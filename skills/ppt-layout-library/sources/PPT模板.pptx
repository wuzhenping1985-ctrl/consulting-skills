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4.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heme/theme5.xml" ContentType="application/vnd.openxmlformats-officedocument.theme+xml"/>
  <Override PartName="/ppt/theme/theme6.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theme/themeOverride1.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10.xml" ContentType="application/vnd.openxmlformats-officedocument.presentationml.tags+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charts/chart2.xml" ContentType="application/vnd.openxmlformats-officedocument.drawingml.chart+xml"/>
  <Override PartName="/ppt/drawings/drawing2.xml" ContentType="application/vnd.openxmlformats-officedocument.drawingml.chartshapes+xml"/>
  <Override PartName="/ppt/charts/chart3.xml" ContentType="application/vnd.openxmlformats-officedocument.drawingml.chart+xml"/>
  <Override PartName="/ppt/drawings/drawing3.xml" ContentType="application/vnd.openxmlformats-officedocument.drawingml.chartshapes+xml"/>
  <Override PartName="/ppt/charts/chart4.xml" ContentType="application/vnd.openxmlformats-officedocument.drawingml.chart+xml"/>
  <Override PartName="/ppt/drawings/drawing4.xml" ContentType="application/vnd.openxmlformats-officedocument.drawingml.chartshape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tags/tag14.xml" ContentType="application/vnd.openxmlformats-officedocument.presentationml.tags+xml"/>
  <Override PartName="/ppt/tags/tag15.xml" ContentType="application/vnd.openxmlformats-officedocument.presentationml.tag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tags/tag16.xml" ContentType="application/vnd.openxmlformats-officedocument.presentationml.tags+xml"/>
  <Override PartName="/ppt/notesSlides/notesSlide32.xml" ContentType="application/vnd.openxmlformats-officedocument.presentationml.notesSlide+xml"/>
  <Override PartName="/ppt/tags/tag17.xml" ContentType="application/vnd.openxmlformats-officedocument.presentationml.tags+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tags/tag18.xml" ContentType="application/vnd.openxmlformats-officedocument.presentationml.tags+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tags/tag19.xml" ContentType="application/vnd.openxmlformats-officedocument.presentationml.tags+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5.xml" ContentType="application/vnd.openxmlformats-officedocument.drawingml.chart+xml"/>
  <Override PartName="/ppt/drawings/drawing5.xml" ContentType="application/vnd.openxmlformats-officedocument.drawingml.chartshapes+xml"/>
  <Override PartName="/ppt/charts/chart6.xml" ContentType="application/vnd.openxmlformats-officedocument.drawingml.chart+xml"/>
  <Override PartName="/ppt/drawings/drawing6.xml" ContentType="application/vnd.openxmlformats-officedocument.drawingml.chartshapes+xml"/>
  <Override PartName="/ppt/charts/chart7.xml" ContentType="application/vnd.openxmlformats-officedocument.drawingml.chart+xml"/>
  <Override PartName="/ppt/drawings/drawing7.xml" ContentType="application/vnd.openxmlformats-officedocument.drawingml.chartshapes+xml"/>
  <Override PartName="/ppt/charts/chart8.xml" ContentType="application/vnd.openxmlformats-officedocument.drawingml.chart+xml"/>
  <Override PartName="/ppt/drawings/drawing8.xml" ContentType="application/vnd.openxmlformats-officedocument.drawingml.chartshapes+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ags/tag20.xml" ContentType="application/vnd.openxmlformats-officedocument.presentationml.tags+xml"/>
  <Override PartName="/ppt/notesSlides/notesSlide43.xml" ContentType="application/vnd.openxmlformats-officedocument.presentationml.notesSlide+xml"/>
  <Override PartName="/ppt/tags/tag21.xml" ContentType="application/vnd.openxmlformats-officedocument.presentationml.tags+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charts/chart9.xml" ContentType="application/vnd.openxmlformats-officedocument.drawingml.chart+xml"/>
  <Override PartName="/ppt/notesSlides/notesSlide60.xml" ContentType="application/vnd.openxmlformats-officedocument.presentationml.notesSlide+xml"/>
  <Override PartName="/ppt/charts/chart10.xml" ContentType="application/vnd.openxmlformats-officedocument.drawingml.chart+xml"/>
  <Override PartName="/ppt/tags/tag22.xml" ContentType="application/vnd.openxmlformats-officedocument.presentationml.tags+xml"/>
  <Override PartName="/ppt/notesSlides/notesSlide61.xml" ContentType="application/vnd.openxmlformats-officedocument.presentationml.notesSlide+xml"/>
  <Override PartName="/ppt/tags/tag23.xml" ContentType="application/vnd.openxmlformats-officedocument.presentationml.tags+xml"/>
  <Override PartName="/ppt/notesSlides/notesSlide62.xml" ContentType="application/vnd.openxmlformats-officedocument.presentationml.notesSlide+xml"/>
  <Override PartName="/ppt/tags/tag24.xml" ContentType="application/vnd.openxmlformats-officedocument.presentationml.tags+xml"/>
  <Override PartName="/ppt/notesSlides/notesSlide63.xml" ContentType="application/vnd.openxmlformats-officedocument.presentationml.notesSlide+xml"/>
  <Override PartName="/ppt/tags/tag25.xml" ContentType="application/vnd.openxmlformats-officedocument.presentationml.tags+xml"/>
  <Override PartName="/ppt/notesSlides/notesSlide64.xml" ContentType="application/vnd.openxmlformats-officedocument.presentationml.notesSlide+xml"/>
  <Override PartName="/ppt/tags/tag26.xml" ContentType="application/vnd.openxmlformats-officedocument.presentationml.tags+xml"/>
  <Override PartName="/ppt/notesSlides/notesSlide65.xml" ContentType="application/vnd.openxmlformats-officedocument.presentationml.notesSlide+xml"/>
  <Override PartName="/ppt/tags/tag27.xml" ContentType="application/vnd.openxmlformats-officedocument.presentationml.tags+xml"/>
  <Override PartName="/ppt/notesSlides/notesSlide66.xml" ContentType="application/vnd.openxmlformats-officedocument.presentationml.notesSlide+xml"/>
  <Override PartName="/ppt/tags/tag28.xml" ContentType="application/vnd.openxmlformats-officedocument.presentationml.tags+xml"/>
  <Override PartName="/ppt/notesSlides/notesSlide67.xml" ContentType="application/vnd.openxmlformats-officedocument.presentationml.notesSlide+xml"/>
  <Override PartName="/ppt/tags/tag29.xml" ContentType="application/vnd.openxmlformats-officedocument.presentationml.tags+xml"/>
  <Override PartName="/ppt/notesSlides/notesSlide68.xml" ContentType="application/vnd.openxmlformats-officedocument.presentationml.notesSlide+xml"/>
  <Override PartName="/ppt/tags/tag30.xml" ContentType="application/vnd.openxmlformats-officedocument.presentationml.tags+xml"/>
  <Override PartName="/ppt/notesSlides/notesSlide69.xml" ContentType="application/vnd.openxmlformats-officedocument.presentationml.notesSlide+xml"/>
  <Override PartName="/ppt/tags/tag31.xml" ContentType="application/vnd.openxmlformats-officedocument.presentationml.tags+xml"/>
  <Override PartName="/ppt/notesSlides/notesSlide70.xml" ContentType="application/vnd.openxmlformats-officedocument.presentationml.notesSlide+xml"/>
  <Override PartName="/ppt/tags/tag32.xml" ContentType="application/vnd.openxmlformats-officedocument.presentationml.tags+xml"/>
  <Override PartName="/ppt/notesSlides/notesSlide71.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tags/tag33.xml" ContentType="application/vnd.openxmlformats-officedocument.presentationml.tags+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charts/chart15.xml" ContentType="application/vnd.openxmlformats-officedocument.drawingml.chart+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00.xml" ContentType="application/vnd.openxmlformats-officedocument.presentationml.notesSlide+xml"/>
  <Override PartName="/ppt/tags/tag58.xml" ContentType="application/vnd.openxmlformats-officedocument.presentationml.tags+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charts/chart16.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97" r:id="rId1"/>
    <p:sldMasterId id="2147483724" r:id="rId2"/>
    <p:sldMasterId id="2147483737" r:id="rId3"/>
    <p:sldMasterId id="2147483741" r:id="rId4"/>
  </p:sldMasterIdLst>
  <p:notesMasterIdLst>
    <p:notesMasterId r:id="rId215"/>
  </p:notesMasterIdLst>
  <p:handoutMasterIdLst>
    <p:handoutMasterId r:id="rId216"/>
  </p:handoutMasterIdLst>
  <p:sldIdLst>
    <p:sldId id="4523" r:id="rId5"/>
    <p:sldId id="4721" r:id="rId6"/>
    <p:sldId id="4471" r:id="rId7"/>
    <p:sldId id="4475" r:id="rId8"/>
    <p:sldId id="4476" r:id="rId9"/>
    <p:sldId id="4418" r:id="rId10"/>
    <p:sldId id="4472" r:id="rId11"/>
    <p:sldId id="4477" r:id="rId12"/>
    <p:sldId id="4417" r:id="rId13"/>
    <p:sldId id="4419" r:id="rId14"/>
    <p:sldId id="4473" r:id="rId15"/>
    <p:sldId id="4410" r:id="rId16"/>
    <p:sldId id="4414" r:id="rId17"/>
    <p:sldId id="4409" r:id="rId18"/>
    <p:sldId id="4474" r:id="rId19"/>
    <p:sldId id="4486" r:id="rId20"/>
    <p:sldId id="4415" r:id="rId21"/>
    <p:sldId id="4528" r:id="rId22"/>
    <p:sldId id="4529" r:id="rId23"/>
    <p:sldId id="4530" r:id="rId24"/>
    <p:sldId id="4531" r:id="rId25"/>
    <p:sldId id="4532" r:id="rId26"/>
    <p:sldId id="4533" r:id="rId27"/>
    <p:sldId id="4534" r:id="rId28"/>
    <p:sldId id="4535" r:id="rId29"/>
    <p:sldId id="4536" r:id="rId30"/>
    <p:sldId id="4537" r:id="rId31"/>
    <p:sldId id="4538" r:id="rId32"/>
    <p:sldId id="4539" r:id="rId33"/>
    <p:sldId id="4540" r:id="rId34"/>
    <p:sldId id="4541" r:id="rId35"/>
    <p:sldId id="4542" r:id="rId36"/>
    <p:sldId id="4543" r:id="rId37"/>
    <p:sldId id="4544" r:id="rId38"/>
    <p:sldId id="4545" r:id="rId39"/>
    <p:sldId id="4546" r:id="rId40"/>
    <p:sldId id="4547" r:id="rId41"/>
    <p:sldId id="4548" r:id="rId42"/>
    <p:sldId id="4549" r:id="rId43"/>
    <p:sldId id="4550" r:id="rId44"/>
    <p:sldId id="4551" r:id="rId45"/>
    <p:sldId id="4552" r:id="rId46"/>
    <p:sldId id="4553" r:id="rId47"/>
    <p:sldId id="4554" r:id="rId48"/>
    <p:sldId id="4555" r:id="rId49"/>
    <p:sldId id="4556" r:id="rId50"/>
    <p:sldId id="4557" r:id="rId51"/>
    <p:sldId id="4558" r:id="rId52"/>
    <p:sldId id="4559" r:id="rId53"/>
    <p:sldId id="4560" r:id="rId54"/>
    <p:sldId id="4561" r:id="rId55"/>
    <p:sldId id="4562" r:id="rId56"/>
    <p:sldId id="4563" r:id="rId57"/>
    <p:sldId id="4564" r:id="rId58"/>
    <p:sldId id="4565" r:id="rId59"/>
    <p:sldId id="4566" r:id="rId60"/>
    <p:sldId id="4567" r:id="rId61"/>
    <p:sldId id="4568" r:id="rId62"/>
    <p:sldId id="4569" r:id="rId63"/>
    <p:sldId id="4570" r:id="rId64"/>
    <p:sldId id="4571" r:id="rId65"/>
    <p:sldId id="4572" r:id="rId66"/>
    <p:sldId id="4573" r:id="rId67"/>
    <p:sldId id="4574" r:id="rId68"/>
    <p:sldId id="4575" r:id="rId69"/>
    <p:sldId id="4576" r:id="rId70"/>
    <p:sldId id="4577" r:id="rId71"/>
    <p:sldId id="4578" r:id="rId72"/>
    <p:sldId id="4579" r:id="rId73"/>
    <p:sldId id="4580" r:id="rId74"/>
    <p:sldId id="4581" r:id="rId75"/>
    <p:sldId id="4582" r:id="rId76"/>
    <p:sldId id="4583" r:id="rId77"/>
    <p:sldId id="4584" r:id="rId78"/>
    <p:sldId id="4585" r:id="rId79"/>
    <p:sldId id="4586" r:id="rId80"/>
    <p:sldId id="4587" r:id="rId81"/>
    <p:sldId id="4588" r:id="rId82"/>
    <p:sldId id="4589" r:id="rId83"/>
    <p:sldId id="4590" r:id="rId84"/>
    <p:sldId id="4591" r:id="rId85"/>
    <p:sldId id="4592" r:id="rId86"/>
    <p:sldId id="4593" r:id="rId87"/>
    <p:sldId id="4594" r:id="rId88"/>
    <p:sldId id="4595" r:id="rId89"/>
    <p:sldId id="4596" r:id="rId90"/>
    <p:sldId id="4597" r:id="rId91"/>
    <p:sldId id="4598" r:id="rId92"/>
    <p:sldId id="4599" r:id="rId93"/>
    <p:sldId id="4600" r:id="rId94"/>
    <p:sldId id="4601" r:id="rId95"/>
    <p:sldId id="4602" r:id="rId96"/>
    <p:sldId id="4603" r:id="rId97"/>
    <p:sldId id="4604" r:id="rId98"/>
    <p:sldId id="4605" r:id="rId99"/>
    <p:sldId id="4606" r:id="rId100"/>
    <p:sldId id="4607" r:id="rId101"/>
    <p:sldId id="4608" r:id="rId102"/>
    <p:sldId id="4609" r:id="rId103"/>
    <p:sldId id="4610" r:id="rId104"/>
    <p:sldId id="4611" r:id="rId105"/>
    <p:sldId id="4612" r:id="rId106"/>
    <p:sldId id="4613" r:id="rId107"/>
    <p:sldId id="4614" r:id="rId108"/>
    <p:sldId id="4615" r:id="rId109"/>
    <p:sldId id="4616" r:id="rId110"/>
    <p:sldId id="4617" r:id="rId111"/>
    <p:sldId id="4618" r:id="rId112"/>
    <p:sldId id="4619" r:id="rId113"/>
    <p:sldId id="4620" r:id="rId114"/>
    <p:sldId id="4621" r:id="rId115"/>
    <p:sldId id="4622" r:id="rId116"/>
    <p:sldId id="4623" r:id="rId117"/>
    <p:sldId id="4624" r:id="rId118"/>
    <p:sldId id="4625" r:id="rId119"/>
    <p:sldId id="4626" r:id="rId120"/>
    <p:sldId id="4627" r:id="rId121"/>
    <p:sldId id="4628" r:id="rId122"/>
    <p:sldId id="4629" r:id="rId123"/>
    <p:sldId id="4630" r:id="rId124"/>
    <p:sldId id="4631" r:id="rId125"/>
    <p:sldId id="4632" r:id="rId126"/>
    <p:sldId id="4633" r:id="rId127"/>
    <p:sldId id="4634" r:id="rId128"/>
    <p:sldId id="4635" r:id="rId129"/>
    <p:sldId id="4636" r:id="rId130"/>
    <p:sldId id="4637" r:id="rId131"/>
    <p:sldId id="4638" r:id="rId132"/>
    <p:sldId id="4639" r:id="rId133"/>
    <p:sldId id="4640" r:id="rId134"/>
    <p:sldId id="4641" r:id="rId135"/>
    <p:sldId id="4642" r:id="rId136"/>
    <p:sldId id="4643" r:id="rId137"/>
    <p:sldId id="4644" r:id="rId138"/>
    <p:sldId id="4645" r:id="rId139"/>
    <p:sldId id="4646" r:id="rId140"/>
    <p:sldId id="4647" r:id="rId141"/>
    <p:sldId id="4648" r:id="rId142"/>
    <p:sldId id="4649" r:id="rId143"/>
    <p:sldId id="4650" r:id="rId144"/>
    <p:sldId id="4651" r:id="rId145"/>
    <p:sldId id="4652" r:id="rId146"/>
    <p:sldId id="4653" r:id="rId147"/>
    <p:sldId id="4654" r:id="rId148"/>
    <p:sldId id="4655" r:id="rId149"/>
    <p:sldId id="4656" r:id="rId150"/>
    <p:sldId id="4657" r:id="rId151"/>
    <p:sldId id="4658" r:id="rId152"/>
    <p:sldId id="4659" r:id="rId153"/>
    <p:sldId id="4660" r:id="rId154"/>
    <p:sldId id="4661" r:id="rId155"/>
    <p:sldId id="4662" r:id="rId156"/>
    <p:sldId id="4663" r:id="rId157"/>
    <p:sldId id="4664" r:id="rId158"/>
    <p:sldId id="4665" r:id="rId159"/>
    <p:sldId id="4666" r:id="rId160"/>
    <p:sldId id="4667" r:id="rId161"/>
    <p:sldId id="4668" r:id="rId162"/>
    <p:sldId id="4669" r:id="rId163"/>
    <p:sldId id="4670" r:id="rId164"/>
    <p:sldId id="4671" r:id="rId165"/>
    <p:sldId id="4672" r:id="rId166"/>
    <p:sldId id="4673" r:id="rId167"/>
    <p:sldId id="4674" r:id="rId168"/>
    <p:sldId id="4675" r:id="rId169"/>
    <p:sldId id="4676" r:id="rId170"/>
    <p:sldId id="4677" r:id="rId171"/>
    <p:sldId id="4678" r:id="rId172"/>
    <p:sldId id="4679" r:id="rId173"/>
    <p:sldId id="4680" r:id="rId174"/>
    <p:sldId id="4681" r:id="rId175"/>
    <p:sldId id="4682" r:id="rId176"/>
    <p:sldId id="4683" r:id="rId177"/>
    <p:sldId id="4684" r:id="rId178"/>
    <p:sldId id="4685" r:id="rId179"/>
    <p:sldId id="4686" r:id="rId180"/>
    <p:sldId id="4687" r:id="rId181"/>
    <p:sldId id="4688" r:id="rId182"/>
    <p:sldId id="4689" r:id="rId183"/>
    <p:sldId id="4690" r:id="rId184"/>
    <p:sldId id="4691" r:id="rId185"/>
    <p:sldId id="4692" r:id="rId186"/>
    <p:sldId id="4693" r:id="rId187"/>
    <p:sldId id="4694" r:id="rId188"/>
    <p:sldId id="4695" r:id="rId189"/>
    <p:sldId id="4696" r:id="rId190"/>
    <p:sldId id="4697" r:id="rId191"/>
    <p:sldId id="4698" r:id="rId192"/>
    <p:sldId id="4699" r:id="rId193"/>
    <p:sldId id="4700" r:id="rId194"/>
    <p:sldId id="4701" r:id="rId195"/>
    <p:sldId id="4702" r:id="rId196"/>
    <p:sldId id="4703" r:id="rId197"/>
    <p:sldId id="4704" r:id="rId198"/>
    <p:sldId id="4705" r:id="rId199"/>
    <p:sldId id="4706" r:id="rId200"/>
    <p:sldId id="4707" r:id="rId201"/>
    <p:sldId id="4708" r:id="rId202"/>
    <p:sldId id="4709" r:id="rId203"/>
    <p:sldId id="4710" r:id="rId204"/>
    <p:sldId id="4711" r:id="rId205"/>
    <p:sldId id="4712" r:id="rId206"/>
    <p:sldId id="4713" r:id="rId207"/>
    <p:sldId id="4714" r:id="rId208"/>
    <p:sldId id="4715" r:id="rId209"/>
    <p:sldId id="4716" r:id="rId210"/>
    <p:sldId id="4717" r:id="rId211"/>
    <p:sldId id="4718" r:id="rId212"/>
    <p:sldId id="4719" r:id="rId213"/>
    <p:sldId id="4720" r:id="rId214"/>
  </p:sldIdLst>
  <p:sldSz cx="12858750" cy="7232650"/>
  <p:notesSz cx="6858000" cy="9144000"/>
  <p:custDataLst>
    <p:tags r:id="rId217"/>
  </p:custDataLst>
  <p:defaultTex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639763" indent="-182563"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1282700" indent="-3683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925638" indent="-554038"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2568575" indent="-739775"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328" userDrawn="1">
          <p15:clr>
            <a:srgbClr val="A4A3A4"/>
          </p15:clr>
        </p15:guide>
        <p15:guide id="2" pos="4050" userDrawn="1">
          <p15:clr>
            <a:srgbClr val="A4A3A4"/>
          </p15:clr>
        </p15:guide>
        <p15:guide id="3" pos="557" userDrawn="1">
          <p15:clr>
            <a:srgbClr val="A4A3A4"/>
          </p15:clr>
        </p15:guide>
        <p15:guide id="5" orient="horz" pos="4183" userDrawn="1">
          <p15:clr>
            <a:srgbClr val="A4A3A4"/>
          </p15:clr>
        </p15:guide>
        <p15:guide id="6" pos="7497" userDrawn="1">
          <p15:clr>
            <a:srgbClr val="A4A3A4"/>
          </p15:clr>
        </p15:guide>
        <p15:guide id="7" pos="6908"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0000"/>
    <a:srgbClr val="D14E5B"/>
    <a:srgbClr val="CA8F45"/>
    <a:srgbClr val="4BC1DD"/>
    <a:srgbClr val="58A9CC"/>
    <a:srgbClr val="0C2744"/>
    <a:srgbClr val="29ABE2"/>
    <a:srgbClr val="FFC000"/>
    <a:srgbClr val="5CBA46"/>
    <a:srgbClr val="00939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926" autoAdjust="0"/>
    <p:restoredTop sz="95248" autoAdjust="0"/>
  </p:normalViewPr>
  <p:slideViewPr>
    <p:cSldViewPr>
      <p:cViewPr varScale="1">
        <p:scale>
          <a:sx n="66" d="100"/>
          <a:sy n="66" d="100"/>
        </p:scale>
        <p:origin x="75" y="585"/>
      </p:cViewPr>
      <p:guideLst>
        <p:guide orient="horz" pos="328"/>
        <p:guide pos="4050"/>
        <p:guide pos="557"/>
        <p:guide orient="horz" pos="4183"/>
        <p:guide pos="7497"/>
        <p:guide pos="6908"/>
      </p:guideLst>
    </p:cSldViewPr>
  </p:slideViewPr>
  <p:outlineViewPr>
    <p:cViewPr>
      <p:scale>
        <a:sx n="100" d="100"/>
        <a:sy n="100" d="100"/>
      </p:scale>
      <p:origin x="0" y="-10374"/>
    </p:cViewPr>
  </p:outlineViewPr>
  <p:notesTextViewPr>
    <p:cViewPr>
      <p:scale>
        <a:sx n="1" d="1"/>
        <a:sy n="1" d="1"/>
      </p:scale>
      <p:origin x="0" y="0"/>
    </p:cViewPr>
  </p:notesTextViewPr>
  <p:sorterViewPr>
    <p:cViewPr>
      <p:scale>
        <a:sx n="90" d="100"/>
        <a:sy n="90" d="100"/>
      </p:scale>
      <p:origin x="0" y="-26700"/>
    </p:cViewPr>
  </p:sorterViewPr>
  <p:notesViewPr>
    <p:cSldViewPr>
      <p:cViewPr varScale="1">
        <p:scale>
          <a:sx n="65" d="100"/>
          <a:sy n="65" d="100"/>
        </p:scale>
        <p:origin x="2796" y="5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handoutMaster" Target="handoutMasters/handoutMaster1.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tags" Target="tags/tag1.xml"/><Relationship Id="rId6" Type="http://schemas.openxmlformats.org/officeDocument/2006/relationships/slide" Target="slides/slide2.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presProps" Target="presProps.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189" Type="http://schemas.openxmlformats.org/officeDocument/2006/relationships/slide" Target="slides/slide185.xml"/><Relationship Id="rId219" Type="http://schemas.openxmlformats.org/officeDocument/2006/relationships/viewProps" Target="viewProps.xml"/><Relationship Id="rId3" Type="http://schemas.openxmlformats.org/officeDocument/2006/relationships/slideMaster" Target="slideMasters/slideMaster3.xml"/><Relationship Id="rId214" Type="http://schemas.openxmlformats.org/officeDocument/2006/relationships/slide" Target="slides/slide210.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79" Type="http://schemas.openxmlformats.org/officeDocument/2006/relationships/slide" Target="slides/slide175.xml"/><Relationship Id="rId195" Type="http://schemas.openxmlformats.org/officeDocument/2006/relationships/slide" Target="slides/slide191.xml"/><Relationship Id="rId209" Type="http://schemas.openxmlformats.org/officeDocument/2006/relationships/slide" Target="slides/slide205.xml"/><Relationship Id="rId190" Type="http://schemas.openxmlformats.org/officeDocument/2006/relationships/slide" Target="slides/slide186.xml"/><Relationship Id="rId204" Type="http://schemas.openxmlformats.org/officeDocument/2006/relationships/slide" Target="slides/slide200.xml"/><Relationship Id="rId220" Type="http://schemas.openxmlformats.org/officeDocument/2006/relationships/theme" Target="theme/theme1.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164" Type="http://schemas.openxmlformats.org/officeDocument/2006/relationships/slide" Target="slides/slide160.xml"/><Relationship Id="rId169" Type="http://schemas.openxmlformats.org/officeDocument/2006/relationships/slide" Target="slides/slide165.xml"/><Relationship Id="rId185" Type="http://schemas.openxmlformats.org/officeDocument/2006/relationships/slide" Target="slides/slide181.xml"/><Relationship Id="rId4" Type="http://schemas.openxmlformats.org/officeDocument/2006/relationships/slideMaster" Target="slideMasters/slideMaster4.xml"/><Relationship Id="rId9" Type="http://schemas.openxmlformats.org/officeDocument/2006/relationships/slide" Target="slides/slide5.xml"/><Relationship Id="rId180" Type="http://schemas.openxmlformats.org/officeDocument/2006/relationships/slide" Target="slides/slide176.xml"/><Relationship Id="rId210" Type="http://schemas.openxmlformats.org/officeDocument/2006/relationships/slide" Target="slides/slide206.xml"/><Relationship Id="rId215" Type="http://schemas.openxmlformats.org/officeDocument/2006/relationships/notesMaster" Target="notesMasters/notesMaster1.xml"/><Relationship Id="rId26" Type="http://schemas.openxmlformats.org/officeDocument/2006/relationships/slide" Target="slides/slide22.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tableStyles" Target="tableStyles.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slideMaster" Target="slideMasters/slideMaster1.xml"/><Relationship Id="rId212" Type="http://schemas.openxmlformats.org/officeDocument/2006/relationships/slide" Target="slides/slide208.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 Type="http://schemas.openxmlformats.org/officeDocument/2006/relationships/slideMaster" Target="slideMasters/slideMaster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2" Type="http://schemas.openxmlformats.org/officeDocument/2006/relationships/chartUserShapes" Target="../drawings/drawing4.xml"/><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2" Type="http://schemas.openxmlformats.org/officeDocument/2006/relationships/chartUserShapes" Target="../drawings/drawing5.xml"/><Relationship Id="rId1" Type="http://schemas.openxmlformats.org/officeDocument/2006/relationships/oleObject" Target="../embeddings/oleObject1.bin"/></Relationships>
</file>

<file path=ppt/charts/_rels/chart6.xml.rels><?xml version="1.0" encoding="UTF-8" standalone="yes"?>
<Relationships xmlns="http://schemas.openxmlformats.org/package/2006/relationships"><Relationship Id="rId2" Type="http://schemas.openxmlformats.org/officeDocument/2006/relationships/chartUserShapes" Target="../drawings/drawing6.xml"/><Relationship Id="rId1" Type="http://schemas.openxmlformats.org/officeDocument/2006/relationships/oleObject" Target="../embeddings/oleObject2.bin"/></Relationships>
</file>

<file path=ppt/charts/_rels/chart7.xml.rels><?xml version="1.0" encoding="UTF-8" standalone="yes"?>
<Relationships xmlns="http://schemas.openxmlformats.org/package/2006/relationships"><Relationship Id="rId2" Type="http://schemas.openxmlformats.org/officeDocument/2006/relationships/chartUserShapes" Target="../drawings/drawing7.xml"/><Relationship Id="rId1" Type="http://schemas.openxmlformats.org/officeDocument/2006/relationships/oleObject" Target="../embeddings/oleObject3.bin"/></Relationships>
</file>

<file path=ppt/charts/_rels/chart8.xml.rels><?xml version="1.0" encoding="UTF-8" standalone="yes"?>
<Relationships xmlns="http://schemas.openxmlformats.org/package/2006/relationships"><Relationship Id="rId2" Type="http://schemas.openxmlformats.org/officeDocument/2006/relationships/chartUserShapes" Target="../drawings/drawing8.xml"/><Relationship Id="rId1" Type="http://schemas.openxmlformats.org/officeDocument/2006/relationships/oleObject" Target="../embeddings/oleObject4.bin"/></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11.xml.rels><?xml version="1.0" encoding="UTF-8" standalone="yes"?>
<Relationships xmlns="http://schemas.openxmlformats.org/package/2006/relationships"><Relationship Id="rId1" Type="http://schemas.openxmlformats.org/officeDocument/2006/relationships/oleObject" Target="../embeddings/oleObject9.bin"/></Relationships>
</file>

<file path=ppt/charts/_rels/chart12.xml.rels><?xml version="1.0" encoding="UTF-8" standalone="yes"?>
<Relationships xmlns="http://schemas.openxmlformats.org/package/2006/relationships"><Relationship Id="rId1" Type="http://schemas.openxmlformats.org/officeDocument/2006/relationships/oleObject" Target="../embeddings/oleObject10.bin"/></Relationships>
</file>

<file path=ppt/charts/_rels/chart13.xml.rels><?xml version="1.0" encoding="UTF-8" standalone="yes"?>
<Relationships xmlns="http://schemas.openxmlformats.org/package/2006/relationships"><Relationship Id="rId1" Type="http://schemas.openxmlformats.org/officeDocument/2006/relationships/oleObject" Target="../embeddings/oleObject11.bin"/></Relationships>
</file>

<file path=ppt/charts/_rels/chart14.xml.rels><?xml version="1.0" encoding="UTF-8" standalone="yes"?>
<Relationships xmlns="http://schemas.openxmlformats.org/package/2006/relationships"><Relationship Id="rId1" Type="http://schemas.openxmlformats.org/officeDocument/2006/relationships/oleObject" Target="../embeddings/oleObject12.bin"/></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F896-4F38-BB8E-3775F6010295}"/>
              </c:ext>
            </c:extLst>
          </c:dPt>
          <c:dPt>
            <c:idx val="1"/>
            <c:bubble3D val="0"/>
            <c:spPr>
              <a:solidFill>
                <a:srgbClr val="04447F"/>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F896-4F38-BB8E-3775F6010295}"/>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F896-4F38-BB8E-3775F6010295}"/>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F896-4F38-BB8E-3775F6010295}"/>
              </c:ext>
            </c:extLst>
          </c:dPt>
          <c:cat>
            <c:strRef>
              <c:f>Sheet1!$A$2:$A$5</c:f>
              <c:strCache>
                <c:ptCount val="2"/>
                <c:pt idx="0">
                  <c:v>第一季度</c:v>
                </c:pt>
                <c:pt idx="1">
                  <c:v>第二季度</c:v>
                </c:pt>
              </c:strCache>
            </c:strRef>
          </c:cat>
          <c:val>
            <c:numRef>
              <c:f>Sheet1!$B$2:$B$5</c:f>
              <c:numCache>
                <c:formatCode>General</c:formatCode>
                <c:ptCount val="4"/>
                <c:pt idx="0">
                  <c:v>70</c:v>
                </c:pt>
                <c:pt idx="1">
                  <c:v>30</c:v>
                </c:pt>
              </c:numCache>
            </c:numRef>
          </c:val>
          <c:extLst>
            <c:ext xmlns:c16="http://schemas.microsoft.com/office/drawing/2014/chart" uri="{C3380CC4-5D6E-409C-BE32-E72D297353CC}">
              <c16:uniqueId val="{00000008-F896-4F38-BB8E-3775F6010295}"/>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7049-466C-95EC-F45C29F3E32A}"/>
              </c:ext>
            </c:extLst>
          </c:dPt>
          <c:dPt>
            <c:idx val="1"/>
            <c:bubble3D val="0"/>
            <c:spPr>
              <a:solidFill>
                <a:srgbClr val="BF1347"/>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7049-466C-95EC-F45C29F3E32A}"/>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7049-466C-95EC-F45C29F3E32A}"/>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7049-466C-95EC-F45C29F3E32A}"/>
              </c:ext>
            </c:extLst>
          </c:dPt>
          <c:cat>
            <c:strRef>
              <c:f>Sheet1!$A$2:$A$5</c:f>
              <c:strCache>
                <c:ptCount val="2"/>
                <c:pt idx="0">
                  <c:v>第一季度</c:v>
                </c:pt>
                <c:pt idx="1">
                  <c:v>第二季度</c:v>
                </c:pt>
              </c:strCache>
            </c:strRef>
          </c:cat>
          <c:val>
            <c:numRef>
              <c:f>Sheet1!$B$2:$B$5</c:f>
              <c:numCache>
                <c:formatCode>General</c:formatCode>
                <c:ptCount val="4"/>
                <c:pt idx="0">
                  <c:v>50</c:v>
                </c:pt>
                <c:pt idx="1">
                  <c:v>50</c:v>
                </c:pt>
              </c:numCache>
            </c:numRef>
          </c:val>
          <c:extLst>
            <c:ext xmlns:c16="http://schemas.microsoft.com/office/drawing/2014/chart" uri="{C3380CC4-5D6E-409C-BE32-E72D297353CC}">
              <c16:uniqueId val="{00000008-7049-466C-95EC-F45C29F3E32A}"/>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4ABA-4039-B087-BA21F8B61B65}"/>
              </c:ext>
            </c:extLst>
          </c:dPt>
          <c:dPt>
            <c:idx val="1"/>
            <c:bubble3D val="0"/>
            <c:spPr>
              <a:solidFill>
                <a:srgbClr val="04447F"/>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4ABA-4039-B087-BA21F8B61B65}"/>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4ABA-4039-B087-BA21F8B61B65}"/>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4ABA-4039-B087-BA21F8B61B65}"/>
              </c:ext>
            </c:extLst>
          </c:dPt>
          <c:cat>
            <c:strRef>
              <c:f>Sheet1!$A$2:$A$5</c:f>
              <c:strCache>
                <c:ptCount val="2"/>
                <c:pt idx="0">
                  <c:v>第一季度</c:v>
                </c:pt>
                <c:pt idx="1">
                  <c:v>第二季度</c:v>
                </c:pt>
              </c:strCache>
            </c:strRef>
          </c:cat>
          <c:val>
            <c:numRef>
              <c:f>Sheet1!$B$2:$B$5</c:f>
              <c:numCache>
                <c:formatCode>General</c:formatCode>
                <c:ptCount val="4"/>
                <c:pt idx="0">
                  <c:v>20</c:v>
                </c:pt>
                <c:pt idx="1">
                  <c:v>80</c:v>
                </c:pt>
              </c:numCache>
            </c:numRef>
          </c:val>
          <c:extLst>
            <c:ext xmlns:c16="http://schemas.microsoft.com/office/drawing/2014/chart" uri="{C3380CC4-5D6E-409C-BE32-E72D297353CC}">
              <c16:uniqueId val="{00000008-4ABA-4039-B087-BA21F8B61B65}"/>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userShapes r:id="rId2"/>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solidFill>
              <a:srgbClr val="04447F"/>
            </a:solidFill>
            <a:ln>
              <a:noFill/>
            </a:ln>
            <a:effectLst/>
          </c:spPr>
          <c:dPt>
            <c:idx val="0"/>
            <c:bubble3D val="0"/>
            <c:spPr>
              <a:solidFill>
                <a:srgbClr val="04447F"/>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116F-4E45-A0F8-509F7A0DE371}"/>
              </c:ext>
            </c:extLst>
          </c:dPt>
          <c:dPt>
            <c:idx val="1"/>
            <c:bubble3D val="0"/>
            <c:spPr>
              <a:solidFill>
                <a:srgbClr val="BF1347"/>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116F-4E45-A0F8-509F7A0DE371}"/>
              </c:ext>
            </c:extLst>
          </c:dPt>
          <c:dPt>
            <c:idx val="2"/>
            <c:bubble3D val="0"/>
            <c:spPr>
              <a:solidFill>
                <a:srgbClr val="04447F"/>
              </a:solidFill>
              <a:ln w="19050">
                <a:noFill/>
              </a:ln>
              <a:effectLst/>
            </c:spPr>
            <c:extLst>
              <c:ext xmlns:c16="http://schemas.microsoft.com/office/drawing/2014/chart" uri="{C3380CC4-5D6E-409C-BE32-E72D297353CC}">
                <c16:uniqueId val="{00000005-116F-4E45-A0F8-509F7A0DE371}"/>
              </c:ext>
            </c:extLst>
          </c:dPt>
          <c:dPt>
            <c:idx val="3"/>
            <c:bubble3D val="0"/>
            <c:spPr>
              <a:solidFill>
                <a:srgbClr val="04447F"/>
              </a:solidFill>
              <a:ln w="19050">
                <a:noFill/>
              </a:ln>
              <a:effectLst/>
            </c:spPr>
            <c:extLst>
              <c:ext xmlns:c16="http://schemas.microsoft.com/office/drawing/2014/chart" uri="{C3380CC4-5D6E-409C-BE32-E72D297353CC}">
                <c16:uniqueId val="{00000007-116F-4E45-A0F8-509F7A0DE371}"/>
              </c:ext>
            </c:extLst>
          </c:dPt>
          <c:cat>
            <c:strRef>
              <c:f>Sheet1!$A$2:$A$5</c:f>
              <c:strCache>
                <c:ptCount val="2"/>
                <c:pt idx="0">
                  <c:v>第一季度</c:v>
                </c:pt>
                <c:pt idx="1">
                  <c:v>第二季度</c:v>
                </c:pt>
              </c:strCache>
            </c:strRef>
          </c:cat>
          <c:val>
            <c:numRef>
              <c:f>Sheet1!$B$2:$B$5</c:f>
              <c:numCache>
                <c:formatCode>General</c:formatCode>
                <c:ptCount val="4"/>
                <c:pt idx="0">
                  <c:v>0</c:v>
                </c:pt>
                <c:pt idx="1">
                  <c:v>100</c:v>
                </c:pt>
              </c:numCache>
            </c:numRef>
          </c:val>
          <c:extLst>
            <c:ext xmlns:c16="http://schemas.microsoft.com/office/drawing/2014/chart" uri="{C3380CC4-5D6E-409C-BE32-E72D297353CC}">
              <c16:uniqueId val="{00000008-116F-4E45-A0F8-509F7A0DE37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1">
    <c:autoUpdate val="0"/>
  </c:externalData>
  <c:userShapes r:id="rId2"/>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7678-43CE-B9D6-64CBB896A958}"/>
              </c:ext>
            </c:extLst>
          </c:dPt>
          <c:dPt>
            <c:idx val="1"/>
            <c:bubble3D val="0"/>
            <c:spPr>
              <a:solidFill>
                <a:schemeClr val="tx1"/>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7678-43CE-B9D6-64CBB896A958}"/>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7678-43CE-B9D6-64CBB896A958}"/>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7678-43CE-B9D6-64CBB896A958}"/>
              </c:ext>
            </c:extLst>
          </c:dPt>
          <c:cat>
            <c:strRef>
              <c:f>Sheet1!$A$2:$A$5</c:f>
              <c:strCache>
                <c:ptCount val="2"/>
                <c:pt idx="0">
                  <c:v>第一季度</c:v>
                </c:pt>
                <c:pt idx="1">
                  <c:v>第二季度</c:v>
                </c:pt>
              </c:strCache>
            </c:strRef>
          </c:cat>
          <c:val>
            <c:numRef>
              <c:f>Sheet1!$B$2:$B$5</c:f>
              <c:numCache>
                <c:formatCode>General</c:formatCode>
                <c:ptCount val="4"/>
                <c:pt idx="0">
                  <c:v>70</c:v>
                </c:pt>
                <c:pt idx="1">
                  <c:v>30</c:v>
                </c:pt>
              </c:numCache>
            </c:numRef>
          </c:val>
          <c:extLst>
            <c:ext xmlns:c16="http://schemas.microsoft.com/office/drawing/2014/chart" uri="{C3380CC4-5D6E-409C-BE32-E72D297353CC}">
              <c16:uniqueId val="{00000008-7678-43CE-B9D6-64CBB896A95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userShapes r:id="rId2"/>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4E13-41E0-91B6-588D3B2BC886}"/>
              </c:ext>
            </c:extLst>
          </c:dPt>
          <c:dPt>
            <c:idx val="1"/>
            <c:bubble3D val="0"/>
            <c:spPr>
              <a:solidFill>
                <a:srgbClr val="C00000"/>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4E13-41E0-91B6-588D3B2BC886}"/>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4E13-41E0-91B6-588D3B2BC886}"/>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4E13-41E0-91B6-588D3B2BC886}"/>
              </c:ext>
            </c:extLst>
          </c:dPt>
          <c:cat>
            <c:strRef>
              <c:f>Sheet1!$A$2:$A$5</c:f>
              <c:strCache>
                <c:ptCount val="2"/>
                <c:pt idx="0">
                  <c:v>第一季度</c:v>
                </c:pt>
                <c:pt idx="1">
                  <c:v>第二季度</c:v>
                </c:pt>
              </c:strCache>
            </c:strRef>
          </c:cat>
          <c:val>
            <c:numRef>
              <c:f>Sheet1!$B$2:$B$5</c:f>
              <c:numCache>
                <c:formatCode>General</c:formatCode>
                <c:ptCount val="4"/>
                <c:pt idx="0">
                  <c:v>50</c:v>
                </c:pt>
                <c:pt idx="1">
                  <c:v>50</c:v>
                </c:pt>
              </c:numCache>
            </c:numRef>
          </c:val>
          <c:extLst>
            <c:ext xmlns:c16="http://schemas.microsoft.com/office/drawing/2014/chart" uri="{C3380CC4-5D6E-409C-BE32-E72D297353CC}">
              <c16:uniqueId val="{00000008-4E13-41E0-91B6-588D3B2BC886}"/>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userShapes r:id="rId2"/>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solidFill>
              <a:srgbClr val="C00000"/>
            </a:solidFill>
            <a:ln>
              <a:noFill/>
            </a:ln>
            <a:effectLst/>
          </c:spPr>
          <c:dPt>
            <c:idx val="0"/>
            <c:bubble3D val="0"/>
            <c:spPr>
              <a:no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896F-4364-859A-C52D0B897253}"/>
              </c:ext>
            </c:extLst>
          </c:dPt>
          <c:dPt>
            <c:idx val="1"/>
            <c:bubble3D val="0"/>
            <c:spPr>
              <a:solidFill>
                <a:srgbClr val="C00000"/>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896F-4364-859A-C52D0B897253}"/>
              </c:ext>
            </c:extLst>
          </c:dPt>
          <c:dPt>
            <c:idx val="2"/>
            <c:bubble3D val="0"/>
            <c:spPr>
              <a:solidFill>
                <a:srgbClr val="C00000"/>
              </a:solidFill>
              <a:ln w="19050">
                <a:noFill/>
              </a:ln>
              <a:effectLst/>
            </c:spPr>
            <c:extLst>
              <c:ext xmlns:c16="http://schemas.microsoft.com/office/drawing/2014/chart" uri="{C3380CC4-5D6E-409C-BE32-E72D297353CC}">
                <c16:uniqueId val="{00000005-896F-4364-859A-C52D0B897253}"/>
              </c:ext>
            </c:extLst>
          </c:dPt>
          <c:dPt>
            <c:idx val="3"/>
            <c:bubble3D val="0"/>
            <c:spPr>
              <a:solidFill>
                <a:srgbClr val="C00000"/>
              </a:solidFill>
              <a:ln w="19050">
                <a:noFill/>
              </a:ln>
              <a:effectLst/>
            </c:spPr>
            <c:extLst>
              <c:ext xmlns:c16="http://schemas.microsoft.com/office/drawing/2014/chart" uri="{C3380CC4-5D6E-409C-BE32-E72D297353CC}">
                <c16:uniqueId val="{00000007-896F-4364-859A-C52D0B897253}"/>
              </c:ext>
            </c:extLst>
          </c:dPt>
          <c:cat>
            <c:strRef>
              <c:f>Sheet1!$A$2:$A$5</c:f>
              <c:strCache>
                <c:ptCount val="2"/>
                <c:pt idx="0">
                  <c:v>第一季度</c:v>
                </c:pt>
                <c:pt idx="1">
                  <c:v>第二季度</c:v>
                </c:pt>
              </c:strCache>
            </c:strRef>
          </c:cat>
          <c:val>
            <c:numRef>
              <c:f>Sheet1!$B$2:$B$5</c:f>
              <c:numCache>
                <c:formatCode>General</c:formatCode>
                <c:ptCount val="4"/>
                <c:pt idx="0">
                  <c:v>20</c:v>
                </c:pt>
                <c:pt idx="1">
                  <c:v>80</c:v>
                </c:pt>
              </c:numCache>
            </c:numRef>
          </c:val>
          <c:extLst>
            <c:ext xmlns:c16="http://schemas.microsoft.com/office/drawing/2014/chart" uri="{C3380CC4-5D6E-409C-BE32-E72D297353CC}">
              <c16:uniqueId val="{00000008-896F-4364-859A-C52D0B897253}"/>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userShapes r:id="rId2"/>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48289862204725"/>
          <c:y val="8.8007807086133899E-2"/>
          <c:w val="0.53865932578740161"/>
          <c:h val="0.80798893897705837"/>
        </c:manualLayout>
      </c:layout>
      <c:doughnutChart>
        <c:varyColors val="1"/>
        <c:ser>
          <c:idx val="0"/>
          <c:order val="0"/>
          <c:tx>
            <c:strRef>
              <c:f>Sheet1!$B$1</c:f>
              <c:strCache>
                <c:ptCount val="1"/>
                <c:pt idx="0">
                  <c:v>列1</c:v>
                </c:pt>
              </c:strCache>
            </c:strRef>
          </c:tx>
          <c:spPr>
            <a:gradFill>
              <a:gsLst>
                <a:gs pos="100000">
                  <a:schemeClr val="bg1">
                    <a:lumMod val="95000"/>
                  </a:schemeClr>
                </a:gs>
                <a:gs pos="0">
                  <a:schemeClr val="bg1">
                    <a:lumMod val="75000"/>
                  </a:schemeClr>
                </a:gs>
              </a:gsLst>
              <a:lin ang="2700000" scaled="1"/>
            </a:gradFill>
            <a:ln>
              <a:noFill/>
            </a:ln>
            <a:effectLst/>
          </c:spPr>
          <c:dPt>
            <c:idx val="0"/>
            <c:bubble3D val="0"/>
            <c:spPr>
              <a:solidFill>
                <a:schemeClr val="bg1">
                  <a:lumMod val="85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1-74BF-484A-A54E-CDA009B893A1}"/>
              </c:ext>
            </c:extLst>
          </c:dPt>
          <c:dPt>
            <c:idx val="1"/>
            <c:bubble3D val="0"/>
            <c:spPr>
              <a:solidFill>
                <a:schemeClr val="bg1">
                  <a:lumMod val="50000"/>
                </a:schemeClr>
              </a:solidFill>
              <a:ln w="19050">
                <a:noFill/>
              </a:ln>
              <a:effectLst>
                <a:innerShdw blurRad="63500" dist="50800" dir="13500000">
                  <a:prstClr val="black">
                    <a:alpha val="50000"/>
                  </a:prstClr>
                </a:innerShdw>
              </a:effectLst>
            </c:spPr>
            <c:extLst>
              <c:ext xmlns:c16="http://schemas.microsoft.com/office/drawing/2014/chart" uri="{C3380CC4-5D6E-409C-BE32-E72D297353CC}">
                <c16:uniqueId val="{00000003-74BF-484A-A54E-CDA009B893A1}"/>
              </c:ext>
            </c:extLst>
          </c:dPt>
          <c:dPt>
            <c:idx val="2"/>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5-74BF-484A-A54E-CDA009B893A1}"/>
              </c:ext>
            </c:extLst>
          </c:dPt>
          <c:dPt>
            <c:idx val="3"/>
            <c:bubble3D val="0"/>
            <c:spPr>
              <a:gradFill>
                <a:gsLst>
                  <a:gs pos="100000">
                    <a:schemeClr val="bg1">
                      <a:lumMod val="95000"/>
                    </a:schemeClr>
                  </a:gs>
                  <a:gs pos="0">
                    <a:schemeClr val="bg1">
                      <a:lumMod val="75000"/>
                    </a:schemeClr>
                  </a:gs>
                </a:gsLst>
                <a:lin ang="2700000" scaled="1"/>
              </a:gradFill>
              <a:ln w="19050">
                <a:noFill/>
              </a:ln>
              <a:effectLst/>
            </c:spPr>
            <c:extLst>
              <c:ext xmlns:c16="http://schemas.microsoft.com/office/drawing/2014/chart" uri="{C3380CC4-5D6E-409C-BE32-E72D297353CC}">
                <c16:uniqueId val="{00000007-74BF-484A-A54E-CDA009B893A1}"/>
              </c:ext>
            </c:extLst>
          </c:dPt>
          <c:cat>
            <c:strRef>
              <c:f>Sheet1!$A$2:$A$5</c:f>
              <c:strCache>
                <c:ptCount val="2"/>
                <c:pt idx="0">
                  <c:v>第一季度</c:v>
                </c:pt>
                <c:pt idx="1">
                  <c:v>第二季度</c:v>
                </c:pt>
              </c:strCache>
            </c:strRef>
          </c:cat>
          <c:val>
            <c:numRef>
              <c:f>Sheet1!$B$2:$B$5</c:f>
              <c:numCache>
                <c:formatCode>General</c:formatCode>
                <c:ptCount val="4"/>
                <c:pt idx="0">
                  <c:v>0</c:v>
                </c:pt>
                <c:pt idx="1">
                  <c:v>100</c:v>
                </c:pt>
              </c:numCache>
            </c:numRef>
          </c:val>
          <c:extLst>
            <c:ext xmlns:c16="http://schemas.microsoft.com/office/drawing/2014/chart" uri="{C3380CC4-5D6E-409C-BE32-E72D297353CC}">
              <c16:uniqueId val="{00000008-74BF-484A-A54E-CDA009B893A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userShapes r:id="rId2"/>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cked"/>
        <c:varyColors val="0"/>
        <c:ser>
          <c:idx val="0"/>
          <c:order val="0"/>
          <c:val>
            <c:numRef>
              <c:f>Sheet1!$B$2:$B$9</c:f>
              <c:numCache>
                <c:formatCode>General</c:formatCode>
                <c:ptCount val="8"/>
                <c:pt idx="0">
                  <c:v>0</c:v>
                </c:pt>
                <c:pt idx="1">
                  <c:v>10</c:v>
                </c:pt>
                <c:pt idx="2">
                  <c:v>40</c:v>
                </c:pt>
                <c:pt idx="3">
                  <c:v>30</c:v>
                </c:pt>
                <c:pt idx="4">
                  <c:v>35</c:v>
                </c:pt>
                <c:pt idx="5">
                  <c:v>39</c:v>
                </c:pt>
                <c:pt idx="6">
                  <c:v>30</c:v>
                </c:pt>
                <c:pt idx="7">
                  <c:v>60</c:v>
                </c:pt>
              </c:numCache>
            </c:numRef>
          </c:val>
          <c:extLst>
            <c:ext xmlns:c15="http://schemas.microsoft.com/office/drawing/2012/chart" uri="{02D57815-91ED-43cb-92C2-25804820EDAC}">
              <c15:filteredSeriesTitle>
                <c15:tx>
                  <c:strRef>
                    <c:extLst xmlns:c16="http://schemas.microsoft.com/office/drawing/2014/char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m/d/yyyy</c:formatCode>
                      <c:ptCount val="8"/>
                      <c:pt idx="0">
                        <c:v>37261</c:v>
                      </c:pt>
                      <c:pt idx="1">
                        <c:v>37992</c:v>
                      </c:pt>
                      <c:pt idx="2">
                        <c:v>38724</c:v>
                      </c:pt>
                      <c:pt idx="3">
                        <c:v>39455</c:v>
                      </c:pt>
                      <c:pt idx="4">
                        <c:v>40187</c:v>
                      </c:pt>
                      <c:pt idx="5">
                        <c:v>40550</c:v>
                      </c:pt>
                      <c:pt idx="6">
                        <c:v>40916</c:v>
                      </c:pt>
                      <c:pt idx="7">
                        <c:v>41648</c:v>
                      </c:pt>
                    </c:numCache>
                  </c:numRef>
                </c15:cat>
              </c15:filteredCategoryTitle>
            </c:ext>
            <c:ext xmlns:c16="http://schemas.microsoft.com/office/drawing/2014/chart" uri="{C3380CC4-5D6E-409C-BE32-E72D297353CC}">
              <c16:uniqueId val="{00000000-B2DC-4871-8CD3-9520B55A36A8}"/>
            </c:ext>
          </c:extLst>
        </c:ser>
        <c:ser>
          <c:idx val="1"/>
          <c:order val="1"/>
          <c:val>
            <c:numRef>
              <c:f>Sheet1!$C$2:$C$9</c:f>
              <c:numCache>
                <c:formatCode>General</c:formatCode>
                <c:ptCount val="8"/>
                <c:pt idx="0">
                  <c:v>0</c:v>
                </c:pt>
                <c:pt idx="1">
                  <c:v>10</c:v>
                </c:pt>
                <c:pt idx="2">
                  <c:v>30</c:v>
                </c:pt>
                <c:pt idx="3">
                  <c:v>50</c:v>
                </c:pt>
                <c:pt idx="4">
                  <c:v>20</c:v>
                </c:pt>
                <c:pt idx="5">
                  <c:v>30</c:v>
                </c:pt>
                <c:pt idx="6">
                  <c:v>70</c:v>
                </c:pt>
                <c:pt idx="7">
                  <c:v>28</c:v>
                </c:pt>
              </c:numCache>
            </c:numRef>
          </c:val>
          <c:extLst>
            <c:ext xmlns:c15="http://schemas.microsoft.com/office/drawing/2012/chart" uri="{02D57815-91ED-43cb-92C2-25804820EDAC}">
              <c15:filteredSeriesTitle>
                <c15:tx>
                  <c:strRef>
                    <c:extLst xmlns:c16="http://schemas.microsoft.com/office/drawing/2014/char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m/d/yyyy</c:formatCode>
                      <c:ptCount val="8"/>
                      <c:pt idx="0">
                        <c:v>37261</c:v>
                      </c:pt>
                      <c:pt idx="1">
                        <c:v>37992</c:v>
                      </c:pt>
                      <c:pt idx="2">
                        <c:v>38724</c:v>
                      </c:pt>
                      <c:pt idx="3">
                        <c:v>39455</c:v>
                      </c:pt>
                      <c:pt idx="4">
                        <c:v>40187</c:v>
                      </c:pt>
                      <c:pt idx="5">
                        <c:v>40550</c:v>
                      </c:pt>
                      <c:pt idx="6">
                        <c:v>40916</c:v>
                      </c:pt>
                      <c:pt idx="7">
                        <c:v>41648</c:v>
                      </c:pt>
                    </c:numCache>
                  </c:numRef>
                </c15:cat>
              </c15:filteredCategoryTitle>
            </c:ext>
            <c:ext xmlns:c16="http://schemas.microsoft.com/office/drawing/2014/chart" uri="{C3380CC4-5D6E-409C-BE32-E72D297353CC}">
              <c16:uniqueId val="{00000001-B2DC-4871-8CD3-9520B55A36A8}"/>
            </c:ext>
          </c:extLst>
        </c:ser>
        <c:ser>
          <c:idx val="2"/>
          <c:order val="2"/>
          <c:spPr>
            <a:ln w="25400">
              <a:noFill/>
            </a:ln>
          </c:spPr>
          <c:val>
            <c:numRef>
              <c:f>Sheet1!$D$2:$D$9</c:f>
              <c:numCache>
                <c:formatCode>General</c:formatCode>
                <c:ptCount val="8"/>
                <c:pt idx="0">
                  <c:v>30</c:v>
                </c:pt>
                <c:pt idx="1">
                  <c:v>40</c:v>
                </c:pt>
                <c:pt idx="2">
                  <c:v>50</c:v>
                </c:pt>
                <c:pt idx="3">
                  <c:v>60</c:v>
                </c:pt>
                <c:pt idx="4">
                  <c:v>70</c:v>
                </c:pt>
                <c:pt idx="5">
                  <c:v>80</c:v>
                </c:pt>
                <c:pt idx="6">
                  <c:v>70</c:v>
                </c:pt>
                <c:pt idx="7">
                  <c:v>80</c:v>
                </c:pt>
              </c:numCache>
            </c:numRef>
          </c:val>
          <c:extLst>
            <c:ext xmlns:c15="http://schemas.microsoft.com/office/drawing/2012/chart" uri="{02D57815-91ED-43cb-92C2-25804820EDAC}">
              <c15:filteredSeriesTitle>
                <c15:tx>
                  <c:strRef>
                    <c:extLst xmlns:c16="http://schemas.microsoft.com/office/drawing/2014/chart">
                      <c:ext uri="{02D57815-91ED-43cb-92C2-25804820EDAC}">
                        <c15:formulaRef>
                          <c15:sqref>Sheet1!$D$1</c15:sqref>
                        </c15:formulaRef>
                      </c:ext>
                    </c:extLst>
                    <c:strCache>
                      <c:ptCount val="1"/>
                      <c:pt idx="0">
                        <c:v>Series 3</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m/d/yyyy</c:formatCode>
                      <c:ptCount val="8"/>
                      <c:pt idx="0">
                        <c:v>37261</c:v>
                      </c:pt>
                      <c:pt idx="1">
                        <c:v>37992</c:v>
                      </c:pt>
                      <c:pt idx="2">
                        <c:v>38724</c:v>
                      </c:pt>
                      <c:pt idx="3">
                        <c:v>39455</c:v>
                      </c:pt>
                      <c:pt idx="4">
                        <c:v>40187</c:v>
                      </c:pt>
                      <c:pt idx="5">
                        <c:v>40550</c:v>
                      </c:pt>
                      <c:pt idx="6">
                        <c:v>40916</c:v>
                      </c:pt>
                      <c:pt idx="7">
                        <c:v>41648</c:v>
                      </c:pt>
                    </c:numCache>
                  </c:numRef>
                </c15:cat>
              </c15:filteredCategoryTitle>
            </c:ext>
            <c:ext xmlns:c16="http://schemas.microsoft.com/office/drawing/2014/chart" uri="{C3380CC4-5D6E-409C-BE32-E72D297353CC}">
              <c16:uniqueId val="{00000002-B2DC-4871-8CD3-9520B55A36A8}"/>
            </c:ext>
          </c:extLst>
        </c:ser>
        <c:dLbls>
          <c:showLegendKey val="0"/>
          <c:showVal val="0"/>
          <c:showCatName val="0"/>
          <c:showSerName val="0"/>
          <c:showPercent val="0"/>
          <c:showBubbleSize val="0"/>
        </c:dLbls>
        <c:axId val="-1875598544"/>
        <c:axId val="-41451344"/>
      </c:areaChart>
      <c:catAx>
        <c:axId val="-1875598544"/>
        <c:scaling>
          <c:orientation val="minMax"/>
        </c:scaling>
        <c:delete val="0"/>
        <c:axPos val="b"/>
        <c:numFmt formatCode="yyyy" sourceLinked="0"/>
        <c:majorTickMark val="out"/>
        <c:minorTickMark val="none"/>
        <c:tickLblPos val="nextTo"/>
        <c:spPr>
          <a:ln>
            <a:solidFill>
              <a:schemeClr val="bg1">
                <a:lumMod val="85000"/>
              </a:schemeClr>
            </a:solidFill>
          </a:ln>
        </c:spPr>
        <c:crossAx val="-41451344"/>
        <c:crosses val="autoZero"/>
        <c:auto val="0"/>
        <c:lblAlgn val="ctr"/>
        <c:lblOffset val="1"/>
        <c:noMultiLvlLbl val="0"/>
      </c:catAx>
      <c:valAx>
        <c:axId val="-41451344"/>
        <c:scaling>
          <c:orientation val="minMax"/>
        </c:scaling>
        <c:delete val="0"/>
        <c:axPos val="l"/>
        <c:majorGridlines>
          <c:spPr>
            <a:ln>
              <a:solidFill>
                <a:schemeClr val="bg1">
                  <a:lumMod val="85000"/>
                </a:schemeClr>
              </a:solidFill>
            </a:ln>
          </c:spPr>
        </c:majorGridlines>
        <c:numFmt formatCode="General" sourceLinked="0"/>
        <c:majorTickMark val="out"/>
        <c:minorTickMark val="none"/>
        <c:tickLblPos val="nextTo"/>
        <c:spPr>
          <a:ln>
            <a:solidFill>
              <a:schemeClr val="bg1">
                <a:lumMod val="85000"/>
              </a:schemeClr>
            </a:solidFill>
          </a:ln>
        </c:spPr>
        <c:crossAx val="-1875598544"/>
        <c:crosses val="autoZero"/>
        <c:crossBetween val="midCat"/>
      </c:valAx>
    </c:plotArea>
    <c:plotVisOnly val="1"/>
    <c:dispBlanksAs val="zero"/>
    <c:showDLblsOverMax val="0"/>
  </c:chart>
  <c:txPr>
    <a:bodyPr/>
    <a:lstStyle/>
    <a:p>
      <a:pPr>
        <a:defRPr sz="1200">
          <a:latin typeface="Arial" panose="020B0604020202020204" pitchFamily="34" charset="0"/>
          <a:ea typeface="微软雅黑" panose="020B0503020204020204" pitchFamily="34" charset="-122"/>
          <a:cs typeface="+mn-ea"/>
          <a:sym typeface="Arial" panose="020B0604020202020204" pitchFamily="34" charset="0"/>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spPr>
            <a:ln w="19050"/>
          </c:spPr>
          <c:marker>
            <c:symbol val="circle"/>
            <c:size val="5"/>
            <c:spPr>
              <a:ln w="19050"/>
            </c:spPr>
          </c:marker>
          <c:val>
            <c:numRef>
              <c:f>Sheet1!$B$2:$B$9</c:f>
              <c:numCache>
                <c:formatCode>General</c:formatCode>
                <c:ptCount val="8"/>
                <c:pt idx="0">
                  <c:v>0</c:v>
                </c:pt>
                <c:pt idx="1">
                  <c:v>1</c:v>
                </c:pt>
                <c:pt idx="2">
                  <c:v>2</c:v>
                </c:pt>
                <c:pt idx="3">
                  <c:v>1</c:v>
                </c:pt>
                <c:pt idx="4">
                  <c:v>4</c:v>
                </c:pt>
                <c:pt idx="5">
                  <c:v>2</c:v>
                </c:pt>
                <c:pt idx="6">
                  <c:v>3</c:v>
                </c:pt>
                <c:pt idx="7">
                  <c:v>5</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0-9DF3-4521-A963-DB7B6A90D1F9}"/>
            </c:ext>
          </c:extLst>
        </c:ser>
        <c:ser>
          <c:idx val="1"/>
          <c:order val="1"/>
          <c:spPr>
            <a:ln w="19050"/>
          </c:spPr>
          <c:marker>
            <c:symbol val="circle"/>
            <c:size val="5"/>
            <c:spPr>
              <a:ln w="19050"/>
            </c:spPr>
          </c:marker>
          <c:val>
            <c:numRef>
              <c:f>Sheet1!$C$2:$C$9</c:f>
              <c:numCache>
                <c:formatCode>General</c:formatCode>
                <c:ptCount val="8"/>
                <c:pt idx="0">
                  <c:v>1.2</c:v>
                </c:pt>
                <c:pt idx="1">
                  <c:v>2</c:v>
                </c:pt>
                <c:pt idx="2">
                  <c:v>2.5</c:v>
                </c:pt>
                <c:pt idx="3">
                  <c:v>3</c:v>
                </c:pt>
                <c:pt idx="4">
                  <c:v>2.5</c:v>
                </c:pt>
                <c:pt idx="5">
                  <c:v>4</c:v>
                </c:pt>
                <c:pt idx="6">
                  <c:v>2</c:v>
                </c:pt>
                <c:pt idx="7">
                  <c:v>6</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1-9DF3-4521-A963-DB7B6A90D1F9}"/>
            </c:ext>
          </c:extLst>
        </c:ser>
        <c:ser>
          <c:idx val="2"/>
          <c:order val="2"/>
          <c:spPr>
            <a:ln w="19050"/>
          </c:spPr>
          <c:marker>
            <c:symbol val="circle"/>
            <c:size val="5"/>
            <c:spPr>
              <a:ln w="19050"/>
            </c:spPr>
          </c:marker>
          <c:val>
            <c:numRef>
              <c:f>Sheet1!$D$2:$D$9</c:f>
              <c:numCache>
                <c:formatCode>General</c:formatCode>
                <c:ptCount val="8"/>
                <c:pt idx="0">
                  <c:v>2.2999999999999998</c:v>
                </c:pt>
                <c:pt idx="1">
                  <c:v>3</c:v>
                </c:pt>
                <c:pt idx="2">
                  <c:v>3.5</c:v>
                </c:pt>
                <c:pt idx="3">
                  <c:v>3.5</c:v>
                </c:pt>
                <c:pt idx="4">
                  <c:v>4.5</c:v>
                </c:pt>
                <c:pt idx="5">
                  <c:v>4.5</c:v>
                </c:pt>
                <c:pt idx="6">
                  <c:v>5</c:v>
                </c:pt>
                <c:pt idx="7">
                  <c:v>6.5</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Sheet1!$D$1</c15:sqref>
                        </c15:formulaRef>
                      </c:ext>
                    </c:extLst>
                    <c:strCache>
                      <c:ptCount val="1"/>
                      <c:pt idx="0">
                        <c:v>Series 3</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2-9DF3-4521-A963-DB7B6A90D1F9}"/>
            </c:ext>
          </c:extLst>
        </c:ser>
        <c:ser>
          <c:idx val="3"/>
          <c:order val="3"/>
          <c:spPr>
            <a:ln w="19050"/>
          </c:spPr>
          <c:marker>
            <c:symbol val="circle"/>
            <c:size val="5"/>
            <c:spPr>
              <a:ln w="19050"/>
            </c:spPr>
          </c:marker>
          <c:val>
            <c:numRef>
              <c:f>Sheet1!$E$2:$E$9</c:f>
              <c:numCache>
                <c:formatCode>General</c:formatCode>
                <c:ptCount val="8"/>
                <c:pt idx="0">
                  <c:v>2</c:v>
                </c:pt>
                <c:pt idx="1">
                  <c:v>3.5</c:v>
                </c:pt>
                <c:pt idx="2">
                  <c:v>4</c:v>
                </c:pt>
                <c:pt idx="3">
                  <c:v>6</c:v>
                </c:pt>
                <c:pt idx="4">
                  <c:v>5</c:v>
                </c:pt>
                <c:pt idx="5">
                  <c:v>3.5</c:v>
                </c:pt>
                <c:pt idx="6">
                  <c:v>6.5</c:v>
                </c:pt>
                <c:pt idx="7">
                  <c:v>7</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Sheet1!$E$1</c15:sqref>
                        </c15:formulaRef>
                      </c:ext>
                    </c:extLst>
                    <c:strCache>
                      <c:ptCount val="1"/>
                      <c:pt idx="0">
                        <c:v>Series 4</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3-9DF3-4521-A963-DB7B6A90D1F9}"/>
            </c:ext>
          </c:extLst>
        </c:ser>
        <c:dLbls>
          <c:showLegendKey val="0"/>
          <c:showVal val="0"/>
          <c:showCatName val="0"/>
          <c:showSerName val="0"/>
          <c:showPercent val="0"/>
          <c:showBubbleSize val="0"/>
        </c:dLbls>
        <c:marker val="1"/>
        <c:smooth val="0"/>
        <c:axId val="-1526199888"/>
        <c:axId val="-1526198800"/>
      </c:lineChart>
      <c:catAx>
        <c:axId val="-1526199888"/>
        <c:scaling>
          <c:orientation val="minMax"/>
        </c:scaling>
        <c:delete val="0"/>
        <c:axPos val="b"/>
        <c:numFmt formatCode="#\ ?/?" sourceLinked="0"/>
        <c:majorTickMark val="out"/>
        <c:minorTickMark val="none"/>
        <c:tickLblPos val="low"/>
        <c:crossAx val="-1526198800"/>
        <c:crosses val="autoZero"/>
        <c:auto val="1"/>
        <c:lblAlgn val="ctr"/>
        <c:lblOffset val="100"/>
        <c:noMultiLvlLbl val="0"/>
      </c:catAx>
      <c:valAx>
        <c:axId val="-1526198800"/>
        <c:scaling>
          <c:orientation val="minMax"/>
        </c:scaling>
        <c:delete val="0"/>
        <c:axPos val="l"/>
        <c:majorGridlines>
          <c:spPr>
            <a:ln>
              <a:solidFill>
                <a:schemeClr val="bg1">
                  <a:lumMod val="95000"/>
                </a:schemeClr>
              </a:solidFill>
            </a:ln>
          </c:spPr>
        </c:majorGridlines>
        <c:numFmt formatCode="General" sourceLinked="1"/>
        <c:majorTickMark val="out"/>
        <c:minorTickMark val="none"/>
        <c:tickLblPos val="nextTo"/>
        <c:crossAx val="-1526199888"/>
        <c:crosses val="autoZero"/>
        <c:crossBetween val="between"/>
      </c:valAx>
      <c:spPr>
        <a:ln w="12700"/>
      </c:spPr>
    </c:plotArea>
    <c:plotVisOnly val="1"/>
    <c:dispBlanksAs val="gap"/>
    <c:showDLblsOverMax val="0"/>
  </c:chart>
  <c:txPr>
    <a:bodyPr/>
    <a:lstStyle/>
    <a:p>
      <a:pPr>
        <a:defRPr sz="10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defRPr>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3DBCC0"/>
              </a:solidFill>
              <a:ln w="25307">
                <a:noFill/>
              </a:ln>
            </c:spPr>
            <c:extLst>
              <c:ext xmlns:c16="http://schemas.microsoft.com/office/drawing/2014/chart" uri="{C3380CC4-5D6E-409C-BE32-E72D297353CC}">
                <c16:uniqueId val="{00000001-7AE7-477F-8B83-EB238BEB4C86}"/>
              </c:ext>
            </c:extLst>
          </c:dPt>
          <c:dPt>
            <c:idx val="1"/>
            <c:bubble3D val="0"/>
            <c:spPr>
              <a:solidFill>
                <a:srgbClr val="F4EFDF"/>
              </a:solidFill>
              <a:ln w="25307">
                <a:noFill/>
              </a:ln>
            </c:spPr>
            <c:extLst>
              <c:ext xmlns:c16="http://schemas.microsoft.com/office/drawing/2014/chart" uri="{C3380CC4-5D6E-409C-BE32-E72D297353CC}">
                <c16:uniqueId val="{00000003-7AE7-477F-8B83-EB238BEB4C86}"/>
              </c:ext>
            </c:extLst>
          </c:dPt>
          <c:cat>
            <c:strRef>
              <c:f>Sheet1!$A$2:$A$3</c:f>
              <c:strCache>
                <c:ptCount val="2"/>
                <c:pt idx="0">
                  <c:v>实占百分比</c:v>
                </c:pt>
                <c:pt idx="1">
                  <c:v>余下</c:v>
                </c:pt>
              </c:strCache>
            </c:strRef>
          </c:cat>
          <c:val>
            <c:numRef>
              <c:f>Sheet1!$B$2:$B$3</c:f>
              <c:numCache>
                <c:formatCode>General</c:formatCode>
                <c:ptCount val="2"/>
                <c:pt idx="0">
                  <c:v>75</c:v>
                </c:pt>
                <c:pt idx="1">
                  <c:v>25</c:v>
                </c:pt>
              </c:numCache>
            </c:numRef>
          </c:val>
          <c:extLst>
            <c:ext xmlns:c16="http://schemas.microsoft.com/office/drawing/2014/chart" uri="{C3380CC4-5D6E-409C-BE32-E72D297353CC}">
              <c16:uniqueId val="{00000004-7AE7-477F-8B83-EB238BEB4C86}"/>
            </c:ext>
          </c:extLst>
        </c:ser>
        <c:dLbls>
          <c:showLegendKey val="0"/>
          <c:showVal val="0"/>
          <c:showCatName val="0"/>
          <c:showSerName val="0"/>
          <c:showPercent val="0"/>
          <c:showBubbleSize val="0"/>
          <c:showLeaderLines val="1"/>
        </c:dLbls>
        <c:firstSliceAng val="0"/>
        <c:holeSize val="85"/>
      </c:doughnutChart>
      <c:spPr>
        <a:noFill/>
        <a:ln w="25307">
          <a:noFill/>
        </a:ln>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FFC535"/>
              </a:solidFill>
              <a:ln w="25307">
                <a:noFill/>
              </a:ln>
            </c:spPr>
            <c:extLst>
              <c:ext xmlns:c16="http://schemas.microsoft.com/office/drawing/2014/chart" uri="{C3380CC4-5D6E-409C-BE32-E72D297353CC}">
                <c16:uniqueId val="{00000001-E164-4124-8711-1E57DC9EF743}"/>
              </c:ext>
            </c:extLst>
          </c:dPt>
          <c:dPt>
            <c:idx val="1"/>
            <c:bubble3D val="0"/>
            <c:spPr>
              <a:solidFill>
                <a:srgbClr val="F4EFDF"/>
              </a:solidFill>
              <a:ln w="25307">
                <a:noFill/>
              </a:ln>
            </c:spPr>
            <c:extLst>
              <c:ext xmlns:c16="http://schemas.microsoft.com/office/drawing/2014/chart" uri="{C3380CC4-5D6E-409C-BE32-E72D297353CC}">
                <c16:uniqueId val="{00000003-E164-4124-8711-1E57DC9EF743}"/>
              </c:ext>
            </c:extLst>
          </c:dPt>
          <c:cat>
            <c:strRef>
              <c:f>Sheet1!$A$2:$A$3</c:f>
              <c:strCache>
                <c:ptCount val="2"/>
                <c:pt idx="0">
                  <c:v>实占百分比</c:v>
                </c:pt>
                <c:pt idx="1">
                  <c:v>余下</c:v>
                </c:pt>
              </c:strCache>
            </c:strRef>
          </c:cat>
          <c:val>
            <c:numRef>
              <c:f>Sheet1!$B$2:$B$3</c:f>
              <c:numCache>
                <c:formatCode>General</c:formatCode>
                <c:ptCount val="2"/>
                <c:pt idx="0">
                  <c:v>50</c:v>
                </c:pt>
                <c:pt idx="1">
                  <c:v>50</c:v>
                </c:pt>
              </c:numCache>
            </c:numRef>
          </c:val>
          <c:extLst>
            <c:ext xmlns:c16="http://schemas.microsoft.com/office/drawing/2014/chart" uri="{C3380CC4-5D6E-409C-BE32-E72D297353CC}">
              <c16:uniqueId val="{00000004-E164-4124-8711-1E57DC9EF743}"/>
            </c:ext>
          </c:extLst>
        </c:ser>
        <c:dLbls>
          <c:showLegendKey val="0"/>
          <c:showVal val="0"/>
          <c:showCatName val="0"/>
          <c:showSerName val="0"/>
          <c:showPercent val="0"/>
          <c:showBubbleSize val="0"/>
          <c:showLeaderLines val="1"/>
        </c:dLbls>
        <c:firstSliceAng val="0"/>
        <c:holeSize val="85"/>
      </c:doughnutChart>
      <c:spPr>
        <a:noFill/>
        <a:ln w="25307">
          <a:noFill/>
        </a:ln>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EB7513"/>
              </a:solidFill>
              <a:ln w="25307">
                <a:noFill/>
              </a:ln>
            </c:spPr>
            <c:extLst>
              <c:ext xmlns:c16="http://schemas.microsoft.com/office/drawing/2014/chart" uri="{C3380CC4-5D6E-409C-BE32-E72D297353CC}">
                <c16:uniqueId val="{00000001-CEFB-4D06-8E16-183EEDC06C19}"/>
              </c:ext>
            </c:extLst>
          </c:dPt>
          <c:dPt>
            <c:idx val="1"/>
            <c:bubble3D val="0"/>
            <c:spPr>
              <a:solidFill>
                <a:srgbClr val="F4EFDF"/>
              </a:solidFill>
              <a:ln w="25307">
                <a:noFill/>
              </a:ln>
            </c:spPr>
            <c:extLst>
              <c:ext xmlns:c16="http://schemas.microsoft.com/office/drawing/2014/chart" uri="{C3380CC4-5D6E-409C-BE32-E72D297353CC}">
                <c16:uniqueId val="{00000003-CEFB-4D06-8E16-183EEDC06C19}"/>
              </c:ext>
            </c:extLst>
          </c:dPt>
          <c:cat>
            <c:strRef>
              <c:f>Sheet1!$A$2:$A$3</c:f>
              <c:strCache>
                <c:ptCount val="2"/>
                <c:pt idx="0">
                  <c:v>实占百分比</c:v>
                </c:pt>
                <c:pt idx="1">
                  <c:v>余下</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4-CEFB-4D06-8E16-183EEDC06C19}"/>
            </c:ext>
          </c:extLst>
        </c:ser>
        <c:dLbls>
          <c:showLegendKey val="0"/>
          <c:showVal val="0"/>
          <c:showCatName val="0"/>
          <c:showSerName val="0"/>
          <c:showPercent val="0"/>
          <c:showBubbleSize val="0"/>
          <c:showLeaderLines val="1"/>
        </c:dLbls>
        <c:firstSliceAng val="0"/>
        <c:holeSize val="85"/>
      </c:doughnutChart>
      <c:spPr>
        <a:noFill/>
        <a:ln w="25307">
          <a:noFill/>
        </a:ln>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chemeClr val="accent4">
                  <a:lumMod val="75000"/>
                </a:schemeClr>
              </a:solidFill>
              <a:ln w="18924">
                <a:noFill/>
              </a:ln>
              <a:effectLst/>
            </c:spPr>
            <c:extLst>
              <c:ext xmlns:c16="http://schemas.microsoft.com/office/drawing/2014/chart" uri="{C3380CC4-5D6E-409C-BE32-E72D297353CC}">
                <c16:uniqueId val="{00000001-57DA-4E12-AAAD-BF1358150C4C}"/>
              </c:ext>
            </c:extLst>
          </c:dPt>
          <c:dPt>
            <c:idx val="1"/>
            <c:bubble3D val="0"/>
            <c:spPr>
              <a:solidFill>
                <a:srgbClr val="F4EFDF"/>
              </a:solidFill>
              <a:ln w="25307">
                <a:noFill/>
              </a:ln>
            </c:spPr>
            <c:extLst>
              <c:ext xmlns:c16="http://schemas.microsoft.com/office/drawing/2014/chart" uri="{C3380CC4-5D6E-409C-BE32-E72D297353CC}">
                <c16:uniqueId val="{00000003-57DA-4E12-AAAD-BF1358150C4C}"/>
              </c:ext>
            </c:extLst>
          </c:dPt>
          <c:cat>
            <c:strRef>
              <c:f>Sheet1!$A$2:$A$3</c:f>
              <c:strCache>
                <c:ptCount val="2"/>
                <c:pt idx="0">
                  <c:v>实占百分比</c:v>
                </c:pt>
                <c:pt idx="1">
                  <c:v>余下</c:v>
                </c:pt>
              </c:strCache>
            </c:strRef>
          </c:cat>
          <c:val>
            <c:numRef>
              <c:f>Sheet1!$B$2:$B$3</c:f>
              <c:numCache>
                <c:formatCode>General</c:formatCode>
                <c:ptCount val="2"/>
                <c:pt idx="0">
                  <c:v>5</c:v>
                </c:pt>
                <c:pt idx="1">
                  <c:v>95</c:v>
                </c:pt>
              </c:numCache>
            </c:numRef>
          </c:val>
          <c:extLst>
            <c:ext xmlns:c16="http://schemas.microsoft.com/office/drawing/2014/chart" uri="{C3380CC4-5D6E-409C-BE32-E72D297353CC}">
              <c16:uniqueId val="{00000004-57DA-4E12-AAAD-BF1358150C4C}"/>
            </c:ext>
          </c:extLst>
        </c:ser>
        <c:dLbls>
          <c:showLegendKey val="0"/>
          <c:showVal val="0"/>
          <c:showCatName val="0"/>
          <c:showSerName val="0"/>
          <c:showPercent val="0"/>
          <c:showBubbleSize val="0"/>
          <c:showLeaderLines val="1"/>
        </c:dLbls>
        <c:firstSliceAng val="0"/>
        <c:holeSize val="85"/>
      </c:doughnutChart>
      <c:spPr>
        <a:noFill/>
        <a:ln w="25307">
          <a:noFill/>
        </a:ln>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spPr>
            <a:ln w="19050"/>
          </c:spPr>
          <c:marker>
            <c:symbol val="circle"/>
            <c:size val="5"/>
            <c:spPr>
              <a:ln w="19050"/>
            </c:spPr>
          </c:marker>
          <c:val>
            <c:numRef>
              <c:f>Sheet1!$B$2:$B$9</c:f>
              <c:numCache>
                <c:formatCode>General</c:formatCode>
                <c:ptCount val="8"/>
                <c:pt idx="0">
                  <c:v>0</c:v>
                </c:pt>
                <c:pt idx="1">
                  <c:v>1</c:v>
                </c:pt>
                <c:pt idx="2">
                  <c:v>2</c:v>
                </c:pt>
                <c:pt idx="3">
                  <c:v>1</c:v>
                </c:pt>
                <c:pt idx="4">
                  <c:v>4</c:v>
                </c:pt>
                <c:pt idx="5">
                  <c:v>2</c:v>
                </c:pt>
                <c:pt idx="6">
                  <c:v>3</c:v>
                </c:pt>
                <c:pt idx="7">
                  <c:v>5</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0-9DF3-4521-A963-DB7B6A90D1F9}"/>
            </c:ext>
          </c:extLst>
        </c:ser>
        <c:ser>
          <c:idx val="1"/>
          <c:order val="1"/>
          <c:spPr>
            <a:ln w="19050"/>
          </c:spPr>
          <c:marker>
            <c:symbol val="circle"/>
            <c:size val="5"/>
            <c:spPr>
              <a:ln w="19050"/>
            </c:spPr>
          </c:marker>
          <c:val>
            <c:numRef>
              <c:f>Sheet1!$C$2:$C$9</c:f>
              <c:numCache>
                <c:formatCode>General</c:formatCode>
                <c:ptCount val="8"/>
                <c:pt idx="0">
                  <c:v>1.2</c:v>
                </c:pt>
                <c:pt idx="1">
                  <c:v>2</c:v>
                </c:pt>
                <c:pt idx="2">
                  <c:v>2.5</c:v>
                </c:pt>
                <c:pt idx="3">
                  <c:v>3</c:v>
                </c:pt>
                <c:pt idx="4">
                  <c:v>2.5</c:v>
                </c:pt>
                <c:pt idx="5">
                  <c:v>4</c:v>
                </c:pt>
                <c:pt idx="6">
                  <c:v>2</c:v>
                </c:pt>
                <c:pt idx="7">
                  <c:v>6</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1-9DF3-4521-A963-DB7B6A90D1F9}"/>
            </c:ext>
          </c:extLst>
        </c:ser>
        <c:ser>
          <c:idx val="2"/>
          <c:order val="2"/>
          <c:spPr>
            <a:ln w="19050"/>
          </c:spPr>
          <c:marker>
            <c:symbol val="circle"/>
            <c:size val="5"/>
            <c:spPr>
              <a:ln w="19050"/>
            </c:spPr>
          </c:marker>
          <c:val>
            <c:numRef>
              <c:f>Sheet1!$D$2:$D$9</c:f>
              <c:numCache>
                <c:formatCode>General</c:formatCode>
                <c:ptCount val="8"/>
                <c:pt idx="0">
                  <c:v>2.2999999999999998</c:v>
                </c:pt>
                <c:pt idx="1">
                  <c:v>3</c:v>
                </c:pt>
                <c:pt idx="2">
                  <c:v>3.5</c:v>
                </c:pt>
                <c:pt idx="3">
                  <c:v>3.5</c:v>
                </c:pt>
                <c:pt idx="4">
                  <c:v>4.5</c:v>
                </c:pt>
                <c:pt idx="5">
                  <c:v>4.5</c:v>
                </c:pt>
                <c:pt idx="6">
                  <c:v>5</c:v>
                </c:pt>
                <c:pt idx="7">
                  <c:v>6.5</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Sheet1!$D$1</c15:sqref>
                        </c15:formulaRef>
                      </c:ext>
                    </c:extLst>
                    <c:strCache>
                      <c:ptCount val="1"/>
                      <c:pt idx="0">
                        <c:v>Series 3</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2-9DF3-4521-A963-DB7B6A90D1F9}"/>
            </c:ext>
          </c:extLst>
        </c:ser>
        <c:ser>
          <c:idx val="3"/>
          <c:order val="3"/>
          <c:spPr>
            <a:ln w="19050"/>
          </c:spPr>
          <c:marker>
            <c:symbol val="circle"/>
            <c:size val="5"/>
            <c:spPr>
              <a:ln w="19050"/>
            </c:spPr>
          </c:marker>
          <c:val>
            <c:numRef>
              <c:f>Sheet1!$E$2:$E$9</c:f>
              <c:numCache>
                <c:formatCode>General</c:formatCode>
                <c:ptCount val="8"/>
                <c:pt idx="0">
                  <c:v>2</c:v>
                </c:pt>
                <c:pt idx="1">
                  <c:v>3.5</c:v>
                </c:pt>
                <c:pt idx="2">
                  <c:v>4</c:v>
                </c:pt>
                <c:pt idx="3">
                  <c:v>6</c:v>
                </c:pt>
                <c:pt idx="4">
                  <c:v>5</c:v>
                </c:pt>
                <c:pt idx="5">
                  <c:v>3.5</c:v>
                </c:pt>
                <c:pt idx="6">
                  <c:v>6.5</c:v>
                </c:pt>
                <c:pt idx="7">
                  <c:v>7</c:v>
                </c:pt>
              </c:numCache>
            </c:numRef>
          </c:val>
          <c:smooth val="0"/>
          <c:extLst>
            <c:ext xmlns:c15="http://schemas.microsoft.com/office/drawing/2012/chart" uri="{02D57815-91ED-43cb-92C2-25804820EDAC}">
              <c15:filteredSeriesTitle>
                <c15:tx>
                  <c:strRef>
                    <c:extLst xmlns:c16="http://schemas.microsoft.com/office/drawing/2014/chart">
                      <c:ext uri="{02D57815-91ED-43cb-92C2-25804820EDAC}">
                        <c15:formulaRef>
                          <c15:sqref>Sheet1!$E$1</c15:sqref>
                        </c15:formulaRef>
                      </c:ext>
                    </c:extLst>
                    <c:strCache>
                      <c:ptCount val="1"/>
                      <c:pt idx="0">
                        <c:v>Series 4</c:v>
                      </c:pt>
                    </c:strCache>
                  </c:strRef>
                </c15:tx>
              </c15:filteredSeriesTitle>
            </c:ext>
            <c:ext xmlns:c15="http://schemas.microsoft.com/office/drawing/2012/chart" uri="{02D57815-91ED-43cb-92C2-25804820EDAC}">
              <c15:filteredCategoryTitle>
                <c15:cat>
                  <c:numRef>
                    <c:extLst>
                      <c:ext uri="{02D57815-91ED-43cb-92C2-25804820EDAC}">
                        <c15:formulaRef>
                          <c15:sqref>Sheet1!$A$2:$A$9</c15:sqref>
                        </c15:formulaRef>
                      </c:ext>
                    </c:extLst>
                    <c:numCache>
                      <c:formatCode>General</c:formatCode>
                      <c:ptCount val="8"/>
                      <c:pt idx="0">
                        <c:v>1</c:v>
                      </c:pt>
                      <c:pt idx="1">
                        <c:v>2</c:v>
                      </c:pt>
                      <c:pt idx="2">
                        <c:v>3</c:v>
                      </c:pt>
                      <c:pt idx="3">
                        <c:v>4</c:v>
                      </c:pt>
                      <c:pt idx="4">
                        <c:v>5</c:v>
                      </c:pt>
                      <c:pt idx="5">
                        <c:v>6</c:v>
                      </c:pt>
                      <c:pt idx="6">
                        <c:v>7</c:v>
                      </c:pt>
                      <c:pt idx="7">
                        <c:v>8</c:v>
                      </c:pt>
                    </c:numCache>
                  </c:numRef>
                </c15:cat>
              </c15:filteredCategoryTitle>
            </c:ext>
            <c:ext xmlns:c16="http://schemas.microsoft.com/office/drawing/2014/chart" uri="{C3380CC4-5D6E-409C-BE32-E72D297353CC}">
              <c16:uniqueId val="{00000003-9DF3-4521-A963-DB7B6A90D1F9}"/>
            </c:ext>
          </c:extLst>
        </c:ser>
        <c:dLbls>
          <c:showLegendKey val="0"/>
          <c:showVal val="0"/>
          <c:showCatName val="0"/>
          <c:showSerName val="0"/>
          <c:showPercent val="0"/>
          <c:showBubbleSize val="0"/>
        </c:dLbls>
        <c:marker val="1"/>
        <c:smooth val="0"/>
        <c:axId val="-572021200"/>
        <c:axId val="-572020656"/>
      </c:lineChart>
      <c:catAx>
        <c:axId val="-572021200"/>
        <c:scaling>
          <c:orientation val="minMax"/>
        </c:scaling>
        <c:delete val="0"/>
        <c:axPos val="b"/>
        <c:numFmt formatCode="#\ ?/?" sourceLinked="0"/>
        <c:majorTickMark val="out"/>
        <c:minorTickMark val="none"/>
        <c:tickLblPos val="low"/>
        <c:crossAx val="-572020656"/>
        <c:crosses val="autoZero"/>
        <c:auto val="1"/>
        <c:lblAlgn val="ctr"/>
        <c:lblOffset val="100"/>
        <c:noMultiLvlLbl val="0"/>
      </c:catAx>
      <c:valAx>
        <c:axId val="-572020656"/>
        <c:scaling>
          <c:orientation val="minMax"/>
        </c:scaling>
        <c:delete val="0"/>
        <c:axPos val="l"/>
        <c:majorGridlines>
          <c:spPr>
            <a:ln>
              <a:solidFill>
                <a:schemeClr val="bg1">
                  <a:lumMod val="95000"/>
                </a:schemeClr>
              </a:solidFill>
            </a:ln>
          </c:spPr>
        </c:majorGridlines>
        <c:numFmt formatCode="General" sourceLinked="1"/>
        <c:majorTickMark val="out"/>
        <c:minorTickMark val="none"/>
        <c:tickLblPos val="nextTo"/>
        <c:crossAx val="-572021200"/>
        <c:crosses val="autoZero"/>
        <c:crossBetween val="between"/>
      </c:valAx>
      <c:spPr>
        <a:ln w="12700"/>
      </c:spPr>
    </c:plotArea>
    <c:plotVisOnly val="1"/>
    <c:dispBlanksAs val="gap"/>
    <c:showDLblsOverMax val="0"/>
  </c:chart>
  <c:txPr>
    <a:bodyPr/>
    <a:lstStyle/>
    <a:p>
      <a:pPr>
        <a:defRPr sz="10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defRPr>
      </a:pPr>
      <a:endParaRPr lang="zh-CN"/>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chemeClr val="accent6">
                <a:lumMod val="50000"/>
              </a:schemeClr>
            </a:solidFill>
            <a:ln>
              <a:noFill/>
            </a:ln>
            <a:effectLst/>
          </c:spPr>
          <c:invertIfNegative val="0"/>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CFA5-4637-833A-1707379E75D1}"/>
            </c:ext>
          </c:extLst>
        </c:ser>
        <c:ser>
          <c:idx val="1"/>
          <c:order val="1"/>
          <c:tx>
            <c:strRef>
              <c:f>Sheet1!$C$1</c:f>
              <c:strCache>
                <c:ptCount val="1"/>
                <c:pt idx="0">
                  <c:v>系列 2</c:v>
                </c:pt>
              </c:strCache>
            </c:strRef>
          </c:tx>
          <c:spPr>
            <a:solidFill>
              <a:srgbClr val="0E8146"/>
            </a:solidFill>
            <a:ln>
              <a:noFill/>
            </a:ln>
            <a:effectLst/>
          </c:spPr>
          <c:invertIfNegative val="0"/>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CFA5-4637-833A-1707379E75D1}"/>
            </c:ext>
          </c:extLst>
        </c:ser>
        <c:ser>
          <c:idx val="2"/>
          <c:order val="2"/>
          <c:tx>
            <c:strRef>
              <c:f>Sheet1!$D$1</c:f>
              <c:strCache>
                <c:ptCount val="1"/>
                <c:pt idx="0">
                  <c:v>系列 3</c:v>
                </c:pt>
              </c:strCache>
            </c:strRef>
          </c:tx>
          <c:spPr>
            <a:solidFill>
              <a:srgbClr val="95C53E"/>
            </a:solidFill>
            <a:ln>
              <a:noFill/>
            </a:ln>
            <a:effectLst/>
          </c:spPr>
          <c:invertIfNegative val="0"/>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CFA5-4637-833A-1707379E75D1}"/>
            </c:ext>
          </c:extLst>
        </c:ser>
        <c:dLbls>
          <c:showLegendKey val="0"/>
          <c:showVal val="0"/>
          <c:showCatName val="0"/>
          <c:showSerName val="0"/>
          <c:showPercent val="0"/>
          <c:showBubbleSize val="0"/>
        </c:dLbls>
        <c:gapWidth val="60"/>
        <c:overlap val="-27"/>
        <c:axId val="-1989359584"/>
        <c:axId val="-1989358496"/>
      </c:barChart>
      <c:catAx>
        <c:axId val="-1989359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zh-CN"/>
          </a:p>
        </c:txPr>
        <c:crossAx val="-1989358496"/>
        <c:crosses val="autoZero"/>
        <c:auto val="1"/>
        <c:lblAlgn val="ctr"/>
        <c:lblOffset val="100"/>
        <c:noMultiLvlLbl val="0"/>
      </c:catAx>
      <c:valAx>
        <c:axId val="-1989358496"/>
        <c:scaling>
          <c:orientation val="minMax"/>
        </c:scaling>
        <c:delete val="1"/>
        <c:axPos val="l"/>
        <c:numFmt formatCode="General" sourceLinked="1"/>
        <c:majorTickMark val="none"/>
        <c:minorTickMark val="none"/>
        <c:tickLblPos val="nextTo"/>
        <c:crossAx val="-19893595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2CE7DAC-4F19-4BDF-8379-46188018199E}" type="doc">
      <dgm:prSet loTypeId="urn:microsoft.com/office/officeart/2005/8/layout/matrix1" loCatId="matrix" qsTypeId="urn:microsoft.com/office/officeart/2005/8/quickstyle/simple1" qsCatId="simple" csTypeId="urn:microsoft.com/office/officeart/2005/8/colors/accent1_2" csCatId="accent1" phldr="1"/>
      <dgm:spPr/>
      <dgm:t>
        <a:bodyPr/>
        <a:lstStyle/>
        <a:p>
          <a:endParaRPr lang="zh-CN" altLang="en-US"/>
        </a:p>
      </dgm:t>
    </dgm:pt>
    <dgm:pt modelId="{F1771701-BB10-4D74-8C9D-3431946FAC95}">
      <dgm:prSet phldrT="[文本]" custT="1"/>
      <dgm:spPr>
        <a:solidFill>
          <a:schemeClr val="bg1"/>
        </a:solidFill>
      </dgm:spPr>
      <dgm:t>
        <a:bodyPr/>
        <a:lstStyle/>
        <a:p>
          <a:pPr>
            <a:spcAft>
              <a:spcPts val="0"/>
            </a:spcAft>
          </a:pPr>
          <a:r>
            <a:rPr lang="zh-CN" altLang="en-US" sz="2400" b="1" dirty="0"/>
            <a:t>战略</a:t>
          </a:r>
          <a:endParaRPr lang="en-US" altLang="zh-CN" sz="2400" b="1" dirty="0"/>
        </a:p>
        <a:p>
          <a:pPr>
            <a:spcAft>
              <a:spcPts val="0"/>
            </a:spcAft>
          </a:pPr>
          <a:r>
            <a:rPr lang="zh-CN" altLang="en-US" sz="2400" b="1" dirty="0"/>
            <a:t>框架</a:t>
          </a:r>
        </a:p>
      </dgm:t>
    </dgm:pt>
    <dgm:pt modelId="{2F4591BE-15E5-448E-A2F1-28E1F51034E9}" type="parTrans" cxnId="{55B5603C-514E-4F97-B12E-FAB6E97388F0}">
      <dgm:prSet/>
      <dgm:spPr/>
      <dgm:t>
        <a:bodyPr/>
        <a:lstStyle/>
        <a:p>
          <a:endParaRPr lang="zh-CN" altLang="en-US"/>
        </a:p>
      </dgm:t>
    </dgm:pt>
    <dgm:pt modelId="{2F2DCA68-F20D-4E18-A977-98EA16A2C1AF}" type="sibTrans" cxnId="{55B5603C-514E-4F97-B12E-FAB6E97388F0}">
      <dgm:prSet/>
      <dgm:spPr/>
      <dgm:t>
        <a:bodyPr/>
        <a:lstStyle/>
        <a:p>
          <a:endParaRPr lang="zh-CN" altLang="en-US"/>
        </a:p>
      </dgm:t>
    </dgm:pt>
    <dgm:pt modelId="{3758F0CE-850D-4066-A95E-5B86FED0EC8F}">
      <dgm:prSet phldrT="[文本]" custT="1"/>
      <dgm:spPr>
        <a:solidFill>
          <a:srgbClr val="C00000"/>
        </a:solidFill>
      </dgm:spPr>
      <dgm:t>
        <a:bodyPr/>
        <a:lstStyle/>
        <a:p>
          <a:endParaRPr lang="en-US" altLang="zh-CN" sz="2800" dirty="0"/>
        </a:p>
        <a:p>
          <a:r>
            <a:rPr lang="zh-CN" altLang="en-US" sz="2800" dirty="0"/>
            <a:t>商业模式</a:t>
          </a:r>
        </a:p>
      </dgm:t>
    </dgm:pt>
    <dgm:pt modelId="{3EF375B4-0F47-454D-80C8-A5B38354E10E}" type="parTrans" cxnId="{BDF05274-189E-4103-BCD2-7AA35691DC3D}">
      <dgm:prSet/>
      <dgm:spPr/>
      <dgm:t>
        <a:bodyPr/>
        <a:lstStyle/>
        <a:p>
          <a:endParaRPr lang="zh-CN" altLang="en-US"/>
        </a:p>
      </dgm:t>
    </dgm:pt>
    <dgm:pt modelId="{0C1C0DA3-0325-4660-B9AB-FC4C162DCD4F}" type="sibTrans" cxnId="{BDF05274-189E-4103-BCD2-7AA35691DC3D}">
      <dgm:prSet/>
      <dgm:spPr/>
      <dgm:t>
        <a:bodyPr/>
        <a:lstStyle/>
        <a:p>
          <a:endParaRPr lang="zh-CN" altLang="en-US"/>
        </a:p>
      </dgm:t>
    </dgm:pt>
    <dgm:pt modelId="{F5CEB401-1649-4996-BBB7-FE65CA4F23E0}">
      <dgm:prSet phldrT="[文本]" custT="1"/>
      <dgm:spPr>
        <a:solidFill>
          <a:srgbClr val="366B7E"/>
        </a:solidFill>
      </dgm:spPr>
      <dgm:t>
        <a:bodyPr/>
        <a:lstStyle/>
        <a:p>
          <a:endParaRPr lang="en-US" altLang="zh-CN" sz="2800" dirty="0"/>
        </a:p>
        <a:p>
          <a:r>
            <a:rPr lang="zh-CN" altLang="en-US" sz="2800" dirty="0"/>
            <a:t>发展目标</a:t>
          </a:r>
        </a:p>
      </dgm:t>
    </dgm:pt>
    <dgm:pt modelId="{B6699C71-62E7-4B0A-83F9-171EC1E14182}" type="parTrans" cxnId="{A27BC07A-C517-41E0-AD0E-C2081DA03AF6}">
      <dgm:prSet/>
      <dgm:spPr/>
      <dgm:t>
        <a:bodyPr/>
        <a:lstStyle/>
        <a:p>
          <a:endParaRPr lang="zh-CN" altLang="en-US"/>
        </a:p>
      </dgm:t>
    </dgm:pt>
    <dgm:pt modelId="{F0F13FCF-AC3E-4F09-869A-859CAF58C814}" type="sibTrans" cxnId="{A27BC07A-C517-41E0-AD0E-C2081DA03AF6}">
      <dgm:prSet/>
      <dgm:spPr/>
      <dgm:t>
        <a:bodyPr/>
        <a:lstStyle/>
        <a:p>
          <a:endParaRPr lang="zh-CN" altLang="en-US"/>
        </a:p>
      </dgm:t>
    </dgm:pt>
    <dgm:pt modelId="{9F9AA48D-EC10-4412-B4FE-20FB2D7EA16A}">
      <dgm:prSet phldrT="[文本]" custT="1"/>
      <dgm:spPr>
        <a:solidFill>
          <a:srgbClr val="6CAAC0"/>
        </a:solidFill>
      </dgm:spPr>
      <dgm:t>
        <a:bodyPr/>
        <a:lstStyle/>
        <a:p>
          <a:r>
            <a:rPr lang="zh-CN" altLang="en-US" sz="2800" dirty="0">
              <a:solidFill>
                <a:schemeClr val="bg1"/>
              </a:solidFill>
            </a:rPr>
            <a:t>核心能力</a:t>
          </a:r>
        </a:p>
      </dgm:t>
    </dgm:pt>
    <dgm:pt modelId="{6F7F45DB-33D8-44FE-9BFC-8AE834B42E62}" type="parTrans" cxnId="{20462993-94BD-4FC8-9BE2-85A898F82126}">
      <dgm:prSet/>
      <dgm:spPr/>
      <dgm:t>
        <a:bodyPr/>
        <a:lstStyle/>
        <a:p>
          <a:endParaRPr lang="zh-CN" altLang="en-US"/>
        </a:p>
      </dgm:t>
    </dgm:pt>
    <dgm:pt modelId="{7CDCB574-8A4B-4D6A-A741-AAA251066A6E}" type="sibTrans" cxnId="{20462993-94BD-4FC8-9BE2-85A898F82126}">
      <dgm:prSet/>
      <dgm:spPr/>
      <dgm:t>
        <a:bodyPr/>
        <a:lstStyle/>
        <a:p>
          <a:endParaRPr lang="zh-CN" altLang="en-US"/>
        </a:p>
      </dgm:t>
    </dgm:pt>
    <dgm:pt modelId="{F24DAA80-4B52-4390-9B11-62CB0EBA8F20}">
      <dgm:prSet phldrT="[文本]" custT="1"/>
      <dgm:spPr>
        <a:solidFill>
          <a:srgbClr val="D9D9D9"/>
        </a:solidFill>
      </dgm:spPr>
      <dgm:t>
        <a:bodyPr/>
        <a:lstStyle/>
        <a:p>
          <a:r>
            <a:rPr lang="zh-CN" altLang="en-US" sz="2800" dirty="0">
              <a:solidFill>
                <a:schemeClr val="tx1"/>
              </a:solidFill>
            </a:rPr>
            <a:t>资源禀赋</a:t>
          </a:r>
        </a:p>
      </dgm:t>
    </dgm:pt>
    <dgm:pt modelId="{1C75DFBE-CF05-41DC-B7AE-3779775569BC}" type="parTrans" cxnId="{C7AA250F-9C17-4266-AFC2-5F5374D7BE15}">
      <dgm:prSet/>
      <dgm:spPr/>
      <dgm:t>
        <a:bodyPr/>
        <a:lstStyle/>
        <a:p>
          <a:endParaRPr lang="zh-CN" altLang="en-US"/>
        </a:p>
      </dgm:t>
    </dgm:pt>
    <dgm:pt modelId="{77193673-D44C-424C-9193-B0FFBAF30C47}" type="sibTrans" cxnId="{C7AA250F-9C17-4266-AFC2-5F5374D7BE15}">
      <dgm:prSet/>
      <dgm:spPr/>
      <dgm:t>
        <a:bodyPr/>
        <a:lstStyle/>
        <a:p>
          <a:endParaRPr lang="zh-CN" altLang="en-US"/>
        </a:p>
      </dgm:t>
    </dgm:pt>
    <dgm:pt modelId="{AC576016-F60F-4199-A150-0857CDB06D9F}" type="pres">
      <dgm:prSet presAssocID="{72CE7DAC-4F19-4BDF-8379-46188018199E}" presName="diagram" presStyleCnt="0">
        <dgm:presLayoutVars>
          <dgm:chMax val="1"/>
          <dgm:dir/>
          <dgm:animLvl val="ctr"/>
          <dgm:resizeHandles val="exact"/>
        </dgm:presLayoutVars>
      </dgm:prSet>
      <dgm:spPr/>
    </dgm:pt>
    <dgm:pt modelId="{C7364A83-E42E-42F5-BC87-380D3631567A}" type="pres">
      <dgm:prSet presAssocID="{72CE7DAC-4F19-4BDF-8379-46188018199E}" presName="matrix" presStyleCnt="0"/>
      <dgm:spPr/>
    </dgm:pt>
    <dgm:pt modelId="{A98050C0-C185-4115-B8B3-7748D068040C}" type="pres">
      <dgm:prSet presAssocID="{72CE7DAC-4F19-4BDF-8379-46188018199E}" presName="tile1" presStyleLbl="node1" presStyleIdx="0" presStyleCnt="4"/>
      <dgm:spPr/>
    </dgm:pt>
    <dgm:pt modelId="{8736B8D5-0029-4CFF-A93F-AAECF3782307}" type="pres">
      <dgm:prSet presAssocID="{72CE7DAC-4F19-4BDF-8379-46188018199E}" presName="tile1text" presStyleLbl="node1" presStyleIdx="0" presStyleCnt="4">
        <dgm:presLayoutVars>
          <dgm:chMax val="0"/>
          <dgm:chPref val="0"/>
          <dgm:bulletEnabled val="1"/>
        </dgm:presLayoutVars>
      </dgm:prSet>
      <dgm:spPr/>
    </dgm:pt>
    <dgm:pt modelId="{72029268-A13E-4EF7-8157-E9649072ACD6}" type="pres">
      <dgm:prSet presAssocID="{72CE7DAC-4F19-4BDF-8379-46188018199E}" presName="tile2" presStyleLbl="node1" presStyleIdx="1" presStyleCnt="4" custLinFactNeighborY="-8582"/>
      <dgm:spPr/>
    </dgm:pt>
    <dgm:pt modelId="{14B15857-6A6A-4010-A5D0-F223EB4D9AD7}" type="pres">
      <dgm:prSet presAssocID="{72CE7DAC-4F19-4BDF-8379-46188018199E}" presName="tile2text" presStyleLbl="node1" presStyleIdx="1" presStyleCnt="4">
        <dgm:presLayoutVars>
          <dgm:chMax val="0"/>
          <dgm:chPref val="0"/>
          <dgm:bulletEnabled val="1"/>
        </dgm:presLayoutVars>
      </dgm:prSet>
      <dgm:spPr/>
    </dgm:pt>
    <dgm:pt modelId="{DC62AC79-DBF1-4E5D-B792-7949777BE6EC}" type="pres">
      <dgm:prSet presAssocID="{72CE7DAC-4F19-4BDF-8379-46188018199E}" presName="tile3" presStyleLbl="node1" presStyleIdx="2" presStyleCnt="4"/>
      <dgm:spPr/>
    </dgm:pt>
    <dgm:pt modelId="{95A2FFCB-CFB2-4439-A636-F9EAF6C40BD8}" type="pres">
      <dgm:prSet presAssocID="{72CE7DAC-4F19-4BDF-8379-46188018199E}" presName="tile3text" presStyleLbl="node1" presStyleIdx="2" presStyleCnt="4">
        <dgm:presLayoutVars>
          <dgm:chMax val="0"/>
          <dgm:chPref val="0"/>
          <dgm:bulletEnabled val="1"/>
        </dgm:presLayoutVars>
      </dgm:prSet>
      <dgm:spPr/>
    </dgm:pt>
    <dgm:pt modelId="{BA684682-3702-4F33-844E-46B4FE506C2F}" type="pres">
      <dgm:prSet presAssocID="{72CE7DAC-4F19-4BDF-8379-46188018199E}" presName="tile4" presStyleLbl="node1" presStyleIdx="3" presStyleCnt="4"/>
      <dgm:spPr/>
    </dgm:pt>
    <dgm:pt modelId="{5BC9F2A7-2E71-4AF6-8E9F-3F7CDAB79ED6}" type="pres">
      <dgm:prSet presAssocID="{72CE7DAC-4F19-4BDF-8379-46188018199E}" presName="tile4text" presStyleLbl="node1" presStyleIdx="3" presStyleCnt="4">
        <dgm:presLayoutVars>
          <dgm:chMax val="0"/>
          <dgm:chPref val="0"/>
          <dgm:bulletEnabled val="1"/>
        </dgm:presLayoutVars>
      </dgm:prSet>
      <dgm:spPr/>
    </dgm:pt>
    <dgm:pt modelId="{2FF463EB-2ABB-44A4-92BE-84339DD22D38}" type="pres">
      <dgm:prSet presAssocID="{72CE7DAC-4F19-4BDF-8379-46188018199E}" presName="centerTile" presStyleLbl="fgShp" presStyleIdx="0" presStyleCnt="1">
        <dgm:presLayoutVars>
          <dgm:chMax val="0"/>
          <dgm:chPref val="0"/>
        </dgm:presLayoutVars>
      </dgm:prSet>
      <dgm:spPr/>
    </dgm:pt>
  </dgm:ptLst>
  <dgm:cxnLst>
    <dgm:cxn modelId="{C7AA250F-9C17-4266-AFC2-5F5374D7BE15}" srcId="{F1771701-BB10-4D74-8C9D-3431946FAC95}" destId="{F24DAA80-4B52-4390-9B11-62CB0EBA8F20}" srcOrd="3" destOrd="0" parTransId="{1C75DFBE-CF05-41DC-B7AE-3779775569BC}" sibTransId="{77193673-D44C-424C-9193-B0FFBAF30C47}"/>
    <dgm:cxn modelId="{131DB535-3F3F-406F-B08F-8CF7ED1CBCAB}" type="presOf" srcId="{9F9AA48D-EC10-4412-B4FE-20FB2D7EA16A}" destId="{DC62AC79-DBF1-4E5D-B792-7949777BE6EC}" srcOrd="0" destOrd="0" presId="urn:microsoft.com/office/officeart/2005/8/layout/matrix1"/>
    <dgm:cxn modelId="{6FBCCD39-3D5A-4D6C-B617-11AAE18551CE}" type="presOf" srcId="{F24DAA80-4B52-4390-9B11-62CB0EBA8F20}" destId="{5BC9F2A7-2E71-4AF6-8E9F-3F7CDAB79ED6}" srcOrd="1" destOrd="0" presId="urn:microsoft.com/office/officeart/2005/8/layout/matrix1"/>
    <dgm:cxn modelId="{55B5603C-514E-4F97-B12E-FAB6E97388F0}" srcId="{72CE7DAC-4F19-4BDF-8379-46188018199E}" destId="{F1771701-BB10-4D74-8C9D-3431946FAC95}" srcOrd="0" destOrd="0" parTransId="{2F4591BE-15E5-448E-A2F1-28E1F51034E9}" sibTransId="{2F2DCA68-F20D-4E18-A977-98EA16A2C1AF}"/>
    <dgm:cxn modelId="{6F467767-B821-412D-8583-3A36E1E02DAC}" type="presOf" srcId="{F5CEB401-1649-4996-BBB7-FE65CA4F23E0}" destId="{14B15857-6A6A-4010-A5D0-F223EB4D9AD7}" srcOrd="1" destOrd="0" presId="urn:microsoft.com/office/officeart/2005/8/layout/matrix1"/>
    <dgm:cxn modelId="{45B68870-9B71-436A-82A8-7ECE5D5E6343}" type="presOf" srcId="{F1771701-BB10-4D74-8C9D-3431946FAC95}" destId="{2FF463EB-2ABB-44A4-92BE-84339DD22D38}" srcOrd="0" destOrd="0" presId="urn:microsoft.com/office/officeart/2005/8/layout/matrix1"/>
    <dgm:cxn modelId="{BDF05274-189E-4103-BCD2-7AA35691DC3D}" srcId="{F1771701-BB10-4D74-8C9D-3431946FAC95}" destId="{3758F0CE-850D-4066-A95E-5B86FED0EC8F}" srcOrd="0" destOrd="0" parTransId="{3EF375B4-0F47-454D-80C8-A5B38354E10E}" sibTransId="{0C1C0DA3-0325-4660-B9AB-FC4C162DCD4F}"/>
    <dgm:cxn modelId="{A27BC07A-C517-41E0-AD0E-C2081DA03AF6}" srcId="{F1771701-BB10-4D74-8C9D-3431946FAC95}" destId="{F5CEB401-1649-4996-BBB7-FE65CA4F23E0}" srcOrd="1" destOrd="0" parTransId="{B6699C71-62E7-4B0A-83F9-171EC1E14182}" sibTransId="{F0F13FCF-AC3E-4F09-869A-859CAF58C814}"/>
    <dgm:cxn modelId="{F461C35A-95ED-46A9-B763-F70580AE704F}" type="presOf" srcId="{72CE7DAC-4F19-4BDF-8379-46188018199E}" destId="{AC576016-F60F-4199-A150-0857CDB06D9F}" srcOrd="0" destOrd="0" presId="urn:microsoft.com/office/officeart/2005/8/layout/matrix1"/>
    <dgm:cxn modelId="{20462993-94BD-4FC8-9BE2-85A898F82126}" srcId="{F1771701-BB10-4D74-8C9D-3431946FAC95}" destId="{9F9AA48D-EC10-4412-B4FE-20FB2D7EA16A}" srcOrd="2" destOrd="0" parTransId="{6F7F45DB-33D8-44FE-9BFC-8AE834B42E62}" sibTransId="{7CDCB574-8A4B-4D6A-A741-AAA251066A6E}"/>
    <dgm:cxn modelId="{066BC29B-3AB6-42CE-A428-D969ED62077F}" type="presOf" srcId="{3758F0CE-850D-4066-A95E-5B86FED0EC8F}" destId="{A98050C0-C185-4115-B8B3-7748D068040C}" srcOrd="0" destOrd="0" presId="urn:microsoft.com/office/officeart/2005/8/layout/matrix1"/>
    <dgm:cxn modelId="{5DA4F1DB-3EE3-4C2D-9D63-5E759CEF4F93}" type="presOf" srcId="{3758F0CE-850D-4066-A95E-5B86FED0EC8F}" destId="{8736B8D5-0029-4CFF-A93F-AAECF3782307}" srcOrd="1" destOrd="0" presId="urn:microsoft.com/office/officeart/2005/8/layout/matrix1"/>
    <dgm:cxn modelId="{ACF7BCE0-51C9-4C5B-A9D4-F6CF3FD4A168}" type="presOf" srcId="{F5CEB401-1649-4996-BBB7-FE65CA4F23E0}" destId="{72029268-A13E-4EF7-8157-E9649072ACD6}" srcOrd="0" destOrd="0" presId="urn:microsoft.com/office/officeart/2005/8/layout/matrix1"/>
    <dgm:cxn modelId="{DAD2B5E8-B95E-4BDF-A526-E7E3FE41F154}" type="presOf" srcId="{F24DAA80-4B52-4390-9B11-62CB0EBA8F20}" destId="{BA684682-3702-4F33-844E-46B4FE506C2F}" srcOrd="0" destOrd="0" presId="urn:microsoft.com/office/officeart/2005/8/layout/matrix1"/>
    <dgm:cxn modelId="{9C71B7F5-3C8D-48F0-8238-162D29E6686D}" type="presOf" srcId="{9F9AA48D-EC10-4412-B4FE-20FB2D7EA16A}" destId="{95A2FFCB-CFB2-4439-A636-F9EAF6C40BD8}" srcOrd="1" destOrd="0" presId="urn:microsoft.com/office/officeart/2005/8/layout/matrix1"/>
    <dgm:cxn modelId="{DF1D7A6C-16CE-4D09-B5FE-32A10B770D3E}" type="presParOf" srcId="{AC576016-F60F-4199-A150-0857CDB06D9F}" destId="{C7364A83-E42E-42F5-BC87-380D3631567A}" srcOrd="0" destOrd="0" presId="urn:microsoft.com/office/officeart/2005/8/layout/matrix1"/>
    <dgm:cxn modelId="{25A6192B-F485-4BC2-A855-D9A8D3CA4F5C}" type="presParOf" srcId="{C7364A83-E42E-42F5-BC87-380D3631567A}" destId="{A98050C0-C185-4115-B8B3-7748D068040C}" srcOrd="0" destOrd="0" presId="urn:microsoft.com/office/officeart/2005/8/layout/matrix1"/>
    <dgm:cxn modelId="{DC28EDDD-3DCA-42E1-83CA-6FC958228AEE}" type="presParOf" srcId="{C7364A83-E42E-42F5-BC87-380D3631567A}" destId="{8736B8D5-0029-4CFF-A93F-AAECF3782307}" srcOrd="1" destOrd="0" presId="urn:microsoft.com/office/officeart/2005/8/layout/matrix1"/>
    <dgm:cxn modelId="{318AAE64-C9A1-49B0-B10D-A5F3323BA0BC}" type="presParOf" srcId="{C7364A83-E42E-42F5-BC87-380D3631567A}" destId="{72029268-A13E-4EF7-8157-E9649072ACD6}" srcOrd="2" destOrd="0" presId="urn:microsoft.com/office/officeart/2005/8/layout/matrix1"/>
    <dgm:cxn modelId="{3B95AA9D-67F6-4769-8FC4-76A3A40C11F2}" type="presParOf" srcId="{C7364A83-E42E-42F5-BC87-380D3631567A}" destId="{14B15857-6A6A-4010-A5D0-F223EB4D9AD7}" srcOrd="3" destOrd="0" presId="urn:microsoft.com/office/officeart/2005/8/layout/matrix1"/>
    <dgm:cxn modelId="{C2A7A8E6-8FB8-4F28-B07F-1403671896FB}" type="presParOf" srcId="{C7364A83-E42E-42F5-BC87-380D3631567A}" destId="{DC62AC79-DBF1-4E5D-B792-7949777BE6EC}" srcOrd="4" destOrd="0" presId="urn:microsoft.com/office/officeart/2005/8/layout/matrix1"/>
    <dgm:cxn modelId="{4E70AE0B-C426-40B6-9551-E05E182987C9}" type="presParOf" srcId="{C7364A83-E42E-42F5-BC87-380D3631567A}" destId="{95A2FFCB-CFB2-4439-A636-F9EAF6C40BD8}" srcOrd="5" destOrd="0" presId="urn:microsoft.com/office/officeart/2005/8/layout/matrix1"/>
    <dgm:cxn modelId="{27B55450-5773-40A2-98CB-20A7D9965D9F}" type="presParOf" srcId="{C7364A83-E42E-42F5-BC87-380D3631567A}" destId="{BA684682-3702-4F33-844E-46B4FE506C2F}" srcOrd="6" destOrd="0" presId="urn:microsoft.com/office/officeart/2005/8/layout/matrix1"/>
    <dgm:cxn modelId="{8A3A9A2B-361F-4B24-9E6D-5AB7A37E54BB}" type="presParOf" srcId="{C7364A83-E42E-42F5-BC87-380D3631567A}" destId="{5BC9F2A7-2E71-4AF6-8E9F-3F7CDAB79ED6}" srcOrd="7" destOrd="0" presId="urn:microsoft.com/office/officeart/2005/8/layout/matrix1"/>
    <dgm:cxn modelId="{82CEBA94-9076-4286-BCF6-4ED86C5C2ACD}" type="presParOf" srcId="{AC576016-F60F-4199-A150-0857CDB06D9F}" destId="{2FF463EB-2ABB-44A4-92BE-84339DD22D38}"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BB6AAD5-BB22-443A-B98E-11707CBE16C9}" type="doc">
      <dgm:prSet loTypeId="urn:microsoft.com/office/officeart/2005/8/layout/lProcess3" loCatId="process" qsTypeId="urn:microsoft.com/office/officeart/2005/8/quickstyle/simple1" qsCatId="simple" csTypeId="urn:microsoft.com/office/officeart/2005/8/colors/colorful1#6" csCatId="colorful" phldr="1"/>
      <dgm:spPr/>
      <dgm:t>
        <a:bodyPr/>
        <a:lstStyle/>
        <a:p>
          <a:endParaRPr lang="en-US"/>
        </a:p>
      </dgm:t>
    </dgm:pt>
    <dgm:pt modelId="{62F3A35F-EA2B-462C-89DA-224952DBD84B}">
      <dgm:prSet phldrT="[Text]" custT="1"/>
      <dgm:spPr>
        <a:solidFill>
          <a:schemeClr val="accent2"/>
        </a:solidFill>
        <a:ln>
          <a:noFill/>
        </a:ln>
      </dgm:spPr>
      <dgm:t>
        <a:bodyPr/>
        <a:lstStyle/>
        <a:p>
          <a:pPr algn="ctr">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ctr">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68C8E73F-A05A-4DC8-914A-C484D8568F55}" type="parTrans" cxnId="{78D5CF50-3633-4A11-9FE0-D306D94A091D}">
      <dgm:prSet/>
      <dgm:spPr/>
      <dgm:t>
        <a:bodyPr/>
        <a:lstStyle/>
        <a:p>
          <a:endParaRPr lang="en-US" sz="950">
            <a:solidFill>
              <a:schemeClr val="bg1"/>
            </a:solidFill>
          </a:endParaRPr>
        </a:p>
      </dgm:t>
    </dgm:pt>
    <dgm:pt modelId="{12A631F8-73E8-4437-A632-1DA4C96C2081}" type="sibTrans" cxnId="{78D5CF50-3633-4A11-9FE0-D306D94A091D}">
      <dgm:prSet/>
      <dgm:spPr>
        <a:ln>
          <a:noFill/>
        </a:ln>
      </dgm:spPr>
      <dgm:t>
        <a:bodyPr/>
        <a:lstStyle/>
        <a:p>
          <a:endParaRPr lang="en-US" sz="950">
            <a:solidFill>
              <a:schemeClr val="bg1"/>
            </a:solidFill>
          </a:endParaRPr>
        </a:p>
      </dgm:t>
    </dgm:pt>
    <dgm:pt modelId="{37FDA6AE-027B-4120-90CE-09301A415796}">
      <dgm:prSet phldrT="[Text]" custT="1"/>
      <dgm:spPr>
        <a:solidFill>
          <a:schemeClr val="accent3"/>
        </a:solidFill>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F547554B-51EF-4D52-BD83-B530786A53F6}" type="parTrans" cxnId="{97371629-EAFB-49C5-8D4C-1C2CC8EF98DA}">
      <dgm:prSet/>
      <dgm:spPr/>
      <dgm:t>
        <a:bodyPr/>
        <a:lstStyle/>
        <a:p>
          <a:endParaRPr lang="en-US" sz="950">
            <a:solidFill>
              <a:schemeClr val="bg1"/>
            </a:solidFill>
          </a:endParaRPr>
        </a:p>
      </dgm:t>
    </dgm:pt>
    <dgm:pt modelId="{AACFA7FC-124D-47F0-AAB7-D837F03A13D6}" type="sibTrans" cxnId="{97371629-EAFB-49C5-8D4C-1C2CC8EF98DA}">
      <dgm:prSet/>
      <dgm:spPr>
        <a:ln>
          <a:noFill/>
        </a:ln>
      </dgm:spPr>
      <dgm:t>
        <a:bodyPr/>
        <a:lstStyle/>
        <a:p>
          <a:endParaRPr lang="en-US" sz="950">
            <a:solidFill>
              <a:schemeClr val="bg1"/>
            </a:solidFill>
          </a:endParaRPr>
        </a:p>
      </dgm:t>
    </dgm:pt>
    <dgm:pt modelId="{8C92A023-B595-4B7E-9FD1-86305B47363F}">
      <dgm:prSet phldrT="[Text]" custT="1"/>
      <dgm:spPr>
        <a:solidFill>
          <a:schemeClr val="accent4"/>
        </a:solidFill>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126030B6-AD92-4139-8AC7-ED96A61FFA13}" type="parTrans" cxnId="{6393EA77-6C35-4795-B9F8-BC384CEB01BB}">
      <dgm:prSet/>
      <dgm:spPr/>
      <dgm:t>
        <a:bodyPr/>
        <a:lstStyle/>
        <a:p>
          <a:endParaRPr lang="en-US" sz="950">
            <a:solidFill>
              <a:schemeClr val="bg1"/>
            </a:solidFill>
          </a:endParaRPr>
        </a:p>
      </dgm:t>
    </dgm:pt>
    <dgm:pt modelId="{45610BF7-B096-4636-A867-71803911F6BC}" type="sibTrans" cxnId="{6393EA77-6C35-4795-B9F8-BC384CEB01BB}">
      <dgm:prSet/>
      <dgm:spPr>
        <a:ln>
          <a:noFill/>
        </a:ln>
      </dgm:spPr>
      <dgm:t>
        <a:bodyPr/>
        <a:lstStyle/>
        <a:p>
          <a:endParaRPr lang="en-US" sz="950">
            <a:solidFill>
              <a:schemeClr val="bg1"/>
            </a:solidFill>
          </a:endParaRPr>
        </a:p>
      </dgm:t>
    </dgm:pt>
    <dgm:pt modelId="{839B389E-0F3A-4E44-B6E2-13F1399C142F}">
      <dgm:prSet phldrT="[Text]" custT="1"/>
      <dgm:spPr>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9C2D419A-4208-435A-8DFE-59E57C79B927}" type="parTrans" cxnId="{E9F581C8-1891-4557-8FD4-140226A54CF9}">
      <dgm:prSet/>
      <dgm:spPr/>
      <dgm:t>
        <a:bodyPr/>
        <a:lstStyle/>
        <a:p>
          <a:endParaRPr lang="en-US" sz="950"/>
        </a:p>
      </dgm:t>
    </dgm:pt>
    <dgm:pt modelId="{8F45AFFE-9FF4-4A34-B11A-ED475E2D4999}" type="sibTrans" cxnId="{E9F581C8-1891-4557-8FD4-140226A54CF9}">
      <dgm:prSet/>
      <dgm:spPr/>
      <dgm:t>
        <a:bodyPr/>
        <a:lstStyle/>
        <a:p>
          <a:endParaRPr lang="en-US" sz="950"/>
        </a:p>
      </dgm:t>
    </dgm:pt>
    <dgm:pt modelId="{8CF3E522-5D57-4AC6-A114-9011ECADB126}" type="pres">
      <dgm:prSet presAssocID="{ABB6AAD5-BB22-443A-B98E-11707CBE16C9}" presName="Name0" presStyleCnt="0">
        <dgm:presLayoutVars>
          <dgm:chPref val="3"/>
          <dgm:dir/>
          <dgm:animLvl val="lvl"/>
          <dgm:resizeHandles/>
        </dgm:presLayoutVars>
      </dgm:prSet>
      <dgm:spPr/>
    </dgm:pt>
    <dgm:pt modelId="{D6096381-8E40-4A96-8F38-09C01A4CFDEC}" type="pres">
      <dgm:prSet presAssocID="{62F3A35F-EA2B-462C-89DA-224952DBD84B}" presName="horFlow" presStyleCnt="0"/>
      <dgm:spPr/>
    </dgm:pt>
    <dgm:pt modelId="{C3C5C488-2D82-48FA-94E1-E6ED648AE07E}" type="pres">
      <dgm:prSet presAssocID="{62F3A35F-EA2B-462C-89DA-224952DBD84B}" presName="bigChev" presStyleLbl="node1" presStyleIdx="0" presStyleCnt="4" custScaleX="143820" custLinFactNeighborX="878"/>
      <dgm:spPr>
        <a:prstGeom prst="flowChartDelay">
          <a:avLst/>
        </a:prstGeom>
      </dgm:spPr>
    </dgm:pt>
    <dgm:pt modelId="{373A085F-9DBE-46BF-A47E-0C735CD1391E}" type="pres">
      <dgm:prSet presAssocID="{62F3A35F-EA2B-462C-89DA-224952DBD84B}" presName="vSp" presStyleCnt="0"/>
      <dgm:spPr/>
    </dgm:pt>
    <dgm:pt modelId="{9268F6D1-F112-4A65-8301-E74A81AB70DA}" type="pres">
      <dgm:prSet presAssocID="{37FDA6AE-027B-4120-90CE-09301A415796}" presName="horFlow" presStyleCnt="0"/>
      <dgm:spPr/>
    </dgm:pt>
    <dgm:pt modelId="{5F7C99BF-9C18-4701-B642-69C8B195B816}" type="pres">
      <dgm:prSet presAssocID="{37FDA6AE-027B-4120-90CE-09301A415796}" presName="bigChev" presStyleLbl="node1" presStyleIdx="1" presStyleCnt="4" custScaleX="79859"/>
      <dgm:spPr>
        <a:prstGeom prst="flowChartDelay">
          <a:avLst/>
        </a:prstGeom>
      </dgm:spPr>
    </dgm:pt>
    <dgm:pt modelId="{6489C701-29A2-43EE-B483-7F35B23E0462}" type="pres">
      <dgm:prSet presAssocID="{37FDA6AE-027B-4120-90CE-09301A415796}" presName="vSp" presStyleCnt="0"/>
      <dgm:spPr/>
    </dgm:pt>
    <dgm:pt modelId="{34BC7A11-46D6-4CD3-A2C1-3FD5B3D3F123}" type="pres">
      <dgm:prSet presAssocID="{8C92A023-B595-4B7E-9FD1-86305B47363F}" presName="horFlow" presStyleCnt="0"/>
      <dgm:spPr/>
    </dgm:pt>
    <dgm:pt modelId="{803580E4-39B5-44E5-A355-43EEFE242A45}" type="pres">
      <dgm:prSet presAssocID="{8C92A023-B595-4B7E-9FD1-86305B47363F}" presName="bigChev" presStyleLbl="node1" presStyleIdx="2" presStyleCnt="4" custScaleX="70788"/>
      <dgm:spPr>
        <a:prstGeom prst="flowChartDelay">
          <a:avLst/>
        </a:prstGeom>
      </dgm:spPr>
    </dgm:pt>
    <dgm:pt modelId="{48968FDD-2CAD-44D2-ABC1-A074F5AEE7EE}" type="pres">
      <dgm:prSet presAssocID="{8C92A023-B595-4B7E-9FD1-86305B47363F}" presName="vSp" presStyleCnt="0"/>
      <dgm:spPr/>
    </dgm:pt>
    <dgm:pt modelId="{E5CACCF2-1E9C-4594-B0E5-63D54C4C3B51}" type="pres">
      <dgm:prSet presAssocID="{839B389E-0F3A-4E44-B6E2-13F1399C142F}" presName="horFlow" presStyleCnt="0"/>
      <dgm:spPr/>
    </dgm:pt>
    <dgm:pt modelId="{38B3533C-0604-42C2-B6E4-34D51AE7EEAA}" type="pres">
      <dgm:prSet presAssocID="{839B389E-0F3A-4E44-B6E2-13F1399C142F}" presName="bigChev" presStyleLbl="node1" presStyleIdx="3" presStyleCnt="4" custScaleX="59528"/>
      <dgm:spPr>
        <a:prstGeom prst="flowChartDelay">
          <a:avLst/>
        </a:prstGeom>
      </dgm:spPr>
    </dgm:pt>
  </dgm:ptLst>
  <dgm:cxnLst>
    <dgm:cxn modelId="{8649CC07-542D-4D50-838D-879547682077}" type="presOf" srcId="{8C92A023-B595-4B7E-9FD1-86305B47363F}" destId="{803580E4-39B5-44E5-A355-43EEFE242A45}" srcOrd="0" destOrd="0" presId="urn:microsoft.com/office/officeart/2005/8/layout/lProcess3"/>
    <dgm:cxn modelId="{D6942B22-3447-46C4-B632-7C92D775931D}" type="presOf" srcId="{37FDA6AE-027B-4120-90CE-09301A415796}" destId="{5F7C99BF-9C18-4701-B642-69C8B195B816}" srcOrd="0" destOrd="0" presId="urn:microsoft.com/office/officeart/2005/8/layout/lProcess3"/>
    <dgm:cxn modelId="{97371629-EAFB-49C5-8D4C-1C2CC8EF98DA}" srcId="{ABB6AAD5-BB22-443A-B98E-11707CBE16C9}" destId="{37FDA6AE-027B-4120-90CE-09301A415796}" srcOrd="1" destOrd="0" parTransId="{F547554B-51EF-4D52-BD83-B530786A53F6}" sibTransId="{AACFA7FC-124D-47F0-AAB7-D837F03A13D6}"/>
    <dgm:cxn modelId="{674F672D-95EC-4DEB-BC6F-1736872FC904}" type="presOf" srcId="{839B389E-0F3A-4E44-B6E2-13F1399C142F}" destId="{38B3533C-0604-42C2-B6E4-34D51AE7EEAA}" srcOrd="0" destOrd="0" presId="urn:microsoft.com/office/officeart/2005/8/layout/lProcess3"/>
    <dgm:cxn modelId="{78D5CF50-3633-4A11-9FE0-D306D94A091D}" srcId="{ABB6AAD5-BB22-443A-B98E-11707CBE16C9}" destId="{62F3A35F-EA2B-462C-89DA-224952DBD84B}" srcOrd="0" destOrd="0" parTransId="{68C8E73F-A05A-4DC8-914A-C484D8568F55}" sibTransId="{12A631F8-73E8-4437-A632-1DA4C96C2081}"/>
    <dgm:cxn modelId="{6393EA77-6C35-4795-B9F8-BC384CEB01BB}" srcId="{ABB6AAD5-BB22-443A-B98E-11707CBE16C9}" destId="{8C92A023-B595-4B7E-9FD1-86305B47363F}" srcOrd="2" destOrd="0" parTransId="{126030B6-AD92-4139-8AC7-ED96A61FFA13}" sibTransId="{45610BF7-B096-4636-A867-71803911F6BC}"/>
    <dgm:cxn modelId="{2A01FBAE-AB90-4145-8F8B-EF68FA64FDCC}" type="presOf" srcId="{62F3A35F-EA2B-462C-89DA-224952DBD84B}" destId="{C3C5C488-2D82-48FA-94E1-E6ED648AE07E}" srcOrd="0" destOrd="0" presId="urn:microsoft.com/office/officeart/2005/8/layout/lProcess3"/>
    <dgm:cxn modelId="{1E669AC5-A0EF-423D-84BF-418EBCD2AC11}" type="presOf" srcId="{ABB6AAD5-BB22-443A-B98E-11707CBE16C9}" destId="{8CF3E522-5D57-4AC6-A114-9011ECADB126}" srcOrd="0" destOrd="0" presId="urn:microsoft.com/office/officeart/2005/8/layout/lProcess3"/>
    <dgm:cxn modelId="{E9F581C8-1891-4557-8FD4-140226A54CF9}" srcId="{ABB6AAD5-BB22-443A-B98E-11707CBE16C9}" destId="{839B389E-0F3A-4E44-B6E2-13F1399C142F}" srcOrd="3" destOrd="0" parTransId="{9C2D419A-4208-435A-8DFE-59E57C79B927}" sibTransId="{8F45AFFE-9FF4-4A34-B11A-ED475E2D4999}"/>
    <dgm:cxn modelId="{6D2016C7-D840-4EE3-9D2A-F857BA73B4A0}" type="presParOf" srcId="{8CF3E522-5D57-4AC6-A114-9011ECADB126}" destId="{D6096381-8E40-4A96-8F38-09C01A4CFDEC}" srcOrd="0" destOrd="0" presId="urn:microsoft.com/office/officeart/2005/8/layout/lProcess3"/>
    <dgm:cxn modelId="{5877EFF1-6C32-4880-A5AA-6F9F0ED908DA}" type="presParOf" srcId="{D6096381-8E40-4A96-8F38-09C01A4CFDEC}" destId="{C3C5C488-2D82-48FA-94E1-E6ED648AE07E}" srcOrd="0" destOrd="0" presId="urn:microsoft.com/office/officeart/2005/8/layout/lProcess3"/>
    <dgm:cxn modelId="{756B9897-9AAC-45EC-8189-B888794B38C8}" type="presParOf" srcId="{8CF3E522-5D57-4AC6-A114-9011ECADB126}" destId="{373A085F-9DBE-46BF-A47E-0C735CD1391E}" srcOrd="1" destOrd="0" presId="urn:microsoft.com/office/officeart/2005/8/layout/lProcess3"/>
    <dgm:cxn modelId="{CB16BB99-BEA2-4E65-85A9-05BED5E5358E}" type="presParOf" srcId="{8CF3E522-5D57-4AC6-A114-9011ECADB126}" destId="{9268F6D1-F112-4A65-8301-E74A81AB70DA}" srcOrd="2" destOrd="0" presId="urn:microsoft.com/office/officeart/2005/8/layout/lProcess3"/>
    <dgm:cxn modelId="{0154F704-1746-4658-8B2B-829CE9700B1A}" type="presParOf" srcId="{9268F6D1-F112-4A65-8301-E74A81AB70DA}" destId="{5F7C99BF-9C18-4701-B642-69C8B195B816}" srcOrd="0" destOrd="0" presId="urn:microsoft.com/office/officeart/2005/8/layout/lProcess3"/>
    <dgm:cxn modelId="{53390AA4-2C8D-466A-A6B9-DEC659478458}" type="presParOf" srcId="{8CF3E522-5D57-4AC6-A114-9011ECADB126}" destId="{6489C701-29A2-43EE-B483-7F35B23E0462}" srcOrd="3" destOrd="0" presId="urn:microsoft.com/office/officeart/2005/8/layout/lProcess3"/>
    <dgm:cxn modelId="{0CCA44DC-7E6F-420C-A750-5E94C980520B}" type="presParOf" srcId="{8CF3E522-5D57-4AC6-A114-9011ECADB126}" destId="{34BC7A11-46D6-4CD3-A2C1-3FD5B3D3F123}" srcOrd="4" destOrd="0" presId="urn:microsoft.com/office/officeart/2005/8/layout/lProcess3"/>
    <dgm:cxn modelId="{2F4B6104-4536-43F5-9E99-35707B2D463E}" type="presParOf" srcId="{34BC7A11-46D6-4CD3-A2C1-3FD5B3D3F123}" destId="{803580E4-39B5-44E5-A355-43EEFE242A45}" srcOrd="0" destOrd="0" presId="urn:microsoft.com/office/officeart/2005/8/layout/lProcess3"/>
    <dgm:cxn modelId="{AB766515-7C51-41D5-BA67-49FAC4EDD2B5}" type="presParOf" srcId="{8CF3E522-5D57-4AC6-A114-9011ECADB126}" destId="{48968FDD-2CAD-44D2-ABC1-A074F5AEE7EE}" srcOrd="5" destOrd="0" presId="urn:microsoft.com/office/officeart/2005/8/layout/lProcess3"/>
    <dgm:cxn modelId="{7211F84F-7C61-46FF-AB3F-03E987BC3373}" type="presParOf" srcId="{8CF3E522-5D57-4AC6-A114-9011ECADB126}" destId="{E5CACCF2-1E9C-4594-B0E5-63D54C4C3B51}" srcOrd="6" destOrd="0" presId="urn:microsoft.com/office/officeart/2005/8/layout/lProcess3"/>
    <dgm:cxn modelId="{3EE044D0-6A95-4EEE-9664-47C433E98820}" type="presParOf" srcId="{E5CACCF2-1E9C-4594-B0E5-63D54C4C3B51}" destId="{38B3533C-0604-42C2-B6E4-34D51AE7EEAA}" srcOrd="0" destOrd="0" presId="urn:microsoft.com/office/officeart/2005/8/layout/l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ABB6AAD5-BB22-443A-B98E-11707CBE16C9}" type="doc">
      <dgm:prSet loTypeId="urn:microsoft.com/office/officeart/2005/8/layout/lProcess3" loCatId="process" qsTypeId="urn:microsoft.com/office/officeart/2005/8/quickstyle/simple1" qsCatId="simple" csTypeId="urn:microsoft.com/office/officeart/2005/8/colors/colorful1#6" csCatId="colorful" phldr="1"/>
      <dgm:spPr/>
      <dgm:t>
        <a:bodyPr/>
        <a:lstStyle/>
        <a:p>
          <a:endParaRPr lang="en-US"/>
        </a:p>
      </dgm:t>
    </dgm:pt>
    <dgm:pt modelId="{62F3A35F-EA2B-462C-89DA-224952DBD84B}">
      <dgm:prSet phldrT="[Text]" custT="1"/>
      <dgm:spPr>
        <a:solidFill>
          <a:schemeClr val="accent2"/>
        </a:solidFill>
        <a:ln>
          <a:noFill/>
        </a:ln>
      </dgm:spPr>
      <dgm:t>
        <a:bodyPr/>
        <a:lstStyle/>
        <a:p>
          <a:pPr algn="ctr">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ctr">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68C8E73F-A05A-4DC8-914A-C484D8568F55}" type="parTrans" cxnId="{78D5CF50-3633-4A11-9FE0-D306D94A091D}">
      <dgm:prSet/>
      <dgm:spPr/>
      <dgm:t>
        <a:bodyPr/>
        <a:lstStyle/>
        <a:p>
          <a:endParaRPr lang="en-US" sz="950">
            <a:solidFill>
              <a:schemeClr val="bg1"/>
            </a:solidFill>
          </a:endParaRPr>
        </a:p>
      </dgm:t>
    </dgm:pt>
    <dgm:pt modelId="{12A631F8-73E8-4437-A632-1DA4C96C2081}" type="sibTrans" cxnId="{78D5CF50-3633-4A11-9FE0-D306D94A091D}">
      <dgm:prSet/>
      <dgm:spPr>
        <a:ln>
          <a:noFill/>
        </a:ln>
      </dgm:spPr>
      <dgm:t>
        <a:bodyPr/>
        <a:lstStyle/>
        <a:p>
          <a:endParaRPr lang="en-US" sz="950">
            <a:solidFill>
              <a:schemeClr val="bg1"/>
            </a:solidFill>
          </a:endParaRPr>
        </a:p>
      </dgm:t>
    </dgm:pt>
    <dgm:pt modelId="{37FDA6AE-027B-4120-90CE-09301A415796}">
      <dgm:prSet phldrT="[Text]" custT="1"/>
      <dgm:spPr>
        <a:solidFill>
          <a:schemeClr val="accent3"/>
        </a:solidFill>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F547554B-51EF-4D52-BD83-B530786A53F6}" type="parTrans" cxnId="{97371629-EAFB-49C5-8D4C-1C2CC8EF98DA}">
      <dgm:prSet/>
      <dgm:spPr/>
      <dgm:t>
        <a:bodyPr/>
        <a:lstStyle/>
        <a:p>
          <a:endParaRPr lang="en-US" sz="950">
            <a:solidFill>
              <a:schemeClr val="bg1"/>
            </a:solidFill>
          </a:endParaRPr>
        </a:p>
      </dgm:t>
    </dgm:pt>
    <dgm:pt modelId="{AACFA7FC-124D-47F0-AAB7-D837F03A13D6}" type="sibTrans" cxnId="{97371629-EAFB-49C5-8D4C-1C2CC8EF98DA}">
      <dgm:prSet/>
      <dgm:spPr>
        <a:ln>
          <a:noFill/>
        </a:ln>
      </dgm:spPr>
      <dgm:t>
        <a:bodyPr/>
        <a:lstStyle/>
        <a:p>
          <a:endParaRPr lang="en-US" sz="950">
            <a:solidFill>
              <a:schemeClr val="bg1"/>
            </a:solidFill>
          </a:endParaRPr>
        </a:p>
      </dgm:t>
    </dgm:pt>
    <dgm:pt modelId="{8C92A023-B595-4B7E-9FD1-86305B47363F}">
      <dgm:prSet phldrT="[Text]" custT="1"/>
      <dgm:spPr>
        <a:solidFill>
          <a:schemeClr val="accent4"/>
        </a:solidFill>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126030B6-AD92-4139-8AC7-ED96A61FFA13}" type="parTrans" cxnId="{6393EA77-6C35-4795-B9F8-BC384CEB01BB}">
      <dgm:prSet/>
      <dgm:spPr/>
      <dgm:t>
        <a:bodyPr/>
        <a:lstStyle/>
        <a:p>
          <a:endParaRPr lang="en-US" sz="950">
            <a:solidFill>
              <a:schemeClr val="bg1"/>
            </a:solidFill>
          </a:endParaRPr>
        </a:p>
      </dgm:t>
    </dgm:pt>
    <dgm:pt modelId="{45610BF7-B096-4636-A867-71803911F6BC}" type="sibTrans" cxnId="{6393EA77-6C35-4795-B9F8-BC384CEB01BB}">
      <dgm:prSet/>
      <dgm:spPr>
        <a:ln>
          <a:noFill/>
        </a:ln>
      </dgm:spPr>
      <dgm:t>
        <a:bodyPr/>
        <a:lstStyle/>
        <a:p>
          <a:endParaRPr lang="en-US" sz="950">
            <a:solidFill>
              <a:schemeClr val="bg1"/>
            </a:solidFill>
          </a:endParaRPr>
        </a:p>
      </dgm:t>
    </dgm:pt>
    <dgm:pt modelId="{839B389E-0F3A-4E44-B6E2-13F1399C142F}">
      <dgm:prSet phldrT="[Text]" custT="1"/>
      <dgm:spPr>
        <a:ln>
          <a:noFill/>
        </a:ln>
      </dgm:spPr>
      <dgm:t>
        <a:bodyPr/>
        <a:lstStyle/>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l">
            <a:lnSpc>
              <a:spcPct val="120000"/>
            </a:lnSpc>
          </a:pPr>
          <a:endParaRPr lang="en-US" sz="95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gm:t>
    </dgm:pt>
    <dgm:pt modelId="{9C2D419A-4208-435A-8DFE-59E57C79B927}" type="parTrans" cxnId="{E9F581C8-1891-4557-8FD4-140226A54CF9}">
      <dgm:prSet/>
      <dgm:spPr/>
      <dgm:t>
        <a:bodyPr/>
        <a:lstStyle/>
        <a:p>
          <a:endParaRPr lang="en-US" sz="950"/>
        </a:p>
      </dgm:t>
    </dgm:pt>
    <dgm:pt modelId="{8F45AFFE-9FF4-4A34-B11A-ED475E2D4999}" type="sibTrans" cxnId="{E9F581C8-1891-4557-8FD4-140226A54CF9}">
      <dgm:prSet/>
      <dgm:spPr/>
      <dgm:t>
        <a:bodyPr/>
        <a:lstStyle/>
        <a:p>
          <a:endParaRPr lang="en-US" sz="950"/>
        </a:p>
      </dgm:t>
    </dgm:pt>
    <dgm:pt modelId="{8CF3E522-5D57-4AC6-A114-9011ECADB126}" type="pres">
      <dgm:prSet presAssocID="{ABB6AAD5-BB22-443A-B98E-11707CBE16C9}" presName="Name0" presStyleCnt="0">
        <dgm:presLayoutVars>
          <dgm:chPref val="3"/>
          <dgm:dir/>
          <dgm:animLvl val="lvl"/>
          <dgm:resizeHandles/>
        </dgm:presLayoutVars>
      </dgm:prSet>
      <dgm:spPr/>
    </dgm:pt>
    <dgm:pt modelId="{D6096381-8E40-4A96-8F38-09C01A4CFDEC}" type="pres">
      <dgm:prSet presAssocID="{62F3A35F-EA2B-462C-89DA-224952DBD84B}" presName="horFlow" presStyleCnt="0"/>
      <dgm:spPr/>
    </dgm:pt>
    <dgm:pt modelId="{C3C5C488-2D82-48FA-94E1-E6ED648AE07E}" type="pres">
      <dgm:prSet presAssocID="{62F3A35F-EA2B-462C-89DA-224952DBD84B}" presName="bigChev" presStyleLbl="node1" presStyleIdx="0" presStyleCnt="4" custScaleX="143820" custLinFactNeighborX="878"/>
      <dgm:spPr>
        <a:prstGeom prst="flowChartDelay">
          <a:avLst/>
        </a:prstGeom>
      </dgm:spPr>
    </dgm:pt>
    <dgm:pt modelId="{373A085F-9DBE-46BF-A47E-0C735CD1391E}" type="pres">
      <dgm:prSet presAssocID="{62F3A35F-EA2B-462C-89DA-224952DBD84B}" presName="vSp" presStyleCnt="0"/>
      <dgm:spPr/>
    </dgm:pt>
    <dgm:pt modelId="{9268F6D1-F112-4A65-8301-E74A81AB70DA}" type="pres">
      <dgm:prSet presAssocID="{37FDA6AE-027B-4120-90CE-09301A415796}" presName="horFlow" presStyleCnt="0"/>
      <dgm:spPr/>
    </dgm:pt>
    <dgm:pt modelId="{5F7C99BF-9C18-4701-B642-69C8B195B816}" type="pres">
      <dgm:prSet presAssocID="{37FDA6AE-027B-4120-90CE-09301A415796}" presName="bigChev" presStyleLbl="node1" presStyleIdx="1" presStyleCnt="4" custScaleX="79859"/>
      <dgm:spPr>
        <a:prstGeom prst="flowChartDelay">
          <a:avLst/>
        </a:prstGeom>
      </dgm:spPr>
    </dgm:pt>
    <dgm:pt modelId="{6489C701-29A2-43EE-B483-7F35B23E0462}" type="pres">
      <dgm:prSet presAssocID="{37FDA6AE-027B-4120-90CE-09301A415796}" presName="vSp" presStyleCnt="0"/>
      <dgm:spPr/>
    </dgm:pt>
    <dgm:pt modelId="{34BC7A11-46D6-4CD3-A2C1-3FD5B3D3F123}" type="pres">
      <dgm:prSet presAssocID="{8C92A023-B595-4B7E-9FD1-86305B47363F}" presName="horFlow" presStyleCnt="0"/>
      <dgm:spPr/>
    </dgm:pt>
    <dgm:pt modelId="{803580E4-39B5-44E5-A355-43EEFE242A45}" type="pres">
      <dgm:prSet presAssocID="{8C92A023-B595-4B7E-9FD1-86305B47363F}" presName="bigChev" presStyleLbl="node1" presStyleIdx="2" presStyleCnt="4" custScaleX="70788"/>
      <dgm:spPr>
        <a:prstGeom prst="flowChartDelay">
          <a:avLst/>
        </a:prstGeom>
      </dgm:spPr>
    </dgm:pt>
    <dgm:pt modelId="{48968FDD-2CAD-44D2-ABC1-A074F5AEE7EE}" type="pres">
      <dgm:prSet presAssocID="{8C92A023-B595-4B7E-9FD1-86305B47363F}" presName="vSp" presStyleCnt="0"/>
      <dgm:spPr/>
    </dgm:pt>
    <dgm:pt modelId="{E5CACCF2-1E9C-4594-B0E5-63D54C4C3B51}" type="pres">
      <dgm:prSet presAssocID="{839B389E-0F3A-4E44-B6E2-13F1399C142F}" presName="horFlow" presStyleCnt="0"/>
      <dgm:spPr/>
    </dgm:pt>
    <dgm:pt modelId="{38B3533C-0604-42C2-B6E4-34D51AE7EEAA}" type="pres">
      <dgm:prSet presAssocID="{839B389E-0F3A-4E44-B6E2-13F1399C142F}" presName="bigChev" presStyleLbl="node1" presStyleIdx="3" presStyleCnt="4" custScaleX="59528"/>
      <dgm:spPr>
        <a:prstGeom prst="flowChartDelay">
          <a:avLst/>
        </a:prstGeom>
      </dgm:spPr>
    </dgm:pt>
  </dgm:ptLst>
  <dgm:cxnLst>
    <dgm:cxn modelId="{97371629-EAFB-49C5-8D4C-1C2CC8EF98DA}" srcId="{ABB6AAD5-BB22-443A-B98E-11707CBE16C9}" destId="{37FDA6AE-027B-4120-90CE-09301A415796}" srcOrd="1" destOrd="0" parTransId="{F547554B-51EF-4D52-BD83-B530786A53F6}" sibTransId="{AACFA7FC-124D-47F0-AAB7-D837F03A13D6}"/>
    <dgm:cxn modelId="{253C2733-BADE-4BB0-904A-4B169691A95F}" type="presOf" srcId="{37FDA6AE-027B-4120-90CE-09301A415796}" destId="{5F7C99BF-9C18-4701-B642-69C8B195B816}" srcOrd="0" destOrd="0" presId="urn:microsoft.com/office/officeart/2005/8/layout/lProcess3"/>
    <dgm:cxn modelId="{4D63106F-8F5F-424C-8B89-4BB5C6885551}" type="presOf" srcId="{8C92A023-B595-4B7E-9FD1-86305B47363F}" destId="{803580E4-39B5-44E5-A355-43EEFE242A45}" srcOrd="0" destOrd="0" presId="urn:microsoft.com/office/officeart/2005/8/layout/lProcess3"/>
    <dgm:cxn modelId="{5610304F-29D9-41AE-A8CC-9F11983FCF66}" type="presOf" srcId="{839B389E-0F3A-4E44-B6E2-13F1399C142F}" destId="{38B3533C-0604-42C2-B6E4-34D51AE7EEAA}" srcOrd="0" destOrd="0" presId="urn:microsoft.com/office/officeart/2005/8/layout/lProcess3"/>
    <dgm:cxn modelId="{78D5CF50-3633-4A11-9FE0-D306D94A091D}" srcId="{ABB6AAD5-BB22-443A-B98E-11707CBE16C9}" destId="{62F3A35F-EA2B-462C-89DA-224952DBD84B}" srcOrd="0" destOrd="0" parTransId="{68C8E73F-A05A-4DC8-914A-C484D8568F55}" sibTransId="{12A631F8-73E8-4437-A632-1DA4C96C2081}"/>
    <dgm:cxn modelId="{6393EA77-6C35-4795-B9F8-BC384CEB01BB}" srcId="{ABB6AAD5-BB22-443A-B98E-11707CBE16C9}" destId="{8C92A023-B595-4B7E-9FD1-86305B47363F}" srcOrd="2" destOrd="0" parTransId="{126030B6-AD92-4139-8AC7-ED96A61FFA13}" sibTransId="{45610BF7-B096-4636-A867-71803911F6BC}"/>
    <dgm:cxn modelId="{82B45884-1BF2-4312-AAE8-706B28DF8162}" type="presOf" srcId="{ABB6AAD5-BB22-443A-B98E-11707CBE16C9}" destId="{8CF3E522-5D57-4AC6-A114-9011ECADB126}" srcOrd="0" destOrd="0" presId="urn:microsoft.com/office/officeart/2005/8/layout/lProcess3"/>
    <dgm:cxn modelId="{E9F581C8-1891-4557-8FD4-140226A54CF9}" srcId="{ABB6AAD5-BB22-443A-B98E-11707CBE16C9}" destId="{839B389E-0F3A-4E44-B6E2-13F1399C142F}" srcOrd="3" destOrd="0" parTransId="{9C2D419A-4208-435A-8DFE-59E57C79B927}" sibTransId="{8F45AFFE-9FF4-4A34-B11A-ED475E2D4999}"/>
    <dgm:cxn modelId="{26FF2FE0-2215-47B8-86DF-2F521693F8CC}" type="presOf" srcId="{62F3A35F-EA2B-462C-89DA-224952DBD84B}" destId="{C3C5C488-2D82-48FA-94E1-E6ED648AE07E}" srcOrd="0" destOrd="0" presId="urn:microsoft.com/office/officeart/2005/8/layout/lProcess3"/>
    <dgm:cxn modelId="{4300C890-BBD3-44F1-899A-9CEB2D605455}" type="presParOf" srcId="{8CF3E522-5D57-4AC6-A114-9011ECADB126}" destId="{D6096381-8E40-4A96-8F38-09C01A4CFDEC}" srcOrd="0" destOrd="0" presId="urn:microsoft.com/office/officeart/2005/8/layout/lProcess3"/>
    <dgm:cxn modelId="{B8DAAB35-93E4-45B8-9C90-30261577470E}" type="presParOf" srcId="{D6096381-8E40-4A96-8F38-09C01A4CFDEC}" destId="{C3C5C488-2D82-48FA-94E1-E6ED648AE07E}" srcOrd="0" destOrd="0" presId="urn:microsoft.com/office/officeart/2005/8/layout/lProcess3"/>
    <dgm:cxn modelId="{0C9B78E1-50D8-4705-A223-2EB44D0BF592}" type="presParOf" srcId="{8CF3E522-5D57-4AC6-A114-9011ECADB126}" destId="{373A085F-9DBE-46BF-A47E-0C735CD1391E}" srcOrd="1" destOrd="0" presId="urn:microsoft.com/office/officeart/2005/8/layout/lProcess3"/>
    <dgm:cxn modelId="{C94BDDE1-FF2A-48E2-B4A5-23681E7AEE2D}" type="presParOf" srcId="{8CF3E522-5D57-4AC6-A114-9011ECADB126}" destId="{9268F6D1-F112-4A65-8301-E74A81AB70DA}" srcOrd="2" destOrd="0" presId="urn:microsoft.com/office/officeart/2005/8/layout/lProcess3"/>
    <dgm:cxn modelId="{128B13DE-8189-4994-B275-197C209DA0BA}" type="presParOf" srcId="{9268F6D1-F112-4A65-8301-E74A81AB70DA}" destId="{5F7C99BF-9C18-4701-B642-69C8B195B816}" srcOrd="0" destOrd="0" presId="urn:microsoft.com/office/officeart/2005/8/layout/lProcess3"/>
    <dgm:cxn modelId="{B020075D-963E-4778-955B-7D2885ED9B87}" type="presParOf" srcId="{8CF3E522-5D57-4AC6-A114-9011ECADB126}" destId="{6489C701-29A2-43EE-B483-7F35B23E0462}" srcOrd="3" destOrd="0" presId="urn:microsoft.com/office/officeart/2005/8/layout/lProcess3"/>
    <dgm:cxn modelId="{57870778-DAAF-4116-8E62-852CBB9BC71D}" type="presParOf" srcId="{8CF3E522-5D57-4AC6-A114-9011ECADB126}" destId="{34BC7A11-46D6-4CD3-A2C1-3FD5B3D3F123}" srcOrd="4" destOrd="0" presId="urn:microsoft.com/office/officeart/2005/8/layout/lProcess3"/>
    <dgm:cxn modelId="{CE407666-FE5C-427C-BCF0-00580F8C7ABA}" type="presParOf" srcId="{34BC7A11-46D6-4CD3-A2C1-3FD5B3D3F123}" destId="{803580E4-39B5-44E5-A355-43EEFE242A45}" srcOrd="0" destOrd="0" presId="urn:microsoft.com/office/officeart/2005/8/layout/lProcess3"/>
    <dgm:cxn modelId="{3BECED54-7494-4DDF-88F3-3728408DBEEC}" type="presParOf" srcId="{8CF3E522-5D57-4AC6-A114-9011ECADB126}" destId="{48968FDD-2CAD-44D2-ABC1-A074F5AEE7EE}" srcOrd="5" destOrd="0" presId="urn:microsoft.com/office/officeart/2005/8/layout/lProcess3"/>
    <dgm:cxn modelId="{36C483FD-641C-40C3-A453-305F28AA7203}" type="presParOf" srcId="{8CF3E522-5D57-4AC6-A114-9011ECADB126}" destId="{E5CACCF2-1E9C-4594-B0E5-63D54C4C3B51}" srcOrd="6" destOrd="0" presId="urn:microsoft.com/office/officeart/2005/8/layout/lProcess3"/>
    <dgm:cxn modelId="{752A1430-2ECF-432B-904D-E468C5632148}" type="presParOf" srcId="{E5CACCF2-1E9C-4594-B0E5-63D54C4C3B51}" destId="{38B3533C-0604-42C2-B6E4-34D51AE7EEAA}" srcOrd="0"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98050C0-C185-4115-B8B3-7748D068040C}">
      <dsp:nvSpPr>
        <dsp:cNvPr id="0" name=""/>
        <dsp:cNvSpPr/>
      </dsp:nvSpPr>
      <dsp:spPr>
        <a:xfrm rot="16200000">
          <a:off x="248068" y="-248068"/>
          <a:ext cx="1691474" cy="2187610"/>
        </a:xfrm>
        <a:prstGeom prst="round1Rect">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marL="0" lvl="0" indent="0" algn="ctr" defTabSz="1244600">
            <a:lnSpc>
              <a:spcPct val="90000"/>
            </a:lnSpc>
            <a:spcBef>
              <a:spcPct val="0"/>
            </a:spcBef>
            <a:spcAft>
              <a:spcPct val="35000"/>
            </a:spcAft>
            <a:buNone/>
          </a:pPr>
          <a:endParaRPr lang="en-US" altLang="zh-CN" sz="2800" kern="1200" dirty="0"/>
        </a:p>
        <a:p>
          <a:pPr marL="0" lvl="0" indent="0" algn="ctr" defTabSz="1244600">
            <a:lnSpc>
              <a:spcPct val="90000"/>
            </a:lnSpc>
            <a:spcBef>
              <a:spcPct val="0"/>
            </a:spcBef>
            <a:spcAft>
              <a:spcPct val="35000"/>
            </a:spcAft>
            <a:buNone/>
          </a:pPr>
          <a:r>
            <a:rPr lang="zh-CN" altLang="en-US" sz="2800" kern="1200" dirty="0"/>
            <a:t>商业模式</a:t>
          </a:r>
        </a:p>
      </dsp:txBody>
      <dsp:txXfrm rot="5400000">
        <a:off x="0" y="0"/>
        <a:ext cx="2187610" cy="1268605"/>
      </dsp:txXfrm>
    </dsp:sp>
    <dsp:sp modelId="{72029268-A13E-4EF7-8157-E9649072ACD6}">
      <dsp:nvSpPr>
        <dsp:cNvPr id="0" name=""/>
        <dsp:cNvSpPr/>
      </dsp:nvSpPr>
      <dsp:spPr>
        <a:xfrm>
          <a:off x="2187610" y="0"/>
          <a:ext cx="2187610" cy="1691474"/>
        </a:xfrm>
        <a:prstGeom prst="round1Rect">
          <a:avLst/>
        </a:prstGeom>
        <a:solidFill>
          <a:srgbClr val="366B7E"/>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marL="0" lvl="0" indent="0" algn="ctr" defTabSz="1244600">
            <a:lnSpc>
              <a:spcPct val="90000"/>
            </a:lnSpc>
            <a:spcBef>
              <a:spcPct val="0"/>
            </a:spcBef>
            <a:spcAft>
              <a:spcPct val="35000"/>
            </a:spcAft>
            <a:buNone/>
          </a:pPr>
          <a:endParaRPr lang="en-US" altLang="zh-CN" sz="2800" kern="1200" dirty="0"/>
        </a:p>
        <a:p>
          <a:pPr marL="0" lvl="0" indent="0" algn="ctr" defTabSz="1244600">
            <a:lnSpc>
              <a:spcPct val="90000"/>
            </a:lnSpc>
            <a:spcBef>
              <a:spcPct val="0"/>
            </a:spcBef>
            <a:spcAft>
              <a:spcPct val="35000"/>
            </a:spcAft>
            <a:buNone/>
          </a:pPr>
          <a:r>
            <a:rPr lang="zh-CN" altLang="en-US" sz="2800" kern="1200" dirty="0"/>
            <a:t>发展目标</a:t>
          </a:r>
        </a:p>
      </dsp:txBody>
      <dsp:txXfrm>
        <a:off x="2187610" y="0"/>
        <a:ext cx="2187610" cy="1268605"/>
      </dsp:txXfrm>
    </dsp:sp>
    <dsp:sp modelId="{DC62AC79-DBF1-4E5D-B792-7949777BE6EC}">
      <dsp:nvSpPr>
        <dsp:cNvPr id="0" name=""/>
        <dsp:cNvSpPr/>
      </dsp:nvSpPr>
      <dsp:spPr>
        <a:xfrm rot="10800000">
          <a:off x="0" y="1691474"/>
          <a:ext cx="2187610" cy="1691474"/>
        </a:xfrm>
        <a:prstGeom prst="round1Rect">
          <a:avLst/>
        </a:prstGeom>
        <a:solidFill>
          <a:srgbClr val="6CAA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marL="0" lvl="0" indent="0" algn="ctr" defTabSz="1244600">
            <a:lnSpc>
              <a:spcPct val="90000"/>
            </a:lnSpc>
            <a:spcBef>
              <a:spcPct val="0"/>
            </a:spcBef>
            <a:spcAft>
              <a:spcPct val="35000"/>
            </a:spcAft>
            <a:buNone/>
          </a:pPr>
          <a:r>
            <a:rPr lang="zh-CN" altLang="en-US" sz="2800" kern="1200" dirty="0">
              <a:solidFill>
                <a:schemeClr val="bg1"/>
              </a:solidFill>
            </a:rPr>
            <a:t>核心能力</a:t>
          </a:r>
        </a:p>
      </dsp:txBody>
      <dsp:txXfrm rot="10800000">
        <a:off x="0" y="2114343"/>
        <a:ext cx="2187610" cy="1268605"/>
      </dsp:txXfrm>
    </dsp:sp>
    <dsp:sp modelId="{BA684682-3702-4F33-844E-46B4FE506C2F}">
      <dsp:nvSpPr>
        <dsp:cNvPr id="0" name=""/>
        <dsp:cNvSpPr/>
      </dsp:nvSpPr>
      <dsp:spPr>
        <a:xfrm rot="5400000">
          <a:off x="2435678" y="1443406"/>
          <a:ext cx="1691474" cy="2187610"/>
        </a:xfrm>
        <a:prstGeom prst="round1Rect">
          <a:avLst/>
        </a:prstGeom>
        <a:solidFill>
          <a:srgbClr val="D9D9D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marL="0" lvl="0" indent="0" algn="ctr" defTabSz="1244600">
            <a:lnSpc>
              <a:spcPct val="90000"/>
            </a:lnSpc>
            <a:spcBef>
              <a:spcPct val="0"/>
            </a:spcBef>
            <a:spcAft>
              <a:spcPct val="35000"/>
            </a:spcAft>
            <a:buNone/>
          </a:pPr>
          <a:r>
            <a:rPr lang="zh-CN" altLang="en-US" sz="2800" kern="1200" dirty="0">
              <a:solidFill>
                <a:schemeClr val="tx1"/>
              </a:solidFill>
            </a:rPr>
            <a:t>资源禀赋</a:t>
          </a:r>
        </a:p>
      </dsp:txBody>
      <dsp:txXfrm rot="-5400000">
        <a:off x="2187610" y="2114342"/>
        <a:ext cx="2187610" cy="1268605"/>
      </dsp:txXfrm>
    </dsp:sp>
    <dsp:sp modelId="{2FF463EB-2ABB-44A4-92BE-84339DD22D38}">
      <dsp:nvSpPr>
        <dsp:cNvPr id="0" name=""/>
        <dsp:cNvSpPr/>
      </dsp:nvSpPr>
      <dsp:spPr>
        <a:xfrm>
          <a:off x="1531327" y="1268605"/>
          <a:ext cx="1312566" cy="845737"/>
        </a:xfrm>
        <a:prstGeom prst="roundRect">
          <a:avLst/>
        </a:prstGeom>
        <a:solidFill>
          <a:schemeClr val="bg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ts val="0"/>
            </a:spcAft>
            <a:buNone/>
          </a:pPr>
          <a:r>
            <a:rPr lang="zh-CN" altLang="en-US" sz="2400" b="1" kern="1200" dirty="0"/>
            <a:t>战略</a:t>
          </a:r>
          <a:endParaRPr lang="en-US" altLang="zh-CN" sz="2400" b="1" kern="1200" dirty="0"/>
        </a:p>
        <a:p>
          <a:pPr marL="0" lvl="0" indent="0" algn="ctr" defTabSz="1066800">
            <a:lnSpc>
              <a:spcPct val="90000"/>
            </a:lnSpc>
            <a:spcBef>
              <a:spcPct val="0"/>
            </a:spcBef>
            <a:spcAft>
              <a:spcPts val="0"/>
            </a:spcAft>
            <a:buNone/>
          </a:pPr>
          <a:r>
            <a:rPr lang="zh-CN" altLang="en-US" sz="2400" b="1" kern="1200" dirty="0"/>
            <a:t>框架</a:t>
          </a:r>
        </a:p>
      </dsp:txBody>
      <dsp:txXfrm>
        <a:off x="1572612" y="1309890"/>
        <a:ext cx="1229996" cy="76316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C5C488-2D82-48FA-94E1-E6ED648AE07E}">
      <dsp:nvSpPr>
        <dsp:cNvPr id="0" name=""/>
        <dsp:cNvSpPr/>
      </dsp:nvSpPr>
      <dsp:spPr>
        <a:xfrm>
          <a:off x="4" y="240"/>
          <a:ext cx="2818781" cy="783974"/>
        </a:xfrm>
        <a:prstGeom prst="flowChartDelay">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ctr"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ctr"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4" y="115050"/>
        <a:ext cx="2405980" cy="554354"/>
      </dsp:txXfrm>
    </dsp:sp>
    <dsp:sp modelId="{5F7C99BF-9C18-4701-B642-69C8B195B816}">
      <dsp:nvSpPr>
        <dsp:cNvPr id="0" name=""/>
        <dsp:cNvSpPr/>
      </dsp:nvSpPr>
      <dsp:spPr>
        <a:xfrm>
          <a:off x="2" y="893971"/>
          <a:ext cx="1565186" cy="783974"/>
        </a:xfrm>
        <a:prstGeom prst="flowChartDelay">
          <a:avLst/>
        </a:prstGeom>
        <a:solidFill>
          <a:schemeClr val="accent3"/>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1008781"/>
        <a:ext cx="1335970" cy="554354"/>
      </dsp:txXfrm>
    </dsp:sp>
    <dsp:sp modelId="{803580E4-39B5-44E5-A355-43EEFE242A45}">
      <dsp:nvSpPr>
        <dsp:cNvPr id="0" name=""/>
        <dsp:cNvSpPr/>
      </dsp:nvSpPr>
      <dsp:spPr>
        <a:xfrm>
          <a:off x="2" y="1787703"/>
          <a:ext cx="1387400" cy="783974"/>
        </a:xfrm>
        <a:prstGeom prst="flowChartDelay">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1902513"/>
        <a:ext cx="1184220" cy="554354"/>
      </dsp:txXfrm>
    </dsp:sp>
    <dsp:sp modelId="{38B3533C-0604-42C2-B6E4-34D51AE7EEAA}">
      <dsp:nvSpPr>
        <dsp:cNvPr id="0" name=""/>
        <dsp:cNvSpPr/>
      </dsp:nvSpPr>
      <dsp:spPr>
        <a:xfrm>
          <a:off x="2" y="2681434"/>
          <a:ext cx="1166711" cy="783974"/>
        </a:xfrm>
        <a:prstGeom prst="flowChartDelay">
          <a:avLst/>
        </a:prstGeom>
        <a:solidFill>
          <a:schemeClr val="accent5">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2796244"/>
        <a:ext cx="995850" cy="554354"/>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C5C488-2D82-48FA-94E1-E6ED648AE07E}">
      <dsp:nvSpPr>
        <dsp:cNvPr id="0" name=""/>
        <dsp:cNvSpPr/>
      </dsp:nvSpPr>
      <dsp:spPr>
        <a:xfrm>
          <a:off x="4" y="568"/>
          <a:ext cx="2817757" cy="783690"/>
        </a:xfrm>
        <a:prstGeom prst="flowChartDelay">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ctr"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ctr"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4" y="115337"/>
        <a:ext cx="2405106" cy="554152"/>
      </dsp:txXfrm>
    </dsp:sp>
    <dsp:sp modelId="{5F7C99BF-9C18-4701-B642-69C8B195B816}">
      <dsp:nvSpPr>
        <dsp:cNvPr id="0" name=""/>
        <dsp:cNvSpPr/>
      </dsp:nvSpPr>
      <dsp:spPr>
        <a:xfrm>
          <a:off x="2" y="893975"/>
          <a:ext cx="1564617" cy="783690"/>
        </a:xfrm>
        <a:prstGeom prst="flowChartDelay">
          <a:avLst/>
        </a:prstGeom>
        <a:solidFill>
          <a:schemeClr val="accent3"/>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1008744"/>
        <a:ext cx="1335484" cy="554152"/>
      </dsp:txXfrm>
    </dsp:sp>
    <dsp:sp modelId="{803580E4-39B5-44E5-A355-43EEFE242A45}">
      <dsp:nvSpPr>
        <dsp:cNvPr id="0" name=""/>
        <dsp:cNvSpPr/>
      </dsp:nvSpPr>
      <dsp:spPr>
        <a:xfrm>
          <a:off x="2" y="1787382"/>
          <a:ext cx="1386896" cy="783690"/>
        </a:xfrm>
        <a:prstGeom prst="flowChartDelay">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1902151"/>
        <a:ext cx="1183790" cy="554152"/>
      </dsp:txXfrm>
    </dsp:sp>
    <dsp:sp modelId="{38B3533C-0604-42C2-B6E4-34D51AE7EEAA}">
      <dsp:nvSpPr>
        <dsp:cNvPr id="0" name=""/>
        <dsp:cNvSpPr/>
      </dsp:nvSpPr>
      <dsp:spPr>
        <a:xfrm>
          <a:off x="2" y="2680788"/>
          <a:ext cx="1166287" cy="783690"/>
        </a:xfrm>
        <a:prstGeom prst="flowChartDelay">
          <a:avLst/>
        </a:prstGeom>
        <a:solidFill>
          <a:schemeClr val="accent5">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6350" rIns="0" bIns="6350" numCol="1" spcCol="1270" anchor="ctr" anchorCtr="0">
          <a:noAutofit/>
        </a:bodyPr>
        <a:lstStyle/>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marL="0" lvl="0" indent="0" algn="l" defTabSz="422275">
            <a:lnSpc>
              <a:spcPct val="120000"/>
            </a:lnSpc>
            <a:spcBef>
              <a:spcPct val="0"/>
            </a:spcBef>
            <a:spcAft>
              <a:spcPct val="35000"/>
            </a:spcAft>
            <a:buNone/>
          </a:pPr>
          <a:endParaRPr lang="en-US" sz="950" b="1" kern="1200"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dsp:txBody>
      <dsp:txXfrm>
        <a:off x="2" y="2795557"/>
        <a:ext cx="995488" cy="554152"/>
      </dsp:txXfrm>
    </dsp:sp>
  </dsp:spTree>
</dsp:drawing>
</file>

<file path=ppt/diagrams/layout1.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2.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2.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3.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4.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5.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6.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7.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drawings/drawing8.xml><?xml version="1.0" encoding="utf-8"?>
<c:userShapes xmlns:c="http://schemas.openxmlformats.org/drawingml/2006/chart">
  <cdr:relSizeAnchor xmlns:cdr="http://schemas.openxmlformats.org/drawingml/2006/chartDrawing">
    <cdr:from>
      <cdr:x>0.31089</cdr:x>
      <cdr:y>0.19211</cdr:y>
    </cdr:from>
    <cdr:to>
      <cdr:x>0.65356</cdr:x>
      <cdr:y>0.79287</cdr:y>
    </cdr:to>
    <cdr:sp macro="" textlink="">
      <cdr:nvSpPr>
        <cdr:cNvPr id="2" name="椭圆 1"/>
        <cdr:cNvSpPr/>
      </cdr:nvSpPr>
      <cdr:spPr>
        <a:xfrm xmlns:a="http://schemas.openxmlformats.org/drawingml/2006/main">
          <a:off x="1382713" y="487362"/>
          <a:ext cx="1524000" cy="1524000"/>
        </a:xfrm>
        <a:prstGeom xmlns:a="http://schemas.openxmlformats.org/drawingml/2006/main" prst="ellipse">
          <a:avLst/>
        </a:prstGeom>
        <a:noFill xmlns:a="http://schemas.openxmlformats.org/drawingml/2006/main"/>
        <a:ln xmlns:a="http://schemas.openxmlformats.org/drawingml/2006/main" w="25400">
          <a:gradFill flip="none" rotWithShape="1">
            <a:gsLst>
              <a:gs pos="0">
                <a:schemeClr val="bg1"/>
              </a:gs>
              <a:gs pos="100000">
                <a:schemeClr val="bg1">
                  <a:lumMod val="50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p>
      </cdr:txBody>
    </cdr:sp>
  </cdr:relSizeAnchor>
  <cdr:relSizeAnchor xmlns:cdr="http://schemas.openxmlformats.org/drawingml/2006/chartDrawing">
    <cdr:from>
      <cdr:x>0.25128</cdr:x>
      <cdr:y>0.08573</cdr:y>
    </cdr:from>
    <cdr:to>
      <cdr:x>0.71459</cdr:x>
      <cdr:y>0.89987</cdr:y>
    </cdr:to>
    <cdr:sp macro="" textlink="">
      <cdr:nvSpPr>
        <cdr:cNvPr id="3" name="椭圆 2"/>
        <cdr:cNvSpPr/>
      </cdr:nvSpPr>
      <cdr:spPr>
        <a:xfrm xmlns:a="http://schemas.openxmlformats.org/drawingml/2006/main">
          <a:off x="1117600" y="217487"/>
          <a:ext cx="2060574" cy="2065337"/>
        </a:xfrm>
        <a:prstGeom xmlns:a="http://schemas.openxmlformats.org/drawingml/2006/main" prst="ellipse">
          <a:avLst/>
        </a:prstGeom>
        <a:noFill xmlns:a="http://schemas.openxmlformats.org/drawingml/2006/main"/>
        <a:ln xmlns:a="http://schemas.openxmlformats.org/drawingml/2006/main" w="25400">
          <a:gradFill flip="none" rotWithShape="1">
            <a:gsLst>
              <a:gs pos="100000">
                <a:schemeClr val="bg1"/>
              </a:gs>
              <a:gs pos="0">
                <a:schemeClr val="bg1">
                  <a:lumMod val="65000"/>
                </a:schemeClr>
              </a:gs>
            </a:gsLst>
            <a:lin ang="2700000" scaled="1"/>
            <a:tileRect/>
          </a:gra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9630DBF-D010-4114-9DE3-41E342A27C18}" type="datetimeFigureOut">
              <a:rPr lang="zh-CN" altLang="en-US" smtClean="0"/>
              <a:t>2025/8/24</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4D1D107-4CC9-43CA-8CA8-36E1DF70D5F2}" type="slidenum">
              <a:rPr lang="zh-CN" altLang="en-US" smtClean="0"/>
              <a:t>‹#›</a:t>
            </a:fld>
            <a:endParaRPr lang="zh-CN" altLang="en-US"/>
          </a:p>
        </p:txBody>
      </p:sp>
    </p:spTree>
    <p:extLst>
      <p:ext uri="{BB962C8B-B14F-4D97-AF65-F5344CB8AC3E}">
        <p14:creationId xmlns:p14="http://schemas.microsoft.com/office/powerpoint/2010/main" val="19866600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a:defRPr/>
            </a:pPr>
            <a:fld id="{06024D97-E667-405D-B634-E583E2108D71}" type="datetimeFigureOut">
              <a:rPr lang="zh-CN" altLang="en-US"/>
              <a:pPr>
                <a:defRPr/>
              </a:pPr>
              <a:t>2025/8/24</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418F03C3-53C1-4F10-8DAF-D1F318E96C6E}" type="slidenum">
              <a:rPr lang="zh-CN" altLang="en-US"/>
              <a:pPr/>
              <a:t>‹#›</a:t>
            </a:fld>
            <a:endParaRPr lang="zh-CN" altLang="en-US"/>
          </a:p>
        </p:txBody>
      </p:sp>
    </p:spTree>
    <p:extLst>
      <p:ext uri="{BB962C8B-B14F-4D97-AF65-F5344CB8AC3E}">
        <p14:creationId xmlns:p14="http://schemas.microsoft.com/office/powerpoint/2010/main" val="2060540435"/>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300" kern="1200">
        <a:solidFill>
          <a:schemeClr val="tx1"/>
        </a:solidFill>
        <a:latin typeface="+mn-lt"/>
        <a:ea typeface="+mn-ea"/>
        <a:cs typeface="+mn-cs"/>
      </a:defRPr>
    </a:lvl1pPr>
    <a:lvl2pPr marL="455613" algn="l" rtl="0" eaLnBrk="0" fontAlgn="base" hangingPunct="0">
      <a:spcBef>
        <a:spcPct val="30000"/>
      </a:spcBef>
      <a:spcAft>
        <a:spcPct val="0"/>
      </a:spcAft>
      <a:defRPr sz="1300" kern="1200">
        <a:solidFill>
          <a:schemeClr val="tx1"/>
        </a:solidFill>
        <a:latin typeface="+mn-lt"/>
        <a:ea typeface="+mn-ea"/>
        <a:cs typeface="+mn-cs"/>
      </a:defRPr>
    </a:lvl2pPr>
    <a:lvl3pPr marL="912813" algn="l" rtl="0" eaLnBrk="0" fontAlgn="base" hangingPunct="0">
      <a:spcBef>
        <a:spcPct val="30000"/>
      </a:spcBef>
      <a:spcAft>
        <a:spcPct val="0"/>
      </a:spcAft>
      <a:defRPr sz="1300" kern="1200">
        <a:solidFill>
          <a:schemeClr val="tx1"/>
        </a:solidFill>
        <a:latin typeface="+mn-lt"/>
        <a:ea typeface="+mn-ea"/>
        <a:cs typeface="+mn-cs"/>
      </a:defRPr>
    </a:lvl3pPr>
    <a:lvl4pPr marL="1370013" algn="l" rtl="0" eaLnBrk="0" fontAlgn="base" hangingPunct="0">
      <a:spcBef>
        <a:spcPct val="30000"/>
      </a:spcBef>
      <a:spcAft>
        <a:spcPct val="0"/>
      </a:spcAft>
      <a:defRPr sz="1300" kern="1200">
        <a:solidFill>
          <a:schemeClr val="tx1"/>
        </a:solidFill>
        <a:latin typeface="+mn-lt"/>
        <a:ea typeface="+mn-ea"/>
        <a:cs typeface="+mn-cs"/>
      </a:defRPr>
    </a:lvl4pPr>
    <a:lvl5pPr marL="1827213" algn="l" rtl="0" eaLnBrk="0" fontAlgn="base" hangingPunct="0">
      <a:spcBef>
        <a:spcPct val="30000"/>
      </a:spcBef>
      <a:spcAft>
        <a:spcPct val="0"/>
      </a:spcAft>
      <a:defRPr sz="1300" kern="1200">
        <a:solidFill>
          <a:schemeClr val="tx1"/>
        </a:solidFill>
        <a:latin typeface="+mn-lt"/>
        <a:ea typeface="+mn-ea"/>
        <a:cs typeface="+mn-cs"/>
      </a:defRPr>
    </a:lvl5pPr>
    <a:lvl6pPr marL="2285493" algn="l" defTabSz="914197" rtl="0" eaLnBrk="1" latinLnBrk="0" hangingPunct="1">
      <a:defRPr sz="1300" kern="1200">
        <a:solidFill>
          <a:schemeClr val="tx1"/>
        </a:solidFill>
        <a:latin typeface="+mn-lt"/>
        <a:ea typeface="+mn-ea"/>
        <a:cs typeface="+mn-cs"/>
      </a:defRPr>
    </a:lvl6pPr>
    <a:lvl7pPr marL="2742592" algn="l" defTabSz="914197" rtl="0" eaLnBrk="1" latinLnBrk="0" hangingPunct="1">
      <a:defRPr sz="1300" kern="1200">
        <a:solidFill>
          <a:schemeClr val="tx1"/>
        </a:solidFill>
        <a:latin typeface="+mn-lt"/>
        <a:ea typeface="+mn-ea"/>
        <a:cs typeface="+mn-cs"/>
      </a:defRPr>
    </a:lvl7pPr>
    <a:lvl8pPr marL="3199692" algn="l" defTabSz="914197" rtl="0" eaLnBrk="1" latinLnBrk="0" hangingPunct="1">
      <a:defRPr sz="1300" kern="1200">
        <a:solidFill>
          <a:schemeClr val="tx1"/>
        </a:solidFill>
        <a:latin typeface="+mn-lt"/>
        <a:ea typeface="+mn-ea"/>
        <a:cs typeface="+mn-cs"/>
      </a:defRPr>
    </a:lvl8pPr>
    <a:lvl9pPr marL="3656788" algn="l" defTabSz="914197" rtl="0" eaLnBrk="1" latinLnBrk="0" hangingPunct="1">
      <a:defRPr sz="13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slide" Target="../slides/slide4.xml"/><Relationship Id="rId2" Type="http://schemas.openxmlformats.org/officeDocument/2006/relationships/notesMaster" Target="../notesMasters/notesMaster1.xml"/><Relationship Id="rId1" Type="http://schemas.openxmlformats.org/officeDocument/2006/relationships/themeOverride" Target="../theme/themeOverride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a:t>
            </a:fld>
            <a:endParaRPr lang="zh-CN" altLang="en-US"/>
          </a:p>
        </p:txBody>
      </p:sp>
    </p:spTree>
    <p:extLst>
      <p:ext uri="{BB962C8B-B14F-4D97-AF65-F5344CB8AC3E}">
        <p14:creationId xmlns:p14="http://schemas.microsoft.com/office/powerpoint/2010/main" val="39465686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3</a:t>
            </a:fld>
            <a:endParaRPr lang="zh-CN" altLang="en-US"/>
          </a:p>
        </p:txBody>
      </p:sp>
    </p:spTree>
    <p:extLst>
      <p:ext uri="{BB962C8B-B14F-4D97-AF65-F5344CB8AC3E}">
        <p14:creationId xmlns:p14="http://schemas.microsoft.com/office/powerpoint/2010/main" val="60725823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33794" name="幻灯片图像占位符 1"/>
          <p:cNvSpPr>
            <a:spLocks noGrp="1" noRot="1" noChangeAspect="1" noTextEdit="1"/>
          </p:cNvSpPr>
          <p:nvPr>
            <p:ph type="sldImg"/>
          </p:nvPr>
        </p:nvSpPr>
        <p:spPr>
          <a:xfrm>
            <a:off x="684213" y="1141413"/>
            <a:ext cx="5486400" cy="3086100"/>
          </a:xfrm>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5" name="备注占位符 2"/>
          <p:cNvSpPr>
            <a:spLocks noGrp="1" noChangeArrowheads="1"/>
          </p:cNvSpPr>
          <p:nvPr>
            <p:ph type="body" idx="1"/>
          </p:nvPr>
        </p:nvSpPr>
        <p:spPr>
          <a:xfrm>
            <a:off x="684213" y="4398963"/>
            <a:ext cx="5486400" cy="3600450"/>
          </a:xfrm>
          <a:noFill/>
          <a:extLst>
            <a:ext uri="{909E8E84-426E-40DD-AFC4-6F175D3DCCD1}">
              <a14:hiddenFill xmlns:a14="http://schemas.microsoft.com/office/drawing/2010/main">
                <a:solidFill>
                  <a:srgbClr val="FFFFFF"/>
                </a:solidFill>
              </a14:hiddenFill>
            </a:ext>
          </a:extLst>
        </p:spPr>
        <p:txBody>
          <a:bodyPr/>
          <a:lstStyle/>
          <a:p>
            <a:pPr eaLnBrk="1" hangingPunct="1">
              <a:spcBef>
                <a:spcPct val="0"/>
              </a:spcBef>
            </a:pPr>
            <a:endParaRPr lang="en-US" altLang="zh-CN"/>
          </a:p>
        </p:txBody>
      </p:sp>
      <p:sp>
        <p:nvSpPr>
          <p:cNvPr id="33796" name="灯片编号占位符 3"/>
          <p:cNvSpPr txBox="1">
            <a:spLocks noGrp="1" noChangeArrowheads="1"/>
          </p:cNvSpPr>
          <p:nvPr/>
        </p:nvSpPr>
        <p:spPr bwMode="auto">
          <a:xfrm>
            <a:off x="3883025" y="8683625"/>
            <a:ext cx="2971800"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Calibri" panose="020F0502020204030204" pitchFamily="34" charset="0"/>
                <a:ea typeface="宋体" panose="02010600030101010101" pitchFamily="2" charset="-122"/>
              </a:defRPr>
            </a:lvl1pPr>
            <a:lvl2pPr marL="742950" indent="-285750">
              <a:spcBef>
                <a:spcPct val="30000"/>
              </a:spcBef>
              <a:defRPr sz="1200">
                <a:solidFill>
                  <a:schemeClr val="tx1"/>
                </a:solidFill>
                <a:latin typeface="Calibri" panose="020F0502020204030204" pitchFamily="34" charset="0"/>
                <a:ea typeface="宋体" panose="02010600030101010101" pitchFamily="2" charset="-122"/>
              </a:defRPr>
            </a:lvl2pPr>
            <a:lvl3pPr marL="1143000" indent="-228600">
              <a:spcBef>
                <a:spcPct val="30000"/>
              </a:spcBef>
              <a:defRPr sz="1200">
                <a:solidFill>
                  <a:schemeClr val="tx1"/>
                </a:solidFill>
                <a:latin typeface="Calibri" panose="020F0502020204030204" pitchFamily="34" charset="0"/>
                <a:ea typeface="宋体" panose="02010600030101010101" pitchFamily="2" charset="-122"/>
              </a:defRPr>
            </a:lvl3pPr>
            <a:lvl4pPr marL="1600200" indent="-228600">
              <a:spcBef>
                <a:spcPct val="30000"/>
              </a:spcBef>
              <a:defRPr sz="1200">
                <a:solidFill>
                  <a:schemeClr val="tx1"/>
                </a:solidFill>
                <a:latin typeface="Calibri" panose="020F0502020204030204" pitchFamily="34" charset="0"/>
                <a:ea typeface="宋体" panose="02010600030101010101" pitchFamily="2" charset="-122"/>
              </a:defRPr>
            </a:lvl4pPr>
            <a:lvl5pPr marL="2057400" indent="-228600">
              <a:spcBef>
                <a:spcPct val="30000"/>
              </a:spcBef>
              <a:defRPr sz="12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9pPr>
          </a:lstStyle>
          <a:p>
            <a:pPr algn="r" eaLnBrk="1" latinLnBrk="1" hangingPunct="1">
              <a:spcBef>
                <a:spcPct val="0"/>
              </a:spcBef>
            </a:pPr>
            <a:fld id="{D8A88CB0-5585-4DC3-AF7B-F8B607B001A8}" type="slidenum">
              <a:rPr lang="zh-CN" altLang="en-US">
                <a:latin typeface="Arial" panose="020B0604020202020204" pitchFamily="34" charset="0"/>
                <a:ea typeface="微软雅黑" panose="020B0503020204020204" pitchFamily="34" charset="-122"/>
              </a:rPr>
              <a:pPr algn="r" eaLnBrk="1" latinLnBrk="1" hangingPunct="1">
                <a:spcBef>
                  <a:spcPct val="0"/>
                </a:spcBef>
              </a:pPr>
              <a:t>4</a:t>
            </a:fld>
            <a:endParaRPr lang="zh-CN" altLang="en-US" dirty="0">
              <a:latin typeface="Arial" panose="020B0604020202020204" pitchFamily="34" charset="0"/>
              <a:ea typeface="微软雅黑" panose="020B0503020204020204" pitchFamily="34" charset="-122"/>
            </a:endParaRPr>
          </a:p>
        </p:txBody>
      </p:sp>
    </p:spTree>
    <p:extLst>
      <p:ext uri="{BB962C8B-B14F-4D97-AF65-F5344CB8AC3E}">
        <p14:creationId xmlns:p14="http://schemas.microsoft.com/office/powerpoint/2010/main" val="483273335"/>
      </p:ext>
    </p:extLst>
  </p:cSld>
  <p:clrMapOvr>
    <a:overrideClrMapping bg1="lt1" tx1="dk1" bg2="lt2" tx2="dk2" accent1="accent1" accent2="accent2" accent3="accent3" accent4="accent4" accent5="accent5" accent6="accent6" hlink="hlink" folHlink="folHlink"/>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5</a:t>
            </a:fld>
            <a:endParaRPr lang="zh-CN" altLang="en-US"/>
          </a:p>
        </p:txBody>
      </p:sp>
    </p:spTree>
    <p:extLst>
      <p:ext uri="{BB962C8B-B14F-4D97-AF65-F5344CB8AC3E}">
        <p14:creationId xmlns:p14="http://schemas.microsoft.com/office/powerpoint/2010/main" val="28493250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6</a:t>
            </a:fld>
            <a:endParaRPr lang="zh-CN" altLang="en-US"/>
          </a:p>
        </p:txBody>
      </p:sp>
    </p:spTree>
    <p:extLst>
      <p:ext uri="{BB962C8B-B14F-4D97-AF65-F5344CB8AC3E}">
        <p14:creationId xmlns:p14="http://schemas.microsoft.com/office/powerpoint/2010/main" val="24093525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7</a:t>
            </a:fld>
            <a:endParaRPr lang="zh-CN" altLang="en-US"/>
          </a:p>
        </p:txBody>
      </p:sp>
    </p:spTree>
    <p:extLst>
      <p:ext uri="{BB962C8B-B14F-4D97-AF65-F5344CB8AC3E}">
        <p14:creationId xmlns:p14="http://schemas.microsoft.com/office/powerpoint/2010/main" val="10274818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t>8</a:t>
            </a:fld>
            <a:endParaRPr lang="en-GB"/>
          </a:p>
        </p:txBody>
      </p:sp>
    </p:spTree>
    <p:extLst>
      <p:ext uri="{BB962C8B-B14F-4D97-AF65-F5344CB8AC3E}">
        <p14:creationId xmlns:p14="http://schemas.microsoft.com/office/powerpoint/2010/main" val="279945495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extLst>
      <p:ext uri="{BB962C8B-B14F-4D97-AF65-F5344CB8AC3E}">
        <p14:creationId xmlns:p14="http://schemas.microsoft.com/office/powerpoint/2010/main" val="10474502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10</a:t>
            </a:fld>
            <a:endParaRPr lang="zh-CN" altLang="en-US"/>
          </a:p>
        </p:txBody>
      </p:sp>
    </p:spTree>
    <p:extLst>
      <p:ext uri="{BB962C8B-B14F-4D97-AF65-F5344CB8AC3E}">
        <p14:creationId xmlns:p14="http://schemas.microsoft.com/office/powerpoint/2010/main" val="12632155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11</a:t>
            </a:fld>
            <a:endParaRPr lang="zh-CN" altLang="en-US"/>
          </a:p>
        </p:txBody>
      </p:sp>
    </p:spTree>
    <p:extLst>
      <p:ext uri="{BB962C8B-B14F-4D97-AF65-F5344CB8AC3E}">
        <p14:creationId xmlns:p14="http://schemas.microsoft.com/office/powerpoint/2010/main" val="35322489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12</a:t>
            </a:fld>
            <a:endParaRPr lang="zh-CN" altLang="en-US"/>
          </a:p>
        </p:txBody>
      </p:sp>
    </p:spTree>
    <p:extLst>
      <p:ext uri="{BB962C8B-B14F-4D97-AF65-F5344CB8AC3E}">
        <p14:creationId xmlns:p14="http://schemas.microsoft.com/office/powerpoint/2010/main" val="8529479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t>13</a:t>
            </a:fld>
            <a:endParaRPr lang="en-GB"/>
          </a:p>
        </p:txBody>
      </p:sp>
    </p:spTree>
    <p:extLst>
      <p:ext uri="{BB962C8B-B14F-4D97-AF65-F5344CB8AC3E}">
        <p14:creationId xmlns:p14="http://schemas.microsoft.com/office/powerpoint/2010/main" val="178803207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t>14</a:t>
            </a:fld>
            <a:endParaRPr lang="zh-CN" altLang="en-US"/>
          </a:p>
        </p:txBody>
      </p:sp>
    </p:spTree>
    <p:extLst>
      <p:ext uri="{BB962C8B-B14F-4D97-AF65-F5344CB8AC3E}">
        <p14:creationId xmlns:p14="http://schemas.microsoft.com/office/powerpoint/2010/main" val="24667962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15</a:t>
            </a:fld>
            <a:endParaRPr lang="zh-CN" altLang="en-US"/>
          </a:p>
        </p:txBody>
      </p:sp>
    </p:spTree>
    <p:extLst>
      <p:ext uri="{BB962C8B-B14F-4D97-AF65-F5344CB8AC3E}">
        <p14:creationId xmlns:p14="http://schemas.microsoft.com/office/powerpoint/2010/main" val="40481375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t>16</a:t>
            </a:fld>
            <a:endParaRPr lang="en-GB"/>
          </a:p>
        </p:txBody>
      </p:sp>
    </p:spTree>
    <p:extLst>
      <p:ext uri="{BB962C8B-B14F-4D97-AF65-F5344CB8AC3E}">
        <p14:creationId xmlns:p14="http://schemas.microsoft.com/office/powerpoint/2010/main" val="25130852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17</a:t>
            </a:fld>
            <a:endParaRPr lang="zh-CN" altLang="en-US"/>
          </a:p>
        </p:txBody>
      </p:sp>
    </p:spTree>
    <p:extLst>
      <p:ext uri="{BB962C8B-B14F-4D97-AF65-F5344CB8AC3E}">
        <p14:creationId xmlns:p14="http://schemas.microsoft.com/office/powerpoint/2010/main" val="28511432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18</a:t>
            </a:fld>
            <a:endParaRPr lang="zh-CN" altLang="en-US"/>
          </a:p>
        </p:txBody>
      </p:sp>
    </p:spTree>
    <p:extLst>
      <p:ext uri="{BB962C8B-B14F-4D97-AF65-F5344CB8AC3E}">
        <p14:creationId xmlns:p14="http://schemas.microsoft.com/office/powerpoint/2010/main" val="354407351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19</a:t>
            </a:fld>
            <a:endParaRPr lang="zh-CN" altLang="en-US"/>
          </a:p>
        </p:txBody>
      </p:sp>
    </p:spTree>
    <p:extLst>
      <p:ext uri="{BB962C8B-B14F-4D97-AF65-F5344CB8AC3E}">
        <p14:creationId xmlns:p14="http://schemas.microsoft.com/office/powerpoint/2010/main" val="27905118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20</a:t>
            </a:fld>
            <a:endParaRPr lang="zh-CN" altLang="en-US"/>
          </a:p>
        </p:txBody>
      </p:sp>
    </p:spTree>
    <p:extLst>
      <p:ext uri="{BB962C8B-B14F-4D97-AF65-F5344CB8AC3E}">
        <p14:creationId xmlns:p14="http://schemas.microsoft.com/office/powerpoint/2010/main" val="9434587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21</a:t>
            </a:fld>
            <a:endParaRPr lang="zh-CN" altLang="en-US"/>
          </a:p>
        </p:txBody>
      </p:sp>
    </p:spTree>
    <p:extLst>
      <p:ext uri="{BB962C8B-B14F-4D97-AF65-F5344CB8AC3E}">
        <p14:creationId xmlns:p14="http://schemas.microsoft.com/office/powerpoint/2010/main" val="7317933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22</a:t>
            </a:fld>
            <a:endParaRPr lang="zh-CN" altLang="en-US"/>
          </a:p>
        </p:txBody>
      </p:sp>
    </p:spTree>
    <p:extLst>
      <p:ext uri="{BB962C8B-B14F-4D97-AF65-F5344CB8AC3E}">
        <p14:creationId xmlns:p14="http://schemas.microsoft.com/office/powerpoint/2010/main" val="21100125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23</a:t>
            </a:fld>
            <a:endParaRPr lang="zh-CN" altLang="en-US"/>
          </a:p>
        </p:txBody>
      </p:sp>
    </p:spTree>
    <p:extLst>
      <p:ext uri="{BB962C8B-B14F-4D97-AF65-F5344CB8AC3E}">
        <p14:creationId xmlns:p14="http://schemas.microsoft.com/office/powerpoint/2010/main" val="118086709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24</a:t>
            </a:fld>
            <a:endParaRPr lang="zh-CN" altLang="en-US"/>
          </a:p>
        </p:txBody>
      </p:sp>
    </p:spTree>
    <p:extLst>
      <p:ext uri="{BB962C8B-B14F-4D97-AF65-F5344CB8AC3E}">
        <p14:creationId xmlns:p14="http://schemas.microsoft.com/office/powerpoint/2010/main" val="14556000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25</a:t>
            </a:fld>
            <a:endParaRPr lang="zh-CN" altLang="en-US"/>
          </a:p>
        </p:txBody>
      </p:sp>
    </p:spTree>
    <p:extLst>
      <p:ext uri="{BB962C8B-B14F-4D97-AF65-F5344CB8AC3E}">
        <p14:creationId xmlns:p14="http://schemas.microsoft.com/office/powerpoint/2010/main" val="25679392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26</a:t>
            </a:fld>
            <a:endParaRPr lang="zh-CN" altLang="en-US"/>
          </a:p>
        </p:txBody>
      </p:sp>
    </p:spTree>
    <p:extLst>
      <p:ext uri="{BB962C8B-B14F-4D97-AF65-F5344CB8AC3E}">
        <p14:creationId xmlns:p14="http://schemas.microsoft.com/office/powerpoint/2010/main" val="29190772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27</a:t>
            </a:fld>
            <a:endParaRPr lang="zh-CN" altLang="en-US"/>
          </a:p>
        </p:txBody>
      </p:sp>
    </p:spTree>
    <p:extLst>
      <p:ext uri="{BB962C8B-B14F-4D97-AF65-F5344CB8AC3E}">
        <p14:creationId xmlns:p14="http://schemas.microsoft.com/office/powerpoint/2010/main" val="80989797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28</a:t>
            </a:fld>
            <a:endParaRPr lang="zh-CN" altLang="en-US"/>
          </a:p>
        </p:txBody>
      </p:sp>
    </p:spTree>
    <p:extLst>
      <p:ext uri="{BB962C8B-B14F-4D97-AF65-F5344CB8AC3E}">
        <p14:creationId xmlns:p14="http://schemas.microsoft.com/office/powerpoint/2010/main" val="280265422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29</a:t>
            </a:fld>
            <a:endParaRPr lang="zh-CN" altLang="en-US"/>
          </a:p>
        </p:txBody>
      </p:sp>
    </p:spTree>
    <p:extLst>
      <p:ext uri="{BB962C8B-B14F-4D97-AF65-F5344CB8AC3E}">
        <p14:creationId xmlns:p14="http://schemas.microsoft.com/office/powerpoint/2010/main" val="292351420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30</a:t>
            </a:fld>
            <a:endParaRPr lang="zh-CN" altLang="en-US"/>
          </a:p>
        </p:txBody>
      </p:sp>
    </p:spTree>
    <p:extLst>
      <p:ext uri="{BB962C8B-B14F-4D97-AF65-F5344CB8AC3E}">
        <p14:creationId xmlns:p14="http://schemas.microsoft.com/office/powerpoint/2010/main" val="339978063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CF6DDFC-C401-4A6E-BD9A-16D9674533CF}" type="slidenum">
              <a:rPr lang="zh-CN" altLang="en-US" smtClean="0"/>
              <a:t>31</a:t>
            </a:fld>
            <a:endParaRPr lang="zh-CN" altLang="en-US"/>
          </a:p>
        </p:txBody>
      </p:sp>
    </p:spTree>
    <p:extLst>
      <p:ext uri="{BB962C8B-B14F-4D97-AF65-F5344CB8AC3E}">
        <p14:creationId xmlns:p14="http://schemas.microsoft.com/office/powerpoint/2010/main" val="38294561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44</a:t>
            </a:fld>
            <a:endParaRPr lang="zh-CN" altLang="en-US"/>
          </a:p>
        </p:txBody>
      </p:sp>
    </p:spTree>
    <p:extLst>
      <p:ext uri="{BB962C8B-B14F-4D97-AF65-F5344CB8AC3E}">
        <p14:creationId xmlns:p14="http://schemas.microsoft.com/office/powerpoint/2010/main" val="397445093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45</a:t>
            </a:fld>
            <a:endParaRPr lang="zh-CN" altLang="en-US"/>
          </a:p>
        </p:txBody>
      </p:sp>
    </p:spTree>
    <p:extLst>
      <p:ext uri="{BB962C8B-B14F-4D97-AF65-F5344CB8AC3E}">
        <p14:creationId xmlns:p14="http://schemas.microsoft.com/office/powerpoint/2010/main" val="126993615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46</a:t>
            </a:fld>
            <a:endParaRPr lang="zh-CN" altLang="en-US"/>
          </a:p>
        </p:txBody>
      </p:sp>
    </p:spTree>
    <p:extLst>
      <p:ext uri="{BB962C8B-B14F-4D97-AF65-F5344CB8AC3E}">
        <p14:creationId xmlns:p14="http://schemas.microsoft.com/office/powerpoint/2010/main" val="37954423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47</a:t>
            </a:fld>
            <a:endParaRPr lang="zh-CN" altLang="en-US"/>
          </a:p>
        </p:txBody>
      </p:sp>
    </p:spTree>
    <p:extLst>
      <p:ext uri="{BB962C8B-B14F-4D97-AF65-F5344CB8AC3E}">
        <p14:creationId xmlns:p14="http://schemas.microsoft.com/office/powerpoint/2010/main" val="184550097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48</a:t>
            </a:fld>
            <a:endParaRPr lang="zh-CN" altLang="en-US"/>
          </a:p>
        </p:txBody>
      </p:sp>
    </p:spTree>
    <p:extLst>
      <p:ext uri="{BB962C8B-B14F-4D97-AF65-F5344CB8AC3E}">
        <p14:creationId xmlns:p14="http://schemas.microsoft.com/office/powerpoint/2010/main" val="238182768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49</a:t>
            </a:fld>
            <a:endParaRPr lang="zh-CN" altLang="en-US"/>
          </a:p>
        </p:txBody>
      </p:sp>
    </p:spTree>
    <p:extLst>
      <p:ext uri="{BB962C8B-B14F-4D97-AF65-F5344CB8AC3E}">
        <p14:creationId xmlns:p14="http://schemas.microsoft.com/office/powerpoint/2010/main" val="230102890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50</a:t>
            </a:fld>
            <a:endParaRPr lang="zh-CN" altLang="en-US"/>
          </a:p>
        </p:txBody>
      </p:sp>
    </p:spTree>
    <p:extLst>
      <p:ext uri="{BB962C8B-B14F-4D97-AF65-F5344CB8AC3E}">
        <p14:creationId xmlns:p14="http://schemas.microsoft.com/office/powerpoint/2010/main" val="36827049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51</a:t>
            </a:fld>
            <a:endParaRPr lang="zh-CN" altLang="en-US"/>
          </a:p>
        </p:txBody>
      </p:sp>
    </p:spTree>
    <p:extLst>
      <p:ext uri="{BB962C8B-B14F-4D97-AF65-F5344CB8AC3E}">
        <p14:creationId xmlns:p14="http://schemas.microsoft.com/office/powerpoint/2010/main" val="24021360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52</a:t>
            </a:fld>
            <a:endParaRPr lang="zh-CN" altLang="en-US"/>
          </a:p>
        </p:txBody>
      </p:sp>
    </p:spTree>
    <p:extLst>
      <p:ext uri="{BB962C8B-B14F-4D97-AF65-F5344CB8AC3E}">
        <p14:creationId xmlns:p14="http://schemas.microsoft.com/office/powerpoint/2010/main" val="1647151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53</a:t>
            </a:fld>
            <a:endParaRPr lang="zh-CN" altLang="en-US"/>
          </a:p>
        </p:txBody>
      </p:sp>
    </p:spTree>
    <p:extLst>
      <p:ext uri="{BB962C8B-B14F-4D97-AF65-F5344CB8AC3E}">
        <p14:creationId xmlns:p14="http://schemas.microsoft.com/office/powerpoint/2010/main" val="65120680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54</a:t>
            </a:fld>
            <a:endParaRPr lang="zh-CN" altLang="en-US"/>
          </a:p>
        </p:txBody>
      </p:sp>
    </p:spTree>
    <p:extLst>
      <p:ext uri="{BB962C8B-B14F-4D97-AF65-F5344CB8AC3E}">
        <p14:creationId xmlns:p14="http://schemas.microsoft.com/office/powerpoint/2010/main" val="169038689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55</a:t>
            </a:fld>
            <a:endParaRPr lang="zh-CN" altLang="en-US"/>
          </a:p>
        </p:txBody>
      </p:sp>
    </p:spTree>
    <p:extLst>
      <p:ext uri="{BB962C8B-B14F-4D97-AF65-F5344CB8AC3E}">
        <p14:creationId xmlns:p14="http://schemas.microsoft.com/office/powerpoint/2010/main" val="265290715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56</a:t>
            </a:fld>
            <a:endParaRPr lang="zh-CN" altLang="en-US"/>
          </a:p>
        </p:txBody>
      </p:sp>
    </p:spTree>
    <p:extLst>
      <p:ext uri="{BB962C8B-B14F-4D97-AF65-F5344CB8AC3E}">
        <p14:creationId xmlns:p14="http://schemas.microsoft.com/office/powerpoint/2010/main" val="5558110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57</a:t>
            </a:fld>
            <a:endParaRPr lang="zh-CN" altLang="en-US"/>
          </a:p>
        </p:txBody>
      </p:sp>
    </p:spTree>
    <p:extLst>
      <p:ext uri="{BB962C8B-B14F-4D97-AF65-F5344CB8AC3E}">
        <p14:creationId xmlns:p14="http://schemas.microsoft.com/office/powerpoint/2010/main" val="42089973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21F41D1-EB0D-4857-8E93-8C1C831E6153}" type="slidenum">
              <a:rPr lang="zh-CN" altLang="en-US" smtClean="0"/>
              <a:t>58</a:t>
            </a:fld>
            <a:endParaRPr lang="zh-CN" altLang="en-US"/>
          </a:p>
        </p:txBody>
      </p:sp>
    </p:spTree>
    <p:extLst>
      <p:ext uri="{BB962C8B-B14F-4D97-AF65-F5344CB8AC3E}">
        <p14:creationId xmlns:p14="http://schemas.microsoft.com/office/powerpoint/2010/main" val="239923155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59</a:t>
            </a:fld>
            <a:endParaRPr lang="zh-CN" altLang="en-US"/>
          </a:p>
        </p:txBody>
      </p:sp>
    </p:spTree>
    <p:extLst>
      <p:ext uri="{BB962C8B-B14F-4D97-AF65-F5344CB8AC3E}">
        <p14:creationId xmlns:p14="http://schemas.microsoft.com/office/powerpoint/2010/main" val="1015818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60</a:t>
            </a:fld>
            <a:endParaRPr lang="zh-CN" altLang="en-US"/>
          </a:p>
        </p:txBody>
      </p:sp>
    </p:spTree>
    <p:extLst>
      <p:ext uri="{BB962C8B-B14F-4D97-AF65-F5344CB8AC3E}">
        <p14:creationId xmlns:p14="http://schemas.microsoft.com/office/powerpoint/2010/main" val="262176141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61</a:t>
            </a:fld>
            <a:endParaRPr lang="zh-CN" altLang="en-US"/>
          </a:p>
        </p:txBody>
      </p:sp>
    </p:spTree>
    <p:extLst>
      <p:ext uri="{BB962C8B-B14F-4D97-AF65-F5344CB8AC3E}">
        <p14:creationId xmlns:p14="http://schemas.microsoft.com/office/powerpoint/2010/main" val="205387179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62</a:t>
            </a:fld>
            <a:endParaRPr lang="zh-CN" altLang="en-US"/>
          </a:p>
        </p:txBody>
      </p:sp>
    </p:spTree>
    <p:extLst>
      <p:ext uri="{BB962C8B-B14F-4D97-AF65-F5344CB8AC3E}">
        <p14:creationId xmlns:p14="http://schemas.microsoft.com/office/powerpoint/2010/main" val="163580401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63</a:t>
            </a:fld>
            <a:endParaRPr lang="zh-CN" altLang="en-US"/>
          </a:p>
        </p:txBody>
      </p:sp>
    </p:spTree>
    <p:extLst>
      <p:ext uri="{BB962C8B-B14F-4D97-AF65-F5344CB8AC3E}">
        <p14:creationId xmlns:p14="http://schemas.microsoft.com/office/powerpoint/2010/main" val="345054752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64</a:t>
            </a:fld>
            <a:endParaRPr lang="zh-CN" altLang="en-US"/>
          </a:p>
        </p:txBody>
      </p:sp>
    </p:spTree>
    <p:extLst>
      <p:ext uri="{BB962C8B-B14F-4D97-AF65-F5344CB8AC3E}">
        <p14:creationId xmlns:p14="http://schemas.microsoft.com/office/powerpoint/2010/main" val="392780275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65</a:t>
            </a:fld>
            <a:endParaRPr lang="zh-CN" altLang="en-US"/>
          </a:p>
        </p:txBody>
      </p:sp>
    </p:spTree>
    <p:extLst>
      <p:ext uri="{BB962C8B-B14F-4D97-AF65-F5344CB8AC3E}">
        <p14:creationId xmlns:p14="http://schemas.microsoft.com/office/powerpoint/2010/main" val="97802241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66</a:t>
            </a:fld>
            <a:endParaRPr lang="zh-CN" altLang="en-US"/>
          </a:p>
        </p:txBody>
      </p:sp>
    </p:spTree>
    <p:extLst>
      <p:ext uri="{BB962C8B-B14F-4D97-AF65-F5344CB8AC3E}">
        <p14:creationId xmlns:p14="http://schemas.microsoft.com/office/powerpoint/2010/main" val="159834459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67</a:t>
            </a:fld>
            <a:endParaRPr lang="zh-CN" altLang="en-US"/>
          </a:p>
        </p:txBody>
      </p:sp>
    </p:spTree>
    <p:extLst>
      <p:ext uri="{BB962C8B-B14F-4D97-AF65-F5344CB8AC3E}">
        <p14:creationId xmlns:p14="http://schemas.microsoft.com/office/powerpoint/2010/main" val="19444729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D4ED5ADF-93AE-4238-903C-1AC36264F4B8}" type="slidenum">
              <a:rPr lang="zh-CN" altLang="en-US" smtClean="0"/>
              <a:t>68</a:t>
            </a:fld>
            <a:endParaRPr lang="zh-CN" altLang="en-US"/>
          </a:p>
        </p:txBody>
      </p:sp>
    </p:spTree>
    <p:extLst>
      <p:ext uri="{BB962C8B-B14F-4D97-AF65-F5344CB8AC3E}">
        <p14:creationId xmlns:p14="http://schemas.microsoft.com/office/powerpoint/2010/main" val="195278558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74D1495A-DD81-44F4-9F54-1F39867BF2D9}" type="slidenum">
              <a:rPr lang="en-US" smtClean="0"/>
              <a:pPr/>
              <a:t>72</a:t>
            </a:fld>
            <a:endParaRPr lang="en-US"/>
          </a:p>
        </p:txBody>
      </p:sp>
    </p:spTree>
    <p:extLst>
      <p:ext uri="{BB962C8B-B14F-4D97-AF65-F5344CB8AC3E}">
        <p14:creationId xmlns:p14="http://schemas.microsoft.com/office/powerpoint/2010/main" val="173088098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t>74</a:t>
            </a:fld>
            <a:endParaRPr lang="en-GB"/>
          </a:p>
        </p:txBody>
      </p:sp>
    </p:spTree>
    <p:extLst>
      <p:ext uri="{BB962C8B-B14F-4D97-AF65-F5344CB8AC3E}">
        <p14:creationId xmlns:p14="http://schemas.microsoft.com/office/powerpoint/2010/main" val="372898152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286000" y="514350"/>
            <a:ext cx="4572000" cy="257175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en-US"/>
              <a:t>My First Template</a:t>
            </a:r>
            <a:endParaRPr lang="en-US" dirty="0"/>
          </a:p>
        </p:txBody>
      </p:sp>
    </p:spTree>
    <p:extLst>
      <p:ext uri="{BB962C8B-B14F-4D97-AF65-F5344CB8AC3E}">
        <p14:creationId xmlns:p14="http://schemas.microsoft.com/office/powerpoint/2010/main" val="405821648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286000" y="514350"/>
            <a:ext cx="4572000" cy="257175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en-US"/>
              <a:t>My First Template</a:t>
            </a:r>
            <a:endParaRPr lang="en-US" dirty="0"/>
          </a:p>
        </p:txBody>
      </p:sp>
    </p:spTree>
    <p:extLst>
      <p:ext uri="{BB962C8B-B14F-4D97-AF65-F5344CB8AC3E}">
        <p14:creationId xmlns:p14="http://schemas.microsoft.com/office/powerpoint/2010/main" val="380691711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286000" y="514350"/>
            <a:ext cx="4572000" cy="257175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en-US"/>
              <a:t>My First Template</a:t>
            </a:r>
            <a:endParaRPr lang="en-US" dirty="0"/>
          </a:p>
        </p:txBody>
      </p:sp>
    </p:spTree>
    <p:extLst>
      <p:ext uri="{BB962C8B-B14F-4D97-AF65-F5344CB8AC3E}">
        <p14:creationId xmlns:p14="http://schemas.microsoft.com/office/powerpoint/2010/main" val="49566680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78</a:t>
            </a:fld>
            <a:endParaRPr lang="zh-CN" altLang="en-US"/>
          </a:p>
        </p:txBody>
      </p:sp>
    </p:spTree>
    <p:extLst>
      <p:ext uri="{BB962C8B-B14F-4D97-AF65-F5344CB8AC3E}">
        <p14:creationId xmlns:p14="http://schemas.microsoft.com/office/powerpoint/2010/main" val="364958600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79</a:t>
            </a:fld>
            <a:endParaRPr lang="zh-CN" altLang="en-US"/>
          </a:p>
        </p:txBody>
      </p:sp>
    </p:spTree>
    <p:extLst>
      <p:ext uri="{BB962C8B-B14F-4D97-AF65-F5344CB8AC3E}">
        <p14:creationId xmlns:p14="http://schemas.microsoft.com/office/powerpoint/2010/main" val="187179923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80</a:t>
            </a:fld>
            <a:endParaRPr lang="zh-CN" altLang="en-US"/>
          </a:p>
        </p:txBody>
      </p:sp>
    </p:spTree>
    <p:extLst>
      <p:ext uri="{BB962C8B-B14F-4D97-AF65-F5344CB8AC3E}">
        <p14:creationId xmlns:p14="http://schemas.microsoft.com/office/powerpoint/2010/main" val="327508643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81</a:t>
            </a:fld>
            <a:endParaRPr lang="zh-CN" altLang="en-US"/>
          </a:p>
        </p:txBody>
      </p:sp>
    </p:spTree>
    <p:extLst>
      <p:ext uri="{BB962C8B-B14F-4D97-AF65-F5344CB8AC3E}">
        <p14:creationId xmlns:p14="http://schemas.microsoft.com/office/powerpoint/2010/main" val="351276550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82</a:t>
            </a:fld>
            <a:endParaRPr lang="zh-CN" altLang="en-US"/>
          </a:p>
        </p:txBody>
      </p:sp>
    </p:spTree>
    <p:extLst>
      <p:ext uri="{BB962C8B-B14F-4D97-AF65-F5344CB8AC3E}">
        <p14:creationId xmlns:p14="http://schemas.microsoft.com/office/powerpoint/2010/main" val="185781706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83</a:t>
            </a:fld>
            <a:endParaRPr lang="zh-CN" altLang="en-US"/>
          </a:p>
        </p:txBody>
      </p:sp>
    </p:spTree>
    <p:extLst>
      <p:ext uri="{BB962C8B-B14F-4D97-AF65-F5344CB8AC3E}">
        <p14:creationId xmlns:p14="http://schemas.microsoft.com/office/powerpoint/2010/main" val="418236435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84</a:t>
            </a:fld>
            <a:endParaRPr lang="zh-CN" altLang="en-US"/>
          </a:p>
        </p:txBody>
      </p:sp>
    </p:spTree>
    <p:extLst>
      <p:ext uri="{BB962C8B-B14F-4D97-AF65-F5344CB8AC3E}">
        <p14:creationId xmlns:p14="http://schemas.microsoft.com/office/powerpoint/2010/main" val="69833589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85</a:t>
            </a:fld>
            <a:endParaRPr lang="zh-CN" altLang="en-US"/>
          </a:p>
        </p:txBody>
      </p:sp>
    </p:spTree>
    <p:extLst>
      <p:ext uri="{BB962C8B-B14F-4D97-AF65-F5344CB8AC3E}">
        <p14:creationId xmlns:p14="http://schemas.microsoft.com/office/powerpoint/2010/main" val="187814018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86</a:t>
            </a:fld>
            <a:endParaRPr lang="zh-CN" altLang="en-US"/>
          </a:p>
        </p:txBody>
      </p:sp>
    </p:spTree>
    <p:extLst>
      <p:ext uri="{BB962C8B-B14F-4D97-AF65-F5344CB8AC3E}">
        <p14:creationId xmlns:p14="http://schemas.microsoft.com/office/powerpoint/2010/main" val="402918607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87</a:t>
            </a:fld>
            <a:endParaRPr lang="zh-CN" altLang="en-US"/>
          </a:p>
        </p:txBody>
      </p:sp>
    </p:spTree>
    <p:extLst>
      <p:ext uri="{BB962C8B-B14F-4D97-AF65-F5344CB8AC3E}">
        <p14:creationId xmlns:p14="http://schemas.microsoft.com/office/powerpoint/2010/main" val="357407239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F7E13EF-56DF-477F-9799-2CC6E8A63DC6}" type="slidenum">
              <a:rPr lang="zh-CN" altLang="en-US" smtClean="0"/>
              <a:t>88</a:t>
            </a:fld>
            <a:endParaRPr lang="zh-CN" altLang="en-US"/>
          </a:p>
        </p:txBody>
      </p:sp>
    </p:spTree>
    <p:extLst>
      <p:ext uri="{BB962C8B-B14F-4D97-AF65-F5344CB8AC3E}">
        <p14:creationId xmlns:p14="http://schemas.microsoft.com/office/powerpoint/2010/main" val="313329520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99</a:t>
            </a:fld>
            <a:endParaRPr lang="zh-CN" altLang="en-US"/>
          </a:p>
        </p:txBody>
      </p:sp>
    </p:spTree>
    <p:extLst>
      <p:ext uri="{BB962C8B-B14F-4D97-AF65-F5344CB8AC3E}">
        <p14:creationId xmlns:p14="http://schemas.microsoft.com/office/powerpoint/2010/main" val="297770476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100</a:t>
            </a:fld>
            <a:endParaRPr lang="zh-CN" altLang="en-US"/>
          </a:p>
        </p:txBody>
      </p:sp>
    </p:spTree>
    <p:extLst>
      <p:ext uri="{BB962C8B-B14F-4D97-AF65-F5344CB8AC3E}">
        <p14:creationId xmlns:p14="http://schemas.microsoft.com/office/powerpoint/2010/main" val="102887770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101</a:t>
            </a:fld>
            <a:endParaRPr lang="zh-CN" altLang="en-US"/>
          </a:p>
        </p:txBody>
      </p:sp>
    </p:spTree>
    <p:extLst>
      <p:ext uri="{BB962C8B-B14F-4D97-AF65-F5344CB8AC3E}">
        <p14:creationId xmlns:p14="http://schemas.microsoft.com/office/powerpoint/2010/main" val="320318637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102</a:t>
            </a:fld>
            <a:endParaRPr lang="zh-CN" altLang="en-US"/>
          </a:p>
        </p:txBody>
      </p:sp>
    </p:spTree>
    <p:extLst>
      <p:ext uri="{BB962C8B-B14F-4D97-AF65-F5344CB8AC3E}">
        <p14:creationId xmlns:p14="http://schemas.microsoft.com/office/powerpoint/2010/main" val="24891841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103</a:t>
            </a:fld>
            <a:endParaRPr lang="zh-CN" altLang="en-US"/>
          </a:p>
        </p:txBody>
      </p:sp>
    </p:spTree>
    <p:extLst>
      <p:ext uri="{BB962C8B-B14F-4D97-AF65-F5344CB8AC3E}">
        <p14:creationId xmlns:p14="http://schemas.microsoft.com/office/powerpoint/2010/main" val="419922971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104</a:t>
            </a:fld>
            <a:endParaRPr lang="zh-CN" altLang="en-US"/>
          </a:p>
        </p:txBody>
      </p:sp>
    </p:spTree>
    <p:extLst>
      <p:ext uri="{BB962C8B-B14F-4D97-AF65-F5344CB8AC3E}">
        <p14:creationId xmlns:p14="http://schemas.microsoft.com/office/powerpoint/2010/main" val="228291795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105</a:t>
            </a:fld>
            <a:endParaRPr lang="zh-CN" altLang="en-US"/>
          </a:p>
        </p:txBody>
      </p:sp>
    </p:spTree>
    <p:extLst>
      <p:ext uri="{BB962C8B-B14F-4D97-AF65-F5344CB8AC3E}">
        <p14:creationId xmlns:p14="http://schemas.microsoft.com/office/powerpoint/2010/main" val="41879694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106</a:t>
            </a:fld>
            <a:endParaRPr lang="zh-CN" altLang="en-US"/>
          </a:p>
        </p:txBody>
      </p:sp>
    </p:spTree>
    <p:extLst>
      <p:ext uri="{BB962C8B-B14F-4D97-AF65-F5344CB8AC3E}">
        <p14:creationId xmlns:p14="http://schemas.microsoft.com/office/powerpoint/2010/main" val="160084944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107</a:t>
            </a:fld>
            <a:endParaRPr lang="zh-CN" altLang="en-US"/>
          </a:p>
        </p:txBody>
      </p:sp>
    </p:spTree>
    <p:extLst>
      <p:ext uri="{BB962C8B-B14F-4D97-AF65-F5344CB8AC3E}">
        <p14:creationId xmlns:p14="http://schemas.microsoft.com/office/powerpoint/2010/main" val="164054701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108</a:t>
            </a:fld>
            <a:endParaRPr lang="zh-CN" altLang="en-US"/>
          </a:p>
        </p:txBody>
      </p:sp>
    </p:spTree>
    <p:extLst>
      <p:ext uri="{BB962C8B-B14F-4D97-AF65-F5344CB8AC3E}">
        <p14:creationId xmlns:p14="http://schemas.microsoft.com/office/powerpoint/2010/main" val="220314809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109</a:t>
            </a:fld>
            <a:endParaRPr lang="zh-CN" altLang="en-US"/>
          </a:p>
        </p:txBody>
      </p:sp>
    </p:spTree>
    <p:extLst>
      <p:ext uri="{BB962C8B-B14F-4D97-AF65-F5344CB8AC3E}">
        <p14:creationId xmlns:p14="http://schemas.microsoft.com/office/powerpoint/2010/main" val="411329054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110</a:t>
            </a:fld>
            <a:endParaRPr lang="zh-CN" altLang="en-US"/>
          </a:p>
        </p:txBody>
      </p:sp>
    </p:spTree>
    <p:extLst>
      <p:ext uri="{BB962C8B-B14F-4D97-AF65-F5344CB8AC3E}">
        <p14:creationId xmlns:p14="http://schemas.microsoft.com/office/powerpoint/2010/main" val="213726613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111</a:t>
            </a:fld>
            <a:endParaRPr lang="zh-CN" altLang="en-US"/>
          </a:p>
        </p:txBody>
      </p:sp>
    </p:spTree>
    <p:extLst>
      <p:ext uri="{BB962C8B-B14F-4D97-AF65-F5344CB8AC3E}">
        <p14:creationId xmlns:p14="http://schemas.microsoft.com/office/powerpoint/2010/main" val="201591921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112</a:t>
            </a:fld>
            <a:endParaRPr lang="zh-CN" altLang="en-US"/>
          </a:p>
        </p:txBody>
      </p:sp>
    </p:spTree>
    <p:extLst>
      <p:ext uri="{BB962C8B-B14F-4D97-AF65-F5344CB8AC3E}">
        <p14:creationId xmlns:p14="http://schemas.microsoft.com/office/powerpoint/2010/main" val="93417602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113</a:t>
            </a:fld>
            <a:endParaRPr lang="zh-CN" altLang="en-US"/>
          </a:p>
        </p:txBody>
      </p:sp>
    </p:spTree>
    <p:extLst>
      <p:ext uri="{BB962C8B-B14F-4D97-AF65-F5344CB8AC3E}">
        <p14:creationId xmlns:p14="http://schemas.microsoft.com/office/powerpoint/2010/main" val="272620232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114</a:t>
            </a:fld>
            <a:endParaRPr lang="zh-CN" altLang="en-US"/>
          </a:p>
        </p:txBody>
      </p:sp>
    </p:spTree>
    <p:extLst>
      <p:ext uri="{BB962C8B-B14F-4D97-AF65-F5344CB8AC3E}">
        <p14:creationId xmlns:p14="http://schemas.microsoft.com/office/powerpoint/2010/main" val="208992926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115</a:t>
            </a:fld>
            <a:endParaRPr lang="zh-CN" altLang="en-US"/>
          </a:p>
        </p:txBody>
      </p:sp>
    </p:spTree>
    <p:extLst>
      <p:ext uri="{BB962C8B-B14F-4D97-AF65-F5344CB8AC3E}">
        <p14:creationId xmlns:p14="http://schemas.microsoft.com/office/powerpoint/2010/main" val="141956046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116</a:t>
            </a:fld>
            <a:endParaRPr lang="zh-CN" altLang="en-US"/>
          </a:p>
        </p:txBody>
      </p:sp>
    </p:spTree>
    <p:extLst>
      <p:ext uri="{BB962C8B-B14F-4D97-AF65-F5344CB8AC3E}">
        <p14:creationId xmlns:p14="http://schemas.microsoft.com/office/powerpoint/2010/main" val="198850990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117</a:t>
            </a:fld>
            <a:endParaRPr lang="zh-CN" altLang="en-US"/>
          </a:p>
        </p:txBody>
      </p:sp>
    </p:spTree>
    <p:extLst>
      <p:ext uri="{BB962C8B-B14F-4D97-AF65-F5344CB8AC3E}">
        <p14:creationId xmlns:p14="http://schemas.microsoft.com/office/powerpoint/2010/main" val="154480657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4C819F8-A4CB-48C2-AA45-0E4078537C1C}" type="slidenum">
              <a:rPr lang="zh-CN" altLang="en-US" smtClean="0"/>
              <a:t>118</a:t>
            </a:fld>
            <a:endParaRPr lang="zh-CN" altLang="en-US"/>
          </a:p>
        </p:txBody>
      </p:sp>
    </p:spTree>
    <p:extLst>
      <p:ext uri="{BB962C8B-B14F-4D97-AF65-F5344CB8AC3E}">
        <p14:creationId xmlns:p14="http://schemas.microsoft.com/office/powerpoint/2010/main" val="6154501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47BAE28C-3D3E-4DF5-86CA-388958D9FF29}" type="slidenum">
              <a:rPr lang="zh-CN" altLang="en-US" smtClean="0">
                <a:solidFill>
                  <a:prstClr val="black"/>
                </a:solidFill>
              </a:rPr>
              <a:pPr>
                <a:defRPr/>
              </a:pPr>
              <a:t>119</a:t>
            </a:fld>
            <a:endParaRPr lang="zh-CN" altLang="en-US">
              <a:solidFill>
                <a:prstClr val="black"/>
              </a:solidFill>
            </a:endParaRPr>
          </a:p>
        </p:txBody>
      </p:sp>
    </p:spTree>
    <p:extLst>
      <p:ext uri="{BB962C8B-B14F-4D97-AF65-F5344CB8AC3E}">
        <p14:creationId xmlns:p14="http://schemas.microsoft.com/office/powerpoint/2010/main" val="60766408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D887AAF-E751-4D28-9652-CB887639EB47}" type="slidenum">
              <a:rPr lang="zh-CN" altLang="en-US" smtClean="0"/>
              <a:pPr/>
              <a:t>120</a:t>
            </a:fld>
            <a:endParaRPr lang="zh-CN" altLang="en-US"/>
          </a:p>
        </p:txBody>
      </p:sp>
    </p:spTree>
    <p:extLst>
      <p:ext uri="{BB962C8B-B14F-4D97-AF65-F5344CB8AC3E}">
        <p14:creationId xmlns:p14="http://schemas.microsoft.com/office/powerpoint/2010/main" val="72864315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en-US"/>
          </a:p>
        </p:txBody>
      </p:sp>
      <p:sp>
        <p:nvSpPr>
          <p:cNvPr id="4" name="灯片编号占位符 3"/>
          <p:cNvSpPr>
            <a:spLocks noGrp="1"/>
          </p:cNvSpPr>
          <p:nvPr>
            <p:ph type="sldNum" sz="quarter" idx="10"/>
          </p:nvPr>
        </p:nvSpPr>
        <p:spPr/>
        <p:txBody>
          <a:bodyPr/>
          <a:lstStyle/>
          <a:p>
            <a:fld id="{4AE1D939-3E60-4063-B05E-56844F97CE60}" type="slidenum">
              <a:rPr lang="zh-CN" altLang="en-US" smtClean="0"/>
              <a:pPr/>
              <a:t>121</a:t>
            </a:fld>
            <a:endParaRPr lang="zh-CN" altLang="en-US"/>
          </a:p>
        </p:txBody>
      </p:sp>
    </p:spTree>
    <p:extLst>
      <p:ext uri="{BB962C8B-B14F-4D97-AF65-F5344CB8AC3E}">
        <p14:creationId xmlns:p14="http://schemas.microsoft.com/office/powerpoint/2010/main" val="213294977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122</a:t>
            </a:fld>
            <a:endParaRPr lang="zh-CN" altLang="en-US"/>
          </a:p>
        </p:txBody>
      </p:sp>
    </p:spTree>
    <p:extLst>
      <p:ext uri="{BB962C8B-B14F-4D97-AF65-F5344CB8AC3E}">
        <p14:creationId xmlns:p14="http://schemas.microsoft.com/office/powerpoint/2010/main" val="117656395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C18C319-592B-4604-8379-677AD2D98A71}" type="slidenum">
              <a:rPr lang="zh-CN" altLang="en-US" smtClean="0"/>
              <a:pPr/>
              <a:t>124</a:t>
            </a:fld>
            <a:endParaRPr lang="zh-CN" altLang="en-US"/>
          </a:p>
        </p:txBody>
      </p:sp>
    </p:spTree>
    <p:extLst>
      <p:ext uri="{BB962C8B-B14F-4D97-AF65-F5344CB8AC3E}">
        <p14:creationId xmlns:p14="http://schemas.microsoft.com/office/powerpoint/2010/main" val="71985420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2286000" y="514350"/>
            <a:ext cx="4572000" cy="257175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en-US"/>
              <a:t>My First Template</a:t>
            </a:r>
            <a:endParaRPr lang="en-US" dirty="0"/>
          </a:p>
        </p:txBody>
      </p:sp>
    </p:spTree>
    <p:extLst>
      <p:ext uri="{BB962C8B-B14F-4D97-AF65-F5344CB8AC3E}">
        <p14:creationId xmlns:p14="http://schemas.microsoft.com/office/powerpoint/2010/main" val="185351685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FC76F9F1-7794-4FA1-8122-841A3B882CCA}" type="slidenum">
              <a:rPr lang="zh-CN" altLang="en-US" smtClean="0"/>
              <a:pPr/>
              <a:t>126</a:t>
            </a:fld>
            <a:endParaRPr lang="zh-CN" altLang="en-US"/>
          </a:p>
        </p:txBody>
      </p:sp>
    </p:spTree>
    <p:extLst>
      <p:ext uri="{BB962C8B-B14F-4D97-AF65-F5344CB8AC3E}">
        <p14:creationId xmlns:p14="http://schemas.microsoft.com/office/powerpoint/2010/main" val="44806335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127</a:t>
            </a:fld>
            <a:endParaRPr lang="zh-CN" altLang="en-US"/>
          </a:p>
        </p:txBody>
      </p:sp>
    </p:spTree>
    <p:extLst>
      <p:ext uri="{BB962C8B-B14F-4D97-AF65-F5344CB8AC3E}">
        <p14:creationId xmlns:p14="http://schemas.microsoft.com/office/powerpoint/2010/main" val="196090910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D6B569D-5846-405D-B3A8-120868F6DA68}" type="slidenum">
              <a:rPr lang="zh-CN" altLang="en-US" smtClean="0"/>
              <a:pPr/>
              <a:t>129</a:t>
            </a:fld>
            <a:endParaRPr lang="zh-CN" altLang="en-US"/>
          </a:p>
        </p:txBody>
      </p:sp>
    </p:spTree>
    <p:extLst>
      <p:ext uri="{BB962C8B-B14F-4D97-AF65-F5344CB8AC3E}">
        <p14:creationId xmlns:p14="http://schemas.microsoft.com/office/powerpoint/2010/main" val="415298903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5432CAF-49F6-421F-9490-E47DD0DF80AB}" type="slidenum">
              <a:rPr lang="zh-CN" altLang="en-US" smtClean="0"/>
              <a:pPr/>
              <a:t>130</a:t>
            </a:fld>
            <a:endParaRPr lang="zh-CN" altLang="en-US"/>
          </a:p>
        </p:txBody>
      </p:sp>
    </p:spTree>
    <p:extLst>
      <p:ext uri="{BB962C8B-B14F-4D97-AF65-F5344CB8AC3E}">
        <p14:creationId xmlns:p14="http://schemas.microsoft.com/office/powerpoint/2010/main" val="289368108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131</a:t>
            </a:fld>
            <a:endParaRPr lang="zh-CN" altLang="en-US"/>
          </a:p>
        </p:txBody>
      </p:sp>
    </p:spTree>
    <p:extLst>
      <p:ext uri="{BB962C8B-B14F-4D97-AF65-F5344CB8AC3E}">
        <p14:creationId xmlns:p14="http://schemas.microsoft.com/office/powerpoint/2010/main" val="129284606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138</a:t>
            </a:fld>
            <a:endParaRPr lang="zh-CN" altLang="en-US"/>
          </a:p>
        </p:txBody>
      </p:sp>
    </p:spTree>
    <p:extLst>
      <p:ext uri="{BB962C8B-B14F-4D97-AF65-F5344CB8AC3E}">
        <p14:creationId xmlns:p14="http://schemas.microsoft.com/office/powerpoint/2010/main" val="428074320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139</a:t>
            </a:fld>
            <a:endParaRPr lang="zh-CN" altLang="en-US"/>
          </a:p>
        </p:txBody>
      </p:sp>
    </p:spTree>
    <p:extLst>
      <p:ext uri="{BB962C8B-B14F-4D97-AF65-F5344CB8AC3E}">
        <p14:creationId xmlns:p14="http://schemas.microsoft.com/office/powerpoint/2010/main" val="19549842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140</a:t>
            </a:fld>
            <a:endParaRPr lang="zh-CN" altLang="en-US"/>
          </a:p>
        </p:txBody>
      </p:sp>
    </p:spTree>
    <p:extLst>
      <p:ext uri="{BB962C8B-B14F-4D97-AF65-F5344CB8AC3E}">
        <p14:creationId xmlns:p14="http://schemas.microsoft.com/office/powerpoint/2010/main" val="23236502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141</a:t>
            </a:fld>
            <a:endParaRPr lang="zh-CN" altLang="en-US"/>
          </a:p>
        </p:txBody>
      </p:sp>
    </p:spTree>
    <p:extLst>
      <p:ext uri="{BB962C8B-B14F-4D97-AF65-F5344CB8AC3E}">
        <p14:creationId xmlns:p14="http://schemas.microsoft.com/office/powerpoint/2010/main" val="272247258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142</a:t>
            </a:fld>
            <a:endParaRPr lang="zh-CN" altLang="en-US"/>
          </a:p>
        </p:txBody>
      </p:sp>
    </p:spTree>
    <p:extLst>
      <p:ext uri="{BB962C8B-B14F-4D97-AF65-F5344CB8AC3E}">
        <p14:creationId xmlns:p14="http://schemas.microsoft.com/office/powerpoint/2010/main" val="121577265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143</a:t>
            </a:fld>
            <a:endParaRPr lang="zh-CN" altLang="en-US"/>
          </a:p>
        </p:txBody>
      </p:sp>
    </p:spTree>
    <p:extLst>
      <p:ext uri="{BB962C8B-B14F-4D97-AF65-F5344CB8AC3E}">
        <p14:creationId xmlns:p14="http://schemas.microsoft.com/office/powerpoint/2010/main" val="221034551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144</a:t>
            </a:fld>
            <a:endParaRPr lang="zh-CN" altLang="en-US"/>
          </a:p>
        </p:txBody>
      </p:sp>
    </p:spTree>
    <p:extLst>
      <p:ext uri="{BB962C8B-B14F-4D97-AF65-F5344CB8AC3E}">
        <p14:creationId xmlns:p14="http://schemas.microsoft.com/office/powerpoint/2010/main" val="423151853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145</a:t>
            </a:fld>
            <a:endParaRPr lang="zh-CN" altLang="en-US"/>
          </a:p>
        </p:txBody>
      </p:sp>
    </p:spTree>
    <p:extLst>
      <p:ext uri="{BB962C8B-B14F-4D97-AF65-F5344CB8AC3E}">
        <p14:creationId xmlns:p14="http://schemas.microsoft.com/office/powerpoint/2010/main" val="287246682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146</a:t>
            </a:fld>
            <a:endParaRPr lang="zh-CN" altLang="en-US"/>
          </a:p>
        </p:txBody>
      </p:sp>
    </p:spTree>
    <p:extLst>
      <p:ext uri="{BB962C8B-B14F-4D97-AF65-F5344CB8AC3E}">
        <p14:creationId xmlns:p14="http://schemas.microsoft.com/office/powerpoint/2010/main" val="42256423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0027EFA-29CC-A246-980C-45E8B3219095}" type="slidenum">
              <a:rPr lang="en-US" smtClean="0"/>
              <a:t>147</a:t>
            </a:fld>
            <a:endParaRPr lang="en-US"/>
          </a:p>
        </p:txBody>
      </p:sp>
    </p:spTree>
    <p:extLst>
      <p:ext uri="{BB962C8B-B14F-4D97-AF65-F5344CB8AC3E}">
        <p14:creationId xmlns:p14="http://schemas.microsoft.com/office/powerpoint/2010/main" val="161573947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0027EFA-29CC-A246-980C-45E8B3219095}" type="slidenum">
              <a:rPr lang="en-US" smtClean="0"/>
              <a:t>148</a:t>
            </a:fld>
            <a:endParaRPr lang="en-US"/>
          </a:p>
        </p:txBody>
      </p:sp>
    </p:spTree>
    <p:extLst>
      <p:ext uri="{BB962C8B-B14F-4D97-AF65-F5344CB8AC3E}">
        <p14:creationId xmlns:p14="http://schemas.microsoft.com/office/powerpoint/2010/main" val="235311326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149</a:t>
            </a:fld>
            <a:endParaRPr lang="zh-CN" altLang="en-US"/>
          </a:p>
        </p:txBody>
      </p:sp>
    </p:spTree>
    <p:extLst>
      <p:ext uri="{BB962C8B-B14F-4D97-AF65-F5344CB8AC3E}">
        <p14:creationId xmlns:p14="http://schemas.microsoft.com/office/powerpoint/2010/main" val="121247227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150</a:t>
            </a:fld>
            <a:endParaRPr lang="zh-CN" altLang="en-US"/>
          </a:p>
        </p:txBody>
      </p:sp>
    </p:spTree>
    <p:extLst>
      <p:ext uri="{BB962C8B-B14F-4D97-AF65-F5344CB8AC3E}">
        <p14:creationId xmlns:p14="http://schemas.microsoft.com/office/powerpoint/2010/main" val="221414528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151</a:t>
            </a:fld>
            <a:endParaRPr lang="zh-CN" altLang="en-US"/>
          </a:p>
        </p:txBody>
      </p:sp>
    </p:spTree>
    <p:extLst>
      <p:ext uri="{BB962C8B-B14F-4D97-AF65-F5344CB8AC3E}">
        <p14:creationId xmlns:p14="http://schemas.microsoft.com/office/powerpoint/2010/main" val="272980393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80237FDA-BEE9-452D-89F1-0B6E0B908AD8}" type="slidenum">
              <a:rPr lang="zh-CN" altLang="en-US" smtClean="0"/>
              <a:t>152</a:t>
            </a:fld>
            <a:endParaRPr lang="zh-CN" altLang="en-US"/>
          </a:p>
        </p:txBody>
      </p:sp>
    </p:spTree>
    <p:extLst>
      <p:ext uri="{BB962C8B-B14F-4D97-AF65-F5344CB8AC3E}">
        <p14:creationId xmlns:p14="http://schemas.microsoft.com/office/powerpoint/2010/main" val="108938201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Rectangle 2"/>
          <p:cNvSpPr>
            <a:spLocks noGrp="1" noRot="1" noChangeAspect="1" noTextEdit="1"/>
          </p:cNvSpPr>
          <p:nvPr>
            <p:ph type="sldImg"/>
          </p:nvPr>
        </p:nvSpPr>
        <p:spPr bwMode="auto">
          <a:noFill/>
          <a:ln>
            <a:solidFill>
              <a:srgbClr val="000000"/>
            </a:solidFill>
            <a:miter lim="800000"/>
            <a:headEnd/>
            <a:tailEnd/>
          </a:ln>
        </p:spPr>
      </p:sp>
      <p:sp>
        <p:nvSpPr>
          <p:cNvPr id="14338" name="Rectangle 3"/>
          <p:cNvSpPr>
            <a:spLocks noGrp="1"/>
          </p:cNvSpPr>
          <p:nvPr>
            <p:ph type="body" idx="1"/>
          </p:nvPr>
        </p:nvSpPr>
        <p:spPr bwMode="auto">
          <a:noFill/>
        </p:spPr>
        <p:txBody>
          <a:bodyPr wrap="square"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86322776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B5ACECF-13A4-49C3-B819-E09F9EC134DA}" type="slidenum">
              <a:rPr lang="zh-CN" altLang="en-US" smtClean="0"/>
              <a:t>156</a:t>
            </a:fld>
            <a:endParaRPr lang="zh-CN" altLang="en-US"/>
          </a:p>
        </p:txBody>
      </p:sp>
    </p:spTree>
    <p:extLst>
      <p:ext uri="{BB962C8B-B14F-4D97-AF65-F5344CB8AC3E}">
        <p14:creationId xmlns:p14="http://schemas.microsoft.com/office/powerpoint/2010/main" val="1463645472"/>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Rectangle 2"/>
          <p:cNvSpPr>
            <a:spLocks noGrp="1" noRot="1" noChangeAspect="1" noTextEdit="1"/>
          </p:cNvSpPr>
          <p:nvPr>
            <p:ph type="sldImg"/>
          </p:nvPr>
        </p:nvSpPr>
        <p:spPr bwMode="auto">
          <a:noFill/>
          <a:ln>
            <a:solidFill>
              <a:srgbClr val="000000"/>
            </a:solidFill>
            <a:miter lim="800000"/>
            <a:headEnd/>
            <a:tailEnd/>
          </a:ln>
        </p:spPr>
      </p:sp>
      <p:sp>
        <p:nvSpPr>
          <p:cNvPr id="8194" name="Rectangle 3"/>
          <p:cNvSpPr>
            <a:spLocks noGrp="1"/>
          </p:cNvSpPr>
          <p:nvPr>
            <p:ph type="body" idx="1"/>
          </p:nvPr>
        </p:nvSpPr>
        <p:spPr bwMode="auto">
          <a:noFill/>
        </p:spPr>
        <p:txBody>
          <a:bodyPr wrap="square"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63339457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Rectangle 2"/>
          <p:cNvSpPr>
            <a:spLocks noGrp="1" noRot="1" noChangeAspect="1" noTextEdit="1"/>
          </p:cNvSpPr>
          <p:nvPr>
            <p:ph type="sldImg"/>
          </p:nvPr>
        </p:nvSpPr>
        <p:spPr bwMode="auto">
          <a:noFill/>
          <a:ln>
            <a:solidFill>
              <a:srgbClr val="000000"/>
            </a:solidFill>
            <a:miter lim="800000"/>
            <a:headEnd/>
            <a:tailEnd/>
          </a:ln>
        </p:spPr>
      </p:sp>
      <p:sp>
        <p:nvSpPr>
          <p:cNvPr id="14338" name="Rectangle 3"/>
          <p:cNvSpPr>
            <a:spLocks noGrp="1"/>
          </p:cNvSpPr>
          <p:nvPr>
            <p:ph type="body" idx="1"/>
          </p:nvPr>
        </p:nvSpPr>
        <p:spPr bwMode="auto">
          <a:noFill/>
        </p:spPr>
        <p:txBody>
          <a:bodyPr wrap="square"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50443461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en-US"/>
              <a:t>My First Template</a:t>
            </a:r>
            <a:endParaRPr lang="en-US" dirty="0"/>
          </a:p>
        </p:txBody>
      </p:sp>
    </p:spTree>
    <p:extLst>
      <p:ext uri="{BB962C8B-B14F-4D97-AF65-F5344CB8AC3E}">
        <p14:creationId xmlns:p14="http://schemas.microsoft.com/office/powerpoint/2010/main" val="392770293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165</a:t>
            </a:fld>
            <a:endParaRPr lang="zh-CN" altLang="en-US"/>
          </a:p>
        </p:txBody>
      </p:sp>
    </p:spTree>
    <p:extLst>
      <p:ext uri="{BB962C8B-B14F-4D97-AF65-F5344CB8AC3E}">
        <p14:creationId xmlns:p14="http://schemas.microsoft.com/office/powerpoint/2010/main" val="282073177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pPr/>
              <a:t>167</a:t>
            </a:fld>
            <a:endParaRPr lang="zh-CN" altLang="en-US"/>
          </a:p>
        </p:txBody>
      </p:sp>
    </p:spTree>
    <p:extLst>
      <p:ext uri="{BB962C8B-B14F-4D97-AF65-F5344CB8AC3E}">
        <p14:creationId xmlns:p14="http://schemas.microsoft.com/office/powerpoint/2010/main" val="165712968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Rectangle 2"/>
          <p:cNvSpPr>
            <a:spLocks noGrp="1" noRot="1" noChangeAspect="1" noTextEdit="1"/>
          </p:cNvSpPr>
          <p:nvPr>
            <p:ph type="sldImg"/>
          </p:nvPr>
        </p:nvSpPr>
        <p:spPr bwMode="auto">
          <a:noFill/>
          <a:ln>
            <a:solidFill>
              <a:srgbClr val="000000"/>
            </a:solidFill>
            <a:miter lim="800000"/>
            <a:headEnd/>
            <a:tailEnd/>
          </a:ln>
        </p:spPr>
      </p:sp>
      <p:sp>
        <p:nvSpPr>
          <p:cNvPr id="14338" name="Rectangle 3"/>
          <p:cNvSpPr>
            <a:spLocks noGrp="1"/>
          </p:cNvSpPr>
          <p:nvPr>
            <p:ph type="body" idx="1"/>
          </p:nvPr>
        </p:nvSpPr>
        <p:spPr bwMode="auto">
          <a:noFill/>
        </p:spPr>
        <p:txBody>
          <a:bodyPr wrap="square"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55611036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solidFill>
                  <a:prstClr val="black"/>
                </a:solidFill>
              </a:rPr>
              <a:pPr/>
              <a:t>186</a:t>
            </a:fld>
            <a:endParaRPr lang="zh-CN" altLang="en-US">
              <a:solidFill>
                <a:prstClr val="black"/>
              </a:solidFill>
            </a:endParaRPr>
          </a:p>
        </p:txBody>
      </p:sp>
    </p:spTree>
    <p:extLst>
      <p:ext uri="{BB962C8B-B14F-4D97-AF65-F5344CB8AC3E}">
        <p14:creationId xmlns:p14="http://schemas.microsoft.com/office/powerpoint/2010/main" val="136696561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solidFill>
                  <a:prstClr val="black"/>
                </a:solidFill>
              </a:rPr>
              <a:pPr/>
              <a:t>187</a:t>
            </a:fld>
            <a:endParaRPr lang="en-GB">
              <a:solidFill>
                <a:prstClr val="black"/>
              </a:solidFill>
            </a:endParaRPr>
          </a:p>
        </p:txBody>
      </p:sp>
    </p:spTree>
    <p:extLst>
      <p:ext uri="{BB962C8B-B14F-4D97-AF65-F5344CB8AC3E}">
        <p14:creationId xmlns:p14="http://schemas.microsoft.com/office/powerpoint/2010/main" val="8864078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solidFill>
                  <a:prstClr val="black"/>
                </a:solidFill>
              </a:rPr>
              <a:pPr/>
              <a:t>188</a:t>
            </a:fld>
            <a:endParaRPr lang="en-GB">
              <a:solidFill>
                <a:prstClr val="black"/>
              </a:solidFill>
            </a:endParaRPr>
          </a:p>
        </p:txBody>
      </p:sp>
    </p:spTree>
    <p:extLst>
      <p:ext uri="{BB962C8B-B14F-4D97-AF65-F5344CB8AC3E}">
        <p14:creationId xmlns:p14="http://schemas.microsoft.com/office/powerpoint/2010/main" val="247298330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solidFill>
                  <a:prstClr val="black"/>
                </a:solidFill>
              </a:rPr>
              <a:pPr/>
              <a:t>189</a:t>
            </a:fld>
            <a:endParaRPr lang="zh-CN" altLang="en-US">
              <a:solidFill>
                <a:prstClr val="black"/>
              </a:solidFill>
            </a:endParaRPr>
          </a:p>
        </p:txBody>
      </p:sp>
    </p:spTree>
    <p:extLst>
      <p:ext uri="{BB962C8B-B14F-4D97-AF65-F5344CB8AC3E}">
        <p14:creationId xmlns:p14="http://schemas.microsoft.com/office/powerpoint/2010/main" val="74959236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6B02EC-97C0-4E19-AA45-E904FCC1D11E}" type="slidenum">
              <a:rPr lang="en-GB" smtClean="0">
                <a:solidFill>
                  <a:prstClr val="black"/>
                </a:solidFill>
              </a:rPr>
              <a:pPr/>
              <a:t>190</a:t>
            </a:fld>
            <a:endParaRPr lang="en-GB">
              <a:solidFill>
                <a:prstClr val="black"/>
              </a:solidFill>
            </a:endParaRPr>
          </a:p>
        </p:txBody>
      </p:sp>
    </p:spTree>
    <p:extLst>
      <p:ext uri="{BB962C8B-B14F-4D97-AF65-F5344CB8AC3E}">
        <p14:creationId xmlns:p14="http://schemas.microsoft.com/office/powerpoint/2010/main" val="1029578059"/>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solidFill>
                  <a:prstClr val="black"/>
                </a:solidFill>
              </a:rPr>
              <a:pPr/>
              <a:t>191</a:t>
            </a:fld>
            <a:endParaRPr lang="zh-CN" altLang="en-US">
              <a:solidFill>
                <a:prstClr val="black"/>
              </a:solidFill>
            </a:endParaRPr>
          </a:p>
        </p:txBody>
      </p:sp>
    </p:spTree>
    <p:extLst>
      <p:ext uri="{BB962C8B-B14F-4D97-AF65-F5344CB8AC3E}">
        <p14:creationId xmlns:p14="http://schemas.microsoft.com/office/powerpoint/2010/main" val="406760664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solidFill>
                  <a:prstClr val="black"/>
                </a:solidFill>
              </a:rPr>
              <a:pPr/>
              <a:t>192</a:t>
            </a:fld>
            <a:endParaRPr lang="zh-CN" altLang="en-US">
              <a:solidFill>
                <a:prstClr val="black"/>
              </a:solidFill>
            </a:endParaRPr>
          </a:p>
        </p:txBody>
      </p:sp>
    </p:spTree>
    <p:extLst>
      <p:ext uri="{BB962C8B-B14F-4D97-AF65-F5344CB8AC3E}">
        <p14:creationId xmlns:p14="http://schemas.microsoft.com/office/powerpoint/2010/main" val="311316398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solidFill>
                  <a:prstClr val="black"/>
                </a:solidFill>
              </a:rPr>
              <a:pPr/>
              <a:t>193</a:t>
            </a:fld>
            <a:endParaRPr lang="zh-CN" altLang="en-US">
              <a:solidFill>
                <a:prstClr val="black"/>
              </a:solidFill>
            </a:endParaRPr>
          </a:p>
        </p:txBody>
      </p:sp>
    </p:spTree>
    <p:extLst>
      <p:ext uri="{BB962C8B-B14F-4D97-AF65-F5344CB8AC3E}">
        <p14:creationId xmlns:p14="http://schemas.microsoft.com/office/powerpoint/2010/main" val="21729330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8F03C3-53C1-4F10-8DAF-D1F318E96C6E}" type="slidenum">
              <a:rPr lang="zh-CN" altLang="en-US" smtClean="0">
                <a:solidFill>
                  <a:prstClr val="black"/>
                </a:solidFill>
              </a:rPr>
              <a:pPr/>
              <a:t>194</a:t>
            </a:fld>
            <a:endParaRPr lang="zh-CN" altLang="en-US">
              <a:solidFill>
                <a:prstClr val="black"/>
              </a:solidFill>
            </a:endParaRPr>
          </a:p>
        </p:txBody>
      </p:sp>
    </p:spTree>
    <p:extLst>
      <p:ext uri="{BB962C8B-B14F-4D97-AF65-F5344CB8AC3E}">
        <p14:creationId xmlns:p14="http://schemas.microsoft.com/office/powerpoint/2010/main" val="186490694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195</a:t>
            </a:fld>
            <a:endParaRPr lang="zh-CN" altLang="en-US">
              <a:solidFill>
                <a:prstClr val="black"/>
              </a:solidFill>
            </a:endParaRPr>
          </a:p>
        </p:txBody>
      </p:sp>
    </p:spTree>
    <p:extLst>
      <p:ext uri="{BB962C8B-B14F-4D97-AF65-F5344CB8AC3E}">
        <p14:creationId xmlns:p14="http://schemas.microsoft.com/office/powerpoint/2010/main" val="186305986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196</a:t>
            </a:fld>
            <a:endParaRPr lang="zh-CN" altLang="en-US">
              <a:solidFill>
                <a:prstClr val="black"/>
              </a:solidFill>
            </a:endParaRPr>
          </a:p>
        </p:txBody>
      </p:sp>
    </p:spTree>
    <p:extLst>
      <p:ext uri="{BB962C8B-B14F-4D97-AF65-F5344CB8AC3E}">
        <p14:creationId xmlns:p14="http://schemas.microsoft.com/office/powerpoint/2010/main" val="22030853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197</a:t>
            </a:fld>
            <a:endParaRPr lang="zh-CN" altLang="en-US">
              <a:solidFill>
                <a:prstClr val="black"/>
              </a:solidFill>
            </a:endParaRPr>
          </a:p>
        </p:txBody>
      </p:sp>
    </p:spTree>
    <p:extLst>
      <p:ext uri="{BB962C8B-B14F-4D97-AF65-F5344CB8AC3E}">
        <p14:creationId xmlns:p14="http://schemas.microsoft.com/office/powerpoint/2010/main" val="416469407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198</a:t>
            </a:fld>
            <a:endParaRPr lang="zh-CN" altLang="en-US">
              <a:solidFill>
                <a:prstClr val="black"/>
              </a:solidFill>
            </a:endParaRPr>
          </a:p>
        </p:txBody>
      </p:sp>
    </p:spTree>
    <p:extLst>
      <p:ext uri="{BB962C8B-B14F-4D97-AF65-F5344CB8AC3E}">
        <p14:creationId xmlns:p14="http://schemas.microsoft.com/office/powerpoint/2010/main" val="150993678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199</a:t>
            </a:fld>
            <a:endParaRPr lang="zh-CN" altLang="en-US">
              <a:solidFill>
                <a:prstClr val="black"/>
              </a:solidFill>
            </a:endParaRPr>
          </a:p>
        </p:txBody>
      </p:sp>
    </p:spTree>
    <p:extLst>
      <p:ext uri="{BB962C8B-B14F-4D97-AF65-F5344CB8AC3E}">
        <p14:creationId xmlns:p14="http://schemas.microsoft.com/office/powerpoint/2010/main" val="3862198774"/>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200</a:t>
            </a:fld>
            <a:endParaRPr lang="zh-CN" altLang="en-US">
              <a:solidFill>
                <a:prstClr val="black"/>
              </a:solidFill>
            </a:endParaRPr>
          </a:p>
        </p:txBody>
      </p:sp>
    </p:spTree>
    <p:extLst>
      <p:ext uri="{BB962C8B-B14F-4D97-AF65-F5344CB8AC3E}">
        <p14:creationId xmlns:p14="http://schemas.microsoft.com/office/powerpoint/2010/main" val="282559352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201</a:t>
            </a:fld>
            <a:endParaRPr lang="zh-CN" altLang="en-US">
              <a:solidFill>
                <a:prstClr val="black"/>
              </a:solidFill>
            </a:endParaRPr>
          </a:p>
        </p:txBody>
      </p:sp>
    </p:spTree>
    <p:extLst>
      <p:ext uri="{BB962C8B-B14F-4D97-AF65-F5344CB8AC3E}">
        <p14:creationId xmlns:p14="http://schemas.microsoft.com/office/powerpoint/2010/main" val="2132152978"/>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202</a:t>
            </a:fld>
            <a:endParaRPr lang="zh-CN" altLang="en-US">
              <a:solidFill>
                <a:prstClr val="black"/>
              </a:solidFill>
            </a:endParaRPr>
          </a:p>
        </p:txBody>
      </p:sp>
    </p:spTree>
    <p:extLst>
      <p:ext uri="{BB962C8B-B14F-4D97-AF65-F5344CB8AC3E}">
        <p14:creationId xmlns:p14="http://schemas.microsoft.com/office/powerpoint/2010/main" val="10381745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203</a:t>
            </a:fld>
            <a:endParaRPr lang="zh-CN" altLang="en-US">
              <a:solidFill>
                <a:prstClr val="black"/>
              </a:solidFill>
            </a:endParaRPr>
          </a:p>
        </p:txBody>
      </p:sp>
    </p:spTree>
    <p:extLst>
      <p:ext uri="{BB962C8B-B14F-4D97-AF65-F5344CB8AC3E}">
        <p14:creationId xmlns:p14="http://schemas.microsoft.com/office/powerpoint/2010/main" val="19290027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204</a:t>
            </a:fld>
            <a:endParaRPr lang="zh-CN" altLang="en-US">
              <a:solidFill>
                <a:prstClr val="black"/>
              </a:solidFill>
            </a:endParaRPr>
          </a:p>
        </p:txBody>
      </p:sp>
    </p:spTree>
    <p:extLst>
      <p:ext uri="{BB962C8B-B14F-4D97-AF65-F5344CB8AC3E}">
        <p14:creationId xmlns:p14="http://schemas.microsoft.com/office/powerpoint/2010/main" val="275616981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205</a:t>
            </a:fld>
            <a:endParaRPr lang="zh-CN" altLang="en-US">
              <a:solidFill>
                <a:prstClr val="black"/>
              </a:solidFill>
            </a:endParaRPr>
          </a:p>
        </p:txBody>
      </p:sp>
    </p:spTree>
    <p:extLst>
      <p:ext uri="{BB962C8B-B14F-4D97-AF65-F5344CB8AC3E}">
        <p14:creationId xmlns:p14="http://schemas.microsoft.com/office/powerpoint/2010/main" val="178025048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206</a:t>
            </a:fld>
            <a:endParaRPr lang="zh-CN" altLang="en-US">
              <a:solidFill>
                <a:prstClr val="black"/>
              </a:solidFill>
            </a:endParaRPr>
          </a:p>
        </p:txBody>
      </p:sp>
    </p:spTree>
    <p:extLst>
      <p:ext uri="{BB962C8B-B14F-4D97-AF65-F5344CB8AC3E}">
        <p14:creationId xmlns:p14="http://schemas.microsoft.com/office/powerpoint/2010/main" val="34678301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207</a:t>
            </a:fld>
            <a:endParaRPr lang="zh-CN" altLang="en-US">
              <a:solidFill>
                <a:prstClr val="black"/>
              </a:solidFill>
            </a:endParaRPr>
          </a:p>
        </p:txBody>
      </p:sp>
    </p:spTree>
    <p:extLst>
      <p:ext uri="{BB962C8B-B14F-4D97-AF65-F5344CB8AC3E}">
        <p14:creationId xmlns:p14="http://schemas.microsoft.com/office/powerpoint/2010/main" val="41800900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208</a:t>
            </a:fld>
            <a:endParaRPr lang="zh-CN" altLang="en-US">
              <a:solidFill>
                <a:prstClr val="black"/>
              </a:solidFill>
            </a:endParaRPr>
          </a:p>
        </p:txBody>
      </p:sp>
    </p:spTree>
    <p:extLst>
      <p:ext uri="{BB962C8B-B14F-4D97-AF65-F5344CB8AC3E}">
        <p14:creationId xmlns:p14="http://schemas.microsoft.com/office/powerpoint/2010/main" val="224864754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209</a:t>
            </a:fld>
            <a:endParaRPr lang="zh-CN" altLang="en-US">
              <a:solidFill>
                <a:prstClr val="black"/>
              </a:solidFill>
            </a:endParaRPr>
          </a:p>
        </p:txBody>
      </p:sp>
    </p:spTree>
    <p:extLst>
      <p:ext uri="{BB962C8B-B14F-4D97-AF65-F5344CB8AC3E}">
        <p14:creationId xmlns:p14="http://schemas.microsoft.com/office/powerpoint/2010/main" val="87851752"/>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392B679-AE23-4750-8FB0-6513430B8953}" type="slidenum">
              <a:rPr lang="zh-CN" altLang="en-US" smtClean="0">
                <a:solidFill>
                  <a:prstClr val="black"/>
                </a:solidFill>
              </a:rPr>
              <a:pPr/>
              <a:t>210</a:t>
            </a:fld>
            <a:endParaRPr lang="zh-CN" altLang="en-US">
              <a:solidFill>
                <a:prstClr val="black"/>
              </a:solidFill>
            </a:endParaRPr>
          </a:p>
        </p:txBody>
      </p:sp>
    </p:spTree>
    <p:extLst>
      <p:ext uri="{BB962C8B-B14F-4D97-AF65-F5344CB8AC3E}">
        <p14:creationId xmlns:p14="http://schemas.microsoft.com/office/powerpoint/2010/main" val="32829275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3.xml"/><Relationship Id="rId1" Type="http://schemas.openxmlformats.org/officeDocument/2006/relationships/tags" Target="../tags/tag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2BF82D2-7A68-459D-A996-9BDDA2518FA4}" type="datetimeFigureOut">
              <a:rPr lang="zh-CN" altLang="en-US" smtClean="0"/>
              <a:t>2025/8/24</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E01EE5D-26FB-46D5-A381-ECFB35BF1D34}" type="slidenum">
              <a:rPr lang="zh-CN" altLang="en-US" smtClean="0"/>
              <a:t>‹#›</a:t>
            </a:fld>
            <a:endParaRPr lang="zh-CN" altLang="en-US"/>
          </a:p>
        </p:txBody>
      </p:sp>
    </p:spTree>
    <p:extLst>
      <p:ext uri="{BB962C8B-B14F-4D97-AF65-F5344CB8AC3E}">
        <p14:creationId xmlns:p14="http://schemas.microsoft.com/office/powerpoint/2010/main" val="193328864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32BF82D2-7A68-459D-A996-9BDDA2518FA4}" type="datetimeFigureOut">
              <a:rPr lang="zh-CN" altLang="en-US" smtClean="0"/>
              <a:t>2025/8/24</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E01EE5D-26FB-46D5-A381-ECFB35BF1D34}" type="slidenum">
              <a:rPr lang="zh-CN" altLang="en-US" smtClean="0"/>
              <a:t>‹#›</a:t>
            </a:fld>
            <a:endParaRPr lang="zh-CN" altLang="en-US"/>
          </a:p>
        </p:txBody>
      </p:sp>
      <p:sp>
        <p:nvSpPr>
          <p:cNvPr id="7" name="矩形 6"/>
          <p:cNvSpPr/>
          <p:nvPr userDrawn="1"/>
        </p:nvSpPr>
        <p:spPr>
          <a:xfrm>
            <a:off x="19397" y="6791646"/>
            <a:ext cx="775136" cy="246221"/>
          </a:xfrm>
          <a:prstGeom prst="rect">
            <a:avLst/>
          </a:prstGeom>
        </p:spPr>
        <p:txBody>
          <a:bodyPr wrap="square">
            <a:spAutoFit/>
          </a:bodyPr>
          <a:lstStyle/>
          <a:p>
            <a:pPr fontAlgn="auto">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pPr fontAlgn="auto">
              <a:spcBef>
                <a:spcPts val="0"/>
              </a:spcBef>
              <a:spcAft>
                <a:spcPts val="0"/>
              </a:spcAft>
            </a:pPr>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pPr fontAlgn="auto">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pPr fontAlgn="auto">
              <a:spcBef>
                <a:spcPts val="0"/>
              </a:spcBef>
              <a:spcAft>
                <a:spcPts val="0"/>
              </a:spcAft>
            </a:pPr>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pPr fontAlgn="auto">
              <a:spcBef>
                <a:spcPts val="0"/>
              </a:spcBef>
              <a:spcAft>
                <a:spcPts val="0"/>
              </a:spcAft>
            </a:pPr>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pPr fontAlgn="auto">
              <a:spcBef>
                <a:spcPts val="0"/>
              </a:spcBef>
              <a:spcAft>
                <a:spcPts val="0"/>
              </a:spcAft>
            </a:pPr>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pPr fontAlgn="auto">
              <a:spcBef>
                <a:spcPts val="0"/>
              </a:spcBef>
              <a:spcAft>
                <a:spcPts val="0"/>
              </a:spcAft>
            </a:pPr>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pPr fontAlgn="auto">
              <a:spcBef>
                <a:spcPts val="0"/>
              </a:spcBef>
              <a:spcAft>
                <a:spcPts val="0"/>
              </a:spcAft>
            </a:pPr>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p>
          <a:p>
            <a:pPr fontAlgn="auto">
              <a:spcBef>
                <a:spcPts val="0"/>
              </a:spcBef>
              <a:spcAft>
                <a:spcPts val="0"/>
              </a:spcAft>
            </a:pPr>
            <a:r>
              <a:rPr lang="zh-CN" altLang="en-US" sz="100" dirty="0">
                <a:solidFill>
                  <a:prstClr val="white"/>
                </a:solidFill>
                <a:latin typeface="Calibri"/>
                <a:ea typeface="宋体"/>
              </a:rPr>
              <a:t>字体下载：</a:t>
            </a:r>
            <a:r>
              <a:rPr lang="en-US" altLang="zh-CN" sz="100" dirty="0">
                <a:solidFill>
                  <a:prstClr val="white"/>
                </a:solidFill>
                <a:latin typeface="Calibri"/>
                <a:ea typeface="宋体"/>
              </a:rPr>
              <a:t>www.1ppt.com/ziti/</a:t>
            </a:r>
          </a:p>
          <a:p>
            <a:pPr fontAlgn="auto">
              <a:spcBef>
                <a:spcPts val="0"/>
              </a:spcBef>
              <a:spcAft>
                <a:spcPts val="0"/>
              </a:spcAft>
            </a:pPr>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spTree>
    <p:extLst>
      <p:ext uri="{BB962C8B-B14F-4D97-AF65-F5344CB8AC3E}">
        <p14:creationId xmlns:p14="http://schemas.microsoft.com/office/powerpoint/2010/main" val="239872340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3C2FFA66-FAA5-4DDC-9250-9231B5818042}" type="datetimeFigureOut">
              <a:rPr lang="zh-CN" altLang="en-US" smtClean="0"/>
              <a:t>2025/8/24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21474362-6CDF-48E6-9E8A-60734090C5EB}" type="slidenum">
              <a:rPr lang="zh-CN" altLang="en-US" smtClean="0"/>
              <a:t>‹#›</a:t>
            </a:fld>
            <a:endParaRPr lang="zh-CN" altLang="en-US"/>
          </a:p>
        </p:txBody>
      </p:sp>
    </p:spTree>
    <p:extLst>
      <p:ext uri="{BB962C8B-B14F-4D97-AF65-F5344CB8AC3E}">
        <p14:creationId xmlns:p14="http://schemas.microsoft.com/office/powerpoint/2010/main" val="201295675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64406" y="2246811"/>
            <a:ext cx="10929938" cy="1550332"/>
          </a:xfrm>
        </p:spPr>
        <p:txBody>
          <a:bodyPr/>
          <a:lstStyle/>
          <a:p>
            <a:r>
              <a:rPr lang="zh-CN" altLang="en-US"/>
              <a:t>单击此处编辑母版标题样式</a:t>
            </a:r>
          </a:p>
        </p:txBody>
      </p:sp>
      <p:sp>
        <p:nvSpPr>
          <p:cNvPr id="3" name="副标题 2"/>
          <p:cNvSpPr>
            <a:spLocks noGrp="1"/>
          </p:cNvSpPr>
          <p:nvPr>
            <p:ph type="subTitle" idx="1"/>
          </p:nvPr>
        </p:nvSpPr>
        <p:spPr>
          <a:xfrm>
            <a:off x="1928813" y="4098502"/>
            <a:ext cx="9001125" cy="1848344"/>
          </a:xfrm>
        </p:spPr>
        <p:txBody>
          <a:bodyPr/>
          <a:lstStyle>
            <a:lvl1pPr marL="0" indent="0" algn="ctr">
              <a:buNone/>
              <a:defRPr>
                <a:solidFill>
                  <a:schemeClr val="tx1">
                    <a:tint val="75000"/>
                  </a:schemeClr>
                </a:solidFill>
              </a:defRPr>
            </a:lvl1pPr>
            <a:lvl2pPr marL="642915" indent="0" algn="ctr">
              <a:buNone/>
              <a:defRPr>
                <a:solidFill>
                  <a:schemeClr val="tx1">
                    <a:tint val="75000"/>
                  </a:schemeClr>
                </a:solidFill>
              </a:defRPr>
            </a:lvl2pPr>
            <a:lvl3pPr marL="1285829" indent="0" algn="ctr">
              <a:buNone/>
              <a:defRPr>
                <a:solidFill>
                  <a:schemeClr val="tx1">
                    <a:tint val="75000"/>
                  </a:schemeClr>
                </a:solidFill>
              </a:defRPr>
            </a:lvl3pPr>
            <a:lvl4pPr marL="1928744" indent="0" algn="ctr">
              <a:buNone/>
              <a:defRPr>
                <a:solidFill>
                  <a:schemeClr val="tx1">
                    <a:tint val="75000"/>
                  </a:schemeClr>
                </a:solidFill>
              </a:defRPr>
            </a:lvl4pPr>
            <a:lvl5pPr marL="2571659" indent="0" algn="ctr">
              <a:buNone/>
              <a:defRPr>
                <a:solidFill>
                  <a:schemeClr val="tx1">
                    <a:tint val="75000"/>
                  </a:schemeClr>
                </a:solidFill>
              </a:defRPr>
            </a:lvl5pPr>
            <a:lvl6pPr marL="3214573" indent="0" algn="ctr">
              <a:buNone/>
              <a:defRPr>
                <a:solidFill>
                  <a:schemeClr val="tx1">
                    <a:tint val="75000"/>
                  </a:schemeClr>
                </a:solidFill>
              </a:defRPr>
            </a:lvl6pPr>
            <a:lvl7pPr marL="3857488" indent="0" algn="ctr">
              <a:buNone/>
              <a:defRPr>
                <a:solidFill>
                  <a:schemeClr val="tx1">
                    <a:tint val="75000"/>
                  </a:schemeClr>
                </a:solidFill>
              </a:defRPr>
            </a:lvl7pPr>
            <a:lvl8pPr marL="4500402" indent="0" algn="ctr">
              <a:buNone/>
              <a:defRPr>
                <a:solidFill>
                  <a:schemeClr val="tx1">
                    <a:tint val="75000"/>
                  </a:schemeClr>
                </a:solidFill>
              </a:defRPr>
            </a:lvl8pPr>
            <a:lvl9pPr marL="5143317" indent="0" algn="ctr">
              <a:buNone/>
              <a:defRPr>
                <a:solidFill>
                  <a:schemeClr val="tx1">
                    <a:tint val="75000"/>
                  </a:schemeClr>
                </a:solidFill>
              </a:defRPr>
            </a:lvl9pPr>
          </a:lstStyle>
          <a:p>
            <a:r>
              <a:rPr lang="zh-CN" altLang="en-US"/>
              <a:t>单击此处编辑母版副标题样式</a:t>
            </a:r>
          </a:p>
        </p:txBody>
      </p:sp>
      <p:sp>
        <p:nvSpPr>
          <p:cNvPr id="4" name="日期占位符 3"/>
          <p:cNvSpPr>
            <a:spLocks noGrp="1"/>
          </p:cNvSpPr>
          <p:nvPr>
            <p:ph type="dt" sz="half" idx="10"/>
          </p:nvPr>
        </p:nvSpPr>
        <p:spPr/>
        <p:txBody>
          <a:bodyPr/>
          <a:lstStyle/>
          <a:p>
            <a:fld id="{824AF190-E6C3-4F71-9AD4-820770AEF1A8}" type="datetimeFigureOut">
              <a:rPr lang="zh-CN" altLang="en-US" smtClean="0"/>
              <a:t>2025/8/24</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5B5BF9F-75C6-42BD-8363-2F606FE0B601}" type="slidenum">
              <a:rPr lang="zh-CN" altLang="en-US" smtClean="0"/>
              <a:t>‹#›</a:t>
            </a:fld>
            <a:endParaRPr lang="zh-CN" altLang="en-US"/>
          </a:p>
        </p:txBody>
      </p:sp>
    </p:spTree>
    <p:extLst>
      <p:ext uri="{BB962C8B-B14F-4D97-AF65-F5344CB8AC3E}">
        <p14:creationId xmlns:p14="http://schemas.microsoft.com/office/powerpoint/2010/main" val="3585881086"/>
      </p:ext>
    </p:extLst>
  </p:cSld>
  <p:clrMapOvr>
    <a:masterClrMapping/>
  </p:clrMapOvr>
  <p:transition spd="slow">
    <p:cove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有页码">
    <p:spTree>
      <p:nvGrpSpPr>
        <p:cNvPr id="1" name=""/>
        <p:cNvGrpSpPr/>
        <p:nvPr/>
      </p:nvGrpSpPr>
      <p:grpSpPr>
        <a:xfrm>
          <a:off x="0" y="0"/>
          <a:ext cx="0" cy="0"/>
          <a:chOff x="0" y="0"/>
          <a:chExt cx="0" cy="0"/>
        </a:xfrm>
      </p:grpSpPr>
      <p:sp>
        <p:nvSpPr>
          <p:cNvPr id="2" name="椭圆 1"/>
          <p:cNvSpPr/>
          <p:nvPr userDrawn="1"/>
        </p:nvSpPr>
        <p:spPr>
          <a:xfrm>
            <a:off x="11922808" y="6418977"/>
            <a:ext cx="314771" cy="3147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3" name="椭圆 2"/>
          <p:cNvSpPr/>
          <p:nvPr userDrawn="1"/>
        </p:nvSpPr>
        <p:spPr>
          <a:xfrm>
            <a:off x="12237580" y="6363729"/>
            <a:ext cx="150688" cy="149005"/>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4" name="椭圆 3"/>
          <p:cNvSpPr/>
          <p:nvPr userDrawn="1"/>
        </p:nvSpPr>
        <p:spPr>
          <a:xfrm>
            <a:off x="12329667" y="6589748"/>
            <a:ext cx="63624" cy="63621"/>
          </a:xfrm>
          <a:prstGeom prst="ellipse">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5" name="灯片编号占位符 4"/>
          <p:cNvSpPr>
            <a:spLocks noGrp="1"/>
          </p:cNvSpPr>
          <p:nvPr>
            <p:ph type="sldNum" sz="quarter" idx="10"/>
          </p:nvPr>
        </p:nvSpPr>
        <p:spPr>
          <a:xfrm>
            <a:off x="11854161" y="6378796"/>
            <a:ext cx="453740" cy="385072"/>
          </a:xfrm>
        </p:spPr>
        <p:txBody>
          <a:bodyPr/>
          <a:lstStyle>
            <a:lvl1pPr algn="ctr">
              <a:defRPr>
                <a:solidFill>
                  <a:schemeClr val="bg1"/>
                </a:solidFill>
                <a:latin typeface="Century Gothic" pitchFamily="34" charset="0"/>
                <a:ea typeface="微软雅黑" pitchFamily="34" charset="-122"/>
              </a:defRPr>
            </a:lvl1pPr>
          </a:lstStyle>
          <a:p>
            <a:fld id="{3CAA7E89-ABB9-485B-8EAF-4D6A08193F1C}" type="slidenum">
              <a:rPr lang="zh-CN" altLang="en-US"/>
              <a:pPr/>
              <a:t>‹#›</a:t>
            </a:fld>
            <a:endParaRPr lang="zh-CN" altLang="en-US"/>
          </a:p>
        </p:txBody>
      </p:sp>
    </p:spTree>
    <p:extLst>
      <p:ext uri="{BB962C8B-B14F-4D97-AF65-F5344CB8AC3E}">
        <p14:creationId xmlns:p14="http://schemas.microsoft.com/office/powerpoint/2010/main" val="100931907"/>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objAndTwoObj">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642938" y="290288"/>
            <a:ext cx="11572875" cy="1205814"/>
          </a:xfrm>
        </p:spPr>
        <p:txBody>
          <a:bodyPr/>
          <a:lstStyle/>
          <a:p>
            <a:r>
              <a:rPr lang="zh-CN" altLang="en-US"/>
              <a:t>单击此处编辑母版标题样式</a:t>
            </a:r>
          </a:p>
        </p:txBody>
      </p:sp>
      <p:sp>
        <p:nvSpPr>
          <p:cNvPr id="3" name="内容占位符 2"/>
          <p:cNvSpPr>
            <a:spLocks noGrp="1"/>
          </p:cNvSpPr>
          <p:nvPr>
            <p:ph sz="half" idx="1"/>
          </p:nvPr>
        </p:nvSpPr>
        <p:spPr>
          <a:xfrm>
            <a:off x="642938" y="1688139"/>
            <a:ext cx="5679281" cy="4771897"/>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quarter" idx="2"/>
          </p:nvPr>
        </p:nvSpPr>
        <p:spPr>
          <a:xfrm>
            <a:off x="6536531" y="1688139"/>
            <a:ext cx="5679281" cy="227764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内容占位符 4"/>
          <p:cNvSpPr>
            <a:spLocks noGrp="1"/>
          </p:cNvSpPr>
          <p:nvPr>
            <p:ph sz="quarter" idx="3"/>
          </p:nvPr>
        </p:nvSpPr>
        <p:spPr>
          <a:xfrm>
            <a:off x="6536531" y="4180154"/>
            <a:ext cx="5679281" cy="2279882"/>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Rectangle 4"/>
          <p:cNvSpPr>
            <a:spLocks noGrp="1" noChangeArrowheads="1"/>
          </p:cNvSpPr>
          <p:nvPr>
            <p:ph type="dt" sz="half" idx="10"/>
          </p:nvPr>
        </p:nvSpPr>
        <p:spPr>
          <a:ln/>
        </p:spPr>
        <p:txBody>
          <a:bodyPr/>
          <a:lstStyle>
            <a:lvl1pPr>
              <a:defRPr/>
            </a:lvl1pPr>
          </a:lstStyle>
          <a:p>
            <a:pPr>
              <a:defRPr/>
            </a:pPr>
            <a:endParaRPr lang="zh-CN" altLang="zh-CN"/>
          </a:p>
        </p:txBody>
      </p:sp>
      <p:sp>
        <p:nvSpPr>
          <p:cNvPr id="7" name="Rectangle 5"/>
          <p:cNvSpPr>
            <a:spLocks noGrp="1" noChangeArrowheads="1"/>
          </p:cNvSpPr>
          <p:nvPr>
            <p:ph type="ftr" sz="quarter" idx="11"/>
          </p:nvPr>
        </p:nvSpPr>
        <p:spPr>
          <a:ln/>
        </p:spPr>
        <p:txBody>
          <a:bodyPr/>
          <a:lstStyle>
            <a:lvl1pPr>
              <a:defRPr/>
            </a:lvl1pPr>
          </a:lstStyle>
          <a:p>
            <a:pPr>
              <a:defRPr/>
            </a:pPr>
            <a:endParaRPr lang="zh-CN" altLang="zh-CN"/>
          </a:p>
        </p:txBody>
      </p:sp>
      <p:sp>
        <p:nvSpPr>
          <p:cNvPr id="8" name="Rectangle 6"/>
          <p:cNvSpPr>
            <a:spLocks noGrp="1" noChangeArrowheads="1"/>
          </p:cNvSpPr>
          <p:nvPr>
            <p:ph type="sldNum" sz="quarter" idx="12"/>
          </p:nvPr>
        </p:nvSpPr>
        <p:spPr>
          <a:ln/>
        </p:spPr>
        <p:txBody>
          <a:bodyPr/>
          <a:lstStyle>
            <a:lvl1pPr>
              <a:defRPr/>
            </a:lvl1pPr>
          </a:lstStyle>
          <a:p>
            <a:pPr>
              <a:defRPr/>
            </a:pPr>
            <a:fld id="{716A03DE-6DFB-496A-AF58-59DCF14D8643}" type="slidenum">
              <a:rPr lang="zh-CN" altLang="zh-CN"/>
              <a:pPr>
                <a:defRPr/>
              </a:pPr>
              <a:t>‹#›</a:t>
            </a:fld>
            <a:endParaRPr lang="zh-CN" altLang="zh-CN"/>
          </a:p>
        </p:txBody>
      </p:sp>
    </p:spTree>
    <p:extLst>
      <p:ext uri="{BB962C8B-B14F-4D97-AF65-F5344CB8AC3E}">
        <p14:creationId xmlns:p14="http://schemas.microsoft.com/office/powerpoint/2010/main" val="16740723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2" name="Picture Placeholder 2"/>
          <p:cNvSpPr>
            <a:spLocks noGrp="1"/>
          </p:cNvSpPr>
          <p:nvPr>
            <p:ph type="pic" sz="quarter" idx="10" hasCustomPrompt="1"/>
          </p:nvPr>
        </p:nvSpPr>
        <p:spPr>
          <a:xfrm>
            <a:off x="2561285" y="1470386"/>
            <a:ext cx="1256930" cy="1256861"/>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2103669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9_Title Slide">
    <p:spTree>
      <p:nvGrpSpPr>
        <p:cNvPr id="1" name=""/>
        <p:cNvGrpSpPr/>
        <p:nvPr/>
      </p:nvGrpSpPr>
      <p:grpSpPr>
        <a:xfrm>
          <a:off x="0" y="0"/>
          <a:ext cx="0" cy="0"/>
          <a:chOff x="0" y="0"/>
          <a:chExt cx="0" cy="0"/>
        </a:xfrm>
      </p:grpSpPr>
      <p:sp>
        <p:nvSpPr>
          <p:cNvPr id="11" name="Picture Placeholder 10"/>
          <p:cNvSpPr>
            <a:spLocks noGrp="1"/>
          </p:cNvSpPr>
          <p:nvPr>
            <p:ph type="pic" sz="quarter" idx="13" hasCustomPrompt="1"/>
          </p:nvPr>
        </p:nvSpPr>
        <p:spPr>
          <a:xfrm>
            <a:off x="6488385" y="3605580"/>
            <a:ext cx="5311870" cy="2713679"/>
          </a:xfrm>
          <a:custGeom>
            <a:avLst/>
            <a:gdLst>
              <a:gd name="connsiteX0" fmla="*/ 0 w 5036440"/>
              <a:gd name="connsiteY0" fmla="*/ 0 h 2573111"/>
              <a:gd name="connsiteX1" fmla="*/ 5036440 w 5036440"/>
              <a:gd name="connsiteY1" fmla="*/ 0 h 2573111"/>
              <a:gd name="connsiteX2" fmla="*/ 5036440 w 5036440"/>
              <a:gd name="connsiteY2" fmla="*/ 2539969 h 2573111"/>
              <a:gd name="connsiteX3" fmla="*/ 5003298 w 5036440"/>
              <a:gd name="connsiteY3" fmla="*/ 2573111 h 2573111"/>
              <a:gd name="connsiteX4" fmla="*/ 0 w 5036440"/>
              <a:gd name="connsiteY4" fmla="*/ 2573111 h 2573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6440" h="2573111">
                <a:moveTo>
                  <a:pt x="0" y="0"/>
                </a:moveTo>
                <a:lnTo>
                  <a:pt x="5036440" y="0"/>
                </a:lnTo>
                <a:lnTo>
                  <a:pt x="5036440" y="2539969"/>
                </a:lnTo>
                <a:cubicBezTo>
                  <a:pt x="5036440" y="2558273"/>
                  <a:pt x="5021602" y="2573111"/>
                  <a:pt x="5003298" y="2573111"/>
                </a:cubicBezTo>
                <a:lnTo>
                  <a:pt x="0" y="2573111"/>
                </a:lnTo>
                <a:close/>
              </a:path>
            </a:pathLst>
          </a:custGeom>
          <a:pattFill prst="pct5">
            <a:fgClr>
              <a:schemeClr val="tx1"/>
            </a:fgClr>
            <a:bgClr>
              <a:schemeClr val="bg1">
                <a:lumMod val="85000"/>
              </a:schemeClr>
            </a:bgClr>
          </a:pattFill>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9" name="Picture Placeholder 8"/>
          <p:cNvSpPr>
            <a:spLocks noGrp="1"/>
          </p:cNvSpPr>
          <p:nvPr>
            <p:ph type="pic" sz="quarter" idx="12" hasCustomPrompt="1"/>
          </p:nvPr>
        </p:nvSpPr>
        <p:spPr>
          <a:xfrm>
            <a:off x="1176514" y="864433"/>
            <a:ext cx="5311870" cy="2741143"/>
          </a:xfrm>
          <a:custGeom>
            <a:avLst/>
            <a:gdLst>
              <a:gd name="connsiteX0" fmla="*/ 33477 w 5036440"/>
              <a:gd name="connsiteY0" fmla="*/ 0 h 2599152"/>
              <a:gd name="connsiteX1" fmla="*/ 5036440 w 5036440"/>
              <a:gd name="connsiteY1" fmla="*/ 0 h 2599152"/>
              <a:gd name="connsiteX2" fmla="*/ 5036440 w 5036440"/>
              <a:gd name="connsiteY2" fmla="*/ 2599152 h 2599152"/>
              <a:gd name="connsiteX3" fmla="*/ 0 w 5036440"/>
              <a:gd name="connsiteY3" fmla="*/ 2599152 h 2599152"/>
              <a:gd name="connsiteX4" fmla="*/ 0 w 5036440"/>
              <a:gd name="connsiteY4" fmla="*/ 33477 h 2599152"/>
              <a:gd name="connsiteX5" fmla="*/ 33477 w 5036440"/>
              <a:gd name="connsiteY5" fmla="*/ 0 h 25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6440" h="2599152">
                <a:moveTo>
                  <a:pt x="33477" y="0"/>
                </a:moveTo>
                <a:lnTo>
                  <a:pt x="5036440" y="0"/>
                </a:lnTo>
                <a:lnTo>
                  <a:pt x="5036440" y="2599152"/>
                </a:lnTo>
                <a:lnTo>
                  <a:pt x="0" y="2599152"/>
                </a:lnTo>
                <a:lnTo>
                  <a:pt x="0" y="33477"/>
                </a:lnTo>
                <a:cubicBezTo>
                  <a:pt x="0" y="14988"/>
                  <a:pt x="14988" y="0"/>
                  <a:pt x="33477" y="0"/>
                </a:cubicBezTo>
                <a:close/>
              </a:path>
            </a:pathLst>
          </a:custGeom>
          <a:pattFill prst="pct5">
            <a:fgClr>
              <a:schemeClr val="tx1"/>
            </a:fgClr>
            <a:bgClr>
              <a:schemeClr val="bg1">
                <a:lumMod val="85000"/>
              </a:schemeClr>
            </a:bgClr>
          </a:pattFill>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89155784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9" name="Title 8"/>
          <p:cNvSpPr>
            <a:spLocks noGrp="1"/>
          </p:cNvSpPr>
          <p:nvPr>
            <p:ph type="title"/>
          </p:nvPr>
        </p:nvSpPr>
        <p:spPr>
          <a:xfrm>
            <a:off x="1314193" y="860067"/>
            <a:ext cx="10230365" cy="557728"/>
          </a:xfrm>
          <a:prstGeom prst="rect">
            <a:avLst/>
          </a:prstGeom>
        </p:spPr>
        <p:txBody>
          <a:bodyPr/>
          <a:lstStyle>
            <a:lvl1pPr algn="ctr">
              <a:lnSpc>
                <a:spcPct val="70000"/>
              </a:lnSpc>
              <a:defRPr sz="3797" b="1" i="0">
                <a:latin typeface="Roboto Thin" charset="0"/>
                <a:ea typeface="Roboto Thin" charset="0"/>
                <a:cs typeface="Roboto Thin" charset="0"/>
              </a:defRPr>
            </a:lvl1pPr>
          </a:lstStyle>
          <a:p>
            <a:r>
              <a:rPr lang="en-US" dirty="0"/>
              <a:t>Click to edit Master title style</a:t>
            </a:r>
          </a:p>
        </p:txBody>
      </p:sp>
      <p:sp>
        <p:nvSpPr>
          <p:cNvPr id="4" name="Content Placeholder 3"/>
          <p:cNvSpPr>
            <a:spLocks noGrp="1"/>
          </p:cNvSpPr>
          <p:nvPr>
            <p:ph sz="quarter" idx="10"/>
          </p:nvPr>
        </p:nvSpPr>
        <p:spPr>
          <a:xfrm>
            <a:off x="1314193" y="1347659"/>
            <a:ext cx="10230364" cy="327113"/>
          </a:xfrm>
          <a:prstGeom prst="rect">
            <a:avLst/>
          </a:prstGeom>
        </p:spPr>
        <p:txBody>
          <a:bodyPr/>
          <a:lstStyle>
            <a:lvl1pPr marL="0" indent="0" algn="ctr">
              <a:buNone/>
              <a:defRPr sz="1160" b="0" i="0" spc="316">
                <a:solidFill>
                  <a:schemeClr val="tx1">
                    <a:alpha val="50000"/>
                  </a:schemeClr>
                </a:solidFill>
                <a:latin typeface="Roboto Medium" charset="0"/>
                <a:ea typeface="Roboto Medium" charset="0"/>
                <a:cs typeface="Roboto Medium" charset="0"/>
              </a:defRPr>
            </a:lvl1pPr>
          </a:lstStyle>
          <a:p>
            <a:pPr lvl="0"/>
            <a:r>
              <a:rPr lang="en-US" dirty="0"/>
              <a:t>Click to edit Master </a:t>
            </a:r>
            <a:r>
              <a:rPr lang="en-US"/>
              <a:t>text styles</a:t>
            </a:r>
            <a:endParaRPr lang="en-US" dirty="0"/>
          </a:p>
        </p:txBody>
      </p:sp>
    </p:spTree>
    <p:extLst>
      <p:ext uri="{BB962C8B-B14F-4D97-AF65-F5344CB8AC3E}">
        <p14:creationId xmlns:p14="http://schemas.microsoft.com/office/powerpoint/2010/main" val="77549428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5"/>
          <p:cNvSpPr txBox="1">
            <a:spLocks/>
          </p:cNvSpPr>
          <p:nvPr userDrawn="1"/>
        </p:nvSpPr>
        <p:spPr>
          <a:xfrm>
            <a:off x="4581102" y="375454"/>
            <a:ext cx="369654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4553" b="0" i="0" smtClean="0">
                <a:solidFill>
                  <a:schemeClr val="bg1"/>
                </a:solidFill>
                <a:latin typeface="Roboto Medium" charset="0"/>
                <a:ea typeface="Roboto Medium" charset="0"/>
                <a:cs typeface="Roboto Medium" charset="0"/>
              </a:rPr>
              <a:pPr algn="ctr"/>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1314193" y="860067"/>
            <a:ext cx="10230365" cy="557728"/>
          </a:xfrm>
          <a:prstGeom prst="rect">
            <a:avLst/>
          </a:prstGeom>
        </p:spPr>
        <p:txBody>
          <a:bodyPr/>
          <a:lstStyle>
            <a:lvl1pPr algn="ctr">
              <a:lnSpc>
                <a:spcPct val="70000"/>
              </a:lnSpc>
              <a:defRPr sz="3797" b="1" i="0">
                <a:latin typeface="Roboto Thin" charset="0"/>
                <a:ea typeface="Roboto Thin" charset="0"/>
                <a:cs typeface="Roboto Thin" charset="0"/>
              </a:defRPr>
            </a:lvl1pPr>
          </a:lstStyle>
          <a:p>
            <a:r>
              <a:rPr lang="en-US" dirty="0"/>
              <a:t>Click to edit Master title style</a:t>
            </a:r>
          </a:p>
        </p:txBody>
      </p:sp>
      <p:sp>
        <p:nvSpPr>
          <p:cNvPr id="4" name="Content Placeholder 3"/>
          <p:cNvSpPr>
            <a:spLocks noGrp="1"/>
          </p:cNvSpPr>
          <p:nvPr>
            <p:ph sz="quarter" idx="10"/>
          </p:nvPr>
        </p:nvSpPr>
        <p:spPr>
          <a:xfrm>
            <a:off x="1314193" y="1347659"/>
            <a:ext cx="10230364" cy="327113"/>
          </a:xfrm>
          <a:prstGeom prst="rect">
            <a:avLst/>
          </a:prstGeom>
        </p:spPr>
        <p:txBody>
          <a:bodyPr/>
          <a:lstStyle>
            <a:lvl1pPr marL="0" indent="0" algn="ctr">
              <a:buNone/>
              <a:defRPr sz="1160" b="0" i="0" spc="316">
                <a:solidFill>
                  <a:schemeClr val="tx1">
                    <a:alpha val="50000"/>
                  </a:schemeClr>
                </a:solidFill>
                <a:latin typeface="Roboto Medium" charset="0"/>
                <a:ea typeface="Roboto Medium" charset="0"/>
                <a:cs typeface="Roboto Medium" charset="0"/>
              </a:defRPr>
            </a:lvl1pPr>
          </a:lstStyle>
          <a:p>
            <a:pPr lvl="0"/>
            <a:r>
              <a:rPr lang="en-US" dirty="0"/>
              <a:t>Click to edit Master </a:t>
            </a:r>
            <a:r>
              <a:rPr lang="en-US"/>
              <a:t>text styles</a:t>
            </a:r>
            <a:endParaRPr lang="en-US" dirty="0"/>
          </a:p>
        </p:txBody>
      </p:sp>
      <p:sp>
        <p:nvSpPr>
          <p:cNvPr id="14" name="Picture Placeholder 2"/>
          <p:cNvSpPr>
            <a:spLocks noGrp="1"/>
          </p:cNvSpPr>
          <p:nvPr>
            <p:ph type="pic" sz="quarter" idx="11" hasCustomPrompt="1"/>
          </p:nvPr>
        </p:nvSpPr>
        <p:spPr>
          <a:xfrm>
            <a:off x="1555605" y="2536583"/>
            <a:ext cx="1442057" cy="1441978"/>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5" name="Picture Placeholder 2"/>
          <p:cNvSpPr>
            <a:spLocks noGrp="1"/>
          </p:cNvSpPr>
          <p:nvPr>
            <p:ph type="pic" sz="quarter" idx="12" hasCustomPrompt="1"/>
          </p:nvPr>
        </p:nvSpPr>
        <p:spPr>
          <a:xfrm>
            <a:off x="4315533" y="2536583"/>
            <a:ext cx="1442057" cy="1441978"/>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6" name="Picture Placeholder 2"/>
          <p:cNvSpPr>
            <a:spLocks noGrp="1"/>
          </p:cNvSpPr>
          <p:nvPr>
            <p:ph type="pic" sz="quarter" idx="13" hasCustomPrompt="1"/>
          </p:nvPr>
        </p:nvSpPr>
        <p:spPr>
          <a:xfrm>
            <a:off x="7075460" y="2536583"/>
            <a:ext cx="1442057" cy="1441978"/>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7" name="Picture Placeholder 2"/>
          <p:cNvSpPr>
            <a:spLocks noGrp="1"/>
          </p:cNvSpPr>
          <p:nvPr>
            <p:ph type="pic" sz="quarter" idx="14" hasCustomPrompt="1"/>
          </p:nvPr>
        </p:nvSpPr>
        <p:spPr>
          <a:xfrm>
            <a:off x="9835386" y="2536583"/>
            <a:ext cx="1442057" cy="1441978"/>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205289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childTnLst>
                                </p:cTn>
                              </p:par>
                              <p:par>
                                <p:cTn id="8" presetID="10" presetClass="entr" presetSubtype="0" fill="hold" grpId="0" nodeType="withEffect">
                                  <p:stCondLst>
                                    <p:cond delay="150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1000"/>
                                        <p:tgtEl>
                                          <p:spTgt spid="15"/>
                                        </p:tgtEl>
                                      </p:cBhvr>
                                    </p:animEffect>
                                  </p:childTnLst>
                                </p:cTn>
                              </p:par>
                              <p:par>
                                <p:cTn id="11" presetID="10" presetClass="entr" presetSubtype="0" fill="hold" grpId="0" nodeType="withEffect">
                                  <p:stCondLst>
                                    <p:cond delay="20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1000"/>
                                        <p:tgtEl>
                                          <p:spTgt spid="16"/>
                                        </p:tgtEl>
                                      </p:cBhvr>
                                    </p:animEffect>
                                  </p:childTnLst>
                                </p:cTn>
                              </p:par>
                              <p:par>
                                <p:cTn id="14" presetID="10" presetClass="entr" presetSubtype="0" fill="hold" grpId="0" nodeType="withEffect">
                                  <p:stCondLst>
                                    <p:cond delay="250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5"/>
          <p:cNvSpPr txBox="1">
            <a:spLocks/>
          </p:cNvSpPr>
          <p:nvPr userDrawn="1"/>
        </p:nvSpPr>
        <p:spPr>
          <a:xfrm>
            <a:off x="4581102" y="375454"/>
            <a:ext cx="369654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4553" b="0" i="0" smtClean="0">
                <a:solidFill>
                  <a:schemeClr val="bg1"/>
                </a:solidFill>
                <a:latin typeface="Roboto Medium" charset="0"/>
                <a:ea typeface="Roboto Medium" charset="0"/>
                <a:cs typeface="Roboto Medium" charset="0"/>
              </a:rPr>
              <a:pPr algn="ctr"/>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1314193" y="860067"/>
            <a:ext cx="10230365" cy="557728"/>
          </a:xfrm>
          <a:prstGeom prst="rect">
            <a:avLst/>
          </a:prstGeom>
        </p:spPr>
        <p:txBody>
          <a:bodyPr/>
          <a:lstStyle>
            <a:lvl1pPr algn="ctr">
              <a:lnSpc>
                <a:spcPct val="70000"/>
              </a:lnSpc>
              <a:defRPr sz="3797" b="1" i="0">
                <a:latin typeface="Roboto Thin" charset="0"/>
                <a:ea typeface="Roboto Thin" charset="0"/>
                <a:cs typeface="Roboto Thin" charset="0"/>
              </a:defRPr>
            </a:lvl1pPr>
          </a:lstStyle>
          <a:p>
            <a:r>
              <a:rPr lang="en-US" dirty="0"/>
              <a:t>Click to edit Master title style</a:t>
            </a:r>
          </a:p>
        </p:txBody>
      </p:sp>
      <p:sp>
        <p:nvSpPr>
          <p:cNvPr id="4" name="Content Placeholder 3"/>
          <p:cNvSpPr>
            <a:spLocks noGrp="1"/>
          </p:cNvSpPr>
          <p:nvPr>
            <p:ph sz="quarter" idx="10"/>
          </p:nvPr>
        </p:nvSpPr>
        <p:spPr>
          <a:xfrm>
            <a:off x="1314193" y="1347659"/>
            <a:ext cx="10230364" cy="327113"/>
          </a:xfrm>
          <a:prstGeom prst="rect">
            <a:avLst/>
          </a:prstGeom>
        </p:spPr>
        <p:txBody>
          <a:bodyPr/>
          <a:lstStyle>
            <a:lvl1pPr marL="0" indent="0" algn="ctr">
              <a:buNone/>
              <a:defRPr sz="1160" b="0" i="0" spc="316">
                <a:solidFill>
                  <a:schemeClr val="tx1">
                    <a:alpha val="50000"/>
                  </a:schemeClr>
                </a:solidFill>
                <a:latin typeface="Roboto Medium" charset="0"/>
                <a:ea typeface="Roboto Medium" charset="0"/>
                <a:cs typeface="Roboto Medium" charset="0"/>
              </a:defRPr>
            </a:lvl1pPr>
          </a:lstStyle>
          <a:p>
            <a:pPr lvl="0"/>
            <a:r>
              <a:rPr lang="en-US" dirty="0"/>
              <a:t>Click to edit Master </a:t>
            </a:r>
            <a:r>
              <a:rPr lang="en-US"/>
              <a:t>text styles</a:t>
            </a:r>
            <a:endParaRPr lang="en-US" dirty="0"/>
          </a:p>
        </p:txBody>
      </p:sp>
      <p:sp>
        <p:nvSpPr>
          <p:cNvPr id="13" name="Picture Placeholder 2"/>
          <p:cNvSpPr>
            <a:spLocks noGrp="1"/>
          </p:cNvSpPr>
          <p:nvPr>
            <p:ph type="pic" sz="quarter" idx="11" hasCustomPrompt="1"/>
          </p:nvPr>
        </p:nvSpPr>
        <p:spPr>
          <a:xfrm>
            <a:off x="1745128" y="2656068"/>
            <a:ext cx="858234" cy="858187"/>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4" name="Picture Placeholder 2"/>
          <p:cNvSpPr>
            <a:spLocks noGrp="1"/>
          </p:cNvSpPr>
          <p:nvPr>
            <p:ph type="pic" sz="quarter" idx="12" hasCustomPrompt="1"/>
          </p:nvPr>
        </p:nvSpPr>
        <p:spPr>
          <a:xfrm>
            <a:off x="4554848" y="2656068"/>
            <a:ext cx="858234" cy="858187"/>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5" name="Picture Placeholder 2"/>
          <p:cNvSpPr>
            <a:spLocks noGrp="1"/>
          </p:cNvSpPr>
          <p:nvPr>
            <p:ph type="pic" sz="quarter" idx="13" hasCustomPrompt="1"/>
          </p:nvPr>
        </p:nvSpPr>
        <p:spPr>
          <a:xfrm>
            <a:off x="7440550" y="2656068"/>
            <a:ext cx="858234" cy="858187"/>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6" name="Picture Placeholder 2"/>
          <p:cNvSpPr>
            <a:spLocks noGrp="1"/>
          </p:cNvSpPr>
          <p:nvPr>
            <p:ph type="pic" sz="quarter" idx="14" hasCustomPrompt="1"/>
          </p:nvPr>
        </p:nvSpPr>
        <p:spPr>
          <a:xfrm>
            <a:off x="10197403" y="2656068"/>
            <a:ext cx="858234" cy="858187"/>
          </a:xfrm>
          <a:prstGeom prst="ellipse">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564679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1000"/>
                                        <p:tgtEl>
                                          <p:spTgt spid="14"/>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1000"/>
                                        <p:tgtEl>
                                          <p:spTgt spid="15"/>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66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5"/>
          <p:cNvSpPr txBox="1">
            <a:spLocks/>
          </p:cNvSpPr>
          <p:nvPr userDrawn="1"/>
        </p:nvSpPr>
        <p:spPr>
          <a:xfrm>
            <a:off x="4581102" y="375454"/>
            <a:ext cx="369654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4553" b="0" i="0" smtClean="0">
                <a:solidFill>
                  <a:schemeClr val="bg1"/>
                </a:solidFill>
                <a:latin typeface="Roboto Medium" charset="0"/>
                <a:ea typeface="Roboto Medium" charset="0"/>
                <a:cs typeface="Roboto Medium" charset="0"/>
              </a:rPr>
              <a:pPr algn="ctr"/>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1314193" y="860067"/>
            <a:ext cx="10230365" cy="557728"/>
          </a:xfrm>
          <a:prstGeom prst="rect">
            <a:avLst/>
          </a:prstGeom>
        </p:spPr>
        <p:txBody>
          <a:bodyPr/>
          <a:lstStyle>
            <a:lvl1pPr algn="ctr">
              <a:lnSpc>
                <a:spcPct val="70000"/>
              </a:lnSpc>
              <a:defRPr sz="3797" b="1" i="0">
                <a:latin typeface="Roboto Thin" charset="0"/>
                <a:ea typeface="Roboto Thin" charset="0"/>
                <a:cs typeface="Roboto Thin" charset="0"/>
              </a:defRPr>
            </a:lvl1pPr>
          </a:lstStyle>
          <a:p>
            <a:r>
              <a:rPr lang="en-US" dirty="0"/>
              <a:t>Click to edit Master title style</a:t>
            </a:r>
          </a:p>
        </p:txBody>
      </p:sp>
      <p:sp>
        <p:nvSpPr>
          <p:cNvPr id="4" name="Content Placeholder 3"/>
          <p:cNvSpPr>
            <a:spLocks noGrp="1"/>
          </p:cNvSpPr>
          <p:nvPr>
            <p:ph sz="quarter" idx="10"/>
          </p:nvPr>
        </p:nvSpPr>
        <p:spPr>
          <a:xfrm>
            <a:off x="1314193" y="1347659"/>
            <a:ext cx="10230364" cy="327113"/>
          </a:xfrm>
          <a:prstGeom prst="rect">
            <a:avLst/>
          </a:prstGeom>
        </p:spPr>
        <p:txBody>
          <a:bodyPr/>
          <a:lstStyle>
            <a:lvl1pPr marL="0" indent="0" algn="ctr">
              <a:buNone/>
              <a:defRPr sz="1160" b="0" i="0" spc="316">
                <a:solidFill>
                  <a:schemeClr val="tx1">
                    <a:alpha val="50000"/>
                  </a:schemeClr>
                </a:solidFill>
                <a:latin typeface="Roboto Medium" charset="0"/>
                <a:ea typeface="Roboto Medium" charset="0"/>
                <a:cs typeface="Roboto Medium" charset="0"/>
              </a:defRPr>
            </a:lvl1pPr>
          </a:lstStyle>
          <a:p>
            <a:pPr lvl="0"/>
            <a:r>
              <a:rPr lang="en-US" dirty="0"/>
              <a:t>Click to edit Master </a:t>
            </a:r>
            <a:r>
              <a:rPr lang="en-US"/>
              <a:t>text styles</a:t>
            </a:r>
            <a:endParaRPr lang="en-US" dirty="0"/>
          </a:p>
        </p:txBody>
      </p:sp>
      <p:sp>
        <p:nvSpPr>
          <p:cNvPr id="12" name="Picture Placeholder 2"/>
          <p:cNvSpPr>
            <a:spLocks noGrp="1"/>
          </p:cNvSpPr>
          <p:nvPr>
            <p:ph type="pic" sz="quarter" idx="11" hasCustomPrompt="1"/>
          </p:nvPr>
        </p:nvSpPr>
        <p:spPr>
          <a:xfrm>
            <a:off x="2474105" y="2399123"/>
            <a:ext cx="1892618" cy="1892514"/>
          </a:xfrm>
          <a:prstGeom prst="ellipse">
            <a:avLst/>
          </a:pr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3" name="Picture Placeholder 2"/>
          <p:cNvSpPr>
            <a:spLocks noGrp="1"/>
          </p:cNvSpPr>
          <p:nvPr>
            <p:ph type="pic" sz="quarter" idx="12" hasCustomPrompt="1"/>
          </p:nvPr>
        </p:nvSpPr>
        <p:spPr>
          <a:xfrm>
            <a:off x="5456671" y="2399123"/>
            <a:ext cx="1892618" cy="1892514"/>
          </a:xfrm>
          <a:prstGeom prst="ellipse">
            <a:avLst/>
          </a:pr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4" name="Picture Placeholder 2"/>
          <p:cNvSpPr>
            <a:spLocks noGrp="1"/>
          </p:cNvSpPr>
          <p:nvPr>
            <p:ph type="pic" sz="quarter" idx="13" hasCustomPrompt="1"/>
          </p:nvPr>
        </p:nvSpPr>
        <p:spPr>
          <a:xfrm>
            <a:off x="8439235" y="2399123"/>
            <a:ext cx="1892618" cy="1892514"/>
          </a:xfrm>
          <a:prstGeom prst="ellipse">
            <a:avLst/>
          </a:pr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873704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childTnLst>
                                </p:cTn>
                              </p:par>
                              <p:par>
                                <p:cTn id="8" presetID="10" presetClass="entr" presetSubtype="0" fill="hold" grpId="0" nodeType="withEffect">
                                  <p:stCondLst>
                                    <p:cond delay="150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1000"/>
                                        <p:tgtEl>
                                          <p:spTgt spid="13"/>
                                        </p:tgtEl>
                                      </p:cBhvr>
                                    </p:animEffect>
                                  </p:childTnLst>
                                </p:cTn>
                              </p:par>
                              <p:par>
                                <p:cTn id="11" presetID="10" presetClass="entr" presetSubtype="0" fill="hold" grpId="0" nodeType="withEffect">
                                  <p:stCondLst>
                                    <p:cond delay="2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73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2"/>
          <p:cNvSpPr>
            <a:spLocks noGrp="1"/>
          </p:cNvSpPr>
          <p:nvPr>
            <p:ph type="pic" sz="quarter" idx="11" hasCustomPrompt="1"/>
          </p:nvPr>
        </p:nvSpPr>
        <p:spPr>
          <a:xfrm>
            <a:off x="0" y="0"/>
            <a:ext cx="3287750" cy="7232650"/>
          </a:xfrm>
          <a:prstGeom prst="rect">
            <a:avLst/>
          </a:prstGeom>
          <a:pattFill prst="pct5">
            <a:fgClr>
              <a:schemeClr val="tx1"/>
            </a:fgClr>
            <a:bgClr>
              <a:schemeClr val="bg1">
                <a:lumMod val="85000"/>
              </a:schemeClr>
            </a:bgClr>
          </a:pattFill>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
        <p:nvSpPr>
          <p:cNvPr id="11" name="Slide Number Placeholder 5"/>
          <p:cNvSpPr txBox="1">
            <a:spLocks/>
          </p:cNvSpPr>
          <p:nvPr userDrawn="1"/>
        </p:nvSpPr>
        <p:spPr>
          <a:xfrm>
            <a:off x="3287750" y="489424"/>
            <a:ext cx="274967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14553" b="0" i="0" smtClean="0">
                <a:solidFill>
                  <a:schemeClr val="bg1"/>
                </a:solidFill>
                <a:latin typeface="Roboto Medium" charset="0"/>
                <a:ea typeface="Roboto Medium" charset="0"/>
                <a:cs typeface="Roboto Medium" charset="0"/>
              </a:rPr>
              <a:pPr algn="l"/>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4080637" y="1090440"/>
            <a:ext cx="3467551" cy="1397978"/>
          </a:xfrm>
          <a:prstGeom prst="rect">
            <a:avLst/>
          </a:prstGeom>
        </p:spPr>
        <p:txBody>
          <a:bodyPr/>
          <a:lstStyle>
            <a:lvl1pPr>
              <a:lnSpc>
                <a:spcPct val="70000"/>
              </a:lnSpc>
              <a:defRPr sz="3797" b="1" i="0">
                <a:latin typeface="Roboto Thin" charset="0"/>
                <a:ea typeface="Roboto Thin" charset="0"/>
                <a:cs typeface="Roboto Thin" charset="0"/>
              </a:defRPr>
            </a:lvl1pPr>
          </a:lstStyle>
          <a:p>
            <a:r>
              <a:rPr lang="en-US" dirty="0"/>
              <a:t>Click to edit Master title style</a:t>
            </a:r>
          </a:p>
        </p:txBody>
      </p:sp>
    </p:spTree>
    <p:extLst>
      <p:ext uri="{BB962C8B-B14F-4D97-AF65-F5344CB8AC3E}">
        <p14:creationId xmlns:p14="http://schemas.microsoft.com/office/powerpoint/2010/main" val="8760323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69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5"/>
          <p:cNvSpPr txBox="1">
            <a:spLocks/>
          </p:cNvSpPr>
          <p:nvPr userDrawn="1"/>
        </p:nvSpPr>
        <p:spPr>
          <a:xfrm>
            <a:off x="538074" y="4452039"/>
            <a:ext cx="274967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14553" b="0" i="0" smtClean="0">
                <a:solidFill>
                  <a:schemeClr val="bg1"/>
                </a:solidFill>
                <a:latin typeface="Roboto Medium" charset="0"/>
                <a:ea typeface="Roboto Medium" charset="0"/>
                <a:cs typeface="Roboto Medium" charset="0"/>
              </a:rPr>
              <a:pPr algn="l"/>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1330960" y="5053055"/>
            <a:ext cx="3467551" cy="1397978"/>
          </a:xfrm>
          <a:prstGeom prst="rect">
            <a:avLst/>
          </a:prstGeom>
        </p:spPr>
        <p:txBody>
          <a:bodyPr/>
          <a:lstStyle>
            <a:lvl1pPr>
              <a:lnSpc>
                <a:spcPct val="70000"/>
              </a:lnSpc>
              <a:defRPr sz="3797" b="1" i="0">
                <a:latin typeface="Roboto Thin" charset="0"/>
                <a:ea typeface="Roboto Thin" charset="0"/>
                <a:cs typeface="Roboto Thin" charset="0"/>
              </a:defRPr>
            </a:lvl1pPr>
          </a:lstStyle>
          <a:p>
            <a:r>
              <a:rPr lang="en-US"/>
              <a:t>Click to edit Master title style</a:t>
            </a:r>
          </a:p>
        </p:txBody>
      </p:sp>
      <p:sp>
        <p:nvSpPr>
          <p:cNvPr id="6" name="Picture Placeholder 11"/>
          <p:cNvSpPr>
            <a:spLocks noGrp="1"/>
          </p:cNvSpPr>
          <p:nvPr>
            <p:ph type="pic" sz="quarter" idx="12" hasCustomPrompt="1"/>
          </p:nvPr>
        </p:nvSpPr>
        <p:spPr>
          <a:xfrm>
            <a:off x="4348801" y="1423170"/>
            <a:ext cx="4576340" cy="4576089"/>
          </a:xfrm>
          <a:custGeom>
            <a:avLst/>
            <a:gdLst>
              <a:gd name="connsiteX0" fmla="*/ 897241 w 4999205"/>
              <a:gd name="connsiteY0" fmla="*/ 349012 h 2498048"/>
              <a:gd name="connsiteX1" fmla="*/ 1794482 w 4999205"/>
              <a:gd name="connsiteY1" fmla="*/ 1246253 h 2498048"/>
              <a:gd name="connsiteX2" fmla="*/ 897241 w 4999205"/>
              <a:gd name="connsiteY2" fmla="*/ 2143494 h 2498048"/>
              <a:gd name="connsiteX3" fmla="*/ 0 w 4999205"/>
              <a:gd name="connsiteY3" fmla="*/ 1246253 h 2498048"/>
              <a:gd name="connsiteX4" fmla="*/ 897241 w 4999205"/>
              <a:gd name="connsiteY4" fmla="*/ 349012 h 2498048"/>
              <a:gd name="connsiteX5" fmla="*/ 3750181 w 4999205"/>
              <a:gd name="connsiteY5" fmla="*/ 0 h 2498048"/>
              <a:gd name="connsiteX6" fmla="*/ 4277993 w 4999205"/>
              <a:gd name="connsiteY6" fmla="*/ 218627 h 2498048"/>
              <a:gd name="connsiteX7" fmla="*/ 4780578 w 4999205"/>
              <a:gd name="connsiteY7" fmla="*/ 721212 h 2498048"/>
              <a:gd name="connsiteX8" fmla="*/ 4780578 w 4999205"/>
              <a:gd name="connsiteY8" fmla="*/ 1776836 h 2498048"/>
              <a:gd name="connsiteX9" fmla="*/ 4277993 w 4999205"/>
              <a:gd name="connsiteY9" fmla="*/ 2279421 h 2498048"/>
              <a:gd name="connsiteX10" fmla="*/ 3222369 w 4999205"/>
              <a:gd name="connsiteY10" fmla="*/ 2279421 h 2498048"/>
              <a:gd name="connsiteX11" fmla="*/ 2719785 w 4999205"/>
              <a:gd name="connsiteY11" fmla="*/ 1776836 h 2498048"/>
              <a:gd name="connsiteX12" fmla="*/ 2719785 w 4999205"/>
              <a:gd name="connsiteY12" fmla="*/ 721212 h 2498048"/>
              <a:gd name="connsiteX13" fmla="*/ 3222369 w 4999205"/>
              <a:gd name="connsiteY13" fmla="*/ 218627 h 2498048"/>
              <a:gd name="connsiteX14" fmla="*/ 3750181 w 4999205"/>
              <a:gd name="connsiteY14" fmla="*/ 0 h 2498048"/>
              <a:gd name="connsiteX0" fmla="*/ 24941 w 5024146"/>
              <a:gd name="connsiteY0" fmla="*/ 1246253 h 2498048"/>
              <a:gd name="connsiteX1" fmla="*/ 1819423 w 5024146"/>
              <a:gd name="connsiteY1" fmla="*/ 1246253 h 2498048"/>
              <a:gd name="connsiteX2" fmla="*/ 922182 w 5024146"/>
              <a:gd name="connsiteY2" fmla="*/ 2143494 h 2498048"/>
              <a:gd name="connsiteX3" fmla="*/ 24941 w 5024146"/>
              <a:gd name="connsiteY3" fmla="*/ 1246253 h 2498048"/>
              <a:gd name="connsiteX4" fmla="*/ 3775122 w 5024146"/>
              <a:gd name="connsiteY4" fmla="*/ 0 h 2498048"/>
              <a:gd name="connsiteX5" fmla="*/ 4302934 w 5024146"/>
              <a:gd name="connsiteY5" fmla="*/ 218627 h 2498048"/>
              <a:gd name="connsiteX6" fmla="*/ 4805519 w 5024146"/>
              <a:gd name="connsiteY6" fmla="*/ 721212 h 2498048"/>
              <a:gd name="connsiteX7" fmla="*/ 4805519 w 5024146"/>
              <a:gd name="connsiteY7" fmla="*/ 1776836 h 2498048"/>
              <a:gd name="connsiteX8" fmla="*/ 4302934 w 5024146"/>
              <a:gd name="connsiteY8" fmla="*/ 2279421 h 2498048"/>
              <a:gd name="connsiteX9" fmla="*/ 3247310 w 5024146"/>
              <a:gd name="connsiteY9" fmla="*/ 2279421 h 2498048"/>
              <a:gd name="connsiteX10" fmla="*/ 2744726 w 5024146"/>
              <a:gd name="connsiteY10" fmla="*/ 1776836 h 2498048"/>
              <a:gd name="connsiteX11" fmla="*/ 2744726 w 5024146"/>
              <a:gd name="connsiteY11" fmla="*/ 721212 h 2498048"/>
              <a:gd name="connsiteX12" fmla="*/ 3247310 w 5024146"/>
              <a:gd name="connsiteY12" fmla="*/ 218627 h 2498048"/>
              <a:gd name="connsiteX13" fmla="*/ 3775122 w 5024146"/>
              <a:gd name="connsiteY13" fmla="*/ 0 h 2498048"/>
              <a:gd name="connsiteX0" fmla="*/ 24941 w 5024146"/>
              <a:gd name="connsiteY0" fmla="*/ 1246253 h 2498048"/>
              <a:gd name="connsiteX1" fmla="*/ 922182 w 5024146"/>
              <a:gd name="connsiteY1" fmla="*/ 2143494 h 2498048"/>
              <a:gd name="connsiteX2" fmla="*/ 24941 w 5024146"/>
              <a:gd name="connsiteY2" fmla="*/ 1246253 h 2498048"/>
              <a:gd name="connsiteX3" fmla="*/ 3775122 w 5024146"/>
              <a:gd name="connsiteY3" fmla="*/ 0 h 2498048"/>
              <a:gd name="connsiteX4" fmla="*/ 4302934 w 5024146"/>
              <a:gd name="connsiteY4" fmla="*/ 218627 h 2498048"/>
              <a:gd name="connsiteX5" fmla="*/ 4805519 w 5024146"/>
              <a:gd name="connsiteY5" fmla="*/ 721212 h 2498048"/>
              <a:gd name="connsiteX6" fmla="*/ 4805519 w 5024146"/>
              <a:gd name="connsiteY6" fmla="*/ 1776836 h 2498048"/>
              <a:gd name="connsiteX7" fmla="*/ 4302934 w 5024146"/>
              <a:gd name="connsiteY7" fmla="*/ 2279421 h 2498048"/>
              <a:gd name="connsiteX8" fmla="*/ 3247310 w 5024146"/>
              <a:gd name="connsiteY8" fmla="*/ 2279421 h 2498048"/>
              <a:gd name="connsiteX9" fmla="*/ 2744726 w 5024146"/>
              <a:gd name="connsiteY9" fmla="*/ 1776836 h 2498048"/>
              <a:gd name="connsiteX10" fmla="*/ 2744726 w 5024146"/>
              <a:gd name="connsiteY10" fmla="*/ 721212 h 2498048"/>
              <a:gd name="connsiteX11" fmla="*/ 3247310 w 5024146"/>
              <a:gd name="connsiteY11" fmla="*/ 218627 h 2498048"/>
              <a:gd name="connsiteX12" fmla="*/ 3775122 w 5024146"/>
              <a:gd name="connsiteY12" fmla="*/ 0 h 2498048"/>
              <a:gd name="connsiteX0" fmla="*/ 1249024 w 2498048"/>
              <a:gd name="connsiteY0" fmla="*/ 0 h 2498048"/>
              <a:gd name="connsiteX1" fmla="*/ 1776836 w 2498048"/>
              <a:gd name="connsiteY1" fmla="*/ 218627 h 2498048"/>
              <a:gd name="connsiteX2" fmla="*/ 2279421 w 2498048"/>
              <a:gd name="connsiteY2" fmla="*/ 721212 h 2498048"/>
              <a:gd name="connsiteX3" fmla="*/ 2279421 w 2498048"/>
              <a:gd name="connsiteY3" fmla="*/ 1776836 h 2498048"/>
              <a:gd name="connsiteX4" fmla="*/ 1776836 w 2498048"/>
              <a:gd name="connsiteY4" fmla="*/ 2279421 h 2498048"/>
              <a:gd name="connsiteX5" fmla="*/ 721212 w 2498048"/>
              <a:gd name="connsiteY5" fmla="*/ 2279421 h 2498048"/>
              <a:gd name="connsiteX6" fmla="*/ 218628 w 2498048"/>
              <a:gd name="connsiteY6" fmla="*/ 1776836 h 2498048"/>
              <a:gd name="connsiteX7" fmla="*/ 218628 w 2498048"/>
              <a:gd name="connsiteY7" fmla="*/ 721212 h 2498048"/>
              <a:gd name="connsiteX8" fmla="*/ 721212 w 2498048"/>
              <a:gd name="connsiteY8" fmla="*/ 218627 h 2498048"/>
              <a:gd name="connsiteX9" fmla="*/ 1249024 w 2498048"/>
              <a:gd name="connsiteY9" fmla="*/ 0 h 249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8048" h="2498048">
                <a:moveTo>
                  <a:pt x="1249024" y="0"/>
                </a:moveTo>
                <a:cubicBezTo>
                  <a:pt x="1440055" y="0"/>
                  <a:pt x="1631085" y="72876"/>
                  <a:pt x="1776836" y="218627"/>
                </a:cubicBezTo>
                <a:lnTo>
                  <a:pt x="2279421" y="721212"/>
                </a:lnTo>
                <a:cubicBezTo>
                  <a:pt x="2570924" y="1012715"/>
                  <a:pt x="2570924" y="1485334"/>
                  <a:pt x="2279421" y="1776836"/>
                </a:cubicBezTo>
                <a:lnTo>
                  <a:pt x="1776836" y="2279421"/>
                </a:lnTo>
                <a:cubicBezTo>
                  <a:pt x="1485334" y="2570924"/>
                  <a:pt x="1012715" y="2570924"/>
                  <a:pt x="721212" y="2279421"/>
                </a:cubicBezTo>
                <a:lnTo>
                  <a:pt x="218628" y="1776836"/>
                </a:lnTo>
                <a:cubicBezTo>
                  <a:pt x="-72875" y="1485334"/>
                  <a:pt x="-72875" y="1012715"/>
                  <a:pt x="218628" y="721212"/>
                </a:cubicBezTo>
                <a:lnTo>
                  <a:pt x="721212" y="218627"/>
                </a:lnTo>
                <a:cubicBezTo>
                  <a:pt x="866963" y="72876"/>
                  <a:pt x="1057994" y="0"/>
                  <a:pt x="1249024" y="0"/>
                </a:cubicBezTo>
                <a:close/>
              </a:path>
            </a:pathLst>
          </a:cu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7894181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68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5"/>
          <p:cNvSpPr txBox="1">
            <a:spLocks/>
          </p:cNvSpPr>
          <p:nvPr userDrawn="1"/>
        </p:nvSpPr>
        <p:spPr>
          <a:xfrm>
            <a:off x="4581102" y="375454"/>
            <a:ext cx="3696547" cy="1439283"/>
          </a:xfrm>
          <a:prstGeom prst="rect">
            <a:avLst/>
          </a:prstGeom>
        </p:spPr>
        <p:txBody>
          <a:bodyPr vert="horz" wrap="none" lIns="128580" tIns="64290" rIns="128580" bIns="6429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4553" b="0" i="0" smtClean="0">
                <a:solidFill>
                  <a:schemeClr val="bg1"/>
                </a:solidFill>
                <a:latin typeface="Roboto Medium" charset="0"/>
                <a:ea typeface="Roboto Medium" charset="0"/>
                <a:cs typeface="Roboto Medium" charset="0"/>
              </a:rPr>
              <a:pPr algn="ctr"/>
              <a:t>‹#›</a:t>
            </a:fld>
            <a:endParaRPr lang="en-US" sz="14553" b="0" i="0" dirty="0">
              <a:solidFill>
                <a:schemeClr val="bg1"/>
              </a:solidFill>
              <a:latin typeface="Roboto Medium" charset="0"/>
              <a:ea typeface="Roboto Medium" charset="0"/>
              <a:cs typeface="Roboto Medium" charset="0"/>
            </a:endParaRPr>
          </a:p>
        </p:txBody>
      </p:sp>
      <p:sp>
        <p:nvSpPr>
          <p:cNvPr id="9" name="Title 8"/>
          <p:cNvSpPr>
            <a:spLocks noGrp="1"/>
          </p:cNvSpPr>
          <p:nvPr>
            <p:ph type="title"/>
          </p:nvPr>
        </p:nvSpPr>
        <p:spPr>
          <a:xfrm>
            <a:off x="1314193" y="860067"/>
            <a:ext cx="10230365" cy="557728"/>
          </a:xfrm>
          <a:prstGeom prst="rect">
            <a:avLst/>
          </a:prstGeom>
        </p:spPr>
        <p:txBody>
          <a:bodyPr/>
          <a:lstStyle>
            <a:lvl1pPr algn="ctr">
              <a:lnSpc>
                <a:spcPct val="70000"/>
              </a:lnSpc>
              <a:defRPr sz="3797" b="1" i="0">
                <a:latin typeface="Roboto Thin" charset="0"/>
                <a:ea typeface="Roboto Thin" charset="0"/>
                <a:cs typeface="Roboto Thin" charset="0"/>
              </a:defRPr>
            </a:lvl1pPr>
          </a:lstStyle>
          <a:p>
            <a:r>
              <a:rPr lang="en-US" dirty="0"/>
              <a:t>Click to edit Master title style</a:t>
            </a:r>
          </a:p>
        </p:txBody>
      </p:sp>
      <p:sp>
        <p:nvSpPr>
          <p:cNvPr id="4" name="Content Placeholder 3"/>
          <p:cNvSpPr>
            <a:spLocks noGrp="1"/>
          </p:cNvSpPr>
          <p:nvPr>
            <p:ph sz="quarter" idx="10"/>
          </p:nvPr>
        </p:nvSpPr>
        <p:spPr>
          <a:xfrm>
            <a:off x="1314193" y="1347659"/>
            <a:ext cx="10230364" cy="327113"/>
          </a:xfrm>
          <a:prstGeom prst="rect">
            <a:avLst/>
          </a:prstGeom>
        </p:spPr>
        <p:txBody>
          <a:bodyPr/>
          <a:lstStyle>
            <a:lvl1pPr marL="0" indent="0" algn="ctr">
              <a:buNone/>
              <a:defRPr sz="1160" b="0" i="0" spc="316">
                <a:solidFill>
                  <a:schemeClr val="tx1">
                    <a:alpha val="50000"/>
                  </a:schemeClr>
                </a:solidFill>
                <a:latin typeface="Roboto Medium" charset="0"/>
                <a:ea typeface="Roboto Medium" charset="0"/>
                <a:cs typeface="Roboto Medium" charset="0"/>
              </a:defRPr>
            </a:lvl1pPr>
          </a:lstStyle>
          <a:p>
            <a:pPr lvl="0"/>
            <a:r>
              <a:rPr lang="en-US" dirty="0"/>
              <a:t>Click to edit Master </a:t>
            </a:r>
            <a:r>
              <a:rPr lang="en-US"/>
              <a:t>text styles</a:t>
            </a:r>
            <a:endParaRPr lang="en-US" dirty="0"/>
          </a:p>
        </p:txBody>
      </p:sp>
      <p:sp>
        <p:nvSpPr>
          <p:cNvPr id="12" name="Picture Placeholder 11"/>
          <p:cNvSpPr>
            <a:spLocks noGrp="1"/>
          </p:cNvSpPr>
          <p:nvPr>
            <p:ph type="pic" sz="quarter" idx="12" hasCustomPrompt="1"/>
          </p:nvPr>
        </p:nvSpPr>
        <p:spPr>
          <a:xfrm>
            <a:off x="5112044" y="2299350"/>
            <a:ext cx="2634660" cy="2634515"/>
          </a:xfrm>
          <a:custGeom>
            <a:avLst/>
            <a:gdLst>
              <a:gd name="connsiteX0" fmla="*/ 897241 w 4999205"/>
              <a:gd name="connsiteY0" fmla="*/ 349012 h 2498048"/>
              <a:gd name="connsiteX1" fmla="*/ 1794482 w 4999205"/>
              <a:gd name="connsiteY1" fmla="*/ 1246253 h 2498048"/>
              <a:gd name="connsiteX2" fmla="*/ 897241 w 4999205"/>
              <a:gd name="connsiteY2" fmla="*/ 2143494 h 2498048"/>
              <a:gd name="connsiteX3" fmla="*/ 0 w 4999205"/>
              <a:gd name="connsiteY3" fmla="*/ 1246253 h 2498048"/>
              <a:gd name="connsiteX4" fmla="*/ 897241 w 4999205"/>
              <a:gd name="connsiteY4" fmla="*/ 349012 h 2498048"/>
              <a:gd name="connsiteX5" fmla="*/ 3750181 w 4999205"/>
              <a:gd name="connsiteY5" fmla="*/ 0 h 2498048"/>
              <a:gd name="connsiteX6" fmla="*/ 4277993 w 4999205"/>
              <a:gd name="connsiteY6" fmla="*/ 218627 h 2498048"/>
              <a:gd name="connsiteX7" fmla="*/ 4780578 w 4999205"/>
              <a:gd name="connsiteY7" fmla="*/ 721212 h 2498048"/>
              <a:gd name="connsiteX8" fmla="*/ 4780578 w 4999205"/>
              <a:gd name="connsiteY8" fmla="*/ 1776836 h 2498048"/>
              <a:gd name="connsiteX9" fmla="*/ 4277993 w 4999205"/>
              <a:gd name="connsiteY9" fmla="*/ 2279421 h 2498048"/>
              <a:gd name="connsiteX10" fmla="*/ 3222369 w 4999205"/>
              <a:gd name="connsiteY10" fmla="*/ 2279421 h 2498048"/>
              <a:gd name="connsiteX11" fmla="*/ 2719785 w 4999205"/>
              <a:gd name="connsiteY11" fmla="*/ 1776836 h 2498048"/>
              <a:gd name="connsiteX12" fmla="*/ 2719785 w 4999205"/>
              <a:gd name="connsiteY12" fmla="*/ 721212 h 2498048"/>
              <a:gd name="connsiteX13" fmla="*/ 3222369 w 4999205"/>
              <a:gd name="connsiteY13" fmla="*/ 218627 h 2498048"/>
              <a:gd name="connsiteX14" fmla="*/ 3750181 w 4999205"/>
              <a:gd name="connsiteY14" fmla="*/ 0 h 2498048"/>
              <a:gd name="connsiteX0" fmla="*/ 24941 w 5024146"/>
              <a:gd name="connsiteY0" fmla="*/ 1246253 h 2498048"/>
              <a:gd name="connsiteX1" fmla="*/ 1819423 w 5024146"/>
              <a:gd name="connsiteY1" fmla="*/ 1246253 h 2498048"/>
              <a:gd name="connsiteX2" fmla="*/ 922182 w 5024146"/>
              <a:gd name="connsiteY2" fmla="*/ 2143494 h 2498048"/>
              <a:gd name="connsiteX3" fmla="*/ 24941 w 5024146"/>
              <a:gd name="connsiteY3" fmla="*/ 1246253 h 2498048"/>
              <a:gd name="connsiteX4" fmla="*/ 3775122 w 5024146"/>
              <a:gd name="connsiteY4" fmla="*/ 0 h 2498048"/>
              <a:gd name="connsiteX5" fmla="*/ 4302934 w 5024146"/>
              <a:gd name="connsiteY5" fmla="*/ 218627 h 2498048"/>
              <a:gd name="connsiteX6" fmla="*/ 4805519 w 5024146"/>
              <a:gd name="connsiteY6" fmla="*/ 721212 h 2498048"/>
              <a:gd name="connsiteX7" fmla="*/ 4805519 w 5024146"/>
              <a:gd name="connsiteY7" fmla="*/ 1776836 h 2498048"/>
              <a:gd name="connsiteX8" fmla="*/ 4302934 w 5024146"/>
              <a:gd name="connsiteY8" fmla="*/ 2279421 h 2498048"/>
              <a:gd name="connsiteX9" fmla="*/ 3247310 w 5024146"/>
              <a:gd name="connsiteY9" fmla="*/ 2279421 h 2498048"/>
              <a:gd name="connsiteX10" fmla="*/ 2744726 w 5024146"/>
              <a:gd name="connsiteY10" fmla="*/ 1776836 h 2498048"/>
              <a:gd name="connsiteX11" fmla="*/ 2744726 w 5024146"/>
              <a:gd name="connsiteY11" fmla="*/ 721212 h 2498048"/>
              <a:gd name="connsiteX12" fmla="*/ 3247310 w 5024146"/>
              <a:gd name="connsiteY12" fmla="*/ 218627 h 2498048"/>
              <a:gd name="connsiteX13" fmla="*/ 3775122 w 5024146"/>
              <a:gd name="connsiteY13" fmla="*/ 0 h 2498048"/>
              <a:gd name="connsiteX0" fmla="*/ 24941 w 5024146"/>
              <a:gd name="connsiteY0" fmla="*/ 1246253 h 2498048"/>
              <a:gd name="connsiteX1" fmla="*/ 922182 w 5024146"/>
              <a:gd name="connsiteY1" fmla="*/ 2143494 h 2498048"/>
              <a:gd name="connsiteX2" fmla="*/ 24941 w 5024146"/>
              <a:gd name="connsiteY2" fmla="*/ 1246253 h 2498048"/>
              <a:gd name="connsiteX3" fmla="*/ 3775122 w 5024146"/>
              <a:gd name="connsiteY3" fmla="*/ 0 h 2498048"/>
              <a:gd name="connsiteX4" fmla="*/ 4302934 w 5024146"/>
              <a:gd name="connsiteY4" fmla="*/ 218627 h 2498048"/>
              <a:gd name="connsiteX5" fmla="*/ 4805519 w 5024146"/>
              <a:gd name="connsiteY5" fmla="*/ 721212 h 2498048"/>
              <a:gd name="connsiteX6" fmla="*/ 4805519 w 5024146"/>
              <a:gd name="connsiteY6" fmla="*/ 1776836 h 2498048"/>
              <a:gd name="connsiteX7" fmla="*/ 4302934 w 5024146"/>
              <a:gd name="connsiteY7" fmla="*/ 2279421 h 2498048"/>
              <a:gd name="connsiteX8" fmla="*/ 3247310 w 5024146"/>
              <a:gd name="connsiteY8" fmla="*/ 2279421 h 2498048"/>
              <a:gd name="connsiteX9" fmla="*/ 2744726 w 5024146"/>
              <a:gd name="connsiteY9" fmla="*/ 1776836 h 2498048"/>
              <a:gd name="connsiteX10" fmla="*/ 2744726 w 5024146"/>
              <a:gd name="connsiteY10" fmla="*/ 721212 h 2498048"/>
              <a:gd name="connsiteX11" fmla="*/ 3247310 w 5024146"/>
              <a:gd name="connsiteY11" fmla="*/ 218627 h 2498048"/>
              <a:gd name="connsiteX12" fmla="*/ 3775122 w 5024146"/>
              <a:gd name="connsiteY12" fmla="*/ 0 h 2498048"/>
              <a:gd name="connsiteX0" fmla="*/ 1249024 w 2498048"/>
              <a:gd name="connsiteY0" fmla="*/ 0 h 2498048"/>
              <a:gd name="connsiteX1" fmla="*/ 1776836 w 2498048"/>
              <a:gd name="connsiteY1" fmla="*/ 218627 h 2498048"/>
              <a:gd name="connsiteX2" fmla="*/ 2279421 w 2498048"/>
              <a:gd name="connsiteY2" fmla="*/ 721212 h 2498048"/>
              <a:gd name="connsiteX3" fmla="*/ 2279421 w 2498048"/>
              <a:gd name="connsiteY3" fmla="*/ 1776836 h 2498048"/>
              <a:gd name="connsiteX4" fmla="*/ 1776836 w 2498048"/>
              <a:gd name="connsiteY4" fmla="*/ 2279421 h 2498048"/>
              <a:gd name="connsiteX5" fmla="*/ 721212 w 2498048"/>
              <a:gd name="connsiteY5" fmla="*/ 2279421 h 2498048"/>
              <a:gd name="connsiteX6" fmla="*/ 218628 w 2498048"/>
              <a:gd name="connsiteY6" fmla="*/ 1776836 h 2498048"/>
              <a:gd name="connsiteX7" fmla="*/ 218628 w 2498048"/>
              <a:gd name="connsiteY7" fmla="*/ 721212 h 2498048"/>
              <a:gd name="connsiteX8" fmla="*/ 721212 w 2498048"/>
              <a:gd name="connsiteY8" fmla="*/ 218627 h 2498048"/>
              <a:gd name="connsiteX9" fmla="*/ 1249024 w 2498048"/>
              <a:gd name="connsiteY9" fmla="*/ 0 h 249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8048" h="2498048">
                <a:moveTo>
                  <a:pt x="1249024" y="0"/>
                </a:moveTo>
                <a:cubicBezTo>
                  <a:pt x="1440055" y="0"/>
                  <a:pt x="1631085" y="72876"/>
                  <a:pt x="1776836" y="218627"/>
                </a:cubicBezTo>
                <a:lnTo>
                  <a:pt x="2279421" y="721212"/>
                </a:lnTo>
                <a:cubicBezTo>
                  <a:pt x="2570924" y="1012715"/>
                  <a:pt x="2570924" y="1485334"/>
                  <a:pt x="2279421" y="1776836"/>
                </a:cubicBezTo>
                <a:lnTo>
                  <a:pt x="1776836" y="2279421"/>
                </a:lnTo>
                <a:cubicBezTo>
                  <a:pt x="1485334" y="2570924"/>
                  <a:pt x="1012715" y="2570924"/>
                  <a:pt x="721212" y="2279421"/>
                </a:cubicBezTo>
                <a:lnTo>
                  <a:pt x="218628" y="1776836"/>
                </a:lnTo>
                <a:cubicBezTo>
                  <a:pt x="-72875" y="1485334"/>
                  <a:pt x="-72875" y="1012715"/>
                  <a:pt x="218628" y="721212"/>
                </a:cubicBezTo>
                <a:lnTo>
                  <a:pt x="721212" y="218627"/>
                </a:lnTo>
                <a:cubicBezTo>
                  <a:pt x="866963" y="72876"/>
                  <a:pt x="1057994" y="0"/>
                  <a:pt x="1249024" y="0"/>
                </a:cubicBezTo>
                <a:close/>
              </a:path>
            </a:pathLst>
          </a:cu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8483982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71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2"/>
          <p:cNvSpPr>
            <a:spLocks noGrp="1"/>
          </p:cNvSpPr>
          <p:nvPr>
            <p:ph type="pic" sz="quarter" idx="11" hasCustomPrompt="1"/>
          </p:nvPr>
        </p:nvSpPr>
        <p:spPr>
          <a:xfrm>
            <a:off x="4413766" y="1600827"/>
            <a:ext cx="4031218" cy="4030997"/>
          </a:xfrm>
          <a:prstGeom prst="donut">
            <a:avLst/>
          </a:prstGeom>
          <a:pattFill prst="pct5">
            <a:fgClr>
              <a:schemeClr val="tx1"/>
            </a:fgClr>
            <a:bgClr>
              <a:schemeClr val="bg1">
                <a:lumMod val="85000"/>
              </a:schemeClr>
            </a:bgClr>
          </a:pattFill>
          <a:effectLst>
            <a:outerShdw blurRad="50800" dist="25400" dir="5400000" algn="t" rotWithShape="0">
              <a:prstClr val="black">
                <a:alpha val="15000"/>
              </a:prstClr>
            </a:outerShdw>
          </a:effectLst>
        </p:spPr>
        <p:txBody>
          <a:bodyPr anchor="ct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30643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p:cNvSpPr>
            <a:spLocks noGrp="1"/>
          </p:cNvSpPr>
          <p:nvPr>
            <p:ph type="pic" sz="quarter" idx="11" hasCustomPrompt="1"/>
          </p:nvPr>
        </p:nvSpPr>
        <p:spPr>
          <a:xfrm>
            <a:off x="1317822" y="766397"/>
            <a:ext cx="4504957" cy="5870250"/>
          </a:xfrm>
          <a:custGeom>
            <a:avLst/>
            <a:gdLst/>
            <a:ahLst/>
            <a:cxnLst/>
            <a:rect l="l" t="t" r="r" b="b"/>
            <a:pathLst>
              <a:path w="4271367" h="5566172">
                <a:moveTo>
                  <a:pt x="2247305" y="0"/>
                </a:moveTo>
                <a:cubicBezTo>
                  <a:pt x="2542480" y="0"/>
                  <a:pt x="2814092" y="39688"/>
                  <a:pt x="3062139" y="119063"/>
                </a:cubicBezTo>
                <a:cubicBezTo>
                  <a:pt x="3310186" y="198438"/>
                  <a:pt x="3523506" y="311299"/>
                  <a:pt x="3702100" y="457647"/>
                </a:cubicBezTo>
                <a:cubicBezTo>
                  <a:pt x="3880694" y="603995"/>
                  <a:pt x="4020220" y="780728"/>
                  <a:pt x="4120679" y="987847"/>
                </a:cubicBezTo>
                <a:cubicBezTo>
                  <a:pt x="4221138" y="1194966"/>
                  <a:pt x="4271367" y="1426270"/>
                  <a:pt x="4271367" y="1681758"/>
                </a:cubicBezTo>
                <a:lnTo>
                  <a:pt x="2969121" y="1681758"/>
                </a:lnTo>
                <a:cubicBezTo>
                  <a:pt x="2969121" y="1580059"/>
                  <a:pt x="2953618" y="1486421"/>
                  <a:pt x="2922612" y="1400845"/>
                </a:cubicBezTo>
                <a:cubicBezTo>
                  <a:pt x="2891607" y="1315269"/>
                  <a:pt x="2844478" y="1242095"/>
                  <a:pt x="2781226" y="1181323"/>
                </a:cubicBezTo>
                <a:cubicBezTo>
                  <a:pt x="2717974" y="1120552"/>
                  <a:pt x="2639839" y="1072803"/>
                  <a:pt x="2546821" y="1038076"/>
                </a:cubicBezTo>
                <a:cubicBezTo>
                  <a:pt x="2453804" y="1003350"/>
                  <a:pt x="2344043" y="985987"/>
                  <a:pt x="2217539" y="985987"/>
                </a:cubicBezTo>
                <a:cubicBezTo>
                  <a:pt x="2093516" y="985987"/>
                  <a:pt x="1984375" y="1000249"/>
                  <a:pt x="1890118" y="1028775"/>
                </a:cubicBezTo>
                <a:cubicBezTo>
                  <a:pt x="1795860" y="1057300"/>
                  <a:pt x="1717105" y="1096988"/>
                  <a:pt x="1653853" y="1147837"/>
                </a:cubicBezTo>
                <a:cubicBezTo>
                  <a:pt x="1590601" y="1198687"/>
                  <a:pt x="1542852" y="1256978"/>
                  <a:pt x="1510606" y="1322710"/>
                </a:cubicBezTo>
                <a:cubicBezTo>
                  <a:pt x="1478360" y="1388442"/>
                  <a:pt x="1462237" y="1458516"/>
                  <a:pt x="1462237" y="1532930"/>
                </a:cubicBezTo>
                <a:cubicBezTo>
                  <a:pt x="1462237" y="1614785"/>
                  <a:pt x="1485181" y="1688579"/>
                  <a:pt x="1531070" y="1754312"/>
                </a:cubicBezTo>
                <a:cubicBezTo>
                  <a:pt x="1576958" y="1820044"/>
                  <a:pt x="1642691" y="1882056"/>
                  <a:pt x="1728267" y="1940347"/>
                </a:cubicBezTo>
                <a:cubicBezTo>
                  <a:pt x="1813843" y="1998638"/>
                  <a:pt x="1918023" y="2053208"/>
                  <a:pt x="2040806" y="2104058"/>
                </a:cubicBezTo>
                <a:cubicBezTo>
                  <a:pt x="2163589" y="2154908"/>
                  <a:pt x="2301875" y="2205137"/>
                  <a:pt x="2455664" y="2254746"/>
                </a:cubicBezTo>
                <a:cubicBezTo>
                  <a:pt x="2743398" y="2346524"/>
                  <a:pt x="3000127" y="2448223"/>
                  <a:pt x="3225850" y="2559844"/>
                </a:cubicBezTo>
                <a:cubicBezTo>
                  <a:pt x="3451573" y="2671465"/>
                  <a:pt x="3641948" y="2799209"/>
                  <a:pt x="3796978" y="2943076"/>
                </a:cubicBezTo>
                <a:cubicBezTo>
                  <a:pt x="3952007" y="3086944"/>
                  <a:pt x="4069830" y="3249414"/>
                  <a:pt x="4150445" y="3430489"/>
                </a:cubicBezTo>
                <a:cubicBezTo>
                  <a:pt x="4231060" y="3611563"/>
                  <a:pt x="4271367" y="3816202"/>
                  <a:pt x="4271367" y="4044405"/>
                </a:cubicBezTo>
                <a:cubicBezTo>
                  <a:pt x="4271367" y="4287491"/>
                  <a:pt x="4223618" y="4503911"/>
                  <a:pt x="4128120" y="4693667"/>
                </a:cubicBezTo>
                <a:cubicBezTo>
                  <a:pt x="4032622" y="4883423"/>
                  <a:pt x="3897437" y="5042794"/>
                  <a:pt x="3722564" y="5171778"/>
                </a:cubicBezTo>
                <a:cubicBezTo>
                  <a:pt x="3547691" y="5300762"/>
                  <a:pt x="3336851" y="5398741"/>
                  <a:pt x="3090044" y="5465713"/>
                </a:cubicBezTo>
                <a:cubicBezTo>
                  <a:pt x="2843238" y="5532686"/>
                  <a:pt x="2568525" y="5566172"/>
                  <a:pt x="2265908" y="5566172"/>
                </a:cubicBezTo>
                <a:cubicBezTo>
                  <a:pt x="2079873" y="5566172"/>
                  <a:pt x="1895078" y="5550669"/>
                  <a:pt x="1711524" y="5519663"/>
                </a:cubicBezTo>
                <a:cubicBezTo>
                  <a:pt x="1527969" y="5488658"/>
                  <a:pt x="1352476" y="5440909"/>
                  <a:pt x="1185044" y="5376416"/>
                </a:cubicBezTo>
                <a:cubicBezTo>
                  <a:pt x="1017613" y="5311924"/>
                  <a:pt x="861343" y="5230689"/>
                  <a:pt x="716235" y="5132710"/>
                </a:cubicBezTo>
                <a:cubicBezTo>
                  <a:pt x="571128" y="5034732"/>
                  <a:pt x="445864" y="4917530"/>
                  <a:pt x="340444" y="4781104"/>
                </a:cubicBezTo>
                <a:cubicBezTo>
                  <a:pt x="235025" y="4644678"/>
                  <a:pt x="151929" y="4489649"/>
                  <a:pt x="91157" y="4316016"/>
                </a:cubicBezTo>
                <a:cubicBezTo>
                  <a:pt x="30386" y="4142384"/>
                  <a:pt x="0" y="3948907"/>
                  <a:pt x="0" y="3735586"/>
                </a:cubicBezTo>
                <a:lnTo>
                  <a:pt x="1309688" y="3735586"/>
                </a:lnTo>
                <a:cubicBezTo>
                  <a:pt x="1309688" y="3894336"/>
                  <a:pt x="1330772" y="4027661"/>
                  <a:pt x="1372940" y="4135562"/>
                </a:cubicBezTo>
                <a:cubicBezTo>
                  <a:pt x="1415108" y="4243462"/>
                  <a:pt x="1477120" y="4330899"/>
                  <a:pt x="1558975" y="4397871"/>
                </a:cubicBezTo>
                <a:cubicBezTo>
                  <a:pt x="1640830" y="4464844"/>
                  <a:pt x="1740669" y="4512593"/>
                  <a:pt x="1858491" y="4541118"/>
                </a:cubicBezTo>
                <a:cubicBezTo>
                  <a:pt x="1976314" y="4569644"/>
                  <a:pt x="2112120" y="4583907"/>
                  <a:pt x="2265908" y="4583907"/>
                </a:cubicBezTo>
                <a:cubicBezTo>
                  <a:pt x="2389932" y="4583907"/>
                  <a:pt x="2495972" y="4569644"/>
                  <a:pt x="2584029" y="4541118"/>
                </a:cubicBezTo>
                <a:cubicBezTo>
                  <a:pt x="2672085" y="4512593"/>
                  <a:pt x="2744639" y="4474146"/>
                  <a:pt x="2801690" y="4425777"/>
                </a:cubicBezTo>
                <a:cubicBezTo>
                  <a:pt x="2858740" y="4377408"/>
                  <a:pt x="2900288" y="4320977"/>
                  <a:pt x="2926333" y="4256485"/>
                </a:cubicBezTo>
                <a:cubicBezTo>
                  <a:pt x="2952378" y="4191993"/>
                  <a:pt x="2965401" y="4123780"/>
                  <a:pt x="2965401" y="4051846"/>
                </a:cubicBezTo>
                <a:cubicBezTo>
                  <a:pt x="2965401" y="3967510"/>
                  <a:pt x="2953618" y="3891236"/>
                  <a:pt x="2930054" y="3823023"/>
                </a:cubicBezTo>
                <a:cubicBezTo>
                  <a:pt x="2906490" y="3754810"/>
                  <a:pt x="2859981" y="3690318"/>
                  <a:pt x="2790528" y="3629546"/>
                </a:cubicBezTo>
                <a:cubicBezTo>
                  <a:pt x="2721074" y="3568775"/>
                  <a:pt x="2623716" y="3508623"/>
                  <a:pt x="2498452" y="3449092"/>
                </a:cubicBezTo>
                <a:cubicBezTo>
                  <a:pt x="2373188" y="3389561"/>
                  <a:pt x="2208858" y="3326309"/>
                  <a:pt x="2005459" y="3259336"/>
                </a:cubicBezTo>
                <a:cubicBezTo>
                  <a:pt x="1767334" y="3179961"/>
                  <a:pt x="1537891" y="3090665"/>
                  <a:pt x="1317129" y="2991446"/>
                </a:cubicBezTo>
                <a:cubicBezTo>
                  <a:pt x="1096367" y="2892227"/>
                  <a:pt x="900410" y="2774405"/>
                  <a:pt x="729258" y="2637979"/>
                </a:cubicBezTo>
                <a:cubicBezTo>
                  <a:pt x="558106" y="2501553"/>
                  <a:pt x="421060" y="2342183"/>
                  <a:pt x="318120" y="2159868"/>
                </a:cubicBezTo>
                <a:cubicBezTo>
                  <a:pt x="215181" y="1977554"/>
                  <a:pt x="163711" y="1764854"/>
                  <a:pt x="163711" y="1521768"/>
                </a:cubicBezTo>
                <a:cubicBezTo>
                  <a:pt x="163711" y="1288604"/>
                  <a:pt x="215801" y="1078384"/>
                  <a:pt x="319981" y="891109"/>
                </a:cubicBezTo>
                <a:cubicBezTo>
                  <a:pt x="424160" y="703833"/>
                  <a:pt x="569268" y="544464"/>
                  <a:pt x="755303" y="412998"/>
                </a:cubicBezTo>
                <a:cubicBezTo>
                  <a:pt x="941338" y="281533"/>
                  <a:pt x="1161480" y="179835"/>
                  <a:pt x="1415728" y="107901"/>
                </a:cubicBezTo>
                <a:cubicBezTo>
                  <a:pt x="1669976" y="35967"/>
                  <a:pt x="1947168" y="0"/>
                  <a:pt x="2247305" y="0"/>
                </a:cubicBezTo>
                <a:close/>
              </a:path>
            </a:pathLst>
          </a:cu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dirty="0"/>
              <a:t>Drag &amp; Drop Image</a:t>
            </a:r>
          </a:p>
        </p:txBody>
      </p:sp>
    </p:spTree>
    <p:extLst>
      <p:ext uri="{BB962C8B-B14F-4D97-AF65-F5344CB8AC3E}">
        <p14:creationId xmlns:p14="http://schemas.microsoft.com/office/powerpoint/2010/main" val="375766094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Picture Placeholder 12"/>
          <p:cNvSpPr>
            <a:spLocks noGrp="1"/>
          </p:cNvSpPr>
          <p:nvPr>
            <p:ph type="pic" sz="quarter" idx="11" hasCustomPrompt="1"/>
          </p:nvPr>
        </p:nvSpPr>
        <p:spPr>
          <a:xfrm>
            <a:off x="405215" y="844877"/>
            <a:ext cx="6796678" cy="5713291"/>
          </a:xfrm>
          <a:custGeom>
            <a:avLst/>
            <a:gdLst/>
            <a:ahLst/>
            <a:cxnLst/>
            <a:rect l="l" t="t" r="r" b="b"/>
            <a:pathLst>
              <a:path w="6444258" h="5417344">
                <a:moveTo>
                  <a:pt x="0" y="0"/>
                </a:moveTo>
                <a:lnTo>
                  <a:pt x="1298526" y="0"/>
                </a:lnTo>
                <a:lnTo>
                  <a:pt x="1919883" y="3397002"/>
                </a:lnTo>
                <a:lnTo>
                  <a:pt x="2664024" y="0"/>
                </a:lnTo>
                <a:lnTo>
                  <a:pt x="3772793" y="0"/>
                </a:lnTo>
                <a:lnTo>
                  <a:pt x="4528096" y="3397002"/>
                </a:lnTo>
                <a:lnTo>
                  <a:pt x="5149453" y="0"/>
                </a:lnTo>
                <a:lnTo>
                  <a:pt x="6444258" y="0"/>
                </a:lnTo>
                <a:lnTo>
                  <a:pt x="5294560" y="5417344"/>
                </a:lnTo>
                <a:lnTo>
                  <a:pt x="3940225" y="5417344"/>
                </a:lnTo>
                <a:lnTo>
                  <a:pt x="3214688" y="2329161"/>
                </a:lnTo>
                <a:lnTo>
                  <a:pt x="2504033" y="5417344"/>
                </a:lnTo>
                <a:lnTo>
                  <a:pt x="1153418" y="5417344"/>
                </a:lnTo>
                <a:close/>
              </a:path>
            </a:pathLst>
          </a:cu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386978138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p:cNvSpPr>
            <a:spLocks noGrp="1"/>
          </p:cNvSpPr>
          <p:nvPr>
            <p:ph type="pic" sz="quarter" idx="11" hasCustomPrompt="1"/>
          </p:nvPr>
        </p:nvSpPr>
        <p:spPr>
          <a:xfrm>
            <a:off x="1337444" y="766397"/>
            <a:ext cx="4999403" cy="5870250"/>
          </a:xfrm>
          <a:custGeom>
            <a:avLst/>
            <a:gdLst/>
            <a:ahLst/>
            <a:cxnLst/>
            <a:rect l="l" t="t" r="r" b="b"/>
            <a:pathLst>
              <a:path w="4740175" h="5566172">
                <a:moveTo>
                  <a:pt x="2370088" y="1023194"/>
                </a:moveTo>
                <a:cubicBezTo>
                  <a:pt x="2020341" y="1023194"/>
                  <a:pt x="1759272" y="1162720"/>
                  <a:pt x="1586880" y="1441773"/>
                </a:cubicBezTo>
                <a:cubicBezTo>
                  <a:pt x="1414487" y="1720825"/>
                  <a:pt x="1328291" y="2129482"/>
                  <a:pt x="1328291" y="2667744"/>
                </a:cubicBezTo>
                <a:lnTo>
                  <a:pt x="1328291" y="2894707"/>
                </a:lnTo>
                <a:cubicBezTo>
                  <a:pt x="1328291" y="3425528"/>
                  <a:pt x="1416347" y="3833565"/>
                  <a:pt x="1592461" y="4118819"/>
                </a:cubicBezTo>
                <a:cubicBezTo>
                  <a:pt x="1768574" y="4404073"/>
                  <a:pt x="2030263" y="4546700"/>
                  <a:pt x="2377529" y="4546700"/>
                </a:cubicBezTo>
                <a:cubicBezTo>
                  <a:pt x="2709912" y="4546700"/>
                  <a:pt x="2965400" y="4404693"/>
                  <a:pt x="3143994" y="4120679"/>
                </a:cubicBezTo>
                <a:cubicBezTo>
                  <a:pt x="3322588" y="3836666"/>
                  <a:pt x="3411884" y="3428008"/>
                  <a:pt x="3411884" y="2894707"/>
                </a:cubicBezTo>
                <a:lnTo>
                  <a:pt x="3411884" y="2667744"/>
                </a:lnTo>
                <a:cubicBezTo>
                  <a:pt x="3411884" y="2129482"/>
                  <a:pt x="3321967" y="1720825"/>
                  <a:pt x="3142133" y="1441773"/>
                </a:cubicBezTo>
                <a:cubicBezTo>
                  <a:pt x="2962300" y="1162720"/>
                  <a:pt x="2704951" y="1023194"/>
                  <a:pt x="2370088" y="1023194"/>
                </a:cubicBezTo>
                <a:close/>
                <a:moveTo>
                  <a:pt x="2370088" y="0"/>
                </a:moveTo>
                <a:cubicBezTo>
                  <a:pt x="2714873" y="0"/>
                  <a:pt x="3032373" y="62012"/>
                  <a:pt x="3322588" y="186035"/>
                </a:cubicBezTo>
                <a:cubicBezTo>
                  <a:pt x="3612802" y="310059"/>
                  <a:pt x="3862710" y="487412"/>
                  <a:pt x="4072309" y="718096"/>
                </a:cubicBezTo>
                <a:cubicBezTo>
                  <a:pt x="4281909" y="948779"/>
                  <a:pt x="4445620" y="1229073"/>
                  <a:pt x="4563442" y="1558975"/>
                </a:cubicBezTo>
                <a:cubicBezTo>
                  <a:pt x="4681264" y="1888877"/>
                  <a:pt x="4740175" y="2260948"/>
                  <a:pt x="4740175" y="2675186"/>
                </a:cubicBezTo>
                <a:lnTo>
                  <a:pt x="4740175" y="2894707"/>
                </a:lnTo>
                <a:cubicBezTo>
                  <a:pt x="4740175" y="3308945"/>
                  <a:pt x="4681885" y="3681016"/>
                  <a:pt x="4565302" y="4010918"/>
                </a:cubicBezTo>
                <a:cubicBezTo>
                  <a:pt x="4448720" y="4340821"/>
                  <a:pt x="4285630" y="4621114"/>
                  <a:pt x="4076030" y="4851797"/>
                </a:cubicBezTo>
                <a:cubicBezTo>
                  <a:pt x="3866430" y="5082481"/>
                  <a:pt x="3617143" y="5259214"/>
                  <a:pt x="3328169" y="5381997"/>
                </a:cubicBezTo>
                <a:cubicBezTo>
                  <a:pt x="3039194" y="5504781"/>
                  <a:pt x="2722314" y="5566172"/>
                  <a:pt x="2377529" y="5566172"/>
                </a:cubicBezTo>
                <a:cubicBezTo>
                  <a:pt x="2027783" y="5566172"/>
                  <a:pt x="1707182" y="5504781"/>
                  <a:pt x="1415727" y="5381997"/>
                </a:cubicBezTo>
                <a:cubicBezTo>
                  <a:pt x="1124272" y="5259214"/>
                  <a:pt x="873745" y="5082481"/>
                  <a:pt x="664145" y="4851797"/>
                </a:cubicBezTo>
                <a:cubicBezTo>
                  <a:pt x="454546" y="4621114"/>
                  <a:pt x="291455" y="4340821"/>
                  <a:pt x="174873" y="4010918"/>
                </a:cubicBezTo>
                <a:cubicBezTo>
                  <a:pt x="58291" y="3681016"/>
                  <a:pt x="0" y="3308945"/>
                  <a:pt x="0" y="2894707"/>
                </a:cubicBezTo>
                <a:lnTo>
                  <a:pt x="0" y="2675186"/>
                </a:lnTo>
                <a:cubicBezTo>
                  <a:pt x="0" y="2260948"/>
                  <a:pt x="57671" y="1888877"/>
                  <a:pt x="173012" y="1558975"/>
                </a:cubicBezTo>
                <a:cubicBezTo>
                  <a:pt x="288354" y="1229073"/>
                  <a:pt x="450825" y="948779"/>
                  <a:pt x="660425" y="718096"/>
                </a:cubicBezTo>
                <a:cubicBezTo>
                  <a:pt x="870024" y="487412"/>
                  <a:pt x="1119931" y="310059"/>
                  <a:pt x="1410146" y="186035"/>
                </a:cubicBezTo>
                <a:cubicBezTo>
                  <a:pt x="1700361" y="62012"/>
                  <a:pt x="2020341" y="0"/>
                  <a:pt x="2370088" y="0"/>
                </a:cubicBezTo>
                <a:close/>
              </a:path>
            </a:pathLst>
          </a:cu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dirty="0"/>
              <a:t>Drag &amp; Drop Image</a:t>
            </a:r>
          </a:p>
        </p:txBody>
      </p:sp>
    </p:spTree>
    <p:extLst>
      <p:ext uri="{BB962C8B-B14F-4D97-AF65-F5344CB8AC3E}">
        <p14:creationId xmlns:p14="http://schemas.microsoft.com/office/powerpoint/2010/main" val="159179861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7" name="Rectangle 6"/>
          <p:cNvSpPr/>
          <p:nvPr userDrawn="1"/>
        </p:nvSpPr>
        <p:spPr>
          <a:xfrm>
            <a:off x="0" y="0"/>
            <a:ext cx="12858750" cy="7232650"/>
          </a:xfrm>
          <a:prstGeom prst="rect">
            <a:avLst/>
          </a:prstGeom>
          <a:solidFill>
            <a:schemeClr val="tx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p:cNvSpPr>
            <a:spLocks noGrp="1"/>
          </p:cNvSpPr>
          <p:nvPr>
            <p:ph type="pic" sz="quarter" idx="11" hasCustomPrompt="1"/>
          </p:nvPr>
        </p:nvSpPr>
        <p:spPr>
          <a:xfrm>
            <a:off x="1207946" y="844877"/>
            <a:ext cx="4775725" cy="5713291"/>
          </a:xfrm>
          <a:custGeom>
            <a:avLst/>
            <a:gdLst/>
            <a:ahLst/>
            <a:cxnLst/>
            <a:rect l="l" t="t" r="r" b="b"/>
            <a:pathLst>
              <a:path w="4528095" h="5417344">
                <a:moveTo>
                  <a:pt x="0" y="0"/>
                </a:moveTo>
                <a:lnTo>
                  <a:pt x="4528095" y="0"/>
                </a:lnTo>
                <a:lnTo>
                  <a:pt x="4528095" y="1008311"/>
                </a:lnTo>
                <a:lnTo>
                  <a:pt x="2902148" y="1008311"/>
                </a:lnTo>
                <a:lnTo>
                  <a:pt x="2902148" y="5417344"/>
                </a:lnTo>
                <a:lnTo>
                  <a:pt x="1596181" y="5417344"/>
                </a:lnTo>
                <a:lnTo>
                  <a:pt x="1596181" y="1008311"/>
                </a:lnTo>
                <a:lnTo>
                  <a:pt x="0" y="1008311"/>
                </a:lnTo>
                <a:close/>
              </a:path>
            </a:pathLst>
          </a:cu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wrap="square" anchor="ctr">
            <a:noAutofit/>
          </a:bodyPr>
          <a:lstStyle>
            <a:lvl1pPr marL="0" indent="0" algn="ctr">
              <a:buNone/>
              <a:defRPr sz="1687"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288915448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607344" y="1183677"/>
            <a:ext cx="9644063" cy="2518034"/>
          </a:xfrm>
        </p:spPr>
        <p:txBody>
          <a:bodyPr anchor="b"/>
          <a:lstStyle>
            <a:lvl1pPr algn="ctr">
              <a:defRPr sz="6328"/>
            </a:lvl1pPr>
          </a:lstStyle>
          <a:p>
            <a:r>
              <a:rPr lang="zh-CN" altLang="en-US"/>
              <a:t>单击此处编辑母版标题样式</a:t>
            </a:r>
            <a:endParaRPr lang="en-US" dirty="0"/>
          </a:p>
        </p:txBody>
      </p:sp>
      <p:sp>
        <p:nvSpPr>
          <p:cNvPr id="3" name="Subtitle 2"/>
          <p:cNvSpPr>
            <a:spLocks noGrp="1"/>
          </p:cNvSpPr>
          <p:nvPr>
            <p:ph type="subTitle" idx="1"/>
          </p:nvPr>
        </p:nvSpPr>
        <p:spPr>
          <a:xfrm>
            <a:off x="1607344" y="3798815"/>
            <a:ext cx="9644063" cy="1746216"/>
          </a:xfrm>
        </p:spPr>
        <p:txBody>
          <a:bodyPr/>
          <a:lstStyle>
            <a:lvl1pPr marL="0" indent="0" algn="ctr">
              <a:buNone/>
              <a:defRPr sz="2531"/>
            </a:lvl1pPr>
            <a:lvl2pPr marL="482186" indent="0" algn="ctr">
              <a:buNone/>
              <a:defRPr sz="2109"/>
            </a:lvl2pPr>
            <a:lvl3pPr marL="964372" indent="0" algn="ctr">
              <a:buNone/>
              <a:defRPr sz="1898"/>
            </a:lvl3pPr>
            <a:lvl4pPr marL="1446558" indent="0" algn="ctr">
              <a:buNone/>
              <a:defRPr sz="1687"/>
            </a:lvl4pPr>
            <a:lvl5pPr marL="1928744" indent="0" algn="ctr">
              <a:buNone/>
              <a:defRPr sz="1687"/>
            </a:lvl5pPr>
            <a:lvl6pPr marL="2410930" indent="0" algn="ctr">
              <a:buNone/>
              <a:defRPr sz="1687"/>
            </a:lvl6pPr>
            <a:lvl7pPr marL="2893116" indent="0" algn="ctr">
              <a:buNone/>
              <a:defRPr sz="1687"/>
            </a:lvl7pPr>
            <a:lvl8pPr marL="3375302" indent="0" algn="ctr">
              <a:buNone/>
              <a:defRPr sz="1687"/>
            </a:lvl8pPr>
            <a:lvl9pPr marL="3857488" indent="0" algn="ctr">
              <a:buNone/>
              <a:defRPr sz="1687"/>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5802069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60411923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77342" y="1803142"/>
            <a:ext cx="11090672" cy="3008581"/>
          </a:xfrm>
        </p:spPr>
        <p:txBody>
          <a:bodyPr anchor="b"/>
          <a:lstStyle>
            <a:lvl1pPr>
              <a:defRPr sz="6328"/>
            </a:lvl1pPr>
          </a:lstStyle>
          <a:p>
            <a:r>
              <a:rPr lang="zh-CN" altLang="en-US"/>
              <a:t>单击此处编辑母版标题样式</a:t>
            </a:r>
            <a:endParaRPr lang="en-US" dirty="0"/>
          </a:p>
        </p:txBody>
      </p:sp>
      <p:sp>
        <p:nvSpPr>
          <p:cNvPr id="3" name="Text Placeholder 2"/>
          <p:cNvSpPr>
            <a:spLocks noGrp="1"/>
          </p:cNvSpPr>
          <p:nvPr>
            <p:ph type="body" idx="1"/>
          </p:nvPr>
        </p:nvSpPr>
        <p:spPr>
          <a:xfrm>
            <a:off x="877342" y="4840185"/>
            <a:ext cx="11090672" cy="1582141"/>
          </a:xfrm>
        </p:spPr>
        <p:txBody>
          <a:bodyPr/>
          <a:lstStyle>
            <a:lvl1pPr marL="0" indent="0">
              <a:buNone/>
              <a:defRPr sz="2531">
                <a:solidFill>
                  <a:schemeClr val="tx1">
                    <a:tint val="75000"/>
                  </a:schemeClr>
                </a:solidFill>
              </a:defRPr>
            </a:lvl1pPr>
            <a:lvl2pPr marL="482186" indent="0">
              <a:buNone/>
              <a:defRPr sz="2109">
                <a:solidFill>
                  <a:schemeClr val="tx1">
                    <a:tint val="75000"/>
                  </a:schemeClr>
                </a:solidFill>
              </a:defRPr>
            </a:lvl2pPr>
            <a:lvl3pPr marL="964372" indent="0">
              <a:buNone/>
              <a:defRPr sz="1898">
                <a:solidFill>
                  <a:schemeClr val="tx1">
                    <a:tint val="75000"/>
                  </a:schemeClr>
                </a:solidFill>
              </a:defRPr>
            </a:lvl3pPr>
            <a:lvl4pPr marL="1446558" indent="0">
              <a:buNone/>
              <a:defRPr sz="1687">
                <a:solidFill>
                  <a:schemeClr val="tx1">
                    <a:tint val="75000"/>
                  </a:schemeClr>
                </a:solidFill>
              </a:defRPr>
            </a:lvl4pPr>
            <a:lvl5pPr marL="1928744" indent="0">
              <a:buNone/>
              <a:defRPr sz="1687">
                <a:solidFill>
                  <a:schemeClr val="tx1">
                    <a:tint val="75000"/>
                  </a:schemeClr>
                </a:solidFill>
              </a:defRPr>
            </a:lvl5pPr>
            <a:lvl6pPr marL="2410930" indent="0">
              <a:buNone/>
              <a:defRPr sz="1687">
                <a:solidFill>
                  <a:schemeClr val="tx1">
                    <a:tint val="75000"/>
                  </a:schemeClr>
                </a:solidFill>
              </a:defRPr>
            </a:lvl6pPr>
            <a:lvl7pPr marL="2893116" indent="0">
              <a:buNone/>
              <a:defRPr sz="1687">
                <a:solidFill>
                  <a:schemeClr val="tx1">
                    <a:tint val="75000"/>
                  </a:schemeClr>
                </a:solidFill>
              </a:defRPr>
            </a:lvl7pPr>
            <a:lvl8pPr marL="3375302" indent="0">
              <a:buNone/>
              <a:defRPr sz="1687">
                <a:solidFill>
                  <a:schemeClr val="tx1">
                    <a:tint val="75000"/>
                  </a:schemeClr>
                </a:solidFill>
              </a:defRPr>
            </a:lvl8pPr>
            <a:lvl9pPr marL="3857488" indent="0">
              <a:buNone/>
              <a:defRPr sz="1687">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4911711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884039" y="1925358"/>
            <a:ext cx="5464969" cy="458905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6509742" y="1925358"/>
            <a:ext cx="5464969" cy="458905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3027241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85714" y="385072"/>
            <a:ext cx="11090672" cy="1397978"/>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885715" y="1773004"/>
            <a:ext cx="5439853" cy="868922"/>
          </a:xfrm>
        </p:spPr>
        <p:txBody>
          <a:bodyPr anchor="b"/>
          <a:lstStyle>
            <a:lvl1pPr marL="0" indent="0">
              <a:buNone/>
              <a:defRPr sz="2531" b="1"/>
            </a:lvl1pPr>
            <a:lvl2pPr marL="482186" indent="0">
              <a:buNone/>
              <a:defRPr sz="2109" b="1"/>
            </a:lvl2pPr>
            <a:lvl3pPr marL="964372" indent="0">
              <a:buNone/>
              <a:defRPr sz="1898" b="1"/>
            </a:lvl3pPr>
            <a:lvl4pPr marL="1446558" indent="0">
              <a:buNone/>
              <a:defRPr sz="1687" b="1"/>
            </a:lvl4pPr>
            <a:lvl5pPr marL="1928744" indent="0">
              <a:buNone/>
              <a:defRPr sz="1687" b="1"/>
            </a:lvl5pPr>
            <a:lvl6pPr marL="2410930" indent="0">
              <a:buNone/>
              <a:defRPr sz="1687" b="1"/>
            </a:lvl6pPr>
            <a:lvl7pPr marL="2893116" indent="0">
              <a:buNone/>
              <a:defRPr sz="1687" b="1"/>
            </a:lvl7pPr>
            <a:lvl8pPr marL="3375302" indent="0">
              <a:buNone/>
              <a:defRPr sz="1687" b="1"/>
            </a:lvl8pPr>
            <a:lvl9pPr marL="3857488" indent="0">
              <a:buNone/>
              <a:defRPr sz="1687" b="1"/>
            </a:lvl9pPr>
          </a:lstStyle>
          <a:p>
            <a:pPr lvl="0"/>
            <a:r>
              <a:rPr lang="zh-CN" altLang="en-US"/>
              <a:t>单击此处编辑母版文本样式</a:t>
            </a:r>
          </a:p>
        </p:txBody>
      </p:sp>
      <p:sp>
        <p:nvSpPr>
          <p:cNvPr id="4" name="Content Placeholder 3"/>
          <p:cNvSpPr>
            <a:spLocks noGrp="1"/>
          </p:cNvSpPr>
          <p:nvPr>
            <p:ph sz="half" idx="2"/>
          </p:nvPr>
        </p:nvSpPr>
        <p:spPr>
          <a:xfrm>
            <a:off x="885715" y="2641927"/>
            <a:ext cx="5439853" cy="3885876"/>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6509743" y="1773004"/>
            <a:ext cx="5466644" cy="868922"/>
          </a:xfrm>
        </p:spPr>
        <p:txBody>
          <a:bodyPr anchor="b"/>
          <a:lstStyle>
            <a:lvl1pPr marL="0" indent="0">
              <a:buNone/>
              <a:defRPr sz="2531" b="1"/>
            </a:lvl1pPr>
            <a:lvl2pPr marL="482186" indent="0">
              <a:buNone/>
              <a:defRPr sz="2109" b="1"/>
            </a:lvl2pPr>
            <a:lvl3pPr marL="964372" indent="0">
              <a:buNone/>
              <a:defRPr sz="1898" b="1"/>
            </a:lvl3pPr>
            <a:lvl4pPr marL="1446558" indent="0">
              <a:buNone/>
              <a:defRPr sz="1687" b="1"/>
            </a:lvl4pPr>
            <a:lvl5pPr marL="1928744" indent="0">
              <a:buNone/>
              <a:defRPr sz="1687" b="1"/>
            </a:lvl5pPr>
            <a:lvl6pPr marL="2410930" indent="0">
              <a:buNone/>
              <a:defRPr sz="1687" b="1"/>
            </a:lvl6pPr>
            <a:lvl7pPr marL="2893116" indent="0">
              <a:buNone/>
              <a:defRPr sz="1687" b="1"/>
            </a:lvl7pPr>
            <a:lvl8pPr marL="3375302" indent="0">
              <a:buNone/>
              <a:defRPr sz="1687" b="1"/>
            </a:lvl8pPr>
            <a:lvl9pPr marL="3857488" indent="0">
              <a:buNone/>
              <a:defRPr sz="1687" b="1"/>
            </a:lvl9pPr>
          </a:lstStyle>
          <a:p>
            <a:pPr lvl="0"/>
            <a:r>
              <a:rPr lang="zh-CN" altLang="en-US"/>
              <a:t>单击此处编辑母版文本样式</a:t>
            </a:r>
          </a:p>
        </p:txBody>
      </p:sp>
      <p:sp>
        <p:nvSpPr>
          <p:cNvPr id="6" name="Content Placeholder 5"/>
          <p:cNvSpPr>
            <a:spLocks noGrp="1"/>
          </p:cNvSpPr>
          <p:nvPr>
            <p:ph sz="quarter" idx="4"/>
          </p:nvPr>
        </p:nvSpPr>
        <p:spPr>
          <a:xfrm>
            <a:off x="6509743" y="2641927"/>
            <a:ext cx="5466644" cy="3885876"/>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5669142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29177967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29009920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85714" y="482177"/>
            <a:ext cx="4147282" cy="1687618"/>
          </a:xfrm>
        </p:spPr>
        <p:txBody>
          <a:bodyPr anchor="b"/>
          <a:lstStyle>
            <a:lvl1pPr>
              <a:defRPr sz="3375"/>
            </a:lvl1pPr>
          </a:lstStyle>
          <a:p>
            <a:r>
              <a:rPr lang="zh-CN" altLang="en-US"/>
              <a:t>单击此处编辑母版标题样式</a:t>
            </a:r>
            <a:endParaRPr lang="en-US" dirty="0"/>
          </a:p>
        </p:txBody>
      </p:sp>
      <p:sp>
        <p:nvSpPr>
          <p:cNvPr id="3" name="Content Placeholder 2"/>
          <p:cNvSpPr>
            <a:spLocks noGrp="1"/>
          </p:cNvSpPr>
          <p:nvPr>
            <p:ph idx="1"/>
          </p:nvPr>
        </p:nvSpPr>
        <p:spPr>
          <a:xfrm>
            <a:off x="5466644" y="1041369"/>
            <a:ext cx="6509742" cy="5139870"/>
          </a:xfrm>
        </p:spPr>
        <p:txBody>
          <a:bodyPr/>
          <a:lstStyle>
            <a:lvl1pPr>
              <a:defRPr sz="3375"/>
            </a:lvl1pPr>
            <a:lvl2pPr>
              <a:defRPr sz="2953"/>
            </a:lvl2pPr>
            <a:lvl3pPr>
              <a:defRPr sz="2531"/>
            </a:lvl3pPr>
            <a:lvl4pPr>
              <a:defRPr sz="2109"/>
            </a:lvl4pPr>
            <a:lvl5pPr>
              <a:defRPr sz="2109"/>
            </a:lvl5pPr>
            <a:lvl6pPr>
              <a:defRPr sz="2109"/>
            </a:lvl6pPr>
            <a:lvl7pPr>
              <a:defRPr sz="2109"/>
            </a:lvl7pPr>
            <a:lvl8pPr>
              <a:defRPr sz="2109"/>
            </a:lvl8pPr>
            <a:lvl9pPr>
              <a:defRPr sz="2109"/>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885714" y="2169796"/>
            <a:ext cx="4147282" cy="4019814"/>
          </a:xfrm>
        </p:spPr>
        <p:txBody>
          <a:bodyPr/>
          <a:lstStyle>
            <a:lvl1pPr marL="0" indent="0">
              <a:buNone/>
              <a:defRPr sz="1687"/>
            </a:lvl1pPr>
            <a:lvl2pPr marL="482186" indent="0">
              <a:buNone/>
              <a:defRPr sz="1477"/>
            </a:lvl2pPr>
            <a:lvl3pPr marL="964372" indent="0">
              <a:buNone/>
              <a:defRPr sz="1266"/>
            </a:lvl3pPr>
            <a:lvl4pPr marL="1446558" indent="0">
              <a:buNone/>
              <a:defRPr sz="1055"/>
            </a:lvl4pPr>
            <a:lvl5pPr marL="1928744" indent="0">
              <a:buNone/>
              <a:defRPr sz="1055"/>
            </a:lvl5pPr>
            <a:lvl6pPr marL="2410930" indent="0">
              <a:buNone/>
              <a:defRPr sz="1055"/>
            </a:lvl6pPr>
            <a:lvl7pPr marL="2893116" indent="0">
              <a:buNone/>
              <a:defRPr sz="1055"/>
            </a:lvl7pPr>
            <a:lvl8pPr marL="3375302" indent="0">
              <a:buNone/>
              <a:defRPr sz="1055"/>
            </a:lvl8pPr>
            <a:lvl9pPr marL="3857488" indent="0">
              <a:buNone/>
              <a:defRPr sz="1055"/>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7272570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85714" y="482177"/>
            <a:ext cx="4147282" cy="1687618"/>
          </a:xfrm>
        </p:spPr>
        <p:txBody>
          <a:bodyPr anchor="b"/>
          <a:lstStyle>
            <a:lvl1pPr>
              <a:defRPr sz="3375"/>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5466644" y="1041369"/>
            <a:ext cx="6509742" cy="5139870"/>
          </a:xfrm>
        </p:spPr>
        <p:txBody>
          <a:bodyPr anchor="t"/>
          <a:lstStyle>
            <a:lvl1pPr marL="0" indent="0">
              <a:buNone/>
              <a:defRPr sz="3375"/>
            </a:lvl1pPr>
            <a:lvl2pPr marL="482186" indent="0">
              <a:buNone/>
              <a:defRPr sz="2953"/>
            </a:lvl2pPr>
            <a:lvl3pPr marL="964372" indent="0">
              <a:buNone/>
              <a:defRPr sz="2531"/>
            </a:lvl3pPr>
            <a:lvl4pPr marL="1446558" indent="0">
              <a:buNone/>
              <a:defRPr sz="2109"/>
            </a:lvl4pPr>
            <a:lvl5pPr marL="1928744" indent="0">
              <a:buNone/>
              <a:defRPr sz="2109"/>
            </a:lvl5pPr>
            <a:lvl6pPr marL="2410930" indent="0">
              <a:buNone/>
              <a:defRPr sz="2109"/>
            </a:lvl6pPr>
            <a:lvl7pPr marL="2893116" indent="0">
              <a:buNone/>
              <a:defRPr sz="2109"/>
            </a:lvl7pPr>
            <a:lvl8pPr marL="3375302" indent="0">
              <a:buNone/>
              <a:defRPr sz="2109"/>
            </a:lvl8pPr>
            <a:lvl9pPr marL="3857488" indent="0">
              <a:buNone/>
              <a:defRPr sz="2109"/>
            </a:lvl9pPr>
          </a:lstStyle>
          <a:p>
            <a:r>
              <a:rPr lang="zh-CN" altLang="en-US"/>
              <a:t>单击图标添加图片</a:t>
            </a:r>
            <a:endParaRPr lang="en-US" dirty="0"/>
          </a:p>
        </p:txBody>
      </p:sp>
      <p:sp>
        <p:nvSpPr>
          <p:cNvPr id="4" name="Text Placeholder 3"/>
          <p:cNvSpPr>
            <a:spLocks noGrp="1"/>
          </p:cNvSpPr>
          <p:nvPr>
            <p:ph type="body" sz="half" idx="2"/>
          </p:nvPr>
        </p:nvSpPr>
        <p:spPr>
          <a:xfrm>
            <a:off x="885714" y="2169796"/>
            <a:ext cx="4147282" cy="4019814"/>
          </a:xfrm>
        </p:spPr>
        <p:txBody>
          <a:bodyPr/>
          <a:lstStyle>
            <a:lvl1pPr marL="0" indent="0">
              <a:buNone/>
              <a:defRPr sz="1687"/>
            </a:lvl1pPr>
            <a:lvl2pPr marL="482186" indent="0">
              <a:buNone/>
              <a:defRPr sz="1477"/>
            </a:lvl2pPr>
            <a:lvl3pPr marL="964372" indent="0">
              <a:buNone/>
              <a:defRPr sz="1266"/>
            </a:lvl3pPr>
            <a:lvl4pPr marL="1446558" indent="0">
              <a:buNone/>
              <a:defRPr sz="1055"/>
            </a:lvl4pPr>
            <a:lvl5pPr marL="1928744" indent="0">
              <a:buNone/>
              <a:defRPr sz="1055"/>
            </a:lvl5pPr>
            <a:lvl6pPr marL="2410930" indent="0">
              <a:buNone/>
              <a:defRPr sz="1055"/>
            </a:lvl6pPr>
            <a:lvl7pPr marL="2893116" indent="0">
              <a:buNone/>
              <a:defRPr sz="1055"/>
            </a:lvl7pPr>
            <a:lvl8pPr marL="3375302" indent="0">
              <a:buNone/>
              <a:defRPr sz="1055"/>
            </a:lvl8pPr>
            <a:lvl9pPr marL="3857488" indent="0">
              <a:buNone/>
              <a:defRPr sz="1055"/>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3620127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7477634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202044" y="385073"/>
            <a:ext cx="2772668" cy="6129337"/>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884040" y="385073"/>
            <a:ext cx="8157270" cy="6129337"/>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10918005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2DD88709-7B5C-43AB-B51B-E55FFDD4B5D1}"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CC24470D-BA48-4879-BF2A-5A6E17E73450}" type="slidenum">
              <a:rPr lang="zh-CN" altLang="en-US" smtClean="0">
                <a:solidFill>
                  <a:prstClr val="black">
                    <a:tint val="75000"/>
                  </a:prstClr>
                </a:solidFill>
              </a:rPr>
              <a:pPr/>
              <a:t>‹#›</a:t>
            </a:fld>
            <a:endParaRPr lang="zh-CN" altLang="en-US">
              <a:solidFill>
                <a:prstClr val="black">
                  <a:tint val="75000"/>
                </a:prstClr>
              </a:solidFill>
            </a:endParaRPr>
          </a:p>
        </p:txBody>
      </p:sp>
      <p:sp>
        <p:nvSpPr>
          <p:cNvPr id="7" name="矩形 6"/>
          <p:cNvSpPr/>
          <p:nvPr userDrawn="1"/>
        </p:nvSpPr>
        <p:spPr>
          <a:xfrm>
            <a:off x="3581336" y="0"/>
            <a:ext cx="1090035" cy="309059"/>
          </a:xfrm>
          <a:prstGeom prst="rect">
            <a:avLst/>
          </a:prstGeom>
        </p:spPr>
        <p:txBody>
          <a:bodyPr wrap="square">
            <a:spAutoFit/>
          </a:bodyPr>
          <a:lstStyle/>
          <a:p>
            <a:pPr fontAlgn="auto">
              <a:spcBef>
                <a:spcPts val="0"/>
              </a:spcBef>
              <a:spcAft>
                <a:spcPts val="0"/>
              </a:spcAft>
              <a:defRPr/>
            </a:pPr>
            <a:r>
              <a:rPr lang="en-US" altLang="zh-CN" sz="141" kern="0" dirty="0">
                <a:solidFill>
                  <a:prstClr val="black">
                    <a:lumMod val="85000"/>
                    <a:lumOff val="15000"/>
                  </a:prstClr>
                </a:solidFill>
                <a:latin typeface="Calibri" panose="020F0502020204030204"/>
              </a:rPr>
              <a:t>PPT</a:t>
            </a:r>
            <a:r>
              <a:rPr lang="zh-CN" altLang="en-US" sz="141" kern="0" dirty="0">
                <a:solidFill>
                  <a:prstClr val="black">
                    <a:lumMod val="85000"/>
                    <a:lumOff val="15000"/>
                  </a:prstClr>
                </a:solidFill>
                <a:latin typeface="Calibri" panose="020F0502020204030204"/>
              </a:rPr>
              <a:t>模板下载：</a:t>
            </a:r>
            <a:r>
              <a:rPr lang="en-US" altLang="zh-CN" sz="141" kern="0" dirty="0">
                <a:solidFill>
                  <a:prstClr val="black">
                    <a:lumMod val="85000"/>
                    <a:lumOff val="15000"/>
                  </a:prstClr>
                </a:solidFill>
                <a:latin typeface="Calibri" panose="020F0502020204030204"/>
              </a:rPr>
              <a:t>www.1ppt.com/moban/     </a:t>
            </a:r>
            <a:r>
              <a:rPr lang="zh-CN" altLang="en-US" sz="141" kern="0" dirty="0">
                <a:solidFill>
                  <a:prstClr val="black">
                    <a:lumMod val="85000"/>
                    <a:lumOff val="15000"/>
                  </a:prstClr>
                </a:solidFill>
                <a:latin typeface="Calibri" panose="020F0502020204030204"/>
              </a:rPr>
              <a:t>行业</a:t>
            </a:r>
            <a:r>
              <a:rPr lang="en-US" altLang="zh-CN" sz="141" kern="0" dirty="0">
                <a:solidFill>
                  <a:prstClr val="black">
                    <a:lumMod val="85000"/>
                    <a:lumOff val="15000"/>
                  </a:prstClr>
                </a:solidFill>
                <a:latin typeface="Calibri" panose="020F0502020204030204"/>
              </a:rPr>
              <a:t>PPT</a:t>
            </a:r>
            <a:r>
              <a:rPr lang="zh-CN" altLang="en-US" sz="141" kern="0" dirty="0">
                <a:solidFill>
                  <a:prstClr val="black">
                    <a:lumMod val="85000"/>
                    <a:lumOff val="15000"/>
                  </a:prstClr>
                </a:solidFill>
                <a:latin typeface="Calibri" panose="020F0502020204030204"/>
              </a:rPr>
              <a:t>模板：</a:t>
            </a:r>
            <a:r>
              <a:rPr lang="en-US" altLang="zh-CN" sz="141" kern="0" dirty="0">
                <a:solidFill>
                  <a:prstClr val="black">
                    <a:lumMod val="85000"/>
                    <a:lumOff val="15000"/>
                  </a:prstClr>
                </a:solidFill>
                <a:latin typeface="Calibri" panose="020F0502020204030204"/>
              </a:rPr>
              <a:t>www.1ppt.com/hangye/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节日</a:t>
            </a:r>
            <a:r>
              <a:rPr lang="en-US" altLang="zh-CN" sz="141" kern="0" dirty="0">
                <a:solidFill>
                  <a:prstClr val="black">
                    <a:lumMod val="85000"/>
                    <a:lumOff val="15000"/>
                  </a:prstClr>
                </a:solidFill>
                <a:latin typeface="Calibri" panose="020F0502020204030204"/>
              </a:rPr>
              <a:t>PPT</a:t>
            </a:r>
            <a:r>
              <a:rPr lang="zh-CN" altLang="en-US" sz="141" kern="0" dirty="0">
                <a:solidFill>
                  <a:prstClr val="black">
                    <a:lumMod val="85000"/>
                    <a:lumOff val="15000"/>
                  </a:prstClr>
                </a:solidFill>
                <a:latin typeface="Calibri" panose="020F0502020204030204"/>
              </a:rPr>
              <a:t>模板：</a:t>
            </a:r>
            <a:r>
              <a:rPr lang="en-US" altLang="zh-CN" sz="141" kern="0" dirty="0">
                <a:solidFill>
                  <a:prstClr val="black">
                    <a:lumMod val="85000"/>
                    <a:lumOff val="15000"/>
                  </a:prstClr>
                </a:solidFill>
                <a:latin typeface="Calibri" panose="020F0502020204030204"/>
              </a:rPr>
              <a:t>www.1ppt.com/jieri/           PPT</a:t>
            </a:r>
            <a:r>
              <a:rPr lang="zh-CN" altLang="en-US" sz="141" kern="0" dirty="0">
                <a:solidFill>
                  <a:prstClr val="black">
                    <a:lumMod val="85000"/>
                    <a:lumOff val="15000"/>
                  </a:prstClr>
                </a:solidFill>
                <a:latin typeface="Calibri" panose="020F0502020204030204"/>
              </a:rPr>
              <a:t>素材下载：</a:t>
            </a:r>
            <a:r>
              <a:rPr lang="en-US" altLang="zh-CN" sz="141" kern="0" dirty="0">
                <a:solidFill>
                  <a:prstClr val="black">
                    <a:lumMod val="85000"/>
                    <a:lumOff val="15000"/>
                  </a:prstClr>
                </a:solidFill>
                <a:latin typeface="Calibri" panose="020F0502020204030204"/>
              </a:rPr>
              <a:t>www.1ppt.com/sucai/</a:t>
            </a:r>
          </a:p>
          <a:p>
            <a:pPr fontAlgn="auto">
              <a:spcBef>
                <a:spcPts val="0"/>
              </a:spcBef>
              <a:spcAft>
                <a:spcPts val="0"/>
              </a:spcAft>
              <a:defRPr/>
            </a:pPr>
            <a:r>
              <a:rPr lang="en-US" altLang="zh-CN" sz="141" kern="0" dirty="0">
                <a:solidFill>
                  <a:prstClr val="black">
                    <a:lumMod val="85000"/>
                    <a:lumOff val="15000"/>
                  </a:prstClr>
                </a:solidFill>
                <a:latin typeface="Calibri" panose="020F0502020204030204"/>
              </a:rPr>
              <a:t>PPT</a:t>
            </a:r>
            <a:r>
              <a:rPr lang="zh-CN" altLang="en-US" sz="141" kern="0" dirty="0">
                <a:solidFill>
                  <a:prstClr val="black">
                    <a:lumMod val="85000"/>
                    <a:lumOff val="15000"/>
                  </a:prstClr>
                </a:solidFill>
                <a:latin typeface="Calibri" panose="020F0502020204030204"/>
              </a:rPr>
              <a:t>背景图片：</a:t>
            </a:r>
            <a:r>
              <a:rPr lang="en-US" altLang="zh-CN" sz="141" kern="0" dirty="0">
                <a:solidFill>
                  <a:prstClr val="black">
                    <a:lumMod val="85000"/>
                    <a:lumOff val="15000"/>
                  </a:prstClr>
                </a:solidFill>
                <a:latin typeface="Calibri" panose="020F0502020204030204"/>
              </a:rPr>
              <a:t>www.1ppt.com/beijing/      PPT</a:t>
            </a:r>
            <a:r>
              <a:rPr lang="zh-CN" altLang="en-US" sz="141" kern="0" dirty="0">
                <a:solidFill>
                  <a:prstClr val="black">
                    <a:lumMod val="85000"/>
                    <a:lumOff val="15000"/>
                  </a:prstClr>
                </a:solidFill>
                <a:latin typeface="Calibri" panose="020F0502020204030204"/>
              </a:rPr>
              <a:t>图表下载：</a:t>
            </a:r>
            <a:r>
              <a:rPr lang="en-US" altLang="zh-CN" sz="141" kern="0" dirty="0">
                <a:solidFill>
                  <a:prstClr val="black">
                    <a:lumMod val="85000"/>
                    <a:lumOff val="15000"/>
                  </a:prstClr>
                </a:solidFill>
                <a:latin typeface="Calibri" panose="020F0502020204030204"/>
              </a:rPr>
              <a:t>www.1ppt.com/tubiao/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优秀</a:t>
            </a:r>
            <a:r>
              <a:rPr lang="en-US" altLang="zh-CN" sz="141" kern="0" dirty="0">
                <a:solidFill>
                  <a:prstClr val="black">
                    <a:lumMod val="85000"/>
                    <a:lumOff val="15000"/>
                  </a:prstClr>
                </a:solidFill>
                <a:latin typeface="Calibri" panose="020F0502020204030204"/>
              </a:rPr>
              <a:t>PPT</a:t>
            </a:r>
            <a:r>
              <a:rPr lang="zh-CN" altLang="en-US" sz="141" kern="0" dirty="0">
                <a:solidFill>
                  <a:prstClr val="black">
                    <a:lumMod val="85000"/>
                    <a:lumOff val="15000"/>
                  </a:prstClr>
                </a:solidFill>
                <a:latin typeface="Calibri" panose="020F0502020204030204"/>
              </a:rPr>
              <a:t>下载：</a:t>
            </a:r>
            <a:r>
              <a:rPr lang="en-US" altLang="zh-CN" sz="141" kern="0" dirty="0">
                <a:solidFill>
                  <a:prstClr val="black">
                    <a:lumMod val="85000"/>
                    <a:lumOff val="15000"/>
                  </a:prstClr>
                </a:solidFill>
                <a:latin typeface="Calibri" panose="020F0502020204030204"/>
              </a:rPr>
              <a:t>www.1ppt.com/xiazai/        PPT</a:t>
            </a:r>
            <a:r>
              <a:rPr lang="zh-CN" altLang="en-US" sz="141" kern="0" dirty="0">
                <a:solidFill>
                  <a:prstClr val="black">
                    <a:lumMod val="85000"/>
                    <a:lumOff val="15000"/>
                  </a:prstClr>
                </a:solidFill>
                <a:latin typeface="Calibri" panose="020F0502020204030204"/>
              </a:rPr>
              <a:t>教程： </a:t>
            </a:r>
            <a:r>
              <a:rPr lang="en-US" altLang="zh-CN" sz="141" kern="0" dirty="0">
                <a:solidFill>
                  <a:prstClr val="black">
                    <a:lumMod val="85000"/>
                    <a:lumOff val="15000"/>
                  </a:prstClr>
                </a:solidFill>
                <a:latin typeface="Calibri" panose="020F0502020204030204"/>
              </a:rPr>
              <a:t>www.1ppt.com/powerpoint/      </a:t>
            </a:r>
          </a:p>
          <a:p>
            <a:pPr fontAlgn="auto">
              <a:spcBef>
                <a:spcPts val="0"/>
              </a:spcBef>
              <a:spcAft>
                <a:spcPts val="0"/>
              </a:spcAft>
              <a:defRPr/>
            </a:pPr>
            <a:r>
              <a:rPr lang="en-US" altLang="zh-CN" sz="141" kern="0" dirty="0">
                <a:solidFill>
                  <a:prstClr val="black">
                    <a:lumMod val="85000"/>
                    <a:lumOff val="15000"/>
                  </a:prstClr>
                </a:solidFill>
                <a:latin typeface="Calibri" panose="020F0502020204030204"/>
              </a:rPr>
              <a:t>Word</a:t>
            </a:r>
            <a:r>
              <a:rPr lang="zh-CN" altLang="en-US" sz="141" kern="0" dirty="0">
                <a:solidFill>
                  <a:prstClr val="black">
                    <a:lumMod val="85000"/>
                    <a:lumOff val="15000"/>
                  </a:prstClr>
                </a:solidFill>
                <a:latin typeface="Calibri" panose="020F0502020204030204"/>
              </a:rPr>
              <a:t>教程： </a:t>
            </a:r>
            <a:r>
              <a:rPr lang="en-US" altLang="zh-CN" sz="141" kern="0" dirty="0">
                <a:solidFill>
                  <a:prstClr val="black">
                    <a:lumMod val="85000"/>
                    <a:lumOff val="15000"/>
                  </a:prstClr>
                </a:solidFill>
                <a:latin typeface="Calibri" panose="020F0502020204030204"/>
              </a:rPr>
              <a:t>www.1ppt.com/word/              Excel</a:t>
            </a:r>
            <a:r>
              <a:rPr lang="zh-CN" altLang="en-US" sz="141" kern="0" dirty="0">
                <a:solidFill>
                  <a:prstClr val="black">
                    <a:lumMod val="85000"/>
                    <a:lumOff val="15000"/>
                  </a:prstClr>
                </a:solidFill>
                <a:latin typeface="Calibri" panose="020F0502020204030204"/>
              </a:rPr>
              <a:t>教程：</a:t>
            </a:r>
            <a:r>
              <a:rPr lang="en-US" altLang="zh-CN" sz="141" kern="0" dirty="0">
                <a:solidFill>
                  <a:prstClr val="black">
                    <a:lumMod val="85000"/>
                    <a:lumOff val="15000"/>
                  </a:prstClr>
                </a:solidFill>
                <a:latin typeface="Calibri" panose="020F0502020204030204"/>
              </a:rPr>
              <a:t>www.1ppt.com/excel/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资料下载：</a:t>
            </a:r>
            <a:r>
              <a:rPr lang="en-US" altLang="zh-CN" sz="141" kern="0" dirty="0">
                <a:solidFill>
                  <a:prstClr val="black">
                    <a:lumMod val="85000"/>
                    <a:lumOff val="15000"/>
                  </a:prstClr>
                </a:solidFill>
                <a:latin typeface="Calibri" panose="020F0502020204030204"/>
              </a:rPr>
              <a:t>www.1ppt.com/ziliao/                PPT</a:t>
            </a:r>
            <a:r>
              <a:rPr lang="zh-CN" altLang="en-US" sz="141" kern="0" dirty="0">
                <a:solidFill>
                  <a:prstClr val="black">
                    <a:lumMod val="85000"/>
                    <a:lumOff val="15000"/>
                  </a:prstClr>
                </a:solidFill>
                <a:latin typeface="Calibri" panose="020F0502020204030204"/>
              </a:rPr>
              <a:t>课件下载：</a:t>
            </a:r>
            <a:r>
              <a:rPr lang="en-US" altLang="zh-CN" sz="141" kern="0" dirty="0">
                <a:solidFill>
                  <a:prstClr val="black">
                    <a:lumMod val="85000"/>
                    <a:lumOff val="15000"/>
                  </a:prstClr>
                </a:solidFill>
                <a:latin typeface="Calibri" panose="020F0502020204030204"/>
              </a:rPr>
              <a:t>www.1ppt.com/kejian/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范文下载：</a:t>
            </a:r>
            <a:r>
              <a:rPr lang="en-US" altLang="zh-CN" sz="141" kern="0" dirty="0">
                <a:solidFill>
                  <a:prstClr val="black">
                    <a:lumMod val="85000"/>
                    <a:lumOff val="15000"/>
                  </a:prstClr>
                </a:solidFill>
                <a:latin typeface="Calibri" panose="020F0502020204030204"/>
              </a:rPr>
              <a:t>www.1ppt.com/fanwen/             </a:t>
            </a:r>
            <a:r>
              <a:rPr lang="zh-CN" altLang="en-US" sz="141" kern="0" dirty="0">
                <a:solidFill>
                  <a:prstClr val="black">
                    <a:lumMod val="85000"/>
                    <a:lumOff val="15000"/>
                  </a:prstClr>
                </a:solidFill>
                <a:latin typeface="Calibri" panose="020F0502020204030204"/>
              </a:rPr>
              <a:t>试卷下载：</a:t>
            </a:r>
            <a:r>
              <a:rPr lang="en-US" altLang="zh-CN" sz="141" kern="0" dirty="0">
                <a:solidFill>
                  <a:prstClr val="black">
                    <a:lumMod val="85000"/>
                    <a:lumOff val="15000"/>
                  </a:prstClr>
                </a:solidFill>
                <a:latin typeface="Calibri" panose="020F0502020204030204"/>
              </a:rPr>
              <a:t>www.1ppt.com/shiti/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教案下载：</a:t>
            </a:r>
            <a:r>
              <a:rPr lang="en-US" altLang="zh-CN" sz="141" kern="0" dirty="0">
                <a:solidFill>
                  <a:prstClr val="black">
                    <a:lumMod val="85000"/>
                    <a:lumOff val="15000"/>
                  </a:prstClr>
                </a:solidFill>
                <a:latin typeface="Calibri" panose="020F0502020204030204"/>
              </a:rPr>
              <a:t>www.1ppt.com/jiaoan/        </a:t>
            </a:r>
          </a:p>
          <a:p>
            <a:pPr fontAlgn="auto">
              <a:spcBef>
                <a:spcPts val="0"/>
              </a:spcBef>
              <a:spcAft>
                <a:spcPts val="0"/>
              </a:spcAft>
              <a:defRPr/>
            </a:pPr>
            <a:r>
              <a:rPr lang="zh-CN" altLang="en-US" sz="141" kern="0" dirty="0">
                <a:solidFill>
                  <a:prstClr val="black">
                    <a:lumMod val="85000"/>
                    <a:lumOff val="15000"/>
                  </a:prstClr>
                </a:solidFill>
                <a:latin typeface="Calibri" panose="020F0502020204030204"/>
              </a:rPr>
              <a:t>字体下载：</a:t>
            </a:r>
            <a:r>
              <a:rPr lang="en-US" altLang="zh-CN" sz="141" kern="0" dirty="0">
                <a:solidFill>
                  <a:prstClr val="black">
                    <a:lumMod val="85000"/>
                    <a:lumOff val="15000"/>
                  </a:prstClr>
                </a:solidFill>
                <a:latin typeface="Calibri" panose="020F0502020204030204"/>
              </a:rPr>
              <a:t>www.1ppt.com/ziti/</a:t>
            </a:r>
          </a:p>
          <a:p>
            <a:pPr fontAlgn="auto">
              <a:spcBef>
                <a:spcPts val="0"/>
              </a:spcBef>
              <a:spcAft>
                <a:spcPts val="0"/>
              </a:spcAft>
              <a:defRPr/>
            </a:pPr>
            <a:r>
              <a:rPr lang="en-US" altLang="zh-CN" sz="141" kern="0" dirty="0">
                <a:solidFill>
                  <a:prstClr val="black">
                    <a:lumMod val="85000"/>
                    <a:lumOff val="15000"/>
                  </a:prstClr>
                </a:solidFill>
                <a:latin typeface="Calibri" panose="020F0502020204030204"/>
              </a:rPr>
              <a:t> </a:t>
            </a:r>
            <a:endParaRPr lang="zh-CN" altLang="en-US" sz="141" kern="0" dirty="0">
              <a:solidFill>
                <a:prstClr val="black">
                  <a:lumMod val="85000"/>
                  <a:lumOff val="15000"/>
                </a:prstClr>
              </a:solidFill>
              <a:latin typeface="Calibri" panose="020F0502020204030204"/>
            </a:endParaRPr>
          </a:p>
        </p:txBody>
      </p:sp>
    </p:spTree>
    <p:extLst>
      <p:ext uri="{BB962C8B-B14F-4D97-AF65-F5344CB8AC3E}">
        <p14:creationId xmlns:p14="http://schemas.microsoft.com/office/powerpoint/2010/main" val="398735343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垂直排列标题与&#10;文本">
    <p:spTree>
      <p:nvGrpSpPr>
        <p:cNvPr id="1" name=""/>
        <p:cNvGrpSpPr/>
        <p:nvPr/>
      </p:nvGrpSpPr>
      <p:grpSpPr>
        <a:xfrm>
          <a:off x="0" y="0"/>
          <a:ext cx="0" cy="0"/>
          <a:chOff x="0" y="0"/>
          <a:chExt cx="0" cy="0"/>
        </a:xfrm>
      </p:grpSpPr>
      <p:cxnSp>
        <p:nvCxnSpPr>
          <p:cNvPr id="2" name="直接连接符 1"/>
          <p:cNvCxnSpPr/>
          <p:nvPr userDrawn="1"/>
        </p:nvCxnSpPr>
        <p:spPr>
          <a:xfrm>
            <a:off x="455289" y="709542"/>
            <a:ext cx="10530592" cy="0"/>
          </a:xfrm>
          <a:prstGeom prst="line">
            <a:avLst/>
          </a:prstGeom>
          <a:ln w="317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 name="矩形 2"/>
          <p:cNvSpPr/>
          <p:nvPr userDrawn="1"/>
        </p:nvSpPr>
        <p:spPr>
          <a:xfrm>
            <a:off x="11125200" y="0"/>
            <a:ext cx="1733550" cy="709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Tree>
    <p:extLst>
      <p:ext uri="{BB962C8B-B14F-4D97-AF65-F5344CB8AC3E}">
        <p14:creationId xmlns:p14="http://schemas.microsoft.com/office/powerpoint/2010/main" val="236076178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blank">
  <p:cSld name="空白">
    <p:spTree>
      <p:nvGrpSpPr>
        <p:cNvPr id="1" name=""/>
        <p:cNvGrpSpPr/>
        <p:nvPr/>
      </p:nvGrpSpPr>
      <p:grpSpPr>
        <a:xfrm>
          <a:off x="0" y="0"/>
          <a:ext cx="0" cy="0"/>
          <a:chOff x="0" y="0"/>
          <a:chExt cx="0" cy="0"/>
        </a:xfrm>
      </p:grpSpPr>
      <p:sp>
        <p:nvSpPr>
          <p:cNvPr id="2" name="KSO_FD"/>
          <p:cNvSpPr>
            <a:spLocks noGrp="1"/>
          </p:cNvSpPr>
          <p:nvPr>
            <p:ph type="dt" sz="half" idx="10"/>
          </p:nvPr>
        </p:nvSpPr>
        <p:spPr/>
        <p:txBody>
          <a:bodyPr/>
          <a:lstStyle/>
          <a:p>
            <a:fld id="{688D9A3C-EDB8-47A7-A89F-8B39791795A3}"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3" name="KSO_FT"/>
          <p:cNvSpPr>
            <a:spLocks noGrp="1"/>
          </p:cNvSpPr>
          <p:nvPr>
            <p:ph type="ftr" sz="quarter" idx="11"/>
          </p:nvPr>
        </p:nvSpPr>
        <p:spPr/>
        <p:txBody>
          <a:bodyPr/>
          <a:lstStyle/>
          <a:p>
            <a:endParaRPr lang="zh-CN" altLang="en-US">
              <a:solidFill>
                <a:prstClr val="black">
                  <a:tint val="75000"/>
                </a:prstClr>
              </a:solidFill>
            </a:endParaRPr>
          </a:p>
        </p:txBody>
      </p:sp>
      <p:sp>
        <p:nvSpPr>
          <p:cNvPr id="4" name="KSO_FN"/>
          <p:cNvSpPr>
            <a:spLocks noGrp="1"/>
          </p:cNvSpPr>
          <p:nvPr>
            <p:ph type="sldNum" sz="quarter" idx="12"/>
          </p:nvPr>
        </p:nvSpPr>
        <p:spPr/>
        <p:txBody>
          <a:bodyPr/>
          <a:lstStyle/>
          <a:p>
            <a:fld id="{7C07C4AA-064A-47A7-A070-FE09BE2412E6}"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52226388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43A93E93-166D-47F5-9EF1-ACEABE24AEEA}"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118D5ACA-62CA-46DB-AD6B-12EDD6D51A23}" type="slidenum">
              <a:rPr lang="zh-CN" altLang="en-US" smtClean="0">
                <a:solidFill>
                  <a:prstClr val="black">
                    <a:tint val="75000"/>
                  </a:prstClr>
                </a:solidFill>
              </a:rPr>
              <a:pPr/>
              <a:t>‹#›</a:t>
            </a:fld>
            <a:endParaRPr lang="zh-CN" altLang="en-US">
              <a:solidFill>
                <a:prstClr val="black">
                  <a:tint val="75000"/>
                </a:prstClr>
              </a:solidFill>
            </a:endParaRPr>
          </a:p>
        </p:txBody>
      </p:sp>
      <p:sp>
        <p:nvSpPr>
          <p:cNvPr id="7" name="矩形 6"/>
          <p:cNvSpPr/>
          <p:nvPr userDrawn="1"/>
        </p:nvSpPr>
        <p:spPr>
          <a:xfrm>
            <a:off x="8325228" y="6545425"/>
            <a:ext cx="775136" cy="246221"/>
          </a:xfrm>
          <a:prstGeom prst="rect">
            <a:avLst/>
          </a:prstGeom>
        </p:spPr>
        <p:txBody>
          <a:bodyPr wrap="square">
            <a:spAutoFit/>
          </a:bodyPr>
          <a:lstStyle/>
          <a:p>
            <a:pPr fontAlgn="auto">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pPr fontAlgn="auto">
              <a:spcBef>
                <a:spcPts val="0"/>
              </a:spcBef>
              <a:spcAft>
                <a:spcPts val="0"/>
              </a:spcAft>
            </a:pPr>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pPr fontAlgn="auto">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pPr fontAlgn="auto">
              <a:spcBef>
                <a:spcPts val="0"/>
              </a:spcBef>
              <a:spcAft>
                <a:spcPts val="0"/>
              </a:spcAft>
            </a:pPr>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pPr fontAlgn="auto">
              <a:spcBef>
                <a:spcPts val="0"/>
              </a:spcBef>
              <a:spcAft>
                <a:spcPts val="0"/>
              </a:spcAft>
            </a:pPr>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pPr fontAlgn="auto">
              <a:spcBef>
                <a:spcPts val="0"/>
              </a:spcBef>
              <a:spcAft>
                <a:spcPts val="0"/>
              </a:spcAft>
            </a:pPr>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pPr fontAlgn="auto">
              <a:spcBef>
                <a:spcPts val="0"/>
              </a:spcBef>
              <a:spcAft>
                <a:spcPts val="0"/>
              </a:spcAft>
            </a:pPr>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pPr fontAlgn="auto">
              <a:spcBef>
                <a:spcPts val="0"/>
              </a:spcBef>
              <a:spcAft>
                <a:spcPts val="0"/>
              </a:spcAft>
            </a:pPr>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p>
          <a:p>
            <a:pPr fontAlgn="auto">
              <a:spcBef>
                <a:spcPts val="0"/>
              </a:spcBef>
              <a:spcAft>
                <a:spcPts val="0"/>
              </a:spcAft>
            </a:pPr>
            <a:r>
              <a:rPr lang="zh-CN" altLang="en-US" sz="100" dirty="0">
                <a:solidFill>
                  <a:prstClr val="white"/>
                </a:solidFill>
                <a:latin typeface="Calibri"/>
                <a:ea typeface="宋体"/>
              </a:rPr>
              <a:t>字体下载：</a:t>
            </a:r>
            <a:r>
              <a:rPr lang="en-US" altLang="zh-CN" sz="100" dirty="0">
                <a:solidFill>
                  <a:prstClr val="white"/>
                </a:solidFill>
                <a:latin typeface="Calibri"/>
                <a:ea typeface="宋体"/>
              </a:rPr>
              <a:t>www.1ppt.com/ziti/</a:t>
            </a:r>
          </a:p>
          <a:p>
            <a:pPr fontAlgn="auto">
              <a:spcBef>
                <a:spcPts val="0"/>
              </a:spcBef>
              <a:spcAft>
                <a:spcPts val="0"/>
              </a:spcAft>
            </a:pPr>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spTree>
    <p:extLst>
      <p:ext uri="{BB962C8B-B14F-4D97-AF65-F5344CB8AC3E}">
        <p14:creationId xmlns:p14="http://schemas.microsoft.com/office/powerpoint/2010/main" val="267728602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64406" y="2246811"/>
            <a:ext cx="10929938" cy="1550332"/>
          </a:xfrm>
        </p:spPr>
        <p:txBody>
          <a:bodyPr/>
          <a:lstStyle/>
          <a:p>
            <a:r>
              <a:rPr lang="zh-CN" altLang="en-US"/>
              <a:t>单击此处编辑母版标题样式</a:t>
            </a:r>
          </a:p>
        </p:txBody>
      </p:sp>
      <p:sp>
        <p:nvSpPr>
          <p:cNvPr id="3" name="副标题 2"/>
          <p:cNvSpPr>
            <a:spLocks noGrp="1"/>
          </p:cNvSpPr>
          <p:nvPr>
            <p:ph type="subTitle" idx="1"/>
          </p:nvPr>
        </p:nvSpPr>
        <p:spPr>
          <a:xfrm>
            <a:off x="1928813" y="4098502"/>
            <a:ext cx="9001125" cy="1848344"/>
          </a:xfrm>
        </p:spPr>
        <p:txBody>
          <a:bodyPr/>
          <a:lstStyle>
            <a:lvl1pPr marL="0" indent="0" algn="ctr">
              <a:buNone/>
              <a:defRPr>
                <a:solidFill>
                  <a:schemeClr val="tx1">
                    <a:tint val="75000"/>
                  </a:schemeClr>
                </a:solidFill>
              </a:defRPr>
            </a:lvl1pPr>
            <a:lvl2pPr marL="642915" indent="0" algn="ctr">
              <a:buNone/>
              <a:defRPr>
                <a:solidFill>
                  <a:schemeClr val="tx1">
                    <a:tint val="75000"/>
                  </a:schemeClr>
                </a:solidFill>
              </a:defRPr>
            </a:lvl2pPr>
            <a:lvl3pPr marL="1285829" indent="0" algn="ctr">
              <a:buNone/>
              <a:defRPr>
                <a:solidFill>
                  <a:schemeClr val="tx1">
                    <a:tint val="75000"/>
                  </a:schemeClr>
                </a:solidFill>
              </a:defRPr>
            </a:lvl3pPr>
            <a:lvl4pPr marL="1928744" indent="0" algn="ctr">
              <a:buNone/>
              <a:defRPr>
                <a:solidFill>
                  <a:schemeClr val="tx1">
                    <a:tint val="75000"/>
                  </a:schemeClr>
                </a:solidFill>
              </a:defRPr>
            </a:lvl4pPr>
            <a:lvl5pPr marL="2571659" indent="0" algn="ctr">
              <a:buNone/>
              <a:defRPr>
                <a:solidFill>
                  <a:schemeClr val="tx1">
                    <a:tint val="75000"/>
                  </a:schemeClr>
                </a:solidFill>
              </a:defRPr>
            </a:lvl5pPr>
            <a:lvl6pPr marL="3214573" indent="0" algn="ctr">
              <a:buNone/>
              <a:defRPr>
                <a:solidFill>
                  <a:schemeClr val="tx1">
                    <a:tint val="75000"/>
                  </a:schemeClr>
                </a:solidFill>
              </a:defRPr>
            </a:lvl6pPr>
            <a:lvl7pPr marL="3857488" indent="0" algn="ctr">
              <a:buNone/>
              <a:defRPr>
                <a:solidFill>
                  <a:schemeClr val="tx1">
                    <a:tint val="75000"/>
                  </a:schemeClr>
                </a:solidFill>
              </a:defRPr>
            </a:lvl7pPr>
            <a:lvl8pPr marL="4500402" indent="0" algn="ctr">
              <a:buNone/>
              <a:defRPr>
                <a:solidFill>
                  <a:schemeClr val="tx1">
                    <a:tint val="75000"/>
                  </a:schemeClr>
                </a:solidFill>
              </a:defRPr>
            </a:lvl8pPr>
            <a:lvl9pPr marL="5143317" indent="0" algn="ctr">
              <a:buNone/>
              <a:defRPr>
                <a:solidFill>
                  <a:schemeClr val="tx1">
                    <a:tint val="75000"/>
                  </a:schemeClr>
                </a:solidFill>
              </a:defRPr>
            </a:lvl9pPr>
          </a:lstStyle>
          <a:p>
            <a:r>
              <a:rPr lang="zh-CN" altLang="en-US"/>
              <a:t>单击此处编辑母版副标题样式</a:t>
            </a:r>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5491028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8" name="任意多边形 7"/>
          <p:cNvSpPr/>
          <p:nvPr userDrawn="1">
            <p:custDataLst>
              <p:tags r:id="rId1"/>
            </p:custDataLst>
          </p:nvPr>
        </p:nvSpPr>
        <p:spPr>
          <a:xfrm>
            <a:off x="733551" y="780595"/>
            <a:ext cx="12127434" cy="31292"/>
          </a:xfrm>
          <a:custGeom>
            <a:avLst/>
            <a:gdLst>
              <a:gd name="connsiteX0" fmla="*/ 0 w 12125327"/>
              <a:gd name="connsiteY0" fmla="*/ 0 h 31282"/>
              <a:gd name="connsiteX1" fmla="*/ 12125327 w 12125327"/>
              <a:gd name="connsiteY1" fmla="*/ 0 h 31282"/>
              <a:gd name="connsiteX2" fmla="*/ 12125327 w 12125327"/>
              <a:gd name="connsiteY2" fmla="*/ 31282 h 31282"/>
              <a:gd name="connsiteX3" fmla="*/ 17139 w 12125327"/>
              <a:gd name="connsiteY3" fmla="*/ 31282 h 31282"/>
            </a:gdLst>
            <a:ahLst/>
            <a:cxnLst>
              <a:cxn ang="0">
                <a:pos x="connsiteX0" y="connsiteY0"/>
              </a:cxn>
              <a:cxn ang="0">
                <a:pos x="connsiteX1" y="connsiteY1"/>
              </a:cxn>
              <a:cxn ang="0">
                <a:pos x="connsiteX2" y="connsiteY2"/>
              </a:cxn>
              <a:cxn ang="0">
                <a:pos x="connsiteX3" y="connsiteY3"/>
              </a:cxn>
            </a:cxnLst>
            <a:rect l="l" t="t" r="r" b="b"/>
            <a:pathLst>
              <a:path w="12125327" h="31282">
                <a:moveTo>
                  <a:pt x="0" y="0"/>
                </a:moveTo>
                <a:lnTo>
                  <a:pt x="12125327" y="0"/>
                </a:lnTo>
                <a:lnTo>
                  <a:pt x="12125327" y="31282"/>
                </a:lnTo>
                <a:lnTo>
                  <a:pt x="17139" y="3128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4259" tIns="47129" rIns="94259" bIns="47129" numCol="1" spcCol="0" rtlCol="0" fromWordArt="0" anchor="ctr" anchorCtr="0" forceAA="0" compatLnSpc="1">
            <a:prstTxWarp prst="textNoShape">
              <a:avLst/>
            </a:prstTxWarp>
            <a:noAutofit/>
          </a:bodyPr>
          <a:lstStyle/>
          <a:p>
            <a:pPr algn="ctr" fontAlgn="auto">
              <a:spcBef>
                <a:spcPts val="0"/>
              </a:spcBef>
              <a:spcAft>
                <a:spcPts val="0"/>
              </a:spcAft>
            </a:pPr>
            <a:endParaRPr lang="zh-CN" altLang="en-US" sz="19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任意多边形 8"/>
          <p:cNvSpPr/>
          <p:nvPr userDrawn="1">
            <p:custDataLst>
              <p:tags r:id="rId2"/>
            </p:custDataLst>
          </p:nvPr>
        </p:nvSpPr>
        <p:spPr>
          <a:xfrm>
            <a:off x="3" y="274887"/>
            <a:ext cx="577316" cy="536998"/>
          </a:xfrm>
          <a:custGeom>
            <a:avLst/>
            <a:gdLst>
              <a:gd name="connsiteX0" fmla="*/ 284734 w 577217"/>
              <a:gd name="connsiteY0" fmla="*/ 0 h 536832"/>
              <a:gd name="connsiteX1" fmla="*/ 577217 w 577217"/>
              <a:gd name="connsiteY1" fmla="*/ 536832 h 536832"/>
              <a:gd name="connsiteX2" fmla="*/ 0 w 577217"/>
              <a:gd name="connsiteY2" fmla="*/ 536832 h 536832"/>
              <a:gd name="connsiteX3" fmla="*/ 0 w 577217"/>
              <a:gd name="connsiteY3" fmla="*/ 184 h 536832"/>
            </a:gdLst>
            <a:ahLst/>
            <a:cxnLst>
              <a:cxn ang="0">
                <a:pos x="connsiteX0" y="connsiteY0"/>
              </a:cxn>
              <a:cxn ang="0">
                <a:pos x="connsiteX1" y="connsiteY1"/>
              </a:cxn>
              <a:cxn ang="0">
                <a:pos x="connsiteX2" y="connsiteY2"/>
              </a:cxn>
              <a:cxn ang="0">
                <a:pos x="connsiteX3" y="connsiteY3"/>
              </a:cxn>
            </a:cxnLst>
            <a:rect l="l" t="t" r="r" b="b"/>
            <a:pathLst>
              <a:path w="577217" h="536832">
                <a:moveTo>
                  <a:pt x="284734" y="0"/>
                </a:moveTo>
                <a:lnTo>
                  <a:pt x="577217" y="536832"/>
                </a:lnTo>
                <a:lnTo>
                  <a:pt x="0" y="536832"/>
                </a:lnTo>
                <a:lnTo>
                  <a:pt x="0" y="184"/>
                </a:lnTo>
                <a:close/>
              </a:path>
            </a:pathLst>
          </a:cu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4259" tIns="47129" rIns="94259" bIns="47129" numCol="1" spcCol="0" rtlCol="0" fromWordArt="0" anchor="ctr" anchorCtr="0" forceAA="0" compatLnSpc="1">
            <a:prstTxWarp prst="textNoShape">
              <a:avLst/>
            </a:prstTxWarp>
            <a:noAutofit/>
          </a:bodyPr>
          <a:lstStyle/>
          <a:p>
            <a:pPr algn="ctr" fontAlgn="auto">
              <a:spcBef>
                <a:spcPts val="0"/>
              </a:spcBef>
              <a:spcAft>
                <a:spcPts val="0"/>
              </a:spcAft>
            </a:pPr>
            <a:endParaRPr lang="zh-CN" altLang="en-US" sz="1969" dirty="0">
              <a:solidFill>
                <a:srgbClr val="7EC234"/>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88170607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625201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60469539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1015752" y="4647649"/>
            <a:ext cx="10929938" cy="1436484"/>
          </a:xfrm>
        </p:spPr>
        <p:txBody>
          <a:bodyPr anchor="t"/>
          <a:lstStyle>
            <a:lvl1pPr algn="l">
              <a:defRPr sz="5625" b="1" cap="all"/>
            </a:lvl1pPr>
          </a:lstStyle>
          <a:p>
            <a:r>
              <a:rPr lang="zh-CN" altLang="en-US"/>
              <a:t>单击此处编辑母版标题样式</a:t>
            </a:r>
          </a:p>
        </p:txBody>
      </p:sp>
      <p:sp>
        <p:nvSpPr>
          <p:cNvPr id="3" name="文本占位符 2"/>
          <p:cNvSpPr>
            <a:spLocks noGrp="1"/>
          </p:cNvSpPr>
          <p:nvPr>
            <p:ph type="body" idx="1"/>
          </p:nvPr>
        </p:nvSpPr>
        <p:spPr>
          <a:xfrm>
            <a:off x="1015752" y="3065506"/>
            <a:ext cx="10929938" cy="1582141"/>
          </a:xfrm>
        </p:spPr>
        <p:txBody>
          <a:bodyPr anchor="b"/>
          <a:lstStyle>
            <a:lvl1pPr marL="0" indent="0">
              <a:buNone/>
              <a:defRPr sz="2812">
                <a:solidFill>
                  <a:schemeClr val="tx1">
                    <a:tint val="75000"/>
                  </a:schemeClr>
                </a:solidFill>
              </a:defRPr>
            </a:lvl1pPr>
            <a:lvl2pPr marL="642915" indent="0">
              <a:buNone/>
              <a:defRPr sz="2531">
                <a:solidFill>
                  <a:schemeClr val="tx1">
                    <a:tint val="75000"/>
                  </a:schemeClr>
                </a:solidFill>
              </a:defRPr>
            </a:lvl2pPr>
            <a:lvl3pPr marL="1285829" indent="0">
              <a:buNone/>
              <a:defRPr sz="2250">
                <a:solidFill>
                  <a:schemeClr val="tx1">
                    <a:tint val="75000"/>
                  </a:schemeClr>
                </a:solidFill>
              </a:defRPr>
            </a:lvl3pPr>
            <a:lvl4pPr marL="1928744" indent="0">
              <a:buNone/>
              <a:defRPr sz="1969">
                <a:solidFill>
                  <a:schemeClr val="tx1">
                    <a:tint val="75000"/>
                  </a:schemeClr>
                </a:solidFill>
              </a:defRPr>
            </a:lvl4pPr>
            <a:lvl5pPr marL="2571659" indent="0">
              <a:buNone/>
              <a:defRPr sz="1969">
                <a:solidFill>
                  <a:schemeClr val="tx1">
                    <a:tint val="75000"/>
                  </a:schemeClr>
                </a:solidFill>
              </a:defRPr>
            </a:lvl5pPr>
            <a:lvl6pPr marL="3214573" indent="0">
              <a:buNone/>
              <a:defRPr sz="1969">
                <a:solidFill>
                  <a:schemeClr val="tx1">
                    <a:tint val="75000"/>
                  </a:schemeClr>
                </a:solidFill>
              </a:defRPr>
            </a:lvl6pPr>
            <a:lvl7pPr marL="3857488" indent="0">
              <a:buNone/>
              <a:defRPr sz="1969">
                <a:solidFill>
                  <a:schemeClr val="tx1">
                    <a:tint val="75000"/>
                  </a:schemeClr>
                </a:solidFill>
              </a:defRPr>
            </a:lvl7pPr>
            <a:lvl8pPr marL="4500402" indent="0">
              <a:buNone/>
              <a:defRPr sz="1969">
                <a:solidFill>
                  <a:schemeClr val="tx1">
                    <a:tint val="75000"/>
                  </a:schemeClr>
                </a:solidFill>
              </a:defRPr>
            </a:lvl8pPr>
            <a:lvl9pPr marL="5143317" indent="0">
              <a:buNone/>
              <a:defRPr sz="1969">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291986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642938" y="1687620"/>
            <a:ext cx="5679281" cy="4773214"/>
          </a:xfrm>
        </p:spPr>
        <p:txBody>
          <a:bodyPr/>
          <a:lstStyle>
            <a:lvl1pPr>
              <a:defRPr sz="3937"/>
            </a:lvl1pPr>
            <a:lvl2pPr>
              <a:defRPr sz="3375"/>
            </a:lvl2pPr>
            <a:lvl3pPr>
              <a:defRPr sz="2812"/>
            </a:lvl3pPr>
            <a:lvl4pPr>
              <a:defRPr sz="2531"/>
            </a:lvl4pPr>
            <a:lvl5pPr>
              <a:defRPr sz="2531"/>
            </a:lvl5pPr>
            <a:lvl6pPr>
              <a:defRPr sz="2531"/>
            </a:lvl6pPr>
            <a:lvl7pPr>
              <a:defRPr sz="2531"/>
            </a:lvl7pPr>
            <a:lvl8pPr>
              <a:defRPr sz="2531"/>
            </a:lvl8pPr>
            <a:lvl9pPr>
              <a:defRPr sz="2531"/>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536531" y="1687620"/>
            <a:ext cx="5679281" cy="4773214"/>
          </a:xfrm>
        </p:spPr>
        <p:txBody>
          <a:bodyPr/>
          <a:lstStyle>
            <a:lvl1pPr>
              <a:defRPr sz="3937"/>
            </a:lvl1pPr>
            <a:lvl2pPr>
              <a:defRPr sz="3375"/>
            </a:lvl2pPr>
            <a:lvl3pPr>
              <a:defRPr sz="2812"/>
            </a:lvl3pPr>
            <a:lvl4pPr>
              <a:defRPr sz="2531"/>
            </a:lvl4pPr>
            <a:lvl5pPr>
              <a:defRPr sz="2531"/>
            </a:lvl5pPr>
            <a:lvl6pPr>
              <a:defRPr sz="2531"/>
            </a:lvl6pPr>
            <a:lvl7pPr>
              <a:defRPr sz="2531"/>
            </a:lvl7pPr>
            <a:lvl8pPr>
              <a:defRPr sz="2531"/>
            </a:lvl8pPr>
            <a:lvl9pPr>
              <a:defRPr sz="2531"/>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8403188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642938" y="1618976"/>
            <a:ext cx="5681514" cy="674713"/>
          </a:xfrm>
        </p:spPr>
        <p:txBody>
          <a:bodyPr anchor="b"/>
          <a:lstStyle>
            <a:lvl1pPr marL="0" indent="0">
              <a:buNone/>
              <a:defRPr sz="3375" b="1"/>
            </a:lvl1pPr>
            <a:lvl2pPr marL="642915" indent="0">
              <a:buNone/>
              <a:defRPr sz="2812" b="1"/>
            </a:lvl2pPr>
            <a:lvl3pPr marL="1285829" indent="0">
              <a:buNone/>
              <a:defRPr sz="2531" b="1"/>
            </a:lvl3pPr>
            <a:lvl4pPr marL="1928744" indent="0">
              <a:buNone/>
              <a:defRPr sz="2250" b="1"/>
            </a:lvl4pPr>
            <a:lvl5pPr marL="2571659" indent="0">
              <a:buNone/>
              <a:defRPr sz="2250" b="1"/>
            </a:lvl5pPr>
            <a:lvl6pPr marL="3214573" indent="0">
              <a:buNone/>
              <a:defRPr sz="2250" b="1"/>
            </a:lvl6pPr>
            <a:lvl7pPr marL="3857488" indent="0">
              <a:buNone/>
              <a:defRPr sz="2250" b="1"/>
            </a:lvl7pPr>
            <a:lvl8pPr marL="4500402" indent="0">
              <a:buNone/>
              <a:defRPr sz="2250" b="1"/>
            </a:lvl8pPr>
            <a:lvl9pPr marL="5143317" indent="0">
              <a:buNone/>
              <a:defRPr sz="2250" b="1"/>
            </a:lvl9pPr>
          </a:lstStyle>
          <a:p>
            <a:pPr lvl="0"/>
            <a:r>
              <a:rPr lang="zh-CN" altLang="en-US"/>
              <a:t>单击此处编辑母版文本样式</a:t>
            </a:r>
          </a:p>
        </p:txBody>
      </p:sp>
      <p:sp>
        <p:nvSpPr>
          <p:cNvPr id="4" name="内容占位符 3"/>
          <p:cNvSpPr>
            <a:spLocks noGrp="1"/>
          </p:cNvSpPr>
          <p:nvPr>
            <p:ph sz="half" idx="2"/>
          </p:nvPr>
        </p:nvSpPr>
        <p:spPr>
          <a:xfrm>
            <a:off x="642938" y="2293687"/>
            <a:ext cx="5681514" cy="4167145"/>
          </a:xfrm>
        </p:spPr>
        <p:txBody>
          <a:bodyPr/>
          <a:lstStyle>
            <a:lvl1pPr>
              <a:defRPr sz="3375"/>
            </a:lvl1pPr>
            <a:lvl2pPr>
              <a:defRPr sz="2812"/>
            </a:lvl2pPr>
            <a:lvl3pPr>
              <a:defRPr sz="2531"/>
            </a:lvl3pPr>
            <a:lvl4pPr>
              <a:defRPr sz="2250"/>
            </a:lvl4pPr>
            <a:lvl5pPr>
              <a:defRPr sz="2250"/>
            </a:lvl5pPr>
            <a:lvl6pPr>
              <a:defRPr sz="2250"/>
            </a:lvl6pPr>
            <a:lvl7pPr>
              <a:defRPr sz="2250"/>
            </a:lvl7pPr>
            <a:lvl8pPr>
              <a:defRPr sz="2250"/>
            </a:lvl8pPr>
            <a:lvl9pPr>
              <a:defRPr sz="225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532069" y="1618976"/>
            <a:ext cx="5683746" cy="674713"/>
          </a:xfrm>
        </p:spPr>
        <p:txBody>
          <a:bodyPr anchor="b"/>
          <a:lstStyle>
            <a:lvl1pPr marL="0" indent="0">
              <a:buNone/>
              <a:defRPr sz="3375" b="1"/>
            </a:lvl1pPr>
            <a:lvl2pPr marL="642915" indent="0">
              <a:buNone/>
              <a:defRPr sz="2812" b="1"/>
            </a:lvl2pPr>
            <a:lvl3pPr marL="1285829" indent="0">
              <a:buNone/>
              <a:defRPr sz="2531" b="1"/>
            </a:lvl3pPr>
            <a:lvl4pPr marL="1928744" indent="0">
              <a:buNone/>
              <a:defRPr sz="2250" b="1"/>
            </a:lvl4pPr>
            <a:lvl5pPr marL="2571659" indent="0">
              <a:buNone/>
              <a:defRPr sz="2250" b="1"/>
            </a:lvl5pPr>
            <a:lvl6pPr marL="3214573" indent="0">
              <a:buNone/>
              <a:defRPr sz="2250" b="1"/>
            </a:lvl6pPr>
            <a:lvl7pPr marL="3857488" indent="0">
              <a:buNone/>
              <a:defRPr sz="2250" b="1"/>
            </a:lvl7pPr>
            <a:lvl8pPr marL="4500402" indent="0">
              <a:buNone/>
              <a:defRPr sz="2250" b="1"/>
            </a:lvl8pPr>
            <a:lvl9pPr marL="5143317" indent="0">
              <a:buNone/>
              <a:defRPr sz="2250" b="1"/>
            </a:lvl9pPr>
          </a:lstStyle>
          <a:p>
            <a:pPr lvl="0"/>
            <a:r>
              <a:rPr lang="zh-CN" altLang="en-US"/>
              <a:t>单击此处编辑母版文本样式</a:t>
            </a:r>
          </a:p>
        </p:txBody>
      </p:sp>
      <p:sp>
        <p:nvSpPr>
          <p:cNvPr id="6" name="内容占位符 5"/>
          <p:cNvSpPr>
            <a:spLocks noGrp="1"/>
          </p:cNvSpPr>
          <p:nvPr>
            <p:ph sz="quarter" idx="4"/>
          </p:nvPr>
        </p:nvSpPr>
        <p:spPr>
          <a:xfrm>
            <a:off x="6532069" y="2293687"/>
            <a:ext cx="5683746" cy="4167145"/>
          </a:xfrm>
        </p:spPr>
        <p:txBody>
          <a:bodyPr/>
          <a:lstStyle>
            <a:lvl1pPr>
              <a:defRPr sz="3375"/>
            </a:lvl1pPr>
            <a:lvl2pPr>
              <a:defRPr sz="2812"/>
            </a:lvl2pPr>
            <a:lvl3pPr>
              <a:defRPr sz="2531"/>
            </a:lvl3pPr>
            <a:lvl4pPr>
              <a:defRPr sz="2250"/>
            </a:lvl4pPr>
            <a:lvl5pPr>
              <a:defRPr sz="2250"/>
            </a:lvl5pPr>
            <a:lvl6pPr>
              <a:defRPr sz="2250"/>
            </a:lvl6pPr>
            <a:lvl7pPr>
              <a:defRPr sz="2250"/>
            </a:lvl7pPr>
            <a:lvl8pPr>
              <a:defRPr sz="2250"/>
            </a:lvl8pPr>
            <a:lvl9pPr>
              <a:defRPr sz="225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34310863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3583955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4790611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42940" y="287966"/>
            <a:ext cx="4230440" cy="1225533"/>
          </a:xfrm>
        </p:spPr>
        <p:txBody>
          <a:bodyPr anchor="b"/>
          <a:lstStyle>
            <a:lvl1pPr algn="l">
              <a:defRPr sz="2812" b="1"/>
            </a:lvl1pPr>
          </a:lstStyle>
          <a:p>
            <a:r>
              <a:rPr lang="zh-CN" altLang="en-US"/>
              <a:t>单击此处编辑母版标题样式</a:t>
            </a:r>
          </a:p>
        </p:txBody>
      </p:sp>
      <p:sp>
        <p:nvSpPr>
          <p:cNvPr id="3" name="内容占位符 2"/>
          <p:cNvSpPr>
            <a:spLocks noGrp="1"/>
          </p:cNvSpPr>
          <p:nvPr>
            <p:ph idx="1"/>
          </p:nvPr>
        </p:nvSpPr>
        <p:spPr>
          <a:xfrm>
            <a:off x="5027414" y="287968"/>
            <a:ext cx="7188398" cy="6172867"/>
          </a:xfrm>
        </p:spPr>
        <p:txBody>
          <a:bodyPr/>
          <a:lstStyle>
            <a:lvl1pPr>
              <a:defRPr sz="4500"/>
            </a:lvl1pPr>
            <a:lvl2pPr>
              <a:defRPr sz="3937"/>
            </a:lvl2pPr>
            <a:lvl3pPr>
              <a:defRPr sz="3375"/>
            </a:lvl3pPr>
            <a:lvl4pPr>
              <a:defRPr sz="2812"/>
            </a:lvl4pPr>
            <a:lvl5pPr>
              <a:defRPr sz="2812"/>
            </a:lvl5pPr>
            <a:lvl6pPr>
              <a:defRPr sz="2812"/>
            </a:lvl6pPr>
            <a:lvl7pPr>
              <a:defRPr sz="2812"/>
            </a:lvl7pPr>
            <a:lvl8pPr>
              <a:defRPr sz="2812"/>
            </a:lvl8pPr>
            <a:lvl9pPr>
              <a:defRPr sz="2812"/>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642940" y="1513501"/>
            <a:ext cx="4230440" cy="4947334"/>
          </a:xfrm>
        </p:spPr>
        <p:txBody>
          <a:bodyPr/>
          <a:lstStyle>
            <a:lvl1pPr marL="0" indent="0">
              <a:buNone/>
              <a:defRPr sz="1969"/>
            </a:lvl1pPr>
            <a:lvl2pPr marL="642915" indent="0">
              <a:buNone/>
              <a:defRPr sz="1687"/>
            </a:lvl2pPr>
            <a:lvl3pPr marL="1285829" indent="0">
              <a:buNone/>
              <a:defRPr sz="1406"/>
            </a:lvl3pPr>
            <a:lvl4pPr marL="1928744" indent="0">
              <a:buNone/>
              <a:defRPr sz="1266"/>
            </a:lvl4pPr>
            <a:lvl5pPr marL="2571659" indent="0">
              <a:buNone/>
              <a:defRPr sz="1266"/>
            </a:lvl5pPr>
            <a:lvl6pPr marL="3214573" indent="0">
              <a:buNone/>
              <a:defRPr sz="1266"/>
            </a:lvl6pPr>
            <a:lvl7pPr marL="3857488" indent="0">
              <a:buNone/>
              <a:defRPr sz="1266"/>
            </a:lvl7pPr>
            <a:lvl8pPr marL="4500402" indent="0">
              <a:buNone/>
              <a:defRPr sz="1266"/>
            </a:lvl8pPr>
            <a:lvl9pPr marL="5143317" indent="0">
              <a:buNone/>
              <a:defRPr sz="1266"/>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1030146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2520405" y="5062855"/>
            <a:ext cx="7715250" cy="597699"/>
          </a:xfrm>
        </p:spPr>
        <p:txBody>
          <a:bodyPr anchor="b"/>
          <a:lstStyle>
            <a:lvl1pPr algn="l">
              <a:defRPr sz="2812" b="1"/>
            </a:lvl1pPr>
          </a:lstStyle>
          <a:p>
            <a:r>
              <a:rPr lang="zh-CN" altLang="en-US"/>
              <a:t>单击此处编辑母版标题样式</a:t>
            </a:r>
          </a:p>
        </p:txBody>
      </p:sp>
      <p:sp>
        <p:nvSpPr>
          <p:cNvPr id="3" name="图片占位符 2"/>
          <p:cNvSpPr>
            <a:spLocks noGrp="1"/>
          </p:cNvSpPr>
          <p:nvPr>
            <p:ph type="pic" idx="1"/>
          </p:nvPr>
        </p:nvSpPr>
        <p:spPr>
          <a:xfrm>
            <a:off x="2520405" y="646250"/>
            <a:ext cx="7715250" cy="4339590"/>
          </a:xfrm>
        </p:spPr>
        <p:txBody>
          <a:bodyPr/>
          <a:lstStyle>
            <a:lvl1pPr marL="0" indent="0">
              <a:buNone/>
              <a:defRPr sz="4500"/>
            </a:lvl1pPr>
            <a:lvl2pPr marL="642915" indent="0">
              <a:buNone/>
              <a:defRPr sz="3937"/>
            </a:lvl2pPr>
            <a:lvl3pPr marL="1285829" indent="0">
              <a:buNone/>
              <a:defRPr sz="3375"/>
            </a:lvl3pPr>
            <a:lvl4pPr marL="1928744" indent="0">
              <a:buNone/>
              <a:defRPr sz="2812"/>
            </a:lvl4pPr>
            <a:lvl5pPr marL="2571659" indent="0">
              <a:buNone/>
              <a:defRPr sz="2812"/>
            </a:lvl5pPr>
            <a:lvl6pPr marL="3214573" indent="0">
              <a:buNone/>
              <a:defRPr sz="2812"/>
            </a:lvl6pPr>
            <a:lvl7pPr marL="3857488" indent="0">
              <a:buNone/>
              <a:defRPr sz="2812"/>
            </a:lvl7pPr>
            <a:lvl8pPr marL="4500402" indent="0">
              <a:buNone/>
              <a:defRPr sz="2812"/>
            </a:lvl8pPr>
            <a:lvl9pPr marL="5143317" indent="0">
              <a:buNone/>
              <a:defRPr sz="2812"/>
            </a:lvl9pPr>
          </a:lstStyle>
          <a:p>
            <a:endParaRPr lang="zh-CN" altLang="en-US"/>
          </a:p>
        </p:txBody>
      </p:sp>
      <p:sp>
        <p:nvSpPr>
          <p:cNvPr id="4" name="文本占位符 3"/>
          <p:cNvSpPr>
            <a:spLocks noGrp="1"/>
          </p:cNvSpPr>
          <p:nvPr>
            <p:ph type="body" sz="half" idx="2"/>
          </p:nvPr>
        </p:nvSpPr>
        <p:spPr>
          <a:xfrm>
            <a:off x="2520405" y="5660554"/>
            <a:ext cx="7715250" cy="848832"/>
          </a:xfrm>
        </p:spPr>
        <p:txBody>
          <a:bodyPr/>
          <a:lstStyle>
            <a:lvl1pPr marL="0" indent="0">
              <a:buNone/>
              <a:defRPr sz="1969"/>
            </a:lvl1pPr>
            <a:lvl2pPr marL="642915" indent="0">
              <a:buNone/>
              <a:defRPr sz="1687"/>
            </a:lvl2pPr>
            <a:lvl3pPr marL="1285829" indent="0">
              <a:buNone/>
              <a:defRPr sz="1406"/>
            </a:lvl3pPr>
            <a:lvl4pPr marL="1928744" indent="0">
              <a:buNone/>
              <a:defRPr sz="1266"/>
            </a:lvl4pPr>
            <a:lvl5pPr marL="2571659" indent="0">
              <a:buNone/>
              <a:defRPr sz="1266"/>
            </a:lvl5pPr>
            <a:lvl6pPr marL="3214573" indent="0">
              <a:buNone/>
              <a:defRPr sz="1266"/>
            </a:lvl6pPr>
            <a:lvl7pPr marL="3857488" indent="0">
              <a:buNone/>
              <a:defRPr sz="1266"/>
            </a:lvl7pPr>
            <a:lvl8pPr marL="4500402" indent="0">
              <a:buNone/>
              <a:defRPr sz="1266"/>
            </a:lvl8pPr>
            <a:lvl9pPr marL="5143317" indent="0">
              <a:buNone/>
              <a:defRPr sz="1266"/>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8716147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49015568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9322594" y="289642"/>
            <a:ext cx="2893219" cy="6171192"/>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42937" y="289642"/>
            <a:ext cx="8465344" cy="6171192"/>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530820CF-B880-4189-942D-D702A7CBA730}"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0C913308-F349-4B6D-A68A-DD1791B4A57B}"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2540354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theme" Target="../theme/theme2.xml"/><Relationship Id="rId3" Type="http://schemas.openxmlformats.org/officeDocument/2006/relationships/slideLayout" Target="../slideLayouts/slideLayout23.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2" Type="http://schemas.openxmlformats.org/officeDocument/2006/relationships/slideLayout" Target="../slideLayouts/slideLayout2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35.xml"/><Relationship Id="rId2" Type="http://schemas.openxmlformats.org/officeDocument/2006/relationships/slideLayout" Target="../slideLayouts/slideLayout34.xml"/><Relationship Id="rId1" Type="http://schemas.openxmlformats.org/officeDocument/2006/relationships/slideLayout" Target="../slideLayouts/slideLayout33.x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slideLayout" Target="../slideLayouts/slideLayout48.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5" Type="http://schemas.openxmlformats.org/officeDocument/2006/relationships/image" Target="../media/image2.jpg"/><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84238" y="385763"/>
            <a:ext cx="11090275" cy="1397000"/>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84238" y="1925638"/>
            <a:ext cx="11090275" cy="4589462"/>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84238" y="6704013"/>
            <a:ext cx="2892425" cy="384175"/>
          </a:xfrm>
          <a:prstGeom prst="rect">
            <a:avLst/>
          </a:prstGeom>
        </p:spPr>
        <p:txBody>
          <a:bodyPr vert="horz" lIns="91440" tIns="45720" rIns="91440" bIns="45720" rtlCol="0" anchor="ctr"/>
          <a:lstStyle>
            <a:lvl1pPr algn="l">
              <a:defRPr sz="1200">
                <a:solidFill>
                  <a:schemeClr val="tx1">
                    <a:tint val="75000"/>
                  </a:schemeClr>
                </a:solidFill>
              </a:defRPr>
            </a:lvl1pPr>
          </a:lstStyle>
          <a:p>
            <a:fld id="{32BF82D2-7A68-459D-A996-9BDDA2518FA4}" type="datetimeFigureOut">
              <a:rPr lang="zh-CN" altLang="en-US" smtClean="0"/>
              <a:t>2025/8/24</a:t>
            </a:fld>
            <a:endParaRPr lang="zh-CN" altLang="en-US"/>
          </a:p>
        </p:txBody>
      </p:sp>
      <p:sp>
        <p:nvSpPr>
          <p:cNvPr id="5" name="页脚占位符 4"/>
          <p:cNvSpPr>
            <a:spLocks noGrp="1"/>
          </p:cNvSpPr>
          <p:nvPr>
            <p:ph type="ftr" sz="quarter" idx="3"/>
          </p:nvPr>
        </p:nvSpPr>
        <p:spPr>
          <a:xfrm>
            <a:off x="4259263" y="6704013"/>
            <a:ext cx="4340225" cy="3841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9082088" y="6704013"/>
            <a:ext cx="2892425" cy="384175"/>
          </a:xfrm>
          <a:prstGeom prst="rect">
            <a:avLst/>
          </a:prstGeom>
        </p:spPr>
        <p:txBody>
          <a:bodyPr vert="horz" lIns="91440" tIns="45720" rIns="91440" bIns="45720" rtlCol="0" anchor="ctr"/>
          <a:lstStyle>
            <a:lvl1pPr algn="r">
              <a:defRPr sz="1200">
                <a:solidFill>
                  <a:schemeClr val="tx1">
                    <a:tint val="75000"/>
                  </a:schemeClr>
                </a:solidFill>
              </a:defRPr>
            </a:lvl1pPr>
          </a:lstStyle>
          <a:p>
            <a:fld id="{3E01EE5D-26FB-46D5-A381-ECFB35BF1D34}" type="slidenum">
              <a:rPr lang="zh-CN" altLang="en-US" smtClean="0"/>
              <a:t>‹#›</a:t>
            </a:fld>
            <a:endParaRPr lang="zh-CN" altLang="en-US"/>
          </a:p>
        </p:txBody>
      </p:sp>
    </p:spTree>
    <p:extLst>
      <p:ext uri="{BB962C8B-B14F-4D97-AF65-F5344CB8AC3E}">
        <p14:creationId xmlns:p14="http://schemas.microsoft.com/office/powerpoint/2010/main" val="3485056897"/>
      </p:ext>
    </p:extLst>
  </p:cSld>
  <p:clrMap bg1="lt1" tx1="dk1" bg2="lt2" tx2="dk2" accent1="accent1" accent2="accent2" accent3="accent3" accent4="accent4" accent5="accent5" accent6="accent6" hlink="hlink" folHlink="folHlink"/>
  <p:sldLayoutIdLst>
    <p:sldLayoutId id="2147483704"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715" r:id="rId12"/>
    <p:sldLayoutId id="2147483716" r:id="rId13"/>
    <p:sldLayoutId id="2147483717" r:id="rId14"/>
    <p:sldLayoutId id="2147483718" r:id="rId15"/>
    <p:sldLayoutId id="2147483719" r:id="rId16"/>
    <p:sldLayoutId id="2147483720" r:id="rId17"/>
    <p:sldLayoutId id="2147483721" r:id="rId18"/>
    <p:sldLayoutId id="2147483722" r:id="rId19"/>
    <p:sldLayoutId id="2147483723"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84039" y="385072"/>
            <a:ext cx="11090672" cy="1397978"/>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884039" y="1925358"/>
            <a:ext cx="11090672" cy="4589051"/>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884039" y="6703596"/>
            <a:ext cx="2893219" cy="385072"/>
          </a:xfrm>
          <a:prstGeom prst="rect">
            <a:avLst/>
          </a:prstGeom>
        </p:spPr>
        <p:txBody>
          <a:bodyPr vert="horz" lIns="91440" tIns="45720" rIns="91440" bIns="45720" rtlCol="0" anchor="ctr"/>
          <a:lstStyle>
            <a:lvl1pPr algn="l">
              <a:defRPr sz="1266">
                <a:solidFill>
                  <a:schemeClr val="tx1">
                    <a:tint val="75000"/>
                  </a:schemeClr>
                </a:solidFill>
              </a:defRPr>
            </a:lvl1pPr>
          </a:lstStyle>
          <a:p>
            <a:pPr defTabSz="964372" fontAlgn="auto">
              <a:spcBef>
                <a:spcPts val="0"/>
              </a:spcBef>
              <a:spcAft>
                <a:spcPts val="0"/>
              </a:spcAft>
            </a:pPr>
            <a:fld id="{2DD88709-7B5C-43AB-B51B-E55FFDD4B5D1}" type="datetimeFigureOut">
              <a:rPr lang="zh-CN" altLang="en-US" smtClean="0">
                <a:solidFill>
                  <a:prstClr val="black">
                    <a:tint val="75000"/>
                  </a:prstClr>
                </a:solidFill>
                <a:latin typeface="Calibri" panose="020F0502020204030204"/>
              </a:rPr>
              <a:pPr defTabSz="964372" fontAlgn="auto">
                <a:spcBef>
                  <a:spcPts val="0"/>
                </a:spcBef>
                <a:spcAft>
                  <a:spcPts val="0"/>
                </a:spcAft>
              </a:pPr>
              <a:t>2025/8/24</a:t>
            </a:fld>
            <a:endParaRPr lang="zh-CN" altLang="en-US">
              <a:solidFill>
                <a:prstClr val="black">
                  <a:tint val="75000"/>
                </a:prstClr>
              </a:solidFill>
              <a:latin typeface="Calibri" panose="020F0502020204030204"/>
            </a:endParaRPr>
          </a:p>
        </p:txBody>
      </p:sp>
      <p:sp>
        <p:nvSpPr>
          <p:cNvPr id="5" name="Footer Placeholder 4"/>
          <p:cNvSpPr>
            <a:spLocks noGrp="1"/>
          </p:cNvSpPr>
          <p:nvPr>
            <p:ph type="ftr" sz="quarter" idx="3"/>
          </p:nvPr>
        </p:nvSpPr>
        <p:spPr>
          <a:xfrm>
            <a:off x="4259461" y="6703596"/>
            <a:ext cx="4339828" cy="385072"/>
          </a:xfrm>
          <a:prstGeom prst="rect">
            <a:avLst/>
          </a:prstGeom>
        </p:spPr>
        <p:txBody>
          <a:bodyPr vert="horz" lIns="91440" tIns="45720" rIns="91440" bIns="45720" rtlCol="0" anchor="ctr"/>
          <a:lstStyle>
            <a:lvl1pPr algn="ctr">
              <a:defRPr sz="1266">
                <a:solidFill>
                  <a:schemeClr val="tx1">
                    <a:tint val="75000"/>
                  </a:schemeClr>
                </a:solidFill>
              </a:defRPr>
            </a:lvl1pPr>
          </a:lstStyle>
          <a:p>
            <a:pPr defTabSz="964372" fontAlgn="auto">
              <a:spcBef>
                <a:spcPts val="0"/>
              </a:spcBef>
              <a:spcAft>
                <a:spcPts val="0"/>
              </a:spcAft>
            </a:pPr>
            <a:endParaRPr lang="zh-CN" altLang="en-US">
              <a:solidFill>
                <a:prstClr val="black">
                  <a:tint val="75000"/>
                </a:prstClr>
              </a:solidFill>
              <a:latin typeface="Calibri" panose="020F0502020204030204"/>
            </a:endParaRPr>
          </a:p>
        </p:txBody>
      </p:sp>
      <p:sp>
        <p:nvSpPr>
          <p:cNvPr id="6" name="Slide Number Placeholder 5"/>
          <p:cNvSpPr>
            <a:spLocks noGrp="1"/>
          </p:cNvSpPr>
          <p:nvPr>
            <p:ph type="sldNum" sz="quarter" idx="4"/>
          </p:nvPr>
        </p:nvSpPr>
        <p:spPr>
          <a:xfrm>
            <a:off x="9081492" y="6703596"/>
            <a:ext cx="2893219" cy="385072"/>
          </a:xfrm>
          <a:prstGeom prst="rect">
            <a:avLst/>
          </a:prstGeom>
        </p:spPr>
        <p:txBody>
          <a:bodyPr vert="horz" lIns="91440" tIns="45720" rIns="91440" bIns="45720" rtlCol="0" anchor="ctr"/>
          <a:lstStyle>
            <a:lvl1pPr algn="r">
              <a:defRPr sz="1266">
                <a:solidFill>
                  <a:schemeClr val="tx1">
                    <a:tint val="75000"/>
                  </a:schemeClr>
                </a:solidFill>
              </a:defRPr>
            </a:lvl1pPr>
          </a:lstStyle>
          <a:p>
            <a:pPr defTabSz="964372" fontAlgn="auto">
              <a:spcBef>
                <a:spcPts val="0"/>
              </a:spcBef>
              <a:spcAft>
                <a:spcPts val="0"/>
              </a:spcAft>
            </a:pPr>
            <a:fld id="{CC24470D-BA48-4879-BF2A-5A6E17E73450}" type="slidenum">
              <a:rPr lang="zh-CN" altLang="en-US" smtClean="0">
                <a:solidFill>
                  <a:prstClr val="black">
                    <a:tint val="75000"/>
                  </a:prstClr>
                </a:solidFill>
                <a:latin typeface="Calibri" panose="020F0502020204030204"/>
              </a:rPr>
              <a:pPr defTabSz="964372" fontAlgn="auto">
                <a:spcBef>
                  <a:spcPts val="0"/>
                </a:spcBef>
                <a:spcAft>
                  <a:spcPts val="0"/>
                </a:spcAft>
              </a:pPr>
              <a:t>‹#›</a:t>
            </a:fld>
            <a:endParaRPr lang="zh-CN" altLang="en-US">
              <a:solidFill>
                <a:prstClr val="black">
                  <a:tint val="75000"/>
                </a:prstClr>
              </a:solidFill>
              <a:latin typeface="Calibri" panose="020F0502020204030204"/>
            </a:endParaRPr>
          </a:p>
        </p:txBody>
      </p:sp>
    </p:spTree>
    <p:extLst>
      <p:ext uri="{BB962C8B-B14F-4D97-AF65-F5344CB8AC3E}">
        <p14:creationId xmlns:p14="http://schemas.microsoft.com/office/powerpoint/2010/main" val="1940082609"/>
      </p:ext>
    </p:extLst>
  </p:cSld>
  <p:clrMap bg1="lt1" tx1="dk1" bg2="lt2" tx2="dk2" accent1="accent1" accent2="accent2" accent3="accent3" accent4="accent4" accent5="accent5" accent6="accent6" hlink="hlink" folHlink="folHlink"/>
  <p:sldLayoutIdLst>
    <p:sldLayoutId id="2147483725" r:id="rId1"/>
    <p:sldLayoutId id="2147483726" r:id="rId2"/>
    <p:sldLayoutId id="2147483727" r:id="rId3"/>
    <p:sldLayoutId id="2147483728" r:id="rId4"/>
    <p:sldLayoutId id="2147483729" r:id="rId5"/>
    <p:sldLayoutId id="2147483730" r:id="rId6"/>
    <p:sldLayoutId id="2147483731" r:id="rId7"/>
    <p:sldLayoutId id="2147483732" r:id="rId8"/>
    <p:sldLayoutId id="2147483733" r:id="rId9"/>
    <p:sldLayoutId id="2147483734" r:id="rId10"/>
    <p:sldLayoutId id="2147483735" r:id="rId11"/>
    <p:sldLayoutId id="2147483736" r:id="rId12"/>
  </p:sldLayoutIdLst>
  <p:txStyles>
    <p:titleStyle>
      <a:lvl1pPr algn="l" defTabSz="964372" rtl="0" eaLnBrk="1" latinLnBrk="0" hangingPunct="1">
        <a:lnSpc>
          <a:spcPct val="90000"/>
        </a:lnSpc>
        <a:spcBef>
          <a:spcPct val="0"/>
        </a:spcBef>
        <a:buNone/>
        <a:defRPr sz="4640" kern="1200">
          <a:solidFill>
            <a:schemeClr val="tx1"/>
          </a:solidFill>
          <a:latin typeface="+mj-lt"/>
          <a:ea typeface="+mj-ea"/>
          <a:cs typeface="+mj-cs"/>
        </a:defRPr>
      </a:lvl1pPr>
    </p:titleStyle>
    <p:bodyStyle>
      <a:lvl1pPr marL="241093" indent="-241093" algn="l" defTabSz="964372" rtl="0" eaLnBrk="1" latinLnBrk="0" hangingPunct="1">
        <a:lnSpc>
          <a:spcPct val="90000"/>
        </a:lnSpc>
        <a:spcBef>
          <a:spcPts val="1055"/>
        </a:spcBef>
        <a:buFont typeface="Arial" panose="020B0604020202020204" pitchFamily="34" charset="0"/>
        <a:buChar char="•"/>
        <a:defRPr sz="2953" kern="1200">
          <a:solidFill>
            <a:schemeClr val="tx1"/>
          </a:solidFill>
          <a:latin typeface="+mn-lt"/>
          <a:ea typeface="+mn-ea"/>
          <a:cs typeface="+mn-cs"/>
        </a:defRPr>
      </a:lvl1pPr>
      <a:lvl2pPr marL="723279" indent="-241093" algn="l" defTabSz="964372" rtl="0" eaLnBrk="1" latinLnBrk="0" hangingPunct="1">
        <a:lnSpc>
          <a:spcPct val="90000"/>
        </a:lnSpc>
        <a:spcBef>
          <a:spcPts val="527"/>
        </a:spcBef>
        <a:buFont typeface="Arial" panose="020B0604020202020204" pitchFamily="34" charset="0"/>
        <a:buChar char="•"/>
        <a:defRPr sz="2531" kern="1200">
          <a:solidFill>
            <a:schemeClr val="tx1"/>
          </a:solidFill>
          <a:latin typeface="+mn-lt"/>
          <a:ea typeface="+mn-ea"/>
          <a:cs typeface="+mn-cs"/>
        </a:defRPr>
      </a:lvl2pPr>
      <a:lvl3pPr marL="1205465" indent="-241093" algn="l" defTabSz="964372" rtl="0" eaLnBrk="1" latinLnBrk="0" hangingPunct="1">
        <a:lnSpc>
          <a:spcPct val="90000"/>
        </a:lnSpc>
        <a:spcBef>
          <a:spcPts val="527"/>
        </a:spcBef>
        <a:buFont typeface="Arial" panose="020B0604020202020204" pitchFamily="34" charset="0"/>
        <a:buChar char="•"/>
        <a:defRPr sz="2109" kern="1200">
          <a:solidFill>
            <a:schemeClr val="tx1"/>
          </a:solidFill>
          <a:latin typeface="+mn-lt"/>
          <a:ea typeface="+mn-ea"/>
          <a:cs typeface="+mn-cs"/>
        </a:defRPr>
      </a:lvl3pPr>
      <a:lvl4pPr marL="1687651"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4pPr>
      <a:lvl5pPr marL="2169837"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5pPr>
      <a:lvl6pPr marL="2652023"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6pPr>
      <a:lvl7pPr marL="3134209"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7pPr>
      <a:lvl8pPr marL="3616395"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8pPr>
      <a:lvl9pPr marL="4098581" indent="-241093" algn="l" defTabSz="964372" rtl="0" eaLnBrk="1" latinLnBrk="0" hangingPunct="1">
        <a:lnSpc>
          <a:spcPct val="90000"/>
        </a:lnSpc>
        <a:spcBef>
          <a:spcPts val="527"/>
        </a:spcBef>
        <a:buFont typeface="Arial" panose="020B0604020202020204" pitchFamily="34" charset="0"/>
        <a:buChar char="•"/>
        <a:defRPr sz="1898" kern="1200">
          <a:solidFill>
            <a:schemeClr val="tx1"/>
          </a:solidFill>
          <a:latin typeface="+mn-lt"/>
          <a:ea typeface="+mn-ea"/>
          <a:cs typeface="+mn-cs"/>
        </a:defRPr>
      </a:lvl9pPr>
    </p:bodyStyle>
    <p:otherStyle>
      <a:defPPr>
        <a:defRPr lang="en-US"/>
      </a:defPPr>
      <a:lvl1pPr marL="0" algn="l" defTabSz="964372" rtl="0" eaLnBrk="1" latinLnBrk="0" hangingPunct="1">
        <a:defRPr sz="1898" kern="1200">
          <a:solidFill>
            <a:schemeClr val="tx1"/>
          </a:solidFill>
          <a:latin typeface="+mn-lt"/>
          <a:ea typeface="+mn-ea"/>
          <a:cs typeface="+mn-cs"/>
        </a:defRPr>
      </a:lvl1pPr>
      <a:lvl2pPr marL="482186" algn="l" defTabSz="964372" rtl="0" eaLnBrk="1" latinLnBrk="0" hangingPunct="1">
        <a:defRPr sz="1898" kern="1200">
          <a:solidFill>
            <a:schemeClr val="tx1"/>
          </a:solidFill>
          <a:latin typeface="+mn-lt"/>
          <a:ea typeface="+mn-ea"/>
          <a:cs typeface="+mn-cs"/>
        </a:defRPr>
      </a:lvl2pPr>
      <a:lvl3pPr marL="964372" algn="l" defTabSz="964372" rtl="0" eaLnBrk="1" latinLnBrk="0" hangingPunct="1">
        <a:defRPr sz="1898" kern="1200">
          <a:solidFill>
            <a:schemeClr val="tx1"/>
          </a:solidFill>
          <a:latin typeface="+mn-lt"/>
          <a:ea typeface="+mn-ea"/>
          <a:cs typeface="+mn-cs"/>
        </a:defRPr>
      </a:lvl3pPr>
      <a:lvl4pPr marL="1446558" algn="l" defTabSz="964372" rtl="0" eaLnBrk="1" latinLnBrk="0" hangingPunct="1">
        <a:defRPr sz="1898" kern="1200">
          <a:solidFill>
            <a:schemeClr val="tx1"/>
          </a:solidFill>
          <a:latin typeface="+mn-lt"/>
          <a:ea typeface="+mn-ea"/>
          <a:cs typeface="+mn-cs"/>
        </a:defRPr>
      </a:lvl4pPr>
      <a:lvl5pPr marL="1928744" algn="l" defTabSz="964372" rtl="0" eaLnBrk="1" latinLnBrk="0" hangingPunct="1">
        <a:defRPr sz="1898" kern="1200">
          <a:solidFill>
            <a:schemeClr val="tx1"/>
          </a:solidFill>
          <a:latin typeface="+mn-lt"/>
          <a:ea typeface="+mn-ea"/>
          <a:cs typeface="+mn-cs"/>
        </a:defRPr>
      </a:lvl5pPr>
      <a:lvl6pPr marL="2410930" algn="l" defTabSz="964372" rtl="0" eaLnBrk="1" latinLnBrk="0" hangingPunct="1">
        <a:defRPr sz="1898" kern="1200">
          <a:solidFill>
            <a:schemeClr val="tx1"/>
          </a:solidFill>
          <a:latin typeface="+mn-lt"/>
          <a:ea typeface="+mn-ea"/>
          <a:cs typeface="+mn-cs"/>
        </a:defRPr>
      </a:lvl6pPr>
      <a:lvl7pPr marL="2893116" algn="l" defTabSz="964372" rtl="0" eaLnBrk="1" latinLnBrk="0" hangingPunct="1">
        <a:defRPr sz="1898" kern="1200">
          <a:solidFill>
            <a:schemeClr val="tx1"/>
          </a:solidFill>
          <a:latin typeface="+mn-lt"/>
          <a:ea typeface="+mn-ea"/>
          <a:cs typeface="+mn-cs"/>
        </a:defRPr>
      </a:lvl7pPr>
      <a:lvl8pPr marL="3375302" algn="l" defTabSz="964372" rtl="0" eaLnBrk="1" latinLnBrk="0" hangingPunct="1">
        <a:defRPr sz="1898" kern="1200">
          <a:solidFill>
            <a:schemeClr val="tx1"/>
          </a:solidFill>
          <a:latin typeface="+mn-lt"/>
          <a:ea typeface="+mn-ea"/>
          <a:cs typeface="+mn-cs"/>
        </a:defRPr>
      </a:lvl8pPr>
      <a:lvl9pPr marL="3857488" algn="l" defTabSz="964372" rtl="0" eaLnBrk="1" latinLnBrk="0" hangingPunct="1">
        <a:defRPr sz="1898"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84238" y="385763"/>
            <a:ext cx="11090275" cy="1397000"/>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84238" y="1925638"/>
            <a:ext cx="11090275" cy="4589462"/>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84238" y="6704013"/>
            <a:ext cx="2892425" cy="384175"/>
          </a:xfrm>
          <a:prstGeom prst="rect">
            <a:avLst/>
          </a:prstGeom>
        </p:spPr>
        <p:txBody>
          <a:bodyPr vert="horz" lIns="91440" tIns="45720" rIns="91440" bIns="45720" rtlCol="0" anchor="ctr"/>
          <a:lstStyle>
            <a:lvl1pPr algn="l">
              <a:defRPr sz="1200">
                <a:solidFill>
                  <a:schemeClr val="tx1">
                    <a:tint val="75000"/>
                  </a:schemeClr>
                </a:solidFill>
              </a:defRPr>
            </a:lvl1pPr>
          </a:lstStyle>
          <a:p>
            <a:fld id="{43A93E93-166D-47F5-9EF1-ACEABE24AEEA}" type="datetimeFigureOut">
              <a:rPr lang="zh-CN" altLang="en-US" smtClean="0">
                <a:solidFill>
                  <a:prstClr val="black">
                    <a:tint val="75000"/>
                  </a:prstClr>
                </a:solidFill>
              </a:rPr>
              <a:pPr/>
              <a:t>2025/8/24</a:t>
            </a:fld>
            <a:endParaRPr lang="zh-CN" altLang="en-US">
              <a:solidFill>
                <a:prstClr val="black">
                  <a:tint val="75000"/>
                </a:prstClr>
              </a:solidFill>
            </a:endParaRPr>
          </a:p>
        </p:txBody>
      </p:sp>
      <p:sp>
        <p:nvSpPr>
          <p:cNvPr id="5" name="页脚占位符 4"/>
          <p:cNvSpPr>
            <a:spLocks noGrp="1"/>
          </p:cNvSpPr>
          <p:nvPr>
            <p:ph type="ftr" sz="quarter" idx="3"/>
          </p:nvPr>
        </p:nvSpPr>
        <p:spPr>
          <a:xfrm>
            <a:off x="4259263" y="6704013"/>
            <a:ext cx="4340225" cy="3841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9082088" y="6704013"/>
            <a:ext cx="2892425" cy="384175"/>
          </a:xfrm>
          <a:prstGeom prst="rect">
            <a:avLst/>
          </a:prstGeom>
        </p:spPr>
        <p:txBody>
          <a:bodyPr vert="horz" lIns="91440" tIns="45720" rIns="91440" bIns="45720" rtlCol="0" anchor="ctr"/>
          <a:lstStyle>
            <a:lvl1pPr algn="r">
              <a:defRPr sz="1200">
                <a:solidFill>
                  <a:schemeClr val="tx1">
                    <a:tint val="75000"/>
                  </a:schemeClr>
                </a:solidFill>
              </a:defRPr>
            </a:lvl1pPr>
          </a:lstStyle>
          <a:p>
            <a:fld id="{118D5ACA-62CA-46DB-AD6B-12EDD6D51A23}"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671121213"/>
      </p:ext>
    </p:extLst>
  </p:cSld>
  <p:clrMap bg1="lt1" tx1="dk1" bg2="lt2" tx2="dk2" accent1="accent1" accent2="accent2" accent3="accent3" accent4="accent4" accent5="accent5" accent6="accent6" hlink="hlink" folHlink="folHlink"/>
  <p:sldLayoutIdLst>
    <p:sldLayoutId id="2147483738" r:id="rId1"/>
    <p:sldLayoutId id="2147483739" r:id="rId2"/>
    <p:sldLayoutId id="2147483740"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 name="矩形 10"/>
          <p:cNvSpPr/>
          <p:nvPr userDrawn="1"/>
        </p:nvSpPr>
        <p:spPr>
          <a:xfrm>
            <a:off x="10277303" y="6451485"/>
            <a:ext cx="1090035" cy="309059"/>
          </a:xfrm>
          <a:prstGeom prst="rect">
            <a:avLst/>
          </a:prstGeom>
        </p:spPr>
        <p:txBody>
          <a:bodyPr wrap="square">
            <a:spAutoFit/>
          </a:bodyPr>
          <a:lstStyle/>
          <a:p>
            <a:pPr fontAlgn="auto">
              <a:spcBef>
                <a:spcPts val="0"/>
              </a:spcBef>
              <a:spcAft>
                <a:spcPts val="0"/>
              </a:spcAft>
              <a:defRPr/>
            </a:pPr>
            <a:r>
              <a:rPr lang="en-US" altLang="zh-CN" sz="141" kern="0" dirty="0">
                <a:solidFill>
                  <a:prstClr val="white"/>
                </a:solidFill>
                <a:latin typeface="Calibri"/>
              </a:rPr>
              <a:t>PPT</a:t>
            </a:r>
            <a:r>
              <a:rPr lang="zh-CN" altLang="en-US" sz="141" kern="0" dirty="0">
                <a:solidFill>
                  <a:prstClr val="white"/>
                </a:solidFill>
                <a:latin typeface="Calibri"/>
              </a:rPr>
              <a:t>模板下载：</a:t>
            </a:r>
            <a:r>
              <a:rPr lang="en-US" altLang="zh-CN" sz="141" kern="0" dirty="0">
                <a:solidFill>
                  <a:prstClr val="white"/>
                </a:solidFill>
                <a:latin typeface="Calibri"/>
              </a:rPr>
              <a:t>www.1ppt.com/moban/     </a:t>
            </a:r>
            <a:r>
              <a:rPr lang="zh-CN" altLang="en-US" sz="141" kern="0" dirty="0">
                <a:solidFill>
                  <a:prstClr val="white"/>
                </a:solidFill>
                <a:latin typeface="Calibri"/>
              </a:rPr>
              <a:t>行业</a:t>
            </a:r>
            <a:r>
              <a:rPr lang="en-US" altLang="zh-CN" sz="141" kern="0" dirty="0">
                <a:solidFill>
                  <a:prstClr val="white"/>
                </a:solidFill>
                <a:latin typeface="Calibri"/>
              </a:rPr>
              <a:t>PPT</a:t>
            </a:r>
            <a:r>
              <a:rPr lang="zh-CN" altLang="en-US" sz="141" kern="0" dirty="0">
                <a:solidFill>
                  <a:prstClr val="white"/>
                </a:solidFill>
                <a:latin typeface="Calibri"/>
              </a:rPr>
              <a:t>模板：</a:t>
            </a:r>
            <a:r>
              <a:rPr lang="en-US" altLang="zh-CN" sz="141" kern="0" dirty="0">
                <a:solidFill>
                  <a:prstClr val="white"/>
                </a:solidFill>
                <a:latin typeface="Calibri"/>
              </a:rPr>
              <a:t>www.1ppt.com/hangye/ </a:t>
            </a:r>
          </a:p>
          <a:p>
            <a:pPr fontAlgn="auto">
              <a:spcBef>
                <a:spcPts val="0"/>
              </a:spcBef>
              <a:spcAft>
                <a:spcPts val="0"/>
              </a:spcAft>
              <a:defRPr/>
            </a:pPr>
            <a:r>
              <a:rPr lang="zh-CN" altLang="en-US" sz="141" kern="0" dirty="0">
                <a:solidFill>
                  <a:prstClr val="white"/>
                </a:solidFill>
                <a:latin typeface="Calibri"/>
              </a:rPr>
              <a:t>节日</a:t>
            </a:r>
            <a:r>
              <a:rPr lang="en-US" altLang="zh-CN" sz="141" kern="0" dirty="0">
                <a:solidFill>
                  <a:prstClr val="white"/>
                </a:solidFill>
                <a:latin typeface="Calibri"/>
              </a:rPr>
              <a:t>PPT</a:t>
            </a:r>
            <a:r>
              <a:rPr lang="zh-CN" altLang="en-US" sz="141" kern="0" dirty="0">
                <a:solidFill>
                  <a:prstClr val="white"/>
                </a:solidFill>
                <a:latin typeface="Calibri"/>
              </a:rPr>
              <a:t>模板：</a:t>
            </a:r>
            <a:r>
              <a:rPr lang="en-US" altLang="zh-CN" sz="141" kern="0" dirty="0">
                <a:solidFill>
                  <a:prstClr val="white"/>
                </a:solidFill>
                <a:latin typeface="Calibri"/>
              </a:rPr>
              <a:t>www.1ppt.com/jieri/           PPT</a:t>
            </a:r>
            <a:r>
              <a:rPr lang="zh-CN" altLang="en-US" sz="141" kern="0" dirty="0">
                <a:solidFill>
                  <a:prstClr val="white"/>
                </a:solidFill>
                <a:latin typeface="Calibri"/>
              </a:rPr>
              <a:t>素材下载：</a:t>
            </a:r>
            <a:r>
              <a:rPr lang="en-US" altLang="zh-CN" sz="141" kern="0" dirty="0">
                <a:solidFill>
                  <a:prstClr val="white"/>
                </a:solidFill>
                <a:latin typeface="Calibri"/>
              </a:rPr>
              <a:t>www.1ppt.com/sucai/</a:t>
            </a:r>
          </a:p>
          <a:p>
            <a:pPr fontAlgn="auto">
              <a:spcBef>
                <a:spcPts val="0"/>
              </a:spcBef>
              <a:spcAft>
                <a:spcPts val="0"/>
              </a:spcAft>
              <a:defRPr/>
            </a:pPr>
            <a:r>
              <a:rPr lang="en-US" altLang="zh-CN" sz="141" kern="0" dirty="0">
                <a:solidFill>
                  <a:prstClr val="white"/>
                </a:solidFill>
                <a:latin typeface="Calibri"/>
              </a:rPr>
              <a:t>PPT</a:t>
            </a:r>
            <a:r>
              <a:rPr lang="zh-CN" altLang="en-US" sz="141" kern="0" dirty="0">
                <a:solidFill>
                  <a:prstClr val="white"/>
                </a:solidFill>
                <a:latin typeface="Calibri"/>
              </a:rPr>
              <a:t>背景图片：</a:t>
            </a:r>
            <a:r>
              <a:rPr lang="en-US" altLang="zh-CN" sz="141" kern="0" dirty="0">
                <a:solidFill>
                  <a:prstClr val="white"/>
                </a:solidFill>
                <a:latin typeface="Calibri"/>
              </a:rPr>
              <a:t>www.1ppt.com/beijing/      PPT</a:t>
            </a:r>
            <a:r>
              <a:rPr lang="zh-CN" altLang="en-US" sz="141" kern="0" dirty="0">
                <a:solidFill>
                  <a:prstClr val="white"/>
                </a:solidFill>
                <a:latin typeface="Calibri"/>
              </a:rPr>
              <a:t>图表下载：</a:t>
            </a:r>
            <a:r>
              <a:rPr lang="en-US" altLang="zh-CN" sz="141" kern="0" dirty="0">
                <a:solidFill>
                  <a:prstClr val="white"/>
                </a:solidFill>
                <a:latin typeface="Calibri"/>
              </a:rPr>
              <a:t>www.1ppt.com/tubiao/      </a:t>
            </a:r>
          </a:p>
          <a:p>
            <a:pPr fontAlgn="auto">
              <a:spcBef>
                <a:spcPts val="0"/>
              </a:spcBef>
              <a:spcAft>
                <a:spcPts val="0"/>
              </a:spcAft>
              <a:defRPr/>
            </a:pPr>
            <a:r>
              <a:rPr lang="zh-CN" altLang="en-US" sz="141" kern="0" dirty="0">
                <a:solidFill>
                  <a:prstClr val="white"/>
                </a:solidFill>
                <a:latin typeface="Calibri"/>
              </a:rPr>
              <a:t>优秀</a:t>
            </a:r>
            <a:r>
              <a:rPr lang="en-US" altLang="zh-CN" sz="141" kern="0" dirty="0">
                <a:solidFill>
                  <a:prstClr val="white"/>
                </a:solidFill>
                <a:latin typeface="Calibri"/>
              </a:rPr>
              <a:t>PPT</a:t>
            </a:r>
            <a:r>
              <a:rPr lang="zh-CN" altLang="en-US" sz="141" kern="0" dirty="0">
                <a:solidFill>
                  <a:prstClr val="white"/>
                </a:solidFill>
                <a:latin typeface="Calibri"/>
              </a:rPr>
              <a:t>下载：</a:t>
            </a:r>
            <a:r>
              <a:rPr lang="en-US" altLang="zh-CN" sz="141" kern="0" dirty="0">
                <a:solidFill>
                  <a:prstClr val="white"/>
                </a:solidFill>
                <a:latin typeface="Calibri"/>
              </a:rPr>
              <a:t>www.1ppt.com/xiazai/        PPT</a:t>
            </a:r>
            <a:r>
              <a:rPr lang="zh-CN" altLang="en-US" sz="141" kern="0" dirty="0">
                <a:solidFill>
                  <a:prstClr val="white"/>
                </a:solidFill>
                <a:latin typeface="Calibri"/>
              </a:rPr>
              <a:t>教程： </a:t>
            </a:r>
            <a:r>
              <a:rPr lang="en-US" altLang="zh-CN" sz="141" kern="0" dirty="0">
                <a:solidFill>
                  <a:prstClr val="white"/>
                </a:solidFill>
                <a:latin typeface="Calibri"/>
              </a:rPr>
              <a:t>www.1ppt.com/powerpoint/      </a:t>
            </a:r>
          </a:p>
          <a:p>
            <a:pPr fontAlgn="auto">
              <a:spcBef>
                <a:spcPts val="0"/>
              </a:spcBef>
              <a:spcAft>
                <a:spcPts val="0"/>
              </a:spcAft>
              <a:defRPr/>
            </a:pPr>
            <a:r>
              <a:rPr lang="en-US" altLang="zh-CN" sz="141" kern="0" dirty="0">
                <a:solidFill>
                  <a:prstClr val="white"/>
                </a:solidFill>
                <a:latin typeface="Calibri"/>
              </a:rPr>
              <a:t>Word</a:t>
            </a:r>
            <a:r>
              <a:rPr lang="zh-CN" altLang="en-US" sz="141" kern="0" dirty="0">
                <a:solidFill>
                  <a:prstClr val="white"/>
                </a:solidFill>
                <a:latin typeface="Calibri"/>
              </a:rPr>
              <a:t>教程： </a:t>
            </a:r>
            <a:r>
              <a:rPr lang="en-US" altLang="zh-CN" sz="141" kern="0" dirty="0">
                <a:solidFill>
                  <a:prstClr val="white"/>
                </a:solidFill>
                <a:latin typeface="Calibri"/>
              </a:rPr>
              <a:t>www.1ppt.com/word/              Excel</a:t>
            </a:r>
            <a:r>
              <a:rPr lang="zh-CN" altLang="en-US" sz="141" kern="0" dirty="0">
                <a:solidFill>
                  <a:prstClr val="white"/>
                </a:solidFill>
                <a:latin typeface="Calibri"/>
              </a:rPr>
              <a:t>教程：</a:t>
            </a:r>
            <a:r>
              <a:rPr lang="en-US" altLang="zh-CN" sz="141" kern="0" dirty="0">
                <a:solidFill>
                  <a:prstClr val="white"/>
                </a:solidFill>
                <a:latin typeface="Calibri"/>
              </a:rPr>
              <a:t>www.1ppt.com/excel/  </a:t>
            </a:r>
          </a:p>
          <a:p>
            <a:pPr fontAlgn="auto">
              <a:spcBef>
                <a:spcPts val="0"/>
              </a:spcBef>
              <a:spcAft>
                <a:spcPts val="0"/>
              </a:spcAft>
              <a:defRPr/>
            </a:pPr>
            <a:r>
              <a:rPr lang="zh-CN" altLang="en-US" sz="141" kern="0" dirty="0">
                <a:solidFill>
                  <a:prstClr val="white"/>
                </a:solidFill>
                <a:latin typeface="Calibri"/>
              </a:rPr>
              <a:t>资料下载：</a:t>
            </a:r>
            <a:r>
              <a:rPr lang="en-US" altLang="zh-CN" sz="141" kern="0" dirty="0">
                <a:solidFill>
                  <a:prstClr val="white"/>
                </a:solidFill>
                <a:latin typeface="Calibri"/>
              </a:rPr>
              <a:t>www.1ppt.com/ziliao/                PPT</a:t>
            </a:r>
            <a:r>
              <a:rPr lang="zh-CN" altLang="en-US" sz="141" kern="0" dirty="0">
                <a:solidFill>
                  <a:prstClr val="white"/>
                </a:solidFill>
                <a:latin typeface="Calibri"/>
              </a:rPr>
              <a:t>课件下载：</a:t>
            </a:r>
            <a:r>
              <a:rPr lang="en-US" altLang="zh-CN" sz="141" kern="0" dirty="0">
                <a:solidFill>
                  <a:prstClr val="white"/>
                </a:solidFill>
                <a:latin typeface="Calibri"/>
              </a:rPr>
              <a:t>www.1ppt.com/kejian/ </a:t>
            </a:r>
          </a:p>
          <a:p>
            <a:pPr fontAlgn="auto">
              <a:spcBef>
                <a:spcPts val="0"/>
              </a:spcBef>
              <a:spcAft>
                <a:spcPts val="0"/>
              </a:spcAft>
              <a:defRPr/>
            </a:pPr>
            <a:r>
              <a:rPr lang="zh-CN" altLang="en-US" sz="141" kern="0" dirty="0">
                <a:solidFill>
                  <a:prstClr val="white"/>
                </a:solidFill>
                <a:latin typeface="Calibri"/>
              </a:rPr>
              <a:t>范文下载：</a:t>
            </a:r>
            <a:r>
              <a:rPr lang="en-US" altLang="zh-CN" sz="141" kern="0" dirty="0">
                <a:solidFill>
                  <a:prstClr val="white"/>
                </a:solidFill>
                <a:latin typeface="Calibri"/>
              </a:rPr>
              <a:t>www.1ppt.com/fanwen/             </a:t>
            </a:r>
            <a:r>
              <a:rPr lang="zh-CN" altLang="en-US" sz="141" kern="0" dirty="0">
                <a:solidFill>
                  <a:prstClr val="white"/>
                </a:solidFill>
                <a:latin typeface="Calibri"/>
              </a:rPr>
              <a:t>试卷下载：</a:t>
            </a:r>
            <a:r>
              <a:rPr lang="en-US" altLang="zh-CN" sz="141" kern="0" dirty="0">
                <a:solidFill>
                  <a:prstClr val="white"/>
                </a:solidFill>
                <a:latin typeface="Calibri"/>
              </a:rPr>
              <a:t>www.1ppt.com/shiti/  </a:t>
            </a:r>
          </a:p>
          <a:p>
            <a:pPr fontAlgn="auto">
              <a:spcBef>
                <a:spcPts val="0"/>
              </a:spcBef>
              <a:spcAft>
                <a:spcPts val="0"/>
              </a:spcAft>
              <a:defRPr/>
            </a:pPr>
            <a:r>
              <a:rPr lang="zh-CN" altLang="en-US" sz="141" kern="0" dirty="0">
                <a:solidFill>
                  <a:prstClr val="white"/>
                </a:solidFill>
                <a:latin typeface="Calibri"/>
              </a:rPr>
              <a:t>教案下载：</a:t>
            </a:r>
            <a:r>
              <a:rPr lang="en-US" altLang="zh-CN" sz="141" kern="0" dirty="0">
                <a:solidFill>
                  <a:prstClr val="white"/>
                </a:solidFill>
                <a:latin typeface="Calibri"/>
              </a:rPr>
              <a:t>www.1ppt.com/jiaoan/        </a:t>
            </a:r>
          </a:p>
          <a:p>
            <a:pPr fontAlgn="auto">
              <a:spcBef>
                <a:spcPts val="0"/>
              </a:spcBef>
              <a:spcAft>
                <a:spcPts val="0"/>
              </a:spcAft>
              <a:defRPr/>
            </a:pPr>
            <a:r>
              <a:rPr lang="zh-CN" altLang="en-US" sz="141" kern="0" dirty="0">
                <a:solidFill>
                  <a:prstClr val="white"/>
                </a:solidFill>
                <a:latin typeface="Calibri"/>
              </a:rPr>
              <a:t>字体下载：</a:t>
            </a:r>
            <a:r>
              <a:rPr lang="en-US" altLang="zh-CN" sz="141" kern="0" dirty="0">
                <a:solidFill>
                  <a:prstClr val="white"/>
                </a:solidFill>
                <a:latin typeface="Calibri"/>
              </a:rPr>
              <a:t>www.1ppt.com/ziti/</a:t>
            </a:r>
          </a:p>
          <a:p>
            <a:pPr fontAlgn="auto">
              <a:spcBef>
                <a:spcPts val="0"/>
              </a:spcBef>
              <a:spcAft>
                <a:spcPts val="0"/>
              </a:spcAft>
              <a:defRPr/>
            </a:pPr>
            <a:r>
              <a:rPr lang="en-US" altLang="zh-CN" sz="141" kern="0" dirty="0">
                <a:solidFill>
                  <a:prstClr val="white"/>
                </a:solidFill>
                <a:latin typeface="Calibri"/>
              </a:rPr>
              <a:t> </a:t>
            </a:r>
            <a:endParaRPr lang="zh-CN" altLang="en-US" sz="141" kern="0" dirty="0">
              <a:solidFill>
                <a:prstClr val="white"/>
              </a:solidFill>
              <a:latin typeface="Calibri"/>
            </a:endParaRPr>
          </a:p>
        </p:txBody>
      </p:sp>
      <p:sp>
        <p:nvSpPr>
          <p:cNvPr id="2" name="标题占位符 1"/>
          <p:cNvSpPr>
            <a:spLocks noGrp="1"/>
          </p:cNvSpPr>
          <p:nvPr>
            <p:ph type="title"/>
          </p:nvPr>
        </p:nvSpPr>
        <p:spPr>
          <a:xfrm>
            <a:off x="642938" y="289642"/>
            <a:ext cx="11572875" cy="1205442"/>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642938" y="1687620"/>
            <a:ext cx="11572875" cy="4773214"/>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642938" y="6703596"/>
            <a:ext cx="3000375" cy="385072"/>
          </a:xfrm>
          <a:prstGeom prst="rect">
            <a:avLst/>
          </a:prstGeom>
        </p:spPr>
        <p:txBody>
          <a:bodyPr vert="horz" lIns="91440" tIns="45720" rIns="91440" bIns="45720" rtlCol="0" anchor="ctr"/>
          <a:lstStyle>
            <a:lvl1pPr algn="l">
              <a:defRPr sz="1687">
                <a:solidFill>
                  <a:schemeClr val="tx1">
                    <a:tint val="75000"/>
                  </a:schemeClr>
                </a:solidFill>
              </a:defRPr>
            </a:lvl1pPr>
          </a:lstStyle>
          <a:p>
            <a:pPr fontAlgn="auto">
              <a:spcBef>
                <a:spcPts val="0"/>
              </a:spcBef>
              <a:spcAft>
                <a:spcPts val="0"/>
              </a:spcAft>
            </a:pPr>
            <a:fld id="{530820CF-B880-4189-942D-D702A7CBA730}" type="datetimeFigureOut">
              <a:rPr lang="zh-CN" altLang="en-US" smtClean="0">
                <a:solidFill>
                  <a:prstClr val="black">
                    <a:tint val="75000"/>
                  </a:prstClr>
                </a:solidFill>
                <a:latin typeface="Calibri"/>
              </a:rPr>
              <a:pPr fontAlgn="auto">
                <a:spcBef>
                  <a:spcPts val="0"/>
                </a:spcBef>
                <a:spcAft>
                  <a:spcPts val="0"/>
                </a:spcAft>
              </a:pPr>
              <a:t>2025/8/24</a:t>
            </a:fld>
            <a:endParaRPr lang="zh-CN" altLang="en-US">
              <a:solidFill>
                <a:prstClr val="black">
                  <a:tint val="75000"/>
                </a:prstClr>
              </a:solidFill>
              <a:latin typeface="Calibri"/>
            </a:endParaRPr>
          </a:p>
        </p:txBody>
      </p:sp>
      <p:sp>
        <p:nvSpPr>
          <p:cNvPr id="5" name="页脚占位符 4"/>
          <p:cNvSpPr>
            <a:spLocks noGrp="1"/>
          </p:cNvSpPr>
          <p:nvPr>
            <p:ph type="ftr" sz="quarter" idx="3"/>
          </p:nvPr>
        </p:nvSpPr>
        <p:spPr>
          <a:xfrm>
            <a:off x="4393406" y="6703596"/>
            <a:ext cx="4071938" cy="385072"/>
          </a:xfrm>
          <a:prstGeom prst="rect">
            <a:avLst/>
          </a:prstGeom>
        </p:spPr>
        <p:txBody>
          <a:bodyPr vert="horz" lIns="91440" tIns="45720" rIns="91440" bIns="45720" rtlCol="0" anchor="ctr"/>
          <a:lstStyle>
            <a:lvl1pPr algn="ctr">
              <a:defRPr sz="1687">
                <a:solidFill>
                  <a:schemeClr val="tx1">
                    <a:tint val="75000"/>
                  </a:schemeClr>
                </a:solidFill>
              </a:defRPr>
            </a:lvl1pPr>
          </a:lstStyle>
          <a:p>
            <a:pPr fontAlgn="auto">
              <a:spcBef>
                <a:spcPts val="0"/>
              </a:spcBef>
              <a:spcAft>
                <a:spcPts val="0"/>
              </a:spcAft>
            </a:pPr>
            <a:endParaRPr lang="zh-CN" altLang="en-US">
              <a:solidFill>
                <a:prstClr val="black">
                  <a:tint val="75000"/>
                </a:prstClr>
              </a:solidFill>
              <a:latin typeface="Calibri"/>
            </a:endParaRPr>
          </a:p>
        </p:txBody>
      </p:sp>
      <p:sp>
        <p:nvSpPr>
          <p:cNvPr id="6" name="灯片编号占位符 5"/>
          <p:cNvSpPr>
            <a:spLocks noGrp="1"/>
          </p:cNvSpPr>
          <p:nvPr>
            <p:ph type="sldNum" sz="quarter" idx="4"/>
          </p:nvPr>
        </p:nvSpPr>
        <p:spPr>
          <a:xfrm>
            <a:off x="9215438" y="6703596"/>
            <a:ext cx="3000375" cy="385072"/>
          </a:xfrm>
          <a:prstGeom prst="rect">
            <a:avLst/>
          </a:prstGeom>
        </p:spPr>
        <p:txBody>
          <a:bodyPr vert="horz" lIns="91440" tIns="45720" rIns="91440" bIns="45720" rtlCol="0" anchor="ctr"/>
          <a:lstStyle>
            <a:lvl1pPr algn="r">
              <a:defRPr sz="1687">
                <a:solidFill>
                  <a:schemeClr val="tx1">
                    <a:tint val="75000"/>
                  </a:schemeClr>
                </a:solidFill>
              </a:defRPr>
            </a:lvl1pPr>
          </a:lstStyle>
          <a:p>
            <a:pPr fontAlgn="auto">
              <a:spcBef>
                <a:spcPts val="0"/>
              </a:spcBef>
              <a:spcAft>
                <a:spcPts val="0"/>
              </a:spcAft>
            </a:pPr>
            <a:fld id="{0C913308-F349-4B6D-A68A-DD1791B4A57B}" type="slidenum">
              <a:rPr lang="zh-CN" altLang="en-US" smtClean="0">
                <a:solidFill>
                  <a:prstClr val="black">
                    <a:tint val="75000"/>
                  </a:prstClr>
                </a:solidFill>
                <a:latin typeface="Calibri"/>
              </a:rPr>
              <a:pPr fontAlgn="auto">
                <a:spcBef>
                  <a:spcPts val="0"/>
                </a:spcBef>
                <a:spcAft>
                  <a:spcPts val="0"/>
                </a:spcAft>
              </a:pPr>
              <a:t>‹#›</a:t>
            </a:fld>
            <a:endParaRPr lang="zh-CN" altLang="en-US">
              <a:solidFill>
                <a:prstClr val="black">
                  <a:tint val="75000"/>
                </a:prstClr>
              </a:solidFill>
              <a:latin typeface="Calibri"/>
            </a:endParaRPr>
          </a:p>
        </p:txBody>
      </p:sp>
      <p:pic>
        <p:nvPicPr>
          <p:cNvPr id="8" name="图片 7"/>
          <p:cNvPicPr>
            <a:picLocks noChangeAspect="1"/>
          </p:cNvPicPr>
          <p:nvPr userDrawn="1"/>
        </p:nvPicPr>
        <p:blipFill>
          <a:blip r:embed="rId15">
            <a:extLst>
              <a:ext uri="{28A0092B-C50C-407E-A947-70E740481C1C}">
                <a14:useLocalDpi xmlns:a14="http://schemas.microsoft.com/office/drawing/2010/main"/>
              </a:ext>
            </a:extLst>
          </a:blip>
          <a:stretch>
            <a:fillRect/>
          </a:stretch>
        </p:blipFill>
        <p:spPr>
          <a:xfrm>
            <a:off x="-2233" y="3704"/>
            <a:ext cx="12860983" cy="7227475"/>
          </a:xfrm>
          <a:prstGeom prst="rect">
            <a:avLst/>
          </a:prstGeom>
        </p:spPr>
      </p:pic>
      <p:sp>
        <p:nvSpPr>
          <p:cNvPr id="9" name="矩形 8"/>
          <p:cNvSpPr/>
          <p:nvPr userDrawn="1"/>
        </p:nvSpPr>
        <p:spPr>
          <a:xfrm>
            <a:off x="-2233" y="3704"/>
            <a:ext cx="12860983" cy="7234883"/>
          </a:xfrm>
          <a:prstGeom prst="rect">
            <a:avLst/>
          </a:prstGeom>
          <a:gradFill flip="none" rotWithShape="1">
            <a:gsLst>
              <a:gs pos="0">
                <a:schemeClr val="bg1">
                  <a:alpha val="55000"/>
                </a:schemeClr>
              </a:gs>
              <a:gs pos="71000">
                <a:schemeClr val="bg1">
                  <a:lumMod val="95000"/>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8597" tIns="64299" rIns="128597" bIns="64299" numCol="1" spcCol="0" rtlCol="0" fromWordArt="0" anchor="ctr" anchorCtr="0" forceAA="0" compatLnSpc="1">
            <a:prstTxWarp prst="textNoShape">
              <a:avLst/>
            </a:prstTxWarp>
            <a:noAutofit/>
          </a:bodyPr>
          <a:lstStyle/>
          <a:p>
            <a:pPr algn="ctr" fontAlgn="auto">
              <a:spcBef>
                <a:spcPts val="0"/>
              </a:spcBef>
              <a:spcAft>
                <a:spcPts val="0"/>
              </a:spcAft>
            </a:pPr>
            <a:endParaRPr lang="zh-CN" altLang="en-US">
              <a:solidFill>
                <a:prstClr val="white"/>
              </a:solidFill>
            </a:endParaRPr>
          </a:p>
        </p:txBody>
      </p:sp>
    </p:spTree>
    <p:extLst>
      <p:ext uri="{BB962C8B-B14F-4D97-AF65-F5344CB8AC3E}">
        <p14:creationId xmlns:p14="http://schemas.microsoft.com/office/powerpoint/2010/main" val="12170019"/>
      </p:ext>
    </p:extLst>
  </p:cSld>
  <p:clrMap bg1="lt1" tx1="dk1" bg2="lt2" tx2="dk2" accent1="accent1" accent2="accent2" accent3="accent3" accent4="accent4" accent5="accent5" accent6="accent6" hlink="hlink" folHlink="folHlink"/>
  <p:sldLayoutIdLst>
    <p:sldLayoutId id="2147483742" r:id="rId1"/>
    <p:sldLayoutId id="2147483743" r:id="rId2"/>
    <p:sldLayoutId id="2147483744" r:id="rId3"/>
    <p:sldLayoutId id="2147483745" r:id="rId4"/>
    <p:sldLayoutId id="2147483746" r:id="rId5"/>
    <p:sldLayoutId id="2147483747" r:id="rId6"/>
    <p:sldLayoutId id="2147483748" r:id="rId7"/>
    <p:sldLayoutId id="2147483749" r:id="rId8"/>
    <p:sldLayoutId id="2147483750" r:id="rId9"/>
    <p:sldLayoutId id="2147483751" r:id="rId10"/>
    <p:sldLayoutId id="2147483752" r:id="rId11"/>
    <p:sldLayoutId id="2147483753" r:id="rId12"/>
    <p:sldLayoutId id="2147483754" r:id="rId13"/>
  </p:sldLayoutIdLst>
  <p:txStyles>
    <p:titleStyle>
      <a:lvl1pPr algn="ctr" defTabSz="1285829" rtl="0" eaLnBrk="1" latinLnBrk="0" hangingPunct="1">
        <a:spcBef>
          <a:spcPct val="0"/>
        </a:spcBef>
        <a:buNone/>
        <a:defRPr sz="6187" kern="1200">
          <a:solidFill>
            <a:schemeClr val="tx1"/>
          </a:solidFill>
          <a:latin typeface="+mj-lt"/>
          <a:ea typeface="+mj-ea"/>
          <a:cs typeface="+mj-cs"/>
        </a:defRPr>
      </a:lvl1pPr>
    </p:titleStyle>
    <p:bodyStyle>
      <a:lvl1pPr marL="482186" indent="-482186" algn="l" defTabSz="1285829" rtl="0" eaLnBrk="1" latinLnBrk="0" hangingPunct="1">
        <a:spcBef>
          <a:spcPct val="20000"/>
        </a:spcBef>
        <a:buFont typeface="Arial" pitchFamily="34" charset="0"/>
        <a:buChar char="•"/>
        <a:defRPr sz="4500" kern="1200">
          <a:solidFill>
            <a:schemeClr val="tx1"/>
          </a:solidFill>
          <a:latin typeface="+mn-lt"/>
          <a:ea typeface="+mn-ea"/>
          <a:cs typeface="+mn-cs"/>
        </a:defRPr>
      </a:lvl1pPr>
      <a:lvl2pPr marL="1044736" indent="-401822" algn="l" defTabSz="1285829" rtl="0" eaLnBrk="1" latinLnBrk="0" hangingPunct="1">
        <a:spcBef>
          <a:spcPct val="20000"/>
        </a:spcBef>
        <a:buFont typeface="Arial" pitchFamily="34" charset="0"/>
        <a:buChar char="–"/>
        <a:defRPr sz="3937" kern="1200">
          <a:solidFill>
            <a:schemeClr val="tx1"/>
          </a:solidFill>
          <a:latin typeface="+mn-lt"/>
          <a:ea typeface="+mn-ea"/>
          <a:cs typeface="+mn-cs"/>
        </a:defRPr>
      </a:lvl2pPr>
      <a:lvl3pPr marL="1607287" indent="-321457" algn="l" defTabSz="1285829" rtl="0" eaLnBrk="1" latinLnBrk="0" hangingPunct="1">
        <a:spcBef>
          <a:spcPct val="20000"/>
        </a:spcBef>
        <a:buFont typeface="Arial" pitchFamily="34" charset="0"/>
        <a:buChar char="•"/>
        <a:defRPr sz="3375" kern="1200">
          <a:solidFill>
            <a:schemeClr val="tx1"/>
          </a:solidFill>
          <a:latin typeface="+mn-lt"/>
          <a:ea typeface="+mn-ea"/>
          <a:cs typeface="+mn-cs"/>
        </a:defRPr>
      </a:lvl3pPr>
      <a:lvl4pPr marL="2250201"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4pPr>
      <a:lvl5pPr marL="2893116"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5pPr>
      <a:lvl6pPr marL="3536031"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6pPr>
      <a:lvl7pPr marL="4178945"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7pPr>
      <a:lvl8pPr marL="4821860"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8pPr>
      <a:lvl9pPr marL="5464774" indent="-321457" algn="l" defTabSz="1285829" rtl="0" eaLnBrk="1" latinLnBrk="0" hangingPunct="1">
        <a:spcBef>
          <a:spcPct val="20000"/>
        </a:spcBef>
        <a:buFont typeface="Arial" pitchFamily="34" charset="0"/>
        <a:buChar char="•"/>
        <a:defRPr sz="2812" kern="1200">
          <a:solidFill>
            <a:schemeClr val="tx1"/>
          </a:solidFill>
          <a:latin typeface="+mn-lt"/>
          <a:ea typeface="+mn-ea"/>
          <a:cs typeface="+mn-cs"/>
        </a:defRPr>
      </a:lvl9pPr>
    </p:bodyStyle>
    <p:otherStyle>
      <a:defPPr>
        <a:defRPr lang="zh-CN"/>
      </a:defPPr>
      <a:lvl1pPr marL="0" algn="l" defTabSz="1285829" rtl="0" eaLnBrk="1" latinLnBrk="0" hangingPunct="1">
        <a:defRPr sz="2531" kern="1200">
          <a:solidFill>
            <a:schemeClr val="tx1"/>
          </a:solidFill>
          <a:latin typeface="+mn-lt"/>
          <a:ea typeface="+mn-ea"/>
          <a:cs typeface="+mn-cs"/>
        </a:defRPr>
      </a:lvl1pPr>
      <a:lvl2pPr marL="642915" algn="l" defTabSz="1285829" rtl="0" eaLnBrk="1" latinLnBrk="0" hangingPunct="1">
        <a:defRPr sz="2531" kern="1200">
          <a:solidFill>
            <a:schemeClr val="tx1"/>
          </a:solidFill>
          <a:latin typeface="+mn-lt"/>
          <a:ea typeface="+mn-ea"/>
          <a:cs typeface="+mn-cs"/>
        </a:defRPr>
      </a:lvl2pPr>
      <a:lvl3pPr marL="1285829" algn="l" defTabSz="1285829" rtl="0" eaLnBrk="1" latinLnBrk="0" hangingPunct="1">
        <a:defRPr sz="2531" kern="1200">
          <a:solidFill>
            <a:schemeClr val="tx1"/>
          </a:solidFill>
          <a:latin typeface="+mn-lt"/>
          <a:ea typeface="+mn-ea"/>
          <a:cs typeface="+mn-cs"/>
        </a:defRPr>
      </a:lvl3pPr>
      <a:lvl4pPr marL="1928744" algn="l" defTabSz="1285829" rtl="0" eaLnBrk="1" latinLnBrk="0" hangingPunct="1">
        <a:defRPr sz="2531" kern="1200">
          <a:solidFill>
            <a:schemeClr val="tx1"/>
          </a:solidFill>
          <a:latin typeface="+mn-lt"/>
          <a:ea typeface="+mn-ea"/>
          <a:cs typeface="+mn-cs"/>
        </a:defRPr>
      </a:lvl4pPr>
      <a:lvl5pPr marL="2571659" algn="l" defTabSz="1285829" rtl="0" eaLnBrk="1" latinLnBrk="0" hangingPunct="1">
        <a:defRPr sz="2531" kern="1200">
          <a:solidFill>
            <a:schemeClr val="tx1"/>
          </a:solidFill>
          <a:latin typeface="+mn-lt"/>
          <a:ea typeface="+mn-ea"/>
          <a:cs typeface="+mn-cs"/>
        </a:defRPr>
      </a:lvl5pPr>
      <a:lvl6pPr marL="3214573" algn="l" defTabSz="1285829" rtl="0" eaLnBrk="1" latinLnBrk="0" hangingPunct="1">
        <a:defRPr sz="2531" kern="1200">
          <a:solidFill>
            <a:schemeClr val="tx1"/>
          </a:solidFill>
          <a:latin typeface="+mn-lt"/>
          <a:ea typeface="+mn-ea"/>
          <a:cs typeface="+mn-cs"/>
        </a:defRPr>
      </a:lvl6pPr>
      <a:lvl7pPr marL="3857488" algn="l" defTabSz="1285829" rtl="0" eaLnBrk="1" latinLnBrk="0" hangingPunct="1">
        <a:defRPr sz="2531" kern="1200">
          <a:solidFill>
            <a:schemeClr val="tx1"/>
          </a:solidFill>
          <a:latin typeface="+mn-lt"/>
          <a:ea typeface="+mn-ea"/>
          <a:cs typeface="+mn-cs"/>
        </a:defRPr>
      </a:lvl7pPr>
      <a:lvl8pPr marL="4500402" algn="l" defTabSz="1285829" rtl="0" eaLnBrk="1" latinLnBrk="0" hangingPunct="1">
        <a:defRPr sz="2531" kern="1200">
          <a:solidFill>
            <a:schemeClr val="tx1"/>
          </a:solidFill>
          <a:latin typeface="+mn-lt"/>
          <a:ea typeface="+mn-ea"/>
          <a:cs typeface="+mn-cs"/>
        </a:defRPr>
      </a:lvl8pPr>
      <a:lvl9pPr marL="5143317" algn="l" defTabSz="1285829" rtl="0" eaLnBrk="1" latinLnBrk="0" hangingPunct="1">
        <a:defRPr sz="2531"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notesSlide" Target="../notesSlides/notesSlide1.xml"/><Relationship Id="rId3" Type="http://schemas.openxmlformats.org/officeDocument/2006/relationships/tags" Target="../tags/tag6.xml"/><Relationship Id="rId7" Type="http://schemas.openxmlformats.org/officeDocument/2006/relationships/slideLayout" Target="../slideLayouts/slideLayout1.xml"/><Relationship Id="rId2" Type="http://schemas.openxmlformats.org/officeDocument/2006/relationships/tags" Target="../tags/tag5.xml"/><Relationship Id="rId1" Type="http://schemas.openxmlformats.org/officeDocument/2006/relationships/tags" Target="../tags/tag4.xml"/><Relationship Id="rId6" Type="http://schemas.openxmlformats.org/officeDocument/2006/relationships/tags" Target="../tags/tag9.xml"/><Relationship Id="rId5" Type="http://schemas.openxmlformats.org/officeDocument/2006/relationships/tags" Target="../tags/tag8.xml"/><Relationship Id="rId4" Type="http://schemas.openxmlformats.org/officeDocument/2006/relationships/tags" Target="../tags/tag7.xml"/></Relationships>
</file>

<file path=ppt/slides/_rels/slide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5.jpe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xml"/><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1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0.xml"/><Relationship Id="rId1" Type="http://schemas.openxmlformats.org/officeDocument/2006/relationships/slideLayout" Target="../slideLayouts/slideLayout1.xml"/><Relationship Id="rId5" Type="http://schemas.openxmlformats.org/officeDocument/2006/relationships/image" Target="../media/image10.jpeg"/><Relationship Id="rId4" Type="http://schemas.openxmlformats.org/officeDocument/2006/relationships/image" Target="../media/image9.jpe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4.xml"/><Relationship Id="rId1" Type="http://schemas.openxmlformats.org/officeDocument/2006/relationships/slideLayout" Target="../slideLayouts/slideLayout1.xml"/><Relationship Id="rId5" Type="http://schemas.openxmlformats.org/officeDocument/2006/relationships/image" Target="../media/image13.jpeg"/><Relationship Id="rId4" Type="http://schemas.openxmlformats.org/officeDocument/2006/relationships/image" Target="../media/image12.jpe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7.xml"/><Relationship Id="rId1" Type="http://schemas.openxmlformats.org/officeDocument/2006/relationships/slideLayout" Target="../slideLayouts/slideLayout1.xml"/><Relationship Id="rId4" Type="http://schemas.openxmlformats.org/officeDocument/2006/relationships/image" Target="../media/image15.jpe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xml"/><Relationship Id="rId1" Type="http://schemas.openxmlformats.org/officeDocument/2006/relationships/tags" Target="../tags/tag10.xml"/><Relationship Id="rId4" Type="http://schemas.openxmlformats.org/officeDocument/2006/relationships/image" Target="../media/image16.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tags" Target="../tags/tag13.xml"/><Relationship Id="rId2" Type="http://schemas.openxmlformats.org/officeDocument/2006/relationships/tags" Target="../tags/tag12.xml"/><Relationship Id="rId1" Type="http://schemas.openxmlformats.org/officeDocument/2006/relationships/tags" Target="../tags/tag11.xml"/><Relationship Id="rId6" Type="http://schemas.openxmlformats.org/officeDocument/2006/relationships/image" Target="../media/image17.png"/><Relationship Id="rId5" Type="http://schemas.openxmlformats.org/officeDocument/2006/relationships/notesSlide" Target="../notesSlides/notesSlide21.xml"/><Relationship Id="rId4"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2.xml"/><Relationship Id="rId1" Type="http://schemas.openxmlformats.org/officeDocument/2006/relationships/slideLayout" Target="../slideLayouts/slideLayout1.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24.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image" Target="../media/image22.jpeg"/><Relationship Id="rId3" Type="http://schemas.openxmlformats.org/officeDocument/2006/relationships/image" Target="../media/image19.jpeg"/><Relationship Id="rId7" Type="http://schemas.openxmlformats.org/officeDocument/2006/relationships/image" Target="../media/image21.jpeg"/><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microsoft.com/office/2007/relationships/hdphoto" Target="../media/hdphoto2.wdp"/><Relationship Id="rId5" Type="http://schemas.openxmlformats.org/officeDocument/2006/relationships/image" Target="../media/image20.jpeg"/><Relationship Id="rId4" Type="http://schemas.microsoft.com/office/2007/relationships/hdphoto" Target="../media/hdphoto1.wdp"/><Relationship Id="rId9" Type="http://schemas.microsoft.com/office/2007/relationships/hdphoto" Target="../media/hdphoto3.wdp"/></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8" Type="http://schemas.openxmlformats.org/officeDocument/2006/relationships/image" Target="../media/image26.jpeg"/><Relationship Id="rId3" Type="http://schemas.openxmlformats.org/officeDocument/2006/relationships/slideLayout" Target="../slideLayouts/slideLayout1.xml"/><Relationship Id="rId7" Type="http://schemas.openxmlformats.org/officeDocument/2006/relationships/image" Target="../media/image25.jpeg"/><Relationship Id="rId2" Type="http://schemas.openxmlformats.org/officeDocument/2006/relationships/tags" Target="../tags/tag15.xml"/><Relationship Id="rId1" Type="http://schemas.openxmlformats.org/officeDocument/2006/relationships/tags" Target="../tags/tag14.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Layout" Target="../slideLayouts/slideLayout3.xml"/><Relationship Id="rId4" Type="http://schemas.openxmlformats.org/officeDocument/2006/relationships/image" Target="../media/image29.jpeg"/></Relationships>
</file>

<file path=ppt/slides/_rels/slide35.xml.rels><?xml version="1.0" encoding="UTF-8" standalone="yes"?>
<Relationships xmlns="http://schemas.openxmlformats.org/package/2006/relationships"><Relationship Id="rId2" Type="http://schemas.openxmlformats.org/officeDocument/2006/relationships/hyperlink" Target="http://www.rapidesign.cn/" TargetMode="Externa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4.xml"/><Relationship Id="rId1" Type="http://schemas.openxmlformats.org/officeDocument/2006/relationships/tags" Target="../tags/tag16.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4.xml"/><Relationship Id="rId1" Type="http://schemas.openxmlformats.org/officeDocument/2006/relationships/tags" Target="../tags/tag1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4.xml"/><Relationship Id="rId1" Type="http://schemas.openxmlformats.org/officeDocument/2006/relationships/tags" Target="../tags/tag1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4.xml"/><Relationship Id="rId1" Type="http://schemas.openxmlformats.org/officeDocument/2006/relationships/tags" Target="../tags/tag19.xml"/></Relationships>
</file>

<file path=ppt/slides/_rels/slide52.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39.xml"/><Relationship Id="rId1" Type="http://schemas.openxmlformats.org/officeDocument/2006/relationships/slideLayout" Target="../slideLayouts/slideLayout3.xml"/><Relationship Id="rId6" Type="http://schemas.openxmlformats.org/officeDocument/2006/relationships/chart" Target="../charts/chart8.xml"/><Relationship Id="rId5" Type="http://schemas.openxmlformats.org/officeDocument/2006/relationships/chart" Target="../charts/chart7.xml"/><Relationship Id="rId4" Type="http://schemas.openxmlformats.org/officeDocument/2006/relationships/chart" Target="../charts/chart6.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4.xml"/><Relationship Id="rId1" Type="http://schemas.openxmlformats.org/officeDocument/2006/relationships/tags" Target="../tags/tag20.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4.xml"/><Relationship Id="rId1" Type="http://schemas.openxmlformats.org/officeDocument/2006/relationships/tags" Target="../tags/tag2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microsoft.com/office/2007/relationships/hdphoto" Target="../media/hdphoto4.wdp"/></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1.xml"/><Relationship Id="rId1" Type="http://schemas.openxmlformats.org/officeDocument/2006/relationships/tags" Target="../tags/tag22.xml"/></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xml"/><Relationship Id="rId1" Type="http://schemas.openxmlformats.org/officeDocument/2006/relationships/tags" Target="../tags/tag23.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1.xml"/><Relationship Id="rId1" Type="http://schemas.openxmlformats.org/officeDocument/2006/relationships/tags" Target="../tags/tag24.xml"/></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1.xml"/><Relationship Id="rId1" Type="http://schemas.openxmlformats.org/officeDocument/2006/relationships/tags" Target="../tags/tag25.xml"/></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1.xml"/><Relationship Id="rId1" Type="http://schemas.openxmlformats.org/officeDocument/2006/relationships/tags" Target="../tags/tag26.xml"/></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1.xml"/><Relationship Id="rId1" Type="http://schemas.openxmlformats.org/officeDocument/2006/relationships/tags" Target="../tags/tag27.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1.xml"/><Relationship Id="rId1" Type="http://schemas.openxmlformats.org/officeDocument/2006/relationships/tags" Target="../tags/tag28.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1.xml"/><Relationship Id="rId1" Type="http://schemas.openxmlformats.org/officeDocument/2006/relationships/tags" Target="../tags/tag29.xml"/></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1.xml"/><Relationship Id="rId1" Type="http://schemas.openxmlformats.org/officeDocument/2006/relationships/tags" Target="../tags/tag30.xml"/></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1.xml"/><Relationship Id="rId1" Type="http://schemas.openxmlformats.org/officeDocument/2006/relationships/tags" Target="../tags/tag31.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1.xml"/><Relationship Id="rId1" Type="http://schemas.openxmlformats.org/officeDocument/2006/relationships/tags" Target="../tags/tag3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oleObject" Target="../embeddings/oleObject5.bin"/><Relationship Id="rId1" Type="http://schemas.openxmlformats.org/officeDocument/2006/relationships/slideLayout" Target="../slideLayouts/slideLayout5.xml"/><Relationship Id="rId4" Type="http://schemas.openxmlformats.org/officeDocument/2006/relationships/image" Target="../media/image33.png"/></Relationships>
</file>

<file path=ppt/slides/_rels/slide9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7.png"/><Relationship Id="rId2" Type="http://schemas.openxmlformats.org/officeDocument/2006/relationships/oleObject" Target="../embeddings/oleObject6.bin"/><Relationship Id="rId1" Type="http://schemas.openxmlformats.org/officeDocument/2006/relationships/slideLayout" Target="../slideLayouts/slideLayout5.xml"/><Relationship Id="rId6" Type="http://schemas.openxmlformats.org/officeDocument/2006/relationships/oleObject" Target="../embeddings/oleObject8.bin"/><Relationship Id="rId5" Type="http://schemas.openxmlformats.org/officeDocument/2006/relationships/image" Target="../media/image36.png"/><Relationship Id="rId4" Type="http://schemas.openxmlformats.org/officeDocument/2006/relationships/oleObject" Target="../embeddings/oleObject7.bin"/></Relationships>
</file>

<file path=ppt/slides/_rels/slide95.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5.xml"/><Relationship Id="rId5" Type="http://schemas.openxmlformats.org/officeDocument/2006/relationships/chart" Target="../charts/chart14.xml"/><Relationship Id="rId4" Type="http://schemas.openxmlformats.org/officeDocument/2006/relationships/chart" Target="../charts/chart1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5.xml"/><Relationship Id="rId4" Type="http://schemas.openxmlformats.org/officeDocument/2006/relationships/image" Target="../media/image40.png"/></Relationships>
</file>

<file path=ppt/slides/_rels/slide99.xml.rels><?xml version="1.0" encoding="UTF-8" standalone="yes"?>
<Relationships xmlns="http://schemas.openxmlformats.org/package/2006/relationships"><Relationship Id="rId8" Type="http://schemas.openxmlformats.org/officeDocument/2006/relationships/image" Target="../media/image46.jpeg"/><Relationship Id="rId3" Type="http://schemas.openxmlformats.org/officeDocument/2006/relationships/image" Target="../media/image41.jpeg"/><Relationship Id="rId7" Type="http://schemas.openxmlformats.org/officeDocument/2006/relationships/image" Target="../media/image45.jpeg"/><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image" Target="../media/image44.jpg"/><Relationship Id="rId5" Type="http://schemas.openxmlformats.org/officeDocument/2006/relationships/image" Target="../media/image43.png"/><Relationship Id="rId4" Type="http://schemas.openxmlformats.org/officeDocument/2006/relationships/image" Target="../media/image42.png"/></Relationships>
</file>

<file path=ppt/slides/_rels/slide100.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3.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1.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4.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2.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5.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6.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4.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image" Target="../media/image47.jpg"/><Relationship Id="rId5" Type="http://schemas.openxmlformats.org/officeDocument/2006/relationships/image" Target="../media/image43.png"/><Relationship Id="rId4" Type="http://schemas.openxmlformats.org/officeDocument/2006/relationships/image" Target="../media/image42.png"/></Relationships>
</file>

<file path=ppt/slides/_rels/slide105.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8.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79.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7.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0.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1.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09.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2.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0.xml.rels><?xml version="1.0" encoding="UTF-8" standalone="yes"?>
<Relationships xmlns="http://schemas.openxmlformats.org/package/2006/relationships"><Relationship Id="rId3" Type="http://schemas.openxmlformats.org/officeDocument/2006/relationships/image" Target="../media/image41.jpeg"/><Relationship Id="rId7" Type="http://schemas.openxmlformats.org/officeDocument/2006/relationships/image" Target="../media/image49.jpeg"/><Relationship Id="rId2" Type="http://schemas.openxmlformats.org/officeDocument/2006/relationships/notesSlide" Target="../notesSlides/notesSlide83.xml"/><Relationship Id="rId1" Type="http://schemas.openxmlformats.org/officeDocument/2006/relationships/slideLayout" Target="../slideLayouts/slideLayout1.xml"/><Relationship Id="rId6" Type="http://schemas.openxmlformats.org/officeDocument/2006/relationships/image" Target="../media/image48.jpeg"/><Relationship Id="rId5" Type="http://schemas.openxmlformats.org/officeDocument/2006/relationships/image" Target="../media/image43.png"/><Relationship Id="rId4" Type="http://schemas.openxmlformats.org/officeDocument/2006/relationships/image" Target="../media/image42.png"/></Relationships>
</file>

<file path=ppt/slides/_rels/slide111.xml.rels><?xml version="1.0" encoding="UTF-8" standalone="yes"?>
<Relationships xmlns="http://schemas.openxmlformats.org/package/2006/relationships"><Relationship Id="rId8" Type="http://schemas.openxmlformats.org/officeDocument/2006/relationships/image" Target="../media/image52.jpeg"/><Relationship Id="rId3" Type="http://schemas.openxmlformats.org/officeDocument/2006/relationships/image" Target="../media/image41.jpeg"/><Relationship Id="rId7" Type="http://schemas.openxmlformats.org/officeDocument/2006/relationships/image" Target="../media/image51.jpeg"/><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image" Target="../media/image50.jpeg"/><Relationship Id="rId5" Type="http://schemas.openxmlformats.org/officeDocument/2006/relationships/image" Target="../media/image43.png"/><Relationship Id="rId4" Type="http://schemas.openxmlformats.org/officeDocument/2006/relationships/image" Target="../media/image42.png"/><Relationship Id="rId9" Type="http://schemas.openxmlformats.org/officeDocument/2006/relationships/image" Target="../media/image53.jpeg"/></Relationships>
</file>

<file path=ppt/slides/_rels/slide112.xml.rels><?xml version="1.0" encoding="UTF-8" standalone="yes"?>
<Relationships xmlns="http://schemas.openxmlformats.org/package/2006/relationships"><Relationship Id="rId8" Type="http://schemas.openxmlformats.org/officeDocument/2006/relationships/image" Target="../media/image56.jpeg"/><Relationship Id="rId3" Type="http://schemas.openxmlformats.org/officeDocument/2006/relationships/image" Target="../media/image41.jpeg"/><Relationship Id="rId7" Type="http://schemas.openxmlformats.org/officeDocument/2006/relationships/image" Target="../media/image55.jpeg"/><Relationship Id="rId2" Type="http://schemas.openxmlformats.org/officeDocument/2006/relationships/notesSlide" Target="../notesSlides/notesSlide85.xml"/><Relationship Id="rId1" Type="http://schemas.openxmlformats.org/officeDocument/2006/relationships/slideLayout" Target="../slideLayouts/slideLayout1.xml"/><Relationship Id="rId6" Type="http://schemas.openxmlformats.org/officeDocument/2006/relationships/image" Target="../media/image54.jpeg"/><Relationship Id="rId5" Type="http://schemas.openxmlformats.org/officeDocument/2006/relationships/image" Target="../media/image43.png"/><Relationship Id="rId4" Type="http://schemas.openxmlformats.org/officeDocument/2006/relationships/image" Target="../media/image42.png"/><Relationship Id="rId9" Type="http://schemas.openxmlformats.org/officeDocument/2006/relationships/image" Target="../media/image57.jpeg"/></Relationships>
</file>

<file path=ppt/slides/_rels/slide11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6.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4.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7.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5.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8.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89.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7.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90.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91.xml"/><Relationship Id="rId1" Type="http://schemas.openxmlformats.org/officeDocument/2006/relationships/slideLayout" Target="../slideLayouts/slideLayout1.xml"/><Relationship Id="rId5" Type="http://schemas.openxmlformats.org/officeDocument/2006/relationships/image" Target="../media/image43.png"/><Relationship Id="rId4" Type="http://schemas.openxmlformats.org/officeDocument/2006/relationships/image" Target="../media/image42.png"/></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1.xml"/><Relationship Id="rId1" Type="http://schemas.openxmlformats.org/officeDocument/2006/relationships/tags" Target="../tags/tag3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8" Type="http://schemas.openxmlformats.org/officeDocument/2006/relationships/tags" Target="../tags/tag41.xml"/><Relationship Id="rId13" Type="http://schemas.openxmlformats.org/officeDocument/2006/relationships/tags" Target="../tags/tag46.xml"/><Relationship Id="rId18" Type="http://schemas.openxmlformats.org/officeDocument/2006/relationships/tags" Target="../tags/tag51.xml"/><Relationship Id="rId26" Type="http://schemas.openxmlformats.org/officeDocument/2006/relationships/notesSlide" Target="../notesSlides/notesSlide98.xml"/><Relationship Id="rId3" Type="http://schemas.openxmlformats.org/officeDocument/2006/relationships/tags" Target="../tags/tag36.xml"/><Relationship Id="rId21" Type="http://schemas.openxmlformats.org/officeDocument/2006/relationships/tags" Target="../tags/tag54.xml"/><Relationship Id="rId7" Type="http://schemas.openxmlformats.org/officeDocument/2006/relationships/tags" Target="../tags/tag40.xml"/><Relationship Id="rId12" Type="http://schemas.openxmlformats.org/officeDocument/2006/relationships/tags" Target="../tags/tag45.xml"/><Relationship Id="rId17" Type="http://schemas.openxmlformats.org/officeDocument/2006/relationships/tags" Target="../tags/tag50.xml"/><Relationship Id="rId25" Type="http://schemas.openxmlformats.org/officeDocument/2006/relationships/slideLayout" Target="../slideLayouts/slideLayout1.xml"/><Relationship Id="rId2" Type="http://schemas.openxmlformats.org/officeDocument/2006/relationships/tags" Target="../tags/tag35.xml"/><Relationship Id="rId16" Type="http://schemas.openxmlformats.org/officeDocument/2006/relationships/tags" Target="../tags/tag49.xml"/><Relationship Id="rId20" Type="http://schemas.openxmlformats.org/officeDocument/2006/relationships/tags" Target="../tags/tag53.xml"/><Relationship Id="rId1" Type="http://schemas.openxmlformats.org/officeDocument/2006/relationships/tags" Target="../tags/tag34.xml"/><Relationship Id="rId6" Type="http://schemas.openxmlformats.org/officeDocument/2006/relationships/tags" Target="../tags/tag39.xml"/><Relationship Id="rId11" Type="http://schemas.openxmlformats.org/officeDocument/2006/relationships/tags" Target="../tags/tag44.xml"/><Relationship Id="rId24" Type="http://schemas.openxmlformats.org/officeDocument/2006/relationships/tags" Target="../tags/tag57.xml"/><Relationship Id="rId5" Type="http://schemas.openxmlformats.org/officeDocument/2006/relationships/tags" Target="../tags/tag38.xml"/><Relationship Id="rId15" Type="http://schemas.openxmlformats.org/officeDocument/2006/relationships/tags" Target="../tags/tag48.xml"/><Relationship Id="rId23" Type="http://schemas.openxmlformats.org/officeDocument/2006/relationships/tags" Target="../tags/tag56.xml"/><Relationship Id="rId10" Type="http://schemas.openxmlformats.org/officeDocument/2006/relationships/tags" Target="../tags/tag43.xml"/><Relationship Id="rId19" Type="http://schemas.openxmlformats.org/officeDocument/2006/relationships/tags" Target="../tags/tag52.xml"/><Relationship Id="rId4" Type="http://schemas.openxmlformats.org/officeDocument/2006/relationships/tags" Target="../tags/tag37.xml"/><Relationship Id="rId9" Type="http://schemas.openxmlformats.org/officeDocument/2006/relationships/tags" Target="../tags/tag42.xml"/><Relationship Id="rId14" Type="http://schemas.openxmlformats.org/officeDocument/2006/relationships/tags" Target="../tags/tag47.xml"/><Relationship Id="rId22" Type="http://schemas.openxmlformats.org/officeDocument/2006/relationships/tags" Target="../tags/tag55.xml"/></Relationships>
</file>

<file path=ppt/slides/_rels/slide127.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99.xml"/><Relationship Id="rId1" Type="http://schemas.openxmlformats.org/officeDocument/2006/relationships/slideLayout" Target="../slideLayouts/slideLayout1.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8" Type="http://schemas.openxmlformats.org/officeDocument/2006/relationships/image" Target="../media/image60.wmf"/><Relationship Id="rId3" Type="http://schemas.openxmlformats.org/officeDocument/2006/relationships/oleObject" Target="../embeddings/oleObject13.bin"/><Relationship Id="rId7" Type="http://schemas.openxmlformats.org/officeDocument/2006/relationships/oleObject" Target="../embeddings/oleObject15.bin"/><Relationship Id="rId2" Type="http://schemas.openxmlformats.org/officeDocument/2006/relationships/notesSlide" Target="../notesSlides/notesSlide100.xml"/><Relationship Id="rId1" Type="http://schemas.openxmlformats.org/officeDocument/2006/relationships/slideLayout" Target="../slideLayouts/slideLayout1.xml"/><Relationship Id="rId6" Type="http://schemas.openxmlformats.org/officeDocument/2006/relationships/image" Target="../media/image59.wmf"/><Relationship Id="rId5" Type="http://schemas.openxmlformats.org/officeDocument/2006/relationships/oleObject" Target="../embeddings/oleObject14.bin"/><Relationship Id="rId10" Type="http://schemas.openxmlformats.org/officeDocument/2006/relationships/image" Target="../media/image61.wmf"/><Relationship Id="rId4" Type="http://schemas.openxmlformats.org/officeDocument/2006/relationships/image" Target="../media/image58.wmf"/><Relationship Id="rId9" Type="http://schemas.openxmlformats.org/officeDocument/2006/relationships/oleObject" Target="../embeddings/oleObject16.bin"/></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01.xml"/><Relationship Id="rId2" Type="http://schemas.openxmlformats.org/officeDocument/2006/relationships/slideLayout" Target="../slideLayouts/slideLayout1.xml"/><Relationship Id="rId1" Type="http://schemas.openxmlformats.org/officeDocument/2006/relationships/tags" Target="../tags/tag58.xml"/><Relationship Id="rId4" Type="http://schemas.openxmlformats.org/officeDocument/2006/relationships/image" Target="../media/image62.jpeg"/></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image" Target="../media/image63.png"/><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8.xml"/></Relationships>
</file>

<file path=ppt/slides/_rels/slide140.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105.xml"/><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106.xml"/><Relationship Id="rId1" Type="http://schemas.openxmlformats.org/officeDocument/2006/relationships/slideLayout" Target="../slideLayouts/slideLayout10.xml"/><Relationship Id="rId6" Type="http://schemas.openxmlformats.org/officeDocument/2006/relationships/image" Target="../media/image70.jpeg"/><Relationship Id="rId5" Type="http://schemas.openxmlformats.org/officeDocument/2006/relationships/image" Target="../media/image69.jpeg"/><Relationship Id="rId4" Type="http://schemas.openxmlformats.org/officeDocument/2006/relationships/image" Target="../media/image68.jpeg"/></Relationships>
</file>

<file path=ppt/slides/_rels/slide142.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107.xml"/><Relationship Id="rId1" Type="http://schemas.openxmlformats.org/officeDocument/2006/relationships/slideLayout" Target="../slideLayouts/slideLayout11.xml"/><Relationship Id="rId6" Type="http://schemas.openxmlformats.org/officeDocument/2006/relationships/image" Target="../media/image74.jpeg"/><Relationship Id="rId5" Type="http://schemas.openxmlformats.org/officeDocument/2006/relationships/image" Target="../media/image73.jpeg"/><Relationship Id="rId4" Type="http://schemas.openxmlformats.org/officeDocument/2006/relationships/image" Target="../media/image72.jpeg"/></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9.xml"/></Relationships>
</file>

<file path=ppt/slides/_rels/slide144.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109.xml"/><Relationship Id="rId1" Type="http://schemas.openxmlformats.org/officeDocument/2006/relationships/slideLayout" Target="../slideLayouts/slideLayout12.xml"/><Relationship Id="rId5" Type="http://schemas.openxmlformats.org/officeDocument/2006/relationships/image" Target="../media/image77.jpeg"/><Relationship Id="rId4" Type="http://schemas.openxmlformats.org/officeDocument/2006/relationships/image" Target="../media/image76.jpeg"/></Relationships>
</file>

<file path=ppt/slides/_rels/slide145.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110.xml"/><Relationship Id="rId1" Type="http://schemas.openxmlformats.org/officeDocument/2006/relationships/slideLayout" Target="../slideLayouts/slideLayout13.xml"/></Relationships>
</file>

<file path=ppt/slides/_rels/slide146.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notesSlide" Target="../notesSlides/notesSlide111.xml"/><Relationship Id="rId1" Type="http://schemas.openxmlformats.org/officeDocument/2006/relationships/slideLayout" Target="../slideLayouts/slideLayout14.xml"/></Relationships>
</file>

<file path=ppt/slides/_rels/slide147.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112.xml"/><Relationship Id="rId1" Type="http://schemas.openxmlformats.org/officeDocument/2006/relationships/slideLayout" Target="../slideLayouts/slideLayout15.xml"/></Relationships>
</file>

<file path=ppt/slides/_rels/slide148.xml.rels><?xml version="1.0" encoding="UTF-8" standalone="yes"?>
<Relationships xmlns="http://schemas.openxmlformats.org/package/2006/relationships"><Relationship Id="rId3" Type="http://schemas.openxmlformats.org/officeDocument/2006/relationships/image" Target="../media/image81.jpeg"/><Relationship Id="rId2" Type="http://schemas.openxmlformats.org/officeDocument/2006/relationships/notesSlide" Target="../notesSlides/notesSlide113.xml"/><Relationship Id="rId1" Type="http://schemas.openxmlformats.org/officeDocument/2006/relationships/slideLayout" Target="../slideLayouts/slideLayout16.xml"/></Relationships>
</file>

<file path=ppt/slides/_rels/slide149.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notesSlide" Target="../notesSlides/notesSlide114.xml"/><Relationship Id="rId1" Type="http://schemas.openxmlformats.org/officeDocument/2006/relationships/slideLayout" Target="../slideLayouts/slideLayout17.xml"/></Relationships>
</file>

<file path=ppt/slides/_rels/slide150.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115.xml"/><Relationship Id="rId1" Type="http://schemas.openxmlformats.org/officeDocument/2006/relationships/slideLayout" Target="../slideLayouts/slideLayout18.xml"/></Relationships>
</file>

<file path=ppt/slides/_rels/slide151.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116.xml"/><Relationship Id="rId1" Type="http://schemas.openxmlformats.org/officeDocument/2006/relationships/slideLayout" Target="../slideLayouts/slideLayout19.xml"/></Relationships>
</file>

<file path=ppt/slides/_rels/slide152.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notesSlide" Target="../notesSlides/notesSlide117.xml"/><Relationship Id="rId1" Type="http://schemas.openxmlformats.org/officeDocument/2006/relationships/slideLayout" Target="../slideLayouts/slideLayout20.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3.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2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79.xml.rels><?xml version="1.0" encoding="UTF-8" standalone="yes"?>
<Relationships xmlns="http://schemas.openxmlformats.org/package/2006/relationships"><Relationship Id="rId2" Type="http://schemas.openxmlformats.org/officeDocument/2006/relationships/image" Target="../media/image88.emf"/><Relationship Id="rId1" Type="http://schemas.openxmlformats.org/officeDocument/2006/relationships/slideLayout" Target="../slideLayouts/slideLayout22.xml"/></Relationships>
</file>

<file path=ppt/slides/_rels/slide180.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image" Target="../media/image89.png"/><Relationship Id="rId1" Type="http://schemas.openxmlformats.org/officeDocument/2006/relationships/slideLayout" Target="../slideLayouts/slideLayout22.xml"/><Relationship Id="rId4" Type="http://schemas.openxmlformats.org/officeDocument/2006/relationships/image" Target="../media/image91.jpe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3.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3.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33.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33.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33.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33.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3.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3.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3.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7.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7.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37.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37.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37.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37.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37.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7.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7.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7.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7.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7.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7.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7.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7.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Freeform 6"/>
          <p:cNvSpPr>
            <a:spLocks/>
          </p:cNvSpPr>
          <p:nvPr/>
        </p:nvSpPr>
        <p:spPr bwMode="auto">
          <a:xfrm>
            <a:off x="2771988" y="1755165"/>
            <a:ext cx="1305089" cy="1305089"/>
          </a:xfrm>
          <a:custGeom>
            <a:avLst/>
            <a:gdLst>
              <a:gd name="T0" fmla="*/ 510 w 1020"/>
              <a:gd name="T1" fmla="*/ 0 h 1020"/>
              <a:gd name="T2" fmla="*/ 1020 w 1020"/>
              <a:gd name="T3" fmla="*/ 510 h 1020"/>
              <a:gd name="T4" fmla="*/ 1020 w 1020"/>
              <a:gd name="T5" fmla="*/ 510 h 1020"/>
              <a:gd name="T6" fmla="*/ 510 w 1020"/>
              <a:gd name="T7" fmla="*/ 1020 h 1020"/>
              <a:gd name="T8" fmla="*/ 510 w 1020"/>
              <a:gd name="T9" fmla="*/ 1020 h 1020"/>
              <a:gd name="T10" fmla="*/ 0 w 1020"/>
              <a:gd name="T11" fmla="*/ 510 h 1020"/>
              <a:gd name="T12" fmla="*/ 510 w 1020"/>
              <a:gd name="T13" fmla="*/ 0 h 1020"/>
            </a:gdLst>
            <a:ahLst/>
            <a:cxnLst>
              <a:cxn ang="0">
                <a:pos x="T0" y="T1"/>
              </a:cxn>
              <a:cxn ang="0">
                <a:pos x="T2" y="T3"/>
              </a:cxn>
              <a:cxn ang="0">
                <a:pos x="T4" y="T5"/>
              </a:cxn>
              <a:cxn ang="0">
                <a:pos x="T6" y="T7"/>
              </a:cxn>
              <a:cxn ang="0">
                <a:pos x="T8" y="T9"/>
              </a:cxn>
              <a:cxn ang="0">
                <a:pos x="T10" y="T11"/>
              </a:cxn>
              <a:cxn ang="0">
                <a:pos x="T12" y="T13"/>
              </a:cxn>
            </a:cxnLst>
            <a:rect l="0" t="0" r="r" b="b"/>
            <a:pathLst>
              <a:path w="1020" h="1020">
                <a:moveTo>
                  <a:pt x="510" y="0"/>
                </a:moveTo>
                <a:lnTo>
                  <a:pt x="1020" y="510"/>
                </a:lnTo>
                <a:lnTo>
                  <a:pt x="1020" y="510"/>
                </a:lnTo>
                <a:lnTo>
                  <a:pt x="510" y="1020"/>
                </a:lnTo>
                <a:lnTo>
                  <a:pt x="510" y="1020"/>
                </a:lnTo>
                <a:lnTo>
                  <a:pt x="0" y="510"/>
                </a:lnTo>
                <a:lnTo>
                  <a:pt x="510" y="0"/>
                </a:lnTo>
                <a:close/>
              </a:path>
            </a:pathLst>
          </a:custGeom>
          <a:solidFill>
            <a:schemeClr val="accent3"/>
          </a:solidFill>
          <a:ln w="0">
            <a:noFill/>
            <a:prstDash val="solid"/>
            <a:round/>
            <a:headEnd/>
            <a:tailEnd/>
          </a:ln>
        </p:spPr>
        <p:txBody>
          <a:bodyPr vert="horz" wrap="square" lIns="0" tIns="0" rIns="0" bIns="0" numCol="1" anchor="ctr" anchorCtr="1" compatLnSpc="1">
            <a:prstTxWarp prst="textNoShape">
              <a:avLst/>
            </a:prstTxWarp>
          </a:bodyPr>
          <a:lstStyle/>
          <a:p>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71" name="Freeform 8"/>
          <p:cNvSpPr>
            <a:spLocks/>
          </p:cNvSpPr>
          <p:nvPr/>
        </p:nvSpPr>
        <p:spPr bwMode="auto">
          <a:xfrm>
            <a:off x="3473356" y="1346934"/>
            <a:ext cx="3566859" cy="3563017"/>
          </a:xfrm>
          <a:custGeom>
            <a:avLst/>
            <a:gdLst>
              <a:gd name="T0" fmla="*/ 929 w 1857"/>
              <a:gd name="T1" fmla="*/ 0 h 1855"/>
              <a:gd name="T2" fmla="*/ 1857 w 1857"/>
              <a:gd name="T3" fmla="*/ 928 h 1855"/>
              <a:gd name="T4" fmla="*/ 929 w 1857"/>
              <a:gd name="T5" fmla="*/ 1855 h 1855"/>
              <a:gd name="T6" fmla="*/ 0 w 1857"/>
              <a:gd name="T7" fmla="*/ 928 h 1855"/>
              <a:gd name="T8" fmla="*/ 929 w 1857"/>
              <a:gd name="T9" fmla="*/ 0 h 1855"/>
            </a:gdLst>
            <a:ahLst/>
            <a:cxnLst>
              <a:cxn ang="0">
                <a:pos x="T0" y="T1"/>
              </a:cxn>
              <a:cxn ang="0">
                <a:pos x="T2" y="T3"/>
              </a:cxn>
              <a:cxn ang="0">
                <a:pos x="T4" y="T5"/>
              </a:cxn>
              <a:cxn ang="0">
                <a:pos x="T6" y="T7"/>
              </a:cxn>
              <a:cxn ang="0">
                <a:pos x="T8" y="T9"/>
              </a:cxn>
            </a:cxnLst>
            <a:rect l="0" t="0" r="r" b="b"/>
            <a:pathLst>
              <a:path w="1857" h="1855">
                <a:moveTo>
                  <a:pt x="929" y="0"/>
                </a:moveTo>
                <a:lnTo>
                  <a:pt x="1857" y="928"/>
                </a:lnTo>
                <a:lnTo>
                  <a:pt x="929" y="1855"/>
                </a:lnTo>
                <a:lnTo>
                  <a:pt x="0" y="928"/>
                </a:lnTo>
                <a:lnTo>
                  <a:pt x="929" y="0"/>
                </a:lnTo>
                <a:close/>
              </a:path>
            </a:pathLst>
          </a:custGeom>
          <a:solidFill>
            <a:schemeClr val="accent2"/>
          </a:solidFill>
          <a:ln w="0">
            <a:noFill/>
            <a:prstDash val="solid"/>
            <a:round/>
            <a:headEnd/>
            <a:tailEnd/>
          </a:ln>
        </p:spPr>
        <p:txBody>
          <a:bodyPr vert="horz" wrap="square" lIns="128573" tIns="64286" rIns="128573" bIns="64286" numCol="1" anchor="t" anchorCtr="0" compatLnSpc="1">
            <a:prstTxWarp prst="textNoShape">
              <a:avLst/>
            </a:prstTxWarp>
          </a:bodyPr>
          <a:lstStyle/>
          <a:p>
            <a:endParaRPr lang="zh-CN" altLang="en-US" sz="2000"/>
          </a:p>
        </p:txBody>
      </p:sp>
      <p:sp>
        <p:nvSpPr>
          <p:cNvPr id="72" name="Freeform 9"/>
          <p:cNvSpPr>
            <a:spLocks/>
          </p:cNvSpPr>
          <p:nvPr/>
        </p:nvSpPr>
        <p:spPr bwMode="auto">
          <a:xfrm>
            <a:off x="2161476" y="3219678"/>
            <a:ext cx="2535408" cy="2535407"/>
          </a:xfrm>
          <a:custGeom>
            <a:avLst/>
            <a:gdLst>
              <a:gd name="T0" fmla="*/ 660 w 1320"/>
              <a:gd name="T1" fmla="*/ 0 h 1320"/>
              <a:gd name="T2" fmla="*/ 1320 w 1320"/>
              <a:gd name="T3" fmla="*/ 660 h 1320"/>
              <a:gd name="T4" fmla="*/ 1320 w 1320"/>
              <a:gd name="T5" fmla="*/ 660 h 1320"/>
              <a:gd name="T6" fmla="*/ 660 w 1320"/>
              <a:gd name="T7" fmla="*/ 1320 h 1320"/>
              <a:gd name="T8" fmla="*/ 0 w 1320"/>
              <a:gd name="T9" fmla="*/ 660 h 1320"/>
              <a:gd name="T10" fmla="*/ 660 w 1320"/>
              <a:gd name="T11" fmla="*/ 0 h 1320"/>
              <a:gd name="T12" fmla="*/ 660 w 1320"/>
              <a:gd name="T13" fmla="*/ 0 h 1320"/>
            </a:gdLst>
            <a:ahLst/>
            <a:cxnLst>
              <a:cxn ang="0">
                <a:pos x="T0" y="T1"/>
              </a:cxn>
              <a:cxn ang="0">
                <a:pos x="T2" y="T3"/>
              </a:cxn>
              <a:cxn ang="0">
                <a:pos x="T4" y="T5"/>
              </a:cxn>
              <a:cxn ang="0">
                <a:pos x="T6" y="T7"/>
              </a:cxn>
              <a:cxn ang="0">
                <a:pos x="T8" y="T9"/>
              </a:cxn>
              <a:cxn ang="0">
                <a:pos x="T10" y="T11"/>
              </a:cxn>
              <a:cxn ang="0">
                <a:pos x="T12" y="T13"/>
              </a:cxn>
            </a:cxnLst>
            <a:rect l="0" t="0" r="r" b="b"/>
            <a:pathLst>
              <a:path w="1320" h="1320">
                <a:moveTo>
                  <a:pt x="660" y="0"/>
                </a:moveTo>
                <a:lnTo>
                  <a:pt x="1320" y="660"/>
                </a:lnTo>
                <a:lnTo>
                  <a:pt x="1320" y="660"/>
                </a:lnTo>
                <a:lnTo>
                  <a:pt x="660" y="1320"/>
                </a:lnTo>
                <a:lnTo>
                  <a:pt x="0" y="660"/>
                </a:lnTo>
                <a:lnTo>
                  <a:pt x="660" y="0"/>
                </a:lnTo>
                <a:lnTo>
                  <a:pt x="660" y="0"/>
                </a:lnTo>
                <a:close/>
              </a:path>
            </a:pathLst>
          </a:custGeom>
          <a:solidFill>
            <a:schemeClr val="accent3"/>
          </a:solidFill>
          <a:ln w="0">
            <a:noFill/>
            <a:prstDash val="solid"/>
            <a:round/>
            <a:headEnd/>
            <a:tailEnd/>
          </a:ln>
        </p:spPr>
        <p:txBody>
          <a:bodyPr vert="horz" wrap="square" lIns="0" tIns="0" rIns="0" bIns="0" numCol="1" anchor="ctr" anchorCtr="1" compatLnSpc="1">
            <a:prstTxWarp prst="textNoShape">
              <a:avLst/>
            </a:prstTxWarp>
          </a:bodyPr>
          <a:lstStyle/>
          <a:p>
            <a:endParaRPr lang="zh-CN" altLang="en-US" sz="3999" b="1" dirty="0">
              <a:solidFill>
                <a:schemeClr val="bg1"/>
              </a:solidFill>
              <a:latin typeface="微软雅黑" panose="020B0503020204020204" pitchFamily="34" charset="-122"/>
              <a:ea typeface="微软雅黑" panose="020B0503020204020204" pitchFamily="34" charset="-122"/>
            </a:endParaRPr>
          </a:p>
        </p:txBody>
      </p:sp>
      <p:sp>
        <p:nvSpPr>
          <p:cNvPr id="73" name="Freeform 10"/>
          <p:cNvSpPr>
            <a:spLocks/>
          </p:cNvSpPr>
          <p:nvPr/>
        </p:nvSpPr>
        <p:spPr bwMode="auto">
          <a:xfrm>
            <a:off x="4277205" y="4550767"/>
            <a:ext cx="954741" cy="954739"/>
          </a:xfrm>
          <a:custGeom>
            <a:avLst/>
            <a:gdLst>
              <a:gd name="T0" fmla="*/ 307 w 613"/>
              <a:gd name="T1" fmla="*/ 0 h 613"/>
              <a:gd name="T2" fmla="*/ 613 w 613"/>
              <a:gd name="T3" fmla="*/ 307 h 613"/>
              <a:gd name="T4" fmla="*/ 307 w 613"/>
              <a:gd name="T5" fmla="*/ 613 h 613"/>
              <a:gd name="T6" fmla="*/ 0 w 613"/>
              <a:gd name="T7" fmla="*/ 307 h 613"/>
              <a:gd name="T8" fmla="*/ 307 w 613"/>
              <a:gd name="T9" fmla="*/ 0 h 613"/>
            </a:gdLst>
            <a:ahLst/>
            <a:cxnLst>
              <a:cxn ang="0">
                <a:pos x="T0" y="T1"/>
              </a:cxn>
              <a:cxn ang="0">
                <a:pos x="T2" y="T3"/>
              </a:cxn>
              <a:cxn ang="0">
                <a:pos x="T4" y="T5"/>
              </a:cxn>
              <a:cxn ang="0">
                <a:pos x="T6" y="T7"/>
              </a:cxn>
              <a:cxn ang="0">
                <a:pos x="T8" y="T9"/>
              </a:cxn>
            </a:cxnLst>
            <a:rect l="0" t="0" r="r" b="b"/>
            <a:pathLst>
              <a:path w="613" h="613">
                <a:moveTo>
                  <a:pt x="307" y="0"/>
                </a:moveTo>
                <a:lnTo>
                  <a:pt x="613" y="307"/>
                </a:lnTo>
                <a:lnTo>
                  <a:pt x="307" y="613"/>
                </a:lnTo>
                <a:lnTo>
                  <a:pt x="0" y="307"/>
                </a:lnTo>
                <a:lnTo>
                  <a:pt x="307" y="0"/>
                </a:lnTo>
                <a:close/>
              </a:path>
            </a:pathLst>
          </a:custGeom>
          <a:solidFill>
            <a:schemeClr val="accent2"/>
          </a:solidFill>
          <a:ln w="0">
            <a:noFill/>
            <a:prstDash val="solid"/>
            <a:round/>
            <a:headEnd/>
            <a:tailEnd/>
          </a:ln>
        </p:spPr>
        <p:txBody>
          <a:bodyPr vert="horz" wrap="square" lIns="128573" tIns="64286" rIns="128573" bIns="64286" numCol="1" anchor="t" anchorCtr="0" compatLnSpc="1">
            <a:prstTxWarp prst="textNoShape">
              <a:avLst/>
            </a:prstTxWarp>
          </a:bodyPr>
          <a:lstStyle/>
          <a:p>
            <a:endParaRPr lang="zh-CN" altLang="en-US" sz="2000"/>
          </a:p>
        </p:txBody>
      </p:sp>
      <p:sp>
        <p:nvSpPr>
          <p:cNvPr id="74" name="Freeform 12"/>
          <p:cNvSpPr>
            <a:spLocks/>
          </p:cNvSpPr>
          <p:nvPr/>
        </p:nvSpPr>
        <p:spPr bwMode="auto">
          <a:xfrm>
            <a:off x="6547737" y="1928090"/>
            <a:ext cx="1141212" cy="1137973"/>
          </a:xfrm>
          <a:custGeom>
            <a:avLst/>
            <a:gdLst>
              <a:gd name="T0" fmla="*/ 528 w 1057"/>
              <a:gd name="T1" fmla="*/ 0 h 1054"/>
              <a:gd name="T2" fmla="*/ 1057 w 1057"/>
              <a:gd name="T3" fmla="*/ 527 h 1054"/>
              <a:gd name="T4" fmla="*/ 528 w 1057"/>
              <a:gd name="T5" fmla="*/ 1054 h 1054"/>
              <a:gd name="T6" fmla="*/ 510 w 1057"/>
              <a:gd name="T7" fmla="*/ 1037 h 1054"/>
              <a:gd name="T8" fmla="*/ 0 w 1057"/>
              <a:gd name="T9" fmla="*/ 527 h 1054"/>
              <a:gd name="T10" fmla="*/ 510 w 1057"/>
              <a:gd name="T11" fmla="*/ 17 h 1054"/>
              <a:gd name="T12" fmla="*/ 528 w 1057"/>
              <a:gd name="T13" fmla="*/ 0 h 1054"/>
            </a:gdLst>
            <a:ahLst/>
            <a:cxnLst>
              <a:cxn ang="0">
                <a:pos x="T0" y="T1"/>
              </a:cxn>
              <a:cxn ang="0">
                <a:pos x="T2" y="T3"/>
              </a:cxn>
              <a:cxn ang="0">
                <a:pos x="T4" y="T5"/>
              </a:cxn>
              <a:cxn ang="0">
                <a:pos x="T6" y="T7"/>
              </a:cxn>
              <a:cxn ang="0">
                <a:pos x="T8" y="T9"/>
              </a:cxn>
              <a:cxn ang="0">
                <a:pos x="T10" y="T11"/>
              </a:cxn>
              <a:cxn ang="0">
                <a:pos x="T12" y="T13"/>
              </a:cxn>
            </a:cxnLst>
            <a:rect l="0" t="0" r="r" b="b"/>
            <a:pathLst>
              <a:path w="1057" h="1054">
                <a:moveTo>
                  <a:pt x="528" y="0"/>
                </a:moveTo>
                <a:lnTo>
                  <a:pt x="1057" y="527"/>
                </a:lnTo>
                <a:lnTo>
                  <a:pt x="528" y="1054"/>
                </a:lnTo>
                <a:lnTo>
                  <a:pt x="510" y="1037"/>
                </a:lnTo>
                <a:lnTo>
                  <a:pt x="0" y="527"/>
                </a:lnTo>
                <a:lnTo>
                  <a:pt x="510" y="17"/>
                </a:lnTo>
                <a:lnTo>
                  <a:pt x="528" y="0"/>
                </a:lnTo>
                <a:close/>
              </a:path>
            </a:pathLst>
          </a:custGeom>
          <a:solidFill>
            <a:schemeClr val="accent1"/>
          </a:solidFill>
          <a:ln w="0">
            <a:noFill/>
            <a:prstDash val="solid"/>
            <a:round/>
            <a:headEnd/>
            <a:tailEnd/>
          </a:ln>
        </p:spPr>
        <p:txBody>
          <a:bodyPr vert="horz" wrap="square" lIns="128573" tIns="64286" rIns="128573" bIns="64286" numCol="1" anchor="t" anchorCtr="0" compatLnSpc="1">
            <a:prstTxWarp prst="textNoShape">
              <a:avLst/>
            </a:prstTxWarp>
          </a:bodyPr>
          <a:lstStyle/>
          <a:p>
            <a:endParaRPr lang="zh-CN" altLang="en-US" sz="2000"/>
          </a:p>
        </p:txBody>
      </p:sp>
      <p:sp>
        <p:nvSpPr>
          <p:cNvPr id="75" name="Freeform 7"/>
          <p:cNvSpPr>
            <a:spLocks/>
          </p:cNvSpPr>
          <p:nvPr/>
        </p:nvSpPr>
        <p:spPr bwMode="auto">
          <a:xfrm>
            <a:off x="4474143" y="5553099"/>
            <a:ext cx="560862" cy="558942"/>
          </a:xfrm>
          <a:custGeom>
            <a:avLst/>
            <a:gdLst>
              <a:gd name="T0" fmla="*/ 145 w 292"/>
              <a:gd name="T1" fmla="*/ 0 h 291"/>
              <a:gd name="T2" fmla="*/ 292 w 292"/>
              <a:gd name="T3" fmla="*/ 146 h 291"/>
              <a:gd name="T4" fmla="*/ 145 w 292"/>
              <a:gd name="T5" fmla="*/ 291 h 291"/>
              <a:gd name="T6" fmla="*/ 0 w 292"/>
              <a:gd name="T7" fmla="*/ 146 h 291"/>
              <a:gd name="T8" fmla="*/ 145 w 292"/>
              <a:gd name="T9" fmla="*/ 0 h 291"/>
            </a:gdLst>
            <a:ahLst/>
            <a:cxnLst>
              <a:cxn ang="0">
                <a:pos x="T0" y="T1"/>
              </a:cxn>
              <a:cxn ang="0">
                <a:pos x="T2" y="T3"/>
              </a:cxn>
              <a:cxn ang="0">
                <a:pos x="T4" y="T5"/>
              </a:cxn>
              <a:cxn ang="0">
                <a:pos x="T6" y="T7"/>
              </a:cxn>
              <a:cxn ang="0">
                <a:pos x="T8" y="T9"/>
              </a:cxn>
            </a:cxnLst>
            <a:rect l="0" t="0" r="r" b="b"/>
            <a:pathLst>
              <a:path w="292" h="291">
                <a:moveTo>
                  <a:pt x="145" y="0"/>
                </a:moveTo>
                <a:lnTo>
                  <a:pt x="292" y="146"/>
                </a:lnTo>
                <a:lnTo>
                  <a:pt x="145" y="291"/>
                </a:lnTo>
                <a:lnTo>
                  <a:pt x="0" y="146"/>
                </a:lnTo>
                <a:lnTo>
                  <a:pt x="145" y="0"/>
                </a:lnTo>
                <a:close/>
              </a:path>
            </a:pathLst>
          </a:custGeom>
          <a:solidFill>
            <a:schemeClr val="accent3"/>
          </a:solidFill>
          <a:ln w="0">
            <a:noFill/>
            <a:prstDash val="solid"/>
            <a:round/>
            <a:headEnd/>
            <a:tailEnd/>
          </a:ln>
        </p:spPr>
        <p:txBody>
          <a:bodyPr vert="horz" wrap="square" lIns="128573" tIns="64286" rIns="128573" bIns="64286" numCol="1" anchor="t" anchorCtr="0" compatLnSpc="1">
            <a:prstTxWarp prst="textNoShape">
              <a:avLst/>
            </a:prstTxWarp>
          </a:bodyPr>
          <a:lstStyle/>
          <a:p>
            <a:endParaRPr lang="zh-CN" altLang="en-US" sz="2000"/>
          </a:p>
        </p:txBody>
      </p:sp>
      <p:sp>
        <p:nvSpPr>
          <p:cNvPr id="76" name="Freeform 7"/>
          <p:cNvSpPr>
            <a:spLocks/>
          </p:cNvSpPr>
          <p:nvPr/>
        </p:nvSpPr>
        <p:spPr bwMode="auto">
          <a:xfrm>
            <a:off x="5049615" y="664788"/>
            <a:ext cx="560862" cy="558942"/>
          </a:xfrm>
          <a:custGeom>
            <a:avLst/>
            <a:gdLst>
              <a:gd name="T0" fmla="*/ 145 w 292"/>
              <a:gd name="T1" fmla="*/ 0 h 291"/>
              <a:gd name="T2" fmla="*/ 292 w 292"/>
              <a:gd name="T3" fmla="*/ 146 h 291"/>
              <a:gd name="T4" fmla="*/ 145 w 292"/>
              <a:gd name="T5" fmla="*/ 291 h 291"/>
              <a:gd name="T6" fmla="*/ 0 w 292"/>
              <a:gd name="T7" fmla="*/ 146 h 291"/>
              <a:gd name="T8" fmla="*/ 145 w 292"/>
              <a:gd name="T9" fmla="*/ 0 h 291"/>
            </a:gdLst>
            <a:ahLst/>
            <a:cxnLst>
              <a:cxn ang="0">
                <a:pos x="T0" y="T1"/>
              </a:cxn>
              <a:cxn ang="0">
                <a:pos x="T2" y="T3"/>
              </a:cxn>
              <a:cxn ang="0">
                <a:pos x="T4" y="T5"/>
              </a:cxn>
              <a:cxn ang="0">
                <a:pos x="T6" y="T7"/>
              </a:cxn>
              <a:cxn ang="0">
                <a:pos x="T8" y="T9"/>
              </a:cxn>
            </a:cxnLst>
            <a:rect l="0" t="0" r="r" b="b"/>
            <a:pathLst>
              <a:path w="292" h="291">
                <a:moveTo>
                  <a:pt x="145" y="0"/>
                </a:moveTo>
                <a:lnTo>
                  <a:pt x="292" y="146"/>
                </a:lnTo>
                <a:lnTo>
                  <a:pt x="145" y="291"/>
                </a:lnTo>
                <a:lnTo>
                  <a:pt x="0" y="146"/>
                </a:lnTo>
                <a:lnTo>
                  <a:pt x="145" y="0"/>
                </a:lnTo>
                <a:close/>
              </a:path>
            </a:pathLst>
          </a:custGeom>
          <a:solidFill>
            <a:schemeClr val="accent1"/>
          </a:solidFill>
          <a:ln w="0">
            <a:noFill/>
            <a:prstDash val="solid"/>
            <a:round/>
            <a:headEnd/>
            <a:tailEnd/>
          </a:ln>
        </p:spPr>
        <p:txBody>
          <a:bodyPr vert="horz" wrap="square" lIns="128573" tIns="64286" rIns="128573" bIns="64286" numCol="1" anchor="t" anchorCtr="0" compatLnSpc="1">
            <a:prstTxWarp prst="textNoShape">
              <a:avLst/>
            </a:prstTxWarp>
          </a:bodyPr>
          <a:lstStyle/>
          <a:p>
            <a:endParaRPr lang="zh-CN" altLang="en-US" sz="2000"/>
          </a:p>
        </p:txBody>
      </p:sp>
      <p:sp>
        <p:nvSpPr>
          <p:cNvPr id="15" name="MH_Others_1"/>
          <p:cNvSpPr txBox="1"/>
          <p:nvPr>
            <p:custDataLst>
              <p:tags r:id="rId1"/>
            </p:custDataLst>
          </p:nvPr>
        </p:nvSpPr>
        <p:spPr>
          <a:xfrm>
            <a:off x="3795072" y="2436319"/>
            <a:ext cx="2873745" cy="1015534"/>
          </a:xfrm>
          <a:prstGeom prst="rect">
            <a:avLst/>
          </a:prstGeom>
          <a:noFill/>
        </p:spPr>
        <p:txBody>
          <a:bodyPr vert="horz" wrap="square" lIns="0" tIns="0" rIns="0" bIns="0" rtlCol="0" anchor="ctr" anchorCtr="0">
            <a:spAutoFit/>
          </a:bodyPr>
          <a:lstStyle/>
          <a:p>
            <a:pPr algn="ctr"/>
            <a:r>
              <a:rPr lang="zh-CN" altLang="en-US" sz="6599" b="1" dirty="0">
                <a:solidFill>
                  <a:schemeClr val="bg1"/>
                </a:solidFill>
                <a:latin typeface="Arial" panose="020B0604020202020204" pitchFamily="34" charset="0"/>
                <a:ea typeface="微软雅黑" panose="020B0503020204020204" pitchFamily="34" charset="-122"/>
                <a:sym typeface="Arial" panose="020B0604020202020204" pitchFamily="34" charset="0"/>
              </a:rPr>
              <a:t>目  录</a:t>
            </a:r>
          </a:p>
        </p:txBody>
      </p:sp>
      <p:sp>
        <p:nvSpPr>
          <p:cNvPr id="16" name="MH_Others_2"/>
          <p:cNvSpPr txBox="1"/>
          <p:nvPr>
            <p:custDataLst>
              <p:tags r:id="rId2"/>
            </p:custDataLst>
          </p:nvPr>
        </p:nvSpPr>
        <p:spPr>
          <a:xfrm>
            <a:off x="3809586" y="3451886"/>
            <a:ext cx="2844716" cy="430887"/>
          </a:xfrm>
          <a:prstGeom prst="rect">
            <a:avLst/>
          </a:prstGeom>
          <a:noFill/>
        </p:spPr>
        <p:txBody>
          <a:bodyPr wrap="square" lIns="0" tIns="0" rIns="0" bIns="0">
            <a:spAutoFit/>
          </a:bodyPr>
          <a:lstStyle/>
          <a:p>
            <a:pPr algn="ctr">
              <a:defRPr/>
            </a:pPr>
            <a:r>
              <a:rPr lang="en-US" altLang="zh-CN" sz="2800" b="1" dirty="0">
                <a:solidFill>
                  <a:schemeClr val="bg1"/>
                </a:solidFill>
                <a:latin typeface="Arial" panose="020B0604020202020204" pitchFamily="34" charset="0"/>
                <a:ea typeface="微软雅黑" panose="020B0503020204020204" pitchFamily="34" charset="-122"/>
                <a:sym typeface="Arial" panose="020B0604020202020204" pitchFamily="34" charset="0"/>
              </a:rPr>
              <a:t>CONTENTS</a:t>
            </a:r>
            <a:endParaRPr lang="zh-CN" altLang="en-US" sz="280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MH_SubTitle_1"/>
          <p:cNvSpPr txBox="1"/>
          <p:nvPr>
            <p:custDataLst>
              <p:tags r:id="rId3"/>
            </p:custDataLst>
          </p:nvPr>
        </p:nvSpPr>
        <p:spPr>
          <a:xfrm>
            <a:off x="8170559" y="2725889"/>
            <a:ext cx="2310893" cy="530915"/>
          </a:xfrm>
          <a:prstGeom prst="rect">
            <a:avLst/>
          </a:prstGeom>
          <a:noFill/>
        </p:spPr>
        <p:txBody>
          <a:bodyPr wrap="square" lIns="0" tIns="0" rIns="0" bIns="0" anchor="t" anchorCtr="0">
            <a:spAutoFit/>
          </a:bodyPr>
          <a:lstStyle/>
          <a:p>
            <a:r>
              <a:rPr lang="zh-CN" altLang="en-US"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en-US" altLang="zh-CN"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a:p>
            <a:r>
              <a:rPr lang="en-US" altLang="zh-CN"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ANNUAL WORK SUMMARY</a:t>
            </a:r>
            <a:endParaRPr lang="zh-CN" altLang="en-US"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MH_SubTitle_2"/>
          <p:cNvSpPr txBox="1"/>
          <p:nvPr>
            <p:custDataLst>
              <p:tags r:id="rId4"/>
            </p:custDataLst>
          </p:nvPr>
        </p:nvSpPr>
        <p:spPr>
          <a:xfrm>
            <a:off x="7287930" y="3644187"/>
            <a:ext cx="2310892" cy="530915"/>
          </a:xfrm>
          <a:prstGeom prst="rect">
            <a:avLst/>
          </a:prstGeom>
          <a:noFill/>
        </p:spPr>
        <p:txBody>
          <a:bodyPr wrap="square" lIns="0" tIns="0" rIns="0" bIns="0" anchor="t" anchorCtr="0">
            <a:spAutoFit/>
          </a:bodyPr>
          <a:lstStyle/>
          <a:p>
            <a:pPr lvl="0"/>
            <a:r>
              <a:rPr lang="zh-CN" altLang="en-US"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工作完成情况</a:t>
            </a:r>
            <a:endParaRPr lang="en-US" altLang="zh-CN"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a:p>
            <a:pPr lvl="0"/>
            <a:r>
              <a:rPr lang="en-US" altLang="zh-CN"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COMPLETION OF WORK</a:t>
            </a:r>
            <a:endParaRPr lang="zh-CN" altLang="en-US"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MH_SubTitle_3"/>
          <p:cNvSpPr txBox="1"/>
          <p:nvPr>
            <p:custDataLst>
              <p:tags r:id="rId5"/>
            </p:custDataLst>
          </p:nvPr>
        </p:nvSpPr>
        <p:spPr>
          <a:xfrm>
            <a:off x="6425682" y="4562486"/>
            <a:ext cx="2290511" cy="530915"/>
          </a:xfrm>
          <a:prstGeom prst="rect">
            <a:avLst/>
          </a:prstGeom>
          <a:noFill/>
        </p:spPr>
        <p:txBody>
          <a:bodyPr wrap="square" lIns="0" tIns="0" rIns="0" bIns="0" anchor="t" anchorCtr="0">
            <a:spAutoFit/>
          </a:bodyPr>
          <a:lstStyle/>
          <a:p>
            <a:pPr lvl="0"/>
            <a:r>
              <a:rPr lang="zh-CN" altLang="en-US"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成功项目展示</a:t>
            </a:r>
            <a:endParaRPr lang="en-US" altLang="zh-CN"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a:p>
            <a:pPr lvl="0"/>
            <a:r>
              <a:rPr lang="en-US" altLang="zh-CN"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SUCCESSFUL PROJECT </a:t>
            </a:r>
            <a:endParaRPr lang="zh-CN" altLang="en-US"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MH_SubTitle_4"/>
          <p:cNvSpPr txBox="1"/>
          <p:nvPr>
            <p:custDataLst>
              <p:tags r:id="rId6"/>
            </p:custDataLst>
          </p:nvPr>
        </p:nvSpPr>
        <p:spPr>
          <a:xfrm>
            <a:off x="5454663" y="5480785"/>
            <a:ext cx="2399281" cy="530915"/>
          </a:xfrm>
          <a:prstGeom prst="rect">
            <a:avLst/>
          </a:prstGeom>
          <a:noFill/>
        </p:spPr>
        <p:txBody>
          <a:bodyPr wrap="square" lIns="0" tIns="0" rIns="0" bIns="0" anchor="t" anchorCtr="0">
            <a:spAutoFit/>
          </a:bodyPr>
          <a:lstStyle/>
          <a:p>
            <a:pPr lvl="0"/>
            <a:r>
              <a:rPr lang="zh-CN" altLang="en-US"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明年工作计划</a:t>
            </a:r>
            <a:endParaRPr lang="en-US" altLang="zh-CN" sz="2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a:p>
            <a:pPr lvl="0"/>
            <a:r>
              <a:rPr lang="en-US" altLang="zh-CN"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NEXT YEAR WORK PLAN</a:t>
            </a:r>
            <a:endParaRPr lang="zh-CN" altLang="en-US" sz="105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205446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3250" advTm="0">
        <p15:prstTrans prst="origami"/>
      </p:transition>
    </mc:Choice>
    <mc:Fallback xmlns="">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accel="40000" fill="hold" grpId="0" nodeType="clickEffect" p14:presetBounceEnd="40000">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14:bounceEnd="40000">
                                          <p:cBhvr additive="base">
                                            <p:cTn id="7" dur="1500" fill="hold"/>
                                            <p:tgtEl>
                                              <p:spTgt spid="70"/>
                                            </p:tgtEl>
                                            <p:attrNameLst>
                                              <p:attrName>ppt_x</p:attrName>
                                            </p:attrNameLst>
                                          </p:cBhvr>
                                          <p:tavLst>
                                            <p:tav tm="0">
                                              <p:val>
                                                <p:strVal val="0-#ppt_w/2"/>
                                              </p:val>
                                            </p:tav>
                                            <p:tav tm="100000">
                                              <p:val>
                                                <p:strVal val="#ppt_x"/>
                                              </p:val>
                                            </p:tav>
                                          </p:tavLst>
                                        </p:anim>
                                        <p:anim calcmode="lin" valueType="num" p14:bounceEnd="40000">
                                          <p:cBhvr additive="base">
                                            <p:cTn id="8" dur="1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accel="40000" fill="hold" grpId="0" nodeType="clickEffect" p14:presetBounceEnd="40000">
                                      <p:stCondLst>
                                        <p:cond delay="0"/>
                                      </p:stCondLst>
                                      <p:childTnLst>
                                        <p:set>
                                          <p:cBhvr>
                                            <p:cTn id="12" dur="1" fill="hold">
                                              <p:stCondLst>
                                                <p:cond delay="0"/>
                                              </p:stCondLst>
                                            </p:cTn>
                                            <p:tgtEl>
                                              <p:spTgt spid="71"/>
                                            </p:tgtEl>
                                            <p:attrNameLst>
                                              <p:attrName>style.visibility</p:attrName>
                                            </p:attrNameLst>
                                          </p:cBhvr>
                                          <p:to>
                                            <p:strVal val="visible"/>
                                          </p:to>
                                        </p:set>
                                        <p:anim calcmode="lin" valueType="num" p14:bounceEnd="40000">
                                          <p:cBhvr additive="base">
                                            <p:cTn id="13" dur="1500" fill="hold"/>
                                            <p:tgtEl>
                                              <p:spTgt spid="71"/>
                                            </p:tgtEl>
                                            <p:attrNameLst>
                                              <p:attrName>ppt_x</p:attrName>
                                            </p:attrNameLst>
                                          </p:cBhvr>
                                          <p:tavLst>
                                            <p:tav tm="0">
                                              <p:val>
                                                <p:strVal val="0-#ppt_w/2"/>
                                              </p:val>
                                            </p:tav>
                                            <p:tav tm="100000">
                                              <p:val>
                                                <p:strVal val="#ppt_x"/>
                                              </p:val>
                                            </p:tav>
                                          </p:tavLst>
                                        </p:anim>
                                        <p:anim calcmode="lin" valueType="num" p14:bounceEnd="40000">
                                          <p:cBhvr additive="base">
                                            <p:cTn id="14" dur="1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accel="40000" fill="hold" grpId="0" nodeType="clickEffect" p14:presetBounceEnd="40000">
                                      <p:stCondLst>
                                        <p:cond delay="0"/>
                                      </p:stCondLst>
                                      <p:childTnLst>
                                        <p:set>
                                          <p:cBhvr>
                                            <p:cTn id="18" dur="1" fill="hold">
                                              <p:stCondLst>
                                                <p:cond delay="0"/>
                                              </p:stCondLst>
                                            </p:cTn>
                                            <p:tgtEl>
                                              <p:spTgt spid="72"/>
                                            </p:tgtEl>
                                            <p:attrNameLst>
                                              <p:attrName>style.visibility</p:attrName>
                                            </p:attrNameLst>
                                          </p:cBhvr>
                                          <p:to>
                                            <p:strVal val="visible"/>
                                          </p:to>
                                        </p:set>
                                        <p:anim calcmode="lin" valueType="num" p14:bounceEnd="40000">
                                          <p:cBhvr additive="base">
                                            <p:cTn id="19" dur="1500" fill="hold"/>
                                            <p:tgtEl>
                                              <p:spTgt spid="72"/>
                                            </p:tgtEl>
                                            <p:attrNameLst>
                                              <p:attrName>ppt_x</p:attrName>
                                            </p:attrNameLst>
                                          </p:cBhvr>
                                          <p:tavLst>
                                            <p:tav tm="0">
                                              <p:val>
                                                <p:strVal val="0-#ppt_w/2"/>
                                              </p:val>
                                            </p:tav>
                                            <p:tav tm="100000">
                                              <p:val>
                                                <p:strVal val="#ppt_x"/>
                                              </p:val>
                                            </p:tav>
                                          </p:tavLst>
                                        </p:anim>
                                        <p:anim calcmode="lin" valueType="num" p14:bounceEnd="40000">
                                          <p:cBhvr additive="base">
                                            <p:cTn id="20" dur="1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accel="40000" fill="hold" grpId="0" nodeType="clickEffect" p14:presetBounceEnd="40000">
                                      <p:stCondLst>
                                        <p:cond delay="0"/>
                                      </p:stCondLst>
                                      <p:childTnLst>
                                        <p:set>
                                          <p:cBhvr>
                                            <p:cTn id="24" dur="1" fill="hold">
                                              <p:stCondLst>
                                                <p:cond delay="0"/>
                                              </p:stCondLst>
                                            </p:cTn>
                                            <p:tgtEl>
                                              <p:spTgt spid="73"/>
                                            </p:tgtEl>
                                            <p:attrNameLst>
                                              <p:attrName>style.visibility</p:attrName>
                                            </p:attrNameLst>
                                          </p:cBhvr>
                                          <p:to>
                                            <p:strVal val="visible"/>
                                          </p:to>
                                        </p:set>
                                        <p:anim calcmode="lin" valueType="num" p14:bounceEnd="40000">
                                          <p:cBhvr additive="base">
                                            <p:cTn id="25" dur="1500" fill="hold"/>
                                            <p:tgtEl>
                                              <p:spTgt spid="73"/>
                                            </p:tgtEl>
                                            <p:attrNameLst>
                                              <p:attrName>ppt_x</p:attrName>
                                            </p:attrNameLst>
                                          </p:cBhvr>
                                          <p:tavLst>
                                            <p:tav tm="0">
                                              <p:val>
                                                <p:strVal val="0-#ppt_w/2"/>
                                              </p:val>
                                            </p:tav>
                                            <p:tav tm="100000">
                                              <p:val>
                                                <p:strVal val="#ppt_x"/>
                                              </p:val>
                                            </p:tav>
                                          </p:tavLst>
                                        </p:anim>
                                        <p:anim calcmode="lin" valueType="num" p14:bounceEnd="40000">
                                          <p:cBhvr additive="base">
                                            <p:cTn id="26" dur="1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accel="40000" fill="hold" grpId="0" nodeType="clickEffect" p14:presetBounceEnd="40000">
                                      <p:stCondLst>
                                        <p:cond delay="0"/>
                                      </p:stCondLst>
                                      <p:childTnLst>
                                        <p:set>
                                          <p:cBhvr>
                                            <p:cTn id="30" dur="1" fill="hold">
                                              <p:stCondLst>
                                                <p:cond delay="0"/>
                                              </p:stCondLst>
                                            </p:cTn>
                                            <p:tgtEl>
                                              <p:spTgt spid="74"/>
                                            </p:tgtEl>
                                            <p:attrNameLst>
                                              <p:attrName>style.visibility</p:attrName>
                                            </p:attrNameLst>
                                          </p:cBhvr>
                                          <p:to>
                                            <p:strVal val="visible"/>
                                          </p:to>
                                        </p:set>
                                        <p:anim calcmode="lin" valueType="num" p14:bounceEnd="40000">
                                          <p:cBhvr additive="base">
                                            <p:cTn id="31" dur="1500" fill="hold"/>
                                            <p:tgtEl>
                                              <p:spTgt spid="74"/>
                                            </p:tgtEl>
                                            <p:attrNameLst>
                                              <p:attrName>ppt_x</p:attrName>
                                            </p:attrNameLst>
                                          </p:cBhvr>
                                          <p:tavLst>
                                            <p:tav tm="0">
                                              <p:val>
                                                <p:strVal val="0-#ppt_w/2"/>
                                              </p:val>
                                            </p:tav>
                                            <p:tav tm="100000">
                                              <p:val>
                                                <p:strVal val="#ppt_x"/>
                                              </p:val>
                                            </p:tav>
                                          </p:tavLst>
                                        </p:anim>
                                        <p:anim calcmode="lin" valueType="num" p14:bounceEnd="40000">
                                          <p:cBhvr additive="base">
                                            <p:cTn id="32" dur="1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accel="40000" fill="hold" grpId="0" nodeType="clickEffect" p14:presetBounceEnd="40000">
                                      <p:stCondLst>
                                        <p:cond delay="0"/>
                                      </p:stCondLst>
                                      <p:childTnLst>
                                        <p:set>
                                          <p:cBhvr>
                                            <p:cTn id="36" dur="1" fill="hold">
                                              <p:stCondLst>
                                                <p:cond delay="0"/>
                                              </p:stCondLst>
                                            </p:cTn>
                                            <p:tgtEl>
                                              <p:spTgt spid="75"/>
                                            </p:tgtEl>
                                            <p:attrNameLst>
                                              <p:attrName>style.visibility</p:attrName>
                                            </p:attrNameLst>
                                          </p:cBhvr>
                                          <p:to>
                                            <p:strVal val="visible"/>
                                          </p:to>
                                        </p:set>
                                        <p:anim calcmode="lin" valueType="num" p14:bounceEnd="40000">
                                          <p:cBhvr additive="base">
                                            <p:cTn id="37" dur="1500" fill="hold"/>
                                            <p:tgtEl>
                                              <p:spTgt spid="75"/>
                                            </p:tgtEl>
                                            <p:attrNameLst>
                                              <p:attrName>ppt_x</p:attrName>
                                            </p:attrNameLst>
                                          </p:cBhvr>
                                          <p:tavLst>
                                            <p:tav tm="0">
                                              <p:val>
                                                <p:strVal val="0-#ppt_w/2"/>
                                              </p:val>
                                            </p:tav>
                                            <p:tav tm="100000">
                                              <p:val>
                                                <p:strVal val="#ppt_x"/>
                                              </p:val>
                                            </p:tav>
                                          </p:tavLst>
                                        </p:anim>
                                        <p:anim calcmode="lin" valueType="num" p14:bounceEnd="40000">
                                          <p:cBhvr additive="base">
                                            <p:cTn id="38" dur="1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accel="40000" fill="hold" grpId="0" nodeType="clickEffect" p14:presetBounceEnd="40000">
                                      <p:stCondLst>
                                        <p:cond delay="0"/>
                                      </p:stCondLst>
                                      <p:childTnLst>
                                        <p:set>
                                          <p:cBhvr>
                                            <p:cTn id="42" dur="1" fill="hold">
                                              <p:stCondLst>
                                                <p:cond delay="0"/>
                                              </p:stCondLst>
                                            </p:cTn>
                                            <p:tgtEl>
                                              <p:spTgt spid="76"/>
                                            </p:tgtEl>
                                            <p:attrNameLst>
                                              <p:attrName>style.visibility</p:attrName>
                                            </p:attrNameLst>
                                          </p:cBhvr>
                                          <p:to>
                                            <p:strVal val="visible"/>
                                          </p:to>
                                        </p:set>
                                        <p:anim calcmode="lin" valueType="num" p14:bounceEnd="40000">
                                          <p:cBhvr additive="base">
                                            <p:cTn id="43" dur="1500" fill="hold"/>
                                            <p:tgtEl>
                                              <p:spTgt spid="76"/>
                                            </p:tgtEl>
                                            <p:attrNameLst>
                                              <p:attrName>ppt_x</p:attrName>
                                            </p:attrNameLst>
                                          </p:cBhvr>
                                          <p:tavLst>
                                            <p:tav tm="0">
                                              <p:val>
                                                <p:strVal val="0-#ppt_w/2"/>
                                              </p:val>
                                            </p:tav>
                                            <p:tav tm="100000">
                                              <p:val>
                                                <p:strVal val="#ppt_x"/>
                                              </p:val>
                                            </p:tav>
                                          </p:tavLst>
                                        </p:anim>
                                        <p:anim calcmode="lin" valueType="num" p14:bounceEnd="40000">
                                          <p:cBhvr additive="base">
                                            <p:cTn id="44" dur="1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56" presetClass="entr" presetSubtype="0" fill="hold" grpId="0" nodeType="clickEffect">
                                      <p:stCondLst>
                                        <p:cond delay="0"/>
                                      </p:stCondLst>
                                      <p:iterate type="lt">
                                        <p:tmPct val="10000"/>
                                      </p:iterate>
                                      <p:childTnLst>
                                        <p:set>
                                          <p:cBhvr>
                                            <p:cTn id="48" dur="1" fill="hold">
                                              <p:stCondLst>
                                                <p:cond delay="0"/>
                                              </p:stCondLst>
                                            </p:cTn>
                                            <p:tgtEl>
                                              <p:spTgt spid="15"/>
                                            </p:tgtEl>
                                            <p:attrNameLst>
                                              <p:attrName>style.visibility</p:attrName>
                                            </p:attrNameLst>
                                          </p:cBhvr>
                                          <p:to>
                                            <p:strVal val="visible"/>
                                          </p:to>
                                        </p:set>
                                        <p:anim by="(-#ppt_w*2)" calcmode="lin" valueType="num">
                                          <p:cBhvr rctx="PPT">
                                            <p:cTn id="49" dur="500" autoRev="1" fill="hold">
                                              <p:stCondLst>
                                                <p:cond delay="0"/>
                                              </p:stCondLst>
                                            </p:cTn>
                                            <p:tgtEl>
                                              <p:spTgt spid="15"/>
                                            </p:tgtEl>
                                            <p:attrNameLst>
                                              <p:attrName>ppt_w</p:attrName>
                                            </p:attrNameLst>
                                          </p:cBhvr>
                                        </p:anim>
                                        <p:anim by="(#ppt_w*0.50)" calcmode="lin" valueType="num">
                                          <p:cBhvr>
                                            <p:cTn id="50" dur="500" decel="50000" autoRev="1" fill="hold">
                                              <p:stCondLst>
                                                <p:cond delay="0"/>
                                              </p:stCondLst>
                                            </p:cTn>
                                            <p:tgtEl>
                                              <p:spTgt spid="15"/>
                                            </p:tgtEl>
                                            <p:attrNameLst>
                                              <p:attrName>ppt_x</p:attrName>
                                            </p:attrNameLst>
                                          </p:cBhvr>
                                        </p:anim>
                                        <p:anim from="(-#ppt_h/2)" to="(#ppt_y)" calcmode="lin" valueType="num">
                                          <p:cBhvr>
                                            <p:cTn id="51" dur="1000" fill="hold">
                                              <p:stCondLst>
                                                <p:cond delay="0"/>
                                              </p:stCondLst>
                                            </p:cTn>
                                            <p:tgtEl>
                                              <p:spTgt spid="15"/>
                                            </p:tgtEl>
                                            <p:attrNameLst>
                                              <p:attrName>ppt_y</p:attrName>
                                            </p:attrNameLst>
                                          </p:cBhvr>
                                        </p:anim>
                                        <p:animRot by="21600000">
                                          <p:cBhvr>
                                            <p:cTn id="52" dur="1000" fill="hold">
                                              <p:stCondLst>
                                                <p:cond delay="0"/>
                                              </p:stCondLst>
                                            </p:cTn>
                                            <p:tgtEl>
                                              <p:spTgt spid="15"/>
                                            </p:tgtEl>
                                            <p:attrNameLst>
                                              <p:attrName>r</p:attrName>
                                            </p:attrNameLst>
                                          </p:cBhvr>
                                        </p:animRot>
                                      </p:childTnLst>
                                    </p:cTn>
                                  </p:par>
                                  <p:par>
                                    <p:cTn id="53" presetID="56" presetClass="entr" presetSubtype="0" fill="hold" grpId="0" nodeType="withEffect">
                                      <p:stCondLst>
                                        <p:cond delay="0"/>
                                      </p:stCondLst>
                                      <p:iterate type="lt">
                                        <p:tmPct val="10000"/>
                                      </p:iterate>
                                      <p:childTnLst>
                                        <p:set>
                                          <p:cBhvr>
                                            <p:cTn id="54" dur="1" fill="hold">
                                              <p:stCondLst>
                                                <p:cond delay="0"/>
                                              </p:stCondLst>
                                            </p:cTn>
                                            <p:tgtEl>
                                              <p:spTgt spid="16"/>
                                            </p:tgtEl>
                                            <p:attrNameLst>
                                              <p:attrName>style.visibility</p:attrName>
                                            </p:attrNameLst>
                                          </p:cBhvr>
                                          <p:to>
                                            <p:strVal val="visible"/>
                                          </p:to>
                                        </p:set>
                                        <p:anim by="(-#ppt_w*2)" calcmode="lin" valueType="num">
                                          <p:cBhvr rctx="PPT">
                                            <p:cTn id="55" dur="500" autoRev="1" fill="hold">
                                              <p:stCondLst>
                                                <p:cond delay="0"/>
                                              </p:stCondLst>
                                            </p:cTn>
                                            <p:tgtEl>
                                              <p:spTgt spid="16"/>
                                            </p:tgtEl>
                                            <p:attrNameLst>
                                              <p:attrName>ppt_w</p:attrName>
                                            </p:attrNameLst>
                                          </p:cBhvr>
                                        </p:anim>
                                        <p:anim by="(#ppt_w*0.50)" calcmode="lin" valueType="num">
                                          <p:cBhvr>
                                            <p:cTn id="56" dur="500" decel="50000" autoRev="1" fill="hold">
                                              <p:stCondLst>
                                                <p:cond delay="0"/>
                                              </p:stCondLst>
                                            </p:cTn>
                                            <p:tgtEl>
                                              <p:spTgt spid="16"/>
                                            </p:tgtEl>
                                            <p:attrNameLst>
                                              <p:attrName>ppt_x</p:attrName>
                                            </p:attrNameLst>
                                          </p:cBhvr>
                                        </p:anim>
                                        <p:anim from="(-#ppt_h/2)" to="(#ppt_y)" calcmode="lin" valueType="num">
                                          <p:cBhvr>
                                            <p:cTn id="57" dur="1000" fill="hold">
                                              <p:stCondLst>
                                                <p:cond delay="0"/>
                                              </p:stCondLst>
                                            </p:cTn>
                                            <p:tgtEl>
                                              <p:spTgt spid="16"/>
                                            </p:tgtEl>
                                            <p:attrNameLst>
                                              <p:attrName>ppt_y</p:attrName>
                                            </p:attrNameLst>
                                          </p:cBhvr>
                                        </p:anim>
                                        <p:animRot by="21600000">
                                          <p:cBhvr>
                                            <p:cTn id="58" dur="1000" fill="hold">
                                              <p:stCondLst>
                                                <p:cond delay="0"/>
                                              </p:stCondLst>
                                            </p:cTn>
                                            <p:tgtEl>
                                              <p:spTgt spid="16"/>
                                            </p:tgtEl>
                                            <p:attrNameLst>
                                              <p:attrName>r</p:attrName>
                                            </p:attrNameLst>
                                          </p:cBhvr>
                                        </p:animRo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500" fill="hold"/>
                                            <p:tgtEl>
                                              <p:spTgt spid="17"/>
                                            </p:tgtEl>
                                            <p:attrNameLst>
                                              <p:attrName>ppt_x</p:attrName>
                                            </p:attrNameLst>
                                          </p:cBhvr>
                                          <p:tavLst>
                                            <p:tav tm="0">
                                              <p:val>
                                                <p:strVal val="0-#ppt_w/2"/>
                                              </p:val>
                                            </p:tav>
                                            <p:tav tm="100000">
                                              <p:val>
                                                <p:strVal val="#ppt_x"/>
                                              </p:val>
                                            </p:tav>
                                          </p:tavLst>
                                        </p:anim>
                                        <p:anim calcmode="lin" valueType="num">
                                          <p:cBhvr additive="base">
                                            <p:cTn id="64"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 calcmode="lin" valueType="num">
                                          <p:cBhvr additive="base">
                                            <p:cTn id="69" dur="500" fill="hold"/>
                                            <p:tgtEl>
                                              <p:spTgt spid="18"/>
                                            </p:tgtEl>
                                            <p:attrNameLst>
                                              <p:attrName>ppt_x</p:attrName>
                                            </p:attrNameLst>
                                          </p:cBhvr>
                                          <p:tavLst>
                                            <p:tav tm="0">
                                              <p:val>
                                                <p:strVal val="0-#ppt_w/2"/>
                                              </p:val>
                                            </p:tav>
                                            <p:tav tm="100000">
                                              <p:val>
                                                <p:strVal val="#ppt_x"/>
                                              </p:val>
                                            </p:tav>
                                          </p:tavLst>
                                        </p:anim>
                                        <p:anim calcmode="lin" valueType="num">
                                          <p:cBhvr additive="base">
                                            <p:cTn id="7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0" nodeType="click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500" fill="hold"/>
                                            <p:tgtEl>
                                              <p:spTgt spid="19"/>
                                            </p:tgtEl>
                                            <p:attrNameLst>
                                              <p:attrName>ppt_x</p:attrName>
                                            </p:attrNameLst>
                                          </p:cBhvr>
                                          <p:tavLst>
                                            <p:tav tm="0">
                                              <p:val>
                                                <p:strVal val="1+#ppt_w/2"/>
                                              </p:val>
                                            </p:tav>
                                            <p:tav tm="100000">
                                              <p:val>
                                                <p:strVal val="#ppt_x"/>
                                              </p:val>
                                            </p:tav>
                                          </p:tavLst>
                                        </p:anim>
                                        <p:anim calcmode="lin" valueType="num">
                                          <p:cBhvr additive="base">
                                            <p:cTn id="7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 calcmode="lin" valueType="num">
                                          <p:cBhvr additive="base">
                                            <p:cTn id="81" dur="500" fill="hold"/>
                                            <p:tgtEl>
                                              <p:spTgt spid="20"/>
                                            </p:tgtEl>
                                            <p:attrNameLst>
                                              <p:attrName>ppt_x</p:attrName>
                                            </p:attrNameLst>
                                          </p:cBhvr>
                                          <p:tavLst>
                                            <p:tav tm="0">
                                              <p:val>
                                                <p:strVal val="1+#ppt_w/2"/>
                                              </p:val>
                                            </p:tav>
                                            <p:tav tm="100000">
                                              <p:val>
                                                <p:strVal val="#ppt_x"/>
                                              </p:val>
                                            </p:tav>
                                          </p:tavLst>
                                        </p:anim>
                                        <p:anim calcmode="lin" valueType="num">
                                          <p:cBhvr additive="base">
                                            <p:cTn id="82"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2" grpId="0" animBg="1"/>
          <p:bldP spid="73" grpId="0" animBg="1"/>
          <p:bldP spid="74" grpId="0" animBg="1"/>
          <p:bldP spid="75" grpId="0" animBg="1"/>
          <p:bldP spid="76" grpId="0" animBg="1"/>
          <p:bldP spid="15" grpId="0"/>
          <p:bldP spid="16" grpId="0"/>
          <p:bldP spid="17" grpId="0"/>
          <p:bldP spid="18" grpId="0"/>
          <p:bldP spid="19" grpId="0"/>
          <p:bldP spid="20"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accel="4000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500" fill="hold"/>
                                            <p:tgtEl>
                                              <p:spTgt spid="70"/>
                                            </p:tgtEl>
                                            <p:attrNameLst>
                                              <p:attrName>ppt_x</p:attrName>
                                            </p:attrNameLst>
                                          </p:cBhvr>
                                          <p:tavLst>
                                            <p:tav tm="0">
                                              <p:val>
                                                <p:strVal val="0-#ppt_w/2"/>
                                              </p:val>
                                            </p:tav>
                                            <p:tav tm="100000">
                                              <p:val>
                                                <p:strVal val="#ppt_x"/>
                                              </p:val>
                                            </p:tav>
                                          </p:tavLst>
                                        </p:anim>
                                        <p:anim calcmode="lin" valueType="num">
                                          <p:cBhvr additive="base">
                                            <p:cTn id="8" dur="1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accel="40000" fill="hold" grpId="0" nodeType="clickEffect">
                                      <p:stCondLst>
                                        <p:cond delay="0"/>
                                      </p:stCondLst>
                                      <p:childTnLst>
                                        <p:set>
                                          <p:cBhvr>
                                            <p:cTn id="12" dur="1" fill="hold">
                                              <p:stCondLst>
                                                <p:cond delay="0"/>
                                              </p:stCondLst>
                                            </p:cTn>
                                            <p:tgtEl>
                                              <p:spTgt spid="71"/>
                                            </p:tgtEl>
                                            <p:attrNameLst>
                                              <p:attrName>style.visibility</p:attrName>
                                            </p:attrNameLst>
                                          </p:cBhvr>
                                          <p:to>
                                            <p:strVal val="visible"/>
                                          </p:to>
                                        </p:set>
                                        <p:anim calcmode="lin" valueType="num">
                                          <p:cBhvr additive="base">
                                            <p:cTn id="13" dur="1500" fill="hold"/>
                                            <p:tgtEl>
                                              <p:spTgt spid="71"/>
                                            </p:tgtEl>
                                            <p:attrNameLst>
                                              <p:attrName>ppt_x</p:attrName>
                                            </p:attrNameLst>
                                          </p:cBhvr>
                                          <p:tavLst>
                                            <p:tav tm="0">
                                              <p:val>
                                                <p:strVal val="0-#ppt_w/2"/>
                                              </p:val>
                                            </p:tav>
                                            <p:tav tm="100000">
                                              <p:val>
                                                <p:strVal val="#ppt_x"/>
                                              </p:val>
                                            </p:tav>
                                          </p:tavLst>
                                        </p:anim>
                                        <p:anim calcmode="lin" valueType="num">
                                          <p:cBhvr additive="base">
                                            <p:cTn id="14" dur="1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accel="40000" fill="hold" grpId="0" nodeType="clickEffect">
                                      <p:stCondLst>
                                        <p:cond delay="0"/>
                                      </p:stCondLst>
                                      <p:childTnLst>
                                        <p:set>
                                          <p:cBhvr>
                                            <p:cTn id="18" dur="1" fill="hold">
                                              <p:stCondLst>
                                                <p:cond delay="0"/>
                                              </p:stCondLst>
                                            </p:cTn>
                                            <p:tgtEl>
                                              <p:spTgt spid="72"/>
                                            </p:tgtEl>
                                            <p:attrNameLst>
                                              <p:attrName>style.visibility</p:attrName>
                                            </p:attrNameLst>
                                          </p:cBhvr>
                                          <p:to>
                                            <p:strVal val="visible"/>
                                          </p:to>
                                        </p:set>
                                        <p:anim calcmode="lin" valueType="num">
                                          <p:cBhvr additive="base">
                                            <p:cTn id="19" dur="1500" fill="hold"/>
                                            <p:tgtEl>
                                              <p:spTgt spid="72"/>
                                            </p:tgtEl>
                                            <p:attrNameLst>
                                              <p:attrName>ppt_x</p:attrName>
                                            </p:attrNameLst>
                                          </p:cBhvr>
                                          <p:tavLst>
                                            <p:tav tm="0">
                                              <p:val>
                                                <p:strVal val="0-#ppt_w/2"/>
                                              </p:val>
                                            </p:tav>
                                            <p:tav tm="100000">
                                              <p:val>
                                                <p:strVal val="#ppt_x"/>
                                              </p:val>
                                            </p:tav>
                                          </p:tavLst>
                                        </p:anim>
                                        <p:anim calcmode="lin" valueType="num">
                                          <p:cBhvr additive="base">
                                            <p:cTn id="20" dur="1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accel="40000" fill="hold" grpId="0" nodeType="clickEffect">
                                      <p:stCondLst>
                                        <p:cond delay="0"/>
                                      </p:stCondLst>
                                      <p:childTnLst>
                                        <p:set>
                                          <p:cBhvr>
                                            <p:cTn id="24" dur="1" fill="hold">
                                              <p:stCondLst>
                                                <p:cond delay="0"/>
                                              </p:stCondLst>
                                            </p:cTn>
                                            <p:tgtEl>
                                              <p:spTgt spid="73"/>
                                            </p:tgtEl>
                                            <p:attrNameLst>
                                              <p:attrName>style.visibility</p:attrName>
                                            </p:attrNameLst>
                                          </p:cBhvr>
                                          <p:to>
                                            <p:strVal val="visible"/>
                                          </p:to>
                                        </p:set>
                                        <p:anim calcmode="lin" valueType="num">
                                          <p:cBhvr additive="base">
                                            <p:cTn id="25" dur="1500" fill="hold"/>
                                            <p:tgtEl>
                                              <p:spTgt spid="73"/>
                                            </p:tgtEl>
                                            <p:attrNameLst>
                                              <p:attrName>ppt_x</p:attrName>
                                            </p:attrNameLst>
                                          </p:cBhvr>
                                          <p:tavLst>
                                            <p:tav tm="0">
                                              <p:val>
                                                <p:strVal val="0-#ppt_w/2"/>
                                              </p:val>
                                            </p:tav>
                                            <p:tav tm="100000">
                                              <p:val>
                                                <p:strVal val="#ppt_x"/>
                                              </p:val>
                                            </p:tav>
                                          </p:tavLst>
                                        </p:anim>
                                        <p:anim calcmode="lin" valueType="num">
                                          <p:cBhvr additive="base">
                                            <p:cTn id="26" dur="1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accel="40000" fill="hold" grpId="0" nodeType="clickEffect">
                                      <p:stCondLst>
                                        <p:cond delay="0"/>
                                      </p:stCondLst>
                                      <p:childTnLst>
                                        <p:set>
                                          <p:cBhvr>
                                            <p:cTn id="30" dur="1" fill="hold">
                                              <p:stCondLst>
                                                <p:cond delay="0"/>
                                              </p:stCondLst>
                                            </p:cTn>
                                            <p:tgtEl>
                                              <p:spTgt spid="74"/>
                                            </p:tgtEl>
                                            <p:attrNameLst>
                                              <p:attrName>style.visibility</p:attrName>
                                            </p:attrNameLst>
                                          </p:cBhvr>
                                          <p:to>
                                            <p:strVal val="visible"/>
                                          </p:to>
                                        </p:set>
                                        <p:anim calcmode="lin" valueType="num">
                                          <p:cBhvr additive="base">
                                            <p:cTn id="31" dur="1500" fill="hold"/>
                                            <p:tgtEl>
                                              <p:spTgt spid="74"/>
                                            </p:tgtEl>
                                            <p:attrNameLst>
                                              <p:attrName>ppt_x</p:attrName>
                                            </p:attrNameLst>
                                          </p:cBhvr>
                                          <p:tavLst>
                                            <p:tav tm="0">
                                              <p:val>
                                                <p:strVal val="0-#ppt_w/2"/>
                                              </p:val>
                                            </p:tav>
                                            <p:tav tm="100000">
                                              <p:val>
                                                <p:strVal val="#ppt_x"/>
                                              </p:val>
                                            </p:tav>
                                          </p:tavLst>
                                        </p:anim>
                                        <p:anim calcmode="lin" valueType="num">
                                          <p:cBhvr additive="base">
                                            <p:cTn id="32" dur="1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accel="40000" fill="hold" grpId="0" nodeType="clickEffect">
                                      <p:stCondLst>
                                        <p:cond delay="0"/>
                                      </p:stCondLst>
                                      <p:childTnLst>
                                        <p:set>
                                          <p:cBhvr>
                                            <p:cTn id="36" dur="1" fill="hold">
                                              <p:stCondLst>
                                                <p:cond delay="0"/>
                                              </p:stCondLst>
                                            </p:cTn>
                                            <p:tgtEl>
                                              <p:spTgt spid="75"/>
                                            </p:tgtEl>
                                            <p:attrNameLst>
                                              <p:attrName>style.visibility</p:attrName>
                                            </p:attrNameLst>
                                          </p:cBhvr>
                                          <p:to>
                                            <p:strVal val="visible"/>
                                          </p:to>
                                        </p:set>
                                        <p:anim calcmode="lin" valueType="num">
                                          <p:cBhvr additive="base">
                                            <p:cTn id="37" dur="1500" fill="hold"/>
                                            <p:tgtEl>
                                              <p:spTgt spid="75"/>
                                            </p:tgtEl>
                                            <p:attrNameLst>
                                              <p:attrName>ppt_x</p:attrName>
                                            </p:attrNameLst>
                                          </p:cBhvr>
                                          <p:tavLst>
                                            <p:tav tm="0">
                                              <p:val>
                                                <p:strVal val="0-#ppt_w/2"/>
                                              </p:val>
                                            </p:tav>
                                            <p:tav tm="100000">
                                              <p:val>
                                                <p:strVal val="#ppt_x"/>
                                              </p:val>
                                            </p:tav>
                                          </p:tavLst>
                                        </p:anim>
                                        <p:anim calcmode="lin" valueType="num">
                                          <p:cBhvr additive="base">
                                            <p:cTn id="38" dur="1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accel="40000" fill="hold" grpId="0" nodeType="clickEffect">
                                      <p:stCondLst>
                                        <p:cond delay="0"/>
                                      </p:stCondLst>
                                      <p:childTnLst>
                                        <p:set>
                                          <p:cBhvr>
                                            <p:cTn id="42" dur="1" fill="hold">
                                              <p:stCondLst>
                                                <p:cond delay="0"/>
                                              </p:stCondLst>
                                            </p:cTn>
                                            <p:tgtEl>
                                              <p:spTgt spid="76"/>
                                            </p:tgtEl>
                                            <p:attrNameLst>
                                              <p:attrName>style.visibility</p:attrName>
                                            </p:attrNameLst>
                                          </p:cBhvr>
                                          <p:to>
                                            <p:strVal val="visible"/>
                                          </p:to>
                                        </p:set>
                                        <p:anim calcmode="lin" valueType="num">
                                          <p:cBhvr additive="base">
                                            <p:cTn id="43" dur="1500" fill="hold"/>
                                            <p:tgtEl>
                                              <p:spTgt spid="76"/>
                                            </p:tgtEl>
                                            <p:attrNameLst>
                                              <p:attrName>ppt_x</p:attrName>
                                            </p:attrNameLst>
                                          </p:cBhvr>
                                          <p:tavLst>
                                            <p:tav tm="0">
                                              <p:val>
                                                <p:strVal val="0-#ppt_w/2"/>
                                              </p:val>
                                            </p:tav>
                                            <p:tav tm="100000">
                                              <p:val>
                                                <p:strVal val="#ppt_x"/>
                                              </p:val>
                                            </p:tav>
                                          </p:tavLst>
                                        </p:anim>
                                        <p:anim calcmode="lin" valueType="num">
                                          <p:cBhvr additive="base">
                                            <p:cTn id="44" dur="1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56" presetClass="entr" presetSubtype="0" fill="hold" grpId="0" nodeType="clickEffect">
                                      <p:stCondLst>
                                        <p:cond delay="0"/>
                                      </p:stCondLst>
                                      <p:iterate type="lt">
                                        <p:tmPct val="10000"/>
                                      </p:iterate>
                                      <p:childTnLst>
                                        <p:set>
                                          <p:cBhvr>
                                            <p:cTn id="48" dur="1" fill="hold">
                                              <p:stCondLst>
                                                <p:cond delay="0"/>
                                              </p:stCondLst>
                                            </p:cTn>
                                            <p:tgtEl>
                                              <p:spTgt spid="15"/>
                                            </p:tgtEl>
                                            <p:attrNameLst>
                                              <p:attrName>style.visibility</p:attrName>
                                            </p:attrNameLst>
                                          </p:cBhvr>
                                          <p:to>
                                            <p:strVal val="visible"/>
                                          </p:to>
                                        </p:set>
                                        <p:anim by="(-#ppt_w*2)" calcmode="lin" valueType="num">
                                          <p:cBhvr rctx="PPT">
                                            <p:cTn id="49" dur="500" autoRev="1" fill="hold">
                                              <p:stCondLst>
                                                <p:cond delay="0"/>
                                              </p:stCondLst>
                                            </p:cTn>
                                            <p:tgtEl>
                                              <p:spTgt spid="15"/>
                                            </p:tgtEl>
                                            <p:attrNameLst>
                                              <p:attrName>ppt_w</p:attrName>
                                            </p:attrNameLst>
                                          </p:cBhvr>
                                        </p:anim>
                                        <p:anim by="(#ppt_w*0.50)" calcmode="lin" valueType="num">
                                          <p:cBhvr>
                                            <p:cTn id="50" dur="500" decel="50000" autoRev="1" fill="hold">
                                              <p:stCondLst>
                                                <p:cond delay="0"/>
                                              </p:stCondLst>
                                            </p:cTn>
                                            <p:tgtEl>
                                              <p:spTgt spid="15"/>
                                            </p:tgtEl>
                                            <p:attrNameLst>
                                              <p:attrName>ppt_x</p:attrName>
                                            </p:attrNameLst>
                                          </p:cBhvr>
                                        </p:anim>
                                        <p:anim from="(-#ppt_h/2)" to="(#ppt_y)" calcmode="lin" valueType="num">
                                          <p:cBhvr>
                                            <p:cTn id="51" dur="1000" fill="hold">
                                              <p:stCondLst>
                                                <p:cond delay="0"/>
                                              </p:stCondLst>
                                            </p:cTn>
                                            <p:tgtEl>
                                              <p:spTgt spid="15"/>
                                            </p:tgtEl>
                                            <p:attrNameLst>
                                              <p:attrName>ppt_y</p:attrName>
                                            </p:attrNameLst>
                                          </p:cBhvr>
                                        </p:anim>
                                        <p:animRot by="21600000">
                                          <p:cBhvr>
                                            <p:cTn id="52" dur="1000" fill="hold">
                                              <p:stCondLst>
                                                <p:cond delay="0"/>
                                              </p:stCondLst>
                                            </p:cTn>
                                            <p:tgtEl>
                                              <p:spTgt spid="15"/>
                                            </p:tgtEl>
                                            <p:attrNameLst>
                                              <p:attrName>r</p:attrName>
                                            </p:attrNameLst>
                                          </p:cBhvr>
                                        </p:animRot>
                                      </p:childTnLst>
                                    </p:cTn>
                                  </p:par>
                                  <p:par>
                                    <p:cTn id="53" presetID="56" presetClass="entr" presetSubtype="0" fill="hold" grpId="0" nodeType="withEffect">
                                      <p:stCondLst>
                                        <p:cond delay="0"/>
                                      </p:stCondLst>
                                      <p:iterate type="lt">
                                        <p:tmPct val="10000"/>
                                      </p:iterate>
                                      <p:childTnLst>
                                        <p:set>
                                          <p:cBhvr>
                                            <p:cTn id="54" dur="1" fill="hold">
                                              <p:stCondLst>
                                                <p:cond delay="0"/>
                                              </p:stCondLst>
                                            </p:cTn>
                                            <p:tgtEl>
                                              <p:spTgt spid="16"/>
                                            </p:tgtEl>
                                            <p:attrNameLst>
                                              <p:attrName>style.visibility</p:attrName>
                                            </p:attrNameLst>
                                          </p:cBhvr>
                                          <p:to>
                                            <p:strVal val="visible"/>
                                          </p:to>
                                        </p:set>
                                        <p:anim by="(-#ppt_w*2)" calcmode="lin" valueType="num">
                                          <p:cBhvr rctx="PPT">
                                            <p:cTn id="55" dur="500" autoRev="1" fill="hold">
                                              <p:stCondLst>
                                                <p:cond delay="0"/>
                                              </p:stCondLst>
                                            </p:cTn>
                                            <p:tgtEl>
                                              <p:spTgt spid="16"/>
                                            </p:tgtEl>
                                            <p:attrNameLst>
                                              <p:attrName>ppt_w</p:attrName>
                                            </p:attrNameLst>
                                          </p:cBhvr>
                                        </p:anim>
                                        <p:anim by="(#ppt_w*0.50)" calcmode="lin" valueType="num">
                                          <p:cBhvr>
                                            <p:cTn id="56" dur="500" decel="50000" autoRev="1" fill="hold">
                                              <p:stCondLst>
                                                <p:cond delay="0"/>
                                              </p:stCondLst>
                                            </p:cTn>
                                            <p:tgtEl>
                                              <p:spTgt spid="16"/>
                                            </p:tgtEl>
                                            <p:attrNameLst>
                                              <p:attrName>ppt_x</p:attrName>
                                            </p:attrNameLst>
                                          </p:cBhvr>
                                        </p:anim>
                                        <p:anim from="(-#ppt_h/2)" to="(#ppt_y)" calcmode="lin" valueType="num">
                                          <p:cBhvr>
                                            <p:cTn id="57" dur="1000" fill="hold">
                                              <p:stCondLst>
                                                <p:cond delay="0"/>
                                              </p:stCondLst>
                                            </p:cTn>
                                            <p:tgtEl>
                                              <p:spTgt spid="16"/>
                                            </p:tgtEl>
                                            <p:attrNameLst>
                                              <p:attrName>ppt_y</p:attrName>
                                            </p:attrNameLst>
                                          </p:cBhvr>
                                        </p:anim>
                                        <p:animRot by="21600000">
                                          <p:cBhvr>
                                            <p:cTn id="58" dur="1000" fill="hold">
                                              <p:stCondLst>
                                                <p:cond delay="0"/>
                                              </p:stCondLst>
                                            </p:cTn>
                                            <p:tgtEl>
                                              <p:spTgt spid="16"/>
                                            </p:tgtEl>
                                            <p:attrNameLst>
                                              <p:attrName>r</p:attrName>
                                            </p:attrNameLst>
                                          </p:cBhvr>
                                        </p:animRo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500" fill="hold"/>
                                            <p:tgtEl>
                                              <p:spTgt spid="17"/>
                                            </p:tgtEl>
                                            <p:attrNameLst>
                                              <p:attrName>ppt_x</p:attrName>
                                            </p:attrNameLst>
                                          </p:cBhvr>
                                          <p:tavLst>
                                            <p:tav tm="0">
                                              <p:val>
                                                <p:strVal val="0-#ppt_w/2"/>
                                              </p:val>
                                            </p:tav>
                                            <p:tav tm="100000">
                                              <p:val>
                                                <p:strVal val="#ppt_x"/>
                                              </p:val>
                                            </p:tav>
                                          </p:tavLst>
                                        </p:anim>
                                        <p:anim calcmode="lin" valueType="num">
                                          <p:cBhvr additive="base">
                                            <p:cTn id="64"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 calcmode="lin" valueType="num">
                                          <p:cBhvr additive="base">
                                            <p:cTn id="69" dur="500" fill="hold"/>
                                            <p:tgtEl>
                                              <p:spTgt spid="18"/>
                                            </p:tgtEl>
                                            <p:attrNameLst>
                                              <p:attrName>ppt_x</p:attrName>
                                            </p:attrNameLst>
                                          </p:cBhvr>
                                          <p:tavLst>
                                            <p:tav tm="0">
                                              <p:val>
                                                <p:strVal val="0-#ppt_w/2"/>
                                              </p:val>
                                            </p:tav>
                                            <p:tav tm="100000">
                                              <p:val>
                                                <p:strVal val="#ppt_x"/>
                                              </p:val>
                                            </p:tav>
                                          </p:tavLst>
                                        </p:anim>
                                        <p:anim calcmode="lin" valueType="num">
                                          <p:cBhvr additive="base">
                                            <p:cTn id="7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0" nodeType="click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500" fill="hold"/>
                                            <p:tgtEl>
                                              <p:spTgt spid="19"/>
                                            </p:tgtEl>
                                            <p:attrNameLst>
                                              <p:attrName>ppt_x</p:attrName>
                                            </p:attrNameLst>
                                          </p:cBhvr>
                                          <p:tavLst>
                                            <p:tav tm="0">
                                              <p:val>
                                                <p:strVal val="1+#ppt_w/2"/>
                                              </p:val>
                                            </p:tav>
                                            <p:tav tm="100000">
                                              <p:val>
                                                <p:strVal val="#ppt_x"/>
                                              </p:val>
                                            </p:tav>
                                          </p:tavLst>
                                        </p:anim>
                                        <p:anim calcmode="lin" valueType="num">
                                          <p:cBhvr additive="base">
                                            <p:cTn id="7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 calcmode="lin" valueType="num">
                                          <p:cBhvr additive="base">
                                            <p:cTn id="81" dur="500" fill="hold"/>
                                            <p:tgtEl>
                                              <p:spTgt spid="20"/>
                                            </p:tgtEl>
                                            <p:attrNameLst>
                                              <p:attrName>ppt_x</p:attrName>
                                            </p:attrNameLst>
                                          </p:cBhvr>
                                          <p:tavLst>
                                            <p:tav tm="0">
                                              <p:val>
                                                <p:strVal val="1+#ppt_w/2"/>
                                              </p:val>
                                            </p:tav>
                                            <p:tav tm="100000">
                                              <p:val>
                                                <p:strVal val="#ppt_x"/>
                                              </p:val>
                                            </p:tav>
                                          </p:tavLst>
                                        </p:anim>
                                        <p:anim calcmode="lin" valueType="num">
                                          <p:cBhvr additive="base">
                                            <p:cTn id="82"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2" grpId="0" animBg="1"/>
          <p:bldP spid="73" grpId="0" animBg="1"/>
          <p:bldP spid="74" grpId="0" animBg="1"/>
          <p:bldP spid="75" grpId="0" animBg="1"/>
          <p:bldP spid="76" grpId="0" animBg="1"/>
          <p:bldP spid="15" grpId="0"/>
          <p:bldP spid="16" grpId="0"/>
          <p:bldP spid="17" grpId="0"/>
          <p:bldP spid="18" grpId="0"/>
          <p:bldP spid="19" grpId="0"/>
          <p:bldP spid="20"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图示 2">
            <a:extLst>
              <a:ext uri="{FF2B5EF4-FFF2-40B4-BE49-F238E27FC236}">
                <a16:creationId xmlns:a16="http://schemas.microsoft.com/office/drawing/2014/main" id="{04B6ED9A-CCE1-41C1-B2CE-B2BB1D79C033}"/>
              </a:ext>
            </a:extLst>
          </p:cNvPr>
          <p:cNvGraphicFramePr/>
          <p:nvPr>
            <p:extLst>
              <p:ext uri="{D42A27DB-BD31-4B8C-83A1-F6EECF244321}">
                <p14:modId xmlns:p14="http://schemas.microsoft.com/office/powerpoint/2010/main" val="1841010642"/>
              </p:ext>
            </p:extLst>
          </p:nvPr>
        </p:nvGraphicFramePr>
        <p:xfrm>
          <a:off x="2704850" y="2060848"/>
          <a:ext cx="4375221" cy="33829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148111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15"/>
          <p:cNvSpPr txBox="1"/>
          <p:nvPr/>
        </p:nvSpPr>
        <p:spPr>
          <a:xfrm>
            <a:off x="689805" y="1651417"/>
            <a:ext cx="2587802" cy="923330"/>
          </a:xfrm>
          <a:prstGeom prst="rect">
            <a:avLst/>
          </a:prstGeom>
          <a:noFill/>
        </p:spPr>
        <p:txBody>
          <a:bodyPr wrap="square" lIns="0" tIns="0" rIns="0" bIns="0" rtlCol="0">
            <a:spAutoFit/>
          </a:bodyPr>
          <a:lstStyle/>
          <a:p>
            <a:pPr algn="just">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25" name="TextBox 16"/>
          <p:cNvSpPr txBox="1"/>
          <p:nvPr/>
        </p:nvSpPr>
        <p:spPr>
          <a:xfrm>
            <a:off x="697909" y="1330685"/>
            <a:ext cx="1875655" cy="215444"/>
          </a:xfrm>
          <a:prstGeom prst="rect">
            <a:avLst/>
          </a:prstGeom>
          <a:noFill/>
        </p:spPr>
        <p:txBody>
          <a:bodyPr wrap="square" lIns="0" tIns="0" rIns="0" bIns="0" rtlCol="0">
            <a:spAutoFit/>
          </a:bodyPr>
          <a:lstStyle/>
          <a:p>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26" name="TextBox 15"/>
          <p:cNvSpPr txBox="1"/>
          <p:nvPr/>
        </p:nvSpPr>
        <p:spPr>
          <a:xfrm>
            <a:off x="6466414" y="1651417"/>
            <a:ext cx="2587802" cy="923330"/>
          </a:xfrm>
          <a:prstGeom prst="rect">
            <a:avLst/>
          </a:prstGeom>
          <a:noFill/>
        </p:spPr>
        <p:txBody>
          <a:bodyPr wrap="square" lIns="0" tIns="0" rIns="0" bIns="0" rtlCol="0">
            <a:spAutoFit/>
          </a:bodyPr>
          <a:lstStyle/>
          <a:p>
            <a:pPr algn="just">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27" name="TextBox 16"/>
          <p:cNvSpPr txBox="1"/>
          <p:nvPr/>
        </p:nvSpPr>
        <p:spPr>
          <a:xfrm>
            <a:off x="6474518" y="1330685"/>
            <a:ext cx="1875655" cy="215444"/>
          </a:xfrm>
          <a:prstGeom prst="rect">
            <a:avLst/>
          </a:prstGeom>
          <a:noFill/>
        </p:spPr>
        <p:txBody>
          <a:bodyPr wrap="square" lIns="0" tIns="0" rIns="0" bIns="0" rtlCol="0">
            <a:spAutoFit/>
          </a:bodyPr>
          <a:lstStyle/>
          <a:p>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28" name="矩形 27"/>
          <p:cNvSpPr/>
          <p:nvPr/>
        </p:nvSpPr>
        <p:spPr>
          <a:xfrm>
            <a:off x="632995" y="2574185"/>
            <a:ext cx="2865432" cy="1448778"/>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2" name="矩形 31"/>
          <p:cNvSpPr/>
          <p:nvPr/>
        </p:nvSpPr>
        <p:spPr>
          <a:xfrm>
            <a:off x="3536812" y="2574185"/>
            <a:ext cx="2865432" cy="144877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矩形 35"/>
          <p:cNvSpPr/>
          <p:nvPr/>
        </p:nvSpPr>
        <p:spPr>
          <a:xfrm>
            <a:off x="6440629" y="2574185"/>
            <a:ext cx="2865432" cy="1448778"/>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矩形 39"/>
          <p:cNvSpPr/>
          <p:nvPr/>
        </p:nvSpPr>
        <p:spPr>
          <a:xfrm>
            <a:off x="9344447" y="2574185"/>
            <a:ext cx="2865432" cy="144877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矩形 40"/>
          <p:cNvSpPr/>
          <p:nvPr/>
        </p:nvSpPr>
        <p:spPr>
          <a:xfrm>
            <a:off x="632995" y="4088660"/>
            <a:ext cx="2865432" cy="144877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矩形 41"/>
          <p:cNvSpPr/>
          <p:nvPr/>
        </p:nvSpPr>
        <p:spPr>
          <a:xfrm>
            <a:off x="3536812" y="4088660"/>
            <a:ext cx="2865432" cy="1448778"/>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矩形 42"/>
          <p:cNvSpPr/>
          <p:nvPr/>
        </p:nvSpPr>
        <p:spPr>
          <a:xfrm>
            <a:off x="6440629" y="4088660"/>
            <a:ext cx="2865432" cy="144877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矩形 43"/>
          <p:cNvSpPr/>
          <p:nvPr/>
        </p:nvSpPr>
        <p:spPr>
          <a:xfrm>
            <a:off x="9344447" y="4088660"/>
            <a:ext cx="2865432" cy="1448778"/>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150000"/>
              </a:lnSpc>
            </a:pPr>
            <a:endParaRPr kumimoji="1" lang="zh-CN" altLang="en-US" sz="2669">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TextBox 15"/>
          <p:cNvSpPr txBox="1"/>
          <p:nvPr/>
        </p:nvSpPr>
        <p:spPr>
          <a:xfrm>
            <a:off x="1028561" y="4761405"/>
            <a:ext cx="2113134" cy="369332"/>
          </a:xfrm>
          <a:prstGeom prst="rect">
            <a:avLst/>
          </a:prstGeom>
          <a:noFill/>
        </p:spPr>
        <p:txBody>
          <a:bodyPr wrap="square" lIns="0" tIns="0" rIns="0" bIns="0" rtlCol="0">
            <a:spAutoFit/>
          </a:bodyPr>
          <a:lstStyle/>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46" name="TextBox 16"/>
          <p:cNvSpPr txBox="1"/>
          <p:nvPr/>
        </p:nvSpPr>
        <p:spPr>
          <a:xfrm>
            <a:off x="1022386" y="4440642"/>
            <a:ext cx="1633392" cy="215444"/>
          </a:xfrm>
          <a:prstGeom prst="rect">
            <a:avLst/>
          </a:prstGeom>
          <a:noFill/>
        </p:spPr>
        <p:txBody>
          <a:bodyPr wrap="squar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16" name="TextBox 15"/>
          <p:cNvSpPr txBox="1"/>
          <p:nvPr/>
        </p:nvSpPr>
        <p:spPr>
          <a:xfrm>
            <a:off x="3995695" y="3333822"/>
            <a:ext cx="2113134" cy="369332"/>
          </a:xfrm>
          <a:prstGeom prst="rect">
            <a:avLst/>
          </a:prstGeom>
          <a:noFill/>
        </p:spPr>
        <p:txBody>
          <a:bodyPr wrap="square" lIns="0" tIns="0" rIns="0" bIns="0" rtlCol="0">
            <a:spAutoFit/>
          </a:bodyPr>
          <a:lstStyle/>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7" name="TextBox 16"/>
          <p:cNvSpPr txBox="1"/>
          <p:nvPr/>
        </p:nvSpPr>
        <p:spPr>
          <a:xfrm>
            <a:off x="3989520" y="3013059"/>
            <a:ext cx="1633392" cy="215444"/>
          </a:xfrm>
          <a:prstGeom prst="rect">
            <a:avLst/>
          </a:prstGeom>
          <a:noFill/>
        </p:spPr>
        <p:txBody>
          <a:bodyPr wrap="squar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18" name="TextBox 15"/>
          <p:cNvSpPr txBox="1"/>
          <p:nvPr/>
        </p:nvSpPr>
        <p:spPr>
          <a:xfrm>
            <a:off x="6897516" y="4789397"/>
            <a:ext cx="2113134" cy="369332"/>
          </a:xfrm>
          <a:prstGeom prst="rect">
            <a:avLst/>
          </a:prstGeom>
          <a:noFill/>
        </p:spPr>
        <p:txBody>
          <a:bodyPr wrap="square" lIns="0" tIns="0" rIns="0" bIns="0" rtlCol="0">
            <a:spAutoFit/>
          </a:bodyPr>
          <a:lstStyle/>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19" name="TextBox 16"/>
          <p:cNvSpPr txBox="1"/>
          <p:nvPr/>
        </p:nvSpPr>
        <p:spPr>
          <a:xfrm>
            <a:off x="6891341" y="4468634"/>
            <a:ext cx="1633392" cy="215444"/>
          </a:xfrm>
          <a:prstGeom prst="rect">
            <a:avLst/>
          </a:prstGeom>
          <a:noFill/>
        </p:spPr>
        <p:txBody>
          <a:bodyPr wrap="squar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20" name="TextBox 15"/>
          <p:cNvSpPr txBox="1"/>
          <p:nvPr/>
        </p:nvSpPr>
        <p:spPr>
          <a:xfrm>
            <a:off x="9790006" y="3268507"/>
            <a:ext cx="2113134" cy="369332"/>
          </a:xfrm>
          <a:prstGeom prst="rect">
            <a:avLst/>
          </a:prstGeom>
          <a:noFill/>
        </p:spPr>
        <p:txBody>
          <a:bodyPr wrap="square" lIns="0" tIns="0" rIns="0" bIns="0" rtlCol="0">
            <a:spAutoFit/>
          </a:bodyPr>
          <a:lstStyle/>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a:t>
            </a:r>
          </a:p>
        </p:txBody>
      </p:sp>
      <p:sp>
        <p:nvSpPr>
          <p:cNvPr id="21" name="TextBox 16"/>
          <p:cNvSpPr txBox="1"/>
          <p:nvPr/>
        </p:nvSpPr>
        <p:spPr>
          <a:xfrm>
            <a:off x="9783831" y="2947744"/>
            <a:ext cx="1633392" cy="215444"/>
          </a:xfrm>
          <a:prstGeom prst="rect">
            <a:avLst/>
          </a:prstGeom>
          <a:noFill/>
        </p:spPr>
        <p:txBody>
          <a:bodyPr wrap="squar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22" name="TextBox 15"/>
          <p:cNvSpPr txBox="1"/>
          <p:nvPr/>
        </p:nvSpPr>
        <p:spPr>
          <a:xfrm>
            <a:off x="3566355" y="5937667"/>
            <a:ext cx="2587802" cy="923330"/>
          </a:xfrm>
          <a:prstGeom prst="rect">
            <a:avLst/>
          </a:prstGeom>
          <a:noFill/>
        </p:spPr>
        <p:txBody>
          <a:bodyPr wrap="square" lIns="0" tIns="0" rIns="0" bIns="0" rtlCol="0">
            <a:spAutoFit/>
          </a:bodyPr>
          <a:lstStyle/>
          <a:p>
            <a:pPr algn="just">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23" name="TextBox 16"/>
          <p:cNvSpPr txBox="1"/>
          <p:nvPr/>
        </p:nvSpPr>
        <p:spPr>
          <a:xfrm>
            <a:off x="3574459" y="5616935"/>
            <a:ext cx="1875655" cy="215444"/>
          </a:xfrm>
          <a:prstGeom prst="rect">
            <a:avLst/>
          </a:prstGeom>
          <a:noFill/>
        </p:spPr>
        <p:txBody>
          <a:bodyPr wrap="square" lIns="0" tIns="0" rIns="0" bIns="0" rtlCol="0">
            <a:spAutoFit/>
          </a:bodyPr>
          <a:lstStyle/>
          <a:p>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29" name="TextBox 15"/>
          <p:cNvSpPr txBox="1"/>
          <p:nvPr/>
        </p:nvSpPr>
        <p:spPr>
          <a:xfrm>
            <a:off x="9342964" y="5937667"/>
            <a:ext cx="2587802" cy="923330"/>
          </a:xfrm>
          <a:prstGeom prst="rect">
            <a:avLst/>
          </a:prstGeom>
          <a:noFill/>
        </p:spPr>
        <p:txBody>
          <a:bodyPr wrap="square" lIns="0" tIns="0" rIns="0" bIns="0" rtlCol="0">
            <a:spAutoFit/>
          </a:bodyPr>
          <a:lstStyle/>
          <a:p>
            <a:pPr algn="just">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30" name="TextBox 16"/>
          <p:cNvSpPr txBox="1"/>
          <p:nvPr/>
        </p:nvSpPr>
        <p:spPr>
          <a:xfrm>
            <a:off x="9351068" y="5616935"/>
            <a:ext cx="1875655" cy="215444"/>
          </a:xfrm>
          <a:prstGeom prst="rect">
            <a:avLst/>
          </a:prstGeom>
          <a:noFill/>
        </p:spPr>
        <p:txBody>
          <a:bodyPr wrap="square" lIns="0" tIns="0" rIns="0" bIns="0" rtlCol="0">
            <a:spAutoFit/>
          </a:bodyPr>
          <a:lstStyle/>
          <a:p>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31"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429341433"/>
      </p:ext>
    </p:extLst>
  </p:cSld>
  <p:clrMapOvr>
    <a:masterClrMapping/>
  </p:clrMapOvr>
  <mc:AlternateContent xmlns:mc="http://schemas.openxmlformats.org/markup-compatibility/2006" xmlns:p14="http://schemas.microsoft.com/office/powerpoint/2010/main">
    <mc:Choice Requires="p14">
      <p:transition spd="slow" p14:dur="2000" advTm="0">
        <p14:ferris dir="l"/>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ppt_x"/>
                                          </p:val>
                                        </p:tav>
                                        <p:tav tm="100000">
                                          <p:val>
                                            <p:strVal val="#ppt_x"/>
                                          </p:val>
                                        </p:tav>
                                      </p:tavLst>
                                    </p:anim>
                                    <p:anim calcmode="lin" valueType="num">
                                      <p:cBhvr additive="base">
                                        <p:cTn id="8" dur="500" fill="hold"/>
                                        <p:tgtEl>
                                          <p:spTgt spid="2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42"/>
                                        </p:tgtEl>
                                        <p:attrNameLst>
                                          <p:attrName>style.visibility</p:attrName>
                                        </p:attrNameLst>
                                      </p:cBhvr>
                                      <p:to>
                                        <p:strVal val="visible"/>
                                      </p:to>
                                    </p:set>
                                    <p:anim calcmode="lin" valueType="num">
                                      <p:cBhvr additive="base">
                                        <p:cTn id="12" dur="500" fill="hold"/>
                                        <p:tgtEl>
                                          <p:spTgt spid="42"/>
                                        </p:tgtEl>
                                        <p:attrNameLst>
                                          <p:attrName>ppt_x</p:attrName>
                                        </p:attrNameLst>
                                      </p:cBhvr>
                                      <p:tavLst>
                                        <p:tav tm="0">
                                          <p:val>
                                            <p:strVal val="#ppt_x"/>
                                          </p:val>
                                        </p:tav>
                                        <p:tav tm="100000">
                                          <p:val>
                                            <p:strVal val="#ppt_x"/>
                                          </p:val>
                                        </p:tav>
                                      </p:tavLst>
                                    </p:anim>
                                    <p:anim calcmode="lin" valueType="num">
                                      <p:cBhvr additive="base">
                                        <p:cTn id="13" dur="500" fill="hold"/>
                                        <p:tgtEl>
                                          <p:spTgt spid="42"/>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500" fill="hold"/>
                                        <p:tgtEl>
                                          <p:spTgt spid="44"/>
                                        </p:tgtEl>
                                        <p:attrNameLst>
                                          <p:attrName>ppt_x</p:attrName>
                                        </p:attrNameLst>
                                      </p:cBhvr>
                                      <p:tavLst>
                                        <p:tav tm="0">
                                          <p:val>
                                            <p:strVal val="#ppt_x"/>
                                          </p:val>
                                        </p:tav>
                                        <p:tav tm="100000">
                                          <p:val>
                                            <p:strVal val="#ppt_x"/>
                                          </p:val>
                                        </p:tav>
                                      </p:tavLst>
                                    </p:anim>
                                    <p:anim calcmode="lin" valueType="num">
                                      <p:cBhvr additive="base">
                                        <p:cTn id="23" dur="500" fill="hold"/>
                                        <p:tgtEl>
                                          <p:spTgt spid="44"/>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500" fill="hold"/>
                                        <p:tgtEl>
                                          <p:spTgt spid="41"/>
                                        </p:tgtEl>
                                        <p:attrNameLst>
                                          <p:attrName>ppt_x</p:attrName>
                                        </p:attrNameLst>
                                      </p:cBhvr>
                                      <p:tavLst>
                                        <p:tav tm="0">
                                          <p:val>
                                            <p:strVal val="#ppt_x"/>
                                          </p:val>
                                        </p:tav>
                                        <p:tav tm="100000">
                                          <p:val>
                                            <p:strVal val="#ppt_x"/>
                                          </p:val>
                                        </p:tav>
                                      </p:tavLst>
                                    </p:anim>
                                    <p:anim calcmode="lin" valueType="num">
                                      <p:cBhvr additive="base">
                                        <p:cTn id="28" dur="500" fill="hold"/>
                                        <p:tgtEl>
                                          <p:spTgt spid="41"/>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32"/>
                                        </p:tgtEl>
                                        <p:attrNameLst>
                                          <p:attrName>style.visibility</p:attrName>
                                        </p:attrNameLst>
                                      </p:cBhvr>
                                      <p:to>
                                        <p:strVal val="visible"/>
                                      </p:to>
                                    </p:set>
                                    <p:anim calcmode="lin" valueType="num">
                                      <p:cBhvr additive="base">
                                        <p:cTn id="32" dur="500" fill="hold"/>
                                        <p:tgtEl>
                                          <p:spTgt spid="32"/>
                                        </p:tgtEl>
                                        <p:attrNameLst>
                                          <p:attrName>ppt_x</p:attrName>
                                        </p:attrNameLst>
                                      </p:cBhvr>
                                      <p:tavLst>
                                        <p:tav tm="0">
                                          <p:val>
                                            <p:strVal val="#ppt_x"/>
                                          </p:val>
                                        </p:tav>
                                        <p:tav tm="100000">
                                          <p:val>
                                            <p:strVal val="#ppt_x"/>
                                          </p:val>
                                        </p:tav>
                                      </p:tavLst>
                                    </p:anim>
                                    <p:anim calcmode="lin" valueType="num">
                                      <p:cBhvr additive="base">
                                        <p:cTn id="33" dur="500" fill="hold"/>
                                        <p:tgtEl>
                                          <p:spTgt spid="32"/>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43"/>
                                        </p:tgtEl>
                                        <p:attrNameLst>
                                          <p:attrName>style.visibility</p:attrName>
                                        </p:attrNameLst>
                                      </p:cBhvr>
                                      <p:to>
                                        <p:strVal val="visible"/>
                                      </p:to>
                                    </p:set>
                                    <p:anim calcmode="lin" valueType="num">
                                      <p:cBhvr additive="base">
                                        <p:cTn id="37" dur="500" fill="hold"/>
                                        <p:tgtEl>
                                          <p:spTgt spid="43"/>
                                        </p:tgtEl>
                                        <p:attrNameLst>
                                          <p:attrName>ppt_x</p:attrName>
                                        </p:attrNameLst>
                                      </p:cBhvr>
                                      <p:tavLst>
                                        <p:tav tm="0">
                                          <p:val>
                                            <p:strVal val="#ppt_x"/>
                                          </p:val>
                                        </p:tav>
                                        <p:tav tm="100000">
                                          <p:val>
                                            <p:strVal val="#ppt_x"/>
                                          </p:val>
                                        </p:tav>
                                      </p:tavLst>
                                    </p:anim>
                                    <p:anim calcmode="lin" valueType="num">
                                      <p:cBhvr additive="base">
                                        <p:cTn id="38" dur="500" fill="hold"/>
                                        <p:tgtEl>
                                          <p:spTgt spid="43"/>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fill="hold" grpId="0" nodeType="after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 fill="hold"/>
                                        <p:tgtEl>
                                          <p:spTgt spid="40"/>
                                        </p:tgtEl>
                                        <p:attrNameLst>
                                          <p:attrName>ppt_x</p:attrName>
                                        </p:attrNameLst>
                                      </p:cBhvr>
                                      <p:tavLst>
                                        <p:tav tm="0">
                                          <p:val>
                                            <p:strVal val="#ppt_x"/>
                                          </p:val>
                                        </p:tav>
                                        <p:tav tm="100000">
                                          <p:val>
                                            <p:strVal val="#ppt_x"/>
                                          </p:val>
                                        </p:tav>
                                      </p:tavLst>
                                    </p:anim>
                                    <p:anim calcmode="lin" valueType="num">
                                      <p:cBhvr additive="base">
                                        <p:cTn id="43" dur="500" fill="hold"/>
                                        <p:tgtEl>
                                          <p:spTgt spid="40"/>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17" presetClass="entr" presetSubtype="1" fill="hold" grpId="0" nodeType="afterEffect">
                                  <p:stCondLst>
                                    <p:cond delay="0"/>
                                  </p:stCondLst>
                                  <p:iterate type="lt">
                                    <p:tmPct val="40000"/>
                                  </p:iterate>
                                  <p:childTnLst>
                                    <p:set>
                                      <p:cBhvr>
                                        <p:cTn id="46" dur="1" fill="hold">
                                          <p:stCondLst>
                                            <p:cond delay="0"/>
                                          </p:stCondLst>
                                        </p:cTn>
                                        <p:tgtEl>
                                          <p:spTgt spid="25"/>
                                        </p:tgtEl>
                                        <p:attrNameLst>
                                          <p:attrName>style.visibility</p:attrName>
                                        </p:attrNameLst>
                                      </p:cBhvr>
                                      <p:to>
                                        <p:strVal val="visible"/>
                                      </p:to>
                                    </p:set>
                                    <p:anim calcmode="lin" valueType="num">
                                      <p:cBhvr>
                                        <p:cTn id="47" dur="250" fill="hold"/>
                                        <p:tgtEl>
                                          <p:spTgt spid="25"/>
                                        </p:tgtEl>
                                        <p:attrNameLst>
                                          <p:attrName>ppt_x</p:attrName>
                                        </p:attrNameLst>
                                      </p:cBhvr>
                                      <p:tavLst>
                                        <p:tav tm="0">
                                          <p:val>
                                            <p:strVal val="#ppt_x"/>
                                          </p:val>
                                        </p:tav>
                                        <p:tav tm="100000">
                                          <p:val>
                                            <p:strVal val="#ppt_x"/>
                                          </p:val>
                                        </p:tav>
                                      </p:tavLst>
                                    </p:anim>
                                    <p:anim calcmode="lin" valueType="num">
                                      <p:cBhvr>
                                        <p:cTn id="48" dur="250" fill="hold"/>
                                        <p:tgtEl>
                                          <p:spTgt spid="25"/>
                                        </p:tgtEl>
                                        <p:attrNameLst>
                                          <p:attrName>ppt_y</p:attrName>
                                        </p:attrNameLst>
                                      </p:cBhvr>
                                      <p:tavLst>
                                        <p:tav tm="0">
                                          <p:val>
                                            <p:strVal val="#ppt_y-#ppt_h/2"/>
                                          </p:val>
                                        </p:tav>
                                        <p:tav tm="100000">
                                          <p:val>
                                            <p:strVal val="#ppt_y"/>
                                          </p:val>
                                        </p:tav>
                                      </p:tavLst>
                                    </p:anim>
                                    <p:anim calcmode="lin" valueType="num">
                                      <p:cBhvr>
                                        <p:cTn id="49" dur="250" fill="hold"/>
                                        <p:tgtEl>
                                          <p:spTgt spid="25"/>
                                        </p:tgtEl>
                                        <p:attrNameLst>
                                          <p:attrName>ppt_w</p:attrName>
                                        </p:attrNameLst>
                                      </p:cBhvr>
                                      <p:tavLst>
                                        <p:tav tm="0">
                                          <p:val>
                                            <p:strVal val="#ppt_w"/>
                                          </p:val>
                                        </p:tav>
                                        <p:tav tm="100000">
                                          <p:val>
                                            <p:strVal val="#ppt_w"/>
                                          </p:val>
                                        </p:tav>
                                      </p:tavLst>
                                    </p:anim>
                                    <p:anim calcmode="lin" valueType="num">
                                      <p:cBhvr>
                                        <p:cTn id="50" dur="250" fill="hold"/>
                                        <p:tgtEl>
                                          <p:spTgt spid="25"/>
                                        </p:tgtEl>
                                        <p:attrNameLst>
                                          <p:attrName>ppt_h</p:attrName>
                                        </p:attrNameLst>
                                      </p:cBhvr>
                                      <p:tavLst>
                                        <p:tav tm="0">
                                          <p:val>
                                            <p:fltVal val="0"/>
                                          </p:val>
                                        </p:tav>
                                        <p:tav tm="100000">
                                          <p:val>
                                            <p:strVal val="#ppt_h"/>
                                          </p:val>
                                        </p:tav>
                                      </p:tavLst>
                                    </p:anim>
                                  </p:childTnLst>
                                </p:cTn>
                              </p:par>
                            </p:childTnLst>
                          </p:cTn>
                        </p:par>
                        <p:par>
                          <p:cTn id="51" fill="hold">
                            <p:stCondLst>
                              <p:cond delay="5050"/>
                            </p:stCondLst>
                            <p:childTnLst>
                              <p:par>
                                <p:cTn id="52" presetID="22" presetClass="entr" presetSubtype="8"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wipe(left)">
                                      <p:cBhvr>
                                        <p:cTn id="54" dur="500"/>
                                        <p:tgtEl>
                                          <p:spTgt spid="24"/>
                                        </p:tgtEl>
                                      </p:cBhvr>
                                    </p:animEffect>
                                  </p:childTnLst>
                                </p:cTn>
                              </p:par>
                            </p:childTnLst>
                          </p:cTn>
                        </p:par>
                        <p:par>
                          <p:cTn id="55" fill="hold">
                            <p:stCondLst>
                              <p:cond delay="5550"/>
                            </p:stCondLst>
                            <p:childTnLst>
                              <p:par>
                                <p:cTn id="56" presetID="17" presetClass="entr" presetSubtype="1" fill="hold" grpId="0" nodeType="afterEffect">
                                  <p:stCondLst>
                                    <p:cond delay="0"/>
                                  </p:stCondLst>
                                  <p:iterate type="lt">
                                    <p:tmPct val="40000"/>
                                  </p:iterate>
                                  <p:childTnLst>
                                    <p:set>
                                      <p:cBhvr>
                                        <p:cTn id="57" dur="1" fill="hold">
                                          <p:stCondLst>
                                            <p:cond delay="0"/>
                                          </p:stCondLst>
                                        </p:cTn>
                                        <p:tgtEl>
                                          <p:spTgt spid="27"/>
                                        </p:tgtEl>
                                        <p:attrNameLst>
                                          <p:attrName>style.visibility</p:attrName>
                                        </p:attrNameLst>
                                      </p:cBhvr>
                                      <p:to>
                                        <p:strVal val="visible"/>
                                      </p:to>
                                    </p:set>
                                    <p:anim calcmode="lin" valueType="num">
                                      <p:cBhvr>
                                        <p:cTn id="58" dur="250" fill="hold"/>
                                        <p:tgtEl>
                                          <p:spTgt spid="27"/>
                                        </p:tgtEl>
                                        <p:attrNameLst>
                                          <p:attrName>ppt_x</p:attrName>
                                        </p:attrNameLst>
                                      </p:cBhvr>
                                      <p:tavLst>
                                        <p:tav tm="0">
                                          <p:val>
                                            <p:strVal val="#ppt_x"/>
                                          </p:val>
                                        </p:tav>
                                        <p:tav tm="100000">
                                          <p:val>
                                            <p:strVal val="#ppt_x"/>
                                          </p:val>
                                        </p:tav>
                                      </p:tavLst>
                                    </p:anim>
                                    <p:anim calcmode="lin" valueType="num">
                                      <p:cBhvr>
                                        <p:cTn id="59" dur="250" fill="hold"/>
                                        <p:tgtEl>
                                          <p:spTgt spid="27"/>
                                        </p:tgtEl>
                                        <p:attrNameLst>
                                          <p:attrName>ppt_y</p:attrName>
                                        </p:attrNameLst>
                                      </p:cBhvr>
                                      <p:tavLst>
                                        <p:tav tm="0">
                                          <p:val>
                                            <p:strVal val="#ppt_y-#ppt_h/2"/>
                                          </p:val>
                                        </p:tav>
                                        <p:tav tm="100000">
                                          <p:val>
                                            <p:strVal val="#ppt_y"/>
                                          </p:val>
                                        </p:tav>
                                      </p:tavLst>
                                    </p:anim>
                                    <p:anim calcmode="lin" valueType="num">
                                      <p:cBhvr>
                                        <p:cTn id="60" dur="250" fill="hold"/>
                                        <p:tgtEl>
                                          <p:spTgt spid="27"/>
                                        </p:tgtEl>
                                        <p:attrNameLst>
                                          <p:attrName>ppt_w</p:attrName>
                                        </p:attrNameLst>
                                      </p:cBhvr>
                                      <p:tavLst>
                                        <p:tav tm="0">
                                          <p:val>
                                            <p:strVal val="#ppt_w"/>
                                          </p:val>
                                        </p:tav>
                                        <p:tav tm="100000">
                                          <p:val>
                                            <p:strVal val="#ppt_w"/>
                                          </p:val>
                                        </p:tav>
                                      </p:tavLst>
                                    </p:anim>
                                    <p:anim calcmode="lin" valueType="num">
                                      <p:cBhvr>
                                        <p:cTn id="61" dur="250" fill="hold"/>
                                        <p:tgtEl>
                                          <p:spTgt spid="27"/>
                                        </p:tgtEl>
                                        <p:attrNameLst>
                                          <p:attrName>ppt_h</p:attrName>
                                        </p:attrNameLst>
                                      </p:cBhvr>
                                      <p:tavLst>
                                        <p:tav tm="0">
                                          <p:val>
                                            <p:fltVal val="0"/>
                                          </p:val>
                                        </p:tav>
                                        <p:tav tm="100000">
                                          <p:val>
                                            <p:strVal val="#ppt_h"/>
                                          </p:val>
                                        </p:tav>
                                      </p:tavLst>
                                    </p:anim>
                                  </p:childTnLst>
                                </p:cTn>
                              </p:par>
                            </p:childTnLst>
                          </p:cTn>
                        </p:par>
                        <p:par>
                          <p:cTn id="62" fill="hold">
                            <p:stCondLst>
                              <p:cond delay="6600"/>
                            </p:stCondLst>
                            <p:childTnLst>
                              <p:par>
                                <p:cTn id="63" presetID="22" presetClass="entr" presetSubtype="8" fill="hold" grpId="0"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wipe(left)">
                                      <p:cBhvr>
                                        <p:cTn id="65" dur="500"/>
                                        <p:tgtEl>
                                          <p:spTgt spid="26"/>
                                        </p:tgtEl>
                                      </p:cBhvr>
                                    </p:animEffect>
                                  </p:childTnLst>
                                </p:cTn>
                              </p:par>
                            </p:childTnLst>
                          </p:cTn>
                        </p:par>
                        <p:par>
                          <p:cTn id="66" fill="hold">
                            <p:stCondLst>
                              <p:cond delay="7100"/>
                            </p:stCondLst>
                            <p:childTnLst>
                              <p:par>
                                <p:cTn id="67" presetID="17" presetClass="entr" presetSubtype="1" fill="hold" grpId="0" nodeType="afterEffect">
                                  <p:stCondLst>
                                    <p:cond delay="0"/>
                                  </p:stCondLst>
                                  <p:iterate type="lt">
                                    <p:tmPct val="40000"/>
                                  </p:iterate>
                                  <p:childTnLst>
                                    <p:set>
                                      <p:cBhvr>
                                        <p:cTn id="68" dur="1" fill="hold">
                                          <p:stCondLst>
                                            <p:cond delay="0"/>
                                          </p:stCondLst>
                                        </p:cTn>
                                        <p:tgtEl>
                                          <p:spTgt spid="46"/>
                                        </p:tgtEl>
                                        <p:attrNameLst>
                                          <p:attrName>style.visibility</p:attrName>
                                        </p:attrNameLst>
                                      </p:cBhvr>
                                      <p:to>
                                        <p:strVal val="visible"/>
                                      </p:to>
                                    </p:set>
                                    <p:anim calcmode="lin" valueType="num">
                                      <p:cBhvr>
                                        <p:cTn id="69" dur="250" fill="hold"/>
                                        <p:tgtEl>
                                          <p:spTgt spid="46"/>
                                        </p:tgtEl>
                                        <p:attrNameLst>
                                          <p:attrName>ppt_x</p:attrName>
                                        </p:attrNameLst>
                                      </p:cBhvr>
                                      <p:tavLst>
                                        <p:tav tm="0">
                                          <p:val>
                                            <p:strVal val="#ppt_x"/>
                                          </p:val>
                                        </p:tav>
                                        <p:tav tm="100000">
                                          <p:val>
                                            <p:strVal val="#ppt_x"/>
                                          </p:val>
                                        </p:tav>
                                      </p:tavLst>
                                    </p:anim>
                                    <p:anim calcmode="lin" valueType="num">
                                      <p:cBhvr>
                                        <p:cTn id="70" dur="250" fill="hold"/>
                                        <p:tgtEl>
                                          <p:spTgt spid="46"/>
                                        </p:tgtEl>
                                        <p:attrNameLst>
                                          <p:attrName>ppt_y</p:attrName>
                                        </p:attrNameLst>
                                      </p:cBhvr>
                                      <p:tavLst>
                                        <p:tav tm="0">
                                          <p:val>
                                            <p:strVal val="#ppt_y-#ppt_h/2"/>
                                          </p:val>
                                        </p:tav>
                                        <p:tav tm="100000">
                                          <p:val>
                                            <p:strVal val="#ppt_y"/>
                                          </p:val>
                                        </p:tav>
                                      </p:tavLst>
                                    </p:anim>
                                    <p:anim calcmode="lin" valueType="num">
                                      <p:cBhvr>
                                        <p:cTn id="71" dur="250" fill="hold"/>
                                        <p:tgtEl>
                                          <p:spTgt spid="46"/>
                                        </p:tgtEl>
                                        <p:attrNameLst>
                                          <p:attrName>ppt_w</p:attrName>
                                        </p:attrNameLst>
                                      </p:cBhvr>
                                      <p:tavLst>
                                        <p:tav tm="0">
                                          <p:val>
                                            <p:strVal val="#ppt_w"/>
                                          </p:val>
                                        </p:tav>
                                        <p:tav tm="100000">
                                          <p:val>
                                            <p:strVal val="#ppt_w"/>
                                          </p:val>
                                        </p:tav>
                                      </p:tavLst>
                                    </p:anim>
                                    <p:anim calcmode="lin" valueType="num">
                                      <p:cBhvr>
                                        <p:cTn id="72" dur="250" fill="hold"/>
                                        <p:tgtEl>
                                          <p:spTgt spid="46"/>
                                        </p:tgtEl>
                                        <p:attrNameLst>
                                          <p:attrName>ppt_h</p:attrName>
                                        </p:attrNameLst>
                                      </p:cBhvr>
                                      <p:tavLst>
                                        <p:tav tm="0">
                                          <p:val>
                                            <p:fltVal val="0"/>
                                          </p:val>
                                        </p:tav>
                                        <p:tav tm="100000">
                                          <p:val>
                                            <p:strVal val="#ppt_h"/>
                                          </p:val>
                                        </p:tav>
                                      </p:tavLst>
                                    </p:anim>
                                  </p:childTnLst>
                                </p:cTn>
                              </p:par>
                              <p:par>
                                <p:cTn id="73" presetID="22" presetClass="entr" presetSubtype="8" fill="hold" grpId="0" nodeType="withEffect">
                                  <p:stCondLst>
                                    <p:cond delay="0"/>
                                  </p:stCondLst>
                                  <p:childTnLst>
                                    <p:set>
                                      <p:cBhvr>
                                        <p:cTn id="74" dur="1" fill="hold">
                                          <p:stCondLst>
                                            <p:cond delay="0"/>
                                          </p:stCondLst>
                                        </p:cTn>
                                        <p:tgtEl>
                                          <p:spTgt spid="45"/>
                                        </p:tgtEl>
                                        <p:attrNameLst>
                                          <p:attrName>style.visibility</p:attrName>
                                        </p:attrNameLst>
                                      </p:cBhvr>
                                      <p:to>
                                        <p:strVal val="visible"/>
                                      </p:to>
                                    </p:set>
                                    <p:animEffect transition="in" filter="wipe(left)">
                                      <p:cBhvr>
                                        <p:cTn id="75" dur="500"/>
                                        <p:tgtEl>
                                          <p:spTgt spid="45"/>
                                        </p:tgtEl>
                                      </p:cBhvr>
                                    </p:animEffect>
                                  </p:childTnLst>
                                </p:cTn>
                              </p:par>
                            </p:childTnLst>
                          </p:cTn>
                        </p:par>
                        <p:par>
                          <p:cTn id="76" fill="hold">
                            <p:stCondLst>
                              <p:cond delay="8150"/>
                            </p:stCondLst>
                            <p:childTnLst>
                              <p:par>
                                <p:cTn id="77" presetID="17" presetClass="entr" presetSubtype="1" fill="hold" grpId="0" nodeType="afterEffect">
                                  <p:stCondLst>
                                    <p:cond delay="0"/>
                                  </p:stCondLst>
                                  <p:iterate type="lt">
                                    <p:tmPct val="40000"/>
                                  </p:iterate>
                                  <p:childTnLst>
                                    <p:set>
                                      <p:cBhvr>
                                        <p:cTn id="78" dur="1" fill="hold">
                                          <p:stCondLst>
                                            <p:cond delay="0"/>
                                          </p:stCondLst>
                                        </p:cTn>
                                        <p:tgtEl>
                                          <p:spTgt spid="17"/>
                                        </p:tgtEl>
                                        <p:attrNameLst>
                                          <p:attrName>style.visibility</p:attrName>
                                        </p:attrNameLst>
                                      </p:cBhvr>
                                      <p:to>
                                        <p:strVal val="visible"/>
                                      </p:to>
                                    </p:set>
                                    <p:anim calcmode="lin" valueType="num">
                                      <p:cBhvr>
                                        <p:cTn id="79" dur="250" fill="hold"/>
                                        <p:tgtEl>
                                          <p:spTgt spid="17"/>
                                        </p:tgtEl>
                                        <p:attrNameLst>
                                          <p:attrName>ppt_x</p:attrName>
                                        </p:attrNameLst>
                                      </p:cBhvr>
                                      <p:tavLst>
                                        <p:tav tm="0">
                                          <p:val>
                                            <p:strVal val="#ppt_x"/>
                                          </p:val>
                                        </p:tav>
                                        <p:tav tm="100000">
                                          <p:val>
                                            <p:strVal val="#ppt_x"/>
                                          </p:val>
                                        </p:tav>
                                      </p:tavLst>
                                    </p:anim>
                                    <p:anim calcmode="lin" valueType="num">
                                      <p:cBhvr>
                                        <p:cTn id="80" dur="250" fill="hold"/>
                                        <p:tgtEl>
                                          <p:spTgt spid="17"/>
                                        </p:tgtEl>
                                        <p:attrNameLst>
                                          <p:attrName>ppt_y</p:attrName>
                                        </p:attrNameLst>
                                      </p:cBhvr>
                                      <p:tavLst>
                                        <p:tav tm="0">
                                          <p:val>
                                            <p:strVal val="#ppt_y-#ppt_h/2"/>
                                          </p:val>
                                        </p:tav>
                                        <p:tav tm="100000">
                                          <p:val>
                                            <p:strVal val="#ppt_y"/>
                                          </p:val>
                                        </p:tav>
                                      </p:tavLst>
                                    </p:anim>
                                    <p:anim calcmode="lin" valueType="num">
                                      <p:cBhvr>
                                        <p:cTn id="81" dur="250" fill="hold"/>
                                        <p:tgtEl>
                                          <p:spTgt spid="17"/>
                                        </p:tgtEl>
                                        <p:attrNameLst>
                                          <p:attrName>ppt_w</p:attrName>
                                        </p:attrNameLst>
                                      </p:cBhvr>
                                      <p:tavLst>
                                        <p:tav tm="0">
                                          <p:val>
                                            <p:strVal val="#ppt_w"/>
                                          </p:val>
                                        </p:tav>
                                        <p:tav tm="100000">
                                          <p:val>
                                            <p:strVal val="#ppt_w"/>
                                          </p:val>
                                        </p:tav>
                                      </p:tavLst>
                                    </p:anim>
                                    <p:anim calcmode="lin" valueType="num">
                                      <p:cBhvr>
                                        <p:cTn id="82" dur="250" fill="hold"/>
                                        <p:tgtEl>
                                          <p:spTgt spid="17"/>
                                        </p:tgtEl>
                                        <p:attrNameLst>
                                          <p:attrName>ppt_h</p:attrName>
                                        </p:attrNameLst>
                                      </p:cBhvr>
                                      <p:tavLst>
                                        <p:tav tm="0">
                                          <p:val>
                                            <p:fltVal val="0"/>
                                          </p:val>
                                        </p:tav>
                                        <p:tav tm="100000">
                                          <p:val>
                                            <p:strVal val="#ppt_h"/>
                                          </p:val>
                                        </p:tav>
                                      </p:tavLst>
                                    </p:anim>
                                  </p:childTnLst>
                                </p:cTn>
                              </p:par>
                              <p:par>
                                <p:cTn id="83" presetID="22" presetClass="entr" presetSubtype="8" fill="hold" grpId="0" nodeType="withEffect">
                                  <p:stCondLst>
                                    <p:cond delay="0"/>
                                  </p:stCondLst>
                                  <p:childTnLst>
                                    <p:set>
                                      <p:cBhvr>
                                        <p:cTn id="84" dur="1" fill="hold">
                                          <p:stCondLst>
                                            <p:cond delay="0"/>
                                          </p:stCondLst>
                                        </p:cTn>
                                        <p:tgtEl>
                                          <p:spTgt spid="16"/>
                                        </p:tgtEl>
                                        <p:attrNameLst>
                                          <p:attrName>style.visibility</p:attrName>
                                        </p:attrNameLst>
                                      </p:cBhvr>
                                      <p:to>
                                        <p:strVal val="visible"/>
                                      </p:to>
                                    </p:set>
                                    <p:animEffect transition="in" filter="wipe(left)">
                                      <p:cBhvr>
                                        <p:cTn id="85" dur="500"/>
                                        <p:tgtEl>
                                          <p:spTgt spid="16"/>
                                        </p:tgtEl>
                                      </p:cBhvr>
                                    </p:animEffect>
                                  </p:childTnLst>
                                </p:cTn>
                              </p:par>
                            </p:childTnLst>
                          </p:cTn>
                        </p:par>
                        <p:par>
                          <p:cTn id="86" fill="hold">
                            <p:stCondLst>
                              <p:cond delay="9200"/>
                            </p:stCondLst>
                            <p:childTnLst>
                              <p:par>
                                <p:cTn id="87" presetID="17" presetClass="entr" presetSubtype="1" fill="hold" grpId="0" nodeType="afterEffect">
                                  <p:stCondLst>
                                    <p:cond delay="0"/>
                                  </p:stCondLst>
                                  <p:iterate type="lt">
                                    <p:tmPct val="40000"/>
                                  </p:iterate>
                                  <p:childTnLst>
                                    <p:set>
                                      <p:cBhvr>
                                        <p:cTn id="88" dur="1" fill="hold">
                                          <p:stCondLst>
                                            <p:cond delay="0"/>
                                          </p:stCondLst>
                                        </p:cTn>
                                        <p:tgtEl>
                                          <p:spTgt spid="19"/>
                                        </p:tgtEl>
                                        <p:attrNameLst>
                                          <p:attrName>style.visibility</p:attrName>
                                        </p:attrNameLst>
                                      </p:cBhvr>
                                      <p:to>
                                        <p:strVal val="visible"/>
                                      </p:to>
                                    </p:set>
                                    <p:anim calcmode="lin" valueType="num">
                                      <p:cBhvr>
                                        <p:cTn id="89" dur="250" fill="hold"/>
                                        <p:tgtEl>
                                          <p:spTgt spid="19"/>
                                        </p:tgtEl>
                                        <p:attrNameLst>
                                          <p:attrName>ppt_x</p:attrName>
                                        </p:attrNameLst>
                                      </p:cBhvr>
                                      <p:tavLst>
                                        <p:tav tm="0">
                                          <p:val>
                                            <p:strVal val="#ppt_x"/>
                                          </p:val>
                                        </p:tav>
                                        <p:tav tm="100000">
                                          <p:val>
                                            <p:strVal val="#ppt_x"/>
                                          </p:val>
                                        </p:tav>
                                      </p:tavLst>
                                    </p:anim>
                                    <p:anim calcmode="lin" valueType="num">
                                      <p:cBhvr>
                                        <p:cTn id="90" dur="250" fill="hold"/>
                                        <p:tgtEl>
                                          <p:spTgt spid="19"/>
                                        </p:tgtEl>
                                        <p:attrNameLst>
                                          <p:attrName>ppt_y</p:attrName>
                                        </p:attrNameLst>
                                      </p:cBhvr>
                                      <p:tavLst>
                                        <p:tav tm="0">
                                          <p:val>
                                            <p:strVal val="#ppt_y-#ppt_h/2"/>
                                          </p:val>
                                        </p:tav>
                                        <p:tav tm="100000">
                                          <p:val>
                                            <p:strVal val="#ppt_y"/>
                                          </p:val>
                                        </p:tav>
                                      </p:tavLst>
                                    </p:anim>
                                    <p:anim calcmode="lin" valueType="num">
                                      <p:cBhvr>
                                        <p:cTn id="91" dur="250" fill="hold"/>
                                        <p:tgtEl>
                                          <p:spTgt spid="19"/>
                                        </p:tgtEl>
                                        <p:attrNameLst>
                                          <p:attrName>ppt_w</p:attrName>
                                        </p:attrNameLst>
                                      </p:cBhvr>
                                      <p:tavLst>
                                        <p:tav tm="0">
                                          <p:val>
                                            <p:strVal val="#ppt_w"/>
                                          </p:val>
                                        </p:tav>
                                        <p:tav tm="100000">
                                          <p:val>
                                            <p:strVal val="#ppt_w"/>
                                          </p:val>
                                        </p:tav>
                                      </p:tavLst>
                                    </p:anim>
                                    <p:anim calcmode="lin" valueType="num">
                                      <p:cBhvr>
                                        <p:cTn id="92" dur="250" fill="hold"/>
                                        <p:tgtEl>
                                          <p:spTgt spid="19"/>
                                        </p:tgtEl>
                                        <p:attrNameLst>
                                          <p:attrName>ppt_h</p:attrName>
                                        </p:attrNameLst>
                                      </p:cBhvr>
                                      <p:tavLst>
                                        <p:tav tm="0">
                                          <p:val>
                                            <p:fltVal val="0"/>
                                          </p:val>
                                        </p:tav>
                                        <p:tav tm="100000">
                                          <p:val>
                                            <p:strVal val="#ppt_h"/>
                                          </p:val>
                                        </p:tav>
                                      </p:tavLst>
                                    </p:anim>
                                  </p:childTnLst>
                                </p:cTn>
                              </p:par>
                              <p:par>
                                <p:cTn id="93" presetID="22" presetClass="entr" presetSubtype="8" fill="hold" grpId="0" nodeType="withEffect">
                                  <p:stCondLst>
                                    <p:cond delay="0"/>
                                  </p:stCondLst>
                                  <p:childTnLst>
                                    <p:set>
                                      <p:cBhvr>
                                        <p:cTn id="94" dur="1" fill="hold">
                                          <p:stCondLst>
                                            <p:cond delay="0"/>
                                          </p:stCondLst>
                                        </p:cTn>
                                        <p:tgtEl>
                                          <p:spTgt spid="18"/>
                                        </p:tgtEl>
                                        <p:attrNameLst>
                                          <p:attrName>style.visibility</p:attrName>
                                        </p:attrNameLst>
                                      </p:cBhvr>
                                      <p:to>
                                        <p:strVal val="visible"/>
                                      </p:to>
                                    </p:set>
                                    <p:animEffect transition="in" filter="wipe(left)">
                                      <p:cBhvr>
                                        <p:cTn id="95" dur="500"/>
                                        <p:tgtEl>
                                          <p:spTgt spid="18"/>
                                        </p:tgtEl>
                                      </p:cBhvr>
                                    </p:animEffect>
                                  </p:childTnLst>
                                </p:cTn>
                              </p:par>
                            </p:childTnLst>
                          </p:cTn>
                        </p:par>
                        <p:par>
                          <p:cTn id="96" fill="hold">
                            <p:stCondLst>
                              <p:cond delay="10250"/>
                            </p:stCondLst>
                            <p:childTnLst>
                              <p:par>
                                <p:cTn id="97" presetID="17" presetClass="entr" presetSubtype="1" fill="hold" grpId="0" nodeType="afterEffect">
                                  <p:stCondLst>
                                    <p:cond delay="0"/>
                                  </p:stCondLst>
                                  <p:iterate type="lt">
                                    <p:tmPct val="40000"/>
                                  </p:iterate>
                                  <p:childTnLst>
                                    <p:set>
                                      <p:cBhvr>
                                        <p:cTn id="98" dur="1" fill="hold">
                                          <p:stCondLst>
                                            <p:cond delay="0"/>
                                          </p:stCondLst>
                                        </p:cTn>
                                        <p:tgtEl>
                                          <p:spTgt spid="21"/>
                                        </p:tgtEl>
                                        <p:attrNameLst>
                                          <p:attrName>style.visibility</p:attrName>
                                        </p:attrNameLst>
                                      </p:cBhvr>
                                      <p:to>
                                        <p:strVal val="visible"/>
                                      </p:to>
                                    </p:set>
                                    <p:anim calcmode="lin" valueType="num">
                                      <p:cBhvr>
                                        <p:cTn id="99" dur="250" fill="hold"/>
                                        <p:tgtEl>
                                          <p:spTgt spid="21"/>
                                        </p:tgtEl>
                                        <p:attrNameLst>
                                          <p:attrName>ppt_x</p:attrName>
                                        </p:attrNameLst>
                                      </p:cBhvr>
                                      <p:tavLst>
                                        <p:tav tm="0">
                                          <p:val>
                                            <p:strVal val="#ppt_x"/>
                                          </p:val>
                                        </p:tav>
                                        <p:tav tm="100000">
                                          <p:val>
                                            <p:strVal val="#ppt_x"/>
                                          </p:val>
                                        </p:tav>
                                      </p:tavLst>
                                    </p:anim>
                                    <p:anim calcmode="lin" valueType="num">
                                      <p:cBhvr>
                                        <p:cTn id="100" dur="250" fill="hold"/>
                                        <p:tgtEl>
                                          <p:spTgt spid="21"/>
                                        </p:tgtEl>
                                        <p:attrNameLst>
                                          <p:attrName>ppt_y</p:attrName>
                                        </p:attrNameLst>
                                      </p:cBhvr>
                                      <p:tavLst>
                                        <p:tav tm="0">
                                          <p:val>
                                            <p:strVal val="#ppt_y-#ppt_h/2"/>
                                          </p:val>
                                        </p:tav>
                                        <p:tav tm="100000">
                                          <p:val>
                                            <p:strVal val="#ppt_y"/>
                                          </p:val>
                                        </p:tav>
                                      </p:tavLst>
                                    </p:anim>
                                    <p:anim calcmode="lin" valueType="num">
                                      <p:cBhvr>
                                        <p:cTn id="101" dur="250" fill="hold"/>
                                        <p:tgtEl>
                                          <p:spTgt spid="21"/>
                                        </p:tgtEl>
                                        <p:attrNameLst>
                                          <p:attrName>ppt_w</p:attrName>
                                        </p:attrNameLst>
                                      </p:cBhvr>
                                      <p:tavLst>
                                        <p:tav tm="0">
                                          <p:val>
                                            <p:strVal val="#ppt_w"/>
                                          </p:val>
                                        </p:tav>
                                        <p:tav tm="100000">
                                          <p:val>
                                            <p:strVal val="#ppt_w"/>
                                          </p:val>
                                        </p:tav>
                                      </p:tavLst>
                                    </p:anim>
                                    <p:anim calcmode="lin" valueType="num">
                                      <p:cBhvr>
                                        <p:cTn id="102" dur="250" fill="hold"/>
                                        <p:tgtEl>
                                          <p:spTgt spid="21"/>
                                        </p:tgtEl>
                                        <p:attrNameLst>
                                          <p:attrName>ppt_h</p:attrName>
                                        </p:attrNameLst>
                                      </p:cBhvr>
                                      <p:tavLst>
                                        <p:tav tm="0">
                                          <p:val>
                                            <p:fltVal val="0"/>
                                          </p:val>
                                        </p:tav>
                                        <p:tav tm="100000">
                                          <p:val>
                                            <p:strVal val="#ppt_h"/>
                                          </p:val>
                                        </p:tav>
                                      </p:tavLst>
                                    </p:anim>
                                  </p:childTnLst>
                                </p:cTn>
                              </p:par>
                              <p:par>
                                <p:cTn id="103" presetID="22" presetClass="entr" presetSubtype="8" fill="hold" grpId="0" nodeType="withEffect">
                                  <p:stCondLst>
                                    <p:cond delay="0"/>
                                  </p:stCondLst>
                                  <p:childTnLst>
                                    <p:set>
                                      <p:cBhvr>
                                        <p:cTn id="104" dur="1" fill="hold">
                                          <p:stCondLst>
                                            <p:cond delay="0"/>
                                          </p:stCondLst>
                                        </p:cTn>
                                        <p:tgtEl>
                                          <p:spTgt spid="20"/>
                                        </p:tgtEl>
                                        <p:attrNameLst>
                                          <p:attrName>style.visibility</p:attrName>
                                        </p:attrNameLst>
                                      </p:cBhvr>
                                      <p:to>
                                        <p:strVal val="visible"/>
                                      </p:to>
                                    </p:set>
                                    <p:animEffect transition="in" filter="wipe(left)">
                                      <p:cBhvr>
                                        <p:cTn id="105" dur="500"/>
                                        <p:tgtEl>
                                          <p:spTgt spid="20"/>
                                        </p:tgtEl>
                                      </p:cBhvr>
                                    </p:animEffect>
                                  </p:childTnLst>
                                </p:cTn>
                              </p:par>
                            </p:childTnLst>
                          </p:cTn>
                        </p:par>
                        <p:par>
                          <p:cTn id="106" fill="hold">
                            <p:stCondLst>
                              <p:cond delay="11300"/>
                            </p:stCondLst>
                            <p:childTnLst>
                              <p:par>
                                <p:cTn id="107" presetID="17" presetClass="entr" presetSubtype="1" fill="hold" grpId="0" nodeType="afterEffect">
                                  <p:stCondLst>
                                    <p:cond delay="0"/>
                                  </p:stCondLst>
                                  <p:iterate type="lt">
                                    <p:tmPct val="40000"/>
                                  </p:iterate>
                                  <p:childTnLst>
                                    <p:set>
                                      <p:cBhvr>
                                        <p:cTn id="108" dur="1" fill="hold">
                                          <p:stCondLst>
                                            <p:cond delay="0"/>
                                          </p:stCondLst>
                                        </p:cTn>
                                        <p:tgtEl>
                                          <p:spTgt spid="23"/>
                                        </p:tgtEl>
                                        <p:attrNameLst>
                                          <p:attrName>style.visibility</p:attrName>
                                        </p:attrNameLst>
                                      </p:cBhvr>
                                      <p:to>
                                        <p:strVal val="visible"/>
                                      </p:to>
                                    </p:set>
                                    <p:anim calcmode="lin" valueType="num">
                                      <p:cBhvr>
                                        <p:cTn id="109" dur="250" fill="hold"/>
                                        <p:tgtEl>
                                          <p:spTgt spid="23"/>
                                        </p:tgtEl>
                                        <p:attrNameLst>
                                          <p:attrName>ppt_x</p:attrName>
                                        </p:attrNameLst>
                                      </p:cBhvr>
                                      <p:tavLst>
                                        <p:tav tm="0">
                                          <p:val>
                                            <p:strVal val="#ppt_x"/>
                                          </p:val>
                                        </p:tav>
                                        <p:tav tm="100000">
                                          <p:val>
                                            <p:strVal val="#ppt_x"/>
                                          </p:val>
                                        </p:tav>
                                      </p:tavLst>
                                    </p:anim>
                                    <p:anim calcmode="lin" valueType="num">
                                      <p:cBhvr>
                                        <p:cTn id="110" dur="250" fill="hold"/>
                                        <p:tgtEl>
                                          <p:spTgt spid="23"/>
                                        </p:tgtEl>
                                        <p:attrNameLst>
                                          <p:attrName>ppt_y</p:attrName>
                                        </p:attrNameLst>
                                      </p:cBhvr>
                                      <p:tavLst>
                                        <p:tav tm="0">
                                          <p:val>
                                            <p:strVal val="#ppt_y-#ppt_h/2"/>
                                          </p:val>
                                        </p:tav>
                                        <p:tav tm="100000">
                                          <p:val>
                                            <p:strVal val="#ppt_y"/>
                                          </p:val>
                                        </p:tav>
                                      </p:tavLst>
                                    </p:anim>
                                    <p:anim calcmode="lin" valueType="num">
                                      <p:cBhvr>
                                        <p:cTn id="111" dur="250" fill="hold"/>
                                        <p:tgtEl>
                                          <p:spTgt spid="23"/>
                                        </p:tgtEl>
                                        <p:attrNameLst>
                                          <p:attrName>ppt_w</p:attrName>
                                        </p:attrNameLst>
                                      </p:cBhvr>
                                      <p:tavLst>
                                        <p:tav tm="0">
                                          <p:val>
                                            <p:strVal val="#ppt_w"/>
                                          </p:val>
                                        </p:tav>
                                        <p:tav tm="100000">
                                          <p:val>
                                            <p:strVal val="#ppt_w"/>
                                          </p:val>
                                        </p:tav>
                                      </p:tavLst>
                                    </p:anim>
                                    <p:anim calcmode="lin" valueType="num">
                                      <p:cBhvr>
                                        <p:cTn id="112" dur="250" fill="hold"/>
                                        <p:tgtEl>
                                          <p:spTgt spid="23"/>
                                        </p:tgtEl>
                                        <p:attrNameLst>
                                          <p:attrName>ppt_h</p:attrName>
                                        </p:attrNameLst>
                                      </p:cBhvr>
                                      <p:tavLst>
                                        <p:tav tm="0">
                                          <p:val>
                                            <p:fltVal val="0"/>
                                          </p:val>
                                        </p:tav>
                                        <p:tav tm="100000">
                                          <p:val>
                                            <p:strVal val="#ppt_h"/>
                                          </p:val>
                                        </p:tav>
                                      </p:tavLst>
                                    </p:anim>
                                  </p:childTnLst>
                                </p:cTn>
                              </p:par>
                            </p:childTnLst>
                          </p:cTn>
                        </p:par>
                        <p:par>
                          <p:cTn id="113" fill="hold">
                            <p:stCondLst>
                              <p:cond delay="12350"/>
                            </p:stCondLst>
                            <p:childTnLst>
                              <p:par>
                                <p:cTn id="114" presetID="22" presetClass="entr" presetSubtype="8" fill="hold" grpId="0" nodeType="afterEffect">
                                  <p:stCondLst>
                                    <p:cond delay="0"/>
                                  </p:stCondLst>
                                  <p:childTnLst>
                                    <p:set>
                                      <p:cBhvr>
                                        <p:cTn id="115" dur="1" fill="hold">
                                          <p:stCondLst>
                                            <p:cond delay="0"/>
                                          </p:stCondLst>
                                        </p:cTn>
                                        <p:tgtEl>
                                          <p:spTgt spid="22"/>
                                        </p:tgtEl>
                                        <p:attrNameLst>
                                          <p:attrName>style.visibility</p:attrName>
                                        </p:attrNameLst>
                                      </p:cBhvr>
                                      <p:to>
                                        <p:strVal val="visible"/>
                                      </p:to>
                                    </p:set>
                                    <p:animEffect transition="in" filter="wipe(left)">
                                      <p:cBhvr>
                                        <p:cTn id="116" dur="500"/>
                                        <p:tgtEl>
                                          <p:spTgt spid="22"/>
                                        </p:tgtEl>
                                      </p:cBhvr>
                                    </p:animEffect>
                                  </p:childTnLst>
                                </p:cTn>
                              </p:par>
                            </p:childTnLst>
                          </p:cTn>
                        </p:par>
                        <p:par>
                          <p:cTn id="117" fill="hold">
                            <p:stCondLst>
                              <p:cond delay="12850"/>
                            </p:stCondLst>
                            <p:childTnLst>
                              <p:par>
                                <p:cTn id="118" presetID="17" presetClass="entr" presetSubtype="1" fill="hold" grpId="0" nodeType="afterEffect">
                                  <p:stCondLst>
                                    <p:cond delay="0"/>
                                  </p:stCondLst>
                                  <p:iterate type="lt">
                                    <p:tmPct val="40000"/>
                                  </p:iterate>
                                  <p:childTnLst>
                                    <p:set>
                                      <p:cBhvr>
                                        <p:cTn id="119" dur="1" fill="hold">
                                          <p:stCondLst>
                                            <p:cond delay="0"/>
                                          </p:stCondLst>
                                        </p:cTn>
                                        <p:tgtEl>
                                          <p:spTgt spid="30"/>
                                        </p:tgtEl>
                                        <p:attrNameLst>
                                          <p:attrName>style.visibility</p:attrName>
                                        </p:attrNameLst>
                                      </p:cBhvr>
                                      <p:to>
                                        <p:strVal val="visible"/>
                                      </p:to>
                                    </p:set>
                                    <p:anim calcmode="lin" valueType="num">
                                      <p:cBhvr>
                                        <p:cTn id="120" dur="250" fill="hold"/>
                                        <p:tgtEl>
                                          <p:spTgt spid="30"/>
                                        </p:tgtEl>
                                        <p:attrNameLst>
                                          <p:attrName>ppt_x</p:attrName>
                                        </p:attrNameLst>
                                      </p:cBhvr>
                                      <p:tavLst>
                                        <p:tav tm="0">
                                          <p:val>
                                            <p:strVal val="#ppt_x"/>
                                          </p:val>
                                        </p:tav>
                                        <p:tav tm="100000">
                                          <p:val>
                                            <p:strVal val="#ppt_x"/>
                                          </p:val>
                                        </p:tav>
                                      </p:tavLst>
                                    </p:anim>
                                    <p:anim calcmode="lin" valueType="num">
                                      <p:cBhvr>
                                        <p:cTn id="121" dur="250" fill="hold"/>
                                        <p:tgtEl>
                                          <p:spTgt spid="30"/>
                                        </p:tgtEl>
                                        <p:attrNameLst>
                                          <p:attrName>ppt_y</p:attrName>
                                        </p:attrNameLst>
                                      </p:cBhvr>
                                      <p:tavLst>
                                        <p:tav tm="0">
                                          <p:val>
                                            <p:strVal val="#ppt_y-#ppt_h/2"/>
                                          </p:val>
                                        </p:tav>
                                        <p:tav tm="100000">
                                          <p:val>
                                            <p:strVal val="#ppt_y"/>
                                          </p:val>
                                        </p:tav>
                                      </p:tavLst>
                                    </p:anim>
                                    <p:anim calcmode="lin" valueType="num">
                                      <p:cBhvr>
                                        <p:cTn id="122" dur="250" fill="hold"/>
                                        <p:tgtEl>
                                          <p:spTgt spid="30"/>
                                        </p:tgtEl>
                                        <p:attrNameLst>
                                          <p:attrName>ppt_w</p:attrName>
                                        </p:attrNameLst>
                                      </p:cBhvr>
                                      <p:tavLst>
                                        <p:tav tm="0">
                                          <p:val>
                                            <p:strVal val="#ppt_w"/>
                                          </p:val>
                                        </p:tav>
                                        <p:tav tm="100000">
                                          <p:val>
                                            <p:strVal val="#ppt_w"/>
                                          </p:val>
                                        </p:tav>
                                      </p:tavLst>
                                    </p:anim>
                                    <p:anim calcmode="lin" valueType="num">
                                      <p:cBhvr>
                                        <p:cTn id="123" dur="250" fill="hold"/>
                                        <p:tgtEl>
                                          <p:spTgt spid="30"/>
                                        </p:tgtEl>
                                        <p:attrNameLst>
                                          <p:attrName>ppt_h</p:attrName>
                                        </p:attrNameLst>
                                      </p:cBhvr>
                                      <p:tavLst>
                                        <p:tav tm="0">
                                          <p:val>
                                            <p:fltVal val="0"/>
                                          </p:val>
                                        </p:tav>
                                        <p:tav tm="100000">
                                          <p:val>
                                            <p:strVal val="#ppt_h"/>
                                          </p:val>
                                        </p:tav>
                                      </p:tavLst>
                                    </p:anim>
                                  </p:childTnLst>
                                </p:cTn>
                              </p:par>
                            </p:childTnLst>
                          </p:cTn>
                        </p:par>
                        <p:par>
                          <p:cTn id="124" fill="hold">
                            <p:stCondLst>
                              <p:cond delay="13900"/>
                            </p:stCondLst>
                            <p:childTnLst>
                              <p:par>
                                <p:cTn id="125" presetID="22" presetClass="entr" presetSubtype="8" fill="hold" grpId="0" nodeType="afterEffect">
                                  <p:stCondLst>
                                    <p:cond delay="0"/>
                                  </p:stCondLst>
                                  <p:childTnLst>
                                    <p:set>
                                      <p:cBhvr>
                                        <p:cTn id="126" dur="1" fill="hold">
                                          <p:stCondLst>
                                            <p:cond delay="0"/>
                                          </p:stCondLst>
                                        </p:cTn>
                                        <p:tgtEl>
                                          <p:spTgt spid="29"/>
                                        </p:tgtEl>
                                        <p:attrNameLst>
                                          <p:attrName>style.visibility</p:attrName>
                                        </p:attrNameLst>
                                      </p:cBhvr>
                                      <p:to>
                                        <p:strVal val="visible"/>
                                      </p:to>
                                    </p:set>
                                    <p:animEffect transition="in" filter="wipe(left)">
                                      <p:cBhvr>
                                        <p:cTn id="1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p:bldP spid="28" grpId="0" animBg="1"/>
      <p:bldP spid="32" grpId="0" animBg="1"/>
      <p:bldP spid="36" grpId="0" animBg="1"/>
      <p:bldP spid="40" grpId="0" animBg="1"/>
      <p:bldP spid="41" grpId="0" animBg="1"/>
      <p:bldP spid="42" grpId="0" animBg="1"/>
      <p:bldP spid="43" grpId="0" animBg="1"/>
      <p:bldP spid="44" grpId="0" animBg="1"/>
      <p:bldP spid="45" grpId="0"/>
      <p:bldP spid="46" grpId="0"/>
      <p:bldP spid="16" grpId="0"/>
      <p:bldP spid="17" grpId="0"/>
      <p:bldP spid="18" grpId="0"/>
      <p:bldP spid="19" grpId="0"/>
      <p:bldP spid="20" grpId="0"/>
      <p:bldP spid="21" grpId="0"/>
      <p:bldP spid="22" grpId="0"/>
      <p:bldP spid="23" grpId="0"/>
      <p:bldP spid="29" grpId="0"/>
      <p:bldP spid="3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MH_Other_1"/>
          <p:cNvSpPr>
            <a:spLocks noChangeArrowheads="1"/>
          </p:cNvSpPr>
          <p:nvPr/>
        </p:nvSpPr>
        <p:spPr bwMode="auto">
          <a:xfrm>
            <a:off x="2977939" y="2952568"/>
            <a:ext cx="2541334" cy="2543007"/>
          </a:xfrm>
          <a:prstGeom prst="ellipse">
            <a:avLst/>
          </a:prstGeom>
          <a:noFill/>
          <a:ln w="6350">
            <a:solidFill>
              <a:schemeClr val="bg1">
                <a:lumMod val="65000"/>
              </a:schemeClr>
            </a:solidFill>
            <a:round/>
            <a:headEnd/>
            <a:tailEnd/>
          </a:ln>
          <a:extLst>
            <a:ext uri="{909E8E84-426E-40DD-AFC4-6F175D3DCCD1}">
              <a14:hiddenFill xmlns:a14="http://schemas.microsoft.com/office/drawing/2010/main">
                <a:solidFill>
                  <a:srgbClr val="FFFFFF"/>
                </a:solidFill>
              </a14:hiddenFill>
            </a:ext>
          </a:extLst>
        </p:spPr>
        <p:txBody>
          <a:bodyPr lIns="95091" tIns="49554" rIns="95091" bIns="49554"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endParaRPr lang="en-US" altLang="zh-CN" sz="1400">
              <a:solidFill>
                <a:srgbClr val="FFFFFF"/>
              </a:solidFill>
              <a:ea typeface="微软雅黑" panose="020B0503020204020204" pitchFamily="34" charset="-122"/>
              <a:cs typeface="+mn-ea"/>
              <a:sym typeface="Arial" panose="020B0604020202020204" pitchFamily="34" charset="0"/>
            </a:endParaRPr>
          </a:p>
        </p:txBody>
      </p:sp>
      <p:sp>
        <p:nvSpPr>
          <p:cNvPr id="32771" name="MH_Title_1"/>
          <p:cNvSpPr>
            <a:spLocks noChangeArrowheads="1"/>
          </p:cNvSpPr>
          <p:nvPr/>
        </p:nvSpPr>
        <p:spPr bwMode="auto">
          <a:xfrm>
            <a:off x="4926628" y="3739410"/>
            <a:ext cx="1089862" cy="1088186"/>
          </a:xfrm>
          <a:prstGeom prst="ellipse">
            <a:avLst/>
          </a:prstGeom>
          <a:solidFill>
            <a:schemeClr val="accent2"/>
          </a:solidFill>
          <a:ln w="381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400">
                <a:solidFill>
                  <a:srgbClr val="FFFFFF"/>
                </a:solidFill>
                <a:ea typeface="微软雅黑" panose="020B0503020204020204" pitchFamily="34" charset="-122"/>
                <a:cs typeface="+mn-ea"/>
                <a:sym typeface="Arial" panose="020B0604020202020204" pitchFamily="34" charset="0"/>
              </a:rPr>
              <a:t>请替换文字内容</a:t>
            </a:r>
            <a:endParaRPr lang="zh-CN" altLang="en-US" sz="1400" dirty="0">
              <a:solidFill>
                <a:srgbClr val="FFFFFF"/>
              </a:solidFill>
              <a:ea typeface="微软雅黑" panose="020B0503020204020204" pitchFamily="34" charset="-122"/>
              <a:cs typeface="+mn-ea"/>
              <a:sym typeface="Arial" panose="020B0604020202020204" pitchFamily="34" charset="0"/>
            </a:endParaRPr>
          </a:p>
        </p:txBody>
      </p:sp>
      <p:sp>
        <p:nvSpPr>
          <p:cNvPr id="32772" name="MH_SubTitle_3"/>
          <p:cNvSpPr>
            <a:spLocks noChangeArrowheads="1"/>
          </p:cNvSpPr>
          <p:nvPr/>
        </p:nvSpPr>
        <p:spPr bwMode="auto">
          <a:xfrm>
            <a:off x="2638089" y="3927751"/>
            <a:ext cx="711506" cy="711507"/>
          </a:xfrm>
          <a:prstGeom prst="ellipse">
            <a:avLst/>
          </a:prstGeom>
          <a:solidFill>
            <a:schemeClr val="accent1"/>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73" name="MH_SubTitle_1"/>
          <p:cNvSpPr>
            <a:spLocks noChangeArrowheads="1"/>
          </p:cNvSpPr>
          <p:nvPr/>
        </p:nvSpPr>
        <p:spPr bwMode="auto">
          <a:xfrm>
            <a:off x="3893690" y="2597653"/>
            <a:ext cx="709832" cy="711506"/>
          </a:xfrm>
          <a:prstGeom prst="ellipse">
            <a:avLst/>
          </a:prstGeom>
          <a:solidFill>
            <a:schemeClr val="accent5"/>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74" name="MH_SubTitle_5"/>
          <p:cNvSpPr>
            <a:spLocks noChangeArrowheads="1"/>
          </p:cNvSpPr>
          <p:nvPr/>
        </p:nvSpPr>
        <p:spPr bwMode="auto">
          <a:xfrm>
            <a:off x="3783195" y="5030166"/>
            <a:ext cx="711506" cy="711507"/>
          </a:xfrm>
          <a:prstGeom prst="ellipse">
            <a:avLst/>
          </a:prstGeom>
          <a:solidFill>
            <a:schemeClr val="accent5"/>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75" name="MH_Other_2"/>
          <p:cNvSpPr>
            <a:spLocks noChangeArrowheads="1"/>
          </p:cNvSpPr>
          <p:nvPr/>
        </p:nvSpPr>
        <p:spPr bwMode="auto">
          <a:xfrm flipH="1">
            <a:off x="7226887" y="2952568"/>
            <a:ext cx="2543008" cy="2543007"/>
          </a:xfrm>
          <a:prstGeom prst="ellipse">
            <a:avLst/>
          </a:prstGeom>
          <a:noFill/>
          <a:ln w="6350">
            <a:solidFill>
              <a:schemeClr val="bg1">
                <a:lumMod val="65000"/>
              </a:schemeClr>
            </a:solidFill>
            <a:round/>
            <a:headEnd/>
            <a:tailEnd/>
          </a:ln>
          <a:extLst>
            <a:ext uri="{909E8E84-426E-40DD-AFC4-6F175D3DCCD1}">
              <a14:hiddenFill xmlns:a14="http://schemas.microsoft.com/office/drawing/2010/main">
                <a:solidFill>
                  <a:srgbClr val="FFFFFF"/>
                </a:solidFill>
              </a14:hiddenFill>
            </a:ext>
          </a:extLst>
        </p:spPr>
        <p:txBody>
          <a:bodyPr lIns="95091" tIns="49554" rIns="95091" bIns="49554"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endParaRPr lang="en-US" altLang="zh-CN" sz="1400">
              <a:solidFill>
                <a:srgbClr val="FFFFFF"/>
              </a:solidFill>
              <a:ea typeface="微软雅黑" panose="020B0503020204020204" pitchFamily="34" charset="-122"/>
              <a:cs typeface="+mn-ea"/>
              <a:sym typeface="Arial" panose="020B0604020202020204" pitchFamily="34" charset="0"/>
            </a:endParaRPr>
          </a:p>
        </p:txBody>
      </p:sp>
      <p:sp>
        <p:nvSpPr>
          <p:cNvPr id="32776" name="MH_Title_2"/>
          <p:cNvSpPr>
            <a:spLocks noChangeArrowheads="1"/>
          </p:cNvSpPr>
          <p:nvPr/>
        </p:nvSpPr>
        <p:spPr bwMode="auto">
          <a:xfrm flipH="1">
            <a:off x="6731343" y="3739410"/>
            <a:ext cx="1088186" cy="1088186"/>
          </a:xfrm>
          <a:prstGeom prst="ellipse">
            <a:avLst/>
          </a:prstGeom>
          <a:solidFill>
            <a:schemeClr val="accent3"/>
          </a:solidFill>
          <a:ln w="381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400">
                <a:solidFill>
                  <a:srgbClr val="FFFFFF"/>
                </a:solidFill>
                <a:ea typeface="微软雅黑" panose="020B0503020204020204" pitchFamily="34" charset="-122"/>
                <a:cs typeface="+mn-ea"/>
                <a:sym typeface="Arial" panose="020B0604020202020204" pitchFamily="34" charset="0"/>
              </a:rPr>
              <a:t>请替换文字内容</a:t>
            </a:r>
            <a:endParaRPr lang="zh-CN" altLang="en-US" sz="1400" dirty="0">
              <a:solidFill>
                <a:srgbClr val="FFFFFF"/>
              </a:solidFill>
              <a:ea typeface="微软雅黑" panose="020B0503020204020204" pitchFamily="34" charset="-122"/>
              <a:cs typeface="+mn-ea"/>
              <a:sym typeface="Arial" panose="020B0604020202020204" pitchFamily="34" charset="0"/>
            </a:endParaRPr>
          </a:p>
        </p:txBody>
      </p:sp>
      <p:sp>
        <p:nvSpPr>
          <p:cNvPr id="32777" name="MH_SubTitle_4"/>
          <p:cNvSpPr>
            <a:spLocks noChangeArrowheads="1"/>
          </p:cNvSpPr>
          <p:nvPr/>
        </p:nvSpPr>
        <p:spPr bwMode="auto">
          <a:xfrm flipH="1">
            <a:off x="9398237" y="3927751"/>
            <a:ext cx="709832" cy="711507"/>
          </a:xfrm>
          <a:prstGeom prst="ellipse">
            <a:avLst/>
          </a:prstGeom>
          <a:solidFill>
            <a:schemeClr val="accent4"/>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78" name="MH_SubTitle_2"/>
          <p:cNvSpPr>
            <a:spLocks noChangeArrowheads="1"/>
          </p:cNvSpPr>
          <p:nvPr/>
        </p:nvSpPr>
        <p:spPr bwMode="auto">
          <a:xfrm flipH="1">
            <a:off x="8142638" y="2597653"/>
            <a:ext cx="711506" cy="711506"/>
          </a:xfrm>
          <a:prstGeom prst="ellipse">
            <a:avLst/>
          </a:prstGeom>
          <a:solidFill>
            <a:schemeClr val="accent6"/>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79" name="MH_SubTitle_6"/>
          <p:cNvSpPr>
            <a:spLocks noChangeArrowheads="1"/>
          </p:cNvSpPr>
          <p:nvPr/>
        </p:nvSpPr>
        <p:spPr bwMode="auto">
          <a:xfrm flipH="1">
            <a:off x="8253131" y="5030166"/>
            <a:ext cx="709832" cy="711507"/>
          </a:xfrm>
          <a:prstGeom prst="ellipse">
            <a:avLst/>
          </a:prstGeom>
          <a:solidFill>
            <a:schemeClr val="accent6"/>
          </a:solidFill>
          <a:ln w="25400">
            <a:noFill/>
            <a:round/>
            <a:headEnd/>
            <a:tailEnd/>
          </a:ln>
        </p:spPr>
        <p:txBody>
          <a:bodyPr lIns="0" tIns="0" rIns="0" bIns="0" anchor="ct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latinLnBrk="1" hangingPunct="1">
              <a:lnSpc>
                <a:spcPct val="120000"/>
              </a:lnSpc>
            </a:pPr>
            <a:r>
              <a:rPr lang="zh-CN" altLang="en-US" sz="1100">
                <a:solidFill>
                  <a:srgbClr val="FFFFFF"/>
                </a:solidFill>
                <a:ea typeface="微软雅黑" panose="020B0503020204020204" pitchFamily="34" charset="-122"/>
                <a:cs typeface="+mn-ea"/>
                <a:sym typeface="Arial" panose="020B0604020202020204" pitchFamily="34" charset="0"/>
              </a:rPr>
              <a:t>请替换文字内容</a:t>
            </a:r>
            <a:endParaRPr lang="zh-CN" altLang="en-US" sz="1100" dirty="0">
              <a:solidFill>
                <a:srgbClr val="FFFFFF"/>
              </a:solidFill>
              <a:ea typeface="微软雅黑" panose="020B0503020204020204" pitchFamily="34" charset="-122"/>
              <a:cs typeface="+mn-ea"/>
              <a:sym typeface="Arial" panose="020B0604020202020204" pitchFamily="34" charset="0"/>
            </a:endParaRPr>
          </a:p>
        </p:txBody>
      </p:sp>
      <p:sp>
        <p:nvSpPr>
          <p:cNvPr id="32782" name="MH_Other_3"/>
          <p:cNvSpPr>
            <a:spLocks/>
          </p:cNvSpPr>
          <p:nvPr/>
        </p:nvSpPr>
        <p:spPr bwMode="auto">
          <a:xfrm rot="-2644669">
            <a:off x="5212906" y="3332595"/>
            <a:ext cx="2338762" cy="2338764"/>
          </a:xfrm>
          <a:custGeom>
            <a:avLst/>
            <a:gdLst>
              <a:gd name="T0" fmla="*/ 1108868 w 2217737"/>
              <a:gd name="T1" fmla="*/ 0 h 2217738"/>
              <a:gd name="T2" fmla="*/ 2217737 w 2217737"/>
              <a:gd name="T3" fmla="*/ 1108869 h 2217738"/>
              <a:gd name="T4" fmla="*/ 1108869 w 2217737"/>
              <a:gd name="T5" fmla="*/ 1108869 h 2217738"/>
              <a:gd name="T6" fmla="*/ 1108868 w 2217737"/>
              <a:gd name="T7" fmla="*/ 0 h 2217738"/>
              <a:gd name="T8" fmla="*/ 1108868 w 2217737"/>
              <a:gd name="T9" fmla="*/ 0 h 2217738"/>
              <a:gd name="T10" fmla="*/ 2217737 w 2217737"/>
              <a:gd name="T11" fmla="*/ 1108869 h 22177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17737" h="2217738" stroke="0">
                <a:moveTo>
                  <a:pt x="1108868" y="0"/>
                </a:moveTo>
                <a:cubicBezTo>
                  <a:pt x="1721279" y="0"/>
                  <a:pt x="2217737" y="496458"/>
                  <a:pt x="2217737" y="1108869"/>
                </a:cubicBezTo>
                <a:lnTo>
                  <a:pt x="1108869" y="1108869"/>
                </a:lnTo>
                <a:cubicBezTo>
                  <a:pt x="1108869" y="739246"/>
                  <a:pt x="1108868" y="369623"/>
                  <a:pt x="1108868" y="0"/>
                </a:cubicBezTo>
                <a:close/>
              </a:path>
              <a:path w="2217737" h="2217738" fill="none">
                <a:moveTo>
                  <a:pt x="1108868" y="0"/>
                </a:moveTo>
                <a:cubicBezTo>
                  <a:pt x="1721279" y="0"/>
                  <a:pt x="2217737" y="496458"/>
                  <a:pt x="2217737" y="1108869"/>
                </a:cubicBezTo>
              </a:path>
            </a:pathLst>
          </a:custGeom>
          <a:noFill/>
          <a:ln w="9525" cap="flat" cmpd="sng">
            <a:solidFill>
              <a:schemeClr val="bg1">
                <a:lumMod val="65000"/>
              </a:schemeClr>
            </a:solidFill>
            <a:round/>
            <a:headEnd type="oval" w="med" len="med"/>
            <a:tailEnd type="triangle" w="med" len="med"/>
          </a:ln>
          <a:extLst>
            <a:ext uri="{909E8E84-426E-40DD-AFC4-6F175D3DCCD1}">
              <a14:hiddenFill xmlns:a14="http://schemas.microsoft.com/office/drawing/2010/main">
                <a:solidFill>
                  <a:srgbClr val="FFFFFF"/>
                </a:solidFill>
              </a14:hiddenFill>
            </a:ext>
          </a:extLst>
        </p:spPr>
        <p:txBody>
          <a:bodyPr anchor="ctr"/>
          <a:lstStyle/>
          <a:p>
            <a:pPr>
              <a:lnSpc>
                <a:spcPct val="120000"/>
              </a:lnSpc>
            </a:pPr>
            <a:endParaRPr lang="zh-CN" altLang="en-US" sz="14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783" name="MH_Other_4"/>
          <p:cNvSpPr>
            <a:spLocks/>
          </p:cNvSpPr>
          <p:nvPr/>
        </p:nvSpPr>
        <p:spPr bwMode="auto">
          <a:xfrm rot="-2644669" flipH="1" flipV="1">
            <a:off x="5196165" y="2893973"/>
            <a:ext cx="2340437" cy="2338764"/>
          </a:xfrm>
          <a:custGeom>
            <a:avLst/>
            <a:gdLst>
              <a:gd name="T0" fmla="*/ 1109662 w 2219325"/>
              <a:gd name="T1" fmla="*/ 0 h 2217738"/>
              <a:gd name="T2" fmla="*/ 2219325 w 2219325"/>
              <a:gd name="T3" fmla="*/ 1108869 h 2217738"/>
              <a:gd name="T4" fmla="*/ 1109663 w 2219325"/>
              <a:gd name="T5" fmla="*/ 1108869 h 2217738"/>
              <a:gd name="T6" fmla="*/ 1109662 w 2219325"/>
              <a:gd name="T7" fmla="*/ 0 h 2217738"/>
              <a:gd name="T8" fmla="*/ 1109662 w 2219325"/>
              <a:gd name="T9" fmla="*/ 0 h 2217738"/>
              <a:gd name="T10" fmla="*/ 2219325 w 2219325"/>
              <a:gd name="T11" fmla="*/ 1108869 h 22177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19325" h="2217738" stroke="0">
                <a:moveTo>
                  <a:pt x="1109662" y="0"/>
                </a:moveTo>
                <a:cubicBezTo>
                  <a:pt x="1722512" y="0"/>
                  <a:pt x="2219325" y="496458"/>
                  <a:pt x="2219325" y="1108869"/>
                </a:cubicBezTo>
                <a:lnTo>
                  <a:pt x="1109663" y="1108869"/>
                </a:lnTo>
                <a:cubicBezTo>
                  <a:pt x="1109663" y="739246"/>
                  <a:pt x="1109662" y="369623"/>
                  <a:pt x="1109662" y="0"/>
                </a:cubicBezTo>
                <a:close/>
              </a:path>
              <a:path w="2219325" h="2217738" fill="none">
                <a:moveTo>
                  <a:pt x="1109662" y="0"/>
                </a:moveTo>
                <a:cubicBezTo>
                  <a:pt x="1722512" y="0"/>
                  <a:pt x="2219325" y="496458"/>
                  <a:pt x="2219325" y="1108869"/>
                </a:cubicBezTo>
              </a:path>
            </a:pathLst>
          </a:custGeom>
          <a:noFill/>
          <a:ln w="6350" cap="flat" cmpd="sng">
            <a:solidFill>
              <a:schemeClr val="bg1">
                <a:lumMod val="65000"/>
              </a:schemeClr>
            </a:solidFill>
            <a:round/>
            <a:headEnd type="oval" w="med" len="med"/>
            <a:tailEnd type="triangle" w="med" len="med"/>
          </a:ln>
          <a:extLst>
            <a:ext uri="{909E8E84-426E-40DD-AFC4-6F175D3DCCD1}">
              <a14:hiddenFill xmlns:a14="http://schemas.microsoft.com/office/drawing/2010/main">
                <a:solidFill>
                  <a:srgbClr val="FFFFFF"/>
                </a:solidFill>
              </a14:hiddenFill>
            </a:ext>
          </a:extLst>
        </p:spPr>
        <p:txBody>
          <a:bodyPr anchor="ctr"/>
          <a:lstStyle/>
          <a:p>
            <a:pPr>
              <a:lnSpc>
                <a:spcPct val="120000"/>
              </a:lnSpc>
            </a:pPr>
            <a:endParaRPr lang="zh-CN" altLang="en-US" sz="14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TextBox 23"/>
          <p:cNvSpPr txBox="1"/>
          <p:nvPr/>
        </p:nvSpPr>
        <p:spPr>
          <a:xfrm>
            <a:off x="4708766" y="5766590"/>
            <a:ext cx="2360168" cy="443198"/>
          </a:xfrm>
          <a:prstGeom prst="rect">
            <a:avLst/>
          </a:prstGeom>
          <a:noFill/>
        </p:spPr>
        <p:txBody>
          <a:bodyPr wrap="square" lIns="0" tIns="0" rIns="0" bIns="0"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TextBox 24"/>
          <p:cNvSpPr txBox="1"/>
          <p:nvPr/>
        </p:nvSpPr>
        <p:spPr>
          <a:xfrm>
            <a:off x="4708765" y="5493358"/>
            <a:ext cx="1256754" cy="258532"/>
          </a:xfrm>
          <a:prstGeom prst="rect">
            <a:avLst/>
          </a:prstGeom>
          <a:noFill/>
        </p:spPr>
        <p:txBody>
          <a:bodyPr wrap="non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TextBox 23"/>
          <p:cNvSpPr txBox="1"/>
          <p:nvPr/>
        </p:nvSpPr>
        <p:spPr>
          <a:xfrm>
            <a:off x="9062812" y="5766590"/>
            <a:ext cx="2360168" cy="443198"/>
          </a:xfrm>
          <a:prstGeom prst="rect">
            <a:avLst/>
          </a:prstGeom>
          <a:noFill/>
        </p:spPr>
        <p:txBody>
          <a:bodyPr wrap="square" lIns="0" tIns="0" rIns="0" bIns="0"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TextBox 24"/>
          <p:cNvSpPr txBox="1"/>
          <p:nvPr/>
        </p:nvSpPr>
        <p:spPr>
          <a:xfrm>
            <a:off x="9062811" y="5493358"/>
            <a:ext cx="1256754" cy="258532"/>
          </a:xfrm>
          <a:prstGeom prst="rect">
            <a:avLst/>
          </a:prstGeom>
          <a:noFill/>
        </p:spPr>
        <p:txBody>
          <a:bodyPr wrap="non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TextBox 23"/>
          <p:cNvSpPr txBox="1"/>
          <p:nvPr/>
        </p:nvSpPr>
        <p:spPr>
          <a:xfrm>
            <a:off x="1501285" y="2152731"/>
            <a:ext cx="2360168" cy="443198"/>
          </a:xfrm>
          <a:prstGeom prst="rect">
            <a:avLst/>
          </a:prstGeom>
          <a:noFill/>
        </p:spPr>
        <p:txBody>
          <a:bodyPr wrap="square" lIns="0" tIns="0" rIns="0" bIns="0"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TextBox 24"/>
          <p:cNvSpPr txBox="1"/>
          <p:nvPr/>
        </p:nvSpPr>
        <p:spPr>
          <a:xfrm>
            <a:off x="1501284" y="1879498"/>
            <a:ext cx="1256754" cy="258532"/>
          </a:xfrm>
          <a:prstGeom prst="rect">
            <a:avLst/>
          </a:prstGeom>
          <a:noFill/>
        </p:spPr>
        <p:txBody>
          <a:bodyPr wrap="non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22" name="TextBox 23"/>
          <p:cNvSpPr txBox="1"/>
          <p:nvPr/>
        </p:nvSpPr>
        <p:spPr>
          <a:xfrm>
            <a:off x="5855331" y="2152731"/>
            <a:ext cx="2360168" cy="443198"/>
          </a:xfrm>
          <a:prstGeom prst="rect">
            <a:avLst/>
          </a:prstGeom>
          <a:noFill/>
        </p:spPr>
        <p:txBody>
          <a:bodyPr wrap="square" lIns="0" tIns="0" rIns="0" bIns="0"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TextBox 24"/>
          <p:cNvSpPr txBox="1"/>
          <p:nvPr/>
        </p:nvSpPr>
        <p:spPr>
          <a:xfrm>
            <a:off x="5855330" y="1879498"/>
            <a:ext cx="1256754" cy="258532"/>
          </a:xfrm>
          <a:prstGeom prst="rect">
            <a:avLst/>
          </a:prstGeom>
          <a:noFill/>
        </p:spPr>
        <p:txBody>
          <a:bodyPr wrap="non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48119533"/>
      </p:ext>
    </p:extLst>
  </p:cSld>
  <p:clrMapOvr>
    <a:masterClrMapping/>
  </p:clrMapOvr>
  <mc:AlternateContent xmlns:mc="http://schemas.openxmlformats.org/markup-compatibility/2006" xmlns:p14="http://schemas.microsoft.com/office/powerpoint/2010/main">
    <mc:Choice Requires="p14">
      <p:transition spd="slow" p14:dur="2000" advTm="0">
        <p14:ferris dir="l"/>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2770"/>
                                        </p:tgtEl>
                                        <p:attrNameLst>
                                          <p:attrName>style.visibility</p:attrName>
                                        </p:attrNameLst>
                                      </p:cBhvr>
                                      <p:to>
                                        <p:strVal val="visible"/>
                                      </p:to>
                                    </p:set>
                                    <p:anim calcmode="lin" valueType="num">
                                      <p:cBhvr>
                                        <p:cTn id="7" dur="1000" fill="hold"/>
                                        <p:tgtEl>
                                          <p:spTgt spid="32770"/>
                                        </p:tgtEl>
                                        <p:attrNameLst>
                                          <p:attrName>ppt_w</p:attrName>
                                        </p:attrNameLst>
                                      </p:cBhvr>
                                      <p:tavLst>
                                        <p:tav tm="0">
                                          <p:val>
                                            <p:fltVal val="0"/>
                                          </p:val>
                                        </p:tav>
                                        <p:tav tm="100000">
                                          <p:val>
                                            <p:strVal val="#ppt_w"/>
                                          </p:val>
                                        </p:tav>
                                      </p:tavLst>
                                    </p:anim>
                                    <p:anim calcmode="lin" valueType="num">
                                      <p:cBhvr>
                                        <p:cTn id="8" dur="1000" fill="hold"/>
                                        <p:tgtEl>
                                          <p:spTgt spid="32770"/>
                                        </p:tgtEl>
                                        <p:attrNameLst>
                                          <p:attrName>ppt_h</p:attrName>
                                        </p:attrNameLst>
                                      </p:cBhvr>
                                      <p:tavLst>
                                        <p:tav tm="0">
                                          <p:val>
                                            <p:fltVal val="0"/>
                                          </p:val>
                                        </p:tav>
                                        <p:tav tm="100000">
                                          <p:val>
                                            <p:strVal val="#ppt_h"/>
                                          </p:val>
                                        </p:tav>
                                      </p:tavLst>
                                    </p:anim>
                                    <p:anim calcmode="lin" valueType="num">
                                      <p:cBhvr>
                                        <p:cTn id="9" dur="1000" fill="hold"/>
                                        <p:tgtEl>
                                          <p:spTgt spid="32770"/>
                                        </p:tgtEl>
                                        <p:attrNameLst>
                                          <p:attrName>style.rotation</p:attrName>
                                        </p:attrNameLst>
                                      </p:cBhvr>
                                      <p:tavLst>
                                        <p:tav tm="0">
                                          <p:val>
                                            <p:fltVal val="90"/>
                                          </p:val>
                                        </p:tav>
                                        <p:tav tm="100000">
                                          <p:val>
                                            <p:fltVal val="0"/>
                                          </p:val>
                                        </p:tav>
                                      </p:tavLst>
                                    </p:anim>
                                    <p:animEffect transition="in" filter="fade">
                                      <p:cBhvr>
                                        <p:cTn id="10" dur="1000"/>
                                        <p:tgtEl>
                                          <p:spTgt spid="3277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2775"/>
                                        </p:tgtEl>
                                        <p:attrNameLst>
                                          <p:attrName>style.visibility</p:attrName>
                                        </p:attrNameLst>
                                      </p:cBhvr>
                                      <p:to>
                                        <p:strVal val="visible"/>
                                      </p:to>
                                    </p:set>
                                    <p:anim calcmode="lin" valueType="num">
                                      <p:cBhvr>
                                        <p:cTn id="13" dur="1000" fill="hold"/>
                                        <p:tgtEl>
                                          <p:spTgt spid="32775"/>
                                        </p:tgtEl>
                                        <p:attrNameLst>
                                          <p:attrName>ppt_w</p:attrName>
                                        </p:attrNameLst>
                                      </p:cBhvr>
                                      <p:tavLst>
                                        <p:tav tm="0">
                                          <p:val>
                                            <p:fltVal val="0"/>
                                          </p:val>
                                        </p:tav>
                                        <p:tav tm="100000">
                                          <p:val>
                                            <p:strVal val="#ppt_w"/>
                                          </p:val>
                                        </p:tav>
                                      </p:tavLst>
                                    </p:anim>
                                    <p:anim calcmode="lin" valueType="num">
                                      <p:cBhvr>
                                        <p:cTn id="14" dur="1000" fill="hold"/>
                                        <p:tgtEl>
                                          <p:spTgt spid="32775"/>
                                        </p:tgtEl>
                                        <p:attrNameLst>
                                          <p:attrName>ppt_h</p:attrName>
                                        </p:attrNameLst>
                                      </p:cBhvr>
                                      <p:tavLst>
                                        <p:tav tm="0">
                                          <p:val>
                                            <p:fltVal val="0"/>
                                          </p:val>
                                        </p:tav>
                                        <p:tav tm="100000">
                                          <p:val>
                                            <p:strVal val="#ppt_h"/>
                                          </p:val>
                                        </p:tav>
                                      </p:tavLst>
                                    </p:anim>
                                    <p:anim calcmode="lin" valueType="num">
                                      <p:cBhvr>
                                        <p:cTn id="15" dur="1000" fill="hold"/>
                                        <p:tgtEl>
                                          <p:spTgt spid="32775"/>
                                        </p:tgtEl>
                                        <p:attrNameLst>
                                          <p:attrName>style.rotation</p:attrName>
                                        </p:attrNameLst>
                                      </p:cBhvr>
                                      <p:tavLst>
                                        <p:tav tm="0">
                                          <p:val>
                                            <p:fltVal val="90"/>
                                          </p:val>
                                        </p:tav>
                                        <p:tav tm="100000">
                                          <p:val>
                                            <p:fltVal val="0"/>
                                          </p:val>
                                        </p:tav>
                                      </p:tavLst>
                                    </p:anim>
                                    <p:animEffect transition="in" filter="fade">
                                      <p:cBhvr>
                                        <p:cTn id="16" dur="1000"/>
                                        <p:tgtEl>
                                          <p:spTgt spid="32775"/>
                                        </p:tgtEl>
                                      </p:cBhvr>
                                    </p:animEffect>
                                  </p:childTnLst>
                                </p:cTn>
                              </p:par>
                            </p:childTnLst>
                          </p:cTn>
                        </p:par>
                        <p:par>
                          <p:cTn id="17" fill="hold">
                            <p:stCondLst>
                              <p:cond delay="1000"/>
                            </p:stCondLst>
                            <p:childTnLst>
                              <p:par>
                                <p:cTn id="18" presetID="15" presetClass="entr" presetSubtype="0" fill="hold" grpId="0" nodeType="afterEffect">
                                  <p:stCondLst>
                                    <p:cond delay="0"/>
                                  </p:stCondLst>
                                  <p:childTnLst>
                                    <p:set>
                                      <p:cBhvr>
                                        <p:cTn id="19" dur="1" fill="hold">
                                          <p:stCondLst>
                                            <p:cond delay="0"/>
                                          </p:stCondLst>
                                        </p:cTn>
                                        <p:tgtEl>
                                          <p:spTgt spid="32772"/>
                                        </p:tgtEl>
                                        <p:attrNameLst>
                                          <p:attrName>style.visibility</p:attrName>
                                        </p:attrNameLst>
                                      </p:cBhvr>
                                      <p:to>
                                        <p:strVal val="visible"/>
                                      </p:to>
                                    </p:set>
                                    <p:anim calcmode="lin" valueType="num">
                                      <p:cBhvr>
                                        <p:cTn id="20" dur="1000" fill="hold"/>
                                        <p:tgtEl>
                                          <p:spTgt spid="32772"/>
                                        </p:tgtEl>
                                        <p:attrNameLst>
                                          <p:attrName>ppt_w</p:attrName>
                                        </p:attrNameLst>
                                      </p:cBhvr>
                                      <p:tavLst>
                                        <p:tav tm="0">
                                          <p:val>
                                            <p:fltVal val="0"/>
                                          </p:val>
                                        </p:tav>
                                        <p:tav tm="100000">
                                          <p:val>
                                            <p:strVal val="#ppt_w"/>
                                          </p:val>
                                        </p:tav>
                                      </p:tavLst>
                                    </p:anim>
                                    <p:anim calcmode="lin" valueType="num">
                                      <p:cBhvr>
                                        <p:cTn id="21" dur="1000" fill="hold"/>
                                        <p:tgtEl>
                                          <p:spTgt spid="32772"/>
                                        </p:tgtEl>
                                        <p:attrNameLst>
                                          <p:attrName>ppt_h</p:attrName>
                                        </p:attrNameLst>
                                      </p:cBhvr>
                                      <p:tavLst>
                                        <p:tav tm="0">
                                          <p:val>
                                            <p:fltVal val="0"/>
                                          </p:val>
                                        </p:tav>
                                        <p:tav tm="100000">
                                          <p:val>
                                            <p:strVal val="#ppt_h"/>
                                          </p:val>
                                        </p:tav>
                                      </p:tavLst>
                                    </p:anim>
                                    <p:anim calcmode="lin" valueType="num">
                                      <p:cBhvr>
                                        <p:cTn id="22" dur="1000" fill="hold"/>
                                        <p:tgtEl>
                                          <p:spTgt spid="32772"/>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32772"/>
                                        </p:tgtEl>
                                        <p:attrNameLst>
                                          <p:attrName>ppt_y</p:attrName>
                                        </p:attrNameLst>
                                      </p:cBhvr>
                                      <p:tavLst>
                                        <p:tav tm="0" fmla="#ppt_y+(sin(-2*pi*(1-$))*-#ppt_x+cos(-2*pi*(1-$))*(1-#ppt_y))*(1-$)">
                                          <p:val>
                                            <p:fltVal val="0"/>
                                          </p:val>
                                        </p:tav>
                                        <p:tav tm="100000">
                                          <p:val>
                                            <p:fltVal val="1"/>
                                          </p:val>
                                        </p:tav>
                                      </p:tavLst>
                                    </p:anim>
                                  </p:childTnLst>
                                </p:cTn>
                              </p:par>
                              <p:par>
                                <p:cTn id="24" presetID="15" presetClass="entr" presetSubtype="0" fill="hold" grpId="0" nodeType="withEffect">
                                  <p:stCondLst>
                                    <p:cond delay="0"/>
                                  </p:stCondLst>
                                  <p:childTnLst>
                                    <p:set>
                                      <p:cBhvr>
                                        <p:cTn id="25" dur="1" fill="hold">
                                          <p:stCondLst>
                                            <p:cond delay="0"/>
                                          </p:stCondLst>
                                        </p:cTn>
                                        <p:tgtEl>
                                          <p:spTgt spid="32773"/>
                                        </p:tgtEl>
                                        <p:attrNameLst>
                                          <p:attrName>style.visibility</p:attrName>
                                        </p:attrNameLst>
                                      </p:cBhvr>
                                      <p:to>
                                        <p:strVal val="visible"/>
                                      </p:to>
                                    </p:set>
                                    <p:anim calcmode="lin" valueType="num">
                                      <p:cBhvr>
                                        <p:cTn id="26" dur="1000" fill="hold"/>
                                        <p:tgtEl>
                                          <p:spTgt spid="32773"/>
                                        </p:tgtEl>
                                        <p:attrNameLst>
                                          <p:attrName>ppt_w</p:attrName>
                                        </p:attrNameLst>
                                      </p:cBhvr>
                                      <p:tavLst>
                                        <p:tav tm="0">
                                          <p:val>
                                            <p:fltVal val="0"/>
                                          </p:val>
                                        </p:tav>
                                        <p:tav tm="100000">
                                          <p:val>
                                            <p:strVal val="#ppt_w"/>
                                          </p:val>
                                        </p:tav>
                                      </p:tavLst>
                                    </p:anim>
                                    <p:anim calcmode="lin" valueType="num">
                                      <p:cBhvr>
                                        <p:cTn id="27" dur="1000" fill="hold"/>
                                        <p:tgtEl>
                                          <p:spTgt spid="32773"/>
                                        </p:tgtEl>
                                        <p:attrNameLst>
                                          <p:attrName>ppt_h</p:attrName>
                                        </p:attrNameLst>
                                      </p:cBhvr>
                                      <p:tavLst>
                                        <p:tav tm="0">
                                          <p:val>
                                            <p:fltVal val="0"/>
                                          </p:val>
                                        </p:tav>
                                        <p:tav tm="100000">
                                          <p:val>
                                            <p:strVal val="#ppt_h"/>
                                          </p:val>
                                        </p:tav>
                                      </p:tavLst>
                                    </p:anim>
                                    <p:anim calcmode="lin" valueType="num">
                                      <p:cBhvr>
                                        <p:cTn id="28" dur="1000" fill="hold"/>
                                        <p:tgtEl>
                                          <p:spTgt spid="32773"/>
                                        </p:tgtEl>
                                        <p:attrNameLst>
                                          <p:attrName>ppt_x</p:attrName>
                                        </p:attrNameLst>
                                      </p:cBhvr>
                                      <p:tavLst>
                                        <p:tav tm="0" fmla="#ppt_x+(cos(-2*pi*(1-$))*-#ppt_x-sin(-2*pi*(1-$))*(1-#ppt_y))*(1-$)">
                                          <p:val>
                                            <p:fltVal val="0"/>
                                          </p:val>
                                        </p:tav>
                                        <p:tav tm="100000">
                                          <p:val>
                                            <p:fltVal val="1"/>
                                          </p:val>
                                        </p:tav>
                                      </p:tavLst>
                                    </p:anim>
                                    <p:anim calcmode="lin" valueType="num">
                                      <p:cBhvr>
                                        <p:cTn id="29" dur="1000" fill="hold"/>
                                        <p:tgtEl>
                                          <p:spTgt spid="32773"/>
                                        </p:tgtEl>
                                        <p:attrNameLst>
                                          <p:attrName>ppt_y</p:attrName>
                                        </p:attrNameLst>
                                      </p:cBhvr>
                                      <p:tavLst>
                                        <p:tav tm="0" fmla="#ppt_y+(sin(-2*pi*(1-$))*-#ppt_x+cos(-2*pi*(1-$))*(1-#ppt_y))*(1-$)">
                                          <p:val>
                                            <p:fltVal val="0"/>
                                          </p:val>
                                        </p:tav>
                                        <p:tav tm="100000">
                                          <p:val>
                                            <p:fltVal val="1"/>
                                          </p:val>
                                        </p:tav>
                                      </p:tavLst>
                                    </p:anim>
                                  </p:childTnLst>
                                </p:cTn>
                              </p:par>
                              <p:par>
                                <p:cTn id="30" presetID="15" presetClass="entr" presetSubtype="0" fill="hold" grpId="0" nodeType="withEffect">
                                  <p:stCondLst>
                                    <p:cond delay="0"/>
                                  </p:stCondLst>
                                  <p:childTnLst>
                                    <p:set>
                                      <p:cBhvr>
                                        <p:cTn id="31" dur="1" fill="hold">
                                          <p:stCondLst>
                                            <p:cond delay="0"/>
                                          </p:stCondLst>
                                        </p:cTn>
                                        <p:tgtEl>
                                          <p:spTgt spid="32774"/>
                                        </p:tgtEl>
                                        <p:attrNameLst>
                                          <p:attrName>style.visibility</p:attrName>
                                        </p:attrNameLst>
                                      </p:cBhvr>
                                      <p:to>
                                        <p:strVal val="visible"/>
                                      </p:to>
                                    </p:set>
                                    <p:anim calcmode="lin" valueType="num">
                                      <p:cBhvr>
                                        <p:cTn id="32" dur="1000" fill="hold"/>
                                        <p:tgtEl>
                                          <p:spTgt spid="32774"/>
                                        </p:tgtEl>
                                        <p:attrNameLst>
                                          <p:attrName>ppt_w</p:attrName>
                                        </p:attrNameLst>
                                      </p:cBhvr>
                                      <p:tavLst>
                                        <p:tav tm="0">
                                          <p:val>
                                            <p:fltVal val="0"/>
                                          </p:val>
                                        </p:tav>
                                        <p:tav tm="100000">
                                          <p:val>
                                            <p:strVal val="#ppt_w"/>
                                          </p:val>
                                        </p:tav>
                                      </p:tavLst>
                                    </p:anim>
                                    <p:anim calcmode="lin" valueType="num">
                                      <p:cBhvr>
                                        <p:cTn id="33" dur="1000" fill="hold"/>
                                        <p:tgtEl>
                                          <p:spTgt spid="32774"/>
                                        </p:tgtEl>
                                        <p:attrNameLst>
                                          <p:attrName>ppt_h</p:attrName>
                                        </p:attrNameLst>
                                      </p:cBhvr>
                                      <p:tavLst>
                                        <p:tav tm="0">
                                          <p:val>
                                            <p:fltVal val="0"/>
                                          </p:val>
                                        </p:tav>
                                        <p:tav tm="100000">
                                          <p:val>
                                            <p:strVal val="#ppt_h"/>
                                          </p:val>
                                        </p:tav>
                                      </p:tavLst>
                                    </p:anim>
                                    <p:anim calcmode="lin" valueType="num">
                                      <p:cBhvr>
                                        <p:cTn id="34" dur="1000" fill="hold"/>
                                        <p:tgtEl>
                                          <p:spTgt spid="32774"/>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32774"/>
                                        </p:tgtEl>
                                        <p:attrNameLst>
                                          <p:attrName>ppt_y</p:attrName>
                                        </p:attrNameLst>
                                      </p:cBhvr>
                                      <p:tavLst>
                                        <p:tav tm="0" fmla="#ppt_y+(sin(-2*pi*(1-$))*-#ppt_x+cos(-2*pi*(1-$))*(1-#ppt_y))*(1-$)">
                                          <p:val>
                                            <p:fltVal val="0"/>
                                          </p:val>
                                        </p:tav>
                                        <p:tav tm="100000">
                                          <p:val>
                                            <p:fltVal val="1"/>
                                          </p:val>
                                        </p:tav>
                                      </p:tavLst>
                                    </p:anim>
                                  </p:childTnLst>
                                </p:cTn>
                              </p:par>
                              <p:par>
                                <p:cTn id="36" presetID="15" presetClass="entr" presetSubtype="0" fill="hold" grpId="0" nodeType="withEffect">
                                  <p:stCondLst>
                                    <p:cond delay="0"/>
                                  </p:stCondLst>
                                  <p:childTnLst>
                                    <p:set>
                                      <p:cBhvr>
                                        <p:cTn id="37" dur="1" fill="hold">
                                          <p:stCondLst>
                                            <p:cond delay="0"/>
                                          </p:stCondLst>
                                        </p:cTn>
                                        <p:tgtEl>
                                          <p:spTgt spid="32771"/>
                                        </p:tgtEl>
                                        <p:attrNameLst>
                                          <p:attrName>style.visibility</p:attrName>
                                        </p:attrNameLst>
                                      </p:cBhvr>
                                      <p:to>
                                        <p:strVal val="visible"/>
                                      </p:to>
                                    </p:set>
                                    <p:anim calcmode="lin" valueType="num">
                                      <p:cBhvr>
                                        <p:cTn id="38" dur="1000" fill="hold"/>
                                        <p:tgtEl>
                                          <p:spTgt spid="32771"/>
                                        </p:tgtEl>
                                        <p:attrNameLst>
                                          <p:attrName>ppt_w</p:attrName>
                                        </p:attrNameLst>
                                      </p:cBhvr>
                                      <p:tavLst>
                                        <p:tav tm="0">
                                          <p:val>
                                            <p:fltVal val="0"/>
                                          </p:val>
                                        </p:tav>
                                        <p:tav tm="100000">
                                          <p:val>
                                            <p:strVal val="#ppt_w"/>
                                          </p:val>
                                        </p:tav>
                                      </p:tavLst>
                                    </p:anim>
                                    <p:anim calcmode="lin" valueType="num">
                                      <p:cBhvr>
                                        <p:cTn id="39" dur="1000" fill="hold"/>
                                        <p:tgtEl>
                                          <p:spTgt spid="32771"/>
                                        </p:tgtEl>
                                        <p:attrNameLst>
                                          <p:attrName>ppt_h</p:attrName>
                                        </p:attrNameLst>
                                      </p:cBhvr>
                                      <p:tavLst>
                                        <p:tav tm="0">
                                          <p:val>
                                            <p:fltVal val="0"/>
                                          </p:val>
                                        </p:tav>
                                        <p:tav tm="100000">
                                          <p:val>
                                            <p:strVal val="#ppt_h"/>
                                          </p:val>
                                        </p:tav>
                                      </p:tavLst>
                                    </p:anim>
                                    <p:anim calcmode="lin" valueType="num">
                                      <p:cBhvr>
                                        <p:cTn id="40" dur="1000" fill="hold"/>
                                        <p:tgtEl>
                                          <p:spTgt spid="32771"/>
                                        </p:tgtEl>
                                        <p:attrNameLst>
                                          <p:attrName>ppt_x</p:attrName>
                                        </p:attrNameLst>
                                      </p:cBhvr>
                                      <p:tavLst>
                                        <p:tav tm="0" fmla="#ppt_x+(cos(-2*pi*(1-$))*-#ppt_x-sin(-2*pi*(1-$))*(1-#ppt_y))*(1-$)">
                                          <p:val>
                                            <p:fltVal val="0"/>
                                          </p:val>
                                        </p:tav>
                                        <p:tav tm="100000">
                                          <p:val>
                                            <p:fltVal val="1"/>
                                          </p:val>
                                        </p:tav>
                                      </p:tavLst>
                                    </p:anim>
                                    <p:anim calcmode="lin" valueType="num">
                                      <p:cBhvr>
                                        <p:cTn id="41" dur="1000" fill="hold"/>
                                        <p:tgtEl>
                                          <p:spTgt spid="32771"/>
                                        </p:tgtEl>
                                        <p:attrNameLst>
                                          <p:attrName>ppt_y</p:attrName>
                                        </p:attrNameLst>
                                      </p:cBhvr>
                                      <p:tavLst>
                                        <p:tav tm="0" fmla="#ppt_y+(sin(-2*pi*(1-$))*-#ppt_x+cos(-2*pi*(1-$))*(1-#ppt_y))*(1-$)">
                                          <p:val>
                                            <p:fltVal val="0"/>
                                          </p:val>
                                        </p:tav>
                                        <p:tav tm="100000">
                                          <p:val>
                                            <p:fltVal val="1"/>
                                          </p:val>
                                        </p:tav>
                                      </p:tavLst>
                                    </p:anim>
                                  </p:childTnLst>
                                </p:cTn>
                              </p:par>
                              <p:par>
                                <p:cTn id="42" presetID="15" presetClass="entr" presetSubtype="0" fill="hold" grpId="0" nodeType="withEffect">
                                  <p:stCondLst>
                                    <p:cond delay="0"/>
                                  </p:stCondLst>
                                  <p:childTnLst>
                                    <p:set>
                                      <p:cBhvr>
                                        <p:cTn id="43" dur="1" fill="hold">
                                          <p:stCondLst>
                                            <p:cond delay="0"/>
                                          </p:stCondLst>
                                        </p:cTn>
                                        <p:tgtEl>
                                          <p:spTgt spid="32776"/>
                                        </p:tgtEl>
                                        <p:attrNameLst>
                                          <p:attrName>style.visibility</p:attrName>
                                        </p:attrNameLst>
                                      </p:cBhvr>
                                      <p:to>
                                        <p:strVal val="visible"/>
                                      </p:to>
                                    </p:set>
                                    <p:anim calcmode="lin" valueType="num">
                                      <p:cBhvr>
                                        <p:cTn id="44" dur="1000" fill="hold"/>
                                        <p:tgtEl>
                                          <p:spTgt spid="32776"/>
                                        </p:tgtEl>
                                        <p:attrNameLst>
                                          <p:attrName>ppt_w</p:attrName>
                                        </p:attrNameLst>
                                      </p:cBhvr>
                                      <p:tavLst>
                                        <p:tav tm="0">
                                          <p:val>
                                            <p:fltVal val="0"/>
                                          </p:val>
                                        </p:tav>
                                        <p:tav tm="100000">
                                          <p:val>
                                            <p:strVal val="#ppt_w"/>
                                          </p:val>
                                        </p:tav>
                                      </p:tavLst>
                                    </p:anim>
                                    <p:anim calcmode="lin" valueType="num">
                                      <p:cBhvr>
                                        <p:cTn id="45" dur="1000" fill="hold"/>
                                        <p:tgtEl>
                                          <p:spTgt spid="32776"/>
                                        </p:tgtEl>
                                        <p:attrNameLst>
                                          <p:attrName>ppt_h</p:attrName>
                                        </p:attrNameLst>
                                      </p:cBhvr>
                                      <p:tavLst>
                                        <p:tav tm="0">
                                          <p:val>
                                            <p:fltVal val="0"/>
                                          </p:val>
                                        </p:tav>
                                        <p:tav tm="100000">
                                          <p:val>
                                            <p:strVal val="#ppt_h"/>
                                          </p:val>
                                        </p:tav>
                                      </p:tavLst>
                                    </p:anim>
                                    <p:anim calcmode="lin" valueType="num">
                                      <p:cBhvr>
                                        <p:cTn id="46" dur="1000" fill="hold"/>
                                        <p:tgtEl>
                                          <p:spTgt spid="32776"/>
                                        </p:tgtEl>
                                        <p:attrNameLst>
                                          <p:attrName>ppt_x</p:attrName>
                                        </p:attrNameLst>
                                      </p:cBhvr>
                                      <p:tavLst>
                                        <p:tav tm="0" fmla="#ppt_x+(cos(-2*pi*(1-$))*-#ppt_x-sin(-2*pi*(1-$))*(1-#ppt_y))*(1-$)">
                                          <p:val>
                                            <p:fltVal val="0"/>
                                          </p:val>
                                        </p:tav>
                                        <p:tav tm="100000">
                                          <p:val>
                                            <p:fltVal val="1"/>
                                          </p:val>
                                        </p:tav>
                                      </p:tavLst>
                                    </p:anim>
                                    <p:anim calcmode="lin" valueType="num">
                                      <p:cBhvr>
                                        <p:cTn id="47" dur="1000" fill="hold"/>
                                        <p:tgtEl>
                                          <p:spTgt spid="32776"/>
                                        </p:tgtEl>
                                        <p:attrNameLst>
                                          <p:attrName>ppt_y</p:attrName>
                                        </p:attrNameLst>
                                      </p:cBhvr>
                                      <p:tavLst>
                                        <p:tav tm="0" fmla="#ppt_y+(sin(-2*pi*(1-$))*-#ppt_x+cos(-2*pi*(1-$))*(1-#ppt_y))*(1-$)">
                                          <p:val>
                                            <p:fltVal val="0"/>
                                          </p:val>
                                        </p:tav>
                                        <p:tav tm="100000">
                                          <p:val>
                                            <p:fltVal val="1"/>
                                          </p:val>
                                        </p:tav>
                                      </p:tavLst>
                                    </p:anim>
                                  </p:childTnLst>
                                </p:cTn>
                              </p:par>
                              <p:par>
                                <p:cTn id="48" presetID="15" presetClass="entr" presetSubtype="0" fill="hold" grpId="0" nodeType="withEffect">
                                  <p:stCondLst>
                                    <p:cond delay="0"/>
                                  </p:stCondLst>
                                  <p:childTnLst>
                                    <p:set>
                                      <p:cBhvr>
                                        <p:cTn id="49" dur="1" fill="hold">
                                          <p:stCondLst>
                                            <p:cond delay="0"/>
                                          </p:stCondLst>
                                        </p:cTn>
                                        <p:tgtEl>
                                          <p:spTgt spid="32778"/>
                                        </p:tgtEl>
                                        <p:attrNameLst>
                                          <p:attrName>style.visibility</p:attrName>
                                        </p:attrNameLst>
                                      </p:cBhvr>
                                      <p:to>
                                        <p:strVal val="visible"/>
                                      </p:to>
                                    </p:set>
                                    <p:anim calcmode="lin" valueType="num">
                                      <p:cBhvr>
                                        <p:cTn id="50" dur="1000" fill="hold"/>
                                        <p:tgtEl>
                                          <p:spTgt spid="32778"/>
                                        </p:tgtEl>
                                        <p:attrNameLst>
                                          <p:attrName>ppt_w</p:attrName>
                                        </p:attrNameLst>
                                      </p:cBhvr>
                                      <p:tavLst>
                                        <p:tav tm="0">
                                          <p:val>
                                            <p:fltVal val="0"/>
                                          </p:val>
                                        </p:tav>
                                        <p:tav tm="100000">
                                          <p:val>
                                            <p:strVal val="#ppt_w"/>
                                          </p:val>
                                        </p:tav>
                                      </p:tavLst>
                                    </p:anim>
                                    <p:anim calcmode="lin" valueType="num">
                                      <p:cBhvr>
                                        <p:cTn id="51" dur="1000" fill="hold"/>
                                        <p:tgtEl>
                                          <p:spTgt spid="32778"/>
                                        </p:tgtEl>
                                        <p:attrNameLst>
                                          <p:attrName>ppt_h</p:attrName>
                                        </p:attrNameLst>
                                      </p:cBhvr>
                                      <p:tavLst>
                                        <p:tav tm="0">
                                          <p:val>
                                            <p:fltVal val="0"/>
                                          </p:val>
                                        </p:tav>
                                        <p:tav tm="100000">
                                          <p:val>
                                            <p:strVal val="#ppt_h"/>
                                          </p:val>
                                        </p:tav>
                                      </p:tavLst>
                                    </p:anim>
                                    <p:anim calcmode="lin" valueType="num">
                                      <p:cBhvr>
                                        <p:cTn id="52" dur="1000" fill="hold"/>
                                        <p:tgtEl>
                                          <p:spTgt spid="32778"/>
                                        </p:tgtEl>
                                        <p:attrNameLst>
                                          <p:attrName>ppt_x</p:attrName>
                                        </p:attrNameLst>
                                      </p:cBhvr>
                                      <p:tavLst>
                                        <p:tav tm="0" fmla="#ppt_x+(cos(-2*pi*(1-$))*-#ppt_x-sin(-2*pi*(1-$))*(1-#ppt_y))*(1-$)">
                                          <p:val>
                                            <p:fltVal val="0"/>
                                          </p:val>
                                        </p:tav>
                                        <p:tav tm="100000">
                                          <p:val>
                                            <p:fltVal val="1"/>
                                          </p:val>
                                        </p:tav>
                                      </p:tavLst>
                                    </p:anim>
                                    <p:anim calcmode="lin" valueType="num">
                                      <p:cBhvr>
                                        <p:cTn id="53" dur="1000" fill="hold"/>
                                        <p:tgtEl>
                                          <p:spTgt spid="32778"/>
                                        </p:tgtEl>
                                        <p:attrNameLst>
                                          <p:attrName>ppt_y</p:attrName>
                                        </p:attrNameLst>
                                      </p:cBhvr>
                                      <p:tavLst>
                                        <p:tav tm="0" fmla="#ppt_y+(sin(-2*pi*(1-$))*-#ppt_x+cos(-2*pi*(1-$))*(1-#ppt_y))*(1-$)">
                                          <p:val>
                                            <p:fltVal val="0"/>
                                          </p:val>
                                        </p:tav>
                                        <p:tav tm="100000">
                                          <p:val>
                                            <p:fltVal val="1"/>
                                          </p:val>
                                        </p:tav>
                                      </p:tavLst>
                                    </p:anim>
                                  </p:childTnLst>
                                </p:cTn>
                              </p:par>
                              <p:par>
                                <p:cTn id="54" presetID="15" presetClass="entr" presetSubtype="0" fill="hold" grpId="0" nodeType="withEffect">
                                  <p:stCondLst>
                                    <p:cond delay="0"/>
                                  </p:stCondLst>
                                  <p:childTnLst>
                                    <p:set>
                                      <p:cBhvr>
                                        <p:cTn id="55" dur="1" fill="hold">
                                          <p:stCondLst>
                                            <p:cond delay="0"/>
                                          </p:stCondLst>
                                        </p:cTn>
                                        <p:tgtEl>
                                          <p:spTgt spid="32777"/>
                                        </p:tgtEl>
                                        <p:attrNameLst>
                                          <p:attrName>style.visibility</p:attrName>
                                        </p:attrNameLst>
                                      </p:cBhvr>
                                      <p:to>
                                        <p:strVal val="visible"/>
                                      </p:to>
                                    </p:set>
                                    <p:anim calcmode="lin" valueType="num">
                                      <p:cBhvr>
                                        <p:cTn id="56" dur="1000" fill="hold"/>
                                        <p:tgtEl>
                                          <p:spTgt spid="32777"/>
                                        </p:tgtEl>
                                        <p:attrNameLst>
                                          <p:attrName>ppt_w</p:attrName>
                                        </p:attrNameLst>
                                      </p:cBhvr>
                                      <p:tavLst>
                                        <p:tav tm="0">
                                          <p:val>
                                            <p:fltVal val="0"/>
                                          </p:val>
                                        </p:tav>
                                        <p:tav tm="100000">
                                          <p:val>
                                            <p:strVal val="#ppt_w"/>
                                          </p:val>
                                        </p:tav>
                                      </p:tavLst>
                                    </p:anim>
                                    <p:anim calcmode="lin" valueType="num">
                                      <p:cBhvr>
                                        <p:cTn id="57" dur="1000" fill="hold"/>
                                        <p:tgtEl>
                                          <p:spTgt spid="32777"/>
                                        </p:tgtEl>
                                        <p:attrNameLst>
                                          <p:attrName>ppt_h</p:attrName>
                                        </p:attrNameLst>
                                      </p:cBhvr>
                                      <p:tavLst>
                                        <p:tav tm="0">
                                          <p:val>
                                            <p:fltVal val="0"/>
                                          </p:val>
                                        </p:tav>
                                        <p:tav tm="100000">
                                          <p:val>
                                            <p:strVal val="#ppt_h"/>
                                          </p:val>
                                        </p:tav>
                                      </p:tavLst>
                                    </p:anim>
                                    <p:anim calcmode="lin" valueType="num">
                                      <p:cBhvr>
                                        <p:cTn id="58" dur="1000" fill="hold"/>
                                        <p:tgtEl>
                                          <p:spTgt spid="32777"/>
                                        </p:tgtEl>
                                        <p:attrNameLst>
                                          <p:attrName>ppt_x</p:attrName>
                                        </p:attrNameLst>
                                      </p:cBhvr>
                                      <p:tavLst>
                                        <p:tav tm="0" fmla="#ppt_x+(cos(-2*pi*(1-$))*-#ppt_x-sin(-2*pi*(1-$))*(1-#ppt_y))*(1-$)">
                                          <p:val>
                                            <p:fltVal val="0"/>
                                          </p:val>
                                        </p:tav>
                                        <p:tav tm="100000">
                                          <p:val>
                                            <p:fltVal val="1"/>
                                          </p:val>
                                        </p:tav>
                                      </p:tavLst>
                                    </p:anim>
                                    <p:anim calcmode="lin" valueType="num">
                                      <p:cBhvr>
                                        <p:cTn id="59" dur="1000" fill="hold"/>
                                        <p:tgtEl>
                                          <p:spTgt spid="32777"/>
                                        </p:tgtEl>
                                        <p:attrNameLst>
                                          <p:attrName>ppt_y</p:attrName>
                                        </p:attrNameLst>
                                      </p:cBhvr>
                                      <p:tavLst>
                                        <p:tav tm="0" fmla="#ppt_y+(sin(-2*pi*(1-$))*-#ppt_x+cos(-2*pi*(1-$))*(1-#ppt_y))*(1-$)">
                                          <p:val>
                                            <p:fltVal val="0"/>
                                          </p:val>
                                        </p:tav>
                                        <p:tav tm="100000">
                                          <p:val>
                                            <p:fltVal val="1"/>
                                          </p:val>
                                        </p:tav>
                                      </p:tavLst>
                                    </p:anim>
                                  </p:childTnLst>
                                </p:cTn>
                              </p:par>
                              <p:par>
                                <p:cTn id="60" presetID="15" presetClass="entr" presetSubtype="0" fill="hold" grpId="0" nodeType="withEffect">
                                  <p:stCondLst>
                                    <p:cond delay="0"/>
                                  </p:stCondLst>
                                  <p:childTnLst>
                                    <p:set>
                                      <p:cBhvr>
                                        <p:cTn id="61" dur="1" fill="hold">
                                          <p:stCondLst>
                                            <p:cond delay="0"/>
                                          </p:stCondLst>
                                        </p:cTn>
                                        <p:tgtEl>
                                          <p:spTgt spid="32779"/>
                                        </p:tgtEl>
                                        <p:attrNameLst>
                                          <p:attrName>style.visibility</p:attrName>
                                        </p:attrNameLst>
                                      </p:cBhvr>
                                      <p:to>
                                        <p:strVal val="visible"/>
                                      </p:to>
                                    </p:set>
                                    <p:anim calcmode="lin" valueType="num">
                                      <p:cBhvr>
                                        <p:cTn id="62" dur="1000" fill="hold"/>
                                        <p:tgtEl>
                                          <p:spTgt spid="32779"/>
                                        </p:tgtEl>
                                        <p:attrNameLst>
                                          <p:attrName>ppt_w</p:attrName>
                                        </p:attrNameLst>
                                      </p:cBhvr>
                                      <p:tavLst>
                                        <p:tav tm="0">
                                          <p:val>
                                            <p:fltVal val="0"/>
                                          </p:val>
                                        </p:tav>
                                        <p:tav tm="100000">
                                          <p:val>
                                            <p:strVal val="#ppt_w"/>
                                          </p:val>
                                        </p:tav>
                                      </p:tavLst>
                                    </p:anim>
                                    <p:anim calcmode="lin" valueType="num">
                                      <p:cBhvr>
                                        <p:cTn id="63" dur="1000" fill="hold"/>
                                        <p:tgtEl>
                                          <p:spTgt spid="32779"/>
                                        </p:tgtEl>
                                        <p:attrNameLst>
                                          <p:attrName>ppt_h</p:attrName>
                                        </p:attrNameLst>
                                      </p:cBhvr>
                                      <p:tavLst>
                                        <p:tav tm="0">
                                          <p:val>
                                            <p:fltVal val="0"/>
                                          </p:val>
                                        </p:tav>
                                        <p:tav tm="100000">
                                          <p:val>
                                            <p:strVal val="#ppt_h"/>
                                          </p:val>
                                        </p:tav>
                                      </p:tavLst>
                                    </p:anim>
                                    <p:anim calcmode="lin" valueType="num">
                                      <p:cBhvr>
                                        <p:cTn id="64" dur="1000" fill="hold"/>
                                        <p:tgtEl>
                                          <p:spTgt spid="32779"/>
                                        </p:tgtEl>
                                        <p:attrNameLst>
                                          <p:attrName>ppt_x</p:attrName>
                                        </p:attrNameLst>
                                      </p:cBhvr>
                                      <p:tavLst>
                                        <p:tav tm="0" fmla="#ppt_x+(cos(-2*pi*(1-$))*-#ppt_x-sin(-2*pi*(1-$))*(1-#ppt_y))*(1-$)">
                                          <p:val>
                                            <p:fltVal val="0"/>
                                          </p:val>
                                        </p:tav>
                                        <p:tav tm="100000">
                                          <p:val>
                                            <p:fltVal val="1"/>
                                          </p:val>
                                        </p:tav>
                                      </p:tavLst>
                                    </p:anim>
                                    <p:anim calcmode="lin" valueType="num">
                                      <p:cBhvr>
                                        <p:cTn id="65" dur="1000" fill="hold"/>
                                        <p:tgtEl>
                                          <p:spTgt spid="32779"/>
                                        </p:tgtEl>
                                        <p:attrNameLst>
                                          <p:attrName>ppt_y</p:attrName>
                                        </p:attrNameLst>
                                      </p:cBhvr>
                                      <p:tavLst>
                                        <p:tav tm="0" fmla="#ppt_y+(sin(-2*pi*(1-$))*-#ppt_x+cos(-2*pi*(1-$))*(1-#ppt_y))*(1-$)">
                                          <p:val>
                                            <p:fltVal val="0"/>
                                          </p:val>
                                        </p:tav>
                                        <p:tav tm="100000">
                                          <p:val>
                                            <p:fltVal val="1"/>
                                          </p:val>
                                        </p:tav>
                                      </p:tavLst>
                                    </p:anim>
                                  </p:childTnLst>
                                </p:cTn>
                              </p:par>
                            </p:childTnLst>
                          </p:cTn>
                        </p:par>
                        <p:par>
                          <p:cTn id="66" fill="hold">
                            <p:stCondLst>
                              <p:cond delay="2000"/>
                            </p:stCondLst>
                            <p:childTnLst>
                              <p:par>
                                <p:cTn id="67" presetID="22" presetClass="entr" presetSubtype="8" fill="hold" grpId="0" nodeType="afterEffect">
                                  <p:stCondLst>
                                    <p:cond delay="0"/>
                                  </p:stCondLst>
                                  <p:childTnLst>
                                    <p:set>
                                      <p:cBhvr>
                                        <p:cTn id="68" dur="1" fill="hold">
                                          <p:stCondLst>
                                            <p:cond delay="0"/>
                                          </p:stCondLst>
                                        </p:cTn>
                                        <p:tgtEl>
                                          <p:spTgt spid="32782"/>
                                        </p:tgtEl>
                                        <p:attrNameLst>
                                          <p:attrName>style.visibility</p:attrName>
                                        </p:attrNameLst>
                                      </p:cBhvr>
                                      <p:to>
                                        <p:strVal val="visible"/>
                                      </p:to>
                                    </p:set>
                                    <p:animEffect transition="in" filter="wipe(left)">
                                      <p:cBhvr>
                                        <p:cTn id="69" dur="500"/>
                                        <p:tgtEl>
                                          <p:spTgt spid="32782"/>
                                        </p:tgtEl>
                                      </p:cBhvr>
                                    </p:animEffect>
                                  </p:childTnLst>
                                </p:cTn>
                              </p:par>
                              <p:par>
                                <p:cTn id="70" presetID="22" presetClass="entr" presetSubtype="2" fill="hold" grpId="0" nodeType="withEffect">
                                  <p:stCondLst>
                                    <p:cond delay="0"/>
                                  </p:stCondLst>
                                  <p:childTnLst>
                                    <p:set>
                                      <p:cBhvr>
                                        <p:cTn id="71" dur="1" fill="hold">
                                          <p:stCondLst>
                                            <p:cond delay="0"/>
                                          </p:stCondLst>
                                        </p:cTn>
                                        <p:tgtEl>
                                          <p:spTgt spid="32783"/>
                                        </p:tgtEl>
                                        <p:attrNameLst>
                                          <p:attrName>style.visibility</p:attrName>
                                        </p:attrNameLst>
                                      </p:cBhvr>
                                      <p:to>
                                        <p:strVal val="visible"/>
                                      </p:to>
                                    </p:set>
                                    <p:animEffect transition="in" filter="wipe(right)">
                                      <p:cBhvr>
                                        <p:cTn id="72" dur="500"/>
                                        <p:tgtEl>
                                          <p:spTgt spid="32783"/>
                                        </p:tgtEl>
                                      </p:cBhvr>
                                    </p:animEffect>
                                  </p:childTnLst>
                                </p:cTn>
                              </p:par>
                            </p:childTnLst>
                          </p:cTn>
                        </p:par>
                        <p:par>
                          <p:cTn id="73" fill="hold">
                            <p:stCondLst>
                              <p:cond delay="2500"/>
                            </p:stCondLst>
                            <p:childTnLst>
                              <p:par>
                                <p:cTn id="74" presetID="12" presetClass="entr" presetSubtype="4" fill="hold" grpId="0" nodeType="after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additive="base">
                                        <p:cTn id="76" dur="500"/>
                                        <p:tgtEl>
                                          <p:spTgt spid="16"/>
                                        </p:tgtEl>
                                        <p:attrNameLst>
                                          <p:attrName>ppt_y</p:attrName>
                                        </p:attrNameLst>
                                      </p:cBhvr>
                                      <p:tavLst>
                                        <p:tav tm="0">
                                          <p:val>
                                            <p:strVal val="#ppt_y+#ppt_h*1.125000"/>
                                          </p:val>
                                        </p:tav>
                                        <p:tav tm="100000">
                                          <p:val>
                                            <p:strVal val="#ppt_y"/>
                                          </p:val>
                                        </p:tav>
                                      </p:tavLst>
                                    </p:anim>
                                    <p:animEffect transition="in" filter="wipe(up)">
                                      <p:cBhvr>
                                        <p:cTn id="77" dur="500"/>
                                        <p:tgtEl>
                                          <p:spTgt spid="16"/>
                                        </p:tgtEl>
                                      </p:cBhvr>
                                    </p:animEffect>
                                  </p:childTnLst>
                                </p:cTn>
                              </p:par>
                              <p:par>
                                <p:cTn id="78" presetID="12" presetClass="entr" presetSubtype="1" fill="hold" grpId="0" nodeType="withEffect">
                                  <p:stCondLst>
                                    <p:cond delay="0"/>
                                  </p:stCondLst>
                                  <p:childTnLst>
                                    <p:set>
                                      <p:cBhvr>
                                        <p:cTn id="79" dur="1" fill="hold">
                                          <p:stCondLst>
                                            <p:cond delay="0"/>
                                          </p:stCondLst>
                                        </p:cTn>
                                        <p:tgtEl>
                                          <p:spTgt spid="17"/>
                                        </p:tgtEl>
                                        <p:attrNameLst>
                                          <p:attrName>style.visibility</p:attrName>
                                        </p:attrNameLst>
                                      </p:cBhvr>
                                      <p:to>
                                        <p:strVal val="visible"/>
                                      </p:to>
                                    </p:set>
                                    <p:anim calcmode="lin" valueType="num">
                                      <p:cBhvr additive="base">
                                        <p:cTn id="80" dur="500"/>
                                        <p:tgtEl>
                                          <p:spTgt spid="17"/>
                                        </p:tgtEl>
                                        <p:attrNameLst>
                                          <p:attrName>ppt_y</p:attrName>
                                        </p:attrNameLst>
                                      </p:cBhvr>
                                      <p:tavLst>
                                        <p:tav tm="0">
                                          <p:val>
                                            <p:strVal val="#ppt_y-#ppt_h*1.125000"/>
                                          </p:val>
                                        </p:tav>
                                        <p:tav tm="100000">
                                          <p:val>
                                            <p:strVal val="#ppt_y"/>
                                          </p:val>
                                        </p:tav>
                                      </p:tavLst>
                                    </p:anim>
                                    <p:animEffect transition="in" filter="wipe(down)">
                                      <p:cBhvr>
                                        <p:cTn id="81" dur="500"/>
                                        <p:tgtEl>
                                          <p:spTgt spid="17"/>
                                        </p:tgtEl>
                                      </p:cBhvr>
                                    </p:animEffect>
                                  </p:childTnLst>
                                </p:cTn>
                              </p:par>
                            </p:childTnLst>
                          </p:cTn>
                        </p:par>
                        <p:par>
                          <p:cTn id="82" fill="hold">
                            <p:stCondLst>
                              <p:cond delay="3000"/>
                            </p:stCondLst>
                            <p:childTnLst>
                              <p:par>
                                <p:cTn id="83" presetID="12" presetClass="entr" presetSubtype="4" fill="hold" grpId="0" nodeType="afterEffect">
                                  <p:stCondLst>
                                    <p:cond delay="0"/>
                                  </p:stCondLst>
                                  <p:childTnLst>
                                    <p:set>
                                      <p:cBhvr>
                                        <p:cTn id="84" dur="1" fill="hold">
                                          <p:stCondLst>
                                            <p:cond delay="0"/>
                                          </p:stCondLst>
                                        </p:cTn>
                                        <p:tgtEl>
                                          <p:spTgt spid="18"/>
                                        </p:tgtEl>
                                        <p:attrNameLst>
                                          <p:attrName>style.visibility</p:attrName>
                                        </p:attrNameLst>
                                      </p:cBhvr>
                                      <p:to>
                                        <p:strVal val="visible"/>
                                      </p:to>
                                    </p:set>
                                    <p:anim calcmode="lin" valueType="num">
                                      <p:cBhvr additive="base">
                                        <p:cTn id="85" dur="500"/>
                                        <p:tgtEl>
                                          <p:spTgt spid="18"/>
                                        </p:tgtEl>
                                        <p:attrNameLst>
                                          <p:attrName>ppt_y</p:attrName>
                                        </p:attrNameLst>
                                      </p:cBhvr>
                                      <p:tavLst>
                                        <p:tav tm="0">
                                          <p:val>
                                            <p:strVal val="#ppt_y+#ppt_h*1.125000"/>
                                          </p:val>
                                        </p:tav>
                                        <p:tav tm="100000">
                                          <p:val>
                                            <p:strVal val="#ppt_y"/>
                                          </p:val>
                                        </p:tav>
                                      </p:tavLst>
                                    </p:anim>
                                    <p:animEffect transition="in" filter="wipe(up)">
                                      <p:cBhvr>
                                        <p:cTn id="86" dur="500"/>
                                        <p:tgtEl>
                                          <p:spTgt spid="18"/>
                                        </p:tgtEl>
                                      </p:cBhvr>
                                    </p:animEffect>
                                  </p:childTnLst>
                                </p:cTn>
                              </p:par>
                              <p:par>
                                <p:cTn id="87" presetID="12" presetClass="entr" presetSubtype="1" fill="hold" grpId="0" nodeType="with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p:tgtEl>
                                          <p:spTgt spid="19"/>
                                        </p:tgtEl>
                                        <p:attrNameLst>
                                          <p:attrName>ppt_y</p:attrName>
                                        </p:attrNameLst>
                                      </p:cBhvr>
                                      <p:tavLst>
                                        <p:tav tm="0">
                                          <p:val>
                                            <p:strVal val="#ppt_y-#ppt_h*1.125000"/>
                                          </p:val>
                                        </p:tav>
                                        <p:tav tm="100000">
                                          <p:val>
                                            <p:strVal val="#ppt_y"/>
                                          </p:val>
                                        </p:tav>
                                      </p:tavLst>
                                    </p:anim>
                                    <p:animEffect transition="in" filter="wipe(down)">
                                      <p:cBhvr>
                                        <p:cTn id="90" dur="500"/>
                                        <p:tgtEl>
                                          <p:spTgt spid="19"/>
                                        </p:tgtEl>
                                      </p:cBhvr>
                                    </p:animEffect>
                                  </p:childTnLst>
                                </p:cTn>
                              </p:par>
                            </p:childTnLst>
                          </p:cTn>
                        </p:par>
                        <p:par>
                          <p:cTn id="91" fill="hold">
                            <p:stCondLst>
                              <p:cond delay="3500"/>
                            </p:stCondLst>
                            <p:childTnLst>
                              <p:par>
                                <p:cTn id="92" presetID="12" presetClass="entr" presetSubtype="4" fill="hold" grpId="0" nodeType="afterEffect">
                                  <p:stCondLst>
                                    <p:cond delay="0"/>
                                  </p:stCondLst>
                                  <p:childTnLst>
                                    <p:set>
                                      <p:cBhvr>
                                        <p:cTn id="93" dur="1" fill="hold">
                                          <p:stCondLst>
                                            <p:cond delay="0"/>
                                          </p:stCondLst>
                                        </p:cTn>
                                        <p:tgtEl>
                                          <p:spTgt spid="20"/>
                                        </p:tgtEl>
                                        <p:attrNameLst>
                                          <p:attrName>style.visibility</p:attrName>
                                        </p:attrNameLst>
                                      </p:cBhvr>
                                      <p:to>
                                        <p:strVal val="visible"/>
                                      </p:to>
                                    </p:set>
                                    <p:anim calcmode="lin" valueType="num">
                                      <p:cBhvr additive="base">
                                        <p:cTn id="94" dur="500"/>
                                        <p:tgtEl>
                                          <p:spTgt spid="20"/>
                                        </p:tgtEl>
                                        <p:attrNameLst>
                                          <p:attrName>ppt_y</p:attrName>
                                        </p:attrNameLst>
                                      </p:cBhvr>
                                      <p:tavLst>
                                        <p:tav tm="0">
                                          <p:val>
                                            <p:strVal val="#ppt_y+#ppt_h*1.125000"/>
                                          </p:val>
                                        </p:tav>
                                        <p:tav tm="100000">
                                          <p:val>
                                            <p:strVal val="#ppt_y"/>
                                          </p:val>
                                        </p:tav>
                                      </p:tavLst>
                                    </p:anim>
                                    <p:animEffect transition="in" filter="wipe(up)">
                                      <p:cBhvr>
                                        <p:cTn id="95" dur="500"/>
                                        <p:tgtEl>
                                          <p:spTgt spid="20"/>
                                        </p:tgtEl>
                                      </p:cBhvr>
                                    </p:animEffect>
                                  </p:childTnLst>
                                </p:cTn>
                              </p:par>
                              <p:par>
                                <p:cTn id="96" presetID="12" presetClass="entr" presetSubtype="1"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
                                        <p:tgtEl>
                                          <p:spTgt spid="21"/>
                                        </p:tgtEl>
                                        <p:attrNameLst>
                                          <p:attrName>ppt_y</p:attrName>
                                        </p:attrNameLst>
                                      </p:cBhvr>
                                      <p:tavLst>
                                        <p:tav tm="0">
                                          <p:val>
                                            <p:strVal val="#ppt_y-#ppt_h*1.125000"/>
                                          </p:val>
                                        </p:tav>
                                        <p:tav tm="100000">
                                          <p:val>
                                            <p:strVal val="#ppt_y"/>
                                          </p:val>
                                        </p:tav>
                                      </p:tavLst>
                                    </p:anim>
                                    <p:animEffect transition="in" filter="wipe(down)">
                                      <p:cBhvr>
                                        <p:cTn id="99" dur="500"/>
                                        <p:tgtEl>
                                          <p:spTgt spid="21"/>
                                        </p:tgtEl>
                                      </p:cBhvr>
                                    </p:animEffect>
                                  </p:childTnLst>
                                </p:cTn>
                              </p:par>
                            </p:childTnLst>
                          </p:cTn>
                        </p:par>
                        <p:par>
                          <p:cTn id="100" fill="hold">
                            <p:stCondLst>
                              <p:cond delay="4000"/>
                            </p:stCondLst>
                            <p:childTnLst>
                              <p:par>
                                <p:cTn id="101" presetID="12" presetClass="entr" presetSubtype="4" fill="hold" grpId="0" nodeType="afterEffect">
                                  <p:stCondLst>
                                    <p:cond delay="0"/>
                                  </p:stCondLst>
                                  <p:childTnLst>
                                    <p:set>
                                      <p:cBhvr>
                                        <p:cTn id="102" dur="1" fill="hold">
                                          <p:stCondLst>
                                            <p:cond delay="0"/>
                                          </p:stCondLst>
                                        </p:cTn>
                                        <p:tgtEl>
                                          <p:spTgt spid="22"/>
                                        </p:tgtEl>
                                        <p:attrNameLst>
                                          <p:attrName>style.visibility</p:attrName>
                                        </p:attrNameLst>
                                      </p:cBhvr>
                                      <p:to>
                                        <p:strVal val="visible"/>
                                      </p:to>
                                    </p:set>
                                    <p:anim calcmode="lin" valueType="num">
                                      <p:cBhvr additive="base">
                                        <p:cTn id="103" dur="500"/>
                                        <p:tgtEl>
                                          <p:spTgt spid="22"/>
                                        </p:tgtEl>
                                        <p:attrNameLst>
                                          <p:attrName>ppt_y</p:attrName>
                                        </p:attrNameLst>
                                      </p:cBhvr>
                                      <p:tavLst>
                                        <p:tav tm="0">
                                          <p:val>
                                            <p:strVal val="#ppt_y+#ppt_h*1.125000"/>
                                          </p:val>
                                        </p:tav>
                                        <p:tav tm="100000">
                                          <p:val>
                                            <p:strVal val="#ppt_y"/>
                                          </p:val>
                                        </p:tav>
                                      </p:tavLst>
                                    </p:anim>
                                    <p:animEffect transition="in" filter="wipe(up)">
                                      <p:cBhvr>
                                        <p:cTn id="104" dur="500"/>
                                        <p:tgtEl>
                                          <p:spTgt spid="22"/>
                                        </p:tgtEl>
                                      </p:cBhvr>
                                    </p:animEffect>
                                  </p:childTnLst>
                                </p:cTn>
                              </p:par>
                              <p:par>
                                <p:cTn id="105" presetID="12" presetClass="entr" presetSubtype="1"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additive="base">
                                        <p:cTn id="107" dur="500"/>
                                        <p:tgtEl>
                                          <p:spTgt spid="23"/>
                                        </p:tgtEl>
                                        <p:attrNameLst>
                                          <p:attrName>ppt_y</p:attrName>
                                        </p:attrNameLst>
                                      </p:cBhvr>
                                      <p:tavLst>
                                        <p:tav tm="0">
                                          <p:val>
                                            <p:strVal val="#ppt_y-#ppt_h*1.125000"/>
                                          </p:val>
                                        </p:tav>
                                        <p:tav tm="100000">
                                          <p:val>
                                            <p:strVal val="#ppt_y"/>
                                          </p:val>
                                        </p:tav>
                                      </p:tavLst>
                                    </p:anim>
                                    <p:animEffect transition="in" filter="wipe(down)">
                                      <p:cBhvr>
                                        <p:cTn id="10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animBg="1"/>
      <p:bldP spid="32771" grpId="0" animBg="1"/>
      <p:bldP spid="32772" grpId="0" animBg="1"/>
      <p:bldP spid="32773" grpId="0" animBg="1"/>
      <p:bldP spid="32774" grpId="0" animBg="1"/>
      <p:bldP spid="32775" grpId="0" animBg="1"/>
      <p:bldP spid="32776" grpId="0" animBg="1"/>
      <p:bldP spid="32777" grpId="0" animBg="1"/>
      <p:bldP spid="32778" grpId="0" animBg="1"/>
      <p:bldP spid="32779" grpId="0" animBg="1"/>
      <p:bldP spid="32782" grpId="0" animBg="1"/>
      <p:bldP spid="32783" grpId="0" animBg="1"/>
      <p:bldP spid="16" grpId="0"/>
      <p:bldP spid="17" grpId="0"/>
      <p:bldP spid="18" grpId="0"/>
      <p:bldP spid="19" grpId="0"/>
      <p:bldP spid="20" grpId="0"/>
      <p:bldP spid="21" grpId="0"/>
      <p:bldP spid="22" grpId="0"/>
      <p:bldP spid="23"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任意多边形 178"/>
          <p:cNvSpPr>
            <a:spLocks/>
          </p:cNvSpPr>
          <p:nvPr/>
        </p:nvSpPr>
        <p:spPr bwMode="auto">
          <a:xfrm>
            <a:off x="2815005" y="1735551"/>
            <a:ext cx="1361345" cy="2999495"/>
          </a:xfrm>
          <a:custGeom>
            <a:avLst/>
            <a:gdLst>
              <a:gd name="connsiteX0" fmla="*/ 234950 w 1428751"/>
              <a:gd name="connsiteY0" fmla="*/ 0 h 3148013"/>
              <a:gd name="connsiteX1" fmla="*/ 239712 w 1428751"/>
              <a:gd name="connsiteY1" fmla="*/ 0 h 3148013"/>
              <a:gd name="connsiteX2" fmla="*/ 276225 w 1428751"/>
              <a:gd name="connsiteY2" fmla="*/ 0 h 3148013"/>
              <a:gd name="connsiteX3" fmla="*/ 319088 w 1428751"/>
              <a:gd name="connsiteY3" fmla="*/ 0 h 3148013"/>
              <a:gd name="connsiteX4" fmla="*/ 361950 w 1428751"/>
              <a:gd name="connsiteY4" fmla="*/ 0 h 3148013"/>
              <a:gd name="connsiteX5" fmla="*/ 361951 w 1428751"/>
              <a:gd name="connsiteY5" fmla="*/ 0 h 3148013"/>
              <a:gd name="connsiteX6" fmla="*/ 404813 w 1428751"/>
              <a:gd name="connsiteY6" fmla="*/ 0 h 3148013"/>
              <a:gd name="connsiteX7" fmla="*/ 446088 w 1428751"/>
              <a:gd name="connsiteY7" fmla="*/ 0 h 3148013"/>
              <a:gd name="connsiteX8" fmla="*/ 488950 w 1428751"/>
              <a:gd name="connsiteY8" fmla="*/ 0 h 3148013"/>
              <a:gd name="connsiteX9" fmla="*/ 488951 w 1428751"/>
              <a:gd name="connsiteY9" fmla="*/ 0 h 3148013"/>
              <a:gd name="connsiteX10" fmla="*/ 531813 w 1428751"/>
              <a:gd name="connsiteY10" fmla="*/ 0 h 3148013"/>
              <a:gd name="connsiteX11" fmla="*/ 576263 w 1428751"/>
              <a:gd name="connsiteY11" fmla="*/ 0 h 3148013"/>
              <a:gd name="connsiteX12" fmla="*/ 617538 w 1428751"/>
              <a:gd name="connsiteY12" fmla="*/ 0 h 3148013"/>
              <a:gd name="connsiteX13" fmla="*/ 660400 w 1428751"/>
              <a:gd name="connsiteY13" fmla="*/ 0 h 3148013"/>
              <a:gd name="connsiteX14" fmla="*/ 660401 w 1428751"/>
              <a:gd name="connsiteY14" fmla="*/ 0 h 3148013"/>
              <a:gd name="connsiteX15" fmla="*/ 703263 w 1428751"/>
              <a:gd name="connsiteY15" fmla="*/ 0 h 3148013"/>
              <a:gd name="connsiteX16" fmla="*/ 744538 w 1428751"/>
              <a:gd name="connsiteY16" fmla="*/ 0 h 3148013"/>
              <a:gd name="connsiteX17" fmla="*/ 787400 w 1428751"/>
              <a:gd name="connsiteY17" fmla="*/ 0 h 3148013"/>
              <a:gd name="connsiteX18" fmla="*/ 787401 w 1428751"/>
              <a:gd name="connsiteY18" fmla="*/ 0 h 3148013"/>
              <a:gd name="connsiteX19" fmla="*/ 830263 w 1428751"/>
              <a:gd name="connsiteY19" fmla="*/ 0 h 3148013"/>
              <a:gd name="connsiteX20" fmla="*/ 873125 w 1428751"/>
              <a:gd name="connsiteY20" fmla="*/ 0 h 3148013"/>
              <a:gd name="connsiteX21" fmla="*/ 873126 w 1428751"/>
              <a:gd name="connsiteY21" fmla="*/ 0 h 3148013"/>
              <a:gd name="connsiteX22" fmla="*/ 914400 w 1428751"/>
              <a:gd name="connsiteY22" fmla="*/ 0 h 3148013"/>
              <a:gd name="connsiteX23" fmla="*/ 958850 w 1428751"/>
              <a:gd name="connsiteY23" fmla="*/ 0 h 3148013"/>
              <a:gd name="connsiteX24" fmla="*/ 990600 w 1428751"/>
              <a:gd name="connsiteY24" fmla="*/ 0 h 3148013"/>
              <a:gd name="connsiteX25" fmla="*/ 1001713 w 1428751"/>
              <a:gd name="connsiteY25" fmla="*/ 0 h 3148013"/>
              <a:gd name="connsiteX26" fmla="*/ 1039813 w 1428751"/>
              <a:gd name="connsiteY26" fmla="*/ 4762 h 3148013"/>
              <a:gd name="connsiteX27" fmla="*/ 1044576 w 1428751"/>
              <a:gd name="connsiteY27" fmla="*/ 6350 h 3148013"/>
              <a:gd name="connsiteX28" fmla="*/ 1044576 w 1428751"/>
              <a:gd name="connsiteY28" fmla="*/ 6350 h 3148013"/>
              <a:gd name="connsiteX29" fmla="*/ 1084262 w 1428751"/>
              <a:gd name="connsiteY29" fmla="*/ 15875 h 3148013"/>
              <a:gd name="connsiteX30" fmla="*/ 1085850 w 1428751"/>
              <a:gd name="connsiteY30" fmla="*/ 17462 h 3148013"/>
              <a:gd name="connsiteX31" fmla="*/ 1085850 w 1428751"/>
              <a:gd name="connsiteY31" fmla="*/ 17462 h 3148013"/>
              <a:gd name="connsiteX32" fmla="*/ 1123950 w 1428751"/>
              <a:gd name="connsiteY32" fmla="*/ 34924 h 3148013"/>
              <a:gd name="connsiteX33" fmla="*/ 1128713 w 1428751"/>
              <a:gd name="connsiteY33" fmla="*/ 38099 h 3148013"/>
              <a:gd name="connsiteX34" fmla="*/ 1128713 w 1428751"/>
              <a:gd name="connsiteY34" fmla="*/ 38100 h 3148013"/>
              <a:gd name="connsiteX35" fmla="*/ 1160463 w 1428751"/>
              <a:gd name="connsiteY35" fmla="*/ 60325 h 3148013"/>
              <a:gd name="connsiteX36" fmla="*/ 1171576 w 1428751"/>
              <a:gd name="connsiteY36" fmla="*/ 73025 h 3148013"/>
              <a:gd name="connsiteX37" fmla="*/ 1171576 w 1428751"/>
              <a:gd name="connsiteY37" fmla="*/ 73026 h 3148013"/>
              <a:gd name="connsiteX38" fmla="*/ 1189037 w 1428751"/>
              <a:gd name="connsiteY38" fmla="*/ 92075 h 3148013"/>
              <a:gd name="connsiteX39" fmla="*/ 1211263 w 1428751"/>
              <a:gd name="connsiteY39" fmla="*/ 128587 h 3148013"/>
              <a:gd name="connsiteX40" fmla="*/ 1214438 w 1428751"/>
              <a:gd name="connsiteY40" fmla="*/ 136525 h 3148013"/>
              <a:gd name="connsiteX41" fmla="*/ 1225550 w 1428751"/>
              <a:gd name="connsiteY41" fmla="*/ 166687 h 3148013"/>
              <a:gd name="connsiteX42" fmla="*/ 1230313 w 1428751"/>
              <a:gd name="connsiteY42" fmla="*/ 209550 h 3148013"/>
              <a:gd name="connsiteX43" fmla="*/ 1230313 w 1428751"/>
              <a:gd name="connsiteY43" fmla="*/ 617537 h 3148013"/>
              <a:gd name="connsiteX44" fmla="*/ 1255713 w 1428751"/>
              <a:gd name="connsiteY44" fmla="*/ 638175 h 3148013"/>
              <a:gd name="connsiteX45" fmla="*/ 1411289 w 1428751"/>
              <a:gd name="connsiteY45" fmla="*/ 755650 h 3148013"/>
              <a:gd name="connsiteX46" fmla="*/ 1425576 w 1428751"/>
              <a:gd name="connsiteY46" fmla="*/ 769938 h 3148013"/>
              <a:gd name="connsiteX47" fmla="*/ 1428751 w 1428751"/>
              <a:gd name="connsiteY47" fmla="*/ 787400 h 3148013"/>
              <a:gd name="connsiteX48" fmla="*/ 1425576 w 1428751"/>
              <a:gd name="connsiteY48" fmla="*/ 803275 h 3148013"/>
              <a:gd name="connsiteX49" fmla="*/ 1411289 w 1428751"/>
              <a:gd name="connsiteY49" fmla="*/ 817563 h 3148013"/>
              <a:gd name="connsiteX50" fmla="*/ 1255713 w 1428751"/>
              <a:gd name="connsiteY50" fmla="*/ 935038 h 3148013"/>
              <a:gd name="connsiteX51" fmla="*/ 1255713 w 1428751"/>
              <a:gd name="connsiteY51" fmla="*/ 935038 h 3148013"/>
              <a:gd name="connsiteX52" fmla="*/ 1230313 w 1428751"/>
              <a:gd name="connsiteY52" fmla="*/ 955675 h 3148013"/>
              <a:gd name="connsiteX53" fmla="*/ 1230313 w 1428751"/>
              <a:gd name="connsiteY53" fmla="*/ 2940051 h 3148013"/>
              <a:gd name="connsiteX54" fmla="*/ 1225550 w 1428751"/>
              <a:gd name="connsiteY54" fmla="*/ 2982913 h 3148013"/>
              <a:gd name="connsiteX55" fmla="*/ 1214438 w 1428751"/>
              <a:gd name="connsiteY55" fmla="*/ 3011488 h 3148013"/>
              <a:gd name="connsiteX56" fmla="*/ 1211263 w 1428751"/>
              <a:gd name="connsiteY56" fmla="*/ 3021013 h 3148013"/>
              <a:gd name="connsiteX57" fmla="*/ 1189037 w 1428751"/>
              <a:gd name="connsiteY57" fmla="*/ 3055938 h 3148013"/>
              <a:gd name="connsiteX58" fmla="*/ 1171576 w 1428751"/>
              <a:gd name="connsiteY58" fmla="*/ 3074987 h 3148013"/>
              <a:gd name="connsiteX59" fmla="*/ 1171576 w 1428751"/>
              <a:gd name="connsiteY59" fmla="*/ 3074988 h 3148013"/>
              <a:gd name="connsiteX60" fmla="*/ 1160463 w 1428751"/>
              <a:gd name="connsiteY60" fmla="*/ 3087688 h 3148013"/>
              <a:gd name="connsiteX61" fmla="*/ 1128713 w 1428751"/>
              <a:gd name="connsiteY61" fmla="*/ 3109913 h 3148013"/>
              <a:gd name="connsiteX62" fmla="*/ 1128713 w 1428751"/>
              <a:gd name="connsiteY62" fmla="*/ 3109913 h 3148013"/>
              <a:gd name="connsiteX63" fmla="*/ 1123950 w 1428751"/>
              <a:gd name="connsiteY63" fmla="*/ 3113088 h 3148013"/>
              <a:gd name="connsiteX64" fmla="*/ 1085850 w 1428751"/>
              <a:gd name="connsiteY64" fmla="*/ 3130550 h 3148013"/>
              <a:gd name="connsiteX65" fmla="*/ 1084262 w 1428751"/>
              <a:gd name="connsiteY65" fmla="*/ 3132138 h 3148013"/>
              <a:gd name="connsiteX66" fmla="*/ 1044576 w 1428751"/>
              <a:gd name="connsiteY66" fmla="*/ 3143250 h 3148013"/>
              <a:gd name="connsiteX67" fmla="*/ 1044576 w 1428751"/>
              <a:gd name="connsiteY67" fmla="*/ 3143251 h 3148013"/>
              <a:gd name="connsiteX68" fmla="*/ 1039813 w 1428751"/>
              <a:gd name="connsiteY68" fmla="*/ 3144838 h 3148013"/>
              <a:gd name="connsiteX69" fmla="*/ 1001713 w 1428751"/>
              <a:gd name="connsiteY69" fmla="*/ 3148013 h 3148013"/>
              <a:gd name="connsiteX70" fmla="*/ 990600 w 1428751"/>
              <a:gd name="connsiteY70" fmla="*/ 3148013 h 3148013"/>
              <a:gd name="connsiteX71" fmla="*/ 958850 w 1428751"/>
              <a:gd name="connsiteY71" fmla="*/ 3148013 h 3148013"/>
              <a:gd name="connsiteX72" fmla="*/ 914400 w 1428751"/>
              <a:gd name="connsiteY72" fmla="*/ 3148013 h 3148013"/>
              <a:gd name="connsiteX73" fmla="*/ 873126 w 1428751"/>
              <a:gd name="connsiteY73" fmla="*/ 3148013 h 3148013"/>
              <a:gd name="connsiteX74" fmla="*/ 873125 w 1428751"/>
              <a:gd name="connsiteY74" fmla="*/ 3148013 h 3148013"/>
              <a:gd name="connsiteX75" fmla="*/ 830263 w 1428751"/>
              <a:gd name="connsiteY75" fmla="*/ 3148013 h 3148013"/>
              <a:gd name="connsiteX76" fmla="*/ 787401 w 1428751"/>
              <a:gd name="connsiteY76" fmla="*/ 3148013 h 3148013"/>
              <a:gd name="connsiteX77" fmla="*/ 787400 w 1428751"/>
              <a:gd name="connsiteY77" fmla="*/ 3148013 h 3148013"/>
              <a:gd name="connsiteX78" fmla="*/ 744538 w 1428751"/>
              <a:gd name="connsiteY78" fmla="*/ 3148013 h 3148013"/>
              <a:gd name="connsiteX79" fmla="*/ 703263 w 1428751"/>
              <a:gd name="connsiteY79" fmla="*/ 3148013 h 3148013"/>
              <a:gd name="connsiteX80" fmla="*/ 660401 w 1428751"/>
              <a:gd name="connsiteY80" fmla="*/ 3148013 h 3148013"/>
              <a:gd name="connsiteX81" fmla="*/ 660400 w 1428751"/>
              <a:gd name="connsiteY81" fmla="*/ 3148013 h 3148013"/>
              <a:gd name="connsiteX82" fmla="*/ 617538 w 1428751"/>
              <a:gd name="connsiteY82" fmla="*/ 3148013 h 3148013"/>
              <a:gd name="connsiteX83" fmla="*/ 576263 w 1428751"/>
              <a:gd name="connsiteY83" fmla="*/ 3148013 h 3148013"/>
              <a:gd name="connsiteX84" fmla="*/ 531813 w 1428751"/>
              <a:gd name="connsiteY84" fmla="*/ 3148013 h 3148013"/>
              <a:gd name="connsiteX85" fmla="*/ 488951 w 1428751"/>
              <a:gd name="connsiteY85" fmla="*/ 3148013 h 3148013"/>
              <a:gd name="connsiteX86" fmla="*/ 488950 w 1428751"/>
              <a:gd name="connsiteY86" fmla="*/ 3148013 h 3148013"/>
              <a:gd name="connsiteX87" fmla="*/ 446088 w 1428751"/>
              <a:gd name="connsiteY87" fmla="*/ 3148013 h 3148013"/>
              <a:gd name="connsiteX88" fmla="*/ 404813 w 1428751"/>
              <a:gd name="connsiteY88" fmla="*/ 3148013 h 3148013"/>
              <a:gd name="connsiteX89" fmla="*/ 361951 w 1428751"/>
              <a:gd name="connsiteY89" fmla="*/ 3148013 h 3148013"/>
              <a:gd name="connsiteX90" fmla="*/ 361950 w 1428751"/>
              <a:gd name="connsiteY90" fmla="*/ 3148013 h 3148013"/>
              <a:gd name="connsiteX91" fmla="*/ 319088 w 1428751"/>
              <a:gd name="connsiteY91" fmla="*/ 3148013 h 3148013"/>
              <a:gd name="connsiteX92" fmla="*/ 276225 w 1428751"/>
              <a:gd name="connsiteY92" fmla="*/ 3148013 h 3148013"/>
              <a:gd name="connsiteX93" fmla="*/ 239712 w 1428751"/>
              <a:gd name="connsiteY93" fmla="*/ 3148013 h 3148013"/>
              <a:gd name="connsiteX94" fmla="*/ 234950 w 1428751"/>
              <a:gd name="connsiteY94" fmla="*/ 3148013 h 3148013"/>
              <a:gd name="connsiteX95" fmla="*/ 190500 w 1428751"/>
              <a:gd name="connsiteY95" fmla="*/ 3144838 h 3148013"/>
              <a:gd name="connsiteX96" fmla="*/ 190500 w 1428751"/>
              <a:gd name="connsiteY96" fmla="*/ 3144837 h 3148013"/>
              <a:gd name="connsiteX97" fmla="*/ 147638 w 1428751"/>
              <a:gd name="connsiteY97" fmla="*/ 3132137 h 3148013"/>
              <a:gd name="connsiteX98" fmla="*/ 147638 w 1428751"/>
              <a:gd name="connsiteY98" fmla="*/ 3132138 h 3148013"/>
              <a:gd name="connsiteX99" fmla="*/ 146050 w 1428751"/>
              <a:gd name="connsiteY99" fmla="*/ 3132138 h 3148013"/>
              <a:gd name="connsiteX100" fmla="*/ 104775 w 1428751"/>
              <a:gd name="connsiteY100" fmla="*/ 3113088 h 3148013"/>
              <a:gd name="connsiteX101" fmla="*/ 71437 w 1428751"/>
              <a:gd name="connsiteY101" fmla="*/ 3087688 h 3148013"/>
              <a:gd name="connsiteX102" fmla="*/ 63500 w 1428751"/>
              <a:gd name="connsiteY102" fmla="*/ 3081338 h 3148013"/>
              <a:gd name="connsiteX103" fmla="*/ 63500 w 1428751"/>
              <a:gd name="connsiteY103" fmla="*/ 3081336 h 3148013"/>
              <a:gd name="connsiteX104" fmla="*/ 41276 w 1428751"/>
              <a:gd name="connsiteY104" fmla="*/ 3055937 h 3148013"/>
              <a:gd name="connsiteX105" fmla="*/ 20638 w 1428751"/>
              <a:gd name="connsiteY105" fmla="*/ 3024187 h 3148013"/>
              <a:gd name="connsiteX106" fmla="*/ 19050 w 1428751"/>
              <a:gd name="connsiteY106" fmla="*/ 3021012 h 3148013"/>
              <a:gd name="connsiteX107" fmla="*/ 4762 w 1428751"/>
              <a:gd name="connsiteY107" fmla="*/ 2982912 h 3148013"/>
              <a:gd name="connsiteX108" fmla="*/ 0 w 1428751"/>
              <a:gd name="connsiteY108" fmla="*/ 2940050 h 3148013"/>
              <a:gd name="connsiteX109" fmla="*/ 0 w 1428751"/>
              <a:gd name="connsiteY109" fmla="*/ 209549 h 3148013"/>
              <a:gd name="connsiteX110" fmla="*/ 4762 w 1428751"/>
              <a:gd name="connsiteY110" fmla="*/ 166687 h 3148013"/>
              <a:gd name="connsiteX111" fmla="*/ 19050 w 1428751"/>
              <a:gd name="connsiteY111" fmla="*/ 128587 h 3148013"/>
              <a:gd name="connsiteX112" fmla="*/ 20638 w 1428751"/>
              <a:gd name="connsiteY112" fmla="*/ 125412 h 3148013"/>
              <a:gd name="connsiteX113" fmla="*/ 41276 w 1428751"/>
              <a:gd name="connsiteY113" fmla="*/ 92074 h 3148013"/>
              <a:gd name="connsiteX114" fmla="*/ 63500 w 1428751"/>
              <a:gd name="connsiteY114" fmla="*/ 68263 h 3148013"/>
              <a:gd name="connsiteX115" fmla="*/ 63500 w 1428751"/>
              <a:gd name="connsiteY115" fmla="*/ 68262 h 3148013"/>
              <a:gd name="connsiteX116" fmla="*/ 71437 w 1428751"/>
              <a:gd name="connsiteY116" fmla="*/ 60325 h 3148013"/>
              <a:gd name="connsiteX117" fmla="*/ 104775 w 1428751"/>
              <a:gd name="connsiteY117" fmla="*/ 34925 h 3148013"/>
              <a:gd name="connsiteX118" fmla="*/ 146050 w 1428751"/>
              <a:gd name="connsiteY118" fmla="*/ 15875 h 3148013"/>
              <a:gd name="connsiteX119" fmla="*/ 147638 w 1428751"/>
              <a:gd name="connsiteY119" fmla="*/ 15875 h 3148013"/>
              <a:gd name="connsiteX120" fmla="*/ 147638 w 1428751"/>
              <a:gd name="connsiteY120" fmla="*/ 15874 h 3148013"/>
              <a:gd name="connsiteX121" fmla="*/ 190501 w 1428751"/>
              <a:gd name="connsiteY121" fmla="*/ 4762 h 3148013"/>
              <a:gd name="connsiteX122" fmla="*/ 190501 w 1428751"/>
              <a:gd name="connsiteY122" fmla="*/ 4762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28751" h="3148013">
                <a:moveTo>
                  <a:pt x="234950" y="0"/>
                </a:moveTo>
                <a:lnTo>
                  <a:pt x="239712" y="0"/>
                </a:lnTo>
                <a:lnTo>
                  <a:pt x="276225" y="0"/>
                </a:lnTo>
                <a:lnTo>
                  <a:pt x="319088" y="0"/>
                </a:lnTo>
                <a:lnTo>
                  <a:pt x="361950" y="0"/>
                </a:lnTo>
                <a:lnTo>
                  <a:pt x="361951" y="0"/>
                </a:lnTo>
                <a:lnTo>
                  <a:pt x="404813" y="0"/>
                </a:lnTo>
                <a:lnTo>
                  <a:pt x="446088" y="0"/>
                </a:lnTo>
                <a:lnTo>
                  <a:pt x="488950" y="0"/>
                </a:lnTo>
                <a:lnTo>
                  <a:pt x="488951" y="0"/>
                </a:lnTo>
                <a:lnTo>
                  <a:pt x="531813" y="0"/>
                </a:lnTo>
                <a:lnTo>
                  <a:pt x="576263" y="0"/>
                </a:lnTo>
                <a:lnTo>
                  <a:pt x="617538" y="0"/>
                </a:lnTo>
                <a:lnTo>
                  <a:pt x="660400" y="0"/>
                </a:lnTo>
                <a:lnTo>
                  <a:pt x="660401" y="0"/>
                </a:lnTo>
                <a:lnTo>
                  <a:pt x="703263" y="0"/>
                </a:lnTo>
                <a:lnTo>
                  <a:pt x="744538" y="0"/>
                </a:lnTo>
                <a:lnTo>
                  <a:pt x="787400" y="0"/>
                </a:lnTo>
                <a:lnTo>
                  <a:pt x="787401" y="0"/>
                </a:lnTo>
                <a:lnTo>
                  <a:pt x="830263" y="0"/>
                </a:lnTo>
                <a:lnTo>
                  <a:pt x="873125" y="0"/>
                </a:lnTo>
                <a:lnTo>
                  <a:pt x="873126" y="0"/>
                </a:lnTo>
                <a:lnTo>
                  <a:pt x="914400" y="0"/>
                </a:lnTo>
                <a:lnTo>
                  <a:pt x="958850" y="0"/>
                </a:lnTo>
                <a:lnTo>
                  <a:pt x="990600" y="0"/>
                </a:lnTo>
                <a:lnTo>
                  <a:pt x="1001713" y="0"/>
                </a:lnTo>
                <a:lnTo>
                  <a:pt x="1039813" y="4762"/>
                </a:lnTo>
                <a:lnTo>
                  <a:pt x="1044576" y="6350"/>
                </a:lnTo>
                <a:lnTo>
                  <a:pt x="1044576" y="6350"/>
                </a:lnTo>
                <a:lnTo>
                  <a:pt x="1084262" y="15875"/>
                </a:lnTo>
                <a:lnTo>
                  <a:pt x="1085850" y="17462"/>
                </a:lnTo>
                <a:lnTo>
                  <a:pt x="1085850" y="17462"/>
                </a:lnTo>
                <a:lnTo>
                  <a:pt x="1123950" y="34924"/>
                </a:lnTo>
                <a:lnTo>
                  <a:pt x="1128713" y="38099"/>
                </a:lnTo>
                <a:lnTo>
                  <a:pt x="1128713" y="38100"/>
                </a:lnTo>
                <a:lnTo>
                  <a:pt x="1160463" y="60325"/>
                </a:lnTo>
                <a:lnTo>
                  <a:pt x="1171576" y="73025"/>
                </a:lnTo>
                <a:lnTo>
                  <a:pt x="1171576" y="73026"/>
                </a:lnTo>
                <a:lnTo>
                  <a:pt x="1189037" y="92075"/>
                </a:lnTo>
                <a:lnTo>
                  <a:pt x="1211263" y="128587"/>
                </a:lnTo>
                <a:lnTo>
                  <a:pt x="1214438" y="136525"/>
                </a:lnTo>
                <a:lnTo>
                  <a:pt x="1225550" y="166687"/>
                </a:lnTo>
                <a:lnTo>
                  <a:pt x="1230313" y="209550"/>
                </a:lnTo>
                <a:lnTo>
                  <a:pt x="1230313" y="617537"/>
                </a:lnTo>
                <a:lnTo>
                  <a:pt x="1255713" y="638175"/>
                </a:lnTo>
                <a:lnTo>
                  <a:pt x="1411289" y="755650"/>
                </a:lnTo>
                <a:lnTo>
                  <a:pt x="1425576" y="769938"/>
                </a:lnTo>
                <a:lnTo>
                  <a:pt x="1428751" y="787400"/>
                </a:lnTo>
                <a:lnTo>
                  <a:pt x="1425576" y="803275"/>
                </a:lnTo>
                <a:lnTo>
                  <a:pt x="1411289" y="817563"/>
                </a:lnTo>
                <a:lnTo>
                  <a:pt x="1255713" y="935038"/>
                </a:lnTo>
                <a:lnTo>
                  <a:pt x="1255713" y="935038"/>
                </a:lnTo>
                <a:lnTo>
                  <a:pt x="1230313" y="955675"/>
                </a:lnTo>
                <a:lnTo>
                  <a:pt x="1230313" y="2940051"/>
                </a:lnTo>
                <a:lnTo>
                  <a:pt x="1225550" y="2982913"/>
                </a:lnTo>
                <a:lnTo>
                  <a:pt x="1214438" y="3011488"/>
                </a:lnTo>
                <a:lnTo>
                  <a:pt x="1211263" y="3021013"/>
                </a:lnTo>
                <a:lnTo>
                  <a:pt x="1189037" y="3055938"/>
                </a:lnTo>
                <a:lnTo>
                  <a:pt x="1171576" y="3074987"/>
                </a:lnTo>
                <a:lnTo>
                  <a:pt x="1171576" y="3074988"/>
                </a:lnTo>
                <a:lnTo>
                  <a:pt x="1160463" y="3087688"/>
                </a:lnTo>
                <a:lnTo>
                  <a:pt x="1128713" y="3109913"/>
                </a:lnTo>
                <a:lnTo>
                  <a:pt x="1128713" y="3109913"/>
                </a:lnTo>
                <a:lnTo>
                  <a:pt x="1123950" y="3113088"/>
                </a:lnTo>
                <a:lnTo>
                  <a:pt x="1085850" y="3130550"/>
                </a:lnTo>
                <a:lnTo>
                  <a:pt x="1084262" y="3132138"/>
                </a:lnTo>
                <a:lnTo>
                  <a:pt x="1044576" y="3143250"/>
                </a:lnTo>
                <a:lnTo>
                  <a:pt x="1044576" y="3143251"/>
                </a:lnTo>
                <a:lnTo>
                  <a:pt x="1039813" y="3144838"/>
                </a:lnTo>
                <a:lnTo>
                  <a:pt x="1001713" y="3148013"/>
                </a:lnTo>
                <a:lnTo>
                  <a:pt x="990600" y="3148013"/>
                </a:lnTo>
                <a:lnTo>
                  <a:pt x="958850" y="3148013"/>
                </a:lnTo>
                <a:lnTo>
                  <a:pt x="914400" y="3148013"/>
                </a:lnTo>
                <a:lnTo>
                  <a:pt x="873126" y="3148013"/>
                </a:lnTo>
                <a:lnTo>
                  <a:pt x="873125" y="3148013"/>
                </a:lnTo>
                <a:lnTo>
                  <a:pt x="830263" y="3148013"/>
                </a:lnTo>
                <a:lnTo>
                  <a:pt x="787401" y="3148013"/>
                </a:lnTo>
                <a:lnTo>
                  <a:pt x="787400" y="3148013"/>
                </a:lnTo>
                <a:lnTo>
                  <a:pt x="744538" y="3148013"/>
                </a:lnTo>
                <a:lnTo>
                  <a:pt x="703263" y="3148013"/>
                </a:lnTo>
                <a:lnTo>
                  <a:pt x="660401" y="3148013"/>
                </a:lnTo>
                <a:lnTo>
                  <a:pt x="660400" y="3148013"/>
                </a:lnTo>
                <a:lnTo>
                  <a:pt x="617538" y="3148013"/>
                </a:lnTo>
                <a:lnTo>
                  <a:pt x="576263" y="3148013"/>
                </a:lnTo>
                <a:lnTo>
                  <a:pt x="531813" y="3148013"/>
                </a:lnTo>
                <a:lnTo>
                  <a:pt x="488951" y="3148013"/>
                </a:lnTo>
                <a:lnTo>
                  <a:pt x="488950" y="3148013"/>
                </a:lnTo>
                <a:lnTo>
                  <a:pt x="446088" y="3148013"/>
                </a:lnTo>
                <a:lnTo>
                  <a:pt x="404813" y="3148013"/>
                </a:lnTo>
                <a:lnTo>
                  <a:pt x="361951" y="3148013"/>
                </a:lnTo>
                <a:lnTo>
                  <a:pt x="361950" y="3148013"/>
                </a:lnTo>
                <a:lnTo>
                  <a:pt x="319088" y="3148013"/>
                </a:lnTo>
                <a:lnTo>
                  <a:pt x="276225" y="3148013"/>
                </a:lnTo>
                <a:lnTo>
                  <a:pt x="239712" y="3148013"/>
                </a:lnTo>
                <a:lnTo>
                  <a:pt x="234950" y="3148013"/>
                </a:lnTo>
                <a:lnTo>
                  <a:pt x="190500" y="3144838"/>
                </a:lnTo>
                <a:lnTo>
                  <a:pt x="190500" y="3144837"/>
                </a:lnTo>
                <a:lnTo>
                  <a:pt x="147638" y="3132137"/>
                </a:lnTo>
                <a:lnTo>
                  <a:pt x="147638" y="3132138"/>
                </a:lnTo>
                <a:lnTo>
                  <a:pt x="146050" y="3132138"/>
                </a:lnTo>
                <a:lnTo>
                  <a:pt x="104775" y="3113088"/>
                </a:lnTo>
                <a:lnTo>
                  <a:pt x="71437" y="3087688"/>
                </a:lnTo>
                <a:lnTo>
                  <a:pt x="63500" y="3081338"/>
                </a:lnTo>
                <a:lnTo>
                  <a:pt x="63500" y="3081336"/>
                </a:lnTo>
                <a:lnTo>
                  <a:pt x="41276" y="3055937"/>
                </a:lnTo>
                <a:lnTo>
                  <a:pt x="20638" y="3024187"/>
                </a:lnTo>
                <a:lnTo>
                  <a:pt x="19050" y="3021012"/>
                </a:lnTo>
                <a:lnTo>
                  <a:pt x="4762" y="2982912"/>
                </a:lnTo>
                <a:lnTo>
                  <a:pt x="0" y="2940050"/>
                </a:lnTo>
                <a:lnTo>
                  <a:pt x="0" y="209549"/>
                </a:lnTo>
                <a:lnTo>
                  <a:pt x="4762" y="166687"/>
                </a:lnTo>
                <a:lnTo>
                  <a:pt x="19050" y="128587"/>
                </a:lnTo>
                <a:lnTo>
                  <a:pt x="20638" y="125412"/>
                </a:lnTo>
                <a:lnTo>
                  <a:pt x="41276" y="92074"/>
                </a:lnTo>
                <a:lnTo>
                  <a:pt x="63500" y="68263"/>
                </a:lnTo>
                <a:lnTo>
                  <a:pt x="63500" y="68262"/>
                </a:lnTo>
                <a:lnTo>
                  <a:pt x="71437" y="60325"/>
                </a:lnTo>
                <a:lnTo>
                  <a:pt x="104775" y="34925"/>
                </a:lnTo>
                <a:lnTo>
                  <a:pt x="146050" y="15875"/>
                </a:lnTo>
                <a:lnTo>
                  <a:pt x="147638" y="15875"/>
                </a:lnTo>
                <a:lnTo>
                  <a:pt x="147638" y="15874"/>
                </a:lnTo>
                <a:lnTo>
                  <a:pt x="190501" y="4762"/>
                </a:lnTo>
                <a:lnTo>
                  <a:pt x="190501" y="4762"/>
                </a:lnTo>
                <a:close/>
              </a:path>
            </a:pathLst>
          </a:custGeom>
          <a:solidFill>
            <a:schemeClr val="accent1"/>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8" name="任意多边形 187"/>
          <p:cNvSpPr>
            <a:spLocks noChangeArrowheads="1"/>
          </p:cNvSpPr>
          <p:nvPr/>
        </p:nvSpPr>
        <p:spPr bwMode="auto">
          <a:xfrm>
            <a:off x="4828312" y="1735551"/>
            <a:ext cx="1361344" cy="2999495"/>
          </a:xfrm>
          <a:custGeom>
            <a:avLst/>
            <a:gdLst>
              <a:gd name="connsiteX0" fmla="*/ 238125 w 1428750"/>
              <a:gd name="connsiteY0" fmla="*/ 0 h 3148013"/>
              <a:gd name="connsiteX1" fmla="*/ 258762 w 1428750"/>
              <a:gd name="connsiteY1" fmla="*/ 0 h 3148013"/>
              <a:gd name="connsiteX2" fmla="*/ 258763 w 1428750"/>
              <a:gd name="connsiteY2" fmla="*/ 0 h 3148013"/>
              <a:gd name="connsiteX3" fmla="*/ 303212 w 1428750"/>
              <a:gd name="connsiteY3" fmla="*/ 0 h 3148013"/>
              <a:gd name="connsiteX4" fmla="*/ 346075 w 1428750"/>
              <a:gd name="connsiteY4" fmla="*/ 0 h 3148013"/>
              <a:gd name="connsiteX5" fmla="*/ 388937 w 1428750"/>
              <a:gd name="connsiteY5" fmla="*/ 0 h 3148013"/>
              <a:gd name="connsiteX6" fmla="*/ 388938 w 1428750"/>
              <a:gd name="connsiteY6" fmla="*/ 0 h 3148013"/>
              <a:gd name="connsiteX7" fmla="*/ 431800 w 1428750"/>
              <a:gd name="connsiteY7" fmla="*/ 0 h 3148013"/>
              <a:gd name="connsiteX8" fmla="*/ 476250 w 1428750"/>
              <a:gd name="connsiteY8" fmla="*/ 0 h 3148013"/>
              <a:gd name="connsiteX9" fmla="*/ 519112 w 1428750"/>
              <a:gd name="connsiteY9" fmla="*/ 0 h 3148013"/>
              <a:gd name="connsiteX10" fmla="*/ 519113 w 1428750"/>
              <a:gd name="connsiteY10" fmla="*/ 0 h 3148013"/>
              <a:gd name="connsiteX11" fmla="*/ 563562 w 1428750"/>
              <a:gd name="connsiteY11" fmla="*/ 0 h 3148013"/>
              <a:gd name="connsiteX12" fmla="*/ 606425 w 1428750"/>
              <a:gd name="connsiteY12" fmla="*/ 0 h 3148013"/>
              <a:gd name="connsiteX13" fmla="*/ 649287 w 1428750"/>
              <a:gd name="connsiteY13" fmla="*/ 0 h 3148013"/>
              <a:gd name="connsiteX14" fmla="*/ 649288 w 1428750"/>
              <a:gd name="connsiteY14" fmla="*/ 0 h 3148013"/>
              <a:gd name="connsiteX15" fmla="*/ 692150 w 1428750"/>
              <a:gd name="connsiteY15" fmla="*/ 0 h 3148013"/>
              <a:gd name="connsiteX16" fmla="*/ 735012 w 1428750"/>
              <a:gd name="connsiteY16" fmla="*/ 0 h 3148013"/>
              <a:gd name="connsiteX17" fmla="*/ 735013 w 1428750"/>
              <a:gd name="connsiteY17" fmla="*/ 0 h 3148013"/>
              <a:gd name="connsiteX18" fmla="*/ 777875 w 1428750"/>
              <a:gd name="connsiteY18" fmla="*/ 0 h 3148013"/>
              <a:gd name="connsiteX19" fmla="*/ 822325 w 1428750"/>
              <a:gd name="connsiteY19" fmla="*/ 0 h 3148013"/>
              <a:gd name="connsiteX20" fmla="*/ 866775 w 1428750"/>
              <a:gd name="connsiteY20" fmla="*/ 0 h 3148013"/>
              <a:gd name="connsiteX21" fmla="*/ 909637 w 1428750"/>
              <a:gd name="connsiteY21" fmla="*/ 0 h 3148013"/>
              <a:gd name="connsiteX22" fmla="*/ 909638 w 1428750"/>
              <a:gd name="connsiteY22" fmla="*/ 0 h 3148013"/>
              <a:gd name="connsiteX23" fmla="*/ 952500 w 1428750"/>
              <a:gd name="connsiteY23" fmla="*/ 0 h 3148013"/>
              <a:gd name="connsiteX24" fmla="*/ 990600 w 1428750"/>
              <a:gd name="connsiteY24" fmla="*/ 0 h 3148013"/>
              <a:gd name="connsiteX25" fmla="*/ 995362 w 1428750"/>
              <a:gd name="connsiteY25" fmla="*/ 0 h 3148013"/>
              <a:gd name="connsiteX26" fmla="*/ 995363 w 1428750"/>
              <a:gd name="connsiteY26" fmla="*/ 0 h 3148013"/>
              <a:gd name="connsiteX27" fmla="*/ 995363 w 1428750"/>
              <a:gd name="connsiteY27" fmla="*/ 0 h 3148013"/>
              <a:gd name="connsiteX28" fmla="*/ 1038225 w 1428750"/>
              <a:gd name="connsiteY28" fmla="*/ 4762 h 3148013"/>
              <a:gd name="connsiteX29" fmla="*/ 1038225 w 1428750"/>
              <a:gd name="connsiteY29" fmla="*/ 4762 h 3148013"/>
              <a:gd name="connsiteX30" fmla="*/ 1081088 w 1428750"/>
              <a:gd name="connsiteY30" fmla="*/ 15874 h 3148013"/>
              <a:gd name="connsiteX31" fmla="*/ 1081088 w 1428750"/>
              <a:gd name="connsiteY31" fmla="*/ 15875 h 3148013"/>
              <a:gd name="connsiteX32" fmla="*/ 1082674 w 1428750"/>
              <a:gd name="connsiteY32" fmla="*/ 15875 h 3148013"/>
              <a:gd name="connsiteX33" fmla="*/ 1123950 w 1428750"/>
              <a:gd name="connsiteY33" fmla="*/ 34925 h 3148013"/>
              <a:gd name="connsiteX34" fmla="*/ 1123950 w 1428750"/>
              <a:gd name="connsiteY34" fmla="*/ 36512 h 3148013"/>
              <a:gd name="connsiteX35" fmla="*/ 1158875 w 1428750"/>
              <a:gd name="connsiteY35" fmla="*/ 60324 h 3148013"/>
              <a:gd name="connsiteX36" fmla="*/ 1169988 w 1428750"/>
              <a:gd name="connsiteY36" fmla="*/ 71437 h 3148013"/>
              <a:gd name="connsiteX37" fmla="*/ 1169988 w 1428750"/>
              <a:gd name="connsiteY37" fmla="*/ 71438 h 3148013"/>
              <a:gd name="connsiteX38" fmla="*/ 1189037 w 1428750"/>
              <a:gd name="connsiteY38" fmla="*/ 92074 h 3148013"/>
              <a:gd name="connsiteX39" fmla="*/ 1211262 w 1428750"/>
              <a:gd name="connsiteY39" fmla="*/ 128587 h 3148013"/>
              <a:gd name="connsiteX40" fmla="*/ 1212850 w 1428750"/>
              <a:gd name="connsiteY40" fmla="*/ 131762 h 3148013"/>
              <a:gd name="connsiteX41" fmla="*/ 1223962 w 1428750"/>
              <a:gd name="connsiteY41" fmla="*/ 166687 h 3148013"/>
              <a:gd name="connsiteX42" fmla="*/ 1230312 w 1428750"/>
              <a:gd name="connsiteY42" fmla="*/ 209549 h 3148013"/>
              <a:gd name="connsiteX43" fmla="*/ 1230312 w 1428750"/>
              <a:gd name="connsiteY43" fmla="*/ 617537 h 3148013"/>
              <a:gd name="connsiteX44" fmla="*/ 1255713 w 1428750"/>
              <a:gd name="connsiteY44" fmla="*/ 636587 h 3148013"/>
              <a:gd name="connsiteX45" fmla="*/ 1255713 w 1428750"/>
              <a:gd name="connsiteY45" fmla="*/ 636588 h 3148013"/>
              <a:gd name="connsiteX46" fmla="*/ 1298575 w 1428750"/>
              <a:gd name="connsiteY46" fmla="*/ 669924 h 3148013"/>
              <a:gd name="connsiteX47" fmla="*/ 1298575 w 1428750"/>
              <a:gd name="connsiteY47" fmla="*/ 669925 h 3148013"/>
              <a:gd name="connsiteX48" fmla="*/ 1341438 w 1428750"/>
              <a:gd name="connsiteY48" fmla="*/ 703262 h 3148013"/>
              <a:gd name="connsiteX49" fmla="*/ 1341438 w 1428750"/>
              <a:gd name="connsiteY49" fmla="*/ 703263 h 3148013"/>
              <a:gd name="connsiteX50" fmla="*/ 1384300 w 1428750"/>
              <a:gd name="connsiteY50" fmla="*/ 735012 h 3148013"/>
              <a:gd name="connsiteX51" fmla="*/ 1411288 w 1428750"/>
              <a:gd name="connsiteY51" fmla="*/ 755649 h 3148013"/>
              <a:gd name="connsiteX52" fmla="*/ 1423988 w 1428750"/>
              <a:gd name="connsiteY52" fmla="*/ 769937 h 3148013"/>
              <a:gd name="connsiteX53" fmla="*/ 1427163 w 1428750"/>
              <a:gd name="connsiteY53" fmla="*/ 787400 h 3148013"/>
              <a:gd name="connsiteX54" fmla="*/ 1427163 w 1428750"/>
              <a:gd name="connsiteY54" fmla="*/ 787400 h 3148013"/>
              <a:gd name="connsiteX55" fmla="*/ 1428750 w 1428750"/>
              <a:gd name="connsiteY55" fmla="*/ 787400 h 3148013"/>
              <a:gd name="connsiteX56" fmla="*/ 1428750 w 1428750"/>
              <a:gd name="connsiteY56" fmla="*/ 788988 h 3148013"/>
              <a:gd name="connsiteX57" fmla="*/ 1427162 w 1428750"/>
              <a:gd name="connsiteY57" fmla="*/ 788988 h 3148013"/>
              <a:gd name="connsiteX58" fmla="*/ 1427162 w 1428750"/>
              <a:gd name="connsiteY58" fmla="*/ 787405 h 3148013"/>
              <a:gd name="connsiteX59" fmla="*/ 1423988 w 1428750"/>
              <a:gd name="connsiteY59" fmla="*/ 803275 h 3148013"/>
              <a:gd name="connsiteX60" fmla="*/ 1411288 w 1428750"/>
              <a:gd name="connsiteY60" fmla="*/ 817563 h 3148013"/>
              <a:gd name="connsiteX61" fmla="*/ 1384300 w 1428750"/>
              <a:gd name="connsiteY61" fmla="*/ 838200 h 3148013"/>
              <a:gd name="connsiteX62" fmla="*/ 1384300 w 1428750"/>
              <a:gd name="connsiteY62" fmla="*/ 838200 h 3148013"/>
              <a:gd name="connsiteX63" fmla="*/ 1341438 w 1428750"/>
              <a:gd name="connsiteY63" fmla="*/ 871536 h 3148013"/>
              <a:gd name="connsiteX64" fmla="*/ 1341438 w 1428750"/>
              <a:gd name="connsiteY64" fmla="*/ 871538 h 3148013"/>
              <a:gd name="connsiteX65" fmla="*/ 1298575 w 1428750"/>
              <a:gd name="connsiteY65" fmla="*/ 904875 h 3148013"/>
              <a:gd name="connsiteX66" fmla="*/ 1255713 w 1428750"/>
              <a:gd name="connsiteY66" fmla="*/ 936624 h 3148013"/>
              <a:gd name="connsiteX67" fmla="*/ 1255713 w 1428750"/>
              <a:gd name="connsiteY67" fmla="*/ 936625 h 3148013"/>
              <a:gd name="connsiteX68" fmla="*/ 1230312 w 1428750"/>
              <a:gd name="connsiteY68" fmla="*/ 955675 h 3148013"/>
              <a:gd name="connsiteX69" fmla="*/ 1230312 w 1428750"/>
              <a:gd name="connsiteY69" fmla="*/ 2940050 h 3148013"/>
              <a:gd name="connsiteX70" fmla="*/ 1223962 w 1428750"/>
              <a:gd name="connsiteY70" fmla="*/ 2982913 h 3148013"/>
              <a:gd name="connsiteX71" fmla="*/ 1212850 w 1428750"/>
              <a:gd name="connsiteY71" fmla="*/ 3016250 h 3148013"/>
              <a:gd name="connsiteX72" fmla="*/ 1211262 w 1428750"/>
              <a:gd name="connsiteY72" fmla="*/ 3021013 h 3148013"/>
              <a:gd name="connsiteX73" fmla="*/ 1189037 w 1428750"/>
              <a:gd name="connsiteY73" fmla="*/ 3055938 h 3148013"/>
              <a:gd name="connsiteX74" fmla="*/ 1169988 w 1428750"/>
              <a:gd name="connsiteY74" fmla="*/ 3076574 h 3148013"/>
              <a:gd name="connsiteX75" fmla="*/ 1169988 w 1428750"/>
              <a:gd name="connsiteY75" fmla="*/ 3076575 h 3148013"/>
              <a:gd name="connsiteX76" fmla="*/ 1158875 w 1428750"/>
              <a:gd name="connsiteY76" fmla="*/ 3087688 h 3148013"/>
              <a:gd name="connsiteX77" fmla="*/ 1123950 w 1428750"/>
              <a:gd name="connsiteY77" fmla="*/ 3111500 h 3148013"/>
              <a:gd name="connsiteX78" fmla="*/ 1123950 w 1428750"/>
              <a:gd name="connsiteY78" fmla="*/ 3111501 h 3148013"/>
              <a:gd name="connsiteX79" fmla="*/ 1123950 w 1428750"/>
              <a:gd name="connsiteY79" fmla="*/ 3113088 h 3148013"/>
              <a:gd name="connsiteX80" fmla="*/ 1082674 w 1428750"/>
              <a:gd name="connsiteY80" fmla="*/ 3132138 h 3148013"/>
              <a:gd name="connsiteX81" fmla="*/ 1081087 w 1428750"/>
              <a:gd name="connsiteY81" fmla="*/ 3132138 h 3148013"/>
              <a:gd name="connsiteX82" fmla="*/ 1081087 w 1428750"/>
              <a:gd name="connsiteY82" fmla="*/ 3132138 h 3148013"/>
              <a:gd name="connsiteX83" fmla="*/ 1038225 w 1428750"/>
              <a:gd name="connsiteY83" fmla="*/ 3144837 h 3148013"/>
              <a:gd name="connsiteX84" fmla="*/ 1038225 w 1428750"/>
              <a:gd name="connsiteY84" fmla="*/ 3144838 h 3148013"/>
              <a:gd name="connsiteX85" fmla="*/ 995363 w 1428750"/>
              <a:gd name="connsiteY85" fmla="*/ 3148013 h 3148013"/>
              <a:gd name="connsiteX86" fmla="*/ 995362 w 1428750"/>
              <a:gd name="connsiteY86" fmla="*/ 3148013 h 3148013"/>
              <a:gd name="connsiteX87" fmla="*/ 990600 w 1428750"/>
              <a:gd name="connsiteY87" fmla="*/ 3148013 h 3148013"/>
              <a:gd name="connsiteX88" fmla="*/ 952500 w 1428750"/>
              <a:gd name="connsiteY88" fmla="*/ 3148013 h 3148013"/>
              <a:gd name="connsiteX89" fmla="*/ 909638 w 1428750"/>
              <a:gd name="connsiteY89" fmla="*/ 3148013 h 3148013"/>
              <a:gd name="connsiteX90" fmla="*/ 909637 w 1428750"/>
              <a:gd name="connsiteY90" fmla="*/ 3148013 h 3148013"/>
              <a:gd name="connsiteX91" fmla="*/ 866775 w 1428750"/>
              <a:gd name="connsiteY91" fmla="*/ 3148013 h 3148013"/>
              <a:gd name="connsiteX92" fmla="*/ 822325 w 1428750"/>
              <a:gd name="connsiteY92" fmla="*/ 3148013 h 3148013"/>
              <a:gd name="connsiteX93" fmla="*/ 777875 w 1428750"/>
              <a:gd name="connsiteY93" fmla="*/ 3148013 h 3148013"/>
              <a:gd name="connsiteX94" fmla="*/ 735013 w 1428750"/>
              <a:gd name="connsiteY94" fmla="*/ 3148013 h 3148013"/>
              <a:gd name="connsiteX95" fmla="*/ 735012 w 1428750"/>
              <a:gd name="connsiteY95" fmla="*/ 3148013 h 3148013"/>
              <a:gd name="connsiteX96" fmla="*/ 692150 w 1428750"/>
              <a:gd name="connsiteY96" fmla="*/ 3148013 h 3148013"/>
              <a:gd name="connsiteX97" fmla="*/ 649288 w 1428750"/>
              <a:gd name="connsiteY97" fmla="*/ 3148013 h 3148013"/>
              <a:gd name="connsiteX98" fmla="*/ 649287 w 1428750"/>
              <a:gd name="connsiteY98" fmla="*/ 3148013 h 3148013"/>
              <a:gd name="connsiteX99" fmla="*/ 606425 w 1428750"/>
              <a:gd name="connsiteY99" fmla="*/ 3148013 h 3148013"/>
              <a:gd name="connsiteX100" fmla="*/ 563562 w 1428750"/>
              <a:gd name="connsiteY100" fmla="*/ 3148013 h 3148013"/>
              <a:gd name="connsiteX101" fmla="*/ 519113 w 1428750"/>
              <a:gd name="connsiteY101" fmla="*/ 3148013 h 3148013"/>
              <a:gd name="connsiteX102" fmla="*/ 519112 w 1428750"/>
              <a:gd name="connsiteY102" fmla="*/ 3148013 h 3148013"/>
              <a:gd name="connsiteX103" fmla="*/ 476250 w 1428750"/>
              <a:gd name="connsiteY103" fmla="*/ 3148013 h 3148013"/>
              <a:gd name="connsiteX104" fmla="*/ 431800 w 1428750"/>
              <a:gd name="connsiteY104" fmla="*/ 3148013 h 3148013"/>
              <a:gd name="connsiteX105" fmla="*/ 388938 w 1428750"/>
              <a:gd name="connsiteY105" fmla="*/ 3148013 h 3148013"/>
              <a:gd name="connsiteX106" fmla="*/ 388937 w 1428750"/>
              <a:gd name="connsiteY106" fmla="*/ 3148013 h 3148013"/>
              <a:gd name="connsiteX107" fmla="*/ 346075 w 1428750"/>
              <a:gd name="connsiteY107" fmla="*/ 3148013 h 3148013"/>
              <a:gd name="connsiteX108" fmla="*/ 303212 w 1428750"/>
              <a:gd name="connsiteY108" fmla="*/ 3148013 h 3148013"/>
              <a:gd name="connsiteX109" fmla="*/ 258763 w 1428750"/>
              <a:gd name="connsiteY109" fmla="*/ 3148013 h 3148013"/>
              <a:gd name="connsiteX110" fmla="*/ 258762 w 1428750"/>
              <a:gd name="connsiteY110" fmla="*/ 3148013 h 3148013"/>
              <a:gd name="connsiteX111" fmla="*/ 238125 w 1428750"/>
              <a:gd name="connsiteY111" fmla="*/ 3148013 h 3148013"/>
              <a:gd name="connsiteX112" fmla="*/ 215900 w 1428750"/>
              <a:gd name="connsiteY112" fmla="*/ 3146426 h 3148013"/>
              <a:gd name="connsiteX113" fmla="*/ 215900 w 1428750"/>
              <a:gd name="connsiteY113" fmla="*/ 3146425 h 3148013"/>
              <a:gd name="connsiteX114" fmla="*/ 190499 w 1428750"/>
              <a:gd name="connsiteY114" fmla="*/ 3144838 h 3148013"/>
              <a:gd name="connsiteX115" fmla="*/ 173037 w 1428750"/>
              <a:gd name="connsiteY115" fmla="*/ 3140075 h 3148013"/>
              <a:gd name="connsiteX116" fmla="*/ 173037 w 1428750"/>
              <a:gd name="connsiteY116" fmla="*/ 3140075 h 3148013"/>
              <a:gd name="connsiteX117" fmla="*/ 146050 w 1428750"/>
              <a:gd name="connsiteY117" fmla="*/ 3132138 h 3148013"/>
              <a:gd name="connsiteX118" fmla="*/ 130175 w 1428750"/>
              <a:gd name="connsiteY118" fmla="*/ 3124200 h 3148013"/>
              <a:gd name="connsiteX119" fmla="*/ 106362 w 1428750"/>
              <a:gd name="connsiteY119" fmla="*/ 3113088 h 3148013"/>
              <a:gd name="connsiteX120" fmla="*/ 85725 w 1428750"/>
              <a:gd name="connsiteY120" fmla="*/ 3100388 h 3148013"/>
              <a:gd name="connsiteX121" fmla="*/ 85725 w 1428750"/>
              <a:gd name="connsiteY121" fmla="*/ 3100387 h 3148013"/>
              <a:gd name="connsiteX122" fmla="*/ 69850 w 1428750"/>
              <a:gd name="connsiteY122" fmla="*/ 3087687 h 3148013"/>
              <a:gd name="connsiteX123" fmla="*/ 42862 w 1428750"/>
              <a:gd name="connsiteY123" fmla="*/ 3059112 h 3148013"/>
              <a:gd name="connsiteX124" fmla="*/ 42862 w 1428750"/>
              <a:gd name="connsiteY124" fmla="*/ 3059110 h 3148013"/>
              <a:gd name="connsiteX125" fmla="*/ 41275 w 1428750"/>
              <a:gd name="connsiteY125" fmla="*/ 3055937 h 3148013"/>
              <a:gd name="connsiteX126" fmla="*/ 19050 w 1428750"/>
              <a:gd name="connsiteY126" fmla="*/ 3021012 h 3148013"/>
              <a:gd name="connsiteX127" fmla="*/ 4762 w 1428750"/>
              <a:gd name="connsiteY127" fmla="*/ 2982912 h 3148013"/>
              <a:gd name="connsiteX128" fmla="*/ 0 w 1428750"/>
              <a:gd name="connsiteY128" fmla="*/ 2940050 h 3148013"/>
              <a:gd name="connsiteX129" fmla="*/ 0 w 1428750"/>
              <a:gd name="connsiteY129" fmla="*/ 1049337 h 3148013"/>
              <a:gd name="connsiteX130" fmla="*/ 0 w 1428750"/>
              <a:gd name="connsiteY130" fmla="*/ 209549 h 3148013"/>
              <a:gd name="connsiteX131" fmla="*/ 4762 w 1428750"/>
              <a:gd name="connsiteY131" fmla="*/ 166687 h 3148013"/>
              <a:gd name="connsiteX132" fmla="*/ 19050 w 1428750"/>
              <a:gd name="connsiteY132" fmla="*/ 128587 h 3148013"/>
              <a:gd name="connsiteX133" fmla="*/ 41275 w 1428750"/>
              <a:gd name="connsiteY133" fmla="*/ 92074 h 3148013"/>
              <a:gd name="connsiteX134" fmla="*/ 42862 w 1428750"/>
              <a:gd name="connsiteY134" fmla="*/ 90488 h 3148013"/>
              <a:gd name="connsiteX135" fmla="*/ 42862 w 1428750"/>
              <a:gd name="connsiteY135" fmla="*/ 90487 h 3148013"/>
              <a:gd name="connsiteX136" fmla="*/ 69850 w 1428750"/>
              <a:gd name="connsiteY136" fmla="*/ 60324 h 3148013"/>
              <a:gd name="connsiteX137" fmla="*/ 85725 w 1428750"/>
              <a:gd name="connsiteY137" fmla="*/ 49212 h 3148013"/>
              <a:gd name="connsiteX138" fmla="*/ 85725 w 1428750"/>
              <a:gd name="connsiteY138" fmla="*/ 49212 h 3148013"/>
              <a:gd name="connsiteX139" fmla="*/ 106362 w 1428750"/>
              <a:gd name="connsiteY139" fmla="*/ 34925 h 3148013"/>
              <a:gd name="connsiteX140" fmla="*/ 130175 w 1428750"/>
              <a:gd name="connsiteY140" fmla="*/ 25400 h 3148013"/>
              <a:gd name="connsiteX141" fmla="*/ 146050 w 1428750"/>
              <a:gd name="connsiteY141" fmla="*/ 15875 h 3148013"/>
              <a:gd name="connsiteX142" fmla="*/ 173037 w 1428750"/>
              <a:gd name="connsiteY142" fmla="*/ 9525 h 3148013"/>
              <a:gd name="connsiteX143" fmla="*/ 173037 w 1428750"/>
              <a:gd name="connsiteY143" fmla="*/ 9525 h 3148013"/>
              <a:gd name="connsiteX144" fmla="*/ 190499 w 1428750"/>
              <a:gd name="connsiteY144" fmla="*/ 4762 h 3148013"/>
              <a:gd name="connsiteX145" fmla="*/ 215900 w 1428750"/>
              <a:gd name="connsiteY145"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28750" h="3148013">
                <a:moveTo>
                  <a:pt x="238125" y="0"/>
                </a:moveTo>
                <a:lnTo>
                  <a:pt x="258762" y="0"/>
                </a:lnTo>
                <a:lnTo>
                  <a:pt x="258763" y="0"/>
                </a:lnTo>
                <a:lnTo>
                  <a:pt x="303212" y="0"/>
                </a:lnTo>
                <a:lnTo>
                  <a:pt x="346075" y="0"/>
                </a:lnTo>
                <a:lnTo>
                  <a:pt x="388937" y="0"/>
                </a:lnTo>
                <a:lnTo>
                  <a:pt x="388938" y="0"/>
                </a:lnTo>
                <a:lnTo>
                  <a:pt x="431800" y="0"/>
                </a:lnTo>
                <a:lnTo>
                  <a:pt x="476250" y="0"/>
                </a:lnTo>
                <a:lnTo>
                  <a:pt x="519112" y="0"/>
                </a:lnTo>
                <a:lnTo>
                  <a:pt x="519113" y="0"/>
                </a:lnTo>
                <a:lnTo>
                  <a:pt x="563562" y="0"/>
                </a:lnTo>
                <a:lnTo>
                  <a:pt x="606425" y="0"/>
                </a:lnTo>
                <a:lnTo>
                  <a:pt x="649287" y="0"/>
                </a:lnTo>
                <a:lnTo>
                  <a:pt x="649288" y="0"/>
                </a:lnTo>
                <a:lnTo>
                  <a:pt x="692150" y="0"/>
                </a:lnTo>
                <a:lnTo>
                  <a:pt x="735012" y="0"/>
                </a:lnTo>
                <a:lnTo>
                  <a:pt x="735013" y="0"/>
                </a:lnTo>
                <a:lnTo>
                  <a:pt x="777875" y="0"/>
                </a:lnTo>
                <a:lnTo>
                  <a:pt x="822325" y="0"/>
                </a:lnTo>
                <a:lnTo>
                  <a:pt x="866775" y="0"/>
                </a:lnTo>
                <a:lnTo>
                  <a:pt x="909637" y="0"/>
                </a:lnTo>
                <a:lnTo>
                  <a:pt x="909638" y="0"/>
                </a:lnTo>
                <a:lnTo>
                  <a:pt x="952500" y="0"/>
                </a:lnTo>
                <a:lnTo>
                  <a:pt x="990600" y="0"/>
                </a:lnTo>
                <a:lnTo>
                  <a:pt x="995362" y="0"/>
                </a:lnTo>
                <a:lnTo>
                  <a:pt x="995363" y="0"/>
                </a:lnTo>
                <a:lnTo>
                  <a:pt x="995363" y="0"/>
                </a:lnTo>
                <a:lnTo>
                  <a:pt x="1038225" y="4762"/>
                </a:lnTo>
                <a:lnTo>
                  <a:pt x="1038225" y="4762"/>
                </a:lnTo>
                <a:lnTo>
                  <a:pt x="1081088" y="15874"/>
                </a:lnTo>
                <a:lnTo>
                  <a:pt x="1081088" y="15875"/>
                </a:lnTo>
                <a:lnTo>
                  <a:pt x="1082674" y="15875"/>
                </a:lnTo>
                <a:lnTo>
                  <a:pt x="1123950" y="34925"/>
                </a:lnTo>
                <a:lnTo>
                  <a:pt x="1123950" y="36512"/>
                </a:lnTo>
                <a:lnTo>
                  <a:pt x="1158875" y="60324"/>
                </a:lnTo>
                <a:lnTo>
                  <a:pt x="1169988" y="71437"/>
                </a:lnTo>
                <a:lnTo>
                  <a:pt x="1169988" y="71438"/>
                </a:lnTo>
                <a:lnTo>
                  <a:pt x="1189037" y="92074"/>
                </a:lnTo>
                <a:lnTo>
                  <a:pt x="1211262" y="128587"/>
                </a:lnTo>
                <a:lnTo>
                  <a:pt x="1212850" y="131762"/>
                </a:lnTo>
                <a:lnTo>
                  <a:pt x="1223962" y="166687"/>
                </a:lnTo>
                <a:lnTo>
                  <a:pt x="1230312" y="209549"/>
                </a:lnTo>
                <a:lnTo>
                  <a:pt x="1230312" y="617537"/>
                </a:lnTo>
                <a:lnTo>
                  <a:pt x="1255713" y="636587"/>
                </a:lnTo>
                <a:lnTo>
                  <a:pt x="1255713" y="636588"/>
                </a:lnTo>
                <a:lnTo>
                  <a:pt x="1298575" y="669924"/>
                </a:lnTo>
                <a:lnTo>
                  <a:pt x="1298575" y="669925"/>
                </a:lnTo>
                <a:lnTo>
                  <a:pt x="1341438" y="703262"/>
                </a:lnTo>
                <a:lnTo>
                  <a:pt x="1341438" y="703263"/>
                </a:lnTo>
                <a:lnTo>
                  <a:pt x="1384300" y="735012"/>
                </a:lnTo>
                <a:lnTo>
                  <a:pt x="1411288" y="755649"/>
                </a:lnTo>
                <a:lnTo>
                  <a:pt x="1423988" y="769937"/>
                </a:lnTo>
                <a:lnTo>
                  <a:pt x="1427163" y="787400"/>
                </a:lnTo>
                <a:lnTo>
                  <a:pt x="1427163" y="787400"/>
                </a:lnTo>
                <a:lnTo>
                  <a:pt x="1428750" y="787400"/>
                </a:lnTo>
                <a:lnTo>
                  <a:pt x="1428750" y="788988"/>
                </a:lnTo>
                <a:lnTo>
                  <a:pt x="1427162" y="788988"/>
                </a:lnTo>
                <a:lnTo>
                  <a:pt x="1427162" y="787405"/>
                </a:lnTo>
                <a:lnTo>
                  <a:pt x="1423988" y="803275"/>
                </a:lnTo>
                <a:lnTo>
                  <a:pt x="1411288" y="817563"/>
                </a:lnTo>
                <a:lnTo>
                  <a:pt x="1384300" y="838200"/>
                </a:lnTo>
                <a:lnTo>
                  <a:pt x="1384300" y="838200"/>
                </a:lnTo>
                <a:lnTo>
                  <a:pt x="1341438" y="871536"/>
                </a:lnTo>
                <a:lnTo>
                  <a:pt x="1341438" y="871538"/>
                </a:lnTo>
                <a:lnTo>
                  <a:pt x="1298575" y="904875"/>
                </a:lnTo>
                <a:lnTo>
                  <a:pt x="1255713" y="936624"/>
                </a:lnTo>
                <a:lnTo>
                  <a:pt x="1255713" y="936625"/>
                </a:lnTo>
                <a:lnTo>
                  <a:pt x="1230312" y="955675"/>
                </a:lnTo>
                <a:lnTo>
                  <a:pt x="1230312" y="2940050"/>
                </a:lnTo>
                <a:lnTo>
                  <a:pt x="1223962" y="2982913"/>
                </a:lnTo>
                <a:lnTo>
                  <a:pt x="1212850" y="3016250"/>
                </a:lnTo>
                <a:lnTo>
                  <a:pt x="1211262" y="3021013"/>
                </a:lnTo>
                <a:lnTo>
                  <a:pt x="1189037" y="3055938"/>
                </a:lnTo>
                <a:lnTo>
                  <a:pt x="1169988" y="3076574"/>
                </a:lnTo>
                <a:lnTo>
                  <a:pt x="1169988" y="3076575"/>
                </a:lnTo>
                <a:lnTo>
                  <a:pt x="1158875" y="3087688"/>
                </a:lnTo>
                <a:lnTo>
                  <a:pt x="1123950" y="3111500"/>
                </a:lnTo>
                <a:lnTo>
                  <a:pt x="1123950" y="3111501"/>
                </a:lnTo>
                <a:lnTo>
                  <a:pt x="1123950" y="3113088"/>
                </a:lnTo>
                <a:lnTo>
                  <a:pt x="1082674" y="3132138"/>
                </a:lnTo>
                <a:lnTo>
                  <a:pt x="1081087" y="3132138"/>
                </a:lnTo>
                <a:lnTo>
                  <a:pt x="1081087" y="3132138"/>
                </a:lnTo>
                <a:lnTo>
                  <a:pt x="1038225" y="3144837"/>
                </a:lnTo>
                <a:lnTo>
                  <a:pt x="1038225" y="3144838"/>
                </a:lnTo>
                <a:lnTo>
                  <a:pt x="995363" y="3148013"/>
                </a:lnTo>
                <a:lnTo>
                  <a:pt x="995362" y="3148013"/>
                </a:lnTo>
                <a:lnTo>
                  <a:pt x="990600" y="3148013"/>
                </a:lnTo>
                <a:lnTo>
                  <a:pt x="952500" y="3148013"/>
                </a:lnTo>
                <a:lnTo>
                  <a:pt x="909638" y="3148013"/>
                </a:lnTo>
                <a:lnTo>
                  <a:pt x="909637" y="3148013"/>
                </a:lnTo>
                <a:lnTo>
                  <a:pt x="866775" y="3148013"/>
                </a:lnTo>
                <a:lnTo>
                  <a:pt x="822325" y="3148013"/>
                </a:lnTo>
                <a:lnTo>
                  <a:pt x="777875" y="3148013"/>
                </a:lnTo>
                <a:lnTo>
                  <a:pt x="735013" y="3148013"/>
                </a:lnTo>
                <a:lnTo>
                  <a:pt x="735012" y="3148013"/>
                </a:lnTo>
                <a:lnTo>
                  <a:pt x="692150" y="3148013"/>
                </a:lnTo>
                <a:lnTo>
                  <a:pt x="649288" y="3148013"/>
                </a:lnTo>
                <a:lnTo>
                  <a:pt x="649287" y="3148013"/>
                </a:lnTo>
                <a:lnTo>
                  <a:pt x="606425" y="3148013"/>
                </a:lnTo>
                <a:lnTo>
                  <a:pt x="563562" y="3148013"/>
                </a:lnTo>
                <a:lnTo>
                  <a:pt x="519113" y="3148013"/>
                </a:lnTo>
                <a:lnTo>
                  <a:pt x="519112" y="3148013"/>
                </a:lnTo>
                <a:lnTo>
                  <a:pt x="476250" y="3148013"/>
                </a:lnTo>
                <a:lnTo>
                  <a:pt x="431800" y="3148013"/>
                </a:lnTo>
                <a:lnTo>
                  <a:pt x="388938" y="3148013"/>
                </a:lnTo>
                <a:lnTo>
                  <a:pt x="388937" y="3148013"/>
                </a:lnTo>
                <a:lnTo>
                  <a:pt x="346075" y="3148013"/>
                </a:lnTo>
                <a:lnTo>
                  <a:pt x="303212" y="3148013"/>
                </a:lnTo>
                <a:lnTo>
                  <a:pt x="258763" y="3148013"/>
                </a:lnTo>
                <a:lnTo>
                  <a:pt x="258762" y="3148013"/>
                </a:lnTo>
                <a:lnTo>
                  <a:pt x="238125" y="3148013"/>
                </a:lnTo>
                <a:lnTo>
                  <a:pt x="215900" y="3146426"/>
                </a:lnTo>
                <a:lnTo>
                  <a:pt x="215900" y="3146425"/>
                </a:lnTo>
                <a:lnTo>
                  <a:pt x="190499" y="3144838"/>
                </a:lnTo>
                <a:lnTo>
                  <a:pt x="173037" y="3140075"/>
                </a:lnTo>
                <a:lnTo>
                  <a:pt x="173037" y="3140075"/>
                </a:lnTo>
                <a:lnTo>
                  <a:pt x="146050" y="3132138"/>
                </a:lnTo>
                <a:lnTo>
                  <a:pt x="130175" y="3124200"/>
                </a:lnTo>
                <a:lnTo>
                  <a:pt x="106362" y="3113088"/>
                </a:lnTo>
                <a:lnTo>
                  <a:pt x="85725" y="3100388"/>
                </a:lnTo>
                <a:lnTo>
                  <a:pt x="85725" y="3100387"/>
                </a:lnTo>
                <a:lnTo>
                  <a:pt x="69850" y="3087687"/>
                </a:lnTo>
                <a:lnTo>
                  <a:pt x="42862" y="3059112"/>
                </a:lnTo>
                <a:lnTo>
                  <a:pt x="42862" y="3059110"/>
                </a:lnTo>
                <a:lnTo>
                  <a:pt x="41275" y="3055937"/>
                </a:lnTo>
                <a:lnTo>
                  <a:pt x="19050" y="3021012"/>
                </a:lnTo>
                <a:lnTo>
                  <a:pt x="4762" y="2982912"/>
                </a:lnTo>
                <a:lnTo>
                  <a:pt x="0" y="2940050"/>
                </a:lnTo>
                <a:lnTo>
                  <a:pt x="0" y="1049337"/>
                </a:lnTo>
                <a:lnTo>
                  <a:pt x="0" y="209549"/>
                </a:lnTo>
                <a:lnTo>
                  <a:pt x="4762" y="166687"/>
                </a:lnTo>
                <a:lnTo>
                  <a:pt x="19050" y="128587"/>
                </a:lnTo>
                <a:lnTo>
                  <a:pt x="41275" y="92074"/>
                </a:lnTo>
                <a:lnTo>
                  <a:pt x="42862" y="90488"/>
                </a:lnTo>
                <a:lnTo>
                  <a:pt x="42862" y="90487"/>
                </a:lnTo>
                <a:lnTo>
                  <a:pt x="69850" y="60324"/>
                </a:lnTo>
                <a:lnTo>
                  <a:pt x="85725" y="49212"/>
                </a:lnTo>
                <a:lnTo>
                  <a:pt x="85725" y="49212"/>
                </a:lnTo>
                <a:lnTo>
                  <a:pt x="106362" y="34925"/>
                </a:lnTo>
                <a:lnTo>
                  <a:pt x="130175" y="25400"/>
                </a:lnTo>
                <a:lnTo>
                  <a:pt x="146050" y="15875"/>
                </a:lnTo>
                <a:lnTo>
                  <a:pt x="173037" y="9525"/>
                </a:lnTo>
                <a:lnTo>
                  <a:pt x="173037" y="9525"/>
                </a:lnTo>
                <a:lnTo>
                  <a:pt x="190499" y="4762"/>
                </a:lnTo>
                <a:lnTo>
                  <a:pt x="215900" y="3175"/>
                </a:lnTo>
                <a:close/>
              </a:path>
            </a:pathLst>
          </a:custGeom>
          <a:solidFill>
            <a:schemeClr val="accent2"/>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9" name="任意多边形 168"/>
          <p:cNvSpPr>
            <a:spLocks/>
          </p:cNvSpPr>
          <p:nvPr/>
        </p:nvSpPr>
        <p:spPr bwMode="auto">
          <a:xfrm>
            <a:off x="8910649" y="1735551"/>
            <a:ext cx="1170755" cy="2999495"/>
          </a:xfrm>
          <a:custGeom>
            <a:avLst/>
            <a:gdLst>
              <a:gd name="connsiteX0" fmla="*/ 239712 w 1228725"/>
              <a:gd name="connsiteY0" fmla="*/ 0 h 3148013"/>
              <a:gd name="connsiteX1" fmla="*/ 252412 w 1228725"/>
              <a:gd name="connsiteY1" fmla="*/ 0 h 3148013"/>
              <a:gd name="connsiteX2" fmla="*/ 296862 w 1228725"/>
              <a:gd name="connsiteY2" fmla="*/ 0 h 3148013"/>
              <a:gd name="connsiteX3" fmla="*/ 339725 w 1228725"/>
              <a:gd name="connsiteY3" fmla="*/ 0 h 3148013"/>
              <a:gd name="connsiteX4" fmla="*/ 381000 w 1228725"/>
              <a:gd name="connsiteY4" fmla="*/ 0 h 3148013"/>
              <a:gd name="connsiteX5" fmla="*/ 423862 w 1228725"/>
              <a:gd name="connsiteY5" fmla="*/ 0 h 3148013"/>
              <a:gd name="connsiteX6" fmla="*/ 423863 w 1228725"/>
              <a:gd name="connsiteY6" fmla="*/ 0 h 3148013"/>
              <a:gd name="connsiteX7" fmla="*/ 465137 w 1228725"/>
              <a:gd name="connsiteY7" fmla="*/ 0 h 3148013"/>
              <a:gd name="connsiteX8" fmla="*/ 508000 w 1228725"/>
              <a:gd name="connsiteY8" fmla="*/ 0 h 3148013"/>
              <a:gd name="connsiteX9" fmla="*/ 550862 w 1228725"/>
              <a:gd name="connsiteY9" fmla="*/ 0 h 3148013"/>
              <a:gd name="connsiteX10" fmla="*/ 550863 w 1228725"/>
              <a:gd name="connsiteY10" fmla="*/ 0 h 3148013"/>
              <a:gd name="connsiteX11" fmla="*/ 592137 w 1228725"/>
              <a:gd name="connsiteY11" fmla="*/ 0 h 3148013"/>
              <a:gd name="connsiteX12" fmla="*/ 635000 w 1228725"/>
              <a:gd name="connsiteY12" fmla="*/ 0 h 3148013"/>
              <a:gd name="connsiteX13" fmla="*/ 676275 w 1228725"/>
              <a:gd name="connsiteY13" fmla="*/ 0 h 3148013"/>
              <a:gd name="connsiteX14" fmla="*/ 720725 w 1228725"/>
              <a:gd name="connsiteY14" fmla="*/ 0 h 3148013"/>
              <a:gd name="connsiteX15" fmla="*/ 763587 w 1228725"/>
              <a:gd name="connsiteY15" fmla="*/ 0 h 3148013"/>
              <a:gd name="connsiteX16" fmla="*/ 763588 w 1228725"/>
              <a:gd name="connsiteY16" fmla="*/ 0 h 3148013"/>
              <a:gd name="connsiteX17" fmla="*/ 804862 w 1228725"/>
              <a:gd name="connsiteY17" fmla="*/ 0 h 3148013"/>
              <a:gd name="connsiteX18" fmla="*/ 847725 w 1228725"/>
              <a:gd name="connsiteY18" fmla="*/ 0 h 3148013"/>
              <a:gd name="connsiteX19" fmla="*/ 889000 w 1228725"/>
              <a:gd name="connsiteY19" fmla="*/ 0 h 3148013"/>
              <a:gd name="connsiteX20" fmla="*/ 931862 w 1228725"/>
              <a:gd name="connsiteY20" fmla="*/ 0 h 3148013"/>
              <a:gd name="connsiteX21" fmla="*/ 931863 w 1228725"/>
              <a:gd name="connsiteY21" fmla="*/ 0 h 3148013"/>
              <a:gd name="connsiteX22" fmla="*/ 974725 w 1228725"/>
              <a:gd name="connsiteY22" fmla="*/ 0 h 3148013"/>
              <a:gd name="connsiteX23" fmla="*/ 989013 w 1228725"/>
              <a:gd name="connsiteY23" fmla="*/ 0 h 3148013"/>
              <a:gd name="connsiteX24" fmla="*/ 1016000 w 1228725"/>
              <a:gd name="connsiteY24" fmla="*/ 3175 h 3148013"/>
              <a:gd name="connsiteX25" fmla="*/ 1036638 w 1228725"/>
              <a:gd name="connsiteY25" fmla="*/ 4762 h 3148013"/>
              <a:gd name="connsiteX26" fmla="*/ 1058862 w 1228725"/>
              <a:gd name="connsiteY26" fmla="*/ 11112 h 3148013"/>
              <a:gd name="connsiteX27" fmla="*/ 1058862 w 1228725"/>
              <a:gd name="connsiteY27" fmla="*/ 11112 h 3148013"/>
              <a:gd name="connsiteX28" fmla="*/ 1081087 w 1228725"/>
              <a:gd name="connsiteY28" fmla="*/ 15874 h 3148013"/>
              <a:gd name="connsiteX29" fmla="*/ 1100137 w 1228725"/>
              <a:gd name="connsiteY29" fmla="*/ 25399 h 3148013"/>
              <a:gd name="connsiteX30" fmla="*/ 1100137 w 1228725"/>
              <a:gd name="connsiteY30" fmla="*/ 25400 h 3148013"/>
              <a:gd name="connsiteX31" fmla="*/ 1123949 w 1228725"/>
              <a:gd name="connsiteY31" fmla="*/ 34925 h 3148013"/>
              <a:gd name="connsiteX32" fmla="*/ 1144587 w 1228725"/>
              <a:gd name="connsiteY32" fmla="*/ 50800 h 3148013"/>
              <a:gd name="connsiteX33" fmla="*/ 1158875 w 1228725"/>
              <a:gd name="connsiteY33" fmla="*/ 60325 h 3148013"/>
              <a:gd name="connsiteX34" fmla="*/ 1187450 w 1228725"/>
              <a:gd name="connsiteY34" fmla="*/ 90488 h 3148013"/>
              <a:gd name="connsiteX35" fmla="*/ 1187450 w 1228725"/>
              <a:gd name="connsiteY35" fmla="*/ 90487 h 3148013"/>
              <a:gd name="connsiteX36" fmla="*/ 1189037 w 1228725"/>
              <a:gd name="connsiteY36" fmla="*/ 92075 h 3148013"/>
              <a:gd name="connsiteX37" fmla="*/ 1209675 w 1228725"/>
              <a:gd name="connsiteY37" fmla="*/ 128587 h 3148013"/>
              <a:gd name="connsiteX38" fmla="*/ 1222375 w 1228725"/>
              <a:gd name="connsiteY38" fmla="*/ 166687 h 3148013"/>
              <a:gd name="connsiteX39" fmla="*/ 1228725 w 1228725"/>
              <a:gd name="connsiteY39" fmla="*/ 209550 h 3148013"/>
              <a:gd name="connsiteX40" fmla="*/ 1228725 w 1228725"/>
              <a:gd name="connsiteY40" fmla="*/ 2940050 h 3148013"/>
              <a:gd name="connsiteX41" fmla="*/ 1222375 w 1228725"/>
              <a:gd name="connsiteY41" fmla="*/ 2982912 h 3148013"/>
              <a:gd name="connsiteX42" fmla="*/ 1209675 w 1228725"/>
              <a:gd name="connsiteY42" fmla="*/ 3021012 h 3148013"/>
              <a:gd name="connsiteX43" fmla="*/ 1189037 w 1228725"/>
              <a:gd name="connsiteY43" fmla="*/ 3055937 h 3148013"/>
              <a:gd name="connsiteX44" fmla="*/ 1187450 w 1228725"/>
              <a:gd name="connsiteY44" fmla="*/ 3059112 h 3148013"/>
              <a:gd name="connsiteX45" fmla="*/ 1187450 w 1228725"/>
              <a:gd name="connsiteY45" fmla="*/ 3059113 h 3148013"/>
              <a:gd name="connsiteX46" fmla="*/ 1158875 w 1228725"/>
              <a:gd name="connsiteY46" fmla="*/ 3087688 h 3148013"/>
              <a:gd name="connsiteX47" fmla="*/ 1144587 w 1228725"/>
              <a:gd name="connsiteY47" fmla="*/ 3097213 h 3148013"/>
              <a:gd name="connsiteX48" fmla="*/ 1144587 w 1228725"/>
              <a:gd name="connsiteY48" fmla="*/ 3097213 h 3148013"/>
              <a:gd name="connsiteX49" fmla="*/ 1123949 w 1228725"/>
              <a:gd name="connsiteY49" fmla="*/ 3113088 h 3148013"/>
              <a:gd name="connsiteX50" fmla="*/ 1100137 w 1228725"/>
              <a:gd name="connsiteY50" fmla="*/ 3124200 h 3148013"/>
              <a:gd name="connsiteX51" fmla="*/ 1081087 w 1228725"/>
              <a:gd name="connsiteY51" fmla="*/ 3132138 h 3148013"/>
              <a:gd name="connsiteX52" fmla="*/ 1058863 w 1228725"/>
              <a:gd name="connsiteY52" fmla="*/ 3136900 h 3148013"/>
              <a:gd name="connsiteX53" fmla="*/ 1036638 w 1228725"/>
              <a:gd name="connsiteY53" fmla="*/ 3144838 h 3148013"/>
              <a:gd name="connsiteX54" fmla="*/ 1016000 w 1228725"/>
              <a:gd name="connsiteY54" fmla="*/ 3146425 h 3148013"/>
              <a:gd name="connsiteX55" fmla="*/ 1016000 w 1228725"/>
              <a:gd name="connsiteY55" fmla="*/ 3146426 h 3148013"/>
              <a:gd name="connsiteX56" fmla="*/ 989013 w 1228725"/>
              <a:gd name="connsiteY56" fmla="*/ 3148013 h 3148013"/>
              <a:gd name="connsiteX57" fmla="*/ 974725 w 1228725"/>
              <a:gd name="connsiteY57" fmla="*/ 3148013 h 3148013"/>
              <a:gd name="connsiteX58" fmla="*/ 931863 w 1228725"/>
              <a:gd name="connsiteY58" fmla="*/ 3148013 h 3148013"/>
              <a:gd name="connsiteX59" fmla="*/ 931862 w 1228725"/>
              <a:gd name="connsiteY59" fmla="*/ 3148013 h 3148013"/>
              <a:gd name="connsiteX60" fmla="*/ 889000 w 1228725"/>
              <a:gd name="connsiteY60" fmla="*/ 3148013 h 3148013"/>
              <a:gd name="connsiteX61" fmla="*/ 847725 w 1228725"/>
              <a:gd name="connsiteY61" fmla="*/ 3148013 h 3148013"/>
              <a:gd name="connsiteX62" fmla="*/ 804862 w 1228725"/>
              <a:gd name="connsiteY62" fmla="*/ 3148013 h 3148013"/>
              <a:gd name="connsiteX63" fmla="*/ 763588 w 1228725"/>
              <a:gd name="connsiteY63" fmla="*/ 3148013 h 3148013"/>
              <a:gd name="connsiteX64" fmla="*/ 763587 w 1228725"/>
              <a:gd name="connsiteY64" fmla="*/ 3148013 h 3148013"/>
              <a:gd name="connsiteX65" fmla="*/ 720725 w 1228725"/>
              <a:gd name="connsiteY65" fmla="*/ 3148013 h 3148013"/>
              <a:gd name="connsiteX66" fmla="*/ 676275 w 1228725"/>
              <a:gd name="connsiteY66" fmla="*/ 3148013 h 3148013"/>
              <a:gd name="connsiteX67" fmla="*/ 635000 w 1228725"/>
              <a:gd name="connsiteY67" fmla="*/ 3148013 h 3148013"/>
              <a:gd name="connsiteX68" fmla="*/ 592137 w 1228725"/>
              <a:gd name="connsiteY68" fmla="*/ 3148013 h 3148013"/>
              <a:gd name="connsiteX69" fmla="*/ 550863 w 1228725"/>
              <a:gd name="connsiteY69" fmla="*/ 3148013 h 3148013"/>
              <a:gd name="connsiteX70" fmla="*/ 550862 w 1228725"/>
              <a:gd name="connsiteY70" fmla="*/ 3148013 h 3148013"/>
              <a:gd name="connsiteX71" fmla="*/ 508000 w 1228725"/>
              <a:gd name="connsiteY71" fmla="*/ 3148013 h 3148013"/>
              <a:gd name="connsiteX72" fmla="*/ 465137 w 1228725"/>
              <a:gd name="connsiteY72" fmla="*/ 3148013 h 3148013"/>
              <a:gd name="connsiteX73" fmla="*/ 423863 w 1228725"/>
              <a:gd name="connsiteY73" fmla="*/ 3148013 h 3148013"/>
              <a:gd name="connsiteX74" fmla="*/ 423862 w 1228725"/>
              <a:gd name="connsiteY74" fmla="*/ 3148013 h 3148013"/>
              <a:gd name="connsiteX75" fmla="*/ 381000 w 1228725"/>
              <a:gd name="connsiteY75" fmla="*/ 3148013 h 3148013"/>
              <a:gd name="connsiteX76" fmla="*/ 339725 w 1228725"/>
              <a:gd name="connsiteY76" fmla="*/ 3148013 h 3148013"/>
              <a:gd name="connsiteX77" fmla="*/ 296862 w 1228725"/>
              <a:gd name="connsiteY77" fmla="*/ 3148013 h 3148013"/>
              <a:gd name="connsiteX78" fmla="*/ 252412 w 1228725"/>
              <a:gd name="connsiteY78" fmla="*/ 3148013 h 3148013"/>
              <a:gd name="connsiteX79" fmla="*/ 239712 w 1228725"/>
              <a:gd name="connsiteY79" fmla="*/ 3148013 h 3148013"/>
              <a:gd name="connsiteX80" fmla="*/ 211137 w 1228725"/>
              <a:gd name="connsiteY80" fmla="*/ 3146426 h 3148013"/>
              <a:gd name="connsiteX81" fmla="*/ 211137 w 1228725"/>
              <a:gd name="connsiteY81" fmla="*/ 3146425 h 3148013"/>
              <a:gd name="connsiteX82" fmla="*/ 190500 w 1228725"/>
              <a:gd name="connsiteY82" fmla="*/ 3144838 h 3148013"/>
              <a:gd name="connsiteX83" fmla="*/ 168275 w 1228725"/>
              <a:gd name="connsiteY83" fmla="*/ 3136900 h 3148013"/>
              <a:gd name="connsiteX84" fmla="*/ 146049 w 1228725"/>
              <a:gd name="connsiteY84" fmla="*/ 3132138 h 3148013"/>
              <a:gd name="connsiteX85" fmla="*/ 125412 w 1228725"/>
              <a:gd name="connsiteY85" fmla="*/ 3124200 h 3148013"/>
              <a:gd name="connsiteX86" fmla="*/ 104774 w 1228725"/>
              <a:gd name="connsiteY86" fmla="*/ 3113088 h 3148013"/>
              <a:gd name="connsiteX87" fmla="*/ 84137 w 1228725"/>
              <a:gd name="connsiteY87" fmla="*/ 3097213 h 3148013"/>
              <a:gd name="connsiteX88" fmla="*/ 68263 w 1228725"/>
              <a:gd name="connsiteY88" fmla="*/ 3087688 h 3148013"/>
              <a:gd name="connsiteX89" fmla="*/ 41275 w 1228725"/>
              <a:gd name="connsiteY89" fmla="*/ 3059113 h 3148013"/>
              <a:gd name="connsiteX90" fmla="*/ 41275 w 1228725"/>
              <a:gd name="connsiteY90" fmla="*/ 3059112 h 3148013"/>
              <a:gd name="connsiteX91" fmla="*/ 39687 w 1228725"/>
              <a:gd name="connsiteY91" fmla="*/ 3055937 h 3148013"/>
              <a:gd name="connsiteX92" fmla="*/ 19050 w 1228725"/>
              <a:gd name="connsiteY92" fmla="*/ 3021012 h 3148013"/>
              <a:gd name="connsiteX93" fmla="*/ 3175 w 1228725"/>
              <a:gd name="connsiteY93" fmla="*/ 2982912 h 3148013"/>
              <a:gd name="connsiteX94" fmla="*/ 0 w 1228725"/>
              <a:gd name="connsiteY94" fmla="*/ 2940050 h 3148013"/>
              <a:gd name="connsiteX95" fmla="*/ 0 w 1228725"/>
              <a:gd name="connsiteY95" fmla="*/ 209550 h 3148013"/>
              <a:gd name="connsiteX96" fmla="*/ 3175 w 1228725"/>
              <a:gd name="connsiteY96" fmla="*/ 166687 h 3148013"/>
              <a:gd name="connsiteX97" fmla="*/ 19050 w 1228725"/>
              <a:gd name="connsiteY97" fmla="*/ 128587 h 3148013"/>
              <a:gd name="connsiteX98" fmla="*/ 39687 w 1228725"/>
              <a:gd name="connsiteY98" fmla="*/ 92075 h 3148013"/>
              <a:gd name="connsiteX99" fmla="*/ 41275 w 1228725"/>
              <a:gd name="connsiteY99" fmla="*/ 90487 h 3148013"/>
              <a:gd name="connsiteX100" fmla="*/ 41275 w 1228725"/>
              <a:gd name="connsiteY100" fmla="*/ 90488 h 3148013"/>
              <a:gd name="connsiteX101" fmla="*/ 68263 w 1228725"/>
              <a:gd name="connsiteY101" fmla="*/ 60325 h 3148013"/>
              <a:gd name="connsiteX102" fmla="*/ 84137 w 1228725"/>
              <a:gd name="connsiteY102" fmla="*/ 50801 h 3148013"/>
              <a:gd name="connsiteX103" fmla="*/ 84137 w 1228725"/>
              <a:gd name="connsiteY103" fmla="*/ 50800 h 3148013"/>
              <a:gd name="connsiteX104" fmla="*/ 104774 w 1228725"/>
              <a:gd name="connsiteY104" fmla="*/ 34925 h 3148013"/>
              <a:gd name="connsiteX105" fmla="*/ 125412 w 1228725"/>
              <a:gd name="connsiteY105" fmla="*/ 25400 h 3148013"/>
              <a:gd name="connsiteX106" fmla="*/ 125412 w 1228725"/>
              <a:gd name="connsiteY106" fmla="*/ 25399 h 3148013"/>
              <a:gd name="connsiteX107" fmla="*/ 146049 w 1228725"/>
              <a:gd name="connsiteY107" fmla="*/ 15874 h 3148013"/>
              <a:gd name="connsiteX108" fmla="*/ 168275 w 1228725"/>
              <a:gd name="connsiteY108" fmla="*/ 11112 h 3148013"/>
              <a:gd name="connsiteX109" fmla="*/ 168275 w 1228725"/>
              <a:gd name="connsiteY109" fmla="*/ 11112 h 3148013"/>
              <a:gd name="connsiteX110" fmla="*/ 190500 w 1228725"/>
              <a:gd name="connsiteY110" fmla="*/ 4762 h 3148013"/>
              <a:gd name="connsiteX111" fmla="*/ 211137 w 1228725"/>
              <a:gd name="connsiteY111"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228725" h="3148013">
                <a:moveTo>
                  <a:pt x="239712" y="0"/>
                </a:moveTo>
                <a:lnTo>
                  <a:pt x="252412" y="0"/>
                </a:lnTo>
                <a:lnTo>
                  <a:pt x="296862" y="0"/>
                </a:lnTo>
                <a:lnTo>
                  <a:pt x="339725" y="0"/>
                </a:lnTo>
                <a:lnTo>
                  <a:pt x="381000" y="0"/>
                </a:lnTo>
                <a:lnTo>
                  <a:pt x="423862" y="0"/>
                </a:lnTo>
                <a:lnTo>
                  <a:pt x="423863" y="0"/>
                </a:lnTo>
                <a:lnTo>
                  <a:pt x="465137" y="0"/>
                </a:lnTo>
                <a:lnTo>
                  <a:pt x="508000" y="0"/>
                </a:lnTo>
                <a:lnTo>
                  <a:pt x="550862" y="0"/>
                </a:lnTo>
                <a:lnTo>
                  <a:pt x="550863" y="0"/>
                </a:lnTo>
                <a:lnTo>
                  <a:pt x="592137" y="0"/>
                </a:lnTo>
                <a:lnTo>
                  <a:pt x="635000" y="0"/>
                </a:lnTo>
                <a:lnTo>
                  <a:pt x="676275" y="0"/>
                </a:lnTo>
                <a:lnTo>
                  <a:pt x="720725" y="0"/>
                </a:lnTo>
                <a:lnTo>
                  <a:pt x="763587" y="0"/>
                </a:lnTo>
                <a:lnTo>
                  <a:pt x="763588" y="0"/>
                </a:lnTo>
                <a:lnTo>
                  <a:pt x="804862" y="0"/>
                </a:lnTo>
                <a:lnTo>
                  <a:pt x="847725" y="0"/>
                </a:lnTo>
                <a:lnTo>
                  <a:pt x="889000" y="0"/>
                </a:lnTo>
                <a:lnTo>
                  <a:pt x="931862" y="0"/>
                </a:lnTo>
                <a:lnTo>
                  <a:pt x="931863" y="0"/>
                </a:lnTo>
                <a:lnTo>
                  <a:pt x="974725" y="0"/>
                </a:lnTo>
                <a:lnTo>
                  <a:pt x="989013" y="0"/>
                </a:lnTo>
                <a:lnTo>
                  <a:pt x="1016000" y="3175"/>
                </a:lnTo>
                <a:lnTo>
                  <a:pt x="1036638" y="4762"/>
                </a:lnTo>
                <a:lnTo>
                  <a:pt x="1058862" y="11112"/>
                </a:lnTo>
                <a:lnTo>
                  <a:pt x="1058862" y="11112"/>
                </a:lnTo>
                <a:lnTo>
                  <a:pt x="1081087" y="15874"/>
                </a:lnTo>
                <a:lnTo>
                  <a:pt x="1100137" y="25399"/>
                </a:lnTo>
                <a:lnTo>
                  <a:pt x="1100137" y="25400"/>
                </a:lnTo>
                <a:lnTo>
                  <a:pt x="1123949" y="34925"/>
                </a:lnTo>
                <a:lnTo>
                  <a:pt x="1144587" y="50800"/>
                </a:lnTo>
                <a:lnTo>
                  <a:pt x="1158875" y="60325"/>
                </a:lnTo>
                <a:lnTo>
                  <a:pt x="1187450" y="90488"/>
                </a:lnTo>
                <a:lnTo>
                  <a:pt x="1187450" y="90487"/>
                </a:lnTo>
                <a:lnTo>
                  <a:pt x="1189037" y="92075"/>
                </a:lnTo>
                <a:lnTo>
                  <a:pt x="1209675" y="128587"/>
                </a:lnTo>
                <a:lnTo>
                  <a:pt x="1222375" y="166687"/>
                </a:lnTo>
                <a:lnTo>
                  <a:pt x="1228725" y="209550"/>
                </a:lnTo>
                <a:lnTo>
                  <a:pt x="1228725" y="2940050"/>
                </a:lnTo>
                <a:lnTo>
                  <a:pt x="1222375" y="2982912"/>
                </a:lnTo>
                <a:lnTo>
                  <a:pt x="1209675" y="3021012"/>
                </a:lnTo>
                <a:lnTo>
                  <a:pt x="1189037" y="3055937"/>
                </a:lnTo>
                <a:lnTo>
                  <a:pt x="1187450" y="3059112"/>
                </a:lnTo>
                <a:lnTo>
                  <a:pt x="1187450" y="3059113"/>
                </a:lnTo>
                <a:lnTo>
                  <a:pt x="1158875" y="3087688"/>
                </a:lnTo>
                <a:lnTo>
                  <a:pt x="1144587" y="3097213"/>
                </a:lnTo>
                <a:lnTo>
                  <a:pt x="1144587" y="3097213"/>
                </a:lnTo>
                <a:lnTo>
                  <a:pt x="1123949" y="3113088"/>
                </a:lnTo>
                <a:lnTo>
                  <a:pt x="1100137" y="3124200"/>
                </a:lnTo>
                <a:lnTo>
                  <a:pt x="1081087" y="3132138"/>
                </a:lnTo>
                <a:lnTo>
                  <a:pt x="1058863" y="3136900"/>
                </a:lnTo>
                <a:lnTo>
                  <a:pt x="1036638" y="3144838"/>
                </a:lnTo>
                <a:lnTo>
                  <a:pt x="1016000" y="3146425"/>
                </a:lnTo>
                <a:lnTo>
                  <a:pt x="1016000" y="3146426"/>
                </a:lnTo>
                <a:lnTo>
                  <a:pt x="989013" y="3148013"/>
                </a:lnTo>
                <a:lnTo>
                  <a:pt x="974725" y="3148013"/>
                </a:lnTo>
                <a:lnTo>
                  <a:pt x="931863" y="3148013"/>
                </a:lnTo>
                <a:lnTo>
                  <a:pt x="931862" y="3148013"/>
                </a:lnTo>
                <a:lnTo>
                  <a:pt x="889000" y="3148013"/>
                </a:lnTo>
                <a:lnTo>
                  <a:pt x="847725" y="3148013"/>
                </a:lnTo>
                <a:lnTo>
                  <a:pt x="804862" y="3148013"/>
                </a:lnTo>
                <a:lnTo>
                  <a:pt x="763588" y="3148013"/>
                </a:lnTo>
                <a:lnTo>
                  <a:pt x="763587" y="3148013"/>
                </a:lnTo>
                <a:lnTo>
                  <a:pt x="720725" y="3148013"/>
                </a:lnTo>
                <a:lnTo>
                  <a:pt x="676275" y="3148013"/>
                </a:lnTo>
                <a:lnTo>
                  <a:pt x="635000" y="3148013"/>
                </a:lnTo>
                <a:lnTo>
                  <a:pt x="592137" y="3148013"/>
                </a:lnTo>
                <a:lnTo>
                  <a:pt x="550863" y="3148013"/>
                </a:lnTo>
                <a:lnTo>
                  <a:pt x="550862" y="3148013"/>
                </a:lnTo>
                <a:lnTo>
                  <a:pt x="508000" y="3148013"/>
                </a:lnTo>
                <a:lnTo>
                  <a:pt x="465137" y="3148013"/>
                </a:lnTo>
                <a:lnTo>
                  <a:pt x="423863" y="3148013"/>
                </a:lnTo>
                <a:lnTo>
                  <a:pt x="423862" y="3148013"/>
                </a:lnTo>
                <a:lnTo>
                  <a:pt x="381000" y="3148013"/>
                </a:lnTo>
                <a:lnTo>
                  <a:pt x="339725" y="3148013"/>
                </a:lnTo>
                <a:lnTo>
                  <a:pt x="296862" y="3148013"/>
                </a:lnTo>
                <a:lnTo>
                  <a:pt x="252412" y="3148013"/>
                </a:lnTo>
                <a:lnTo>
                  <a:pt x="239712" y="3148013"/>
                </a:lnTo>
                <a:lnTo>
                  <a:pt x="211137" y="3146426"/>
                </a:lnTo>
                <a:lnTo>
                  <a:pt x="211137" y="3146425"/>
                </a:lnTo>
                <a:lnTo>
                  <a:pt x="190500" y="3144838"/>
                </a:lnTo>
                <a:lnTo>
                  <a:pt x="168275" y="3136900"/>
                </a:lnTo>
                <a:lnTo>
                  <a:pt x="146049" y="3132138"/>
                </a:lnTo>
                <a:lnTo>
                  <a:pt x="125412" y="3124200"/>
                </a:lnTo>
                <a:lnTo>
                  <a:pt x="104774" y="3113088"/>
                </a:lnTo>
                <a:lnTo>
                  <a:pt x="84137" y="3097213"/>
                </a:lnTo>
                <a:lnTo>
                  <a:pt x="68263" y="3087688"/>
                </a:lnTo>
                <a:lnTo>
                  <a:pt x="41275" y="3059113"/>
                </a:lnTo>
                <a:lnTo>
                  <a:pt x="41275" y="3059112"/>
                </a:lnTo>
                <a:lnTo>
                  <a:pt x="39687" y="3055937"/>
                </a:lnTo>
                <a:lnTo>
                  <a:pt x="19050" y="3021012"/>
                </a:lnTo>
                <a:lnTo>
                  <a:pt x="3175" y="2982912"/>
                </a:lnTo>
                <a:lnTo>
                  <a:pt x="0" y="2940050"/>
                </a:lnTo>
                <a:lnTo>
                  <a:pt x="0" y="209550"/>
                </a:lnTo>
                <a:lnTo>
                  <a:pt x="3175" y="166687"/>
                </a:lnTo>
                <a:lnTo>
                  <a:pt x="19050" y="128587"/>
                </a:lnTo>
                <a:lnTo>
                  <a:pt x="39687" y="92075"/>
                </a:lnTo>
                <a:lnTo>
                  <a:pt x="41275" y="90487"/>
                </a:lnTo>
                <a:lnTo>
                  <a:pt x="41275" y="90488"/>
                </a:lnTo>
                <a:lnTo>
                  <a:pt x="68263" y="60325"/>
                </a:lnTo>
                <a:lnTo>
                  <a:pt x="84137" y="50801"/>
                </a:lnTo>
                <a:lnTo>
                  <a:pt x="84137" y="50800"/>
                </a:lnTo>
                <a:lnTo>
                  <a:pt x="104774" y="34925"/>
                </a:lnTo>
                <a:lnTo>
                  <a:pt x="125412" y="25400"/>
                </a:lnTo>
                <a:lnTo>
                  <a:pt x="125412" y="25399"/>
                </a:lnTo>
                <a:lnTo>
                  <a:pt x="146049" y="15874"/>
                </a:lnTo>
                <a:lnTo>
                  <a:pt x="168275" y="11112"/>
                </a:lnTo>
                <a:lnTo>
                  <a:pt x="168275" y="11112"/>
                </a:lnTo>
                <a:lnTo>
                  <a:pt x="190500" y="4762"/>
                </a:lnTo>
                <a:lnTo>
                  <a:pt x="211137" y="3175"/>
                </a:lnTo>
                <a:close/>
              </a:path>
            </a:pathLst>
          </a:custGeom>
          <a:solidFill>
            <a:schemeClr val="accent4"/>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9" name="任意多边形 198"/>
          <p:cNvSpPr>
            <a:spLocks noChangeArrowheads="1"/>
          </p:cNvSpPr>
          <p:nvPr/>
        </p:nvSpPr>
        <p:spPr bwMode="auto">
          <a:xfrm>
            <a:off x="6895829" y="1735551"/>
            <a:ext cx="1362857" cy="2999495"/>
          </a:xfrm>
          <a:custGeom>
            <a:avLst/>
            <a:gdLst>
              <a:gd name="connsiteX0" fmla="*/ 1428750 w 1430338"/>
              <a:gd name="connsiteY0" fmla="*/ 787400 h 3148013"/>
              <a:gd name="connsiteX1" fmla="*/ 1430338 w 1430338"/>
              <a:gd name="connsiteY1" fmla="*/ 787400 h 3148013"/>
              <a:gd name="connsiteX2" fmla="*/ 1430338 w 1430338"/>
              <a:gd name="connsiteY2" fmla="*/ 788988 h 3148013"/>
              <a:gd name="connsiteX3" fmla="*/ 1428750 w 1430338"/>
              <a:gd name="connsiteY3" fmla="*/ 788988 h 3148013"/>
              <a:gd name="connsiteX4" fmla="*/ 239712 w 1430338"/>
              <a:gd name="connsiteY4" fmla="*/ 0 h 3148013"/>
              <a:gd name="connsiteX5" fmla="*/ 260350 w 1430338"/>
              <a:gd name="connsiteY5" fmla="*/ 0 h 3148013"/>
              <a:gd name="connsiteX6" fmla="*/ 303212 w 1430338"/>
              <a:gd name="connsiteY6" fmla="*/ 0 h 3148013"/>
              <a:gd name="connsiteX7" fmla="*/ 303213 w 1430338"/>
              <a:gd name="connsiteY7" fmla="*/ 0 h 3148013"/>
              <a:gd name="connsiteX8" fmla="*/ 346075 w 1430338"/>
              <a:gd name="connsiteY8" fmla="*/ 0 h 3148013"/>
              <a:gd name="connsiteX9" fmla="*/ 392112 w 1430338"/>
              <a:gd name="connsiteY9" fmla="*/ 0 h 3148013"/>
              <a:gd name="connsiteX10" fmla="*/ 392113 w 1430338"/>
              <a:gd name="connsiteY10" fmla="*/ 0 h 3148013"/>
              <a:gd name="connsiteX11" fmla="*/ 434975 w 1430338"/>
              <a:gd name="connsiteY11" fmla="*/ 0 h 3148013"/>
              <a:gd name="connsiteX12" fmla="*/ 477837 w 1430338"/>
              <a:gd name="connsiteY12" fmla="*/ 0 h 3148013"/>
              <a:gd name="connsiteX13" fmla="*/ 477838 w 1430338"/>
              <a:gd name="connsiteY13" fmla="*/ 0 h 3148013"/>
              <a:gd name="connsiteX14" fmla="*/ 520700 w 1430338"/>
              <a:gd name="connsiteY14" fmla="*/ 0 h 3148013"/>
              <a:gd name="connsiteX15" fmla="*/ 563562 w 1430338"/>
              <a:gd name="connsiteY15" fmla="*/ 0 h 3148013"/>
              <a:gd name="connsiteX16" fmla="*/ 563563 w 1430338"/>
              <a:gd name="connsiteY16" fmla="*/ 0 h 3148013"/>
              <a:gd name="connsiteX17" fmla="*/ 606425 w 1430338"/>
              <a:gd name="connsiteY17" fmla="*/ 0 h 3148013"/>
              <a:gd name="connsiteX18" fmla="*/ 649287 w 1430338"/>
              <a:gd name="connsiteY18" fmla="*/ 0 h 3148013"/>
              <a:gd name="connsiteX19" fmla="*/ 649288 w 1430338"/>
              <a:gd name="connsiteY19" fmla="*/ 0 h 3148013"/>
              <a:gd name="connsiteX20" fmla="*/ 693737 w 1430338"/>
              <a:gd name="connsiteY20" fmla="*/ 0 h 3148013"/>
              <a:gd name="connsiteX21" fmla="*/ 738187 w 1430338"/>
              <a:gd name="connsiteY21" fmla="*/ 0 h 3148013"/>
              <a:gd name="connsiteX22" fmla="*/ 781050 w 1430338"/>
              <a:gd name="connsiteY22" fmla="*/ 0 h 3148013"/>
              <a:gd name="connsiteX23" fmla="*/ 823912 w 1430338"/>
              <a:gd name="connsiteY23" fmla="*/ 0 h 3148013"/>
              <a:gd name="connsiteX24" fmla="*/ 823913 w 1430338"/>
              <a:gd name="connsiteY24" fmla="*/ 0 h 3148013"/>
              <a:gd name="connsiteX25" fmla="*/ 866775 w 1430338"/>
              <a:gd name="connsiteY25" fmla="*/ 0 h 3148013"/>
              <a:gd name="connsiteX26" fmla="*/ 909637 w 1430338"/>
              <a:gd name="connsiteY26" fmla="*/ 0 h 3148013"/>
              <a:gd name="connsiteX27" fmla="*/ 909638 w 1430338"/>
              <a:gd name="connsiteY27" fmla="*/ 0 h 3148013"/>
              <a:gd name="connsiteX28" fmla="*/ 952500 w 1430338"/>
              <a:gd name="connsiteY28" fmla="*/ 0 h 3148013"/>
              <a:gd name="connsiteX29" fmla="*/ 990600 w 1430338"/>
              <a:gd name="connsiteY29" fmla="*/ 0 h 3148013"/>
              <a:gd name="connsiteX30" fmla="*/ 996950 w 1430338"/>
              <a:gd name="connsiteY30" fmla="*/ 0 h 3148013"/>
              <a:gd name="connsiteX31" fmla="*/ 1039812 w 1430338"/>
              <a:gd name="connsiteY31" fmla="*/ 4762 h 3148013"/>
              <a:gd name="connsiteX32" fmla="*/ 1039812 w 1430338"/>
              <a:gd name="connsiteY32" fmla="*/ 4762 h 3148013"/>
              <a:gd name="connsiteX33" fmla="*/ 1082675 w 1430338"/>
              <a:gd name="connsiteY33" fmla="*/ 15874 h 3148013"/>
              <a:gd name="connsiteX34" fmla="*/ 1082675 w 1430338"/>
              <a:gd name="connsiteY34" fmla="*/ 15875 h 3148013"/>
              <a:gd name="connsiteX35" fmla="*/ 1084262 w 1430338"/>
              <a:gd name="connsiteY35" fmla="*/ 15875 h 3148013"/>
              <a:gd name="connsiteX36" fmla="*/ 1125537 w 1430338"/>
              <a:gd name="connsiteY36" fmla="*/ 34925 h 3148013"/>
              <a:gd name="connsiteX37" fmla="*/ 1127125 w 1430338"/>
              <a:gd name="connsiteY37" fmla="*/ 36512 h 3148013"/>
              <a:gd name="connsiteX38" fmla="*/ 1127125 w 1430338"/>
              <a:gd name="connsiteY38" fmla="*/ 36512 h 3148013"/>
              <a:gd name="connsiteX39" fmla="*/ 1160463 w 1430338"/>
              <a:gd name="connsiteY39" fmla="*/ 60324 h 3148013"/>
              <a:gd name="connsiteX40" fmla="*/ 1169988 w 1430338"/>
              <a:gd name="connsiteY40" fmla="*/ 71437 h 3148013"/>
              <a:gd name="connsiteX41" fmla="*/ 1169988 w 1430338"/>
              <a:gd name="connsiteY41" fmla="*/ 71438 h 3148013"/>
              <a:gd name="connsiteX42" fmla="*/ 1189037 w 1430338"/>
              <a:gd name="connsiteY42" fmla="*/ 92074 h 3148013"/>
              <a:gd name="connsiteX43" fmla="*/ 1211262 w 1430338"/>
              <a:gd name="connsiteY43" fmla="*/ 128587 h 3148013"/>
              <a:gd name="connsiteX44" fmla="*/ 1212850 w 1430338"/>
              <a:gd name="connsiteY44" fmla="*/ 131762 h 3148013"/>
              <a:gd name="connsiteX45" fmla="*/ 1225550 w 1430338"/>
              <a:gd name="connsiteY45" fmla="*/ 166687 h 3148013"/>
              <a:gd name="connsiteX46" fmla="*/ 1230312 w 1430338"/>
              <a:gd name="connsiteY46" fmla="*/ 209549 h 3148013"/>
              <a:gd name="connsiteX47" fmla="*/ 1230312 w 1430338"/>
              <a:gd name="connsiteY47" fmla="*/ 617537 h 3148013"/>
              <a:gd name="connsiteX48" fmla="*/ 1255713 w 1430338"/>
              <a:gd name="connsiteY48" fmla="*/ 636587 h 3148013"/>
              <a:gd name="connsiteX49" fmla="*/ 1255713 w 1430338"/>
              <a:gd name="connsiteY49" fmla="*/ 636588 h 3148013"/>
              <a:gd name="connsiteX50" fmla="*/ 1300162 w 1430338"/>
              <a:gd name="connsiteY50" fmla="*/ 669924 h 3148013"/>
              <a:gd name="connsiteX51" fmla="*/ 1300162 w 1430338"/>
              <a:gd name="connsiteY51" fmla="*/ 669925 h 3148013"/>
              <a:gd name="connsiteX52" fmla="*/ 1343025 w 1430338"/>
              <a:gd name="connsiteY52" fmla="*/ 703262 h 3148013"/>
              <a:gd name="connsiteX53" fmla="*/ 1343025 w 1430338"/>
              <a:gd name="connsiteY53" fmla="*/ 703262 h 3148013"/>
              <a:gd name="connsiteX54" fmla="*/ 1385888 w 1430338"/>
              <a:gd name="connsiteY54" fmla="*/ 735012 h 3148013"/>
              <a:gd name="connsiteX55" fmla="*/ 1385888 w 1430338"/>
              <a:gd name="connsiteY55" fmla="*/ 735013 h 3148013"/>
              <a:gd name="connsiteX56" fmla="*/ 1412875 w 1430338"/>
              <a:gd name="connsiteY56" fmla="*/ 755649 h 3148013"/>
              <a:gd name="connsiteX57" fmla="*/ 1425575 w 1430338"/>
              <a:gd name="connsiteY57" fmla="*/ 769937 h 3148013"/>
              <a:gd name="connsiteX58" fmla="*/ 1428750 w 1430338"/>
              <a:gd name="connsiteY58" fmla="*/ 787399 h 3148013"/>
              <a:gd name="connsiteX59" fmla="*/ 1425575 w 1430338"/>
              <a:gd name="connsiteY59" fmla="*/ 803275 h 3148013"/>
              <a:gd name="connsiteX60" fmla="*/ 1412875 w 1430338"/>
              <a:gd name="connsiteY60" fmla="*/ 817562 h 3148013"/>
              <a:gd name="connsiteX61" fmla="*/ 1385888 w 1430338"/>
              <a:gd name="connsiteY61" fmla="*/ 836611 h 3148013"/>
              <a:gd name="connsiteX62" fmla="*/ 1385888 w 1430338"/>
              <a:gd name="connsiteY62" fmla="*/ 836612 h 3148013"/>
              <a:gd name="connsiteX63" fmla="*/ 1343025 w 1430338"/>
              <a:gd name="connsiteY63" fmla="*/ 871537 h 3148013"/>
              <a:gd name="connsiteX64" fmla="*/ 1343025 w 1430338"/>
              <a:gd name="connsiteY64" fmla="*/ 871538 h 3148013"/>
              <a:gd name="connsiteX65" fmla="*/ 1300162 w 1430338"/>
              <a:gd name="connsiteY65" fmla="*/ 904875 h 3148013"/>
              <a:gd name="connsiteX66" fmla="*/ 1255713 w 1430338"/>
              <a:gd name="connsiteY66" fmla="*/ 936624 h 3148013"/>
              <a:gd name="connsiteX67" fmla="*/ 1255713 w 1430338"/>
              <a:gd name="connsiteY67" fmla="*/ 936625 h 3148013"/>
              <a:gd name="connsiteX68" fmla="*/ 1230312 w 1430338"/>
              <a:gd name="connsiteY68" fmla="*/ 955675 h 3148013"/>
              <a:gd name="connsiteX69" fmla="*/ 1230312 w 1430338"/>
              <a:gd name="connsiteY69" fmla="*/ 2940050 h 3148013"/>
              <a:gd name="connsiteX70" fmla="*/ 1225550 w 1430338"/>
              <a:gd name="connsiteY70" fmla="*/ 2982913 h 3148013"/>
              <a:gd name="connsiteX71" fmla="*/ 1212850 w 1430338"/>
              <a:gd name="connsiteY71" fmla="*/ 3016250 h 3148013"/>
              <a:gd name="connsiteX72" fmla="*/ 1211262 w 1430338"/>
              <a:gd name="connsiteY72" fmla="*/ 3021013 h 3148013"/>
              <a:gd name="connsiteX73" fmla="*/ 1189037 w 1430338"/>
              <a:gd name="connsiteY73" fmla="*/ 3055938 h 3148013"/>
              <a:gd name="connsiteX74" fmla="*/ 1169988 w 1430338"/>
              <a:gd name="connsiteY74" fmla="*/ 3076574 h 3148013"/>
              <a:gd name="connsiteX75" fmla="*/ 1169988 w 1430338"/>
              <a:gd name="connsiteY75" fmla="*/ 3076575 h 3148013"/>
              <a:gd name="connsiteX76" fmla="*/ 1160463 w 1430338"/>
              <a:gd name="connsiteY76" fmla="*/ 3087688 h 3148013"/>
              <a:gd name="connsiteX77" fmla="*/ 1127125 w 1430338"/>
              <a:gd name="connsiteY77" fmla="*/ 3111500 h 3148013"/>
              <a:gd name="connsiteX78" fmla="*/ 1127125 w 1430338"/>
              <a:gd name="connsiteY78" fmla="*/ 3111501 h 3148013"/>
              <a:gd name="connsiteX79" fmla="*/ 1125537 w 1430338"/>
              <a:gd name="connsiteY79" fmla="*/ 3113088 h 3148013"/>
              <a:gd name="connsiteX80" fmla="*/ 1084262 w 1430338"/>
              <a:gd name="connsiteY80" fmla="*/ 3132138 h 3148013"/>
              <a:gd name="connsiteX81" fmla="*/ 1082675 w 1430338"/>
              <a:gd name="connsiteY81" fmla="*/ 3132138 h 3148013"/>
              <a:gd name="connsiteX82" fmla="*/ 1082675 w 1430338"/>
              <a:gd name="connsiteY82" fmla="*/ 3132137 h 3148013"/>
              <a:gd name="connsiteX83" fmla="*/ 1039813 w 1430338"/>
              <a:gd name="connsiteY83" fmla="*/ 3144837 h 3148013"/>
              <a:gd name="connsiteX84" fmla="*/ 1039813 w 1430338"/>
              <a:gd name="connsiteY84" fmla="*/ 3144838 h 3148013"/>
              <a:gd name="connsiteX85" fmla="*/ 996950 w 1430338"/>
              <a:gd name="connsiteY85" fmla="*/ 3148013 h 3148013"/>
              <a:gd name="connsiteX86" fmla="*/ 990600 w 1430338"/>
              <a:gd name="connsiteY86" fmla="*/ 3148013 h 3148013"/>
              <a:gd name="connsiteX87" fmla="*/ 952500 w 1430338"/>
              <a:gd name="connsiteY87" fmla="*/ 3148013 h 3148013"/>
              <a:gd name="connsiteX88" fmla="*/ 909638 w 1430338"/>
              <a:gd name="connsiteY88" fmla="*/ 3148013 h 3148013"/>
              <a:gd name="connsiteX89" fmla="*/ 909637 w 1430338"/>
              <a:gd name="connsiteY89" fmla="*/ 3148013 h 3148013"/>
              <a:gd name="connsiteX90" fmla="*/ 866775 w 1430338"/>
              <a:gd name="connsiteY90" fmla="*/ 3148013 h 3148013"/>
              <a:gd name="connsiteX91" fmla="*/ 823913 w 1430338"/>
              <a:gd name="connsiteY91" fmla="*/ 3148013 h 3148013"/>
              <a:gd name="connsiteX92" fmla="*/ 823912 w 1430338"/>
              <a:gd name="connsiteY92" fmla="*/ 3148013 h 3148013"/>
              <a:gd name="connsiteX93" fmla="*/ 781050 w 1430338"/>
              <a:gd name="connsiteY93" fmla="*/ 3148013 h 3148013"/>
              <a:gd name="connsiteX94" fmla="*/ 738187 w 1430338"/>
              <a:gd name="connsiteY94" fmla="*/ 3148013 h 3148013"/>
              <a:gd name="connsiteX95" fmla="*/ 693737 w 1430338"/>
              <a:gd name="connsiteY95" fmla="*/ 3148013 h 3148013"/>
              <a:gd name="connsiteX96" fmla="*/ 649288 w 1430338"/>
              <a:gd name="connsiteY96" fmla="*/ 3148013 h 3148013"/>
              <a:gd name="connsiteX97" fmla="*/ 649287 w 1430338"/>
              <a:gd name="connsiteY97" fmla="*/ 3148013 h 3148013"/>
              <a:gd name="connsiteX98" fmla="*/ 606425 w 1430338"/>
              <a:gd name="connsiteY98" fmla="*/ 3148013 h 3148013"/>
              <a:gd name="connsiteX99" fmla="*/ 563563 w 1430338"/>
              <a:gd name="connsiteY99" fmla="*/ 3148013 h 3148013"/>
              <a:gd name="connsiteX100" fmla="*/ 563562 w 1430338"/>
              <a:gd name="connsiteY100" fmla="*/ 3148013 h 3148013"/>
              <a:gd name="connsiteX101" fmla="*/ 520700 w 1430338"/>
              <a:gd name="connsiteY101" fmla="*/ 3148013 h 3148013"/>
              <a:gd name="connsiteX102" fmla="*/ 477838 w 1430338"/>
              <a:gd name="connsiteY102" fmla="*/ 3148013 h 3148013"/>
              <a:gd name="connsiteX103" fmla="*/ 477837 w 1430338"/>
              <a:gd name="connsiteY103" fmla="*/ 3148013 h 3148013"/>
              <a:gd name="connsiteX104" fmla="*/ 434975 w 1430338"/>
              <a:gd name="connsiteY104" fmla="*/ 3148013 h 3148013"/>
              <a:gd name="connsiteX105" fmla="*/ 392113 w 1430338"/>
              <a:gd name="connsiteY105" fmla="*/ 3148013 h 3148013"/>
              <a:gd name="connsiteX106" fmla="*/ 392112 w 1430338"/>
              <a:gd name="connsiteY106" fmla="*/ 3148013 h 3148013"/>
              <a:gd name="connsiteX107" fmla="*/ 346075 w 1430338"/>
              <a:gd name="connsiteY107" fmla="*/ 3148013 h 3148013"/>
              <a:gd name="connsiteX108" fmla="*/ 303213 w 1430338"/>
              <a:gd name="connsiteY108" fmla="*/ 3148013 h 3148013"/>
              <a:gd name="connsiteX109" fmla="*/ 303212 w 1430338"/>
              <a:gd name="connsiteY109" fmla="*/ 3148013 h 3148013"/>
              <a:gd name="connsiteX110" fmla="*/ 260350 w 1430338"/>
              <a:gd name="connsiteY110" fmla="*/ 3148013 h 3148013"/>
              <a:gd name="connsiteX111" fmla="*/ 239712 w 1430338"/>
              <a:gd name="connsiteY111" fmla="*/ 3148013 h 3148013"/>
              <a:gd name="connsiteX112" fmla="*/ 217487 w 1430338"/>
              <a:gd name="connsiteY112" fmla="*/ 3146426 h 3148013"/>
              <a:gd name="connsiteX113" fmla="*/ 217487 w 1430338"/>
              <a:gd name="connsiteY113" fmla="*/ 3146425 h 3148013"/>
              <a:gd name="connsiteX114" fmla="*/ 192087 w 1430338"/>
              <a:gd name="connsiteY114" fmla="*/ 3144838 h 3148013"/>
              <a:gd name="connsiteX115" fmla="*/ 174625 w 1430338"/>
              <a:gd name="connsiteY115" fmla="*/ 3140075 h 3148013"/>
              <a:gd name="connsiteX116" fmla="*/ 146049 w 1430338"/>
              <a:gd name="connsiteY116" fmla="*/ 3132138 h 3148013"/>
              <a:gd name="connsiteX117" fmla="*/ 131762 w 1430338"/>
              <a:gd name="connsiteY117" fmla="*/ 3124200 h 3148013"/>
              <a:gd name="connsiteX118" fmla="*/ 131762 w 1430338"/>
              <a:gd name="connsiteY118" fmla="*/ 3124200 h 3148013"/>
              <a:gd name="connsiteX119" fmla="*/ 106362 w 1430338"/>
              <a:gd name="connsiteY119" fmla="*/ 3113088 h 3148013"/>
              <a:gd name="connsiteX120" fmla="*/ 88900 w 1430338"/>
              <a:gd name="connsiteY120" fmla="*/ 3100388 h 3148013"/>
              <a:gd name="connsiteX121" fmla="*/ 88900 w 1430338"/>
              <a:gd name="connsiteY121" fmla="*/ 3100387 h 3148013"/>
              <a:gd name="connsiteX122" fmla="*/ 71437 w 1430338"/>
              <a:gd name="connsiteY122" fmla="*/ 3087687 h 3148013"/>
              <a:gd name="connsiteX123" fmla="*/ 44450 w 1430338"/>
              <a:gd name="connsiteY123" fmla="*/ 3059112 h 3148013"/>
              <a:gd name="connsiteX124" fmla="*/ 41275 w 1430338"/>
              <a:gd name="connsiteY124" fmla="*/ 3055937 h 3148013"/>
              <a:gd name="connsiteX125" fmla="*/ 19050 w 1430338"/>
              <a:gd name="connsiteY125" fmla="*/ 3021012 h 3148013"/>
              <a:gd name="connsiteX126" fmla="*/ 4762 w 1430338"/>
              <a:gd name="connsiteY126" fmla="*/ 2982912 h 3148013"/>
              <a:gd name="connsiteX127" fmla="*/ 0 w 1430338"/>
              <a:gd name="connsiteY127" fmla="*/ 2940050 h 3148013"/>
              <a:gd name="connsiteX128" fmla="*/ 0 w 1430338"/>
              <a:gd name="connsiteY128" fmla="*/ 209549 h 3148013"/>
              <a:gd name="connsiteX129" fmla="*/ 4762 w 1430338"/>
              <a:gd name="connsiteY129" fmla="*/ 166687 h 3148013"/>
              <a:gd name="connsiteX130" fmla="*/ 19050 w 1430338"/>
              <a:gd name="connsiteY130" fmla="*/ 128587 h 3148013"/>
              <a:gd name="connsiteX131" fmla="*/ 41275 w 1430338"/>
              <a:gd name="connsiteY131" fmla="*/ 92074 h 3148013"/>
              <a:gd name="connsiteX132" fmla="*/ 44450 w 1430338"/>
              <a:gd name="connsiteY132" fmla="*/ 90487 h 3148013"/>
              <a:gd name="connsiteX133" fmla="*/ 71437 w 1430338"/>
              <a:gd name="connsiteY133" fmla="*/ 60324 h 3148013"/>
              <a:gd name="connsiteX134" fmla="*/ 88900 w 1430338"/>
              <a:gd name="connsiteY134" fmla="*/ 49212 h 3148013"/>
              <a:gd name="connsiteX135" fmla="*/ 88900 w 1430338"/>
              <a:gd name="connsiteY135" fmla="*/ 49212 h 3148013"/>
              <a:gd name="connsiteX136" fmla="*/ 106362 w 1430338"/>
              <a:gd name="connsiteY136" fmla="*/ 34925 h 3148013"/>
              <a:gd name="connsiteX137" fmla="*/ 131762 w 1430338"/>
              <a:gd name="connsiteY137" fmla="*/ 25400 h 3148013"/>
              <a:gd name="connsiteX138" fmla="*/ 131762 w 1430338"/>
              <a:gd name="connsiteY138" fmla="*/ 25400 h 3148013"/>
              <a:gd name="connsiteX139" fmla="*/ 146049 w 1430338"/>
              <a:gd name="connsiteY139" fmla="*/ 15875 h 3148013"/>
              <a:gd name="connsiteX140" fmla="*/ 174625 w 1430338"/>
              <a:gd name="connsiteY140" fmla="*/ 9525 h 3148013"/>
              <a:gd name="connsiteX141" fmla="*/ 192087 w 1430338"/>
              <a:gd name="connsiteY141" fmla="*/ 4762 h 3148013"/>
              <a:gd name="connsiteX142" fmla="*/ 217487 w 1430338"/>
              <a:gd name="connsiteY142"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430338" h="3148013">
                <a:moveTo>
                  <a:pt x="1428750" y="787400"/>
                </a:moveTo>
                <a:lnTo>
                  <a:pt x="1430338" y="787400"/>
                </a:lnTo>
                <a:lnTo>
                  <a:pt x="1430338" y="788988"/>
                </a:lnTo>
                <a:lnTo>
                  <a:pt x="1428750" y="788988"/>
                </a:lnTo>
                <a:close/>
                <a:moveTo>
                  <a:pt x="239712" y="0"/>
                </a:moveTo>
                <a:lnTo>
                  <a:pt x="260350" y="0"/>
                </a:lnTo>
                <a:lnTo>
                  <a:pt x="303212" y="0"/>
                </a:lnTo>
                <a:lnTo>
                  <a:pt x="303213" y="0"/>
                </a:lnTo>
                <a:lnTo>
                  <a:pt x="346075" y="0"/>
                </a:lnTo>
                <a:lnTo>
                  <a:pt x="392112" y="0"/>
                </a:lnTo>
                <a:lnTo>
                  <a:pt x="392113" y="0"/>
                </a:lnTo>
                <a:lnTo>
                  <a:pt x="434975" y="0"/>
                </a:lnTo>
                <a:lnTo>
                  <a:pt x="477837" y="0"/>
                </a:lnTo>
                <a:lnTo>
                  <a:pt x="477838" y="0"/>
                </a:lnTo>
                <a:lnTo>
                  <a:pt x="520700" y="0"/>
                </a:lnTo>
                <a:lnTo>
                  <a:pt x="563562" y="0"/>
                </a:lnTo>
                <a:lnTo>
                  <a:pt x="563563" y="0"/>
                </a:lnTo>
                <a:lnTo>
                  <a:pt x="606425" y="0"/>
                </a:lnTo>
                <a:lnTo>
                  <a:pt x="649287" y="0"/>
                </a:lnTo>
                <a:lnTo>
                  <a:pt x="649288" y="0"/>
                </a:lnTo>
                <a:lnTo>
                  <a:pt x="693737" y="0"/>
                </a:lnTo>
                <a:lnTo>
                  <a:pt x="738187" y="0"/>
                </a:lnTo>
                <a:lnTo>
                  <a:pt x="781050" y="0"/>
                </a:lnTo>
                <a:lnTo>
                  <a:pt x="823912" y="0"/>
                </a:lnTo>
                <a:lnTo>
                  <a:pt x="823913" y="0"/>
                </a:lnTo>
                <a:lnTo>
                  <a:pt x="866775" y="0"/>
                </a:lnTo>
                <a:lnTo>
                  <a:pt x="909637" y="0"/>
                </a:lnTo>
                <a:lnTo>
                  <a:pt x="909638" y="0"/>
                </a:lnTo>
                <a:lnTo>
                  <a:pt x="952500" y="0"/>
                </a:lnTo>
                <a:lnTo>
                  <a:pt x="990600" y="0"/>
                </a:lnTo>
                <a:lnTo>
                  <a:pt x="996950" y="0"/>
                </a:lnTo>
                <a:lnTo>
                  <a:pt x="1039812" y="4762"/>
                </a:lnTo>
                <a:lnTo>
                  <a:pt x="1039812" y="4762"/>
                </a:lnTo>
                <a:lnTo>
                  <a:pt x="1082675" y="15874"/>
                </a:lnTo>
                <a:lnTo>
                  <a:pt x="1082675" y="15875"/>
                </a:lnTo>
                <a:lnTo>
                  <a:pt x="1084262" y="15875"/>
                </a:lnTo>
                <a:lnTo>
                  <a:pt x="1125537" y="34925"/>
                </a:lnTo>
                <a:lnTo>
                  <a:pt x="1127125" y="36512"/>
                </a:lnTo>
                <a:lnTo>
                  <a:pt x="1127125" y="36512"/>
                </a:lnTo>
                <a:lnTo>
                  <a:pt x="1160463" y="60324"/>
                </a:lnTo>
                <a:lnTo>
                  <a:pt x="1169988" y="71437"/>
                </a:lnTo>
                <a:lnTo>
                  <a:pt x="1169988" y="71438"/>
                </a:lnTo>
                <a:lnTo>
                  <a:pt x="1189037" y="92074"/>
                </a:lnTo>
                <a:lnTo>
                  <a:pt x="1211262" y="128587"/>
                </a:lnTo>
                <a:lnTo>
                  <a:pt x="1212850" y="131762"/>
                </a:lnTo>
                <a:lnTo>
                  <a:pt x="1225550" y="166687"/>
                </a:lnTo>
                <a:lnTo>
                  <a:pt x="1230312" y="209549"/>
                </a:lnTo>
                <a:lnTo>
                  <a:pt x="1230312" y="617537"/>
                </a:lnTo>
                <a:lnTo>
                  <a:pt x="1255713" y="636587"/>
                </a:lnTo>
                <a:lnTo>
                  <a:pt x="1255713" y="636588"/>
                </a:lnTo>
                <a:lnTo>
                  <a:pt x="1300162" y="669924"/>
                </a:lnTo>
                <a:lnTo>
                  <a:pt x="1300162" y="669925"/>
                </a:lnTo>
                <a:lnTo>
                  <a:pt x="1343025" y="703262"/>
                </a:lnTo>
                <a:lnTo>
                  <a:pt x="1343025" y="703262"/>
                </a:lnTo>
                <a:lnTo>
                  <a:pt x="1385888" y="735012"/>
                </a:lnTo>
                <a:lnTo>
                  <a:pt x="1385888" y="735013"/>
                </a:lnTo>
                <a:lnTo>
                  <a:pt x="1412875" y="755649"/>
                </a:lnTo>
                <a:lnTo>
                  <a:pt x="1425575" y="769937"/>
                </a:lnTo>
                <a:lnTo>
                  <a:pt x="1428750" y="787399"/>
                </a:lnTo>
                <a:lnTo>
                  <a:pt x="1425575" y="803275"/>
                </a:lnTo>
                <a:lnTo>
                  <a:pt x="1412875" y="817562"/>
                </a:lnTo>
                <a:lnTo>
                  <a:pt x="1385888" y="836611"/>
                </a:lnTo>
                <a:lnTo>
                  <a:pt x="1385888" y="836612"/>
                </a:lnTo>
                <a:lnTo>
                  <a:pt x="1343025" y="871537"/>
                </a:lnTo>
                <a:lnTo>
                  <a:pt x="1343025" y="871538"/>
                </a:lnTo>
                <a:lnTo>
                  <a:pt x="1300162" y="904875"/>
                </a:lnTo>
                <a:lnTo>
                  <a:pt x="1255713" y="936624"/>
                </a:lnTo>
                <a:lnTo>
                  <a:pt x="1255713" y="936625"/>
                </a:lnTo>
                <a:lnTo>
                  <a:pt x="1230312" y="955675"/>
                </a:lnTo>
                <a:lnTo>
                  <a:pt x="1230312" y="2940050"/>
                </a:lnTo>
                <a:lnTo>
                  <a:pt x="1225550" y="2982913"/>
                </a:lnTo>
                <a:lnTo>
                  <a:pt x="1212850" y="3016250"/>
                </a:lnTo>
                <a:lnTo>
                  <a:pt x="1211262" y="3021013"/>
                </a:lnTo>
                <a:lnTo>
                  <a:pt x="1189037" y="3055938"/>
                </a:lnTo>
                <a:lnTo>
                  <a:pt x="1169988" y="3076574"/>
                </a:lnTo>
                <a:lnTo>
                  <a:pt x="1169988" y="3076575"/>
                </a:lnTo>
                <a:lnTo>
                  <a:pt x="1160463" y="3087688"/>
                </a:lnTo>
                <a:lnTo>
                  <a:pt x="1127125" y="3111500"/>
                </a:lnTo>
                <a:lnTo>
                  <a:pt x="1127125" y="3111501"/>
                </a:lnTo>
                <a:lnTo>
                  <a:pt x="1125537" y="3113088"/>
                </a:lnTo>
                <a:lnTo>
                  <a:pt x="1084262" y="3132138"/>
                </a:lnTo>
                <a:lnTo>
                  <a:pt x="1082675" y="3132138"/>
                </a:lnTo>
                <a:lnTo>
                  <a:pt x="1082675" y="3132137"/>
                </a:lnTo>
                <a:lnTo>
                  <a:pt x="1039813" y="3144837"/>
                </a:lnTo>
                <a:lnTo>
                  <a:pt x="1039813" y="3144838"/>
                </a:lnTo>
                <a:lnTo>
                  <a:pt x="996950" y="3148013"/>
                </a:lnTo>
                <a:lnTo>
                  <a:pt x="990600" y="3148013"/>
                </a:lnTo>
                <a:lnTo>
                  <a:pt x="952500" y="3148013"/>
                </a:lnTo>
                <a:lnTo>
                  <a:pt x="909638" y="3148013"/>
                </a:lnTo>
                <a:lnTo>
                  <a:pt x="909637" y="3148013"/>
                </a:lnTo>
                <a:lnTo>
                  <a:pt x="866775" y="3148013"/>
                </a:lnTo>
                <a:lnTo>
                  <a:pt x="823913" y="3148013"/>
                </a:lnTo>
                <a:lnTo>
                  <a:pt x="823912" y="3148013"/>
                </a:lnTo>
                <a:lnTo>
                  <a:pt x="781050" y="3148013"/>
                </a:lnTo>
                <a:lnTo>
                  <a:pt x="738187" y="3148013"/>
                </a:lnTo>
                <a:lnTo>
                  <a:pt x="693737" y="3148013"/>
                </a:lnTo>
                <a:lnTo>
                  <a:pt x="649288" y="3148013"/>
                </a:lnTo>
                <a:lnTo>
                  <a:pt x="649287" y="3148013"/>
                </a:lnTo>
                <a:lnTo>
                  <a:pt x="606425" y="3148013"/>
                </a:lnTo>
                <a:lnTo>
                  <a:pt x="563563" y="3148013"/>
                </a:lnTo>
                <a:lnTo>
                  <a:pt x="563562" y="3148013"/>
                </a:lnTo>
                <a:lnTo>
                  <a:pt x="520700" y="3148013"/>
                </a:lnTo>
                <a:lnTo>
                  <a:pt x="477838" y="3148013"/>
                </a:lnTo>
                <a:lnTo>
                  <a:pt x="477837" y="3148013"/>
                </a:lnTo>
                <a:lnTo>
                  <a:pt x="434975" y="3148013"/>
                </a:lnTo>
                <a:lnTo>
                  <a:pt x="392113" y="3148013"/>
                </a:lnTo>
                <a:lnTo>
                  <a:pt x="392112" y="3148013"/>
                </a:lnTo>
                <a:lnTo>
                  <a:pt x="346075" y="3148013"/>
                </a:lnTo>
                <a:lnTo>
                  <a:pt x="303213" y="3148013"/>
                </a:lnTo>
                <a:lnTo>
                  <a:pt x="303212" y="3148013"/>
                </a:lnTo>
                <a:lnTo>
                  <a:pt x="260350" y="3148013"/>
                </a:lnTo>
                <a:lnTo>
                  <a:pt x="239712" y="3148013"/>
                </a:lnTo>
                <a:lnTo>
                  <a:pt x="217487" y="3146426"/>
                </a:lnTo>
                <a:lnTo>
                  <a:pt x="217487" y="3146425"/>
                </a:lnTo>
                <a:lnTo>
                  <a:pt x="192087" y="3144838"/>
                </a:lnTo>
                <a:lnTo>
                  <a:pt x="174625" y="3140075"/>
                </a:lnTo>
                <a:lnTo>
                  <a:pt x="146049" y="3132138"/>
                </a:lnTo>
                <a:lnTo>
                  <a:pt x="131762" y="3124200"/>
                </a:lnTo>
                <a:lnTo>
                  <a:pt x="131762" y="3124200"/>
                </a:lnTo>
                <a:lnTo>
                  <a:pt x="106362" y="3113088"/>
                </a:lnTo>
                <a:lnTo>
                  <a:pt x="88900" y="3100388"/>
                </a:lnTo>
                <a:lnTo>
                  <a:pt x="88900" y="3100387"/>
                </a:lnTo>
                <a:lnTo>
                  <a:pt x="71437" y="3087687"/>
                </a:lnTo>
                <a:lnTo>
                  <a:pt x="44450" y="3059112"/>
                </a:lnTo>
                <a:lnTo>
                  <a:pt x="41275" y="3055937"/>
                </a:lnTo>
                <a:lnTo>
                  <a:pt x="19050" y="3021012"/>
                </a:lnTo>
                <a:lnTo>
                  <a:pt x="4762" y="2982912"/>
                </a:lnTo>
                <a:lnTo>
                  <a:pt x="0" y="2940050"/>
                </a:lnTo>
                <a:lnTo>
                  <a:pt x="0" y="209549"/>
                </a:lnTo>
                <a:lnTo>
                  <a:pt x="4762" y="166687"/>
                </a:lnTo>
                <a:lnTo>
                  <a:pt x="19050" y="128587"/>
                </a:lnTo>
                <a:lnTo>
                  <a:pt x="41275" y="92074"/>
                </a:lnTo>
                <a:lnTo>
                  <a:pt x="44450" y="90487"/>
                </a:lnTo>
                <a:lnTo>
                  <a:pt x="71437" y="60324"/>
                </a:lnTo>
                <a:lnTo>
                  <a:pt x="88900" y="49212"/>
                </a:lnTo>
                <a:lnTo>
                  <a:pt x="88900" y="49212"/>
                </a:lnTo>
                <a:lnTo>
                  <a:pt x="106362" y="34925"/>
                </a:lnTo>
                <a:lnTo>
                  <a:pt x="131762" y="25400"/>
                </a:lnTo>
                <a:lnTo>
                  <a:pt x="131762" y="25400"/>
                </a:lnTo>
                <a:lnTo>
                  <a:pt x="146049" y="15875"/>
                </a:lnTo>
                <a:lnTo>
                  <a:pt x="174625" y="9525"/>
                </a:lnTo>
                <a:lnTo>
                  <a:pt x="192087" y="4762"/>
                </a:lnTo>
                <a:lnTo>
                  <a:pt x="217487" y="3175"/>
                </a:lnTo>
                <a:close/>
              </a:path>
            </a:pathLst>
          </a:custGeom>
          <a:solidFill>
            <a:schemeClr val="accent3"/>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9" name="组合 8"/>
          <p:cNvGrpSpPr/>
          <p:nvPr/>
        </p:nvGrpSpPr>
        <p:grpSpPr>
          <a:xfrm>
            <a:off x="8910649" y="1935217"/>
            <a:ext cx="568739" cy="1692604"/>
            <a:chOff x="9286715" y="1680422"/>
            <a:chExt cx="654939" cy="1949140"/>
          </a:xfrm>
          <a:solidFill>
            <a:schemeClr val="accent4"/>
          </a:solidFill>
        </p:grpSpPr>
        <p:sp>
          <p:nvSpPr>
            <p:cNvPr id="171" name="Freeform 137"/>
            <p:cNvSpPr>
              <a:spLocks/>
            </p:cNvSpPr>
            <p:nvPr/>
          </p:nvSpPr>
          <p:spPr bwMode="auto">
            <a:xfrm>
              <a:off x="9286715" y="1680422"/>
              <a:ext cx="654939" cy="1949140"/>
            </a:xfrm>
            <a:custGeom>
              <a:avLst/>
              <a:gdLst>
                <a:gd name="T0" fmla="*/ 0 w 376"/>
                <a:gd name="T1" fmla="*/ 0 h 1119"/>
                <a:gd name="T2" fmla="*/ 259 w 376"/>
                <a:gd name="T3" fmla="*/ 37 h 1119"/>
                <a:gd name="T4" fmla="*/ 283 w 376"/>
                <a:gd name="T5" fmla="*/ 42 h 1119"/>
                <a:gd name="T6" fmla="*/ 305 w 376"/>
                <a:gd name="T7" fmla="*/ 50 h 1119"/>
                <a:gd name="T8" fmla="*/ 325 w 376"/>
                <a:gd name="T9" fmla="*/ 60 h 1119"/>
                <a:gd name="T10" fmla="*/ 343 w 376"/>
                <a:gd name="T11" fmla="*/ 72 h 1119"/>
                <a:gd name="T12" fmla="*/ 357 w 376"/>
                <a:gd name="T13" fmla="*/ 86 h 1119"/>
                <a:gd name="T14" fmla="*/ 368 w 376"/>
                <a:gd name="T15" fmla="*/ 101 h 1119"/>
                <a:gd name="T16" fmla="*/ 374 w 376"/>
                <a:gd name="T17" fmla="*/ 119 h 1119"/>
                <a:gd name="T18" fmla="*/ 376 w 376"/>
                <a:gd name="T19" fmla="*/ 140 h 1119"/>
                <a:gd name="T20" fmla="*/ 376 w 376"/>
                <a:gd name="T21" fmla="*/ 968 h 1119"/>
                <a:gd name="T22" fmla="*/ 374 w 376"/>
                <a:gd name="T23" fmla="*/ 988 h 1119"/>
                <a:gd name="T24" fmla="*/ 368 w 376"/>
                <a:gd name="T25" fmla="*/ 1007 h 1119"/>
                <a:gd name="T26" fmla="*/ 358 w 376"/>
                <a:gd name="T27" fmla="*/ 1022 h 1119"/>
                <a:gd name="T28" fmla="*/ 344 w 376"/>
                <a:gd name="T29" fmla="*/ 1036 h 1119"/>
                <a:gd name="T30" fmla="*/ 327 w 376"/>
                <a:gd name="T31" fmla="*/ 1048 h 1119"/>
                <a:gd name="T32" fmla="*/ 306 w 376"/>
                <a:gd name="T33" fmla="*/ 1058 h 1119"/>
                <a:gd name="T34" fmla="*/ 284 w 376"/>
                <a:gd name="T35" fmla="*/ 1066 h 1119"/>
                <a:gd name="T36" fmla="*/ 259 w 376"/>
                <a:gd name="T37" fmla="*/ 1071 h 1119"/>
                <a:gd name="T38" fmla="*/ 0 w 376"/>
                <a:gd name="T39" fmla="*/ 1119 h 1119"/>
                <a:gd name="T40" fmla="*/ 0 w 376"/>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119">
                  <a:moveTo>
                    <a:pt x="0" y="0"/>
                  </a:moveTo>
                  <a:lnTo>
                    <a:pt x="259" y="37"/>
                  </a:lnTo>
                  <a:lnTo>
                    <a:pt x="283" y="42"/>
                  </a:lnTo>
                  <a:lnTo>
                    <a:pt x="305" y="50"/>
                  </a:lnTo>
                  <a:lnTo>
                    <a:pt x="325" y="60"/>
                  </a:lnTo>
                  <a:lnTo>
                    <a:pt x="343" y="72"/>
                  </a:lnTo>
                  <a:lnTo>
                    <a:pt x="357" y="86"/>
                  </a:lnTo>
                  <a:lnTo>
                    <a:pt x="368" y="101"/>
                  </a:lnTo>
                  <a:lnTo>
                    <a:pt x="374" y="119"/>
                  </a:lnTo>
                  <a:lnTo>
                    <a:pt x="376" y="140"/>
                  </a:lnTo>
                  <a:lnTo>
                    <a:pt x="376" y="968"/>
                  </a:lnTo>
                  <a:lnTo>
                    <a:pt x="374" y="988"/>
                  </a:lnTo>
                  <a:lnTo>
                    <a:pt x="368" y="1007"/>
                  </a:lnTo>
                  <a:lnTo>
                    <a:pt x="358" y="1022"/>
                  </a:lnTo>
                  <a:lnTo>
                    <a:pt x="344" y="1036"/>
                  </a:lnTo>
                  <a:lnTo>
                    <a:pt x="327" y="1048"/>
                  </a:lnTo>
                  <a:lnTo>
                    <a:pt x="306"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5" name="组合 4"/>
            <p:cNvGrpSpPr/>
            <p:nvPr/>
          </p:nvGrpSpPr>
          <p:grpSpPr>
            <a:xfrm>
              <a:off x="9380775" y="2482548"/>
              <a:ext cx="362307" cy="344889"/>
              <a:chOff x="8289913" y="3162328"/>
              <a:chExt cx="362307" cy="344889"/>
            </a:xfrm>
            <a:grpFill/>
          </p:grpSpPr>
          <p:sp>
            <p:nvSpPr>
              <p:cNvPr id="177" name="Freeform 162"/>
              <p:cNvSpPr>
                <a:spLocks noEditPoints="1"/>
              </p:cNvSpPr>
              <p:nvPr/>
            </p:nvSpPr>
            <p:spPr bwMode="auto">
              <a:xfrm>
                <a:off x="8289913" y="3218068"/>
                <a:ext cx="362307" cy="289149"/>
              </a:xfrm>
              <a:custGeom>
                <a:avLst/>
                <a:gdLst>
                  <a:gd name="T0" fmla="*/ 174 w 208"/>
                  <a:gd name="T1" fmla="*/ 62 h 166"/>
                  <a:gd name="T2" fmla="*/ 175 w 208"/>
                  <a:gd name="T3" fmla="*/ 43 h 166"/>
                  <a:gd name="T4" fmla="*/ 122 w 208"/>
                  <a:gd name="T5" fmla="*/ 50 h 166"/>
                  <a:gd name="T6" fmla="*/ 116 w 208"/>
                  <a:gd name="T7" fmla="*/ 53 h 166"/>
                  <a:gd name="T8" fmla="*/ 80 w 208"/>
                  <a:gd name="T9" fmla="*/ 53 h 166"/>
                  <a:gd name="T10" fmla="*/ 75 w 208"/>
                  <a:gd name="T11" fmla="*/ 51 h 166"/>
                  <a:gd name="T12" fmla="*/ 72 w 208"/>
                  <a:gd name="T13" fmla="*/ 51 h 166"/>
                  <a:gd name="T14" fmla="*/ 48 w 208"/>
                  <a:gd name="T15" fmla="*/ 51 h 166"/>
                  <a:gd name="T16" fmla="*/ 48 w 208"/>
                  <a:gd name="T17" fmla="*/ 54 h 166"/>
                  <a:gd name="T18" fmla="*/ 55 w 208"/>
                  <a:gd name="T19" fmla="*/ 58 h 166"/>
                  <a:gd name="T20" fmla="*/ 58 w 208"/>
                  <a:gd name="T21" fmla="*/ 60 h 166"/>
                  <a:gd name="T22" fmla="*/ 127 w 208"/>
                  <a:gd name="T23" fmla="*/ 62 h 166"/>
                  <a:gd name="T24" fmla="*/ 10 w 208"/>
                  <a:gd name="T25" fmla="*/ 6 h 166"/>
                  <a:gd name="T26" fmla="*/ 70 w 208"/>
                  <a:gd name="T27" fmla="*/ 41 h 166"/>
                  <a:gd name="T28" fmla="*/ 10 w 208"/>
                  <a:gd name="T29" fmla="*/ 6 h 166"/>
                  <a:gd name="T30" fmla="*/ 71 w 208"/>
                  <a:gd name="T31" fmla="*/ 0 h 166"/>
                  <a:gd name="T32" fmla="*/ 75 w 208"/>
                  <a:gd name="T33" fmla="*/ 2 h 166"/>
                  <a:gd name="T34" fmla="*/ 76 w 208"/>
                  <a:gd name="T35" fmla="*/ 39 h 166"/>
                  <a:gd name="T36" fmla="*/ 80 w 208"/>
                  <a:gd name="T37" fmla="*/ 38 h 166"/>
                  <a:gd name="T38" fmla="*/ 126 w 208"/>
                  <a:gd name="T39" fmla="*/ 14 h 166"/>
                  <a:gd name="T40" fmla="*/ 131 w 208"/>
                  <a:gd name="T41" fmla="*/ 9 h 166"/>
                  <a:gd name="T42" fmla="*/ 166 w 208"/>
                  <a:gd name="T43" fmla="*/ 8 h 166"/>
                  <a:gd name="T44" fmla="*/ 169 w 208"/>
                  <a:gd name="T45" fmla="*/ 9 h 166"/>
                  <a:gd name="T46" fmla="*/ 172 w 208"/>
                  <a:gd name="T47" fmla="*/ 10 h 166"/>
                  <a:gd name="T48" fmla="*/ 175 w 208"/>
                  <a:gd name="T49" fmla="*/ 14 h 166"/>
                  <a:gd name="T50" fmla="*/ 207 w 208"/>
                  <a:gd name="T51" fmla="*/ 67 h 166"/>
                  <a:gd name="T52" fmla="*/ 208 w 208"/>
                  <a:gd name="T53" fmla="*/ 74 h 166"/>
                  <a:gd name="T54" fmla="*/ 206 w 208"/>
                  <a:gd name="T55" fmla="*/ 80 h 166"/>
                  <a:gd name="T56" fmla="*/ 201 w 208"/>
                  <a:gd name="T57" fmla="*/ 85 h 166"/>
                  <a:gd name="T58" fmla="*/ 194 w 208"/>
                  <a:gd name="T59" fmla="*/ 86 h 166"/>
                  <a:gd name="T60" fmla="*/ 193 w 208"/>
                  <a:gd name="T61" fmla="*/ 163 h 166"/>
                  <a:gd name="T62" fmla="*/ 189 w 208"/>
                  <a:gd name="T63" fmla="*/ 166 h 166"/>
                  <a:gd name="T64" fmla="*/ 185 w 208"/>
                  <a:gd name="T65" fmla="*/ 163 h 166"/>
                  <a:gd name="T66" fmla="*/ 184 w 208"/>
                  <a:gd name="T67" fmla="*/ 86 h 166"/>
                  <a:gd name="T68" fmla="*/ 171 w 208"/>
                  <a:gd name="T69" fmla="*/ 157 h 166"/>
                  <a:gd name="T70" fmla="*/ 168 w 208"/>
                  <a:gd name="T71" fmla="*/ 163 h 166"/>
                  <a:gd name="T72" fmla="*/ 162 w 208"/>
                  <a:gd name="T73" fmla="*/ 166 h 166"/>
                  <a:gd name="T74" fmla="*/ 155 w 208"/>
                  <a:gd name="T75" fmla="*/ 163 h 166"/>
                  <a:gd name="T76" fmla="*/ 153 w 208"/>
                  <a:gd name="T77" fmla="*/ 157 h 166"/>
                  <a:gd name="T78" fmla="*/ 147 w 208"/>
                  <a:gd name="T79" fmla="*/ 86 h 166"/>
                  <a:gd name="T80" fmla="*/ 147 w 208"/>
                  <a:gd name="T81" fmla="*/ 161 h 166"/>
                  <a:gd name="T82" fmla="*/ 141 w 208"/>
                  <a:gd name="T83" fmla="*/ 165 h 166"/>
                  <a:gd name="T84" fmla="*/ 135 w 208"/>
                  <a:gd name="T85" fmla="*/ 165 h 166"/>
                  <a:gd name="T86" fmla="*/ 130 w 208"/>
                  <a:gd name="T87" fmla="*/ 161 h 166"/>
                  <a:gd name="T88" fmla="*/ 129 w 208"/>
                  <a:gd name="T89" fmla="*/ 86 h 166"/>
                  <a:gd name="T90" fmla="*/ 29 w 208"/>
                  <a:gd name="T91" fmla="*/ 161 h 166"/>
                  <a:gd name="T92" fmla="*/ 26 w 208"/>
                  <a:gd name="T93" fmla="*/ 165 h 166"/>
                  <a:gd name="T94" fmla="*/ 21 w 208"/>
                  <a:gd name="T95" fmla="*/ 165 h 166"/>
                  <a:gd name="T96" fmla="*/ 19 w 208"/>
                  <a:gd name="T97" fmla="*/ 161 h 166"/>
                  <a:gd name="T98" fmla="*/ 11 w 208"/>
                  <a:gd name="T99" fmla="*/ 86 h 166"/>
                  <a:gd name="T100" fmla="*/ 4 w 208"/>
                  <a:gd name="T101" fmla="*/ 83 h 166"/>
                  <a:gd name="T102" fmla="*/ 0 w 208"/>
                  <a:gd name="T103" fmla="*/ 77 h 166"/>
                  <a:gd name="T104" fmla="*/ 0 w 208"/>
                  <a:gd name="T105" fmla="*/ 69 h 166"/>
                  <a:gd name="T106" fmla="*/ 4 w 208"/>
                  <a:gd name="T107" fmla="*/ 64 h 166"/>
                  <a:gd name="T108" fmla="*/ 11 w 208"/>
                  <a:gd name="T109" fmla="*/ 62 h 166"/>
                  <a:gd name="T110" fmla="*/ 22 w 208"/>
                  <a:gd name="T111" fmla="*/ 60 h 166"/>
                  <a:gd name="T112" fmla="*/ 23 w 208"/>
                  <a:gd name="T113" fmla="*/ 58 h 166"/>
                  <a:gd name="T114" fmla="*/ 30 w 208"/>
                  <a:gd name="T115" fmla="*/ 54 h 166"/>
                  <a:gd name="T116" fmla="*/ 32 w 208"/>
                  <a:gd name="T117" fmla="*/ 54 h 166"/>
                  <a:gd name="T118" fmla="*/ 9 w 208"/>
                  <a:gd name="T119" fmla="*/ 51 h 166"/>
                  <a:gd name="T120" fmla="*/ 4 w 208"/>
                  <a:gd name="T121" fmla="*/ 48 h 166"/>
                  <a:gd name="T122" fmla="*/ 3 w 208"/>
                  <a:gd name="T123" fmla="*/ 5 h 166"/>
                  <a:gd name="T124" fmla="*/ 7 w 208"/>
                  <a:gd name="T1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166">
                    <a:moveTo>
                      <a:pt x="175" y="43"/>
                    </a:moveTo>
                    <a:lnTo>
                      <a:pt x="174" y="62"/>
                    </a:lnTo>
                    <a:lnTo>
                      <a:pt x="186" y="62"/>
                    </a:lnTo>
                    <a:lnTo>
                      <a:pt x="175" y="43"/>
                    </a:lnTo>
                    <a:close/>
                    <a:moveTo>
                      <a:pt x="126" y="42"/>
                    </a:moveTo>
                    <a:lnTo>
                      <a:pt x="122" y="50"/>
                    </a:lnTo>
                    <a:lnTo>
                      <a:pt x="119" y="52"/>
                    </a:lnTo>
                    <a:lnTo>
                      <a:pt x="116" y="53"/>
                    </a:lnTo>
                    <a:lnTo>
                      <a:pt x="115" y="53"/>
                    </a:lnTo>
                    <a:lnTo>
                      <a:pt x="80" y="53"/>
                    </a:lnTo>
                    <a:lnTo>
                      <a:pt x="77" y="53"/>
                    </a:lnTo>
                    <a:lnTo>
                      <a:pt x="75" y="51"/>
                    </a:lnTo>
                    <a:lnTo>
                      <a:pt x="74" y="50"/>
                    </a:lnTo>
                    <a:lnTo>
                      <a:pt x="72" y="51"/>
                    </a:lnTo>
                    <a:lnTo>
                      <a:pt x="71" y="51"/>
                    </a:lnTo>
                    <a:lnTo>
                      <a:pt x="48" y="51"/>
                    </a:lnTo>
                    <a:lnTo>
                      <a:pt x="48" y="54"/>
                    </a:lnTo>
                    <a:lnTo>
                      <a:pt x="48" y="54"/>
                    </a:lnTo>
                    <a:lnTo>
                      <a:pt x="48" y="54"/>
                    </a:lnTo>
                    <a:lnTo>
                      <a:pt x="55" y="58"/>
                    </a:lnTo>
                    <a:lnTo>
                      <a:pt x="57" y="59"/>
                    </a:lnTo>
                    <a:lnTo>
                      <a:pt x="58" y="60"/>
                    </a:lnTo>
                    <a:lnTo>
                      <a:pt x="57" y="62"/>
                    </a:lnTo>
                    <a:lnTo>
                      <a:pt x="127" y="62"/>
                    </a:lnTo>
                    <a:lnTo>
                      <a:pt x="126" y="42"/>
                    </a:lnTo>
                    <a:close/>
                    <a:moveTo>
                      <a:pt x="10" y="6"/>
                    </a:moveTo>
                    <a:lnTo>
                      <a:pt x="10" y="41"/>
                    </a:lnTo>
                    <a:lnTo>
                      <a:pt x="70" y="41"/>
                    </a:lnTo>
                    <a:lnTo>
                      <a:pt x="70" y="6"/>
                    </a:lnTo>
                    <a:lnTo>
                      <a:pt x="10" y="6"/>
                    </a:lnTo>
                    <a:close/>
                    <a:moveTo>
                      <a:pt x="9" y="0"/>
                    </a:moveTo>
                    <a:lnTo>
                      <a:pt x="71" y="0"/>
                    </a:lnTo>
                    <a:lnTo>
                      <a:pt x="73" y="0"/>
                    </a:lnTo>
                    <a:lnTo>
                      <a:pt x="75" y="2"/>
                    </a:lnTo>
                    <a:lnTo>
                      <a:pt x="76" y="5"/>
                    </a:lnTo>
                    <a:lnTo>
                      <a:pt x="76" y="39"/>
                    </a:lnTo>
                    <a:lnTo>
                      <a:pt x="78" y="38"/>
                    </a:lnTo>
                    <a:lnTo>
                      <a:pt x="80" y="38"/>
                    </a:lnTo>
                    <a:lnTo>
                      <a:pt x="111" y="38"/>
                    </a:lnTo>
                    <a:lnTo>
                      <a:pt x="126" y="14"/>
                    </a:lnTo>
                    <a:lnTo>
                      <a:pt x="128" y="11"/>
                    </a:lnTo>
                    <a:lnTo>
                      <a:pt x="131" y="9"/>
                    </a:lnTo>
                    <a:lnTo>
                      <a:pt x="135" y="8"/>
                    </a:lnTo>
                    <a:lnTo>
                      <a:pt x="166" y="8"/>
                    </a:lnTo>
                    <a:lnTo>
                      <a:pt x="168" y="9"/>
                    </a:lnTo>
                    <a:lnTo>
                      <a:pt x="169" y="9"/>
                    </a:lnTo>
                    <a:lnTo>
                      <a:pt x="169" y="9"/>
                    </a:lnTo>
                    <a:lnTo>
                      <a:pt x="172" y="10"/>
                    </a:lnTo>
                    <a:lnTo>
                      <a:pt x="173" y="11"/>
                    </a:lnTo>
                    <a:lnTo>
                      <a:pt x="175" y="14"/>
                    </a:lnTo>
                    <a:lnTo>
                      <a:pt x="205" y="65"/>
                    </a:lnTo>
                    <a:lnTo>
                      <a:pt x="207" y="67"/>
                    </a:lnTo>
                    <a:lnTo>
                      <a:pt x="208" y="71"/>
                    </a:lnTo>
                    <a:lnTo>
                      <a:pt x="208" y="74"/>
                    </a:lnTo>
                    <a:lnTo>
                      <a:pt x="208" y="77"/>
                    </a:lnTo>
                    <a:lnTo>
                      <a:pt x="206" y="80"/>
                    </a:lnTo>
                    <a:lnTo>
                      <a:pt x="204" y="83"/>
                    </a:lnTo>
                    <a:lnTo>
                      <a:pt x="201" y="85"/>
                    </a:lnTo>
                    <a:lnTo>
                      <a:pt x="198" y="86"/>
                    </a:lnTo>
                    <a:lnTo>
                      <a:pt x="194" y="86"/>
                    </a:lnTo>
                    <a:lnTo>
                      <a:pt x="194" y="161"/>
                    </a:lnTo>
                    <a:lnTo>
                      <a:pt x="193" y="163"/>
                    </a:lnTo>
                    <a:lnTo>
                      <a:pt x="191" y="165"/>
                    </a:lnTo>
                    <a:lnTo>
                      <a:pt x="189" y="166"/>
                    </a:lnTo>
                    <a:lnTo>
                      <a:pt x="186" y="165"/>
                    </a:lnTo>
                    <a:lnTo>
                      <a:pt x="185" y="163"/>
                    </a:lnTo>
                    <a:lnTo>
                      <a:pt x="184" y="161"/>
                    </a:lnTo>
                    <a:lnTo>
                      <a:pt x="184" y="86"/>
                    </a:lnTo>
                    <a:lnTo>
                      <a:pt x="171" y="86"/>
                    </a:lnTo>
                    <a:lnTo>
                      <a:pt x="171" y="157"/>
                    </a:lnTo>
                    <a:lnTo>
                      <a:pt x="169" y="161"/>
                    </a:lnTo>
                    <a:lnTo>
                      <a:pt x="168" y="163"/>
                    </a:lnTo>
                    <a:lnTo>
                      <a:pt x="165" y="165"/>
                    </a:lnTo>
                    <a:lnTo>
                      <a:pt x="162" y="166"/>
                    </a:lnTo>
                    <a:lnTo>
                      <a:pt x="159" y="165"/>
                    </a:lnTo>
                    <a:lnTo>
                      <a:pt x="155" y="163"/>
                    </a:lnTo>
                    <a:lnTo>
                      <a:pt x="154" y="161"/>
                    </a:lnTo>
                    <a:lnTo>
                      <a:pt x="153" y="157"/>
                    </a:lnTo>
                    <a:lnTo>
                      <a:pt x="153" y="86"/>
                    </a:lnTo>
                    <a:lnTo>
                      <a:pt x="147" y="86"/>
                    </a:lnTo>
                    <a:lnTo>
                      <a:pt x="147" y="157"/>
                    </a:lnTo>
                    <a:lnTo>
                      <a:pt x="147" y="161"/>
                    </a:lnTo>
                    <a:lnTo>
                      <a:pt x="144" y="163"/>
                    </a:lnTo>
                    <a:lnTo>
                      <a:pt x="141" y="165"/>
                    </a:lnTo>
                    <a:lnTo>
                      <a:pt x="138" y="166"/>
                    </a:lnTo>
                    <a:lnTo>
                      <a:pt x="135" y="165"/>
                    </a:lnTo>
                    <a:lnTo>
                      <a:pt x="133" y="163"/>
                    </a:lnTo>
                    <a:lnTo>
                      <a:pt x="130" y="161"/>
                    </a:lnTo>
                    <a:lnTo>
                      <a:pt x="129" y="157"/>
                    </a:lnTo>
                    <a:lnTo>
                      <a:pt x="129" y="86"/>
                    </a:lnTo>
                    <a:lnTo>
                      <a:pt x="29" y="86"/>
                    </a:lnTo>
                    <a:lnTo>
                      <a:pt x="29" y="161"/>
                    </a:lnTo>
                    <a:lnTo>
                      <a:pt x="28" y="163"/>
                    </a:lnTo>
                    <a:lnTo>
                      <a:pt x="26" y="165"/>
                    </a:lnTo>
                    <a:lnTo>
                      <a:pt x="24" y="166"/>
                    </a:lnTo>
                    <a:lnTo>
                      <a:pt x="21" y="165"/>
                    </a:lnTo>
                    <a:lnTo>
                      <a:pt x="20" y="163"/>
                    </a:lnTo>
                    <a:lnTo>
                      <a:pt x="19" y="161"/>
                    </a:lnTo>
                    <a:lnTo>
                      <a:pt x="19" y="86"/>
                    </a:lnTo>
                    <a:lnTo>
                      <a:pt x="11" y="86"/>
                    </a:lnTo>
                    <a:lnTo>
                      <a:pt x="8" y="85"/>
                    </a:lnTo>
                    <a:lnTo>
                      <a:pt x="4" y="83"/>
                    </a:lnTo>
                    <a:lnTo>
                      <a:pt x="2" y="80"/>
                    </a:lnTo>
                    <a:lnTo>
                      <a:pt x="0" y="77"/>
                    </a:lnTo>
                    <a:lnTo>
                      <a:pt x="0" y="74"/>
                    </a:lnTo>
                    <a:lnTo>
                      <a:pt x="0" y="69"/>
                    </a:lnTo>
                    <a:lnTo>
                      <a:pt x="2" y="66"/>
                    </a:lnTo>
                    <a:lnTo>
                      <a:pt x="4" y="64"/>
                    </a:lnTo>
                    <a:lnTo>
                      <a:pt x="8" y="62"/>
                    </a:lnTo>
                    <a:lnTo>
                      <a:pt x="11" y="62"/>
                    </a:lnTo>
                    <a:lnTo>
                      <a:pt x="22" y="62"/>
                    </a:lnTo>
                    <a:lnTo>
                      <a:pt x="22" y="60"/>
                    </a:lnTo>
                    <a:lnTo>
                      <a:pt x="22" y="59"/>
                    </a:lnTo>
                    <a:lnTo>
                      <a:pt x="23" y="58"/>
                    </a:lnTo>
                    <a:lnTo>
                      <a:pt x="23" y="58"/>
                    </a:lnTo>
                    <a:lnTo>
                      <a:pt x="30" y="54"/>
                    </a:lnTo>
                    <a:lnTo>
                      <a:pt x="30" y="54"/>
                    </a:lnTo>
                    <a:lnTo>
                      <a:pt x="32" y="54"/>
                    </a:lnTo>
                    <a:lnTo>
                      <a:pt x="32" y="51"/>
                    </a:lnTo>
                    <a:lnTo>
                      <a:pt x="9" y="51"/>
                    </a:lnTo>
                    <a:lnTo>
                      <a:pt x="7" y="50"/>
                    </a:lnTo>
                    <a:lnTo>
                      <a:pt x="4" y="48"/>
                    </a:lnTo>
                    <a:lnTo>
                      <a:pt x="3" y="46"/>
                    </a:lnTo>
                    <a:lnTo>
                      <a:pt x="3" y="5"/>
                    </a:lnTo>
                    <a:lnTo>
                      <a:pt x="4" y="2"/>
                    </a:lnTo>
                    <a:lnTo>
                      <a:pt x="7" y="0"/>
                    </a:lnTo>
                    <a:lnTo>
                      <a:pt x="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8" name="Freeform 163"/>
              <p:cNvSpPr>
                <a:spLocks/>
              </p:cNvSpPr>
              <p:nvPr/>
            </p:nvSpPr>
            <p:spPr bwMode="auto">
              <a:xfrm>
                <a:off x="8518096" y="3162328"/>
                <a:ext cx="66191" cy="64449"/>
              </a:xfrm>
              <a:custGeom>
                <a:avLst/>
                <a:gdLst>
                  <a:gd name="T0" fmla="*/ 19 w 38"/>
                  <a:gd name="T1" fmla="*/ 0 h 37"/>
                  <a:gd name="T2" fmla="*/ 29 w 38"/>
                  <a:gd name="T3" fmla="*/ 3 h 37"/>
                  <a:gd name="T4" fmla="*/ 35 w 38"/>
                  <a:gd name="T5" fmla="*/ 9 h 37"/>
                  <a:gd name="T6" fmla="*/ 38 w 38"/>
                  <a:gd name="T7" fmla="*/ 19 h 37"/>
                  <a:gd name="T8" fmla="*/ 35 w 38"/>
                  <a:gd name="T9" fmla="*/ 28 h 37"/>
                  <a:gd name="T10" fmla="*/ 29 w 38"/>
                  <a:gd name="T11" fmla="*/ 34 h 37"/>
                  <a:gd name="T12" fmla="*/ 19 w 38"/>
                  <a:gd name="T13" fmla="*/ 37 h 37"/>
                  <a:gd name="T14" fmla="*/ 10 w 38"/>
                  <a:gd name="T15" fmla="*/ 34 h 37"/>
                  <a:gd name="T16" fmla="*/ 4 w 38"/>
                  <a:gd name="T17" fmla="*/ 28 h 37"/>
                  <a:gd name="T18" fmla="*/ 0 w 38"/>
                  <a:gd name="T19" fmla="*/ 19 h 37"/>
                  <a:gd name="T20" fmla="*/ 4 w 38"/>
                  <a:gd name="T21" fmla="*/ 9 h 37"/>
                  <a:gd name="T22" fmla="*/ 10 w 38"/>
                  <a:gd name="T23" fmla="*/ 3 h 37"/>
                  <a:gd name="T24" fmla="*/ 19 w 38"/>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7">
                    <a:moveTo>
                      <a:pt x="19" y="0"/>
                    </a:moveTo>
                    <a:lnTo>
                      <a:pt x="29" y="3"/>
                    </a:lnTo>
                    <a:lnTo>
                      <a:pt x="35" y="9"/>
                    </a:lnTo>
                    <a:lnTo>
                      <a:pt x="38" y="19"/>
                    </a:lnTo>
                    <a:lnTo>
                      <a:pt x="35" y="28"/>
                    </a:lnTo>
                    <a:lnTo>
                      <a:pt x="29" y="34"/>
                    </a:lnTo>
                    <a:lnTo>
                      <a:pt x="19" y="37"/>
                    </a:lnTo>
                    <a:lnTo>
                      <a:pt x="10" y="34"/>
                    </a:lnTo>
                    <a:lnTo>
                      <a:pt x="4" y="28"/>
                    </a:lnTo>
                    <a:lnTo>
                      <a:pt x="0" y="19"/>
                    </a:lnTo>
                    <a:lnTo>
                      <a:pt x="4" y="9"/>
                    </a:lnTo>
                    <a:lnTo>
                      <a:pt x="10"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 name="组合 5"/>
          <p:cNvGrpSpPr/>
          <p:nvPr/>
        </p:nvGrpSpPr>
        <p:grpSpPr>
          <a:xfrm>
            <a:off x="2815007" y="1935217"/>
            <a:ext cx="571765" cy="1692604"/>
            <a:chOff x="2267202" y="1680422"/>
            <a:chExt cx="658423" cy="1949140"/>
          </a:xfrm>
          <a:solidFill>
            <a:schemeClr val="accent1"/>
          </a:solidFill>
        </p:grpSpPr>
        <p:sp>
          <p:nvSpPr>
            <p:cNvPr id="180" name="Freeform 37"/>
            <p:cNvSpPr>
              <a:spLocks/>
            </p:cNvSpPr>
            <p:nvPr/>
          </p:nvSpPr>
          <p:spPr bwMode="auto">
            <a:xfrm>
              <a:off x="2267202" y="1680422"/>
              <a:ext cx="658423" cy="1949140"/>
            </a:xfrm>
            <a:custGeom>
              <a:avLst/>
              <a:gdLst>
                <a:gd name="T0" fmla="*/ 0 w 378"/>
                <a:gd name="T1" fmla="*/ 0 h 1119"/>
                <a:gd name="T2" fmla="*/ 259 w 378"/>
                <a:gd name="T3" fmla="*/ 37 h 1119"/>
                <a:gd name="T4" fmla="*/ 283 w 378"/>
                <a:gd name="T5" fmla="*/ 42 h 1119"/>
                <a:gd name="T6" fmla="*/ 306 w 378"/>
                <a:gd name="T7" fmla="*/ 50 h 1119"/>
                <a:gd name="T8" fmla="*/ 326 w 378"/>
                <a:gd name="T9" fmla="*/ 60 h 1119"/>
                <a:gd name="T10" fmla="*/ 343 w 378"/>
                <a:gd name="T11" fmla="*/ 72 h 1119"/>
                <a:gd name="T12" fmla="*/ 357 w 378"/>
                <a:gd name="T13" fmla="*/ 86 h 1119"/>
                <a:gd name="T14" fmla="*/ 368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8 w 378"/>
                <a:gd name="T27" fmla="*/ 1022 h 1119"/>
                <a:gd name="T28" fmla="*/ 344 w 378"/>
                <a:gd name="T29" fmla="*/ 1036 h 1119"/>
                <a:gd name="T30" fmla="*/ 327 w 378"/>
                <a:gd name="T31" fmla="*/ 1048 h 1119"/>
                <a:gd name="T32" fmla="*/ 307 w 378"/>
                <a:gd name="T33" fmla="*/ 1058 h 1119"/>
                <a:gd name="T34" fmla="*/ 284 w 378"/>
                <a:gd name="T35" fmla="*/ 1066 h 1119"/>
                <a:gd name="T36" fmla="*/ 259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59" y="37"/>
                  </a:lnTo>
                  <a:lnTo>
                    <a:pt x="283" y="42"/>
                  </a:lnTo>
                  <a:lnTo>
                    <a:pt x="306" y="50"/>
                  </a:lnTo>
                  <a:lnTo>
                    <a:pt x="326" y="60"/>
                  </a:lnTo>
                  <a:lnTo>
                    <a:pt x="343" y="72"/>
                  </a:lnTo>
                  <a:lnTo>
                    <a:pt x="357" y="86"/>
                  </a:lnTo>
                  <a:lnTo>
                    <a:pt x="368" y="101"/>
                  </a:lnTo>
                  <a:lnTo>
                    <a:pt x="376" y="119"/>
                  </a:lnTo>
                  <a:lnTo>
                    <a:pt x="378" y="140"/>
                  </a:lnTo>
                  <a:lnTo>
                    <a:pt x="378" y="968"/>
                  </a:lnTo>
                  <a:lnTo>
                    <a:pt x="376"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2462290" y="2482548"/>
              <a:ext cx="165477" cy="344888"/>
              <a:chOff x="3505027" y="3162328"/>
              <a:chExt cx="165477" cy="344888"/>
            </a:xfrm>
            <a:grpFill/>
          </p:grpSpPr>
          <p:sp>
            <p:nvSpPr>
              <p:cNvPr id="186" name="Freeform 157"/>
              <p:cNvSpPr>
                <a:spLocks/>
              </p:cNvSpPr>
              <p:nvPr/>
            </p:nvSpPr>
            <p:spPr bwMode="auto">
              <a:xfrm>
                <a:off x="3557283" y="3162328"/>
                <a:ext cx="62707" cy="62707"/>
              </a:xfrm>
              <a:custGeom>
                <a:avLst/>
                <a:gdLst>
                  <a:gd name="T0" fmla="*/ 19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9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9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9" y="0"/>
                    </a:moveTo>
                    <a:lnTo>
                      <a:pt x="27" y="3"/>
                    </a:lnTo>
                    <a:lnTo>
                      <a:pt x="34" y="9"/>
                    </a:lnTo>
                    <a:lnTo>
                      <a:pt x="36" y="18"/>
                    </a:lnTo>
                    <a:lnTo>
                      <a:pt x="34" y="28"/>
                    </a:lnTo>
                    <a:lnTo>
                      <a:pt x="27" y="34"/>
                    </a:lnTo>
                    <a:lnTo>
                      <a:pt x="19" y="36"/>
                    </a:lnTo>
                    <a:lnTo>
                      <a:pt x="9" y="34"/>
                    </a:lnTo>
                    <a:lnTo>
                      <a:pt x="2" y="28"/>
                    </a:lnTo>
                    <a:lnTo>
                      <a:pt x="0" y="18"/>
                    </a:lnTo>
                    <a:lnTo>
                      <a:pt x="2" y="9"/>
                    </a:lnTo>
                    <a:lnTo>
                      <a:pt x="9"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7" name="Freeform 158"/>
              <p:cNvSpPr>
                <a:spLocks noEditPoints="1"/>
              </p:cNvSpPr>
              <p:nvPr/>
            </p:nvSpPr>
            <p:spPr bwMode="auto">
              <a:xfrm>
                <a:off x="3505027" y="3176263"/>
                <a:ext cx="165477" cy="330953"/>
              </a:xfrm>
              <a:custGeom>
                <a:avLst/>
                <a:gdLst>
                  <a:gd name="T0" fmla="*/ 71 w 95"/>
                  <a:gd name="T1" fmla="*/ 21 h 190"/>
                  <a:gd name="T2" fmla="*/ 73 w 95"/>
                  <a:gd name="T3" fmla="*/ 23 h 190"/>
                  <a:gd name="T4" fmla="*/ 77 w 95"/>
                  <a:gd name="T5" fmla="*/ 23 h 190"/>
                  <a:gd name="T6" fmla="*/ 77 w 95"/>
                  <a:gd name="T7" fmla="*/ 21 h 190"/>
                  <a:gd name="T8" fmla="*/ 70 w 95"/>
                  <a:gd name="T9" fmla="*/ 3 h 190"/>
                  <a:gd name="T10" fmla="*/ 69 w 95"/>
                  <a:gd name="T11" fmla="*/ 15 h 190"/>
                  <a:gd name="T12" fmla="*/ 73 w 95"/>
                  <a:gd name="T13" fmla="*/ 17 h 190"/>
                  <a:gd name="T14" fmla="*/ 79 w 95"/>
                  <a:gd name="T15" fmla="*/ 16 h 190"/>
                  <a:gd name="T16" fmla="*/ 79 w 95"/>
                  <a:gd name="T17" fmla="*/ 4 h 190"/>
                  <a:gd name="T18" fmla="*/ 73 w 95"/>
                  <a:gd name="T19" fmla="*/ 2 h 190"/>
                  <a:gd name="T20" fmla="*/ 76 w 95"/>
                  <a:gd name="T21" fmla="*/ 1 h 190"/>
                  <a:gd name="T22" fmla="*/ 75 w 95"/>
                  <a:gd name="T23" fmla="*/ 0 h 190"/>
                  <a:gd name="T24" fmla="*/ 75 w 95"/>
                  <a:gd name="T25" fmla="*/ 1 h 190"/>
                  <a:gd name="T26" fmla="*/ 73 w 95"/>
                  <a:gd name="T27" fmla="*/ 1 h 190"/>
                  <a:gd name="T28" fmla="*/ 74 w 95"/>
                  <a:gd name="T29" fmla="*/ 0 h 190"/>
                  <a:gd name="T30" fmla="*/ 79 w 95"/>
                  <a:gd name="T31" fmla="*/ 1 h 190"/>
                  <a:gd name="T32" fmla="*/ 81 w 95"/>
                  <a:gd name="T33" fmla="*/ 21 h 190"/>
                  <a:gd name="T34" fmla="*/ 82 w 95"/>
                  <a:gd name="T35" fmla="*/ 22 h 190"/>
                  <a:gd name="T36" fmla="*/ 90 w 95"/>
                  <a:gd name="T37" fmla="*/ 25 h 190"/>
                  <a:gd name="T38" fmla="*/ 95 w 95"/>
                  <a:gd name="T39" fmla="*/ 60 h 190"/>
                  <a:gd name="T40" fmla="*/ 89 w 95"/>
                  <a:gd name="T41" fmla="*/ 65 h 190"/>
                  <a:gd name="T42" fmla="*/ 82 w 95"/>
                  <a:gd name="T43" fmla="*/ 63 h 190"/>
                  <a:gd name="T44" fmla="*/ 70 w 95"/>
                  <a:gd name="T45" fmla="*/ 101 h 190"/>
                  <a:gd name="T46" fmla="*/ 68 w 95"/>
                  <a:gd name="T47" fmla="*/ 185 h 190"/>
                  <a:gd name="T48" fmla="*/ 61 w 95"/>
                  <a:gd name="T49" fmla="*/ 190 h 190"/>
                  <a:gd name="T50" fmla="*/ 52 w 95"/>
                  <a:gd name="T51" fmla="*/ 185 h 190"/>
                  <a:gd name="T52" fmla="*/ 45 w 95"/>
                  <a:gd name="T53" fmla="*/ 108 h 190"/>
                  <a:gd name="T54" fmla="*/ 42 w 95"/>
                  <a:gd name="T55" fmla="*/ 187 h 190"/>
                  <a:gd name="T56" fmla="*/ 33 w 95"/>
                  <a:gd name="T57" fmla="*/ 189 h 190"/>
                  <a:gd name="T58" fmla="*/ 28 w 95"/>
                  <a:gd name="T59" fmla="*/ 181 h 190"/>
                  <a:gd name="T60" fmla="*/ 26 w 95"/>
                  <a:gd name="T61" fmla="*/ 98 h 190"/>
                  <a:gd name="T62" fmla="*/ 12 w 95"/>
                  <a:gd name="T63" fmla="*/ 110 h 190"/>
                  <a:gd name="T64" fmla="*/ 4 w 95"/>
                  <a:gd name="T65" fmla="*/ 112 h 190"/>
                  <a:gd name="T66" fmla="*/ 0 w 95"/>
                  <a:gd name="T67" fmla="*/ 104 h 190"/>
                  <a:gd name="T68" fmla="*/ 25 w 95"/>
                  <a:gd name="T69" fmla="*/ 37 h 190"/>
                  <a:gd name="T70" fmla="*/ 29 w 95"/>
                  <a:gd name="T71" fmla="*/ 32 h 190"/>
                  <a:gd name="T72" fmla="*/ 64 w 95"/>
                  <a:gd name="T73" fmla="*/ 30 h 190"/>
                  <a:gd name="T74" fmla="*/ 70 w 95"/>
                  <a:gd name="T75" fmla="*/ 33 h 190"/>
                  <a:gd name="T76" fmla="*/ 76 w 95"/>
                  <a:gd name="T77" fmla="*/ 27 h 190"/>
                  <a:gd name="T78" fmla="*/ 77 w 95"/>
                  <a:gd name="T79" fmla="*/ 25 h 190"/>
                  <a:gd name="T80" fmla="*/ 68 w 95"/>
                  <a:gd name="T81" fmla="*/ 23 h 190"/>
                  <a:gd name="T82" fmla="*/ 68 w 95"/>
                  <a:gd name="T83"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90">
                    <a:moveTo>
                      <a:pt x="73" y="21"/>
                    </a:moveTo>
                    <a:lnTo>
                      <a:pt x="71" y="21"/>
                    </a:lnTo>
                    <a:lnTo>
                      <a:pt x="71" y="21"/>
                    </a:lnTo>
                    <a:lnTo>
                      <a:pt x="71" y="23"/>
                    </a:lnTo>
                    <a:lnTo>
                      <a:pt x="71" y="23"/>
                    </a:lnTo>
                    <a:lnTo>
                      <a:pt x="73" y="23"/>
                    </a:lnTo>
                    <a:lnTo>
                      <a:pt x="77" y="23"/>
                    </a:lnTo>
                    <a:lnTo>
                      <a:pt x="77" y="23"/>
                    </a:lnTo>
                    <a:lnTo>
                      <a:pt x="77" y="23"/>
                    </a:lnTo>
                    <a:lnTo>
                      <a:pt x="77" y="21"/>
                    </a:lnTo>
                    <a:lnTo>
                      <a:pt x="77" y="21"/>
                    </a:lnTo>
                    <a:lnTo>
                      <a:pt x="77" y="21"/>
                    </a:lnTo>
                    <a:lnTo>
                      <a:pt x="73" y="21"/>
                    </a:lnTo>
                    <a:close/>
                    <a:moveTo>
                      <a:pt x="73" y="2"/>
                    </a:moveTo>
                    <a:lnTo>
                      <a:pt x="70" y="3"/>
                    </a:lnTo>
                    <a:lnTo>
                      <a:pt x="69" y="4"/>
                    </a:lnTo>
                    <a:lnTo>
                      <a:pt x="69" y="5"/>
                    </a:lnTo>
                    <a:lnTo>
                      <a:pt x="69" y="15"/>
                    </a:lnTo>
                    <a:lnTo>
                      <a:pt x="69" y="16"/>
                    </a:lnTo>
                    <a:lnTo>
                      <a:pt x="70" y="17"/>
                    </a:lnTo>
                    <a:lnTo>
                      <a:pt x="73" y="17"/>
                    </a:lnTo>
                    <a:lnTo>
                      <a:pt x="76" y="17"/>
                    </a:lnTo>
                    <a:lnTo>
                      <a:pt x="78" y="17"/>
                    </a:lnTo>
                    <a:lnTo>
                      <a:pt x="79" y="16"/>
                    </a:lnTo>
                    <a:lnTo>
                      <a:pt x="79" y="15"/>
                    </a:lnTo>
                    <a:lnTo>
                      <a:pt x="79" y="5"/>
                    </a:lnTo>
                    <a:lnTo>
                      <a:pt x="79" y="4"/>
                    </a:lnTo>
                    <a:lnTo>
                      <a:pt x="78" y="3"/>
                    </a:lnTo>
                    <a:lnTo>
                      <a:pt x="76" y="2"/>
                    </a:lnTo>
                    <a:lnTo>
                      <a:pt x="73" y="2"/>
                    </a:lnTo>
                    <a:close/>
                    <a:moveTo>
                      <a:pt x="76" y="0"/>
                    </a:moveTo>
                    <a:lnTo>
                      <a:pt x="75" y="1"/>
                    </a:lnTo>
                    <a:lnTo>
                      <a:pt x="76" y="1"/>
                    </a:lnTo>
                    <a:lnTo>
                      <a:pt x="76" y="1"/>
                    </a:lnTo>
                    <a:lnTo>
                      <a:pt x="76" y="0"/>
                    </a:lnTo>
                    <a:close/>
                    <a:moveTo>
                      <a:pt x="75" y="0"/>
                    </a:moveTo>
                    <a:lnTo>
                      <a:pt x="74" y="1"/>
                    </a:lnTo>
                    <a:lnTo>
                      <a:pt x="75" y="1"/>
                    </a:lnTo>
                    <a:lnTo>
                      <a:pt x="75" y="1"/>
                    </a:lnTo>
                    <a:lnTo>
                      <a:pt x="75" y="0"/>
                    </a:lnTo>
                    <a:close/>
                    <a:moveTo>
                      <a:pt x="74" y="0"/>
                    </a:moveTo>
                    <a:lnTo>
                      <a:pt x="73" y="1"/>
                    </a:lnTo>
                    <a:lnTo>
                      <a:pt x="74" y="1"/>
                    </a:lnTo>
                    <a:lnTo>
                      <a:pt x="74" y="1"/>
                    </a:lnTo>
                    <a:lnTo>
                      <a:pt x="74" y="0"/>
                    </a:lnTo>
                    <a:close/>
                    <a:moveTo>
                      <a:pt x="71" y="0"/>
                    </a:moveTo>
                    <a:lnTo>
                      <a:pt x="77" y="0"/>
                    </a:lnTo>
                    <a:lnTo>
                      <a:pt x="79" y="1"/>
                    </a:lnTo>
                    <a:lnTo>
                      <a:pt x="80" y="2"/>
                    </a:lnTo>
                    <a:lnTo>
                      <a:pt x="81" y="4"/>
                    </a:lnTo>
                    <a:lnTo>
                      <a:pt x="81" y="21"/>
                    </a:lnTo>
                    <a:lnTo>
                      <a:pt x="81" y="22"/>
                    </a:lnTo>
                    <a:lnTo>
                      <a:pt x="81" y="22"/>
                    </a:lnTo>
                    <a:lnTo>
                      <a:pt x="82" y="22"/>
                    </a:lnTo>
                    <a:lnTo>
                      <a:pt x="86" y="22"/>
                    </a:lnTo>
                    <a:lnTo>
                      <a:pt x="88" y="23"/>
                    </a:lnTo>
                    <a:lnTo>
                      <a:pt x="90" y="25"/>
                    </a:lnTo>
                    <a:lnTo>
                      <a:pt x="91" y="28"/>
                    </a:lnTo>
                    <a:lnTo>
                      <a:pt x="95" y="57"/>
                    </a:lnTo>
                    <a:lnTo>
                      <a:pt x="95" y="60"/>
                    </a:lnTo>
                    <a:lnTo>
                      <a:pt x="94" y="63"/>
                    </a:lnTo>
                    <a:lnTo>
                      <a:pt x="92" y="64"/>
                    </a:lnTo>
                    <a:lnTo>
                      <a:pt x="89" y="65"/>
                    </a:lnTo>
                    <a:lnTo>
                      <a:pt x="87" y="65"/>
                    </a:lnTo>
                    <a:lnTo>
                      <a:pt x="84" y="64"/>
                    </a:lnTo>
                    <a:lnTo>
                      <a:pt x="82" y="63"/>
                    </a:lnTo>
                    <a:lnTo>
                      <a:pt x="73" y="54"/>
                    </a:lnTo>
                    <a:lnTo>
                      <a:pt x="70" y="98"/>
                    </a:lnTo>
                    <a:lnTo>
                      <a:pt x="70" y="101"/>
                    </a:lnTo>
                    <a:lnTo>
                      <a:pt x="69" y="103"/>
                    </a:lnTo>
                    <a:lnTo>
                      <a:pt x="69" y="181"/>
                    </a:lnTo>
                    <a:lnTo>
                      <a:pt x="68" y="185"/>
                    </a:lnTo>
                    <a:lnTo>
                      <a:pt x="66" y="187"/>
                    </a:lnTo>
                    <a:lnTo>
                      <a:pt x="64" y="189"/>
                    </a:lnTo>
                    <a:lnTo>
                      <a:pt x="61" y="190"/>
                    </a:lnTo>
                    <a:lnTo>
                      <a:pt x="57" y="189"/>
                    </a:lnTo>
                    <a:lnTo>
                      <a:pt x="54" y="187"/>
                    </a:lnTo>
                    <a:lnTo>
                      <a:pt x="52" y="185"/>
                    </a:lnTo>
                    <a:lnTo>
                      <a:pt x="52" y="181"/>
                    </a:lnTo>
                    <a:lnTo>
                      <a:pt x="52" y="108"/>
                    </a:lnTo>
                    <a:lnTo>
                      <a:pt x="45" y="108"/>
                    </a:lnTo>
                    <a:lnTo>
                      <a:pt x="45" y="181"/>
                    </a:lnTo>
                    <a:lnTo>
                      <a:pt x="44" y="185"/>
                    </a:lnTo>
                    <a:lnTo>
                      <a:pt x="42" y="187"/>
                    </a:lnTo>
                    <a:lnTo>
                      <a:pt x="40" y="189"/>
                    </a:lnTo>
                    <a:lnTo>
                      <a:pt x="37" y="190"/>
                    </a:lnTo>
                    <a:lnTo>
                      <a:pt x="33" y="189"/>
                    </a:lnTo>
                    <a:lnTo>
                      <a:pt x="30" y="187"/>
                    </a:lnTo>
                    <a:lnTo>
                      <a:pt x="28" y="185"/>
                    </a:lnTo>
                    <a:lnTo>
                      <a:pt x="28" y="181"/>
                    </a:lnTo>
                    <a:lnTo>
                      <a:pt x="28" y="103"/>
                    </a:lnTo>
                    <a:lnTo>
                      <a:pt x="26" y="101"/>
                    </a:lnTo>
                    <a:lnTo>
                      <a:pt x="26" y="98"/>
                    </a:lnTo>
                    <a:lnTo>
                      <a:pt x="25" y="77"/>
                    </a:lnTo>
                    <a:lnTo>
                      <a:pt x="14" y="108"/>
                    </a:lnTo>
                    <a:lnTo>
                      <a:pt x="12" y="110"/>
                    </a:lnTo>
                    <a:lnTo>
                      <a:pt x="10" y="112"/>
                    </a:lnTo>
                    <a:lnTo>
                      <a:pt x="7" y="112"/>
                    </a:lnTo>
                    <a:lnTo>
                      <a:pt x="4" y="112"/>
                    </a:lnTo>
                    <a:lnTo>
                      <a:pt x="2" y="110"/>
                    </a:lnTo>
                    <a:lnTo>
                      <a:pt x="0" y="108"/>
                    </a:lnTo>
                    <a:lnTo>
                      <a:pt x="0" y="104"/>
                    </a:lnTo>
                    <a:lnTo>
                      <a:pt x="0" y="102"/>
                    </a:lnTo>
                    <a:lnTo>
                      <a:pt x="24" y="38"/>
                    </a:lnTo>
                    <a:lnTo>
                      <a:pt x="25" y="37"/>
                    </a:lnTo>
                    <a:lnTo>
                      <a:pt x="26" y="35"/>
                    </a:lnTo>
                    <a:lnTo>
                      <a:pt x="27" y="33"/>
                    </a:lnTo>
                    <a:lnTo>
                      <a:pt x="29" y="32"/>
                    </a:lnTo>
                    <a:lnTo>
                      <a:pt x="31" y="32"/>
                    </a:lnTo>
                    <a:lnTo>
                      <a:pt x="33" y="30"/>
                    </a:lnTo>
                    <a:lnTo>
                      <a:pt x="64" y="30"/>
                    </a:lnTo>
                    <a:lnTo>
                      <a:pt x="65" y="30"/>
                    </a:lnTo>
                    <a:lnTo>
                      <a:pt x="68" y="32"/>
                    </a:lnTo>
                    <a:lnTo>
                      <a:pt x="70" y="33"/>
                    </a:lnTo>
                    <a:lnTo>
                      <a:pt x="78" y="39"/>
                    </a:lnTo>
                    <a:lnTo>
                      <a:pt x="76" y="30"/>
                    </a:lnTo>
                    <a:lnTo>
                      <a:pt x="76" y="27"/>
                    </a:lnTo>
                    <a:lnTo>
                      <a:pt x="77" y="25"/>
                    </a:lnTo>
                    <a:lnTo>
                      <a:pt x="77" y="25"/>
                    </a:lnTo>
                    <a:lnTo>
                      <a:pt x="77" y="25"/>
                    </a:lnTo>
                    <a:lnTo>
                      <a:pt x="71" y="25"/>
                    </a:lnTo>
                    <a:lnTo>
                      <a:pt x="69" y="25"/>
                    </a:lnTo>
                    <a:lnTo>
                      <a:pt x="68" y="23"/>
                    </a:lnTo>
                    <a:lnTo>
                      <a:pt x="67" y="21"/>
                    </a:lnTo>
                    <a:lnTo>
                      <a:pt x="67" y="4"/>
                    </a:lnTo>
                    <a:lnTo>
                      <a:pt x="68" y="2"/>
                    </a:lnTo>
                    <a:lnTo>
                      <a:pt x="69" y="1"/>
                    </a:lnTo>
                    <a:lnTo>
                      <a:pt x="71"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7" name="组合 6"/>
          <p:cNvGrpSpPr/>
          <p:nvPr/>
        </p:nvGrpSpPr>
        <p:grpSpPr>
          <a:xfrm>
            <a:off x="4828313" y="1935217"/>
            <a:ext cx="570252" cy="1692604"/>
            <a:chOff x="4585650" y="1680422"/>
            <a:chExt cx="656681" cy="1949140"/>
          </a:xfrm>
          <a:solidFill>
            <a:schemeClr val="accent2"/>
          </a:solidFill>
        </p:grpSpPr>
        <p:sp>
          <p:nvSpPr>
            <p:cNvPr id="189" name="Freeform 72"/>
            <p:cNvSpPr>
              <a:spLocks/>
            </p:cNvSpPr>
            <p:nvPr/>
          </p:nvSpPr>
          <p:spPr bwMode="auto">
            <a:xfrm>
              <a:off x="4585650" y="1680422"/>
              <a:ext cx="656681" cy="1949140"/>
            </a:xfrm>
            <a:custGeom>
              <a:avLst/>
              <a:gdLst>
                <a:gd name="T0" fmla="*/ 0 w 377"/>
                <a:gd name="T1" fmla="*/ 0 h 1119"/>
                <a:gd name="T2" fmla="*/ 259 w 377"/>
                <a:gd name="T3" fmla="*/ 37 h 1119"/>
                <a:gd name="T4" fmla="*/ 283 w 377"/>
                <a:gd name="T5" fmla="*/ 42 h 1119"/>
                <a:gd name="T6" fmla="*/ 306 w 377"/>
                <a:gd name="T7" fmla="*/ 50 h 1119"/>
                <a:gd name="T8" fmla="*/ 326 w 377"/>
                <a:gd name="T9" fmla="*/ 60 h 1119"/>
                <a:gd name="T10" fmla="*/ 344 w 377"/>
                <a:gd name="T11" fmla="*/ 72 h 1119"/>
                <a:gd name="T12" fmla="*/ 358 w 377"/>
                <a:gd name="T13" fmla="*/ 86 h 1119"/>
                <a:gd name="T14" fmla="*/ 369 w 377"/>
                <a:gd name="T15" fmla="*/ 101 h 1119"/>
                <a:gd name="T16" fmla="*/ 375 w 377"/>
                <a:gd name="T17" fmla="*/ 119 h 1119"/>
                <a:gd name="T18" fmla="*/ 377 w 377"/>
                <a:gd name="T19" fmla="*/ 140 h 1119"/>
                <a:gd name="T20" fmla="*/ 377 w 377"/>
                <a:gd name="T21" fmla="*/ 968 h 1119"/>
                <a:gd name="T22" fmla="*/ 375 w 377"/>
                <a:gd name="T23" fmla="*/ 988 h 1119"/>
                <a:gd name="T24" fmla="*/ 369 w 377"/>
                <a:gd name="T25" fmla="*/ 1007 h 1119"/>
                <a:gd name="T26" fmla="*/ 358 w 377"/>
                <a:gd name="T27" fmla="*/ 1022 h 1119"/>
                <a:gd name="T28" fmla="*/ 344 w 377"/>
                <a:gd name="T29" fmla="*/ 1036 h 1119"/>
                <a:gd name="T30" fmla="*/ 327 w 377"/>
                <a:gd name="T31" fmla="*/ 1048 h 1119"/>
                <a:gd name="T32" fmla="*/ 307 w 377"/>
                <a:gd name="T33" fmla="*/ 1058 h 1119"/>
                <a:gd name="T34" fmla="*/ 284 w 377"/>
                <a:gd name="T35" fmla="*/ 1066 h 1119"/>
                <a:gd name="T36" fmla="*/ 259 w 377"/>
                <a:gd name="T37" fmla="*/ 1071 h 1119"/>
                <a:gd name="T38" fmla="*/ 0 w 377"/>
                <a:gd name="T39" fmla="*/ 1119 h 1119"/>
                <a:gd name="T40" fmla="*/ 0 w 377"/>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7" h="1119">
                  <a:moveTo>
                    <a:pt x="0" y="0"/>
                  </a:moveTo>
                  <a:lnTo>
                    <a:pt x="259" y="37"/>
                  </a:lnTo>
                  <a:lnTo>
                    <a:pt x="283" y="42"/>
                  </a:lnTo>
                  <a:lnTo>
                    <a:pt x="306" y="50"/>
                  </a:lnTo>
                  <a:lnTo>
                    <a:pt x="326" y="60"/>
                  </a:lnTo>
                  <a:lnTo>
                    <a:pt x="344" y="72"/>
                  </a:lnTo>
                  <a:lnTo>
                    <a:pt x="358" y="86"/>
                  </a:lnTo>
                  <a:lnTo>
                    <a:pt x="369" y="101"/>
                  </a:lnTo>
                  <a:lnTo>
                    <a:pt x="375" y="119"/>
                  </a:lnTo>
                  <a:lnTo>
                    <a:pt x="377" y="140"/>
                  </a:lnTo>
                  <a:lnTo>
                    <a:pt x="377" y="968"/>
                  </a:lnTo>
                  <a:lnTo>
                    <a:pt x="375"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4745901" y="2482548"/>
              <a:ext cx="224700" cy="344888"/>
              <a:chOff x="5098828" y="3162328"/>
              <a:chExt cx="224700" cy="344888"/>
            </a:xfrm>
            <a:grpFill/>
          </p:grpSpPr>
          <p:sp>
            <p:nvSpPr>
              <p:cNvPr id="196" name="Freeform 164"/>
              <p:cNvSpPr>
                <a:spLocks/>
              </p:cNvSpPr>
              <p:nvPr/>
            </p:nvSpPr>
            <p:spPr bwMode="auto">
              <a:xfrm>
                <a:off x="5152825" y="3162328"/>
                <a:ext cx="62707" cy="62707"/>
              </a:xfrm>
              <a:custGeom>
                <a:avLst/>
                <a:gdLst>
                  <a:gd name="T0" fmla="*/ 18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8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8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8" y="0"/>
                    </a:moveTo>
                    <a:lnTo>
                      <a:pt x="27" y="3"/>
                    </a:lnTo>
                    <a:lnTo>
                      <a:pt x="34" y="9"/>
                    </a:lnTo>
                    <a:lnTo>
                      <a:pt x="36" y="18"/>
                    </a:lnTo>
                    <a:lnTo>
                      <a:pt x="34" y="28"/>
                    </a:lnTo>
                    <a:lnTo>
                      <a:pt x="27" y="34"/>
                    </a:lnTo>
                    <a:lnTo>
                      <a:pt x="18" y="36"/>
                    </a:lnTo>
                    <a:lnTo>
                      <a:pt x="9" y="34"/>
                    </a:lnTo>
                    <a:lnTo>
                      <a:pt x="2" y="28"/>
                    </a:lnTo>
                    <a:lnTo>
                      <a:pt x="0" y="18"/>
                    </a:lnTo>
                    <a:lnTo>
                      <a:pt x="2" y="9"/>
                    </a:lnTo>
                    <a:lnTo>
                      <a:pt x="9" y="3"/>
                    </a:lnTo>
                    <a:lnTo>
                      <a:pt x="18"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7" name="Freeform 165"/>
              <p:cNvSpPr>
                <a:spLocks noEditPoints="1"/>
              </p:cNvSpPr>
              <p:nvPr/>
            </p:nvSpPr>
            <p:spPr bwMode="auto">
              <a:xfrm>
                <a:off x="5257337" y="3211100"/>
                <a:ext cx="59223" cy="41805"/>
              </a:xfrm>
              <a:custGeom>
                <a:avLst/>
                <a:gdLst>
                  <a:gd name="T0" fmla="*/ 4 w 34"/>
                  <a:gd name="T1" fmla="*/ 3 h 24"/>
                  <a:gd name="T2" fmla="*/ 4 w 34"/>
                  <a:gd name="T3" fmla="*/ 19 h 24"/>
                  <a:gd name="T4" fmla="*/ 28 w 34"/>
                  <a:gd name="T5" fmla="*/ 19 h 24"/>
                  <a:gd name="T6" fmla="*/ 28 w 34"/>
                  <a:gd name="T7" fmla="*/ 3 h 24"/>
                  <a:gd name="T8" fmla="*/ 4 w 34"/>
                  <a:gd name="T9" fmla="*/ 3 h 24"/>
                  <a:gd name="T10" fmla="*/ 2 w 34"/>
                  <a:gd name="T11" fmla="*/ 0 h 24"/>
                  <a:gd name="T12" fmla="*/ 30 w 34"/>
                  <a:gd name="T13" fmla="*/ 0 h 24"/>
                  <a:gd name="T14" fmla="*/ 33 w 34"/>
                  <a:gd name="T15" fmla="*/ 0 h 24"/>
                  <a:gd name="T16" fmla="*/ 34 w 34"/>
                  <a:gd name="T17" fmla="*/ 2 h 24"/>
                  <a:gd name="T18" fmla="*/ 34 w 34"/>
                  <a:gd name="T19" fmla="*/ 20 h 24"/>
                  <a:gd name="T20" fmla="*/ 33 w 34"/>
                  <a:gd name="T21" fmla="*/ 22 h 24"/>
                  <a:gd name="T22" fmla="*/ 30 w 34"/>
                  <a:gd name="T23" fmla="*/ 24 h 24"/>
                  <a:gd name="T24" fmla="*/ 2 w 34"/>
                  <a:gd name="T25" fmla="*/ 24 h 24"/>
                  <a:gd name="T26" fmla="*/ 0 w 34"/>
                  <a:gd name="T27" fmla="*/ 22 h 24"/>
                  <a:gd name="T28" fmla="*/ 0 w 34"/>
                  <a:gd name="T29" fmla="*/ 20 h 24"/>
                  <a:gd name="T30" fmla="*/ 0 w 34"/>
                  <a:gd name="T31" fmla="*/ 2 h 24"/>
                  <a:gd name="T32" fmla="*/ 0 w 34"/>
                  <a:gd name="T33" fmla="*/ 0 h 24"/>
                  <a:gd name="T34" fmla="*/ 2 w 3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4">
                    <a:moveTo>
                      <a:pt x="4" y="3"/>
                    </a:moveTo>
                    <a:lnTo>
                      <a:pt x="4" y="19"/>
                    </a:lnTo>
                    <a:lnTo>
                      <a:pt x="28" y="19"/>
                    </a:lnTo>
                    <a:lnTo>
                      <a:pt x="28" y="3"/>
                    </a:lnTo>
                    <a:lnTo>
                      <a:pt x="4" y="3"/>
                    </a:lnTo>
                    <a:close/>
                    <a:moveTo>
                      <a:pt x="2" y="0"/>
                    </a:moveTo>
                    <a:lnTo>
                      <a:pt x="30" y="0"/>
                    </a:lnTo>
                    <a:lnTo>
                      <a:pt x="33" y="0"/>
                    </a:lnTo>
                    <a:lnTo>
                      <a:pt x="34" y="2"/>
                    </a:lnTo>
                    <a:lnTo>
                      <a:pt x="34" y="20"/>
                    </a:lnTo>
                    <a:lnTo>
                      <a:pt x="33" y="22"/>
                    </a:lnTo>
                    <a:lnTo>
                      <a:pt x="30" y="24"/>
                    </a:lnTo>
                    <a:lnTo>
                      <a:pt x="2" y="24"/>
                    </a:lnTo>
                    <a:lnTo>
                      <a:pt x="0" y="22"/>
                    </a:lnTo>
                    <a:lnTo>
                      <a:pt x="0" y="20"/>
                    </a:lnTo>
                    <a:lnTo>
                      <a:pt x="0" y="2"/>
                    </a:lnTo>
                    <a:lnTo>
                      <a:pt x="0" y="0"/>
                    </a:lnTo>
                    <a:lnTo>
                      <a:pt x="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8" name="Freeform 166"/>
              <p:cNvSpPr>
                <a:spLocks/>
              </p:cNvSpPr>
              <p:nvPr/>
            </p:nvSpPr>
            <p:spPr bwMode="auto">
              <a:xfrm>
                <a:off x="5098828" y="3228519"/>
                <a:ext cx="224700" cy="278697"/>
              </a:xfrm>
              <a:custGeom>
                <a:avLst/>
                <a:gdLst>
                  <a:gd name="T0" fmla="*/ 64 w 129"/>
                  <a:gd name="T1" fmla="*/ 0 h 160"/>
                  <a:gd name="T2" fmla="*/ 70 w 129"/>
                  <a:gd name="T3" fmla="*/ 4 h 160"/>
                  <a:gd name="T4" fmla="*/ 73 w 129"/>
                  <a:gd name="T5" fmla="*/ 5 h 160"/>
                  <a:gd name="T6" fmla="*/ 98 w 129"/>
                  <a:gd name="T7" fmla="*/ 20 h 160"/>
                  <a:gd name="T8" fmla="*/ 87 w 129"/>
                  <a:gd name="T9" fmla="*/ 20 h 160"/>
                  <a:gd name="T10" fmla="*/ 86 w 129"/>
                  <a:gd name="T11" fmla="*/ 18 h 160"/>
                  <a:gd name="T12" fmla="*/ 87 w 129"/>
                  <a:gd name="T13" fmla="*/ 17 h 160"/>
                  <a:gd name="T14" fmla="*/ 92 w 129"/>
                  <a:gd name="T15" fmla="*/ 14 h 160"/>
                  <a:gd name="T16" fmla="*/ 124 w 129"/>
                  <a:gd name="T17" fmla="*/ 15 h 160"/>
                  <a:gd name="T18" fmla="*/ 129 w 129"/>
                  <a:gd name="T19" fmla="*/ 18 h 160"/>
                  <a:gd name="T20" fmla="*/ 128 w 129"/>
                  <a:gd name="T21" fmla="*/ 20 h 160"/>
                  <a:gd name="T22" fmla="*/ 114 w 129"/>
                  <a:gd name="T23" fmla="*/ 20 h 160"/>
                  <a:gd name="T24" fmla="*/ 114 w 129"/>
                  <a:gd name="T25" fmla="*/ 25 h 160"/>
                  <a:gd name="T26" fmla="*/ 93 w 129"/>
                  <a:gd name="T27" fmla="*/ 46 h 160"/>
                  <a:gd name="T28" fmla="*/ 92 w 129"/>
                  <a:gd name="T29" fmla="*/ 46 h 160"/>
                  <a:gd name="T30" fmla="*/ 89 w 129"/>
                  <a:gd name="T31" fmla="*/ 47 h 160"/>
                  <a:gd name="T32" fmla="*/ 83 w 129"/>
                  <a:gd name="T33" fmla="*/ 46 h 160"/>
                  <a:gd name="T34" fmla="*/ 73 w 129"/>
                  <a:gd name="T35" fmla="*/ 32 h 160"/>
                  <a:gd name="T36" fmla="*/ 71 w 129"/>
                  <a:gd name="T37" fmla="*/ 71 h 160"/>
                  <a:gd name="T38" fmla="*/ 69 w 129"/>
                  <a:gd name="T39" fmla="*/ 151 h 160"/>
                  <a:gd name="T40" fmla="*/ 67 w 129"/>
                  <a:gd name="T41" fmla="*/ 157 h 160"/>
                  <a:gd name="T42" fmla="*/ 61 w 129"/>
                  <a:gd name="T43" fmla="*/ 160 h 160"/>
                  <a:gd name="T44" fmla="*/ 55 w 129"/>
                  <a:gd name="T45" fmla="*/ 157 h 160"/>
                  <a:gd name="T46" fmla="*/ 52 w 129"/>
                  <a:gd name="T47" fmla="*/ 151 h 160"/>
                  <a:gd name="T48" fmla="*/ 45 w 129"/>
                  <a:gd name="T49" fmla="*/ 78 h 160"/>
                  <a:gd name="T50" fmla="*/ 45 w 129"/>
                  <a:gd name="T51" fmla="*/ 155 h 160"/>
                  <a:gd name="T52" fmla="*/ 41 w 129"/>
                  <a:gd name="T53" fmla="*/ 159 h 160"/>
                  <a:gd name="T54" fmla="*/ 33 w 129"/>
                  <a:gd name="T55" fmla="*/ 159 h 160"/>
                  <a:gd name="T56" fmla="*/ 29 w 129"/>
                  <a:gd name="T57" fmla="*/ 155 h 160"/>
                  <a:gd name="T58" fmla="*/ 28 w 129"/>
                  <a:gd name="T59" fmla="*/ 73 h 160"/>
                  <a:gd name="T60" fmla="*/ 27 w 129"/>
                  <a:gd name="T61" fmla="*/ 68 h 160"/>
                  <a:gd name="T62" fmla="*/ 15 w 129"/>
                  <a:gd name="T63" fmla="*/ 78 h 160"/>
                  <a:gd name="T64" fmla="*/ 11 w 129"/>
                  <a:gd name="T65" fmla="*/ 82 h 160"/>
                  <a:gd name="T66" fmla="*/ 5 w 129"/>
                  <a:gd name="T67" fmla="*/ 82 h 160"/>
                  <a:gd name="T68" fmla="*/ 1 w 129"/>
                  <a:gd name="T69" fmla="*/ 78 h 160"/>
                  <a:gd name="T70" fmla="*/ 1 w 129"/>
                  <a:gd name="T71" fmla="*/ 72 h 160"/>
                  <a:gd name="T72" fmla="*/ 26 w 129"/>
                  <a:gd name="T73" fmla="*/ 7 h 160"/>
                  <a:gd name="T74" fmla="*/ 28 w 129"/>
                  <a:gd name="T75" fmla="*/ 3 h 160"/>
                  <a:gd name="T76" fmla="*/ 31 w 129"/>
                  <a:gd name="T77" fmla="*/ 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60">
                    <a:moveTo>
                      <a:pt x="35" y="0"/>
                    </a:moveTo>
                    <a:lnTo>
                      <a:pt x="64" y="0"/>
                    </a:lnTo>
                    <a:lnTo>
                      <a:pt x="67" y="2"/>
                    </a:lnTo>
                    <a:lnTo>
                      <a:pt x="70" y="4"/>
                    </a:lnTo>
                    <a:lnTo>
                      <a:pt x="70" y="4"/>
                    </a:lnTo>
                    <a:lnTo>
                      <a:pt x="73" y="5"/>
                    </a:lnTo>
                    <a:lnTo>
                      <a:pt x="89" y="29"/>
                    </a:lnTo>
                    <a:lnTo>
                      <a:pt x="98" y="20"/>
                    </a:lnTo>
                    <a:lnTo>
                      <a:pt x="88" y="20"/>
                    </a:lnTo>
                    <a:lnTo>
                      <a:pt x="87" y="20"/>
                    </a:lnTo>
                    <a:lnTo>
                      <a:pt x="86" y="18"/>
                    </a:lnTo>
                    <a:lnTo>
                      <a:pt x="86" y="18"/>
                    </a:lnTo>
                    <a:lnTo>
                      <a:pt x="87" y="17"/>
                    </a:lnTo>
                    <a:lnTo>
                      <a:pt x="87" y="17"/>
                    </a:lnTo>
                    <a:lnTo>
                      <a:pt x="91" y="15"/>
                    </a:lnTo>
                    <a:lnTo>
                      <a:pt x="92" y="14"/>
                    </a:lnTo>
                    <a:lnTo>
                      <a:pt x="122" y="14"/>
                    </a:lnTo>
                    <a:lnTo>
                      <a:pt x="124" y="15"/>
                    </a:lnTo>
                    <a:lnTo>
                      <a:pt x="128" y="17"/>
                    </a:lnTo>
                    <a:lnTo>
                      <a:pt x="129" y="18"/>
                    </a:lnTo>
                    <a:lnTo>
                      <a:pt x="129" y="18"/>
                    </a:lnTo>
                    <a:lnTo>
                      <a:pt x="128" y="20"/>
                    </a:lnTo>
                    <a:lnTo>
                      <a:pt x="127" y="20"/>
                    </a:lnTo>
                    <a:lnTo>
                      <a:pt x="114" y="20"/>
                    </a:lnTo>
                    <a:lnTo>
                      <a:pt x="114" y="23"/>
                    </a:lnTo>
                    <a:lnTo>
                      <a:pt x="114" y="25"/>
                    </a:lnTo>
                    <a:lnTo>
                      <a:pt x="112" y="27"/>
                    </a:lnTo>
                    <a:lnTo>
                      <a:pt x="93" y="46"/>
                    </a:lnTo>
                    <a:lnTo>
                      <a:pt x="92" y="46"/>
                    </a:lnTo>
                    <a:lnTo>
                      <a:pt x="92" y="46"/>
                    </a:lnTo>
                    <a:lnTo>
                      <a:pt x="91" y="47"/>
                    </a:lnTo>
                    <a:lnTo>
                      <a:pt x="89" y="47"/>
                    </a:lnTo>
                    <a:lnTo>
                      <a:pt x="86" y="47"/>
                    </a:lnTo>
                    <a:lnTo>
                      <a:pt x="83" y="46"/>
                    </a:lnTo>
                    <a:lnTo>
                      <a:pt x="81" y="45"/>
                    </a:lnTo>
                    <a:lnTo>
                      <a:pt x="73" y="32"/>
                    </a:lnTo>
                    <a:lnTo>
                      <a:pt x="71" y="68"/>
                    </a:lnTo>
                    <a:lnTo>
                      <a:pt x="71" y="71"/>
                    </a:lnTo>
                    <a:lnTo>
                      <a:pt x="69" y="73"/>
                    </a:lnTo>
                    <a:lnTo>
                      <a:pt x="69" y="151"/>
                    </a:lnTo>
                    <a:lnTo>
                      <a:pt x="69" y="155"/>
                    </a:lnTo>
                    <a:lnTo>
                      <a:pt x="67" y="157"/>
                    </a:lnTo>
                    <a:lnTo>
                      <a:pt x="65" y="159"/>
                    </a:lnTo>
                    <a:lnTo>
                      <a:pt x="61" y="160"/>
                    </a:lnTo>
                    <a:lnTo>
                      <a:pt x="57" y="159"/>
                    </a:lnTo>
                    <a:lnTo>
                      <a:pt x="55" y="157"/>
                    </a:lnTo>
                    <a:lnTo>
                      <a:pt x="53" y="155"/>
                    </a:lnTo>
                    <a:lnTo>
                      <a:pt x="52" y="151"/>
                    </a:lnTo>
                    <a:lnTo>
                      <a:pt x="52" y="78"/>
                    </a:lnTo>
                    <a:lnTo>
                      <a:pt x="45" y="78"/>
                    </a:lnTo>
                    <a:lnTo>
                      <a:pt x="45" y="151"/>
                    </a:lnTo>
                    <a:lnTo>
                      <a:pt x="45" y="155"/>
                    </a:lnTo>
                    <a:lnTo>
                      <a:pt x="43" y="157"/>
                    </a:lnTo>
                    <a:lnTo>
                      <a:pt x="41" y="159"/>
                    </a:lnTo>
                    <a:lnTo>
                      <a:pt x="37" y="160"/>
                    </a:lnTo>
                    <a:lnTo>
                      <a:pt x="33" y="159"/>
                    </a:lnTo>
                    <a:lnTo>
                      <a:pt x="31" y="157"/>
                    </a:lnTo>
                    <a:lnTo>
                      <a:pt x="29" y="155"/>
                    </a:lnTo>
                    <a:lnTo>
                      <a:pt x="28" y="151"/>
                    </a:lnTo>
                    <a:lnTo>
                      <a:pt x="28" y="73"/>
                    </a:lnTo>
                    <a:lnTo>
                      <a:pt x="27" y="71"/>
                    </a:lnTo>
                    <a:lnTo>
                      <a:pt x="27" y="68"/>
                    </a:lnTo>
                    <a:lnTo>
                      <a:pt x="26" y="47"/>
                    </a:lnTo>
                    <a:lnTo>
                      <a:pt x="15" y="78"/>
                    </a:lnTo>
                    <a:lnTo>
                      <a:pt x="13" y="80"/>
                    </a:lnTo>
                    <a:lnTo>
                      <a:pt x="11" y="82"/>
                    </a:lnTo>
                    <a:lnTo>
                      <a:pt x="7" y="82"/>
                    </a:lnTo>
                    <a:lnTo>
                      <a:pt x="5" y="82"/>
                    </a:lnTo>
                    <a:lnTo>
                      <a:pt x="2" y="80"/>
                    </a:lnTo>
                    <a:lnTo>
                      <a:pt x="1" y="78"/>
                    </a:lnTo>
                    <a:lnTo>
                      <a:pt x="0" y="74"/>
                    </a:lnTo>
                    <a:lnTo>
                      <a:pt x="1" y="72"/>
                    </a:lnTo>
                    <a:lnTo>
                      <a:pt x="25" y="8"/>
                    </a:lnTo>
                    <a:lnTo>
                      <a:pt x="26" y="7"/>
                    </a:lnTo>
                    <a:lnTo>
                      <a:pt x="26" y="5"/>
                    </a:lnTo>
                    <a:lnTo>
                      <a:pt x="28" y="3"/>
                    </a:lnTo>
                    <a:lnTo>
                      <a:pt x="29" y="2"/>
                    </a:lnTo>
                    <a:lnTo>
                      <a:pt x="31" y="2"/>
                    </a:lnTo>
                    <a:lnTo>
                      <a:pt x="35"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10" name="组合 9"/>
          <p:cNvGrpSpPr/>
          <p:nvPr/>
        </p:nvGrpSpPr>
        <p:grpSpPr>
          <a:xfrm>
            <a:off x="3184715" y="4033200"/>
            <a:ext cx="6547582" cy="570252"/>
            <a:chOff x="2692946" y="4096380"/>
            <a:chExt cx="7539950" cy="656681"/>
          </a:xfrm>
          <a:solidFill>
            <a:schemeClr val="bg1"/>
          </a:solidFill>
        </p:grpSpPr>
        <p:grpSp>
          <p:nvGrpSpPr>
            <p:cNvPr id="207" name="组合 206"/>
            <p:cNvGrpSpPr/>
            <p:nvPr/>
          </p:nvGrpSpPr>
          <p:grpSpPr>
            <a:xfrm>
              <a:off x="9717306" y="4108573"/>
              <a:ext cx="515590" cy="606167"/>
              <a:chOff x="8418513" y="4619626"/>
              <a:chExt cx="469900" cy="552450"/>
            </a:xfrm>
            <a:grpFill/>
          </p:grpSpPr>
          <p:sp>
            <p:nvSpPr>
              <p:cNvPr id="172" name="Freeform 152"/>
              <p:cNvSpPr>
                <a:spLocks noEditPoints="1"/>
              </p:cNvSpPr>
              <p:nvPr/>
            </p:nvSpPr>
            <p:spPr bwMode="auto">
              <a:xfrm>
                <a:off x="8520113" y="4921251"/>
                <a:ext cx="52388" cy="85725"/>
              </a:xfrm>
              <a:custGeom>
                <a:avLst/>
                <a:gdLst>
                  <a:gd name="T0" fmla="*/ 15 w 33"/>
                  <a:gd name="T1" fmla="*/ 5 h 54"/>
                  <a:gd name="T2" fmla="*/ 12 w 33"/>
                  <a:gd name="T3" fmla="*/ 6 h 54"/>
                  <a:gd name="T4" fmla="*/ 8 w 33"/>
                  <a:gd name="T5" fmla="*/ 8 h 54"/>
                  <a:gd name="T6" fmla="*/ 6 w 33"/>
                  <a:gd name="T7" fmla="*/ 12 h 54"/>
                  <a:gd name="T8" fmla="*/ 5 w 33"/>
                  <a:gd name="T9" fmla="*/ 16 h 54"/>
                  <a:gd name="T10" fmla="*/ 5 w 33"/>
                  <a:gd name="T11" fmla="*/ 48 h 54"/>
                  <a:gd name="T12" fmla="*/ 28 w 33"/>
                  <a:gd name="T13" fmla="*/ 48 h 54"/>
                  <a:gd name="T14" fmla="*/ 28 w 33"/>
                  <a:gd name="T15" fmla="*/ 16 h 54"/>
                  <a:gd name="T16" fmla="*/ 27 w 33"/>
                  <a:gd name="T17" fmla="*/ 12 h 54"/>
                  <a:gd name="T18" fmla="*/ 25 w 33"/>
                  <a:gd name="T19" fmla="*/ 8 h 54"/>
                  <a:gd name="T20" fmla="*/ 21 w 33"/>
                  <a:gd name="T21" fmla="*/ 6 h 54"/>
                  <a:gd name="T22" fmla="*/ 17 w 33"/>
                  <a:gd name="T23" fmla="*/ 5 h 54"/>
                  <a:gd name="T24" fmla="*/ 15 w 33"/>
                  <a:gd name="T25" fmla="*/ 5 h 54"/>
                  <a:gd name="T26" fmla="*/ 15 w 33"/>
                  <a:gd name="T27" fmla="*/ 0 h 54"/>
                  <a:gd name="T28" fmla="*/ 17 w 33"/>
                  <a:gd name="T29" fmla="*/ 0 h 54"/>
                  <a:gd name="T30" fmla="*/ 22 w 33"/>
                  <a:gd name="T31" fmla="*/ 0 h 54"/>
                  <a:gd name="T32" fmla="*/ 27 w 33"/>
                  <a:gd name="T33" fmla="*/ 2 h 54"/>
                  <a:gd name="T34" fmla="*/ 30 w 33"/>
                  <a:gd name="T35" fmla="*/ 6 h 54"/>
                  <a:gd name="T36" fmla="*/ 32 w 33"/>
                  <a:gd name="T37" fmla="*/ 11 h 54"/>
                  <a:gd name="T38" fmla="*/ 33 w 33"/>
                  <a:gd name="T39" fmla="*/ 16 h 54"/>
                  <a:gd name="T40" fmla="*/ 33 w 33"/>
                  <a:gd name="T41" fmla="*/ 54 h 54"/>
                  <a:gd name="T42" fmla="*/ 0 w 33"/>
                  <a:gd name="T43" fmla="*/ 54 h 54"/>
                  <a:gd name="T44" fmla="*/ 0 w 33"/>
                  <a:gd name="T45" fmla="*/ 16 h 54"/>
                  <a:gd name="T46" fmla="*/ 0 w 33"/>
                  <a:gd name="T47" fmla="*/ 11 h 54"/>
                  <a:gd name="T48" fmla="*/ 2 w 33"/>
                  <a:gd name="T49" fmla="*/ 6 h 54"/>
                  <a:gd name="T50" fmla="*/ 6 w 33"/>
                  <a:gd name="T51" fmla="*/ 2 h 54"/>
                  <a:gd name="T52" fmla="*/ 11 w 33"/>
                  <a:gd name="T53" fmla="*/ 0 h 54"/>
                  <a:gd name="T54" fmla="*/ 15 w 33"/>
                  <a:gd name="T5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 h="54">
                    <a:moveTo>
                      <a:pt x="15" y="5"/>
                    </a:moveTo>
                    <a:lnTo>
                      <a:pt x="12" y="6"/>
                    </a:lnTo>
                    <a:lnTo>
                      <a:pt x="8" y="8"/>
                    </a:lnTo>
                    <a:lnTo>
                      <a:pt x="6" y="12"/>
                    </a:lnTo>
                    <a:lnTo>
                      <a:pt x="5" y="16"/>
                    </a:lnTo>
                    <a:lnTo>
                      <a:pt x="5" y="48"/>
                    </a:lnTo>
                    <a:lnTo>
                      <a:pt x="28" y="48"/>
                    </a:lnTo>
                    <a:lnTo>
                      <a:pt x="28" y="16"/>
                    </a:lnTo>
                    <a:lnTo>
                      <a:pt x="27" y="12"/>
                    </a:lnTo>
                    <a:lnTo>
                      <a:pt x="25" y="8"/>
                    </a:lnTo>
                    <a:lnTo>
                      <a:pt x="21" y="6"/>
                    </a:lnTo>
                    <a:lnTo>
                      <a:pt x="17" y="5"/>
                    </a:lnTo>
                    <a:lnTo>
                      <a:pt x="15" y="5"/>
                    </a:lnTo>
                    <a:close/>
                    <a:moveTo>
                      <a:pt x="15" y="0"/>
                    </a:moveTo>
                    <a:lnTo>
                      <a:pt x="17" y="0"/>
                    </a:lnTo>
                    <a:lnTo>
                      <a:pt x="22" y="0"/>
                    </a:lnTo>
                    <a:lnTo>
                      <a:pt x="27" y="2"/>
                    </a:lnTo>
                    <a:lnTo>
                      <a:pt x="30" y="6"/>
                    </a:lnTo>
                    <a:lnTo>
                      <a:pt x="32" y="11"/>
                    </a:lnTo>
                    <a:lnTo>
                      <a:pt x="33" y="16"/>
                    </a:lnTo>
                    <a:lnTo>
                      <a:pt x="33" y="54"/>
                    </a:lnTo>
                    <a:lnTo>
                      <a:pt x="0" y="54"/>
                    </a:lnTo>
                    <a:lnTo>
                      <a:pt x="0" y="16"/>
                    </a:lnTo>
                    <a:lnTo>
                      <a:pt x="0" y="11"/>
                    </a:lnTo>
                    <a:lnTo>
                      <a:pt x="2" y="6"/>
                    </a:lnTo>
                    <a:lnTo>
                      <a:pt x="6" y="2"/>
                    </a:lnTo>
                    <a:lnTo>
                      <a:pt x="11" y="0"/>
                    </a:lnTo>
                    <a:lnTo>
                      <a:pt x="15"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3" name="Freeform 153"/>
              <p:cNvSpPr>
                <a:spLocks noEditPoints="1"/>
              </p:cNvSpPr>
              <p:nvPr/>
            </p:nvSpPr>
            <p:spPr bwMode="auto">
              <a:xfrm>
                <a:off x="8589963" y="4883151"/>
                <a:ext cx="55563" cy="123825"/>
              </a:xfrm>
              <a:custGeom>
                <a:avLst/>
                <a:gdLst>
                  <a:gd name="T0" fmla="*/ 16 w 35"/>
                  <a:gd name="T1" fmla="*/ 6 h 78"/>
                  <a:gd name="T2" fmla="*/ 12 w 35"/>
                  <a:gd name="T3" fmla="*/ 7 h 78"/>
                  <a:gd name="T4" fmla="*/ 9 w 35"/>
                  <a:gd name="T5" fmla="*/ 10 h 78"/>
                  <a:gd name="T6" fmla="*/ 7 w 35"/>
                  <a:gd name="T7" fmla="*/ 13 h 78"/>
                  <a:gd name="T8" fmla="*/ 7 w 35"/>
                  <a:gd name="T9" fmla="*/ 16 h 78"/>
                  <a:gd name="T10" fmla="*/ 7 w 35"/>
                  <a:gd name="T11" fmla="*/ 72 h 78"/>
                  <a:gd name="T12" fmla="*/ 28 w 35"/>
                  <a:gd name="T13" fmla="*/ 72 h 78"/>
                  <a:gd name="T14" fmla="*/ 28 w 35"/>
                  <a:gd name="T15" fmla="*/ 16 h 78"/>
                  <a:gd name="T16" fmla="*/ 27 w 35"/>
                  <a:gd name="T17" fmla="*/ 13 h 78"/>
                  <a:gd name="T18" fmla="*/ 25 w 35"/>
                  <a:gd name="T19" fmla="*/ 10 h 78"/>
                  <a:gd name="T20" fmla="*/ 22 w 35"/>
                  <a:gd name="T21" fmla="*/ 7 h 78"/>
                  <a:gd name="T22" fmla="*/ 19 w 35"/>
                  <a:gd name="T23" fmla="*/ 6 h 78"/>
                  <a:gd name="T24" fmla="*/ 16 w 35"/>
                  <a:gd name="T25" fmla="*/ 6 h 78"/>
                  <a:gd name="T26" fmla="*/ 16 w 35"/>
                  <a:gd name="T27" fmla="*/ 0 h 78"/>
                  <a:gd name="T28" fmla="*/ 19 w 35"/>
                  <a:gd name="T29" fmla="*/ 0 h 78"/>
                  <a:gd name="T30" fmla="*/ 23 w 35"/>
                  <a:gd name="T31" fmla="*/ 1 h 78"/>
                  <a:gd name="T32" fmla="*/ 28 w 35"/>
                  <a:gd name="T33" fmla="*/ 3 h 78"/>
                  <a:gd name="T34" fmla="*/ 32 w 35"/>
                  <a:gd name="T35" fmla="*/ 7 h 78"/>
                  <a:gd name="T36" fmla="*/ 34 w 35"/>
                  <a:gd name="T37" fmla="*/ 12 h 78"/>
                  <a:gd name="T38" fmla="*/ 35 w 35"/>
                  <a:gd name="T39" fmla="*/ 16 h 78"/>
                  <a:gd name="T40" fmla="*/ 35 w 35"/>
                  <a:gd name="T41" fmla="*/ 78 h 78"/>
                  <a:gd name="T42" fmla="*/ 0 w 35"/>
                  <a:gd name="T43" fmla="*/ 78 h 78"/>
                  <a:gd name="T44" fmla="*/ 0 w 35"/>
                  <a:gd name="T45" fmla="*/ 16 h 78"/>
                  <a:gd name="T46" fmla="*/ 1 w 35"/>
                  <a:gd name="T47" fmla="*/ 12 h 78"/>
                  <a:gd name="T48" fmla="*/ 3 w 35"/>
                  <a:gd name="T49" fmla="*/ 7 h 78"/>
                  <a:gd name="T50" fmla="*/ 7 w 35"/>
                  <a:gd name="T51" fmla="*/ 3 h 78"/>
                  <a:gd name="T52" fmla="*/ 11 w 35"/>
                  <a:gd name="T53" fmla="*/ 1 h 78"/>
                  <a:gd name="T54" fmla="*/ 16 w 35"/>
                  <a:gd name="T5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78">
                    <a:moveTo>
                      <a:pt x="16" y="6"/>
                    </a:moveTo>
                    <a:lnTo>
                      <a:pt x="12" y="7"/>
                    </a:lnTo>
                    <a:lnTo>
                      <a:pt x="9" y="10"/>
                    </a:lnTo>
                    <a:lnTo>
                      <a:pt x="7" y="13"/>
                    </a:lnTo>
                    <a:lnTo>
                      <a:pt x="7" y="16"/>
                    </a:lnTo>
                    <a:lnTo>
                      <a:pt x="7" y="72"/>
                    </a:lnTo>
                    <a:lnTo>
                      <a:pt x="28" y="72"/>
                    </a:lnTo>
                    <a:lnTo>
                      <a:pt x="28" y="16"/>
                    </a:lnTo>
                    <a:lnTo>
                      <a:pt x="27" y="13"/>
                    </a:lnTo>
                    <a:lnTo>
                      <a:pt x="25" y="10"/>
                    </a:lnTo>
                    <a:lnTo>
                      <a:pt x="22" y="7"/>
                    </a:lnTo>
                    <a:lnTo>
                      <a:pt x="19" y="6"/>
                    </a:lnTo>
                    <a:lnTo>
                      <a:pt x="16" y="6"/>
                    </a:lnTo>
                    <a:close/>
                    <a:moveTo>
                      <a:pt x="16" y="0"/>
                    </a:moveTo>
                    <a:lnTo>
                      <a:pt x="19" y="0"/>
                    </a:lnTo>
                    <a:lnTo>
                      <a:pt x="23" y="1"/>
                    </a:lnTo>
                    <a:lnTo>
                      <a:pt x="28" y="3"/>
                    </a:lnTo>
                    <a:lnTo>
                      <a:pt x="32" y="7"/>
                    </a:lnTo>
                    <a:lnTo>
                      <a:pt x="34" y="12"/>
                    </a:lnTo>
                    <a:lnTo>
                      <a:pt x="35" y="16"/>
                    </a:lnTo>
                    <a:lnTo>
                      <a:pt x="35" y="78"/>
                    </a:lnTo>
                    <a:lnTo>
                      <a:pt x="0" y="78"/>
                    </a:lnTo>
                    <a:lnTo>
                      <a:pt x="0" y="16"/>
                    </a:lnTo>
                    <a:lnTo>
                      <a:pt x="1" y="12"/>
                    </a:lnTo>
                    <a:lnTo>
                      <a:pt x="3" y="7"/>
                    </a:lnTo>
                    <a:lnTo>
                      <a:pt x="7" y="3"/>
                    </a:lnTo>
                    <a:lnTo>
                      <a:pt x="11" y="1"/>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4" name="Freeform 154"/>
              <p:cNvSpPr>
                <a:spLocks noEditPoints="1"/>
              </p:cNvSpPr>
              <p:nvPr/>
            </p:nvSpPr>
            <p:spPr bwMode="auto">
              <a:xfrm>
                <a:off x="8662988" y="4846638"/>
                <a:ext cx="52388" cy="160338"/>
              </a:xfrm>
              <a:custGeom>
                <a:avLst/>
                <a:gdLst>
                  <a:gd name="T0" fmla="*/ 16 w 33"/>
                  <a:gd name="T1" fmla="*/ 7 h 101"/>
                  <a:gd name="T2" fmla="*/ 12 w 33"/>
                  <a:gd name="T3" fmla="*/ 8 h 101"/>
                  <a:gd name="T4" fmla="*/ 8 w 33"/>
                  <a:gd name="T5" fmla="*/ 10 h 101"/>
                  <a:gd name="T6" fmla="*/ 6 w 33"/>
                  <a:gd name="T7" fmla="*/ 13 h 101"/>
                  <a:gd name="T8" fmla="*/ 5 w 33"/>
                  <a:gd name="T9" fmla="*/ 16 h 101"/>
                  <a:gd name="T10" fmla="*/ 5 w 33"/>
                  <a:gd name="T11" fmla="*/ 95 h 101"/>
                  <a:gd name="T12" fmla="*/ 28 w 33"/>
                  <a:gd name="T13" fmla="*/ 95 h 101"/>
                  <a:gd name="T14" fmla="*/ 28 w 33"/>
                  <a:gd name="T15" fmla="*/ 16 h 101"/>
                  <a:gd name="T16" fmla="*/ 27 w 33"/>
                  <a:gd name="T17" fmla="*/ 13 h 101"/>
                  <a:gd name="T18" fmla="*/ 25 w 33"/>
                  <a:gd name="T19" fmla="*/ 10 h 101"/>
                  <a:gd name="T20" fmla="*/ 21 w 33"/>
                  <a:gd name="T21" fmla="*/ 8 h 101"/>
                  <a:gd name="T22" fmla="*/ 17 w 33"/>
                  <a:gd name="T23" fmla="*/ 7 h 101"/>
                  <a:gd name="T24" fmla="*/ 16 w 33"/>
                  <a:gd name="T25" fmla="*/ 7 h 101"/>
                  <a:gd name="T26" fmla="*/ 16 w 33"/>
                  <a:gd name="T27" fmla="*/ 0 h 101"/>
                  <a:gd name="T28" fmla="*/ 17 w 33"/>
                  <a:gd name="T29" fmla="*/ 0 h 101"/>
                  <a:gd name="T30" fmla="*/ 23 w 33"/>
                  <a:gd name="T31" fmla="*/ 1 h 101"/>
                  <a:gd name="T32" fmla="*/ 27 w 33"/>
                  <a:gd name="T33" fmla="*/ 3 h 101"/>
                  <a:gd name="T34" fmla="*/ 30 w 33"/>
                  <a:gd name="T35" fmla="*/ 8 h 101"/>
                  <a:gd name="T36" fmla="*/ 32 w 33"/>
                  <a:gd name="T37" fmla="*/ 12 h 101"/>
                  <a:gd name="T38" fmla="*/ 33 w 33"/>
                  <a:gd name="T39" fmla="*/ 16 h 101"/>
                  <a:gd name="T40" fmla="*/ 33 w 33"/>
                  <a:gd name="T41" fmla="*/ 101 h 101"/>
                  <a:gd name="T42" fmla="*/ 0 w 33"/>
                  <a:gd name="T43" fmla="*/ 101 h 101"/>
                  <a:gd name="T44" fmla="*/ 0 w 33"/>
                  <a:gd name="T45" fmla="*/ 16 h 101"/>
                  <a:gd name="T46" fmla="*/ 0 w 33"/>
                  <a:gd name="T47" fmla="*/ 12 h 101"/>
                  <a:gd name="T48" fmla="*/ 2 w 33"/>
                  <a:gd name="T49" fmla="*/ 8 h 101"/>
                  <a:gd name="T50" fmla="*/ 6 w 33"/>
                  <a:gd name="T51" fmla="*/ 3 h 101"/>
                  <a:gd name="T52" fmla="*/ 11 w 33"/>
                  <a:gd name="T53" fmla="*/ 1 h 101"/>
                  <a:gd name="T54" fmla="*/ 16 w 33"/>
                  <a:gd name="T5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 h="101">
                    <a:moveTo>
                      <a:pt x="16" y="7"/>
                    </a:moveTo>
                    <a:lnTo>
                      <a:pt x="12" y="8"/>
                    </a:lnTo>
                    <a:lnTo>
                      <a:pt x="8" y="10"/>
                    </a:lnTo>
                    <a:lnTo>
                      <a:pt x="6" y="13"/>
                    </a:lnTo>
                    <a:lnTo>
                      <a:pt x="5" y="16"/>
                    </a:lnTo>
                    <a:lnTo>
                      <a:pt x="5" y="95"/>
                    </a:lnTo>
                    <a:lnTo>
                      <a:pt x="28" y="95"/>
                    </a:lnTo>
                    <a:lnTo>
                      <a:pt x="28" y="16"/>
                    </a:lnTo>
                    <a:lnTo>
                      <a:pt x="27" y="13"/>
                    </a:lnTo>
                    <a:lnTo>
                      <a:pt x="25" y="10"/>
                    </a:lnTo>
                    <a:lnTo>
                      <a:pt x="21" y="8"/>
                    </a:lnTo>
                    <a:lnTo>
                      <a:pt x="17" y="7"/>
                    </a:lnTo>
                    <a:lnTo>
                      <a:pt x="16" y="7"/>
                    </a:lnTo>
                    <a:close/>
                    <a:moveTo>
                      <a:pt x="16" y="0"/>
                    </a:moveTo>
                    <a:lnTo>
                      <a:pt x="17" y="0"/>
                    </a:lnTo>
                    <a:lnTo>
                      <a:pt x="23" y="1"/>
                    </a:lnTo>
                    <a:lnTo>
                      <a:pt x="27" y="3"/>
                    </a:lnTo>
                    <a:lnTo>
                      <a:pt x="30" y="8"/>
                    </a:lnTo>
                    <a:lnTo>
                      <a:pt x="32" y="12"/>
                    </a:lnTo>
                    <a:lnTo>
                      <a:pt x="33" y="16"/>
                    </a:lnTo>
                    <a:lnTo>
                      <a:pt x="33" y="101"/>
                    </a:lnTo>
                    <a:lnTo>
                      <a:pt x="0" y="101"/>
                    </a:lnTo>
                    <a:lnTo>
                      <a:pt x="0" y="16"/>
                    </a:lnTo>
                    <a:lnTo>
                      <a:pt x="0" y="12"/>
                    </a:lnTo>
                    <a:lnTo>
                      <a:pt x="2" y="8"/>
                    </a:lnTo>
                    <a:lnTo>
                      <a:pt x="6" y="3"/>
                    </a:lnTo>
                    <a:lnTo>
                      <a:pt x="11" y="1"/>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5" name="Freeform 155"/>
              <p:cNvSpPr>
                <a:spLocks noEditPoints="1"/>
              </p:cNvSpPr>
              <p:nvPr/>
            </p:nvSpPr>
            <p:spPr bwMode="auto">
              <a:xfrm>
                <a:off x="8732838" y="4810126"/>
                <a:ext cx="55563" cy="196850"/>
              </a:xfrm>
              <a:custGeom>
                <a:avLst/>
                <a:gdLst>
                  <a:gd name="T0" fmla="*/ 17 w 35"/>
                  <a:gd name="T1" fmla="*/ 6 h 124"/>
                  <a:gd name="T2" fmla="*/ 12 w 35"/>
                  <a:gd name="T3" fmla="*/ 7 h 124"/>
                  <a:gd name="T4" fmla="*/ 9 w 35"/>
                  <a:gd name="T5" fmla="*/ 9 h 124"/>
                  <a:gd name="T6" fmla="*/ 7 w 35"/>
                  <a:gd name="T7" fmla="*/ 12 h 124"/>
                  <a:gd name="T8" fmla="*/ 7 w 35"/>
                  <a:gd name="T9" fmla="*/ 17 h 124"/>
                  <a:gd name="T10" fmla="*/ 7 w 35"/>
                  <a:gd name="T11" fmla="*/ 118 h 124"/>
                  <a:gd name="T12" fmla="*/ 28 w 35"/>
                  <a:gd name="T13" fmla="*/ 118 h 124"/>
                  <a:gd name="T14" fmla="*/ 28 w 35"/>
                  <a:gd name="T15" fmla="*/ 17 h 124"/>
                  <a:gd name="T16" fmla="*/ 27 w 35"/>
                  <a:gd name="T17" fmla="*/ 12 h 124"/>
                  <a:gd name="T18" fmla="*/ 25 w 35"/>
                  <a:gd name="T19" fmla="*/ 9 h 124"/>
                  <a:gd name="T20" fmla="*/ 22 w 35"/>
                  <a:gd name="T21" fmla="*/ 7 h 124"/>
                  <a:gd name="T22" fmla="*/ 19 w 35"/>
                  <a:gd name="T23" fmla="*/ 6 h 124"/>
                  <a:gd name="T24" fmla="*/ 17 w 35"/>
                  <a:gd name="T25" fmla="*/ 6 h 124"/>
                  <a:gd name="T26" fmla="*/ 17 w 35"/>
                  <a:gd name="T27" fmla="*/ 0 h 124"/>
                  <a:gd name="T28" fmla="*/ 19 w 35"/>
                  <a:gd name="T29" fmla="*/ 0 h 124"/>
                  <a:gd name="T30" fmla="*/ 24 w 35"/>
                  <a:gd name="T31" fmla="*/ 0 h 124"/>
                  <a:gd name="T32" fmla="*/ 28 w 35"/>
                  <a:gd name="T33" fmla="*/ 2 h 124"/>
                  <a:gd name="T34" fmla="*/ 32 w 35"/>
                  <a:gd name="T35" fmla="*/ 7 h 124"/>
                  <a:gd name="T36" fmla="*/ 34 w 35"/>
                  <a:gd name="T37" fmla="*/ 11 h 124"/>
                  <a:gd name="T38" fmla="*/ 35 w 35"/>
                  <a:gd name="T39" fmla="*/ 17 h 124"/>
                  <a:gd name="T40" fmla="*/ 35 w 35"/>
                  <a:gd name="T41" fmla="*/ 124 h 124"/>
                  <a:gd name="T42" fmla="*/ 0 w 35"/>
                  <a:gd name="T43" fmla="*/ 124 h 124"/>
                  <a:gd name="T44" fmla="*/ 0 w 35"/>
                  <a:gd name="T45" fmla="*/ 17 h 124"/>
                  <a:gd name="T46" fmla="*/ 1 w 35"/>
                  <a:gd name="T47" fmla="*/ 11 h 124"/>
                  <a:gd name="T48" fmla="*/ 4 w 35"/>
                  <a:gd name="T49" fmla="*/ 7 h 124"/>
                  <a:gd name="T50" fmla="*/ 7 w 35"/>
                  <a:gd name="T51" fmla="*/ 2 h 124"/>
                  <a:gd name="T52" fmla="*/ 11 w 35"/>
                  <a:gd name="T53" fmla="*/ 0 h 124"/>
                  <a:gd name="T54" fmla="*/ 17 w 35"/>
                  <a:gd name="T5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124">
                    <a:moveTo>
                      <a:pt x="17" y="6"/>
                    </a:moveTo>
                    <a:lnTo>
                      <a:pt x="12" y="7"/>
                    </a:lnTo>
                    <a:lnTo>
                      <a:pt x="9" y="9"/>
                    </a:lnTo>
                    <a:lnTo>
                      <a:pt x="7" y="12"/>
                    </a:lnTo>
                    <a:lnTo>
                      <a:pt x="7" y="17"/>
                    </a:lnTo>
                    <a:lnTo>
                      <a:pt x="7" y="118"/>
                    </a:lnTo>
                    <a:lnTo>
                      <a:pt x="28" y="118"/>
                    </a:lnTo>
                    <a:lnTo>
                      <a:pt x="28" y="17"/>
                    </a:lnTo>
                    <a:lnTo>
                      <a:pt x="27" y="12"/>
                    </a:lnTo>
                    <a:lnTo>
                      <a:pt x="25" y="9"/>
                    </a:lnTo>
                    <a:lnTo>
                      <a:pt x="22" y="7"/>
                    </a:lnTo>
                    <a:lnTo>
                      <a:pt x="19" y="6"/>
                    </a:lnTo>
                    <a:lnTo>
                      <a:pt x="17" y="6"/>
                    </a:lnTo>
                    <a:close/>
                    <a:moveTo>
                      <a:pt x="17" y="0"/>
                    </a:moveTo>
                    <a:lnTo>
                      <a:pt x="19" y="0"/>
                    </a:lnTo>
                    <a:lnTo>
                      <a:pt x="24" y="0"/>
                    </a:lnTo>
                    <a:lnTo>
                      <a:pt x="28" y="2"/>
                    </a:lnTo>
                    <a:lnTo>
                      <a:pt x="32" y="7"/>
                    </a:lnTo>
                    <a:lnTo>
                      <a:pt x="34" y="11"/>
                    </a:lnTo>
                    <a:lnTo>
                      <a:pt x="35" y="17"/>
                    </a:lnTo>
                    <a:lnTo>
                      <a:pt x="35" y="124"/>
                    </a:lnTo>
                    <a:lnTo>
                      <a:pt x="0" y="124"/>
                    </a:lnTo>
                    <a:lnTo>
                      <a:pt x="0" y="17"/>
                    </a:lnTo>
                    <a:lnTo>
                      <a:pt x="1" y="11"/>
                    </a:lnTo>
                    <a:lnTo>
                      <a:pt x="4" y="7"/>
                    </a:lnTo>
                    <a:lnTo>
                      <a:pt x="7" y="2"/>
                    </a:lnTo>
                    <a:lnTo>
                      <a:pt x="11" y="0"/>
                    </a:lnTo>
                    <a:lnTo>
                      <a:pt x="17"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6" name="Freeform 156"/>
              <p:cNvSpPr>
                <a:spLocks noEditPoints="1"/>
              </p:cNvSpPr>
              <p:nvPr/>
            </p:nvSpPr>
            <p:spPr bwMode="auto">
              <a:xfrm>
                <a:off x="8418513" y="4619626"/>
                <a:ext cx="469900" cy="552450"/>
              </a:xfrm>
              <a:custGeom>
                <a:avLst/>
                <a:gdLst>
                  <a:gd name="T0" fmla="*/ 82 w 296"/>
                  <a:gd name="T1" fmla="*/ 330 h 348"/>
                  <a:gd name="T2" fmla="*/ 80 w 296"/>
                  <a:gd name="T3" fmla="*/ 335 h 348"/>
                  <a:gd name="T4" fmla="*/ 84 w 296"/>
                  <a:gd name="T5" fmla="*/ 342 h 348"/>
                  <a:gd name="T6" fmla="*/ 211 w 296"/>
                  <a:gd name="T7" fmla="*/ 342 h 348"/>
                  <a:gd name="T8" fmla="*/ 216 w 296"/>
                  <a:gd name="T9" fmla="*/ 335 h 348"/>
                  <a:gd name="T10" fmla="*/ 213 w 296"/>
                  <a:gd name="T11" fmla="*/ 330 h 348"/>
                  <a:gd name="T12" fmla="*/ 86 w 296"/>
                  <a:gd name="T13" fmla="*/ 328 h 348"/>
                  <a:gd name="T14" fmla="*/ 183 w 296"/>
                  <a:gd name="T15" fmla="*/ 321 h 348"/>
                  <a:gd name="T16" fmla="*/ 29 w 296"/>
                  <a:gd name="T17" fmla="*/ 109 h 348"/>
                  <a:gd name="T18" fmla="*/ 267 w 296"/>
                  <a:gd name="T19" fmla="*/ 109 h 348"/>
                  <a:gd name="T20" fmla="*/ 137 w 296"/>
                  <a:gd name="T21" fmla="*/ 143 h 348"/>
                  <a:gd name="T22" fmla="*/ 88 w 296"/>
                  <a:gd name="T23" fmla="*/ 121 h 348"/>
                  <a:gd name="T24" fmla="*/ 39 w 296"/>
                  <a:gd name="T25" fmla="*/ 109 h 348"/>
                  <a:gd name="T26" fmla="*/ 10 w 296"/>
                  <a:gd name="T27" fmla="*/ 92 h 348"/>
                  <a:gd name="T28" fmla="*/ 6 w 296"/>
                  <a:gd name="T29" fmla="*/ 99 h 348"/>
                  <a:gd name="T30" fmla="*/ 7 w 296"/>
                  <a:gd name="T31" fmla="*/ 271 h 348"/>
                  <a:gd name="T32" fmla="*/ 283 w 296"/>
                  <a:gd name="T33" fmla="*/ 273 h 348"/>
                  <a:gd name="T34" fmla="*/ 289 w 296"/>
                  <a:gd name="T35" fmla="*/ 269 h 348"/>
                  <a:gd name="T36" fmla="*/ 289 w 296"/>
                  <a:gd name="T37" fmla="*/ 95 h 348"/>
                  <a:gd name="T38" fmla="*/ 283 w 296"/>
                  <a:gd name="T39" fmla="*/ 91 h 348"/>
                  <a:gd name="T40" fmla="*/ 147 w 296"/>
                  <a:gd name="T41" fmla="*/ 104 h 348"/>
                  <a:gd name="T42" fmla="*/ 23 w 296"/>
                  <a:gd name="T43" fmla="*/ 261 h 348"/>
                  <a:gd name="T44" fmla="*/ 22 w 296"/>
                  <a:gd name="T45" fmla="*/ 97 h 348"/>
                  <a:gd name="T46" fmla="*/ 88 w 296"/>
                  <a:gd name="T47" fmla="*/ 5 h 348"/>
                  <a:gd name="T48" fmla="*/ 33 w 296"/>
                  <a:gd name="T49" fmla="*/ 21 h 348"/>
                  <a:gd name="T50" fmla="*/ 10 w 296"/>
                  <a:gd name="T51" fmla="*/ 60 h 348"/>
                  <a:gd name="T52" fmla="*/ 33 w 296"/>
                  <a:gd name="T53" fmla="*/ 99 h 348"/>
                  <a:gd name="T54" fmla="*/ 88 w 296"/>
                  <a:gd name="T55" fmla="*/ 115 h 348"/>
                  <a:gd name="T56" fmla="*/ 105 w 296"/>
                  <a:gd name="T57" fmla="*/ 114 h 348"/>
                  <a:gd name="T58" fmla="*/ 129 w 296"/>
                  <a:gd name="T59" fmla="*/ 107 h 348"/>
                  <a:gd name="T60" fmla="*/ 164 w 296"/>
                  <a:gd name="T61" fmla="*/ 75 h 348"/>
                  <a:gd name="T62" fmla="*/ 155 w 296"/>
                  <a:gd name="T63" fmla="*/ 32 h 348"/>
                  <a:gd name="T64" fmla="*/ 108 w 296"/>
                  <a:gd name="T65" fmla="*/ 7 h 348"/>
                  <a:gd name="T66" fmla="*/ 110 w 296"/>
                  <a:gd name="T67" fmla="*/ 2 h 348"/>
                  <a:gd name="T68" fmla="*/ 160 w 296"/>
                  <a:gd name="T69" fmla="*/ 29 h 348"/>
                  <a:gd name="T70" fmla="*/ 170 w 296"/>
                  <a:gd name="T71" fmla="*/ 74 h 348"/>
                  <a:gd name="T72" fmla="*/ 287 w 296"/>
                  <a:gd name="T73" fmla="*/ 85 h 348"/>
                  <a:gd name="T74" fmla="*/ 295 w 296"/>
                  <a:gd name="T75" fmla="*/ 94 h 348"/>
                  <a:gd name="T76" fmla="*/ 295 w 296"/>
                  <a:gd name="T77" fmla="*/ 270 h 348"/>
                  <a:gd name="T78" fmla="*/ 287 w 296"/>
                  <a:gd name="T79" fmla="*/ 279 h 348"/>
                  <a:gd name="T80" fmla="*/ 190 w 296"/>
                  <a:gd name="T81" fmla="*/ 321 h 348"/>
                  <a:gd name="T82" fmla="*/ 217 w 296"/>
                  <a:gd name="T83" fmla="*/ 323 h 348"/>
                  <a:gd name="T84" fmla="*/ 222 w 296"/>
                  <a:gd name="T85" fmla="*/ 334 h 348"/>
                  <a:gd name="T86" fmla="*/ 219 w 296"/>
                  <a:gd name="T87" fmla="*/ 343 h 348"/>
                  <a:gd name="T88" fmla="*/ 209 w 296"/>
                  <a:gd name="T89" fmla="*/ 348 h 348"/>
                  <a:gd name="T90" fmla="*/ 79 w 296"/>
                  <a:gd name="T91" fmla="*/ 346 h 348"/>
                  <a:gd name="T92" fmla="*/ 73 w 296"/>
                  <a:gd name="T93" fmla="*/ 335 h 348"/>
                  <a:gd name="T94" fmla="*/ 77 w 296"/>
                  <a:gd name="T95" fmla="*/ 327 h 348"/>
                  <a:gd name="T96" fmla="*/ 86 w 296"/>
                  <a:gd name="T97" fmla="*/ 321 h 348"/>
                  <a:gd name="T98" fmla="*/ 13 w 296"/>
                  <a:gd name="T99" fmla="*/ 279 h 348"/>
                  <a:gd name="T100" fmla="*/ 2 w 296"/>
                  <a:gd name="T101" fmla="*/ 274 h 348"/>
                  <a:gd name="T102" fmla="*/ 0 w 296"/>
                  <a:gd name="T103" fmla="*/ 99 h 348"/>
                  <a:gd name="T104" fmla="*/ 5 w 296"/>
                  <a:gd name="T105" fmla="*/ 88 h 348"/>
                  <a:gd name="T106" fmla="*/ 6 w 296"/>
                  <a:gd name="T107" fmla="*/ 74 h 348"/>
                  <a:gd name="T108" fmla="*/ 16 w 296"/>
                  <a:gd name="T109" fmla="*/ 29 h 348"/>
                  <a:gd name="T110" fmla="*/ 66 w 296"/>
                  <a:gd name="T111" fmla="*/ 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6" h="348">
                    <a:moveTo>
                      <a:pt x="86" y="328"/>
                    </a:moveTo>
                    <a:lnTo>
                      <a:pt x="84" y="328"/>
                    </a:lnTo>
                    <a:lnTo>
                      <a:pt x="82" y="330"/>
                    </a:lnTo>
                    <a:lnTo>
                      <a:pt x="80" y="332"/>
                    </a:lnTo>
                    <a:lnTo>
                      <a:pt x="80" y="334"/>
                    </a:lnTo>
                    <a:lnTo>
                      <a:pt x="80" y="335"/>
                    </a:lnTo>
                    <a:lnTo>
                      <a:pt x="80" y="339"/>
                    </a:lnTo>
                    <a:lnTo>
                      <a:pt x="82" y="341"/>
                    </a:lnTo>
                    <a:lnTo>
                      <a:pt x="84" y="342"/>
                    </a:lnTo>
                    <a:lnTo>
                      <a:pt x="86" y="343"/>
                    </a:lnTo>
                    <a:lnTo>
                      <a:pt x="209" y="343"/>
                    </a:lnTo>
                    <a:lnTo>
                      <a:pt x="211" y="342"/>
                    </a:lnTo>
                    <a:lnTo>
                      <a:pt x="213" y="341"/>
                    </a:lnTo>
                    <a:lnTo>
                      <a:pt x="216" y="339"/>
                    </a:lnTo>
                    <a:lnTo>
                      <a:pt x="216" y="335"/>
                    </a:lnTo>
                    <a:lnTo>
                      <a:pt x="216" y="334"/>
                    </a:lnTo>
                    <a:lnTo>
                      <a:pt x="216" y="332"/>
                    </a:lnTo>
                    <a:lnTo>
                      <a:pt x="213" y="330"/>
                    </a:lnTo>
                    <a:lnTo>
                      <a:pt x="211" y="328"/>
                    </a:lnTo>
                    <a:lnTo>
                      <a:pt x="209" y="328"/>
                    </a:lnTo>
                    <a:lnTo>
                      <a:pt x="86" y="328"/>
                    </a:lnTo>
                    <a:close/>
                    <a:moveTo>
                      <a:pt x="113" y="279"/>
                    </a:moveTo>
                    <a:lnTo>
                      <a:pt x="113" y="321"/>
                    </a:lnTo>
                    <a:lnTo>
                      <a:pt x="183" y="321"/>
                    </a:lnTo>
                    <a:lnTo>
                      <a:pt x="183" y="279"/>
                    </a:lnTo>
                    <a:lnTo>
                      <a:pt x="113" y="279"/>
                    </a:lnTo>
                    <a:close/>
                    <a:moveTo>
                      <a:pt x="29" y="109"/>
                    </a:moveTo>
                    <a:lnTo>
                      <a:pt x="29" y="255"/>
                    </a:lnTo>
                    <a:lnTo>
                      <a:pt x="267" y="255"/>
                    </a:lnTo>
                    <a:lnTo>
                      <a:pt x="267" y="109"/>
                    </a:lnTo>
                    <a:lnTo>
                      <a:pt x="137" y="109"/>
                    </a:lnTo>
                    <a:lnTo>
                      <a:pt x="133" y="112"/>
                    </a:lnTo>
                    <a:lnTo>
                      <a:pt x="137" y="143"/>
                    </a:lnTo>
                    <a:lnTo>
                      <a:pt x="104" y="120"/>
                    </a:lnTo>
                    <a:lnTo>
                      <a:pt x="95" y="121"/>
                    </a:lnTo>
                    <a:lnTo>
                      <a:pt x="88" y="121"/>
                    </a:lnTo>
                    <a:lnTo>
                      <a:pt x="70" y="120"/>
                    </a:lnTo>
                    <a:lnTo>
                      <a:pt x="54" y="116"/>
                    </a:lnTo>
                    <a:lnTo>
                      <a:pt x="39" y="109"/>
                    </a:lnTo>
                    <a:lnTo>
                      <a:pt x="29" y="109"/>
                    </a:lnTo>
                    <a:close/>
                    <a:moveTo>
                      <a:pt x="13" y="91"/>
                    </a:moveTo>
                    <a:lnTo>
                      <a:pt x="10" y="92"/>
                    </a:lnTo>
                    <a:lnTo>
                      <a:pt x="7" y="93"/>
                    </a:lnTo>
                    <a:lnTo>
                      <a:pt x="6" y="95"/>
                    </a:lnTo>
                    <a:lnTo>
                      <a:pt x="6" y="99"/>
                    </a:lnTo>
                    <a:lnTo>
                      <a:pt x="6" y="266"/>
                    </a:lnTo>
                    <a:lnTo>
                      <a:pt x="6" y="269"/>
                    </a:lnTo>
                    <a:lnTo>
                      <a:pt x="7" y="271"/>
                    </a:lnTo>
                    <a:lnTo>
                      <a:pt x="10" y="272"/>
                    </a:lnTo>
                    <a:lnTo>
                      <a:pt x="13" y="273"/>
                    </a:lnTo>
                    <a:lnTo>
                      <a:pt x="283" y="273"/>
                    </a:lnTo>
                    <a:lnTo>
                      <a:pt x="285" y="272"/>
                    </a:lnTo>
                    <a:lnTo>
                      <a:pt x="287" y="271"/>
                    </a:lnTo>
                    <a:lnTo>
                      <a:pt x="289" y="269"/>
                    </a:lnTo>
                    <a:lnTo>
                      <a:pt x="289" y="266"/>
                    </a:lnTo>
                    <a:lnTo>
                      <a:pt x="289" y="99"/>
                    </a:lnTo>
                    <a:lnTo>
                      <a:pt x="289" y="95"/>
                    </a:lnTo>
                    <a:lnTo>
                      <a:pt x="287" y="93"/>
                    </a:lnTo>
                    <a:lnTo>
                      <a:pt x="285" y="92"/>
                    </a:lnTo>
                    <a:lnTo>
                      <a:pt x="283" y="91"/>
                    </a:lnTo>
                    <a:lnTo>
                      <a:pt x="160" y="91"/>
                    </a:lnTo>
                    <a:lnTo>
                      <a:pt x="154" y="97"/>
                    </a:lnTo>
                    <a:lnTo>
                      <a:pt x="147" y="104"/>
                    </a:lnTo>
                    <a:lnTo>
                      <a:pt x="272" y="104"/>
                    </a:lnTo>
                    <a:lnTo>
                      <a:pt x="272" y="261"/>
                    </a:lnTo>
                    <a:lnTo>
                      <a:pt x="23" y="261"/>
                    </a:lnTo>
                    <a:lnTo>
                      <a:pt x="23" y="104"/>
                    </a:lnTo>
                    <a:lnTo>
                      <a:pt x="29" y="104"/>
                    </a:lnTo>
                    <a:lnTo>
                      <a:pt x="22" y="97"/>
                    </a:lnTo>
                    <a:lnTo>
                      <a:pt x="16" y="91"/>
                    </a:lnTo>
                    <a:lnTo>
                      <a:pt x="13" y="91"/>
                    </a:lnTo>
                    <a:close/>
                    <a:moveTo>
                      <a:pt x="88" y="5"/>
                    </a:moveTo>
                    <a:lnTo>
                      <a:pt x="67" y="7"/>
                    </a:lnTo>
                    <a:lnTo>
                      <a:pt x="48" y="13"/>
                    </a:lnTo>
                    <a:lnTo>
                      <a:pt x="33" y="21"/>
                    </a:lnTo>
                    <a:lnTo>
                      <a:pt x="21" y="32"/>
                    </a:lnTo>
                    <a:lnTo>
                      <a:pt x="13" y="45"/>
                    </a:lnTo>
                    <a:lnTo>
                      <a:pt x="10" y="60"/>
                    </a:lnTo>
                    <a:lnTo>
                      <a:pt x="13" y="75"/>
                    </a:lnTo>
                    <a:lnTo>
                      <a:pt x="21" y="88"/>
                    </a:lnTo>
                    <a:lnTo>
                      <a:pt x="33" y="99"/>
                    </a:lnTo>
                    <a:lnTo>
                      <a:pt x="48" y="107"/>
                    </a:lnTo>
                    <a:lnTo>
                      <a:pt x="67" y="113"/>
                    </a:lnTo>
                    <a:lnTo>
                      <a:pt x="88" y="115"/>
                    </a:lnTo>
                    <a:lnTo>
                      <a:pt x="96" y="115"/>
                    </a:lnTo>
                    <a:lnTo>
                      <a:pt x="104" y="114"/>
                    </a:lnTo>
                    <a:lnTo>
                      <a:pt x="105" y="114"/>
                    </a:lnTo>
                    <a:lnTo>
                      <a:pt x="130" y="131"/>
                    </a:lnTo>
                    <a:lnTo>
                      <a:pt x="127" y="108"/>
                    </a:lnTo>
                    <a:lnTo>
                      <a:pt x="129" y="107"/>
                    </a:lnTo>
                    <a:lnTo>
                      <a:pt x="144" y="99"/>
                    </a:lnTo>
                    <a:lnTo>
                      <a:pt x="156" y="87"/>
                    </a:lnTo>
                    <a:lnTo>
                      <a:pt x="164" y="75"/>
                    </a:lnTo>
                    <a:lnTo>
                      <a:pt x="166" y="60"/>
                    </a:lnTo>
                    <a:lnTo>
                      <a:pt x="162" y="45"/>
                    </a:lnTo>
                    <a:lnTo>
                      <a:pt x="155" y="32"/>
                    </a:lnTo>
                    <a:lnTo>
                      <a:pt x="143" y="21"/>
                    </a:lnTo>
                    <a:lnTo>
                      <a:pt x="127" y="13"/>
                    </a:lnTo>
                    <a:lnTo>
                      <a:pt x="108" y="7"/>
                    </a:lnTo>
                    <a:lnTo>
                      <a:pt x="88" y="5"/>
                    </a:lnTo>
                    <a:close/>
                    <a:moveTo>
                      <a:pt x="88" y="0"/>
                    </a:moveTo>
                    <a:lnTo>
                      <a:pt x="110" y="2"/>
                    </a:lnTo>
                    <a:lnTo>
                      <a:pt x="130" y="7"/>
                    </a:lnTo>
                    <a:lnTo>
                      <a:pt x="147" y="17"/>
                    </a:lnTo>
                    <a:lnTo>
                      <a:pt x="160" y="29"/>
                    </a:lnTo>
                    <a:lnTo>
                      <a:pt x="169" y="44"/>
                    </a:lnTo>
                    <a:lnTo>
                      <a:pt x="171" y="60"/>
                    </a:lnTo>
                    <a:lnTo>
                      <a:pt x="170" y="74"/>
                    </a:lnTo>
                    <a:lnTo>
                      <a:pt x="165" y="85"/>
                    </a:lnTo>
                    <a:lnTo>
                      <a:pt x="283" y="85"/>
                    </a:lnTo>
                    <a:lnTo>
                      <a:pt x="287" y="85"/>
                    </a:lnTo>
                    <a:lnTo>
                      <a:pt x="291" y="88"/>
                    </a:lnTo>
                    <a:lnTo>
                      <a:pt x="294" y="91"/>
                    </a:lnTo>
                    <a:lnTo>
                      <a:pt x="295" y="94"/>
                    </a:lnTo>
                    <a:lnTo>
                      <a:pt x="296" y="99"/>
                    </a:lnTo>
                    <a:lnTo>
                      <a:pt x="296" y="266"/>
                    </a:lnTo>
                    <a:lnTo>
                      <a:pt x="295" y="270"/>
                    </a:lnTo>
                    <a:lnTo>
                      <a:pt x="294" y="274"/>
                    </a:lnTo>
                    <a:lnTo>
                      <a:pt x="291" y="277"/>
                    </a:lnTo>
                    <a:lnTo>
                      <a:pt x="287" y="279"/>
                    </a:lnTo>
                    <a:lnTo>
                      <a:pt x="283" y="279"/>
                    </a:lnTo>
                    <a:lnTo>
                      <a:pt x="190" y="279"/>
                    </a:lnTo>
                    <a:lnTo>
                      <a:pt x="190" y="321"/>
                    </a:lnTo>
                    <a:lnTo>
                      <a:pt x="209" y="321"/>
                    </a:lnTo>
                    <a:lnTo>
                      <a:pt x="212" y="322"/>
                    </a:lnTo>
                    <a:lnTo>
                      <a:pt x="217" y="323"/>
                    </a:lnTo>
                    <a:lnTo>
                      <a:pt x="219" y="327"/>
                    </a:lnTo>
                    <a:lnTo>
                      <a:pt x="221" y="330"/>
                    </a:lnTo>
                    <a:lnTo>
                      <a:pt x="222" y="334"/>
                    </a:lnTo>
                    <a:lnTo>
                      <a:pt x="222" y="335"/>
                    </a:lnTo>
                    <a:lnTo>
                      <a:pt x="221" y="340"/>
                    </a:lnTo>
                    <a:lnTo>
                      <a:pt x="219" y="343"/>
                    </a:lnTo>
                    <a:lnTo>
                      <a:pt x="217" y="346"/>
                    </a:lnTo>
                    <a:lnTo>
                      <a:pt x="212" y="348"/>
                    </a:lnTo>
                    <a:lnTo>
                      <a:pt x="209" y="348"/>
                    </a:lnTo>
                    <a:lnTo>
                      <a:pt x="86" y="348"/>
                    </a:lnTo>
                    <a:lnTo>
                      <a:pt x="82" y="348"/>
                    </a:lnTo>
                    <a:lnTo>
                      <a:pt x="79" y="346"/>
                    </a:lnTo>
                    <a:lnTo>
                      <a:pt x="77" y="343"/>
                    </a:lnTo>
                    <a:lnTo>
                      <a:pt x="75" y="340"/>
                    </a:lnTo>
                    <a:lnTo>
                      <a:pt x="73" y="335"/>
                    </a:lnTo>
                    <a:lnTo>
                      <a:pt x="73" y="334"/>
                    </a:lnTo>
                    <a:lnTo>
                      <a:pt x="75" y="330"/>
                    </a:lnTo>
                    <a:lnTo>
                      <a:pt x="77" y="327"/>
                    </a:lnTo>
                    <a:lnTo>
                      <a:pt x="79" y="323"/>
                    </a:lnTo>
                    <a:lnTo>
                      <a:pt x="82" y="322"/>
                    </a:lnTo>
                    <a:lnTo>
                      <a:pt x="86" y="321"/>
                    </a:lnTo>
                    <a:lnTo>
                      <a:pt x="106" y="321"/>
                    </a:lnTo>
                    <a:lnTo>
                      <a:pt x="106" y="279"/>
                    </a:lnTo>
                    <a:lnTo>
                      <a:pt x="13" y="279"/>
                    </a:lnTo>
                    <a:lnTo>
                      <a:pt x="8" y="279"/>
                    </a:lnTo>
                    <a:lnTo>
                      <a:pt x="5" y="277"/>
                    </a:lnTo>
                    <a:lnTo>
                      <a:pt x="2" y="274"/>
                    </a:lnTo>
                    <a:lnTo>
                      <a:pt x="1" y="270"/>
                    </a:lnTo>
                    <a:lnTo>
                      <a:pt x="0" y="266"/>
                    </a:lnTo>
                    <a:lnTo>
                      <a:pt x="0" y="99"/>
                    </a:lnTo>
                    <a:lnTo>
                      <a:pt x="1" y="94"/>
                    </a:lnTo>
                    <a:lnTo>
                      <a:pt x="2" y="91"/>
                    </a:lnTo>
                    <a:lnTo>
                      <a:pt x="5" y="88"/>
                    </a:lnTo>
                    <a:lnTo>
                      <a:pt x="8" y="87"/>
                    </a:lnTo>
                    <a:lnTo>
                      <a:pt x="12" y="85"/>
                    </a:lnTo>
                    <a:lnTo>
                      <a:pt x="6" y="74"/>
                    </a:lnTo>
                    <a:lnTo>
                      <a:pt x="4" y="60"/>
                    </a:lnTo>
                    <a:lnTo>
                      <a:pt x="7" y="44"/>
                    </a:lnTo>
                    <a:lnTo>
                      <a:pt x="16" y="29"/>
                    </a:lnTo>
                    <a:lnTo>
                      <a:pt x="29" y="17"/>
                    </a:lnTo>
                    <a:lnTo>
                      <a:pt x="45" y="7"/>
                    </a:lnTo>
                    <a:lnTo>
                      <a:pt x="66" y="2"/>
                    </a:lnTo>
                    <a:lnTo>
                      <a:pt x="88"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9" name="组合 208"/>
            <p:cNvGrpSpPr/>
            <p:nvPr/>
          </p:nvGrpSpPr>
          <p:grpSpPr>
            <a:xfrm>
              <a:off x="2692946" y="4096380"/>
              <a:ext cx="496430" cy="656681"/>
              <a:chOff x="3883026" y="4608513"/>
              <a:chExt cx="452438" cy="598488"/>
            </a:xfrm>
            <a:grpFill/>
          </p:grpSpPr>
          <p:sp>
            <p:nvSpPr>
              <p:cNvPr id="181" name="Freeform 138"/>
              <p:cNvSpPr>
                <a:spLocks noEditPoints="1"/>
              </p:cNvSpPr>
              <p:nvPr/>
            </p:nvSpPr>
            <p:spPr bwMode="auto">
              <a:xfrm>
                <a:off x="3883026" y="4760913"/>
                <a:ext cx="354013" cy="446088"/>
              </a:xfrm>
              <a:custGeom>
                <a:avLst/>
                <a:gdLst>
                  <a:gd name="T0" fmla="*/ 103 w 223"/>
                  <a:gd name="T1" fmla="*/ 10 h 281"/>
                  <a:gd name="T2" fmla="*/ 64 w 223"/>
                  <a:gd name="T3" fmla="*/ 32 h 281"/>
                  <a:gd name="T4" fmla="*/ 41 w 223"/>
                  <a:gd name="T5" fmla="*/ 71 h 281"/>
                  <a:gd name="T6" fmla="*/ 37 w 223"/>
                  <a:gd name="T7" fmla="*/ 120 h 281"/>
                  <a:gd name="T8" fmla="*/ 37 w 223"/>
                  <a:gd name="T9" fmla="*/ 169 h 281"/>
                  <a:gd name="T10" fmla="*/ 43 w 223"/>
                  <a:gd name="T11" fmla="*/ 228 h 281"/>
                  <a:gd name="T12" fmla="*/ 72 w 223"/>
                  <a:gd name="T13" fmla="*/ 228 h 281"/>
                  <a:gd name="T14" fmla="*/ 92 w 223"/>
                  <a:gd name="T15" fmla="*/ 227 h 281"/>
                  <a:gd name="T16" fmla="*/ 216 w 223"/>
                  <a:gd name="T17" fmla="*/ 276 h 281"/>
                  <a:gd name="T18" fmla="*/ 190 w 223"/>
                  <a:gd name="T19" fmla="*/ 174 h 281"/>
                  <a:gd name="T20" fmla="*/ 198 w 223"/>
                  <a:gd name="T21" fmla="*/ 159 h 281"/>
                  <a:gd name="T22" fmla="*/ 210 w 223"/>
                  <a:gd name="T23" fmla="*/ 132 h 281"/>
                  <a:gd name="T24" fmla="*/ 216 w 223"/>
                  <a:gd name="T25" fmla="*/ 95 h 281"/>
                  <a:gd name="T26" fmla="*/ 204 w 223"/>
                  <a:gd name="T27" fmla="*/ 50 h 281"/>
                  <a:gd name="T28" fmla="*/ 171 w 223"/>
                  <a:gd name="T29" fmla="*/ 18 h 281"/>
                  <a:gd name="T30" fmla="*/ 127 w 223"/>
                  <a:gd name="T31" fmla="*/ 6 h 281"/>
                  <a:gd name="T32" fmla="*/ 148 w 223"/>
                  <a:gd name="T33" fmla="*/ 2 h 281"/>
                  <a:gd name="T34" fmla="*/ 186 w 223"/>
                  <a:gd name="T35" fmla="*/ 20 h 281"/>
                  <a:gd name="T36" fmla="*/ 212 w 223"/>
                  <a:gd name="T37" fmla="*/ 53 h 281"/>
                  <a:gd name="T38" fmla="*/ 222 w 223"/>
                  <a:gd name="T39" fmla="*/ 95 h 281"/>
                  <a:gd name="T40" fmla="*/ 216 w 223"/>
                  <a:gd name="T41" fmla="*/ 133 h 281"/>
                  <a:gd name="T42" fmla="*/ 204 w 223"/>
                  <a:gd name="T43" fmla="*/ 162 h 281"/>
                  <a:gd name="T44" fmla="*/ 195 w 223"/>
                  <a:gd name="T45" fmla="*/ 176 h 281"/>
                  <a:gd name="T46" fmla="*/ 96 w 223"/>
                  <a:gd name="T47" fmla="*/ 281 h 281"/>
                  <a:gd name="T48" fmla="*/ 54 w 223"/>
                  <a:gd name="T49" fmla="*/ 234 h 281"/>
                  <a:gd name="T50" fmla="*/ 36 w 223"/>
                  <a:gd name="T51" fmla="*/ 233 h 281"/>
                  <a:gd name="T52" fmla="*/ 30 w 223"/>
                  <a:gd name="T53" fmla="*/ 233 h 281"/>
                  <a:gd name="T54" fmla="*/ 0 w 223"/>
                  <a:gd name="T55" fmla="*/ 176 h 281"/>
                  <a:gd name="T56" fmla="*/ 31 w 223"/>
                  <a:gd name="T57" fmla="*/ 95 h 281"/>
                  <a:gd name="T58" fmla="*/ 41 w 223"/>
                  <a:gd name="T59" fmla="*/ 53 h 281"/>
                  <a:gd name="T60" fmla="*/ 67 w 223"/>
                  <a:gd name="T61" fmla="*/ 20 h 281"/>
                  <a:gd name="T62" fmla="*/ 105 w 223"/>
                  <a:gd name="T63" fmla="*/ 2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3" h="281">
                    <a:moveTo>
                      <a:pt x="127" y="6"/>
                    </a:moveTo>
                    <a:lnTo>
                      <a:pt x="103" y="10"/>
                    </a:lnTo>
                    <a:lnTo>
                      <a:pt x="81" y="18"/>
                    </a:lnTo>
                    <a:lnTo>
                      <a:pt x="64" y="32"/>
                    </a:lnTo>
                    <a:lnTo>
                      <a:pt x="50" y="50"/>
                    </a:lnTo>
                    <a:lnTo>
                      <a:pt x="41" y="71"/>
                    </a:lnTo>
                    <a:lnTo>
                      <a:pt x="38" y="95"/>
                    </a:lnTo>
                    <a:lnTo>
                      <a:pt x="37" y="120"/>
                    </a:lnTo>
                    <a:lnTo>
                      <a:pt x="9" y="169"/>
                    </a:lnTo>
                    <a:lnTo>
                      <a:pt x="37" y="169"/>
                    </a:lnTo>
                    <a:lnTo>
                      <a:pt x="36" y="228"/>
                    </a:lnTo>
                    <a:lnTo>
                      <a:pt x="43" y="228"/>
                    </a:lnTo>
                    <a:lnTo>
                      <a:pt x="54" y="228"/>
                    </a:lnTo>
                    <a:lnTo>
                      <a:pt x="72" y="228"/>
                    </a:lnTo>
                    <a:lnTo>
                      <a:pt x="90" y="227"/>
                    </a:lnTo>
                    <a:lnTo>
                      <a:pt x="92" y="227"/>
                    </a:lnTo>
                    <a:lnTo>
                      <a:pt x="101" y="276"/>
                    </a:lnTo>
                    <a:lnTo>
                      <a:pt x="216" y="276"/>
                    </a:lnTo>
                    <a:lnTo>
                      <a:pt x="189" y="175"/>
                    </a:lnTo>
                    <a:lnTo>
                      <a:pt x="190" y="174"/>
                    </a:lnTo>
                    <a:lnTo>
                      <a:pt x="192" y="169"/>
                    </a:lnTo>
                    <a:lnTo>
                      <a:pt x="198" y="159"/>
                    </a:lnTo>
                    <a:lnTo>
                      <a:pt x="204" y="146"/>
                    </a:lnTo>
                    <a:lnTo>
                      <a:pt x="210" y="132"/>
                    </a:lnTo>
                    <a:lnTo>
                      <a:pt x="215" y="115"/>
                    </a:lnTo>
                    <a:lnTo>
                      <a:pt x="216" y="95"/>
                    </a:lnTo>
                    <a:lnTo>
                      <a:pt x="212" y="71"/>
                    </a:lnTo>
                    <a:lnTo>
                      <a:pt x="204" y="50"/>
                    </a:lnTo>
                    <a:lnTo>
                      <a:pt x="190" y="32"/>
                    </a:lnTo>
                    <a:lnTo>
                      <a:pt x="171" y="18"/>
                    </a:lnTo>
                    <a:lnTo>
                      <a:pt x="151" y="10"/>
                    </a:lnTo>
                    <a:lnTo>
                      <a:pt x="127" y="6"/>
                    </a:lnTo>
                    <a:close/>
                    <a:moveTo>
                      <a:pt x="127" y="0"/>
                    </a:moveTo>
                    <a:lnTo>
                      <a:pt x="148" y="2"/>
                    </a:lnTo>
                    <a:lnTo>
                      <a:pt x="168" y="10"/>
                    </a:lnTo>
                    <a:lnTo>
                      <a:pt x="186" y="20"/>
                    </a:lnTo>
                    <a:lnTo>
                      <a:pt x="201" y="36"/>
                    </a:lnTo>
                    <a:lnTo>
                      <a:pt x="212" y="53"/>
                    </a:lnTo>
                    <a:lnTo>
                      <a:pt x="219" y="74"/>
                    </a:lnTo>
                    <a:lnTo>
                      <a:pt x="222" y="95"/>
                    </a:lnTo>
                    <a:lnTo>
                      <a:pt x="220" y="116"/>
                    </a:lnTo>
                    <a:lnTo>
                      <a:pt x="216" y="133"/>
                    </a:lnTo>
                    <a:lnTo>
                      <a:pt x="210" y="149"/>
                    </a:lnTo>
                    <a:lnTo>
                      <a:pt x="204" y="162"/>
                    </a:lnTo>
                    <a:lnTo>
                      <a:pt x="197" y="172"/>
                    </a:lnTo>
                    <a:lnTo>
                      <a:pt x="195" y="176"/>
                    </a:lnTo>
                    <a:lnTo>
                      <a:pt x="223" y="281"/>
                    </a:lnTo>
                    <a:lnTo>
                      <a:pt x="96" y="281"/>
                    </a:lnTo>
                    <a:lnTo>
                      <a:pt x="87" y="233"/>
                    </a:lnTo>
                    <a:lnTo>
                      <a:pt x="54" y="234"/>
                    </a:lnTo>
                    <a:lnTo>
                      <a:pt x="43" y="233"/>
                    </a:lnTo>
                    <a:lnTo>
                      <a:pt x="36" y="233"/>
                    </a:lnTo>
                    <a:lnTo>
                      <a:pt x="33" y="233"/>
                    </a:lnTo>
                    <a:lnTo>
                      <a:pt x="30" y="233"/>
                    </a:lnTo>
                    <a:lnTo>
                      <a:pt x="30" y="176"/>
                    </a:lnTo>
                    <a:lnTo>
                      <a:pt x="0" y="176"/>
                    </a:lnTo>
                    <a:lnTo>
                      <a:pt x="31" y="118"/>
                    </a:lnTo>
                    <a:lnTo>
                      <a:pt x="31" y="95"/>
                    </a:lnTo>
                    <a:lnTo>
                      <a:pt x="33" y="74"/>
                    </a:lnTo>
                    <a:lnTo>
                      <a:pt x="41" y="53"/>
                    </a:lnTo>
                    <a:lnTo>
                      <a:pt x="52" y="36"/>
                    </a:lnTo>
                    <a:lnTo>
                      <a:pt x="67" y="20"/>
                    </a:lnTo>
                    <a:lnTo>
                      <a:pt x="84" y="10"/>
                    </a:lnTo>
                    <a:lnTo>
                      <a:pt x="105" y="2"/>
                    </a:lnTo>
                    <a:lnTo>
                      <a:pt x="127"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2" name="Freeform 139"/>
              <p:cNvSpPr>
                <a:spLocks noEditPoints="1"/>
              </p:cNvSpPr>
              <p:nvPr/>
            </p:nvSpPr>
            <p:spPr bwMode="auto">
              <a:xfrm>
                <a:off x="3973513" y="4791076"/>
                <a:ext cx="219075" cy="214313"/>
              </a:xfrm>
              <a:custGeom>
                <a:avLst/>
                <a:gdLst>
                  <a:gd name="T0" fmla="*/ 70 w 138"/>
                  <a:gd name="T1" fmla="*/ 6 h 135"/>
                  <a:gd name="T2" fmla="*/ 50 w 138"/>
                  <a:gd name="T3" fmla="*/ 9 h 135"/>
                  <a:gd name="T4" fmla="*/ 33 w 138"/>
                  <a:gd name="T5" fmla="*/ 18 h 135"/>
                  <a:gd name="T6" fmla="*/ 19 w 138"/>
                  <a:gd name="T7" fmla="*/ 32 h 135"/>
                  <a:gd name="T8" fmla="*/ 10 w 138"/>
                  <a:gd name="T9" fmla="*/ 48 h 135"/>
                  <a:gd name="T10" fmla="*/ 7 w 138"/>
                  <a:gd name="T11" fmla="*/ 68 h 135"/>
                  <a:gd name="T12" fmla="*/ 10 w 138"/>
                  <a:gd name="T13" fmla="*/ 87 h 135"/>
                  <a:gd name="T14" fmla="*/ 19 w 138"/>
                  <a:gd name="T15" fmla="*/ 103 h 135"/>
                  <a:gd name="T16" fmla="*/ 33 w 138"/>
                  <a:gd name="T17" fmla="*/ 117 h 135"/>
                  <a:gd name="T18" fmla="*/ 50 w 138"/>
                  <a:gd name="T19" fmla="*/ 125 h 135"/>
                  <a:gd name="T20" fmla="*/ 70 w 138"/>
                  <a:gd name="T21" fmla="*/ 128 h 135"/>
                  <a:gd name="T22" fmla="*/ 89 w 138"/>
                  <a:gd name="T23" fmla="*/ 125 h 135"/>
                  <a:gd name="T24" fmla="*/ 107 w 138"/>
                  <a:gd name="T25" fmla="*/ 117 h 135"/>
                  <a:gd name="T26" fmla="*/ 121 w 138"/>
                  <a:gd name="T27" fmla="*/ 103 h 135"/>
                  <a:gd name="T28" fmla="*/ 129 w 138"/>
                  <a:gd name="T29" fmla="*/ 87 h 135"/>
                  <a:gd name="T30" fmla="*/ 133 w 138"/>
                  <a:gd name="T31" fmla="*/ 68 h 135"/>
                  <a:gd name="T32" fmla="*/ 129 w 138"/>
                  <a:gd name="T33" fmla="*/ 48 h 135"/>
                  <a:gd name="T34" fmla="*/ 121 w 138"/>
                  <a:gd name="T35" fmla="*/ 32 h 135"/>
                  <a:gd name="T36" fmla="*/ 107 w 138"/>
                  <a:gd name="T37" fmla="*/ 18 h 135"/>
                  <a:gd name="T38" fmla="*/ 89 w 138"/>
                  <a:gd name="T39" fmla="*/ 9 h 135"/>
                  <a:gd name="T40" fmla="*/ 70 w 138"/>
                  <a:gd name="T41" fmla="*/ 6 h 135"/>
                  <a:gd name="T42" fmla="*/ 70 w 138"/>
                  <a:gd name="T43" fmla="*/ 0 h 135"/>
                  <a:gd name="T44" fmla="*/ 88 w 138"/>
                  <a:gd name="T45" fmla="*/ 2 h 135"/>
                  <a:gd name="T46" fmla="*/ 104 w 138"/>
                  <a:gd name="T47" fmla="*/ 9 h 135"/>
                  <a:gd name="T48" fmla="*/ 119 w 138"/>
                  <a:gd name="T49" fmla="*/ 20 h 135"/>
                  <a:gd name="T50" fmla="*/ 129 w 138"/>
                  <a:gd name="T51" fmla="*/ 34 h 135"/>
                  <a:gd name="T52" fmla="*/ 136 w 138"/>
                  <a:gd name="T53" fmla="*/ 49 h 135"/>
                  <a:gd name="T54" fmla="*/ 138 w 138"/>
                  <a:gd name="T55" fmla="*/ 68 h 135"/>
                  <a:gd name="T56" fmla="*/ 136 w 138"/>
                  <a:gd name="T57" fmla="*/ 85 h 135"/>
                  <a:gd name="T58" fmla="*/ 129 w 138"/>
                  <a:gd name="T59" fmla="*/ 101 h 135"/>
                  <a:gd name="T60" fmla="*/ 119 w 138"/>
                  <a:gd name="T61" fmla="*/ 115 h 135"/>
                  <a:gd name="T62" fmla="*/ 104 w 138"/>
                  <a:gd name="T63" fmla="*/ 125 h 135"/>
                  <a:gd name="T64" fmla="*/ 88 w 138"/>
                  <a:gd name="T65" fmla="*/ 133 h 135"/>
                  <a:gd name="T66" fmla="*/ 70 w 138"/>
                  <a:gd name="T67" fmla="*/ 135 h 135"/>
                  <a:gd name="T68" fmla="*/ 51 w 138"/>
                  <a:gd name="T69" fmla="*/ 133 h 135"/>
                  <a:gd name="T70" fmla="*/ 35 w 138"/>
                  <a:gd name="T71" fmla="*/ 125 h 135"/>
                  <a:gd name="T72" fmla="*/ 21 w 138"/>
                  <a:gd name="T73" fmla="*/ 115 h 135"/>
                  <a:gd name="T74" fmla="*/ 10 w 138"/>
                  <a:gd name="T75" fmla="*/ 101 h 135"/>
                  <a:gd name="T76" fmla="*/ 3 w 138"/>
                  <a:gd name="T77" fmla="*/ 85 h 135"/>
                  <a:gd name="T78" fmla="*/ 0 w 138"/>
                  <a:gd name="T79" fmla="*/ 68 h 135"/>
                  <a:gd name="T80" fmla="*/ 3 w 138"/>
                  <a:gd name="T81" fmla="*/ 49 h 135"/>
                  <a:gd name="T82" fmla="*/ 10 w 138"/>
                  <a:gd name="T83" fmla="*/ 34 h 135"/>
                  <a:gd name="T84" fmla="*/ 21 w 138"/>
                  <a:gd name="T85" fmla="*/ 20 h 135"/>
                  <a:gd name="T86" fmla="*/ 35 w 138"/>
                  <a:gd name="T87" fmla="*/ 9 h 135"/>
                  <a:gd name="T88" fmla="*/ 51 w 138"/>
                  <a:gd name="T89" fmla="*/ 2 h 135"/>
                  <a:gd name="T90" fmla="*/ 70 w 138"/>
                  <a:gd name="T9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135">
                    <a:moveTo>
                      <a:pt x="70" y="6"/>
                    </a:moveTo>
                    <a:lnTo>
                      <a:pt x="50" y="9"/>
                    </a:lnTo>
                    <a:lnTo>
                      <a:pt x="33" y="18"/>
                    </a:lnTo>
                    <a:lnTo>
                      <a:pt x="19" y="32"/>
                    </a:lnTo>
                    <a:lnTo>
                      <a:pt x="10" y="48"/>
                    </a:lnTo>
                    <a:lnTo>
                      <a:pt x="7" y="68"/>
                    </a:lnTo>
                    <a:lnTo>
                      <a:pt x="10" y="87"/>
                    </a:lnTo>
                    <a:lnTo>
                      <a:pt x="19" y="103"/>
                    </a:lnTo>
                    <a:lnTo>
                      <a:pt x="33" y="117"/>
                    </a:lnTo>
                    <a:lnTo>
                      <a:pt x="50" y="125"/>
                    </a:lnTo>
                    <a:lnTo>
                      <a:pt x="70" y="128"/>
                    </a:lnTo>
                    <a:lnTo>
                      <a:pt x="89" y="125"/>
                    </a:lnTo>
                    <a:lnTo>
                      <a:pt x="107" y="117"/>
                    </a:lnTo>
                    <a:lnTo>
                      <a:pt x="121" y="103"/>
                    </a:lnTo>
                    <a:lnTo>
                      <a:pt x="129" y="87"/>
                    </a:lnTo>
                    <a:lnTo>
                      <a:pt x="133" y="68"/>
                    </a:lnTo>
                    <a:lnTo>
                      <a:pt x="129" y="48"/>
                    </a:lnTo>
                    <a:lnTo>
                      <a:pt x="121" y="32"/>
                    </a:lnTo>
                    <a:lnTo>
                      <a:pt x="107" y="18"/>
                    </a:lnTo>
                    <a:lnTo>
                      <a:pt x="89" y="9"/>
                    </a:lnTo>
                    <a:lnTo>
                      <a:pt x="70" y="6"/>
                    </a:lnTo>
                    <a:close/>
                    <a:moveTo>
                      <a:pt x="70" y="0"/>
                    </a:moveTo>
                    <a:lnTo>
                      <a:pt x="88" y="2"/>
                    </a:lnTo>
                    <a:lnTo>
                      <a:pt x="104" y="9"/>
                    </a:lnTo>
                    <a:lnTo>
                      <a:pt x="119" y="20"/>
                    </a:lnTo>
                    <a:lnTo>
                      <a:pt x="129" y="34"/>
                    </a:lnTo>
                    <a:lnTo>
                      <a:pt x="136" y="49"/>
                    </a:lnTo>
                    <a:lnTo>
                      <a:pt x="138" y="68"/>
                    </a:lnTo>
                    <a:lnTo>
                      <a:pt x="136" y="85"/>
                    </a:lnTo>
                    <a:lnTo>
                      <a:pt x="129" y="101"/>
                    </a:lnTo>
                    <a:lnTo>
                      <a:pt x="119" y="115"/>
                    </a:lnTo>
                    <a:lnTo>
                      <a:pt x="104" y="125"/>
                    </a:lnTo>
                    <a:lnTo>
                      <a:pt x="88" y="133"/>
                    </a:lnTo>
                    <a:lnTo>
                      <a:pt x="70" y="135"/>
                    </a:lnTo>
                    <a:lnTo>
                      <a:pt x="51" y="133"/>
                    </a:lnTo>
                    <a:lnTo>
                      <a:pt x="35" y="125"/>
                    </a:lnTo>
                    <a:lnTo>
                      <a:pt x="21" y="115"/>
                    </a:lnTo>
                    <a:lnTo>
                      <a:pt x="10" y="101"/>
                    </a:lnTo>
                    <a:lnTo>
                      <a:pt x="3" y="85"/>
                    </a:lnTo>
                    <a:lnTo>
                      <a:pt x="0" y="68"/>
                    </a:lnTo>
                    <a:lnTo>
                      <a:pt x="3" y="49"/>
                    </a:lnTo>
                    <a:lnTo>
                      <a:pt x="10" y="34"/>
                    </a:lnTo>
                    <a:lnTo>
                      <a:pt x="21" y="20"/>
                    </a:lnTo>
                    <a:lnTo>
                      <a:pt x="35" y="9"/>
                    </a:lnTo>
                    <a:lnTo>
                      <a:pt x="51" y="2"/>
                    </a:lnTo>
                    <a:lnTo>
                      <a:pt x="70"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3" name="Freeform 140"/>
              <p:cNvSpPr>
                <a:spLocks noEditPoints="1"/>
              </p:cNvSpPr>
              <p:nvPr/>
            </p:nvSpPr>
            <p:spPr bwMode="auto">
              <a:xfrm>
                <a:off x="4102101" y="4608513"/>
                <a:ext cx="233363" cy="204788"/>
              </a:xfrm>
              <a:custGeom>
                <a:avLst/>
                <a:gdLst>
                  <a:gd name="T0" fmla="*/ 52 w 147"/>
                  <a:gd name="T1" fmla="*/ 8 h 129"/>
                  <a:gd name="T2" fmla="*/ 18 w 147"/>
                  <a:gd name="T3" fmla="*/ 24 h 129"/>
                  <a:gd name="T4" fmla="*/ 5 w 147"/>
                  <a:gd name="T5" fmla="*/ 50 h 129"/>
                  <a:gd name="T6" fmla="*/ 18 w 147"/>
                  <a:gd name="T7" fmla="*/ 76 h 129"/>
                  <a:gd name="T8" fmla="*/ 52 w 147"/>
                  <a:gd name="T9" fmla="*/ 92 h 129"/>
                  <a:gd name="T10" fmla="*/ 80 w 147"/>
                  <a:gd name="T11" fmla="*/ 95 h 129"/>
                  <a:gd name="T12" fmla="*/ 89 w 147"/>
                  <a:gd name="T13" fmla="*/ 94 h 129"/>
                  <a:gd name="T14" fmla="*/ 90 w 147"/>
                  <a:gd name="T15" fmla="*/ 108 h 129"/>
                  <a:gd name="T16" fmla="*/ 94 w 147"/>
                  <a:gd name="T17" fmla="*/ 115 h 129"/>
                  <a:gd name="T18" fmla="*/ 105 w 147"/>
                  <a:gd name="T19" fmla="*/ 100 h 129"/>
                  <a:gd name="T20" fmla="*/ 109 w 147"/>
                  <a:gd name="T21" fmla="*/ 88 h 129"/>
                  <a:gd name="T22" fmla="*/ 123 w 147"/>
                  <a:gd name="T23" fmla="*/ 81 h 129"/>
                  <a:gd name="T24" fmla="*/ 138 w 147"/>
                  <a:gd name="T25" fmla="*/ 61 h 129"/>
                  <a:gd name="T26" fmla="*/ 137 w 147"/>
                  <a:gd name="T27" fmla="*/ 36 h 129"/>
                  <a:gd name="T28" fmla="*/ 114 w 147"/>
                  <a:gd name="T29" fmla="*/ 14 h 129"/>
                  <a:gd name="T30" fmla="*/ 73 w 147"/>
                  <a:gd name="T31" fmla="*/ 6 h 129"/>
                  <a:gd name="T32" fmla="*/ 93 w 147"/>
                  <a:gd name="T33" fmla="*/ 1 h 129"/>
                  <a:gd name="T34" fmla="*/ 125 w 147"/>
                  <a:gd name="T35" fmla="*/ 14 h 129"/>
                  <a:gd name="T36" fmla="*/ 144 w 147"/>
                  <a:gd name="T37" fmla="*/ 37 h 129"/>
                  <a:gd name="T38" fmla="*/ 145 w 147"/>
                  <a:gd name="T39" fmla="*/ 63 h 129"/>
                  <a:gd name="T40" fmla="*/ 129 w 147"/>
                  <a:gd name="T41" fmla="*/ 84 h 129"/>
                  <a:gd name="T42" fmla="*/ 109 w 147"/>
                  <a:gd name="T43" fmla="*/ 106 h 129"/>
                  <a:gd name="T44" fmla="*/ 94 w 147"/>
                  <a:gd name="T45" fmla="*/ 123 h 129"/>
                  <a:gd name="T46" fmla="*/ 85 w 147"/>
                  <a:gd name="T47" fmla="*/ 127 h 129"/>
                  <a:gd name="T48" fmla="*/ 81 w 147"/>
                  <a:gd name="T49" fmla="*/ 124 h 129"/>
                  <a:gd name="T50" fmla="*/ 83 w 147"/>
                  <a:gd name="T51" fmla="*/ 100 h 129"/>
                  <a:gd name="T52" fmla="*/ 54 w 147"/>
                  <a:gd name="T53" fmla="*/ 99 h 129"/>
                  <a:gd name="T54" fmla="*/ 21 w 147"/>
                  <a:gd name="T55" fmla="*/ 86 h 129"/>
                  <a:gd name="T56" fmla="*/ 2 w 147"/>
                  <a:gd name="T57" fmla="*/ 64 h 129"/>
                  <a:gd name="T58" fmla="*/ 2 w 147"/>
                  <a:gd name="T59" fmla="*/ 37 h 129"/>
                  <a:gd name="T60" fmla="*/ 21 w 147"/>
                  <a:gd name="T61" fmla="*/ 14 h 129"/>
                  <a:gd name="T62" fmla="*/ 54 w 147"/>
                  <a:gd name="T63" fmla="*/ 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7" h="129">
                    <a:moveTo>
                      <a:pt x="73" y="6"/>
                    </a:moveTo>
                    <a:lnTo>
                      <a:pt x="52" y="8"/>
                    </a:lnTo>
                    <a:lnTo>
                      <a:pt x="33" y="14"/>
                    </a:lnTo>
                    <a:lnTo>
                      <a:pt x="18" y="24"/>
                    </a:lnTo>
                    <a:lnTo>
                      <a:pt x="9" y="36"/>
                    </a:lnTo>
                    <a:lnTo>
                      <a:pt x="5" y="50"/>
                    </a:lnTo>
                    <a:lnTo>
                      <a:pt x="9" y="64"/>
                    </a:lnTo>
                    <a:lnTo>
                      <a:pt x="18" y="76"/>
                    </a:lnTo>
                    <a:lnTo>
                      <a:pt x="33" y="86"/>
                    </a:lnTo>
                    <a:lnTo>
                      <a:pt x="52" y="92"/>
                    </a:lnTo>
                    <a:lnTo>
                      <a:pt x="73" y="95"/>
                    </a:lnTo>
                    <a:lnTo>
                      <a:pt x="80" y="95"/>
                    </a:lnTo>
                    <a:lnTo>
                      <a:pt x="85" y="95"/>
                    </a:lnTo>
                    <a:lnTo>
                      <a:pt x="89" y="94"/>
                    </a:lnTo>
                    <a:lnTo>
                      <a:pt x="89" y="97"/>
                    </a:lnTo>
                    <a:lnTo>
                      <a:pt x="90" y="108"/>
                    </a:lnTo>
                    <a:lnTo>
                      <a:pt x="89" y="119"/>
                    </a:lnTo>
                    <a:lnTo>
                      <a:pt x="94" y="115"/>
                    </a:lnTo>
                    <a:lnTo>
                      <a:pt x="99" y="109"/>
                    </a:lnTo>
                    <a:lnTo>
                      <a:pt x="105" y="100"/>
                    </a:lnTo>
                    <a:lnTo>
                      <a:pt x="109" y="89"/>
                    </a:lnTo>
                    <a:lnTo>
                      <a:pt x="109" y="88"/>
                    </a:lnTo>
                    <a:lnTo>
                      <a:pt x="111" y="87"/>
                    </a:lnTo>
                    <a:lnTo>
                      <a:pt x="123" y="81"/>
                    </a:lnTo>
                    <a:lnTo>
                      <a:pt x="133" y="72"/>
                    </a:lnTo>
                    <a:lnTo>
                      <a:pt x="138" y="61"/>
                    </a:lnTo>
                    <a:lnTo>
                      <a:pt x="141" y="50"/>
                    </a:lnTo>
                    <a:lnTo>
                      <a:pt x="137" y="36"/>
                    </a:lnTo>
                    <a:lnTo>
                      <a:pt x="128" y="24"/>
                    </a:lnTo>
                    <a:lnTo>
                      <a:pt x="114" y="14"/>
                    </a:lnTo>
                    <a:lnTo>
                      <a:pt x="95" y="8"/>
                    </a:lnTo>
                    <a:lnTo>
                      <a:pt x="73" y="6"/>
                    </a:lnTo>
                    <a:close/>
                    <a:moveTo>
                      <a:pt x="73" y="0"/>
                    </a:moveTo>
                    <a:lnTo>
                      <a:pt x="93" y="1"/>
                    </a:lnTo>
                    <a:lnTo>
                      <a:pt x="110" y="7"/>
                    </a:lnTo>
                    <a:lnTo>
                      <a:pt x="125" y="14"/>
                    </a:lnTo>
                    <a:lnTo>
                      <a:pt x="137" y="25"/>
                    </a:lnTo>
                    <a:lnTo>
                      <a:pt x="144" y="37"/>
                    </a:lnTo>
                    <a:lnTo>
                      <a:pt x="147" y="50"/>
                    </a:lnTo>
                    <a:lnTo>
                      <a:pt x="145" y="63"/>
                    </a:lnTo>
                    <a:lnTo>
                      <a:pt x="138" y="74"/>
                    </a:lnTo>
                    <a:lnTo>
                      <a:pt x="129" y="84"/>
                    </a:lnTo>
                    <a:lnTo>
                      <a:pt x="115" y="92"/>
                    </a:lnTo>
                    <a:lnTo>
                      <a:pt x="109" y="106"/>
                    </a:lnTo>
                    <a:lnTo>
                      <a:pt x="102" y="116"/>
                    </a:lnTo>
                    <a:lnTo>
                      <a:pt x="94" y="123"/>
                    </a:lnTo>
                    <a:lnTo>
                      <a:pt x="89" y="126"/>
                    </a:lnTo>
                    <a:lnTo>
                      <a:pt x="85" y="127"/>
                    </a:lnTo>
                    <a:lnTo>
                      <a:pt x="80" y="129"/>
                    </a:lnTo>
                    <a:lnTo>
                      <a:pt x="81" y="124"/>
                    </a:lnTo>
                    <a:lnTo>
                      <a:pt x="83" y="112"/>
                    </a:lnTo>
                    <a:lnTo>
                      <a:pt x="83" y="100"/>
                    </a:lnTo>
                    <a:lnTo>
                      <a:pt x="73" y="101"/>
                    </a:lnTo>
                    <a:lnTo>
                      <a:pt x="54" y="99"/>
                    </a:lnTo>
                    <a:lnTo>
                      <a:pt x="36" y="94"/>
                    </a:lnTo>
                    <a:lnTo>
                      <a:pt x="21" y="86"/>
                    </a:lnTo>
                    <a:lnTo>
                      <a:pt x="9" y="76"/>
                    </a:lnTo>
                    <a:lnTo>
                      <a:pt x="2" y="64"/>
                    </a:lnTo>
                    <a:lnTo>
                      <a:pt x="0" y="50"/>
                    </a:lnTo>
                    <a:lnTo>
                      <a:pt x="2" y="37"/>
                    </a:lnTo>
                    <a:lnTo>
                      <a:pt x="9" y="25"/>
                    </a:lnTo>
                    <a:lnTo>
                      <a:pt x="21" y="14"/>
                    </a:lnTo>
                    <a:lnTo>
                      <a:pt x="36" y="7"/>
                    </a:lnTo>
                    <a:lnTo>
                      <a:pt x="54" y="1"/>
                    </a:lnTo>
                    <a:lnTo>
                      <a:pt x="7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4" name="Rectangle 141"/>
              <p:cNvSpPr>
                <a:spLocks noChangeArrowheads="1"/>
              </p:cNvSpPr>
              <p:nvPr/>
            </p:nvSpPr>
            <p:spPr bwMode="auto">
              <a:xfrm>
                <a:off x="4156076" y="4664076"/>
                <a:ext cx="120650" cy="9525"/>
              </a:xfrm>
              <a:prstGeom prst="rect">
                <a:avLst/>
              </a:prstGeom>
              <a:grpFill/>
              <a:ln w="0">
                <a:noFill/>
                <a:prstDash val="solid"/>
                <a:miter lim="800000"/>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5" name="Rectangle 142"/>
              <p:cNvSpPr>
                <a:spLocks noChangeArrowheads="1"/>
              </p:cNvSpPr>
              <p:nvPr/>
            </p:nvSpPr>
            <p:spPr bwMode="auto">
              <a:xfrm>
                <a:off x="4156076" y="4705351"/>
                <a:ext cx="120650" cy="9525"/>
              </a:xfrm>
              <a:prstGeom prst="rect">
                <a:avLst/>
              </a:prstGeom>
              <a:grpFill/>
              <a:ln w="0">
                <a:noFill/>
                <a:prstDash val="solid"/>
                <a:miter lim="800000"/>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0" name="组合 209"/>
            <p:cNvGrpSpPr/>
            <p:nvPr/>
          </p:nvGrpSpPr>
          <p:grpSpPr>
            <a:xfrm>
              <a:off x="4969565" y="4232245"/>
              <a:ext cx="531267" cy="400627"/>
              <a:chOff x="5394326" y="4732338"/>
              <a:chExt cx="484188" cy="365125"/>
            </a:xfrm>
            <a:grpFill/>
          </p:grpSpPr>
          <p:sp>
            <p:nvSpPr>
              <p:cNvPr id="190" name="Freeform 143"/>
              <p:cNvSpPr>
                <a:spLocks/>
              </p:cNvSpPr>
              <p:nvPr/>
            </p:nvSpPr>
            <p:spPr bwMode="auto">
              <a:xfrm>
                <a:off x="5394326" y="4760913"/>
                <a:ext cx="484188" cy="336550"/>
              </a:xfrm>
              <a:custGeom>
                <a:avLst/>
                <a:gdLst>
                  <a:gd name="T0" fmla="*/ 0 w 305"/>
                  <a:gd name="T1" fmla="*/ 0 h 212"/>
                  <a:gd name="T2" fmla="*/ 6 w 305"/>
                  <a:gd name="T3" fmla="*/ 0 h 212"/>
                  <a:gd name="T4" fmla="*/ 6 w 305"/>
                  <a:gd name="T5" fmla="*/ 206 h 212"/>
                  <a:gd name="T6" fmla="*/ 305 w 305"/>
                  <a:gd name="T7" fmla="*/ 206 h 212"/>
                  <a:gd name="T8" fmla="*/ 305 w 305"/>
                  <a:gd name="T9" fmla="*/ 212 h 212"/>
                  <a:gd name="T10" fmla="*/ 0 w 305"/>
                  <a:gd name="T11" fmla="*/ 212 h 212"/>
                  <a:gd name="T12" fmla="*/ 0 w 305"/>
                  <a:gd name="T13" fmla="*/ 0 h 212"/>
                </a:gdLst>
                <a:ahLst/>
                <a:cxnLst>
                  <a:cxn ang="0">
                    <a:pos x="T0" y="T1"/>
                  </a:cxn>
                  <a:cxn ang="0">
                    <a:pos x="T2" y="T3"/>
                  </a:cxn>
                  <a:cxn ang="0">
                    <a:pos x="T4" y="T5"/>
                  </a:cxn>
                  <a:cxn ang="0">
                    <a:pos x="T6" y="T7"/>
                  </a:cxn>
                  <a:cxn ang="0">
                    <a:pos x="T8" y="T9"/>
                  </a:cxn>
                  <a:cxn ang="0">
                    <a:pos x="T10" y="T11"/>
                  </a:cxn>
                  <a:cxn ang="0">
                    <a:pos x="T12" y="T13"/>
                  </a:cxn>
                </a:cxnLst>
                <a:rect l="0" t="0" r="r" b="b"/>
                <a:pathLst>
                  <a:path w="305" h="212">
                    <a:moveTo>
                      <a:pt x="0" y="0"/>
                    </a:moveTo>
                    <a:lnTo>
                      <a:pt x="6" y="0"/>
                    </a:lnTo>
                    <a:lnTo>
                      <a:pt x="6" y="206"/>
                    </a:lnTo>
                    <a:lnTo>
                      <a:pt x="305" y="206"/>
                    </a:lnTo>
                    <a:lnTo>
                      <a:pt x="305" y="212"/>
                    </a:lnTo>
                    <a:lnTo>
                      <a:pt x="0" y="212"/>
                    </a:lnTo>
                    <a:lnTo>
                      <a:pt x="0"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1" name="Freeform 144"/>
              <p:cNvSpPr>
                <a:spLocks noEditPoints="1"/>
              </p:cNvSpPr>
              <p:nvPr/>
            </p:nvSpPr>
            <p:spPr bwMode="auto">
              <a:xfrm>
                <a:off x="5449888" y="4946651"/>
                <a:ext cx="76200" cy="123825"/>
              </a:xfrm>
              <a:custGeom>
                <a:avLst/>
                <a:gdLst>
                  <a:gd name="T0" fmla="*/ 23 w 48"/>
                  <a:gd name="T1" fmla="*/ 7 h 78"/>
                  <a:gd name="T2" fmla="*/ 19 w 48"/>
                  <a:gd name="T3" fmla="*/ 8 h 78"/>
                  <a:gd name="T4" fmla="*/ 15 w 48"/>
                  <a:gd name="T5" fmla="*/ 9 h 78"/>
                  <a:gd name="T6" fmla="*/ 11 w 48"/>
                  <a:gd name="T7" fmla="*/ 11 h 78"/>
                  <a:gd name="T8" fmla="*/ 8 w 48"/>
                  <a:gd name="T9" fmla="*/ 15 h 78"/>
                  <a:gd name="T10" fmla="*/ 7 w 48"/>
                  <a:gd name="T11" fmla="*/ 19 h 78"/>
                  <a:gd name="T12" fmla="*/ 6 w 48"/>
                  <a:gd name="T13" fmla="*/ 23 h 78"/>
                  <a:gd name="T14" fmla="*/ 6 w 48"/>
                  <a:gd name="T15" fmla="*/ 73 h 78"/>
                  <a:gd name="T16" fmla="*/ 42 w 48"/>
                  <a:gd name="T17" fmla="*/ 73 h 78"/>
                  <a:gd name="T18" fmla="*/ 42 w 48"/>
                  <a:gd name="T19" fmla="*/ 23 h 78"/>
                  <a:gd name="T20" fmla="*/ 42 w 48"/>
                  <a:gd name="T21" fmla="*/ 19 h 78"/>
                  <a:gd name="T22" fmla="*/ 40 w 48"/>
                  <a:gd name="T23" fmla="*/ 15 h 78"/>
                  <a:gd name="T24" fmla="*/ 37 w 48"/>
                  <a:gd name="T25" fmla="*/ 11 h 78"/>
                  <a:gd name="T26" fmla="*/ 34 w 48"/>
                  <a:gd name="T27" fmla="*/ 9 h 78"/>
                  <a:gd name="T28" fmla="*/ 30 w 48"/>
                  <a:gd name="T29" fmla="*/ 8 h 78"/>
                  <a:gd name="T30" fmla="*/ 25 w 48"/>
                  <a:gd name="T31" fmla="*/ 7 h 78"/>
                  <a:gd name="T32" fmla="*/ 23 w 48"/>
                  <a:gd name="T33" fmla="*/ 7 h 78"/>
                  <a:gd name="T34" fmla="*/ 23 w 48"/>
                  <a:gd name="T35" fmla="*/ 0 h 78"/>
                  <a:gd name="T36" fmla="*/ 25 w 48"/>
                  <a:gd name="T37" fmla="*/ 0 h 78"/>
                  <a:gd name="T38" fmla="*/ 37 w 48"/>
                  <a:gd name="T39" fmla="*/ 3 h 78"/>
                  <a:gd name="T40" fmla="*/ 45 w 48"/>
                  <a:gd name="T41" fmla="*/ 12 h 78"/>
                  <a:gd name="T42" fmla="*/ 48 w 48"/>
                  <a:gd name="T43" fmla="*/ 23 h 78"/>
                  <a:gd name="T44" fmla="*/ 48 w 48"/>
                  <a:gd name="T45" fmla="*/ 78 h 78"/>
                  <a:gd name="T46" fmla="*/ 0 w 48"/>
                  <a:gd name="T47" fmla="*/ 78 h 78"/>
                  <a:gd name="T48" fmla="*/ 0 w 48"/>
                  <a:gd name="T49" fmla="*/ 23 h 78"/>
                  <a:gd name="T50" fmla="*/ 4 w 48"/>
                  <a:gd name="T51" fmla="*/ 12 h 78"/>
                  <a:gd name="T52" fmla="*/ 11 w 48"/>
                  <a:gd name="T53" fmla="*/ 3 h 78"/>
                  <a:gd name="T54" fmla="*/ 23 w 48"/>
                  <a:gd name="T5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78">
                    <a:moveTo>
                      <a:pt x="23" y="7"/>
                    </a:moveTo>
                    <a:lnTo>
                      <a:pt x="19" y="8"/>
                    </a:lnTo>
                    <a:lnTo>
                      <a:pt x="15" y="9"/>
                    </a:lnTo>
                    <a:lnTo>
                      <a:pt x="11" y="11"/>
                    </a:lnTo>
                    <a:lnTo>
                      <a:pt x="8" y="15"/>
                    </a:lnTo>
                    <a:lnTo>
                      <a:pt x="7" y="19"/>
                    </a:lnTo>
                    <a:lnTo>
                      <a:pt x="6" y="23"/>
                    </a:lnTo>
                    <a:lnTo>
                      <a:pt x="6" y="73"/>
                    </a:lnTo>
                    <a:lnTo>
                      <a:pt x="42" y="73"/>
                    </a:lnTo>
                    <a:lnTo>
                      <a:pt x="42" y="23"/>
                    </a:lnTo>
                    <a:lnTo>
                      <a:pt x="42" y="19"/>
                    </a:lnTo>
                    <a:lnTo>
                      <a:pt x="40" y="15"/>
                    </a:lnTo>
                    <a:lnTo>
                      <a:pt x="37" y="11"/>
                    </a:lnTo>
                    <a:lnTo>
                      <a:pt x="34" y="9"/>
                    </a:lnTo>
                    <a:lnTo>
                      <a:pt x="30" y="8"/>
                    </a:lnTo>
                    <a:lnTo>
                      <a:pt x="25" y="7"/>
                    </a:lnTo>
                    <a:lnTo>
                      <a:pt x="23" y="7"/>
                    </a:lnTo>
                    <a:close/>
                    <a:moveTo>
                      <a:pt x="23" y="0"/>
                    </a:moveTo>
                    <a:lnTo>
                      <a:pt x="25" y="0"/>
                    </a:lnTo>
                    <a:lnTo>
                      <a:pt x="37" y="3"/>
                    </a:lnTo>
                    <a:lnTo>
                      <a:pt x="45" y="12"/>
                    </a:lnTo>
                    <a:lnTo>
                      <a:pt x="48" y="23"/>
                    </a:lnTo>
                    <a:lnTo>
                      <a:pt x="48" y="78"/>
                    </a:lnTo>
                    <a:lnTo>
                      <a:pt x="0" y="78"/>
                    </a:lnTo>
                    <a:lnTo>
                      <a:pt x="0" y="23"/>
                    </a:lnTo>
                    <a:lnTo>
                      <a:pt x="4" y="12"/>
                    </a:lnTo>
                    <a:lnTo>
                      <a:pt x="11" y="3"/>
                    </a:lnTo>
                    <a:lnTo>
                      <a:pt x="2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2" name="Freeform 145"/>
              <p:cNvSpPr>
                <a:spLocks noEditPoints="1"/>
              </p:cNvSpPr>
              <p:nvPr/>
            </p:nvSpPr>
            <p:spPr bwMode="auto">
              <a:xfrm>
                <a:off x="5556251" y="4892676"/>
                <a:ext cx="74613" cy="177800"/>
              </a:xfrm>
              <a:custGeom>
                <a:avLst/>
                <a:gdLst>
                  <a:gd name="T0" fmla="*/ 22 w 47"/>
                  <a:gd name="T1" fmla="*/ 7 h 112"/>
                  <a:gd name="T2" fmla="*/ 18 w 47"/>
                  <a:gd name="T3" fmla="*/ 7 h 112"/>
                  <a:gd name="T4" fmla="*/ 14 w 47"/>
                  <a:gd name="T5" fmla="*/ 9 h 112"/>
                  <a:gd name="T6" fmla="*/ 11 w 47"/>
                  <a:gd name="T7" fmla="*/ 11 h 112"/>
                  <a:gd name="T8" fmla="*/ 8 w 47"/>
                  <a:gd name="T9" fmla="*/ 15 h 112"/>
                  <a:gd name="T10" fmla="*/ 6 w 47"/>
                  <a:gd name="T11" fmla="*/ 19 h 112"/>
                  <a:gd name="T12" fmla="*/ 6 w 47"/>
                  <a:gd name="T13" fmla="*/ 23 h 112"/>
                  <a:gd name="T14" fmla="*/ 6 w 47"/>
                  <a:gd name="T15" fmla="*/ 107 h 112"/>
                  <a:gd name="T16" fmla="*/ 42 w 47"/>
                  <a:gd name="T17" fmla="*/ 107 h 112"/>
                  <a:gd name="T18" fmla="*/ 42 w 47"/>
                  <a:gd name="T19" fmla="*/ 23 h 112"/>
                  <a:gd name="T20" fmla="*/ 41 w 47"/>
                  <a:gd name="T21" fmla="*/ 19 h 112"/>
                  <a:gd name="T22" fmla="*/ 40 w 47"/>
                  <a:gd name="T23" fmla="*/ 15 h 112"/>
                  <a:gd name="T24" fmla="*/ 37 w 47"/>
                  <a:gd name="T25" fmla="*/ 11 h 112"/>
                  <a:gd name="T26" fmla="*/ 33 w 47"/>
                  <a:gd name="T27" fmla="*/ 9 h 112"/>
                  <a:gd name="T28" fmla="*/ 29 w 47"/>
                  <a:gd name="T29" fmla="*/ 7 h 112"/>
                  <a:gd name="T30" fmla="*/ 25 w 47"/>
                  <a:gd name="T31" fmla="*/ 7 h 112"/>
                  <a:gd name="T32" fmla="*/ 22 w 47"/>
                  <a:gd name="T33" fmla="*/ 7 h 112"/>
                  <a:gd name="T34" fmla="*/ 22 w 47"/>
                  <a:gd name="T35" fmla="*/ 0 h 112"/>
                  <a:gd name="T36" fmla="*/ 25 w 47"/>
                  <a:gd name="T37" fmla="*/ 0 h 112"/>
                  <a:gd name="T38" fmla="*/ 37 w 47"/>
                  <a:gd name="T39" fmla="*/ 4 h 112"/>
                  <a:gd name="T40" fmla="*/ 44 w 47"/>
                  <a:gd name="T41" fmla="*/ 12 h 112"/>
                  <a:gd name="T42" fmla="*/ 47 w 47"/>
                  <a:gd name="T43" fmla="*/ 23 h 112"/>
                  <a:gd name="T44" fmla="*/ 47 w 47"/>
                  <a:gd name="T45" fmla="*/ 112 h 112"/>
                  <a:gd name="T46" fmla="*/ 0 w 47"/>
                  <a:gd name="T47" fmla="*/ 112 h 112"/>
                  <a:gd name="T48" fmla="*/ 0 w 47"/>
                  <a:gd name="T49" fmla="*/ 23 h 112"/>
                  <a:gd name="T50" fmla="*/ 3 w 47"/>
                  <a:gd name="T51" fmla="*/ 12 h 112"/>
                  <a:gd name="T52" fmla="*/ 11 w 47"/>
                  <a:gd name="T53" fmla="*/ 4 h 112"/>
                  <a:gd name="T54" fmla="*/ 22 w 47"/>
                  <a:gd name="T5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112">
                    <a:moveTo>
                      <a:pt x="22" y="7"/>
                    </a:moveTo>
                    <a:lnTo>
                      <a:pt x="18" y="7"/>
                    </a:lnTo>
                    <a:lnTo>
                      <a:pt x="14" y="9"/>
                    </a:lnTo>
                    <a:lnTo>
                      <a:pt x="11" y="11"/>
                    </a:lnTo>
                    <a:lnTo>
                      <a:pt x="8" y="15"/>
                    </a:lnTo>
                    <a:lnTo>
                      <a:pt x="6" y="19"/>
                    </a:lnTo>
                    <a:lnTo>
                      <a:pt x="6" y="23"/>
                    </a:lnTo>
                    <a:lnTo>
                      <a:pt x="6" y="107"/>
                    </a:lnTo>
                    <a:lnTo>
                      <a:pt x="42" y="107"/>
                    </a:lnTo>
                    <a:lnTo>
                      <a:pt x="42" y="23"/>
                    </a:lnTo>
                    <a:lnTo>
                      <a:pt x="41" y="19"/>
                    </a:lnTo>
                    <a:lnTo>
                      <a:pt x="40" y="15"/>
                    </a:lnTo>
                    <a:lnTo>
                      <a:pt x="37" y="11"/>
                    </a:lnTo>
                    <a:lnTo>
                      <a:pt x="33" y="9"/>
                    </a:lnTo>
                    <a:lnTo>
                      <a:pt x="29" y="7"/>
                    </a:lnTo>
                    <a:lnTo>
                      <a:pt x="25" y="7"/>
                    </a:lnTo>
                    <a:lnTo>
                      <a:pt x="22" y="7"/>
                    </a:lnTo>
                    <a:close/>
                    <a:moveTo>
                      <a:pt x="22" y="0"/>
                    </a:moveTo>
                    <a:lnTo>
                      <a:pt x="25" y="0"/>
                    </a:lnTo>
                    <a:lnTo>
                      <a:pt x="37" y="4"/>
                    </a:lnTo>
                    <a:lnTo>
                      <a:pt x="44" y="12"/>
                    </a:lnTo>
                    <a:lnTo>
                      <a:pt x="47" y="23"/>
                    </a:lnTo>
                    <a:lnTo>
                      <a:pt x="47" y="112"/>
                    </a:lnTo>
                    <a:lnTo>
                      <a:pt x="0" y="112"/>
                    </a:lnTo>
                    <a:lnTo>
                      <a:pt x="0" y="23"/>
                    </a:lnTo>
                    <a:lnTo>
                      <a:pt x="3" y="12"/>
                    </a:lnTo>
                    <a:lnTo>
                      <a:pt x="11" y="4"/>
                    </a:lnTo>
                    <a:lnTo>
                      <a:pt x="2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3" name="Freeform 146"/>
              <p:cNvSpPr>
                <a:spLocks noEditPoints="1"/>
              </p:cNvSpPr>
              <p:nvPr/>
            </p:nvSpPr>
            <p:spPr bwMode="auto">
              <a:xfrm>
                <a:off x="5662613" y="4840288"/>
                <a:ext cx="76200" cy="230188"/>
              </a:xfrm>
              <a:custGeom>
                <a:avLst/>
                <a:gdLst>
                  <a:gd name="T0" fmla="*/ 22 w 48"/>
                  <a:gd name="T1" fmla="*/ 6 h 145"/>
                  <a:gd name="T2" fmla="*/ 17 w 48"/>
                  <a:gd name="T3" fmla="*/ 6 h 145"/>
                  <a:gd name="T4" fmla="*/ 14 w 48"/>
                  <a:gd name="T5" fmla="*/ 8 h 145"/>
                  <a:gd name="T6" fmla="*/ 11 w 48"/>
                  <a:gd name="T7" fmla="*/ 11 h 145"/>
                  <a:gd name="T8" fmla="*/ 8 w 48"/>
                  <a:gd name="T9" fmla="*/ 14 h 145"/>
                  <a:gd name="T10" fmla="*/ 6 w 48"/>
                  <a:gd name="T11" fmla="*/ 18 h 145"/>
                  <a:gd name="T12" fmla="*/ 5 w 48"/>
                  <a:gd name="T13" fmla="*/ 23 h 145"/>
                  <a:gd name="T14" fmla="*/ 5 w 48"/>
                  <a:gd name="T15" fmla="*/ 140 h 145"/>
                  <a:gd name="T16" fmla="*/ 41 w 48"/>
                  <a:gd name="T17" fmla="*/ 140 h 145"/>
                  <a:gd name="T18" fmla="*/ 41 w 48"/>
                  <a:gd name="T19" fmla="*/ 23 h 145"/>
                  <a:gd name="T20" fmla="*/ 40 w 48"/>
                  <a:gd name="T21" fmla="*/ 18 h 145"/>
                  <a:gd name="T22" fmla="*/ 39 w 48"/>
                  <a:gd name="T23" fmla="*/ 14 h 145"/>
                  <a:gd name="T24" fmla="*/ 36 w 48"/>
                  <a:gd name="T25" fmla="*/ 11 h 145"/>
                  <a:gd name="T26" fmla="*/ 33 w 48"/>
                  <a:gd name="T27" fmla="*/ 8 h 145"/>
                  <a:gd name="T28" fmla="*/ 29 w 48"/>
                  <a:gd name="T29" fmla="*/ 6 h 145"/>
                  <a:gd name="T30" fmla="*/ 25 w 48"/>
                  <a:gd name="T31" fmla="*/ 6 h 145"/>
                  <a:gd name="T32" fmla="*/ 22 w 48"/>
                  <a:gd name="T33" fmla="*/ 6 h 145"/>
                  <a:gd name="T34" fmla="*/ 22 w 48"/>
                  <a:gd name="T35" fmla="*/ 0 h 145"/>
                  <a:gd name="T36" fmla="*/ 25 w 48"/>
                  <a:gd name="T37" fmla="*/ 0 h 145"/>
                  <a:gd name="T38" fmla="*/ 36 w 48"/>
                  <a:gd name="T39" fmla="*/ 3 h 145"/>
                  <a:gd name="T40" fmla="*/ 44 w 48"/>
                  <a:gd name="T41" fmla="*/ 12 h 145"/>
                  <a:gd name="T42" fmla="*/ 48 w 48"/>
                  <a:gd name="T43" fmla="*/ 23 h 145"/>
                  <a:gd name="T44" fmla="*/ 48 w 48"/>
                  <a:gd name="T45" fmla="*/ 145 h 145"/>
                  <a:gd name="T46" fmla="*/ 0 w 48"/>
                  <a:gd name="T47" fmla="*/ 145 h 145"/>
                  <a:gd name="T48" fmla="*/ 0 w 48"/>
                  <a:gd name="T49" fmla="*/ 23 h 145"/>
                  <a:gd name="T50" fmla="*/ 2 w 48"/>
                  <a:gd name="T51" fmla="*/ 12 h 145"/>
                  <a:gd name="T52" fmla="*/ 11 w 48"/>
                  <a:gd name="T53" fmla="*/ 3 h 145"/>
                  <a:gd name="T54" fmla="*/ 22 w 48"/>
                  <a:gd name="T5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5">
                    <a:moveTo>
                      <a:pt x="22" y="6"/>
                    </a:moveTo>
                    <a:lnTo>
                      <a:pt x="17" y="6"/>
                    </a:lnTo>
                    <a:lnTo>
                      <a:pt x="14" y="8"/>
                    </a:lnTo>
                    <a:lnTo>
                      <a:pt x="11" y="11"/>
                    </a:lnTo>
                    <a:lnTo>
                      <a:pt x="8" y="14"/>
                    </a:lnTo>
                    <a:lnTo>
                      <a:pt x="6" y="18"/>
                    </a:lnTo>
                    <a:lnTo>
                      <a:pt x="5" y="23"/>
                    </a:lnTo>
                    <a:lnTo>
                      <a:pt x="5" y="140"/>
                    </a:lnTo>
                    <a:lnTo>
                      <a:pt x="41" y="140"/>
                    </a:lnTo>
                    <a:lnTo>
                      <a:pt x="41" y="23"/>
                    </a:lnTo>
                    <a:lnTo>
                      <a:pt x="40" y="18"/>
                    </a:lnTo>
                    <a:lnTo>
                      <a:pt x="39" y="14"/>
                    </a:lnTo>
                    <a:lnTo>
                      <a:pt x="36" y="11"/>
                    </a:lnTo>
                    <a:lnTo>
                      <a:pt x="33" y="8"/>
                    </a:lnTo>
                    <a:lnTo>
                      <a:pt x="29" y="6"/>
                    </a:lnTo>
                    <a:lnTo>
                      <a:pt x="25" y="6"/>
                    </a:lnTo>
                    <a:lnTo>
                      <a:pt x="22" y="6"/>
                    </a:lnTo>
                    <a:close/>
                    <a:moveTo>
                      <a:pt x="22" y="0"/>
                    </a:moveTo>
                    <a:lnTo>
                      <a:pt x="25" y="0"/>
                    </a:lnTo>
                    <a:lnTo>
                      <a:pt x="36" y="3"/>
                    </a:lnTo>
                    <a:lnTo>
                      <a:pt x="44" y="12"/>
                    </a:lnTo>
                    <a:lnTo>
                      <a:pt x="48" y="23"/>
                    </a:lnTo>
                    <a:lnTo>
                      <a:pt x="48" y="145"/>
                    </a:lnTo>
                    <a:lnTo>
                      <a:pt x="0" y="145"/>
                    </a:lnTo>
                    <a:lnTo>
                      <a:pt x="0" y="23"/>
                    </a:lnTo>
                    <a:lnTo>
                      <a:pt x="2" y="12"/>
                    </a:lnTo>
                    <a:lnTo>
                      <a:pt x="11" y="3"/>
                    </a:lnTo>
                    <a:lnTo>
                      <a:pt x="2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4" name="Freeform 147"/>
              <p:cNvSpPr>
                <a:spLocks noEditPoints="1"/>
              </p:cNvSpPr>
              <p:nvPr/>
            </p:nvSpPr>
            <p:spPr bwMode="auto">
              <a:xfrm>
                <a:off x="5767388" y="4784726"/>
                <a:ext cx="76200" cy="285750"/>
              </a:xfrm>
              <a:custGeom>
                <a:avLst/>
                <a:gdLst>
                  <a:gd name="T0" fmla="*/ 23 w 48"/>
                  <a:gd name="T1" fmla="*/ 5 h 180"/>
                  <a:gd name="T2" fmla="*/ 19 w 48"/>
                  <a:gd name="T3" fmla="*/ 6 h 180"/>
                  <a:gd name="T4" fmla="*/ 14 w 48"/>
                  <a:gd name="T5" fmla="*/ 9 h 180"/>
                  <a:gd name="T6" fmla="*/ 11 w 48"/>
                  <a:gd name="T7" fmla="*/ 11 h 180"/>
                  <a:gd name="T8" fmla="*/ 8 w 48"/>
                  <a:gd name="T9" fmla="*/ 14 h 180"/>
                  <a:gd name="T10" fmla="*/ 7 w 48"/>
                  <a:gd name="T11" fmla="*/ 18 h 180"/>
                  <a:gd name="T12" fmla="*/ 6 w 48"/>
                  <a:gd name="T13" fmla="*/ 23 h 180"/>
                  <a:gd name="T14" fmla="*/ 6 w 48"/>
                  <a:gd name="T15" fmla="*/ 175 h 180"/>
                  <a:gd name="T16" fmla="*/ 41 w 48"/>
                  <a:gd name="T17" fmla="*/ 175 h 180"/>
                  <a:gd name="T18" fmla="*/ 41 w 48"/>
                  <a:gd name="T19" fmla="*/ 23 h 180"/>
                  <a:gd name="T20" fmla="*/ 41 w 48"/>
                  <a:gd name="T21" fmla="*/ 18 h 180"/>
                  <a:gd name="T22" fmla="*/ 39 w 48"/>
                  <a:gd name="T23" fmla="*/ 14 h 180"/>
                  <a:gd name="T24" fmla="*/ 37 w 48"/>
                  <a:gd name="T25" fmla="*/ 11 h 180"/>
                  <a:gd name="T26" fmla="*/ 34 w 48"/>
                  <a:gd name="T27" fmla="*/ 9 h 180"/>
                  <a:gd name="T28" fmla="*/ 29 w 48"/>
                  <a:gd name="T29" fmla="*/ 6 h 180"/>
                  <a:gd name="T30" fmla="*/ 25 w 48"/>
                  <a:gd name="T31" fmla="*/ 5 h 180"/>
                  <a:gd name="T32" fmla="*/ 23 w 48"/>
                  <a:gd name="T33" fmla="*/ 5 h 180"/>
                  <a:gd name="T34" fmla="*/ 23 w 48"/>
                  <a:gd name="T35" fmla="*/ 0 h 180"/>
                  <a:gd name="T36" fmla="*/ 25 w 48"/>
                  <a:gd name="T37" fmla="*/ 0 h 180"/>
                  <a:gd name="T38" fmla="*/ 37 w 48"/>
                  <a:gd name="T39" fmla="*/ 3 h 180"/>
                  <a:gd name="T40" fmla="*/ 45 w 48"/>
                  <a:gd name="T41" fmla="*/ 11 h 180"/>
                  <a:gd name="T42" fmla="*/ 48 w 48"/>
                  <a:gd name="T43" fmla="*/ 23 h 180"/>
                  <a:gd name="T44" fmla="*/ 48 w 48"/>
                  <a:gd name="T45" fmla="*/ 180 h 180"/>
                  <a:gd name="T46" fmla="*/ 0 w 48"/>
                  <a:gd name="T47" fmla="*/ 180 h 180"/>
                  <a:gd name="T48" fmla="*/ 0 w 48"/>
                  <a:gd name="T49" fmla="*/ 23 h 180"/>
                  <a:gd name="T50" fmla="*/ 3 w 48"/>
                  <a:gd name="T51" fmla="*/ 11 h 180"/>
                  <a:gd name="T52" fmla="*/ 11 w 48"/>
                  <a:gd name="T53" fmla="*/ 3 h 180"/>
                  <a:gd name="T54" fmla="*/ 23 w 48"/>
                  <a:gd name="T5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80">
                    <a:moveTo>
                      <a:pt x="23" y="5"/>
                    </a:moveTo>
                    <a:lnTo>
                      <a:pt x="19" y="6"/>
                    </a:lnTo>
                    <a:lnTo>
                      <a:pt x="14" y="9"/>
                    </a:lnTo>
                    <a:lnTo>
                      <a:pt x="11" y="11"/>
                    </a:lnTo>
                    <a:lnTo>
                      <a:pt x="8" y="14"/>
                    </a:lnTo>
                    <a:lnTo>
                      <a:pt x="7" y="18"/>
                    </a:lnTo>
                    <a:lnTo>
                      <a:pt x="6" y="23"/>
                    </a:lnTo>
                    <a:lnTo>
                      <a:pt x="6" y="175"/>
                    </a:lnTo>
                    <a:lnTo>
                      <a:pt x="41" y="175"/>
                    </a:lnTo>
                    <a:lnTo>
                      <a:pt x="41" y="23"/>
                    </a:lnTo>
                    <a:lnTo>
                      <a:pt x="41" y="18"/>
                    </a:lnTo>
                    <a:lnTo>
                      <a:pt x="39" y="14"/>
                    </a:lnTo>
                    <a:lnTo>
                      <a:pt x="37" y="11"/>
                    </a:lnTo>
                    <a:lnTo>
                      <a:pt x="34" y="9"/>
                    </a:lnTo>
                    <a:lnTo>
                      <a:pt x="29" y="6"/>
                    </a:lnTo>
                    <a:lnTo>
                      <a:pt x="25" y="5"/>
                    </a:lnTo>
                    <a:lnTo>
                      <a:pt x="23" y="5"/>
                    </a:lnTo>
                    <a:close/>
                    <a:moveTo>
                      <a:pt x="23" y="0"/>
                    </a:moveTo>
                    <a:lnTo>
                      <a:pt x="25" y="0"/>
                    </a:lnTo>
                    <a:lnTo>
                      <a:pt x="37" y="3"/>
                    </a:lnTo>
                    <a:lnTo>
                      <a:pt x="45" y="11"/>
                    </a:lnTo>
                    <a:lnTo>
                      <a:pt x="48" y="23"/>
                    </a:lnTo>
                    <a:lnTo>
                      <a:pt x="48" y="180"/>
                    </a:lnTo>
                    <a:lnTo>
                      <a:pt x="0" y="180"/>
                    </a:lnTo>
                    <a:lnTo>
                      <a:pt x="0" y="23"/>
                    </a:lnTo>
                    <a:lnTo>
                      <a:pt x="3" y="11"/>
                    </a:lnTo>
                    <a:lnTo>
                      <a:pt x="11" y="3"/>
                    </a:lnTo>
                    <a:lnTo>
                      <a:pt x="2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5" name="Freeform 148"/>
              <p:cNvSpPr>
                <a:spLocks/>
              </p:cNvSpPr>
              <p:nvPr/>
            </p:nvSpPr>
            <p:spPr bwMode="auto">
              <a:xfrm>
                <a:off x="5453063" y="4732338"/>
                <a:ext cx="293688" cy="153988"/>
              </a:xfrm>
              <a:custGeom>
                <a:avLst/>
                <a:gdLst>
                  <a:gd name="T0" fmla="*/ 134 w 185"/>
                  <a:gd name="T1" fmla="*/ 0 h 97"/>
                  <a:gd name="T2" fmla="*/ 185 w 185"/>
                  <a:gd name="T3" fmla="*/ 13 h 97"/>
                  <a:gd name="T4" fmla="*/ 160 w 185"/>
                  <a:gd name="T5" fmla="*/ 59 h 97"/>
                  <a:gd name="T6" fmla="*/ 155 w 185"/>
                  <a:gd name="T7" fmla="*/ 57 h 97"/>
                  <a:gd name="T8" fmla="*/ 173 w 185"/>
                  <a:gd name="T9" fmla="*/ 21 h 97"/>
                  <a:gd name="T10" fmla="*/ 2 w 185"/>
                  <a:gd name="T11" fmla="*/ 97 h 97"/>
                  <a:gd name="T12" fmla="*/ 0 w 185"/>
                  <a:gd name="T13" fmla="*/ 92 h 97"/>
                  <a:gd name="T14" fmla="*/ 171 w 185"/>
                  <a:gd name="T15" fmla="*/ 16 h 97"/>
                  <a:gd name="T16" fmla="*/ 133 w 185"/>
                  <a:gd name="T17" fmla="*/ 6 h 97"/>
                  <a:gd name="T18" fmla="*/ 134 w 185"/>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97">
                    <a:moveTo>
                      <a:pt x="134" y="0"/>
                    </a:moveTo>
                    <a:lnTo>
                      <a:pt x="185" y="13"/>
                    </a:lnTo>
                    <a:lnTo>
                      <a:pt x="160" y="59"/>
                    </a:lnTo>
                    <a:lnTo>
                      <a:pt x="155" y="57"/>
                    </a:lnTo>
                    <a:lnTo>
                      <a:pt x="173" y="21"/>
                    </a:lnTo>
                    <a:lnTo>
                      <a:pt x="2" y="97"/>
                    </a:lnTo>
                    <a:lnTo>
                      <a:pt x="0" y="92"/>
                    </a:lnTo>
                    <a:lnTo>
                      <a:pt x="171" y="16"/>
                    </a:lnTo>
                    <a:lnTo>
                      <a:pt x="133" y="6"/>
                    </a:lnTo>
                    <a:lnTo>
                      <a:pt x="13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8" name="组合 207"/>
            <p:cNvGrpSpPr/>
            <p:nvPr/>
          </p:nvGrpSpPr>
          <p:grpSpPr>
            <a:xfrm>
              <a:off x="7326383" y="4173021"/>
              <a:ext cx="607909" cy="538235"/>
              <a:chOff x="6907213" y="4678363"/>
              <a:chExt cx="554038" cy="490538"/>
            </a:xfrm>
            <a:grpFill/>
          </p:grpSpPr>
          <p:sp>
            <p:nvSpPr>
              <p:cNvPr id="201" name="Freeform 149"/>
              <p:cNvSpPr>
                <a:spLocks noEditPoints="1"/>
              </p:cNvSpPr>
              <p:nvPr/>
            </p:nvSpPr>
            <p:spPr bwMode="auto">
              <a:xfrm>
                <a:off x="6907213" y="4678363"/>
                <a:ext cx="554038" cy="490538"/>
              </a:xfrm>
              <a:custGeom>
                <a:avLst/>
                <a:gdLst>
                  <a:gd name="T0" fmla="*/ 13 w 349"/>
                  <a:gd name="T1" fmla="*/ 182 h 309"/>
                  <a:gd name="T2" fmla="*/ 193 w 349"/>
                  <a:gd name="T3" fmla="*/ 154 h 309"/>
                  <a:gd name="T4" fmla="*/ 292 w 349"/>
                  <a:gd name="T5" fmla="*/ 118 h 309"/>
                  <a:gd name="T6" fmla="*/ 338 w 349"/>
                  <a:gd name="T7" fmla="*/ 166 h 309"/>
                  <a:gd name="T8" fmla="*/ 198 w 349"/>
                  <a:gd name="T9" fmla="*/ 114 h 309"/>
                  <a:gd name="T10" fmla="*/ 343 w 349"/>
                  <a:gd name="T11" fmla="*/ 303 h 309"/>
                  <a:gd name="T12" fmla="*/ 286 w 349"/>
                  <a:gd name="T13" fmla="*/ 171 h 309"/>
                  <a:gd name="T14" fmla="*/ 198 w 349"/>
                  <a:gd name="T15" fmla="*/ 114 h 309"/>
                  <a:gd name="T16" fmla="*/ 57 w 349"/>
                  <a:gd name="T17" fmla="*/ 120 h 309"/>
                  <a:gd name="T18" fmla="*/ 193 w 349"/>
                  <a:gd name="T19" fmla="*/ 108 h 309"/>
                  <a:gd name="T20" fmla="*/ 207 w 349"/>
                  <a:gd name="T21" fmla="*/ 21 h 309"/>
                  <a:gd name="T22" fmla="*/ 54 w 349"/>
                  <a:gd name="T23" fmla="*/ 5 h 309"/>
                  <a:gd name="T24" fmla="*/ 46 w 349"/>
                  <a:gd name="T25" fmla="*/ 7 h 309"/>
                  <a:gd name="T26" fmla="*/ 42 w 349"/>
                  <a:gd name="T27" fmla="*/ 14 h 309"/>
                  <a:gd name="T28" fmla="*/ 41 w 349"/>
                  <a:gd name="T29" fmla="*/ 123 h 309"/>
                  <a:gd name="T30" fmla="*/ 44 w 349"/>
                  <a:gd name="T31" fmla="*/ 131 h 309"/>
                  <a:gd name="T32" fmla="*/ 50 w 349"/>
                  <a:gd name="T33" fmla="*/ 135 h 309"/>
                  <a:gd name="T34" fmla="*/ 193 w 349"/>
                  <a:gd name="T35" fmla="*/ 136 h 309"/>
                  <a:gd name="T36" fmla="*/ 51 w 349"/>
                  <a:gd name="T37" fmla="*/ 127 h 309"/>
                  <a:gd name="T38" fmla="*/ 212 w 349"/>
                  <a:gd name="T39" fmla="*/ 15 h 309"/>
                  <a:gd name="T40" fmla="*/ 222 w 349"/>
                  <a:gd name="T41" fmla="*/ 108 h 309"/>
                  <a:gd name="T42" fmla="*/ 222 w 349"/>
                  <a:gd name="T43" fmla="*/ 14 h 309"/>
                  <a:gd name="T44" fmla="*/ 218 w 349"/>
                  <a:gd name="T45" fmla="*/ 7 h 309"/>
                  <a:gd name="T46" fmla="*/ 210 w 349"/>
                  <a:gd name="T47" fmla="*/ 5 h 309"/>
                  <a:gd name="T48" fmla="*/ 54 w 349"/>
                  <a:gd name="T49" fmla="*/ 0 h 309"/>
                  <a:gd name="T50" fmla="*/ 219 w 349"/>
                  <a:gd name="T51" fmla="*/ 2 h 309"/>
                  <a:gd name="T52" fmla="*/ 229 w 349"/>
                  <a:gd name="T53" fmla="*/ 18 h 309"/>
                  <a:gd name="T54" fmla="*/ 291 w 349"/>
                  <a:gd name="T55" fmla="*/ 108 h 309"/>
                  <a:gd name="T56" fmla="*/ 349 w 349"/>
                  <a:gd name="T57" fmla="*/ 309 h 309"/>
                  <a:gd name="T58" fmla="*/ 193 w 349"/>
                  <a:gd name="T59" fmla="*/ 188 h 309"/>
                  <a:gd name="T60" fmla="*/ 37 w 349"/>
                  <a:gd name="T61" fmla="*/ 148 h 309"/>
                  <a:gd name="T62" fmla="*/ 193 w 349"/>
                  <a:gd name="T63" fmla="*/ 142 h 309"/>
                  <a:gd name="T64" fmla="*/ 44 w 349"/>
                  <a:gd name="T65" fmla="*/ 140 h 309"/>
                  <a:gd name="T66" fmla="*/ 35 w 349"/>
                  <a:gd name="T67" fmla="*/ 123 h 309"/>
                  <a:gd name="T68" fmla="*/ 38 w 349"/>
                  <a:gd name="T69" fmla="*/ 8 h 309"/>
                  <a:gd name="T70" fmla="*/ 54 w 349"/>
                  <a:gd name="T7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09">
                    <a:moveTo>
                      <a:pt x="40" y="154"/>
                    </a:moveTo>
                    <a:lnTo>
                      <a:pt x="13" y="182"/>
                    </a:lnTo>
                    <a:lnTo>
                      <a:pt x="193" y="182"/>
                    </a:lnTo>
                    <a:lnTo>
                      <a:pt x="193" y="154"/>
                    </a:lnTo>
                    <a:lnTo>
                      <a:pt x="40" y="154"/>
                    </a:lnTo>
                    <a:close/>
                    <a:moveTo>
                      <a:pt x="292" y="118"/>
                    </a:moveTo>
                    <a:lnTo>
                      <a:pt x="292" y="166"/>
                    </a:lnTo>
                    <a:lnTo>
                      <a:pt x="338" y="166"/>
                    </a:lnTo>
                    <a:lnTo>
                      <a:pt x="292" y="118"/>
                    </a:lnTo>
                    <a:close/>
                    <a:moveTo>
                      <a:pt x="198" y="114"/>
                    </a:moveTo>
                    <a:lnTo>
                      <a:pt x="198" y="303"/>
                    </a:lnTo>
                    <a:lnTo>
                      <a:pt x="343" y="303"/>
                    </a:lnTo>
                    <a:lnTo>
                      <a:pt x="343" y="171"/>
                    </a:lnTo>
                    <a:lnTo>
                      <a:pt x="286" y="171"/>
                    </a:lnTo>
                    <a:lnTo>
                      <a:pt x="286" y="114"/>
                    </a:lnTo>
                    <a:lnTo>
                      <a:pt x="198" y="114"/>
                    </a:lnTo>
                    <a:close/>
                    <a:moveTo>
                      <a:pt x="57" y="21"/>
                    </a:moveTo>
                    <a:lnTo>
                      <a:pt x="57" y="120"/>
                    </a:lnTo>
                    <a:lnTo>
                      <a:pt x="193" y="120"/>
                    </a:lnTo>
                    <a:lnTo>
                      <a:pt x="193" y="108"/>
                    </a:lnTo>
                    <a:lnTo>
                      <a:pt x="207" y="108"/>
                    </a:lnTo>
                    <a:lnTo>
                      <a:pt x="207" y="21"/>
                    </a:lnTo>
                    <a:lnTo>
                      <a:pt x="57" y="21"/>
                    </a:lnTo>
                    <a:close/>
                    <a:moveTo>
                      <a:pt x="54" y="5"/>
                    </a:moveTo>
                    <a:lnTo>
                      <a:pt x="50" y="6"/>
                    </a:lnTo>
                    <a:lnTo>
                      <a:pt x="46" y="7"/>
                    </a:lnTo>
                    <a:lnTo>
                      <a:pt x="44" y="10"/>
                    </a:lnTo>
                    <a:lnTo>
                      <a:pt x="42" y="14"/>
                    </a:lnTo>
                    <a:lnTo>
                      <a:pt x="41" y="18"/>
                    </a:lnTo>
                    <a:lnTo>
                      <a:pt x="41" y="123"/>
                    </a:lnTo>
                    <a:lnTo>
                      <a:pt x="42" y="128"/>
                    </a:lnTo>
                    <a:lnTo>
                      <a:pt x="44" y="131"/>
                    </a:lnTo>
                    <a:lnTo>
                      <a:pt x="46" y="133"/>
                    </a:lnTo>
                    <a:lnTo>
                      <a:pt x="50" y="135"/>
                    </a:lnTo>
                    <a:lnTo>
                      <a:pt x="54" y="136"/>
                    </a:lnTo>
                    <a:lnTo>
                      <a:pt x="193" y="136"/>
                    </a:lnTo>
                    <a:lnTo>
                      <a:pt x="193" y="127"/>
                    </a:lnTo>
                    <a:lnTo>
                      <a:pt x="51" y="127"/>
                    </a:lnTo>
                    <a:lnTo>
                      <a:pt x="51" y="15"/>
                    </a:lnTo>
                    <a:lnTo>
                      <a:pt x="212" y="15"/>
                    </a:lnTo>
                    <a:lnTo>
                      <a:pt x="212" y="108"/>
                    </a:lnTo>
                    <a:lnTo>
                      <a:pt x="222" y="108"/>
                    </a:lnTo>
                    <a:lnTo>
                      <a:pt x="222" y="18"/>
                    </a:lnTo>
                    <a:lnTo>
                      <a:pt x="222" y="14"/>
                    </a:lnTo>
                    <a:lnTo>
                      <a:pt x="220" y="10"/>
                    </a:lnTo>
                    <a:lnTo>
                      <a:pt x="218" y="7"/>
                    </a:lnTo>
                    <a:lnTo>
                      <a:pt x="214" y="6"/>
                    </a:lnTo>
                    <a:lnTo>
                      <a:pt x="210" y="5"/>
                    </a:lnTo>
                    <a:lnTo>
                      <a:pt x="54" y="5"/>
                    </a:lnTo>
                    <a:close/>
                    <a:moveTo>
                      <a:pt x="54" y="0"/>
                    </a:moveTo>
                    <a:lnTo>
                      <a:pt x="210" y="0"/>
                    </a:lnTo>
                    <a:lnTo>
                      <a:pt x="219" y="2"/>
                    </a:lnTo>
                    <a:lnTo>
                      <a:pt x="227" y="8"/>
                    </a:lnTo>
                    <a:lnTo>
                      <a:pt x="229" y="18"/>
                    </a:lnTo>
                    <a:lnTo>
                      <a:pt x="229" y="108"/>
                    </a:lnTo>
                    <a:lnTo>
                      <a:pt x="291" y="108"/>
                    </a:lnTo>
                    <a:lnTo>
                      <a:pt x="349" y="167"/>
                    </a:lnTo>
                    <a:lnTo>
                      <a:pt x="349" y="309"/>
                    </a:lnTo>
                    <a:lnTo>
                      <a:pt x="193" y="309"/>
                    </a:lnTo>
                    <a:lnTo>
                      <a:pt x="193" y="188"/>
                    </a:lnTo>
                    <a:lnTo>
                      <a:pt x="0" y="188"/>
                    </a:lnTo>
                    <a:lnTo>
                      <a:pt x="37" y="148"/>
                    </a:lnTo>
                    <a:lnTo>
                      <a:pt x="193" y="148"/>
                    </a:lnTo>
                    <a:lnTo>
                      <a:pt x="193" y="142"/>
                    </a:lnTo>
                    <a:lnTo>
                      <a:pt x="54" y="142"/>
                    </a:lnTo>
                    <a:lnTo>
                      <a:pt x="44" y="140"/>
                    </a:lnTo>
                    <a:lnTo>
                      <a:pt x="38" y="133"/>
                    </a:lnTo>
                    <a:lnTo>
                      <a:pt x="35" y="123"/>
                    </a:lnTo>
                    <a:lnTo>
                      <a:pt x="35" y="18"/>
                    </a:lnTo>
                    <a:lnTo>
                      <a:pt x="38" y="8"/>
                    </a:lnTo>
                    <a:lnTo>
                      <a:pt x="44" y="2"/>
                    </a:lnTo>
                    <a:lnTo>
                      <a:pt x="5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2" name="Freeform 150"/>
              <p:cNvSpPr>
                <a:spLocks/>
              </p:cNvSpPr>
              <p:nvPr/>
            </p:nvSpPr>
            <p:spPr bwMode="auto">
              <a:xfrm>
                <a:off x="7296151" y="4713288"/>
                <a:ext cx="161925" cy="138113"/>
              </a:xfrm>
              <a:custGeom>
                <a:avLst/>
                <a:gdLst>
                  <a:gd name="T0" fmla="*/ 1 w 102"/>
                  <a:gd name="T1" fmla="*/ 0 h 87"/>
                  <a:gd name="T2" fmla="*/ 24 w 102"/>
                  <a:gd name="T3" fmla="*/ 8 h 87"/>
                  <a:gd name="T4" fmla="*/ 44 w 102"/>
                  <a:gd name="T5" fmla="*/ 19 h 87"/>
                  <a:gd name="T6" fmla="*/ 63 w 102"/>
                  <a:gd name="T7" fmla="*/ 34 h 87"/>
                  <a:gd name="T8" fmla="*/ 78 w 102"/>
                  <a:gd name="T9" fmla="*/ 51 h 87"/>
                  <a:gd name="T10" fmla="*/ 90 w 102"/>
                  <a:gd name="T11" fmla="*/ 73 h 87"/>
                  <a:gd name="T12" fmla="*/ 97 w 102"/>
                  <a:gd name="T13" fmla="*/ 37 h 87"/>
                  <a:gd name="T14" fmla="*/ 102 w 102"/>
                  <a:gd name="T15" fmla="*/ 38 h 87"/>
                  <a:gd name="T16" fmla="*/ 93 w 102"/>
                  <a:gd name="T17" fmla="*/ 87 h 87"/>
                  <a:gd name="T18" fmla="*/ 47 w 102"/>
                  <a:gd name="T19" fmla="*/ 67 h 87"/>
                  <a:gd name="T20" fmla="*/ 50 w 102"/>
                  <a:gd name="T21" fmla="*/ 61 h 87"/>
                  <a:gd name="T22" fmla="*/ 86 w 102"/>
                  <a:gd name="T23" fmla="*/ 78 h 87"/>
                  <a:gd name="T24" fmla="*/ 74 w 102"/>
                  <a:gd name="T25" fmla="*/ 57 h 87"/>
                  <a:gd name="T26" fmla="*/ 60 w 102"/>
                  <a:gd name="T27" fmla="*/ 40 h 87"/>
                  <a:gd name="T28" fmla="*/ 42 w 102"/>
                  <a:gd name="T29" fmla="*/ 24 h 87"/>
                  <a:gd name="T30" fmla="*/ 23 w 102"/>
                  <a:gd name="T31" fmla="*/ 13 h 87"/>
                  <a:gd name="T32" fmla="*/ 0 w 102"/>
                  <a:gd name="T33" fmla="*/ 6 h 87"/>
                  <a:gd name="T34" fmla="*/ 1 w 102"/>
                  <a:gd name="T3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87">
                    <a:moveTo>
                      <a:pt x="1" y="0"/>
                    </a:moveTo>
                    <a:lnTo>
                      <a:pt x="24" y="8"/>
                    </a:lnTo>
                    <a:lnTo>
                      <a:pt x="44" y="19"/>
                    </a:lnTo>
                    <a:lnTo>
                      <a:pt x="63" y="34"/>
                    </a:lnTo>
                    <a:lnTo>
                      <a:pt x="78" y="51"/>
                    </a:lnTo>
                    <a:lnTo>
                      <a:pt x="90" y="73"/>
                    </a:lnTo>
                    <a:lnTo>
                      <a:pt x="97" y="37"/>
                    </a:lnTo>
                    <a:lnTo>
                      <a:pt x="102" y="38"/>
                    </a:lnTo>
                    <a:lnTo>
                      <a:pt x="93" y="87"/>
                    </a:lnTo>
                    <a:lnTo>
                      <a:pt x="47" y="67"/>
                    </a:lnTo>
                    <a:lnTo>
                      <a:pt x="50" y="61"/>
                    </a:lnTo>
                    <a:lnTo>
                      <a:pt x="86" y="78"/>
                    </a:lnTo>
                    <a:lnTo>
                      <a:pt x="74" y="57"/>
                    </a:lnTo>
                    <a:lnTo>
                      <a:pt x="60" y="40"/>
                    </a:lnTo>
                    <a:lnTo>
                      <a:pt x="42" y="24"/>
                    </a:lnTo>
                    <a:lnTo>
                      <a:pt x="23" y="13"/>
                    </a:lnTo>
                    <a:lnTo>
                      <a:pt x="0" y="6"/>
                    </a:lnTo>
                    <a:lnTo>
                      <a:pt x="1"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3" name="Freeform 151"/>
              <p:cNvSpPr>
                <a:spLocks/>
              </p:cNvSpPr>
              <p:nvPr/>
            </p:nvSpPr>
            <p:spPr bwMode="auto">
              <a:xfrm>
                <a:off x="7050088" y="5016501"/>
                <a:ext cx="133350" cy="114300"/>
              </a:xfrm>
              <a:custGeom>
                <a:avLst/>
                <a:gdLst>
                  <a:gd name="T0" fmla="*/ 2 w 84"/>
                  <a:gd name="T1" fmla="*/ 0 h 72"/>
                  <a:gd name="T2" fmla="*/ 50 w 84"/>
                  <a:gd name="T3" fmla="*/ 14 h 72"/>
                  <a:gd name="T4" fmla="*/ 49 w 84"/>
                  <a:gd name="T5" fmla="*/ 19 h 72"/>
                  <a:gd name="T6" fmla="*/ 11 w 84"/>
                  <a:gd name="T7" fmla="*/ 8 h 72"/>
                  <a:gd name="T8" fmla="*/ 25 w 84"/>
                  <a:gd name="T9" fmla="*/ 28 h 72"/>
                  <a:gd name="T10" fmla="*/ 42 w 84"/>
                  <a:gd name="T11" fmla="*/ 45 h 72"/>
                  <a:gd name="T12" fmla="*/ 62 w 84"/>
                  <a:gd name="T13" fmla="*/ 57 h 72"/>
                  <a:gd name="T14" fmla="*/ 84 w 84"/>
                  <a:gd name="T15" fmla="*/ 66 h 72"/>
                  <a:gd name="T16" fmla="*/ 82 w 84"/>
                  <a:gd name="T17" fmla="*/ 72 h 72"/>
                  <a:gd name="T18" fmla="*/ 59 w 84"/>
                  <a:gd name="T19" fmla="*/ 64 h 72"/>
                  <a:gd name="T20" fmla="*/ 39 w 84"/>
                  <a:gd name="T21" fmla="*/ 51 h 72"/>
                  <a:gd name="T22" fmla="*/ 21 w 84"/>
                  <a:gd name="T23" fmla="*/ 34 h 72"/>
                  <a:gd name="T24" fmla="*/ 7 w 84"/>
                  <a:gd name="T25" fmla="*/ 15 h 72"/>
                  <a:gd name="T26" fmla="*/ 5 w 84"/>
                  <a:gd name="T27" fmla="*/ 51 h 72"/>
                  <a:gd name="T28" fmla="*/ 0 w 84"/>
                  <a:gd name="T29" fmla="*/ 51 h 72"/>
                  <a:gd name="T30" fmla="*/ 2 w 84"/>
                  <a:gd name="T3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72">
                    <a:moveTo>
                      <a:pt x="2" y="0"/>
                    </a:moveTo>
                    <a:lnTo>
                      <a:pt x="50" y="14"/>
                    </a:lnTo>
                    <a:lnTo>
                      <a:pt x="49" y="19"/>
                    </a:lnTo>
                    <a:lnTo>
                      <a:pt x="11" y="8"/>
                    </a:lnTo>
                    <a:lnTo>
                      <a:pt x="25" y="28"/>
                    </a:lnTo>
                    <a:lnTo>
                      <a:pt x="42" y="45"/>
                    </a:lnTo>
                    <a:lnTo>
                      <a:pt x="62" y="57"/>
                    </a:lnTo>
                    <a:lnTo>
                      <a:pt x="84" y="66"/>
                    </a:lnTo>
                    <a:lnTo>
                      <a:pt x="82" y="72"/>
                    </a:lnTo>
                    <a:lnTo>
                      <a:pt x="59" y="64"/>
                    </a:lnTo>
                    <a:lnTo>
                      <a:pt x="39" y="51"/>
                    </a:lnTo>
                    <a:lnTo>
                      <a:pt x="21" y="34"/>
                    </a:lnTo>
                    <a:lnTo>
                      <a:pt x="7" y="15"/>
                    </a:lnTo>
                    <a:lnTo>
                      <a:pt x="5" y="51"/>
                    </a:lnTo>
                    <a:lnTo>
                      <a:pt x="0" y="51"/>
                    </a:lnTo>
                    <a:lnTo>
                      <a:pt x="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8" name="组合 7"/>
          <p:cNvGrpSpPr/>
          <p:nvPr/>
        </p:nvGrpSpPr>
        <p:grpSpPr>
          <a:xfrm>
            <a:off x="6895830" y="1935217"/>
            <a:ext cx="571765" cy="1692604"/>
            <a:chOff x="6966525" y="1680422"/>
            <a:chExt cx="658423" cy="1949140"/>
          </a:xfrm>
          <a:solidFill>
            <a:schemeClr val="accent3"/>
          </a:solidFill>
        </p:grpSpPr>
        <p:sp>
          <p:nvSpPr>
            <p:cNvPr id="200" name="Freeform 107"/>
            <p:cNvSpPr>
              <a:spLocks/>
            </p:cNvSpPr>
            <p:nvPr/>
          </p:nvSpPr>
          <p:spPr bwMode="auto">
            <a:xfrm>
              <a:off x="6966525" y="1680422"/>
              <a:ext cx="658423" cy="1949140"/>
            </a:xfrm>
            <a:custGeom>
              <a:avLst/>
              <a:gdLst>
                <a:gd name="T0" fmla="*/ 0 w 378"/>
                <a:gd name="T1" fmla="*/ 0 h 1119"/>
                <a:gd name="T2" fmla="*/ 260 w 378"/>
                <a:gd name="T3" fmla="*/ 37 h 1119"/>
                <a:gd name="T4" fmla="*/ 285 w 378"/>
                <a:gd name="T5" fmla="*/ 42 h 1119"/>
                <a:gd name="T6" fmla="*/ 306 w 378"/>
                <a:gd name="T7" fmla="*/ 50 h 1119"/>
                <a:gd name="T8" fmla="*/ 327 w 378"/>
                <a:gd name="T9" fmla="*/ 60 h 1119"/>
                <a:gd name="T10" fmla="*/ 344 w 378"/>
                <a:gd name="T11" fmla="*/ 72 h 1119"/>
                <a:gd name="T12" fmla="*/ 358 w 378"/>
                <a:gd name="T13" fmla="*/ 86 h 1119"/>
                <a:gd name="T14" fmla="*/ 369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9 w 378"/>
                <a:gd name="T27" fmla="*/ 1022 h 1119"/>
                <a:gd name="T28" fmla="*/ 345 w 378"/>
                <a:gd name="T29" fmla="*/ 1036 h 1119"/>
                <a:gd name="T30" fmla="*/ 328 w 378"/>
                <a:gd name="T31" fmla="*/ 1048 h 1119"/>
                <a:gd name="T32" fmla="*/ 307 w 378"/>
                <a:gd name="T33" fmla="*/ 1058 h 1119"/>
                <a:gd name="T34" fmla="*/ 285 w 378"/>
                <a:gd name="T35" fmla="*/ 1066 h 1119"/>
                <a:gd name="T36" fmla="*/ 260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60" y="37"/>
                  </a:lnTo>
                  <a:lnTo>
                    <a:pt x="285" y="42"/>
                  </a:lnTo>
                  <a:lnTo>
                    <a:pt x="306" y="50"/>
                  </a:lnTo>
                  <a:lnTo>
                    <a:pt x="327" y="60"/>
                  </a:lnTo>
                  <a:lnTo>
                    <a:pt x="344" y="72"/>
                  </a:lnTo>
                  <a:lnTo>
                    <a:pt x="358" y="86"/>
                  </a:lnTo>
                  <a:lnTo>
                    <a:pt x="369" y="101"/>
                  </a:lnTo>
                  <a:lnTo>
                    <a:pt x="376" y="119"/>
                  </a:lnTo>
                  <a:lnTo>
                    <a:pt x="378" y="140"/>
                  </a:lnTo>
                  <a:lnTo>
                    <a:pt x="378" y="968"/>
                  </a:lnTo>
                  <a:lnTo>
                    <a:pt x="376" y="988"/>
                  </a:lnTo>
                  <a:lnTo>
                    <a:pt x="369" y="1007"/>
                  </a:lnTo>
                  <a:lnTo>
                    <a:pt x="359" y="1022"/>
                  </a:lnTo>
                  <a:lnTo>
                    <a:pt x="345" y="1036"/>
                  </a:lnTo>
                  <a:lnTo>
                    <a:pt x="328" y="1048"/>
                  </a:lnTo>
                  <a:lnTo>
                    <a:pt x="307" y="1058"/>
                  </a:lnTo>
                  <a:lnTo>
                    <a:pt x="285" y="1066"/>
                  </a:lnTo>
                  <a:lnTo>
                    <a:pt x="260"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095423" y="2482548"/>
              <a:ext cx="214247" cy="344888"/>
              <a:chOff x="6694371" y="3162328"/>
              <a:chExt cx="214247" cy="344888"/>
            </a:xfrm>
            <a:grpFill/>
          </p:grpSpPr>
          <p:sp>
            <p:nvSpPr>
              <p:cNvPr id="204" name="Freeform 159"/>
              <p:cNvSpPr>
                <a:spLocks/>
              </p:cNvSpPr>
              <p:nvPr/>
            </p:nvSpPr>
            <p:spPr bwMode="auto">
              <a:xfrm>
                <a:off x="6694371" y="3228519"/>
                <a:ext cx="198572" cy="278697"/>
              </a:xfrm>
              <a:custGeom>
                <a:avLst/>
                <a:gdLst>
                  <a:gd name="T0" fmla="*/ 64 w 114"/>
                  <a:gd name="T1" fmla="*/ 0 h 160"/>
                  <a:gd name="T2" fmla="*/ 71 w 114"/>
                  <a:gd name="T3" fmla="*/ 4 h 160"/>
                  <a:gd name="T4" fmla="*/ 89 w 114"/>
                  <a:gd name="T5" fmla="*/ 29 h 160"/>
                  <a:gd name="T6" fmla="*/ 103 w 114"/>
                  <a:gd name="T7" fmla="*/ 15 h 160"/>
                  <a:gd name="T8" fmla="*/ 105 w 114"/>
                  <a:gd name="T9" fmla="*/ 15 h 160"/>
                  <a:gd name="T10" fmla="*/ 109 w 114"/>
                  <a:gd name="T11" fmla="*/ 15 h 160"/>
                  <a:gd name="T12" fmla="*/ 112 w 114"/>
                  <a:gd name="T13" fmla="*/ 17 h 160"/>
                  <a:gd name="T14" fmla="*/ 114 w 114"/>
                  <a:gd name="T15" fmla="*/ 22 h 160"/>
                  <a:gd name="T16" fmla="*/ 112 w 114"/>
                  <a:gd name="T17" fmla="*/ 27 h 160"/>
                  <a:gd name="T18" fmla="*/ 92 w 114"/>
                  <a:gd name="T19" fmla="*/ 46 h 160"/>
                  <a:gd name="T20" fmla="*/ 91 w 114"/>
                  <a:gd name="T21" fmla="*/ 47 h 160"/>
                  <a:gd name="T22" fmla="*/ 86 w 114"/>
                  <a:gd name="T23" fmla="*/ 47 h 160"/>
                  <a:gd name="T24" fmla="*/ 81 w 114"/>
                  <a:gd name="T25" fmla="*/ 45 h 160"/>
                  <a:gd name="T26" fmla="*/ 72 w 114"/>
                  <a:gd name="T27" fmla="*/ 68 h 160"/>
                  <a:gd name="T28" fmla="*/ 69 w 114"/>
                  <a:gd name="T29" fmla="*/ 73 h 160"/>
                  <a:gd name="T30" fmla="*/ 68 w 114"/>
                  <a:gd name="T31" fmla="*/ 155 h 160"/>
                  <a:gd name="T32" fmla="*/ 64 w 114"/>
                  <a:gd name="T33" fmla="*/ 159 h 160"/>
                  <a:gd name="T34" fmla="*/ 57 w 114"/>
                  <a:gd name="T35" fmla="*/ 159 h 160"/>
                  <a:gd name="T36" fmla="*/ 53 w 114"/>
                  <a:gd name="T37" fmla="*/ 155 h 160"/>
                  <a:gd name="T38" fmla="*/ 52 w 114"/>
                  <a:gd name="T39" fmla="*/ 78 h 160"/>
                  <a:gd name="T40" fmla="*/ 46 w 114"/>
                  <a:gd name="T41" fmla="*/ 151 h 160"/>
                  <a:gd name="T42" fmla="*/ 43 w 114"/>
                  <a:gd name="T43" fmla="*/ 157 h 160"/>
                  <a:gd name="T44" fmla="*/ 37 w 114"/>
                  <a:gd name="T45" fmla="*/ 160 h 160"/>
                  <a:gd name="T46" fmla="*/ 31 w 114"/>
                  <a:gd name="T47" fmla="*/ 157 h 160"/>
                  <a:gd name="T48" fmla="*/ 28 w 114"/>
                  <a:gd name="T49" fmla="*/ 151 h 160"/>
                  <a:gd name="T50" fmla="*/ 27 w 114"/>
                  <a:gd name="T51" fmla="*/ 71 h 160"/>
                  <a:gd name="T52" fmla="*/ 26 w 114"/>
                  <a:gd name="T53" fmla="*/ 47 h 160"/>
                  <a:gd name="T54" fmla="*/ 13 w 114"/>
                  <a:gd name="T55" fmla="*/ 80 h 160"/>
                  <a:gd name="T56" fmla="*/ 8 w 114"/>
                  <a:gd name="T57" fmla="*/ 82 h 160"/>
                  <a:gd name="T58" fmla="*/ 2 w 114"/>
                  <a:gd name="T59" fmla="*/ 80 h 160"/>
                  <a:gd name="T60" fmla="*/ 0 w 114"/>
                  <a:gd name="T61" fmla="*/ 74 h 160"/>
                  <a:gd name="T62" fmla="*/ 25 w 114"/>
                  <a:gd name="T63" fmla="*/ 8 h 160"/>
                  <a:gd name="T64" fmla="*/ 26 w 114"/>
                  <a:gd name="T65" fmla="*/ 5 h 160"/>
                  <a:gd name="T66" fmla="*/ 29 w 114"/>
                  <a:gd name="T67" fmla="*/ 2 h 160"/>
                  <a:gd name="T68" fmla="*/ 34 w 114"/>
                  <a:gd name="T6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 h="160">
                    <a:moveTo>
                      <a:pt x="34" y="0"/>
                    </a:moveTo>
                    <a:lnTo>
                      <a:pt x="64" y="0"/>
                    </a:lnTo>
                    <a:lnTo>
                      <a:pt x="67" y="2"/>
                    </a:lnTo>
                    <a:lnTo>
                      <a:pt x="71" y="4"/>
                    </a:lnTo>
                    <a:lnTo>
                      <a:pt x="72" y="5"/>
                    </a:lnTo>
                    <a:lnTo>
                      <a:pt x="89" y="29"/>
                    </a:lnTo>
                    <a:lnTo>
                      <a:pt x="101" y="16"/>
                    </a:lnTo>
                    <a:lnTo>
                      <a:pt x="103" y="15"/>
                    </a:lnTo>
                    <a:lnTo>
                      <a:pt x="104" y="15"/>
                    </a:lnTo>
                    <a:lnTo>
                      <a:pt x="105" y="15"/>
                    </a:lnTo>
                    <a:lnTo>
                      <a:pt x="106" y="14"/>
                    </a:lnTo>
                    <a:lnTo>
                      <a:pt x="109" y="15"/>
                    </a:lnTo>
                    <a:lnTo>
                      <a:pt x="111" y="15"/>
                    </a:lnTo>
                    <a:lnTo>
                      <a:pt x="112" y="17"/>
                    </a:lnTo>
                    <a:lnTo>
                      <a:pt x="114" y="19"/>
                    </a:lnTo>
                    <a:lnTo>
                      <a:pt x="114" y="22"/>
                    </a:lnTo>
                    <a:lnTo>
                      <a:pt x="113" y="24"/>
                    </a:lnTo>
                    <a:lnTo>
                      <a:pt x="112" y="27"/>
                    </a:lnTo>
                    <a:lnTo>
                      <a:pt x="92" y="46"/>
                    </a:lnTo>
                    <a:lnTo>
                      <a:pt x="92" y="46"/>
                    </a:lnTo>
                    <a:lnTo>
                      <a:pt x="92" y="46"/>
                    </a:lnTo>
                    <a:lnTo>
                      <a:pt x="91" y="47"/>
                    </a:lnTo>
                    <a:lnTo>
                      <a:pt x="89" y="47"/>
                    </a:lnTo>
                    <a:lnTo>
                      <a:pt x="86" y="47"/>
                    </a:lnTo>
                    <a:lnTo>
                      <a:pt x="84" y="46"/>
                    </a:lnTo>
                    <a:lnTo>
                      <a:pt x="81" y="45"/>
                    </a:lnTo>
                    <a:lnTo>
                      <a:pt x="73" y="32"/>
                    </a:lnTo>
                    <a:lnTo>
                      <a:pt x="72" y="68"/>
                    </a:lnTo>
                    <a:lnTo>
                      <a:pt x="71" y="71"/>
                    </a:lnTo>
                    <a:lnTo>
                      <a:pt x="69" y="73"/>
                    </a:lnTo>
                    <a:lnTo>
                      <a:pt x="69" y="151"/>
                    </a:lnTo>
                    <a:lnTo>
                      <a:pt x="68" y="155"/>
                    </a:lnTo>
                    <a:lnTo>
                      <a:pt x="67" y="157"/>
                    </a:lnTo>
                    <a:lnTo>
                      <a:pt x="64" y="159"/>
                    </a:lnTo>
                    <a:lnTo>
                      <a:pt x="61" y="160"/>
                    </a:lnTo>
                    <a:lnTo>
                      <a:pt x="57" y="159"/>
                    </a:lnTo>
                    <a:lnTo>
                      <a:pt x="55" y="157"/>
                    </a:lnTo>
                    <a:lnTo>
                      <a:pt x="53" y="155"/>
                    </a:lnTo>
                    <a:lnTo>
                      <a:pt x="52" y="151"/>
                    </a:lnTo>
                    <a:lnTo>
                      <a:pt x="52" y="78"/>
                    </a:lnTo>
                    <a:lnTo>
                      <a:pt x="46" y="78"/>
                    </a:lnTo>
                    <a:lnTo>
                      <a:pt x="46" y="151"/>
                    </a:lnTo>
                    <a:lnTo>
                      <a:pt x="44" y="155"/>
                    </a:lnTo>
                    <a:lnTo>
                      <a:pt x="43" y="157"/>
                    </a:lnTo>
                    <a:lnTo>
                      <a:pt x="40" y="159"/>
                    </a:lnTo>
                    <a:lnTo>
                      <a:pt x="37" y="160"/>
                    </a:lnTo>
                    <a:lnTo>
                      <a:pt x="34" y="159"/>
                    </a:lnTo>
                    <a:lnTo>
                      <a:pt x="31" y="157"/>
                    </a:lnTo>
                    <a:lnTo>
                      <a:pt x="29" y="155"/>
                    </a:lnTo>
                    <a:lnTo>
                      <a:pt x="28" y="151"/>
                    </a:lnTo>
                    <a:lnTo>
                      <a:pt x="28" y="73"/>
                    </a:lnTo>
                    <a:lnTo>
                      <a:pt x="27" y="71"/>
                    </a:lnTo>
                    <a:lnTo>
                      <a:pt x="26" y="68"/>
                    </a:lnTo>
                    <a:lnTo>
                      <a:pt x="26" y="47"/>
                    </a:lnTo>
                    <a:lnTo>
                      <a:pt x="14" y="78"/>
                    </a:lnTo>
                    <a:lnTo>
                      <a:pt x="13" y="80"/>
                    </a:lnTo>
                    <a:lnTo>
                      <a:pt x="11" y="82"/>
                    </a:lnTo>
                    <a:lnTo>
                      <a:pt x="8" y="82"/>
                    </a:lnTo>
                    <a:lnTo>
                      <a:pt x="4" y="82"/>
                    </a:lnTo>
                    <a:lnTo>
                      <a:pt x="2" y="80"/>
                    </a:lnTo>
                    <a:lnTo>
                      <a:pt x="1" y="78"/>
                    </a:lnTo>
                    <a:lnTo>
                      <a:pt x="0" y="74"/>
                    </a:lnTo>
                    <a:lnTo>
                      <a:pt x="0" y="72"/>
                    </a:lnTo>
                    <a:lnTo>
                      <a:pt x="25" y="8"/>
                    </a:lnTo>
                    <a:lnTo>
                      <a:pt x="25" y="7"/>
                    </a:lnTo>
                    <a:lnTo>
                      <a:pt x="26" y="5"/>
                    </a:lnTo>
                    <a:lnTo>
                      <a:pt x="27" y="3"/>
                    </a:lnTo>
                    <a:lnTo>
                      <a:pt x="29" y="2"/>
                    </a:lnTo>
                    <a:lnTo>
                      <a:pt x="31" y="2"/>
                    </a:lnTo>
                    <a:lnTo>
                      <a:pt x="3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5" name="Freeform 160"/>
              <p:cNvSpPr>
                <a:spLocks/>
              </p:cNvSpPr>
              <p:nvPr/>
            </p:nvSpPr>
            <p:spPr bwMode="auto">
              <a:xfrm>
                <a:off x="6746626" y="3162328"/>
                <a:ext cx="64449" cy="62707"/>
              </a:xfrm>
              <a:custGeom>
                <a:avLst/>
                <a:gdLst>
                  <a:gd name="T0" fmla="*/ 19 w 37"/>
                  <a:gd name="T1" fmla="*/ 0 h 36"/>
                  <a:gd name="T2" fmla="*/ 29 w 37"/>
                  <a:gd name="T3" fmla="*/ 3 h 36"/>
                  <a:gd name="T4" fmla="*/ 35 w 37"/>
                  <a:gd name="T5" fmla="*/ 9 h 36"/>
                  <a:gd name="T6" fmla="*/ 37 w 37"/>
                  <a:gd name="T7" fmla="*/ 18 h 36"/>
                  <a:gd name="T8" fmla="*/ 35 w 37"/>
                  <a:gd name="T9" fmla="*/ 28 h 36"/>
                  <a:gd name="T10" fmla="*/ 29 w 37"/>
                  <a:gd name="T11" fmla="*/ 34 h 36"/>
                  <a:gd name="T12" fmla="*/ 19 w 37"/>
                  <a:gd name="T13" fmla="*/ 36 h 36"/>
                  <a:gd name="T14" fmla="*/ 10 w 37"/>
                  <a:gd name="T15" fmla="*/ 34 h 36"/>
                  <a:gd name="T16" fmla="*/ 4 w 37"/>
                  <a:gd name="T17" fmla="*/ 28 h 36"/>
                  <a:gd name="T18" fmla="*/ 0 w 37"/>
                  <a:gd name="T19" fmla="*/ 18 h 36"/>
                  <a:gd name="T20" fmla="*/ 4 w 37"/>
                  <a:gd name="T21" fmla="*/ 9 h 36"/>
                  <a:gd name="T22" fmla="*/ 10 w 37"/>
                  <a:gd name="T23" fmla="*/ 3 h 36"/>
                  <a:gd name="T24" fmla="*/ 19 w 37"/>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6">
                    <a:moveTo>
                      <a:pt x="19" y="0"/>
                    </a:moveTo>
                    <a:lnTo>
                      <a:pt x="29" y="3"/>
                    </a:lnTo>
                    <a:lnTo>
                      <a:pt x="35" y="9"/>
                    </a:lnTo>
                    <a:lnTo>
                      <a:pt x="37" y="18"/>
                    </a:lnTo>
                    <a:lnTo>
                      <a:pt x="35" y="28"/>
                    </a:lnTo>
                    <a:lnTo>
                      <a:pt x="29" y="34"/>
                    </a:lnTo>
                    <a:lnTo>
                      <a:pt x="19" y="36"/>
                    </a:lnTo>
                    <a:lnTo>
                      <a:pt x="10" y="34"/>
                    </a:lnTo>
                    <a:lnTo>
                      <a:pt x="4" y="28"/>
                    </a:lnTo>
                    <a:lnTo>
                      <a:pt x="0" y="18"/>
                    </a:lnTo>
                    <a:lnTo>
                      <a:pt x="4" y="9"/>
                    </a:lnTo>
                    <a:lnTo>
                      <a:pt x="10"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6" name="Freeform 161"/>
              <p:cNvSpPr>
                <a:spLocks noEditPoints="1"/>
              </p:cNvSpPr>
              <p:nvPr/>
            </p:nvSpPr>
            <p:spPr bwMode="auto">
              <a:xfrm>
                <a:off x="6852879" y="3169296"/>
                <a:ext cx="55739" cy="76642"/>
              </a:xfrm>
              <a:custGeom>
                <a:avLst/>
                <a:gdLst>
                  <a:gd name="T0" fmla="*/ 12 w 32"/>
                  <a:gd name="T1" fmla="*/ 4 h 44"/>
                  <a:gd name="T2" fmla="*/ 7 w 32"/>
                  <a:gd name="T3" fmla="*/ 8 h 44"/>
                  <a:gd name="T4" fmla="*/ 6 w 32"/>
                  <a:gd name="T5" fmla="*/ 15 h 44"/>
                  <a:gd name="T6" fmla="*/ 8 w 32"/>
                  <a:gd name="T7" fmla="*/ 21 h 44"/>
                  <a:gd name="T8" fmla="*/ 11 w 32"/>
                  <a:gd name="T9" fmla="*/ 27 h 44"/>
                  <a:gd name="T10" fmla="*/ 14 w 32"/>
                  <a:gd name="T11" fmla="*/ 30 h 44"/>
                  <a:gd name="T12" fmla="*/ 13 w 32"/>
                  <a:gd name="T13" fmla="*/ 24 h 44"/>
                  <a:gd name="T14" fmla="*/ 13 w 32"/>
                  <a:gd name="T15" fmla="*/ 19 h 44"/>
                  <a:gd name="T16" fmla="*/ 15 w 32"/>
                  <a:gd name="T17" fmla="*/ 19 h 44"/>
                  <a:gd name="T18" fmla="*/ 18 w 32"/>
                  <a:gd name="T19" fmla="*/ 19 h 44"/>
                  <a:gd name="T20" fmla="*/ 20 w 32"/>
                  <a:gd name="T21" fmla="*/ 20 h 44"/>
                  <a:gd name="T22" fmla="*/ 18 w 32"/>
                  <a:gd name="T23" fmla="*/ 27 h 44"/>
                  <a:gd name="T24" fmla="*/ 21 w 32"/>
                  <a:gd name="T25" fmla="*/ 30 h 44"/>
                  <a:gd name="T26" fmla="*/ 23 w 32"/>
                  <a:gd name="T27" fmla="*/ 24 h 44"/>
                  <a:gd name="T28" fmla="*/ 26 w 32"/>
                  <a:gd name="T29" fmla="*/ 18 h 44"/>
                  <a:gd name="T30" fmla="*/ 26 w 32"/>
                  <a:gd name="T31" fmla="*/ 11 h 44"/>
                  <a:gd name="T32" fmla="*/ 22 w 32"/>
                  <a:gd name="T33" fmla="*/ 6 h 44"/>
                  <a:gd name="T34" fmla="*/ 16 w 32"/>
                  <a:gd name="T35" fmla="*/ 4 h 44"/>
                  <a:gd name="T36" fmla="*/ 21 w 32"/>
                  <a:gd name="T37" fmla="*/ 0 h 44"/>
                  <a:gd name="T38" fmla="*/ 28 w 32"/>
                  <a:gd name="T39" fmla="*/ 5 h 44"/>
                  <a:gd name="T40" fmla="*/ 32 w 32"/>
                  <a:gd name="T41" fmla="*/ 15 h 44"/>
                  <a:gd name="T42" fmla="*/ 27 w 32"/>
                  <a:gd name="T43" fmla="*/ 25 h 44"/>
                  <a:gd name="T44" fmla="*/ 25 w 32"/>
                  <a:gd name="T45" fmla="*/ 29 h 44"/>
                  <a:gd name="T46" fmla="*/ 24 w 32"/>
                  <a:gd name="T47" fmla="*/ 40 h 44"/>
                  <a:gd name="T48" fmla="*/ 23 w 32"/>
                  <a:gd name="T49" fmla="*/ 43 h 44"/>
                  <a:gd name="T50" fmla="*/ 19 w 32"/>
                  <a:gd name="T51" fmla="*/ 43 h 44"/>
                  <a:gd name="T52" fmla="*/ 16 w 32"/>
                  <a:gd name="T53" fmla="*/ 44 h 44"/>
                  <a:gd name="T54" fmla="*/ 13 w 32"/>
                  <a:gd name="T55" fmla="*/ 43 h 44"/>
                  <a:gd name="T56" fmla="*/ 9 w 32"/>
                  <a:gd name="T57" fmla="*/ 43 h 44"/>
                  <a:gd name="T58" fmla="*/ 8 w 32"/>
                  <a:gd name="T59" fmla="*/ 40 h 44"/>
                  <a:gd name="T60" fmla="*/ 7 w 32"/>
                  <a:gd name="T61" fmla="*/ 29 h 44"/>
                  <a:gd name="T62" fmla="*/ 4 w 32"/>
                  <a:gd name="T63" fmla="*/ 25 h 44"/>
                  <a:gd name="T64" fmla="*/ 0 w 32"/>
                  <a:gd name="T65" fmla="*/ 15 h 44"/>
                  <a:gd name="T66" fmla="*/ 3 w 32"/>
                  <a:gd name="T67" fmla="*/ 5 h 44"/>
                  <a:gd name="T68" fmla="*/ 11 w 32"/>
                  <a:gd name="T6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44">
                    <a:moveTo>
                      <a:pt x="16" y="4"/>
                    </a:moveTo>
                    <a:lnTo>
                      <a:pt x="12" y="4"/>
                    </a:lnTo>
                    <a:lnTo>
                      <a:pt x="10" y="6"/>
                    </a:lnTo>
                    <a:lnTo>
                      <a:pt x="7" y="8"/>
                    </a:lnTo>
                    <a:lnTo>
                      <a:pt x="6" y="11"/>
                    </a:lnTo>
                    <a:lnTo>
                      <a:pt x="6" y="15"/>
                    </a:lnTo>
                    <a:lnTo>
                      <a:pt x="6" y="18"/>
                    </a:lnTo>
                    <a:lnTo>
                      <a:pt x="8" y="21"/>
                    </a:lnTo>
                    <a:lnTo>
                      <a:pt x="9" y="24"/>
                    </a:lnTo>
                    <a:lnTo>
                      <a:pt x="11" y="27"/>
                    </a:lnTo>
                    <a:lnTo>
                      <a:pt x="12" y="30"/>
                    </a:lnTo>
                    <a:lnTo>
                      <a:pt x="14" y="30"/>
                    </a:lnTo>
                    <a:lnTo>
                      <a:pt x="14" y="27"/>
                    </a:lnTo>
                    <a:lnTo>
                      <a:pt x="13" y="24"/>
                    </a:lnTo>
                    <a:lnTo>
                      <a:pt x="12" y="20"/>
                    </a:lnTo>
                    <a:lnTo>
                      <a:pt x="13" y="19"/>
                    </a:lnTo>
                    <a:lnTo>
                      <a:pt x="14" y="19"/>
                    </a:lnTo>
                    <a:lnTo>
                      <a:pt x="15" y="19"/>
                    </a:lnTo>
                    <a:lnTo>
                      <a:pt x="16" y="19"/>
                    </a:lnTo>
                    <a:lnTo>
                      <a:pt x="18" y="19"/>
                    </a:lnTo>
                    <a:lnTo>
                      <a:pt x="19" y="19"/>
                    </a:lnTo>
                    <a:lnTo>
                      <a:pt x="20" y="20"/>
                    </a:lnTo>
                    <a:lnTo>
                      <a:pt x="19" y="24"/>
                    </a:lnTo>
                    <a:lnTo>
                      <a:pt x="18" y="27"/>
                    </a:lnTo>
                    <a:lnTo>
                      <a:pt x="18" y="30"/>
                    </a:lnTo>
                    <a:lnTo>
                      <a:pt x="21" y="30"/>
                    </a:lnTo>
                    <a:lnTo>
                      <a:pt x="21" y="27"/>
                    </a:lnTo>
                    <a:lnTo>
                      <a:pt x="23" y="24"/>
                    </a:lnTo>
                    <a:lnTo>
                      <a:pt x="24" y="21"/>
                    </a:lnTo>
                    <a:lnTo>
                      <a:pt x="26" y="18"/>
                    </a:lnTo>
                    <a:lnTo>
                      <a:pt x="27" y="15"/>
                    </a:lnTo>
                    <a:lnTo>
                      <a:pt x="26" y="11"/>
                    </a:lnTo>
                    <a:lnTo>
                      <a:pt x="25" y="8"/>
                    </a:lnTo>
                    <a:lnTo>
                      <a:pt x="22" y="6"/>
                    </a:lnTo>
                    <a:lnTo>
                      <a:pt x="20" y="4"/>
                    </a:lnTo>
                    <a:lnTo>
                      <a:pt x="16" y="4"/>
                    </a:lnTo>
                    <a:close/>
                    <a:moveTo>
                      <a:pt x="16" y="0"/>
                    </a:moveTo>
                    <a:lnTo>
                      <a:pt x="21" y="0"/>
                    </a:lnTo>
                    <a:lnTo>
                      <a:pt x="25" y="2"/>
                    </a:lnTo>
                    <a:lnTo>
                      <a:pt x="28" y="5"/>
                    </a:lnTo>
                    <a:lnTo>
                      <a:pt x="31" y="9"/>
                    </a:lnTo>
                    <a:lnTo>
                      <a:pt x="32" y="15"/>
                    </a:lnTo>
                    <a:lnTo>
                      <a:pt x="31" y="19"/>
                    </a:lnTo>
                    <a:lnTo>
                      <a:pt x="27" y="25"/>
                    </a:lnTo>
                    <a:lnTo>
                      <a:pt x="26" y="27"/>
                    </a:lnTo>
                    <a:lnTo>
                      <a:pt x="25" y="29"/>
                    </a:lnTo>
                    <a:lnTo>
                      <a:pt x="24" y="31"/>
                    </a:lnTo>
                    <a:lnTo>
                      <a:pt x="24" y="40"/>
                    </a:lnTo>
                    <a:lnTo>
                      <a:pt x="24" y="42"/>
                    </a:lnTo>
                    <a:lnTo>
                      <a:pt x="23" y="43"/>
                    </a:lnTo>
                    <a:lnTo>
                      <a:pt x="21" y="43"/>
                    </a:lnTo>
                    <a:lnTo>
                      <a:pt x="19" y="43"/>
                    </a:lnTo>
                    <a:lnTo>
                      <a:pt x="18" y="44"/>
                    </a:lnTo>
                    <a:lnTo>
                      <a:pt x="16" y="44"/>
                    </a:lnTo>
                    <a:lnTo>
                      <a:pt x="14" y="44"/>
                    </a:lnTo>
                    <a:lnTo>
                      <a:pt x="13" y="43"/>
                    </a:lnTo>
                    <a:lnTo>
                      <a:pt x="11" y="43"/>
                    </a:lnTo>
                    <a:lnTo>
                      <a:pt x="9" y="43"/>
                    </a:lnTo>
                    <a:lnTo>
                      <a:pt x="8" y="42"/>
                    </a:lnTo>
                    <a:lnTo>
                      <a:pt x="8" y="40"/>
                    </a:lnTo>
                    <a:lnTo>
                      <a:pt x="8" y="31"/>
                    </a:lnTo>
                    <a:lnTo>
                      <a:pt x="7" y="29"/>
                    </a:lnTo>
                    <a:lnTo>
                      <a:pt x="6" y="27"/>
                    </a:lnTo>
                    <a:lnTo>
                      <a:pt x="4" y="25"/>
                    </a:lnTo>
                    <a:lnTo>
                      <a:pt x="1" y="19"/>
                    </a:lnTo>
                    <a:lnTo>
                      <a:pt x="0" y="15"/>
                    </a:lnTo>
                    <a:lnTo>
                      <a:pt x="1" y="9"/>
                    </a:lnTo>
                    <a:lnTo>
                      <a:pt x="3" y="5"/>
                    </a:lnTo>
                    <a:lnTo>
                      <a:pt x="7" y="2"/>
                    </a:lnTo>
                    <a:lnTo>
                      <a:pt x="11" y="0"/>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7" name="TextBox 23"/>
          <p:cNvSpPr txBox="1"/>
          <p:nvPr/>
        </p:nvSpPr>
        <p:spPr>
          <a:xfrm>
            <a:off x="1991506"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TextBox 24"/>
          <p:cNvSpPr txBox="1"/>
          <p:nvPr/>
        </p:nvSpPr>
        <p:spPr>
          <a:xfrm>
            <a:off x="1991509"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TextBox 23"/>
          <p:cNvSpPr txBox="1"/>
          <p:nvPr/>
        </p:nvSpPr>
        <p:spPr>
          <a:xfrm>
            <a:off x="4233049"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TextBox 24"/>
          <p:cNvSpPr txBox="1"/>
          <p:nvPr/>
        </p:nvSpPr>
        <p:spPr>
          <a:xfrm>
            <a:off x="4233049"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TextBox 23"/>
          <p:cNvSpPr txBox="1"/>
          <p:nvPr/>
        </p:nvSpPr>
        <p:spPr>
          <a:xfrm>
            <a:off x="6482860"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TextBox 24"/>
          <p:cNvSpPr txBox="1"/>
          <p:nvPr/>
        </p:nvSpPr>
        <p:spPr>
          <a:xfrm>
            <a:off x="6482863"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TextBox 23"/>
          <p:cNvSpPr txBox="1"/>
          <p:nvPr/>
        </p:nvSpPr>
        <p:spPr>
          <a:xfrm>
            <a:off x="8724402"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TextBox 24"/>
          <p:cNvSpPr txBox="1"/>
          <p:nvPr/>
        </p:nvSpPr>
        <p:spPr>
          <a:xfrm>
            <a:off x="8724403"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1"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922595277"/>
      </p:ext>
    </p:extLst>
  </p:cSld>
  <p:clrMapOvr>
    <a:masterClrMapping/>
  </p:clrMapOvr>
  <mc:AlternateContent xmlns:mc="http://schemas.openxmlformats.org/markup-compatibility/2006" xmlns:p14="http://schemas.microsoft.com/office/powerpoint/2010/main">
    <mc:Choice Requires="p14">
      <p:transition spd="slow" p14:dur="2000" advTm="0">
        <p14:ferris dir="l"/>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179"/>
                                        </p:tgtEl>
                                        <p:attrNameLst>
                                          <p:attrName>style.visibility</p:attrName>
                                        </p:attrNameLst>
                                      </p:cBhvr>
                                      <p:to>
                                        <p:strVal val="visible"/>
                                      </p:to>
                                    </p:set>
                                    <p:anim calcmode="lin" valueType="num">
                                      <p:cBhvr additive="base">
                                        <p:cTn id="7" dur="500"/>
                                        <p:tgtEl>
                                          <p:spTgt spid="179"/>
                                        </p:tgtEl>
                                        <p:attrNameLst>
                                          <p:attrName>ppt_x</p:attrName>
                                        </p:attrNameLst>
                                      </p:cBhvr>
                                      <p:tavLst>
                                        <p:tav tm="0">
                                          <p:val>
                                            <p:strVal val="#ppt_x+#ppt_w*1.125000"/>
                                          </p:val>
                                        </p:tav>
                                        <p:tav tm="100000">
                                          <p:val>
                                            <p:strVal val="#ppt_x"/>
                                          </p:val>
                                        </p:tav>
                                      </p:tavLst>
                                    </p:anim>
                                    <p:animEffect transition="in" filter="wipe(left)">
                                      <p:cBhvr>
                                        <p:cTn id="8" dur="500"/>
                                        <p:tgtEl>
                                          <p:spTgt spid="179"/>
                                        </p:tgtEl>
                                      </p:cBhvr>
                                    </p:animEffect>
                                  </p:childTnLst>
                                </p:cTn>
                              </p:par>
                              <p:par>
                                <p:cTn id="9" presetID="12" presetClass="entr" presetSubtype="2" fill="hold" grpId="0" nodeType="withEffect">
                                  <p:stCondLst>
                                    <p:cond delay="0"/>
                                  </p:stCondLst>
                                  <p:childTnLst>
                                    <p:set>
                                      <p:cBhvr>
                                        <p:cTn id="10" dur="1" fill="hold">
                                          <p:stCondLst>
                                            <p:cond delay="0"/>
                                          </p:stCondLst>
                                        </p:cTn>
                                        <p:tgtEl>
                                          <p:spTgt spid="188"/>
                                        </p:tgtEl>
                                        <p:attrNameLst>
                                          <p:attrName>style.visibility</p:attrName>
                                        </p:attrNameLst>
                                      </p:cBhvr>
                                      <p:to>
                                        <p:strVal val="visible"/>
                                      </p:to>
                                    </p:set>
                                    <p:anim calcmode="lin" valueType="num">
                                      <p:cBhvr additive="base">
                                        <p:cTn id="11" dur="500"/>
                                        <p:tgtEl>
                                          <p:spTgt spid="188"/>
                                        </p:tgtEl>
                                        <p:attrNameLst>
                                          <p:attrName>ppt_x</p:attrName>
                                        </p:attrNameLst>
                                      </p:cBhvr>
                                      <p:tavLst>
                                        <p:tav tm="0">
                                          <p:val>
                                            <p:strVal val="#ppt_x+#ppt_w*1.125000"/>
                                          </p:val>
                                        </p:tav>
                                        <p:tav tm="100000">
                                          <p:val>
                                            <p:strVal val="#ppt_x"/>
                                          </p:val>
                                        </p:tav>
                                      </p:tavLst>
                                    </p:anim>
                                    <p:animEffect transition="in" filter="wipe(left)">
                                      <p:cBhvr>
                                        <p:cTn id="12" dur="500"/>
                                        <p:tgtEl>
                                          <p:spTgt spid="188"/>
                                        </p:tgtEl>
                                      </p:cBhvr>
                                    </p:animEffect>
                                  </p:childTnLst>
                                </p:cTn>
                              </p:par>
                              <p:par>
                                <p:cTn id="13" presetID="12" presetClass="entr" presetSubtype="2"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500"/>
                                        <p:tgtEl>
                                          <p:spTgt spid="199"/>
                                        </p:tgtEl>
                                        <p:attrNameLst>
                                          <p:attrName>ppt_x</p:attrName>
                                        </p:attrNameLst>
                                      </p:cBhvr>
                                      <p:tavLst>
                                        <p:tav tm="0">
                                          <p:val>
                                            <p:strVal val="#ppt_x+#ppt_w*1.125000"/>
                                          </p:val>
                                        </p:tav>
                                        <p:tav tm="100000">
                                          <p:val>
                                            <p:strVal val="#ppt_x"/>
                                          </p:val>
                                        </p:tav>
                                      </p:tavLst>
                                    </p:anim>
                                    <p:animEffect transition="in" filter="wipe(left)">
                                      <p:cBhvr>
                                        <p:cTn id="16" dur="500"/>
                                        <p:tgtEl>
                                          <p:spTgt spid="199"/>
                                        </p:tgtEl>
                                      </p:cBhvr>
                                    </p:animEffect>
                                  </p:childTnLst>
                                </p:cTn>
                              </p:par>
                              <p:par>
                                <p:cTn id="17" presetID="12" presetClass="entr" presetSubtype="2" fill="hold" grpId="0" nodeType="withEffect">
                                  <p:stCondLst>
                                    <p:cond delay="0"/>
                                  </p:stCondLst>
                                  <p:childTnLst>
                                    <p:set>
                                      <p:cBhvr>
                                        <p:cTn id="18" dur="1" fill="hold">
                                          <p:stCondLst>
                                            <p:cond delay="0"/>
                                          </p:stCondLst>
                                        </p:cTn>
                                        <p:tgtEl>
                                          <p:spTgt spid="169"/>
                                        </p:tgtEl>
                                        <p:attrNameLst>
                                          <p:attrName>style.visibility</p:attrName>
                                        </p:attrNameLst>
                                      </p:cBhvr>
                                      <p:to>
                                        <p:strVal val="visible"/>
                                      </p:to>
                                    </p:set>
                                    <p:anim calcmode="lin" valueType="num">
                                      <p:cBhvr additive="base">
                                        <p:cTn id="19" dur="500"/>
                                        <p:tgtEl>
                                          <p:spTgt spid="169"/>
                                        </p:tgtEl>
                                        <p:attrNameLst>
                                          <p:attrName>ppt_x</p:attrName>
                                        </p:attrNameLst>
                                      </p:cBhvr>
                                      <p:tavLst>
                                        <p:tav tm="0">
                                          <p:val>
                                            <p:strVal val="#ppt_x+#ppt_w*1.125000"/>
                                          </p:val>
                                        </p:tav>
                                        <p:tav tm="100000">
                                          <p:val>
                                            <p:strVal val="#ppt_x"/>
                                          </p:val>
                                        </p:tav>
                                      </p:tavLst>
                                    </p:anim>
                                    <p:animEffect transition="in" filter="wipe(left)">
                                      <p:cBhvr>
                                        <p:cTn id="20" dur="500"/>
                                        <p:tgtEl>
                                          <p:spTgt spid="169"/>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par>
                                <p:cTn id="28" presetID="22" presetClass="entr" presetSubtype="8" fill="hold"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500"/>
                                        <p:tgtEl>
                                          <p:spTgt spid="9"/>
                                        </p:tgtEl>
                                      </p:cBhvr>
                                    </p:animEffect>
                                  </p:childTnLst>
                                </p:cTn>
                              </p:par>
                            </p:childTnLst>
                          </p:cTn>
                        </p:par>
                        <p:par>
                          <p:cTn id="34" fill="hold">
                            <p:stCondLst>
                              <p:cond delay="1000"/>
                            </p:stCondLst>
                            <p:childTnLst>
                              <p:par>
                                <p:cTn id="35" presetID="53" presetClass="entr" presetSubtype="16"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500" fill="hold"/>
                                        <p:tgtEl>
                                          <p:spTgt spid="10"/>
                                        </p:tgtEl>
                                        <p:attrNameLst>
                                          <p:attrName>ppt_w</p:attrName>
                                        </p:attrNameLst>
                                      </p:cBhvr>
                                      <p:tavLst>
                                        <p:tav tm="0">
                                          <p:val>
                                            <p:fltVal val="0"/>
                                          </p:val>
                                        </p:tav>
                                        <p:tav tm="100000">
                                          <p:val>
                                            <p:strVal val="#ppt_w"/>
                                          </p:val>
                                        </p:tav>
                                      </p:tavLst>
                                    </p:anim>
                                    <p:anim calcmode="lin" valueType="num">
                                      <p:cBhvr>
                                        <p:cTn id="38" dur="500" fill="hold"/>
                                        <p:tgtEl>
                                          <p:spTgt spid="10"/>
                                        </p:tgtEl>
                                        <p:attrNameLst>
                                          <p:attrName>ppt_h</p:attrName>
                                        </p:attrNameLst>
                                      </p:cBhvr>
                                      <p:tavLst>
                                        <p:tav tm="0">
                                          <p:val>
                                            <p:fltVal val="0"/>
                                          </p:val>
                                        </p:tav>
                                        <p:tav tm="100000">
                                          <p:val>
                                            <p:strVal val="#ppt_h"/>
                                          </p:val>
                                        </p:tav>
                                      </p:tavLst>
                                    </p:anim>
                                    <p:animEffect transition="in" filter="fade">
                                      <p:cBhvr>
                                        <p:cTn id="39" dur="500"/>
                                        <p:tgtEl>
                                          <p:spTgt spid="10"/>
                                        </p:tgtEl>
                                      </p:cBhvr>
                                    </p:animEffect>
                                  </p:childTnLst>
                                </p:cTn>
                              </p:par>
                            </p:childTnLst>
                          </p:cTn>
                        </p:par>
                        <p:par>
                          <p:cTn id="40" fill="hold">
                            <p:stCondLst>
                              <p:cond delay="1500"/>
                            </p:stCondLst>
                            <p:childTnLst>
                              <p:par>
                                <p:cTn id="41" presetID="12" presetClass="entr" presetSubtype="4"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 calcmode="lin" valueType="num">
                                      <p:cBhvr additive="base">
                                        <p:cTn id="43" dur="500"/>
                                        <p:tgtEl>
                                          <p:spTgt spid="47"/>
                                        </p:tgtEl>
                                        <p:attrNameLst>
                                          <p:attrName>ppt_y</p:attrName>
                                        </p:attrNameLst>
                                      </p:cBhvr>
                                      <p:tavLst>
                                        <p:tav tm="0">
                                          <p:val>
                                            <p:strVal val="#ppt_y+#ppt_h*1.125000"/>
                                          </p:val>
                                        </p:tav>
                                        <p:tav tm="100000">
                                          <p:val>
                                            <p:strVal val="#ppt_y"/>
                                          </p:val>
                                        </p:tav>
                                      </p:tavLst>
                                    </p:anim>
                                    <p:animEffect transition="in" filter="wipe(up)">
                                      <p:cBhvr>
                                        <p:cTn id="44" dur="500"/>
                                        <p:tgtEl>
                                          <p:spTgt spid="47"/>
                                        </p:tgtEl>
                                      </p:cBhvr>
                                    </p:animEffect>
                                  </p:childTnLst>
                                </p:cTn>
                              </p:par>
                              <p:par>
                                <p:cTn id="45" presetID="12" presetClass="entr" presetSubtype="1" fill="hold" grpId="0" nodeType="with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500"/>
                                        <p:tgtEl>
                                          <p:spTgt spid="48"/>
                                        </p:tgtEl>
                                        <p:attrNameLst>
                                          <p:attrName>ppt_y</p:attrName>
                                        </p:attrNameLst>
                                      </p:cBhvr>
                                      <p:tavLst>
                                        <p:tav tm="0">
                                          <p:val>
                                            <p:strVal val="#ppt_y-#ppt_h*1.125000"/>
                                          </p:val>
                                        </p:tav>
                                        <p:tav tm="100000">
                                          <p:val>
                                            <p:strVal val="#ppt_y"/>
                                          </p:val>
                                        </p:tav>
                                      </p:tavLst>
                                    </p:anim>
                                    <p:animEffect transition="in" filter="wipe(down)">
                                      <p:cBhvr>
                                        <p:cTn id="48" dur="500"/>
                                        <p:tgtEl>
                                          <p:spTgt spid="48"/>
                                        </p:tgtEl>
                                      </p:cBhvr>
                                    </p:animEffect>
                                  </p:childTnLst>
                                </p:cTn>
                              </p:par>
                            </p:childTnLst>
                          </p:cTn>
                        </p:par>
                        <p:par>
                          <p:cTn id="49" fill="hold">
                            <p:stCondLst>
                              <p:cond delay="2000"/>
                            </p:stCondLst>
                            <p:childTnLst>
                              <p:par>
                                <p:cTn id="50" presetID="12" presetClass="entr" presetSubtype="4" fill="hold" grpId="0" nodeType="after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p:tgtEl>
                                          <p:spTgt spid="49"/>
                                        </p:tgtEl>
                                        <p:attrNameLst>
                                          <p:attrName>ppt_y</p:attrName>
                                        </p:attrNameLst>
                                      </p:cBhvr>
                                      <p:tavLst>
                                        <p:tav tm="0">
                                          <p:val>
                                            <p:strVal val="#ppt_y+#ppt_h*1.125000"/>
                                          </p:val>
                                        </p:tav>
                                        <p:tav tm="100000">
                                          <p:val>
                                            <p:strVal val="#ppt_y"/>
                                          </p:val>
                                        </p:tav>
                                      </p:tavLst>
                                    </p:anim>
                                    <p:animEffect transition="in" filter="wipe(up)">
                                      <p:cBhvr>
                                        <p:cTn id="53" dur="500"/>
                                        <p:tgtEl>
                                          <p:spTgt spid="49"/>
                                        </p:tgtEl>
                                      </p:cBhvr>
                                    </p:animEffect>
                                  </p:childTnLst>
                                </p:cTn>
                              </p:par>
                              <p:par>
                                <p:cTn id="54" presetID="12" presetClass="entr" presetSubtype="1" fill="hold" grpId="0" nodeType="withEffect">
                                  <p:stCondLst>
                                    <p:cond delay="0"/>
                                  </p:stCondLst>
                                  <p:childTnLst>
                                    <p:set>
                                      <p:cBhvr>
                                        <p:cTn id="55" dur="1" fill="hold">
                                          <p:stCondLst>
                                            <p:cond delay="0"/>
                                          </p:stCondLst>
                                        </p:cTn>
                                        <p:tgtEl>
                                          <p:spTgt spid="50"/>
                                        </p:tgtEl>
                                        <p:attrNameLst>
                                          <p:attrName>style.visibility</p:attrName>
                                        </p:attrNameLst>
                                      </p:cBhvr>
                                      <p:to>
                                        <p:strVal val="visible"/>
                                      </p:to>
                                    </p:set>
                                    <p:anim calcmode="lin" valueType="num">
                                      <p:cBhvr additive="base">
                                        <p:cTn id="56" dur="500"/>
                                        <p:tgtEl>
                                          <p:spTgt spid="50"/>
                                        </p:tgtEl>
                                        <p:attrNameLst>
                                          <p:attrName>ppt_y</p:attrName>
                                        </p:attrNameLst>
                                      </p:cBhvr>
                                      <p:tavLst>
                                        <p:tav tm="0">
                                          <p:val>
                                            <p:strVal val="#ppt_y-#ppt_h*1.125000"/>
                                          </p:val>
                                        </p:tav>
                                        <p:tav tm="100000">
                                          <p:val>
                                            <p:strVal val="#ppt_y"/>
                                          </p:val>
                                        </p:tav>
                                      </p:tavLst>
                                    </p:anim>
                                    <p:animEffect transition="in" filter="wipe(down)">
                                      <p:cBhvr>
                                        <p:cTn id="57" dur="500"/>
                                        <p:tgtEl>
                                          <p:spTgt spid="50"/>
                                        </p:tgtEl>
                                      </p:cBhvr>
                                    </p:animEffect>
                                  </p:childTnLst>
                                </p:cTn>
                              </p:par>
                            </p:childTnLst>
                          </p:cTn>
                        </p:par>
                        <p:par>
                          <p:cTn id="58" fill="hold">
                            <p:stCondLst>
                              <p:cond delay="2500"/>
                            </p:stCondLst>
                            <p:childTnLst>
                              <p:par>
                                <p:cTn id="59" presetID="12" presetClass="entr" presetSubtype="4" fill="hold" grpId="0" nodeType="afterEffect">
                                  <p:stCondLst>
                                    <p:cond delay="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p:tgtEl>
                                          <p:spTgt spid="51"/>
                                        </p:tgtEl>
                                        <p:attrNameLst>
                                          <p:attrName>ppt_y</p:attrName>
                                        </p:attrNameLst>
                                      </p:cBhvr>
                                      <p:tavLst>
                                        <p:tav tm="0">
                                          <p:val>
                                            <p:strVal val="#ppt_y+#ppt_h*1.125000"/>
                                          </p:val>
                                        </p:tav>
                                        <p:tav tm="100000">
                                          <p:val>
                                            <p:strVal val="#ppt_y"/>
                                          </p:val>
                                        </p:tav>
                                      </p:tavLst>
                                    </p:anim>
                                    <p:animEffect transition="in" filter="wipe(up)">
                                      <p:cBhvr>
                                        <p:cTn id="62" dur="500"/>
                                        <p:tgtEl>
                                          <p:spTgt spid="51"/>
                                        </p:tgtEl>
                                      </p:cBhvr>
                                    </p:animEffect>
                                  </p:childTnLst>
                                </p:cTn>
                              </p:par>
                              <p:par>
                                <p:cTn id="63" presetID="12" presetClass="entr" presetSubtype="1" fill="hold" grpId="0" nodeType="withEffect">
                                  <p:stCondLst>
                                    <p:cond delay="0"/>
                                  </p:stCondLst>
                                  <p:childTnLst>
                                    <p:set>
                                      <p:cBhvr>
                                        <p:cTn id="64" dur="1" fill="hold">
                                          <p:stCondLst>
                                            <p:cond delay="0"/>
                                          </p:stCondLst>
                                        </p:cTn>
                                        <p:tgtEl>
                                          <p:spTgt spid="52"/>
                                        </p:tgtEl>
                                        <p:attrNameLst>
                                          <p:attrName>style.visibility</p:attrName>
                                        </p:attrNameLst>
                                      </p:cBhvr>
                                      <p:to>
                                        <p:strVal val="visible"/>
                                      </p:to>
                                    </p:set>
                                    <p:anim calcmode="lin" valueType="num">
                                      <p:cBhvr additive="base">
                                        <p:cTn id="65" dur="500"/>
                                        <p:tgtEl>
                                          <p:spTgt spid="52"/>
                                        </p:tgtEl>
                                        <p:attrNameLst>
                                          <p:attrName>ppt_y</p:attrName>
                                        </p:attrNameLst>
                                      </p:cBhvr>
                                      <p:tavLst>
                                        <p:tav tm="0">
                                          <p:val>
                                            <p:strVal val="#ppt_y-#ppt_h*1.125000"/>
                                          </p:val>
                                        </p:tav>
                                        <p:tav tm="100000">
                                          <p:val>
                                            <p:strVal val="#ppt_y"/>
                                          </p:val>
                                        </p:tav>
                                      </p:tavLst>
                                    </p:anim>
                                    <p:animEffect transition="in" filter="wipe(down)">
                                      <p:cBhvr>
                                        <p:cTn id="66" dur="500"/>
                                        <p:tgtEl>
                                          <p:spTgt spid="52"/>
                                        </p:tgtEl>
                                      </p:cBhvr>
                                    </p:animEffect>
                                  </p:childTnLst>
                                </p:cTn>
                              </p:par>
                            </p:childTnLst>
                          </p:cTn>
                        </p:par>
                        <p:par>
                          <p:cTn id="67" fill="hold">
                            <p:stCondLst>
                              <p:cond delay="3000"/>
                            </p:stCondLst>
                            <p:childTnLst>
                              <p:par>
                                <p:cTn id="68" presetID="12" presetClass="entr" presetSubtype="4" fill="hold" grpId="0" nodeType="afterEffect">
                                  <p:stCondLst>
                                    <p:cond delay="0"/>
                                  </p:stCondLst>
                                  <p:childTnLst>
                                    <p:set>
                                      <p:cBhvr>
                                        <p:cTn id="69" dur="1" fill="hold">
                                          <p:stCondLst>
                                            <p:cond delay="0"/>
                                          </p:stCondLst>
                                        </p:cTn>
                                        <p:tgtEl>
                                          <p:spTgt spid="53"/>
                                        </p:tgtEl>
                                        <p:attrNameLst>
                                          <p:attrName>style.visibility</p:attrName>
                                        </p:attrNameLst>
                                      </p:cBhvr>
                                      <p:to>
                                        <p:strVal val="visible"/>
                                      </p:to>
                                    </p:set>
                                    <p:anim calcmode="lin" valueType="num">
                                      <p:cBhvr additive="base">
                                        <p:cTn id="70" dur="500"/>
                                        <p:tgtEl>
                                          <p:spTgt spid="53"/>
                                        </p:tgtEl>
                                        <p:attrNameLst>
                                          <p:attrName>ppt_y</p:attrName>
                                        </p:attrNameLst>
                                      </p:cBhvr>
                                      <p:tavLst>
                                        <p:tav tm="0">
                                          <p:val>
                                            <p:strVal val="#ppt_y+#ppt_h*1.125000"/>
                                          </p:val>
                                        </p:tav>
                                        <p:tav tm="100000">
                                          <p:val>
                                            <p:strVal val="#ppt_y"/>
                                          </p:val>
                                        </p:tav>
                                      </p:tavLst>
                                    </p:anim>
                                    <p:animEffect transition="in" filter="wipe(up)">
                                      <p:cBhvr>
                                        <p:cTn id="71" dur="500"/>
                                        <p:tgtEl>
                                          <p:spTgt spid="53"/>
                                        </p:tgtEl>
                                      </p:cBhvr>
                                    </p:animEffect>
                                  </p:childTnLst>
                                </p:cTn>
                              </p:par>
                              <p:par>
                                <p:cTn id="72" presetID="12" presetClass="entr" presetSubtype="1" fill="hold" grpId="0" nodeType="withEffect">
                                  <p:stCondLst>
                                    <p:cond delay="0"/>
                                  </p:stCondLst>
                                  <p:childTnLst>
                                    <p:set>
                                      <p:cBhvr>
                                        <p:cTn id="73" dur="1" fill="hold">
                                          <p:stCondLst>
                                            <p:cond delay="0"/>
                                          </p:stCondLst>
                                        </p:cTn>
                                        <p:tgtEl>
                                          <p:spTgt spid="54"/>
                                        </p:tgtEl>
                                        <p:attrNameLst>
                                          <p:attrName>style.visibility</p:attrName>
                                        </p:attrNameLst>
                                      </p:cBhvr>
                                      <p:to>
                                        <p:strVal val="visible"/>
                                      </p:to>
                                    </p:set>
                                    <p:anim calcmode="lin" valueType="num">
                                      <p:cBhvr additive="base">
                                        <p:cTn id="74" dur="500"/>
                                        <p:tgtEl>
                                          <p:spTgt spid="54"/>
                                        </p:tgtEl>
                                        <p:attrNameLst>
                                          <p:attrName>ppt_y</p:attrName>
                                        </p:attrNameLst>
                                      </p:cBhvr>
                                      <p:tavLst>
                                        <p:tav tm="0">
                                          <p:val>
                                            <p:strVal val="#ppt_y-#ppt_h*1.125000"/>
                                          </p:val>
                                        </p:tav>
                                        <p:tav tm="100000">
                                          <p:val>
                                            <p:strVal val="#ppt_y"/>
                                          </p:val>
                                        </p:tav>
                                      </p:tavLst>
                                    </p:anim>
                                    <p:animEffect transition="in" filter="wipe(down)">
                                      <p:cBhvr>
                                        <p:cTn id="7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P spid="188" grpId="0" animBg="1"/>
      <p:bldP spid="169" grpId="0" animBg="1"/>
      <p:bldP spid="199" grpId="0" animBg="1"/>
      <p:bldP spid="47" grpId="0"/>
      <p:bldP spid="48" grpId="0"/>
      <p:bldP spid="49" grpId="0"/>
      <p:bldP spid="50" grpId="0"/>
      <p:bldP spid="51" grpId="0"/>
      <p:bldP spid="52" grpId="0"/>
      <p:bldP spid="53" grpId="0"/>
      <p:bldP spid="5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a:grpSpLocks noChangeAspect="1"/>
          </p:cNvGrpSpPr>
          <p:nvPr/>
        </p:nvGrpSpPr>
        <p:grpSpPr>
          <a:xfrm rot="4351113">
            <a:off x="5467143" y="2247983"/>
            <a:ext cx="4707118" cy="3246798"/>
            <a:chOff x="940378" y="1114346"/>
            <a:chExt cx="7056438" cy="4867275"/>
          </a:xfrm>
        </p:grpSpPr>
        <p:sp>
          <p:nvSpPr>
            <p:cNvPr id="6" name="Arc 682"/>
            <p:cNvSpPr>
              <a:spLocks/>
            </p:cNvSpPr>
            <p:nvPr/>
          </p:nvSpPr>
          <p:spPr bwMode="auto">
            <a:xfrm rot="18746405">
              <a:off x="3554196" y="1119903"/>
              <a:ext cx="1014413" cy="1003300"/>
            </a:xfrm>
            <a:custGeom>
              <a:avLst/>
              <a:gdLst>
                <a:gd name="T0" fmla="*/ 2147483647 w 21600"/>
                <a:gd name="T1" fmla="*/ 0 h 21356"/>
                <a:gd name="T2" fmla="*/ 2147483647 w 21600"/>
                <a:gd name="T3" fmla="*/ 2147483647 h 21356"/>
                <a:gd name="T4" fmla="*/ 0 w 21600"/>
                <a:gd name="T5" fmla="*/ 2147483647 h 21356"/>
                <a:gd name="T6" fmla="*/ 0 60000 65536"/>
                <a:gd name="T7" fmla="*/ 0 60000 65536"/>
                <a:gd name="T8" fmla="*/ 0 60000 65536"/>
                <a:gd name="T9" fmla="*/ 0 w 21600"/>
                <a:gd name="T10" fmla="*/ 0 h 21356"/>
                <a:gd name="T11" fmla="*/ 21600 w 21600"/>
                <a:gd name="T12" fmla="*/ 21356 h 21356"/>
              </a:gdLst>
              <a:ahLst/>
              <a:cxnLst>
                <a:cxn ang="T6">
                  <a:pos x="T0" y="T1"/>
                </a:cxn>
                <a:cxn ang="T7">
                  <a:pos x="T2" y="T3"/>
                </a:cxn>
                <a:cxn ang="T8">
                  <a:pos x="T4" y="T5"/>
                </a:cxn>
              </a:cxnLst>
              <a:rect l="T9" t="T10" r="T11" b="T12"/>
              <a:pathLst>
                <a:path w="21600" h="21356" fill="none" extrusionOk="0">
                  <a:moveTo>
                    <a:pt x="3237" y="-1"/>
                  </a:moveTo>
                  <a:cubicBezTo>
                    <a:pt x="13795" y="1600"/>
                    <a:pt x="21600" y="10676"/>
                    <a:pt x="21600" y="21356"/>
                  </a:cubicBezTo>
                </a:path>
                <a:path w="21600" h="21356" stroke="0" extrusionOk="0">
                  <a:moveTo>
                    <a:pt x="3237" y="-1"/>
                  </a:moveTo>
                  <a:cubicBezTo>
                    <a:pt x="13795" y="1600"/>
                    <a:pt x="21600" y="10676"/>
                    <a:pt x="21600" y="21356"/>
                  </a:cubicBezTo>
                  <a:lnTo>
                    <a:pt x="0" y="21356"/>
                  </a:lnTo>
                  <a:lnTo>
                    <a:pt x="3237" y="-1"/>
                  </a:lnTo>
                  <a:close/>
                </a:path>
              </a:pathLst>
            </a:custGeom>
            <a:noFill/>
            <a:ln w="9525">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defTabSz="1054842" latinLnBrk="1">
                <a:lnSpc>
                  <a:spcPct val="120000"/>
                </a:lnSpc>
                <a:spcBef>
                  <a:spcPts val="0"/>
                </a:spcBef>
                <a:spcAft>
                  <a:spcPts val="0"/>
                </a:spcAft>
                <a:defRPr/>
              </a:pPr>
              <a:endParaRPr kumimoji="1" lang="zh-CN" altLang="en-US" sz="900" kern="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Freeform 673"/>
            <p:cNvSpPr>
              <a:spLocks noEditPoints="1"/>
            </p:cNvSpPr>
            <p:nvPr/>
          </p:nvSpPr>
          <p:spPr bwMode="auto">
            <a:xfrm rot="21275257">
              <a:off x="4204278" y="1579484"/>
              <a:ext cx="2628900" cy="2630487"/>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chemeClr val="accent2"/>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algn="just" fontAlgn="base" latinLnBrk="1">
                <a:lnSpc>
                  <a:spcPct val="120000"/>
                </a:lnSpc>
                <a:spcBef>
                  <a:spcPts val="0"/>
                </a:spcBef>
                <a:spcAft>
                  <a:spcPts val="0"/>
                </a:spcAft>
              </a:pPr>
              <a:endParaRPr kumimoji="1" lang="zh-CN" altLang="en-US" sz="9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Freeform 675"/>
            <p:cNvSpPr>
              <a:spLocks noEditPoints="1"/>
            </p:cNvSpPr>
            <p:nvPr/>
          </p:nvSpPr>
          <p:spPr bwMode="auto">
            <a:xfrm rot="21275257">
              <a:off x="940378" y="1649334"/>
              <a:ext cx="3429000" cy="3429000"/>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chemeClr val="accent1">
                <a:alpha val="79999"/>
              </a:scheme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algn="just" fontAlgn="base" latinLnBrk="1">
                <a:lnSpc>
                  <a:spcPct val="120000"/>
                </a:lnSpc>
                <a:spcBef>
                  <a:spcPts val="0"/>
                </a:spcBef>
                <a:spcAft>
                  <a:spcPts val="0"/>
                </a:spcAft>
              </a:pPr>
              <a:endParaRPr kumimoji="1" lang="zh-CN" altLang="en-US" sz="9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Oval 676"/>
            <p:cNvSpPr>
              <a:spLocks noChangeArrowheads="1"/>
            </p:cNvSpPr>
            <p:nvPr/>
          </p:nvSpPr>
          <p:spPr bwMode="auto">
            <a:xfrm rot="21275257">
              <a:off x="1307091" y="2016046"/>
              <a:ext cx="2695575" cy="2693988"/>
            </a:xfrm>
            <a:prstGeom prst="ellipse">
              <a:avLst/>
            </a:prstGeom>
            <a:solidFill>
              <a:schemeClr val="accent1"/>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algn="just" fontAlgn="base" latinLnBrk="1">
                <a:lnSpc>
                  <a:spcPct val="120000"/>
                </a:lnSpc>
                <a:spcBef>
                  <a:spcPts val="0"/>
                </a:spcBef>
                <a:spcAft>
                  <a:spcPts val="0"/>
                </a:spcAft>
              </a:pPr>
              <a:endParaRPr kumimoji="1" lang="ko-KR" altLang="en-US" sz="900">
                <a:solidFill>
                  <a:schemeClr val="bg1">
                    <a:lumMod val="65000"/>
                  </a:schemeClr>
                </a:solidFill>
                <a:latin typeface="Arial" panose="020B0604020202020204" pitchFamily="34" charset="0"/>
                <a:ea typeface="+mn-ea"/>
                <a:cs typeface="+mn-ea"/>
                <a:sym typeface="Arial" panose="020B0604020202020204" pitchFamily="34" charset="0"/>
              </a:endParaRPr>
            </a:p>
          </p:txBody>
        </p:sp>
        <p:sp>
          <p:nvSpPr>
            <p:cNvPr id="10" name="Oval 677"/>
            <p:cNvSpPr>
              <a:spLocks noChangeArrowheads="1"/>
            </p:cNvSpPr>
            <p:nvPr/>
          </p:nvSpPr>
          <p:spPr bwMode="auto">
            <a:xfrm rot="21275257">
              <a:off x="4617028" y="1993821"/>
              <a:ext cx="1801813" cy="1801813"/>
            </a:xfrm>
            <a:prstGeom prst="ellipse">
              <a:avLst/>
            </a:prstGeom>
            <a:solidFill>
              <a:schemeClr val="accent2"/>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algn="just" fontAlgn="base" latinLnBrk="1">
                <a:lnSpc>
                  <a:spcPct val="120000"/>
                </a:lnSpc>
                <a:spcBef>
                  <a:spcPts val="0"/>
                </a:spcBef>
                <a:spcAft>
                  <a:spcPts val="0"/>
                </a:spcAft>
              </a:pPr>
              <a:endParaRPr kumimoji="1" lang="ko-KR" altLang="en-US" sz="900" dirty="0">
                <a:solidFill>
                  <a:schemeClr val="bg1">
                    <a:lumMod val="65000"/>
                  </a:schemeClr>
                </a:solidFill>
                <a:latin typeface="Arial" panose="020B0604020202020204" pitchFamily="34" charset="0"/>
                <a:ea typeface="+mn-ea"/>
                <a:cs typeface="+mn-ea"/>
                <a:sym typeface="Arial" panose="020B0604020202020204" pitchFamily="34" charset="0"/>
              </a:endParaRPr>
            </a:p>
          </p:txBody>
        </p:sp>
        <p:sp>
          <p:nvSpPr>
            <p:cNvPr id="11" name="Freeform 679"/>
            <p:cNvSpPr>
              <a:spLocks noEditPoints="1"/>
            </p:cNvSpPr>
            <p:nvPr/>
          </p:nvSpPr>
          <p:spPr bwMode="auto">
            <a:xfrm rot="21275257">
              <a:off x="5693353" y="3676571"/>
              <a:ext cx="2303463" cy="2305050"/>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chemeClr val="accent3"/>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algn="just" fontAlgn="base" latinLnBrk="1">
                <a:lnSpc>
                  <a:spcPct val="120000"/>
                </a:lnSpc>
                <a:spcBef>
                  <a:spcPts val="0"/>
                </a:spcBef>
                <a:spcAft>
                  <a:spcPts val="0"/>
                </a:spcAft>
              </a:pPr>
              <a:endParaRPr kumimoji="1" lang="zh-CN" altLang="en-US" sz="9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Oval 680"/>
            <p:cNvSpPr>
              <a:spLocks noChangeArrowheads="1"/>
            </p:cNvSpPr>
            <p:nvPr/>
          </p:nvSpPr>
          <p:spPr bwMode="auto">
            <a:xfrm rot="21275257">
              <a:off x="6055303" y="4040109"/>
              <a:ext cx="1577975" cy="1577975"/>
            </a:xfrm>
            <a:prstGeom prst="ellipse">
              <a:avLst/>
            </a:prstGeom>
            <a:solidFill>
              <a:schemeClr val="accent3"/>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algn="just" fontAlgn="base" latinLnBrk="1">
                <a:lnSpc>
                  <a:spcPct val="120000"/>
                </a:lnSpc>
                <a:spcBef>
                  <a:spcPts val="0"/>
                </a:spcBef>
                <a:spcAft>
                  <a:spcPts val="0"/>
                </a:spcAft>
              </a:pPr>
              <a:endParaRPr kumimoji="1" lang="ko-KR" altLang="en-US" sz="900">
                <a:solidFill>
                  <a:schemeClr val="bg1">
                    <a:lumMod val="65000"/>
                  </a:schemeClr>
                </a:solidFill>
                <a:latin typeface="Arial" panose="020B0604020202020204" pitchFamily="34" charset="0"/>
                <a:ea typeface="+mn-ea"/>
                <a:cs typeface="+mn-ea"/>
                <a:sym typeface="Arial" panose="020B0604020202020204" pitchFamily="34" charset="0"/>
              </a:endParaRPr>
            </a:p>
          </p:txBody>
        </p:sp>
        <p:sp>
          <p:nvSpPr>
            <p:cNvPr id="13" name="Arc 681"/>
            <p:cNvSpPr>
              <a:spLocks/>
            </p:cNvSpPr>
            <p:nvPr/>
          </p:nvSpPr>
          <p:spPr bwMode="auto">
            <a:xfrm rot="7501686">
              <a:off x="4141572" y="3609103"/>
              <a:ext cx="1906587" cy="1549400"/>
            </a:xfrm>
            <a:custGeom>
              <a:avLst/>
              <a:gdLst>
                <a:gd name="T0" fmla="*/ 2147483647 w 21600"/>
                <a:gd name="T1" fmla="*/ 0 h 15695"/>
                <a:gd name="T2" fmla="*/ 2147483647 w 21600"/>
                <a:gd name="T3" fmla="*/ 2147483647 h 15695"/>
                <a:gd name="T4" fmla="*/ 0 w 21600"/>
                <a:gd name="T5" fmla="*/ 2147483647 h 15695"/>
                <a:gd name="T6" fmla="*/ 0 60000 65536"/>
                <a:gd name="T7" fmla="*/ 0 60000 65536"/>
                <a:gd name="T8" fmla="*/ 0 60000 65536"/>
                <a:gd name="T9" fmla="*/ 0 w 21600"/>
                <a:gd name="T10" fmla="*/ 0 h 15695"/>
                <a:gd name="T11" fmla="*/ 21600 w 21600"/>
                <a:gd name="T12" fmla="*/ 15695 h 15695"/>
              </a:gdLst>
              <a:ahLst/>
              <a:cxnLst>
                <a:cxn ang="T6">
                  <a:pos x="T0" y="T1"/>
                </a:cxn>
                <a:cxn ang="T7">
                  <a:pos x="T2" y="T3"/>
                </a:cxn>
                <a:cxn ang="T8">
                  <a:pos x="T4" y="T5"/>
                </a:cxn>
              </a:cxnLst>
              <a:rect l="T9" t="T10" r="T11" b="T12"/>
              <a:pathLst>
                <a:path w="21600" h="15695" fill="none" extrusionOk="0">
                  <a:moveTo>
                    <a:pt x="14840" y="-1"/>
                  </a:moveTo>
                  <a:cubicBezTo>
                    <a:pt x="19155" y="4079"/>
                    <a:pt x="21600" y="9756"/>
                    <a:pt x="21600" y="15695"/>
                  </a:cubicBezTo>
                </a:path>
                <a:path w="21600" h="15695" stroke="0" extrusionOk="0">
                  <a:moveTo>
                    <a:pt x="14840" y="-1"/>
                  </a:moveTo>
                  <a:cubicBezTo>
                    <a:pt x="19155" y="4079"/>
                    <a:pt x="21600" y="9756"/>
                    <a:pt x="21600" y="15695"/>
                  </a:cubicBezTo>
                  <a:lnTo>
                    <a:pt x="0" y="15695"/>
                  </a:lnTo>
                  <a:lnTo>
                    <a:pt x="14840" y="-1"/>
                  </a:lnTo>
                  <a:close/>
                </a:path>
              </a:pathLst>
            </a:custGeom>
            <a:noFill/>
            <a:ln w="9525">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defTabSz="1054842" latinLnBrk="1">
                <a:lnSpc>
                  <a:spcPct val="120000"/>
                </a:lnSpc>
                <a:spcBef>
                  <a:spcPts val="0"/>
                </a:spcBef>
                <a:spcAft>
                  <a:spcPts val="0"/>
                </a:spcAft>
                <a:defRPr/>
              </a:pPr>
              <a:endParaRPr kumimoji="1" lang="zh-CN" altLang="en-US" sz="900" kern="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Arc 683"/>
            <p:cNvSpPr>
              <a:spLocks/>
            </p:cNvSpPr>
            <p:nvPr/>
          </p:nvSpPr>
          <p:spPr bwMode="auto">
            <a:xfrm rot="256945">
              <a:off x="7018916" y="2744709"/>
              <a:ext cx="620712" cy="898525"/>
            </a:xfrm>
            <a:custGeom>
              <a:avLst/>
              <a:gdLst>
                <a:gd name="T0" fmla="*/ 2147483647 w 21600"/>
                <a:gd name="T1" fmla="*/ 0 h 31203"/>
                <a:gd name="T2" fmla="*/ 2147483647 w 21600"/>
                <a:gd name="T3" fmla="*/ 2147483647 h 31203"/>
                <a:gd name="T4" fmla="*/ 0 w 21600"/>
                <a:gd name="T5" fmla="*/ 2147483647 h 31203"/>
                <a:gd name="T6" fmla="*/ 0 60000 65536"/>
                <a:gd name="T7" fmla="*/ 0 60000 65536"/>
                <a:gd name="T8" fmla="*/ 0 60000 65536"/>
                <a:gd name="T9" fmla="*/ 0 w 21600"/>
                <a:gd name="T10" fmla="*/ 0 h 31203"/>
                <a:gd name="T11" fmla="*/ 21600 w 21600"/>
                <a:gd name="T12" fmla="*/ 31203 h 31203"/>
              </a:gdLst>
              <a:ahLst/>
              <a:cxnLst>
                <a:cxn ang="T6">
                  <a:pos x="T0" y="T1"/>
                </a:cxn>
                <a:cxn ang="T7">
                  <a:pos x="T2" y="T3"/>
                </a:cxn>
                <a:cxn ang="T8">
                  <a:pos x="T4" y="T5"/>
                </a:cxn>
              </a:cxnLst>
              <a:rect l="T9" t="T10" r="T11" b="T12"/>
              <a:pathLst>
                <a:path w="21600" h="31203" fill="none" extrusionOk="0">
                  <a:moveTo>
                    <a:pt x="3237" y="-1"/>
                  </a:moveTo>
                  <a:cubicBezTo>
                    <a:pt x="13795" y="1600"/>
                    <a:pt x="21600" y="10676"/>
                    <a:pt x="21600" y="21356"/>
                  </a:cubicBezTo>
                  <a:cubicBezTo>
                    <a:pt x="21600" y="24780"/>
                    <a:pt x="20785" y="28155"/>
                    <a:pt x="19224" y="31202"/>
                  </a:cubicBezTo>
                </a:path>
                <a:path w="21600" h="31203" stroke="0" extrusionOk="0">
                  <a:moveTo>
                    <a:pt x="3237" y="-1"/>
                  </a:moveTo>
                  <a:cubicBezTo>
                    <a:pt x="13795" y="1600"/>
                    <a:pt x="21600" y="10676"/>
                    <a:pt x="21600" y="21356"/>
                  </a:cubicBezTo>
                  <a:cubicBezTo>
                    <a:pt x="21600" y="24780"/>
                    <a:pt x="20785" y="28155"/>
                    <a:pt x="19224" y="31202"/>
                  </a:cubicBezTo>
                  <a:lnTo>
                    <a:pt x="0" y="21356"/>
                  </a:lnTo>
                  <a:lnTo>
                    <a:pt x="3237" y="-1"/>
                  </a:lnTo>
                  <a:close/>
                </a:path>
              </a:pathLst>
            </a:custGeom>
            <a:noFill/>
            <a:ln w="9525">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algn="just" defTabSz="1054842" latinLnBrk="1">
                <a:lnSpc>
                  <a:spcPct val="120000"/>
                </a:lnSpc>
                <a:spcBef>
                  <a:spcPts val="0"/>
                </a:spcBef>
                <a:spcAft>
                  <a:spcPts val="0"/>
                </a:spcAft>
                <a:defRPr/>
              </a:pPr>
              <a:endParaRPr kumimoji="1" lang="zh-CN" altLang="en-US" sz="900" kern="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5" name="Content Placeholder 2"/>
          <p:cNvSpPr txBox="1">
            <a:spLocks/>
          </p:cNvSpPr>
          <p:nvPr/>
        </p:nvSpPr>
        <p:spPr>
          <a:xfrm>
            <a:off x="9044131" y="2350980"/>
            <a:ext cx="990934" cy="512897"/>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20000"/>
              </a:lnSpc>
              <a:spcBef>
                <a:spcPts val="0"/>
              </a:spcBef>
              <a:spcAft>
                <a:spcPts val="0"/>
              </a:spcAft>
              <a:buNone/>
            </a:pPr>
            <a:r>
              <a:rPr lang="zh-CN" altLang="en-US">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dirty="0">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Content Placeholder 2"/>
          <p:cNvSpPr txBox="1">
            <a:spLocks/>
          </p:cNvSpPr>
          <p:nvPr/>
        </p:nvSpPr>
        <p:spPr>
          <a:xfrm>
            <a:off x="8691733" y="5777998"/>
            <a:ext cx="990934" cy="512897"/>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20000"/>
              </a:lnSpc>
              <a:spcBef>
                <a:spcPts val="0"/>
              </a:spcBef>
              <a:spcAft>
                <a:spcPts val="0"/>
              </a:spcAft>
              <a:buNone/>
            </a:pPr>
            <a:r>
              <a:rPr lang="zh-CN" altLang="en-US">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dirty="0">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Content Placeholder 2"/>
          <p:cNvSpPr txBox="1">
            <a:spLocks/>
          </p:cNvSpPr>
          <p:nvPr/>
        </p:nvSpPr>
        <p:spPr>
          <a:xfrm>
            <a:off x="5884612" y="4120478"/>
            <a:ext cx="990934" cy="512897"/>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20000"/>
              </a:lnSpc>
              <a:spcBef>
                <a:spcPts val="0"/>
              </a:spcBef>
              <a:spcAft>
                <a:spcPts val="0"/>
              </a:spcAft>
              <a:buNone/>
            </a:pPr>
            <a:r>
              <a:rPr lang="zh-CN" altLang="en-US">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dirty="0">
              <a:solidFill>
                <a:schemeClr val="bg1">
                  <a:lumMod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8" name="Group 17"/>
          <p:cNvGrpSpPr/>
          <p:nvPr/>
        </p:nvGrpSpPr>
        <p:grpSpPr>
          <a:xfrm>
            <a:off x="7281977" y="5411695"/>
            <a:ext cx="436704" cy="436704"/>
            <a:chOff x="5607370" y="3562829"/>
            <a:chExt cx="587140" cy="587140"/>
          </a:xfrm>
          <a:solidFill>
            <a:schemeClr val="bg1"/>
          </a:solidFill>
        </p:grpSpPr>
        <p:sp>
          <p:nvSpPr>
            <p:cNvPr id="1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23"/>
            <p:cNvSpPr>
              <a:spLocks noEditPoints="1"/>
            </p:cNvSpPr>
            <p:nvPr/>
          </p:nvSpPr>
          <p:spPr bwMode="auto">
            <a:xfrm>
              <a:off x="5607370" y="3562829"/>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 name="Group 20"/>
          <p:cNvGrpSpPr/>
          <p:nvPr/>
        </p:nvGrpSpPr>
        <p:grpSpPr>
          <a:xfrm>
            <a:off x="7279899" y="2314089"/>
            <a:ext cx="627243" cy="627243"/>
            <a:chOff x="6665323" y="3562825"/>
            <a:chExt cx="587140" cy="587140"/>
          </a:xfrm>
          <a:solidFill>
            <a:schemeClr val="bg1"/>
          </a:solidFill>
        </p:grpSpPr>
        <p:sp>
          <p:nvSpPr>
            <p:cNvPr id="22"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4" name="Group 23"/>
          <p:cNvGrpSpPr/>
          <p:nvPr/>
        </p:nvGrpSpPr>
        <p:grpSpPr>
          <a:xfrm>
            <a:off x="8228261" y="4171444"/>
            <a:ext cx="436704" cy="436704"/>
            <a:chOff x="7740352" y="3562825"/>
            <a:chExt cx="587140" cy="587140"/>
          </a:xfrm>
          <a:solidFill>
            <a:schemeClr val="bg1"/>
          </a:solidFill>
        </p:grpSpPr>
        <p:sp>
          <p:nvSpPr>
            <p:cNvPr id="25" name="Freeform 24"/>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noFill/>
            </a:ln>
          </p:spPr>
          <p:txBody>
            <a:bodyPr vert="horz" wrap="square" lIns="105484" tIns="52741" rIns="105484" bIns="52741" numCol="1" anchor="t" anchorCtr="0" compatLnSpc="1">
              <a:prstTxWarp prst="textNoShape">
                <a:avLst/>
              </a:prstTxWarp>
            </a:bodyPr>
            <a:lstStyle/>
            <a:p>
              <a:pPr algn="just">
                <a:lnSpc>
                  <a:spcPct val="120000"/>
                </a:lnSpc>
                <a:spcBef>
                  <a:spcPts val="0"/>
                </a:spcBef>
                <a:spcAft>
                  <a:spcPts val="0"/>
                </a:spcAft>
              </a:pPr>
              <a:endParaRPr lang="en-US" sz="9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7" name="Content Placeholder 2"/>
          <p:cNvSpPr txBox="1">
            <a:spLocks/>
          </p:cNvSpPr>
          <p:nvPr/>
        </p:nvSpPr>
        <p:spPr>
          <a:xfrm>
            <a:off x="2679991" y="2177834"/>
            <a:ext cx="2980510" cy="538704"/>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spcBef>
                <a:spcPts val="0"/>
              </a:spcBef>
              <a:spcAft>
                <a:spcPts val="0"/>
              </a:spcAft>
              <a:buNone/>
              <a:defRPr/>
            </a:pPr>
            <a:r>
              <a:rPr lang="en-US" altLang="zh-CN" sz="800" dirty="0">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Content Placeholder 2"/>
          <p:cNvSpPr txBox="1">
            <a:spLocks/>
          </p:cNvSpPr>
          <p:nvPr/>
        </p:nvSpPr>
        <p:spPr>
          <a:xfrm>
            <a:off x="2679988" y="3337794"/>
            <a:ext cx="2980511" cy="538704"/>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spcBef>
                <a:spcPts val="0"/>
              </a:spcBef>
              <a:spcAft>
                <a:spcPts val="0"/>
              </a:spcAft>
              <a:buNone/>
              <a:defRPr/>
            </a:pPr>
            <a:r>
              <a:rPr lang="en-US" altLang="zh-CN" sz="800" dirty="0">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Content Placeholder 2"/>
          <p:cNvSpPr txBox="1">
            <a:spLocks/>
          </p:cNvSpPr>
          <p:nvPr/>
        </p:nvSpPr>
        <p:spPr>
          <a:xfrm>
            <a:off x="2679991" y="4497754"/>
            <a:ext cx="2980510" cy="538704"/>
          </a:xfrm>
          <a:prstGeom prst="rect">
            <a:avLst/>
          </a:prstGeom>
        </p:spPr>
        <p:txBody>
          <a:bodyPr vert="horz" lIns="105484" tIns="52741" rIns="105484" bIns="5274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spcBef>
                <a:spcPts val="0"/>
              </a:spcBef>
              <a:spcAft>
                <a:spcPts val="0"/>
              </a:spcAft>
              <a:buNone/>
              <a:defRPr/>
            </a:pPr>
            <a:r>
              <a:rPr lang="en-US" altLang="zh-CN" sz="800" dirty="0">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TextBox 29"/>
          <p:cNvSpPr txBox="1"/>
          <p:nvPr/>
        </p:nvSpPr>
        <p:spPr>
          <a:xfrm>
            <a:off x="2709422" y="5657712"/>
            <a:ext cx="3014825" cy="370870"/>
          </a:xfrm>
          <a:prstGeom prst="rect">
            <a:avLst/>
          </a:prstGeom>
          <a:noFill/>
        </p:spPr>
        <p:txBody>
          <a:bodyPr wrap="square" rIns="166115" bIns="41528" numCol="1" spcCol="360000">
            <a:spAutoFit/>
          </a:bodyPr>
          <a:lstStyle/>
          <a:p>
            <a:pPr marL="0" indent="0" algn="just">
              <a:lnSpc>
                <a:spcPct val="120000"/>
              </a:lnSpc>
              <a:spcBef>
                <a:spcPts val="0"/>
              </a:spcBef>
              <a:spcAft>
                <a:spcPts val="0"/>
              </a:spcAft>
              <a:buNone/>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2"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062368331"/>
      </p:ext>
    </p:extLst>
  </p:cSld>
  <p:clrMapOvr>
    <a:masterClrMapping/>
  </p:clrMapOvr>
  <mc:AlternateContent xmlns:mc="http://schemas.openxmlformats.org/markup-compatibility/2006" xmlns:p14="http://schemas.microsoft.com/office/powerpoint/2010/main">
    <mc:Choice Requires="p14">
      <p:transition spd="slow" p14:dur="2000" advTm="0">
        <p14:ferris dir="l"/>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2400" fill="hold"/>
                                        <p:tgtEl>
                                          <p:spTgt spid="5"/>
                                        </p:tgtEl>
                                        <p:attrNameLst>
                                          <p:attrName>ppt_w</p:attrName>
                                        </p:attrNameLst>
                                      </p:cBhvr>
                                      <p:tavLst>
                                        <p:tav tm="0">
                                          <p:val>
                                            <p:fltVal val="0"/>
                                          </p:val>
                                        </p:tav>
                                        <p:tav tm="100000">
                                          <p:val>
                                            <p:strVal val="#ppt_w"/>
                                          </p:val>
                                        </p:tav>
                                      </p:tavLst>
                                    </p:anim>
                                    <p:anim calcmode="lin" valueType="num">
                                      <p:cBhvr>
                                        <p:cTn id="8" dur="2400" fill="hold"/>
                                        <p:tgtEl>
                                          <p:spTgt spid="5"/>
                                        </p:tgtEl>
                                        <p:attrNameLst>
                                          <p:attrName>ppt_h</p:attrName>
                                        </p:attrNameLst>
                                      </p:cBhvr>
                                      <p:tavLst>
                                        <p:tav tm="0">
                                          <p:val>
                                            <p:fltVal val="0"/>
                                          </p:val>
                                        </p:tav>
                                        <p:tav tm="100000">
                                          <p:val>
                                            <p:strVal val="#ppt_h"/>
                                          </p:val>
                                        </p:tav>
                                      </p:tavLst>
                                    </p:anim>
                                    <p:anim calcmode="lin" valueType="num">
                                      <p:cBhvr>
                                        <p:cTn id="9" dur="2400" fill="hold"/>
                                        <p:tgtEl>
                                          <p:spTgt spid="5"/>
                                        </p:tgtEl>
                                        <p:attrNameLst>
                                          <p:attrName>style.rotation</p:attrName>
                                        </p:attrNameLst>
                                      </p:cBhvr>
                                      <p:tavLst>
                                        <p:tav tm="0">
                                          <p:val>
                                            <p:fltVal val="90"/>
                                          </p:val>
                                        </p:tav>
                                        <p:tav tm="100000">
                                          <p:val>
                                            <p:fltVal val="0"/>
                                          </p:val>
                                        </p:tav>
                                      </p:tavLst>
                                    </p:anim>
                                    <p:animEffect transition="in" filter="fade">
                                      <p:cBhvr>
                                        <p:cTn id="10" dur="2400"/>
                                        <p:tgtEl>
                                          <p:spTgt spid="5"/>
                                        </p:tgtEl>
                                      </p:cBhvr>
                                    </p:animEffect>
                                  </p:childTnLst>
                                </p:cTn>
                              </p:par>
                              <p:par>
                                <p:cTn id="11" presetID="53" presetClass="entr" presetSubtype="16" fill="hold" nodeType="withEffect">
                                  <p:stCondLst>
                                    <p:cond delay="25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Effect transition="in" filter="fade">
                                      <p:cBhvr>
                                        <p:cTn id="15" dur="500"/>
                                        <p:tgtEl>
                                          <p:spTgt spid="21"/>
                                        </p:tgtEl>
                                      </p:cBhvr>
                                    </p:animEffect>
                                  </p:childTnLst>
                                </p:cTn>
                              </p:par>
                              <p:par>
                                <p:cTn id="16" presetID="53" presetClass="entr" presetSubtype="16" fill="hold" nodeType="withEffect">
                                  <p:stCondLst>
                                    <p:cond delay="3000"/>
                                  </p:stCondLst>
                                  <p:childTnLst>
                                    <p:set>
                                      <p:cBhvr>
                                        <p:cTn id="17" dur="1" fill="hold">
                                          <p:stCondLst>
                                            <p:cond delay="0"/>
                                          </p:stCondLst>
                                        </p:cTn>
                                        <p:tgtEl>
                                          <p:spTgt spid="24"/>
                                        </p:tgtEl>
                                        <p:attrNameLst>
                                          <p:attrName>style.visibility</p:attrName>
                                        </p:attrNameLst>
                                      </p:cBhvr>
                                      <p:to>
                                        <p:strVal val="visible"/>
                                      </p:to>
                                    </p:set>
                                    <p:anim calcmode="lin" valueType="num">
                                      <p:cBhvr>
                                        <p:cTn id="18" dur="500" fill="hold"/>
                                        <p:tgtEl>
                                          <p:spTgt spid="24"/>
                                        </p:tgtEl>
                                        <p:attrNameLst>
                                          <p:attrName>ppt_w</p:attrName>
                                        </p:attrNameLst>
                                      </p:cBhvr>
                                      <p:tavLst>
                                        <p:tav tm="0">
                                          <p:val>
                                            <p:fltVal val="0"/>
                                          </p:val>
                                        </p:tav>
                                        <p:tav tm="100000">
                                          <p:val>
                                            <p:strVal val="#ppt_w"/>
                                          </p:val>
                                        </p:tav>
                                      </p:tavLst>
                                    </p:anim>
                                    <p:anim calcmode="lin" valueType="num">
                                      <p:cBhvr>
                                        <p:cTn id="19" dur="500" fill="hold"/>
                                        <p:tgtEl>
                                          <p:spTgt spid="24"/>
                                        </p:tgtEl>
                                        <p:attrNameLst>
                                          <p:attrName>ppt_h</p:attrName>
                                        </p:attrNameLst>
                                      </p:cBhvr>
                                      <p:tavLst>
                                        <p:tav tm="0">
                                          <p:val>
                                            <p:fltVal val="0"/>
                                          </p:val>
                                        </p:tav>
                                        <p:tav tm="100000">
                                          <p:val>
                                            <p:strVal val="#ppt_h"/>
                                          </p:val>
                                        </p:tav>
                                      </p:tavLst>
                                    </p:anim>
                                    <p:animEffect transition="in" filter="fade">
                                      <p:cBhvr>
                                        <p:cTn id="20" dur="500"/>
                                        <p:tgtEl>
                                          <p:spTgt spid="24"/>
                                        </p:tgtEl>
                                      </p:cBhvr>
                                    </p:animEffect>
                                  </p:childTnLst>
                                </p:cTn>
                              </p:par>
                              <p:par>
                                <p:cTn id="21" presetID="53" presetClass="entr" presetSubtype="16" fill="hold" nodeType="withEffect">
                                  <p:stCondLst>
                                    <p:cond delay="3500"/>
                                  </p:stCondLst>
                                  <p:childTnLst>
                                    <p:set>
                                      <p:cBhvr>
                                        <p:cTn id="22" dur="1" fill="hold">
                                          <p:stCondLst>
                                            <p:cond delay="0"/>
                                          </p:stCondLst>
                                        </p:cTn>
                                        <p:tgtEl>
                                          <p:spTgt spid="18"/>
                                        </p:tgtEl>
                                        <p:attrNameLst>
                                          <p:attrName>style.visibility</p:attrName>
                                        </p:attrNameLst>
                                      </p:cBhvr>
                                      <p:to>
                                        <p:strVal val="visible"/>
                                      </p:to>
                                    </p:set>
                                    <p:anim calcmode="lin" valueType="num">
                                      <p:cBhvr>
                                        <p:cTn id="23" dur="500" fill="hold"/>
                                        <p:tgtEl>
                                          <p:spTgt spid="18"/>
                                        </p:tgtEl>
                                        <p:attrNameLst>
                                          <p:attrName>ppt_w</p:attrName>
                                        </p:attrNameLst>
                                      </p:cBhvr>
                                      <p:tavLst>
                                        <p:tav tm="0">
                                          <p:val>
                                            <p:fltVal val="0"/>
                                          </p:val>
                                        </p:tav>
                                        <p:tav tm="100000">
                                          <p:val>
                                            <p:strVal val="#ppt_w"/>
                                          </p:val>
                                        </p:tav>
                                      </p:tavLst>
                                    </p:anim>
                                    <p:anim calcmode="lin" valueType="num">
                                      <p:cBhvr>
                                        <p:cTn id="24" dur="500" fill="hold"/>
                                        <p:tgtEl>
                                          <p:spTgt spid="18"/>
                                        </p:tgtEl>
                                        <p:attrNameLst>
                                          <p:attrName>ppt_h</p:attrName>
                                        </p:attrNameLst>
                                      </p:cBhvr>
                                      <p:tavLst>
                                        <p:tav tm="0">
                                          <p:val>
                                            <p:fltVal val="0"/>
                                          </p:val>
                                        </p:tav>
                                        <p:tav tm="100000">
                                          <p:val>
                                            <p:strVal val="#ppt_h"/>
                                          </p:val>
                                        </p:tav>
                                      </p:tavLst>
                                    </p:anim>
                                    <p:animEffect transition="in" filter="fade">
                                      <p:cBhvr>
                                        <p:cTn id="25" dur="500"/>
                                        <p:tgtEl>
                                          <p:spTgt spid="18"/>
                                        </p:tgtEl>
                                      </p:cBhvr>
                                    </p:animEffect>
                                  </p:childTnLst>
                                </p:cTn>
                              </p:par>
                              <p:par>
                                <p:cTn id="26" presetID="22" presetClass="entr" presetSubtype="8" fill="hold" grpId="0" nodeType="withEffect">
                                  <p:stCondLst>
                                    <p:cond delay="4000"/>
                                  </p:stCondLst>
                                  <p:childTnLst>
                                    <p:set>
                                      <p:cBhvr>
                                        <p:cTn id="27" dur="1" fill="hold">
                                          <p:stCondLst>
                                            <p:cond delay="0"/>
                                          </p:stCondLst>
                                        </p:cTn>
                                        <p:tgtEl>
                                          <p:spTgt spid="17"/>
                                        </p:tgtEl>
                                        <p:attrNameLst>
                                          <p:attrName>style.visibility</p:attrName>
                                        </p:attrNameLst>
                                      </p:cBhvr>
                                      <p:to>
                                        <p:strVal val="visible"/>
                                      </p:to>
                                    </p:set>
                                    <p:animEffect transition="in" filter="wipe(left)">
                                      <p:cBhvr>
                                        <p:cTn id="28" dur="500"/>
                                        <p:tgtEl>
                                          <p:spTgt spid="17"/>
                                        </p:tgtEl>
                                      </p:cBhvr>
                                    </p:animEffect>
                                  </p:childTnLst>
                                </p:cTn>
                              </p:par>
                              <p:par>
                                <p:cTn id="29" presetID="22" presetClass="entr" presetSubtype="8" fill="hold" grpId="0" nodeType="withEffect">
                                  <p:stCondLst>
                                    <p:cond delay="4000"/>
                                  </p:stCondLst>
                                  <p:childTnLst>
                                    <p:set>
                                      <p:cBhvr>
                                        <p:cTn id="30" dur="1" fill="hold">
                                          <p:stCondLst>
                                            <p:cond delay="0"/>
                                          </p:stCondLst>
                                        </p:cTn>
                                        <p:tgtEl>
                                          <p:spTgt spid="15"/>
                                        </p:tgtEl>
                                        <p:attrNameLst>
                                          <p:attrName>style.visibility</p:attrName>
                                        </p:attrNameLst>
                                      </p:cBhvr>
                                      <p:to>
                                        <p:strVal val="visible"/>
                                      </p:to>
                                    </p:set>
                                    <p:animEffect transition="in" filter="wipe(left)">
                                      <p:cBhvr>
                                        <p:cTn id="31" dur="500"/>
                                        <p:tgtEl>
                                          <p:spTgt spid="15"/>
                                        </p:tgtEl>
                                      </p:cBhvr>
                                    </p:animEffect>
                                  </p:childTnLst>
                                </p:cTn>
                              </p:par>
                              <p:par>
                                <p:cTn id="32" presetID="22" presetClass="entr" presetSubtype="8" fill="hold" grpId="0" nodeType="withEffect">
                                  <p:stCondLst>
                                    <p:cond delay="4000"/>
                                  </p:stCondLst>
                                  <p:childTnLst>
                                    <p:set>
                                      <p:cBhvr>
                                        <p:cTn id="33" dur="1" fill="hold">
                                          <p:stCondLst>
                                            <p:cond delay="0"/>
                                          </p:stCondLst>
                                        </p:cTn>
                                        <p:tgtEl>
                                          <p:spTgt spid="16"/>
                                        </p:tgtEl>
                                        <p:attrNameLst>
                                          <p:attrName>style.visibility</p:attrName>
                                        </p:attrNameLst>
                                      </p:cBhvr>
                                      <p:to>
                                        <p:strVal val="visible"/>
                                      </p:to>
                                    </p:set>
                                    <p:animEffect transition="in" filter="wipe(left)">
                                      <p:cBhvr>
                                        <p:cTn id="34" dur="500"/>
                                        <p:tgtEl>
                                          <p:spTgt spid="16"/>
                                        </p:tgtEl>
                                      </p:cBhvr>
                                    </p:animEffect>
                                  </p:childTnLst>
                                </p:cTn>
                              </p:par>
                            </p:childTnLst>
                          </p:cTn>
                        </p:par>
                        <p:par>
                          <p:cTn id="35" fill="hold">
                            <p:stCondLst>
                              <p:cond delay="4500"/>
                            </p:stCondLst>
                            <p:childTnLst>
                              <p:par>
                                <p:cTn id="36" presetID="10"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par>
                          <p:cTn id="39" fill="hold">
                            <p:stCondLst>
                              <p:cond delay="5000"/>
                            </p:stCondLst>
                            <p:childTnLst>
                              <p:par>
                                <p:cTn id="40" presetID="10" presetClass="entr" presetSubtype="0" fill="hold" grpId="0" nodeType="after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par>
                          <p:cTn id="43" fill="hold">
                            <p:stCondLst>
                              <p:cond delay="5500"/>
                            </p:stCondLst>
                            <p:childTnLst>
                              <p:par>
                                <p:cTn id="44" presetID="10" presetClass="entr" presetSubtype="0" fill="hold" grpId="0" nodeType="after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2" presetClass="entr" presetSubtype="4" fill="hold" grpId="0" nodeType="withEffect">
                                  <p:stCondLst>
                                    <p:cond delay="50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500" fill="hold"/>
                                        <p:tgtEl>
                                          <p:spTgt spid="30"/>
                                        </p:tgtEl>
                                        <p:attrNameLst>
                                          <p:attrName>ppt_x</p:attrName>
                                        </p:attrNameLst>
                                      </p:cBhvr>
                                      <p:tavLst>
                                        <p:tav tm="0">
                                          <p:val>
                                            <p:strVal val="#ppt_x"/>
                                          </p:val>
                                        </p:tav>
                                        <p:tav tm="100000">
                                          <p:val>
                                            <p:strVal val="#ppt_x"/>
                                          </p:val>
                                        </p:tav>
                                      </p:tavLst>
                                    </p:anim>
                                    <p:anim calcmode="lin" valueType="num">
                                      <p:cBhvr additive="base">
                                        <p:cTn id="50"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27" grpId="0"/>
      <p:bldP spid="28" grpId="0"/>
      <p:bldP spid="29" grpId="0"/>
      <p:bldP spid="3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812800" y="1374769"/>
            <a:ext cx="5579623" cy="3069997"/>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5"/>
          <p:cNvSpPr/>
          <p:nvPr/>
        </p:nvSpPr>
        <p:spPr>
          <a:xfrm>
            <a:off x="812800" y="4511230"/>
            <a:ext cx="5579623" cy="12992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7" name="Rectangle 6"/>
          <p:cNvSpPr/>
          <p:nvPr/>
        </p:nvSpPr>
        <p:spPr>
          <a:xfrm>
            <a:off x="6471167" y="1374769"/>
            <a:ext cx="5574784" cy="3069997"/>
          </a:xfrm>
          <a:prstGeom prst="rect">
            <a:avLst/>
          </a:prstGeom>
          <a:blipFill dpi="0" rotWithShape="1">
            <a:blip r:embed="rId4"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8" name="Rectangle 7"/>
          <p:cNvSpPr/>
          <p:nvPr/>
        </p:nvSpPr>
        <p:spPr>
          <a:xfrm>
            <a:off x="6464973" y="4511227"/>
            <a:ext cx="5580588" cy="13038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14" name="TextBox 13"/>
          <p:cNvSpPr txBox="1"/>
          <p:nvPr/>
        </p:nvSpPr>
        <p:spPr>
          <a:xfrm>
            <a:off x="812800" y="5985566"/>
            <a:ext cx="11233149" cy="369332"/>
          </a:xfrm>
          <a:prstGeom prst="rect">
            <a:avLst/>
          </a:prstGeom>
          <a:noFill/>
        </p:spPr>
        <p:txBody>
          <a:bodyPr wrap="square" lIns="0" tIns="0" rIns="0" bIns="0" numCol="1" spcCol="360000">
            <a:spAutoFit/>
          </a:bodyPr>
          <a:lstStyle/>
          <a:p>
            <a:pPr algn="just">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9" name="TextBox 15"/>
          <p:cNvSpPr txBox="1"/>
          <p:nvPr/>
        </p:nvSpPr>
        <p:spPr>
          <a:xfrm>
            <a:off x="1130938" y="5063856"/>
            <a:ext cx="4896544" cy="553998"/>
          </a:xfrm>
          <a:prstGeom prst="rect">
            <a:avLst/>
          </a:prstGeom>
          <a:noFill/>
        </p:spPr>
        <p:txBody>
          <a:bodyPr wrap="square" lIns="0" tIns="0" rIns="0" bIns="0" rtlCol="0">
            <a:spAutoFit/>
          </a:bodyPr>
          <a:lstStyle/>
          <a:p>
            <a:pPr>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10" name="TextBox 16"/>
          <p:cNvSpPr txBox="1"/>
          <p:nvPr/>
        </p:nvSpPr>
        <p:spPr>
          <a:xfrm>
            <a:off x="1130938" y="4743125"/>
            <a:ext cx="1615827" cy="215444"/>
          </a:xfrm>
          <a:prstGeom prst="rect">
            <a:avLst/>
          </a:prstGeom>
          <a:noFill/>
        </p:spPr>
        <p:txBody>
          <a:bodyPr wrap="non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11" name="TextBox 15"/>
          <p:cNvSpPr txBox="1"/>
          <p:nvPr/>
        </p:nvSpPr>
        <p:spPr>
          <a:xfrm>
            <a:off x="6861423" y="5068779"/>
            <a:ext cx="4896544" cy="553998"/>
          </a:xfrm>
          <a:prstGeom prst="rect">
            <a:avLst/>
          </a:prstGeom>
          <a:noFill/>
        </p:spPr>
        <p:txBody>
          <a:bodyPr wrap="square" lIns="0" tIns="0" rIns="0" bIns="0" rtlCol="0">
            <a:spAutoFit/>
          </a:bodyPr>
          <a:lstStyle/>
          <a:p>
            <a:pPr>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12" name="TextBox 16"/>
          <p:cNvSpPr txBox="1"/>
          <p:nvPr/>
        </p:nvSpPr>
        <p:spPr>
          <a:xfrm>
            <a:off x="6861423" y="4748048"/>
            <a:ext cx="1615827" cy="215444"/>
          </a:xfrm>
          <a:prstGeom prst="rect">
            <a:avLst/>
          </a:prstGeom>
          <a:noFill/>
        </p:spPr>
        <p:txBody>
          <a:bodyPr wrap="none" lIns="0" tIns="0" rIns="0" bIns="0" rtlCol="0">
            <a:spAutoFit/>
          </a:bodyPr>
          <a:lstStyle/>
          <a:p>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p:txBody>
      </p:sp>
      <p:sp>
        <p:nvSpPr>
          <p:cNvPr id="13"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5"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616895645"/>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5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0-#ppt_w/2"/>
                                          </p:val>
                                        </p:tav>
                                        <p:tav tm="100000">
                                          <p:val>
                                            <p:strVal val="#ppt_x"/>
                                          </p:val>
                                        </p:tav>
                                      </p:tavLst>
                                    </p:anim>
                                    <p:anim calcmode="lin" valueType="num">
                                      <p:cBhvr additive="base">
                                        <p:cTn id="16" dur="5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5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0-#ppt_w/2"/>
                                          </p:val>
                                        </p:tav>
                                        <p:tav tm="100000">
                                          <p:val>
                                            <p:strVal val="#ppt_x"/>
                                          </p:val>
                                        </p:tav>
                                      </p:tavLst>
                                    </p:anim>
                                    <p:anim calcmode="lin" valueType="num">
                                      <p:cBhvr additive="base">
                                        <p:cTn id="20" dur="500" fill="hold"/>
                                        <p:tgtEl>
                                          <p:spTgt spid="8"/>
                                        </p:tgtEl>
                                        <p:attrNameLst>
                                          <p:attrName>ppt_y</p:attrName>
                                        </p:attrNameLst>
                                      </p:cBhvr>
                                      <p:tavLst>
                                        <p:tav tm="0">
                                          <p:val>
                                            <p:strVal val="#ppt_y"/>
                                          </p:val>
                                        </p:tav>
                                        <p:tav tm="100000">
                                          <p:val>
                                            <p:strVal val="#ppt_y"/>
                                          </p:val>
                                        </p:tav>
                                      </p:tavLst>
                                    </p:anim>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 calcmode="lin" valueType="num">
                                      <p:cBhvr additive="base">
                                        <p:cTn id="24" dur="1000" fill="hold"/>
                                        <p:tgtEl>
                                          <p:spTgt spid="14"/>
                                        </p:tgtEl>
                                        <p:attrNameLst>
                                          <p:attrName>ppt_x</p:attrName>
                                        </p:attrNameLst>
                                      </p:cBhvr>
                                      <p:tavLst>
                                        <p:tav tm="0">
                                          <p:val>
                                            <p:strVal val="#ppt_x"/>
                                          </p:val>
                                        </p:tav>
                                        <p:tav tm="100000">
                                          <p:val>
                                            <p:strVal val="#ppt_x"/>
                                          </p:val>
                                        </p:tav>
                                      </p:tavLst>
                                    </p:anim>
                                    <p:anim calcmode="lin" valueType="num">
                                      <p:cBhvr additive="base">
                                        <p:cTn id="25" dur="1000" fill="hold"/>
                                        <p:tgtEl>
                                          <p:spTgt spid="14"/>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17" presetClass="entr" presetSubtype="1" fill="hold" grpId="0" nodeType="afterEffect">
                                  <p:stCondLst>
                                    <p:cond delay="0"/>
                                  </p:stCondLst>
                                  <p:iterate type="lt">
                                    <p:tmPct val="40000"/>
                                  </p:iterate>
                                  <p:childTnLst>
                                    <p:set>
                                      <p:cBhvr>
                                        <p:cTn id="28" dur="1" fill="hold">
                                          <p:stCondLst>
                                            <p:cond delay="0"/>
                                          </p:stCondLst>
                                        </p:cTn>
                                        <p:tgtEl>
                                          <p:spTgt spid="10"/>
                                        </p:tgtEl>
                                        <p:attrNameLst>
                                          <p:attrName>style.visibility</p:attrName>
                                        </p:attrNameLst>
                                      </p:cBhvr>
                                      <p:to>
                                        <p:strVal val="visible"/>
                                      </p:to>
                                    </p:set>
                                    <p:anim calcmode="lin" valueType="num">
                                      <p:cBhvr>
                                        <p:cTn id="29" dur="250" fill="hold"/>
                                        <p:tgtEl>
                                          <p:spTgt spid="10"/>
                                        </p:tgtEl>
                                        <p:attrNameLst>
                                          <p:attrName>ppt_x</p:attrName>
                                        </p:attrNameLst>
                                      </p:cBhvr>
                                      <p:tavLst>
                                        <p:tav tm="0">
                                          <p:val>
                                            <p:strVal val="#ppt_x"/>
                                          </p:val>
                                        </p:tav>
                                        <p:tav tm="100000">
                                          <p:val>
                                            <p:strVal val="#ppt_x"/>
                                          </p:val>
                                        </p:tav>
                                      </p:tavLst>
                                    </p:anim>
                                    <p:anim calcmode="lin" valueType="num">
                                      <p:cBhvr>
                                        <p:cTn id="30" dur="250" fill="hold"/>
                                        <p:tgtEl>
                                          <p:spTgt spid="10"/>
                                        </p:tgtEl>
                                        <p:attrNameLst>
                                          <p:attrName>ppt_y</p:attrName>
                                        </p:attrNameLst>
                                      </p:cBhvr>
                                      <p:tavLst>
                                        <p:tav tm="0">
                                          <p:val>
                                            <p:strVal val="#ppt_y-#ppt_h/2"/>
                                          </p:val>
                                        </p:tav>
                                        <p:tav tm="100000">
                                          <p:val>
                                            <p:strVal val="#ppt_y"/>
                                          </p:val>
                                        </p:tav>
                                      </p:tavLst>
                                    </p:anim>
                                    <p:anim calcmode="lin" valueType="num">
                                      <p:cBhvr>
                                        <p:cTn id="31" dur="250" fill="hold"/>
                                        <p:tgtEl>
                                          <p:spTgt spid="10"/>
                                        </p:tgtEl>
                                        <p:attrNameLst>
                                          <p:attrName>ppt_w</p:attrName>
                                        </p:attrNameLst>
                                      </p:cBhvr>
                                      <p:tavLst>
                                        <p:tav tm="0">
                                          <p:val>
                                            <p:strVal val="#ppt_w"/>
                                          </p:val>
                                        </p:tav>
                                        <p:tav tm="100000">
                                          <p:val>
                                            <p:strVal val="#ppt_w"/>
                                          </p:val>
                                        </p:tav>
                                      </p:tavLst>
                                    </p:anim>
                                    <p:anim calcmode="lin" valueType="num">
                                      <p:cBhvr>
                                        <p:cTn id="32" dur="250" fill="hold"/>
                                        <p:tgtEl>
                                          <p:spTgt spid="10"/>
                                        </p:tgtEl>
                                        <p:attrNameLst>
                                          <p:attrName>ppt_h</p:attrName>
                                        </p:attrNameLst>
                                      </p:cBhvr>
                                      <p:tavLst>
                                        <p:tav tm="0">
                                          <p:val>
                                            <p:fltVal val="0"/>
                                          </p:val>
                                        </p:tav>
                                        <p:tav tm="100000">
                                          <p:val>
                                            <p:strVal val="#ppt_h"/>
                                          </p:val>
                                        </p:tav>
                                      </p:tavLst>
                                    </p:anim>
                                  </p:childTnLst>
                                </p:cTn>
                              </p:par>
                            </p:childTnLst>
                          </p:cTn>
                        </p:par>
                        <p:par>
                          <p:cTn id="33" fill="hold">
                            <p:stCondLst>
                              <p:cond delay="3050"/>
                            </p:stCondLst>
                            <p:childTnLst>
                              <p:par>
                                <p:cTn id="34" presetID="22" presetClass="entr" presetSubtype="8" fill="hold" grpId="0"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childTnLst>
                          </p:cTn>
                        </p:par>
                        <p:par>
                          <p:cTn id="37" fill="hold">
                            <p:stCondLst>
                              <p:cond delay="3550"/>
                            </p:stCondLst>
                            <p:childTnLst>
                              <p:par>
                                <p:cTn id="38" presetID="17" presetClass="entr" presetSubtype="1" fill="hold" grpId="0" nodeType="afterEffect">
                                  <p:stCondLst>
                                    <p:cond delay="0"/>
                                  </p:stCondLst>
                                  <p:iterate type="lt">
                                    <p:tmPct val="40000"/>
                                  </p:iterate>
                                  <p:childTnLst>
                                    <p:set>
                                      <p:cBhvr>
                                        <p:cTn id="39" dur="1" fill="hold">
                                          <p:stCondLst>
                                            <p:cond delay="0"/>
                                          </p:stCondLst>
                                        </p:cTn>
                                        <p:tgtEl>
                                          <p:spTgt spid="12"/>
                                        </p:tgtEl>
                                        <p:attrNameLst>
                                          <p:attrName>style.visibility</p:attrName>
                                        </p:attrNameLst>
                                      </p:cBhvr>
                                      <p:to>
                                        <p:strVal val="visible"/>
                                      </p:to>
                                    </p:set>
                                    <p:anim calcmode="lin" valueType="num">
                                      <p:cBhvr>
                                        <p:cTn id="40" dur="250" fill="hold"/>
                                        <p:tgtEl>
                                          <p:spTgt spid="12"/>
                                        </p:tgtEl>
                                        <p:attrNameLst>
                                          <p:attrName>ppt_x</p:attrName>
                                        </p:attrNameLst>
                                      </p:cBhvr>
                                      <p:tavLst>
                                        <p:tav tm="0">
                                          <p:val>
                                            <p:strVal val="#ppt_x"/>
                                          </p:val>
                                        </p:tav>
                                        <p:tav tm="100000">
                                          <p:val>
                                            <p:strVal val="#ppt_x"/>
                                          </p:val>
                                        </p:tav>
                                      </p:tavLst>
                                    </p:anim>
                                    <p:anim calcmode="lin" valueType="num">
                                      <p:cBhvr>
                                        <p:cTn id="41" dur="250" fill="hold"/>
                                        <p:tgtEl>
                                          <p:spTgt spid="12"/>
                                        </p:tgtEl>
                                        <p:attrNameLst>
                                          <p:attrName>ppt_y</p:attrName>
                                        </p:attrNameLst>
                                      </p:cBhvr>
                                      <p:tavLst>
                                        <p:tav tm="0">
                                          <p:val>
                                            <p:strVal val="#ppt_y-#ppt_h/2"/>
                                          </p:val>
                                        </p:tav>
                                        <p:tav tm="100000">
                                          <p:val>
                                            <p:strVal val="#ppt_y"/>
                                          </p:val>
                                        </p:tav>
                                      </p:tavLst>
                                    </p:anim>
                                    <p:anim calcmode="lin" valueType="num">
                                      <p:cBhvr>
                                        <p:cTn id="42" dur="250" fill="hold"/>
                                        <p:tgtEl>
                                          <p:spTgt spid="12"/>
                                        </p:tgtEl>
                                        <p:attrNameLst>
                                          <p:attrName>ppt_w</p:attrName>
                                        </p:attrNameLst>
                                      </p:cBhvr>
                                      <p:tavLst>
                                        <p:tav tm="0">
                                          <p:val>
                                            <p:strVal val="#ppt_w"/>
                                          </p:val>
                                        </p:tav>
                                        <p:tav tm="100000">
                                          <p:val>
                                            <p:strVal val="#ppt_w"/>
                                          </p:val>
                                        </p:tav>
                                      </p:tavLst>
                                    </p:anim>
                                    <p:anim calcmode="lin" valueType="num">
                                      <p:cBhvr>
                                        <p:cTn id="43" dur="250" fill="hold"/>
                                        <p:tgtEl>
                                          <p:spTgt spid="12"/>
                                        </p:tgtEl>
                                        <p:attrNameLst>
                                          <p:attrName>ppt_h</p:attrName>
                                        </p:attrNameLst>
                                      </p:cBhvr>
                                      <p:tavLst>
                                        <p:tav tm="0">
                                          <p:val>
                                            <p:fltVal val="0"/>
                                          </p:val>
                                        </p:tav>
                                        <p:tav tm="100000">
                                          <p:val>
                                            <p:strVal val="#ppt_h"/>
                                          </p:val>
                                        </p:tav>
                                      </p:tavLst>
                                    </p:anim>
                                  </p:childTnLst>
                                </p:cTn>
                              </p:par>
                            </p:childTnLst>
                          </p:cTn>
                        </p:par>
                        <p:par>
                          <p:cTn id="44" fill="hold">
                            <p:stCondLst>
                              <p:cond delay="4600"/>
                            </p:stCondLst>
                            <p:childTnLst>
                              <p:par>
                                <p:cTn id="45" presetID="22" presetClass="entr" presetSubtype="8" fill="hold" grpId="0" nodeType="after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wipe(left)">
                                      <p:cBhvr>
                                        <p:cTn id="4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4" grpId="0"/>
      <p:bldP spid="9" grpId="0"/>
      <p:bldP spid="10" grpId="0"/>
      <p:bldP spid="11" grpId="0"/>
      <p:bldP spid="1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161563" y="1636615"/>
            <a:ext cx="10601230" cy="4639424"/>
            <a:chOff x="1100786" y="1551735"/>
            <a:chExt cx="10052640" cy="4399344"/>
          </a:xfrm>
        </p:grpSpPr>
        <p:sp>
          <p:nvSpPr>
            <p:cNvPr id="22" name="Freeform 21"/>
            <p:cNvSpPr/>
            <p:nvPr/>
          </p:nvSpPr>
          <p:spPr>
            <a:xfrm rot="19805282">
              <a:off x="1456384" y="1551735"/>
              <a:ext cx="9350488" cy="4399344"/>
            </a:xfrm>
            <a:custGeom>
              <a:avLst/>
              <a:gdLst>
                <a:gd name="connsiteX0" fmla="*/ 9210674 w 9350488"/>
                <a:gd name="connsiteY0" fmla="*/ 3819266 h 4399344"/>
                <a:gd name="connsiteX1" fmla="*/ 9350488 w 9350488"/>
                <a:gd name="connsiteY1" fmla="*/ 4082226 h 4399344"/>
                <a:gd name="connsiteX2" fmla="*/ 9033370 w 9350488"/>
                <a:gd name="connsiteY2" fmla="*/ 4399344 h 4399344"/>
                <a:gd name="connsiteX3" fmla="*/ 6852320 w 9350488"/>
                <a:gd name="connsiteY3" fmla="*/ 4399344 h 4399344"/>
                <a:gd name="connsiteX4" fmla="*/ 6844759 w 9350488"/>
                <a:gd name="connsiteY4" fmla="*/ 4398581 h 4399344"/>
                <a:gd name="connsiteX5" fmla="*/ 6831730 w 9350488"/>
                <a:gd name="connsiteY5" fmla="*/ 4398964 h 4399344"/>
                <a:gd name="connsiteX6" fmla="*/ 6805150 w 9350488"/>
                <a:gd name="connsiteY6" fmla="*/ 4394589 h 4399344"/>
                <a:gd name="connsiteX7" fmla="*/ 6788410 w 9350488"/>
                <a:gd name="connsiteY7" fmla="*/ 4392901 h 4399344"/>
                <a:gd name="connsiteX8" fmla="*/ 6781081 w 9350488"/>
                <a:gd name="connsiteY8" fmla="*/ 4390626 h 4399344"/>
                <a:gd name="connsiteX9" fmla="*/ 6771692 w 9350488"/>
                <a:gd name="connsiteY9" fmla="*/ 4389080 h 4399344"/>
                <a:gd name="connsiteX10" fmla="*/ 6748678 w 9350488"/>
                <a:gd name="connsiteY10" fmla="*/ 4380567 h 4399344"/>
                <a:gd name="connsiteX11" fmla="*/ 6728884 w 9350488"/>
                <a:gd name="connsiteY11" fmla="*/ 4374423 h 4399344"/>
                <a:gd name="connsiteX12" fmla="*/ 6722076 w 9350488"/>
                <a:gd name="connsiteY12" fmla="*/ 4370728 h 4399344"/>
                <a:gd name="connsiteX13" fmla="*/ 6714626 w 9350488"/>
                <a:gd name="connsiteY13" fmla="*/ 4367972 h 4399344"/>
                <a:gd name="connsiteX14" fmla="*/ 6695104 w 9350488"/>
                <a:gd name="connsiteY14" fmla="*/ 4356088 h 4399344"/>
                <a:gd name="connsiteX15" fmla="*/ 6675017 w 9350488"/>
                <a:gd name="connsiteY15" fmla="*/ 4345185 h 4399344"/>
                <a:gd name="connsiteX16" fmla="*/ 6668890 w 9350488"/>
                <a:gd name="connsiteY16" fmla="*/ 4340130 h 4399344"/>
                <a:gd name="connsiteX17" fmla="*/ 6662274 w 9350488"/>
                <a:gd name="connsiteY17" fmla="*/ 4336102 h 4399344"/>
                <a:gd name="connsiteX18" fmla="*/ 6647012 w 9350488"/>
                <a:gd name="connsiteY18" fmla="*/ 4322079 h 4399344"/>
                <a:gd name="connsiteX19" fmla="*/ 6628085 w 9350488"/>
                <a:gd name="connsiteY19" fmla="*/ 4306462 h 4399344"/>
                <a:gd name="connsiteX20" fmla="*/ 6622029 w 9350488"/>
                <a:gd name="connsiteY20" fmla="*/ 4299122 h 4399344"/>
                <a:gd name="connsiteX21" fmla="*/ 6616378 w 9350488"/>
                <a:gd name="connsiteY21" fmla="*/ 4293931 h 4399344"/>
                <a:gd name="connsiteX22" fmla="*/ 6606505 w 9350488"/>
                <a:gd name="connsiteY22" fmla="*/ 4280307 h 4399344"/>
                <a:gd name="connsiteX23" fmla="*/ 6589361 w 9350488"/>
                <a:gd name="connsiteY23" fmla="*/ 4259529 h 4399344"/>
                <a:gd name="connsiteX24" fmla="*/ 6583143 w 9350488"/>
                <a:gd name="connsiteY24" fmla="*/ 4248073 h 4399344"/>
                <a:gd name="connsiteX25" fmla="*/ 6578683 w 9350488"/>
                <a:gd name="connsiteY25" fmla="*/ 4241920 h 4399344"/>
                <a:gd name="connsiteX26" fmla="*/ 5577164 w 9350488"/>
                <a:gd name="connsiteY26" fmla="*/ 2519482 h 4399344"/>
                <a:gd name="connsiteX27" fmla="*/ 3584720 w 9350488"/>
                <a:gd name="connsiteY27" fmla="*/ 2519482 h 4399344"/>
                <a:gd name="connsiteX28" fmla="*/ 3577151 w 9350488"/>
                <a:gd name="connsiteY28" fmla="*/ 2518719 h 4399344"/>
                <a:gd name="connsiteX29" fmla="*/ 3564128 w 9350488"/>
                <a:gd name="connsiteY29" fmla="*/ 2519102 h 4399344"/>
                <a:gd name="connsiteX30" fmla="*/ 3537559 w 9350488"/>
                <a:gd name="connsiteY30" fmla="*/ 2514728 h 4399344"/>
                <a:gd name="connsiteX31" fmla="*/ 3520810 w 9350488"/>
                <a:gd name="connsiteY31" fmla="*/ 2513039 h 4399344"/>
                <a:gd name="connsiteX32" fmla="*/ 3513476 w 9350488"/>
                <a:gd name="connsiteY32" fmla="*/ 2510763 h 4399344"/>
                <a:gd name="connsiteX33" fmla="*/ 3504091 w 9350488"/>
                <a:gd name="connsiteY33" fmla="*/ 2509217 h 4399344"/>
                <a:gd name="connsiteX34" fmla="*/ 3481082 w 9350488"/>
                <a:gd name="connsiteY34" fmla="*/ 2500707 h 4399344"/>
                <a:gd name="connsiteX35" fmla="*/ 3461284 w 9350488"/>
                <a:gd name="connsiteY35" fmla="*/ 2494561 h 4399344"/>
                <a:gd name="connsiteX36" fmla="*/ 3454474 w 9350488"/>
                <a:gd name="connsiteY36" fmla="*/ 2490865 h 4399344"/>
                <a:gd name="connsiteX37" fmla="*/ 3447024 w 9350488"/>
                <a:gd name="connsiteY37" fmla="*/ 2488109 h 4399344"/>
                <a:gd name="connsiteX38" fmla="*/ 3427503 w 9350488"/>
                <a:gd name="connsiteY38" fmla="*/ 2476226 h 4399344"/>
                <a:gd name="connsiteX39" fmla="*/ 3407416 w 9350488"/>
                <a:gd name="connsiteY39" fmla="*/ 2465323 h 4399344"/>
                <a:gd name="connsiteX40" fmla="*/ 3401290 w 9350488"/>
                <a:gd name="connsiteY40" fmla="*/ 2460268 h 4399344"/>
                <a:gd name="connsiteX41" fmla="*/ 3394672 w 9350488"/>
                <a:gd name="connsiteY41" fmla="*/ 2456239 h 4399344"/>
                <a:gd name="connsiteX42" fmla="*/ 3379407 w 9350488"/>
                <a:gd name="connsiteY42" fmla="*/ 2442213 h 4399344"/>
                <a:gd name="connsiteX43" fmla="*/ 3360484 w 9350488"/>
                <a:gd name="connsiteY43" fmla="*/ 2426600 h 4399344"/>
                <a:gd name="connsiteX44" fmla="*/ 3354430 w 9350488"/>
                <a:gd name="connsiteY44" fmla="*/ 2419263 h 4399344"/>
                <a:gd name="connsiteX45" fmla="*/ 3348776 w 9350488"/>
                <a:gd name="connsiteY45" fmla="*/ 2414068 h 4399344"/>
                <a:gd name="connsiteX46" fmla="*/ 3338897 w 9350488"/>
                <a:gd name="connsiteY46" fmla="*/ 2400437 h 4399344"/>
                <a:gd name="connsiteX47" fmla="*/ 3321761 w 9350488"/>
                <a:gd name="connsiteY47" fmla="*/ 2379667 h 4399344"/>
                <a:gd name="connsiteX48" fmla="*/ 3315545 w 9350488"/>
                <a:gd name="connsiteY48" fmla="*/ 2368216 h 4399344"/>
                <a:gd name="connsiteX49" fmla="*/ 3311081 w 9350488"/>
                <a:gd name="connsiteY49" fmla="*/ 2362057 h 4399344"/>
                <a:gd name="connsiteX50" fmla="*/ 2309562 w 9350488"/>
                <a:gd name="connsiteY50" fmla="*/ 639619 h 4399344"/>
                <a:gd name="connsiteX51" fmla="*/ 317118 w 9350488"/>
                <a:gd name="connsiteY51" fmla="*/ 639619 h 4399344"/>
                <a:gd name="connsiteX52" fmla="*/ 1 w 9350488"/>
                <a:gd name="connsiteY52" fmla="*/ 322501 h 4399344"/>
                <a:gd name="connsiteX53" fmla="*/ 317119 w 9350488"/>
                <a:gd name="connsiteY53" fmla="*/ 5383 h 4399344"/>
                <a:gd name="connsiteX54" fmla="*/ 2436279 w 9350488"/>
                <a:gd name="connsiteY54" fmla="*/ 5383 h 4399344"/>
                <a:gd name="connsiteX55" fmla="*/ 2448735 w 9350488"/>
                <a:gd name="connsiteY55" fmla="*/ 2523 h 4399344"/>
                <a:gd name="connsiteX56" fmla="*/ 2627103 w 9350488"/>
                <a:gd name="connsiteY56" fmla="*/ 31715 h 4399344"/>
                <a:gd name="connsiteX57" fmla="*/ 2650943 w 9350488"/>
                <a:gd name="connsiteY57" fmla="*/ 46228 h 4399344"/>
                <a:gd name="connsiteX58" fmla="*/ 2675472 w 9350488"/>
                <a:gd name="connsiteY58" fmla="*/ 59542 h 4399344"/>
                <a:gd name="connsiteX59" fmla="*/ 2790366 w 9350488"/>
                <a:gd name="connsiteY59" fmla="*/ 199065 h 4399344"/>
                <a:gd name="connsiteX60" fmla="*/ 2794154 w 9350488"/>
                <a:gd name="connsiteY60" fmla="*/ 211270 h 4399344"/>
                <a:gd name="connsiteX61" fmla="*/ 3767495 w 9350488"/>
                <a:gd name="connsiteY61" fmla="*/ 1885246 h 4399344"/>
                <a:gd name="connsiteX62" fmla="*/ 5703881 w 9350488"/>
                <a:gd name="connsiteY62" fmla="*/ 1885246 h 4399344"/>
                <a:gd name="connsiteX63" fmla="*/ 5716337 w 9350488"/>
                <a:gd name="connsiteY63" fmla="*/ 1882386 h 4399344"/>
                <a:gd name="connsiteX64" fmla="*/ 5894704 w 9350488"/>
                <a:gd name="connsiteY64" fmla="*/ 1911577 h 4399344"/>
                <a:gd name="connsiteX65" fmla="*/ 5930433 w 9350488"/>
                <a:gd name="connsiteY65" fmla="*/ 1933328 h 4399344"/>
                <a:gd name="connsiteX66" fmla="*/ 5943074 w 9350488"/>
                <a:gd name="connsiteY66" fmla="*/ 1939405 h 4399344"/>
                <a:gd name="connsiteX67" fmla="*/ 6044613 w 9350488"/>
                <a:gd name="connsiteY67" fmla="*/ 2051207 h 4399344"/>
                <a:gd name="connsiteX68" fmla="*/ 6057322 w 9350488"/>
                <a:gd name="connsiteY68" fmla="*/ 2083506 h 4399344"/>
                <a:gd name="connsiteX69" fmla="*/ 7035096 w 9350488"/>
                <a:gd name="connsiteY69" fmla="*/ 3765107 h 4399344"/>
                <a:gd name="connsiteX70" fmla="*/ 9033370 w 9350488"/>
                <a:gd name="connsiteY70" fmla="*/ 3765107 h 4399344"/>
                <a:gd name="connsiteX71" fmla="*/ 9210674 w 9350488"/>
                <a:gd name="connsiteY71" fmla="*/ 3819266 h 439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350488" h="4399344">
                  <a:moveTo>
                    <a:pt x="9210674" y="3819266"/>
                  </a:moveTo>
                  <a:cubicBezTo>
                    <a:pt x="9295028" y="3876255"/>
                    <a:pt x="9350488" y="3972763"/>
                    <a:pt x="9350488" y="4082226"/>
                  </a:cubicBezTo>
                  <a:cubicBezTo>
                    <a:pt x="9350488" y="4257365"/>
                    <a:pt x="9208509" y="4399344"/>
                    <a:pt x="9033370" y="4399344"/>
                  </a:cubicBezTo>
                  <a:lnTo>
                    <a:pt x="6852320" y="4399344"/>
                  </a:lnTo>
                  <a:lnTo>
                    <a:pt x="6844759" y="4398581"/>
                  </a:lnTo>
                  <a:lnTo>
                    <a:pt x="6831730" y="4398964"/>
                  </a:lnTo>
                  <a:lnTo>
                    <a:pt x="6805150" y="4394589"/>
                  </a:lnTo>
                  <a:lnTo>
                    <a:pt x="6788410" y="4392901"/>
                  </a:lnTo>
                  <a:lnTo>
                    <a:pt x="6781081" y="4390626"/>
                  </a:lnTo>
                  <a:lnTo>
                    <a:pt x="6771692" y="4389080"/>
                  </a:lnTo>
                  <a:lnTo>
                    <a:pt x="6748678" y="4380567"/>
                  </a:lnTo>
                  <a:lnTo>
                    <a:pt x="6728884" y="4374423"/>
                  </a:lnTo>
                  <a:lnTo>
                    <a:pt x="6722076" y="4370728"/>
                  </a:lnTo>
                  <a:lnTo>
                    <a:pt x="6714626" y="4367972"/>
                  </a:lnTo>
                  <a:lnTo>
                    <a:pt x="6695104" y="4356088"/>
                  </a:lnTo>
                  <a:lnTo>
                    <a:pt x="6675017" y="4345185"/>
                  </a:lnTo>
                  <a:lnTo>
                    <a:pt x="6668890" y="4340130"/>
                  </a:lnTo>
                  <a:lnTo>
                    <a:pt x="6662274" y="4336102"/>
                  </a:lnTo>
                  <a:lnTo>
                    <a:pt x="6647012" y="4322079"/>
                  </a:lnTo>
                  <a:lnTo>
                    <a:pt x="6628085" y="4306462"/>
                  </a:lnTo>
                  <a:lnTo>
                    <a:pt x="6622029" y="4299122"/>
                  </a:lnTo>
                  <a:lnTo>
                    <a:pt x="6616378" y="4293931"/>
                  </a:lnTo>
                  <a:lnTo>
                    <a:pt x="6606505" y="4280307"/>
                  </a:lnTo>
                  <a:lnTo>
                    <a:pt x="6589361" y="4259529"/>
                  </a:lnTo>
                  <a:lnTo>
                    <a:pt x="6583143" y="4248073"/>
                  </a:lnTo>
                  <a:lnTo>
                    <a:pt x="6578683" y="4241920"/>
                  </a:lnTo>
                  <a:lnTo>
                    <a:pt x="5577164" y="2519482"/>
                  </a:lnTo>
                  <a:lnTo>
                    <a:pt x="3584720" y="2519482"/>
                  </a:lnTo>
                  <a:lnTo>
                    <a:pt x="3577151" y="2518719"/>
                  </a:lnTo>
                  <a:lnTo>
                    <a:pt x="3564128" y="2519102"/>
                  </a:lnTo>
                  <a:lnTo>
                    <a:pt x="3537559" y="2514728"/>
                  </a:lnTo>
                  <a:lnTo>
                    <a:pt x="3520810" y="2513039"/>
                  </a:lnTo>
                  <a:lnTo>
                    <a:pt x="3513476" y="2510763"/>
                  </a:lnTo>
                  <a:lnTo>
                    <a:pt x="3504091" y="2509217"/>
                  </a:lnTo>
                  <a:lnTo>
                    <a:pt x="3481082" y="2500707"/>
                  </a:lnTo>
                  <a:lnTo>
                    <a:pt x="3461284" y="2494561"/>
                  </a:lnTo>
                  <a:lnTo>
                    <a:pt x="3454474" y="2490865"/>
                  </a:lnTo>
                  <a:lnTo>
                    <a:pt x="3447024" y="2488109"/>
                  </a:lnTo>
                  <a:lnTo>
                    <a:pt x="3427503" y="2476226"/>
                  </a:lnTo>
                  <a:lnTo>
                    <a:pt x="3407416" y="2465323"/>
                  </a:lnTo>
                  <a:lnTo>
                    <a:pt x="3401290" y="2460268"/>
                  </a:lnTo>
                  <a:lnTo>
                    <a:pt x="3394672" y="2456239"/>
                  </a:lnTo>
                  <a:lnTo>
                    <a:pt x="3379407" y="2442213"/>
                  </a:lnTo>
                  <a:lnTo>
                    <a:pt x="3360484" y="2426600"/>
                  </a:lnTo>
                  <a:lnTo>
                    <a:pt x="3354430" y="2419263"/>
                  </a:lnTo>
                  <a:lnTo>
                    <a:pt x="3348776" y="2414068"/>
                  </a:lnTo>
                  <a:lnTo>
                    <a:pt x="3338897" y="2400437"/>
                  </a:lnTo>
                  <a:lnTo>
                    <a:pt x="3321761" y="2379667"/>
                  </a:lnTo>
                  <a:lnTo>
                    <a:pt x="3315545" y="2368216"/>
                  </a:lnTo>
                  <a:lnTo>
                    <a:pt x="3311081" y="2362057"/>
                  </a:lnTo>
                  <a:lnTo>
                    <a:pt x="2309562" y="639619"/>
                  </a:lnTo>
                  <a:lnTo>
                    <a:pt x="317118" y="639619"/>
                  </a:lnTo>
                  <a:cubicBezTo>
                    <a:pt x="141979" y="639619"/>
                    <a:pt x="0" y="497640"/>
                    <a:pt x="1" y="322501"/>
                  </a:cubicBezTo>
                  <a:cubicBezTo>
                    <a:pt x="0" y="147362"/>
                    <a:pt x="141979" y="5383"/>
                    <a:pt x="317119" y="5383"/>
                  </a:cubicBezTo>
                  <a:lnTo>
                    <a:pt x="2436279" y="5383"/>
                  </a:lnTo>
                  <a:lnTo>
                    <a:pt x="2448735" y="2523"/>
                  </a:lnTo>
                  <a:cubicBezTo>
                    <a:pt x="2510031" y="-5274"/>
                    <a:pt x="2572102" y="5149"/>
                    <a:pt x="2627103" y="31715"/>
                  </a:cubicBezTo>
                  <a:lnTo>
                    <a:pt x="2650943" y="46228"/>
                  </a:lnTo>
                  <a:lnTo>
                    <a:pt x="2675472" y="59542"/>
                  </a:lnTo>
                  <a:cubicBezTo>
                    <a:pt x="2726084" y="93735"/>
                    <a:pt x="2766295" y="142156"/>
                    <a:pt x="2790366" y="199065"/>
                  </a:cubicBezTo>
                  <a:lnTo>
                    <a:pt x="2794154" y="211270"/>
                  </a:lnTo>
                  <a:lnTo>
                    <a:pt x="3767495" y="1885246"/>
                  </a:lnTo>
                  <a:lnTo>
                    <a:pt x="5703881" y="1885246"/>
                  </a:lnTo>
                  <a:lnTo>
                    <a:pt x="5716337" y="1882386"/>
                  </a:lnTo>
                  <a:cubicBezTo>
                    <a:pt x="5777633" y="1874589"/>
                    <a:pt x="5839704" y="1885011"/>
                    <a:pt x="5894704" y="1911577"/>
                  </a:cubicBezTo>
                  <a:lnTo>
                    <a:pt x="5930433" y="1933328"/>
                  </a:lnTo>
                  <a:lnTo>
                    <a:pt x="5943074" y="1939405"/>
                  </a:lnTo>
                  <a:cubicBezTo>
                    <a:pt x="5985251" y="1967899"/>
                    <a:pt x="6020204" y="2006273"/>
                    <a:pt x="6044613" y="2051207"/>
                  </a:cubicBezTo>
                  <a:lnTo>
                    <a:pt x="6057322" y="2083506"/>
                  </a:lnTo>
                  <a:lnTo>
                    <a:pt x="7035096" y="3765107"/>
                  </a:lnTo>
                  <a:lnTo>
                    <a:pt x="9033370" y="3765107"/>
                  </a:lnTo>
                  <a:cubicBezTo>
                    <a:pt x="9099047" y="3765107"/>
                    <a:pt x="9160061" y="3785073"/>
                    <a:pt x="9210674" y="3819266"/>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 name="Rounded Rectangle 4"/>
            <p:cNvSpPr/>
            <p:nvPr/>
          </p:nvSpPr>
          <p:spPr>
            <a:xfrm rot="19805282">
              <a:off x="1100786" y="3962064"/>
              <a:ext cx="634909" cy="6342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Rounded Rectangle 17"/>
            <p:cNvSpPr/>
            <p:nvPr/>
          </p:nvSpPr>
          <p:spPr>
            <a:xfrm rot="19805282">
              <a:off x="2976655" y="2907046"/>
              <a:ext cx="634909" cy="63423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Rounded Rectangle 18"/>
            <p:cNvSpPr/>
            <p:nvPr/>
          </p:nvSpPr>
          <p:spPr>
            <a:xfrm rot="19805282">
              <a:off x="4856481" y="3966200"/>
              <a:ext cx="634909" cy="63423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Rounded Rectangle 19"/>
            <p:cNvSpPr/>
            <p:nvPr/>
          </p:nvSpPr>
          <p:spPr>
            <a:xfrm rot="19805282">
              <a:off x="6750373" y="2907049"/>
              <a:ext cx="634909" cy="634236"/>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Rounded Rectangle 20"/>
            <p:cNvSpPr/>
            <p:nvPr/>
          </p:nvSpPr>
          <p:spPr>
            <a:xfrm rot="19805282">
              <a:off x="10518517" y="2907047"/>
              <a:ext cx="634909" cy="634236"/>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Rounded Rectangle 22"/>
            <p:cNvSpPr/>
            <p:nvPr/>
          </p:nvSpPr>
          <p:spPr>
            <a:xfrm rot="19805282">
              <a:off x="8614859" y="3962065"/>
              <a:ext cx="634909" cy="634236"/>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23"/>
            <p:cNvSpPr>
              <a:spLocks noEditPoints="1"/>
            </p:cNvSpPr>
            <p:nvPr/>
          </p:nvSpPr>
          <p:spPr bwMode="auto">
            <a:xfrm>
              <a:off x="3100417" y="3031426"/>
              <a:ext cx="387383" cy="385476"/>
            </a:xfrm>
            <a:custGeom>
              <a:avLst/>
              <a:gdLst>
                <a:gd name="T0" fmla="*/ 6 w 94"/>
                <a:gd name="T1" fmla="*/ 28 h 94"/>
                <a:gd name="T2" fmla="*/ 32 w 94"/>
                <a:gd name="T3" fmla="*/ 4 h 94"/>
                <a:gd name="T4" fmla="*/ 67 w 94"/>
                <a:gd name="T5" fmla="*/ 6 h 94"/>
                <a:gd name="T6" fmla="*/ 90 w 94"/>
                <a:gd name="T7" fmla="*/ 32 h 94"/>
                <a:gd name="T8" fmla="*/ 88 w 94"/>
                <a:gd name="T9" fmla="*/ 67 h 94"/>
                <a:gd name="T10" fmla="*/ 88 w 94"/>
                <a:gd name="T11" fmla="*/ 67 h 94"/>
                <a:gd name="T12" fmla="*/ 62 w 94"/>
                <a:gd name="T13" fmla="*/ 90 h 94"/>
                <a:gd name="T14" fmla="*/ 27 w 94"/>
                <a:gd name="T15" fmla="*/ 89 h 94"/>
                <a:gd name="T16" fmla="*/ 27 w 94"/>
                <a:gd name="T17" fmla="*/ 89 h 94"/>
                <a:gd name="T18" fmla="*/ 4 w 94"/>
                <a:gd name="T19" fmla="*/ 62 h 94"/>
                <a:gd name="T20" fmla="*/ 6 w 94"/>
                <a:gd name="T21" fmla="*/ 28 h 94"/>
                <a:gd name="T22" fmla="*/ 6 w 94"/>
                <a:gd name="T23" fmla="*/ 28 h 94"/>
                <a:gd name="T24" fmla="*/ 20 w 94"/>
                <a:gd name="T25" fmla="*/ 27 h 94"/>
                <a:gd name="T26" fmla="*/ 16 w 94"/>
                <a:gd name="T27" fmla="*/ 32 h 94"/>
                <a:gd name="T28" fmla="*/ 16 w 94"/>
                <a:gd name="T29" fmla="*/ 32 h 94"/>
                <a:gd name="T30" fmla="*/ 15 w 94"/>
                <a:gd name="T31" fmla="*/ 35 h 94"/>
                <a:gd name="T32" fmla="*/ 36 w 94"/>
                <a:gd name="T33" fmla="*/ 37 h 94"/>
                <a:gd name="T34" fmla="*/ 34 w 94"/>
                <a:gd name="T35" fmla="*/ 40 h 94"/>
                <a:gd name="T36" fmla="*/ 32 w 94"/>
                <a:gd name="T37" fmla="*/ 45 h 94"/>
                <a:gd name="T38" fmla="*/ 13 w 94"/>
                <a:gd name="T39" fmla="*/ 53 h 94"/>
                <a:gd name="T40" fmla="*/ 15 w 94"/>
                <a:gd name="T41" fmla="*/ 59 h 94"/>
                <a:gd name="T42" fmla="*/ 15 w 94"/>
                <a:gd name="T43" fmla="*/ 59 h 94"/>
                <a:gd name="T44" fmla="*/ 16 w 94"/>
                <a:gd name="T45" fmla="*/ 60 h 94"/>
                <a:gd name="T46" fmla="*/ 29 w 94"/>
                <a:gd name="T47" fmla="*/ 54 h 94"/>
                <a:gd name="T48" fmla="*/ 26 w 94"/>
                <a:gd name="T49" fmla="*/ 74 h 94"/>
                <a:gd name="T50" fmla="*/ 32 w 94"/>
                <a:gd name="T51" fmla="*/ 78 h 94"/>
                <a:gd name="T52" fmla="*/ 32 w 94"/>
                <a:gd name="T53" fmla="*/ 78 h 94"/>
                <a:gd name="T54" fmla="*/ 33 w 94"/>
                <a:gd name="T55" fmla="*/ 79 h 94"/>
                <a:gd name="T56" fmla="*/ 34 w 94"/>
                <a:gd name="T57" fmla="*/ 78 h 94"/>
                <a:gd name="T58" fmla="*/ 36 w 94"/>
                <a:gd name="T59" fmla="*/ 55 h 94"/>
                <a:gd name="T60" fmla="*/ 48 w 94"/>
                <a:gd name="T61" fmla="*/ 67 h 94"/>
                <a:gd name="T62" fmla="*/ 60 w 94"/>
                <a:gd name="T63" fmla="*/ 79 h 94"/>
                <a:gd name="T64" fmla="*/ 65 w 94"/>
                <a:gd name="T65" fmla="*/ 77 h 94"/>
                <a:gd name="T66" fmla="*/ 66 w 94"/>
                <a:gd name="T67" fmla="*/ 74 h 94"/>
                <a:gd name="T68" fmla="*/ 54 w 94"/>
                <a:gd name="T69" fmla="*/ 62 h 94"/>
                <a:gd name="T70" fmla="*/ 39 w 94"/>
                <a:gd name="T71" fmla="*/ 48 h 94"/>
                <a:gd name="T72" fmla="*/ 41 w 94"/>
                <a:gd name="T73" fmla="*/ 43 h 94"/>
                <a:gd name="T74" fmla="*/ 43 w 94"/>
                <a:gd name="T75" fmla="*/ 39 h 94"/>
                <a:gd name="T76" fmla="*/ 49 w 94"/>
                <a:gd name="T77" fmla="*/ 42 h 94"/>
                <a:gd name="T78" fmla="*/ 77 w 94"/>
                <a:gd name="T79" fmla="*/ 64 h 94"/>
                <a:gd name="T80" fmla="*/ 78 w 94"/>
                <a:gd name="T81" fmla="*/ 62 h 94"/>
                <a:gd name="T82" fmla="*/ 78 w 94"/>
                <a:gd name="T83" fmla="*/ 62 h 94"/>
                <a:gd name="T84" fmla="*/ 80 w 94"/>
                <a:gd name="T85" fmla="*/ 56 h 94"/>
                <a:gd name="T86" fmla="*/ 53 w 94"/>
                <a:gd name="T87" fmla="*/ 35 h 94"/>
                <a:gd name="T88" fmla="*/ 47 w 94"/>
                <a:gd name="T89" fmla="*/ 32 h 94"/>
                <a:gd name="T90" fmla="*/ 50 w 94"/>
                <a:gd name="T91" fmla="*/ 28 h 94"/>
                <a:gd name="T92" fmla="*/ 56 w 94"/>
                <a:gd name="T93" fmla="*/ 30 h 94"/>
                <a:gd name="T94" fmla="*/ 74 w 94"/>
                <a:gd name="T95" fmla="*/ 28 h 94"/>
                <a:gd name="T96" fmla="*/ 71 w 94"/>
                <a:gd name="T97" fmla="*/ 23 h 94"/>
                <a:gd name="T98" fmla="*/ 70 w 94"/>
                <a:gd name="T99" fmla="*/ 22 h 94"/>
                <a:gd name="T100" fmla="*/ 58 w 94"/>
                <a:gd name="T101" fmla="*/ 23 h 94"/>
                <a:gd name="T102" fmla="*/ 55 w 94"/>
                <a:gd name="T103" fmla="*/ 22 h 94"/>
                <a:gd name="T104" fmla="*/ 62 w 94"/>
                <a:gd name="T105" fmla="*/ 16 h 94"/>
                <a:gd name="T106" fmla="*/ 53 w 94"/>
                <a:gd name="T107" fmla="*/ 14 h 94"/>
                <a:gd name="T108" fmla="*/ 49 w 94"/>
                <a:gd name="T109" fmla="*/ 18 h 94"/>
                <a:gd name="T110" fmla="*/ 43 w 94"/>
                <a:gd name="T111" fmla="*/ 13 h 94"/>
                <a:gd name="T112" fmla="*/ 37 w 94"/>
                <a:gd name="T113" fmla="*/ 15 h 94"/>
                <a:gd name="T114" fmla="*/ 35 w 94"/>
                <a:gd name="T115" fmla="*/ 16 h 94"/>
                <a:gd name="T116" fmla="*/ 44 w 94"/>
                <a:gd name="T117" fmla="*/ 24 h 94"/>
                <a:gd name="T118" fmla="*/ 40 w 94"/>
                <a:gd name="T119" fmla="*/ 30 h 94"/>
                <a:gd name="T120" fmla="*/ 20 w 94"/>
                <a:gd name="T121" fmla="*/ 2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 h="94">
                  <a:moveTo>
                    <a:pt x="6" y="28"/>
                  </a:moveTo>
                  <a:cubicBezTo>
                    <a:pt x="11" y="16"/>
                    <a:pt x="21" y="8"/>
                    <a:pt x="32" y="4"/>
                  </a:cubicBezTo>
                  <a:cubicBezTo>
                    <a:pt x="43" y="0"/>
                    <a:pt x="56" y="1"/>
                    <a:pt x="67" y="6"/>
                  </a:cubicBezTo>
                  <a:cubicBezTo>
                    <a:pt x="78" y="12"/>
                    <a:pt x="86" y="21"/>
                    <a:pt x="90" y="32"/>
                  </a:cubicBezTo>
                  <a:cubicBezTo>
                    <a:pt x="94" y="43"/>
                    <a:pt x="94" y="56"/>
                    <a:pt x="88" y="67"/>
                  </a:cubicBezTo>
                  <a:cubicBezTo>
                    <a:pt x="88" y="67"/>
                    <a:pt x="88" y="67"/>
                    <a:pt x="88" y="67"/>
                  </a:cubicBezTo>
                  <a:cubicBezTo>
                    <a:pt x="83" y="78"/>
                    <a:pt x="73" y="87"/>
                    <a:pt x="62" y="90"/>
                  </a:cubicBezTo>
                  <a:cubicBezTo>
                    <a:pt x="51" y="94"/>
                    <a:pt x="39" y="94"/>
                    <a:pt x="27" y="89"/>
                  </a:cubicBezTo>
                  <a:cubicBezTo>
                    <a:pt x="27" y="89"/>
                    <a:pt x="27" y="89"/>
                    <a:pt x="27" y="89"/>
                  </a:cubicBezTo>
                  <a:cubicBezTo>
                    <a:pt x="16" y="83"/>
                    <a:pt x="8" y="73"/>
                    <a:pt x="4" y="62"/>
                  </a:cubicBezTo>
                  <a:cubicBezTo>
                    <a:pt x="0" y="51"/>
                    <a:pt x="1" y="39"/>
                    <a:pt x="6" y="28"/>
                  </a:cubicBezTo>
                  <a:cubicBezTo>
                    <a:pt x="6" y="28"/>
                    <a:pt x="6" y="28"/>
                    <a:pt x="6" y="28"/>
                  </a:cubicBezTo>
                  <a:close/>
                  <a:moveTo>
                    <a:pt x="20" y="27"/>
                  </a:moveTo>
                  <a:cubicBezTo>
                    <a:pt x="18" y="29"/>
                    <a:pt x="17" y="30"/>
                    <a:pt x="16" y="32"/>
                  </a:cubicBezTo>
                  <a:cubicBezTo>
                    <a:pt x="16" y="32"/>
                    <a:pt x="16" y="32"/>
                    <a:pt x="16" y="32"/>
                  </a:cubicBezTo>
                  <a:cubicBezTo>
                    <a:pt x="16" y="33"/>
                    <a:pt x="15" y="34"/>
                    <a:pt x="15" y="35"/>
                  </a:cubicBezTo>
                  <a:cubicBezTo>
                    <a:pt x="21" y="34"/>
                    <a:pt x="28" y="34"/>
                    <a:pt x="36" y="37"/>
                  </a:cubicBezTo>
                  <a:cubicBezTo>
                    <a:pt x="35" y="38"/>
                    <a:pt x="35" y="39"/>
                    <a:pt x="34" y="40"/>
                  </a:cubicBezTo>
                  <a:cubicBezTo>
                    <a:pt x="33" y="42"/>
                    <a:pt x="32" y="43"/>
                    <a:pt x="32" y="45"/>
                  </a:cubicBezTo>
                  <a:cubicBezTo>
                    <a:pt x="26" y="45"/>
                    <a:pt x="20" y="47"/>
                    <a:pt x="13" y="53"/>
                  </a:cubicBezTo>
                  <a:cubicBezTo>
                    <a:pt x="14" y="55"/>
                    <a:pt x="14" y="57"/>
                    <a:pt x="15" y="59"/>
                  </a:cubicBezTo>
                  <a:cubicBezTo>
                    <a:pt x="15" y="59"/>
                    <a:pt x="15" y="59"/>
                    <a:pt x="15" y="59"/>
                  </a:cubicBezTo>
                  <a:cubicBezTo>
                    <a:pt x="16" y="60"/>
                    <a:pt x="16" y="60"/>
                    <a:pt x="16" y="60"/>
                  </a:cubicBezTo>
                  <a:cubicBezTo>
                    <a:pt x="21" y="56"/>
                    <a:pt x="25" y="54"/>
                    <a:pt x="29" y="54"/>
                  </a:cubicBezTo>
                  <a:cubicBezTo>
                    <a:pt x="27" y="61"/>
                    <a:pt x="26" y="68"/>
                    <a:pt x="26" y="74"/>
                  </a:cubicBezTo>
                  <a:cubicBezTo>
                    <a:pt x="28" y="76"/>
                    <a:pt x="30" y="77"/>
                    <a:pt x="32" y="78"/>
                  </a:cubicBezTo>
                  <a:cubicBezTo>
                    <a:pt x="32" y="78"/>
                    <a:pt x="32" y="78"/>
                    <a:pt x="32" y="78"/>
                  </a:cubicBezTo>
                  <a:cubicBezTo>
                    <a:pt x="33" y="78"/>
                    <a:pt x="33" y="78"/>
                    <a:pt x="33" y="79"/>
                  </a:cubicBezTo>
                  <a:cubicBezTo>
                    <a:pt x="34" y="78"/>
                    <a:pt x="34" y="78"/>
                    <a:pt x="34" y="78"/>
                  </a:cubicBezTo>
                  <a:cubicBezTo>
                    <a:pt x="33" y="72"/>
                    <a:pt x="34" y="64"/>
                    <a:pt x="36" y="55"/>
                  </a:cubicBezTo>
                  <a:cubicBezTo>
                    <a:pt x="41" y="58"/>
                    <a:pt x="44" y="62"/>
                    <a:pt x="48" y="67"/>
                  </a:cubicBezTo>
                  <a:cubicBezTo>
                    <a:pt x="52" y="71"/>
                    <a:pt x="56" y="76"/>
                    <a:pt x="60" y="79"/>
                  </a:cubicBezTo>
                  <a:cubicBezTo>
                    <a:pt x="62" y="78"/>
                    <a:pt x="63" y="78"/>
                    <a:pt x="65" y="77"/>
                  </a:cubicBezTo>
                  <a:cubicBezTo>
                    <a:pt x="66" y="74"/>
                    <a:pt x="66" y="74"/>
                    <a:pt x="66" y="74"/>
                  </a:cubicBezTo>
                  <a:cubicBezTo>
                    <a:pt x="62" y="71"/>
                    <a:pt x="58" y="67"/>
                    <a:pt x="54" y="62"/>
                  </a:cubicBezTo>
                  <a:cubicBezTo>
                    <a:pt x="49" y="56"/>
                    <a:pt x="44" y="51"/>
                    <a:pt x="39" y="48"/>
                  </a:cubicBezTo>
                  <a:cubicBezTo>
                    <a:pt x="40" y="46"/>
                    <a:pt x="40" y="45"/>
                    <a:pt x="41" y="43"/>
                  </a:cubicBezTo>
                  <a:cubicBezTo>
                    <a:pt x="42" y="42"/>
                    <a:pt x="42" y="40"/>
                    <a:pt x="43" y="39"/>
                  </a:cubicBezTo>
                  <a:cubicBezTo>
                    <a:pt x="45" y="40"/>
                    <a:pt x="47" y="41"/>
                    <a:pt x="49" y="42"/>
                  </a:cubicBezTo>
                  <a:cubicBezTo>
                    <a:pt x="61" y="47"/>
                    <a:pt x="71" y="55"/>
                    <a:pt x="77" y="64"/>
                  </a:cubicBezTo>
                  <a:cubicBezTo>
                    <a:pt x="77" y="63"/>
                    <a:pt x="78" y="63"/>
                    <a:pt x="78" y="62"/>
                  </a:cubicBezTo>
                  <a:cubicBezTo>
                    <a:pt x="78" y="62"/>
                    <a:pt x="78" y="62"/>
                    <a:pt x="78" y="62"/>
                  </a:cubicBezTo>
                  <a:cubicBezTo>
                    <a:pt x="79" y="60"/>
                    <a:pt x="80" y="58"/>
                    <a:pt x="80" y="56"/>
                  </a:cubicBezTo>
                  <a:cubicBezTo>
                    <a:pt x="74" y="47"/>
                    <a:pt x="63" y="40"/>
                    <a:pt x="53" y="35"/>
                  </a:cubicBezTo>
                  <a:cubicBezTo>
                    <a:pt x="51" y="34"/>
                    <a:pt x="49" y="33"/>
                    <a:pt x="47" y="32"/>
                  </a:cubicBezTo>
                  <a:cubicBezTo>
                    <a:pt x="48" y="31"/>
                    <a:pt x="49" y="29"/>
                    <a:pt x="50" y="28"/>
                  </a:cubicBezTo>
                  <a:cubicBezTo>
                    <a:pt x="52" y="29"/>
                    <a:pt x="54" y="30"/>
                    <a:pt x="56" y="30"/>
                  </a:cubicBezTo>
                  <a:cubicBezTo>
                    <a:pt x="66" y="32"/>
                    <a:pt x="73" y="28"/>
                    <a:pt x="74" y="28"/>
                  </a:cubicBezTo>
                  <a:cubicBezTo>
                    <a:pt x="71" y="23"/>
                    <a:pt x="71" y="23"/>
                    <a:pt x="71" y="23"/>
                  </a:cubicBezTo>
                  <a:cubicBezTo>
                    <a:pt x="71" y="22"/>
                    <a:pt x="70" y="22"/>
                    <a:pt x="70" y="22"/>
                  </a:cubicBezTo>
                  <a:cubicBezTo>
                    <a:pt x="68" y="22"/>
                    <a:pt x="63" y="24"/>
                    <a:pt x="58" y="23"/>
                  </a:cubicBezTo>
                  <a:cubicBezTo>
                    <a:pt x="57" y="23"/>
                    <a:pt x="56" y="22"/>
                    <a:pt x="55" y="22"/>
                  </a:cubicBezTo>
                  <a:cubicBezTo>
                    <a:pt x="57" y="20"/>
                    <a:pt x="60" y="18"/>
                    <a:pt x="62" y="16"/>
                  </a:cubicBezTo>
                  <a:cubicBezTo>
                    <a:pt x="59" y="15"/>
                    <a:pt x="56" y="14"/>
                    <a:pt x="53" y="14"/>
                  </a:cubicBezTo>
                  <a:cubicBezTo>
                    <a:pt x="52" y="15"/>
                    <a:pt x="50" y="16"/>
                    <a:pt x="49" y="18"/>
                  </a:cubicBezTo>
                  <a:cubicBezTo>
                    <a:pt x="47" y="16"/>
                    <a:pt x="45" y="15"/>
                    <a:pt x="43" y="13"/>
                  </a:cubicBezTo>
                  <a:cubicBezTo>
                    <a:pt x="41" y="14"/>
                    <a:pt x="39" y="14"/>
                    <a:pt x="37" y="15"/>
                  </a:cubicBezTo>
                  <a:cubicBezTo>
                    <a:pt x="35" y="16"/>
                    <a:pt x="35" y="16"/>
                    <a:pt x="35" y="16"/>
                  </a:cubicBezTo>
                  <a:cubicBezTo>
                    <a:pt x="35" y="16"/>
                    <a:pt x="39" y="20"/>
                    <a:pt x="44" y="24"/>
                  </a:cubicBezTo>
                  <a:cubicBezTo>
                    <a:pt x="42" y="26"/>
                    <a:pt x="41" y="28"/>
                    <a:pt x="40" y="30"/>
                  </a:cubicBezTo>
                  <a:cubicBezTo>
                    <a:pt x="33" y="28"/>
                    <a:pt x="26" y="27"/>
                    <a:pt x="20" y="27"/>
                  </a:cubicBezTo>
                  <a:close/>
                </a:path>
              </a:pathLst>
            </a:custGeom>
            <a:solidFill>
              <a:schemeClr val="bg1"/>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24"/>
            <p:cNvSpPr>
              <a:spLocks noEditPoints="1"/>
            </p:cNvSpPr>
            <p:nvPr/>
          </p:nvSpPr>
          <p:spPr bwMode="auto">
            <a:xfrm>
              <a:off x="6878905" y="3031426"/>
              <a:ext cx="377843" cy="362576"/>
            </a:xfrm>
            <a:custGeom>
              <a:avLst/>
              <a:gdLst>
                <a:gd name="T0" fmla="*/ 80 w 198"/>
                <a:gd name="T1" fmla="*/ 39 h 190"/>
                <a:gd name="T2" fmla="*/ 32 w 198"/>
                <a:gd name="T3" fmla="*/ 39 h 190"/>
                <a:gd name="T4" fmla="*/ 24 w 198"/>
                <a:gd name="T5" fmla="*/ 52 h 190"/>
                <a:gd name="T6" fmla="*/ 32 w 198"/>
                <a:gd name="T7" fmla="*/ 65 h 190"/>
                <a:gd name="T8" fmla="*/ 80 w 198"/>
                <a:gd name="T9" fmla="*/ 65 h 190"/>
                <a:gd name="T10" fmla="*/ 80 w 198"/>
                <a:gd name="T11" fmla="*/ 39 h 190"/>
                <a:gd name="T12" fmla="*/ 80 w 198"/>
                <a:gd name="T13" fmla="*/ 39 h 190"/>
                <a:gd name="T14" fmla="*/ 114 w 198"/>
                <a:gd name="T15" fmla="*/ 65 h 190"/>
                <a:gd name="T16" fmla="*/ 170 w 198"/>
                <a:gd name="T17" fmla="*/ 65 h 190"/>
                <a:gd name="T18" fmla="*/ 177 w 198"/>
                <a:gd name="T19" fmla="*/ 65 h 190"/>
                <a:gd name="T20" fmla="*/ 179 w 198"/>
                <a:gd name="T21" fmla="*/ 69 h 190"/>
                <a:gd name="T22" fmla="*/ 194 w 198"/>
                <a:gd name="T23" fmla="*/ 93 h 190"/>
                <a:gd name="T24" fmla="*/ 198 w 198"/>
                <a:gd name="T25" fmla="*/ 99 h 190"/>
                <a:gd name="T26" fmla="*/ 194 w 198"/>
                <a:gd name="T27" fmla="*/ 103 h 190"/>
                <a:gd name="T28" fmla="*/ 179 w 198"/>
                <a:gd name="T29" fmla="*/ 127 h 190"/>
                <a:gd name="T30" fmla="*/ 177 w 198"/>
                <a:gd name="T31" fmla="*/ 134 h 190"/>
                <a:gd name="T32" fmla="*/ 170 w 198"/>
                <a:gd name="T33" fmla="*/ 134 h 190"/>
                <a:gd name="T34" fmla="*/ 114 w 198"/>
                <a:gd name="T35" fmla="*/ 134 h 190"/>
                <a:gd name="T36" fmla="*/ 114 w 198"/>
                <a:gd name="T37" fmla="*/ 164 h 190"/>
                <a:gd name="T38" fmla="*/ 164 w 198"/>
                <a:gd name="T39" fmla="*/ 164 h 190"/>
                <a:gd name="T40" fmla="*/ 164 w 198"/>
                <a:gd name="T41" fmla="*/ 190 h 190"/>
                <a:gd name="T42" fmla="*/ 37 w 198"/>
                <a:gd name="T43" fmla="*/ 190 h 190"/>
                <a:gd name="T44" fmla="*/ 37 w 198"/>
                <a:gd name="T45" fmla="*/ 164 h 190"/>
                <a:gd name="T46" fmla="*/ 82 w 198"/>
                <a:gd name="T47" fmla="*/ 164 h 190"/>
                <a:gd name="T48" fmla="*/ 82 w 198"/>
                <a:gd name="T49" fmla="*/ 86 h 190"/>
                <a:gd name="T50" fmla="*/ 26 w 198"/>
                <a:gd name="T51" fmla="*/ 86 h 190"/>
                <a:gd name="T52" fmla="*/ 19 w 198"/>
                <a:gd name="T53" fmla="*/ 86 h 190"/>
                <a:gd name="T54" fmla="*/ 17 w 198"/>
                <a:gd name="T55" fmla="*/ 80 h 190"/>
                <a:gd name="T56" fmla="*/ 2 w 198"/>
                <a:gd name="T57" fmla="*/ 56 h 190"/>
                <a:gd name="T58" fmla="*/ 0 w 198"/>
                <a:gd name="T59" fmla="*/ 52 h 190"/>
                <a:gd name="T60" fmla="*/ 2 w 198"/>
                <a:gd name="T61" fmla="*/ 45 h 190"/>
                <a:gd name="T62" fmla="*/ 17 w 198"/>
                <a:gd name="T63" fmla="*/ 21 h 190"/>
                <a:gd name="T64" fmla="*/ 19 w 198"/>
                <a:gd name="T65" fmla="*/ 17 h 190"/>
                <a:gd name="T66" fmla="*/ 26 w 198"/>
                <a:gd name="T67" fmla="*/ 17 h 190"/>
                <a:gd name="T68" fmla="*/ 82 w 198"/>
                <a:gd name="T69" fmla="*/ 17 h 190"/>
                <a:gd name="T70" fmla="*/ 82 w 198"/>
                <a:gd name="T71" fmla="*/ 13 h 190"/>
                <a:gd name="T72" fmla="*/ 99 w 198"/>
                <a:gd name="T73" fmla="*/ 0 h 190"/>
                <a:gd name="T74" fmla="*/ 114 w 198"/>
                <a:gd name="T75" fmla="*/ 13 h 190"/>
                <a:gd name="T76" fmla="*/ 114 w 198"/>
                <a:gd name="T77" fmla="*/ 65 h 190"/>
                <a:gd name="T78" fmla="*/ 114 w 198"/>
                <a:gd name="T79" fmla="*/ 65 h 190"/>
                <a:gd name="T80" fmla="*/ 166 w 198"/>
                <a:gd name="T81" fmla="*/ 84 h 190"/>
                <a:gd name="T82" fmla="*/ 116 w 198"/>
                <a:gd name="T83" fmla="*/ 84 h 190"/>
                <a:gd name="T84" fmla="*/ 116 w 198"/>
                <a:gd name="T85" fmla="*/ 112 h 190"/>
                <a:gd name="T86" fmla="*/ 166 w 198"/>
                <a:gd name="T87" fmla="*/ 112 h 190"/>
                <a:gd name="T88" fmla="*/ 175 w 198"/>
                <a:gd name="T89" fmla="*/ 99 h 190"/>
                <a:gd name="T90" fmla="*/ 166 w 198"/>
                <a:gd name="T91" fmla="*/ 8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0">
                  <a:moveTo>
                    <a:pt x="80" y="39"/>
                  </a:moveTo>
                  <a:lnTo>
                    <a:pt x="32" y="39"/>
                  </a:lnTo>
                  <a:lnTo>
                    <a:pt x="24" y="52"/>
                  </a:lnTo>
                  <a:lnTo>
                    <a:pt x="32" y="65"/>
                  </a:lnTo>
                  <a:lnTo>
                    <a:pt x="80" y="65"/>
                  </a:lnTo>
                  <a:lnTo>
                    <a:pt x="80" y="39"/>
                  </a:lnTo>
                  <a:lnTo>
                    <a:pt x="80" y="39"/>
                  </a:lnTo>
                  <a:close/>
                  <a:moveTo>
                    <a:pt x="114" y="65"/>
                  </a:moveTo>
                  <a:lnTo>
                    <a:pt x="170" y="65"/>
                  </a:lnTo>
                  <a:lnTo>
                    <a:pt x="177" y="65"/>
                  </a:lnTo>
                  <a:lnTo>
                    <a:pt x="179" y="69"/>
                  </a:lnTo>
                  <a:lnTo>
                    <a:pt x="194" y="93"/>
                  </a:lnTo>
                  <a:lnTo>
                    <a:pt x="198" y="99"/>
                  </a:lnTo>
                  <a:lnTo>
                    <a:pt x="194" y="103"/>
                  </a:lnTo>
                  <a:lnTo>
                    <a:pt x="179" y="127"/>
                  </a:lnTo>
                  <a:lnTo>
                    <a:pt x="177" y="134"/>
                  </a:lnTo>
                  <a:lnTo>
                    <a:pt x="170" y="134"/>
                  </a:lnTo>
                  <a:lnTo>
                    <a:pt x="114" y="134"/>
                  </a:lnTo>
                  <a:lnTo>
                    <a:pt x="114" y="164"/>
                  </a:lnTo>
                  <a:lnTo>
                    <a:pt x="164" y="164"/>
                  </a:lnTo>
                  <a:lnTo>
                    <a:pt x="164" y="190"/>
                  </a:lnTo>
                  <a:lnTo>
                    <a:pt x="37" y="190"/>
                  </a:lnTo>
                  <a:lnTo>
                    <a:pt x="37" y="164"/>
                  </a:lnTo>
                  <a:lnTo>
                    <a:pt x="82" y="164"/>
                  </a:lnTo>
                  <a:lnTo>
                    <a:pt x="82" y="86"/>
                  </a:lnTo>
                  <a:lnTo>
                    <a:pt x="26" y="86"/>
                  </a:lnTo>
                  <a:lnTo>
                    <a:pt x="19" y="86"/>
                  </a:lnTo>
                  <a:lnTo>
                    <a:pt x="17" y="80"/>
                  </a:lnTo>
                  <a:lnTo>
                    <a:pt x="2" y="56"/>
                  </a:lnTo>
                  <a:lnTo>
                    <a:pt x="0" y="52"/>
                  </a:lnTo>
                  <a:lnTo>
                    <a:pt x="2" y="45"/>
                  </a:lnTo>
                  <a:lnTo>
                    <a:pt x="17" y="21"/>
                  </a:lnTo>
                  <a:lnTo>
                    <a:pt x="19" y="17"/>
                  </a:lnTo>
                  <a:lnTo>
                    <a:pt x="26" y="17"/>
                  </a:lnTo>
                  <a:lnTo>
                    <a:pt x="82" y="17"/>
                  </a:lnTo>
                  <a:lnTo>
                    <a:pt x="82" y="13"/>
                  </a:lnTo>
                  <a:lnTo>
                    <a:pt x="99" y="0"/>
                  </a:lnTo>
                  <a:lnTo>
                    <a:pt x="114" y="13"/>
                  </a:lnTo>
                  <a:lnTo>
                    <a:pt x="114" y="65"/>
                  </a:lnTo>
                  <a:lnTo>
                    <a:pt x="114" y="65"/>
                  </a:lnTo>
                  <a:close/>
                  <a:moveTo>
                    <a:pt x="166" y="84"/>
                  </a:moveTo>
                  <a:lnTo>
                    <a:pt x="116" y="84"/>
                  </a:lnTo>
                  <a:lnTo>
                    <a:pt x="116" y="112"/>
                  </a:lnTo>
                  <a:lnTo>
                    <a:pt x="166" y="112"/>
                  </a:lnTo>
                  <a:lnTo>
                    <a:pt x="175" y="99"/>
                  </a:lnTo>
                  <a:lnTo>
                    <a:pt x="166" y="84"/>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25"/>
            <p:cNvSpPr>
              <a:spLocks noEditPoints="1"/>
            </p:cNvSpPr>
            <p:nvPr/>
          </p:nvSpPr>
          <p:spPr bwMode="auto">
            <a:xfrm>
              <a:off x="5005051" y="4114114"/>
              <a:ext cx="337768" cy="330136"/>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26"/>
            <p:cNvSpPr>
              <a:spLocks noEditPoints="1"/>
            </p:cNvSpPr>
            <p:nvPr/>
          </p:nvSpPr>
          <p:spPr bwMode="auto">
            <a:xfrm>
              <a:off x="8773924" y="4087398"/>
              <a:ext cx="316777" cy="38356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cxnSp>
        <p:nvCxnSpPr>
          <p:cNvPr id="38" name="Straight Arrow Connector 37"/>
          <p:cNvCxnSpPr/>
          <p:nvPr/>
        </p:nvCxnSpPr>
        <p:spPr>
          <a:xfrm>
            <a:off x="3474579" y="3956327"/>
            <a:ext cx="0" cy="1013398"/>
          </a:xfrm>
          <a:prstGeom prst="straightConnector1">
            <a:avLst/>
          </a:prstGeom>
          <a:ln w="6350">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7454235" y="3956327"/>
            <a:ext cx="0" cy="1013398"/>
          </a:xfrm>
          <a:prstGeom prst="straightConnector1">
            <a:avLst/>
          </a:prstGeom>
          <a:ln w="6350">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flipV="1">
            <a:off x="9440759" y="2943490"/>
            <a:ext cx="0" cy="1013398"/>
          </a:xfrm>
          <a:prstGeom prst="straightConnector1">
            <a:avLst/>
          </a:prstGeom>
          <a:ln w="6350">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flipV="1">
            <a:off x="5476570" y="2943490"/>
            <a:ext cx="0" cy="1013398"/>
          </a:xfrm>
          <a:prstGeom prst="straightConnector1">
            <a:avLst/>
          </a:prstGeom>
          <a:ln w="6350">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2205729" y="5176348"/>
            <a:ext cx="2537702" cy="824682"/>
            <a:chOff x="1929542" y="4908274"/>
            <a:chExt cx="2729132" cy="782003"/>
          </a:xfrm>
        </p:grpSpPr>
        <p:sp>
          <p:nvSpPr>
            <p:cNvPr id="44" name="TextBox 43"/>
            <p:cNvSpPr txBox="1"/>
            <p:nvPr/>
          </p:nvSpPr>
          <p:spPr>
            <a:xfrm>
              <a:off x="2519031" y="4908274"/>
              <a:ext cx="1550153" cy="311548"/>
            </a:xfrm>
            <a:prstGeom prst="rect">
              <a:avLst/>
            </a:prstGeom>
            <a:noFill/>
          </p:spPr>
          <p:txBody>
            <a:bodyPr wrap="none" rtlCol="0">
              <a:spAutoFit/>
            </a:bodyPr>
            <a:lstStyle/>
            <a:p>
              <a:pPr algn="ct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Rectangle 44"/>
            <p:cNvSpPr/>
            <p:nvPr/>
          </p:nvSpPr>
          <p:spPr>
            <a:xfrm>
              <a:off x="1929542" y="5195350"/>
              <a:ext cx="2729132" cy="494927"/>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Group 8"/>
          <p:cNvGrpSpPr/>
          <p:nvPr/>
        </p:nvGrpSpPr>
        <p:grpSpPr>
          <a:xfrm>
            <a:off x="6185385" y="5201374"/>
            <a:ext cx="2537702" cy="799656"/>
            <a:chOff x="5703260" y="4932005"/>
            <a:chExt cx="2729132" cy="758272"/>
          </a:xfrm>
        </p:grpSpPr>
        <p:sp>
          <p:nvSpPr>
            <p:cNvPr id="48" name="TextBox 47"/>
            <p:cNvSpPr txBox="1"/>
            <p:nvPr/>
          </p:nvSpPr>
          <p:spPr>
            <a:xfrm>
              <a:off x="6292750" y="4932005"/>
              <a:ext cx="1550153" cy="311548"/>
            </a:xfrm>
            <a:prstGeom prst="rect">
              <a:avLst/>
            </a:prstGeom>
            <a:noFill/>
          </p:spPr>
          <p:txBody>
            <a:bodyPr wrap="none" rtlCol="0">
              <a:spAutoFit/>
            </a:bodyPr>
            <a:lstStyle/>
            <a:p>
              <a:pPr algn="ct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Rectangle 48"/>
            <p:cNvSpPr/>
            <p:nvPr/>
          </p:nvSpPr>
          <p:spPr>
            <a:xfrm>
              <a:off x="5703260" y="5195350"/>
              <a:ext cx="2729132" cy="494927"/>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Group 6"/>
          <p:cNvGrpSpPr/>
          <p:nvPr/>
        </p:nvGrpSpPr>
        <p:grpSpPr>
          <a:xfrm>
            <a:off x="4168723" y="1709795"/>
            <a:ext cx="2611174" cy="815016"/>
            <a:chOff x="4038291" y="1621125"/>
            <a:chExt cx="2304129" cy="772840"/>
          </a:xfrm>
        </p:grpSpPr>
        <p:sp>
          <p:nvSpPr>
            <p:cNvPr id="50" name="TextBox 49"/>
            <p:cNvSpPr txBox="1"/>
            <p:nvPr/>
          </p:nvSpPr>
          <p:spPr>
            <a:xfrm>
              <a:off x="4554393" y="1621125"/>
              <a:ext cx="1271925" cy="311549"/>
            </a:xfrm>
            <a:prstGeom prst="rect">
              <a:avLst/>
            </a:prstGeom>
            <a:noFill/>
          </p:spPr>
          <p:txBody>
            <a:bodyPr wrap="none" rtlCol="0">
              <a:spAutoFit/>
            </a:bodyPr>
            <a:lstStyle/>
            <a:p>
              <a:pPr algn="ct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Rectangle 50"/>
            <p:cNvSpPr/>
            <p:nvPr/>
          </p:nvSpPr>
          <p:spPr>
            <a:xfrm>
              <a:off x="4038291" y="1899037"/>
              <a:ext cx="2304129" cy="494928"/>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Group 7"/>
          <p:cNvGrpSpPr/>
          <p:nvPr/>
        </p:nvGrpSpPr>
        <p:grpSpPr>
          <a:xfrm>
            <a:off x="8114883" y="1721694"/>
            <a:ext cx="2611174" cy="803111"/>
            <a:chOff x="7780247" y="1632414"/>
            <a:chExt cx="2304129" cy="761553"/>
          </a:xfrm>
        </p:grpSpPr>
        <p:sp>
          <p:nvSpPr>
            <p:cNvPr id="52" name="TextBox 51"/>
            <p:cNvSpPr txBox="1"/>
            <p:nvPr/>
          </p:nvSpPr>
          <p:spPr>
            <a:xfrm>
              <a:off x="8296348" y="1632414"/>
              <a:ext cx="1271925" cy="311550"/>
            </a:xfrm>
            <a:prstGeom prst="rect">
              <a:avLst/>
            </a:prstGeom>
            <a:noFill/>
          </p:spPr>
          <p:txBody>
            <a:bodyPr wrap="none" rtlCol="0">
              <a:spAutoFit/>
            </a:bodyPr>
            <a:lstStyle/>
            <a:p>
              <a:pPr algn="ct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Rectangle 52"/>
            <p:cNvSpPr/>
            <p:nvPr/>
          </p:nvSpPr>
          <p:spPr>
            <a:xfrm>
              <a:off x="7780247" y="1899037"/>
              <a:ext cx="2304129" cy="494930"/>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0"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1"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660328533"/>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up)">
                                      <p:cBhvr>
                                        <p:cTn id="11" dur="500"/>
                                        <p:tgtEl>
                                          <p:spTgt spid="3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500"/>
                            </p:stCondLst>
                            <p:childTnLst>
                              <p:par>
                                <p:cTn id="25" presetID="22" presetClass="entr" presetSubtype="1" fill="hold" nodeType="after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wipe(up)">
                                      <p:cBhvr>
                                        <p:cTn id="27" dur="500"/>
                                        <p:tgtEl>
                                          <p:spTgt spid="4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wipe(down)">
                                      <p:cBhvr>
                                        <p:cTn id="35" dur="500"/>
                                        <p:tgtEl>
                                          <p:spTgt spid="42"/>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55"/>
          <p:cNvGrpSpPr/>
          <p:nvPr/>
        </p:nvGrpSpPr>
        <p:grpSpPr>
          <a:xfrm>
            <a:off x="1575380" y="2616525"/>
            <a:ext cx="5176130" cy="2982307"/>
            <a:chOff x="803822" y="1016361"/>
            <a:chExt cx="7536357" cy="2044618"/>
          </a:xfrm>
        </p:grpSpPr>
        <p:cxnSp>
          <p:nvCxnSpPr>
            <p:cNvPr id="149" name="Straight Connector 148"/>
            <p:cNvCxnSpPr/>
            <p:nvPr/>
          </p:nvCxnSpPr>
          <p:spPr>
            <a:xfrm>
              <a:off x="803822" y="101636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803822" y="135713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803822" y="169790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803822" y="203867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a:off x="803822" y="237944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803822" y="2720211"/>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803822" y="3060979"/>
              <a:ext cx="7536357"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 name="Group 279"/>
          <p:cNvGrpSpPr/>
          <p:nvPr/>
        </p:nvGrpSpPr>
        <p:grpSpPr>
          <a:xfrm>
            <a:off x="2028556" y="3174810"/>
            <a:ext cx="678703" cy="678698"/>
            <a:chOff x="846989" y="1401020"/>
            <a:chExt cx="877416" cy="877416"/>
          </a:xfrm>
          <a:effectLst/>
        </p:grpSpPr>
        <p:sp>
          <p:nvSpPr>
            <p:cNvPr id="102" name="Teardrop 101"/>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5" name="Oval 10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90%</a:t>
              </a:r>
            </a:p>
          </p:txBody>
        </p:sp>
      </p:grpSp>
      <p:grpSp>
        <p:nvGrpSpPr>
          <p:cNvPr id="6" name="Group 279"/>
          <p:cNvGrpSpPr/>
          <p:nvPr/>
        </p:nvGrpSpPr>
        <p:grpSpPr>
          <a:xfrm>
            <a:off x="2819507" y="2236715"/>
            <a:ext cx="678703" cy="678698"/>
            <a:chOff x="846989" y="1401020"/>
            <a:chExt cx="877416" cy="877416"/>
          </a:xfrm>
          <a:effectLst/>
        </p:grpSpPr>
        <p:sp>
          <p:nvSpPr>
            <p:cNvPr id="109" name="Teardrop 10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2" name="Oval 11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80%</a:t>
              </a:r>
            </a:p>
          </p:txBody>
        </p:sp>
      </p:grpSp>
      <p:grpSp>
        <p:nvGrpSpPr>
          <p:cNvPr id="7" name="Group 279"/>
          <p:cNvGrpSpPr/>
          <p:nvPr/>
        </p:nvGrpSpPr>
        <p:grpSpPr>
          <a:xfrm>
            <a:off x="3750035" y="1899397"/>
            <a:ext cx="678703" cy="678698"/>
            <a:chOff x="846989" y="1401020"/>
            <a:chExt cx="877416" cy="877416"/>
          </a:xfrm>
          <a:effectLst/>
        </p:grpSpPr>
        <p:sp>
          <p:nvSpPr>
            <p:cNvPr id="118" name="Teardrop 117"/>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1" name="Oval 12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70%</a:t>
              </a:r>
            </a:p>
          </p:txBody>
        </p:sp>
      </p:grpSp>
      <p:sp>
        <p:nvSpPr>
          <p:cNvPr id="65" name="TextBox 64"/>
          <p:cNvSpPr txBox="1"/>
          <p:nvPr/>
        </p:nvSpPr>
        <p:spPr>
          <a:xfrm>
            <a:off x="2064895" y="5741859"/>
            <a:ext cx="615553" cy="221599"/>
          </a:xfrm>
          <a:prstGeom prst="rect">
            <a:avLst/>
          </a:prstGeom>
          <a:noFill/>
        </p:spPr>
        <p:txBody>
          <a:bodyPr wrap="none" lIns="0" tIns="0" rIns="0" bIns="0" rtlCol="0" anchor="t">
            <a:spAutoFit/>
          </a:bodyPr>
          <a:lstStyle/>
          <a:p>
            <a:pPr algn="ctr">
              <a:lnSpc>
                <a:spcPct val="120000"/>
              </a:lnSpc>
            </a:pPr>
            <a:r>
              <a:rPr lang="zh-CN" alt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TextBox 72"/>
          <p:cNvSpPr txBox="1"/>
          <p:nvPr/>
        </p:nvSpPr>
        <p:spPr>
          <a:xfrm>
            <a:off x="2931779" y="5741859"/>
            <a:ext cx="615553" cy="202491"/>
          </a:xfrm>
          <a:prstGeom prst="rect">
            <a:avLst/>
          </a:prstGeom>
          <a:noFill/>
        </p:spPr>
        <p:txBody>
          <a:bodyPr wrap="none" lIns="0" tIns="0" rIns="0" bIns="0" rtlCol="0" anchor="t">
            <a:spAutoFit/>
          </a:bodyPr>
          <a:lstStyle/>
          <a:p>
            <a:pPr algn="ctr">
              <a:lnSpc>
                <a:spcPct val="120000"/>
              </a:lnSpc>
            </a:pPr>
            <a:r>
              <a:rPr lang="zh-CN" alt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altLang="zh-CN"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TextBox 76"/>
          <p:cNvSpPr txBox="1"/>
          <p:nvPr/>
        </p:nvSpPr>
        <p:spPr>
          <a:xfrm>
            <a:off x="3798662" y="5741859"/>
            <a:ext cx="615553" cy="202491"/>
          </a:xfrm>
          <a:prstGeom prst="rect">
            <a:avLst/>
          </a:prstGeom>
          <a:noFill/>
        </p:spPr>
        <p:txBody>
          <a:bodyPr wrap="none" lIns="0" tIns="0" rIns="0" bIns="0" rtlCol="0" anchor="t">
            <a:spAutoFit/>
          </a:bodyPr>
          <a:lstStyle/>
          <a:p>
            <a:pPr algn="ctr">
              <a:lnSpc>
                <a:spcPct val="120000"/>
              </a:lnSpc>
            </a:pPr>
            <a:r>
              <a:rPr lang="zh-CN" alt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altLang="zh-CN"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1" name="Freeform 6"/>
          <p:cNvSpPr>
            <a:spLocks/>
          </p:cNvSpPr>
          <p:nvPr/>
        </p:nvSpPr>
        <p:spPr bwMode="auto">
          <a:xfrm>
            <a:off x="2242485" y="3027263"/>
            <a:ext cx="1822613" cy="2559355"/>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2">
              <a:alpha val="90000"/>
            </a:schemeClr>
          </a:solidFill>
          <a:ln>
            <a:noFill/>
          </a:ln>
        </p:spPr>
        <p:txBody>
          <a:bodyPr vert="horz" wrap="square" lIns="111664" tIns="55832" rIns="111664" bIns="55832" numCol="1" anchor="t" anchorCtr="0" compatLnSpc="1">
            <a:prstTxWarp prst="textNoShape">
              <a:avLst/>
            </a:prstTxWarp>
          </a:bodyPr>
          <a:lstStyle/>
          <a:p>
            <a:pPr algn="ctr">
              <a:lnSpc>
                <a:spcPct val="120000"/>
              </a:lnSpc>
            </a:pPr>
            <a:endParaRPr lang="en-US"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2" name="Freeform 6"/>
          <p:cNvSpPr>
            <a:spLocks/>
          </p:cNvSpPr>
          <p:nvPr/>
        </p:nvSpPr>
        <p:spPr bwMode="auto">
          <a:xfrm>
            <a:off x="3998369" y="3027263"/>
            <a:ext cx="1822613" cy="2559355"/>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4">
              <a:alpha val="90000"/>
            </a:schemeClr>
          </a:solidFill>
          <a:ln>
            <a:noFill/>
          </a:ln>
        </p:spPr>
        <p:txBody>
          <a:bodyPr vert="horz" wrap="square" lIns="111664" tIns="55832" rIns="111664" bIns="55832" numCol="1" anchor="t" anchorCtr="0" compatLnSpc="1">
            <a:prstTxWarp prst="textNoShape">
              <a:avLst/>
            </a:prstTxWarp>
          </a:bodyPr>
          <a:lstStyle/>
          <a:p>
            <a:pPr algn="ctr">
              <a:lnSpc>
                <a:spcPct val="120000"/>
              </a:lnSpc>
            </a:pPr>
            <a:endParaRPr lang="en-US"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3" name="Freeform 6"/>
          <p:cNvSpPr>
            <a:spLocks/>
          </p:cNvSpPr>
          <p:nvPr/>
        </p:nvSpPr>
        <p:spPr bwMode="auto">
          <a:xfrm>
            <a:off x="1678340" y="3987021"/>
            <a:ext cx="1388657" cy="159959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1">
              <a:alpha val="90000"/>
            </a:schemeClr>
          </a:solidFill>
          <a:ln>
            <a:noFill/>
          </a:ln>
        </p:spPr>
        <p:txBody>
          <a:bodyPr vert="horz" wrap="square" lIns="111664" tIns="55832" rIns="111664" bIns="55832" numCol="1" anchor="t" anchorCtr="0" compatLnSpc="1">
            <a:prstTxWarp prst="textNoShape">
              <a:avLst/>
            </a:prstTxWarp>
          </a:bodyPr>
          <a:lstStyle/>
          <a:p>
            <a:pPr algn="ctr">
              <a:lnSpc>
                <a:spcPct val="120000"/>
              </a:lnSpc>
            </a:pPr>
            <a:endParaRPr lang="en-US"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4" name="Freeform 6"/>
          <p:cNvSpPr>
            <a:spLocks/>
          </p:cNvSpPr>
          <p:nvPr/>
        </p:nvSpPr>
        <p:spPr bwMode="auto">
          <a:xfrm>
            <a:off x="3066998" y="2707344"/>
            <a:ext cx="2050439" cy="2879275"/>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3">
              <a:alpha val="90000"/>
            </a:schemeClr>
          </a:solidFill>
          <a:ln>
            <a:noFill/>
          </a:ln>
        </p:spPr>
        <p:txBody>
          <a:bodyPr vert="horz" wrap="square" lIns="111664" tIns="55832" rIns="111664" bIns="55832" numCol="1" anchor="t" anchorCtr="0" compatLnSpc="1">
            <a:prstTxWarp prst="textNoShape">
              <a:avLst/>
            </a:prstTxWarp>
          </a:bodyPr>
          <a:lstStyle/>
          <a:p>
            <a:pPr algn="ctr">
              <a:lnSpc>
                <a:spcPct val="120000"/>
              </a:lnSpc>
            </a:pPr>
            <a:endParaRPr lang="en-US"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5" name="Freeform 6"/>
          <p:cNvSpPr>
            <a:spLocks/>
          </p:cNvSpPr>
          <p:nvPr/>
        </p:nvSpPr>
        <p:spPr bwMode="auto">
          <a:xfrm>
            <a:off x="4928898" y="3471760"/>
            <a:ext cx="1822613" cy="2114858"/>
          </a:xfrm>
          <a:custGeom>
            <a:avLst/>
            <a:gdLst>
              <a:gd name="T0" fmla="*/ 3360 w 3360"/>
              <a:gd name="T1" fmla="*/ 2115 h 2115"/>
              <a:gd name="T2" fmla="*/ 1680 w 3360"/>
              <a:gd name="T3" fmla="*/ 0 h 2115"/>
              <a:gd name="T4" fmla="*/ 0 w 3360"/>
              <a:gd name="T5" fmla="*/ 2115 h 2115"/>
              <a:gd name="T6" fmla="*/ 3360 w 3360"/>
              <a:gd name="T7" fmla="*/ 2115 h 2115"/>
            </a:gdLst>
            <a:ahLst/>
            <a:cxnLst>
              <a:cxn ang="0">
                <a:pos x="T0" y="T1"/>
              </a:cxn>
              <a:cxn ang="0">
                <a:pos x="T2" y="T3"/>
              </a:cxn>
              <a:cxn ang="0">
                <a:pos x="T4" y="T5"/>
              </a:cxn>
              <a:cxn ang="0">
                <a:pos x="T6" y="T7"/>
              </a:cxn>
            </a:cxnLst>
            <a:rect l="0" t="0" r="r" b="b"/>
            <a:pathLst>
              <a:path w="3360" h="2115">
                <a:moveTo>
                  <a:pt x="3360" y="2115"/>
                </a:moveTo>
                <a:cubicBezTo>
                  <a:pt x="3360" y="2115"/>
                  <a:pt x="1956" y="1734"/>
                  <a:pt x="1680" y="0"/>
                </a:cubicBezTo>
                <a:cubicBezTo>
                  <a:pt x="1404" y="1734"/>
                  <a:pt x="0" y="2115"/>
                  <a:pt x="0" y="2115"/>
                </a:cubicBezTo>
                <a:lnTo>
                  <a:pt x="3360" y="2115"/>
                </a:lnTo>
                <a:close/>
              </a:path>
            </a:pathLst>
          </a:custGeom>
          <a:solidFill>
            <a:schemeClr val="accent5">
              <a:alpha val="90000"/>
            </a:schemeClr>
          </a:solidFill>
          <a:ln>
            <a:noFill/>
          </a:ln>
        </p:spPr>
        <p:txBody>
          <a:bodyPr vert="horz" wrap="square" lIns="111664" tIns="55832" rIns="111664" bIns="55832" numCol="1" anchor="t" anchorCtr="0" compatLnSpc="1">
            <a:prstTxWarp prst="textNoShape">
              <a:avLst/>
            </a:prstTxWarp>
          </a:bodyPr>
          <a:lstStyle/>
          <a:p>
            <a:pPr algn="ctr">
              <a:lnSpc>
                <a:spcPct val="120000"/>
              </a:lnSpc>
            </a:pPr>
            <a:endParaRPr lang="en-US"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66" name="Group 279"/>
          <p:cNvGrpSpPr/>
          <p:nvPr/>
        </p:nvGrpSpPr>
        <p:grpSpPr>
          <a:xfrm>
            <a:off x="4577914" y="2232646"/>
            <a:ext cx="678703" cy="678697"/>
            <a:chOff x="846989" y="1401020"/>
            <a:chExt cx="877416" cy="877416"/>
          </a:xfrm>
          <a:effectLst/>
        </p:grpSpPr>
        <p:sp>
          <p:nvSpPr>
            <p:cNvPr id="167" name="Teardrop 166"/>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8" name="Oval 16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70%</a:t>
              </a:r>
            </a:p>
          </p:txBody>
        </p:sp>
      </p:grpSp>
      <p:grpSp>
        <p:nvGrpSpPr>
          <p:cNvPr id="170" name="Group 279"/>
          <p:cNvGrpSpPr/>
          <p:nvPr/>
        </p:nvGrpSpPr>
        <p:grpSpPr>
          <a:xfrm>
            <a:off x="5506410" y="2639753"/>
            <a:ext cx="678703" cy="678697"/>
            <a:chOff x="846989" y="1401020"/>
            <a:chExt cx="877416" cy="877416"/>
          </a:xfrm>
          <a:effectLst/>
        </p:grpSpPr>
        <p:sp>
          <p:nvSpPr>
            <p:cNvPr id="171" name="Teardrop 170"/>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2" name="Oval 17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70%</a:t>
              </a:r>
            </a:p>
          </p:txBody>
        </p:sp>
      </p:grpSp>
      <p:sp>
        <p:nvSpPr>
          <p:cNvPr id="173" name="TextBox 172"/>
          <p:cNvSpPr txBox="1"/>
          <p:nvPr/>
        </p:nvSpPr>
        <p:spPr>
          <a:xfrm>
            <a:off x="4665545" y="5741859"/>
            <a:ext cx="615553" cy="202491"/>
          </a:xfrm>
          <a:prstGeom prst="rect">
            <a:avLst/>
          </a:prstGeom>
          <a:noFill/>
        </p:spPr>
        <p:txBody>
          <a:bodyPr wrap="none" lIns="0" tIns="0" rIns="0" bIns="0" rtlCol="0" anchor="t">
            <a:spAutoFit/>
          </a:bodyPr>
          <a:lstStyle/>
          <a:p>
            <a:pPr algn="ctr">
              <a:lnSpc>
                <a:spcPct val="120000"/>
              </a:lnSpc>
            </a:pPr>
            <a:r>
              <a:rPr lang="zh-CN" alt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altLang="zh-CN"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4" name="TextBox 173"/>
          <p:cNvSpPr txBox="1"/>
          <p:nvPr/>
        </p:nvSpPr>
        <p:spPr>
          <a:xfrm>
            <a:off x="5532430" y="5741859"/>
            <a:ext cx="615553" cy="202491"/>
          </a:xfrm>
          <a:prstGeom prst="rect">
            <a:avLst/>
          </a:prstGeom>
          <a:noFill/>
        </p:spPr>
        <p:txBody>
          <a:bodyPr wrap="none" lIns="0" tIns="0" rIns="0" bIns="0" rtlCol="0" anchor="t">
            <a:spAutoFit/>
          </a:bodyPr>
          <a:lstStyle/>
          <a:p>
            <a:pPr algn="ctr">
              <a:lnSpc>
                <a:spcPct val="120000"/>
              </a:lnSpc>
            </a:pPr>
            <a:r>
              <a:rPr lang="zh-CN" altLang="en-US"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altLang="zh-CN" sz="12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7" name="Rectangle 164"/>
          <p:cNvSpPr/>
          <p:nvPr/>
        </p:nvSpPr>
        <p:spPr>
          <a:xfrm>
            <a:off x="10350845" y="5198226"/>
            <a:ext cx="714939" cy="513217"/>
          </a:xfrm>
          <a:prstGeom prst="rect">
            <a:avLst/>
          </a:prstGeom>
        </p:spPr>
        <p:txBody>
          <a:bodyPr wrap="none" lIns="0" tIns="0" rIns="0" bIns="0">
            <a:spAutoFit/>
          </a:bodyPr>
          <a:lstStyle/>
          <a:p>
            <a:pPr>
              <a:lnSpc>
                <a:spcPct val="120000"/>
              </a:lnSpc>
            </a:pPr>
            <a:r>
              <a:rPr lang="en-US" sz="2800" dirty="0">
                <a:solidFill>
                  <a:schemeClr val="accent2"/>
                </a:solidFill>
                <a:latin typeface="Arial" panose="020B0604020202020204" pitchFamily="34" charset="0"/>
                <a:ea typeface="微软雅黑" panose="020B0503020204020204" pitchFamily="34" charset="-122"/>
                <a:cs typeface="+mn-ea"/>
                <a:sym typeface="Arial" panose="020B0604020202020204" pitchFamily="34" charset="0"/>
              </a:rPr>
              <a:t>80%</a:t>
            </a:r>
          </a:p>
        </p:txBody>
      </p:sp>
      <p:sp>
        <p:nvSpPr>
          <p:cNvPr id="169" name="Rectangle 165"/>
          <p:cNvSpPr/>
          <p:nvPr/>
        </p:nvSpPr>
        <p:spPr>
          <a:xfrm>
            <a:off x="10350845" y="4267697"/>
            <a:ext cx="714939" cy="513217"/>
          </a:xfrm>
          <a:prstGeom prst="rect">
            <a:avLst/>
          </a:prstGeom>
        </p:spPr>
        <p:txBody>
          <a:bodyPr wrap="none" lIns="0" tIns="0" rIns="0" bIns="0">
            <a:spAutoFit/>
          </a:bodyPr>
          <a:lstStyle/>
          <a:p>
            <a:pPr>
              <a:lnSpc>
                <a:spcPct val="120000"/>
              </a:lnSpc>
            </a:pPr>
            <a:r>
              <a:rPr lang="en-US" sz="28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50%</a:t>
            </a:r>
          </a:p>
        </p:txBody>
      </p:sp>
      <p:grpSp>
        <p:nvGrpSpPr>
          <p:cNvPr id="175" name="Group 87"/>
          <p:cNvGrpSpPr/>
          <p:nvPr/>
        </p:nvGrpSpPr>
        <p:grpSpPr>
          <a:xfrm>
            <a:off x="7009043" y="5097283"/>
            <a:ext cx="3133741" cy="659261"/>
            <a:chOff x="609600" y="2841943"/>
            <a:chExt cx="2660838" cy="559774"/>
          </a:xfrm>
        </p:grpSpPr>
        <p:grpSp>
          <p:nvGrpSpPr>
            <p:cNvPr id="176" name="Group 184"/>
            <p:cNvGrpSpPr/>
            <p:nvPr/>
          </p:nvGrpSpPr>
          <p:grpSpPr>
            <a:xfrm>
              <a:off x="609600" y="2841943"/>
              <a:ext cx="260742" cy="559774"/>
              <a:chOff x="6213475" y="1668463"/>
              <a:chExt cx="227013" cy="487362"/>
            </a:xfrm>
            <a:solidFill>
              <a:schemeClr val="accent1"/>
            </a:solidFill>
          </p:grpSpPr>
          <p:sp>
            <p:nvSpPr>
              <p:cNvPr id="20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77" name="Group 184"/>
            <p:cNvGrpSpPr/>
            <p:nvPr/>
          </p:nvGrpSpPr>
          <p:grpSpPr>
            <a:xfrm>
              <a:off x="876277" y="2841943"/>
              <a:ext cx="260742" cy="559774"/>
              <a:chOff x="6213475" y="1668463"/>
              <a:chExt cx="227013" cy="487362"/>
            </a:xfrm>
            <a:solidFill>
              <a:schemeClr val="accent1"/>
            </a:solidFill>
          </p:grpSpPr>
          <p:sp>
            <p:nvSpPr>
              <p:cNvPr id="20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78" name="Group 184"/>
            <p:cNvGrpSpPr/>
            <p:nvPr/>
          </p:nvGrpSpPr>
          <p:grpSpPr>
            <a:xfrm>
              <a:off x="1142954" y="2841943"/>
              <a:ext cx="260742" cy="559774"/>
              <a:chOff x="6213475" y="1668463"/>
              <a:chExt cx="227013" cy="487362"/>
            </a:xfrm>
            <a:solidFill>
              <a:schemeClr val="accent1"/>
            </a:solidFill>
          </p:grpSpPr>
          <p:sp>
            <p:nvSpPr>
              <p:cNvPr id="20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79" name="Group 184"/>
            <p:cNvGrpSpPr/>
            <p:nvPr/>
          </p:nvGrpSpPr>
          <p:grpSpPr>
            <a:xfrm>
              <a:off x="1409631" y="2841943"/>
              <a:ext cx="260742" cy="559774"/>
              <a:chOff x="6213475" y="1668463"/>
              <a:chExt cx="227013" cy="487362"/>
            </a:xfrm>
            <a:solidFill>
              <a:schemeClr val="accent1"/>
            </a:solidFill>
          </p:grpSpPr>
          <p:sp>
            <p:nvSpPr>
              <p:cNvPr id="198"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0" name="Group 184"/>
            <p:cNvGrpSpPr/>
            <p:nvPr/>
          </p:nvGrpSpPr>
          <p:grpSpPr>
            <a:xfrm>
              <a:off x="1676308" y="2841943"/>
              <a:ext cx="260742" cy="559774"/>
              <a:chOff x="6213475" y="1668463"/>
              <a:chExt cx="227013" cy="487362"/>
            </a:xfrm>
            <a:solidFill>
              <a:schemeClr val="accent1"/>
            </a:solidFill>
          </p:grpSpPr>
          <p:sp>
            <p:nvSpPr>
              <p:cNvPr id="196"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1" name="Group 184"/>
            <p:cNvGrpSpPr/>
            <p:nvPr/>
          </p:nvGrpSpPr>
          <p:grpSpPr>
            <a:xfrm>
              <a:off x="1942985" y="2841943"/>
              <a:ext cx="260742" cy="559774"/>
              <a:chOff x="6213475" y="1668463"/>
              <a:chExt cx="227013" cy="487362"/>
            </a:xfrm>
            <a:solidFill>
              <a:schemeClr val="accent1"/>
            </a:solidFill>
          </p:grpSpPr>
          <p:sp>
            <p:nvSpPr>
              <p:cNvPr id="194"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2" name="Group 184"/>
            <p:cNvGrpSpPr/>
            <p:nvPr/>
          </p:nvGrpSpPr>
          <p:grpSpPr>
            <a:xfrm>
              <a:off x="2209662" y="2841943"/>
              <a:ext cx="260742" cy="559774"/>
              <a:chOff x="6213475" y="1668463"/>
              <a:chExt cx="227013" cy="487362"/>
            </a:xfrm>
            <a:solidFill>
              <a:schemeClr val="accent1"/>
            </a:solidFill>
          </p:grpSpPr>
          <p:sp>
            <p:nvSpPr>
              <p:cNvPr id="192"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3" name="Group 184"/>
            <p:cNvGrpSpPr/>
            <p:nvPr/>
          </p:nvGrpSpPr>
          <p:grpSpPr>
            <a:xfrm>
              <a:off x="2476339" y="2841943"/>
              <a:ext cx="260742" cy="559774"/>
              <a:chOff x="6213475" y="1668463"/>
              <a:chExt cx="227013" cy="487362"/>
            </a:xfrm>
            <a:solidFill>
              <a:schemeClr val="accent1"/>
            </a:solidFill>
          </p:grpSpPr>
          <p:sp>
            <p:nvSpPr>
              <p:cNvPr id="190" name="Oval 98"/>
              <p:cNvSpPr>
                <a:spLocks noChangeArrowheads="1"/>
              </p:cNvSpPr>
              <p:nvPr/>
            </p:nvSpPr>
            <p:spPr bwMode="auto">
              <a:xfrm>
                <a:off x="6291263" y="1668463"/>
                <a:ext cx="73025" cy="73025"/>
              </a:xfrm>
              <a:prstGeom prst="ellipse">
                <a:avLst/>
              </a:pr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solidFill>
                <a:schemeClr val="accent2"/>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4" name="Group 184"/>
            <p:cNvGrpSpPr/>
            <p:nvPr/>
          </p:nvGrpSpPr>
          <p:grpSpPr>
            <a:xfrm>
              <a:off x="2743016" y="2841943"/>
              <a:ext cx="260742" cy="559774"/>
              <a:chOff x="6213475" y="1668463"/>
              <a:chExt cx="227013" cy="487362"/>
            </a:xfrm>
            <a:solidFill>
              <a:schemeClr val="bg1">
                <a:lumMod val="75000"/>
              </a:schemeClr>
            </a:solidFill>
          </p:grpSpPr>
          <p:sp>
            <p:nvSpPr>
              <p:cNvPr id="18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85" name="Group 184"/>
            <p:cNvGrpSpPr/>
            <p:nvPr/>
          </p:nvGrpSpPr>
          <p:grpSpPr>
            <a:xfrm>
              <a:off x="3009696" y="2841943"/>
              <a:ext cx="260742" cy="559774"/>
              <a:chOff x="6213475" y="1668463"/>
              <a:chExt cx="227013" cy="487362"/>
            </a:xfrm>
            <a:solidFill>
              <a:schemeClr val="bg1">
                <a:lumMod val="75000"/>
              </a:schemeClr>
            </a:solidFill>
          </p:grpSpPr>
          <p:sp>
            <p:nvSpPr>
              <p:cNvPr id="18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206" name="Group 212"/>
          <p:cNvGrpSpPr/>
          <p:nvPr/>
        </p:nvGrpSpPr>
        <p:grpSpPr>
          <a:xfrm>
            <a:off x="7054050" y="4174643"/>
            <a:ext cx="3030666" cy="697708"/>
            <a:chOff x="5932686" y="2855964"/>
            <a:chExt cx="2449314" cy="563870"/>
          </a:xfrm>
        </p:grpSpPr>
        <p:grpSp>
          <p:nvGrpSpPr>
            <p:cNvPr id="207" name="Group 179"/>
            <p:cNvGrpSpPr/>
            <p:nvPr/>
          </p:nvGrpSpPr>
          <p:grpSpPr>
            <a:xfrm>
              <a:off x="5932686" y="2855964"/>
              <a:ext cx="220321" cy="563870"/>
              <a:chOff x="5054600" y="1652588"/>
              <a:chExt cx="187325" cy="479424"/>
            </a:xfrm>
            <a:solidFill>
              <a:schemeClr val="accent4"/>
            </a:solidFill>
          </p:grpSpPr>
          <p:sp>
            <p:nvSpPr>
              <p:cNvPr id="23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6"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8" name="Group 179"/>
            <p:cNvGrpSpPr/>
            <p:nvPr/>
          </p:nvGrpSpPr>
          <p:grpSpPr>
            <a:xfrm>
              <a:off x="6180352" y="2855964"/>
              <a:ext cx="220321" cy="563870"/>
              <a:chOff x="5054600" y="1652588"/>
              <a:chExt cx="187325" cy="479424"/>
            </a:xfrm>
            <a:solidFill>
              <a:schemeClr val="accent4"/>
            </a:solidFill>
          </p:grpSpPr>
          <p:sp>
            <p:nvSpPr>
              <p:cNvPr id="23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4"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9" name="Group 179"/>
            <p:cNvGrpSpPr/>
            <p:nvPr/>
          </p:nvGrpSpPr>
          <p:grpSpPr>
            <a:xfrm>
              <a:off x="6428018" y="2855964"/>
              <a:ext cx="220321" cy="563870"/>
              <a:chOff x="5054600" y="1652588"/>
              <a:chExt cx="187325" cy="479424"/>
            </a:xfrm>
            <a:solidFill>
              <a:schemeClr val="accent4"/>
            </a:solidFill>
          </p:grpSpPr>
          <p:sp>
            <p:nvSpPr>
              <p:cNvPr id="23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2"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0" name="Group 179"/>
            <p:cNvGrpSpPr/>
            <p:nvPr/>
          </p:nvGrpSpPr>
          <p:grpSpPr>
            <a:xfrm>
              <a:off x="6675684" y="2855964"/>
              <a:ext cx="220321" cy="563870"/>
              <a:chOff x="5054600" y="1652588"/>
              <a:chExt cx="187325" cy="479424"/>
            </a:xfrm>
            <a:solidFill>
              <a:schemeClr val="accent4"/>
            </a:solidFill>
          </p:grpSpPr>
          <p:sp>
            <p:nvSpPr>
              <p:cNvPr id="22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0"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1" name="Group 179"/>
            <p:cNvGrpSpPr/>
            <p:nvPr/>
          </p:nvGrpSpPr>
          <p:grpSpPr>
            <a:xfrm>
              <a:off x="6923350" y="2855964"/>
              <a:ext cx="220321" cy="563870"/>
              <a:chOff x="5054600" y="1652588"/>
              <a:chExt cx="187325" cy="479424"/>
            </a:xfrm>
            <a:solidFill>
              <a:schemeClr val="accent4"/>
            </a:solidFill>
          </p:grpSpPr>
          <p:sp>
            <p:nvSpPr>
              <p:cNvPr id="22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8" name="Oval 97"/>
              <p:cNvSpPr>
                <a:spLocks noChangeArrowheads="1"/>
              </p:cNvSpPr>
              <p:nvPr/>
            </p:nvSpPr>
            <p:spPr bwMode="auto">
              <a:xfrm>
                <a:off x="5110163" y="1652588"/>
                <a:ext cx="74613" cy="76200"/>
              </a:xfrm>
              <a:prstGeom prst="ellipse">
                <a:avLst/>
              </a:prstGeom>
              <a:solidFill>
                <a:schemeClr val="accent1"/>
              </a:solid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2" name="Group 179"/>
            <p:cNvGrpSpPr/>
            <p:nvPr/>
          </p:nvGrpSpPr>
          <p:grpSpPr>
            <a:xfrm>
              <a:off x="7171017" y="2855964"/>
              <a:ext cx="220321" cy="563870"/>
              <a:chOff x="5054600" y="1652588"/>
              <a:chExt cx="187325" cy="479424"/>
            </a:xfrm>
            <a:solidFill>
              <a:schemeClr val="bg1">
                <a:lumMod val="75000"/>
              </a:schemeClr>
            </a:solidFill>
          </p:grpSpPr>
          <p:sp>
            <p:nvSpPr>
              <p:cNvPr id="225"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6"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3" name="Group 179"/>
            <p:cNvGrpSpPr/>
            <p:nvPr/>
          </p:nvGrpSpPr>
          <p:grpSpPr>
            <a:xfrm>
              <a:off x="7418683" y="2855964"/>
              <a:ext cx="220321" cy="563870"/>
              <a:chOff x="5054600" y="1652588"/>
              <a:chExt cx="187325" cy="479424"/>
            </a:xfrm>
            <a:solidFill>
              <a:schemeClr val="bg1">
                <a:lumMod val="75000"/>
              </a:schemeClr>
            </a:solidFill>
          </p:grpSpPr>
          <p:sp>
            <p:nvSpPr>
              <p:cNvPr id="22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4" name="Group 179"/>
            <p:cNvGrpSpPr/>
            <p:nvPr/>
          </p:nvGrpSpPr>
          <p:grpSpPr>
            <a:xfrm>
              <a:off x="7666349" y="2855964"/>
              <a:ext cx="220321" cy="563870"/>
              <a:chOff x="5054600" y="1652588"/>
              <a:chExt cx="187325" cy="479424"/>
            </a:xfrm>
            <a:solidFill>
              <a:schemeClr val="bg1">
                <a:lumMod val="75000"/>
              </a:schemeClr>
            </a:solidFill>
          </p:grpSpPr>
          <p:sp>
            <p:nvSpPr>
              <p:cNvPr id="22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5" name="Group 179"/>
            <p:cNvGrpSpPr/>
            <p:nvPr/>
          </p:nvGrpSpPr>
          <p:grpSpPr>
            <a:xfrm>
              <a:off x="7914015" y="2855964"/>
              <a:ext cx="220321" cy="563870"/>
              <a:chOff x="5054600" y="1652588"/>
              <a:chExt cx="187325" cy="479424"/>
            </a:xfrm>
            <a:solidFill>
              <a:schemeClr val="bg1">
                <a:lumMod val="75000"/>
              </a:schemeClr>
            </a:solidFill>
          </p:grpSpPr>
          <p:sp>
            <p:nvSpPr>
              <p:cNvPr id="219"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0"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6" name="Group 179"/>
            <p:cNvGrpSpPr/>
            <p:nvPr/>
          </p:nvGrpSpPr>
          <p:grpSpPr>
            <a:xfrm>
              <a:off x="8161679" y="2855964"/>
              <a:ext cx="220321" cy="563870"/>
              <a:chOff x="5054600" y="1652588"/>
              <a:chExt cx="187325" cy="479424"/>
            </a:xfrm>
            <a:solidFill>
              <a:schemeClr val="bg1">
                <a:lumMod val="75000"/>
              </a:schemeClr>
            </a:solidFill>
          </p:grpSpPr>
          <p:sp>
            <p:nvSpPr>
              <p:cNvPr id="217"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8"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111664" tIns="55832" rIns="111664" bIns="55832" numCol="1" anchor="t" anchorCtr="0" compatLnSpc="1">
                <a:prstTxWarp prst="textNoShape">
                  <a:avLst/>
                </a:prstTxWarp>
              </a:bodyPr>
              <a:lstStyle/>
              <a:p>
                <a:pPr>
                  <a:lnSpc>
                    <a:spcPct val="120000"/>
                  </a:lnSpc>
                </a:pPr>
                <a:endParaRPr lang="en-US" sz="80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237" name="TextBox 228"/>
          <p:cNvSpPr txBox="1"/>
          <p:nvPr/>
        </p:nvSpPr>
        <p:spPr>
          <a:xfrm>
            <a:off x="7749855" y="2547483"/>
            <a:ext cx="3527513" cy="429605"/>
          </a:xfrm>
          <a:prstGeom prst="rect">
            <a:avLst/>
          </a:prstGeom>
          <a:noFill/>
        </p:spPr>
        <p:txBody>
          <a:bodyPr wrap="square" lIns="0" tIns="0" rIns="0" bIns="0" rtlCol="0">
            <a:spAutoFit/>
          </a:bodyPr>
          <a:lstStyle/>
          <a:p>
            <a:pPr defTabSz="1116686">
              <a:lnSpc>
                <a:spcPct val="120000"/>
              </a:lnSpc>
              <a:spcBef>
                <a:spcPct val="20000"/>
              </a:spcBef>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238" name="TextBox 229"/>
          <p:cNvSpPr txBox="1"/>
          <p:nvPr/>
        </p:nvSpPr>
        <p:spPr>
          <a:xfrm>
            <a:off x="7033656" y="2196931"/>
            <a:ext cx="1883658" cy="258532"/>
          </a:xfrm>
          <a:prstGeom prst="rect">
            <a:avLst/>
          </a:prstGeom>
          <a:noFill/>
        </p:spPr>
        <p:txBody>
          <a:bodyPr wrap="square" lIns="0" tIns="0" rIns="0" bIns="0" rtlCol="0" anchor="t">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9" name="Rectangle 230"/>
          <p:cNvSpPr/>
          <p:nvPr/>
        </p:nvSpPr>
        <p:spPr>
          <a:xfrm>
            <a:off x="7011955" y="2537846"/>
            <a:ext cx="714939" cy="513217"/>
          </a:xfrm>
          <a:prstGeom prst="rect">
            <a:avLst/>
          </a:prstGeom>
        </p:spPr>
        <p:txBody>
          <a:bodyPr wrap="none" lIns="0" tIns="0" rIns="0" bIns="0">
            <a:spAutoFit/>
          </a:bodyPr>
          <a:lstStyle/>
          <a:p>
            <a:pPr>
              <a:lnSpc>
                <a:spcPct val="120000"/>
              </a:lnSpc>
            </a:pPr>
            <a:r>
              <a:rPr lang="en-US" sz="2800" dirty="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80%</a:t>
            </a:r>
          </a:p>
        </p:txBody>
      </p:sp>
      <p:sp>
        <p:nvSpPr>
          <p:cNvPr id="240" name="TextBox 231"/>
          <p:cNvSpPr txBox="1"/>
          <p:nvPr/>
        </p:nvSpPr>
        <p:spPr>
          <a:xfrm>
            <a:off x="7011955" y="3295994"/>
            <a:ext cx="4265413" cy="578235"/>
          </a:xfrm>
          <a:prstGeom prst="rect">
            <a:avLst/>
          </a:prstGeom>
          <a:noFill/>
        </p:spPr>
        <p:txBody>
          <a:bodyPr wrap="square" lIns="0" tIns="0" rIns="0" bIns="0" rtlCol="0">
            <a:spAutoFit/>
          </a:bodyPr>
          <a:lstStyle/>
          <a:p>
            <a:pPr defTabSz="1116686">
              <a:lnSpc>
                <a:spcPct val="120000"/>
              </a:lnSpc>
              <a:spcBef>
                <a:spcPct val="20000"/>
              </a:spcBef>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103"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4"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538818907"/>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Right)">
                                      <p:cBhvr>
                                        <p:cTn id="7" dur="500"/>
                                        <p:tgtEl>
                                          <p:spTgt spid="3"/>
                                        </p:tgtEl>
                                      </p:cBhvr>
                                    </p:animEffect>
                                  </p:childTnLst>
                                </p:cTn>
                              </p:par>
                            </p:childTnLst>
                          </p:cTn>
                        </p:par>
                        <p:par>
                          <p:cTn id="8" fill="hold">
                            <p:stCondLst>
                              <p:cond delay="5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500" fill="hold"/>
                                        <p:tgtEl>
                                          <p:spTgt spid="163"/>
                                        </p:tgtEl>
                                        <p:attrNameLst>
                                          <p:attrName>ppt_x</p:attrName>
                                        </p:attrNameLst>
                                      </p:cBhvr>
                                      <p:tavLst>
                                        <p:tav tm="0">
                                          <p:val>
                                            <p:strVal val="#ppt_x"/>
                                          </p:val>
                                        </p:tav>
                                        <p:tav tm="100000">
                                          <p:val>
                                            <p:strVal val="#ppt_x"/>
                                          </p:val>
                                        </p:tav>
                                      </p:tavLst>
                                    </p:anim>
                                    <p:anim calcmode="lin" valueType="num">
                                      <p:cBhvr additive="base">
                                        <p:cTn id="12" dur="500" fill="hold"/>
                                        <p:tgtEl>
                                          <p:spTgt spid="163"/>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1" accel="50000" decel="5000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5"/>
                                        </p:tgtEl>
                                        <p:attrNameLst>
                                          <p:attrName>style.visibility</p:attrName>
                                        </p:attrNameLst>
                                      </p:cBhvr>
                                      <p:to>
                                        <p:strVal val="visible"/>
                                      </p:to>
                                    </p:set>
                                    <p:animEffect transition="in" filter="wipe(down)">
                                      <p:cBhvr>
                                        <p:cTn id="22" dur="500"/>
                                        <p:tgtEl>
                                          <p:spTgt spid="65"/>
                                        </p:tgtEl>
                                      </p:cBhvr>
                                    </p:animEffect>
                                  </p:childTnLst>
                                </p:cTn>
                              </p:par>
                            </p:childTnLst>
                          </p:cTn>
                        </p:par>
                        <p:par>
                          <p:cTn id="23" fill="hold">
                            <p:stCondLst>
                              <p:cond delay="500"/>
                            </p:stCondLst>
                            <p:childTnLst>
                              <p:par>
                                <p:cTn id="24" presetID="2" presetClass="entr" presetSubtype="4" accel="50000" decel="50000" fill="hold" grpId="0" nodeType="afterEffect">
                                  <p:stCondLst>
                                    <p:cond delay="0"/>
                                  </p:stCondLst>
                                  <p:childTnLst>
                                    <p:set>
                                      <p:cBhvr>
                                        <p:cTn id="25" dur="1" fill="hold">
                                          <p:stCondLst>
                                            <p:cond delay="0"/>
                                          </p:stCondLst>
                                        </p:cTn>
                                        <p:tgtEl>
                                          <p:spTgt spid="161"/>
                                        </p:tgtEl>
                                        <p:attrNameLst>
                                          <p:attrName>style.visibility</p:attrName>
                                        </p:attrNameLst>
                                      </p:cBhvr>
                                      <p:to>
                                        <p:strVal val="visible"/>
                                      </p:to>
                                    </p:set>
                                    <p:anim calcmode="lin" valueType="num">
                                      <p:cBhvr additive="base">
                                        <p:cTn id="26" dur="500" fill="hold"/>
                                        <p:tgtEl>
                                          <p:spTgt spid="161"/>
                                        </p:tgtEl>
                                        <p:attrNameLst>
                                          <p:attrName>ppt_x</p:attrName>
                                        </p:attrNameLst>
                                      </p:cBhvr>
                                      <p:tavLst>
                                        <p:tav tm="0">
                                          <p:val>
                                            <p:strVal val="#ppt_x"/>
                                          </p:val>
                                        </p:tav>
                                        <p:tav tm="100000">
                                          <p:val>
                                            <p:strVal val="#ppt_x"/>
                                          </p:val>
                                        </p:tav>
                                      </p:tavLst>
                                    </p:anim>
                                    <p:anim calcmode="lin" valueType="num">
                                      <p:cBhvr additive="base">
                                        <p:cTn id="27" dur="500" fill="hold"/>
                                        <p:tgtEl>
                                          <p:spTgt spid="161"/>
                                        </p:tgtEl>
                                        <p:attrNameLst>
                                          <p:attrName>ppt_y</p:attrName>
                                        </p:attrNameLst>
                                      </p:cBhvr>
                                      <p:tavLst>
                                        <p:tav tm="0">
                                          <p:val>
                                            <p:strVal val="1+#ppt_h/2"/>
                                          </p:val>
                                        </p:tav>
                                        <p:tav tm="100000">
                                          <p:val>
                                            <p:strVal val="#ppt_y"/>
                                          </p:val>
                                        </p:tav>
                                      </p:tavLst>
                                    </p:anim>
                                  </p:childTnLst>
                                </p:cTn>
                              </p:par>
                            </p:childTnLst>
                          </p:cTn>
                        </p:par>
                        <p:par>
                          <p:cTn id="28" fill="hold">
                            <p:stCondLst>
                              <p:cond delay="1000"/>
                            </p:stCondLst>
                            <p:childTnLst>
                              <p:par>
                                <p:cTn id="29" presetID="2" presetClass="entr" presetSubtype="1" accel="50000" decel="5000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fill="hold"/>
                                        <p:tgtEl>
                                          <p:spTgt spid="6"/>
                                        </p:tgtEl>
                                        <p:attrNameLst>
                                          <p:attrName>ppt_x</p:attrName>
                                        </p:attrNameLst>
                                      </p:cBhvr>
                                      <p:tavLst>
                                        <p:tav tm="0">
                                          <p:val>
                                            <p:strVal val="#ppt_x"/>
                                          </p:val>
                                        </p:tav>
                                        <p:tav tm="100000">
                                          <p:val>
                                            <p:strVal val="#ppt_x"/>
                                          </p:val>
                                        </p:tav>
                                      </p:tavLst>
                                    </p:anim>
                                    <p:anim calcmode="lin" valueType="num">
                                      <p:cBhvr additive="base">
                                        <p:cTn id="32"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73"/>
                                        </p:tgtEl>
                                        <p:attrNameLst>
                                          <p:attrName>style.visibility</p:attrName>
                                        </p:attrNameLst>
                                      </p:cBhvr>
                                      <p:to>
                                        <p:strVal val="visible"/>
                                      </p:to>
                                    </p:set>
                                    <p:animEffect transition="in" filter="wipe(down)">
                                      <p:cBhvr>
                                        <p:cTn id="37" dur="500"/>
                                        <p:tgtEl>
                                          <p:spTgt spid="73"/>
                                        </p:tgtEl>
                                      </p:cBhvr>
                                    </p:animEffect>
                                  </p:childTnLst>
                                </p:cTn>
                              </p:par>
                            </p:childTnLst>
                          </p:cTn>
                        </p:par>
                        <p:par>
                          <p:cTn id="38" fill="hold">
                            <p:stCondLst>
                              <p:cond delay="500"/>
                            </p:stCondLst>
                            <p:childTnLst>
                              <p:par>
                                <p:cTn id="39" presetID="2" presetClass="entr" presetSubtype="4" accel="50000" decel="50000" fill="hold" grpId="0" nodeType="afterEffect">
                                  <p:stCondLst>
                                    <p:cond delay="0"/>
                                  </p:stCondLst>
                                  <p:childTnLst>
                                    <p:set>
                                      <p:cBhvr>
                                        <p:cTn id="40" dur="1" fill="hold">
                                          <p:stCondLst>
                                            <p:cond delay="0"/>
                                          </p:stCondLst>
                                        </p:cTn>
                                        <p:tgtEl>
                                          <p:spTgt spid="164"/>
                                        </p:tgtEl>
                                        <p:attrNameLst>
                                          <p:attrName>style.visibility</p:attrName>
                                        </p:attrNameLst>
                                      </p:cBhvr>
                                      <p:to>
                                        <p:strVal val="visible"/>
                                      </p:to>
                                    </p:set>
                                    <p:anim calcmode="lin" valueType="num">
                                      <p:cBhvr additive="base">
                                        <p:cTn id="41" dur="500" fill="hold"/>
                                        <p:tgtEl>
                                          <p:spTgt spid="164"/>
                                        </p:tgtEl>
                                        <p:attrNameLst>
                                          <p:attrName>ppt_x</p:attrName>
                                        </p:attrNameLst>
                                      </p:cBhvr>
                                      <p:tavLst>
                                        <p:tav tm="0">
                                          <p:val>
                                            <p:strVal val="#ppt_x"/>
                                          </p:val>
                                        </p:tav>
                                        <p:tav tm="100000">
                                          <p:val>
                                            <p:strVal val="#ppt_x"/>
                                          </p:val>
                                        </p:tav>
                                      </p:tavLst>
                                    </p:anim>
                                    <p:anim calcmode="lin" valueType="num">
                                      <p:cBhvr additive="base">
                                        <p:cTn id="42" dur="500" fill="hold"/>
                                        <p:tgtEl>
                                          <p:spTgt spid="164"/>
                                        </p:tgtEl>
                                        <p:attrNameLst>
                                          <p:attrName>ppt_y</p:attrName>
                                        </p:attrNameLst>
                                      </p:cBhvr>
                                      <p:tavLst>
                                        <p:tav tm="0">
                                          <p:val>
                                            <p:strVal val="1+#ppt_h/2"/>
                                          </p:val>
                                        </p:tav>
                                        <p:tav tm="100000">
                                          <p:val>
                                            <p:strVal val="#ppt_y"/>
                                          </p:val>
                                        </p:tav>
                                      </p:tavLst>
                                    </p:anim>
                                  </p:childTnLst>
                                </p:cTn>
                              </p:par>
                            </p:childTnLst>
                          </p:cTn>
                        </p:par>
                        <p:par>
                          <p:cTn id="43" fill="hold">
                            <p:stCondLst>
                              <p:cond delay="1000"/>
                            </p:stCondLst>
                            <p:childTnLst>
                              <p:par>
                                <p:cTn id="44" presetID="2" presetClass="entr" presetSubtype="1" accel="50000" decel="50000"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500" fill="hold"/>
                                        <p:tgtEl>
                                          <p:spTgt spid="7"/>
                                        </p:tgtEl>
                                        <p:attrNameLst>
                                          <p:attrName>ppt_x</p:attrName>
                                        </p:attrNameLst>
                                      </p:cBhvr>
                                      <p:tavLst>
                                        <p:tav tm="0">
                                          <p:val>
                                            <p:strVal val="#ppt_x"/>
                                          </p:val>
                                        </p:tav>
                                        <p:tav tm="100000">
                                          <p:val>
                                            <p:strVal val="#ppt_x"/>
                                          </p:val>
                                        </p:tav>
                                      </p:tavLst>
                                    </p:anim>
                                    <p:anim calcmode="lin" valueType="num">
                                      <p:cBhvr additive="base">
                                        <p:cTn id="47"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wipe(down)">
                                      <p:cBhvr>
                                        <p:cTn id="52" dur="500"/>
                                        <p:tgtEl>
                                          <p:spTgt spid="77"/>
                                        </p:tgtEl>
                                      </p:cBhvr>
                                    </p:animEffect>
                                  </p:childTnLst>
                                </p:cTn>
                              </p:par>
                            </p:childTnLst>
                          </p:cTn>
                        </p:par>
                        <p:par>
                          <p:cTn id="53" fill="hold">
                            <p:stCondLst>
                              <p:cond delay="500"/>
                            </p:stCondLst>
                            <p:childTnLst>
                              <p:par>
                                <p:cTn id="54" presetID="2" presetClass="entr" presetSubtype="4" accel="50000" decel="50000" fill="hold" grpId="0" nodeType="afterEffect">
                                  <p:stCondLst>
                                    <p:cond delay="0"/>
                                  </p:stCondLst>
                                  <p:childTnLst>
                                    <p:set>
                                      <p:cBhvr>
                                        <p:cTn id="55" dur="1" fill="hold">
                                          <p:stCondLst>
                                            <p:cond delay="0"/>
                                          </p:stCondLst>
                                        </p:cTn>
                                        <p:tgtEl>
                                          <p:spTgt spid="162"/>
                                        </p:tgtEl>
                                        <p:attrNameLst>
                                          <p:attrName>style.visibility</p:attrName>
                                        </p:attrNameLst>
                                      </p:cBhvr>
                                      <p:to>
                                        <p:strVal val="visible"/>
                                      </p:to>
                                    </p:set>
                                    <p:anim calcmode="lin" valueType="num">
                                      <p:cBhvr additive="base">
                                        <p:cTn id="56" dur="500" fill="hold"/>
                                        <p:tgtEl>
                                          <p:spTgt spid="162"/>
                                        </p:tgtEl>
                                        <p:attrNameLst>
                                          <p:attrName>ppt_x</p:attrName>
                                        </p:attrNameLst>
                                      </p:cBhvr>
                                      <p:tavLst>
                                        <p:tav tm="0">
                                          <p:val>
                                            <p:strVal val="#ppt_x"/>
                                          </p:val>
                                        </p:tav>
                                        <p:tav tm="100000">
                                          <p:val>
                                            <p:strVal val="#ppt_x"/>
                                          </p:val>
                                        </p:tav>
                                      </p:tavLst>
                                    </p:anim>
                                    <p:anim calcmode="lin" valueType="num">
                                      <p:cBhvr additive="base">
                                        <p:cTn id="57" dur="500" fill="hold"/>
                                        <p:tgtEl>
                                          <p:spTgt spid="162"/>
                                        </p:tgtEl>
                                        <p:attrNameLst>
                                          <p:attrName>ppt_y</p:attrName>
                                        </p:attrNameLst>
                                      </p:cBhvr>
                                      <p:tavLst>
                                        <p:tav tm="0">
                                          <p:val>
                                            <p:strVal val="1+#ppt_h/2"/>
                                          </p:val>
                                        </p:tav>
                                        <p:tav tm="100000">
                                          <p:val>
                                            <p:strVal val="#ppt_y"/>
                                          </p:val>
                                        </p:tav>
                                      </p:tavLst>
                                    </p:anim>
                                  </p:childTnLst>
                                </p:cTn>
                              </p:par>
                            </p:childTnLst>
                          </p:cTn>
                        </p:par>
                        <p:par>
                          <p:cTn id="58" fill="hold">
                            <p:stCondLst>
                              <p:cond delay="1000"/>
                            </p:stCondLst>
                            <p:childTnLst>
                              <p:par>
                                <p:cTn id="59" presetID="2" presetClass="entr" presetSubtype="1" accel="50000" decel="50000" fill="hold" nodeType="afterEffect">
                                  <p:stCondLst>
                                    <p:cond delay="0"/>
                                  </p:stCondLst>
                                  <p:childTnLst>
                                    <p:set>
                                      <p:cBhvr>
                                        <p:cTn id="60" dur="1" fill="hold">
                                          <p:stCondLst>
                                            <p:cond delay="0"/>
                                          </p:stCondLst>
                                        </p:cTn>
                                        <p:tgtEl>
                                          <p:spTgt spid="166"/>
                                        </p:tgtEl>
                                        <p:attrNameLst>
                                          <p:attrName>style.visibility</p:attrName>
                                        </p:attrNameLst>
                                      </p:cBhvr>
                                      <p:to>
                                        <p:strVal val="visible"/>
                                      </p:to>
                                    </p:set>
                                    <p:anim calcmode="lin" valueType="num">
                                      <p:cBhvr additive="base">
                                        <p:cTn id="61" dur="500" fill="hold"/>
                                        <p:tgtEl>
                                          <p:spTgt spid="166"/>
                                        </p:tgtEl>
                                        <p:attrNameLst>
                                          <p:attrName>ppt_x</p:attrName>
                                        </p:attrNameLst>
                                      </p:cBhvr>
                                      <p:tavLst>
                                        <p:tav tm="0">
                                          <p:val>
                                            <p:strVal val="#ppt_x"/>
                                          </p:val>
                                        </p:tav>
                                        <p:tav tm="100000">
                                          <p:val>
                                            <p:strVal val="#ppt_x"/>
                                          </p:val>
                                        </p:tav>
                                      </p:tavLst>
                                    </p:anim>
                                    <p:anim calcmode="lin" valueType="num">
                                      <p:cBhvr additive="base">
                                        <p:cTn id="62" dur="500" fill="hold"/>
                                        <p:tgtEl>
                                          <p:spTgt spid="166"/>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173"/>
                                        </p:tgtEl>
                                        <p:attrNameLst>
                                          <p:attrName>style.visibility</p:attrName>
                                        </p:attrNameLst>
                                      </p:cBhvr>
                                      <p:to>
                                        <p:strVal val="visible"/>
                                      </p:to>
                                    </p:set>
                                    <p:animEffect transition="in" filter="wipe(down)">
                                      <p:cBhvr>
                                        <p:cTn id="67" dur="500"/>
                                        <p:tgtEl>
                                          <p:spTgt spid="173"/>
                                        </p:tgtEl>
                                      </p:cBhvr>
                                    </p:animEffect>
                                  </p:childTnLst>
                                </p:cTn>
                              </p:par>
                            </p:childTnLst>
                          </p:cTn>
                        </p:par>
                        <p:par>
                          <p:cTn id="68" fill="hold">
                            <p:stCondLst>
                              <p:cond delay="500"/>
                            </p:stCondLst>
                            <p:childTnLst>
                              <p:par>
                                <p:cTn id="69" presetID="2" presetClass="entr" presetSubtype="4" accel="50000" decel="50000" fill="hold" grpId="0" nodeType="afterEffect">
                                  <p:stCondLst>
                                    <p:cond delay="0"/>
                                  </p:stCondLst>
                                  <p:childTnLst>
                                    <p:set>
                                      <p:cBhvr>
                                        <p:cTn id="70" dur="1" fill="hold">
                                          <p:stCondLst>
                                            <p:cond delay="0"/>
                                          </p:stCondLst>
                                        </p:cTn>
                                        <p:tgtEl>
                                          <p:spTgt spid="165"/>
                                        </p:tgtEl>
                                        <p:attrNameLst>
                                          <p:attrName>style.visibility</p:attrName>
                                        </p:attrNameLst>
                                      </p:cBhvr>
                                      <p:to>
                                        <p:strVal val="visible"/>
                                      </p:to>
                                    </p:set>
                                    <p:anim calcmode="lin" valueType="num">
                                      <p:cBhvr additive="base">
                                        <p:cTn id="71" dur="500" fill="hold"/>
                                        <p:tgtEl>
                                          <p:spTgt spid="165"/>
                                        </p:tgtEl>
                                        <p:attrNameLst>
                                          <p:attrName>ppt_x</p:attrName>
                                        </p:attrNameLst>
                                      </p:cBhvr>
                                      <p:tavLst>
                                        <p:tav tm="0">
                                          <p:val>
                                            <p:strVal val="#ppt_x"/>
                                          </p:val>
                                        </p:tav>
                                        <p:tav tm="100000">
                                          <p:val>
                                            <p:strVal val="#ppt_x"/>
                                          </p:val>
                                        </p:tav>
                                      </p:tavLst>
                                    </p:anim>
                                    <p:anim calcmode="lin" valueType="num">
                                      <p:cBhvr additive="base">
                                        <p:cTn id="72" dur="500" fill="hold"/>
                                        <p:tgtEl>
                                          <p:spTgt spid="165"/>
                                        </p:tgtEl>
                                        <p:attrNameLst>
                                          <p:attrName>ppt_y</p:attrName>
                                        </p:attrNameLst>
                                      </p:cBhvr>
                                      <p:tavLst>
                                        <p:tav tm="0">
                                          <p:val>
                                            <p:strVal val="1+#ppt_h/2"/>
                                          </p:val>
                                        </p:tav>
                                        <p:tav tm="100000">
                                          <p:val>
                                            <p:strVal val="#ppt_y"/>
                                          </p:val>
                                        </p:tav>
                                      </p:tavLst>
                                    </p:anim>
                                  </p:childTnLst>
                                </p:cTn>
                              </p:par>
                            </p:childTnLst>
                          </p:cTn>
                        </p:par>
                        <p:par>
                          <p:cTn id="73" fill="hold">
                            <p:stCondLst>
                              <p:cond delay="1000"/>
                            </p:stCondLst>
                            <p:childTnLst>
                              <p:par>
                                <p:cTn id="74" presetID="2" presetClass="entr" presetSubtype="1" accel="50000" decel="50000" fill="hold" nodeType="afterEffect">
                                  <p:stCondLst>
                                    <p:cond delay="0"/>
                                  </p:stCondLst>
                                  <p:childTnLst>
                                    <p:set>
                                      <p:cBhvr>
                                        <p:cTn id="75" dur="1" fill="hold">
                                          <p:stCondLst>
                                            <p:cond delay="0"/>
                                          </p:stCondLst>
                                        </p:cTn>
                                        <p:tgtEl>
                                          <p:spTgt spid="170"/>
                                        </p:tgtEl>
                                        <p:attrNameLst>
                                          <p:attrName>style.visibility</p:attrName>
                                        </p:attrNameLst>
                                      </p:cBhvr>
                                      <p:to>
                                        <p:strVal val="visible"/>
                                      </p:to>
                                    </p:set>
                                    <p:anim calcmode="lin" valueType="num">
                                      <p:cBhvr additive="base">
                                        <p:cTn id="76" dur="500" fill="hold"/>
                                        <p:tgtEl>
                                          <p:spTgt spid="170"/>
                                        </p:tgtEl>
                                        <p:attrNameLst>
                                          <p:attrName>ppt_x</p:attrName>
                                        </p:attrNameLst>
                                      </p:cBhvr>
                                      <p:tavLst>
                                        <p:tav tm="0">
                                          <p:val>
                                            <p:strVal val="#ppt_x"/>
                                          </p:val>
                                        </p:tav>
                                        <p:tav tm="100000">
                                          <p:val>
                                            <p:strVal val="#ppt_x"/>
                                          </p:val>
                                        </p:tav>
                                      </p:tavLst>
                                    </p:anim>
                                    <p:anim calcmode="lin" valueType="num">
                                      <p:cBhvr additive="base">
                                        <p:cTn id="77" dur="500" fill="hold"/>
                                        <p:tgtEl>
                                          <p:spTgt spid="170"/>
                                        </p:tgtEl>
                                        <p:attrNameLst>
                                          <p:attrName>ppt_y</p:attrName>
                                        </p:attrNameLst>
                                      </p:cBhvr>
                                      <p:tavLst>
                                        <p:tav tm="0">
                                          <p:val>
                                            <p:strVal val="0-#ppt_h/2"/>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22" presetClass="entr" presetSubtype="4" fill="hold" grpId="0" nodeType="clickEffect">
                                  <p:stCondLst>
                                    <p:cond delay="0"/>
                                  </p:stCondLst>
                                  <p:childTnLst>
                                    <p:set>
                                      <p:cBhvr>
                                        <p:cTn id="81" dur="1" fill="hold">
                                          <p:stCondLst>
                                            <p:cond delay="0"/>
                                          </p:stCondLst>
                                        </p:cTn>
                                        <p:tgtEl>
                                          <p:spTgt spid="174"/>
                                        </p:tgtEl>
                                        <p:attrNameLst>
                                          <p:attrName>style.visibility</p:attrName>
                                        </p:attrNameLst>
                                      </p:cBhvr>
                                      <p:to>
                                        <p:strVal val="visible"/>
                                      </p:to>
                                    </p:set>
                                    <p:animEffect transition="in" filter="wipe(down)">
                                      <p:cBhvr>
                                        <p:cTn id="82" dur="500"/>
                                        <p:tgtEl>
                                          <p:spTgt spid="174"/>
                                        </p:tgtEl>
                                      </p:cBhvr>
                                    </p:animEffect>
                                  </p:childTnLst>
                                </p:cTn>
                              </p:par>
                            </p:childTnLst>
                          </p:cTn>
                        </p:par>
                        <p:par>
                          <p:cTn id="83" fill="hold">
                            <p:stCondLst>
                              <p:cond delay="500"/>
                            </p:stCondLst>
                            <p:childTnLst>
                              <p:par>
                                <p:cTn id="84" presetID="22" presetClass="entr" presetSubtype="8" fill="hold" grpId="0" nodeType="afterEffect">
                                  <p:stCondLst>
                                    <p:cond delay="0"/>
                                  </p:stCondLst>
                                  <p:childTnLst>
                                    <p:set>
                                      <p:cBhvr>
                                        <p:cTn id="85" dur="1" fill="hold">
                                          <p:stCondLst>
                                            <p:cond delay="0"/>
                                          </p:stCondLst>
                                        </p:cTn>
                                        <p:tgtEl>
                                          <p:spTgt spid="238"/>
                                        </p:tgtEl>
                                        <p:attrNameLst>
                                          <p:attrName>style.visibility</p:attrName>
                                        </p:attrNameLst>
                                      </p:cBhvr>
                                      <p:to>
                                        <p:strVal val="visible"/>
                                      </p:to>
                                    </p:set>
                                    <p:animEffect transition="in" filter="wipe(left)">
                                      <p:cBhvr>
                                        <p:cTn id="86" dur="500"/>
                                        <p:tgtEl>
                                          <p:spTgt spid="238"/>
                                        </p:tgtEl>
                                      </p:cBhvr>
                                    </p:animEffect>
                                  </p:childTnLst>
                                </p:cTn>
                              </p:par>
                            </p:childTnLst>
                          </p:cTn>
                        </p:par>
                        <p:par>
                          <p:cTn id="87" fill="hold">
                            <p:stCondLst>
                              <p:cond delay="1000"/>
                            </p:stCondLst>
                            <p:childTnLst>
                              <p:par>
                                <p:cTn id="88" presetID="22" presetClass="entr" presetSubtype="4" fill="hold" grpId="0" nodeType="afterEffect">
                                  <p:stCondLst>
                                    <p:cond delay="0"/>
                                  </p:stCondLst>
                                  <p:childTnLst>
                                    <p:set>
                                      <p:cBhvr>
                                        <p:cTn id="89" dur="1" fill="hold">
                                          <p:stCondLst>
                                            <p:cond delay="0"/>
                                          </p:stCondLst>
                                        </p:cTn>
                                        <p:tgtEl>
                                          <p:spTgt spid="239"/>
                                        </p:tgtEl>
                                        <p:attrNameLst>
                                          <p:attrName>style.visibility</p:attrName>
                                        </p:attrNameLst>
                                      </p:cBhvr>
                                      <p:to>
                                        <p:strVal val="visible"/>
                                      </p:to>
                                    </p:set>
                                    <p:animEffect transition="in" filter="wipe(down)">
                                      <p:cBhvr>
                                        <p:cTn id="90" dur="500"/>
                                        <p:tgtEl>
                                          <p:spTgt spid="239"/>
                                        </p:tgtEl>
                                      </p:cBhvr>
                                    </p:animEffect>
                                  </p:childTnLst>
                                </p:cTn>
                              </p:par>
                            </p:childTnLst>
                          </p:cTn>
                        </p:par>
                        <p:par>
                          <p:cTn id="91" fill="hold">
                            <p:stCondLst>
                              <p:cond delay="1500"/>
                            </p:stCondLst>
                            <p:childTnLst>
                              <p:par>
                                <p:cTn id="92" presetID="22" presetClass="entr" presetSubtype="8" fill="hold" grpId="0" nodeType="afterEffect">
                                  <p:stCondLst>
                                    <p:cond delay="0"/>
                                  </p:stCondLst>
                                  <p:childTnLst>
                                    <p:set>
                                      <p:cBhvr>
                                        <p:cTn id="93" dur="1" fill="hold">
                                          <p:stCondLst>
                                            <p:cond delay="0"/>
                                          </p:stCondLst>
                                        </p:cTn>
                                        <p:tgtEl>
                                          <p:spTgt spid="237"/>
                                        </p:tgtEl>
                                        <p:attrNameLst>
                                          <p:attrName>style.visibility</p:attrName>
                                        </p:attrNameLst>
                                      </p:cBhvr>
                                      <p:to>
                                        <p:strVal val="visible"/>
                                      </p:to>
                                    </p:set>
                                    <p:animEffect transition="in" filter="wipe(left)">
                                      <p:cBhvr>
                                        <p:cTn id="94" dur="500"/>
                                        <p:tgtEl>
                                          <p:spTgt spid="237"/>
                                        </p:tgtEl>
                                      </p:cBhvr>
                                    </p:animEffect>
                                  </p:childTnLst>
                                </p:cTn>
                              </p:par>
                            </p:childTnLst>
                          </p:cTn>
                        </p:par>
                        <p:par>
                          <p:cTn id="95" fill="hold">
                            <p:stCondLst>
                              <p:cond delay="2000"/>
                            </p:stCondLst>
                            <p:childTnLst>
                              <p:par>
                                <p:cTn id="96" presetID="22" presetClass="entr" presetSubtype="8" fill="hold" grpId="0" nodeType="afterEffect">
                                  <p:stCondLst>
                                    <p:cond delay="0"/>
                                  </p:stCondLst>
                                  <p:childTnLst>
                                    <p:set>
                                      <p:cBhvr>
                                        <p:cTn id="97" dur="1" fill="hold">
                                          <p:stCondLst>
                                            <p:cond delay="0"/>
                                          </p:stCondLst>
                                        </p:cTn>
                                        <p:tgtEl>
                                          <p:spTgt spid="240"/>
                                        </p:tgtEl>
                                        <p:attrNameLst>
                                          <p:attrName>style.visibility</p:attrName>
                                        </p:attrNameLst>
                                      </p:cBhvr>
                                      <p:to>
                                        <p:strVal val="visible"/>
                                      </p:to>
                                    </p:set>
                                    <p:animEffect transition="in" filter="wipe(left)">
                                      <p:cBhvr>
                                        <p:cTn id="98" dur="500"/>
                                        <p:tgtEl>
                                          <p:spTgt spid="240"/>
                                        </p:tgtEl>
                                      </p:cBhvr>
                                    </p:animEffect>
                                  </p:childTnLst>
                                </p:cTn>
                              </p:par>
                            </p:childTnLst>
                          </p:cTn>
                        </p:par>
                        <p:par>
                          <p:cTn id="99" fill="hold">
                            <p:stCondLst>
                              <p:cond delay="2500"/>
                            </p:stCondLst>
                            <p:childTnLst>
                              <p:par>
                                <p:cTn id="100" presetID="22" presetClass="entr" presetSubtype="4" fill="hold" nodeType="afterEffect">
                                  <p:stCondLst>
                                    <p:cond delay="0"/>
                                  </p:stCondLst>
                                  <p:childTnLst>
                                    <p:set>
                                      <p:cBhvr>
                                        <p:cTn id="101" dur="1" fill="hold">
                                          <p:stCondLst>
                                            <p:cond delay="0"/>
                                          </p:stCondLst>
                                        </p:cTn>
                                        <p:tgtEl>
                                          <p:spTgt spid="206"/>
                                        </p:tgtEl>
                                        <p:attrNameLst>
                                          <p:attrName>style.visibility</p:attrName>
                                        </p:attrNameLst>
                                      </p:cBhvr>
                                      <p:to>
                                        <p:strVal val="visible"/>
                                      </p:to>
                                    </p:set>
                                    <p:animEffect transition="in" filter="wipe(down)">
                                      <p:cBhvr>
                                        <p:cTn id="102" dur="500"/>
                                        <p:tgtEl>
                                          <p:spTgt spid="206"/>
                                        </p:tgtEl>
                                      </p:cBhvr>
                                    </p:animEffect>
                                  </p:childTnLst>
                                </p:cTn>
                              </p:par>
                            </p:childTnLst>
                          </p:cTn>
                        </p:par>
                        <p:par>
                          <p:cTn id="103" fill="hold">
                            <p:stCondLst>
                              <p:cond delay="3000"/>
                            </p:stCondLst>
                            <p:childTnLst>
                              <p:par>
                                <p:cTn id="104" presetID="22" presetClass="entr" presetSubtype="4" fill="hold" grpId="0" nodeType="afterEffect">
                                  <p:stCondLst>
                                    <p:cond delay="0"/>
                                  </p:stCondLst>
                                  <p:childTnLst>
                                    <p:set>
                                      <p:cBhvr>
                                        <p:cTn id="105" dur="1" fill="hold">
                                          <p:stCondLst>
                                            <p:cond delay="0"/>
                                          </p:stCondLst>
                                        </p:cTn>
                                        <p:tgtEl>
                                          <p:spTgt spid="169"/>
                                        </p:tgtEl>
                                        <p:attrNameLst>
                                          <p:attrName>style.visibility</p:attrName>
                                        </p:attrNameLst>
                                      </p:cBhvr>
                                      <p:to>
                                        <p:strVal val="visible"/>
                                      </p:to>
                                    </p:set>
                                    <p:animEffect transition="in" filter="wipe(down)">
                                      <p:cBhvr>
                                        <p:cTn id="106" dur="500"/>
                                        <p:tgtEl>
                                          <p:spTgt spid="169"/>
                                        </p:tgtEl>
                                      </p:cBhvr>
                                    </p:animEffect>
                                  </p:childTnLst>
                                </p:cTn>
                              </p:par>
                            </p:childTnLst>
                          </p:cTn>
                        </p:par>
                        <p:par>
                          <p:cTn id="107" fill="hold">
                            <p:stCondLst>
                              <p:cond delay="3500"/>
                            </p:stCondLst>
                            <p:childTnLst>
                              <p:par>
                                <p:cTn id="108" presetID="22" presetClass="entr" presetSubtype="4" fill="hold" nodeType="afterEffect">
                                  <p:stCondLst>
                                    <p:cond delay="0"/>
                                  </p:stCondLst>
                                  <p:childTnLst>
                                    <p:set>
                                      <p:cBhvr>
                                        <p:cTn id="109" dur="1" fill="hold">
                                          <p:stCondLst>
                                            <p:cond delay="0"/>
                                          </p:stCondLst>
                                        </p:cTn>
                                        <p:tgtEl>
                                          <p:spTgt spid="175"/>
                                        </p:tgtEl>
                                        <p:attrNameLst>
                                          <p:attrName>style.visibility</p:attrName>
                                        </p:attrNameLst>
                                      </p:cBhvr>
                                      <p:to>
                                        <p:strVal val="visible"/>
                                      </p:to>
                                    </p:set>
                                    <p:animEffect transition="in" filter="wipe(down)">
                                      <p:cBhvr>
                                        <p:cTn id="110" dur="500"/>
                                        <p:tgtEl>
                                          <p:spTgt spid="175"/>
                                        </p:tgtEl>
                                      </p:cBhvr>
                                    </p:animEffect>
                                  </p:childTnLst>
                                </p:cTn>
                              </p:par>
                            </p:childTnLst>
                          </p:cTn>
                        </p:par>
                        <p:par>
                          <p:cTn id="111" fill="hold">
                            <p:stCondLst>
                              <p:cond delay="4000"/>
                            </p:stCondLst>
                            <p:childTnLst>
                              <p:par>
                                <p:cTn id="112" presetID="22" presetClass="entr" presetSubtype="4" fill="hold" grpId="0" nodeType="afterEffect">
                                  <p:stCondLst>
                                    <p:cond delay="0"/>
                                  </p:stCondLst>
                                  <p:childTnLst>
                                    <p:set>
                                      <p:cBhvr>
                                        <p:cTn id="113" dur="1" fill="hold">
                                          <p:stCondLst>
                                            <p:cond delay="0"/>
                                          </p:stCondLst>
                                        </p:cTn>
                                        <p:tgtEl>
                                          <p:spTgt spid="157"/>
                                        </p:tgtEl>
                                        <p:attrNameLst>
                                          <p:attrName>style.visibility</p:attrName>
                                        </p:attrNameLst>
                                      </p:cBhvr>
                                      <p:to>
                                        <p:strVal val="visible"/>
                                      </p:to>
                                    </p:set>
                                    <p:animEffect transition="in" filter="wipe(down)">
                                      <p:cBhvr>
                                        <p:cTn id="114"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3" grpId="0"/>
      <p:bldP spid="77" grpId="0"/>
      <p:bldP spid="161" grpId="0" animBg="1"/>
      <p:bldP spid="162" grpId="0" animBg="1"/>
      <p:bldP spid="163" grpId="0" animBg="1"/>
      <p:bldP spid="164" grpId="0" animBg="1"/>
      <p:bldP spid="165" grpId="0" animBg="1"/>
      <p:bldP spid="173" grpId="0"/>
      <p:bldP spid="174" grpId="0"/>
      <p:bldP spid="157" grpId="0"/>
      <p:bldP spid="169" grpId="0"/>
      <p:bldP spid="237" grpId="0"/>
      <p:bldP spid="238" grpId="0"/>
      <p:bldP spid="239" grpId="0"/>
      <p:bldP spid="24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Oval 25"/>
          <p:cNvSpPr/>
          <p:nvPr/>
        </p:nvSpPr>
        <p:spPr>
          <a:xfrm>
            <a:off x="4429024" y="1960141"/>
            <a:ext cx="4101964" cy="4101964"/>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spcBef>
                <a:spcPts val="0"/>
              </a:spcBef>
              <a:spcAft>
                <a:spcPts val="0"/>
              </a:spcAft>
            </a:pPr>
            <a:endParaRPr lang="en-AU" sz="9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8" name="Group 17"/>
          <p:cNvGrpSpPr/>
          <p:nvPr/>
        </p:nvGrpSpPr>
        <p:grpSpPr>
          <a:xfrm>
            <a:off x="5540262" y="2301904"/>
            <a:ext cx="1879488" cy="3418438"/>
            <a:chOff x="2777030" y="1276350"/>
            <a:chExt cx="1871170" cy="3403312"/>
          </a:xfrm>
          <a:effectLst>
            <a:outerShdw blurRad="50800" dist="38100" dir="2700000" algn="tl" rotWithShape="0">
              <a:prstClr val="black">
                <a:alpha val="40000"/>
              </a:prstClr>
            </a:outerShdw>
          </a:effectLst>
        </p:grpSpPr>
        <p:pic>
          <p:nvPicPr>
            <p:cNvPr id="19" name="Picture 18"/>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777030" y="1276350"/>
              <a:ext cx="1871170" cy="3403312"/>
            </a:xfrm>
            <a:prstGeom prst="rect">
              <a:avLst/>
            </a:prstGeom>
          </p:spPr>
        </p:pic>
        <p:sp>
          <p:nvSpPr>
            <p:cNvPr id="20" name="Rectangle 19"/>
            <p:cNvSpPr/>
            <p:nvPr/>
          </p:nvSpPr>
          <p:spPr>
            <a:xfrm>
              <a:off x="2961703" y="1874759"/>
              <a:ext cx="1501824" cy="2211466"/>
            </a:xfrm>
            <a:prstGeom prst="rect">
              <a:avLst/>
            </a:prstGeom>
            <a:blipFill dpi="0" rotWithShape="1">
              <a:blip r:embed="rId4"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spcBef>
                  <a:spcPts val="0"/>
                </a:spcBef>
                <a:spcAft>
                  <a:spcPts val="0"/>
                </a:spcAft>
              </a:pPr>
              <a:endParaRPr lang="en-US" sz="9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9" name="Group 28"/>
          <p:cNvGrpSpPr/>
          <p:nvPr/>
        </p:nvGrpSpPr>
        <p:grpSpPr>
          <a:xfrm>
            <a:off x="7644771" y="2208822"/>
            <a:ext cx="904654" cy="904657"/>
            <a:chOff x="8197836" y="1898395"/>
            <a:chExt cx="1017919" cy="1017922"/>
          </a:xfrm>
        </p:grpSpPr>
        <p:sp>
          <p:nvSpPr>
            <p:cNvPr id="27" name="Shape 255"/>
            <p:cNvSpPr/>
            <p:nvPr/>
          </p:nvSpPr>
          <p:spPr>
            <a:xfrm>
              <a:off x="8197836" y="1898395"/>
              <a:ext cx="1017919" cy="1017922"/>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chemeClr val="accent3"/>
            </a:solidFill>
            <a:ln w="76200" cap="flat">
              <a:solidFill>
                <a:schemeClr val="bg1"/>
              </a:solidFill>
              <a:miter lim="400000"/>
            </a:ln>
            <a:effectLst/>
          </p:spPr>
          <p:txBody>
            <a:bodyPr wrap="square" lIns="40181" tIns="40181" rIns="40181" bIns="4018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Shape 256"/>
            <p:cNvSpPr/>
            <p:nvPr/>
          </p:nvSpPr>
          <p:spPr>
            <a:xfrm>
              <a:off x="8505560" y="2180961"/>
              <a:ext cx="402470" cy="452790"/>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rgbClr val="FFFFFF"/>
            </a:solidFill>
            <a:ln w="12700" cap="flat">
              <a:noFill/>
              <a:miter lim="400000"/>
            </a:ln>
            <a:effectLst/>
          </p:spPr>
          <p:txBody>
            <a:bodyPr wrap="square" lIns="46041" tIns="46041" rIns="46041" bIns="4604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1" name="Group 30"/>
          <p:cNvGrpSpPr/>
          <p:nvPr/>
        </p:nvGrpSpPr>
        <p:grpSpPr>
          <a:xfrm>
            <a:off x="4390335" y="2211918"/>
            <a:ext cx="904654" cy="904657"/>
            <a:chOff x="8197836" y="1898395"/>
            <a:chExt cx="1017919" cy="1017922"/>
          </a:xfrm>
        </p:grpSpPr>
        <p:sp>
          <p:nvSpPr>
            <p:cNvPr id="32" name="Shape 255"/>
            <p:cNvSpPr/>
            <p:nvPr/>
          </p:nvSpPr>
          <p:spPr>
            <a:xfrm>
              <a:off x="8197836" y="1898395"/>
              <a:ext cx="1017919" cy="1017922"/>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chemeClr val="accent2"/>
            </a:solidFill>
            <a:ln w="76200" cap="flat">
              <a:solidFill>
                <a:schemeClr val="bg1"/>
              </a:solidFill>
              <a:miter lim="400000"/>
            </a:ln>
            <a:effectLst/>
          </p:spPr>
          <p:txBody>
            <a:bodyPr wrap="square" lIns="40181" tIns="40181" rIns="40181" bIns="4018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Shape 256"/>
            <p:cNvSpPr/>
            <p:nvPr/>
          </p:nvSpPr>
          <p:spPr>
            <a:xfrm flipH="1">
              <a:off x="8505560" y="2180961"/>
              <a:ext cx="402470" cy="452790"/>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rgbClr val="FFFFFF"/>
            </a:solidFill>
            <a:ln w="12700" cap="flat">
              <a:noFill/>
              <a:miter lim="400000"/>
            </a:ln>
            <a:effectLst/>
          </p:spPr>
          <p:txBody>
            <a:bodyPr wrap="square" lIns="46041" tIns="46041" rIns="46041" bIns="4604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0" name="Group 39"/>
          <p:cNvGrpSpPr/>
          <p:nvPr/>
        </p:nvGrpSpPr>
        <p:grpSpPr>
          <a:xfrm>
            <a:off x="7640402" y="4900513"/>
            <a:ext cx="904654" cy="904657"/>
            <a:chOff x="8197836" y="1898395"/>
            <a:chExt cx="1017919" cy="1017922"/>
          </a:xfrm>
        </p:grpSpPr>
        <p:sp>
          <p:nvSpPr>
            <p:cNvPr id="41" name="Shape 255"/>
            <p:cNvSpPr/>
            <p:nvPr/>
          </p:nvSpPr>
          <p:spPr>
            <a:xfrm>
              <a:off x="8197836" y="1898395"/>
              <a:ext cx="1017919" cy="1017922"/>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chemeClr val="accent5"/>
            </a:solidFill>
            <a:ln w="76200" cap="flat">
              <a:solidFill>
                <a:schemeClr val="bg1"/>
              </a:solidFill>
              <a:miter lim="400000"/>
            </a:ln>
            <a:effectLst/>
          </p:spPr>
          <p:txBody>
            <a:bodyPr wrap="square" lIns="40181" tIns="40181" rIns="40181" bIns="4018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Shape 256"/>
            <p:cNvSpPr/>
            <p:nvPr/>
          </p:nvSpPr>
          <p:spPr>
            <a:xfrm>
              <a:off x="8505560" y="2180961"/>
              <a:ext cx="402470" cy="452790"/>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rgbClr val="FFFFFF"/>
            </a:solidFill>
            <a:ln w="12700" cap="flat">
              <a:noFill/>
              <a:miter lim="400000"/>
            </a:ln>
            <a:effectLst/>
          </p:spPr>
          <p:txBody>
            <a:bodyPr wrap="square" lIns="46041" tIns="46041" rIns="46041" bIns="4604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3" name="Group 42"/>
          <p:cNvGrpSpPr/>
          <p:nvPr/>
        </p:nvGrpSpPr>
        <p:grpSpPr>
          <a:xfrm>
            <a:off x="4422891" y="4904695"/>
            <a:ext cx="904654" cy="904657"/>
            <a:chOff x="8197836" y="1898395"/>
            <a:chExt cx="1017919" cy="1017922"/>
          </a:xfrm>
        </p:grpSpPr>
        <p:sp>
          <p:nvSpPr>
            <p:cNvPr id="44" name="Shape 255"/>
            <p:cNvSpPr/>
            <p:nvPr/>
          </p:nvSpPr>
          <p:spPr>
            <a:xfrm>
              <a:off x="8197836" y="1898395"/>
              <a:ext cx="1017919" cy="1017922"/>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chemeClr val="accent4"/>
            </a:solidFill>
            <a:ln w="76200" cap="flat">
              <a:solidFill>
                <a:schemeClr val="bg1"/>
              </a:solidFill>
              <a:miter lim="400000"/>
            </a:ln>
            <a:effectLst/>
          </p:spPr>
          <p:txBody>
            <a:bodyPr wrap="square" lIns="40181" tIns="40181" rIns="40181" bIns="4018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Shape 256"/>
            <p:cNvSpPr/>
            <p:nvPr/>
          </p:nvSpPr>
          <p:spPr>
            <a:xfrm flipH="1">
              <a:off x="8505560" y="2180961"/>
              <a:ext cx="402470" cy="452790"/>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rgbClr val="FFFFFF"/>
            </a:solidFill>
            <a:ln w="12700" cap="flat">
              <a:noFill/>
              <a:miter lim="400000"/>
            </a:ln>
            <a:effectLst/>
          </p:spPr>
          <p:txBody>
            <a:bodyPr wrap="square" lIns="46041" tIns="46041" rIns="46041" bIns="46041" numCol="1" anchor="ctr">
              <a:noAutofit/>
            </a:bodyPr>
            <a:lstStyle/>
            <a:p>
              <a:pPr algn="just">
                <a:lnSpc>
                  <a:spcPct val="120000"/>
                </a:lnSpc>
                <a:spcBef>
                  <a:spcPts val="0"/>
                </a:spcBef>
                <a:spcAft>
                  <a:spcPts val="0"/>
                </a:spcAft>
                <a:defRPr sz="3200">
                  <a:solidFill>
                    <a:srgbClr val="FFFFFF"/>
                  </a:solidFill>
                  <a:latin typeface="+mn-lt"/>
                  <a:ea typeface="+mn-ea"/>
                  <a:cs typeface="+mn-cs"/>
                  <a:sym typeface="Helvetica Light"/>
                </a:defRPr>
              </a:pPr>
              <a:endParaRPr sz="90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1" name="Text Placeholder 8"/>
          <p:cNvSpPr txBox="1">
            <a:spLocks/>
          </p:cNvSpPr>
          <p:nvPr/>
        </p:nvSpPr>
        <p:spPr>
          <a:xfrm>
            <a:off x="2454434" y="2295525"/>
            <a:ext cx="1770063" cy="298450"/>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fontAlgn="auto">
              <a:lnSpc>
                <a:spcPct val="120000"/>
              </a:lnSpc>
              <a:spcBef>
                <a:spcPts val="0"/>
              </a:spcBef>
              <a:spcAft>
                <a:spcPts val="0"/>
              </a:spcAft>
              <a:buFont typeface="Arial" panose="020B0604020202020204" pitchFamily="34" charset="0"/>
              <a:buNone/>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Text Placeholder 9"/>
          <p:cNvSpPr txBox="1">
            <a:spLocks/>
          </p:cNvSpPr>
          <p:nvPr/>
        </p:nvSpPr>
        <p:spPr>
          <a:xfrm>
            <a:off x="1949609" y="2547938"/>
            <a:ext cx="2274888" cy="708347"/>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fontAlgn="auto">
              <a:lnSpc>
                <a:spcPct val="120000"/>
              </a:lnSpc>
              <a:spcBef>
                <a:spcPts val="0"/>
              </a:spcBef>
              <a:spcAft>
                <a:spcPts val="0"/>
              </a:spcAft>
              <a:buNone/>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directly.ent</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to this directly.</a:t>
            </a:r>
            <a:endParaRPr lang="en-AU"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Text Placeholder 8"/>
          <p:cNvSpPr txBox="1">
            <a:spLocks/>
          </p:cNvSpPr>
          <p:nvPr/>
        </p:nvSpPr>
        <p:spPr>
          <a:xfrm>
            <a:off x="8756809" y="2295525"/>
            <a:ext cx="1770063" cy="298450"/>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0"/>
              </a:spcBef>
              <a:spcAft>
                <a:spcPts val="0"/>
              </a:spcAft>
              <a:buFont typeface="Arial" panose="020B0604020202020204" pitchFamily="34" charset="0"/>
              <a:buNone/>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Text Placeholder 9"/>
          <p:cNvSpPr txBox="1">
            <a:spLocks/>
          </p:cNvSpPr>
          <p:nvPr/>
        </p:nvSpPr>
        <p:spPr>
          <a:xfrm>
            <a:off x="8756809" y="2547938"/>
            <a:ext cx="2274888" cy="708347"/>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directly.ent</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to this directly.</a:t>
            </a:r>
            <a:endParaRPr lang="en-AU"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Text Placeholder 8"/>
          <p:cNvSpPr txBox="1">
            <a:spLocks/>
          </p:cNvSpPr>
          <p:nvPr/>
        </p:nvSpPr>
        <p:spPr>
          <a:xfrm>
            <a:off x="2454434" y="4966153"/>
            <a:ext cx="1770063" cy="298450"/>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fontAlgn="auto">
              <a:lnSpc>
                <a:spcPct val="120000"/>
              </a:lnSpc>
              <a:spcBef>
                <a:spcPts val="0"/>
              </a:spcBef>
              <a:spcAft>
                <a:spcPts val="0"/>
              </a:spcAft>
              <a:buFont typeface="Arial" panose="020B0604020202020204" pitchFamily="34" charset="0"/>
              <a:buNone/>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Text Placeholder 9"/>
          <p:cNvSpPr txBox="1">
            <a:spLocks/>
          </p:cNvSpPr>
          <p:nvPr/>
        </p:nvSpPr>
        <p:spPr>
          <a:xfrm>
            <a:off x="1949609" y="5218566"/>
            <a:ext cx="2274888" cy="708347"/>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fontAlgn="auto">
              <a:lnSpc>
                <a:spcPct val="120000"/>
              </a:lnSpc>
              <a:spcBef>
                <a:spcPts val="0"/>
              </a:spcBef>
              <a:spcAft>
                <a:spcPts val="0"/>
              </a:spcAft>
              <a:buNone/>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directly.ent</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to this directly.</a:t>
            </a:r>
            <a:endParaRPr lang="en-AU"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Text Placeholder 8"/>
          <p:cNvSpPr txBox="1">
            <a:spLocks/>
          </p:cNvSpPr>
          <p:nvPr/>
        </p:nvSpPr>
        <p:spPr>
          <a:xfrm>
            <a:off x="8756809" y="4966153"/>
            <a:ext cx="1770063" cy="298450"/>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0"/>
              </a:spcBef>
              <a:spcAft>
                <a:spcPts val="0"/>
              </a:spcAft>
              <a:buFont typeface="Arial" panose="020B0604020202020204" pitchFamily="34" charset="0"/>
              <a:buNone/>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Text Placeholder 9"/>
          <p:cNvSpPr txBox="1">
            <a:spLocks/>
          </p:cNvSpPr>
          <p:nvPr/>
        </p:nvSpPr>
        <p:spPr>
          <a:xfrm>
            <a:off x="8756809" y="5218566"/>
            <a:ext cx="2274888" cy="708347"/>
          </a:xfrm>
          <a:prstGeom prst="rect">
            <a:avLst/>
          </a:prstGeom>
        </p:spPr>
        <p:txBody>
          <a:bodyPr>
            <a:no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directly.ent</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to this directly.</a:t>
            </a:r>
            <a:endParaRPr lang="en-AU"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165400777"/>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animEffect transition="in" filter="fade">
                                      <p:cBhvr>
                                        <p:cTn id="9" dur="500"/>
                                        <p:tgtEl>
                                          <p:spTgt spid="26"/>
                                        </p:tgtEl>
                                      </p:cBhvr>
                                    </p:animEffect>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500" fill="hold"/>
                                        <p:tgtEl>
                                          <p:spTgt spid="18"/>
                                        </p:tgtEl>
                                        <p:attrNameLst>
                                          <p:attrName>ppt_x</p:attrName>
                                        </p:attrNameLst>
                                      </p:cBhvr>
                                      <p:tavLst>
                                        <p:tav tm="0">
                                          <p:val>
                                            <p:strVal val="#ppt_x"/>
                                          </p:val>
                                        </p:tav>
                                        <p:tav tm="100000">
                                          <p:val>
                                            <p:strVal val="#ppt_x"/>
                                          </p:val>
                                        </p:tav>
                                      </p:tavLst>
                                    </p:anim>
                                    <p:anim calcmode="lin" valueType="num">
                                      <p:cBhvr additive="base">
                                        <p:cTn id="14" dur="500" fill="hold"/>
                                        <p:tgtEl>
                                          <p:spTgt spid="18"/>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49" presetClass="entr" presetSubtype="0" decel="100000" fill="hold" nodeType="afterEffect">
                                  <p:stCondLst>
                                    <p:cond delay="0"/>
                                  </p:stCondLst>
                                  <p:childTnLst>
                                    <p:set>
                                      <p:cBhvr>
                                        <p:cTn id="17" dur="1" fill="hold">
                                          <p:stCondLst>
                                            <p:cond delay="0"/>
                                          </p:stCondLst>
                                        </p:cTn>
                                        <p:tgtEl>
                                          <p:spTgt spid="31"/>
                                        </p:tgtEl>
                                        <p:attrNameLst>
                                          <p:attrName>style.visibility</p:attrName>
                                        </p:attrNameLst>
                                      </p:cBhvr>
                                      <p:to>
                                        <p:strVal val="visible"/>
                                      </p:to>
                                    </p:set>
                                    <p:anim calcmode="lin" valueType="num">
                                      <p:cBhvr>
                                        <p:cTn id="18" dur="500" fill="hold"/>
                                        <p:tgtEl>
                                          <p:spTgt spid="31"/>
                                        </p:tgtEl>
                                        <p:attrNameLst>
                                          <p:attrName>ppt_w</p:attrName>
                                        </p:attrNameLst>
                                      </p:cBhvr>
                                      <p:tavLst>
                                        <p:tav tm="0">
                                          <p:val>
                                            <p:fltVal val="0"/>
                                          </p:val>
                                        </p:tav>
                                        <p:tav tm="100000">
                                          <p:val>
                                            <p:strVal val="#ppt_w"/>
                                          </p:val>
                                        </p:tav>
                                      </p:tavLst>
                                    </p:anim>
                                    <p:anim calcmode="lin" valueType="num">
                                      <p:cBhvr>
                                        <p:cTn id="19" dur="500" fill="hold"/>
                                        <p:tgtEl>
                                          <p:spTgt spid="31"/>
                                        </p:tgtEl>
                                        <p:attrNameLst>
                                          <p:attrName>ppt_h</p:attrName>
                                        </p:attrNameLst>
                                      </p:cBhvr>
                                      <p:tavLst>
                                        <p:tav tm="0">
                                          <p:val>
                                            <p:fltVal val="0"/>
                                          </p:val>
                                        </p:tav>
                                        <p:tav tm="100000">
                                          <p:val>
                                            <p:strVal val="#ppt_h"/>
                                          </p:val>
                                        </p:tav>
                                      </p:tavLst>
                                    </p:anim>
                                    <p:anim calcmode="lin" valueType="num">
                                      <p:cBhvr>
                                        <p:cTn id="20" dur="500" fill="hold"/>
                                        <p:tgtEl>
                                          <p:spTgt spid="31"/>
                                        </p:tgtEl>
                                        <p:attrNameLst>
                                          <p:attrName>style.rotation</p:attrName>
                                        </p:attrNameLst>
                                      </p:cBhvr>
                                      <p:tavLst>
                                        <p:tav tm="0">
                                          <p:val>
                                            <p:fltVal val="360"/>
                                          </p:val>
                                        </p:tav>
                                        <p:tav tm="100000">
                                          <p:val>
                                            <p:fltVal val="0"/>
                                          </p:val>
                                        </p:tav>
                                      </p:tavLst>
                                    </p:anim>
                                    <p:animEffect transition="in" filter="fade">
                                      <p:cBhvr>
                                        <p:cTn id="21" dur="500"/>
                                        <p:tgtEl>
                                          <p:spTgt spid="31"/>
                                        </p:tgtEl>
                                      </p:cBhvr>
                                    </p:animEffect>
                                  </p:childTnLst>
                                </p:cTn>
                              </p:par>
                            </p:childTnLst>
                          </p:cTn>
                        </p:par>
                        <p:par>
                          <p:cTn id="22" fill="hold">
                            <p:stCondLst>
                              <p:cond delay="1500"/>
                            </p:stCondLst>
                            <p:childTnLst>
                              <p:par>
                                <p:cTn id="23" presetID="49" presetClass="entr" presetSubtype="0" decel="100000" fill="hold" nodeType="afterEffect">
                                  <p:stCondLst>
                                    <p:cond delay="0"/>
                                  </p:stCondLst>
                                  <p:childTnLst>
                                    <p:set>
                                      <p:cBhvr>
                                        <p:cTn id="24" dur="1" fill="hold">
                                          <p:stCondLst>
                                            <p:cond delay="0"/>
                                          </p:stCondLst>
                                        </p:cTn>
                                        <p:tgtEl>
                                          <p:spTgt spid="29"/>
                                        </p:tgtEl>
                                        <p:attrNameLst>
                                          <p:attrName>style.visibility</p:attrName>
                                        </p:attrNameLst>
                                      </p:cBhvr>
                                      <p:to>
                                        <p:strVal val="visible"/>
                                      </p:to>
                                    </p:set>
                                    <p:anim calcmode="lin" valueType="num">
                                      <p:cBhvr>
                                        <p:cTn id="25" dur="500" fill="hold"/>
                                        <p:tgtEl>
                                          <p:spTgt spid="29"/>
                                        </p:tgtEl>
                                        <p:attrNameLst>
                                          <p:attrName>ppt_w</p:attrName>
                                        </p:attrNameLst>
                                      </p:cBhvr>
                                      <p:tavLst>
                                        <p:tav tm="0">
                                          <p:val>
                                            <p:fltVal val="0"/>
                                          </p:val>
                                        </p:tav>
                                        <p:tav tm="100000">
                                          <p:val>
                                            <p:strVal val="#ppt_w"/>
                                          </p:val>
                                        </p:tav>
                                      </p:tavLst>
                                    </p:anim>
                                    <p:anim calcmode="lin" valueType="num">
                                      <p:cBhvr>
                                        <p:cTn id="26" dur="500" fill="hold"/>
                                        <p:tgtEl>
                                          <p:spTgt spid="29"/>
                                        </p:tgtEl>
                                        <p:attrNameLst>
                                          <p:attrName>ppt_h</p:attrName>
                                        </p:attrNameLst>
                                      </p:cBhvr>
                                      <p:tavLst>
                                        <p:tav tm="0">
                                          <p:val>
                                            <p:fltVal val="0"/>
                                          </p:val>
                                        </p:tav>
                                        <p:tav tm="100000">
                                          <p:val>
                                            <p:strVal val="#ppt_h"/>
                                          </p:val>
                                        </p:tav>
                                      </p:tavLst>
                                    </p:anim>
                                    <p:anim calcmode="lin" valueType="num">
                                      <p:cBhvr>
                                        <p:cTn id="27" dur="500" fill="hold"/>
                                        <p:tgtEl>
                                          <p:spTgt spid="29"/>
                                        </p:tgtEl>
                                        <p:attrNameLst>
                                          <p:attrName>style.rotation</p:attrName>
                                        </p:attrNameLst>
                                      </p:cBhvr>
                                      <p:tavLst>
                                        <p:tav tm="0">
                                          <p:val>
                                            <p:fltVal val="360"/>
                                          </p:val>
                                        </p:tav>
                                        <p:tav tm="100000">
                                          <p:val>
                                            <p:fltVal val="0"/>
                                          </p:val>
                                        </p:tav>
                                      </p:tavLst>
                                    </p:anim>
                                    <p:animEffect transition="in" filter="fade">
                                      <p:cBhvr>
                                        <p:cTn id="28" dur="500"/>
                                        <p:tgtEl>
                                          <p:spTgt spid="29"/>
                                        </p:tgtEl>
                                      </p:cBhvr>
                                    </p:animEffect>
                                  </p:childTnLst>
                                </p:cTn>
                              </p:par>
                            </p:childTnLst>
                          </p:cTn>
                        </p:par>
                        <p:par>
                          <p:cTn id="29" fill="hold">
                            <p:stCondLst>
                              <p:cond delay="2000"/>
                            </p:stCondLst>
                            <p:childTnLst>
                              <p:par>
                                <p:cTn id="30" presetID="49" presetClass="entr" presetSubtype="0" decel="100000"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p:cTn id="32" dur="500" fill="hold"/>
                                        <p:tgtEl>
                                          <p:spTgt spid="43"/>
                                        </p:tgtEl>
                                        <p:attrNameLst>
                                          <p:attrName>ppt_w</p:attrName>
                                        </p:attrNameLst>
                                      </p:cBhvr>
                                      <p:tavLst>
                                        <p:tav tm="0">
                                          <p:val>
                                            <p:fltVal val="0"/>
                                          </p:val>
                                        </p:tav>
                                        <p:tav tm="100000">
                                          <p:val>
                                            <p:strVal val="#ppt_w"/>
                                          </p:val>
                                        </p:tav>
                                      </p:tavLst>
                                    </p:anim>
                                    <p:anim calcmode="lin" valueType="num">
                                      <p:cBhvr>
                                        <p:cTn id="33" dur="500" fill="hold"/>
                                        <p:tgtEl>
                                          <p:spTgt spid="43"/>
                                        </p:tgtEl>
                                        <p:attrNameLst>
                                          <p:attrName>ppt_h</p:attrName>
                                        </p:attrNameLst>
                                      </p:cBhvr>
                                      <p:tavLst>
                                        <p:tav tm="0">
                                          <p:val>
                                            <p:fltVal val="0"/>
                                          </p:val>
                                        </p:tav>
                                        <p:tav tm="100000">
                                          <p:val>
                                            <p:strVal val="#ppt_h"/>
                                          </p:val>
                                        </p:tav>
                                      </p:tavLst>
                                    </p:anim>
                                    <p:anim calcmode="lin" valueType="num">
                                      <p:cBhvr>
                                        <p:cTn id="34" dur="500" fill="hold"/>
                                        <p:tgtEl>
                                          <p:spTgt spid="43"/>
                                        </p:tgtEl>
                                        <p:attrNameLst>
                                          <p:attrName>style.rotation</p:attrName>
                                        </p:attrNameLst>
                                      </p:cBhvr>
                                      <p:tavLst>
                                        <p:tav tm="0">
                                          <p:val>
                                            <p:fltVal val="360"/>
                                          </p:val>
                                        </p:tav>
                                        <p:tav tm="100000">
                                          <p:val>
                                            <p:fltVal val="0"/>
                                          </p:val>
                                        </p:tav>
                                      </p:tavLst>
                                    </p:anim>
                                    <p:animEffect transition="in" filter="fade">
                                      <p:cBhvr>
                                        <p:cTn id="35" dur="500"/>
                                        <p:tgtEl>
                                          <p:spTgt spid="43"/>
                                        </p:tgtEl>
                                      </p:cBhvr>
                                    </p:animEffect>
                                  </p:childTnLst>
                                </p:cTn>
                              </p:par>
                            </p:childTnLst>
                          </p:cTn>
                        </p:par>
                        <p:par>
                          <p:cTn id="36" fill="hold">
                            <p:stCondLst>
                              <p:cond delay="2500"/>
                            </p:stCondLst>
                            <p:childTnLst>
                              <p:par>
                                <p:cTn id="37" presetID="49" presetClass="entr" presetSubtype="0" decel="100000" fill="hold" nodeType="after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p:cTn id="39" dur="500" fill="hold"/>
                                        <p:tgtEl>
                                          <p:spTgt spid="40"/>
                                        </p:tgtEl>
                                        <p:attrNameLst>
                                          <p:attrName>ppt_w</p:attrName>
                                        </p:attrNameLst>
                                      </p:cBhvr>
                                      <p:tavLst>
                                        <p:tav tm="0">
                                          <p:val>
                                            <p:fltVal val="0"/>
                                          </p:val>
                                        </p:tav>
                                        <p:tav tm="100000">
                                          <p:val>
                                            <p:strVal val="#ppt_w"/>
                                          </p:val>
                                        </p:tav>
                                      </p:tavLst>
                                    </p:anim>
                                    <p:anim calcmode="lin" valueType="num">
                                      <p:cBhvr>
                                        <p:cTn id="40" dur="500" fill="hold"/>
                                        <p:tgtEl>
                                          <p:spTgt spid="40"/>
                                        </p:tgtEl>
                                        <p:attrNameLst>
                                          <p:attrName>ppt_h</p:attrName>
                                        </p:attrNameLst>
                                      </p:cBhvr>
                                      <p:tavLst>
                                        <p:tav tm="0">
                                          <p:val>
                                            <p:fltVal val="0"/>
                                          </p:val>
                                        </p:tav>
                                        <p:tav tm="100000">
                                          <p:val>
                                            <p:strVal val="#ppt_h"/>
                                          </p:val>
                                        </p:tav>
                                      </p:tavLst>
                                    </p:anim>
                                    <p:anim calcmode="lin" valueType="num">
                                      <p:cBhvr>
                                        <p:cTn id="41" dur="500" fill="hold"/>
                                        <p:tgtEl>
                                          <p:spTgt spid="40"/>
                                        </p:tgtEl>
                                        <p:attrNameLst>
                                          <p:attrName>style.rotation</p:attrName>
                                        </p:attrNameLst>
                                      </p:cBhvr>
                                      <p:tavLst>
                                        <p:tav tm="0">
                                          <p:val>
                                            <p:fltVal val="360"/>
                                          </p:val>
                                        </p:tav>
                                        <p:tav tm="100000">
                                          <p:val>
                                            <p:fltVal val="0"/>
                                          </p:val>
                                        </p:tav>
                                      </p:tavLst>
                                    </p:anim>
                                    <p:animEffect transition="in" filter="fade">
                                      <p:cBhvr>
                                        <p:cTn id="42" dur="500"/>
                                        <p:tgtEl>
                                          <p:spTgt spid="40"/>
                                        </p:tgtEl>
                                      </p:cBhvr>
                                    </p:animEffect>
                                  </p:childTnLst>
                                </p:cTn>
                              </p:par>
                            </p:childTnLst>
                          </p:cTn>
                        </p:par>
                        <p:par>
                          <p:cTn id="43" fill="hold">
                            <p:stCondLst>
                              <p:cond delay="3000"/>
                            </p:stCondLst>
                            <p:childTnLst>
                              <p:par>
                                <p:cTn id="44" presetID="53" presetClass="entr" presetSubtype="16" fill="hold" grpId="0" nodeType="afterEffect">
                                  <p:stCondLst>
                                    <p:cond delay="0"/>
                                  </p:stCondLst>
                                  <p:childTnLst>
                                    <p:set>
                                      <p:cBhvr>
                                        <p:cTn id="45" dur="1" fill="hold">
                                          <p:stCondLst>
                                            <p:cond delay="0"/>
                                          </p:stCondLst>
                                        </p:cTn>
                                        <p:tgtEl>
                                          <p:spTgt spid="21">
                                            <p:txEl>
                                              <p:pRg st="0" end="0"/>
                                            </p:txEl>
                                          </p:spTgt>
                                        </p:tgtEl>
                                        <p:attrNameLst>
                                          <p:attrName>style.visibility</p:attrName>
                                        </p:attrNameLst>
                                      </p:cBhvr>
                                      <p:to>
                                        <p:strVal val="visible"/>
                                      </p:to>
                                    </p:set>
                                    <p:anim calcmode="lin" valueType="num">
                                      <p:cBhvr>
                                        <p:cTn id="46"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7"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8" dur="500"/>
                                        <p:tgtEl>
                                          <p:spTgt spid="21">
                                            <p:txEl>
                                              <p:pRg st="0" end="0"/>
                                            </p:txEl>
                                          </p:spTgt>
                                        </p:tgtEl>
                                      </p:cBhvr>
                                    </p:animEffect>
                                  </p:childTnLst>
                                </p:cTn>
                              </p:par>
                            </p:childTnLst>
                          </p:cTn>
                        </p:par>
                        <p:par>
                          <p:cTn id="49" fill="hold">
                            <p:stCondLst>
                              <p:cond delay="3500"/>
                            </p:stCondLst>
                            <p:childTnLst>
                              <p:par>
                                <p:cTn id="50" presetID="22" presetClass="entr" presetSubtype="4"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Effect transition="in" filter="wipe(down)">
                                      <p:cBhvr>
                                        <p:cTn id="52" dur="500"/>
                                        <p:tgtEl>
                                          <p:spTgt spid="22">
                                            <p:txEl>
                                              <p:pRg st="0" end="0"/>
                                            </p:txEl>
                                          </p:spTgt>
                                        </p:tgtEl>
                                      </p:cBhvr>
                                    </p:animEffect>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23">
                                            <p:txEl>
                                              <p:pRg st="0" end="0"/>
                                            </p:txEl>
                                          </p:spTgt>
                                        </p:tgtEl>
                                        <p:attrNameLst>
                                          <p:attrName>style.visibility</p:attrName>
                                        </p:attrNameLst>
                                      </p:cBhvr>
                                      <p:to>
                                        <p:strVal val="visible"/>
                                      </p:to>
                                    </p:set>
                                    <p:anim calcmode="lin" valueType="num">
                                      <p:cBhvr>
                                        <p:cTn id="56"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23">
                                            <p:txEl>
                                              <p:pRg st="0" end="0"/>
                                            </p:txEl>
                                          </p:spTgt>
                                        </p:tgtEl>
                                      </p:cBhvr>
                                    </p:animEffect>
                                  </p:childTnLst>
                                </p:cTn>
                              </p:par>
                            </p:childTnLst>
                          </p:cTn>
                        </p:par>
                        <p:par>
                          <p:cTn id="59" fill="hold">
                            <p:stCondLst>
                              <p:cond delay="4500"/>
                            </p:stCondLst>
                            <p:childTnLst>
                              <p:par>
                                <p:cTn id="60" presetID="22" presetClass="entr" presetSubtype="4" fill="hold" grpId="0" nodeType="afterEffect">
                                  <p:stCondLst>
                                    <p:cond delay="0"/>
                                  </p:stCondLst>
                                  <p:childTnLst>
                                    <p:set>
                                      <p:cBhvr>
                                        <p:cTn id="61" dur="1" fill="hold">
                                          <p:stCondLst>
                                            <p:cond delay="0"/>
                                          </p:stCondLst>
                                        </p:cTn>
                                        <p:tgtEl>
                                          <p:spTgt spid="24">
                                            <p:txEl>
                                              <p:pRg st="0" end="0"/>
                                            </p:txEl>
                                          </p:spTgt>
                                        </p:tgtEl>
                                        <p:attrNameLst>
                                          <p:attrName>style.visibility</p:attrName>
                                        </p:attrNameLst>
                                      </p:cBhvr>
                                      <p:to>
                                        <p:strVal val="visible"/>
                                      </p:to>
                                    </p:set>
                                    <p:animEffect transition="in" filter="wipe(down)">
                                      <p:cBhvr>
                                        <p:cTn id="62" dur="500"/>
                                        <p:tgtEl>
                                          <p:spTgt spid="24">
                                            <p:txEl>
                                              <p:pRg st="0" end="0"/>
                                            </p:txEl>
                                          </p:spTgt>
                                        </p:tgtEl>
                                      </p:cBhvr>
                                    </p:animEffect>
                                  </p:childTnLst>
                                </p:cTn>
                              </p:par>
                            </p:childTnLst>
                          </p:cTn>
                        </p:par>
                        <p:par>
                          <p:cTn id="63" fill="hold">
                            <p:stCondLst>
                              <p:cond delay="5000"/>
                            </p:stCondLst>
                            <p:childTnLst>
                              <p:par>
                                <p:cTn id="64" presetID="53" presetClass="entr" presetSubtype="16" fill="hold" grpId="0" nodeType="afterEffect">
                                  <p:stCondLst>
                                    <p:cond delay="0"/>
                                  </p:stCondLst>
                                  <p:childTnLst>
                                    <p:set>
                                      <p:cBhvr>
                                        <p:cTn id="65" dur="1" fill="hold">
                                          <p:stCondLst>
                                            <p:cond delay="0"/>
                                          </p:stCondLst>
                                        </p:cTn>
                                        <p:tgtEl>
                                          <p:spTgt spid="25">
                                            <p:txEl>
                                              <p:pRg st="0" end="0"/>
                                            </p:txEl>
                                          </p:spTgt>
                                        </p:tgtEl>
                                        <p:attrNameLst>
                                          <p:attrName>style.visibility</p:attrName>
                                        </p:attrNameLst>
                                      </p:cBhvr>
                                      <p:to>
                                        <p:strVal val="visible"/>
                                      </p:to>
                                    </p:set>
                                    <p:anim calcmode="lin" valueType="num">
                                      <p:cBhvr>
                                        <p:cTn id="66"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67"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68" dur="500"/>
                                        <p:tgtEl>
                                          <p:spTgt spid="25">
                                            <p:txEl>
                                              <p:pRg st="0" end="0"/>
                                            </p:txEl>
                                          </p:spTgt>
                                        </p:tgtEl>
                                      </p:cBhvr>
                                    </p:animEffect>
                                  </p:childTnLst>
                                </p:cTn>
                              </p:par>
                            </p:childTnLst>
                          </p:cTn>
                        </p:par>
                        <p:par>
                          <p:cTn id="69" fill="hold">
                            <p:stCondLst>
                              <p:cond delay="5500"/>
                            </p:stCondLst>
                            <p:childTnLst>
                              <p:par>
                                <p:cTn id="70" presetID="22" presetClass="entr" presetSubtype="4" fill="hold" grpId="0" nodeType="afterEffect">
                                  <p:stCondLst>
                                    <p:cond delay="0"/>
                                  </p:stCondLst>
                                  <p:childTnLst>
                                    <p:set>
                                      <p:cBhvr>
                                        <p:cTn id="71" dur="1" fill="hold">
                                          <p:stCondLst>
                                            <p:cond delay="0"/>
                                          </p:stCondLst>
                                        </p:cTn>
                                        <p:tgtEl>
                                          <p:spTgt spid="30">
                                            <p:txEl>
                                              <p:pRg st="0" end="0"/>
                                            </p:txEl>
                                          </p:spTgt>
                                        </p:tgtEl>
                                        <p:attrNameLst>
                                          <p:attrName>style.visibility</p:attrName>
                                        </p:attrNameLst>
                                      </p:cBhvr>
                                      <p:to>
                                        <p:strVal val="visible"/>
                                      </p:to>
                                    </p:set>
                                    <p:animEffect transition="in" filter="wipe(down)">
                                      <p:cBhvr>
                                        <p:cTn id="72" dur="500"/>
                                        <p:tgtEl>
                                          <p:spTgt spid="30">
                                            <p:txEl>
                                              <p:pRg st="0" end="0"/>
                                            </p:txEl>
                                          </p:spTgt>
                                        </p:tgtEl>
                                      </p:cBhvr>
                                    </p:animEffect>
                                  </p:childTnLst>
                                </p:cTn>
                              </p:par>
                            </p:childTnLst>
                          </p:cTn>
                        </p:par>
                        <p:par>
                          <p:cTn id="73" fill="hold">
                            <p:stCondLst>
                              <p:cond delay="6000"/>
                            </p:stCondLst>
                            <p:childTnLst>
                              <p:par>
                                <p:cTn id="74" presetID="53" presetClass="entr" presetSubtype="16" fill="hold" grpId="0" nodeType="afterEffect">
                                  <p:stCondLst>
                                    <p:cond delay="0"/>
                                  </p:stCondLst>
                                  <p:childTnLst>
                                    <p:set>
                                      <p:cBhvr>
                                        <p:cTn id="75" dur="1" fill="hold">
                                          <p:stCondLst>
                                            <p:cond delay="0"/>
                                          </p:stCondLst>
                                        </p:cTn>
                                        <p:tgtEl>
                                          <p:spTgt spid="34">
                                            <p:txEl>
                                              <p:pRg st="0" end="0"/>
                                            </p:txEl>
                                          </p:spTgt>
                                        </p:tgtEl>
                                        <p:attrNameLst>
                                          <p:attrName>style.visibility</p:attrName>
                                        </p:attrNameLst>
                                      </p:cBhvr>
                                      <p:to>
                                        <p:strVal val="visible"/>
                                      </p:to>
                                    </p:set>
                                    <p:anim calcmode="lin" valueType="num">
                                      <p:cBhvr>
                                        <p:cTn id="76"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77"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78" dur="500"/>
                                        <p:tgtEl>
                                          <p:spTgt spid="34">
                                            <p:txEl>
                                              <p:pRg st="0" end="0"/>
                                            </p:txEl>
                                          </p:spTgt>
                                        </p:tgtEl>
                                      </p:cBhvr>
                                    </p:animEffect>
                                  </p:childTnLst>
                                </p:cTn>
                              </p:par>
                            </p:childTnLst>
                          </p:cTn>
                        </p:par>
                        <p:par>
                          <p:cTn id="79" fill="hold">
                            <p:stCondLst>
                              <p:cond delay="6500"/>
                            </p:stCondLst>
                            <p:childTnLst>
                              <p:par>
                                <p:cTn id="80" presetID="22" presetClass="entr" presetSubtype="4" fill="hold" grpId="0" nodeType="afterEffect">
                                  <p:stCondLst>
                                    <p:cond delay="0"/>
                                  </p:stCondLst>
                                  <p:childTnLst>
                                    <p:set>
                                      <p:cBhvr>
                                        <p:cTn id="81" dur="1" fill="hold">
                                          <p:stCondLst>
                                            <p:cond delay="0"/>
                                          </p:stCondLst>
                                        </p:cTn>
                                        <p:tgtEl>
                                          <p:spTgt spid="35">
                                            <p:txEl>
                                              <p:pRg st="0" end="0"/>
                                            </p:txEl>
                                          </p:spTgt>
                                        </p:tgtEl>
                                        <p:attrNameLst>
                                          <p:attrName>style.visibility</p:attrName>
                                        </p:attrNameLst>
                                      </p:cBhvr>
                                      <p:to>
                                        <p:strVal val="visible"/>
                                      </p:to>
                                    </p:set>
                                    <p:animEffect transition="in" filter="wipe(down)">
                                      <p:cBhvr>
                                        <p:cTn id="82"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1" grpId="0" build="p"/>
      <p:bldP spid="22" grpId="0" build="p"/>
      <p:bldP spid="23" grpId="0" build="p"/>
      <p:bldP spid="24" grpId="0" build="p"/>
      <p:bldP spid="25" grpId="0" build="p"/>
      <p:bldP spid="30" grpId="0" build="p"/>
      <p:bldP spid="34" grpId="0" build="p"/>
      <p:bldP spid="35"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4821" y="1570361"/>
            <a:ext cx="4011895" cy="2450259"/>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6" name="Rectangle 5"/>
          <p:cNvSpPr/>
          <p:nvPr/>
        </p:nvSpPr>
        <p:spPr>
          <a:xfrm>
            <a:off x="374821" y="4070824"/>
            <a:ext cx="4011895" cy="24501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15" name="TextBox 14"/>
          <p:cNvSpPr txBox="1"/>
          <p:nvPr/>
        </p:nvSpPr>
        <p:spPr>
          <a:xfrm>
            <a:off x="973919" y="4383009"/>
            <a:ext cx="2808822" cy="1615827"/>
          </a:xfrm>
          <a:prstGeom prst="rect">
            <a:avLst/>
          </a:prstGeom>
          <a:noFill/>
        </p:spPr>
        <p:txBody>
          <a:bodyPr wrap="square" lIns="0" tIns="0" rIns="0" bIns="0" numCol="1" spcCol="360000">
            <a:spAutoFit/>
          </a:bodyPr>
          <a:lstStyle/>
          <a:p>
            <a:pPr algn="just">
              <a:lnSpc>
                <a:spcPct val="150000"/>
              </a:lnSpc>
            </a:pPr>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17" name="Rectangle 16"/>
          <p:cNvSpPr/>
          <p:nvPr/>
        </p:nvSpPr>
        <p:spPr>
          <a:xfrm>
            <a:off x="4448819" y="1570361"/>
            <a:ext cx="4011895" cy="245025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18" name="Rectangle 17"/>
          <p:cNvSpPr/>
          <p:nvPr/>
        </p:nvSpPr>
        <p:spPr>
          <a:xfrm>
            <a:off x="4448819" y="4070847"/>
            <a:ext cx="4011895" cy="2450184"/>
          </a:xfrm>
          <a:prstGeom prst="rect">
            <a:avLst/>
          </a:prstGeom>
          <a:blipFill dpi="0" rotWithShape="1">
            <a:blip r:embed="rId4"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19" name="TextBox 18"/>
          <p:cNvSpPr txBox="1"/>
          <p:nvPr/>
        </p:nvSpPr>
        <p:spPr>
          <a:xfrm>
            <a:off x="5047921" y="1871521"/>
            <a:ext cx="2808822" cy="1615827"/>
          </a:xfrm>
          <a:prstGeom prst="rect">
            <a:avLst/>
          </a:prstGeom>
          <a:noFill/>
        </p:spPr>
        <p:txBody>
          <a:bodyPr wrap="square" lIns="0" tIns="0" rIns="0" bIns="0" numCol="1" spcCol="360000">
            <a:spAutoFit/>
          </a:bodyPr>
          <a:lstStyle/>
          <a:p>
            <a:pPr algn="just">
              <a:lnSpc>
                <a:spcPct val="150000"/>
              </a:lnSpc>
            </a:pPr>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20" name="Rectangle 19"/>
          <p:cNvSpPr/>
          <p:nvPr/>
        </p:nvSpPr>
        <p:spPr>
          <a:xfrm>
            <a:off x="8522818" y="1570361"/>
            <a:ext cx="4011895" cy="2450259"/>
          </a:xfrm>
          <a:prstGeom prst="rect">
            <a:avLst/>
          </a:prstGeom>
          <a:blipFill dpi="0" rotWithShape="1">
            <a:blip r:embed="rId5"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21" name="Rectangle 20"/>
          <p:cNvSpPr/>
          <p:nvPr/>
        </p:nvSpPr>
        <p:spPr>
          <a:xfrm>
            <a:off x="8522818" y="4070847"/>
            <a:ext cx="4011895" cy="24501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sz="2078" dirty="0">
              <a:latin typeface="Arial" panose="020B0604020202020204" pitchFamily="34" charset="0"/>
              <a:ea typeface="微软雅黑" panose="020B0503020204020204" pitchFamily="34" charset="-122"/>
              <a:sym typeface="Arial" panose="020B0604020202020204" pitchFamily="34" charset="0"/>
            </a:endParaRPr>
          </a:p>
        </p:txBody>
      </p:sp>
      <p:sp>
        <p:nvSpPr>
          <p:cNvPr id="22" name="TextBox 21"/>
          <p:cNvSpPr txBox="1"/>
          <p:nvPr/>
        </p:nvSpPr>
        <p:spPr>
          <a:xfrm>
            <a:off x="9121921" y="4383009"/>
            <a:ext cx="2808822" cy="1615827"/>
          </a:xfrm>
          <a:prstGeom prst="rect">
            <a:avLst/>
          </a:prstGeom>
          <a:noFill/>
        </p:spPr>
        <p:txBody>
          <a:bodyPr wrap="square" lIns="0" tIns="0" rIns="0" bIns="0" numCol="1" spcCol="360000">
            <a:spAutoFit/>
          </a:bodyPr>
          <a:lstStyle/>
          <a:p>
            <a:pPr algn="just">
              <a:lnSpc>
                <a:spcPct val="150000"/>
              </a:lnSpc>
            </a:pPr>
            <a:r>
              <a:rPr lang="zh-CN" altLang="en-US" sz="1400" dirty="0">
                <a:solidFill>
                  <a:schemeClr val="bg1"/>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gn="just">
              <a:lnSpc>
                <a:spcPct val="150000"/>
              </a:lnSpc>
            </a:pPr>
            <a:r>
              <a:rPr lang="zh-CN" altLang="en-US" sz="800" dirty="0">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p>
        </p:txBody>
      </p:sp>
      <p:sp>
        <p:nvSpPr>
          <p:cNvPr id="11"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763493669"/>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stCondLst>
                                    <p:cond delay="5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8" fill="hold" grpId="0" nodeType="withEffect">
                                  <p:stCondLst>
                                    <p:cond delay="5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500" fill="hold"/>
                                        <p:tgtEl>
                                          <p:spTgt spid="17"/>
                                        </p:tgtEl>
                                        <p:attrNameLst>
                                          <p:attrName>ppt_x</p:attrName>
                                        </p:attrNameLst>
                                      </p:cBhvr>
                                      <p:tavLst>
                                        <p:tav tm="0">
                                          <p:val>
                                            <p:strVal val="0-#ppt_w/2"/>
                                          </p:val>
                                        </p:tav>
                                        <p:tav tm="100000">
                                          <p:val>
                                            <p:strVal val="#ppt_x"/>
                                          </p:val>
                                        </p:tav>
                                      </p:tavLst>
                                    </p:anim>
                                    <p:anim calcmode="lin" valueType="num">
                                      <p:cBhvr additive="base">
                                        <p:cTn id="20" dur="5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5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500" fill="hold"/>
                                        <p:tgtEl>
                                          <p:spTgt spid="20"/>
                                        </p:tgtEl>
                                        <p:attrNameLst>
                                          <p:attrName>ppt_x</p:attrName>
                                        </p:attrNameLst>
                                      </p:cBhvr>
                                      <p:tavLst>
                                        <p:tav tm="0">
                                          <p:val>
                                            <p:strVal val="0-#ppt_w/2"/>
                                          </p:val>
                                        </p:tav>
                                        <p:tav tm="100000">
                                          <p:val>
                                            <p:strVal val="#ppt_x"/>
                                          </p:val>
                                        </p:tav>
                                      </p:tavLst>
                                    </p:anim>
                                    <p:anim calcmode="lin" valueType="num">
                                      <p:cBhvr additive="base">
                                        <p:cTn id="32" dur="500" fill="hold"/>
                                        <p:tgtEl>
                                          <p:spTgt spid="2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50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fill="hold"/>
                                        <p:tgtEl>
                                          <p:spTgt spid="21"/>
                                        </p:tgtEl>
                                        <p:attrNameLst>
                                          <p:attrName>ppt_x</p:attrName>
                                        </p:attrNameLst>
                                      </p:cBhvr>
                                      <p:tavLst>
                                        <p:tav tm="0">
                                          <p:val>
                                            <p:strVal val="0-#ppt_w/2"/>
                                          </p:val>
                                        </p:tav>
                                        <p:tav tm="100000">
                                          <p:val>
                                            <p:strVal val="#ppt_x"/>
                                          </p:val>
                                        </p:tav>
                                      </p:tavLst>
                                    </p:anim>
                                    <p:anim calcmode="lin" valueType="num">
                                      <p:cBhvr additive="base">
                                        <p:cTn id="36" dur="500" fill="hold"/>
                                        <p:tgtEl>
                                          <p:spTgt spid="21"/>
                                        </p:tgtEl>
                                        <p:attrNameLst>
                                          <p:attrName>ppt_y</p:attrName>
                                        </p:attrNameLst>
                                      </p:cBhvr>
                                      <p:tavLst>
                                        <p:tav tm="0">
                                          <p:val>
                                            <p:strVal val="#ppt_y"/>
                                          </p:val>
                                        </p:tav>
                                        <p:tav tm="100000">
                                          <p:val>
                                            <p:strVal val="#ppt_y"/>
                                          </p:val>
                                        </p:tav>
                                      </p:tavLst>
                                    </p:anim>
                                  </p:childTnLst>
                                </p:cTn>
                              </p:par>
                              <p:par>
                                <p:cTn id="37" presetID="2" presetClass="entr" presetSubtype="4" fill="hold" grpId="0" nodeType="withEffect">
                                  <p:stCondLst>
                                    <p:cond delay="50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500" fill="hold"/>
                                        <p:tgtEl>
                                          <p:spTgt spid="22"/>
                                        </p:tgtEl>
                                        <p:attrNameLst>
                                          <p:attrName>ppt_x</p:attrName>
                                        </p:attrNameLst>
                                      </p:cBhvr>
                                      <p:tavLst>
                                        <p:tav tm="0">
                                          <p:val>
                                            <p:strVal val="#ppt_x"/>
                                          </p:val>
                                        </p:tav>
                                        <p:tav tm="100000">
                                          <p:val>
                                            <p:strVal val="#ppt_x"/>
                                          </p:val>
                                        </p:tav>
                                      </p:tavLst>
                                    </p:anim>
                                    <p:anim calcmode="lin" valueType="num">
                                      <p:cBhvr additive="base">
                                        <p:cTn id="4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5" grpId="0"/>
      <p:bldP spid="17" grpId="0" animBg="1"/>
      <p:bldP spid="18" grpId="0" animBg="1"/>
      <p:bldP spid="19" grpId="0"/>
      <p:bldP spid="20" grpId="0" animBg="1"/>
      <p:bldP spid="21" grpId="0" animBg="1"/>
      <p:bldP spid="2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任意多边形 178"/>
          <p:cNvSpPr>
            <a:spLocks/>
          </p:cNvSpPr>
          <p:nvPr/>
        </p:nvSpPr>
        <p:spPr bwMode="auto">
          <a:xfrm>
            <a:off x="2815005" y="1735551"/>
            <a:ext cx="1361345" cy="2999495"/>
          </a:xfrm>
          <a:custGeom>
            <a:avLst/>
            <a:gdLst>
              <a:gd name="connsiteX0" fmla="*/ 234950 w 1428751"/>
              <a:gd name="connsiteY0" fmla="*/ 0 h 3148013"/>
              <a:gd name="connsiteX1" fmla="*/ 239712 w 1428751"/>
              <a:gd name="connsiteY1" fmla="*/ 0 h 3148013"/>
              <a:gd name="connsiteX2" fmla="*/ 276225 w 1428751"/>
              <a:gd name="connsiteY2" fmla="*/ 0 h 3148013"/>
              <a:gd name="connsiteX3" fmla="*/ 319088 w 1428751"/>
              <a:gd name="connsiteY3" fmla="*/ 0 h 3148013"/>
              <a:gd name="connsiteX4" fmla="*/ 361950 w 1428751"/>
              <a:gd name="connsiteY4" fmla="*/ 0 h 3148013"/>
              <a:gd name="connsiteX5" fmla="*/ 361951 w 1428751"/>
              <a:gd name="connsiteY5" fmla="*/ 0 h 3148013"/>
              <a:gd name="connsiteX6" fmla="*/ 404813 w 1428751"/>
              <a:gd name="connsiteY6" fmla="*/ 0 h 3148013"/>
              <a:gd name="connsiteX7" fmla="*/ 446088 w 1428751"/>
              <a:gd name="connsiteY7" fmla="*/ 0 h 3148013"/>
              <a:gd name="connsiteX8" fmla="*/ 488950 w 1428751"/>
              <a:gd name="connsiteY8" fmla="*/ 0 h 3148013"/>
              <a:gd name="connsiteX9" fmla="*/ 488951 w 1428751"/>
              <a:gd name="connsiteY9" fmla="*/ 0 h 3148013"/>
              <a:gd name="connsiteX10" fmla="*/ 531813 w 1428751"/>
              <a:gd name="connsiteY10" fmla="*/ 0 h 3148013"/>
              <a:gd name="connsiteX11" fmla="*/ 576263 w 1428751"/>
              <a:gd name="connsiteY11" fmla="*/ 0 h 3148013"/>
              <a:gd name="connsiteX12" fmla="*/ 617538 w 1428751"/>
              <a:gd name="connsiteY12" fmla="*/ 0 h 3148013"/>
              <a:gd name="connsiteX13" fmla="*/ 660400 w 1428751"/>
              <a:gd name="connsiteY13" fmla="*/ 0 h 3148013"/>
              <a:gd name="connsiteX14" fmla="*/ 660401 w 1428751"/>
              <a:gd name="connsiteY14" fmla="*/ 0 h 3148013"/>
              <a:gd name="connsiteX15" fmla="*/ 703263 w 1428751"/>
              <a:gd name="connsiteY15" fmla="*/ 0 h 3148013"/>
              <a:gd name="connsiteX16" fmla="*/ 744538 w 1428751"/>
              <a:gd name="connsiteY16" fmla="*/ 0 h 3148013"/>
              <a:gd name="connsiteX17" fmla="*/ 787400 w 1428751"/>
              <a:gd name="connsiteY17" fmla="*/ 0 h 3148013"/>
              <a:gd name="connsiteX18" fmla="*/ 787401 w 1428751"/>
              <a:gd name="connsiteY18" fmla="*/ 0 h 3148013"/>
              <a:gd name="connsiteX19" fmla="*/ 830263 w 1428751"/>
              <a:gd name="connsiteY19" fmla="*/ 0 h 3148013"/>
              <a:gd name="connsiteX20" fmla="*/ 873125 w 1428751"/>
              <a:gd name="connsiteY20" fmla="*/ 0 h 3148013"/>
              <a:gd name="connsiteX21" fmla="*/ 873126 w 1428751"/>
              <a:gd name="connsiteY21" fmla="*/ 0 h 3148013"/>
              <a:gd name="connsiteX22" fmla="*/ 914400 w 1428751"/>
              <a:gd name="connsiteY22" fmla="*/ 0 h 3148013"/>
              <a:gd name="connsiteX23" fmla="*/ 958850 w 1428751"/>
              <a:gd name="connsiteY23" fmla="*/ 0 h 3148013"/>
              <a:gd name="connsiteX24" fmla="*/ 990600 w 1428751"/>
              <a:gd name="connsiteY24" fmla="*/ 0 h 3148013"/>
              <a:gd name="connsiteX25" fmla="*/ 1001713 w 1428751"/>
              <a:gd name="connsiteY25" fmla="*/ 0 h 3148013"/>
              <a:gd name="connsiteX26" fmla="*/ 1039813 w 1428751"/>
              <a:gd name="connsiteY26" fmla="*/ 4762 h 3148013"/>
              <a:gd name="connsiteX27" fmla="*/ 1044576 w 1428751"/>
              <a:gd name="connsiteY27" fmla="*/ 6350 h 3148013"/>
              <a:gd name="connsiteX28" fmla="*/ 1044576 w 1428751"/>
              <a:gd name="connsiteY28" fmla="*/ 6350 h 3148013"/>
              <a:gd name="connsiteX29" fmla="*/ 1084262 w 1428751"/>
              <a:gd name="connsiteY29" fmla="*/ 15875 h 3148013"/>
              <a:gd name="connsiteX30" fmla="*/ 1085850 w 1428751"/>
              <a:gd name="connsiteY30" fmla="*/ 17462 h 3148013"/>
              <a:gd name="connsiteX31" fmla="*/ 1085850 w 1428751"/>
              <a:gd name="connsiteY31" fmla="*/ 17462 h 3148013"/>
              <a:gd name="connsiteX32" fmla="*/ 1123950 w 1428751"/>
              <a:gd name="connsiteY32" fmla="*/ 34924 h 3148013"/>
              <a:gd name="connsiteX33" fmla="*/ 1128713 w 1428751"/>
              <a:gd name="connsiteY33" fmla="*/ 38099 h 3148013"/>
              <a:gd name="connsiteX34" fmla="*/ 1128713 w 1428751"/>
              <a:gd name="connsiteY34" fmla="*/ 38100 h 3148013"/>
              <a:gd name="connsiteX35" fmla="*/ 1160463 w 1428751"/>
              <a:gd name="connsiteY35" fmla="*/ 60325 h 3148013"/>
              <a:gd name="connsiteX36" fmla="*/ 1171576 w 1428751"/>
              <a:gd name="connsiteY36" fmla="*/ 73025 h 3148013"/>
              <a:gd name="connsiteX37" fmla="*/ 1171576 w 1428751"/>
              <a:gd name="connsiteY37" fmla="*/ 73026 h 3148013"/>
              <a:gd name="connsiteX38" fmla="*/ 1189037 w 1428751"/>
              <a:gd name="connsiteY38" fmla="*/ 92075 h 3148013"/>
              <a:gd name="connsiteX39" fmla="*/ 1211263 w 1428751"/>
              <a:gd name="connsiteY39" fmla="*/ 128587 h 3148013"/>
              <a:gd name="connsiteX40" fmla="*/ 1214438 w 1428751"/>
              <a:gd name="connsiteY40" fmla="*/ 136525 h 3148013"/>
              <a:gd name="connsiteX41" fmla="*/ 1225550 w 1428751"/>
              <a:gd name="connsiteY41" fmla="*/ 166687 h 3148013"/>
              <a:gd name="connsiteX42" fmla="*/ 1230313 w 1428751"/>
              <a:gd name="connsiteY42" fmla="*/ 209550 h 3148013"/>
              <a:gd name="connsiteX43" fmla="*/ 1230313 w 1428751"/>
              <a:gd name="connsiteY43" fmla="*/ 617537 h 3148013"/>
              <a:gd name="connsiteX44" fmla="*/ 1255713 w 1428751"/>
              <a:gd name="connsiteY44" fmla="*/ 638175 h 3148013"/>
              <a:gd name="connsiteX45" fmla="*/ 1411289 w 1428751"/>
              <a:gd name="connsiteY45" fmla="*/ 755650 h 3148013"/>
              <a:gd name="connsiteX46" fmla="*/ 1425576 w 1428751"/>
              <a:gd name="connsiteY46" fmla="*/ 769938 h 3148013"/>
              <a:gd name="connsiteX47" fmla="*/ 1428751 w 1428751"/>
              <a:gd name="connsiteY47" fmla="*/ 787400 h 3148013"/>
              <a:gd name="connsiteX48" fmla="*/ 1425576 w 1428751"/>
              <a:gd name="connsiteY48" fmla="*/ 803275 h 3148013"/>
              <a:gd name="connsiteX49" fmla="*/ 1411289 w 1428751"/>
              <a:gd name="connsiteY49" fmla="*/ 817563 h 3148013"/>
              <a:gd name="connsiteX50" fmla="*/ 1255713 w 1428751"/>
              <a:gd name="connsiteY50" fmla="*/ 935038 h 3148013"/>
              <a:gd name="connsiteX51" fmla="*/ 1255713 w 1428751"/>
              <a:gd name="connsiteY51" fmla="*/ 935038 h 3148013"/>
              <a:gd name="connsiteX52" fmla="*/ 1230313 w 1428751"/>
              <a:gd name="connsiteY52" fmla="*/ 955675 h 3148013"/>
              <a:gd name="connsiteX53" fmla="*/ 1230313 w 1428751"/>
              <a:gd name="connsiteY53" fmla="*/ 2940051 h 3148013"/>
              <a:gd name="connsiteX54" fmla="*/ 1225550 w 1428751"/>
              <a:gd name="connsiteY54" fmla="*/ 2982913 h 3148013"/>
              <a:gd name="connsiteX55" fmla="*/ 1214438 w 1428751"/>
              <a:gd name="connsiteY55" fmla="*/ 3011488 h 3148013"/>
              <a:gd name="connsiteX56" fmla="*/ 1211263 w 1428751"/>
              <a:gd name="connsiteY56" fmla="*/ 3021013 h 3148013"/>
              <a:gd name="connsiteX57" fmla="*/ 1189037 w 1428751"/>
              <a:gd name="connsiteY57" fmla="*/ 3055938 h 3148013"/>
              <a:gd name="connsiteX58" fmla="*/ 1171576 w 1428751"/>
              <a:gd name="connsiteY58" fmla="*/ 3074987 h 3148013"/>
              <a:gd name="connsiteX59" fmla="*/ 1171576 w 1428751"/>
              <a:gd name="connsiteY59" fmla="*/ 3074988 h 3148013"/>
              <a:gd name="connsiteX60" fmla="*/ 1160463 w 1428751"/>
              <a:gd name="connsiteY60" fmla="*/ 3087688 h 3148013"/>
              <a:gd name="connsiteX61" fmla="*/ 1128713 w 1428751"/>
              <a:gd name="connsiteY61" fmla="*/ 3109913 h 3148013"/>
              <a:gd name="connsiteX62" fmla="*/ 1128713 w 1428751"/>
              <a:gd name="connsiteY62" fmla="*/ 3109913 h 3148013"/>
              <a:gd name="connsiteX63" fmla="*/ 1123950 w 1428751"/>
              <a:gd name="connsiteY63" fmla="*/ 3113088 h 3148013"/>
              <a:gd name="connsiteX64" fmla="*/ 1085850 w 1428751"/>
              <a:gd name="connsiteY64" fmla="*/ 3130550 h 3148013"/>
              <a:gd name="connsiteX65" fmla="*/ 1084262 w 1428751"/>
              <a:gd name="connsiteY65" fmla="*/ 3132138 h 3148013"/>
              <a:gd name="connsiteX66" fmla="*/ 1044576 w 1428751"/>
              <a:gd name="connsiteY66" fmla="*/ 3143250 h 3148013"/>
              <a:gd name="connsiteX67" fmla="*/ 1044576 w 1428751"/>
              <a:gd name="connsiteY67" fmla="*/ 3143251 h 3148013"/>
              <a:gd name="connsiteX68" fmla="*/ 1039813 w 1428751"/>
              <a:gd name="connsiteY68" fmla="*/ 3144838 h 3148013"/>
              <a:gd name="connsiteX69" fmla="*/ 1001713 w 1428751"/>
              <a:gd name="connsiteY69" fmla="*/ 3148013 h 3148013"/>
              <a:gd name="connsiteX70" fmla="*/ 990600 w 1428751"/>
              <a:gd name="connsiteY70" fmla="*/ 3148013 h 3148013"/>
              <a:gd name="connsiteX71" fmla="*/ 958850 w 1428751"/>
              <a:gd name="connsiteY71" fmla="*/ 3148013 h 3148013"/>
              <a:gd name="connsiteX72" fmla="*/ 914400 w 1428751"/>
              <a:gd name="connsiteY72" fmla="*/ 3148013 h 3148013"/>
              <a:gd name="connsiteX73" fmla="*/ 873126 w 1428751"/>
              <a:gd name="connsiteY73" fmla="*/ 3148013 h 3148013"/>
              <a:gd name="connsiteX74" fmla="*/ 873125 w 1428751"/>
              <a:gd name="connsiteY74" fmla="*/ 3148013 h 3148013"/>
              <a:gd name="connsiteX75" fmla="*/ 830263 w 1428751"/>
              <a:gd name="connsiteY75" fmla="*/ 3148013 h 3148013"/>
              <a:gd name="connsiteX76" fmla="*/ 787401 w 1428751"/>
              <a:gd name="connsiteY76" fmla="*/ 3148013 h 3148013"/>
              <a:gd name="connsiteX77" fmla="*/ 787400 w 1428751"/>
              <a:gd name="connsiteY77" fmla="*/ 3148013 h 3148013"/>
              <a:gd name="connsiteX78" fmla="*/ 744538 w 1428751"/>
              <a:gd name="connsiteY78" fmla="*/ 3148013 h 3148013"/>
              <a:gd name="connsiteX79" fmla="*/ 703263 w 1428751"/>
              <a:gd name="connsiteY79" fmla="*/ 3148013 h 3148013"/>
              <a:gd name="connsiteX80" fmla="*/ 660401 w 1428751"/>
              <a:gd name="connsiteY80" fmla="*/ 3148013 h 3148013"/>
              <a:gd name="connsiteX81" fmla="*/ 660400 w 1428751"/>
              <a:gd name="connsiteY81" fmla="*/ 3148013 h 3148013"/>
              <a:gd name="connsiteX82" fmla="*/ 617538 w 1428751"/>
              <a:gd name="connsiteY82" fmla="*/ 3148013 h 3148013"/>
              <a:gd name="connsiteX83" fmla="*/ 576263 w 1428751"/>
              <a:gd name="connsiteY83" fmla="*/ 3148013 h 3148013"/>
              <a:gd name="connsiteX84" fmla="*/ 531813 w 1428751"/>
              <a:gd name="connsiteY84" fmla="*/ 3148013 h 3148013"/>
              <a:gd name="connsiteX85" fmla="*/ 488951 w 1428751"/>
              <a:gd name="connsiteY85" fmla="*/ 3148013 h 3148013"/>
              <a:gd name="connsiteX86" fmla="*/ 488950 w 1428751"/>
              <a:gd name="connsiteY86" fmla="*/ 3148013 h 3148013"/>
              <a:gd name="connsiteX87" fmla="*/ 446088 w 1428751"/>
              <a:gd name="connsiteY87" fmla="*/ 3148013 h 3148013"/>
              <a:gd name="connsiteX88" fmla="*/ 404813 w 1428751"/>
              <a:gd name="connsiteY88" fmla="*/ 3148013 h 3148013"/>
              <a:gd name="connsiteX89" fmla="*/ 361951 w 1428751"/>
              <a:gd name="connsiteY89" fmla="*/ 3148013 h 3148013"/>
              <a:gd name="connsiteX90" fmla="*/ 361950 w 1428751"/>
              <a:gd name="connsiteY90" fmla="*/ 3148013 h 3148013"/>
              <a:gd name="connsiteX91" fmla="*/ 319088 w 1428751"/>
              <a:gd name="connsiteY91" fmla="*/ 3148013 h 3148013"/>
              <a:gd name="connsiteX92" fmla="*/ 276225 w 1428751"/>
              <a:gd name="connsiteY92" fmla="*/ 3148013 h 3148013"/>
              <a:gd name="connsiteX93" fmla="*/ 239712 w 1428751"/>
              <a:gd name="connsiteY93" fmla="*/ 3148013 h 3148013"/>
              <a:gd name="connsiteX94" fmla="*/ 234950 w 1428751"/>
              <a:gd name="connsiteY94" fmla="*/ 3148013 h 3148013"/>
              <a:gd name="connsiteX95" fmla="*/ 190500 w 1428751"/>
              <a:gd name="connsiteY95" fmla="*/ 3144838 h 3148013"/>
              <a:gd name="connsiteX96" fmla="*/ 190500 w 1428751"/>
              <a:gd name="connsiteY96" fmla="*/ 3144837 h 3148013"/>
              <a:gd name="connsiteX97" fmla="*/ 147638 w 1428751"/>
              <a:gd name="connsiteY97" fmla="*/ 3132137 h 3148013"/>
              <a:gd name="connsiteX98" fmla="*/ 147638 w 1428751"/>
              <a:gd name="connsiteY98" fmla="*/ 3132138 h 3148013"/>
              <a:gd name="connsiteX99" fmla="*/ 146050 w 1428751"/>
              <a:gd name="connsiteY99" fmla="*/ 3132138 h 3148013"/>
              <a:gd name="connsiteX100" fmla="*/ 104775 w 1428751"/>
              <a:gd name="connsiteY100" fmla="*/ 3113088 h 3148013"/>
              <a:gd name="connsiteX101" fmla="*/ 71437 w 1428751"/>
              <a:gd name="connsiteY101" fmla="*/ 3087688 h 3148013"/>
              <a:gd name="connsiteX102" fmla="*/ 63500 w 1428751"/>
              <a:gd name="connsiteY102" fmla="*/ 3081338 h 3148013"/>
              <a:gd name="connsiteX103" fmla="*/ 63500 w 1428751"/>
              <a:gd name="connsiteY103" fmla="*/ 3081336 h 3148013"/>
              <a:gd name="connsiteX104" fmla="*/ 41276 w 1428751"/>
              <a:gd name="connsiteY104" fmla="*/ 3055937 h 3148013"/>
              <a:gd name="connsiteX105" fmla="*/ 20638 w 1428751"/>
              <a:gd name="connsiteY105" fmla="*/ 3024187 h 3148013"/>
              <a:gd name="connsiteX106" fmla="*/ 19050 w 1428751"/>
              <a:gd name="connsiteY106" fmla="*/ 3021012 h 3148013"/>
              <a:gd name="connsiteX107" fmla="*/ 4762 w 1428751"/>
              <a:gd name="connsiteY107" fmla="*/ 2982912 h 3148013"/>
              <a:gd name="connsiteX108" fmla="*/ 0 w 1428751"/>
              <a:gd name="connsiteY108" fmla="*/ 2940050 h 3148013"/>
              <a:gd name="connsiteX109" fmla="*/ 0 w 1428751"/>
              <a:gd name="connsiteY109" fmla="*/ 209549 h 3148013"/>
              <a:gd name="connsiteX110" fmla="*/ 4762 w 1428751"/>
              <a:gd name="connsiteY110" fmla="*/ 166687 h 3148013"/>
              <a:gd name="connsiteX111" fmla="*/ 19050 w 1428751"/>
              <a:gd name="connsiteY111" fmla="*/ 128587 h 3148013"/>
              <a:gd name="connsiteX112" fmla="*/ 20638 w 1428751"/>
              <a:gd name="connsiteY112" fmla="*/ 125412 h 3148013"/>
              <a:gd name="connsiteX113" fmla="*/ 41276 w 1428751"/>
              <a:gd name="connsiteY113" fmla="*/ 92074 h 3148013"/>
              <a:gd name="connsiteX114" fmla="*/ 63500 w 1428751"/>
              <a:gd name="connsiteY114" fmla="*/ 68263 h 3148013"/>
              <a:gd name="connsiteX115" fmla="*/ 63500 w 1428751"/>
              <a:gd name="connsiteY115" fmla="*/ 68262 h 3148013"/>
              <a:gd name="connsiteX116" fmla="*/ 71437 w 1428751"/>
              <a:gd name="connsiteY116" fmla="*/ 60325 h 3148013"/>
              <a:gd name="connsiteX117" fmla="*/ 104775 w 1428751"/>
              <a:gd name="connsiteY117" fmla="*/ 34925 h 3148013"/>
              <a:gd name="connsiteX118" fmla="*/ 146050 w 1428751"/>
              <a:gd name="connsiteY118" fmla="*/ 15875 h 3148013"/>
              <a:gd name="connsiteX119" fmla="*/ 147638 w 1428751"/>
              <a:gd name="connsiteY119" fmla="*/ 15875 h 3148013"/>
              <a:gd name="connsiteX120" fmla="*/ 147638 w 1428751"/>
              <a:gd name="connsiteY120" fmla="*/ 15874 h 3148013"/>
              <a:gd name="connsiteX121" fmla="*/ 190501 w 1428751"/>
              <a:gd name="connsiteY121" fmla="*/ 4762 h 3148013"/>
              <a:gd name="connsiteX122" fmla="*/ 190501 w 1428751"/>
              <a:gd name="connsiteY122" fmla="*/ 4762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28751" h="3148013">
                <a:moveTo>
                  <a:pt x="234950" y="0"/>
                </a:moveTo>
                <a:lnTo>
                  <a:pt x="239712" y="0"/>
                </a:lnTo>
                <a:lnTo>
                  <a:pt x="276225" y="0"/>
                </a:lnTo>
                <a:lnTo>
                  <a:pt x="319088" y="0"/>
                </a:lnTo>
                <a:lnTo>
                  <a:pt x="361950" y="0"/>
                </a:lnTo>
                <a:lnTo>
                  <a:pt x="361951" y="0"/>
                </a:lnTo>
                <a:lnTo>
                  <a:pt x="404813" y="0"/>
                </a:lnTo>
                <a:lnTo>
                  <a:pt x="446088" y="0"/>
                </a:lnTo>
                <a:lnTo>
                  <a:pt x="488950" y="0"/>
                </a:lnTo>
                <a:lnTo>
                  <a:pt x="488951" y="0"/>
                </a:lnTo>
                <a:lnTo>
                  <a:pt x="531813" y="0"/>
                </a:lnTo>
                <a:lnTo>
                  <a:pt x="576263" y="0"/>
                </a:lnTo>
                <a:lnTo>
                  <a:pt x="617538" y="0"/>
                </a:lnTo>
                <a:lnTo>
                  <a:pt x="660400" y="0"/>
                </a:lnTo>
                <a:lnTo>
                  <a:pt x="660401" y="0"/>
                </a:lnTo>
                <a:lnTo>
                  <a:pt x="703263" y="0"/>
                </a:lnTo>
                <a:lnTo>
                  <a:pt x="744538" y="0"/>
                </a:lnTo>
                <a:lnTo>
                  <a:pt x="787400" y="0"/>
                </a:lnTo>
                <a:lnTo>
                  <a:pt x="787401" y="0"/>
                </a:lnTo>
                <a:lnTo>
                  <a:pt x="830263" y="0"/>
                </a:lnTo>
                <a:lnTo>
                  <a:pt x="873125" y="0"/>
                </a:lnTo>
                <a:lnTo>
                  <a:pt x="873126" y="0"/>
                </a:lnTo>
                <a:lnTo>
                  <a:pt x="914400" y="0"/>
                </a:lnTo>
                <a:lnTo>
                  <a:pt x="958850" y="0"/>
                </a:lnTo>
                <a:lnTo>
                  <a:pt x="990600" y="0"/>
                </a:lnTo>
                <a:lnTo>
                  <a:pt x="1001713" y="0"/>
                </a:lnTo>
                <a:lnTo>
                  <a:pt x="1039813" y="4762"/>
                </a:lnTo>
                <a:lnTo>
                  <a:pt x="1044576" y="6350"/>
                </a:lnTo>
                <a:lnTo>
                  <a:pt x="1044576" y="6350"/>
                </a:lnTo>
                <a:lnTo>
                  <a:pt x="1084262" y="15875"/>
                </a:lnTo>
                <a:lnTo>
                  <a:pt x="1085850" y="17462"/>
                </a:lnTo>
                <a:lnTo>
                  <a:pt x="1085850" y="17462"/>
                </a:lnTo>
                <a:lnTo>
                  <a:pt x="1123950" y="34924"/>
                </a:lnTo>
                <a:lnTo>
                  <a:pt x="1128713" y="38099"/>
                </a:lnTo>
                <a:lnTo>
                  <a:pt x="1128713" y="38100"/>
                </a:lnTo>
                <a:lnTo>
                  <a:pt x="1160463" y="60325"/>
                </a:lnTo>
                <a:lnTo>
                  <a:pt x="1171576" y="73025"/>
                </a:lnTo>
                <a:lnTo>
                  <a:pt x="1171576" y="73026"/>
                </a:lnTo>
                <a:lnTo>
                  <a:pt x="1189037" y="92075"/>
                </a:lnTo>
                <a:lnTo>
                  <a:pt x="1211263" y="128587"/>
                </a:lnTo>
                <a:lnTo>
                  <a:pt x="1214438" y="136525"/>
                </a:lnTo>
                <a:lnTo>
                  <a:pt x="1225550" y="166687"/>
                </a:lnTo>
                <a:lnTo>
                  <a:pt x="1230313" y="209550"/>
                </a:lnTo>
                <a:lnTo>
                  <a:pt x="1230313" y="617537"/>
                </a:lnTo>
                <a:lnTo>
                  <a:pt x="1255713" y="638175"/>
                </a:lnTo>
                <a:lnTo>
                  <a:pt x="1411289" y="755650"/>
                </a:lnTo>
                <a:lnTo>
                  <a:pt x="1425576" y="769938"/>
                </a:lnTo>
                <a:lnTo>
                  <a:pt x="1428751" y="787400"/>
                </a:lnTo>
                <a:lnTo>
                  <a:pt x="1425576" y="803275"/>
                </a:lnTo>
                <a:lnTo>
                  <a:pt x="1411289" y="817563"/>
                </a:lnTo>
                <a:lnTo>
                  <a:pt x="1255713" y="935038"/>
                </a:lnTo>
                <a:lnTo>
                  <a:pt x="1255713" y="935038"/>
                </a:lnTo>
                <a:lnTo>
                  <a:pt x="1230313" y="955675"/>
                </a:lnTo>
                <a:lnTo>
                  <a:pt x="1230313" y="2940051"/>
                </a:lnTo>
                <a:lnTo>
                  <a:pt x="1225550" y="2982913"/>
                </a:lnTo>
                <a:lnTo>
                  <a:pt x="1214438" y="3011488"/>
                </a:lnTo>
                <a:lnTo>
                  <a:pt x="1211263" y="3021013"/>
                </a:lnTo>
                <a:lnTo>
                  <a:pt x="1189037" y="3055938"/>
                </a:lnTo>
                <a:lnTo>
                  <a:pt x="1171576" y="3074987"/>
                </a:lnTo>
                <a:lnTo>
                  <a:pt x="1171576" y="3074988"/>
                </a:lnTo>
                <a:lnTo>
                  <a:pt x="1160463" y="3087688"/>
                </a:lnTo>
                <a:lnTo>
                  <a:pt x="1128713" y="3109913"/>
                </a:lnTo>
                <a:lnTo>
                  <a:pt x="1128713" y="3109913"/>
                </a:lnTo>
                <a:lnTo>
                  <a:pt x="1123950" y="3113088"/>
                </a:lnTo>
                <a:lnTo>
                  <a:pt x="1085850" y="3130550"/>
                </a:lnTo>
                <a:lnTo>
                  <a:pt x="1084262" y="3132138"/>
                </a:lnTo>
                <a:lnTo>
                  <a:pt x="1044576" y="3143250"/>
                </a:lnTo>
                <a:lnTo>
                  <a:pt x="1044576" y="3143251"/>
                </a:lnTo>
                <a:lnTo>
                  <a:pt x="1039813" y="3144838"/>
                </a:lnTo>
                <a:lnTo>
                  <a:pt x="1001713" y="3148013"/>
                </a:lnTo>
                <a:lnTo>
                  <a:pt x="990600" y="3148013"/>
                </a:lnTo>
                <a:lnTo>
                  <a:pt x="958850" y="3148013"/>
                </a:lnTo>
                <a:lnTo>
                  <a:pt x="914400" y="3148013"/>
                </a:lnTo>
                <a:lnTo>
                  <a:pt x="873126" y="3148013"/>
                </a:lnTo>
                <a:lnTo>
                  <a:pt x="873125" y="3148013"/>
                </a:lnTo>
                <a:lnTo>
                  <a:pt x="830263" y="3148013"/>
                </a:lnTo>
                <a:lnTo>
                  <a:pt x="787401" y="3148013"/>
                </a:lnTo>
                <a:lnTo>
                  <a:pt x="787400" y="3148013"/>
                </a:lnTo>
                <a:lnTo>
                  <a:pt x="744538" y="3148013"/>
                </a:lnTo>
                <a:lnTo>
                  <a:pt x="703263" y="3148013"/>
                </a:lnTo>
                <a:lnTo>
                  <a:pt x="660401" y="3148013"/>
                </a:lnTo>
                <a:lnTo>
                  <a:pt x="660400" y="3148013"/>
                </a:lnTo>
                <a:lnTo>
                  <a:pt x="617538" y="3148013"/>
                </a:lnTo>
                <a:lnTo>
                  <a:pt x="576263" y="3148013"/>
                </a:lnTo>
                <a:lnTo>
                  <a:pt x="531813" y="3148013"/>
                </a:lnTo>
                <a:lnTo>
                  <a:pt x="488951" y="3148013"/>
                </a:lnTo>
                <a:lnTo>
                  <a:pt x="488950" y="3148013"/>
                </a:lnTo>
                <a:lnTo>
                  <a:pt x="446088" y="3148013"/>
                </a:lnTo>
                <a:lnTo>
                  <a:pt x="404813" y="3148013"/>
                </a:lnTo>
                <a:lnTo>
                  <a:pt x="361951" y="3148013"/>
                </a:lnTo>
                <a:lnTo>
                  <a:pt x="361950" y="3148013"/>
                </a:lnTo>
                <a:lnTo>
                  <a:pt x="319088" y="3148013"/>
                </a:lnTo>
                <a:lnTo>
                  <a:pt x="276225" y="3148013"/>
                </a:lnTo>
                <a:lnTo>
                  <a:pt x="239712" y="3148013"/>
                </a:lnTo>
                <a:lnTo>
                  <a:pt x="234950" y="3148013"/>
                </a:lnTo>
                <a:lnTo>
                  <a:pt x="190500" y="3144838"/>
                </a:lnTo>
                <a:lnTo>
                  <a:pt x="190500" y="3144837"/>
                </a:lnTo>
                <a:lnTo>
                  <a:pt x="147638" y="3132137"/>
                </a:lnTo>
                <a:lnTo>
                  <a:pt x="147638" y="3132138"/>
                </a:lnTo>
                <a:lnTo>
                  <a:pt x="146050" y="3132138"/>
                </a:lnTo>
                <a:lnTo>
                  <a:pt x="104775" y="3113088"/>
                </a:lnTo>
                <a:lnTo>
                  <a:pt x="71437" y="3087688"/>
                </a:lnTo>
                <a:lnTo>
                  <a:pt x="63500" y="3081338"/>
                </a:lnTo>
                <a:lnTo>
                  <a:pt x="63500" y="3081336"/>
                </a:lnTo>
                <a:lnTo>
                  <a:pt x="41276" y="3055937"/>
                </a:lnTo>
                <a:lnTo>
                  <a:pt x="20638" y="3024187"/>
                </a:lnTo>
                <a:lnTo>
                  <a:pt x="19050" y="3021012"/>
                </a:lnTo>
                <a:lnTo>
                  <a:pt x="4762" y="2982912"/>
                </a:lnTo>
                <a:lnTo>
                  <a:pt x="0" y="2940050"/>
                </a:lnTo>
                <a:lnTo>
                  <a:pt x="0" y="209549"/>
                </a:lnTo>
                <a:lnTo>
                  <a:pt x="4762" y="166687"/>
                </a:lnTo>
                <a:lnTo>
                  <a:pt x="19050" y="128587"/>
                </a:lnTo>
                <a:lnTo>
                  <a:pt x="20638" y="125412"/>
                </a:lnTo>
                <a:lnTo>
                  <a:pt x="41276" y="92074"/>
                </a:lnTo>
                <a:lnTo>
                  <a:pt x="63500" y="68263"/>
                </a:lnTo>
                <a:lnTo>
                  <a:pt x="63500" y="68262"/>
                </a:lnTo>
                <a:lnTo>
                  <a:pt x="71437" y="60325"/>
                </a:lnTo>
                <a:lnTo>
                  <a:pt x="104775" y="34925"/>
                </a:lnTo>
                <a:lnTo>
                  <a:pt x="146050" y="15875"/>
                </a:lnTo>
                <a:lnTo>
                  <a:pt x="147638" y="15875"/>
                </a:lnTo>
                <a:lnTo>
                  <a:pt x="147638" y="15874"/>
                </a:lnTo>
                <a:lnTo>
                  <a:pt x="190501" y="4762"/>
                </a:lnTo>
                <a:lnTo>
                  <a:pt x="190501" y="4762"/>
                </a:lnTo>
                <a:close/>
              </a:path>
            </a:pathLst>
          </a:custGeom>
          <a:solidFill>
            <a:schemeClr val="accent1"/>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8" name="任意多边形 187"/>
          <p:cNvSpPr>
            <a:spLocks noChangeArrowheads="1"/>
          </p:cNvSpPr>
          <p:nvPr/>
        </p:nvSpPr>
        <p:spPr bwMode="auto">
          <a:xfrm>
            <a:off x="4828312" y="1735551"/>
            <a:ext cx="1361344" cy="2999495"/>
          </a:xfrm>
          <a:custGeom>
            <a:avLst/>
            <a:gdLst>
              <a:gd name="connsiteX0" fmla="*/ 238125 w 1428750"/>
              <a:gd name="connsiteY0" fmla="*/ 0 h 3148013"/>
              <a:gd name="connsiteX1" fmla="*/ 258762 w 1428750"/>
              <a:gd name="connsiteY1" fmla="*/ 0 h 3148013"/>
              <a:gd name="connsiteX2" fmla="*/ 258763 w 1428750"/>
              <a:gd name="connsiteY2" fmla="*/ 0 h 3148013"/>
              <a:gd name="connsiteX3" fmla="*/ 303212 w 1428750"/>
              <a:gd name="connsiteY3" fmla="*/ 0 h 3148013"/>
              <a:gd name="connsiteX4" fmla="*/ 346075 w 1428750"/>
              <a:gd name="connsiteY4" fmla="*/ 0 h 3148013"/>
              <a:gd name="connsiteX5" fmla="*/ 388937 w 1428750"/>
              <a:gd name="connsiteY5" fmla="*/ 0 h 3148013"/>
              <a:gd name="connsiteX6" fmla="*/ 388938 w 1428750"/>
              <a:gd name="connsiteY6" fmla="*/ 0 h 3148013"/>
              <a:gd name="connsiteX7" fmla="*/ 431800 w 1428750"/>
              <a:gd name="connsiteY7" fmla="*/ 0 h 3148013"/>
              <a:gd name="connsiteX8" fmla="*/ 476250 w 1428750"/>
              <a:gd name="connsiteY8" fmla="*/ 0 h 3148013"/>
              <a:gd name="connsiteX9" fmla="*/ 519112 w 1428750"/>
              <a:gd name="connsiteY9" fmla="*/ 0 h 3148013"/>
              <a:gd name="connsiteX10" fmla="*/ 519113 w 1428750"/>
              <a:gd name="connsiteY10" fmla="*/ 0 h 3148013"/>
              <a:gd name="connsiteX11" fmla="*/ 563562 w 1428750"/>
              <a:gd name="connsiteY11" fmla="*/ 0 h 3148013"/>
              <a:gd name="connsiteX12" fmla="*/ 606425 w 1428750"/>
              <a:gd name="connsiteY12" fmla="*/ 0 h 3148013"/>
              <a:gd name="connsiteX13" fmla="*/ 649287 w 1428750"/>
              <a:gd name="connsiteY13" fmla="*/ 0 h 3148013"/>
              <a:gd name="connsiteX14" fmla="*/ 649288 w 1428750"/>
              <a:gd name="connsiteY14" fmla="*/ 0 h 3148013"/>
              <a:gd name="connsiteX15" fmla="*/ 692150 w 1428750"/>
              <a:gd name="connsiteY15" fmla="*/ 0 h 3148013"/>
              <a:gd name="connsiteX16" fmla="*/ 735012 w 1428750"/>
              <a:gd name="connsiteY16" fmla="*/ 0 h 3148013"/>
              <a:gd name="connsiteX17" fmla="*/ 735013 w 1428750"/>
              <a:gd name="connsiteY17" fmla="*/ 0 h 3148013"/>
              <a:gd name="connsiteX18" fmla="*/ 777875 w 1428750"/>
              <a:gd name="connsiteY18" fmla="*/ 0 h 3148013"/>
              <a:gd name="connsiteX19" fmla="*/ 822325 w 1428750"/>
              <a:gd name="connsiteY19" fmla="*/ 0 h 3148013"/>
              <a:gd name="connsiteX20" fmla="*/ 866775 w 1428750"/>
              <a:gd name="connsiteY20" fmla="*/ 0 h 3148013"/>
              <a:gd name="connsiteX21" fmla="*/ 909637 w 1428750"/>
              <a:gd name="connsiteY21" fmla="*/ 0 h 3148013"/>
              <a:gd name="connsiteX22" fmla="*/ 909638 w 1428750"/>
              <a:gd name="connsiteY22" fmla="*/ 0 h 3148013"/>
              <a:gd name="connsiteX23" fmla="*/ 952500 w 1428750"/>
              <a:gd name="connsiteY23" fmla="*/ 0 h 3148013"/>
              <a:gd name="connsiteX24" fmla="*/ 990600 w 1428750"/>
              <a:gd name="connsiteY24" fmla="*/ 0 h 3148013"/>
              <a:gd name="connsiteX25" fmla="*/ 995362 w 1428750"/>
              <a:gd name="connsiteY25" fmla="*/ 0 h 3148013"/>
              <a:gd name="connsiteX26" fmla="*/ 995363 w 1428750"/>
              <a:gd name="connsiteY26" fmla="*/ 0 h 3148013"/>
              <a:gd name="connsiteX27" fmla="*/ 995363 w 1428750"/>
              <a:gd name="connsiteY27" fmla="*/ 0 h 3148013"/>
              <a:gd name="connsiteX28" fmla="*/ 1038225 w 1428750"/>
              <a:gd name="connsiteY28" fmla="*/ 4762 h 3148013"/>
              <a:gd name="connsiteX29" fmla="*/ 1038225 w 1428750"/>
              <a:gd name="connsiteY29" fmla="*/ 4762 h 3148013"/>
              <a:gd name="connsiteX30" fmla="*/ 1081088 w 1428750"/>
              <a:gd name="connsiteY30" fmla="*/ 15874 h 3148013"/>
              <a:gd name="connsiteX31" fmla="*/ 1081088 w 1428750"/>
              <a:gd name="connsiteY31" fmla="*/ 15875 h 3148013"/>
              <a:gd name="connsiteX32" fmla="*/ 1082674 w 1428750"/>
              <a:gd name="connsiteY32" fmla="*/ 15875 h 3148013"/>
              <a:gd name="connsiteX33" fmla="*/ 1123950 w 1428750"/>
              <a:gd name="connsiteY33" fmla="*/ 34925 h 3148013"/>
              <a:gd name="connsiteX34" fmla="*/ 1123950 w 1428750"/>
              <a:gd name="connsiteY34" fmla="*/ 36512 h 3148013"/>
              <a:gd name="connsiteX35" fmla="*/ 1158875 w 1428750"/>
              <a:gd name="connsiteY35" fmla="*/ 60324 h 3148013"/>
              <a:gd name="connsiteX36" fmla="*/ 1169988 w 1428750"/>
              <a:gd name="connsiteY36" fmla="*/ 71437 h 3148013"/>
              <a:gd name="connsiteX37" fmla="*/ 1169988 w 1428750"/>
              <a:gd name="connsiteY37" fmla="*/ 71438 h 3148013"/>
              <a:gd name="connsiteX38" fmla="*/ 1189037 w 1428750"/>
              <a:gd name="connsiteY38" fmla="*/ 92074 h 3148013"/>
              <a:gd name="connsiteX39" fmla="*/ 1211262 w 1428750"/>
              <a:gd name="connsiteY39" fmla="*/ 128587 h 3148013"/>
              <a:gd name="connsiteX40" fmla="*/ 1212850 w 1428750"/>
              <a:gd name="connsiteY40" fmla="*/ 131762 h 3148013"/>
              <a:gd name="connsiteX41" fmla="*/ 1223962 w 1428750"/>
              <a:gd name="connsiteY41" fmla="*/ 166687 h 3148013"/>
              <a:gd name="connsiteX42" fmla="*/ 1230312 w 1428750"/>
              <a:gd name="connsiteY42" fmla="*/ 209549 h 3148013"/>
              <a:gd name="connsiteX43" fmla="*/ 1230312 w 1428750"/>
              <a:gd name="connsiteY43" fmla="*/ 617537 h 3148013"/>
              <a:gd name="connsiteX44" fmla="*/ 1255713 w 1428750"/>
              <a:gd name="connsiteY44" fmla="*/ 636587 h 3148013"/>
              <a:gd name="connsiteX45" fmla="*/ 1255713 w 1428750"/>
              <a:gd name="connsiteY45" fmla="*/ 636588 h 3148013"/>
              <a:gd name="connsiteX46" fmla="*/ 1298575 w 1428750"/>
              <a:gd name="connsiteY46" fmla="*/ 669924 h 3148013"/>
              <a:gd name="connsiteX47" fmla="*/ 1298575 w 1428750"/>
              <a:gd name="connsiteY47" fmla="*/ 669925 h 3148013"/>
              <a:gd name="connsiteX48" fmla="*/ 1341438 w 1428750"/>
              <a:gd name="connsiteY48" fmla="*/ 703262 h 3148013"/>
              <a:gd name="connsiteX49" fmla="*/ 1341438 w 1428750"/>
              <a:gd name="connsiteY49" fmla="*/ 703263 h 3148013"/>
              <a:gd name="connsiteX50" fmla="*/ 1384300 w 1428750"/>
              <a:gd name="connsiteY50" fmla="*/ 735012 h 3148013"/>
              <a:gd name="connsiteX51" fmla="*/ 1411288 w 1428750"/>
              <a:gd name="connsiteY51" fmla="*/ 755649 h 3148013"/>
              <a:gd name="connsiteX52" fmla="*/ 1423988 w 1428750"/>
              <a:gd name="connsiteY52" fmla="*/ 769937 h 3148013"/>
              <a:gd name="connsiteX53" fmla="*/ 1427163 w 1428750"/>
              <a:gd name="connsiteY53" fmla="*/ 787400 h 3148013"/>
              <a:gd name="connsiteX54" fmla="*/ 1427163 w 1428750"/>
              <a:gd name="connsiteY54" fmla="*/ 787400 h 3148013"/>
              <a:gd name="connsiteX55" fmla="*/ 1428750 w 1428750"/>
              <a:gd name="connsiteY55" fmla="*/ 787400 h 3148013"/>
              <a:gd name="connsiteX56" fmla="*/ 1428750 w 1428750"/>
              <a:gd name="connsiteY56" fmla="*/ 788988 h 3148013"/>
              <a:gd name="connsiteX57" fmla="*/ 1427162 w 1428750"/>
              <a:gd name="connsiteY57" fmla="*/ 788988 h 3148013"/>
              <a:gd name="connsiteX58" fmla="*/ 1427162 w 1428750"/>
              <a:gd name="connsiteY58" fmla="*/ 787405 h 3148013"/>
              <a:gd name="connsiteX59" fmla="*/ 1423988 w 1428750"/>
              <a:gd name="connsiteY59" fmla="*/ 803275 h 3148013"/>
              <a:gd name="connsiteX60" fmla="*/ 1411288 w 1428750"/>
              <a:gd name="connsiteY60" fmla="*/ 817563 h 3148013"/>
              <a:gd name="connsiteX61" fmla="*/ 1384300 w 1428750"/>
              <a:gd name="connsiteY61" fmla="*/ 838200 h 3148013"/>
              <a:gd name="connsiteX62" fmla="*/ 1384300 w 1428750"/>
              <a:gd name="connsiteY62" fmla="*/ 838200 h 3148013"/>
              <a:gd name="connsiteX63" fmla="*/ 1341438 w 1428750"/>
              <a:gd name="connsiteY63" fmla="*/ 871536 h 3148013"/>
              <a:gd name="connsiteX64" fmla="*/ 1341438 w 1428750"/>
              <a:gd name="connsiteY64" fmla="*/ 871538 h 3148013"/>
              <a:gd name="connsiteX65" fmla="*/ 1298575 w 1428750"/>
              <a:gd name="connsiteY65" fmla="*/ 904875 h 3148013"/>
              <a:gd name="connsiteX66" fmla="*/ 1255713 w 1428750"/>
              <a:gd name="connsiteY66" fmla="*/ 936624 h 3148013"/>
              <a:gd name="connsiteX67" fmla="*/ 1255713 w 1428750"/>
              <a:gd name="connsiteY67" fmla="*/ 936625 h 3148013"/>
              <a:gd name="connsiteX68" fmla="*/ 1230312 w 1428750"/>
              <a:gd name="connsiteY68" fmla="*/ 955675 h 3148013"/>
              <a:gd name="connsiteX69" fmla="*/ 1230312 w 1428750"/>
              <a:gd name="connsiteY69" fmla="*/ 2940050 h 3148013"/>
              <a:gd name="connsiteX70" fmla="*/ 1223962 w 1428750"/>
              <a:gd name="connsiteY70" fmla="*/ 2982913 h 3148013"/>
              <a:gd name="connsiteX71" fmla="*/ 1212850 w 1428750"/>
              <a:gd name="connsiteY71" fmla="*/ 3016250 h 3148013"/>
              <a:gd name="connsiteX72" fmla="*/ 1211262 w 1428750"/>
              <a:gd name="connsiteY72" fmla="*/ 3021013 h 3148013"/>
              <a:gd name="connsiteX73" fmla="*/ 1189037 w 1428750"/>
              <a:gd name="connsiteY73" fmla="*/ 3055938 h 3148013"/>
              <a:gd name="connsiteX74" fmla="*/ 1169988 w 1428750"/>
              <a:gd name="connsiteY74" fmla="*/ 3076574 h 3148013"/>
              <a:gd name="connsiteX75" fmla="*/ 1169988 w 1428750"/>
              <a:gd name="connsiteY75" fmla="*/ 3076575 h 3148013"/>
              <a:gd name="connsiteX76" fmla="*/ 1158875 w 1428750"/>
              <a:gd name="connsiteY76" fmla="*/ 3087688 h 3148013"/>
              <a:gd name="connsiteX77" fmla="*/ 1123950 w 1428750"/>
              <a:gd name="connsiteY77" fmla="*/ 3111500 h 3148013"/>
              <a:gd name="connsiteX78" fmla="*/ 1123950 w 1428750"/>
              <a:gd name="connsiteY78" fmla="*/ 3111501 h 3148013"/>
              <a:gd name="connsiteX79" fmla="*/ 1123950 w 1428750"/>
              <a:gd name="connsiteY79" fmla="*/ 3113088 h 3148013"/>
              <a:gd name="connsiteX80" fmla="*/ 1082674 w 1428750"/>
              <a:gd name="connsiteY80" fmla="*/ 3132138 h 3148013"/>
              <a:gd name="connsiteX81" fmla="*/ 1081087 w 1428750"/>
              <a:gd name="connsiteY81" fmla="*/ 3132138 h 3148013"/>
              <a:gd name="connsiteX82" fmla="*/ 1081087 w 1428750"/>
              <a:gd name="connsiteY82" fmla="*/ 3132138 h 3148013"/>
              <a:gd name="connsiteX83" fmla="*/ 1038225 w 1428750"/>
              <a:gd name="connsiteY83" fmla="*/ 3144837 h 3148013"/>
              <a:gd name="connsiteX84" fmla="*/ 1038225 w 1428750"/>
              <a:gd name="connsiteY84" fmla="*/ 3144838 h 3148013"/>
              <a:gd name="connsiteX85" fmla="*/ 995363 w 1428750"/>
              <a:gd name="connsiteY85" fmla="*/ 3148013 h 3148013"/>
              <a:gd name="connsiteX86" fmla="*/ 995362 w 1428750"/>
              <a:gd name="connsiteY86" fmla="*/ 3148013 h 3148013"/>
              <a:gd name="connsiteX87" fmla="*/ 990600 w 1428750"/>
              <a:gd name="connsiteY87" fmla="*/ 3148013 h 3148013"/>
              <a:gd name="connsiteX88" fmla="*/ 952500 w 1428750"/>
              <a:gd name="connsiteY88" fmla="*/ 3148013 h 3148013"/>
              <a:gd name="connsiteX89" fmla="*/ 909638 w 1428750"/>
              <a:gd name="connsiteY89" fmla="*/ 3148013 h 3148013"/>
              <a:gd name="connsiteX90" fmla="*/ 909637 w 1428750"/>
              <a:gd name="connsiteY90" fmla="*/ 3148013 h 3148013"/>
              <a:gd name="connsiteX91" fmla="*/ 866775 w 1428750"/>
              <a:gd name="connsiteY91" fmla="*/ 3148013 h 3148013"/>
              <a:gd name="connsiteX92" fmla="*/ 822325 w 1428750"/>
              <a:gd name="connsiteY92" fmla="*/ 3148013 h 3148013"/>
              <a:gd name="connsiteX93" fmla="*/ 777875 w 1428750"/>
              <a:gd name="connsiteY93" fmla="*/ 3148013 h 3148013"/>
              <a:gd name="connsiteX94" fmla="*/ 735013 w 1428750"/>
              <a:gd name="connsiteY94" fmla="*/ 3148013 h 3148013"/>
              <a:gd name="connsiteX95" fmla="*/ 735012 w 1428750"/>
              <a:gd name="connsiteY95" fmla="*/ 3148013 h 3148013"/>
              <a:gd name="connsiteX96" fmla="*/ 692150 w 1428750"/>
              <a:gd name="connsiteY96" fmla="*/ 3148013 h 3148013"/>
              <a:gd name="connsiteX97" fmla="*/ 649288 w 1428750"/>
              <a:gd name="connsiteY97" fmla="*/ 3148013 h 3148013"/>
              <a:gd name="connsiteX98" fmla="*/ 649287 w 1428750"/>
              <a:gd name="connsiteY98" fmla="*/ 3148013 h 3148013"/>
              <a:gd name="connsiteX99" fmla="*/ 606425 w 1428750"/>
              <a:gd name="connsiteY99" fmla="*/ 3148013 h 3148013"/>
              <a:gd name="connsiteX100" fmla="*/ 563562 w 1428750"/>
              <a:gd name="connsiteY100" fmla="*/ 3148013 h 3148013"/>
              <a:gd name="connsiteX101" fmla="*/ 519113 w 1428750"/>
              <a:gd name="connsiteY101" fmla="*/ 3148013 h 3148013"/>
              <a:gd name="connsiteX102" fmla="*/ 519112 w 1428750"/>
              <a:gd name="connsiteY102" fmla="*/ 3148013 h 3148013"/>
              <a:gd name="connsiteX103" fmla="*/ 476250 w 1428750"/>
              <a:gd name="connsiteY103" fmla="*/ 3148013 h 3148013"/>
              <a:gd name="connsiteX104" fmla="*/ 431800 w 1428750"/>
              <a:gd name="connsiteY104" fmla="*/ 3148013 h 3148013"/>
              <a:gd name="connsiteX105" fmla="*/ 388938 w 1428750"/>
              <a:gd name="connsiteY105" fmla="*/ 3148013 h 3148013"/>
              <a:gd name="connsiteX106" fmla="*/ 388937 w 1428750"/>
              <a:gd name="connsiteY106" fmla="*/ 3148013 h 3148013"/>
              <a:gd name="connsiteX107" fmla="*/ 346075 w 1428750"/>
              <a:gd name="connsiteY107" fmla="*/ 3148013 h 3148013"/>
              <a:gd name="connsiteX108" fmla="*/ 303212 w 1428750"/>
              <a:gd name="connsiteY108" fmla="*/ 3148013 h 3148013"/>
              <a:gd name="connsiteX109" fmla="*/ 258763 w 1428750"/>
              <a:gd name="connsiteY109" fmla="*/ 3148013 h 3148013"/>
              <a:gd name="connsiteX110" fmla="*/ 258762 w 1428750"/>
              <a:gd name="connsiteY110" fmla="*/ 3148013 h 3148013"/>
              <a:gd name="connsiteX111" fmla="*/ 238125 w 1428750"/>
              <a:gd name="connsiteY111" fmla="*/ 3148013 h 3148013"/>
              <a:gd name="connsiteX112" fmla="*/ 215900 w 1428750"/>
              <a:gd name="connsiteY112" fmla="*/ 3146426 h 3148013"/>
              <a:gd name="connsiteX113" fmla="*/ 215900 w 1428750"/>
              <a:gd name="connsiteY113" fmla="*/ 3146425 h 3148013"/>
              <a:gd name="connsiteX114" fmla="*/ 190499 w 1428750"/>
              <a:gd name="connsiteY114" fmla="*/ 3144838 h 3148013"/>
              <a:gd name="connsiteX115" fmla="*/ 173037 w 1428750"/>
              <a:gd name="connsiteY115" fmla="*/ 3140075 h 3148013"/>
              <a:gd name="connsiteX116" fmla="*/ 173037 w 1428750"/>
              <a:gd name="connsiteY116" fmla="*/ 3140075 h 3148013"/>
              <a:gd name="connsiteX117" fmla="*/ 146050 w 1428750"/>
              <a:gd name="connsiteY117" fmla="*/ 3132138 h 3148013"/>
              <a:gd name="connsiteX118" fmla="*/ 130175 w 1428750"/>
              <a:gd name="connsiteY118" fmla="*/ 3124200 h 3148013"/>
              <a:gd name="connsiteX119" fmla="*/ 106362 w 1428750"/>
              <a:gd name="connsiteY119" fmla="*/ 3113088 h 3148013"/>
              <a:gd name="connsiteX120" fmla="*/ 85725 w 1428750"/>
              <a:gd name="connsiteY120" fmla="*/ 3100388 h 3148013"/>
              <a:gd name="connsiteX121" fmla="*/ 85725 w 1428750"/>
              <a:gd name="connsiteY121" fmla="*/ 3100387 h 3148013"/>
              <a:gd name="connsiteX122" fmla="*/ 69850 w 1428750"/>
              <a:gd name="connsiteY122" fmla="*/ 3087687 h 3148013"/>
              <a:gd name="connsiteX123" fmla="*/ 42862 w 1428750"/>
              <a:gd name="connsiteY123" fmla="*/ 3059112 h 3148013"/>
              <a:gd name="connsiteX124" fmla="*/ 42862 w 1428750"/>
              <a:gd name="connsiteY124" fmla="*/ 3059110 h 3148013"/>
              <a:gd name="connsiteX125" fmla="*/ 41275 w 1428750"/>
              <a:gd name="connsiteY125" fmla="*/ 3055937 h 3148013"/>
              <a:gd name="connsiteX126" fmla="*/ 19050 w 1428750"/>
              <a:gd name="connsiteY126" fmla="*/ 3021012 h 3148013"/>
              <a:gd name="connsiteX127" fmla="*/ 4762 w 1428750"/>
              <a:gd name="connsiteY127" fmla="*/ 2982912 h 3148013"/>
              <a:gd name="connsiteX128" fmla="*/ 0 w 1428750"/>
              <a:gd name="connsiteY128" fmla="*/ 2940050 h 3148013"/>
              <a:gd name="connsiteX129" fmla="*/ 0 w 1428750"/>
              <a:gd name="connsiteY129" fmla="*/ 1049337 h 3148013"/>
              <a:gd name="connsiteX130" fmla="*/ 0 w 1428750"/>
              <a:gd name="connsiteY130" fmla="*/ 209549 h 3148013"/>
              <a:gd name="connsiteX131" fmla="*/ 4762 w 1428750"/>
              <a:gd name="connsiteY131" fmla="*/ 166687 h 3148013"/>
              <a:gd name="connsiteX132" fmla="*/ 19050 w 1428750"/>
              <a:gd name="connsiteY132" fmla="*/ 128587 h 3148013"/>
              <a:gd name="connsiteX133" fmla="*/ 41275 w 1428750"/>
              <a:gd name="connsiteY133" fmla="*/ 92074 h 3148013"/>
              <a:gd name="connsiteX134" fmla="*/ 42862 w 1428750"/>
              <a:gd name="connsiteY134" fmla="*/ 90488 h 3148013"/>
              <a:gd name="connsiteX135" fmla="*/ 42862 w 1428750"/>
              <a:gd name="connsiteY135" fmla="*/ 90487 h 3148013"/>
              <a:gd name="connsiteX136" fmla="*/ 69850 w 1428750"/>
              <a:gd name="connsiteY136" fmla="*/ 60324 h 3148013"/>
              <a:gd name="connsiteX137" fmla="*/ 85725 w 1428750"/>
              <a:gd name="connsiteY137" fmla="*/ 49212 h 3148013"/>
              <a:gd name="connsiteX138" fmla="*/ 85725 w 1428750"/>
              <a:gd name="connsiteY138" fmla="*/ 49212 h 3148013"/>
              <a:gd name="connsiteX139" fmla="*/ 106362 w 1428750"/>
              <a:gd name="connsiteY139" fmla="*/ 34925 h 3148013"/>
              <a:gd name="connsiteX140" fmla="*/ 130175 w 1428750"/>
              <a:gd name="connsiteY140" fmla="*/ 25400 h 3148013"/>
              <a:gd name="connsiteX141" fmla="*/ 146050 w 1428750"/>
              <a:gd name="connsiteY141" fmla="*/ 15875 h 3148013"/>
              <a:gd name="connsiteX142" fmla="*/ 173037 w 1428750"/>
              <a:gd name="connsiteY142" fmla="*/ 9525 h 3148013"/>
              <a:gd name="connsiteX143" fmla="*/ 173037 w 1428750"/>
              <a:gd name="connsiteY143" fmla="*/ 9525 h 3148013"/>
              <a:gd name="connsiteX144" fmla="*/ 190499 w 1428750"/>
              <a:gd name="connsiteY144" fmla="*/ 4762 h 3148013"/>
              <a:gd name="connsiteX145" fmla="*/ 215900 w 1428750"/>
              <a:gd name="connsiteY145"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28750" h="3148013">
                <a:moveTo>
                  <a:pt x="238125" y="0"/>
                </a:moveTo>
                <a:lnTo>
                  <a:pt x="258762" y="0"/>
                </a:lnTo>
                <a:lnTo>
                  <a:pt x="258763" y="0"/>
                </a:lnTo>
                <a:lnTo>
                  <a:pt x="303212" y="0"/>
                </a:lnTo>
                <a:lnTo>
                  <a:pt x="346075" y="0"/>
                </a:lnTo>
                <a:lnTo>
                  <a:pt x="388937" y="0"/>
                </a:lnTo>
                <a:lnTo>
                  <a:pt x="388938" y="0"/>
                </a:lnTo>
                <a:lnTo>
                  <a:pt x="431800" y="0"/>
                </a:lnTo>
                <a:lnTo>
                  <a:pt x="476250" y="0"/>
                </a:lnTo>
                <a:lnTo>
                  <a:pt x="519112" y="0"/>
                </a:lnTo>
                <a:lnTo>
                  <a:pt x="519113" y="0"/>
                </a:lnTo>
                <a:lnTo>
                  <a:pt x="563562" y="0"/>
                </a:lnTo>
                <a:lnTo>
                  <a:pt x="606425" y="0"/>
                </a:lnTo>
                <a:lnTo>
                  <a:pt x="649287" y="0"/>
                </a:lnTo>
                <a:lnTo>
                  <a:pt x="649288" y="0"/>
                </a:lnTo>
                <a:lnTo>
                  <a:pt x="692150" y="0"/>
                </a:lnTo>
                <a:lnTo>
                  <a:pt x="735012" y="0"/>
                </a:lnTo>
                <a:lnTo>
                  <a:pt x="735013" y="0"/>
                </a:lnTo>
                <a:lnTo>
                  <a:pt x="777875" y="0"/>
                </a:lnTo>
                <a:lnTo>
                  <a:pt x="822325" y="0"/>
                </a:lnTo>
                <a:lnTo>
                  <a:pt x="866775" y="0"/>
                </a:lnTo>
                <a:lnTo>
                  <a:pt x="909637" y="0"/>
                </a:lnTo>
                <a:lnTo>
                  <a:pt x="909638" y="0"/>
                </a:lnTo>
                <a:lnTo>
                  <a:pt x="952500" y="0"/>
                </a:lnTo>
                <a:lnTo>
                  <a:pt x="990600" y="0"/>
                </a:lnTo>
                <a:lnTo>
                  <a:pt x="995362" y="0"/>
                </a:lnTo>
                <a:lnTo>
                  <a:pt x="995363" y="0"/>
                </a:lnTo>
                <a:lnTo>
                  <a:pt x="995363" y="0"/>
                </a:lnTo>
                <a:lnTo>
                  <a:pt x="1038225" y="4762"/>
                </a:lnTo>
                <a:lnTo>
                  <a:pt x="1038225" y="4762"/>
                </a:lnTo>
                <a:lnTo>
                  <a:pt x="1081088" y="15874"/>
                </a:lnTo>
                <a:lnTo>
                  <a:pt x="1081088" y="15875"/>
                </a:lnTo>
                <a:lnTo>
                  <a:pt x="1082674" y="15875"/>
                </a:lnTo>
                <a:lnTo>
                  <a:pt x="1123950" y="34925"/>
                </a:lnTo>
                <a:lnTo>
                  <a:pt x="1123950" y="36512"/>
                </a:lnTo>
                <a:lnTo>
                  <a:pt x="1158875" y="60324"/>
                </a:lnTo>
                <a:lnTo>
                  <a:pt x="1169988" y="71437"/>
                </a:lnTo>
                <a:lnTo>
                  <a:pt x="1169988" y="71438"/>
                </a:lnTo>
                <a:lnTo>
                  <a:pt x="1189037" y="92074"/>
                </a:lnTo>
                <a:lnTo>
                  <a:pt x="1211262" y="128587"/>
                </a:lnTo>
                <a:lnTo>
                  <a:pt x="1212850" y="131762"/>
                </a:lnTo>
                <a:lnTo>
                  <a:pt x="1223962" y="166687"/>
                </a:lnTo>
                <a:lnTo>
                  <a:pt x="1230312" y="209549"/>
                </a:lnTo>
                <a:lnTo>
                  <a:pt x="1230312" y="617537"/>
                </a:lnTo>
                <a:lnTo>
                  <a:pt x="1255713" y="636587"/>
                </a:lnTo>
                <a:lnTo>
                  <a:pt x="1255713" y="636588"/>
                </a:lnTo>
                <a:lnTo>
                  <a:pt x="1298575" y="669924"/>
                </a:lnTo>
                <a:lnTo>
                  <a:pt x="1298575" y="669925"/>
                </a:lnTo>
                <a:lnTo>
                  <a:pt x="1341438" y="703262"/>
                </a:lnTo>
                <a:lnTo>
                  <a:pt x="1341438" y="703263"/>
                </a:lnTo>
                <a:lnTo>
                  <a:pt x="1384300" y="735012"/>
                </a:lnTo>
                <a:lnTo>
                  <a:pt x="1411288" y="755649"/>
                </a:lnTo>
                <a:lnTo>
                  <a:pt x="1423988" y="769937"/>
                </a:lnTo>
                <a:lnTo>
                  <a:pt x="1427163" y="787400"/>
                </a:lnTo>
                <a:lnTo>
                  <a:pt x="1427163" y="787400"/>
                </a:lnTo>
                <a:lnTo>
                  <a:pt x="1428750" y="787400"/>
                </a:lnTo>
                <a:lnTo>
                  <a:pt x="1428750" y="788988"/>
                </a:lnTo>
                <a:lnTo>
                  <a:pt x="1427162" y="788988"/>
                </a:lnTo>
                <a:lnTo>
                  <a:pt x="1427162" y="787405"/>
                </a:lnTo>
                <a:lnTo>
                  <a:pt x="1423988" y="803275"/>
                </a:lnTo>
                <a:lnTo>
                  <a:pt x="1411288" y="817563"/>
                </a:lnTo>
                <a:lnTo>
                  <a:pt x="1384300" y="838200"/>
                </a:lnTo>
                <a:lnTo>
                  <a:pt x="1384300" y="838200"/>
                </a:lnTo>
                <a:lnTo>
                  <a:pt x="1341438" y="871536"/>
                </a:lnTo>
                <a:lnTo>
                  <a:pt x="1341438" y="871538"/>
                </a:lnTo>
                <a:lnTo>
                  <a:pt x="1298575" y="904875"/>
                </a:lnTo>
                <a:lnTo>
                  <a:pt x="1255713" y="936624"/>
                </a:lnTo>
                <a:lnTo>
                  <a:pt x="1255713" y="936625"/>
                </a:lnTo>
                <a:lnTo>
                  <a:pt x="1230312" y="955675"/>
                </a:lnTo>
                <a:lnTo>
                  <a:pt x="1230312" y="2940050"/>
                </a:lnTo>
                <a:lnTo>
                  <a:pt x="1223962" y="2982913"/>
                </a:lnTo>
                <a:lnTo>
                  <a:pt x="1212850" y="3016250"/>
                </a:lnTo>
                <a:lnTo>
                  <a:pt x="1211262" y="3021013"/>
                </a:lnTo>
                <a:lnTo>
                  <a:pt x="1189037" y="3055938"/>
                </a:lnTo>
                <a:lnTo>
                  <a:pt x="1169988" y="3076574"/>
                </a:lnTo>
                <a:lnTo>
                  <a:pt x="1169988" y="3076575"/>
                </a:lnTo>
                <a:lnTo>
                  <a:pt x="1158875" y="3087688"/>
                </a:lnTo>
                <a:lnTo>
                  <a:pt x="1123950" y="3111500"/>
                </a:lnTo>
                <a:lnTo>
                  <a:pt x="1123950" y="3111501"/>
                </a:lnTo>
                <a:lnTo>
                  <a:pt x="1123950" y="3113088"/>
                </a:lnTo>
                <a:lnTo>
                  <a:pt x="1082674" y="3132138"/>
                </a:lnTo>
                <a:lnTo>
                  <a:pt x="1081087" y="3132138"/>
                </a:lnTo>
                <a:lnTo>
                  <a:pt x="1081087" y="3132138"/>
                </a:lnTo>
                <a:lnTo>
                  <a:pt x="1038225" y="3144837"/>
                </a:lnTo>
                <a:lnTo>
                  <a:pt x="1038225" y="3144838"/>
                </a:lnTo>
                <a:lnTo>
                  <a:pt x="995363" y="3148013"/>
                </a:lnTo>
                <a:lnTo>
                  <a:pt x="995362" y="3148013"/>
                </a:lnTo>
                <a:lnTo>
                  <a:pt x="990600" y="3148013"/>
                </a:lnTo>
                <a:lnTo>
                  <a:pt x="952500" y="3148013"/>
                </a:lnTo>
                <a:lnTo>
                  <a:pt x="909638" y="3148013"/>
                </a:lnTo>
                <a:lnTo>
                  <a:pt x="909637" y="3148013"/>
                </a:lnTo>
                <a:lnTo>
                  <a:pt x="866775" y="3148013"/>
                </a:lnTo>
                <a:lnTo>
                  <a:pt x="822325" y="3148013"/>
                </a:lnTo>
                <a:lnTo>
                  <a:pt x="777875" y="3148013"/>
                </a:lnTo>
                <a:lnTo>
                  <a:pt x="735013" y="3148013"/>
                </a:lnTo>
                <a:lnTo>
                  <a:pt x="735012" y="3148013"/>
                </a:lnTo>
                <a:lnTo>
                  <a:pt x="692150" y="3148013"/>
                </a:lnTo>
                <a:lnTo>
                  <a:pt x="649288" y="3148013"/>
                </a:lnTo>
                <a:lnTo>
                  <a:pt x="649287" y="3148013"/>
                </a:lnTo>
                <a:lnTo>
                  <a:pt x="606425" y="3148013"/>
                </a:lnTo>
                <a:lnTo>
                  <a:pt x="563562" y="3148013"/>
                </a:lnTo>
                <a:lnTo>
                  <a:pt x="519113" y="3148013"/>
                </a:lnTo>
                <a:lnTo>
                  <a:pt x="519112" y="3148013"/>
                </a:lnTo>
                <a:lnTo>
                  <a:pt x="476250" y="3148013"/>
                </a:lnTo>
                <a:lnTo>
                  <a:pt x="431800" y="3148013"/>
                </a:lnTo>
                <a:lnTo>
                  <a:pt x="388938" y="3148013"/>
                </a:lnTo>
                <a:lnTo>
                  <a:pt x="388937" y="3148013"/>
                </a:lnTo>
                <a:lnTo>
                  <a:pt x="346075" y="3148013"/>
                </a:lnTo>
                <a:lnTo>
                  <a:pt x="303212" y="3148013"/>
                </a:lnTo>
                <a:lnTo>
                  <a:pt x="258763" y="3148013"/>
                </a:lnTo>
                <a:lnTo>
                  <a:pt x="258762" y="3148013"/>
                </a:lnTo>
                <a:lnTo>
                  <a:pt x="238125" y="3148013"/>
                </a:lnTo>
                <a:lnTo>
                  <a:pt x="215900" y="3146426"/>
                </a:lnTo>
                <a:lnTo>
                  <a:pt x="215900" y="3146425"/>
                </a:lnTo>
                <a:lnTo>
                  <a:pt x="190499" y="3144838"/>
                </a:lnTo>
                <a:lnTo>
                  <a:pt x="173037" y="3140075"/>
                </a:lnTo>
                <a:lnTo>
                  <a:pt x="173037" y="3140075"/>
                </a:lnTo>
                <a:lnTo>
                  <a:pt x="146050" y="3132138"/>
                </a:lnTo>
                <a:lnTo>
                  <a:pt x="130175" y="3124200"/>
                </a:lnTo>
                <a:lnTo>
                  <a:pt x="106362" y="3113088"/>
                </a:lnTo>
                <a:lnTo>
                  <a:pt x="85725" y="3100388"/>
                </a:lnTo>
                <a:lnTo>
                  <a:pt x="85725" y="3100387"/>
                </a:lnTo>
                <a:lnTo>
                  <a:pt x="69850" y="3087687"/>
                </a:lnTo>
                <a:lnTo>
                  <a:pt x="42862" y="3059112"/>
                </a:lnTo>
                <a:lnTo>
                  <a:pt x="42862" y="3059110"/>
                </a:lnTo>
                <a:lnTo>
                  <a:pt x="41275" y="3055937"/>
                </a:lnTo>
                <a:lnTo>
                  <a:pt x="19050" y="3021012"/>
                </a:lnTo>
                <a:lnTo>
                  <a:pt x="4762" y="2982912"/>
                </a:lnTo>
                <a:lnTo>
                  <a:pt x="0" y="2940050"/>
                </a:lnTo>
                <a:lnTo>
                  <a:pt x="0" y="1049337"/>
                </a:lnTo>
                <a:lnTo>
                  <a:pt x="0" y="209549"/>
                </a:lnTo>
                <a:lnTo>
                  <a:pt x="4762" y="166687"/>
                </a:lnTo>
                <a:lnTo>
                  <a:pt x="19050" y="128587"/>
                </a:lnTo>
                <a:lnTo>
                  <a:pt x="41275" y="92074"/>
                </a:lnTo>
                <a:lnTo>
                  <a:pt x="42862" y="90488"/>
                </a:lnTo>
                <a:lnTo>
                  <a:pt x="42862" y="90487"/>
                </a:lnTo>
                <a:lnTo>
                  <a:pt x="69850" y="60324"/>
                </a:lnTo>
                <a:lnTo>
                  <a:pt x="85725" y="49212"/>
                </a:lnTo>
                <a:lnTo>
                  <a:pt x="85725" y="49212"/>
                </a:lnTo>
                <a:lnTo>
                  <a:pt x="106362" y="34925"/>
                </a:lnTo>
                <a:lnTo>
                  <a:pt x="130175" y="25400"/>
                </a:lnTo>
                <a:lnTo>
                  <a:pt x="146050" y="15875"/>
                </a:lnTo>
                <a:lnTo>
                  <a:pt x="173037" y="9525"/>
                </a:lnTo>
                <a:lnTo>
                  <a:pt x="173037" y="9525"/>
                </a:lnTo>
                <a:lnTo>
                  <a:pt x="190499" y="4762"/>
                </a:lnTo>
                <a:lnTo>
                  <a:pt x="215900" y="3175"/>
                </a:lnTo>
                <a:close/>
              </a:path>
            </a:pathLst>
          </a:custGeom>
          <a:solidFill>
            <a:schemeClr val="accent2"/>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9" name="任意多边形 168"/>
          <p:cNvSpPr>
            <a:spLocks/>
          </p:cNvSpPr>
          <p:nvPr/>
        </p:nvSpPr>
        <p:spPr bwMode="auto">
          <a:xfrm>
            <a:off x="8910649" y="1735551"/>
            <a:ext cx="1170755" cy="2999495"/>
          </a:xfrm>
          <a:custGeom>
            <a:avLst/>
            <a:gdLst>
              <a:gd name="connsiteX0" fmla="*/ 239712 w 1228725"/>
              <a:gd name="connsiteY0" fmla="*/ 0 h 3148013"/>
              <a:gd name="connsiteX1" fmla="*/ 252412 w 1228725"/>
              <a:gd name="connsiteY1" fmla="*/ 0 h 3148013"/>
              <a:gd name="connsiteX2" fmla="*/ 296862 w 1228725"/>
              <a:gd name="connsiteY2" fmla="*/ 0 h 3148013"/>
              <a:gd name="connsiteX3" fmla="*/ 339725 w 1228725"/>
              <a:gd name="connsiteY3" fmla="*/ 0 h 3148013"/>
              <a:gd name="connsiteX4" fmla="*/ 381000 w 1228725"/>
              <a:gd name="connsiteY4" fmla="*/ 0 h 3148013"/>
              <a:gd name="connsiteX5" fmla="*/ 423862 w 1228725"/>
              <a:gd name="connsiteY5" fmla="*/ 0 h 3148013"/>
              <a:gd name="connsiteX6" fmla="*/ 423863 w 1228725"/>
              <a:gd name="connsiteY6" fmla="*/ 0 h 3148013"/>
              <a:gd name="connsiteX7" fmla="*/ 465137 w 1228725"/>
              <a:gd name="connsiteY7" fmla="*/ 0 h 3148013"/>
              <a:gd name="connsiteX8" fmla="*/ 508000 w 1228725"/>
              <a:gd name="connsiteY8" fmla="*/ 0 h 3148013"/>
              <a:gd name="connsiteX9" fmla="*/ 550862 w 1228725"/>
              <a:gd name="connsiteY9" fmla="*/ 0 h 3148013"/>
              <a:gd name="connsiteX10" fmla="*/ 550863 w 1228725"/>
              <a:gd name="connsiteY10" fmla="*/ 0 h 3148013"/>
              <a:gd name="connsiteX11" fmla="*/ 592137 w 1228725"/>
              <a:gd name="connsiteY11" fmla="*/ 0 h 3148013"/>
              <a:gd name="connsiteX12" fmla="*/ 635000 w 1228725"/>
              <a:gd name="connsiteY12" fmla="*/ 0 h 3148013"/>
              <a:gd name="connsiteX13" fmla="*/ 676275 w 1228725"/>
              <a:gd name="connsiteY13" fmla="*/ 0 h 3148013"/>
              <a:gd name="connsiteX14" fmla="*/ 720725 w 1228725"/>
              <a:gd name="connsiteY14" fmla="*/ 0 h 3148013"/>
              <a:gd name="connsiteX15" fmla="*/ 763587 w 1228725"/>
              <a:gd name="connsiteY15" fmla="*/ 0 h 3148013"/>
              <a:gd name="connsiteX16" fmla="*/ 763588 w 1228725"/>
              <a:gd name="connsiteY16" fmla="*/ 0 h 3148013"/>
              <a:gd name="connsiteX17" fmla="*/ 804862 w 1228725"/>
              <a:gd name="connsiteY17" fmla="*/ 0 h 3148013"/>
              <a:gd name="connsiteX18" fmla="*/ 847725 w 1228725"/>
              <a:gd name="connsiteY18" fmla="*/ 0 h 3148013"/>
              <a:gd name="connsiteX19" fmla="*/ 889000 w 1228725"/>
              <a:gd name="connsiteY19" fmla="*/ 0 h 3148013"/>
              <a:gd name="connsiteX20" fmla="*/ 931862 w 1228725"/>
              <a:gd name="connsiteY20" fmla="*/ 0 h 3148013"/>
              <a:gd name="connsiteX21" fmla="*/ 931863 w 1228725"/>
              <a:gd name="connsiteY21" fmla="*/ 0 h 3148013"/>
              <a:gd name="connsiteX22" fmla="*/ 974725 w 1228725"/>
              <a:gd name="connsiteY22" fmla="*/ 0 h 3148013"/>
              <a:gd name="connsiteX23" fmla="*/ 989013 w 1228725"/>
              <a:gd name="connsiteY23" fmla="*/ 0 h 3148013"/>
              <a:gd name="connsiteX24" fmla="*/ 1016000 w 1228725"/>
              <a:gd name="connsiteY24" fmla="*/ 3175 h 3148013"/>
              <a:gd name="connsiteX25" fmla="*/ 1036638 w 1228725"/>
              <a:gd name="connsiteY25" fmla="*/ 4762 h 3148013"/>
              <a:gd name="connsiteX26" fmla="*/ 1058862 w 1228725"/>
              <a:gd name="connsiteY26" fmla="*/ 11112 h 3148013"/>
              <a:gd name="connsiteX27" fmla="*/ 1058862 w 1228725"/>
              <a:gd name="connsiteY27" fmla="*/ 11112 h 3148013"/>
              <a:gd name="connsiteX28" fmla="*/ 1081087 w 1228725"/>
              <a:gd name="connsiteY28" fmla="*/ 15874 h 3148013"/>
              <a:gd name="connsiteX29" fmla="*/ 1100137 w 1228725"/>
              <a:gd name="connsiteY29" fmla="*/ 25399 h 3148013"/>
              <a:gd name="connsiteX30" fmla="*/ 1100137 w 1228725"/>
              <a:gd name="connsiteY30" fmla="*/ 25400 h 3148013"/>
              <a:gd name="connsiteX31" fmla="*/ 1123949 w 1228725"/>
              <a:gd name="connsiteY31" fmla="*/ 34925 h 3148013"/>
              <a:gd name="connsiteX32" fmla="*/ 1144587 w 1228725"/>
              <a:gd name="connsiteY32" fmla="*/ 50800 h 3148013"/>
              <a:gd name="connsiteX33" fmla="*/ 1158875 w 1228725"/>
              <a:gd name="connsiteY33" fmla="*/ 60325 h 3148013"/>
              <a:gd name="connsiteX34" fmla="*/ 1187450 w 1228725"/>
              <a:gd name="connsiteY34" fmla="*/ 90488 h 3148013"/>
              <a:gd name="connsiteX35" fmla="*/ 1187450 w 1228725"/>
              <a:gd name="connsiteY35" fmla="*/ 90487 h 3148013"/>
              <a:gd name="connsiteX36" fmla="*/ 1189037 w 1228725"/>
              <a:gd name="connsiteY36" fmla="*/ 92075 h 3148013"/>
              <a:gd name="connsiteX37" fmla="*/ 1209675 w 1228725"/>
              <a:gd name="connsiteY37" fmla="*/ 128587 h 3148013"/>
              <a:gd name="connsiteX38" fmla="*/ 1222375 w 1228725"/>
              <a:gd name="connsiteY38" fmla="*/ 166687 h 3148013"/>
              <a:gd name="connsiteX39" fmla="*/ 1228725 w 1228725"/>
              <a:gd name="connsiteY39" fmla="*/ 209550 h 3148013"/>
              <a:gd name="connsiteX40" fmla="*/ 1228725 w 1228725"/>
              <a:gd name="connsiteY40" fmla="*/ 2940050 h 3148013"/>
              <a:gd name="connsiteX41" fmla="*/ 1222375 w 1228725"/>
              <a:gd name="connsiteY41" fmla="*/ 2982912 h 3148013"/>
              <a:gd name="connsiteX42" fmla="*/ 1209675 w 1228725"/>
              <a:gd name="connsiteY42" fmla="*/ 3021012 h 3148013"/>
              <a:gd name="connsiteX43" fmla="*/ 1189037 w 1228725"/>
              <a:gd name="connsiteY43" fmla="*/ 3055937 h 3148013"/>
              <a:gd name="connsiteX44" fmla="*/ 1187450 w 1228725"/>
              <a:gd name="connsiteY44" fmla="*/ 3059112 h 3148013"/>
              <a:gd name="connsiteX45" fmla="*/ 1187450 w 1228725"/>
              <a:gd name="connsiteY45" fmla="*/ 3059113 h 3148013"/>
              <a:gd name="connsiteX46" fmla="*/ 1158875 w 1228725"/>
              <a:gd name="connsiteY46" fmla="*/ 3087688 h 3148013"/>
              <a:gd name="connsiteX47" fmla="*/ 1144587 w 1228725"/>
              <a:gd name="connsiteY47" fmla="*/ 3097213 h 3148013"/>
              <a:gd name="connsiteX48" fmla="*/ 1144587 w 1228725"/>
              <a:gd name="connsiteY48" fmla="*/ 3097213 h 3148013"/>
              <a:gd name="connsiteX49" fmla="*/ 1123949 w 1228725"/>
              <a:gd name="connsiteY49" fmla="*/ 3113088 h 3148013"/>
              <a:gd name="connsiteX50" fmla="*/ 1100137 w 1228725"/>
              <a:gd name="connsiteY50" fmla="*/ 3124200 h 3148013"/>
              <a:gd name="connsiteX51" fmla="*/ 1081087 w 1228725"/>
              <a:gd name="connsiteY51" fmla="*/ 3132138 h 3148013"/>
              <a:gd name="connsiteX52" fmla="*/ 1058863 w 1228725"/>
              <a:gd name="connsiteY52" fmla="*/ 3136900 h 3148013"/>
              <a:gd name="connsiteX53" fmla="*/ 1036638 w 1228725"/>
              <a:gd name="connsiteY53" fmla="*/ 3144838 h 3148013"/>
              <a:gd name="connsiteX54" fmla="*/ 1016000 w 1228725"/>
              <a:gd name="connsiteY54" fmla="*/ 3146425 h 3148013"/>
              <a:gd name="connsiteX55" fmla="*/ 1016000 w 1228725"/>
              <a:gd name="connsiteY55" fmla="*/ 3146426 h 3148013"/>
              <a:gd name="connsiteX56" fmla="*/ 989013 w 1228725"/>
              <a:gd name="connsiteY56" fmla="*/ 3148013 h 3148013"/>
              <a:gd name="connsiteX57" fmla="*/ 974725 w 1228725"/>
              <a:gd name="connsiteY57" fmla="*/ 3148013 h 3148013"/>
              <a:gd name="connsiteX58" fmla="*/ 931863 w 1228725"/>
              <a:gd name="connsiteY58" fmla="*/ 3148013 h 3148013"/>
              <a:gd name="connsiteX59" fmla="*/ 931862 w 1228725"/>
              <a:gd name="connsiteY59" fmla="*/ 3148013 h 3148013"/>
              <a:gd name="connsiteX60" fmla="*/ 889000 w 1228725"/>
              <a:gd name="connsiteY60" fmla="*/ 3148013 h 3148013"/>
              <a:gd name="connsiteX61" fmla="*/ 847725 w 1228725"/>
              <a:gd name="connsiteY61" fmla="*/ 3148013 h 3148013"/>
              <a:gd name="connsiteX62" fmla="*/ 804862 w 1228725"/>
              <a:gd name="connsiteY62" fmla="*/ 3148013 h 3148013"/>
              <a:gd name="connsiteX63" fmla="*/ 763588 w 1228725"/>
              <a:gd name="connsiteY63" fmla="*/ 3148013 h 3148013"/>
              <a:gd name="connsiteX64" fmla="*/ 763587 w 1228725"/>
              <a:gd name="connsiteY64" fmla="*/ 3148013 h 3148013"/>
              <a:gd name="connsiteX65" fmla="*/ 720725 w 1228725"/>
              <a:gd name="connsiteY65" fmla="*/ 3148013 h 3148013"/>
              <a:gd name="connsiteX66" fmla="*/ 676275 w 1228725"/>
              <a:gd name="connsiteY66" fmla="*/ 3148013 h 3148013"/>
              <a:gd name="connsiteX67" fmla="*/ 635000 w 1228725"/>
              <a:gd name="connsiteY67" fmla="*/ 3148013 h 3148013"/>
              <a:gd name="connsiteX68" fmla="*/ 592137 w 1228725"/>
              <a:gd name="connsiteY68" fmla="*/ 3148013 h 3148013"/>
              <a:gd name="connsiteX69" fmla="*/ 550863 w 1228725"/>
              <a:gd name="connsiteY69" fmla="*/ 3148013 h 3148013"/>
              <a:gd name="connsiteX70" fmla="*/ 550862 w 1228725"/>
              <a:gd name="connsiteY70" fmla="*/ 3148013 h 3148013"/>
              <a:gd name="connsiteX71" fmla="*/ 508000 w 1228725"/>
              <a:gd name="connsiteY71" fmla="*/ 3148013 h 3148013"/>
              <a:gd name="connsiteX72" fmla="*/ 465137 w 1228725"/>
              <a:gd name="connsiteY72" fmla="*/ 3148013 h 3148013"/>
              <a:gd name="connsiteX73" fmla="*/ 423863 w 1228725"/>
              <a:gd name="connsiteY73" fmla="*/ 3148013 h 3148013"/>
              <a:gd name="connsiteX74" fmla="*/ 423862 w 1228725"/>
              <a:gd name="connsiteY74" fmla="*/ 3148013 h 3148013"/>
              <a:gd name="connsiteX75" fmla="*/ 381000 w 1228725"/>
              <a:gd name="connsiteY75" fmla="*/ 3148013 h 3148013"/>
              <a:gd name="connsiteX76" fmla="*/ 339725 w 1228725"/>
              <a:gd name="connsiteY76" fmla="*/ 3148013 h 3148013"/>
              <a:gd name="connsiteX77" fmla="*/ 296862 w 1228725"/>
              <a:gd name="connsiteY77" fmla="*/ 3148013 h 3148013"/>
              <a:gd name="connsiteX78" fmla="*/ 252412 w 1228725"/>
              <a:gd name="connsiteY78" fmla="*/ 3148013 h 3148013"/>
              <a:gd name="connsiteX79" fmla="*/ 239712 w 1228725"/>
              <a:gd name="connsiteY79" fmla="*/ 3148013 h 3148013"/>
              <a:gd name="connsiteX80" fmla="*/ 211137 w 1228725"/>
              <a:gd name="connsiteY80" fmla="*/ 3146426 h 3148013"/>
              <a:gd name="connsiteX81" fmla="*/ 211137 w 1228725"/>
              <a:gd name="connsiteY81" fmla="*/ 3146425 h 3148013"/>
              <a:gd name="connsiteX82" fmla="*/ 190500 w 1228725"/>
              <a:gd name="connsiteY82" fmla="*/ 3144838 h 3148013"/>
              <a:gd name="connsiteX83" fmla="*/ 168275 w 1228725"/>
              <a:gd name="connsiteY83" fmla="*/ 3136900 h 3148013"/>
              <a:gd name="connsiteX84" fmla="*/ 146049 w 1228725"/>
              <a:gd name="connsiteY84" fmla="*/ 3132138 h 3148013"/>
              <a:gd name="connsiteX85" fmla="*/ 125412 w 1228725"/>
              <a:gd name="connsiteY85" fmla="*/ 3124200 h 3148013"/>
              <a:gd name="connsiteX86" fmla="*/ 104774 w 1228725"/>
              <a:gd name="connsiteY86" fmla="*/ 3113088 h 3148013"/>
              <a:gd name="connsiteX87" fmla="*/ 84137 w 1228725"/>
              <a:gd name="connsiteY87" fmla="*/ 3097213 h 3148013"/>
              <a:gd name="connsiteX88" fmla="*/ 68263 w 1228725"/>
              <a:gd name="connsiteY88" fmla="*/ 3087688 h 3148013"/>
              <a:gd name="connsiteX89" fmla="*/ 41275 w 1228725"/>
              <a:gd name="connsiteY89" fmla="*/ 3059113 h 3148013"/>
              <a:gd name="connsiteX90" fmla="*/ 41275 w 1228725"/>
              <a:gd name="connsiteY90" fmla="*/ 3059112 h 3148013"/>
              <a:gd name="connsiteX91" fmla="*/ 39687 w 1228725"/>
              <a:gd name="connsiteY91" fmla="*/ 3055937 h 3148013"/>
              <a:gd name="connsiteX92" fmla="*/ 19050 w 1228725"/>
              <a:gd name="connsiteY92" fmla="*/ 3021012 h 3148013"/>
              <a:gd name="connsiteX93" fmla="*/ 3175 w 1228725"/>
              <a:gd name="connsiteY93" fmla="*/ 2982912 h 3148013"/>
              <a:gd name="connsiteX94" fmla="*/ 0 w 1228725"/>
              <a:gd name="connsiteY94" fmla="*/ 2940050 h 3148013"/>
              <a:gd name="connsiteX95" fmla="*/ 0 w 1228725"/>
              <a:gd name="connsiteY95" fmla="*/ 209550 h 3148013"/>
              <a:gd name="connsiteX96" fmla="*/ 3175 w 1228725"/>
              <a:gd name="connsiteY96" fmla="*/ 166687 h 3148013"/>
              <a:gd name="connsiteX97" fmla="*/ 19050 w 1228725"/>
              <a:gd name="connsiteY97" fmla="*/ 128587 h 3148013"/>
              <a:gd name="connsiteX98" fmla="*/ 39687 w 1228725"/>
              <a:gd name="connsiteY98" fmla="*/ 92075 h 3148013"/>
              <a:gd name="connsiteX99" fmla="*/ 41275 w 1228725"/>
              <a:gd name="connsiteY99" fmla="*/ 90487 h 3148013"/>
              <a:gd name="connsiteX100" fmla="*/ 41275 w 1228725"/>
              <a:gd name="connsiteY100" fmla="*/ 90488 h 3148013"/>
              <a:gd name="connsiteX101" fmla="*/ 68263 w 1228725"/>
              <a:gd name="connsiteY101" fmla="*/ 60325 h 3148013"/>
              <a:gd name="connsiteX102" fmla="*/ 84137 w 1228725"/>
              <a:gd name="connsiteY102" fmla="*/ 50801 h 3148013"/>
              <a:gd name="connsiteX103" fmla="*/ 84137 w 1228725"/>
              <a:gd name="connsiteY103" fmla="*/ 50800 h 3148013"/>
              <a:gd name="connsiteX104" fmla="*/ 104774 w 1228725"/>
              <a:gd name="connsiteY104" fmla="*/ 34925 h 3148013"/>
              <a:gd name="connsiteX105" fmla="*/ 125412 w 1228725"/>
              <a:gd name="connsiteY105" fmla="*/ 25400 h 3148013"/>
              <a:gd name="connsiteX106" fmla="*/ 125412 w 1228725"/>
              <a:gd name="connsiteY106" fmla="*/ 25399 h 3148013"/>
              <a:gd name="connsiteX107" fmla="*/ 146049 w 1228725"/>
              <a:gd name="connsiteY107" fmla="*/ 15874 h 3148013"/>
              <a:gd name="connsiteX108" fmla="*/ 168275 w 1228725"/>
              <a:gd name="connsiteY108" fmla="*/ 11112 h 3148013"/>
              <a:gd name="connsiteX109" fmla="*/ 168275 w 1228725"/>
              <a:gd name="connsiteY109" fmla="*/ 11112 h 3148013"/>
              <a:gd name="connsiteX110" fmla="*/ 190500 w 1228725"/>
              <a:gd name="connsiteY110" fmla="*/ 4762 h 3148013"/>
              <a:gd name="connsiteX111" fmla="*/ 211137 w 1228725"/>
              <a:gd name="connsiteY111"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228725" h="3148013">
                <a:moveTo>
                  <a:pt x="239712" y="0"/>
                </a:moveTo>
                <a:lnTo>
                  <a:pt x="252412" y="0"/>
                </a:lnTo>
                <a:lnTo>
                  <a:pt x="296862" y="0"/>
                </a:lnTo>
                <a:lnTo>
                  <a:pt x="339725" y="0"/>
                </a:lnTo>
                <a:lnTo>
                  <a:pt x="381000" y="0"/>
                </a:lnTo>
                <a:lnTo>
                  <a:pt x="423862" y="0"/>
                </a:lnTo>
                <a:lnTo>
                  <a:pt x="423863" y="0"/>
                </a:lnTo>
                <a:lnTo>
                  <a:pt x="465137" y="0"/>
                </a:lnTo>
                <a:lnTo>
                  <a:pt x="508000" y="0"/>
                </a:lnTo>
                <a:lnTo>
                  <a:pt x="550862" y="0"/>
                </a:lnTo>
                <a:lnTo>
                  <a:pt x="550863" y="0"/>
                </a:lnTo>
                <a:lnTo>
                  <a:pt x="592137" y="0"/>
                </a:lnTo>
                <a:lnTo>
                  <a:pt x="635000" y="0"/>
                </a:lnTo>
                <a:lnTo>
                  <a:pt x="676275" y="0"/>
                </a:lnTo>
                <a:lnTo>
                  <a:pt x="720725" y="0"/>
                </a:lnTo>
                <a:lnTo>
                  <a:pt x="763587" y="0"/>
                </a:lnTo>
                <a:lnTo>
                  <a:pt x="763588" y="0"/>
                </a:lnTo>
                <a:lnTo>
                  <a:pt x="804862" y="0"/>
                </a:lnTo>
                <a:lnTo>
                  <a:pt x="847725" y="0"/>
                </a:lnTo>
                <a:lnTo>
                  <a:pt x="889000" y="0"/>
                </a:lnTo>
                <a:lnTo>
                  <a:pt x="931862" y="0"/>
                </a:lnTo>
                <a:lnTo>
                  <a:pt x="931863" y="0"/>
                </a:lnTo>
                <a:lnTo>
                  <a:pt x="974725" y="0"/>
                </a:lnTo>
                <a:lnTo>
                  <a:pt x="989013" y="0"/>
                </a:lnTo>
                <a:lnTo>
                  <a:pt x="1016000" y="3175"/>
                </a:lnTo>
                <a:lnTo>
                  <a:pt x="1036638" y="4762"/>
                </a:lnTo>
                <a:lnTo>
                  <a:pt x="1058862" y="11112"/>
                </a:lnTo>
                <a:lnTo>
                  <a:pt x="1058862" y="11112"/>
                </a:lnTo>
                <a:lnTo>
                  <a:pt x="1081087" y="15874"/>
                </a:lnTo>
                <a:lnTo>
                  <a:pt x="1100137" y="25399"/>
                </a:lnTo>
                <a:lnTo>
                  <a:pt x="1100137" y="25400"/>
                </a:lnTo>
                <a:lnTo>
                  <a:pt x="1123949" y="34925"/>
                </a:lnTo>
                <a:lnTo>
                  <a:pt x="1144587" y="50800"/>
                </a:lnTo>
                <a:lnTo>
                  <a:pt x="1158875" y="60325"/>
                </a:lnTo>
                <a:lnTo>
                  <a:pt x="1187450" y="90488"/>
                </a:lnTo>
                <a:lnTo>
                  <a:pt x="1187450" y="90487"/>
                </a:lnTo>
                <a:lnTo>
                  <a:pt x="1189037" y="92075"/>
                </a:lnTo>
                <a:lnTo>
                  <a:pt x="1209675" y="128587"/>
                </a:lnTo>
                <a:lnTo>
                  <a:pt x="1222375" y="166687"/>
                </a:lnTo>
                <a:lnTo>
                  <a:pt x="1228725" y="209550"/>
                </a:lnTo>
                <a:lnTo>
                  <a:pt x="1228725" y="2940050"/>
                </a:lnTo>
                <a:lnTo>
                  <a:pt x="1222375" y="2982912"/>
                </a:lnTo>
                <a:lnTo>
                  <a:pt x="1209675" y="3021012"/>
                </a:lnTo>
                <a:lnTo>
                  <a:pt x="1189037" y="3055937"/>
                </a:lnTo>
                <a:lnTo>
                  <a:pt x="1187450" y="3059112"/>
                </a:lnTo>
                <a:lnTo>
                  <a:pt x="1187450" y="3059113"/>
                </a:lnTo>
                <a:lnTo>
                  <a:pt x="1158875" y="3087688"/>
                </a:lnTo>
                <a:lnTo>
                  <a:pt x="1144587" y="3097213"/>
                </a:lnTo>
                <a:lnTo>
                  <a:pt x="1144587" y="3097213"/>
                </a:lnTo>
                <a:lnTo>
                  <a:pt x="1123949" y="3113088"/>
                </a:lnTo>
                <a:lnTo>
                  <a:pt x="1100137" y="3124200"/>
                </a:lnTo>
                <a:lnTo>
                  <a:pt x="1081087" y="3132138"/>
                </a:lnTo>
                <a:lnTo>
                  <a:pt x="1058863" y="3136900"/>
                </a:lnTo>
                <a:lnTo>
                  <a:pt x="1036638" y="3144838"/>
                </a:lnTo>
                <a:lnTo>
                  <a:pt x="1016000" y="3146425"/>
                </a:lnTo>
                <a:lnTo>
                  <a:pt x="1016000" y="3146426"/>
                </a:lnTo>
                <a:lnTo>
                  <a:pt x="989013" y="3148013"/>
                </a:lnTo>
                <a:lnTo>
                  <a:pt x="974725" y="3148013"/>
                </a:lnTo>
                <a:lnTo>
                  <a:pt x="931863" y="3148013"/>
                </a:lnTo>
                <a:lnTo>
                  <a:pt x="931862" y="3148013"/>
                </a:lnTo>
                <a:lnTo>
                  <a:pt x="889000" y="3148013"/>
                </a:lnTo>
                <a:lnTo>
                  <a:pt x="847725" y="3148013"/>
                </a:lnTo>
                <a:lnTo>
                  <a:pt x="804862" y="3148013"/>
                </a:lnTo>
                <a:lnTo>
                  <a:pt x="763588" y="3148013"/>
                </a:lnTo>
                <a:lnTo>
                  <a:pt x="763587" y="3148013"/>
                </a:lnTo>
                <a:lnTo>
                  <a:pt x="720725" y="3148013"/>
                </a:lnTo>
                <a:lnTo>
                  <a:pt x="676275" y="3148013"/>
                </a:lnTo>
                <a:lnTo>
                  <a:pt x="635000" y="3148013"/>
                </a:lnTo>
                <a:lnTo>
                  <a:pt x="592137" y="3148013"/>
                </a:lnTo>
                <a:lnTo>
                  <a:pt x="550863" y="3148013"/>
                </a:lnTo>
                <a:lnTo>
                  <a:pt x="550862" y="3148013"/>
                </a:lnTo>
                <a:lnTo>
                  <a:pt x="508000" y="3148013"/>
                </a:lnTo>
                <a:lnTo>
                  <a:pt x="465137" y="3148013"/>
                </a:lnTo>
                <a:lnTo>
                  <a:pt x="423863" y="3148013"/>
                </a:lnTo>
                <a:lnTo>
                  <a:pt x="423862" y="3148013"/>
                </a:lnTo>
                <a:lnTo>
                  <a:pt x="381000" y="3148013"/>
                </a:lnTo>
                <a:lnTo>
                  <a:pt x="339725" y="3148013"/>
                </a:lnTo>
                <a:lnTo>
                  <a:pt x="296862" y="3148013"/>
                </a:lnTo>
                <a:lnTo>
                  <a:pt x="252412" y="3148013"/>
                </a:lnTo>
                <a:lnTo>
                  <a:pt x="239712" y="3148013"/>
                </a:lnTo>
                <a:lnTo>
                  <a:pt x="211137" y="3146426"/>
                </a:lnTo>
                <a:lnTo>
                  <a:pt x="211137" y="3146425"/>
                </a:lnTo>
                <a:lnTo>
                  <a:pt x="190500" y="3144838"/>
                </a:lnTo>
                <a:lnTo>
                  <a:pt x="168275" y="3136900"/>
                </a:lnTo>
                <a:lnTo>
                  <a:pt x="146049" y="3132138"/>
                </a:lnTo>
                <a:lnTo>
                  <a:pt x="125412" y="3124200"/>
                </a:lnTo>
                <a:lnTo>
                  <a:pt x="104774" y="3113088"/>
                </a:lnTo>
                <a:lnTo>
                  <a:pt x="84137" y="3097213"/>
                </a:lnTo>
                <a:lnTo>
                  <a:pt x="68263" y="3087688"/>
                </a:lnTo>
                <a:lnTo>
                  <a:pt x="41275" y="3059113"/>
                </a:lnTo>
                <a:lnTo>
                  <a:pt x="41275" y="3059112"/>
                </a:lnTo>
                <a:lnTo>
                  <a:pt x="39687" y="3055937"/>
                </a:lnTo>
                <a:lnTo>
                  <a:pt x="19050" y="3021012"/>
                </a:lnTo>
                <a:lnTo>
                  <a:pt x="3175" y="2982912"/>
                </a:lnTo>
                <a:lnTo>
                  <a:pt x="0" y="2940050"/>
                </a:lnTo>
                <a:lnTo>
                  <a:pt x="0" y="209550"/>
                </a:lnTo>
                <a:lnTo>
                  <a:pt x="3175" y="166687"/>
                </a:lnTo>
                <a:lnTo>
                  <a:pt x="19050" y="128587"/>
                </a:lnTo>
                <a:lnTo>
                  <a:pt x="39687" y="92075"/>
                </a:lnTo>
                <a:lnTo>
                  <a:pt x="41275" y="90487"/>
                </a:lnTo>
                <a:lnTo>
                  <a:pt x="41275" y="90488"/>
                </a:lnTo>
                <a:lnTo>
                  <a:pt x="68263" y="60325"/>
                </a:lnTo>
                <a:lnTo>
                  <a:pt x="84137" y="50801"/>
                </a:lnTo>
                <a:lnTo>
                  <a:pt x="84137" y="50800"/>
                </a:lnTo>
                <a:lnTo>
                  <a:pt x="104774" y="34925"/>
                </a:lnTo>
                <a:lnTo>
                  <a:pt x="125412" y="25400"/>
                </a:lnTo>
                <a:lnTo>
                  <a:pt x="125412" y="25399"/>
                </a:lnTo>
                <a:lnTo>
                  <a:pt x="146049" y="15874"/>
                </a:lnTo>
                <a:lnTo>
                  <a:pt x="168275" y="11112"/>
                </a:lnTo>
                <a:lnTo>
                  <a:pt x="168275" y="11112"/>
                </a:lnTo>
                <a:lnTo>
                  <a:pt x="190500" y="4762"/>
                </a:lnTo>
                <a:lnTo>
                  <a:pt x="211137" y="3175"/>
                </a:lnTo>
                <a:close/>
              </a:path>
            </a:pathLst>
          </a:custGeom>
          <a:solidFill>
            <a:schemeClr val="accent4"/>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9" name="任意多边形 198"/>
          <p:cNvSpPr>
            <a:spLocks noChangeArrowheads="1"/>
          </p:cNvSpPr>
          <p:nvPr/>
        </p:nvSpPr>
        <p:spPr bwMode="auto">
          <a:xfrm>
            <a:off x="6895829" y="1735551"/>
            <a:ext cx="1362857" cy="2999495"/>
          </a:xfrm>
          <a:custGeom>
            <a:avLst/>
            <a:gdLst>
              <a:gd name="connsiteX0" fmla="*/ 1428750 w 1430338"/>
              <a:gd name="connsiteY0" fmla="*/ 787400 h 3148013"/>
              <a:gd name="connsiteX1" fmla="*/ 1430338 w 1430338"/>
              <a:gd name="connsiteY1" fmla="*/ 787400 h 3148013"/>
              <a:gd name="connsiteX2" fmla="*/ 1430338 w 1430338"/>
              <a:gd name="connsiteY2" fmla="*/ 788988 h 3148013"/>
              <a:gd name="connsiteX3" fmla="*/ 1428750 w 1430338"/>
              <a:gd name="connsiteY3" fmla="*/ 788988 h 3148013"/>
              <a:gd name="connsiteX4" fmla="*/ 239712 w 1430338"/>
              <a:gd name="connsiteY4" fmla="*/ 0 h 3148013"/>
              <a:gd name="connsiteX5" fmla="*/ 260350 w 1430338"/>
              <a:gd name="connsiteY5" fmla="*/ 0 h 3148013"/>
              <a:gd name="connsiteX6" fmla="*/ 303212 w 1430338"/>
              <a:gd name="connsiteY6" fmla="*/ 0 h 3148013"/>
              <a:gd name="connsiteX7" fmla="*/ 303213 w 1430338"/>
              <a:gd name="connsiteY7" fmla="*/ 0 h 3148013"/>
              <a:gd name="connsiteX8" fmla="*/ 346075 w 1430338"/>
              <a:gd name="connsiteY8" fmla="*/ 0 h 3148013"/>
              <a:gd name="connsiteX9" fmla="*/ 392112 w 1430338"/>
              <a:gd name="connsiteY9" fmla="*/ 0 h 3148013"/>
              <a:gd name="connsiteX10" fmla="*/ 392113 w 1430338"/>
              <a:gd name="connsiteY10" fmla="*/ 0 h 3148013"/>
              <a:gd name="connsiteX11" fmla="*/ 434975 w 1430338"/>
              <a:gd name="connsiteY11" fmla="*/ 0 h 3148013"/>
              <a:gd name="connsiteX12" fmla="*/ 477837 w 1430338"/>
              <a:gd name="connsiteY12" fmla="*/ 0 h 3148013"/>
              <a:gd name="connsiteX13" fmla="*/ 477838 w 1430338"/>
              <a:gd name="connsiteY13" fmla="*/ 0 h 3148013"/>
              <a:gd name="connsiteX14" fmla="*/ 520700 w 1430338"/>
              <a:gd name="connsiteY14" fmla="*/ 0 h 3148013"/>
              <a:gd name="connsiteX15" fmla="*/ 563562 w 1430338"/>
              <a:gd name="connsiteY15" fmla="*/ 0 h 3148013"/>
              <a:gd name="connsiteX16" fmla="*/ 563563 w 1430338"/>
              <a:gd name="connsiteY16" fmla="*/ 0 h 3148013"/>
              <a:gd name="connsiteX17" fmla="*/ 606425 w 1430338"/>
              <a:gd name="connsiteY17" fmla="*/ 0 h 3148013"/>
              <a:gd name="connsiteX18" fmla="*/ 649287 w 1430338"/>
              <a:gd name="connsiteY18" fmla="*/ 0 h 3148013"/>
              <a:gd name="connsiteX19" fmla="*/ 649288 w 1430338"/>
              <a:gd name="connsiteY19" fmla="*/ 0 h 3148013"/>
              <a:gd name="connsiteX20" fmla="*/ 693737 w 1430338"/>
              <a:gd name="connsiteY20" fmla="*/ 0 h 3148013"/>
              <a:gd name="connsiteX21" fmla="*/ 738187 w 1430338"/>
              <a:gd name="connsiteY21" fmla="*/ 0 h 3148013"/>
              <a:gd name="connsiteX22" fmla="*/ 781050 w 1430338"/>
              <a:gd name="connsiteY22" fmla="*/ 0 h 3148013"/>
              <a:gd name="connsiteX23" fmla="*/ 823912 w 1430338"/>
              <a:gd name="connsiteY23" fmla="*/ 0 h 3148013"/>
              <a:gd name="connsiteX24" fmla="*/ 823913 w 1430338"/>
              <a:gd name="connsiteY24" fmla="*/ 0 h 3148013"/>
              <a:gd name="connsiteX25" fmla="*/ 866775 w 1430338"/>
              <a:gd name="connsiteY25" fmla="*/ 0 h 3148013"/>
              <a:gd name="connsiteX26" fmla="*/ 909637 w 1430338"/>
              <a:gd name="connsiteY26" fmla="*/ 0 h 3148013"/>
              <a:gd name="connsiteX27" fmla="*/ 909638 w 1430338"/>
              <a:gd name="connsiteY27" fmla="*/ 0 h 3148013"/>
              <a:gd name="connsiteX28" fmla="*/ 952500 w 1430338"/>
              <a:gd name="connsiteY28" fmla="*/ 0 h 3148013"/>
              <a:gd name="connsiteX29" fmla="*/ 990600 w 1430338"/>
              <a:gd name="connsiteY29" fmla="*/ 0 h 3148013"/>
              <a:gd name="connsiteX30" fmla="*/ 996950 w 1430338"/>
              <a:gd name="connsiteY30" fmla="*/ 0 h 3148013"/>
              <a:gd name="connsiteX31" fmla="*/ 1039812 w 1430338"/>
              <a:gd name="connsiteY31" fmla="*/ 4762 h 3148013"/>
              <a:gd name="connsiteX32" fmla="*/ 1039812 w 1430338"/>
              <a:gd name="connsiteY32" fmla="*/ 4762 h 3148013"/>
              <a:gd name="connsiteX33" fmla="*/ 1082675 w 1430338"/>
              <a:gd name="connsiteY33" fmla="*/ 15874 h 3148013"/>
              <a:gd name="connsiteX34" fmla="*/ 1082675 w 1430338"/>
              <a:gd name="connsiteY34" fmla="*/ 15875 h 3148013"/>
              <a:gd name="connsiteX35" fmla="*/ 1084262 w 1430338"/>
              <a:gd name="connsiteY35" fmla="*/ 15875 h 3148013"/>
              <a:gd name="connsiteX36" fmla="*/ 1125537 w 1430338"/>
              <a:gd name="connsiteY36" fmla="*/ 34925 h 3148013"/>
              <a:gd name="connsiteX37" fmla="*/ 1127125 w 1430338"/>
              <a:gd name="connsiteY37" fmla="*/ 36512 h 3148013"/>
              <a:gd name="connsiteX38" fmla="*/ 1127125 w 1430338"/>
              <a:gd name="connsiteY38" fmla="*/ 36512 h 3148013"/>
              <a:gd name="connsiteX39" fmla="*/ 1160463 w 1430338"/>
              <a:gd name="connsiteY39" fmla="*/ 60324 h 3148013"/>
              <a:gd name="connsiteX40" fmla="*/ 1169988 w 1430338"/>
              <a:gd name="connsiteY40" fmla="*/ 71437 h 3148013"/>
              <a:gd name="connsiteX41" fmla="*/ 1169988 w 1430338"/>
              <a:gd name="connsiteY41" fmla="*/ 71438 h 3148013"/>
              <a:gd name="connsiteX42" fmla="*/ 1189037 w 1430338"/>
              <a:gd name="connsiteY42" fmla="*/ 92074 h 3148013"/>
              <a:gd name="connsiteX43" fmla="*/ 1211262 w 1430338"/>
              <a:gd name="connsiteY43" fmla="*/ 128587 h 3148013"/>
              <a:gd name="connsiteX44" fmla="*/ 1212850 w 1430338"/>
              <a:gd name="connsiteY44" fmla="*/ 131762 h 3148013"/>
              <a:gd name="connsiteX45" fmla="*/ 1225550 w 1430338"/>
              <a:gd name="connsiteY45" fmla="*/ 166687 h 3148013"/>
              <a:gd name="connsiteX46" fmla="*/ 1230312 w 1430338"/>
              <a:gd name="connsiteY46" fmla="*/ 209549 h 3148013"/>
              <a:gd name="connsiteX47" fmla="*/ 1230312 w 1430338"/>
              <a:gd name="connsiteY47" fmla="*/ 617537 h 3148013"/>
              <a:gd name="connsiteX48" fmla="*/ 1255713 w 1430338"/>
              <a:gd name="connsiteY48" fmla="*/ 636587 h 3148013"/>
              <a:gd name="connsiteX49" fmla="*/ 1255713 w 1430338"/>
              <a:gd name="connsiteY49" fmla="*/ 636588 h 3148013"/>
              <a:gd name="connsiteX50" fmla="*/ 1300162 w 1430338"/>
              <a:gd name="connsiteY50" fmla="*/ 669924 h 3148013"/>
              <a:gd name="connsiteX51" fmla="*/ 1300162 w 1430338"/>
              <a:gd name="connsiteY51" fmla="*/ 669925 h 3148013"/>
              <a:gd name="connsiteX52" fmla="*/ 1343025 w 1430338"/>
              <a:gd name="connsiteY52" fmla="*/ 703262 h 3148013"/>
              <a:gd name="connsiteX53" fmla="*/ 1343025 w 1430338"/>
              <a:gd name="connsiteY53" fmla="*/ 703262 h 3148013"/>
              <a:gd name="connsiteX54" fmla="*/ 1385888 w 1430338"/>
              <a:gd name="connsiteY54" fmla="*/ 735012 h 3148013"/>
              <a:gd name="connsiteX55" fmla="*/ 1385888 w 1430338"/>
              <a:gd name="connsiteY55" fmla="*/ 735013 h 3148013"/>
              <a:gd name="connsiteX56" fmla="*/ 1412875 w 1430338"/>
              <a:gd name="connsiteY56" fmla="*/ 755649 h 3148013"/>
              <a:gd name="connsiteX57" fmla="*/ 1425575 w 1430338"/>
              <a:gd name="connsiteY57" fmla="*/ 769937 h 3148013"/>
              <a:gd name="connsiteX58" fmla="*/ 1428750 w 1430338"/>
              <a:gd name="connsiteY58" fmla="*/ 787399 h 3148013"/>
              <a:gd name="connsiteX59" fmla="*/ 1425575 w 1430338"/>
              <a:gd name="connsiteY59" fmla="*/ 803275 h 3148013"/>
              <a:gd name="connsiteX60" fmla="*/ 1412875 w 1430338"/>
              <a:gd name="connsiteY60" fmla="*/ 817562 h 3148013"/>
              <a:gd name="connsiteX61" fmla="*/ 1385888 w 1430338"/>
              <a:gd name="connsiteY61" fmla="*/ 836611 h 3148013"/>
              <a:gd name="connsiteX62" fmla="*/ 1385888 w 1430338"/>
              <a:gd name="connsiteY62" fmla="*/ 836612 h 3148013"/>
              <a:gd name="connsiteX63" fmla="*/ 1343025 w 1430338"/>
              <a:gd name="connsiteY63" fmla="*/ 871537 h 3148013"/>
              <a:gd name="connsiteX64" fmla="*/ 1343025 w 1430338"/>
              <a:gd name="connsiteY64" fmla="*/ 871538 h 3148013"/>
              <a:gd name="connsiteX65" fmla="*/ 1300162 w 1430338"/>
              <a:gd name="connsiteY65" fmla="*/ 904875 h 3148013"/>
              <a:gd name="connsiteX66" fmla="*/ 1255713 w 1430338"/>
              <a:gd name="connsiteY66" fmla="*/ 936624 h 3148013"/>
              <a:gd name="connsiteX67" fmla="*/ 1255713 w 1430338"/>
              <a:gd name="connsiteY67" fmla="*/ 936625 h 3148013"/>
              <a:gd name="connsiteX68" fmla="*/ 1230312 w 1430338"/>
              <a:gd name="connsiteY68" fmla="*/ 955675 h 3148013"/>
              <a:gd name="connsiteX69" fmla="*/ 1230312 w 1430338"/>
              <a:gd name="connsiteY69" fmla="*/ 2940050 h 3148013"/>
              <a:gd name="connsiteX70" fmla="*/ 1225550 w 1430338"/>
              <a:gd name="connsiteY70" fmla="*/ 2982913 h 3148013"/>
              <a:gd name="connsiteX71" fmla="*/ 1212850 w 1430338"/>
              <a:gd name="connsiteY71" fmla="*/ 3016250 h 3148013"/>
              <a:gd name="connsiteX72" fmla="*/ 1211262 w 1430338"/>
              <a:gd name="connsiteY72" fmla="*/ 3021013 h 3148013"/>
              <a:gd name="connsiteX73" fmla="*/ 1189037 w 1430338"/>
              <a:gd name="connsiteY73" fmla="*/ 3055938 h 3148013"/>
              <a:gd name="connsiteX74" fmla="*/ 1169988 w 1430338"/>
              <a:gd name="connsiteY74" fmla="*/ 3076574 h 3148013"/>
              <a:gd name="connsiteX75" fmla="*/ 1169988 w 1430338"/>
              <a:gd name="connsiteY75" fmla="*/ 3076575 h 3148013"/>
              <a:gd name="connsiteX76" fmla="*/ 1160463 w 1430338"/>
              <a:gd name="connsiteY76" fmla="*/ 3087688 h 3148013"/>
              <a:gd name="connsiteX77" fmla="*/ 1127125 w 1430338"/>
              <a:gd name="connsiteY77" fmla="*/ 3111500 h 3148013"/>
              <a:gd name="connsiteX78" fmla="*/ 1127125 w 1430338"/>
              <a:gd name="connsiteY78" fmla="*/ 3111501 h 3148013"/>
              <a:gd name="connsiteX79" fmla="*/ 1125537 w 1430338"/>
              <a:gd name="connsiteY79" fmla="*/ 3113088 h 3148013"/>
              <a:gd name="connsiteX80" fmla="*/ 1084262 w 1430338"/>
              <a:gd name="connsiteY80" fmla="*/ 3132138 h 3148013"/>
              <a:gd name="connsiteX81" fmla="*/ 1082675 w 1430338"/>
              <a:gd name="connsiteY81" fmla="*/ 3132138 h 3148013"/>
              <a:gd name="connsiteX82" fmla="*/ 1082675 w 1430338"/>
              <a:gd name="connsiteY82" fmla="*/ 3132137 h 3148013"/>
              <a:gd name="connsiteX83" fmla="*/ 1039813 w 1430338"/>
              <a:gd name="connsiteY83" fmla="*/ 3144837 h 3148013"/>
              <a:gd name="connsiteX84" fmla="*/ 1039813 w 1430338"/>
              <a:gd name="connsiteY84" fmla="*/ 3144838 h 3148013"/>
              <a:gd name="connsiteX85" fmla="*/ 996950 w 1430338"/>
              <a:gd name="connsiteY85" fmla="*/ 3148013 h 3148013"/>
              <a:gd name="connsiteX86" fmla="*/ 990600 w 1430338"/>
              <a:gd name="connsiteY86" fmla="*/ 3148013 h 3148013"/>
              <a:gd name="connsiteX87" fmla="*/ 952500 w 1430338"/>
              <a:gd name="connsiteY87" fmla="*/ 3148013 h 3148013"/>
              <a:gd name="connsiteX88" fmla="*/ 909638 w 1430338"/>
              <a:gd name="connsiteY88" fmla="*/ 3148013 h 3148013"/>
              <a:gd name="connsiteX89" fmla="*/ 909637 w 1430338"/>
              <a:gd name="connsiteY89" fmla="*/ 3148013 h 3148013"/>
              <a:gd name="connsiteX90" fmla="*/ 866775 w 1430338"/>
              <a:gd name="connsiteY90" fmla="*/ 3148013 h 3148013"/>
              <a:gd name="connsiteX91" fmla="*/ 823913 w 1430338"/>
              <a:gd name="connsiteY91" fmla="*/ 3148013 h 3148013"/>
              <a:gd name="connsiteX92" fmla="*/ 823912 w 1430338"/>
              <a:gd name="connsiteY92" fmla="*/ 3148013 h 3148013"/>
              <a:gd name="connsiteX93" fmla="*/ 781050 w 1430338"/>
              <a:gd name="connsiteY93" fmla="*/ 3148013 h 3148013"/>
              <a:gd name="connsiteX94" fmla="*/ 738187 w 1430338"/>
              <a:gd name="connsiteY94" fmla="*/ 3148013 h 3148013"/>
              <a:gd name="connsiteX95" fmla="*/ 693737 w 1430338"/>
              <a:gd name="connsiteY95" fmla="*/ 3148013 h 3148013"/>
              <a:gd name="connsiteX96" fmla="*/ 649288 w 1430338"/>
              <a:gd name="connsiteY96" fmla="*/ 3148013 h 3148013"/>
              <a:gd name="connsiteX97" fmla="*/ 649287 w 1430338"/>
              <a:gd name="connsiteY97" fmla="*/ 3148013 h 3148013"/>
              <a:gd name="connsiteX98" fmla="*/ 606425 w 1430338"/>
              <a:gd name="connsiteY98" fmla="*/ 3148013 h 3148013"/>
              <a:gd name="connsiteX99" fmla="*/ 563563 w 1430338"/>
              <a:gd name="connsiteY99" fmla="*/ 3148013 h 3148013"/>
              <a:gd name="connsiteX100" fmla="*/ 563562 w 1430338"/>
              <a:gd name="connsiteY100" fmla="*/ 3148013 h 3148013"/>
              <a:gd name="connsiteX101" fmla="*/ 520700 w 1430338"/>
              <a:gd name="connsiteY101" fmla="*/ 3148013 h 3148013"/>
              <a:gd name="connsiteX102" fmla="*/ 477838 w 1430338"/>
              <a:gd name="connsiteY102" fmla="*/ 3148013 h 3148013"/>
              <a:gd name="connsiteX103" fmla="*/ 477837 w 1430338"/>
              <a:gd name="connsiteY103" fmla="*/ 3148013 h 3148013"/>
              <a:gd name="connsiteX104" fmla="*/ 434975 w 1430338"/>
              <a:gd name="connsiteY104" fmla="*/ 3148013 h 3148013"/>
              <a:gd name="connsiteX105" fmla="*/ 392113 w 1430338"/>
              <a:gd name="connsiteY105" fmla="*/ 3148013 h 3148013"/>
              <a:gd name="connsiteX106" fmla="*/ 392112 w 1430338"/>
              <a:gd name="connsiteY106" fmla="*/ 3148013 h 3148013"/>
              <a:gd name="connsiteX107" fmla="*/ 346075 w 1430338"/>
              <a:gd name="connsiteY107" fmla="*/ 3148013 h 3148013"/>
              <a:gd name="connsiteX108" fmla="*/ 303213 w 1430338"/>
              <a:gd name="connsiteY108" fmla="*/ 3148013 h 3148013"/>
              <a:gd name="connsiteX109" fmla="*/ 303212 w 1430338"/>
              <a:gd name="connsiteY109" fmla="*/ 3148013 h 3148013"/>
              <a:gd name="connsiteX110" fmla="*/ 260350 w 1430338"/>
              <a:gd name="connsiteY110" fmla="*/ 3148013 h 3148013"/>
              <a:gd name="connsiteX111" fmla="*/ 239712 w 1430338"/>
              <a:gd name="connsiteY111" fmla="*/ 3148013 h 3148013"/>
              <a:gd name="connsiteX112" fmla="*/ 217487 w 1430338"/>
              <a:gd name="connsiteY112" fmla="*/ 3146426 h 3148013"/>
              <a:gd name="connsiteX113" fmla="*/ 217487 w 1430338"/>
              <a:gd name="connsiteY113" fmla="*/ 3146425 h 3148013"/>
              <a:gd name="connsiteX114" fmla="*/ 192087 w 1430338"/>
              <a:gd name="connsiteY114" fmla="*/ 3144838 h 3148013"/>
              <a:gd name="connsiteX115" fmla="*/ 174625 w 1430338"/>
              <a:gd name="connsiteY115" fmla="*/ 3140075 h 3148013"/>
              <a:gd name="connsiteX116" fmla="*/ 146049 w 1430338"/>
              <a:gd name="connsiteY116" fmla="*/ 3132138 h 3148013"/>
              <a:gd name="connsiteX117" fmla="*/ 131762 w 1430338"/>
              <a:gd name="connsiteY117" fmla="*/ 3124200 h 3148013"/>
              <a:gd name="connsiteX118" fmla="*/ 131762 w 1430338"/>
              <a:gd name="connsiteY118" fmla="*/ 3124200 h 3148013"/>
              <a:gd name="connsiteX119" fmla="*/ 106362 w 1430338"/>
              <a:gd name="connsiteY119" fmla="*/ 3113088 h 3148013"/>
              <a:gd name="connsiteX120" fmla="*/ 88900 w 1430338"/>
              <a:gd name="connsiteY120" fmla="*/ 3100388 h 3148013"/>
              <a:gd name="connsiteX121" fmla="*/ 88900 w 1430338"/>
              <a:gd name="connsiteY121" fmla="*/ 3100387 h 3148013"/>
              <a:gd name="connsiteX122" fmla="*/ 71437 w 1430338"/>
              <a:gd name="connsiteY122" fmla="*/ 3087687 h 3148013"/>
              <a:gd name="connsiteX123" fmla="*/ 44450 w 1430338"/>
              <a:gd name="connsiteY123" fmla="*/ 3059112 h 3148013"/>
              <a:gd name="connsiteX124" fmla="*/ 41275 w 1430338"/>
              <a:gd name="connsiteY124" fmla="*/ 3055937 h 3148013"/>
              <a:gd name="connsiteX125" fmla="*/ 19050 w 1430338"/>
              <a:gd name="connsiteY125" fmla="*/ 3021012 h 3148013"/>
              <a:gd name="connsiteX126" fmla="*/ 4762 w 1430338"/>
              <a:gd name="connsiteY126" fmla="*/ 2982912 h 3148013"/>
              <a:gd name="connsiteX127" fmla="*/ 0 w 1430338"/>
              <a:gd name="connsiteY127" fmla="*/ 2940050 h 3148013"/>
              <a:gd name="connsiteX128" fmla="*/ 0 w 1430338"/>
              <a:gd name="connsiteY128" fmla="*/ 209549 h 3148013"/>
              <a:gd name="connsiteX129" fmla="*/ 4762 w 1430338"/>
              <a:gd name="connsiteY129" fmla="*/ 166687 h 3148013"/>
              <a:gd name="connsiteX130" fmla="*/ 19050 w 1430338"/>
              <a:gd name="connsiteY130" fmla="*/ 128587 h 3148013"/>
              <a:gd name="connsiteX131" fmla="*/ 41275 w 1430338"/>
              <a:gd name="connsiteY131" fmla="*/ 92074 h 3148013"/>
              <a:gd name="connsiteX132" fmla="*/ 44450 w 1430338"/>
              <a:gd name="connsiteY132" fmla="*/ 90487 h 3148013"/>
              <a:gd name="connsiteX133" fmla="*/ 71437 w 1430338"/>
              <a:gd name="connsiteY133" fmla="*/ 60324 h 3148013"/>
              <a:gd name="connsiteX134" fmla="*/ 88900 w 1430338"/>
              <a:gd name="connsiteY134" fmla="*/ 49212 h 3148013"/>
              <a:gd name="connsiteX135" fmla="*/ 88900 w 1430338"/>
              <a:gd name="connsiteY135" fmla="*/ 49212 h 3148013"/>
              <a:gd name="connsiteX136" fmla="*/ 106362 w 1430338"/>
              <a:gd name="connsiteY136" fmla="*/ 34925 h 3148013"/>
              <a:gd name="connsiteX137" fmla="*/ 131762 w 1430338"/>
              <a:gd name="connsiteY137" fmla="*/ 25400 h 3148013"/>
              <a:gd name="connsiteX138" fmla="*/ 131762 w 1430338"/>
              <a:gd name="connsiteY138" fmla="*/ 25400 h 3148013"/>
              <a:gd name="connsiteX139" fmla="*/ 146049 w 1430338"/>
              <a:gd name="connsiteY139" fmla="*/ 15875 h 3148013"/>
              <a:gd name="connsiteX140" fmla="*/ 174625 w 1430338"/>
              <a:gd name="connsiteY140" fmla="*/ 9525 h 3148013"/>
              <a:gd name="connsiteX141" fmla="*/ 192087 w 1430338"/>
              <a:gd name="connsiteY141" fmla="*/ 4762 h 3148013"/>
              <a:gd name="connsiteX142" fmla="*/ 217487 w 1430338"/>
              <a:gd name="connsiteY142" fmla="*/ 3175 h 314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430338" h="3148013">
                <a:moveTo>
                  <a:pt x="1428750" y="787400"/>
                </a:moveTo>
                <a:lnTo>
                  <a:pt x="1430338" y="787400"/>
                </a:lnTo>
                <a:lnTo>
                  <a:pt x="1430338" y="788988"/>
                </a:lnTo>
                <a:lnTo>
                  <a:pt x="1428750" y="788988"/>
                </a:lnTo>
                <a:close/>
                <a:moveTo>
                  <a:pt x="239712" y="0"/>
                </a:moveTo>
                <a:lnTo>
                  <a:pt x="260350" y="0"/>
                </a:lnTo>
                <a:lnTo>
                  <a:pt x="303212" y="0"/>
                </a:lnTo>
                <a:lnTo>
                  <a:pt x="303213" y="0"/>
                </a:lnTo>
                <a:lnTo>
                  <a:pt x="346075" y="0"/>
                </a:lnTo>
                <a:lnTo>
                  <a:pt x="392112" y="0"/>
                </a:lnTo>
                <a:lnTo>
                  <a:pt x="392113" y="0"/>
                </a:lnTo>
                <a:lnTo>
                  <a:pt x="434975" y="0"/>
                </a:lnTo>
                <a:lnTo>
                  <a:pt x="477837" y="0"/>
                </a:lnTo>
                <a:lnTo>
                  <a:pt x="477838" y="0"/>
                </a:lnTo>
                <a:lnTo>
                  <a:pt x="520700" y="0"/>
                </a:lnTo>
                <a:lnTo>
                  <a:pt x="563562" y="0"/>
                </a:lnTo>
                <a:lnTo>
                  <a:pt x="563563" y="0"/>
                </a:lnTo>
                <a:lnTo>
                  <a:pt x="606425" y="0"/>
                </a:lnTo>
                <a:lnTo>
                  <a:pt x="649287" y="0"/>
                </a:lnTo>
                <a:lnTo>
                  <a:pt x="649288" y="0"/>
                </a:lnTo>
                <a:lnTo>
                  <a:pt x="693737" y="0"/>
                </a:lnTo>
                <a:lnTo>
                  <a:pt x="738187" y="0"/>
                </a:lnTo>
                <a:lnTo>
                  <a:pt x="781050" y="0"/>
                </a:lnTo>
                <a:lnTo>
                  <a:pt x="823912" y="0"/>
                </a:lnTo>
                <a:lnTo>
                  <a:pt x="823913" y="0"/>
                </a:lnTo>
                <a:lnTo>
                  <a:pt x="866775" y="0"/>
                </a:lnTo>
                <a:lnTo>
                  <a:pt x="909637" y="0"/>
                </a:lnTo>
                <a:lnTo>
                  <a:pt x="909638" y="0"/>
                </a:lnTo>
                <a:lnTo>
                  <a:pt x="952500" y="0"/>
                </a:lnTo>
                <a:lnTo>
                  <a:pt x="990600" y="0"/>
                </a:lnTo>
                <a:lnTo>
                  <a:pt x="996950" y="0"/>
                </a:lnTo>
                <a:lnTo>
                  <a:pt x="1039812" y="4762"/>
                </a:lnTo>
                <a:lnTo>
                  <a:pt x="1039812" y="4762"/>
                </a:lnTo>
                <a:lnTo>
                  <a:pt x="1082675" y="15874"/>
                </a:lnTo>
                <a:lnTo>
                  <a:pt x="1082675" y="15875"/>
                </a:lnTo>
                <a:lnTo>
                  <a:pt x="1084262" y="15875"/>
                </a:lnTo>
                <a:lnTo>
                  <a:pt x="1125537" y="34925"/>
                </a:lnTo>
                <a:lnTo>
                  <a:pt x="1127125" y="36512"/>
                </a:lnTo>
                <a:lnTo>
                  <a:pt x="1127125" y="36512"/>
                </a:lnTo>
                <a:lnTo>
                  <a:pt x="1160463" y="60324"/>
                </a:lnTo>
                <a:lnTo>
                  <a:pt x="1169988" y="71437"/>
                </a:lnTo>
                <a:lnTo>
                  <a:pt x="1169988" y="71438"/>
                </a:lnTo>
                <a:lnTo>
                  <a:pt x="1189037" y="92074"/>
                </a:lnTo>
                <a:lnTo>
                  <a:pt x="1211262" y="128587"/>
                </a:lnTo>
                <a:lnTo>
                  <a:pt x="1212850" y="131762"/>
                </a:lnTo>
                <a:lnTo>
                  <a:pt x="1225550" y="166687"/>
                </a:lnTo>
                <a:lnTo>
                  <a:pt x="1230312" y="209549"/>
                </a:lnTo>
                <a:lnTo>
                  <a:pt x="1230312" y="617537"/>
                </a:lnTo>
                <a:lnTo>
                  <a:pt x="1255713" y="636587"/>
                </a:lnTo>
                <a:lnTo>
                  <a:pt x="1255713" y="636588"/>
                </a:lnTo>
                <a:lnTo>
                  <a:pt x="1300162" y="669924"/>
                </a:lnTo>
                <a:lnTo>
                  <a:pt x="1300162" y="669925"/>
                </a:lnTo>
                <a:lnTo>
                  <a:pt x="1343025" y="703262"/>
                </a:lnTo>
                <a:lnTo>
                  <a:pt x="1343025" y="703262"/>
                </a:lnTo>
                <a:lnTo>
                  <a:pt x="1385888" y="735012"/>
                </a:lnTo>
                <a:lnTo>
                  <a:pt x="1385888" y="735013"/>
                </a:lnTo>
                <a:lnTo>
                  <a:pt x="1412875" y="755649"/>
                </a:lnTo>
                <a:lnTo>
                  <a:pt x="1425575" y="769937"/>
                </a:lnTo>
                <a:lnTo>
                  <a:pt x="1428750" y="787399"/>
                </a:lnTo>
                <a:lnTo>
                  <a:pt x="1425575" y="803275"/>
                </a:lnTo>
                <a:lnTo>
                  <a:pt x="1412875" y="817562"/>
                </a:lnTo>
                <a:lnTo>
                  <a:pt x="1385888" y="836611"/>
                </a:lnTo>
                <a:lnTo>
                  <a:pt x="1385888" y="836612"/>
                </a:lnTo>
                <a:lnTo>
                  <a:pt x="1343025" y="871537"/>
                </a:lnTo>
                <a:lnTo>
                  <a:pt x="1343025" y="871538"/>
                </a:lnTo>
                <a:lnTo>
                  <a:pt x="1300162" y="904875"/>
                </a:lnTo>
                <a:lnTo>
                  <a:pt x="1255713" y="936624"/>
                </a:lnTo>
                <a:lnTo>
                  <a:pt x="1255713" y="936625"/>
                </a:lnTo>
                <a:lnTo>
                  <a:pt x="1230312" y="955675"/>
                </a:lnTo>
                <a:lnTo>
                  <a:pt x="1230312" y="2940050"/>
                </a:lnTo>
                <a:lnTo>
                  <a:pt x="1225550" y="2982913"/>
                </a:lnTo>
                <a:lnTo>
                  <a:pt x="1212850" y="3016250"/>
                </a:lnTo>
                <a:lnTo>
                  <a:pt x="1211262" y="3021013"/>
                </a:lnTo>
                <a:lnTo>
                  <a:pt x="1189037" y="3055938"/>
                </a:lnTo>
                <a:lnTo>
                  <a:pt x="1169988" y="3076574"/>
                </a:lnTo>
                <a:lnTo>
                  <a:pt x="1169988" y="3076575"/>
                </a:lnTo>
                <a:lnTo>
                  <a:pt x="1160463" y="3087688"/>
                </a:lnTo>
                <a:lnTo>
                  <a:pt x="1127125" y="3111500"/>
                </a:lnTo>
                <a:lnTo>
                  <a:pt x="1127125" y="3111501"/>
                </a:lnTo>
                <a:lnTo>
                  <a:pt x="1125537" y="3113088"/>
                </a:lnTo>
                <a:lnTo>
                  <a:pt x="1084262" y="3132138"/>
                </a:lnTo>
                <a:lnTo>
                  <a:pt x="1082675" y="3132138"/>
                </a:lnTo>
                <a:lnTo>
                  <a:pt x="1082675" y="3132137"/>
                </a:lnTo>
                <a:lnTo>
                  <a:pt x="1039813" y="3144837"/>
                </a:lnTo>
                <a:lnTo>
                  <a:pt x="1039813" y="3144838"/>
                </a:lnTo>
                <a:lnTo>
                  <a:pt x="996950" y="3148013"/>
                </a:lnTo>
                <a:lnTo>
                  <a:pt x="990600" y="3148013"/>
                </a:lnTo>
                <a:lnTo>
                  <a:pt x="952500" y="3148013"/>
                </a:lnTo>
                <a:lnTo>
                  <a:pt x="909638" y="3148013"/>
                </a:lnTo>
                <a:lnTo>
                  <a:pt x="909637" y="3148013"/>
                </a:lnTo>
                <a:lnTo>
                  <a:pt x="866775" y="3148013"/>
                </a:lnTo>
                <a:lnTo>
                  <a:pt x="823913" y="3148013"/>
                </a:lnTo>
                <a:lnTo>
                  <a:pt x="823912" y="3148013"/>
                </a:lnTo>
                <a:lnTo>
                  <a:pt x="781050" y="3148013"/>
                </a:lnTo>
                <a:lnTo>
                  <a:pt x="738187" y="3148013"/>
                </a:lnTo>
                <a:lnTo>
                  <a:pt x="693737" y="3148013"/>
                </a:lnTo>
                <a:lnTo>
                  <a:pt x="649288" y="3148013"/>
                </a:lnTo>
                <a:lnTo>
                  <a:pt x="649287" y="3148013"/>
                </a:lnTo>
                <a:lnTo>
                  <a:pt x="606425" y="3148013"/>
                </a:lnTo>
                <a:lnTo>
                  <a:pt x="563563" y="3148013"/>
                </a:lnTo>
                <a:lnTo>
                  <a:pt x="563562" y="3148013"/>
                </a:lnTo>
                <a:lnTo>
                  <a:pt x="520700" y="3148013"/>
                </a:lnTo>
                <a:lnTo>
                  <a:pt x="477838" y="3148013"/>
                </a:lnTo>
                <a:lnTo>
                  <a:pt x="477837" y="3148013"/>
                </a:lnTo>
                <a:lnTo>
                  <a:pt x="434975" y="3148013"/>
                </a:lnTo>
                <a:lnTo>
                  <a:pt x="392113" y="3148013"/>
                </a:lnTo>
                <a:lnTo>
                  <a:pt x="392112" y="3148013"/>
                </a:lnTo>
                <a:lnTo>
                  <a:pt x="346075" y="3148013"/>
                </a:lnTo>
                <a:lnTo>
                  <a:pt x="303213" y="3148013"/>
                </a:lnTo>
                <a:lnTo>
                  <a:pt x="303212" y="3148013"/>
                </a:lnTo>
                <a:lnTo>
                  <a:pt x="260350" y="3148013"/>
                </a:lnTo>
                <a:lnTo>
                  <a:pt x="239712" y="3148013"/>
                </a:lnTo>
                <a:lnTo>
                  <a:pt x="217487" y="3146426"/>
                </a:lnTo>
                <a:lnTo>
                  <a:pt x="217487" y="3146425"/>
                </a:lnTo>
                <a:lnTo>
                  <a:pt x="192087" y="3144838"/>
                </a:lnTo>
                <a:lnTo>
                  <a:pt x="174625" y="3140075"/>
                </a:lnTo>
                <a:lnTo>
                  <a:pt x="146049" y="3132138"/>
                </a:lnTo>
                <a:lnTo>
                  <a:pt x="131762" y="3124200"/>
                </a:lnTo>
                <a:lnTo>
                  <a:pt x="131762" y="3124200"/>
                </a:lnTo>
                <a:lnTo>
                  <a:pt x="106362" y="3113088"/>
                </a:lnTo>
                <a:lnTo>
                  <a:pt x="88900" y="3100388"/>
                </a:lnTo>
                <a:lnTo>
                  <a:pt x="88900" y="3100387"/>
                </a:lnTo>
                <a:lnTo>
                  <a:pt x="71437" y="3087687"/>
                </a:lnTo>
                <a:lnTo>
                  <a:pt x="44450" y="3059112"/>
                </a:lnTo>
                <a:lnTo>
                  <a:pt x="41275" y="3055937"/>
                </a:lnTo>
                <a:lnTo>
                  <a:pt x="19050" y="3021012"/>
                </a:lnTo>
                <a:lnTo>
                  <a:pt x="4762" y="2982912"/>
                </a:lnTo>
                <a:lnTo>
                  <a:pt x="0" y="2940050"/>
                </a:lnTo>
                <a:lnTo>
                  <a:pt x="0" y="209549"/>
                </a:lnTo>
                <a:lnTo>
                  <a:pt x="4762" y="166687"/>
                </a:lnTo>
                <a:lnTo>
                  <a:pt x="19050" y="128587"/>
                </a:lnTo>
                <a:lnTo>
                  <a:pt x="41275" y="92074"/>
                </a:lnTo>
                <a:lnTo>
                  <a:pt x="44450" y="90487"/>
                </a:lnTo>
                <a:lnTo>
                  <a:pt x="71437" y="60324"/>
                </a:lnTo>
                <a:lnTo>
                  <a:pt x="88900" y="49212"/>
                </a:lnTo>
                <a:lnTo>
                  <a:pt x="88900" y="49212"/>
                </a:lnTo>
                <a:lnTo>
                  <a:pt x="106362" y="34925"/>
                </a:lnTo>
                <a:lnTo>
                  <a:pt x="131762" y="25400"/>
                </a:lnTo>
                <a:lnTo>
                  <a:pt x="131762" y="25400"/>
                </a:lnTo>
                <a:lnTo>
                  <a:pt x="146049" y="15875"/>
                </a:lnTo>
                <a:lnTo>
                  <a:pt x="174625" y="9525"/>
                </a:lnTo>
                <a:lnTo>
                  <a:pt x="192087" y="4762"/>
                </a:lnTo>
                <a:lnTo>
                  <a:pt x="217487" y="3175"/>
                </a:lnTo>
                <a:close/>
              </a:path>
            </a:pathLst>
          </a:custGeom>
          <a:solidFill>
            <a:schemeClr val="accent3"/>
          </a:solidFill>
          <a:ln w="25400" cap="flat" cmpd="sng" algn="ctr">
            <a:noFill/>
            <a:prstDash val="solid"/>
          </a:ln>
          <a:effectLst/>
        </p:spPr>
        <p:txBody>
          <a:bodyPr rot="0" spcFirstLastPara="0" vertOverflow="overflow" horzOverflow="overflow" vert="horz" wrap="square" lIns="83727" tIns="41863" rIns="83727" bIns="41863" numCol="1" spcCol="0" rtlCol="0" fromWordArt="0" anchor="ctr" anchorCtr="0" forceAA="0" compatLnSpc="1">
            <a:prstTxWarp prst="textNoShape">
              <a:avLst/>
            </a:prstTxWarp>
            <a:noAutofit/>
          </a:bodyPr>
          <a:lstStyle/>
          <a:p>
            <a:pPr algn="ctr">
              <a:lnSpc>
                <a:spcPct val="120000"/>
              </a:lnSpc>
            </a:pPr>
            <a:endParaRPr lang="zh-CN" altLang="en-US" kern="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9" name="组合 8"/>
          <p:cNvGrpSpPr/>
          <p:nvPr/>
        </p:nvGrpSpPr>
        <p:grpSpPr>
          <a:xfrm>
            <a:off x="8910649" y="1935217"/>
            <a:ext cx="568739" cy="1692604"/>
            <a:chOff x="9286715" y="1680422"/>
            <a:chExt cx="654939" cy="1949140"/>
          </a:xfrm>
          <a:solidFill>
            <a:schemeClr val="accent4"/>
          </a:solidFill>
        </p:grpSpPr>
        <p:sp>
          <p:nvSpPr>
            <p:cNvPr id="171" name="Freeform 137"/>
            <p:cNvSpPr>
              <a:spLocks/>
            </p:cNvSpPr>
            <p:nvPr/>
          </p:nvSpPr>
          <p:spPr bwMode="auto">
            <a:xfrm>
              <a:off x="9286715" y="1680422"/>
              <a:ext cx="654939" cy="1949140"/>
            </a:xfrm>
            <a:custGeom>
              <a:avLst/>
              <a:gdLst>
                <a:gd name="T0" fmla="*/ 0 w 376"/>
                <a:gd name="T1" fmla="*/ 0 h 1119"/>
                <a:gd name="T2" fmla="*/ 259 w 376"/>
                <a:gd name="T3" fmla="*/ 37 h 1119"/>
                <a:gd name="T4" fmla="*/ 283 w 376"/>
                <a:gd name="T5" fmla="*/ 42 h 1119"/>
                <a:gd name="T6" fmla="*/ 305 w 376"/>
                <a:gd name="T7" fmla="*/ 50 h 1119"/>
                <a:gd name="T8" fmla="*/ 325 w 376"/>
                <a:gd name="T9" fmla="*/ 60 h 1119"/>
                <a:gd name="T10" fmla="*/ 343 w 376"/>
                <a:gd name="T11" fmla="*/ 72 h 1119"/>
                <a:gd name="T12" fmla="*/ 357 w 376"/>
                <a:gd name="T13" fmla="*/ 86 h 1119"/>
                <a:gd name="T14" fmla="*/ 368 w 376"/>
                <a:gd name="T15" fmla="*/ 101 h 1119"/>
                <a:gd name="T16" fmla="*/ 374 w 376"/>
                <a:gd name="T17" fmla="*/ 119 h 1119"/>
                <a:gd name="T18" fmla="*/ 376 w 376"/>
                <a:gd name="T19" fmla="*/ 140 h 1119"/>
                <a:gd name="T20" fmla="*/ 376 w 376"/>
                <a:gd name="T21" fmla="*/ 968 h 1119"/>
                <a:gd name="T22" fmla="*/ 374 w 376"/>
                <a:gd name="T23" fmla="*/ 988 h 1119"/>
                <a:gd name="T24" fmla="*/ 368 w 376"/>
                <a:gd name="T25" fmla="*/ 1007 h 1119"/>
                <a:gd name="T26" fmla="*/ 358 w 376"/>
                <a:gd name="T27" fmla="*/ 1022 h 1119"/>
                <a:gd name="T28" fmla="*/ 344 w 376"/>
                <a:gd name="T29" fmla="*/ 1036 h 1119"/>
                <a:gd name="T30" fmla="*/ 327 w 376"/>
                <a:gd name="T31" fmla="*/ 1048 h 1119"/>
                <a:gd name="T32" fmla="*/ 306 w 376"/>
                <a:gd name="T33" fmla="*/ 1058 h 1119"/>
                <a:gd name="T34" fmla="*/ 284 w 376"/>
                <a:gd name="T35" fmla="*/ 1066 h 1119"/>
                <a:gd name="T36" fmla="*/ 259 w 376"/>
                <a:gd name="T37" fmla="*/ 1071 h 1119"/>
                <a:gd name="T38" fmla="*/ 0 w 376"/>
                <a:gd name="T39" fmla="*/ 1119 h 1119"/>
                <a:gd name="T40" fmla="*/ 0 w 376"/>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119">
                  <a:moveTo>
                    <a:pt x="0" y="0"/>
                  </a:moveTo>
                  <a:lnTo>
                    <a:pt x="259" y="37"/>
                  </a:lnTo>
                  <a:lnTo>
                    <a:pt x="283" y="42"/>
                  </a:lnTo>
                  <a:lnTo>
                    <a:pt x="305" y="50"/>
                  </a:lnTo>
                  <a:lnTo>
                    <a:pt x="325" y="60"/>
                  </a:lnTo>
                  <a:lnTo>
                    <a:pt x="343" y="72"/>
                  </a:lnTo>
                  <a:lnTo>
                    <a:pt x="357" y="86"/>
                  </a:lnTo>
                  <a:lnTo>
                    <a:pt x="368" y="101"/>
                  </a:lnTo>
                  <a:lnTo>
                    <a:pt x="374" y="119"/>
                  </a:lnTo>
                  <a:lnTo>
                    <a:pt x="376" y="140"/>
                  </a:lnTo>
                  <a:lnTo>
                    <a:pt x="376" y="968"/>
                  </a:lnTo>
                  <a:lnTo>
                    <a:pt x="374" y="988"/>
                  </a:lnTo>
                  <a:lnTo>
                    <a:pt x="368" y="1007"/>
                  </a:lnTo>
                  <a:lnTo>
                    <a:pt x="358" y="1022"/>
                  </a:lnTo>
                  <a:lnTo>
                    <a:pt x="344" y="1036"/>
                  </a:lnTo>
                  <a:lnTo>
                    <a:pt x="327" y="1048"/>
                  </a:lnTo>
                  <a:lnTo>
                    <a:pt x="306"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5" name="组合 4"/>
            <p:cNvGrpSpPr/>
            <p:nvPr/>
          </p:nvGrpSpPr>
          <p:grpSpPr>
            <a:xfrm>
              <a:off x="9380775" y="2482548"/>
              <a:ext cx="362307" cy="344889"/>
              <a:chOff x="8289913" y="3162328"/>
              <a:chExt cx="362307" cy="344889"/>
            </a:xfrm>
            <a:grpFill/>
          </p:grpSpPr>
          <p:sp>
            <p:nvSpPr>
              <p:cNvPr id="177" name="Freeform 162"/>
              <p:cNvSpPr>
                <a:spLocks noEditPoints="1"/>
              </p:cNvSpPr>
              <p:nvPr/>
            </p:nvSpPr>
            <p:spPr bwMode="auto">
              <a:xfrm>
                <a:off x="8289913" y="3218068"/>
                <a:ext cx="362307" cy="289149"/>
              </a:xfrm>
              <a:custGeom>
                <a:avLst/>
                <a:gdLst>
                  <a:gd name="T0" fmla="*/ 174 w 208"/>
                  <a:gd name="T1" fmla="*/ 62 h 166"/>
                  <a:gd name="T2" fmla="*/ 175 w 208"/>
                  <a:gd name="T3" fmla="*/ 43 h 166"/>
                  <a:gd name="T4" fmla="*/ 122 w 208"/>
                  <a:gd name="T5" fmla="*/ 50 h 166"/>
                  <a:gd name="T6" fmla="*/ 116 w 208"/>
                  <a:gd name="T7" fmla="*/ 53 h 166"/>
                  <a:gd name="T8" fmla="*/ 80 w 208"/>
                  <a:gd name="T9" fmla="*/ 53 h 166"/>
                  <a:gd name="T10" fmla="*/ 75 w 208"/>
                  <a:gd name="T11" fmla="*/ 51 h 166"/>
                  <a:gd name="T12" fmla="*/ 72 w 208"/>
                  <a:gd name="T13" fmla="*/ 51 h 166"/>
                  <a:gd name="T14" fmla="*/ 48 w 208"/>
                  <a:gd name="T15" fmla="*/ 51 h 166"/>
                  <a:gd name="T16" fmla="*/ 48 w 208"/>
                  <a:gd name="T17" fmla="*/ 54 h 166"/>
                  <a:gd name="T18" fmla="*/ 55 w 208"/>
                  <a:gd name="T19" fmla="*/ 58 h 166"/>
                  <a:gd name="T20" fmla="*/ 58 w 208"/>
                  <a:gd name="T21" fmla="*/ 60 h 166"/>
                  <a:gd name="T22" fmla="*/ 127 w 208"/>
                  <a:gd name="T23" fmla="*/ 62 h 166"/>
                  <a:gd name="T24" fmla="*/ 10 w 208"/>
                  <a:gd name="T25" fmla="*/ 6 h 166"/>
                  <a:gd name="T26" fmla="*/ 70 w 208"/>
                  <a:gd name="T27" fmla="*/ 41 h 166"/>
                  <a:gd name="T28" fmla="*/ 10 w 208"/>
                  <a:gd name="T29" fmla="*/ 6 h 166"/>
                  <a:gd name="T30" fmla="*/ 71 w 208"/>
                  <a:gd name="T31" fmla="*/ 0 h 166"/>
                  <a:gd name="T32" fmla="*/ 75 w 208"/>
                  <a:gd name="T33" fmla="*/ 2 h 166"/>
                  <a:gd name="T34" fmla="*/ 76 w 208"/>
                  <a:gd name="T35" fmla="*/ 39 h 166"/>
                  <a:gd name="T36" fmla="*/ 80 w 208"/>
                  <a:gd name="T37" fmla="*/ 38 h 166"/>
                  <a:gd name="T38" fmla="*/ 126 w 208"/>
                  <a:gd name="T39" fmla="*/ 14 h 166"/>
                  <a:gd name="T40" fmla="*/ 131 w 208"/>
                  <a:gd name="T41" fmla="*/ 9 h 166"/>
                  <a:gd name="T42" fmla="*/ 166 w 208"/>
                  <a:gd name="T43" fmla="*/ 8 h 166"/>
                  <a:gd name="T44" fmla="*/ 169 w 208"/>
                  <a:gd name="T45" fmla="*/ 9 h 166"/>
                  <a:gd name="T46" fmla="*/ 172 w 208"/>
                  <a:gd name="T47" fmla="*/ 10 h 166"/>
                  <a:gd name="T48" fmla="*/ 175 w 208"/>
                  <a:gd name="T49" fmla="*/ 14 h 166"/>
                  <a:gd name="T50" fmla="*/ 207 w 208"/>
                  <a:gd name="T51" fmla="*/ 67 h 166"/>
                  <a:gd name="T52" fmla="*/ 208 w 208"/>
                  <a:gd name="T53" fmla="*/ 74 h 166"/>
                  <a:gd name="T54" fmla="*/ 206 w 208"/>
                  <a:gd name="T55" fmla="*/ 80 h 166"/>
                  <a:gd name="T56" fmla="*/ 201 w 208"/>
                  <a:gd name="T57" fmla="*/ 85 h 166"/>
                  <a:gd name="T58" fmla="*/ 194 w 208"/>
                  <a:gd name="T59" fmla="*/ 86 h 166"/>
                  <a:gd name="T60" fmla="*/ 193 w 208"/>
                  <a:gd name="T61" fmla="*/ 163 h 166"/>
                  <a:gd name="T62" fmla="*/ 189 w 208"/>
                  <a:gd name="T63" fmla="*/ 166 h 166"/>
                  <a:gd name="T64" fmla="*/ 185 w 208"/>
                  <a:gd name="T65" fmla="*/ 163 h 166"/>
                  <a:gd name="T66" fmla="*/ 184 w 208"/>
                  <a:gd name="T67" fmla="*/ 86 h 166"/>
                  <a:gd name="T68" fmla="*/ 171 w 208"/>
                  <a:gd name="T69" fmla="*/ 157 h 166"/>
                  <a:gd name="T70" fmla="*/ 168 w 208"/>
                  <a:gd name="T71" fmla="*/ 163 h 166"/>
                  <a:gd name="T72" fmla="*/ 162 w 208"/>
                  <a:gd name="T73" fmla="*/ 166 h 166"/>
                  <a:gd name="T74" fmla="*/ 155 w 208"/>
                  <a:gd name="T75" fmla="*/ 163 h 166"/>
                  <a:gd name="T76" fmla="*/ 153 w 208"/>
                  <a:gd name="T77" fmla="*/ 157 h 166"/>
                  <a:gd name="T78" fmla="*/ 147 w 208"/>
                  <a:gd name="T79" fmla="*/ 86 h 166"/>
                  <a:gd name="T80" fmla="*/ 147 w 208"/>
                  <a:gd name="T81" fmla="*/ 161 h 166"/>
                  <a:gd name="T82" fmla="*/ 141 w 208"/>
                  <a:gd name="T83" fmla="*/ 165 h 166"/>
                  <a:gd name="T84" fmla="*/ 135 w 208"/>
                  <a:gd name="T85" fmla="*/ 165 h 166"/>
                  <a:gd name="T86" fmla="*/ 130 w 208"/>
                  <a:gd name="T87" fmla="*/ 161 h 166"/>
                  <a:gd name="T88" fmla="*/ 129 w 208"/>
                  <a:gd name="T89" fmla="*/ 86 h 166"/>
                  <a:gd name="T90" fmla="*/ 29 w 208"/>
                  <a:gd name="T91" fmla="*/ 161 h 166"/>
                  <a:gd name="T92" fmla="*/ 26 w 208"/>
                  <a:gd name="T93" fmla="*/ 165 h 166"/>
                  <a:gd name="T94" fmla="*/ 21 w 208"/>
                  <a:gd name="T95" fmla="*/ 165 h 166"/>
                  <a:gd name="T96" fmla="*/ 19 w 208"/>
                  <a:gd name="T97" fmla="*/ 161 h 166"/>
                  <a:gd name="T98" fmla="*/ 11 w 208"/>
                  <a:gd name="T99" fmla="*/ 86 h 166"/>
                  <a:gd name="T100" fmla="*/ 4 w 208"/>
                  <a:gd name="T101" fmla="*/ 83 h 166"/>
                  <a:gd name="T102" fmla="*/ 0 w 208"/>
                  <a:gd name="T103" fmla="*/ 77 h 166"/>
                  <a:gd name="T104" fmla="*/ 0 w 208"/>
                  <a:gd name="T105" fmla="*/ 69 h 166"/>
                  <a:gd name="T106" fmla="*/ 4 w 208"/>
                  <a:gd name="T107" fmla="*/ 64 h 166"/>
                  <a:gd name="T108" fmla="*/ 11 w 208"/>
                  <a:gd name="T109" fmla="*/ 62 h 166"/>
                  <a:gd name="T110" fmla="*/ 22 w 208"/>
                  <a:gd name="T111" fmla="*/ 60 h 166"/>
                  <a:gd name="T112" fmla="*/ 23 w 208"/>
                  <a:gd name="T113" fmla="*/ 58 h 166"/>
                  <a:gd name="T114" fmla="*/ 30 w 208"/>
                  <a:gd name="T115" fmla="*/ 54 h 166"/>
                  <a:gd name="T116" fmla="*/ 32 w 208"/>
                  <a:gd name="T117" fmla="*/ 54 h 166"/>
                  <a:gd name="T118" fmla="*/ 9 w 208"/>
                  <a:gd name="T119" fmla="*/ 51 h 166"/>
                  <a:gd name="T120" fmla="*/ 4 w 208"/>
                  <a:gd name="T121" fmla="*/ 48 h 166"/>
                  <a:gd name="T122" fmla="*/ 3 w 208"/>
                  <a:gd name="T123" fmla="*/ 5 h 166"/>
                  <a:gd name="T124" fmla="*/ 7 w 208"/>
                  <a:gd name="T1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166">
                    <a:moveTo>
                      <a:pt x="175" y="43"/>
                    </a:moveTo>
                    <a:lnTo>
                      <a:pt x="174" y="62"/>
                    </a:lnTo>
                    <a:lnTo>
                      <a:pt x="186" y="62"/>
                    </a:lnTo>
                    <a:lnTo>
                      <a:pt x="175" y="43"/>
                    </a:lnTo>
                    <a:close/>
                    <a:moveTo>
                      <a:pt x="126" y="42"/>
                    </a:moveTo>
                    <a:lnTo>
                      <a:pt x="122" y="50"/>
                    </a:lnTo>
                    <a:lnTo>
                      <a:pt x="119" y="52"/>
                    </a:lnTo>
                    <a:lnTo>
                      <a:pt x="116" y="53"/>
                    </a:lnTo>
                    <a:lnTo>
                      <a:pt x="115" y="53"/>
                    </a:lnTo>
                    <a:lnTo>
                      <a:pt x="80" y="53"/>
                    </a:lnTo>
                    <a:lnTo>
                      <a:pt x="77" y="53"/>
                    </a:lnTo>
                    <a:lnTo>
                      <a:pt x="75" y="51"/>
                    </a:lnTo>
                    <a:lnTo>
                      <a:pt x="74" y="50"/>
                    </a:lnTo>
                    <a:lnTo>
                      <a:pt x="72" y="51"/>
                    </a:lnTo>
                    <a:lnTo>
                      <a:pt x="71" y="51"/>
                    </a:lnTo>
                    <a:lnTo>
                      <a:pt x="48" y="51"/>
                    </a:lnTo>
                    <a:lnTo>
                      <a:pt x="48" y="54"/>
                    </a:lnTo>
                    <a:lnTo>
                      <a:pt x="48" y="54"/>
                    </a:lnTo>
                    <a:lnTo>
                      <a:pt x="48" y="54"/>
                    </a:lnTo>
                    <a:lnTo>
                      <a:pt x="55" y="58"/>
                    </a:lnTo>
                    <a:lnTo>
                      <a:pt x="57" y="59"/>
                    </a:lnTo>
                    <a:lnTo>
                      <a:pt x="58" y="60"/>
                    </a:lnTo>
                    <a:lnTo>
                      <a:pt x="57" y="62"/>
                    </a:lnTo>
                    <a:lnTo>
                      <a:pt x="127" y="62"/>
                    </a:lnTo>
                    <a:lnTo>
                      <a:pt x="126" y="42"/>
                    </a:lnTo>
                    <a:close/>
                    <a:moveTo>
                      <a:pt x="10" y="6"/>
                    </a:moveTo>
                    <a:lnTo>
                      <a:pt x="10" y="41"/>
                    </a:lnTo>
                    <a:lnTo>
                      <a:pt x="70" y="41"/>
                    </a:lnTo>
                    <a:lnTo>
                      <a:pt x="70" y="6"/>
                    </a:lnTo>
                    <a:lnTo>
                      <a:pt x="10" y="6"/>
                    </a:lnTo>
                    <a:close/>
                    <a:moveTo>
                      <a:pt x="9" y="0"/>
                    </a:moveTo>
                    <a:lnTo>
                      <a:pt x="71" y="0"/>
                    </a:lnTo>
                    <a:lnTo>
                      <a:pt x="73" y="0"/>
                    </a:lnTo>
                    <a:lnTo>
                      <a:pt x="75" y="2"/>
                    </a:lnTo>
                    <a:lnTo>
                      <a:pt x="76" y="5"/>
                    </a:lnTo>
                    <a:lnTo>
                      <a:pt x="76" y="39"/>
                    </a:lnTo>
                    <a:lnTo>
                      <a:pt x="78" y="38"/>
                    </a:lnTo>
                    <a:lnTo>
                      <a:pt x="80" y="38"/>
                    </a:lnTo>
                    <a:lnTo>
                      <a:pt x="111" y="38"/>
                    </a:lnTo>
                    <a:lnTo>
                      <a:pt x="126" y="14"/>
                    </a:lnTo>
                    <a:lnTo>
                      <a:pt x="128" y="11"/>
                    </a:lnTo>
                    <a:lnTo>
                      <a:pt x="131" y="9"/>
                    </a:lnTo>
                    <a:lnTo>
                      <a:pt x="135" y="8"/>
                    </a:lnTo>
                    <a:lnTo>
                      <a:pt x="166" y="8"/>
                    </a:lnTo>
                    <a:lnTo>
                      <a:pt x="168" y="9"/>
                    </a:lnTo>
                    <a:lnTo>
                      <a:pt x="169" y="9"/>
                    </a:lnTo>
                    <a:lnTo>
                      <a:pt x="169" y="9"/>
                    </a:lnTo>
                    <a:lnTo>
                      <a:pt x="172" y="10"/>
                    </a:lnTo>
                    <a:lnTo>
                      <a:pt x="173" y="11"/>
                    </a:lnTo>
                    <a:lnTo>
                      <a:pt x="175" y="14"/>
                    </a:lnTo>
                    <a:lnTo>
                      <a:pt x="205" y="65"/>
                    </a:lnTo>
                    <a:lnTo>
                      <a:pt x="207" y="67"/>
                    </a:lnTo>
                    <a:lnTo>
                      <a:pt x="208" y="71"/>
                    </a:lnTo>
                    <a:lnTo>
                      <a:pt x="208" y="74"/>
                    </a:lnTo>
                    <a:lnTo>
                      <a:pt x="208" y="77"/>
                    </a:lnTo>
                    <a:lnTo>
                      <a:pt x="206" y="80"/>
                    </a:lnTo>
                    <a:lnTo>
                      <a:pt x="204" y="83"/>
                    </a:lnTo>
                    <a:lnTo>
                      <a:pt x="201" y="85"/>
                    </a:lnTo>
                    <a:lnTo>
                      <a:pt x="198" y="86"/>
                    </a:lnTo>
                    <a:lnTo>
                      <a:pt x="194" y="86"/>
                    </a:lnTo>
                    <a:lnTo>
                      <a:pt x="194" y="161"/>
                    </a:lnTo>
                    <a:lnTo>
                      <a:pt x="193" y="163"/>
                    </a:lnTo>
                    <a:lnTo>
                      <a:pt x="191" y="165"/>
                    </a:lnTo>
                    <a:lnTo>
                      <a:pt x="189" y="166"/>
                    </a:lnTo>
                    <a:lnTo>
                      <a:pt x="186" y="165"/>
                    </a:lnTo>
                    <a:lnTo>
                      <a:pt x="185" y="163"/>
                    </a:lnTo>
                    <a:lnTo>
                      <a:pt x="184" y="161"/>
                    </a:lnTo>
                    <a:lnTo>
                      <a:pt x="184" y="86"/>
                    </a:lnTo>
                    <a:lnTo>
                      <a:pt x="171" y="86"/>
                    </a:lnTo>
                    <a:lnTo>
                      <a:pt x="171" y="157"/>
                    </a:lnTo>
                    <a:lnTo>
                      <a:pt x="169" y="161"/>
                    </a:lnTo>
                    <a:lnTo>
                      <a:pt x="168" y="163"/>
                    </a:lnTo>
                    <a:lnTo>
                      <a:pt x="165" y="165"/>
                    </a:lnTo>
                    <a:lnTo>
                      <a:pt x="162" y="166"/>
                    </a:lnTo>
                    <a:lnTo>
                      <a:pt x="159" y="165"/>
                    </a:lnTo>
                    <a:lnTo>
                      <a:pt x="155" y="163"/>
                    </a:lnTo>
                    <a:lnTo>
                      <a:pt x="154" y="161"/>
                    </a:lnTo>
                    <a:lnTo>
                      <a:pt x="153" y="157"/>
                    </a:lnTo>
                    <a:lnTo>
                      <a:pt x="153" y="86"/>
                    </a:lnTo>
                    <a:lnTo>
                      <a:pt x="147" y="86"/>
                    </a:lnTo>
                    <a:lnTo>
                      <a:pt x="147" y="157"/>
                    </a:lnTo>
                    <a:lnTo>
                      <a:pt x="147" y="161"/>
                    </a:lnTo>
                    <a:lnTo>
                      <a:pt x="144" y="163"/>
                    </a:lnTo>
                    <a:lnTo>
                      <a:pt x="141" y="165"/>
                    </a:lnTo>
                    <a:lnTo>
                      <a:pt x="138" y="166"/>
                    </a:lnTo>
                    <a:lnTo>
                      <a:pt x="135" y="165"/>
                    </a:lnTo>
                    <a:lnTo>
                      <a:pt x="133" y="163"/>
                    </a:lnTo>
                    <a:lnTo>
                      <a:pt x="130" y="161"/>
                    </a:lnTo>
                    <a:lnTo>
                      <a:pt x="129" y="157"/>
                    </a:lnTo>
                    <a:lnTo>
                      <a:pt x="129" y="86"/>
                    </a:lnTo>
                    <a:lnTo>
                      <a:pt x="29" y="86"/>
                    </a:lnTo>
                    <a:lnTo>
                      <a:pt x="29" y="161"/>
                    </a:lnTo>
                    <a:lnTo>
                      <a:pt x="28" y="163"/>
                    </a:lnTo>
                    <a:lnTo>
                      <a:pt x="26" y="165"/>
                    </a:lnTo>
                    <a:lnTo>
                      <a:pt x="24" y="166"/>
                    </a:lnTo>
                    <a:lnTo>
                      <a:pt x="21" y="165"/>
                    </a:lnTo>
                    <a:lnTo>
                      <a:pt x="20" y="163"/>
                    </a:lnTo>
                    <a:lnTo>
                      <a:pt x="19" y="161"/>
                    </a:lnTo>
                    <a:lnTo>
                      <a:pt x="19" y="86"/>
                    </a:lnTo>
                    <a:lnTo>
                      <a:pt x="11" y="86"/>
                    </a:lnTo>
                    <a:lnTo>
                      <a:pt x="8" y="85"/>
                    </a:lnTo>
                    <a:lnTo>
                      <a:pt x="4" y="83"/>
                    </a:lnTo>
                    <a:lnTo>
                      <a:pt x="2" y="80"/>
                    </a:lnTo>
                    <a:lnTo>
                      <a:pt x="0" y="77"/>
                    </a:lnTo>
                    <a:lnTo>
                      <a:pt x="0" y="74"/>
                    </a:lnTo>
                    <a:lnTo>
                      <a:pt x="0" y="69"/>
                    </a:lnTo>
                    <a:lnTo>
                      <a:pt x="2" y="66"/>
                    </a:lnTo>
                    <a:lnTo>
                      <a:pt x="4" y="64"/>
                    </a:lnTo>
                    <a:lnTo>
                      <a:pt x="8" y="62"/>
                    </a:lnTo>
                    <a:lnTo>
                      <a:pt x="11" y="62"/>
                    </a:lnTo>
                    <a:lnTo>
                      <a:pt x="22" y="62"/>
                    </a:lnTo>
                    <a:lnTo>
                      <a:pt x="22" y="60"/>
                    </a:lnTo>
                    <a:lnTo>
                      <a:pt x="22" y="59"/>
                    </a:lnTo>
                    <a:lnTo>
                      <a:pt x="23" y="58"/>
                    </a:lnTo>
                    <a:lnTo>
                      <a:pt x="23" y="58"/>
                    </a:lnTo>
                    <a:lnTo>
                      <a:pt x="30" y="54"/>
                    </a:lnTo>
                    <a:lnTo>
                      <a:pt x="30" y="54"/>
                    </a:lnTo>
                    <a:lnTo>
                      <a:pt x="32" y="54"/>
                    </a:lnTo>
                    <a:lnTo>
                      <a:pt x="32" y="51"/>
                    </a:lnTo>
                    <a:lnTo>
                      <a:pt x="9" y="51"/>
                    </a:lnTo>
                    <a:lnTo>
                      <a:pt x="7" y="50"/>
                    </a:lnTo>
                    <a:lnTo>
                      <a:pt x="4" y="48"/>
                    </a:lnTo>
                    <a:lnTo>
                      <a:pt x="3" y="46"/>
                    </a:lnTo>
                    <a:lnTo>
                      <a:pt x="3" y="5"/>
                    </a:lnTo>
                    <a:lnTo>
                      <a:pt x="4" y="2"/>
                    </a:lnTo>
                    <a:lnTo>
                      <a:pt x="7" y="0"/>
                    </a:lnTo>
                    <a:lnTo>
                      <a:pt x="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8" name="Freeform 163"/>
              <p:cNvSpPr>
                <a:spLocks/>
              </p:cNvSpPr>
              <p:nvPr/>
            </p:nvSpPr>
            <p:spPr bwMode="auto">
              <a:xfrm>
                <a:off x="8518096" y="3162328"/>
                <a:ext cx="66191" cy="64449"/>
              </a:xfrm>
              <a:custGeom>
                <a:avLst/>
                <a:gdLst>
                  <a:gd name="T0" fmla="*/ 19 w 38"/>
                  <a:gd name="T1" fmla="*/ 0 h 37"/>
                  <a:gd name="T2" fmla="*/ 29 w 38"/>
                  <a:gd name="T3" fmla="*/ 3 h 37"/>
                  <a:gd name="T4" fmla="*/ 35 w 38"/>
                  <a:gd name="T5" fmla="*/ 9 h 37"/>
                  <a:gd name="T6" fmla="*/ 38 w 38"/>
                  <a:gd name="T7" fmla="*/ 19 h 37"/>
                  <a:gd name="T8" fmla="*/ 35 w 38"/>
                  <a:gd name="T9" fmla="*/ 28 h 37"/>
                  <a:gd name="T10" fmla="*/ 29 w 38"/>
                  <a:gd name="T11" fmla="*/ 34 h 37"/>
                  <a:gd name="T12" fmla="*/ 19 w 38"/>
                  <a:gd name="T13" fmla="*/ 37 h 37"/>
                  <a:gd name="T14" fmla="*/ 10 w 38"/>
                  <a:gd name="T15" fmla="*/ 34 h 37"/>
                  <a:gd name="T16" fmla="*/ 4 w 38"/>
                  <a:gd name="T17" fmla="*/ 28 h 37"/>
                  <a:gd name="T18" fmla="*/ 0 w 38"/>
                  <a:gd name="T19" fmla="*/ 19 h 37"/>
                  <a:gd name="T20" fmla="*/ 4 w 38"/>
                  <a:gd name="T21" fmla="*/ 9 h 37"/>
                  <a:gd name="T22" fmla="*/ 10 w 38"/>
                  <a:gd name="T23" fmla="*/ 3 h 37"/>
                  <a:gd name="T24" fmla="*/ 19 w 38"/>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7">
                    <a:moveTo>
                      <a:pt x="19" y="0"/>
                    </a:moveTo>
                    <a:lnTo>
                      <a:pt x="29" y="3"/>
                    </a:lnTo>
                    <a:lnTo>
                      <a:pt x="35" y="9"/>
                    </a:lnTo>
                    <a:lnTo>
                      <a:pt x="38" y="19"/>
                    </a:lnTo>
                    <a:lnTo>
                      <a:pt x="35" y="28"/>
                    </a:lnTo>
                    <a:lnTo>
                      <a:pt x="29" y="34"/>
                    </a:lnTo>
                    <a:lnTo>
                      <a:pt x="19" y="37"/>
                    </a:lnTo>
                    <a:lnTo>
                      <a:pt x="10" y="34"/>
                    </a:lnTo>
                    <a:lnTo>
                      <a:pt x="4" y="28"/>
                    </a:lnTo>
                    <a:lnTo>
                      <a:pt x="0" y="19"/>
                    </a:lnTo>
                    <a:lnTo>
                      <a:pt x="4" y="9"/>
                    </a:lnTo>
                    <a:lnTo>
                      <a:pt x="10"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 name="组合 5"/>
          <p:cNvGrpSpPr/>
          <p:nvPr/>
        </p:nvGrpSpPr>
        <p:grpSpPr>
          <a:xfrm>
            <a:off x="2815007" y="1935217"/>
            <a:ext cx="571765" cy="1692604"/>
            <a:chOff x="2267202" y="1680422"/>
            <a:chExt cx="658423" cy="1949140"/>
          </a:xfrm>
          <a:solidFill>
            <a:schemeClr val="accent1"/>
          </a:solidFill>
        </p:grpSpPr>
        <p:sp>
          <p:nvSpPr>
            <p:cNvPr id="180" name="Freeform 37"/>
            <p:cNvSpPr>
              <a:spLocks/>
            </p:cNvSpPr>
            <p:nvPr/>
          </p:nvSpPr>
          <p:spPr bwMode="auto">
            <a:xfrm>
              <a:off x="2267202" y="1680422"/>
              <a:ext cx="658423" cy="1949140"/>
            </a:xfrm>
            <a:custGeom>
              <a:avLst/>
              <a:gdLst>
                <a:gd name="T0" fmla="*/ 0 w 378"/>
                <a:gd name="T1" fmla="*/ 0 h 1119"/>
                <a:gd name="T2" fmla="*/ 259 w 378"/>
                <a:gd name="T3" fmla="*/ 37 h 1119"/>
                <a:gd name="T4" fmla="*/ 283 w 378"/>
                <a:gd name="T5" fmla="*/ 42 h 1119"/>
                <a:gd name="T6" fmla="*/ 306 w 378"/>
                <a:gd name="T7" fmla="*/ 50 h 1119"/>
                <a:gd name="T8" fmla="*/ 326 w 378"/>
                <a:gd name="T9" fmla="*/ 60 h 1119"/>
                <a:gd name="T10" fmla="*/ 343 w 378"/>
                <a:gd name="T11" fmla="*/ 72 h 1119"/>
                <a:gd name="T12" fmla="*/ 357 w 378"/>
                <a:gd name="T13" fmla="*/ 86 h 1119"/>
                <a:gd name="T14" fmla="*/ 368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8 w 378"/>
                <a:gd name="T27" fmla="*/ 1022 h 1119"/>
                <a:gd name="T28" fmla="*/ 344 w 378"/>
                <a:gd name="T29" fmla="*/ 1036 h 1119"/>
                <a:gd name="T30" fmla="*/ 327 w 378"/>
                <a:gd name="T31" fmla="*/ 1048 h 1119"/>
                <a:gd name="T32" fmla="*/ 307 w 378"/>
                <a:gd name="T33" fmla="*/ 1058 h 1119"/>
                <a:gd name="T34" fmla="*/ 284 w 378"/>
                <a:gd name="T35" fmla="*/ 1066 h 1119"/>
                <a:gd name="T36" fmla="*/ 259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59" y="37"/>
                  </a:lnTo>
                  <a:lnTo>
                    <a:pt x="283" y="42"/>
                  </a:lnTo>
                  <a:lnTo>
                    <a:pt x="306" y="50"/>
                  </a:lnTo>
                  <a:lnTo>
                    <a:pt x="326" y="60"/>
                  </a:lnTo>
                  <a:lnTo>
                    <a:pt x="343" y="72"/>
                  </a:lnTo>
                  <a:lnTo>
                    <a:pt x="357" y="86"/>
                  </a:lnTo>
                  <a:lnTo>
                    <a:pt x="368" y="101"/>
                  </a:lnTo>
                  <a:lnTo>
                    <a:pt x="376" y="119"/>
                  </a:lnTo>
                  <a:lnTo>
                    <a:pt x="378" y="140"/>
                  </a:lnTo>
                  <a:lnTo>
                    <a:pt x="378" y="968"/>
                  </a:lnTo>
                  <a:lnTo>
                    <a:pt x="376"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2462290" y="2482548"/>
              <a:ext cx="165477" cy="344888"/>
              <a:chOff x="3505027" y="3162328"/>
              <a:chExt cx="165477" cy="344888"/>
            </a:xfrm>
            <a:grpFill/>
          </p:grpSpPr>
          <p:sp>
            <p:nvSpPr>
              <p:cNvPr id="186" name="Freeform 157"/>
              <p:cNvSpPr>
                <a:spLocks/>
              </p:cNvSpPr>
              <p:nvPr/>
            </p:nvSpPr>
            <p:spPr bwMode="auto">
              <a:xfrm>
                <a:off x="3557283" y="3162328"/>
                <a:ext cx="62707" cy="62707"/>
              </a:xfrm>
              <a:custGeom>
                <a:avLst/>
                <a:gdLst>
                  <a:gd name="T0" fmla="*/ 19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9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9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9" y="0"/>
                    </a:moveTo>
                    <a:lnTo>
                      <a:pt x="27" y="3"/>
                    </a:lnTo>
                    <a:lnTo>
                      <a:pt x="34" y="9"/>
                    </a:lnTo>
                    <a:lnTo>
                      <a:pt x="36" y="18"/>
                    </a:lnTo>
                    <a:lnTo>
                      <a:pt x="34" y="28"/>
                    </a:lnTo>
                    <a:lnTo>
                      <a:pt x="27" y="34"/>
                    </a:lnTo>
                    <a:lnTo>
                      <a:pt x="19" y="36"/>
                    </a:lnTo>
                    <a:lnTo>
                      <a:pt x="9" y="34"/>
                    </a:lnTo>
                    <a:lnTo>
                      <a:pt x="2" y="28"/>
                    </a:lnTo>
                    <a:lnTo>
                      <a:pt x="0" y="18"/>
                    </a:lnTo>
                    <a:lnTo>
                      <a:pt x="2" y="9"/>
                    </a:lnTo>
                    <a:lnTo>
                      <a:pt x="9"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7" name="Freeform 158"/>
              <p:cNvSpPr>
                <a:spLocks noEditPoints="1"/>
              </p:cNvSpPr>
              <p:nvPr/>
            </p:nvSpPr>
            <p:spPr bwMode="auto">
              <a:xfrm>
                <a:off x="3505027" y="3176263"/>
                <a:ext cx="165477" cy="330953"/>
              </a:xfrm>
              <a:custGeom>
                <a:avLst/>
                <a:gdLst>
                  <a:gd name="T0" fmla="*/ 71 w 95"/>
                  <a:gd name="T1" fmla="*/ 21 h 190"/>
                  <a:gd name="T2" fmla="*/ 73 w 95"/>
                  <a:gd name="T3" fmla="*/ 23 h 190"/>
                  <a:gd name="T4" fmla="*/ 77 w 95"/>
                  <a:gd name="T5" fmla="*/ 23 h 190"/>
                  <a:gd name="T6" fmla="*/ 77 w 95"/>
                  <a:gd name="T7" fmla="*/ 21 h 190"/>
                  <a:gd name="T8" fmla="*/ 70 w 95"/>
                  <a:gd name="T9" fmla="*/ 3 h 190"/>
                  <a:gd name="T10" fmla="*/ 69 w 95"/>
                  <a:gd name="T11" fmla="*/ 15 h 190"/>
                  <a:gd name="T12" fmla="*/ 73 w 95"/>
                  <a:gd name="T13" fmla="*/ 17 h 190"/>
                  <a:gd name="T14" fmla="*/ 79 w 95"/>
                  <a:gd name="T15" fmla="*/ 16 h 190"/>
                  <a:gd name="T16" fmla="*/ 79 w 95"/>
                  <a:gd name="T17" fmla="*/ 4 h 190"/>
                  <a:gd name="T18" fmla="*/ 73 w 95"/>
                  <a:gd name="T19" fmla="*/ 2 h 190"/>
                  <a:gd name="T20" fmla="*/ 76 w 95"/>
                  <a:gd name="T21" fmla="*/ 1 h 190"/>
                  <a:gd name="T22" fmla="*/ 75 w 95"/>
                  <a:gd name="T23" fmla="*/ 0 h 190"/>
                  <a:gd name="T24" fmla="*/ 75 w 95"/>
                  <a:gd name="T25" fmla="*/ 1 h 190"/>
                  <a:gd name="T26" fmla="*/ 73 w 95"/>
                  <a:gd name="T27" fmla="*/ 1 h 190"/>
                  <a:gd name="T28" fmla="*/ 74 w 95"/>
                  <a:gd name="T29" fmla="*/ 0 h 190"/>
                  <a:gd name="T30" fmla="*/ 79 w 95"/>
                  <a:gd name="T31" fmla="*/ 1 h 190"/>
                  <a:gd name="T32" fmla="*/ 81 w 95"/>
                  <a:gd name="T33" fmla="*/ 21 h 190"/>
                  <a:gd name="T34" fmla="*/ 82 w 95"/>
                  <a:gd name="T35" fmla="*/ 22 h 190"/>
                  <a:gd name="T36" fmla="*/ 90 w 95"/>
                  <a:gd name="T37" fmla="*/ 25 h 190"/>
                  <a:gd name="T38" fmla="*/ 95 w 95"/>
                  <a:gd name="T39" fmla="*/ 60 h 190"/>
                  <a:gd name="T40" fmla="*/ 89 w 95"/>
                  <a:gd name="T41" fmla="*/ 65 h 190"/>
                  <a:gd name="T42" fmla="*/ 82 w 95"/>
                  <a:gd name="T43" fmla="*/ 63 h 190"/>
                  <a:gd name="T44" fmla="*/ 70 w 95"/>
                  <a:gd name="T45" fmla="*/ 101 h 190"/>
                  <a:gd name="T46" fmla="*/ 68 w 95"/>
                  <a:gd name="T47" fmla="*/ 185 h 190"/>
                  <a:gd name="T48" fmla="*/ 61 w 95"/>
                  <a:gd name="T49" fmla="*/ 190 h 190"/>
                  <a:gd name="T50" fmla="*/ 52 w 95"/>
                  <a:gd name="T51" fmla="*/ 185 h 190"/>
                  <a:gd name="T52" fmla="*/ 45 w 95"/>
                  <a:gd name="T53" fmla="*/ 108 h 190"/>
                  <a:gd name="T54" fmla="*/ 42 w 95"/>
                  <a:gd name="T55" fmla="*/ 187 h 190"/>
                  <a:gd name="T56" fmla="*/ 33 w 95"/>
                  <a:gd name="T57" fmla="*/ 189 h 190"/>
                  <a:gd name="T58" fmla="*/ 28 w 95"/>
                  <a:gd name="T59" fmla="*/ 181 h 190"/>
                  <a:gd name="T60" fmla="*/ 26 w 95"/>
                  <a:gd name="T61" fmla="*/ 98 h 190"/>
                  <a:gd name="T62" fmla="*/ 12 w 95"/>
                  <a:gd name="T63" fmla="*/ 110 h 190"/>
                  <a:gd name="T64" fmla="*/ 4 w 95"/>
                  <a:gd name="T65" fmla="*/ 112 h 190"/>
                  <a:gd name="T66" fmla="*/ 0 w 95"/>
                  <a:gd name="T67" fmla="*/ 104 h 190"/>
                  <a:gd name="T68" fmla="*/ 25 w 95"/>
                  <a:gd name="T69" fmla="*/ 37 h 190"/>
                  <a:gd name="T70" fmla="*/ 29 w 95"/>
                  <a:gd name="T71" fmla="*/ 32 h 190"/>
                  <a:gd name="T72" fmla="*/ 64 w 95"/>
                  <a:gd name="T73" fmla="*/ 30 h 190"/>
                  <a:gd name="T74" fmla="*/ 70 w 95"/>
                  <a:gd name="T75" fmla="*/ 33 h 190"/>
                  <a:gd name="T76" fmla="*/ 76 w 95"/>
                  <a:gd name="T77" fmla="*/ 27 h 190"/>
                  <a:gd name="T78" fmla="*/ 77 w 95"/>
                  <a:gd name="T79" fmla="*/ 25 h 190"/>
                  <a:gd name="T80" fmla="*/ 68 w 95"/>
                  <a:gd name="T81" fmla="*/ 23 h 190"/>
                  <a:gd name="T82" fmla="*/ 68 w 95"/>
                  <a:gd name="T83"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90">
                    <a:moveTo>
                      <a:pt x="73" y="21"/>
                    </a:moveTo>
                    <a:lnTo>
                      <a:pt x="71" y="21"/>
                    </a:lnTo>
                    <a:lnTo>
                      <a:pt x="71" y="21"/>
                    </a:lnTo>
                    <a:lnTo>
                      <a:pt x="71" y="23"/>
                    </a:lnTo>
                    <a:lnTo>
                      <a:pt x="71" y="23"/>
                    </a:lnTo>
                    <a:lnTo>
                      <a:pt x="73" y="23"/>
                    </a:lnTo>
                    <a:lnTo>
                      <a:pt x="77" y="23"/>
                    </a:lnTo>
                    <a:lnTo>
                      <a:pt x="77" y="23"/>
                    </a:lnTo>
                    <a:lnTo>
                      <a:pt x="77" y="23"/>
                    </a:lnTo>
                    <a:lnTo>
                      <a:pt x="77" y="21"/>
                    </a:lnTo>
                    <a:lnTo>
                      <a:pt x="77" y="21"/>
                    </a:lnTo>
                    <a:lnTo>
                      <a:pt x="77" y="21"/>
                    </a:lnTo>
                    <a:lnTo>
                      <a:pt x="73" y="21"/>
                    </a:lnTo>
                    <a:close/>
                    <a:moveTo>
                      <a:pt x="73" y="2"/>
                    </a:moveTo>
                    <a:lnTo>
                      <a:pt x="70" y="3"/>
                    </a:lnTo>
                    <a:lnTo>
                      <a:pt x="69" y="4"/>
                    </a:lnTo>
                    <a:lnTo>
                      <a:pt x="69" y="5"/>
                    </a:lnTo>
                    <a:lnTo>
                      <a:pt x="69" y="15"/>
                    </a:lnTo>
                    <a:lnTo>
                      <a:pt x="69" y="16"/>
                    </a:lnTo>
                    <a:lnTo>
                      <a:pt x="70" y="17"/>
                    </a:lnTo>
                    <a:lnTo>
                      <a:pt x="73" y="17"/>
                    </a:lnTo>
                    <a:lnTo>
                      <a:pt x="76" y="17"/>
                    </a:lnTo>
                    <a:lnTo>
                      <a:pt x="78" y="17"/>
                    </a:lnTo>
                    <a:lnTo>
                      <a:pt x="79" y="16"/>
                    </a:lnTo>
                    <a:lnTo>
                      <a:pt x="79" y="15"/>
                    </a:lnTo>
                    <a:lnTo>
                      <a:pt x="79" y="5"/>
                    </a:lnTo>
                    <a:lnTo>
                      <a:pt x="79" y="4"/>
                    </a:lnTo>
                    <a:lnTo>
                      <a:pt x="78" y="3"/>
                    </a:lnTo>
                    <a:lnTo>
                      <a:pt x="76" y="2"/>
                    </a:lnTo>
                    <a:lnTo>
                      <a:pt x="73" y="2"/>
                    </a:lnTo>
                    <a:close/>
                    <a:moveTo>
                      <a:pt x="76" y="0"/>
                    </a:moveTo>
                    <a:lnTo>
                      <a:pt x="75" y="1"/>
                    </a:lnTo>
                    <a:lnTo>
                      <a:pt x="76" y="1"/>
                    </a:lnTo>
                    <a:lnTo>
                      <a:pt x="76" y="1"/>
                    </a:lnTo>
                    <a:lnTo>
                      <a:pt x="76" y="0"/>
                    </a:lnTo>
                    <a:close/>
                    <a:moveTo>
                      <a:pt x="75" y="0"/>
                    </a:moveTo>
                    <a:lnTo>
                      <a:pt x="74" y="1"/>
                    </a:lnTo>
                    <a:lnTo>
                      <a:pt x="75" y="1"/>
                    </a:lnTo>
                    <a:lnTo>
                      <a:pt x="75" y="1"/>
                    </a:lnTo>
                    <a:lnTo>
                      <a:pt x="75" y="0"/>
                    </a:lnTo>
                    <a:close/>
                    <a:moveTo>
                      <a:pt x="74" y="0"/>
                    </a:moveTo>
                    <a:lnTo>
                      <a:pt x="73" y="1"/>
                    </a:lnTo>
                    <a:lnTo>
                      <a:pt x="74" y="1"/>
                    </a:lnTo>
                    <a:lnTo>
                      <a:pt x="74" y="1"/>
                    </a:lnTo>
                    <a:lnTo>
                      <a:pt x="74" y="0"/>
                    </a:lnTo>
                    <a:close/>
                    <a:moveTo>
                      <a:pt x="71" y="0"/>
                    </a:moveTo>
                    <a:lnTo>
                      <a:pt x="77" y="0"/>
                    </a:lnTo>
                    <a:lnTo>
                      <a:pt x="79" y="1"/>
                    </a:lnTo>
                    <a:lnTo>
                      <a:pt x="80" y="2"/>
                    </a:lnTo>
                    <a:lnTo>
                      <a:pt x="81" y="4"/>
                    </a:lnTo>
                    <a:lnTo>
                      <a:pt x="81" y="21"/>
                    </a:lnTo>
                    <a:lnTo>
                      <a:pt x="81" y="22"/>
                    </a:lnTo>
                    <a:lnTo>
                      <a:pt x="81" y="22"/>
                    </a:lnTo>
                    <a:lnTo>
                      <a:pt x="82" y="22"/>
                    </a:lnTo>
                    <a:lnTo>
                      <a:pt x="86" y="22"/>
                    </a:lnTo>
                    <a:lnTo>
                      <a:pt x="88" y="23"/>
                    </a:lnTo>
                    <a:lnTo>
                      <a:pt x="90" y="25"/>
                    </a:lnTo>
                    <a:lnTo>
                      <a:pt x="91" y="28"/>
                    </a:lnTo>
                    <a:lnTo>
                      <a:pt x="95" y="57"/>
                    </a:lnTo>
                    <a:lnTo>
                      <a:pt x="95" y="60"/>
                    </a:lnTo>
                    <a:lnTo>
                      <a:pt x="94" y="63"/>
                    </a:lnTo>
                    <a:lnTo>
                      <a:pt x="92" y="64"/>
                    </a:lnTo>
                    <a:lnTo>
                      <a:pt x="89" y="65"/>
                    </a:lnTo>
                    <a:lnTo>
                      <a:pt x="87" y="65"/>
                    </a:lnTo>
                    <a:lnTo>
                      <a:pt x="84" y="64"/>
                    </a:lnTo>
                    <a:lnTo>
                      <a:pt x="82" y="63"/>
                    </a:lnTo>
                    <a:lnTo>
                      <a:pt x="73" y="54"/>
                    </a:lnTo>
                    <a:lnTo>
                      <a:pt x="70" y="98"/>
                    </a:lnTo>
                    <a:lnTo>
                      <a:pt x="70" y="101"/>
                    </a:lnTo>
                    <a:lnTo>
                      <a:pt x="69" y="103"/>
                    </a:lnTo>
                    <a:lnTo>
                      <a:pt x="69" y="181"/>
                    </a:lnTo>
                    <a:lnTo>
                      <a:pt x="68" y="185"/>
                    </a:lnTo>
                    <a:lnTo>
                      <a:pt x="66" y="187"/>
                    </a:lnTo>
                    <a:lnTo>
                      <a:pt x="64" y="189"/>
                    </a:lnTo>
                    <a:lnTo>
                      <a:pt x="61" y="190"/>
                    </a:lnTo>
                    <a:lnTo>
                      <a:pt x="57" y="189"/>
                    </a:lnTo>
                    <a:lnTo>
                      <a:pt x="54" y="187"/>
                    </a:lnTo>
                    <a:lnTo>
                      <a:pt x="52" y="185"/>
                    </a:lnTo>
                    <a:lnTo>
                      <a:pt x="52" y="181"/>
                    </a:lnTo>
                    <a:lnTo>
                      <a:pt x="52" y="108"/>
                    </a:lnTo>
                    <a:lnTo>
                      <a:pt x="45" y="108"/>
                    </a:lnTo>
                    <a:lnTo>
                      <a:pt x="45" y="181"/>
                    </a:lnTo>
                    <a:lnTo>
                      <a:pt x="44" y="185"/>
                    </a:lnTo>
                    <a:lnTo>
                      <a:pt x="42" y="187"/>
                    </a:lnTo>
                    <a:lnTo>
                      <a:pt x="40" y="189"/>
                    </a:lnTo>
                    <a:lnTo>
                      <a:pt x="37" y="190"/>
                    </a:lnTo>
                    <a:lnTo>
                      <a:pt x="33" y="189"/>
                    </a:lnTo>
                    <a:lnTo>
                      <a:pt x="30" y="187"/>
                    </a:lnTo>
                    <a:lnTo>
                      <a:pt x="28" y="185"/>
                    </a:lnTo>
                    <a:lnTo>
                      <a:pt x="28" y="181"/>
                    </a:lnTo>
                    <a:lnTo>
                      <a:pt x="28" y="103"/>
                    </a:lnTo>
                    <a:lnTo>
                      <a:pt x="26" y="101"/>
                    </a:lnTo>
                    <a:lnTo>
                      <a:pt x="26" y="98"/>
                    </a:lnTo>
                    <a:lnTo>
                      <a:pt x="25" y="77"/>
                    </a:lnTo>
                    <a:lnTo>
                      <a:pt x="14" y="108"/>
                    </a:lnTo>
                    <a:lnTo>
                      <a:pt x="12" y="110"/>
                    </a:lnTo>
                    <a:lnTo>
                      <a:pt x="10" y="112"/>
                    </a:lnTo>
                    <a:lnTo>
                      <a:pt x="7" y="112"/>
                    </a:lnTo>
                    <a:lnTo>
                      <a:pt x="4" y="112"/>
                    </a:lnTo>
                    <a:lnTo>
                      <a:pt x="2" y="110"/>
                    </a:lnTo>
                    <a:lnTo>
                      <a:pt x="0" y="108"/>
                    </a:lnTo>
                    <a:lnTo>
                      <a:pt x="0" y="104"/>
                    </a:lnTo>
                    <a:lnTo>
                      <a:pt x="0" y="102"/>
                    </a:lnTo>
                    <a:lnTo>
                      <a:pt x="24" y="38"/>
                    </a:lnTo>
                    <a:lnTo>
                      <a:pt x="25" y="37"/>
                    </a:lnTo>
                    <a:lnTo>
                      <a:pt x="26" y="35"/>
                    </a:lnTo>
                    <a:lnTo>
                      <a:pt x="27" y="33"/>
                    </a:lnTo>
                    <a:lnTo>
                      <a:pt x="29" y="32"/>
                    </a:lnTo>
                    <a:lnTo>
                      <a:pt x="31" y="32"/>
                    </a:lnTo>
                    <a:lnTo>
                      <a:pt x="33" y="30"/>
                    </a:lnTo>
                    <a:lnTo>
                      <a:pt x="64" y="30"/>
                    </a:lnTo>
                    <a:lnTo>
                      <a:pt x="65" y="30"/>
                    </a:lnTo>
                    <a:lnTo>
                      <a:pt x="68" y="32"/>
                    </a:lnTo>
                    <a:lnTo>
                      <a:pt x="70" y="33"/>
                    </a:lnTo>
                    <a:lnTo>
                      <a:pt x="78" y="39"/>
                    </a:lnTo>
                    <a:lnTo>
                      <a:pt x="76" y="30"/>
                    </a:lnTo>
                    <a:lnTo>
                      <a:pt x="76" y="27"/>
                    </a:lnTo>
                    <a:lnTo>
                      <a:pt x="77" y="25"/>
                    </a:lnTo>
                    <a:lnTo>
                      <a:pt x="77" y="25"/>
                    </a:lnTo>
                    <a:lnTo>
                      <a:pt x="77" y="25"/>
                    </a:lnTo>
                    <a:lnTo>
                      <a:pt x="71" y="25"/>
                    </a:lnTo>
                    <a:lnTo>
                      <a:pt x="69" y="25"/>
                    </a:lnTo>
                    <a:lnTo>
                      <a:pt x="68" y="23"/>
                    </a:lnTo>
                    <a:lnTo>
                      <a:pt x="67" y="21"/>
                    </a:lnTo>
                    <a:lnTo>
                      <a:pt x="67" y="4"/>
                    </a:lnTo>
                    <a:lnTo>
                      <a:pt x="68" y="2"/>
                    </a:lnTo>
                    <a:lnTo>
                      <a:pt x="69" y="1"/>
                    </a:lnTo>
                    <a:lnTo>
                      <a:pt x="71"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7" name="组合 6"/>
          <p:cNvGrpSpPr/>
          <p:nvPr/>
        </p:nvGrpSpPr>
        <p:grpSpPr>
          <a:xfrm>
            <a:off x="4828313" y="1935217"/>
            <a:ext cx="570252" cy="1692604"/>
            <a:chOff x="4585650" y="1680422"/>
            <a:chExt cx="656681" cy="1949140"/>
          </a:xfrm>
          <a:solidFill>
            <a:schemeClr val="accent2"/>
          </a:solidFill>
        </p:grpSpPr>
        <p:sp>
          <p:nvSpPr>
            <p:cNvPr id="189" name="Freeform 72"/>
            <p:cNvSpPr>
              <a:spLocks/>
            </p:cNvSpPr>
            <p:nvPr/>
          </p:nvSpPr>
          <p:spPr bwMode="auto">
            <a:xfrm>
              <a:off x="4585650" y="1680422"/>
              <a:ext cx="656681" cy="1949140"/>
            </a:xfrm>
            <a:custGeom>
              <a:avLst/>
              <a:gdLst>
                <a:gd name="T0" fmla="*/ 0 w 377"/>
                <a:gd name="T1" fmla="*/ 0 h 1119"/>
                <a:gd name="T2" fmla="*/ 259 w 377"/>
                <a:gd name="T3" fmla="*/ 37 h 1119"/>
                <a:gd name="T4" fmla="*/ 283 w 377"/>
                <a:gd name="T5" fmla="*/ 42 h 1119"/>
                <a:gd name="T6" fmla="*/ 306 w 377"/>
                <a:gd name="T7" fmla="*/ 50 h 1119"/>
                <a:gd name="T8" fmla="*/ 326 w 377"/>
                <a:gd name="T9" fmla="*/ 60 h 1119"/>
                <a:gd name="T10" fmla="*/ 344 w 377"/>
                <a:gd name="T11" fmla="*/ 72 h 1119"/>
                <a:gd name="T12" fmla="*/ 358 w 377"/>
                <a:gd name="T13" fmla="*/ 86 h 1119"/>
                <a:gd name="T14" fmla="*/ 369 w 377"/>
                <a:gd name="T15" fmla="*/ 101 h 1119"/>
                <a:gd name="T16" fmla="*/ 375 w 377"/>
                <a:gd name="T17" fmla="*/ 119 h 1119"/>
                <a:gd name="T18" fmla="*/ 377 w 377"/>
                <a:gd name="T19" fmla="*/ 140 h 1119"/>
                <a:gd name="T20" fmla="*/ 377 w 377"/>
                <a:gd name="T21" fmla="*/ 968 h 1119"/>
                <a:gd name="T22" fmla="*/ 375 w 377"/>
                <a:gd name="T23" fmla="*/ 988 h 1119"/>
                <a:gd name="T24" fmla="*/ 369 w 377"/>
                <a:gd name="T25" fmla="*/ 1007 h 1119"/>
                <a:gd name="T26" fmla="*/ 358 w 377"/>
                <a:gd name="T27" fmla="*/ 1022 h 1119"/>
                <a:gd name="T28" fmla="*/ 344 w 377"/>
                <a:gd name="T29" fmla="*/ 1036 h 1119"/>
                <a:gd name="T30" fmla="*/ 327 w 377"/>
                <a:gd name="T31" fmla="*/ 1048 h 1119"/>
                <a:gd name="T32" fmla="*/ 307 w 377"/>
                <a:gd name="T33" fmla="*/ 1058 h 1119"/>
                <a:gd name="T34" fmla="*/ 284 w 377"/>
                <a:gd name="T35" fmla="*/ 1066 h 1119"/>
                <a:gd name="T36" fmla="*/ 259 w 377"/>
                <a:gd name="T37" fmla="*/ 1071 h 1119"/>
                <a:gd name="T38" fmla="*/ 0 w 377"/>
                <a:gd name="T39" fmla="*/ 1119 h 1119"/>
                <a:gd name="T40" fmla="*/ 0 w 377"/>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7" h="1119">
                  <a:moveTo>
                    <a:pt x="0" y="0"/>
                  </a:moveTo>
                  <a:lnTo>
                    <a:pt x="259" y="37"/>
                  </a:lnTo>
                  <a:lnTo>
                    <a:pt x="283" y="42"/>
                  </a:lnTo>
                  <a:lnTo>
                    <a:pt x="306" y="50"/>
                  </a:lnTo>
                  <a:lnTo>
                    <a:pt x="326" y="60"/>
                  </a:lnTo>
                  <a:lnTo>
                    <a:pt x="344" y="72"/>
                  </a:lnTo>
                  <a:lnTo>
                    <a:pt x="358" y="86"/>
                  </a:lnTo>
                  <a:lnTo>
                    <a:pt x="369" y="101"/>
                  </a:lnTo>
                  <a:lnTo>
                    <a:pt x="375" y="119"/>
                  </a:lnTo>
                  <a:lnTo>
                    <a:pt x="377" y="140"/>
                  </a:lnTo>
                  <a:lnTo>
                    <a:pt x="377" y="968"/>
                  </a:lnTo>
                  <a:lnTo>
                    <a:pt x="375" y="988"/>
                  </a:lnTo>
                  <a:lnTo>
                    <a:pt x="369" y="1007"/>
                  </a:lnTo>
                  <a:lnTo>
                    <a:pt x="358" y="1022"/>
                  </a:lnTo>
                  <a:lnTo>
                    <a:pt x="344" y="1036"/>
                  </a:lnTo>
                  <a:lnTo>
                    <a:pt x="327" y="1048"/>
                  </a:lnTo>
                  <a:lnTo>
                    <a:pt x="307" y="1058"/>
                  </a:lnTo>
                  <a:lnTo>
                    <a:pt x="284" y="1066"/>
                  </a:lnTo>
                  <a:lnTo>
                    <a:pt x="259"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4745901" y="2482548"/>
              <a:ext cx="224700" cy="344888"/>
              <a:chOff x="5098828" y="3162328"/>
              <a:chExt cx="224700" cy="344888"/>
            </a:xfrm>
            <a:grpFill/>
          </p:grpSpPr>
          <p:sp>
            <p:nvSpPr>
              <p:cNvPr id="196" name="Freeform 164"/>
              <p:cNvSpPr>
                <a:spLocks/>
              </p:cNvSpPr>
              <p:nvPr/>
            </p:nvSpPr>
            <p:spPr bwMode="auto">
              <a:xfrm>
                <a:off x="5152825" y="3162328"/>
                <a:ext cx="62707" cy="62707"/>
              </a:xfrm>
              <a:custGeom>
                <a:avLst/>
                <a:gdLst>
                  <a:gd name="T0" fmla="*/ 18 w 36"/>
                  <a:gd name="T1" fmla="*/ 0 h 36"/>
                  <a:gd name="T2" fmla="*/ 27 w 36"/>
                  <a:gd name="T3" fmla="*/ 3 h 36"/>
                  <a:gd name="T4" fmla="*/ 34 w 36"/>
                  <a:gd name="T5" fmla="*/ 9 h 36"/>
                  <a:gd name="T6" fmla="*/ 36 w 36"/>
                  <a:gd name="T7" fmla="*/ 18 h 36"/>
                  <a:gd name="T8" fmla="*/ 34 w 36"/>
                  <a:gd name="T9" fmla="*/ 28 h 36"/>
                  <a:gd name="T10" fmla="*/ 27 w 36"/>
                  <a:gd name="T11" fmla="*/ 34 h 36"/>
                  <a:gd name="T12" fmla="*/ 18 w 36"/>
                  <a:gd name="T13" fmla="*/ 36 h 36"/>
                  <a:gd name="T14" fmla="*/ 9 w 36"/>
                  <a:gd name="T15" fmla="*/ 34 h 36"/>
                  <a:gd name="T16" fmla="*/ 2 w 36"/>
                  <a:gd name="T17" fmla="*/ 28 h 36"/>
                  <a:gd name="T18" fmla="*/ 0 w 36"/>
                  <a:gd name="T19" fmla="*/ 18 h 36"/>
                  <a:gd name="T20" fmla="*/ 2 w 36"/>
                  <a:gd name="T21" fmla="*/ 9 h 36"/>
                  <a:gd name="T22" fmla="*/ 9 w 36"/>
                  <a:gd name="T23" fmla="*/ 3 h 36"/>
                  <a:gd name="T24" fmla="*/ 18 w 3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6">
                    <a:moveTo>
                      <a:pt x="18" y="0"/>
                    </a:moveTo>
                    <a:lnTo>
                      <a:pt x="27" y="3"/>
                    </a:lnTo>
                    <a:lnTo>
                      <a:pt x="34" y="9"/>
                    </a:lnTo>
                    <a:lnTo>
                      <a:pt x="36" y="18"/>
                    </a:lnTo>
                    <a:lnTo>
                      <a:pt x="34" y="28"/>
                    </a:lnTo>
                    <a:lnTo>
                      <a:pt x="27" y="34"/>
                    </a:lnTo>
                    <a:lnTo>
                      <a:pt x="18" y="36"/>
                    </a:lnTo>
                    <a:lnTo>
                      <a:pt x="9" y="34"/>
                    </a:lnTo>
                    <a:lnTo>
                      <a:pt x="2" y="28"/>
                    </a:lnTo>
                    <a:lnTo>
                      <a:pt x="0" y="18"/>
                    </a:lnTo>
                    <a:lnTo>
                      <a:pt x="2" y="9"/>
                    </a:lnTo>
                    <a:lnTo>
                      <a:pt x="9" y="3"/>
                    </a:lnTo>
                    <a:lnTo>
                      <a:pt x="18"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7" name="Freeform 165"/>
              <p:cNvSpPr>
                <a:spLocks noEditPoints="1"/>
              </p:cNvSpPr>
              <p:nvPr/>
            </p:nvSpPr>
            <p:spPr bwMode="auto">
              <a:xfrm>
                <a:off x="5257337" y="3211100"/>
                <a:ext cx="59223" cy="41805"/>
              </a:xfrm>
              <a:custGeom>
                <a:avLst/>
                <a:gdLst>
                  <a:gd name="T0" fmla="*/ 4 w 34"/>
                  <a:gd name="T1" fmla="*/ 3 h 24"/>
                  <a:gd name="T2" fmla="*/ 4 w 34"/>
                  <a:gd name="T3" fmla="*/ 19 h 24"/>
                  <a:gd name="T4" fmla="*/ 28 w 34"/>
                  <a:gd name="T5" fmla="*/ 19 h 24"/>
                  <a:gd name="T6" fmla="*/ 28 w 34"/>
                  <a:gd name="T7" fmla="*/ 3 h 24"/>
                  <a:gd name="T8" fmla="*/ 4 w 34"/>
                  <a:gd name="T9" fmla="*/ 3 h 24"/>
                  <a:gd name="T10" fmla="*/ 2 w 34"/>
                  <a:gd name="T11" fmla="*/ 0 h 24"/>
                  <a:gd name="T12" fmla="*/ 30 w 34"/>
                  <a:gd name="T13" fmla="*/ 0 h 24"/>
                  <a:gd name="T14" fmla="*/ 33 w 34"/>
                  <a:gd name="T15" fmla="*/ 0 h 24"/>
                  <a:gd name="T16" fmla="*/ 34 w 34"/>
                  <a:gd name="T17" fmla="*/ 2 h 24"/>
                  <a:gd name="T18" fmla="*/ 34 w 34"/>
                  <a:gd name="T19" fmla="*/ 20 h 24"/>
                  <a:gd name="T20" fmla="*/ 33 w 34"/>
                  <a:gd name="T21" fmla="*/ 22 h 24"/>
                  <a:gd name="T22" fmla="*/ 30 w 34"/>
                  <a:gd name="T23" fmla="*/ 24 h 24"/>
                  <a:gd name="T24" fmla="*/ 2 w 34"/>
                  <a:gd name="T25" fmla="*/ 24 h 24"/>
                  <a:gd name="T26" fmla="*/ 0 w 34"/>
                  <a:gd name="T27" fmla="*/ 22 h 24"/>
                  <a:gd name="T28" fmla="*/ 0 w 34"/>
                  <a:gd name="T29" fmla="*/ 20 h 24"/>
                  <a:gd name="T30" fmla="*/ 0 w 34"/>
                  <a:gd name="T31" fmla="*/ 2 h 24"/>
                  <a:gd name="T32" fmla="*/ 0 w 34"/>
                  <a:gd name="T33" fmla="*/ 0 h 24"/>
                  <a:gd name="T34" fmla="*/ 2 w 3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4">
                    <a:moveTo>
                      <a:pt x="4" y="3"/>
                    </a:moveTo>
                    <a:lnTo>
                      <a:pt x="4" y="19"/>
                    </a:lnTo>
                    <a:lnTo>
                      <a:pt x="28" y="19"/>
                    </a:lnTo>
                    <a:lnTo>
                      <a:pt x="28" y="3"/>
                    </a:lnTo>
                    <a:lnTo>
                      <a:pt x="4" y="3"/>
                    </a:lnTo>
                    <a:close/>
                    <a:moveTo>
                      <a:pt x="2" y="0"/>
                    </a:moveTo>
                    <a:lnTo>
                      <a:pt x="30" y="0"/>
                    </a:lnTo>
                    <a:lnTo>
                      <a:pt x="33" y="0"/>
                    </a:lnTo>
                    <a:lnTo>
                      <a:pt x="34" y="2"/>
                    </a:lnTo>
                    <a:lnTo>
                      <a:pt x="34" y="20"/>
                    </a:lnTo>
                    <a:lnTo>
                      <a:pt x="33" y="22"/>
                    </a:lnTo>
                    <a:lnTo>
                      <a:pt x="30" y="24"/>
                    </a:lnTo>
                    <a:lnTo>
                      <a:pt x="2" y="24"/>
                    </a:lnTo>
                    <a:lnTo>
                      <a:pt x="0" y="22"/>
                    </a:lnTo>
                    <a:lnTo>
                      <a:pt x="0" y="20"/>
                    </a:lnTo>
                    <a:lnTo>
                      <a:pt x="0" y="2"/>
                    </a:lnTo>
                    <a:lnTo>
                      <a:pt x="0" y="0"/>
                    </a:lnTo>
                    <a:lnTo>
                      <a:pt x="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8" name="Freeform 166"/>
              <p:cNvSpPr>
                <a:spLocks/>
              </p:cNvSpPr>
              <p:nvPr/>
            </p:nvSpPr>
            <p:spPr bwMode="auto">
              <a:xfrm>
                <a:off x="5098828" y="3228519"/>
                <a:ext cx="224700" cy="278697"/>
              </a:xfrm>
              <a:custGeom>
                <a:avLst/>
                <a:gdLst>
                  <a:gd name="T0" fmla="*/ 64 w 129"/>
                  <a:gd name="T1" fmla="*/ 0 h 160"/>
                  <a:gd name="T2" fmla="*/ 70 w 129"/>
                  <a:gd name="T3" fmla="*/ 4 h 160"/>
                  <a:gd name="T4" fmla="*/ 73 w 129"/>
                  <a:gd name="T5" fmla="*/ 5 h 160"/>
                  <a:gd name="T6" fmla="*/ 98 w 129"/>
                  <a:gd name="T7" fmla="*/ 20 h 160"/>
                  <a:gd name="T8" fmla="*/ 87 w 129"/>
                  <a:gd name="T9" fmla="*/ 20 h 160"/>
                  <a:gd name="T10" fmla="*/ 86 w 129"/>
                  <a:gd name="T11" fmla="*/ 18 h 160"/>
                  <a:gd name="T12" fmla="*/ 87 w 129"/>
                  <a:gd name="T13" fmla="*/ 17 h 160"/>
                  <a:gd name="T14" fmla="*/ 92 w 129"/>
                  <a:gd name="T15" fmla="*/ 14 h 160"/>
                  <a:gd name="T16" fmla="*/ 124 w 129"/>
                  <a:gd name="T17" fmla="*/ 15 h 160"/>
                  <a:gd name="T18" fmla="*/ 129 w 129"/>
                  <a:gd name="T19" fmla="*/ 18 h 160"/>
                  <a:gd name="T20" fmla="*/ 128 w 129"/>
                  <a:gd name="T21" fmla="*/ 20 h 160"/>
                  <a:gd name="T22" fmla="*/ 114 w 129"/>
                  <a:gd name="T23" fmla="*/ 20 h 160"/>
                  <a:gd name="T24" fmla="*/ 114 w 129"/>
                  <a:gd name="T25" fmla="*/ 25 h 160"/>
                  <a:gd name="T26" fmla="*/ 93 w 129"/>
                  <a:gd name="T27" fmla="*/ 46 h 160"/>
                  <a:gd name="T28" fmla="*/ 92 w 129"/>
                  <a:gd name="T29" fmla="*/ 46 h 160"/>
                  <a:gd name="T30" fmla="*/ 89 w 129"/>
                  <a:gd name="T31" fmla="*/ 47 h 160"/>
                  <a:gd name="T32" fmla="*/ 83 w 129"/>
                  <a:gd name="T33" fmla="*/ 46 h 160"/>
                  <a:gd name="T34" fmla="*/ 73 w 129"/>
                  <a:gd name="T35" fmla="*/ 32 h 160"/>
                  <a:gd name="T36" fmla="*/ 71 w 129"/>
                  <a:gd name="T37" fmla="*/ 71 h 160"/>
                  <a:gd name="T38" fmla="*/ 69 w 129"/>
                  <a:gd name="T39" fmla="*/ 151 h 160"/>
                  <a:gd name="T40" fmla="*/ 67 w 129"/>
                  <a:gd name="T41" fmla="*/ 157 h 160"/>
                  <a:gd name="T42" fmla="*/ 61 w 129"/>
                  <a:gd name="T43" fmla="*/ 160 h 160"/>
                  <a:gd name="T44" fmla="*/ 55 w 129"/>
                  <a:gd name="T45" fmla="*/ 157 h 160"/>
                  <a:gd name="T46" fmla="*/ 52 w 129"/>
                  <a:gd name="T47" fmla="*/ 151 h 160"/>
                  <a:gd name="T48" fmla="*/ 45 w 129"/>
                  <a:gd name="T49" fmla="*/ 78 h 160"/>
                  <a:gd name="T50" fmla="*/ 45 w 129"/>
                  <a:gd name="T51" fmla="*/ 155 h 160"/>
                  <a:gd name="T52" fmla="*/ 41 w 129"/>
                  <a:gd name="T53" fmla="*/ 159 h 160"/>
                  <a:gd name="T54" fmla="*/ 33 w 129"/>
                  <a:gd name="T55" fmla="*/ 159 h 160"/>
                  <a:gd name="T56" fmla="*/ 29 w 129"/>
                  <a:gd name="T57" fmla="*/ 155 h 160"/>
                  <a:gd name="T58" fmla="*/ 28 w 129"/>
                  <a:gd name="T59" fmla="*/ 73 h 160"/>
                  <a:gd name="T60" fmla="*/ 27 w 129"/>
                  <a:gd name="T61" fmla="*/ 68 h 160"/>
                  <a:gd name="T62" fmla="*/ 15 w 129"/>
                  <a:gd name="T63" fmla="*/ 78 h 160"/>
                  <a:gd name="T64" fmla="*/ 11 w 129"/>
                  <a:gd name="T65" fmla="*/ 82 h 160"/>
                  <a:gd name="T66" fmla="*/ 5 w 129"/>
                  <a:gd name="T67" fmla="*/ 82 h 160"/>
                  <a:gd name="T68" fmla="*/ 1 w 129"/>
                  <a:gd name="T69" fmla="*/ 78 h 160"/>
                  <a:gd name="T70" fmla="*/ 1 w 129"/>
                  <a:gd name="T71" fmla="*/ 72 h 160"/>
                  <a:gd name="T72" fmla="*/ 26 w 129"/>
                  <a:gd name="T73" fmla="*/ 7 h 160"/>
                  <a:gd name="T74" fmla="*/ 28 w 129"/>
                  <a:gd name="T75" fmla="*/ 3 h 160"/>
                  <a:gd name="T76" fmla="*/ 31 w 129"/>
                  <a:gd name="T77" fmla="*/ 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60">
                    <a:moveTo>
                      <a:pt x="35" y="0"/>
                    </a:moveTo>
                    <a:lnTo>
                      <a:pt x="64" y="0"/>
                    </a:lnTo>
                    <a:lnTo>
                      <a:pt x="67" y="2"/>
                    </a:lnTo>
                    <a:lnTo>
                      <a:pt x="70" y="4"/>
                    </a:lnTo>
                    <a:lnTo>
                      <a:pt x="70" y="4"/>
                    </a:lnTo>
                    <a:lnTo>
                      <a:pt x="73" y="5"/>
                    </a:lnTo>
                    <a:lnTo>
                      <a:pt x="89" y="29"/>
                    </a:lnTo>
                    <a:lnTo>
                      <a:pt x="98" y="20"/>
                    </a:lnTo>
                    <a:lnTo>
                      <a:pt x="88" y="20"/>
                    </a:lnTo>
                    <a:lnTo>
                      <a:pt x="87" y="20"/>
                    </a:lnTo>
                    <a:lnTo>
                      <a:pt x="86" y="18"/>
                    </a:lnTo>
                    <a:lnTo>
                      <a:pt x="86" y="18"/>
                    </a:lnTo>
                    <a:lnTo>
                      <a:pt x="87" y="17"/>
                    </a:lnTo>
                    <a:lnTo>
                      <a:pt x="87" y="17"/>
                    </a:lnTo>
                    <a:lnTo>
                      <a:pt x="91" y="15"/>
                    </a:lnTo>
                    <a:lnTo>
                      <a:pt x="92" y="14"/>
                    </a:lnTo>
                    <a:lnTo>
                      <a:pt x="122" y="14"/>
                    </a:lnTo>
                    <a:lnTo>
                      <a:pt x="124" y="15"/>
                    </a:lnTo>
                    <a:lnTo>
                      <a:pt x="128" y="17"/>
                    </a:lnTo>
                    <a:lnTo>
                      <a:pt x="129" y="18"/>
                    </a:lnTo>
                    <a:lnTo>
                      <a:pt x="129" y="18"/>
                    </a:lnTo>
                    <a:lnTo>
                      <a:pt x="128" y="20"/>
                    </a:lnTo>
                    <a:lnTo>
                      <a:pt x="127" y="20"/>
                    </a:lnTo>
                    <a:lnTo>
                      <a:pt x="114" y="20"/>
                    </a:lnTo>
                    <a:lnTo>
                      <a:pt x="114" y="23"/>
                    </a:lnTo>
                    <a:lnTo>
                      <a:pt x="114" y="25"/>
                    </a:lnTo>
                    <a:lnTo>
                      <a:pt x="112" y="27"/>
                    </a:lnTo>
                    <a:lnTo>
                      <a:pt x="93" y="46"/>
                    </a:lnTo>
                    <a:lnTo>
                      <a:pt x="92" y="46"/>
                    </a:lnTo>
                    <a:lnTo>
                      <a:pt x="92" y="46"/>
                    </a:lnTo>
                    <a:lnTo>
                      <a:pt x="91" y="47"/>
                    </a:lnTo>
                    <a:lnTo>
                      <a:pt x="89" y="47"/>
                    </a:lnTo>
                    <a:lnTo>
                      <a:pt x="86" y="47"/>
                    </a:lnTo>
                    <a:lnTo>
                      <a:pt x="83" y="46"/>
                    </a:lnTo>
                    <a:lnTo>
                      <a:pt x="81" y="45"/>
                    </a:lnTo>
                    <a:lnTo>
                      <a:pt x="73" y="32"/>
                    </a:lnTo>
                    <a:lnTo>
                      <a:pt x="71" y="68"/>
                    </a:lnTo>
                    <a:lnTo>
                      <a:pt x="71" y="71"/>
                    </a:lnTo>
                    <a:lnTo>
                      <a:pt x="69" y="73"/>
                    </a:lnTo>
                    <a:lnTo>
                      <a:pt x="69" y="151"/>
                    </a:lnTo>
                    <a:lnTo>
                      <a:pt x="69" y="155"/>
                    </a:lnTo>
                    <a:lnTo>
                      <a:pt x="67" y="157"/>
                    </a:lnTo>
                    <a:lnTo>
                      <a:pt x="65" y="159"/>
                    </a:lnTo>
                    <a:lnTo>
                      <a:pt x="61" y="160"/>
                    </a:lnTo>
                    <a:lnTo>
                      <a:pt x="57" y="159"/>
                    </a:lnTo>
                    <a:lnTo>
                      <a:pt x="55" y="157"/>
                    </a:lnTo>
                    <a:lnTo>
                      <a:pt x="53" y="155"/>
                    </a:lnTo>
                    <a:lnTo>
                      <a:pt x="52" y="151"/>
                    </a:lnTo>
                    <a:lnTo>
                      <a:pt x="52" y="78"/>
                    </a:lnTo>
                    <a:lnTo>
                      <a:pt x="45" y="78"/>
                    </a:lnTo>
                    <a:lnTo>
                      <a:pt x="45" y="151"/>
                    </a:lnTo>
                    <a:lnTo>
                      <a:pt x="45" y="155"/>
                    </a:lnTo>
                    <a:lnTo>
                      <a:pt x="43" y="157"/>
                    </a:lnTo>
                    <a:lnTo>
                      <a:pt x="41" y="159"/>
                    </a:lnTo>
                    <a:lnTo>
                      <a:pt x="37" y="160"/>
                    </a:lnTo>
                    <a:lnTo>
                      <a:pt x="33" y="159"/>
                    </a:lnTo>
                    <a:lnTo>
                      <a:pt x="31" y="157"/>
                    </a:lnTo>
                    <a:lnTo>
                      <a:pt x="29" y="155"/>
                    </a:lnTo>
                    <a:lnTo>
                      <a:pt x="28" y="151"/>
                    </a:lnTo>
                    <a:lnTo>
                      <a:pt x="28" y="73"/>
                    </a:lnTo>
                    <a:lnTo>
                      <a:pt x="27" y="71"/>
                    </a:lnTo>
                    <a:lnTo>
                      <a:pt x="27" y="68"/>
                    </a:lnTo>
                    <a:lnTo>
                      <a:pt x="26" y="47"/>
                    </a:lnTo>
                    <a:lnTo>
                      <a:pt x="15" y="78"/>
                    </a:lnTo>
                    <a:lnTo>
                      <a:pt x="13" y="80"/>
                    </a:lnTo>
                    <a:lnTo>
                      <a:pt x="11" y="82"/>
                    </a:lnTo>
                    <a:lnTo>
                      <a:pt x="7" y="82"/>
                    </a:lnTo>
                    <a:lnTo>
                      <a:pt x="5" y="82"/>
                    </a:lnTo>
                    <a:lnTo>
                      <a:pt x="2" y="80"/>
                    </a:lnTo>
                    <a:lnTo>
                      <a:pt x="1" y="78"/>
                    </a:lnTo>
                    <a:lnTo>
                      <a:pt x="0" y="74"/>
                    </a:lnTo>
                    <a:lnTo>
                      <a:pt x="1" y="72"/>
                    </a:lnTo>
                    <a:lnTo>
                      <a:pt x="25" y="8"/>
                    </a:lnTo>
                    <a:lnTo>
                      <a:pt x="26" y="7"/>
                    </a:lnTo>
                    <a:lnTo>
                      <a:pt x="26" y="5"/>
                    </a:lnTo>
                    <a:lnTo>
                      <a:pt x="28" y="3"/>
                    </a:lnTo>
                    <a:lnTo>
                      <a:pt x="29" y="2"/>
                    </a:lnTo>
                    <a:lnTo>
                      <a:pt x="31" y="2"/>
                    </a:lnTo>
                    <a:lnTo>
                      <a:pt x="35"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solidFill>
                    <a:srgbClr val="009882"/>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10" name="组合 9"/>
          <p:cNvGrpSpPr/>
          <p:nvPr/>
        </p:nvGrpSpPr>
        <p:grpSpPr>
          <a:xfrm>
            <a:off x="3184715" y="4033200"/>
            <a:ext cx="6547582" cy="570252"/>
            <a:chOff x="2692946" y="4096380"/>
            <a:chExt cx="7539950" cy="656681"/>
          </a:xfrm>
          <a:solidFill>
            <a:schemeClr val="bg1"/>
          </a:solidFill>
        </p:grpSpPr>
        <p:grpSp>
          <p:nvGrpSpPr>
            <p:cNvPr id="207" name="组合 206"/>
            <p:cNvGrpSpPr/>
            <p:nvPr/>
          </p:nvGrpSpPr>
          <p:grpSpPr>
            <a:xfrm>
              <a:off x="9717306" y="4108573"/>
              <a:ext cx="515590" cy="606167"/>
              <a:chOff x="8418513" y="4619626"/>
              <a:chExt cx="469900" cy="552450"/>
            </a:xfrm>
            <a:grpFill/>
          </p:grpSpPr>
          <p:sp>
            <p:nvSpPr>
              <p:cNvPr id="172" name="Freeform 152"/>
              <p:cNvSpPr>
                <a:spLocks noEditPoints="1"/>
              </p:cNvSpPr>
              <p:nvPr/>
            </p:nvSpPr>
            <p:spPr bwMode="auto">
              <a:xfrm>
                <a:off x="8520113" y="4921251"/>
                <a:ext cx="52388" cy="85725"/>
              </a:xfrm>
              <a:custGeom>
                <a:avLst/>
                <a:gdLst>
                  <a:gd name="T0" fmla="*/ 15 w 33"/>
                  <a:gd name="T1" fmla="*/ 5 h 54"/>
                  <a:gd name="T2" fmla="*/ 12 w 33"/>
                  <a:gd name="T3" fmla="*/ 6 h 54"/>
                  <a:gd name="T4" fmla="*/ 8 w 33"/>
                  <a:gd name="T5" fmla="*/ 8 h 54"/>
                  <a:gd name="T6" fmla="*/ 6 w 33"/>
                  <a:gd name="T7" fmla="*/ 12 h 54"/>
                  <a:gd name="T8" fmla="*/ 5 w 33"/>
                  <a:gd name="T9" fmla="*/ 16 h 54"/>
                  <a:gd name="T10" fmla="*/ 5 w 33"/>
                  <a:gd name="T11" fmla="*/ 48 h 54"/>
                  <a:gd name="T12" fmla="*/ 28 w 33"/>
                  <a:gd name="T13" fmla="*/ 48 h 54"/>
                  <a:gd name="T14" fmla="*/ 28 w 33"/>
                  <a:gd name="T15" fmla="*/ 16 h 54"/>
                  <a:gd name="T16" fmla="*/ 27 w 33"/>
                  <a:gd name="T17" fmla="*/ 12 h 54"/>
                  <a:gd name="T18" fmla="*/ 25 w 33"/>
                  <a:gd name="T19" fmla="*/ 8 h 54"/>
                  <a:gd name="T20" fmla="*/ 21 w 33"/>
                  <a:gd name="T21" fmla="*/ 6 h 54"/>
                  <a:gd name="T22" fmla="*/ 17 w 33"/>
                  <a:gd name="T23" fmla="*/ 5 h 54"/>
                  <a:gd name="T24" fmla="*/ 15 w 33"/>
                  <a:gd name="T25" fmla="*/ 5 h 54"/>
                  <a:gd name="T26" fmla="*/ 15 w 33"/>
                  <a:gd name="T27" fmla="*/ 0 h 54"/>
                  <a:gd name="T28" fmla="*/ 17 w 33"/>
                  <a:gd name="T29" fmla="*/ 0 h 54"/>
                  <a:gd name="T30" fmla="*/ 22 w 33"/>
                  <a:gd name="T31" fmla="*/ 0 h 54"/>
                  <a:gd name="T32" fmla="*/ 27 w 33"/>
                  <a:gd name="T33" fmla="*/ 2 h 54"/>
                  <a:gd name="T34" fmla="*/ 30 w 33"/>
                  <a:gd name="T35" fmla="*/ 6 h 54"/>
                  <a:gd name="T36" fmla="*/ 32 w 33"/>
                  <a:gd name="T37" fmla="*/ 11 h 54"/>
                  <a:gd name="T38" fmla="*/ 33 w 33"/>
                  <a:gd name="T39" fmla="*/ 16 h 54"/>
                  <a:gd name="T40" fmla="*/ 33 w 33"/>
                  <a:gd name="T41" fmla="*/ 54 h 54"/>
                  <a:gd name="T42" fmla="*/ 0 w 33"/>
                  <a:gd name="T43" fmla="*/ 54 h 54"/>
                  <a:gd name="T44" fmla="*/ 0 w 33"/>
                  <a:gd name="T45" fmla="*/ 16 h 54"/>
                  <a:gd name="T46" fmla="*/ 0 w 33"/>
                  <a:gd name="T47" fmla="*/ 11 h 54"/>
                  <a:gd name="T48" fmla="*/ 2 w 33"/>
                  <a:gd name="T49" fmla="*/ 6 h 54"/>
                  <a:gd name="T50" fmla="*/ 6 w 33"/>
                  <a:gd name="T51" fmla="*/ 2 h 54"/>
                  <a:gd name="T52" fmla="*/ 11 w 33"/>
                  <a:gd name="T53" fmla="*/ 0 h 54"/>
                  <a:gd name="T54" fmla="*/ 15 w 33"/>
                  <a:gd name="T5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 h="54">
                    <a:moveTo>
                      <a:pt x="15" y="5"/>
                    </a:moveTo>
                    <a:lnTo>
                      <a:pt x="12" y="6"/>
                    </a:lnTo>
                    <a:lnTo>
                      <a:pt x="8" y="8"/>
                    </a:lnTo>
                    <a:lnTo>
                      <a:pt x="6" y="12"/>
                    </a:lnTo>
                    <a:lnTo>
                      <a:pt x="5" y="16"/>
                    </a:lnTo>
                    <a:lnTo>
                      <a:pt x="5" y="48"/>
                    </a:lnTo>
                    <a:lnTo>
                      <a:pt x="28" y="48"/>
                    </a:lnTo>
                    <a:lnTo>
                      <a:pt x="28" y="16"/>
                    </a:lnTo>
                    <a:lnTo>
                      <a:pt x="27" y="12"/>
                    </a:lnTo>
                    <a:lnTo>
                      <a:pt x="25" y="8"/>
                    </a:lnTo>
                    <a:lnTo>
                      <a:pt x="21" y="6"/>
                    </a:lnTo>
                    <a:lnTo>
                      <a:pt x="17" y="5"/>
                    </a:lnTo>
                    <a:lnTo>
                      <a:pt x="15" y="5"/>
                    </a:lnTo>
                    <a:close/>
                    <a:moveTo>
                      <a:pt x="15" y="0"/>
                    </a:moveTo>
                    <a:lnTo>
                      <a:pt x="17" y="0"/>
                    </a:lnTo>
                    <a:lnTo>
                      <a:pt x="22" y="0"/>
                    </a:lnTo>
                    <a:lnTo>
                      <a:pt x="27" y="2"/>
                    </a:lnTo>
                    <a:lnTo>
                      <a:pt x="30" y="6"/>
                    </a:lnTo>
                    <a:lnTo>
                      <a:pt x="32" y="11"/>
                    </a:lnTo>
                    <a:lnTo>
                      <a:pt x="33" y="16"/>
                    </a:lnTo>
                    <a:lnTo>
                      <a:pt x="33" y="54"/>
                    </a:lnTo>
                    <a:lnTo>
                      <a:pt x="0" y="54"/>
                    </a:lnTo>
                    <a:lnTo>
                      <a:pt x="0" y="16"/>
                    </a:lnTo>
                    <a:lnTo>
                      <a:pt x="0" y="11"/>
                    </a:lnTo>
                    <a:lnTo>
                      <a:pt x="2" y="6"/>
                    </a:lnTo>
                    <a:lnTo>
                      <a:pt x="6" y="2"/>
                    </a:lnTo>
                    <a:lnTo>
                      <a:pt x="11" y="0"/>
                    </a:lnTo>
                    <a:lnTo>
                      <a:pt x="15"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3" name="Freeform 153"/>
              <p:cNvSpPr>
                <a:spLocks noEditPoints="1"/>
              </p:cNvSpPr>
              <p:nvPr/>
            </p:nvSpPr>
            <p:spPr bwMode="auto">
              <a:xfrm>
                <a:off x="8589963" y="4883151"/>
                <a:ext cx="55563" cy="123825"/>
              </a:xfrm>
              <a:custGeom>
                <a:avLst/>
                <a:gdLst>
                  <a:gd name="T0" fmla="*/ 16 w 35"/>
                  <a:gd name="T1" fmla="*/ 6 h 78"/>
                  <a:gd name="T2" fmla="*/ 12 w 35"/>
                  <a:gd name="T3" fmla="*/ 7 h 78"/>
                  <a:gd name="T4" fmla="*/ 9 w 35"/>
                  <a:gd name="T5" fmla="*/ 10 h 78"/>
                  <a:gd name="T6" fmla="*/ 7 w 35"/>
                  <a:gd name="T7" fmla="*/ 13 h 78"/>
                  <a:gd name="T8" fmla="*/ 7 w 35"/>
                  <a:gd name="T9" fmla="*/ 16 h 78"/>
                  <a:gd name="T10" fmla="*/ 7 w 35"/>
                  <a:gd name="T11" fmla="*/ 72 h 78"/>
                  <a:gd name="T12" fmla="*/ 28 w 35"/>
                  <a:gd name="T13" fmla="*/ 72 h 78"/>
                  <a:gd name="T14" fmla="*/ 28 w 35"/>
                  <a:gd name="T15" fmla="*/ 16 h 78"/>
                  <a:gd name="T16" fmla="*/ 27 w 35"/>
                  <a:gd name="T17" fmla="*/ 13 h 78"/>
                  <a:gd name="T18" fmla="*/ 25 w 35"/>
                  <a:gd name="T19" fmla="*/ 10 h 78"/>
                  <a:gd name="T20" fmla="*/ 22 w 35"/>
                  <a:gd name="T21" fmla="*/ 7 h 78"/>
                  <a:gd name="T22" fmla="*/ 19 w 35"/>
                  <a:gd name="T23" fmla="*/ 6 h 78"/>
                  <a:gd name="T24" fmla="*/ 16 w 35"/>
                  <a:gd name="T25" fmla="*/ 6 h 78"/>
                  <a:gd name="T26" fmla="*/ 16 w 35"/>
                  <a:gd name="T27" fmla="*/ 0 h 78"/>
                  <a:gd name="T28" fmla="*/ 19 w 35"/>
                  <a:gd name="T29" fmla="*/ 0 h 78"/>
                  <a:gd name="T30" fmla="*/ 23 w 35"/>
                  <a:gd name="T31" fmla="*/ 1 h 78"/>
                  <a:gd name="T32" fmla="*/ 28 w 35"/>
                  <a:gd name="T33" fmla="*/ 3 h 78"/>
                  <a:gd name="T34" fmla="*/ 32 w 35"/>
                  <a:gd name="T35" fmla="*/ 7 h 78"/>
                  <a:gd name="T36" fmla="*/ 34 w 35"/>
                  <a:gd name="T37" fmla="*/ 12 h 78"/>
                  <a:gd name="T38" fmla="*/ 35 w 35"/>
                  <a:gd name="T39" fmla="*/ 16 h 78"/>
                  <a:gd name="T40" fmla="*/ 35 w 35"/>
                  <a:gd name="T41" fmla="*/ 78 h 78"/>
                  <a:gd name="T42" fmla="*/ 0 w 35"/>
                  <a:gd name="T43" fmla="*/ 78 h 78"/>
                  <a:gd name="T44" fmla="*/ 0 w 35"/>
                  <a:gd name="T45" fmla="*/ 16 h 78"/>
                  <a:gd name="T46" fmla="*/ 1 w 35"/>
                  <a:gd name="T47" fmla="*/ 12 h 78"/>
                  <a:gd name="T48" fmla="*/ 3 w 35"/>
                  <a:gd name="T49" fmla="*/ 7 h 78"/>
                  <a:gd name="T50" fmla="*/ 7 w 35"/>
                  <a:gd name="T51" fmla="*/ 3 h 78"/>
                  <a:gd name="T52" fmla="*/ 11 w 35"/>
                  <a:gd name="T53" fmla="*/ 1 h 78"/>
                  <a:gd name="T54" fmla="*/ 16 w 35"/>
                  <a:gd name="T5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78">
                    <a:moveTo>
                      <a:pt x="16" y="6"/>
                    </a:moveTo>
                    <a:lnTo>
                      <a:pt x="12" y="7"/>
                    </a:lnTo>
                    <a:lnTo>
                      <a:pt x="9" y="10"/>
                    </a:lnTo>
                    <a:lnTo>
                      <a:pt x="7" y="13"/>
                    </a:lnTo>
                    <a:lnTo>
                      <a:pt x="7" y="16"/>
                    </a:lnTo>
                    <a:lnTo>
                      <a:pt x="7" y="72"/>
                    </a:lnTo>
                    <a:lnTo>
                      <a:pt x="28" y="72"/>
                    </a:lnTo>
                    <a:lnTo>
                      <a:pt x="28" y="16"/>
                    </a:lnTo>
                    <a:lnTo>
                      <a:pt x="27" y="13"/>
                    </a:lnTo>
                    <a:lnTo>
                      <a:pt x="25" y="10"/>
                    </a:lnTo>
                    <a:lnTo>
                      <a:pt x="22" y="7"/>
                    </a:lnTo>
                    <a:lnTo>
                      <a:pt x="19" y="6"/>
                    </a:lnTo>
                    <a:lnTo>
                      <a:pt x="16" y="6"/>
                    </a:lnTo>
                    <a:close/>
                    <a:moveTo>
                      <a:pt x="16" y="0"/>
                    </a:moveTo>
                    <a:lnTo>
                      <a:pt x="19" y="0"/>
                    </a:lnTo>
                    <a:lnTo>
                      <a:pt x="23" y="1"/>
                    </a:lnTo>
                    <a:lnTo>
                      <a:pt x="28" y="3"/>
                    </a:lnTo>
                    <a:lnTo>
                      <a:pt x="32" y="7"/>
                    </a:lnTo>
                    <a:lnTo>
                      <a:pt x="34" y="12"/>
                    </a:lnTo>
                    <a:lnTo>
                      <a:pt x="35" y="16"/>
                    </a:lnTo>
                    <a:lnTo>
                      <a:pt x="35" y="78"/>
                    </a:lnTo>
                    <a:lnTo>
                      <a:pt x="0" y="78"/>
                    </a:lnTo>
                    <a:lnTo>
                      <a:pt x="0" y="16"/>
                    </a:lnTo>
                    <a:lnTo>
                      <a:pt x="1" y="12"/>
                    </a:lnTo>
                    <a:lnTo>
                      <a:pt x="3" y="7"/>
                    </a:lnTo>
                    <a:lnTo>
                      <a:pt x="7" y="3"/>
                    </a:lnTo>
                    <a:lnTo>
                      <a:pt x="11" y="1"/>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4" name="Freeform 154"/>
              <p:cNvSpPr>
                <a:spLocks noEditPoints="1"/>
              </p:cNvSpPr>
              <p:nvPr/>
            </p:nvSpPr>
            <p:spPr bwMode="auto">
              <a:xfrm>
                <a:off x="8662988" y="4846638"/>
                <a:ext cx="52388" cy="160338"/>
              </a:xfrm>
              <a:custGeom>
                <a:avLst/>
                <a:gdLst>
                  <a:gd name="T0" fmla="*/ 16 w 33"/>
                  <a:gd name="T1" fmla="*/ 7 h 101"/>
                  <a:gd name="T2" fmla="*/ 12 w 33"/>
                  <a:gd name="T3" fmla="*/ 8 h 101"/>
                  <a:gd name="T4" fmla="*/ 8 w 33"/>
                  <a:gd name="T5" fmla="*/ 10 h 101"/>
                  <a:gd name="T6" fmla="*/ 6 w 33"/>
                  <a:gd name="T7" fmla="*/ 13 h 101"/>
                  <a:gd name="T8" fmla="*/ 5 w 33"/>
                  <a:gd name="T9" fmla="*/ 16 h 101"/>
                  <a:gd name="T10" fmla="*/ 5 w 33"/>
                  <a:gd name="T11" fmla="*/ 95 h 101"/>
                  <a:gd name="T12" fmla="*/ 28 w 33"/>
                  <a:gd name="T13" fmla="*/ 95 h 101"/>
                  <a:gd name="T14" fmla="*/ 28 w 33"/>
                  <a:gd name="T15" fmla="*/ 16 h 101"/>
                  <a:gd name="T16" fmla="*/ 27 w 33"/>
                  <a:gd name="T17" fmla="*/ 13 h 101"/>
                  <a:gd name="T18" fmla="*/ 25 w 33"/>
                  <a:gd name="T19" fmla="*/ 10 h 101"/>
                  <a:gd name="T20" fmla="*/ 21 w 33"/>
                  <a:gd name="T21" fmla="*/ 8 h 101"/>
                  <a:gd name="T22" fmla="*/ 17 w 33"/>
                  <a:gd name="T23" fmla="*/ 7 h 101"/>
                  <a:gd name="T24" fmla="*/ 16 w 33"/>
                  <a:gd name="T25" fmla="*/ 7 h 101"/>
                  <a:gd name="T26" fmla="*/ 16 w 33"/>
                  <a:gd name="T27" fmla="*/ 0 h 101"/>
                  <a:gd name="T28" fmla="*/ 17 w 33"/>
                  <a:gd name="T29" fmla="*/ 0 h 101"/>
                  <a:gd name="T30" fmla="*/ 23 w 33"/>
                  <a:gd name="T31" fmla="*/ 1 h 101"/>
                  <a:gd name="T32" fmla="*/ 27 w 33"/>
                  <a:gd name="T33" fmla="*/ 3 h 101"/>
                  <a:gd name="T34" fmla="*/ 30 w 33"/>
                  <a:gd name="T35" fmla="*/ 8 h 101"/>
                  <a:gd name="T36" fmla="*/ 32 w 33"/>
                  <a:gd name="T37" fmla="*/ 12 h 101"/>
                  <a:gd name="T38" fmla="*/ 33 w 33"/>
                  <a:gd name="T39" fmla="*/ 16 h 101"/>
                  <a:gd name="T40" fmla="*/ 33 w 33"/>
                  <a:gd name="T41" fmla="*/ 101 h 101"/>
                  <a:gd name="T42" fmla="*/ 0 w 33"/>
                  <a:gd name="T43" fmla="*/ 101 h 101"/>
                  <a:gd name="T44" fmla="*/ 0 w 33"/>
                  <a:gd name="T45" fmla="*/ 16 h 101"/>
                  <a:gd name="T46" fmla="*/ 0 w 33"/>
                  <a:gd name="T47" fmla="*/ 12 h 101"/>
                  <a:gd name="T48" fmla="*/ 2 w 33"/>
                  <a:gd name="T49" fmla="*/ 8 h 101"/>
                  <a:gd name="T50" fmla="*/ 6 w 33"/>
                  <a:gd name="T51" fmla="*/ 3 h 101"/>
                  <a:gd name="T52" fmla="*/ 11 w 33"/>
                  <a:gd name="T53" fmla="*/ 1 h 101"/>
                  <a:gd name="T54" fmla="*/ 16 w 33"/>
                  <a:gd name="T5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 h="101">
                    <a:moveTo>
                      <a:pt x="16" y="7"/>
                    </a:moveTo>
                    <a:lnTo>
                      <a:pt x="12" y="8"/>
                    </a:lnTo>
                    <a:lnTo>
                      <a:pt x="8" y="10"/>
                    </a:lnTo>
                    <a:lnTo>
                      <a:pt x="6" y="13"/>
                    </a:lnTo>
                    <a:lnTo>
                      <a:pt x="5" y="16"/>
                    </a:lnTo>
                    <a:lnTo>
                      <a:pt x="5" y="95"/>
                    </a:lnTo>
                    <a:lnTo>
                      <a:pt x="28" y="95"/>
                    </a:lnTo>
                    <a:lnTo>
                      <a:pt x="28" y="16"/>
                    </a:lnTo>
                    <a:lnTo>
                      <a:pt x="27" y="13"/>
                    </a:lnTo>
                    <a:lnTo>
                      <a:pt x="25" y="10"/>
                    </a:lnTo>
                    <a:lnTo>
                      <a:pt x="21" y="8"/>
                    </a:lnTo>
                    <a:lnTo>
                      <a:pt x="17" y="7"/>
                    </a:lnTo>
                    <a:lnTo>
                      <a:pt x="16" y="7"/>
                    </a:lnTo>
                    <a:close/>
                    <a:moveTo>
                      <a:pt x="16" y="0"/>
                    </a:moveTo>
                    <a:lnTo>
                      <a:pt x="17" y="0"/>
                    </a:lnTo>
                    <a:lnTo>
                      <a:pt x="23" y="1"/>
                    </a:lnTo>
                    <a:lnTo>
                      <a:pt x="27" y="3"/>
                    </a:lnTo>
                    <a:lnTo>
                      <a:pt x="30" y="8"/>
                    </a:lnTo>
                    <a:lnTo>
                      <a:pt x="32" y="12"/>
                    </a:lnTo>
                    <a:lnTo>
                      <a:pt x="33" y="16"/>
                    </a:lnTo>
                    <a:lnTo>
                      <a:pt x="33" y="101"/>
                    </a:lnTo>
                    <a:lnTo>
                      <a:pt x="0" y="101"/>
                    </a:lnTo>
                    <a:lnTo>
                      <a:pt x="0" y="16"/>
                    </a:lnTo>
                    <a:lnTo>
                      <a:pt x="0" y="12"/>
                    </a:lnTo>
                    <a:lnTo>
                      <a:pt x="2" y="8"/>
                    </a:lnTo>
                    <a:lnTo>
                      <a:pt x="6" y="3"/>
                    </a:lnTo>
                    <a:lnTo>
                      <a:pt x="11" y="1"/>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5" name="Freeform 155"/>
              <p:cNvSpPr>
                <a:spLocks noEditPoints="1"/>
              </p:cNvSpPr>
              <p:nvPr/>
            </p:nvSpPr>
            <p:spPr bwMode="auto">
              <a:xfrm>
                <a:off x="8732838" y="4810126"/>
                <a:ext cx="55563" cy="196850"/>
              </a:xfrm>
              <a:custGeom>
                <a:avLst/>
                <a:gdLst>
                  <a:gd name="T0" fmla="*/ 17 w 35"/>
                  <a:gd name="T1" fmla="*/ 6 h 124"/>
                  <a:gd name="T2" fmla="*/ 12 w 35"/>
                  <a:gd name="T3" fmla="*/ 7 h 124"/>
                  <a:gd name="T4" fmla="*/ 9 w 35"/>
                  <a:gd name="T5" fmla="*/ 9 h 124"/>
                  <a:gd name="T6" fmla="*/ 7 w 35"/>
                  <a:gd name="T7" fmla="*/ 12 h 124"/>
                  <a:gd name="T8" fmla="*/ 7 w 35"/>
                  <a:gd name="T9" fmla="*/ 17 h 124"/>
                  <a:gd name="T10" fmla="*/ 7 w 35"/>
                  <a:gd name="T11" fmla="*/ 118 h 124"/>
                  <a:gd name="T12" fmla="*/ 28 w 35"/>
                  <a:gd name="T13" fmla="*/ 118 h 124"/>
                  <a:gd name="T14" fmla="*/ 28 w 35"/>
                  <a:gd name="T15" fmla="*/ 17 h 124"/>
                  <a:gd name="T16" fmla="*/ 27 w 35"/>
                  <a:gd name="T17" fmla="*/ 12 h 124"/>
                  <a:gd name="T18" fmla="*/ 25 w 35"/>
                  <a:gd name="T19" fmla="*/ 9 h 124"/>
                  <a:gd name="T20" fmla="*/ 22 w 35"/>
                  <a:gd name="T21" fmla="*/ 7 h 124"/>
                  <a:gd name="T22" fmla="*/ 19 w 35"/>
                  <a:gd name="T23" fmla="*/ 6 h 124"/>
                  <a:gd name="T24" fmla="*/ 17 w 35"/>
                  <a:gd name="T25" fmla="*/ 6 h 124"/>
                  <a:gd name="T26" fmla="*/ 17 w 35"/>
                  <a:gd name="T27" fmla="*/ 0 h 124"/>
                  <a:gd name="T28" fmla="*/ 19 w 35"/>
                  <a:gd name="T29" fmla="*/ 0 h 124"/>
                  <a:gd name="T30" fmla="*/ 24 w 35"/>
                  <a:gd name="T31" fmla="*/ 0 h 124"/>
                  <a:gd name="T32" fmla="*/ 28 w 35"/>
                  <a:gd name="T33" fmla="*/ 2 h 124"/>
                  <a:gd name="T34" fmla="*/ 32 w 35"/>
                  <a:gd name="T35" fmla="*/ 7 h 124"/>
                  <a:gd name="T36" fmla="*/ 34 w 35"/>
                  <a:gd name="T37" fmla="*/ 11 h 124"/>
                  <a:gd name="T38" fmla="*/ 35 w 35"/>
                  <a:gd name="T39" fmla="*/ 17 h 124"/>
                  <a:gd name="T40" fmla="*/ 35 w 35"/>
                  <a:gd name="T41" fmla="*/ 124 h 124"/>
                  <a:gd name="T42" fmla="*/ 0 w 35"/>
                  <a:gd name="T43" fmla="*/ 124 h 124"/>
                  <a:gd name="T44" fmla="*/ 0 w 35"/>
                  <a:gd name="T45" fmla="*/ 17 h 124"/>
                  <a:gd name="T46" fmla="*/ 1 w 35"/>
                  <a:gd name="T47" fmla="*/ 11 h 124"/>
                  <a:gd name="T48" fmla="*/ 4 w 35"/>
                  <a:gd name="T49" fmla="*/ 7 h 124"/>
                  <a:gd name="T50" fmla="*/ 7 w 35"/>
                  <a:gd name="T51" fmla="*/ 2 h 124"/>
                  <a:gd name="T52" fmla="*/ 11 w 35"/>
                  <a:gd name="T53" fmla="*/ 0 h 124"/>
                  <a:gd name="T54" fmla="*/ 17 w 35"/>
                  <a:gd name="T5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124">
                    <a:moveTo>
                      <a:pt x="17" y="6"/>
                    </a:moveTo>
                    <a:lnTo>
                      <a:pt x="12" y="7"/>
                    </a:lnTo>
                    <a:lnTo>
                      <a:pt x="9" y="9"/>
                    </a:lnTo>
                    <a:lnTo>
                      <a:pt x="7" y="12"/>
                    </a:lnTo>
                    <a:lnTo>
                      <a:pt x="7" y="17"/>
                    </a:lnTo>
                    <a:lnTo>
                      <a:pt x="7" y="118"/>
                    </a:lnTo>
                    <a:lnTo>
                      <a:pt x="28" y="118"/>
                    </a:lnTo>
                    <a:lnTo>
                      <a:pt x="28" y="17"/>
                    </a:lnTo>
                    <a:lnTo>
                      <a:pt x="27" y="12"/>
                    </a:lnTo>
                    <a:lnTo>
                      <a:pt x="25" y="9"/>
                    </a:lnTo>
                    <a:lnTo>
                      <a:pt x="22" y="7"/>
                    </a:lnTo>
                    <a:lnTo>
                      <a:pt x="19" y="6"/>
                    </a:lnTo>
                    <a:lnTo>
                      <a:pt x="17" y="6"/>
                    </a:lnTo>
                    <a:close/>
                    <a:moveTo>
                      <a:pt x="17" y="0"/>
                    </a:moveTo>
                    <a:lnTo>
                      <a:pt x="19" y="0"/>
                    </a:lnTo>
                    <a:lnTo>
                      <a:pt x="24" y="0"/>
                    </a:lnTo>
                    <a:lnTo>
                      <a:pt x="28" y="2"/>
                    </a:lnTo>
                    <a:lnTo>
                      <a:pt x="32" y="7"/>
                    </a:lnTo>
                    <a:lnTo>
                      <a:pt x="34" y="11"/>
                    </a:lnTo>
                    <a:lnTo>
                      <a:pt x="35" y="17"/>
                    </a:lnTo>
                    <a:lnTo>
                      <a:pt x="35" y="124"/>
                    </a:lnTo>
                    <a:lnTo>
                      <a:pt x="0" y="124"/>
                    </a:lnTo>
                    <a:lnTo>
                      <a:pt x="0" y="17"/>
                    </a:lnTo>
                    <a:lnTo>
                      <a:pt x="1" y="11"/>
                    </a:lnTo>
                    <a:lnTo>
                      <a:pt x="4" y="7"/>
                    </a:lnTo>
                    <a:lnTo>
                      <a:pt x="7" y="2"/>
                    </a:lnTo>
                    <a:lnTo>
                      <a:pt x="11" y="0"/>
                    </a:lnTo>
                    <a:lnTo>
                      <a:pt x="17"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6" name="Freeform 156"/>
              <p:cNvSpPr>
                <a:spLocks noEditPoints="1"/>
              </p:cNvSpPr>
              <p:nvPr/>
            </p:nvSpPr>
            <p:spPr bwMode="auto">
              <a:xfrm>
                <a:off x="8418513" y="4619626"/>
                <a:ext cx="469900" cy="552450"/>
              </a:xfrm>
              <a:custGeom>
                <a:avLst/>
                <a:gdLst>
                  <a:gd name="T0" fmla="*/ 82 w 296"/>
                  <a:gd name="T1" fmla="*/ 330 h 348"/>
                  <a:gd name="T2" fmla="*/ 80 w 296"/>
                  <a:gd name="T3" fmla="*/ 335 h 348"/>
                  <a:gd name="T4" fmla="*/ 84 w 296"/>
                  <a:gd name="T5" fmla="*/ 342 h 348"/>
                  <a:gd name="T6" fmla="*/ 211 w 296"/>
                  <a:gd name="T7" fmla="*/ 342 h 348"/>
                  <a:gd name="T8" fmla="*/ 216 w 296"/>
                  <a:gd name="T9" fmla="*/ 335 h 348"/>
                  <a:gd name="T10" fmla="*/ 213 w 296"/>
                  <a:gd name="T11" fmla="*/ 330 h 348"/>
                  <a:gd name="T12" fmla="*/ 86 w 296"/>
                  <a:gd name="T13" fmla="*/ 328 h 348"/>
                  <a:gd name="T14" fmla="*/ 183 w 296"/>
                  <a:gd name="T15" fmla="*/ 321 h 348"/>
                  <a:gd name="T16" fmla="*/ 29 w 296"/>
                  <a:gd name="T17" fmla="*/ 109 h 348"/>
                  <a:gd name="T18" fmla="*/ 267 w 296"/>
                  <a:gd name="T19" fmla="*/ 109 h 348"/>
                  <a:gd name="T20" fmla="*/ 137 w 296"/>
                  <a:gd name="T21" fmla="*/ 143 h 348"/>
                  <a:gd name="T22" fmla="*/ 88 w 296"/>
                  <a:gd name="T23" fmla="*/ 121 h 348"/>
                  <a:gd name="T24" fmla="*/ 39 w 296"/>
                  <a:gd name="T25" fmla="*/ 109 h 348"/>
                  <a:gd name="T26" fmla="*/ 10 w 296"/>
                  <a:gd name="T27" fmla="*/ 92 h 348"/>
                  <a:gd name="T28" fmla="*/ 6 w 296"/>
                  <a:gd name="T29" fmla="*/ 99 h 348"/>
                  <a:gd name="T30" fmla="*/ 7 w 296"/>
                  <a:gd name="T31" fmla="*/ 271 h 348"/>
                  <a:gd name="T32" fmla="*/ 283 w 296"/>
                  <a:gd name="T33" fmla="*/ 273 h 348"/>
                  <a:gd name="T34" fmla="*/ 289 w 296"/>
                  <a:gd name="T35" fmla="*/ 269 h 348"/>
                  <a:gd name="T36" fmla="*/ 289 w 296"/>
                  <a:gd name="T37" fmla="*/ 95 h 348"/>
                  <a:gd name="T38" fmla="*/ 283 w 296"/>
                  <a:gd name="T39" fmla="*/ 91 h 348"/>
                  <a:gd name="T40" fmla="*/ 147 w 296"/>
                  <a:gd name="T41" fmla="*/ 104 h 348"/>
                  <a:gd name="T42" fmla="*/ 23 w 296"/>
                  <a:gd name="T43" fmla="*/ 261 h 348"/>
                  <a:gd name="T44" fmla="*/ 22 w 296"/>
                  <a:gd name="T45" fmla="*/ 97 h 348"/>
                  <a:gd name="T46" fmla="*/ 88 w 296"/>
                  <a:gd name="T47" fmla="*/ 5 h 348"/>
                  <a:gd name="T48" fmla="*/ 33 w 296"/>
                  <a:gd name="T49" fmla="*/ 21 h 348"/>
                  <a:gd name="T50" fmla="*/ 10 w 296"/>
                  <a:gd name="T51" fmla="*/ 60 h 348"/>
                  <a:gd name="T52" fmla="*/ 33 w 296"/>
                  <a:gd name="T53" fmla="*/ 99 h 348"/>
                  <a:gd name="T54" fmla="*/ 88 w 296"/>
                  <a:gd name="T55" fmla="*/ 115 h 348"/>
                  <a:gd name="T56" fmla="*/ 105 w 296"/>
                  <a:gd name="T57" fmla="*/ 114 h 348"/>
                  <a:gd name="T58" fmla="*/ 129 w 296"/>
                  <a:gd name="T59" fmla="*/ 107 h 348"/>
                  <a:gd name="T60" fmla="*/ 164 w 296"/>
                  <a:gd name="T61" fmla="*/ 75 h 348"/>
                  <a:gd name="T62" fmla="*/ 155 w 296"/>
                  <a:gd name="T63" fmla="*/ 32 h 348"/>
                  <a:gd name="T64" fmla="*/ 108 w 296"/>
                  <a:gd name="T65" fmla="*/ 7 h 348"/>
                  <a:gd name="T66" fmla="*/ 110 w 296"/>
                  <a:gd name="T67" fmla="*/ 2 h 348"/>
                  <a:gd name="T68" fmla="*/ 160 w 296"/>
                  <a:gd name="T69" fmla="*/ 29 h 348"/>
                  <a:gd name="T70" fmla="*/ 170 w 296"/>
                  <a:gd name="T71" fmla="*/ 74 h 348"/>
                  <a:gd name="T72" fmla="*/ 287 w 296"/>
                  <a:gd name="T73" fmla="*/ 85 h 348"/>
                  <a:gd name="T74" fmla="*/ 295 w 296"/>
                  <a:gd name="T75" fmla="*/ 94 h 348"/>
                  <a:gd name="T76" fmla="*/ 295 w 296"/>
                  <a:gd name="T77" fmla="*/ 270 h 348"/>
                  <a:gd name="T78" fmla="*/ 287 w 296"/>
                  <a:gd name="T79" fmla="*/ 279 h 348"/>
                  <a:gd name="T80" fmla="*/ 190 w 296"/>
                  <a:gd name="T81" fmla="*/ 321 h 348"/>
                  <a:gd name="T82" fmla="*/ 217 w 296"/>
                  <a:gd name="T83" fmla="*/ 323 h 348"/>
                  <a:gd name="T84" fmla="*/ 222 w 296"/>
                  <a:gd name="T85" fmla="*/ 334 h 348"/>
                  <a:gd name="T86" fmla="*/ 219 w 296"/>
                  <a:gd name="T87" fmla="*/ 343 h 348"/>
                  <a:gd name="T88" fmla="*/ 209 w 296"/>
                  <a:gd name="T89" fmla="*/ 348 h 348"/>
                  <a:gd name="T90" fmla="*/ 79 w 296"/>
                  <a:gd name="T91" fmla="*/ 346 h 348"/>
                  <a:gd name="T92" fmla="*/ 73 w 296"/>
                  <a:gd name="T93" fmla="*/ 335 h 348"/>
                  <a:gd name="T94" fmla="*/ 77 w 296"/>
                  <a:gd name="T95" fmla="*/ 327 h 348"/>
                  <a:gd name="T96" fmla="*/ 86 w 296"/>
                  <a:gd name="T97" fmla="*/ 321 h 348"/>
                  <a:gd name="T98" fmla="*/ 13 w 296"/>
                  <a:gd name="T99" fmla="*/ 279 h 348"/>
                  <a:gd name="T100" fmla="*/ 2 w 296"/>
                  <a:gd name="T101" fmla="*/ 274 h 348"/>
                  <a:gd name="T102" fmla="*/ 0 w 296"/>
                  <a:gd name="T103" fmla="*/ 99 h 348"/>
                  <a:gd name="T104" fmla="*/ 5 w 296"/>
                  <a:gd name="T105" fmla="*/ 88 h 348"/>
                  <a:gd name="T106" fmla="*/ 6 w 296"/>
                  <a:gd name="T107" fmla="*/ 74 h 348"/>
                  <a:gd name="T108" fmla="*/ 16 w 296"/>
                  <a:gd name="T109" fmla="*/ 29 h 348"/>
                  <a:gd name="T110" fmla="*/ 66 w 296"/>
                  <a:gd name="T111" fmla="*/ 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6" h="348">
                    <a:moveTo>
                      <a:pt x="86" y="328"/>
                    </a:moveTo>
                    <a:lnTo>
                      <a:pt x="84" y="328"/>
                    </a:lnTo>
                    <a:lnTo>
                      <a:pt x="82" y="330"/>
                    </a:lnTo>
                    <a:lnTo>
                      <a:pt x="80" y="332"/>
                    </a:lnTo>
                    <a:lnTo>
                      <a:pt x="80" y="334"/>
                    </a:lnTo>
                    <a:lnTo>
                      <a:pt x="80" y="335"/>
                    </a:lnTo>
                    <a:lnTo>
                      <a:pt x="80" y="339"/>
                    </a:lnTo>
                    <a:lnTo>
                      <a:pt x="82" y="341"/>
                    </a:lnTo>
                    <a:lnTo>
                      <a:pt x="84" y="342"/>
                    </a:lnTo>
                    <a:lnTo>
                      <a:pt x="86" y="343"/>
                    </a:lnTo>
                    <a:lnTo>
                      <a:pt x="209" y="343"/>
                    </a:lnTo>
                    <a:lnTo>
                      <a:pt x="211" y="342"/>
                    </a:lnTo>
                    <a:lnTo>
                      <a:pt x="213" y="341"/>
                    </a:lnTo>
                    <a:lnTo>
                      <a:pt x="216" y="339"/>
                    </a:lnTo>
                    <a:lnTo>
                      <a:pt x="216" y="335"/>
                    </a:lnTo>
                    <a:lnTo>
                      <a:pt x="216" y="334"/>
                    </a:lnTo>
                    <a:lnTo>
                      <a:pt x="216" y="332"/>
                    </a:lnTo>
                    <a:lnTo>
                      <a:pt x="213" y="330"/>
                    </a:lnTo>
                    <a:lnTo>
                      <a:pt x="211" y="328"/>
                    </a:lnTo>
                    <a:lnTo>
                      <a:pt x="209" y="328"/>
                    </a:lnTo>
                    <a:lnTo>
                      <a:pt x="86" y="328"/>
                    </a:lnTo>
                    <a:close/>
                    <a:moveTo>
                      <a:pt x="113" y="279"/>
                    </a:moveTo>
                    <a:lnTo>
                      <a:pt x="113" y="321"/>
                    </a:lnTo>
                    <a:lnTo>
                      <a:pt x="183" y="321"/>
                    </a:lnTo>
                    <a:lnTo>
                      <a:pt x="183" y="279"/>
                    </a:lnTo>
                    <a:lnTo>
                      <a:pt x="113" y="279"/>
                    </a:lnTo>
                    <a:close/>
                    <a:moveTo>
                      <a:pt x="29" y="109"/>
                    </a:moveTo>
                    <a:lnTo>
                      <a:pt x="29" y="255"/>
                    </a:lnTo>
                    <a:lnTo>
                      <a:pt x="267" y="255"/>
                    </a:lnTo>
                    <a:lnTo>
                      <a:pt x="267" y="109"/>
                    </a:lnTo>
                    <a:lnTo>
                      <a:pt x="137" y="109"/>
                    </a:lnTo>
                    <a:lnTo>
                      <a:pt x="133" y="112"/>
                    </a:lnTo>
                    <a:lnTo>
                      <a:pt x="137" y="143"/>
                    </a:lnTo>
                    <a:lnTo>
                      <a:pt x="104" y="120"/>
                    </a:lnTo>
                    <a:lnTo>
                      <a:pt x="95" y="121"/>
                    </a:lnTo>
                    <a:lnTo>
                      <a:pt x="88" y="121"/>
                    </a:lnTo>
                    <a:lnTo>
                      <a:pt x="70" y="120"/>
                    </a:lnTo>
                    <a:lnTo>
                      <a:pt x="54" y="116"/>
                    </a:lnTo>
                    <a:lnTo>
                      <a:pt x="39" y="109"/>
                    </a:lnTo>
                    <a:lnTo>
                      <a:pt x="29" y="109"/>
                    </a:lnTo>
                    <a:close/>
                    <a:moveTo>
                      <a:pt x="13" y="91"/>
                    </a:moveTo>
                    <a:lnTo>
                      <a:pt x="10" y="92"/>
                    </a:lnTo>
                    <a:lnTo>
                      <a:pt x="7" y="93"/>
                    </a:lnTo>
                    <a:lnTo>
                      <a:pt x="6" y="95"/>
                    </a:lnTo>
                    <a:lnTo>
                      <a:pt x="6" y="99"/>
                    </a:lnTo>
                    <a:lnTo>
                      <a:pt x="6" y="266"/>
                    </a:lnTo>
                    <a:lnTo>
                      <a:pt x="6" y="269"/>
                    </a:lnTo>
                    <a:lnTo>
                      <a:pt x="7" y="271"/>
                    </a:lnTo>
                    <a:lnTo>
                      <a:pt x="10" y="272"/>
                    </a:lnTo>
                    <a:lnTo>
                      <a:pt x="13" y="273"/>
                    </a:lnTo>
                    <a:lnTo>
                      <a:pt x="283" y="273"/>
                    </a:lnTo>
                    <a:lnTo>
                      <a:pt x="285" y="272"/>
                    </a:lnTo>
                    <a:lnTo>
                      <a:pt x="287" y="271"/>
                    </a:lnTo>
                    <a:lnTo>
                      <a:pt x="289" y="269"/>
                    </a:lnTo>
                    <a:lnTo>
                      <a:pt x="289" y="266"/>
                    </a:lnTo>
                    <a:lnTo>
                      <a:pt x="289" y="99"/>
                    </a:lnTo>
                    <a:lnTo>
                      <a:pt x="289" y="95"/>
                    </a:lnTo>
                    <a:lnTo>
                      <a:pt x="287" y="93"/>
                    </a:lnTo>
                    <a:lnTo>
                      <a:pt x="285" y="92"/>
                    </a:lnTo>
                    <a:lnTo>
                      <a:pt x="283" y="91"/>
                    </a:lnTo>
                    <a:lnTo>
                      <a:pt x="160" y="91"/>
                    </a:lnTo>
                    <a:lnTo>
                      <a:pt x="154" y="97"/>
                    </a:lnTo>
                    <a:lnTo>
                      <a:pt x="147" y="104"/>
                    </a:lnTo>
                    <a:lnTo>
                      <a:pt x="272" y="104"/>
                    </a:lnTo>
                    <a:lnTo>
                      <a:pt x="272" y="261"/>
                    </a:lnTo>
                    <a:lnTo>
                      <a:pt x="23" y="261"/>
                    </a:lnTo>
                    <a:lnTo>
                      <a:pt x="23" y="104"/>
                    </a:lnTo>
                    <a:lnTo>
                      <a:pt x="29" y="104"/>
                    </a:lnTo>
                    <a:lnTo>
                      <a:pt x="22" y="97"/>
                    </a:lnTo>
                    <a:lnTo>
                      <a:pt x="16" y="91"/>
                    </a:lnTo>
                    <a:lnTo>
                      <a:pt x="13" y="91"/>
                    </a:lnTo>
                    <a:close/>
                    <a:moveTo>
                      <a:pt x="88" y="5"/>
                    </a:moveTo>
                    <a:lnTo>
                      <a:pt x="67" y="7"/>
                    </a:lnTo>
                    <a:lnTo>
                      <a:pt x="48" y="13"/>
                    </a:lnTo>
                    <a:lnTo>
                      <a:pt x="33" y="21"/>
                    </a:lnTo>
                    <a:lnTo>
                      <a:pt x="21" y="32"/>
                    </a:lnTo>
                    <a:lnTo>
                      <a:pt x="13" y="45"/>
                    </a:lnTo>
                    <a:lnTo>
                      <a:pt x="10" y="60"/>
                    </a:lnTo>
                    <a:lnTo>
                      <a:pt x="13" y="75"/>
                    </a:lnTo>
                    <a:lnTo>
                      <a:pt x="21" y="88"/>
                    </a:lnTo>
                    <a:lnTo>
                      <a:pt x="33" y="99"/>
                    </a:lnTo>
                    <a:lnTo>
                      <a:pt x="48" y="107"/>
                    </a:lnTo>
                    <a:lnTo>
                      <a:pt x="67" y="113"/>
                    </a:lnTo>
                    <a:lnTo>
                      <a:pt x="88" y="115"/>
                    </a:lnTo>
                    <a:lnTo>
                      <a:pt x="96" y="115"/>
                    </a:lnTo>
                    <a:lnTo>
                      <a:pt x="104" y="114"/>
                    </a:lnTo>
                    <a:lnTo>
                      <a:pt x="105" y="114"/>
                    </a:lnTo>
                    <a:lnTo>
                      <a:pt x="130" y="131"/>
                    </a:lnTo>
                    <a:lnTo>
                      <a:pt x="127" y="108"/>
                    </a:lnTo>
                    <a:lnTo>
                      <a:pt x="129" y="107"/>
                    </a:lnTo>
                    <a:lnTo>
                      <a:pt x="144" y="99"/>
                    </a:lnTo>
                    <a:lnTo>
                      <a:pt x="156" y="87"/>
                    </a:lnTo>
                    <a:lnTo>
                      <a:pt x="164" y="75"/>
                    </a:lnTo>
                    <a:lnTo>
                      <a:pt x="166" y="60"/>
                    </a:lnTo>
                    <a:lnTo>
                      <a:pt x="162" y="45"/>
                    </a:lnTo>
                    <a:lnTo>
                      <a:pt x="155" y="32"/>
                    </a:lnTo>
                    <a:lnTo>
                      <a:pt x="143" y="21"/>
                    </a:lnTo>
                    <a:lnTo>
                      <a:pt x="127" y="13"/>
                    </a:lnTo>
                    <a:lnTo>
                      <a:pt x="108" y="7"/>
                    </a:lnTo>
                    <a:lnTo>
                      <a:pt x="88" y="5"/>
                    </a:lnTo>
                    <a:close/>
                    <a:moveTo>
                      <a:pt x="88" y="0"/>
                    </a:moveTo>
                    <a:lnTo>
                      <a:pt x="110" y="2"/>
                    </a:lnTo>
                    <a:lnTo>
                      <a:pt x="130" y="7"/>
                    </a:lnTo>
                    <a:lnTo>
                      <a:pt x="147" y="17"/>
                    </a:lnTo>
                    <a:lnTo>
                      <a:pt x="160" y="29"/>
                    </a:lnTo>
                    <a:lnTo>
                      <a:pt x="169" y="44"/>
                    </a:lnTo>
                    <a:lnTo>
                      <a:pt x="171" y="60"/>
                    </a:lnTo>
                    <a:lnTo>
                      <a:pt x="170" y="74"/>
                    </a:lnTo>
                    <a:lnTo>
                      <a:pt x="165" y="85"/>
                    </a:lnTo>
                    <a:lnTo>
                      <a:pt x="283" y="85"/>
                    </a:lnTo>
                    <a:lnTo>
                      <a:pt x="287" y="85"/>
                    </a:lnTo>
                    <a:lnTo>
                      <a:pt x="291" y="88"/>
                    </a:lnTo>
                    <a:lnTo>
                      <a:pt x="294" y="91"/>
                    </a:lnTo>
                    <a:lnTo>
                      <a:pt x="295" y="94"/>
                    </a:lnTo>
                    <a:lnTo>
                      <a:pt x="296" y="99"/>
                    </a:lnTo>
                    <a:lnTo>
                      <a:pt x="296" y="266"/>
                    </a:lnTo>
                    <a:lnTo>
                      <a:pt x="295" y="270"/>
                    </a:lnTo>
                    <a:lnTo>
                      <a:pt x="294" y="274"/>
                    </a:lnTo>
                    <a:lnTo>
                      <a:pt x="291" y="277"/>
                    </a:lnTo>
                    <a:lnTo>
                      <a:pt x="287" y="279"/>
                    </a:lnTo>
                    <a:lnTo>
                      <a:pt x="283" y="279"/>
                    </a:lnTo>
                    <a:lnTo>
                      <a:pt x="190" y="279"/>
                    </a:lnTo>
                    <a:lnTo>
                      <a:pt x="190" y="321"/>
                    </a:lnTo>
                    <a:lnTo>
                      <a:pt x="209" y="321"/>
                    </a:lnTo>
                    <a:lnTo>
                      <a:pt x="212" y="322"/>
                    </a:lnTo>
                    <a:lnTo>
                      <a:pt x="217" y="323"/>
                    </a:lnTo>
                    <a:lnTo>
                      <a:pt x="219" y="327"/>
                    </a:lnTo>
                    <a:lnTo>
                      <a:pt x="221" y="330"/>
                    </a:lnTo>
                    <a:lnTo>
                      <a:pt x="222" y="334"/>
                    </a:lnTo>
                    <a:lnTo>
                      <a:pt x="222" y="335"/>
                    </a:lnTo>
                    <a:lnTo>
                      <a:pt x="221" y="340"/>
                    </a:lnTo>
                    <a:lnTo>
                      <a:pt x="219" y="343"/>
                    </a:lnTo>
                    <a:lnTo>
                      <a:pt x="217" y="346"/>
                    </a:lnTo>
                    <a:lnTo>
                      <a:pt x="212" y="348"/>
                    </a:lnTo>
                    <a:lnTo>
                      <a:pt x="209" y="348"/>
                    </a:lnTo>
                    <a:lnTo>
                      <a:pt x="86" y="348"/>
                    </a:lnTo>
                    <a:lnTo>
                      <a:pt x="82" y="348"/>
                    </a:lnTo>
                    <a:lnTo>
                      <a:pt x="79" y="346"/>
                    </a:lnTo>
                    <a:lnTo>
                      <a:pt x="77" y="343"/>
                    </a:lnTo>
                    <a:lnTo>
                      <a:pt x="75" y="340"/>
                    </a:lnTo>
                    <a:lnTo>
                      <a:pt x="73" y="335"/>
                    </a:lnTo>
                    <a:lnTo>
                      <a:pt x="73" y="334"/>
                    </a:lnTo>
                    <a:lnTo>
                      <a:pt x="75" y="330"/>
                    </a:lnTo>
                    <a:lnTo>
                      <a:pt x="77" y="327"/>
                    </a:lnTo>
                    <a:lnTo>
                      <a:pt x="79" y="323"/>
                    </a:lnTo>
                    <a:lnTo>
                      <a:pt x="82" y="322"/>
                    </a:lnTo>
                    <a:lnTo>
                      <a:pt x="86" y="321"/>
                    </a:lnTo>
                    <a:lnTo>
                      <a:pt x="106" y="321"/>
                    </a:lnTo>
                    <a:lnTo>
                      <a:pt x="106" y="279"/>
                    </a:lnTo>
                    <a:lnTo>
                      <a:pt x="13" y="279"/>
                    </a:lnTo>
                    <a:lnTo>
                      <a:pt x="8" y="279"/>
                    </a:lnTo>
                    <a:lnTo>
                      <a:pt x="5" y="277"/>
                    </a:lnTo>
                    <a:lnTo>
                      <a:pt x="2" y="274"/>
                    </a:lnTo>
                    <a:lnTo>
                      <a:pt x="1" y="270"/>
                    </a:lnTo>
                    <a:lnTo>
                      <a:pt x="0" y="266"/>
                    </a:lnTo>
                    <a:lnTo>
                      <a:pt x="0" y="99"/>
                    </a:lnTo>
                    <a:lnTo>
                      <a:pt x="1" y="94"/>
                    </a:lnTo>
                    <a:lnTo>
                      <a:pt x="2" y="91"/>
                    </a:lnTo>
                    <a:lnTo>
                      <a:pt x="5" y="88"/>
                    </a:lnTo>
                    <a:lnTo>
                      <a:pt x="8" y="87"/>
                    </a:lnTo>
                    <a:lnTo>
                      <a:pt x="12" y="85"/>
                    </a:lnTo>
                    <a:lnTo>
                      <a:pt x="6" y="74"/>
                    </a:lnTo>
                    <a:lnTo>
                      <a:pt x="4" y="60"/>
                    </a:lnTo>
                    <a:lnTo>
                      <a:pt x="7" y="44"/>
                    </a:lnTo>
                    <a:lnTo>
                      <a:pt x="16" y="29"/>
                    </a:lnTo>
                    <a:lnTo>
                      <a:pt x="29" y="17"/>
                    </a:lnTo>
                    <a:lnTo>
                      <a:pt x="45" y="7"/>
                    </a:lnTo>
                    <a:lnTo>
                      <a:pt x="66" y="2"/>
                    </a:lnTo>
                    <a:lnTo>
                      <a:pt x="88"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9" name="组合 208"/>
            <p:cNvGrpSpPr/>
            <p:nvPr/>
          </p:nvGrpSpPr>
          <p:grpSpPr>
            <a:xfrm>
              <a:off x="2692946" y="4096380"/>
              <a:ext cx="496430" cy="656681"/>
              <a:chOff x="3883026" y="4608513"/>
              <a:chExt cx="452438" cy="598488"/>
            </a:xfrm>
            <a:grpFill/>
          </p:grpSpPr>
          <p:sp>
            <p:nvSpPr>
              <p:cNvPr id="181" name="Freeform 138"/>
              <p:cNvSpPr>
                <a:spLocks noEditPoints="1"/>
              </p:cNvSpPr>
              <p:nvPr/>
            </p:nvSpPr>
            <p:spPr bwMode="auto">
              <a:xfrm>
                <a:off x="3883026" y="4760913"/>
                <a:ext cx="354013" cy="446088"/>
              </a:xfrm>
              <a:custGeom>
                <a:avLst/>
                <a:gdLst>
                  <a:gd name="T0" fmla="*/ 103 w 223"/>
                  <a:gd name="T1" fmla="*/ 10 h 281"/>
                  <a:gd name="T2" fmla="*/ 64 w 223"/>
                  <a:gd name="T3" fmla="*/ 32 h 281"/>
                  <a:gd name="T4" fmla="*/ 41 w 223"/>
                  <a:gd name="T5" fmla="*/ 71 h 281"/>
                  <a:gd name="T6" fmla="*/ 37 w 223"/>
                  <a:gd name="T7" fmla="*/ 120 h 281"/>
                  <a:gd name="T8" fmla="*/ 37 w 223"/>
                  <a:gd name="T9" fmla="*/ 169 h 281"/>
                  <a:gd name="T10" fmla="*/ 43 w 223"/>
                  <a:gd name="T11" fmla="*/ 228 h 281"/>
                  <a:gd name="T12" fmla="*/ 72 w 223"/>
                  <a:gd name="T13" fmla="*/ 228 h 281"/>
                  <a:gd name="T14" fmla="*/ 92 w 223"/>
                  <a:gd name="T15" fmla="*/ 227 h 281"/>
                  <a:gd name="T16" fmla="*/ 216 w 223"/>
                  <a:gd name="T17" fmla="*/ 276 h 281"/>
                  <a:gd name="T18" fmla="*/ 190 w 223"/>
                  <a:gd name="T19" fmla="*/ 174 h 281"/>
                  <a:gd name="T20" fmla="*/ 198 w 223"/>
                  <a:gd name="T21" fmla="*/ 159 h 281"/>
                  <a:gd name="T22" fmla="*/ 210 w 223"/>
                  <a:gd name="T23" fmla="*/ 132 h 281"/>
                  <a:gd name="T24" fmla="*/ 216 w 223"/>
                  <a:gd name="T25" fmla="*/ 95 h 281"/>
                  <a:gd name="T26" fmla="*/ 204 w 223"/>
                  <a:gd name="T27" fmla="*/ 50 h 281"/>
                  <a:gd name="T28" fmla="*/ 171 w 223"/>
                  <a:gd name="T29" fmla="*/ 18 h 281"/>
                  <a:gd name="T30" fmla="*/ 127 w 223"/>
                  <a:gd name="T31" fmla="*/ 6 h 281"/>
                  <a:gd name="T32" fmla="*/ 148 w 223"/>
                  <a:gd name="T33" fmla="*/ 2 h 281"/>
                  <a:gd name="T34" fmla="*/ 186 w 223"/>
                  <a:gd name="T35" fmla="*/ 20 h 281"/>
                  <a:gd name="T36" fmla="*/ 212 w 223"/>
                  <a:gd name="T37" fmla="*/ 53 h 281"/>
                  <a:gd name="T38" fmla="*/ 222 w 223"/>
                  <a:gd name="T39" fmla="*/ 95 h 281"/>
                  <a:gd name="T40" fmla="*/ 216 w 223"/>
                  <a:gd name="T41" fmla="*/ 133 h 281"/>
                  <a:gd name="T42" fmla="*/ 204 w 223"/>
                  <a:gd name="T43" fmla="*/ 162 h 281"/>
                  <a:gd name="T44" fmla="*/ 195 w 223"/>
                  <a:gd name="T45" fmla="*/ 176 h 281"/>
                  <a:gd name="T46" fmla="*/ 96 w 223"/>
                  <a:gd name="T47" fmla="*/ 281 h 281"/>
                  <a:gd name="T48" fmla="*/ 54 w 223"/>
                  <a:gd name="T49" fmla="*/ 234 h 281"/>
                  <a:gd name="T50" fmla="*/ 36 w 223"/>
                  <a:gd name="T51" fmla="*/ 233 h 281"/>
                  <a:gd name="T52" fmla="*/ 30 w 223"/>
                  <a:gd name="T53" fmla="*/ 233 h 281"/>
                  <a:gd name="T54" fmla="*/ 0 w 223"/>
                  <a:gd name="T55" fmla="*/ 176 h 281"/>
                  <a:gd name="T56" fmla="*/ 31 w 223"/>
                  <a:gd name="T57" fmla="*/ 95 h 281"/>
                  <a:gd name="T58" fmla="*/ 41 w 223"/>
                  <a:gd name="T59" fmla="*/ 53 h 281"/>
                  <a:gd name="T60" fmla="*/ 67 w 223"/>
                  <a:gd name="T61" fmla="*/ 20 h 281"/>
                  <a:gd name="T62" fmla="*/ 105 w 223"/>
                  <a:gd name="T63" fmla="*/ 2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3" h="281">
                    <a:moveTo>
                      <a:pt x="127" y="6"/>
                    </a:moveTo>
                    <a:lnTo>
                      <a:pt x="103" y="10"/>
                    </a:lnTo>
                    <a:lnTo>
                      <a:pt x="81" y="18"/>
                    </a:lnTo>
                    <a:lnTo>
                      <a:pt x="64" y="32"/>
                    </a:lnTo>
                    <a:lnTo>
                      <a:pt x="50" y="50"/>
                    </a:lnTo>
                    <a:lnTo>
                      <a:pt x="41" y="71"/>
                    </a:lnTo>
                    <a:lnTo>
                      <a:pt x="38" y="95"/>
                    </a:lnTo>
                    <a:lnTo>
                      <a:pt x="37" y="120"/>
                    </a:lnTo>
                    <a:lnTo>
                      <a:pt x="9" y="169"/>
                    </a:lnTo>
                    <a:lnTo>
                      <a:pt x="37" y="169"/>
                    </a:lnTo>
                    <a:lnTo>
                      <a:pt x="36" y="228"/>
                    </a:lnTo>
                    <a:lnTo>
                      <a:pt x="43" y="228"/>
                    </a:lnTo>
                    <a:lnTo>
                      <a:pt x="54" y="228"/>
                    </a:lnTo>
                    <a:lnTo>
                      <a:pt x="72" y="228"/>
                    </a:lnTo>
                    <a:lnTo>
                      <a:pt x="90" y="227"/>
                    </a:lnTo>
                    <a:lnTo>
                      <a:pt x="92" y="227"/>
                    </a:lnTo>
                    <a:lnTo>
                      <a:pt x="101" y="276"/>
                    </a:lnTo>
                    <a:lnTo>
                      <a:pt x="216" y="276"/>
                    </a:lnTo>
                    <a:lnTo>
                      <a:pt x="189" y="175"/>
                    </a:lnTo>
                    <a:lnTo>
                      <a:pt x="190" y="174"/>
                    </a:lnTo>
                    <a:lnTo>
                      <a:pt x="192" y="169"/>
                    </a:lnTo>
                    <a:lnTo>
                      <a:pt x="198" y="159"/>
                    </a:lnTo>
                    <a:lnTo>
                      <a:pt x="204" y="146"/>
                    </a:lnTo>
                    <a:lnTo>
                      <a:pt x="210" y="132"/>
                    </a:lnTo>
                    <a:lnTo>
                      <a:pt x="215" y="115"/>
                    </a:lnTo>
                    <a:lnTo>
                      <a:pt x="216" y="95"/>
                    </a:lnTo>
                    <a:lnTo>
                      <a:pt x="212" y="71"/>
                    </a:lnTo>
                    <a:lnTo>
                      <a:pt x="204" y="50"/>
                    </a:lnTo>
                    <a:lnTo>
                      <a:pt x="190" y="32"/>
                    </a:lnTo>
                    <a:lnTo>
                      <a:pt x="171" y="18"/>
                    </a:lnTo>
                    <a:lnTo>
                      <a:pt x="151" y="10"/>
                    </a:lnTo>
                    <a:lnTo>
                      <a:pt x="127" y="6"/>
                    </a:lnTo>
                    <a:close/>
                    <a:moveTo>
                      <a:pt x="127" y="0"/>
                    </a:moveTo>
                    <a:lnTo>
                      <a:pt x="148" y="2"/>
                    </a:lnTo>
                    <a:lnTo>
                      <a:pt x="168" y="10"/>
                    </a:lnTo>
                    <a:lnTo>
                      <a:pt x="186" y="20"/>
                    </a:lnTo>
                    <a:lnTo>
                      <a:pt x="201" y="36"/>
                    </a:lnTo>
                    <a:lnTo>
                      <a:pt x="212" y="53"/>
                    </a:lnTo>
                    <a:lnTo>
                      <a:pt x="219" y="74"/>
                    </a:lnTo>
                    <a:lnTo>
                      <a:pt x="222" y="95"/>
                    </a:lnTo>
                    <a:lnTo>
                      <a:pt x="220" y="116"/>
                    </a:lnTo>
                    <a:lnTo>
                      <a:pt x="216" y="133"/>
                    </a:lnTo>
                    <a:lnTo>
                      <a:pt x="210" y="149"/>
                    </a:lnTo>
                    <a:lnTo>
                      <a:pt x="204" y="162"/>
                    </a:lnTo>
                    <a:lnTo>
                      <a:pt x="197" y="172"/>
                    </a:lnTo>
                    <a:lnTo>
                      <a:pt x="195" y="176"/>
                    </a:lnTo>
                    <a:lnTo>
                      <a:pt x="223" y="281"/>
                    </a:lnTo>
                    <a:lnTo>
                      <a:pt x="96" y="281"/>
                    </a:lnTo>
                    <a:lnTo>
                      <a:pt x="87" y="233"/>
                    </a:lnTo>
                    <a:lnTo>
                      <a:pt x="54" y="234"/>
                    </a:lnTo>
                    <a:lnTo>
                      <a:pt x="43" y="233"/>
                    </a:lnTo>
                    <a:lnTo>
                      <a:pt x="36" y="233"/>
                    </a:lnTo>
                    <a:lnTo>
                      <a:pt x="33" y="233"/>
                    </a:lnTo>
                    <a:lnTo>
                      <a:pt x="30" y="233"/>
                    </a:lnTo>
                    <a:lnTo>
                      <a:pt x="30" y="176"/>
                    </a:lnTo>
                    <a:lnTo>
                      <a:pt x="0" y="176"/>
                    </a:lnTo>
                    <a:lnTo>
                      <a:pt x="31" y="118"/>
                    </a:lnTo>
                    <a:lnTo>
                      <a:pt x="31" y="95"/>
                    </a:lnTo>
                    <a:lnTo>
                      <a:pt x="33" y="74"/>
                    </a:lnTo>
                    <a:lnTo>
                      <a:pt x="41" y="53"/>
                    </a:lnTo>
                    <a:lnTo>
                      <a:pt x="52" y="36"/>
                    </a:lnTo>
                    <a:lnTo>
                      <a:pt x="67" y="20"/>
                    </a:lnTo>
                    <a:lnTo>
                      <a:pt x="84" y="10"/>
                    </a:lnTo>
                    <a:lnTo>
                      <a:pt x="105" y="2"/>
                    </a:lnTo>
                    <a:lnTo>
                      <a:pt x="127"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2" name="Freeform 139"/>
              <p:cNvSpPr>
                <a:spLocks noEditPoints="1"/>
              </p:cNvSpPr>
              <p:nvPr/>
            </p:nvSpPr>
            <p:spPr bwMode="auto">
              <a:xfrm>
                <a:off x="3973513" y="4791076"/>
                <a:ext cx="219075" cy="214313"/>
              </a:xfrm>
              <a:custGeom>
                <a:avLst/>
                <a:gdLst>
                  <a:gd name="T0" fmla="*/ 70 w 138"/>
                  <a:gd name="T1" fmla="*/ 6 h 135"/>
                  <a:gd name="T2" fmla="*/ 50 w 138"/>
                  <a:gd name="T3" fmla="*/ 9 h 135"/>
                  <a:gd name="T4" fmla="*/ 33 w 138"/>
                  <a:gd name="T5" fmla="*/ 18 h 135"/>
                  <a:gd name="T6" fmla="*/ 19 w 138"/>
                  <a:gd name="T7" fmla="*/ 32 h 135"/>
                  <a:gd name="T8" fmla="*/ 10 w 138"/>
                  <a:gd name="T9" fmla="*/ 48 h 135"/>
                  <a:gd name="T10" fmla="*/ 7 w 138"/>
                  <a:gd name="T11" fmla="*/ 68 h 135"/>
                  <a:gd name="T12" fmla="*/ 10 w 138"/>
                  <a:gd name="T13" fmla="*/ 87 h 135"/>
                  <a:gd name="T14" fmla="*/ 19 w 138"/>
                  <a:gd name="T15" fmla="*/ 103 h 135"/>
                  <a:gd name="T16" fmla="*/ 33 w 138"/>
                  <a:gd name="T17" fmla="*/ 117 h 135"/>
                  <a:gd name="T18" fmla="*/ 50 w 138"/>
                  <a:gd name="T19" fmla="*/ 125 h 135"/>
                  <a:gd name="T20" fmla="*/ 70 w 138"/>
                  <a:gd name="T21" fmla="*/ 128 h 135"/>
                  <a:gd name="T22" fmla="*/ 89 w 138"/>
                  <a:gd name="T23" fmla="*/ 125 h 135"/>
                  <a:gd name="T24" fmla="*/ 107 w 138"/>
                  <a:gd name="T25" fmla="*/ 117 h 135"/>
                  <a:gd name="T26" fmla="*/ 121 w 138"/>
                  <a:gd name="T27" fmla="*/ 103 h 135"/>
                  <a:gd name="T28" fmla="*/ 129 w 138"/>
                  <a:gd name="T29" fmla="*/ 87 h 135"/>
                  <a:gd name="T30" fmla="*/ 133 w 138"/>
                  <a:gd name="T31" fmla="*/ 68 h 135"/>
                  <a:gd name="T32" fmla="*/ 129 w 138"/>
                  <a:gd name="T33" fmla="*/ 48 h 135"/>
                  <a:gd name="T34" fmla="*/ 121 w 138"/>
                  <a:gd name="T35" fmla="*/ 32 h 135"/>
                  <a:gd name="T36" fmla="*/ 107 w 138"/>
                  <a:gd name="T37" fmla="*/ 18 h 135"/>
                  <a:gd name="T38" fmla="*/ 89 w 138"/>
                  <a:gd name="T39" fmla="*/ 9 h 135"/>
                  <a:gd name="T40" fmla="*/ 70 w 138"/>
                  <a:gd name="T41" fmla="*/ 6 h 135"/>
                  <a:gd name="T42" fmla="*/ 70 w 138"/>
                  <a:gd name="T43" fmla="*/ 0 h 135"/>
                  <a:gd name="T44" fmla="*/ 88 w 138"/>
                  <a:gd name="T45" fmla="*/ 2 h 135"/>
                  <a:gd name="T46" fmla="*/ 104 w 138"/>
                  <a:gd name="T47" fmla="*/ 9 h 135"/>
                  <a:gd name="T48" fmla="*/ 119 w 138"/>
                  <a:gd name="T49" fmla="*/ 20 h 135"/>
                  <a:gd name="T50" fmla="*/ 129 w 138"/>
                  <a:gd name="T51" fmla="*/ 34 h 135"/>
                  <a:gd name="T52" fmla="*/ 136 w 138"/>
                  <a:gd name="T53" fmla="*/ 49 h 135"/>
                  <a:gd name="T54" fmla="*/ 138 w 138"/>
                  <a:gd name="T55" fmla="*/ 68 h 135"/>
                  <a:gd name="T56" fmla="*/ 136 w 138"/>
                  <a:gd name="T57" fmla="*/ 85 h 135"/>
                  <a:gd name="T58" fmla="*/ 129 w 138"/>
                  <a:gd name="T59" fmla="*/ 101 h 135"/>
                  <a:gd name="T60" fmla="*/ 119 w 138"/>
                  <a:gd name="T61" fmla="*/ 115 h 135"/>
                  <a:gd name="T62" fmla="*/ 104 w 138"/>
                  <a:gd name="T63" fmla="*/ 125 h 135"/>
                  <a:gd name="T64" fmla="*/ 88 w 138"/>
                  <a:gd name="T65" fmla="*/ 133 h 135"/>
                  <a:gd name="T66" fmla="*/ 70 w 138"/>
                  <a:gd name="T67" fmla="*/ 135 h 135"/>
                  <a:gd name="T68" fmla="*/ 51 w 138"/>
                  <a:gd name="T69" fmla="*/ 133 h 135"/>
                  <a:gd name="T70" fmla="*/ 35 w 138"/>
                  <a:gd name="T71" fmla="*/ 125 h 135"/>
                  <a:gd name="T72" fmla="*/ 21 w 138"/>
                  <a:gd name="T73" fmla="*/ 115 h 135"/>
                  <a:gd name="T74" fmla="*/ 10 w 138"/>
                  <a:gd name="T75" fmla="*/ 101 h 135"/>
                  <a:gd name="T76" fmla="*/ 3 w 138"/>
                  <a:gd name="T77" fmla="*/ 85 h 135"/>
                  <a:gd name="T78" fmla="*/ 0 w 138"/>
                  <a:gd name="T79" fmla="*/ 68 h 135"/>
                  <a:gd name="T80" fmla="*/ 3 w 138"/>
                  <a:gd name="T81" fmla="*/ 49 h 135"/>
                  <a:gd name="T82" fmla="*/ 10 w 138"/>
                  <a:gd name="T83" fmla="*/ 34 h 135"/>
                  <a:gd name="T84" fmla="*/ 21 w 138"/>
                  <a:gd name="T85" fmla="*/ 20 h 135"/>
                  <a:gd name="T86" fmla="*/ 35 w 138"/>
                  <a:gd name="T87" fmla="*/ 9 h 135"/>
                  <a:gd name="T88" fmla="*/ 51 w 138"/>
                  <a:gd name="T89" fmla="*/ 2 h 135"/>
                  <a:gd name="T90" fmla="*/ 70 w 138"/>
                  <a:gd name="T9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135">
                    <a:moveTo>
                      <a:pt x="70" y="6"/>
                    </a:moveTo>
                    <a:lnTo>
                      <a:pt x="50" y="9"/>
                    </a:lnTo>
                    <a:lnTo>
                      <a:pt x="33" y="18"/>
                    </a:lnTo>
                    <a:lnTo>
                      <a:pt x="19" y="32"/>
                    </a:lnTo>
                    <a:lnTo>
                      <a:pt x="10" y="48"/>
                    </a:lnTo>
                    <a:lnTo>
                      <a:pt x="7" y="68"/>
                    </a:lnTo>
                    <a:lnTo>
                      <a:pt x="10" y="87"/>
                    </a:lnTo>
                    <a:lnTo>
                      <a:pt x="19" y="103"/>
                    </a:lnTo>
                    <a:lnTo>
                      <a:pt x="33" y="117"/>
                    </a:lnTo>
                    <a:lnTo>
                      <a:pt x="50" y="125"/>
                    </a:lnTo>
                    <a:lnTo>
                      <a:pt x="70" y="128"/>
                    </a:lnTo>
                    <a:lnTo>
                      <a:pt x="89" y="125"/>
                    </a:lnTo>
                    <a:lnTo>
                      <a:pt x="107" y="117"/>
                    </a:lnTo>
                    <a:lnTo>
                      <a:pt x="121" y="103"/>
                    </a:lnTo>
                    <a:lnTo>
                      <a:pt x="129" y="87"/>
                    </a:lnTo>
                    <a:lnTo>
                      <a:pt x="133" y="68"/>
                    </a:lnTo>
                    <a:lnTo>
                      <a:pt x="129" y="48"/>
                    </a:lnTo>
                    <a:lnTo>
                      <a:pt x="121" y="32"/>
                    </a:lnTo>
                    <a:lnTo>
                      <a:pt x="107" y="18"/>
                    </a:lnTo>
                    <a:lnTo>
                      <a:pt x="89" y="9"/>
                    </a:lnTo>
                    <a:lnTo>
                      <a:pt x="70" y="6"/>
                    </a:lnTo>
                    <a:close/>
                    <a:moveTo>
                      <a:pt x="70" y="0"/>
                    </a:moveTo>
                    <a:lnTo>
                      <a:pt x="88" y="2"/>
                    </a:lnTo>
                    <a:lnTo>
                      <a:pt x="104" y="9"/>
                    </a:lnTo>
                    <a:lnTo>
                      <a:pt x="119" y="20"/>
                    </a:lnTo>
                    <a:lnTo>
                      <a:pt x="129" y="34"/>
                    </a:lnTo>
                    <a:lnTo>
                      <a:pt x="136" y="49"/>
                    </a:lnTo>
                    <a:lnTo>
                      <a:pt x="138" y="68"/>
                    </a:lnTo>
                    <a:lnTo>
                      <a:pt x="136" y="85"/>
                    </a:lnTo>
                    <a:lnTo>
                      <a:pt x="129" y="101"/>
                    </a:lnTo>
                    <a:lnTo>
                      <a:pt x="119" y="115"/>
                    </a:lnTo>
                    <a:lnTo>
                      <a:pt x="104" y="125"/>
                    </a:lnTo>
                    <a:lnTo>
                      <a:pt x="88" y="133"/>
                    </a:lnTo>
                    <a:lnTo>
                      <a:pt x="70" y="135"/>
                    </a:lnTo>
                    <a:lnTo>
                      <a:pt x="51" y="133"/>
                    </a:lnTo>
                    <a:lnTo>
                      <a:pt x="35" y="125"/>
                    </a:lnTo>
                    <a:lnTo>
                      <a:pt x="21" y="115"/>
                    </a:lnTo>
                    <a:lnTo>
                      <a:pt x="10" y="101"/>
                    </a:lnTo>
                    <a:lnTo>
                      <a:pt x="3" y="85"/>
                    </a:lnTo>
                    <a:lnTo>
                      <a:pt x="0" y="68"/>
                    </a:lnTo>
                    <a:lnTo>
                      <a:pt x="3" y="49"/>
                    </a:lnTo>
                    <a:lnTo>
                      <a:pt x="10" y="34"/>
                    </a:lnTo>
                    <a:lnTo>
                      <a:pt x="21" y="20"/>
                    </a:lnTo>
                    <a:lnTo>
                      <a:pt x="35" y="9"/>
                    </a:lnTo>
                    <a:lnTo>
                      <a:pt x="51" y="2"/>
                    </a:lnTo>
                    <a:lnTo>
                      <a:pt x="70"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3" name="Freeform 140"/>
              <p:cNvSpPr>
                <a:spLocks noEditPoints="1"/>
              </p:cNvSpPr>
              <p:nvPr/>
            </p:nvSpPr>
            <p:spPr bwMode="auto">
              <a:xfrm>
                <a:off x="4102101" y="4608513"/>
                <a:ext cx="233363" cy="204788"/>
              </a:xfrm>
              <a:custGeom>
                <a:avLst/>
                <a:gdLst>
                  <a:gd name="T0" fmla="*/ 52 w 147"/>
                  <a:gd name="T1" fmla="*/ 8 h 129"/>
                  <a:gd name="T2" fmla="*/ 18 w 147"/>
                  <a:gd name="T3" fmla="*/ 24 h 129"/>
                  <a:gd name="T4" fmla="*/ 5 w 147"/>
                  <a:gd name="T5" fmla="*/ 50 h 129"/>
                  <a:gd name="T6" fmla="*/ 18 w 147"/>
                  <a:gd name="T7" fmla="*/ 76 h 129"/>
                  <a:gd name="T8" fmla="*/ 52 w 147"/>
                  <a:gd name="T9" fmla="*/ 92 h 129"/>
                  <a:gd name="T10" fmla="*/ 80 w 147"/>
                  <a:gd name="T11" fmla="*/ 95 h 129"/>
                  <a:gd name="T12" fmla="*/ 89 w 147"/>
                  <a:gd name="T13" fmla="*/ 94 h 129"/>
                  <a:gd name="T14" fmla="*/ 90 w 147"/>
                  <a:gd name="T15" fmla="*/ 108 h 129"/>
                  <a:gd name="T16" fmla="*/ 94 w 147"/>
                  <a:gd name="T17" fmla="*/ 115 h 129"/>
                  <a:gd name="T18" fmla="*/ 105 w 147"/>
                  <a:gd name="T19" fmla="*/ 100 h 129"/>
                  <a:gd name="T20" fmla="*/ 109 w 147"/>
                  <a:gd name="T21" fmla="*/ 88 h 129"/>
                  <a:gd name="T22" fmla="*/ 123 w 147"/>
                  <a:gd name="T23" fmla="*/ 81 h 129"/>
                  <a:gd name="T24" fmla="*/ 138 w 147"/>
                  <a:gd name="T25" fmla="*/ 61 h 129"/>
                  <a:gd name="T26" fmla="*/ 137 w 147"/>
                  <a:gd name="T27" fmla="*/ 36 h 129"/>
                  <a:gd name="T28" fmla="*/ 114 w 147"/>
                  <a:gd name="T29" fmla="*/ 14 h 129"/>
                  <a:gd name="T30" fmla="*/ 73 w 147"/>
                  <a:gd name="T31" fmla="*/ 6 h 129"/>
                  <a:gd name="T32" fmla="*/ 93 w 147"/>
                  <a:gd name="T33" fmla="*/ 1 h 129"/>
                  <a:gd name="T34" fmla="*/ 125 w 147"/>
                  <a:gd name="T35" fmla="*/ 14 h 129"/>
                  <a:gd name="T36" fmla="*/ 144 w 147"/>
                  <a:gd name="T37" fmla="*/ 37 h 129"/>
                  <a:gd name="T38" fmla="*/ 145 w 147"/>
                  <a:gd name="T39" fmla="*/ 63 h 129"/>
                  <a:gd name="T40" fmla="*/ 129 w 147"/>
                  <a:gd name="T41" fmla="*/ 84 h 129"/>
                  <a:gd name="T42" fmla="*/ 109 w 147"/>
                  <a:gd name="T43" fmla="*/ 106 h 129"/>
                  <a:gd name="T44" fmla="*/ 94 w 147"/>
                  <a:gd name="T45" fmla="*/ 123 h 129"/>
                  <a:gd name="T46" fmla="*/ 85 w 147"/>
                  <a:gd name="T47" fmla="*/ 127 h 129"/>
                  <a:gd name="T48" fmla="*/ 81 w 147"/>
                  <a:gd name="T49" fmla="*/ 124 h 129"/>
                  <a:gd name="T50" fmla="*/ 83 w 147"/>
                  <a:gd name="T51" fmla="*/ 100 h 129"/>
                  <a:gd name="T52" fmla="*/ 54 w 147"/>
                  <a:gd name="T53" fmla="*/ 99 h 129"/>
                  <a:gd name="T54" fmla="*/ 21 w 147"/>
                  <a:gd name="T55" fmla="*/ 86 h 129"/>
                  <a:gd name="T56" fmla="*/ 2 w 147"/>
                  <a:gd name="T57" fmla="*/ 64 h 129"/>
                  <a:gd name="T58" fmla="*/ 2 w 147"/>
                  <a:gd name="T59" fmla="*/ 37 h 129"/>
                  <a:gd name="T60" fmla="*/ 21 w 147"/>
                  <a:gd name="T61" fmla="*/ 14 h 129"/>
                  <a:gd name="T62" fmla="*/ 54 w 147"/>
                  <a:gd name="T63" fmla="*/ 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7" h="129">
                    <a:moveTo>
                      <a:pt x="73" y="6"/>
                    </a:moveTo>
                    <a:lnTo>
                      <a:pt x="52" y="8"/>
                    </a:lnTo>
                    <a:lnTo>
                      <a:pt x="33" y="14"/>
                    </a:lnTo>
                    <a:lnTo>
                      <a:pt x="18" y="24"/>
                    </a:lnTo>
                    <a:lnTo>
                      <a:pt x="9" y="36"/>
                    </a:lnTo>
                    <a:lnTo>
                      <a:pt x="5" y="50"/>
                    </a:lnTo>
                    <a:lnTo>
                      <a:pt x="9" y="64"/>
                    </a:lnTo>
                    <a:lnTo>
                      <a:pt x="18" y="76"/>
                    </a:lnTo>
                    <a:lnTo>
                      <a:pt x="33" y="86"/>
                    </a:lnTo>
                    <a:lnTo>
                      <a:pt x="52" y="92"/>
                    </a:lnTo>
                    <a:lnTo>
                      <a:pt x="73" y="95"/>
                    </a:lnTo>
                    <a:lnTo>
                      <a:pt x="80" y="95"/>
                    </a:lnTo>
                    <a:lnTo>
                      <a:pt x="85" y="95"/>
                    </a:lnTo>
                    <a:lnTo>
                      <a:pt x="89" y="94"/>
                    </a:lnTo>
                    <a:lnTo>
                      <a:pt x="89" y="97"/>
                    </a:lnTo>
                    <a:lnTo>
                      <a:pt x="90" y="108"/>
                    </a:lnTo>
                    <a:lnTo>
                      <a:pt x="89" y="119"/>
                    </a:lnTo>
                    <a:lnTo>
                      <a:pt x="94" y="115"/>
                    </a:lnTo>
                    <a:lnTo>
                      <a:pt x="99" y="109"/>
                    </a:lnTo>
                    <a:lnTo>
                      <a:pt x="105" y="100"/>
                    </a:lnTo>
                    <a:lnTo>
                      <a:pt x="109" y="89"/>
                    </a:lnTo>
                    <a:lnTo>
                      <a:pt x="109" y="88"/>
                    </a:lnTo>
                    <a:lnTo>
                      <a:pt x="111" y="87"/>
                    </a:lnTo>
                    <a:lnTo>
                      <a:pt x="123" y="81"/>
                    </a:lnTo>
                    <a:lnTo>
                      <a:pt x="133" y="72"/>
                    </a:lnTo>
                    <a:lnTo>
                      <a:pt x="138" y="61"/>
                    </a:lnTo>
                    <a:lnTo>
                      <a:pt x="141" y="50"/>
                    </a:lnTo>
                    <a:lnTo>
                      <a:pt x="137" y="36"/>
                    </a:lnTo>
                    <a:lnTo>
                      <a:pt x="128" y="24"/>
                    </a:lnTo>
                    <a:lnTo>
                      <a:pt x="114" y="14"/>
                    </a:lnTo>
                    <a:lnTo>
                      <a:pt x="95" y="8"/>
                    </a:lnTo>
                    <a:lnTo>
                      <a:pt x="73" y="6"/>
                    </a:lnTo>
                    <a:close/>
                    <a:moveTo>
                      <a:pt x="73" y="0"/>
                    </a:moveTo>
                    <a:lnTo>
                      <a:pt x="93" y="1"/>
                    </a:lnTo>
                    <a:lnTo>
                      <a:pt x="110" y="7"/>
                    </a:lnTo>
                    <a:lnTo>
                      <a:pt x="125" y="14"/>
                    </a:lnTo>
                    <a:lnTo>
                      <a:pt x="137" y="25"/>
                    </a:lnTo>
                    <a:lnTo>
                      <a:pt x="144" y="37"/>
                    </a:lnTo>
                    <a:lnTo>
                      <a:pt x="147" y="50"/>
                    </a:lnTo>
                    <a:lnTo>
                      <a:pt x="145" y="63"/>
                    </a:lnTo>
                    <a:lnTo>
                      <a:pt x="138" y="74"/>
                    </a:lnTo>
                    <a:lnTo>
                      <a:pt x="129" y="84"/>
                    </a:lnTo>
                    <a:lnTo>
                      <a:pt x="115" y="92"/>
                    </a:lnTo>
                    <a:lnTo>
                      <a:pt x="109" y="106"/>
                    </a:lnTo>
                    <a:lnTo>
                      <a:pt x="102" y="116"/>
                    </a:lnTo>
                    <a:lnTo>
                      <a:pt x="94" y="123"/>
                    </a:lnTo>
                    <a:lnTo>
                      <a:pt x="89" y="126"/>
                    </a:lnTo>
                    <a:lnTo>
                      <a:pt x="85" y="127"/>
                    </a:lnTo>
                    <a:lnTo>
                      <a:pt x="80" y="129"/>
                    </a:lnTo>
                    <a:lnTo>
                      <a:pt x="81" y="124"/>
                    </a:lnTo>
                    <a:lnTo>
                      <a:pt x="83" y="112"/>
                    </a:lnTo>
                    <a:lnTo>
                      <a:pt x="83" y="100"/>
                    </a:lnTo>
                    <a:lnTo>
                      <a:pt x="73" y="101"/>
                    </a:lnTo>
                    <a:lnTo>
                      <a:pt x="54" y="99"/>
                    </a:lnTo>
                    <a:lnTo>
                      <a:pt x="36" y="94"/>
                    </a:lnTo>
                    <a:lnTo>
                      <a:pt x="21" y="86"/>
                    </a:lnTo>
                    <a:lnTo>
                      <a:pt x="9" y="76"/>
                    </a:lnTo>
                    <a:lnTo>
                      <a:pt x="2" y="64"/>
                    </a:lnTo>
                    <a:lnTo>
                      <a:pt x="0" y="50"/>
                    </a:lnTo>
                    <a:lnTo>
                      <a:pt x="2" y="37"/>
                    </a:lnTo>
                    <a:lnTo>
                      <a:pt x="9" y="25"/>
                    </a:lnTo>
                    <a:lnTo>
                      <a:pt x="21" y="14"/>
                    </a:lnTo>
                    <a:lnTo>
                      <a:pt x="36" y="7"/>
                    </a:lnTo>
                    <a:lnTo>
                      <a:pt x="54" y="1"/>
                    </a:lnTo>
                    <a:lnTo>
                      <a:pt x="7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4" name="Rectangle 141"/>
              <p:cNvSpPr>
                <a:spLocks noChangeArrowheads="1"/>
              </p:cNvSpPr>
              <p:nvPr/>
            </p:nvSpPr>
            <p:spPr bwMode="auto">
              <a:xfrm>
                <a:off x="4156076" y="4664076"/>
                <a:ext cx="120650" cy="9525"/>
              </a:xfrm>
              <a:prstGeom prst="rect">
                <a:avLst/>
              </a:prstGeom>
              <a:grpFill/>
              <a:ln w="0">
                <a:noFill/>
                <a:prstDash val="solid"/>
                <a:miter lim="800000"/>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5" name="Rectangle 142"/>
              <p:cNvSpPr>
                <a:spLocks noChangeArrowheads="1"/>
              </p:cNvSpPr>
              <p:nvPr/>
            </p:nvSpPr>
            <p:spPr bwMode="auto">
              <a:xfrm>
                <a:off x="4156076" y="4705351"/>
                <a:ext cx="120650" cy="9525"/>
              </a:xfrm>
              <a:prstGeom prst="rect">
                <a:avLst/>
              </a:prstGeom>
              <a:grpFill/>
              <a:ln w="0">
                <a:noFill/>
                <a:prstDash val="solid"/>
                <a:miter lim="800000"/>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10" name="组合 209"/>
            <p:cNvGrpSpPr/>
            <p:nvPr/>
          </p:nvGrpSpPr>
          <p:grpSpPr>
            <a:xfrm>
              <a:off x="4969565" y="4232245"/>
              <a:ext cx="531267" cy="400627"/>
              <a:chOff x="5394326" y="4732338"/>
              <a:chExt cx="484188" cy="365125"/>
            </a:xfrm>
            <a:grpFill/>
          </p:grpSpPr>
          <p:sp>
            <p:nvSpPr>
              <p:cNvPr id="190" name="Freeform 143"/>
              <p:cNvSpPr>
                <a:spLocks/>
              </p:cNvSpPr>
              <p:nvPr/>
            </p:nvSpPr>
            <p:spPr bwMode="auto">
              <a:xfrm>
                <a:off x="5394326" y="4760913"/>
                <a:ext cx="484188" cy="336550"/>
              </a:xfrm>
              <a:custGeom>
                <a:avLst/>
                <a:gdLst>
                  <a:gd name="T0" fmla="*/ 0 w 305"/>
                  <a:gd name="T1" fmla="*/ 0 h 212"/>
                  <a:gd name="T2" fmla="*/ 6 w 305"/>
                  <a:gd name="T3" fmla="*/ 0 h 212"/>
                  <a:gd name="T4" fmla="*/ 6 w 305"/>
                  <a:gd name="T5" fmla="*/ 206 h 212"/>
                  <a:gd name="T6" fmla="*/ 305 w 305"/>
                  <a:gd name="T7" fmla="*/ 206 h 212"/>
                  <a:gd name="T8" fmla="*/ 305 w 305"/>
                  <a:gd name="T9" fmla="*/ 212 h 212"/>
                  <a:gd name="T10" fmla="*/ 0 w 305"/>
                  <a:gd name="T11" fmla="*/ 212 h 212"/>
                  <a:gd name="T12" fmla="*/ 0 w 305"/>
                  <a:gd name="T13" fmla="*/ 0 h 212"/>
                </a:gdLst>
                <a:ahLst/>
                <a:cxnLst>
                  <a:cxn ang="0">
                    <a:pos x="T0" y="T1"/>
                  </a:cxn>
                  <a:cxn ang="0">
                    <a:pos x="T2" y="T3"/>
                  </a:cxn>
                  <a:cxn ang="0">
                    <a:pos x="T4" y="T5"/>
                  </a:cxn>
                  <a:cxn ang="0">
                    <a:pos x="T6" y="T7"/>
                  </a:cxn>
                  <a:cxn ang="0">
                    <a:pos x="T8" y="T9"/>
                  </a:cxn>
                  <a:cxn ang="0">
                    <a:pos x="T10" y="T11"/>
                  </a:cxn>
                  <a:cxn ang="0">
                    <a:pos x="T12" y="T13"/>
                  </a:cxn>
                </a:cxnLst>
                <a:rect l="0" t="0" r="r" b="b"/>
                <a:pathLst>
                  <a:path w="305" h="212">
                    <a:moveTo>
                      <a:pt x="0" y="0"/>
                    </a:moveTo>
                    <a:lnTo>
                      <a:pt x="6" y="0"/>
                    </a:lnTo>
                    <a:lnTo>
                      <a:pt x="6" y="206"/>
                    </a:lnTo>
                    <a:lnTo>
                      <a:pt x="305" y="206"/>
                    </a:lnTo>
                    <a:lnTo>
                      <a:pt x="305" y="212"/>
                    </a:lnTo>
                    <a:lnTo>
                      <a:pt x="0" y="212"/>
                    </a:lnTo>
                    <a:lnTo>
                      <a:pt x="0"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1" name="Freeform 144"/>
              <p:cNvSpPr>
                <a:spLocks noEditPoints="1"/>
              </p:cNvSpPr>
              <p:nvPr/>
            </p:nvSpPr>
            <p:spPr bwMode="auto">
              <a:xfrm>
                <a:off x="5449888" y="4946651"/>
                <a:ext cx="76200" cy="123825"/>
              </a:xfrm>
              <a:custGeom>
                <a:avLst/>
                <a:gdLst>
                  <a:gd name="T0" fmla="*/ 23 w 48"/>
                  <a:gd name="T1" fmla="*/ 7 h 78"/>
                  <a:gd name="T2" fmla="*/ 19 w 48"/>
                  <a:gd name="T3" fmla="*/ 8 h 78"/>
                  <a:gd name="T4" fmla="*/ 15 w 48"/>
                  <a:gd name="T5" fmla="*/ 9 h 78"/>
                  <a:gd name="T6" fmla="*/ 11 w 48"/>
                  <a:gd name="T7" fmla="*/ 11 h 78"/>
                  <a:gd name="T8" fmla="*/ 8 w 48"/>
                  <a:gd name="T9" fmla="*/ 15 h 78"/>
                  <a:gd name="T10" fmla="*/ 7 w 48"/>
                  <a:gd name="T11" fmla="*/ 19 h 78"/>
                  <a:gd name="T12" fmla="*/ 6 w 48"/>
                  <a:gd name="T13" fmla="*/ 23 h 78"/>
                  <a:gd name="T14" fmla="*/ 6 w 48"/>
                  <a:gd name="T15" fmla="*/ 73 h 78"/>
                  <a:gd name="T16" fmla="*/ 42 w 48"/>
                  <a:gd name="T17" fmla="*/ 73 h 78"/>
                  <a:gd name="T18" fmla="*/ 42 w 48"/>
                  <a:gd name="T19" fmla="*/ 23 h 78"/>
                  <a:gd name="T20" fmla="*/ 42 w 48"/>
                  <a:gd name="T21" fmla="*/ 19 h 78"/>
                  <a:gd name="T22" fmla="*/ 40 w 48"/>
                  <a:gd name="T23" fmla="*/ 15 h 78"/>
                  <a:gd name="T24" fmla="*/ 37 w 48"/>
                  <a:gd name="T25" fmla="*/ 11 h 78"/>
                  <a:gd name="T26" fmla="*/ 34 w 48"/>
                  <a:gd name="T27" fmla="*/ 9 h 78"/>
                  <a:gd name="T28" fmla="*/ 30 w 48"/>
                  <a:gd name="T29" fmla="*/ 8 h 78"/>
                  <a:gd name="T30" fmla="*/ 25 w 48"/>
                  <a:gd name="T31" fmla="*/ 7 h 78"/>
                  <a:gd name="T32" fmla="*/ 23 w 48"/>
                  <a:gd name="T33" fmla="*/ 7 h 78"/>
                  <a:gd name="T34" fmla="*/ 23 w 48"/>
                  <a:gd name="T35" fmla="*/ 0 h 78"/>
                  <a:gd name="T36" fmla="*/ 25 w 48"/>
                  <a:gd name="T37" fmla="*/ 0 h 78"/>
                  <a:gd name="T38" fmla="*/ 37 w 48"/>
                  <a:gd name="T39" fmla="*/ 3 h 78"/>
                  <a:gd name="T40" fmla="*/ 45 w 48"/>
                  <a:gd name="T41" fmla="*/ 12 h 78"/>
                  <a:gd name="T42" fmla="*/ 48 w 48"/>
                  <a:gd name="T43" fmla="*/ 23 h 78"/>
                  <a:gd name="T44" fmla="*/ 48 w 48"/>
                  <a:gd name="T45" fmla="*/ 78 h 78"/>
                  <a:gd name="T46" fmla="*/ 0 w 48"/>
                  <a:gd name="T47" fmla="*/ 78 h 78"/>
                  <a:gd name="T48" fmla="*/ 0 w 48"/>
                  <a:gd name="T49" fmla="*/ 23 h 78"/>
                  <a:gd name="T50" fmla="*/ 4 w 48"/>
                  <a:gd name="T51" fmla="*/ 12 h 78"/>
                  <a:gd name="T52" fmla="*/ 11 w 48"/>
                  <a:gd name="T53" fmla="*/ 3 h 78"/>
                  <a:gd name="T54" fmla="*/ 23 w 48"/>
                  <a:gd name="T5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78">
                    <a:moveTo>
                      <a:pt x="23" y="7"/>
                    </a:moveTo>
                    <a:lnTo>
                      <a:pt x="19" y="8"/>
                    </a:lnTo>
                    <a:lnTo>
                      <a:pt x="15" y="9"/>
                    </a:lnTo>
                    <a:lnTo>
                      <a:pt x="11" y="11"/>
                    </a:lnTo>
                    <a:lnTo>
                      <a:pt x="8" y="15"/>
                    </a:lnTo>
                    <a:lnTo>
                      <a:pt x="7" y="19"/>
                    </a:lnTo>
                    <a:lnTo>
                      <a:pt x="6" y="23"/>
                    </a:lnTo>
                    <a:lnTo>
                      <a:pt x="6" y="73"/>
                    </a:lnTo>
                    <a:lnTo>
                      <a:pt x="42" y="73"/>
                    </a:lnTo>
                    <a:lnTo>
                      <a:pt x="42" y="23"/>
                    </a:lnTo>
                    <a:lnTo>
                      <a:pt x="42" y="19"/>
                    </a:lnTo>
                    <a:lnTo>
                      <a:pt x="40" y="15"/>
                    </a:lnTo>
                    <a:lnTo>
                      <a:pt x="37" y="11"/>
                    </a:lnTo>
                    <a:lnTo>
                      <a:pt x="34" y="9"/>
                    </a:lnTo>
                    <a:lnTo>
                      <a:pt x="30" y="8"/>
                    </a:lnTo>
                    <a:lnTo>
                      <a:pt x="25" y="7"/>
                    </a:lnTo>
                    <a:lnTo>
                      <a:pt x="23" y="7"/>
                    </a:lnTo>
                    <a:close/>
                    <a:moveTo>
                      <a:pt x="23" y="0"/>
                    </a:moveTo>
                    <a:lnTo>
                      <a:pt x="25" y="0"/>
                    </a:lnTo>
                    <a:lnTo>
                      <a:pt x="37" y="3"/>
                    </a:lnTo>
                    <a:lnTo>
                      <a:pt x="45" y="12"/>
                    </a:lnTo>
                    <a:lnTo>
                      <a:pt x="48" y="23"/>
                    </a:lnTo>
                    <a:lnTo>
                      <a:pt x="48" y="78"/>
                    </a:lnTo>
                    <a:lnTo>
                      <a:pt x="0" y="78"/>
                    </a:lnTo>
                    <a:lnTo>
                      <a:pt x="0" y="23"/>
                    </a:lnTo>
                    <a:lnTo>
                      <a:pt x="4" y="12"/>
                    </a:lnTo>
                    <a:lnTo>
                      <a:pt x="11" y="3"/>
                    </a:lnTo>
                    <a:lnTo>
                      <a:pt x="2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2" name="Freeform 145"/>
              <p:cNvSpPr>
                <a:spLocks noEditPoints="1"/>
              </p:cNvSpPr>
              <p:nvPr/>
            </p:nvSpPr>
            <p:spPr bwMode="auto">
              <a:xfrm>
                <a:off x="5556251" y="4892676"/>
                <a:ext cx="74613" cy="177800"/>
              </a:xfrm>
              <a:custGeom>
                <a:avLst/>
                <a:gdLst>
                  <a:gd name="T0" fmla="*/ 22 w 47"/>
                  <a:gd name="T1" fmla="*/ 7 h 112"/>
                  <a:gd name="T2" fmla="*/ 18 w 47"/>
                  <a:gd name="T3" fmla="*/ 7 h 112"/>
                  <a:gd name="T4" fmla="*/ 14 w 47"/>
                  <a:gd name="T5" fmla="*/ 9 h 112"/>
                  <a:gd name="T6" fmla="*/ 11 w 47"/>
                  <a:gd name="T7" fmla="*/ 11 h 112"/>
                  <a:gd name="T8" fmla="*/ 8 w 47"/>
                  <a:gd name="T9" fmla="*/ 15 h 112"/>
                  <a:gd name="T10" fmla="*/ 6 w 47"/>
                  <a:gd name="T11" fmla="*/ 19 h 112"/>
                  <a:gd name="T12" fmla="*/ 6 w 47"/>
                  <a:gd name="T13" fmla="*/ 23 h 112"/>
                  <a:gd name="T14" fmla="*/ 6 w 47"/>
                  <a:gd name="T15" fmla="*/ 107 h 112"/>
                  <a:gd name="T16" fmla="*/ 42 w 47"/>
                  <a:gd name="T17" fmla="*/ 107 h 112"/>
                  <a:gd name="T18" fmla="*/ 42 w 47"/>
                  <a:gd name="T19" fmla="*/ 23 h 112"/>
                  <a:gd name="T20" fmla="*/ 41 w 47"/>
                  <a:gd name="T21" fmla="*/ 19 h 112"/>
                  <a:gd name="T22" fmla="*/ 40 w 47"/>
                  <a:gd name="T23" fmla="*/ 15 h 112"/>
                  <a:gd name="T24" fmla="*/ 37 w 47"/>
                  <a:gd name="T25" fmla="*/ 11 h 112"/>
                  <a:gd name="T26" fmla="*/ 33 w 47"/>
                  <a:gd name="T27" fmla="*/ 9 h 112"/>
                  <a:gd name="T28" fmla="*/ 29 w 47"/>
                  <a:gd name="T29" fmla="*/ 7 h 112"/>
                  <a:gd name="T30" fmla="*/ 25 w 47"/>
                  <a:gd name="T31" fmla="*/ 7 h 112"/>
                  <a:gd name="T32" fmla="*/ 22 w 47"/>
                  <a:gd name="T33" fmla="*/ 7 h 112"/>
                  <a:gd name="T34" fmla="*/ 22 w 47"/>
                  <a:gd name="T35" fmla="*/ 0 h 112"/>
                  <a:gd name="T36" fmla="*/ 25 w 47"/>
                  <a:gd name="T37" fmla="*/ 0 h 112"/>
                  <a:gd name="T38" fmla="*/ 37 w 47"/>
                  <a:gd name="T39" fmla="*/ 4 h 112"/>
                  <a:gd name="T40" fmla="*/ 44 w 47"/>
                  <a:gd name="T41" fmla="*/ 12 h 112"/>
                  <a:gd name="T42" fmla="*/ 47 w 47"/>
                  <a:gd name="T43" fmla="*/ 23 h 112"/>
                  <a:gd name="T44" fmla="*/ 47 w 47"/>
                  <a:gd name="T45" fmla="*/ 112 h 112"/>
                  <a:gd name="T46" fmla="*/ 0 w 47"/>
                  <a:gd name="T47" fmla="*/ 112 h 112"/>
                  <a:gd name="T48" fmla="*/ 0 w 47"/>
                  <a:gd name="T49" fmla="*/ 23 h 112"/>
                  <a:gd name="T50" fmla="*/ 3 w 47"/>
                  <a:gd name="T51" fmla="*/ 12 h 112"/>
                  <a:gd name="T52" fmla="*/ 11 w 47"/>
                  <a:gd name="T53" fmla="*/ 4 h 112"/>
                  <a:gd name="T54" fmla="*/ 22 w 47"/>
                  <a:gd name="T5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112">
                    <a:moveTo>
                      <a:pt x="22" y="7"/>
                    </a:moveTo>
                    <a:lnTo>
                      <a:pt x="18" y="7"/>
                    </a:lnTo>
                    <a:lnTo>
                      <a:pt x="14" y="9"/>
                    </a:lnTo>
                    <a:lnTo>
                      <a:pt x="11" y="11"/>
                    </a:lnTo>
                    <a:lnTo>
                      <a:pt x="8" y="15"/>
                    </a:lnTo>
                    <a:lnTo>
                      <a:pt x="6" y="19"/>
                    </a:lnTo>
                    <a:lnTo>
                      <a:pt x="6" y="23"/>
                    </a:lnTo>
                    <a:lnTo>
                      <a:pt x="6" y="107"/>
                    </a:lnTo>
                    <a:lnTo>
                      <a:pt x="42" y="107"/>
                    </a:lnTo>
                    <a:lnTo>
                      <a:pt x="42" y="23"/>
                    </a:lnTo>
                    <a:lnTo>
                      <a:pt x="41" y="19"/>
                    </a:lnTo>
                    <a:lnTo>
                      <a:pt x="40" y="15"/>
                    </a:lnTo>
                    <a:lnTo>
                      <a:pt x="37" y="11"/>
                    </a:lnTo>
                    <a:lnTo>
                      <a:pt x="33" y="9"/>
                    </a:lnTo>
                    <a:lnTo>
                      <a:pt x="29" y="7"/>
                    </a:lnTo>
                    <a:lnTo>
                      <a:pt x="25" y="7"/>
                    </a:lnTo>
                    <a:lnTo>
                      <a:pt x="22" y="7"/>
                    </a:lnTo>
                    <a:close/>
                    <a:moveTo>
                      <a:pt x="22" y="0"/>
                    </a:moveTo>
                    <a:lnTo>
                      <a:pt x="25" y="0"/>
                    </a:lnTo>
                    <a:lnTo>
                      <a:pt x="37" y="4"/>
                    </a:lnTo>
                    <a:lnTo>
                      <a:pt x="44" y="12"/>
                    </a:lnTo>
                    <a:lnTo>
                      <a:pt x="47" y="23"/>
                    </a:lnTo>
                    <a:lnTo>
                      <a:pt x="47" y="112"/>
                    </a:lnTo>
                    <a:lnTo>
                      <a:pt x="0" y="112"/>
                    </a:lnTo>
                    <a:lnTo>
                      <a:pt x="0" y="23"/>
                    </a:lnTo>
                    <a:lnTo>
                      <a:pt x="3" y="12"/>
                    </a:lnTo>
                    <a:lnTo>
                      <a:pt x="11" y="4"/>
                    </a:lnTo>
                    <a:lnTo>
                      <a:pt x="2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3" name="Freeform 146"/>
              <p:cNvSpPr>
                <a:spLocks noEditPoints="1"/>
              </p:cNvSpPr>
              <p:nvPr/>
            </p:nvSpPr>
            <p:spPr bwMode="auto">
              <a:xfrm>
                <a:off x="5662613" y="4840288"/>
                <a:ext cx="76200" cy="230188"/>
              </a:xfrm>
              <a:custGeom>
                <a:avLst/>
                <a:gdLst>
                  <a:gd name="T0" fmla="*/ 22 w 48"/>
                  <a:gd name="T1" fmla="*/ 6 h 145"/>
                  <a:gd name="T2" fmla="*/ 17 w 48"/>
                  <a:gd name="T3" fmla="*/ 6 h 145"/>
                  <a:gd name="T4" fmla="*/ 14 w 48"/>
                  <a:gd name="T5" fmla="*/ 8 h 145"/>
                  <a:gd name="T6" fmla="*/ 11 w 48"/>
                  <a:gd name="T7" fmla="*/ 11 h 145"/>
                  <a:gd name="T8" fmla="*/ 8 w 48"/>
                  <a:gd name="T9" fmla="*/ 14 h 145"/>
                  <a:gd name="T10" fmla="*/ 6 w 48"/>
                  <a:gd name="T11" fmla="*/ 18 h 145"/>
                  <a:gd name="T12" fmla="*/ 5 w 48"/>
                  <a:gd name="T13" fmla="*/ 23 h 145"/>
                  <a:gd name="T14" fmla="*/ 5 w 48"/>
                  <a:gd name="T15" fmla="*/ 140 h 145"/>
                  <a:gd name="T16" fmla="*/ 41 w 48"/>
                  <a:gd name="T17" fmla="*/ 140 h 145"/>
                  <a:gd name="T18" fmla="*/ 41 w 48"/>
                  <a:gd name="T19" fmla="*/ 23 h 145"/>
                  <a:gd name="T20" fmla="*/ 40 w 48"/>
                  <a:gd name="T21" fmla="*/ 18 h 145"/>
                  <a:gd name="T22" fmla="*/ 39 w 48"/>
                  <a:gd name="T23" fmla="*/ 14 h 145"/>
                  <a:gd name="T24" fmla="*/ 36 w 48"/>
                  <a:gd name="T25" fmla="*/ 11 h 145"/>
                  <a:gd name="T26" fmla="*/ 33 w 48"/>
                  <a:gd name="T27" fmla="*/ 8 h 145"/>
                  <a:gd name="T28" fmla="*/ 29 w 48"/>
                  <a:gd name="T29" fmla="*/ 6 h 145"/>
                  <a:gd name="T30" fmla="*/ 25 w 48"/>
                  <a:gd name="T31" fmla="*/ 6 h 145"/>
                  <a:gd name="T32" fmla="*/ 22 w 48"/>
                  <a:gd name="T33" fmla="*/ 6 h 145"/>
                  <a:gd name="T34" fmla="*/ 22 w 48"/>
                  <a:gd name="T35" fmla="*/ 0 h 145"/>
                  <a:gd name="T36" fmla="*/ 25 w 48"/>
                  <a:gd name="T37" fmla="*/ 0 h 145"/>
                  <a:gd name="T38" fmla="*/ 36 w 48"/>
                  <a:gd name="T39" fmla="*/ 3 h 145"/>
                  <a:gd name="T40" fmla="*/ 44 w 48"/>
                  <a:gd name="T41" fmla="*/ 12 h 145"/>
                  <a:gd name="T42" fmla="*/ 48 w 48"/>
                  <a:gd name="T43" fmla="*/ 23 h 145"/>
                  <a:gd name="T44" fmla="*/ 48 w 48"/>
                  <a:gd name="T45" fmla="*/ 145 h 145"/>
                  <a:gd name="T46" fmla="*/ 0 w 48"/>
                  <a:gd name="T47" fmla="*/ 145 h 145"/>
                  <a:gd name="T48" fmla="*/ 0 w 48"/>
                  <a:gd name="T49" fmla="*/ 23 h 145"/>
                  <a:gd name="T50" fmla="*/ 2 w 48"/>
                  <a:gd name="T51" fmla="*/ 12 h 145"/>
                  <a:gd name="T52" fmla="*/ 11 w 48"/>
                  <a:gd name="T53" fmla="*/ 3 h 145"/>
                  <a:gd name="T54" fmla="*/ 22 w 48"/>
                  <a:gd name="T5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5">
                    <a:moveTo>
                      <a:pt x="22" y="6"/>
                    </a:moveTo>
                    <a:lnTo>
                      <a:pt x="17" y="6"/>
                    </a:lnTo>
                    <a:lnTo>
                      <a:pt x="14" y="8"/>
                    </a:lnTo>
                    <a:lnTo>
                      <a:pt x="11" y="11"/>
                    </a:lnTo>
                    <a:lnTo>
                      <a:pt x="8" y="14"/>
                    </a:lnTo>
                    <a:lnTo>
                      <a:pt x="6" y="18"/>
                    </a:lnTo>
                    <a:lnTo>
                      <a:pt x="5" y="23"/>
                    </a:lnTo>
                    <a:lnTo>
                      <a:pt x="5" y="140"/>
                    </a:lnTo>
                    <a:lnTo>
                      <a:pt x="41" y="140"/>
                    </a:lnTo>
                    <a:lnTo>
                      <a:pt x="41" y="23"/>
                    </a:lnTo>
                    <a:lnTo>
                      <a:pt x="40" y="18"/>
                    </a:lnTo>
                    <a:lnTo>
                      <a:pt x="39" y="14"/>
                    </a:lnTo>
                    <a:lnTo>
                      <a:pt x="36" y="11"/>
                    </a:lnTo>
                    <a:lnTo>
                      <a:pt x="33" y="8"/>
                    </a:lnTo>
                    <a:lnTo>
                      <a:pt x="29" y="6"/>
                    </a:lnTo>
                    <a:lnTo>
                      <a:pt x="25" y="6"/>
                    </a:lnTo>
                    <a:lnTo>
                      <a:pt x="22" y="6"/>
                    </a:lnTo>
                    <a:close/>
                    <a:moveTo>
                      <a:pt x="22" y="0"/>
                    </a:moveTo>
                    <a:lnTo>
                      <a:pt x="25" y="0"/>
                    </a:lnTo>
                    <a:lnTo>
                      <a:pt x="36" y="3"/>
                    </a:lnTo>
                    <a:lnTo>
                      <a:pt x="44" y="12"/>
                    </a:lnTo>
                    <a:lnTo>
                      <a:pt x="48" y="23"/>
                    </a:lnTo>
                    <a:lnTo>
                      <a:pt x="48" y="145"/>
                    </a:lnTo>
                    <a:lnTo>
                      <a:pt x="0" y="145"/>
                    </a:lnTo>
                    <a:lnTo>
                      <a:pt x="0" y="23"/>
                    </a:lnTo>
                    <a:lnTo>
                      <a:pt x="2" y="12"/>
                    </a:lnTo>
                    <a:lnTo>
                      <a:pt x="11" y="3"/>
                    </a:lnTo>
                    <a:lnTo>
                      <a:pt x="2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4" name="Freeform 147"/>
              <p:cNvSpPr>
                <a:spLocks noEditPoints="1"/>
              </p:cNvSpPr>
              <p:nvPr/>
            </p:nvSpPr>
            <p:spPr bwMode="auto">
              <a:xfrm>
                <a:off x="5767388" y="4784726"/>
                <a:ext cx="76200" cy="285750"/>
              </a:xfrm>
              <a:custGeom>
                <a:avLst/>
                <a:gdLst>
                  <a:gd name="T0" fmla="*/ 23 w 48"/>
                  <a:gd name="T1" fmla="*/ 5 h 180"/>
                  <a:gd name="T2" fmla="*/ 19 w 48"/>
                  <a:gd name="T3" fmla="*/ 6 h 180"/>
                  <a:gd name="T4" fmla="*/ 14 w 48"/>
                  <a:gd name="T5" fmla="*/ 9 h 180"/>
                  <a:gd name="T6" fmla="*/ 11 w 48"/>
                  <a:gd name="T7" fmla="*/ 11 h 180"/>
                  <a:gd name="T8" fmla="*/ 8 w 48"/>
                  <a:gd name="T9" fmla="*/ 14 h 180"/>
                  <a:gd name="T10" fmla="*/ 7 w 48"/>
                  <a:gd name="T11" fmla="*/ 18 h 180"/>
                  <a:gd name="T12" fmla="*/ 6 w 48"/>
                  <a:gd name="T13" fmla="*/ 23 h 180"/>
                  <a:gd name="T14" fmla="*/ 6 w 48"/>
                  <a:gd name="T15" fmla="*/ 175 h 180"/>
                  <a:gd name="T16" fmla="*/ 41 w 48"/>
                  <a:gd name="T17" fmla="*/ 175 h 180"/>
                  <a:gd name="T18" fmla="*/ 41 w 48"/>
                  <a:gd name="T19" fmla="*/ 23 h 180"/>
                  <a:gd name="T20" fmla="*/ 41 w 48"/>
                  <a:gd name="T21" fmla="*/ 18 h 180"/>
                  <a:gd name="T22" fmla="*/ 39 w 48"/>
                  <a:gd name="T23" fmla="*/ 14 h 180"/>
                  <a:gd name="T24" fmla="*/ 37 w 48"/>
                  <a:gd name="T25" fmla="*/ 11 h 180"/>
                  <a:gd name="T26" fmla="*/ 34 w 48"/>
                  <a:gd name="T27" fmla="*/ 9 h 180"/>
                  <a:gd name="T28" fmla="*/ 29 w 48"/>
                  <a:gd name="T29" fmla="*/ 6 h 180"/>
                  <a:gd name="T30" fmla="*/ 25 w 48"/>
                  <a:gd name="T31" fmla="*/ 5 h 180"/>
                  <a:gd name="T32" fmla="*/ 23 w 48"/>
                  <a:gd name="T33" fmla="*/ 5 h 180"/>
                  <a:gd name="T34" fmla="*/ 23 w 48"/>
                  <a:gd name="T35" fmla="*/ 0 h 180"/>
                  <a:gd name="T36" fmla="*/ 25 w 48"/>
                  <a:gd name="T37" fmla="*/ 0 h 180"/>
                  <a:gd name="T38" fmla="*/ 37 w 48"/>
                  <a:gd name="T39" fmla="*/ 3 h 180"/>
                  <a:gd name="T40" fmla="*/ 45 w 48"/>
                  <a:gd name="T41" fmla="*/ 11 h 180"/>
                  <a:gd name="T42" fmla="*/ 48 w 48"/>
                  <a:gd name="T43" fmla="*/ 23 h 180"/>
                  <a:gd name="T44" fmla="*/ 48 w 48"/>
                  <a:gd name="T45" fmla="*/ 180 h 180"/>
                  <a:gd name="T46" fmla="*/ 0 w 48"/>
                  <a:gd name="T47" fmla="*/ 180 h 180"/>
                  <a:gd name="T48" fmla="*/ 0 w 48"/>
                  <a:gd name="T49" fmla="*/ 23 h 180"/>
                  <a:gd name="T50" fmla="*/ 3 w 48"/>
                  <a:gd name="T51" fmla="*/ 11 h 180"/>
                  <a:gd name="T52" fmla="*/ 11 w 48"/>
                  <a:gd name="T53" fmla="*/ 3 h 180"/>
                  <a:gd name="T54" fmla="*/ 23 w 48"/>
                  <a:gd name="T5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80">
                    <a:moveTo>
                      <a:pt x="23" y="5"/>
                    </a:moveTo>
                    <a:lnTo>
                      <a:pt x="19" y="6"/>
                    </a:lnTo>
                    <a:lnTo>
                      <a:pt x="14" y="9"/>
                    </a:lnTo>
                    <a:lnTo>
                      <a:pt x="11" y="11"/>
                    </a:lnTo>
                    <a:lnTo>
                      <a:pt x="8" y="14"/>
                    </a:lnTo>
                    <a:lnTo>
                      <a:pt x="7" y="18"/>
                    </a:lnTo>
                    <a:lnTo>
                      <a:pt x="6" y="23"/>
                    </a:lnTo>
                    <a:lnTo>
                      <a:pt x="6" y="175"/>
                    </a:lnTo>
                    <a:lnTo>
                      <a:pt x="41" y="175"/>
                    </a:lnTo>
                    <a:lnTo>
                      <a:pt x="41" y="23"/>
                    </a:lnTo>
                    <a:lnTo>
                      <a:pt x="41" y="18"/>
                    </a:lnTo>
                    <a:lnTo>
                      <a:pt x="39" y="14"/>
                    </a:lnTo>
                    <a:lnTo>
                      <a:pt x="37" y="11"/>
                    </a:lnTo>
                    <a:lnTo>
                      <a:pt x="34" y="9"/>
                    </a:lnTo>
                    <a:lnTo>
                      <a:pt x="29" y="6"/>
                    </a:lnTo>
                    <a:lnTo>
                      <a:pt x="25" y="5"/>
                    </a:lnTo>
                    <a:lnTo>
                      <a:pt x="23" y="5"/>
                    </a:lnTo>
                    <a:close/>
                    <a:moveTo>
                      <a:pt x="23" y="0"/>
                    </a:moveTo>
                    <a:lnTo>
                      <a:pt x="25" y="0"/>
                    </a:lnTo>
                    <a:lnTo>
                      <a:pt x="37" y="3"/>
                    </a:lnTo>
                    <a:lnTo>
                      <a:pt x="45" y="11"/>
                    </a:lnTo>
                    <a:lnTo>
                      <a:pt x="48" y="23"/>
                    </a:lnTo>
                    <a:lnTo>
                      <a:pt x="48" y="180"/>
                    </a:lnTo>
                    <a:lnTo>
                      <a:pt x="0" y="180"/>
                    </a:lnTo>
                    <a:lnTo>
                      <a:pt x="0" y="23"/>
                    </a:lnTo>
                    <a:lnTo>
                      <a:pt x="3" y="11"/>
                    </a:lnTo>
                    <a:lnTo>
                      <a:pt x="11" y="3"/>
                    </a:lnTo>
                    <a:lnTo>
                      <a:pt x="23"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5" name="Freeform 148"/>
              <p:cNvSpPr>
                <a:spLocks/>
              </p:cNvSpPr>
              <p:nvPr/>
            </p:nvSpPr>
            <p:spPr bwMode="auto">
              <a:xfrm>
                <a:off x="5453063" y="4732338"/>
                <a:ext cx="293688" cy="153988"/>
              </a:xfrm>
              <a:custGeom>
                <a:avLst/>
                <a:gdLst>
                  <a:gd name="T0" fmla="*/ 134 w 185"/>
                  <a:gd name="T1" fmla="*/ 0 h 97"/>
                  <a:gd name="T2" fmla="*/ 185 w 185"/>
                  <a:gd name="T3" fmla="*/ 13 h 97"/>
                  <a:gd name="T4" fmla="*/ 160 w 185"/>
                  <a:gd name="T5" fmla="*/ 59 h 97"/>
                  <a:gd name="T6" fmla="*/ 155 w 185"/>
                  <a:gd name="T7" fmla="*/ 57 h 97"/>
                  <a:gd name="T8" fmla="*/ 173 w 185"/>
                  <a:gd name="T9" fmla="*/ 21 h 97"/>
                  <a:gd name="T10" fmla="*/ 2 w 185"/>
                  <a:gd name="T11" fmla="*/ 97 h 97"/>
                  <a:gd name="T12" fmla="*/ 0 w 185"/>
                  <a:gd name="T13" fmla="*/ 92 h 97"/>
                  <a:gd name="T14" fmla="*/ 171 w 185"/>
                  <a:gd name="T15" fmla="*/ 16 h 97"/>
                  <a:gd name="T16" fmla="*/ 133 w 185"/>
                  <a:gd name="T17" fmla="*/ 6 h 97"/>
                  <a:gd name="T18" fmla="*/ 134 w 185"/>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 h="97">
                    <a:moveTo>
                      <a:pt x="134" y="0"/>
                    </a:moveTo>
                    <a:lnTo>
                      <a:pt x="185" y="13"/>
                    </a:lnTo>
                    <a:lnTo>
                      <a:pt x="160" y="59"/>
                    </a:lnTo>
                    <a:lnTo>
                      <a:pt x="155" y="57"/>
                    </a:lnTo>
                    <a:lnTo>
                      <a:pt x="173" y="21"/>
                    </a:lnTo>
                    <a:lnTo>
                      <a:pt x="2" y="97"/>
                    </a:lnTo>
                    <a:lnTo>
                      <a:pt x="0" y="92"/>
                    </a:lnTo>
                    <a:lnTo>
                      <a:pt x="171" y="16"/>
                    </a:lnTo>
                    <a:lnTo>
                      <a:pt x="133" y="6"/>
                    </a:lnTo>
                    <a:lnTo>
                      <a:pt x="13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8" name="组合 207"/>
            <p:cNvGrpSpPr/>
            <p:nvPr/>
          </p:nvGrpSpPr>
          <p:grpSpPr>
            <a:xfrm>
              <a:off x="7326383" y="4173021"/>
              <a:ext cx="607909" cy="538235"/>
              <a:chOff x="6907213" y="4678363"/>
              <a:chExt cx="554038" cy="490538"/>
            </a:xfrm>
            <a:grpFill/>
          </p:grpSpPr>
          <p:sp>
            <p:nvSpPr>
              <p:cNvPr id="201" name="Freeform 149"/>
              <p:cNvSpPr>
                <a:spLocks noEditPoints="1"/>
              </p:cNvSpPr>
              <p:nvPr/>
            </p:nvSpPr>
            <p:spPr bwMode="auto">
              <a:xfrm>
                <a:off x="6907213" y="4678363"/>
                <a:ext cx="554038" cy="490538"/>
              </a:xfrm>
              <a:custGeom>
                <a:avLst/>
                <a:gdLst>
                  <a:gd name="T0" fmla="*/ 13 w 349"/>
                  <a:gd name="T1" fmla="*/ 182 h 309"/>
                  <a:gd name="T2" fmla="*/ 193 w 349"/>
                  <a:gd name="T3" fmla="*/ 154 h 309"/>
                  <a:gd name="T4" fmla="*/ 292 w 349"/>
                  <a:gd name="T5" fmla="*/ 118 h 309"/>
                  <a:gd name="T6" fmla="*/ 338 w 349"/>
                  <a:gd name="T7" fmla="*/ 166 h 309"/>
                  <a:gd name="T8" fmla="*/ 198 w 349"/>
                  <a:gd name="T9" fmla="*/ 114 h 309"/>
                  <a:gd name="T10" fmla="*/ 343 w 349"/>
                  <a:gd name="T11" fmla="*/ 303 h 309"/>
                  <a:gd name="T12" fmla="*/ 286 w 349"/>
                  <a:gd name="T13" fmla="*/ 171 h 309"/>
                  <a:gd name="T14" fmla="*/ 198 w 349"/>
                  <a:gd name="T15" fmla="*/ 114 h 309"/>
                  <a:gd name="T16" fmla="*/ 57 w 349"/>
                  <a:gd name="T17" fmla="*/ 120 h 309"/>
                  <a:gd name="T18" fmla="*/ 193 w 349"/>
                  <a:gd name="T19" fmla="*/ 108 h 309"/>
                  <a:gd name="T20" fmla="*/ 207 w 349"/>
                  <a:gd name="T21" fmla="*/ 21 h 309"/>
                  <a:gd name="T22" fmla="*/ 54 w 349"/>
                  <a:gd name="T23" fmla="*/ 5 h 309"/>
                  <a:gd name="T24" fmla="*/ 46 w 349"/>
                  <a:gd name="T25" fmla="*/ 7 h 309"/>
                  <a:gd name="T26" fmla="*/ 42 w 349"/>
                  <a:gd name="T27" fmla="*/ 14 h 309"/>
                  <a:gd name="T28" fmla="*/ 41 w 349"/>
                  <a:gd name="T29" fmla="*/ 123 h 309"/>
                  <a:gd name="T30" fmla="*/ 44 w 349"/>
                  <a:gd name="T31" fmla="*/ 131 h 309"/>
                  <a:gd name="T32" fmla="*/ 50 w 349"/>
                  <a:gd name="T33" fmla="*/ 135 h 309"/>
                  <a:gd name="T34" fmla="*/ 193 w 349"/>
                  <a:gd name="T35" fmla="*/ 136 h 309"/>
                  <a:gd name="T36" fmla="*/ 51 w 349"/>
                  <a:gd name="T37" fmla="*/ 127 h 309"/>
                  <a:gd name="T38" fmla="*/ 212 w 349"/>
                  <a:gd name="T39" fmla="*/ 15 h 309"/>
                  <a:gd name="T40" fmla="*/ 222 w 349"/>
                  <a:gd name="T41" fmla="*/ 108 h 309"/>
                  <a:gd name="T42" fmla="*/ 222 w 349"/>
                  <a:gd name="T43" fmla="*/ 14 h 309"/>
                  <a:gd name="T44" fmla="*/ 218 w 349"/>
                  <a:gd name="T45" fmla="*/ 7 h 309"/>
                  <a:gd name="T46" fmla="*/ 210 w 349"/>
                  <a:gd name="T47" fmla="*/ 5 h 309"/>
                  <a:gd name="T48" fmla="*/ 54 w 349"/>
                  <a:gd name="T49" fmla="*/ 0 h 309"/>
                  <a:gd name="T50" fmla="*/ 219 w 349"/>
                  <a:gd name="T51" fmla="*/ 2 h 309"/>
                  <a:gd name="T52" fmla="*/ 229 w 349"/>
                  <a:gd name="T53" fmla="*/ 18 h 309"/>
                  <a:gd name="T54" fmla="*/ 291 w 349"/>
                  <a:gd name="T55" fmla="*/ 108 h 309"/>
                  <a:gd name="T56" fmla="*/ 349 w 349"/>
                  <a:gd name="T57" fmla="*/ 309 h 309"/>
                  <a:gd name="T58" fmla="*/ 193 w 349"/>
                  <a:gd name="T59" fmla="*/ 188 h 309"/>
                  <a:gd name="T60" fmla="*/ 37 w 349"/>
                  <a:gd name="T61" fmla="*/ 148 h 309"/>
                  <a:gd name="T62" fmla="*/ 193 w 349"/>
                  <a:gd name="T63" fmla="*/ 142 h 309"/>
                  <a:gd name="T64" fmla="*/ 44 w 349"/>
                  <a:gd name="T65" fmla="*/ 140 h 309"/>
                  <a:gd name="T66" fmla="*/ 35 w 349"/>
                  <a:gd name="T67" fmla="*/ 123 h 309"/>
                  <a:gd name="T68" fmla="*/ 38 w 349"/>
                  <a:gd name="T69" fmla="*/ 8 h 309"/>
                  <a:gd name="T70" fmla="*/ 54 w 349"/>
                  <a:gd name="T7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309">
                    <a:moveTo>
                      <a:pt x="40" y="154"/>
                    </a:moveTo>
                    <a:lnTo>
                      <a:pt x="13" y="182"/>
                    </a:lnTo>
                    <a:lnTo>
                      <a:pt x="193" y="182"/>
                    </a:lnTo>
                    <a:lnTo>
                      <a:pt x="193" y="154"/>
                    </a:lnTo>
                    <a:lnTo>
                      <a:pt x="40" y="154"/>
                    </a:lnTo>
                    <a:close/>
                    <a:moveTo>
                      <a:pt x="292" y="118"/>
                    </a:moveTo>
                    <a:lnTo>
                      <a:pt x="292" y="166"/>
                    </a:lnTo>
                    <a:lnTo>
                      <a:pt x="338" y="166"/>
                    </a:lnTo>
                    <a:lnTo>
                      <a:pt x="292" y="118"/>
                    </a:lnTo>
                    <a:close/>
                    <a:moveTo>
                      <a:pt x="198" y="114"/>
                    </a:moveTo>
                    <a:lnTo>
                      <a:pt x="198" y="303"/>
                    </a:lnTo>
                    <a:lnTo>
                      <a:pt x="343" y="303"/>
                    </a:lnTo>
                    <a:lnTo>
                      <a:pt x="343" y="171"/>
                    </a:lnTo>
                    <a:lnTo>
                      <a:pt x="286" y="171"/>
                    </a:lnTo>
                    <a:lnTo>
                      <a:pt x="286" y="114"/>
                    </a:lnTo>
                    <a:lnTo>
                      <a:pt x="198" y="114"/>
                    </a:lnTo>
                    <a:close/>
                    <a:moveTo>
                      <a:pt x="57" y="21"/>
                    </a:moveTo>
                    <a:lnTo>
                      <a:pt x="57" y="120"/>
                    </a:lnTo>
                    <a:lnTo>
                      <a:pt x="193" y="120"/>
                    </a:lnTo>
                    <a:lnTo>
                      <a:pt x="193" y="108"/>
                    </a:lnTo>
                    <a:lnTo>
                      <a:pt x="207" y="108"/>
                    </a:lnTo>
                    <a:lnTo>
                      <a:pt x="207" y="21"/>
                    </a:lnTo>
                    <a:lnTo>
                      <a:pt x="57" y="21"/>
                    </a:lnTo>
                    <a:close/>
                    <a:moveTo>
                      <a:pt x="54" y="5"/>
                    </a:moveTo>
                    <a:lnTo>
                      <a:pt x="50" y="6"/>
                    </a:lnTo>
                    <a:lnTo>
                      <a:pt x="46" y="7"/>
                    </a:lnTo>
                    <a:lnTo>
                      <a:pt x="44" y="10"/>
                    </a:lnTo>
                    <a:lnTo>
                      <a:pt x="42" y="14"/>
                    </a:lnTo>
                    <a:lnTo>
                      <a:pt x="41" y="18"/>
                    </a:lnTo>
                    <a:lnTo>
                      <a:pt x="41" y="123"/>
                    </a:lnTo>
                    <a:lnTo>
                      <a:pt x="42" y="128"/>
                    </a:lnTo>
                    <a:lnTo>
                      <a:pt x="44" y="131"/>
                    </a:lnTo>
                    <a:lnTo>
                      <a:pt x="46" y="133"/>
                    </a:lnTo>
                    <a:lnTo>
                      <a:pt x="50" y="135"/>
                    </a:lnTo>
                    <a:lnTo>
                      <a:pt x="54" y="136"/>
                    </a:lnTo>
                    <a:lnTo>
                      <a:pt x="193" y="136"/>
                    </a:lnTo>
                    <a:lnTo>
                      <a:pt x="193" y="127"/>
                    </a:lnTo>
                    <a:lnTo>
                      <a:pt x="51" y="127"/>
                    </a:lnTo>
                    <a:lnTo>
                      <a:pt x="51" y="15"/>
                    </a:lnTo>
                    <a:lnTo>
                      <a:pt x="212" y="15"/>
                    </a:lnTo>
                    <a:lnTo>
                      <a:pt x="212" y="108"/>
                    </a:lnTo>
                    <a:lnTo>
                      <a:pt x="222" y="108"/>
                    </a:lnTo>
                    <a:lnTo>
                      <a:pt x="222" y="18"/>
                    </a:lnTo>
                    <a:lnTo>
                      <a:pt x="222" y="14"/>
                    </a:lnTo>
                    <a:lnTo>
                      <a:pt x="220" y="10"/>
                    </a:lnTo>
                    <a:lnTo>
                      <a:pt x="218" y="7"/>
                    </a:lnTo>
                    <a:lnTo>
                      <a:pt x="214" y="6"/>
                    </a:lnTo>
                    <a:lnTo>
                      <a:pt x="210" y="5"/>
                    </a:lnTo>
                    <a:lnTo>
                      <a:pt x="54" y="5"/>
                    </a:lnTo>
                    <a:close/>
                    <a:moveTo>
                      <a:pt x="54" y="0"/>
                    </a:moveTo>
                    <a:lnTo>
                      <a:pt x="210" y="0"/>
                    </a:lnTo>
                    <a:lnTo>
                      <a:pt x="219" y="2"/>
                    </a:lnTo>
                    <a:lnTo>
                      <a:pt x="227" y="8"/>
                    </a:lnTo>
                    <a:lnTo>
                      <a:pt x="229" y="18"/>
                    </a:lnTo>
                    <a:lnTo>
                      <a:pt x="229" y="108"/>
                    </a:lnTo>
                    <a:lnTo>
                      <a:pt x="291" y="108"/>
                    </a:lnTo>
                    <a:lnTo>
                      <a:pt x="349" y="167"/>
                    </a:lnTo>
                    <a:lnTo>
                      <a:pt x="349" y="309"/>
                    </a:lnTo>
                    <a:lnTo>
                      <a:pt x="193" y="309"/>
                    </a:lnTo>
                    <a:lnTo>
                      <a:pt x="193" y="188"/>
                    </a:lnTo>
                    <a:lnTo>
                      <a:pt x="0" y="188"/>
                    </a:lnTo>
                    <a:lnTo>
                      <a:pt x="37" y="148"/>
                    </a:lnTo>
                    <a:lnTo>
                      <a:pt x="193" y="148"/>
                    </a:lnTo>
                    <a:lnTo>
                      <a:pt x="193" y="142"/>
                    </a:lnTo>
                    <a:lnTo>
                      <a:pt x="54" y="142"/>
                    </a:lnTo>
                    <a:lnTo>
                      <a:pt x="44" y="140"/>
                    </a:lnTo>
                    <a:lnTo>
                      <a:pt x="38" y="133"/>
                    </a:lnTo>
                    <a:lnTo>
                      <a:pt x="35" y="123"/>
                    </a:lnTo>
                    <a:lnTo>
                      <a:pt x="35" y="18"/>
                    </a:lnTo>
                    <a:lnTo>
                      <a:pt x="38" y="8"/>
                    </a:lnTo>
                    <a:lnTo>
                      <a:pt x="44" y="2"/>
                    </a:lnTo>
                    <a:lnTo>
                      <a:pt x="5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2" name="Freeform 150"/>
              <p:cNvSpPr>
                <a:spLocks/>
              </p:cNvSpPr>
              <p:nvPr/>
            </p:nvSpPr>
            <p:spPr bwMode="auto">
              <a:xfrm>
                <a:off x="7296151" y="4713288"/>
                <a:ext cx="161925" cy="138113"/>
              </a:xfrm>
              <a:custGeom>
                <a:avLst/>
                <a:gdLst>
                  <a:gd name="T0" fmla="*/ 1 w 102"/>
                  <a:gd name="T1" fmla="*/ 0 h 87"/>
                  <a:gd name="T2" fmla="*/ 24 w 102"/>
                  <a:gd name="T3" fmla="*/ 8 h 87"/>
                  <a:gd name="T4" fmla="*/ 44 w 102"/>
                  <a:gd name="T5" fmla="*/ 19 h 87"/>
                  <a:gd name="T6" fmla="*/ 63 w 102"/>
                  <a:gd name="T7" fmla="*/ 34 h 87"/>
                  <a:gd name="T8" fmla="*/ 78 w 102"/>
                  <a:gd name="T9" fmla="*/ 51 h 87"/>
                  <a:gd name="T10" fmla="*/ 90 w 102"/>
                  <a:gd name="T11" fmla="*/ 73 h 87"/>
                  <a:gd name="T12" fmla="*/ 97 w 102"/>
                  <a:gd name="T13" fmla="*/ 37 h 87"/>
                  <a:gd name="T14" fmla="*/ 102 w 102"/>
                  <a:gd name="T15" fmla="*/ 38 h 87"/>
                  <a:gd name="T16" fmla="*/ 93 w 102"/>
                  <a:gd name="T17" fmla="*/ 87 h 87"/>
                  <a:gd name="T18" fmla="*/ 47 w 102"/>
                  <a:gd name="T19" fmla="*/ 67 h 87"/>
                  <a:gd name="T20" fmla="*/ 50 w 102"/>
                  <a:gd name="T21" fmla="*/ 61 h 87"/>
                  <a:gd name="T22" fmla="*/ 86 w 102"/>
                  <a:gd name="T23" fmla="*/ 78 h 87"/>
                  <a:gd name="T24" fmla="*/ 74 w 102"/>
                  <a:gd name="T25" fmla="*/ 57 h 87"/>
                  <a:gd name="T26" fmla="*/ 60 w 102"/>
                  <a:gd name="T27" fmla="*/ 40 h 87"/>
                  <a:gd name="T28" fmla="*/ 42 w 102"/>
                  <a:gd name="T29" fmla="*/ 24 h 87"/>
                  <a:gd name="T30" fmla="*/ 23 w 102"/>
                  <a:gd name="T31" fmla="*/ 13 h 87"/>
                  <a:gd name="T32" fmla="*/ 0 w 102"/>
                  <a:gd name="T33" fmla="*/ 6 h 87"/>
                  <a:gd name="T34" fmla="*/ 1 w 102"/>
                  <a:gd name="T3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87">
                    <a:moveTo>
                      <a:pt x="1" y="0"/>
                    </a:moveTo>
                    <a:lnTo>
                      <a:pt x="24" y="8"/>
                    </a:lnTo>
                    <a:lnTo>
                      <a:pt x="44" y="19"/>
                    </a:lnTo>
                    <a:lnTo>
                      <a:pt x="63" y="34"/>
                    </a:lnTo>
                    <a:lnTo>
                      <a:pt x="78" y="51"/>
                    </a:lnTo>
                    <a:lnTo>
                      <a:pt x="90" y="73"/>
                    </a:lnTo>
                    <a:lnTo>
                      <a:pt x="97" y="37"/>
                    </a:lnTo>
                    <a:lnTo>
                      <a:pt x="102" y="38"/>
                    </a:lnTo>
                    <a:lnTo>
                      <a:pt x="93" y="87"/>
                    </a:lnTo>
                    <a:lnTo>
                      <a:pt x="47" y="67"/>
                    </a:lnTo>
                    <a:lnTo>
                      <a:pt x="50" y="61"/>
                    </a:lnTo>
                    <a:lnTo>
                      <a:pt x="86" y="78"/>
                    </a:lnTo>
                    <a:lnTo>
                      <a:pt x="74" y="57"/>
                    </a:lnTo>
                    <a:lnTo>
                      <a:pt x="60" y="40"/>
                    </a:lnTo>
                    <a:lnTo>
                      <a:pt x="42" y="24"/>
                    </a:lnTo>
                    <a:lnTo>
                      <a:pt x="23" y="13"/>
                    </a:lnTo>
                    <a:lnTo>
                      <a:pt x="0" y="6"/>
                    </a:lnTo>
                    <a:lnTo>
                      <a:pt x="1"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3" name="Freeform 151"/>
              <p:cNvSpPr>
                <a:spLocks/>
              </p:cNvSpPr>
              <p:nvPr/>
            </p:nvSpPr>
            <p:spPr bwMode="auto">
              <a:xfrm>
                <a:off x="7050088" y="5016501"/>
                <a:ext cx="133350" cy="114300"/>
              </a:xfrm>
              <a:custGeom>
                <a:avLst/>
                <a:gdLst>
                  <a:gd name="T0" fmla="*/ 2 w 84"/>
                  <a:gd name="T1" fmla="*/ 0 h 72"/>
                  <a:gd name="T2" fmla="*/ 50 w 84"/>
                  <a:gd name="T3" fmla="*/ 14 h 72"/>
                  <a:gd name="T4" fmla="*/ 49 w 84"/>
                  <a:gd name="T5" fmla="*/ 19 h 72"/>
                  <a:gd name="T6" fmla="*/ 11 w 84"/>
                  <a:gd name="T7" fmla="*/ 8 h 72"/>
                  <a:gd name="T8" fmla="*/ 25 w 84"/>
                  <a:gd name="T9" fmla="*/ 28 h 72"/>
                  <a:gd name="T10" fmla="*/ 42 w 84"/>
                  <a:gd name="T11" fmla="*/ 45 h 72"/>
                  <a:gd name="T12" fmla="*/ 62 w 84"/>
                  <a:gd name="T13" fmla="*/ 57 h 72"/>
                  <a:gd name="T14" fmla="*/ 84 w 84"/>
                  <a:gd name="T15" fmla="*/ 66 h 72"/>
                  <a:gd name="T16" fmla="*/ 82 w 84"/>
                  <a:gd name="T17" fmla="*/ 72 h 72"/>
                  <a:gd name="T18" fmla="*/ 59 w 84"/>
                  <a:gd name="T19" fmla="*/ 64 h 72"/>
                  <a:gd name="T20" fmla="*/ 39 w 84"/>
                  <a:gd name="T21" fmla="*/ 51 h 72"/>
                  <a:gd name="T22" fmla="*/ 21 w 84"/>
                  <a:gd name="T23" fmla="*/ 34 h 72"/>
                  <a:gd name="T24" fmla="*/ 7 w 84"/>
                  <a:gd name="T25" fmla="*/ 15 h 72"/>
                  <a:gd name="T26" fmla="*/ 5 w 84"/>
                  <a:gd name="T27" fmla="*/ 51 h 72"/>
                  <a:gd name="T28" fmla="*/ 0 w 84"/>
                  <a:gd name="T29" fmla="*/ 51 h 72"/>
                  <a:gd name="T30" fmla="*/ 2 w 84"/>
                  <a:gd name="T3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72">
                    <a:moveTo>
                      <a:pt x="2" y="0"/>
                    </a:moveTo>
                    <a:lnTo>
                      <a:pt x="50" y="14"/>
                    </a:lnTo>
                    <a:lnTo>
                      <a:pt x="49" y="19"/>
                    </a:lnTo>
                    <a:lnTo>
                      <a:pt x="11" y="8"/>
                    </a:lnTo>
                    <a:lnTo>
                      <a:pt x="25" y="28"/>
                    </a:lnTo>
                    <a:lnTo>
                      <a:pt x="42" y="45"/>
                    </a:lnTo>
                    <a:lnTo>
                      <a:pt x="62" y="57"/>
                    </a:lnTo>
                    <a:lnTo>
                      <a:pt x="84" y="66"/>
                    </a:lnTo>
                    <a:lnTo>
                      <a:pt x="82" y="72"/>
                    </a:lnTo>
                    <a:lnTo>
                      <a:pt x="59" y="64"/>
                    </a:lnTo>
                    <a:lnTo>
                      <a:pt x="39" y="51"/>
                    </a:lnTo>
                    <a:lnTo>
                      <a:pt x="21" y="34"/>
                    </a:lnTo>
                    <a:lnTo>
                      <a:pt x="7" y="15"/>
                    </a:lnTo>
                    <a:lnTo>
                      <a:pt x="5" y="51"/>
                    </a:lnTo>
                    <a:lnTo>
                      <a:pt x="0" y="51"/>
                    </a:lnTo>
                    <a:lnTo>
                      <a:pt x="2"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8" name="组合 7"/>
          <p:cNvGrpSpPr/>
          <p:nvPr/>
        </p:nvGrpSpPr>
        <p:grpSpPr>
          <a:xfrm>
            <a:off x="6895830" y="1935217"/>
            <a:ext cx="571765" cy="1692604"/>
            <a:chOff x="6966525" y="1680422"/>
            <a:chExt cx="658423" cy="1949140"/>
          </a:xfrm>
          <a:solidFill>
            <a:schemeClr val="accent3"/>
          </a:solidFill>
        </p:grpSpPr>
        <p:sp>
          <p:nvSpPr>
            <p:cNvPr id="200" name="Freeform 107"/>
            <p:cNvSpPr>
              <a:spLocks/>
            </p:cNvSpPr>
            <p:nvPr/>
          </p:nvSpPr>
          <p:spPr bwMode="auto">
            <a:xfrm>
              <a:off x="6966525" y="1680422"/>
              <a:ext cx="658423" cy="1949140"/>
            </a:xfrm>
            <a:custGeom>
              <a:avLst/>
              <a:gdLst>
                <a:gd name="T0" fmla="*/ 0 w 378"/>
                <a:gd name="T1" fmla="*/ 0 h 1119"/>
                <a:gd name="T2" fmla="*/ 260 w 378"/>
                <a:gd name="T3" fmla="*/ 37 h 1119"/>
                <a:gd name="T4" fmla="*/ 285 w 378"/>
                <a:gd name="T5" fmla="*/ 42 h 1119"/>
                <a:gd name="T6" fmla="*/ 306 w 378"/>
                <a:gd name="T7" fmla="*/ 50 h 1119"/>
                <a:gd name="T8" fmla="*/ 327 w 378"/>
                <a:gd name="T9" fmla="*/ 60 h 1119"/>
                <a:gd name="T10" fmla="*/ 344 w 378"/>
                <a:gd name="T11" fmla="*/ 72 h 1119"/>
                <a:gd name="T12" fmla="*/ 358 w 378"/>
                <a:gd name="T13" fmla="*/ 86 h 1119"/>
                <a:gd name="T14" fmla="*/ 369 w 378"/>
                <a:gd name="T15" fmla="*/ 101 h 1119"/>
                <a:gd name="T16" fmla="*/ 376 w 378"/>
                <a:gd name="T17" fmla="*/ 119 h 1119"/>
                <a:gd name="T18" fmla="*/ 378 w 378"/>
                <a:gd name="T19" fmla="*/ 140 h 1119"/>
                <a:gd name="T20" fmla="*/ 378 w 378"/>
                <a:gd name="T21" fmla="*/ 968 h 1119"/>
                <a:gd name="T22" fmla="*/ 376 w 378"/>
                <a:gd name="T23" fmla="*/ 988 h 1119"/>
                <a:gd name="T24" fmla="*/ 369 w 378"/>
                <a:gd name="T25" fmla="*/ 1007 h 1119"/>
                <a:gd name="T26" fmla="*/ 359 w 378"/>
                <a:gd name="T27" fmla="*/ 1022 h 1119"/>
                <a:gd name="T28" fmla="*/ 345 w 378"/>
                <a:gd name="T29" fmla="*/ 1036 h 1119"/>
                <a:gd name="T30" fmla="*/ 328 w 378"/>
                <a:gd name="T31" fmla="*/ 1048 h 1119"/>
                <a:gd name="T32" fmla="*/ 307 w 378"/>
                <a:gd name="T33" fmla="*/ 1058 h 1119"/>
                <a:gd name="T34" fmla="*/ 285 w 378"/>
                <a:gd name="T35" fmla="*/ 1066 h 1119"/>
                <a:gd name="T36" fmla="*/ 260 w 378"/>
                <a:gd name="T37" fmla="*/ 1071 h 1119"/>
                <a:gd name="T38" fmla="*/ 0 w 378"/>
                <a:gd name="T39" fmla="*/ 1119 h 1119"/>
                <a:gd name="T40" fmla="*/ 0 w 378"/>
                <a:gd name="T41"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8" h="1119">
                  <a:moveTo>
                    <a:pt x="0" y="0"/>
                  </a:moveTo>
                  <a:lnTo>
                    <a:pt x="260" y="37"/>
                  </a:lnTo>
                  <a:lnTo>
                    <a:pt x="285" y="42"/>
                  </a:lnTo>
                  <a:lnTo>
                    <a:pt x="306" y="50"/>
                  </a:lnTo>
                  <a:lnTo>
                    <a:pt x="327" y="60"/>
                  </a:lnTo>
                  <a:lnTo>
                    <a:pt x="344" y="72"/>
                  </a:lnTo>
                  <a:lnTo>
                    <a:pt x="358" y="86"/>
                  </a:lnTo>
                  <a:lnTo>
                    <a:pt x="369" y="101"/>
                  </a:lnTo>
                  <a:lnTo>
                    <a:pt x="376" y="119"/>
                  </a:lnTo>
                  <a:lnTo>
                    <a:pt x="378" y="140"/>
                  </a:lnTo>
                  <a:lnTo>
                    <a:pt x="378" y="968"/>
                  </a:lnTo>
                  <a:lnTo>
                    <a:pt x="376" y="988"/>
                  </a:lnTo>
                  <a:lnTo>
                    <a:pt x="369" y="1007"/>
                  </a:lnTo>
                  <a:lnTo>
                    <a:pt x="359" y="1022"/>
                  </a:lnTo>
                  <a:lnTo>
                    <a:pt x="345" y="1036"/>
                  </a:lnTo>
                  <a:lnTo>
                    <a:pt x="328" y="1048"/>
                  </a:lnTo>
                  <a:lnTo>
                    <a:pt x="307" y="1058"/>
                  </a:lnTo>
                  <a:lnTo>
                    <a:pt x="285" y="1066"/>
                  </a:lnTo>
                  <a:lnTo>
                    <a:pt x="260" y="1071"/>
                  </a:lnTo>
                  <a:lnTo>
                    <a:pt x="0" y="1119"/>
                  </a:lnTo>
                  <a:lnTo>
                    <a:pt x="0" y="0"/>
                  </a:lnTo>
                  <a:close/>
                </a:path>
              </a:pathLst>
            </a:custGeom>
            <a:solidFill>
              <a:schemeClr val="bg1"/>
            </a:solidFill>
            <a:ln w="0">
              <a:noFill/>
              <a:prstDash val="solid"/>
              <a:round/>
              <a:headEnd/>
              <a:tailEnd/>
            </a:ln>
            <a:effectLst>
              <a:outerShdw blurRad="254000" dist="38100" algn="l" rotWithShape="0">
                <a:prstClr val="black">
                  <a:alpha val="40000"/>
                </a:prstClr>
              </a:outerShdw>
            </a:effectLst>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095423" y="2482548"/>
              <a:ext cx="214247" cy="344888"/>
              <a:chOff x="6694371" y="3162328"/>
              <a:chExt cx="214247" cy="344888"/>
            </a:xfrm>
            <a:grpFill/>
          </p:grpSpPr>
          <p:sp>
            <p:nvSpPr>
              <p:cNvPr id="204" name="Freeform 159"/>
              <p:cNvSpPr>
                <a:spLocks/>
              </p:cNvSpPr>
              <p:nvPr/>
            </p:nvSpPr>
            <p:spPr bwMode="auto">
              <a:xfrm>
                <a:off x="6694371" y="3228519"/>
                <a:ext cx="198572" cy="278697"/>
              </a:xfrm>
              <a:custGeom>
                <a:avLst/>
                <a:gdLst>
                  <a:gd name="T0" fmla="*/ 64 w 114"/>
                  <a:gd name="T1" fmla="*/ 0 h 160"/>
                  <a:gd name="T2" fmla="*/ 71 w 114"/>
                  <a:gd name="T3" fmla="*/ 4 h 160"/>
                  <a:gd name="T4" fmla="*/ 89 w 114"/>
                  <a:gd name="T5" fmla="*/ 29 h 160"/>
                  <a:gd name="T6" fmla="*/ 103 w 114"/>
                  <a:gd name="T7" fmla="*/ 15 h 160"/>
                  <a:gd name="T8" fmla="*/ 105 w 114"/>
                  <a:gd name="T9" fmla="*/ 15 h 160"/>
                  <a:gd name="T10" fmla="*/ 109 w 114"/>
                  <a:gd name="T11" fmla="*/ 15 h 160"/>
                  <a:gd name="T12" fmla="*/ 112 w 114"/>
                  <a:gd name="T13" fmla="*/ 17 h 160"/>
                  <a:gd name="T14" fmla="*/ 114 w 114"/>
                  <a:gd name="T15" fmla="*/ 22 h 160"/>
                  <a:gd name="T16" fmla="*/ 112 w 114"/>
                  <a:gd name="T17" fmla="*/ 27 h 160"/>
                  <a:gd name="T18" fmla="*/ 92 w 114"/>
                  <a:gd name="T19" fmla="*/ 46 h 160"/>
                  <a:gd name="T20" fmla="*/ 91 w 114"/>
                  <a:gd name="T21" fmla="*/ 47 h 160"/>
                  <a:gd name="T22" fmla="*/ 86 w 114"/>
                  <a:gd name="T23" fmla="*/ 47 h 160"/>
                  <a:gd name="T24" fmla="*/ 81 w 114"/>
                  <a:gd name="T25" fmla="*/ 45 h 160"/>
                  <a:gd name="T26" fmla="*/ 72 w 114"/>
                  <a:gd name="T27" fmla="*/ 68 h 160"/>
                  <a:gd name="T28" fmla="*/ 69 w 114"/>
                  <a:gd name="T29" fmla="*/ 73 h 160"/>
                  <a:gd name="T30" fmla="*/ 68 w 114"/>
                  <a:gd name="T31" fmla="*/ 155 h 160"/>
                  <a:gd name="T32" fmla="*/ 64 w 114"/>
                  <a:gd name="T33" fmla="*/ 159 h 160"/>
                  <a:gd name="T34" fmla="*/ 57 w 114"/>
                  <a:gd name="T35" fmla="*/ 159 h 160"/>
                  <a:gd name="T36" fmla="*/ 53 w 114"/>
                  <a:gd name="T37" fmla="*/ 155 h 160"/>
                  <a:gd name="T38" fmla="*/ 52 w 114"/>
                  <a:gd name="T39" fmla="*/ 78 h 160"/>
                  <a:gd name="T40" fmla="*/ 46 w 114"/>
                  <a:gd name="T41" fmla="*/ 151 h 160"/>
                  <a:gd name="T42" fmla="*/ 43 w 114"/>
                  <a:gd name="T43" fmla="*/ 157 h 160"/>
                  <a:gd name="T44" fmla="*/ 37 w 114"/>
                  <a:gd name="T45" fmla="*/ 160 h 160"/>
                  <a:gd name="T46" fmla="*/ 31 w 114"/>
                  <a:gd name="T47" fmla="*/ 157 h 160"/>
                  <a:gd name="T48" fmla="*/ 28 w 114"/>
                  <a:gd name="T49" fmla="*/ 151 h 160"/>
                  <a:gd name="T50" fmla="*/ 27 w 114"/>
                  <a:gd name="T51" fmla="*/ 71 h 160"/>
                  <a:gd name="T52" fmla="*/ 26 w 114"/>
                  <a:gd name="T53" fmla="*/ 47 h 160"/>
                  <a:gd name="T54" fmla="*/ 13 w 114"/>
                  <a:gd name="T55" fmla="*/ 80 h 160"/>
                  <a:gd name="T56" fmla="*/ 8 w 114"/>
                  <a:gd name="T57" fmla="*/ 82 h 160"/>
                  <a:gd name="T58" fmla="*/ 2 w 114"/>
                  <a:gd name="T59" fmla="*/ 80 h 160"/>
                  <a:gd name="T60" fmla="*/ 0 w 114"/>
                  <a:gd name="T61" fmla="*/ 74 h 160"/>
                  <a:gd name="T62" fmla="*/ 25 w 114"/>
                  <a:gd name="T63" fmla="*/ 8 h 160"/>
                  <a:gd name="T64" fmla="*/ 26 w 114"/>
                  <a:gd name="T65" fmla="*/ 5 h 160"/>
                  <a:gd name="T66" fmla="*/ 29 w 114"/>
                  <a:gd name="T67" fmla="*/ 2 h 160"/>
                  <a:gd name="T68" fmla="*/ 34 w 114"/>
                  <a:gd name="T6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 h="160">
                    <a:moveTo>
                      <a:pt x="34" y="0"/>
                    </a:moveTo>
                    <a:lnTo>
                      <a:pt x="64" y="0"/>
                    </a:lnTo>
                    <a:lnTo>
                      <a:pt x="67" y="2"/>
                    </a:lnTo>
                    <a:lnTo>
                      <a:pt x="71" y="4"/>
                    </a:lnTo>
                    <a:lnTo>
                      <a:pt x="72" y="5"/>
                    </a:lnTo>
                    <a:lnTo>
                      <a:pt x="89" y="29"/>
                    </a:lnTo>
                    <a:lnTo>
                      <a:pt x="101" y="16"/>
                    </a:lnTo>
                    <a:lnTo>
                      <a:pt x="103" y="15"/>
                    </a:lnTo>
                    <a:lnTo>
                      <a:pt x="104" y="15"/>
                    </a:lnTo>
                    <a:lnTo>
                      <a:pt x="105" y="15"/>
                    </a:lnTo>
                    <a:lnTo>
                      <a:pt x="106" y="14"/>
                    </a:lnTo>
                    <a:lnTo>
                      <a:pt x="109" y="15"/>
                    </a:lnTo>
                    <a:lnTo>
                      <a:pt x="111" y="15"/>
                    </a:lnTo>
                    <a:lnTo>
                      <a:pt x="112" y="17"/>
                    </a:lnTo>
                    <a:lnTo>
                      <a:pt x="114" y="19"/>
                    </a:lnTo>
                    <a:lnTo>
                      <a:pt x="114" y="22"/>
                    </a:lnTo>
                    <a:lnTo>
                      <a:pt x="113" y="24"/>
                    </a:lnTo>
                    <a:lnTo>
                      <a:pt x="112" y="27"/>
                    </a:lnTo>
                    <a:lnTo>
                      <a:pt x="92" y="46"/>
                    </a:lnTo>
                    <a:lnTo>
                      <a:pt x="92" y="46"/>
                    </a:lnTo>
                    <a:lnTo>
                      <a:pt x="92" y="46"/>
                    </a:lnTo>
                    <a:lnTo>
                      <a:pt x="91" y="47"/>
                    </a:lnTo>
                    <a:lnTo>
                      <a:pt x="89" y="47"/>
                    </a:lnTo>
                    <a:lnTo>
                      <a:pt x="86" y="47"/>
                    </a:lnTo>
                    <a:lnTo>
                      <a:pt x="84" y="46"/>
                    </a:lnTo>
                    <a:lnTo>
                      <a:pt x="81" y="45"/>
                    </a:lnTo>
                    <a:lnTo>
                      <a:pt x="73" y="32"/>
                    </a:lnTo>
                    <a:lnTo>
                      <a:pt x="72" y="68"/>
                    </a:lnTo>
                    <a:lnTo>
                      <a:pt x="71" y="71"/>
                    </a:lnTo>
                    <a:lnTo>
                      <a:pt x="69" y="73"/>
                    </a:lnTo>
                    <a:lnTo>
                      <a:pt x="69" y="151"/>
                    </a:lnTo>
                    <a:lnTo>
                      <a:pt x="68" y="155"/>
                    </a:lnTo>
                    <a:lnTo>
                      <a:pt x="67" y="157"/>
                    </a:lnTo>
                    <a:lnTo>
                      <a:pt x="64" y="159"/>
                    </a:lnTo>
                    <a:lnTo>
                      <a:pt x="61" y="160"/>
                    </a:lnTo>
                    <a:lnTo>
                      <a:pt x="57" y="159"/>
                    </a:lnTo>
                    <a:lnTo>
                      <a:pt x="55" y="157"/>
                    </a:lnTo>
                    <a:lnTo>
                      <a:pt x="53" y="155"/>
                    </a:lnTo>
                    <a:lnTo>
                      <a:pt x="52" y="151"/>
                    </a:lnTo>
                    <a:lnTo>
                      <a:pt x="52" y="78"/>
                    </a:lnTo>
                    <a:lnTo>
                      <a:pt x="46" y="78"/>
                    </a:lnTo>
                    <a:lnTo>
                      <a:pt x="46" y="151"/>
                    </a:lnTo>
                    <a:lnTo>
                      <a:pt x="44" y="155"/>
                    </a:lnTo>
                    <a:lnTo>
                      <a:pt x="43" y="157"/>
                    </a:lnTo>
                    <a:lnTo>
                      <a:pt x="40" y="159"/>
                    </a:lnTo>
                    <a:lnTo>
                      <a:pt x="37" y="160"/>
                    </a:lnTo>
                    <a:lnTo>
                      <a:pt x="34" y="159"/>
                    </a:lnTo>
                    <a:lnTo>
                      <a:pt x="31" y="157"/>
                    </a:lnTo>
                    <a:lnTo>
                      <a:pt x="29" y="155"/>
                    </a:lnTo>
                    <a:lnTo>
                      <a:pt x="28" y="151"/>
                    </a:lnTo>
                    <a:lnTo>
                      <a:pt x="28" y="73"/>
                    </a:lnTo>
                    <a:lnTo>
                      <a:pt x="27" y="71"/>
                    </a:lnTo>
                    <a:lnTo>
                      <a:pt x="26" y="68"/>
                    </a:lnTo>
                    <a:lnTo>
                      <a:pt x="26" y="47"/>
                    </a:lnTo>
                    <a:lnTo>
                      <a:pt x="14" y="78"/>
                    </a:lnTo>
                    <a:lnTo>
                      <a:pt x="13" y="80"/>
                    </a:lnTo>
                    <a:lnTo>
                      <a:pt x="11" y="82"/>
                    </a:lnTo>
                    <a:lnTo>
                      <a:pt x="8" y="82"/>
                    </a:lnTo>
                    <a:lnTo>
                      <a:pt x="4" y="82"/>
                    </a:lnTo>
                    <a:lnTo>
                      <a:pt x="2" y="80"/>
                    </a:lnTo>
                    <a:lnTo>
                      <a:pt x="1" y="78"/>
                    </a:lnTo>
                    <a:lnTo>
                      <a:pt x="0" y="74"/>
                    </a:lnTo>
                    <a:lnTo>
                      <a:pt x="0" y="72"/>
                    </a:lnTo>
                    <a:lnTo>
                      <a:pt x="25" y="8"/>
                    </a:lnTo>
                    <a:lnTo>
                      <a:pt x="25" y="7"/>
                    </a:lnTo>
                    <a:lnTo>
                      <a:pt x="26" y="5"/>
                    </a:lnTo>
                    <a:lnTo>
                      <a:pt x="27" y="3"/>
                    </a:lnTo>
                    <a:lnTo>
                      <a:pt x="29" y="2"/>
                    </a:lnTo>
                    <a:lnTo>
                      <a:pt x="31" y="2"/>
                    </a:lnTo>
                    <a:lnTo>
                      <a:pt x="34"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5" name="Freeform 160"/>
              <p:cNvSpPr>
                <a:spLocks/>
              </p:cNvSpPr>
              <p:nvPr/>
            </p:nvSpPr>
            <p:spPr bwMode="auto">
              <a:xfrm>
                <a:off x="6746626" y="3162328"/>
                <a:ext cx="64449" cy="62707"/>
              </a:xfrm>
              <a:custGeom>
                <a:avLst/>
                <a:gdLst>
                  <a:gd name="T0" fmla="*/ 19 w 37"/>
                  <a:gd name="T1" fmla="*/ 0 h 36"/>
                  <a:gd name="T2" fmla="*/ 29 w 37"/>
                  <a:gd name="T3" fmla="*/ 3 h 36"/>
                  <a:gd name="T4" fmla="*/ 35 w 37"/>
                  <a:gd name="T5" fmla="*/ 9 h 36"/>
                  <a:gd name="T6" fmla="*/ 37 w 37"/>
                  <a:gd name="T7" fmla="*/ 18 h 36"/>
                  <a:gd name="T8" fmla="*/ 35 w 37"/>
                  <a:gd name="T9" fmla="*/ 28 h 36"/>
                  <a:gd name="T10" fmla="*/ 29 w 37"/>
                  <a:gd name="T11" fmla="*/ 34 h 36"/>
                  <a:gd name="T12" fmla="*/ 19 w 37"/>
                  <a:gd name="T13" fmla="*/ 36 h 36"/>
                  <a:gd name="T14" fmla="*/ 10 w 37"/>
                  <a:gd name="T15" fmla="*/ 34 h 36"/>
                  <a:gd name="T16" fmla="*/ 4 w 37"/>
                  <a:gd name="T17" fmla="*/ 28 h 36"/>
                  <a:gd name="T18" fmla="*/ 0 w 37"/>
                  <a:gd name="T19" fmla="*/ 18 h 36"/>
                  <a:gd name="T20" fmla="*/ 4 w 37"/>
                  <a:gd name="T21" fmla="*/ 9 h 36"/>
                  <a:gd name="T22" fmla="*/ 10 w 37"/>
                  <a:gd name="T23" fmla="*/ 3 h 36"/>
                  <a:gd name="T24" fmla="*/ 19 w 37"/>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6">
                    <a:moveTo>
                      <a:pt x="19" y="0"/>
                    </a:moveTo>
                    <a:lnTo>
                      <a:pt x="29" y="3"/>
                    </a:lnTo>
                    <a:lnTo>
                      <a:pt x="35" y="9"/>
                    </a:lnTo>
                    <a:lnTo>
                      <a:pt x="37" y="18"/>
                    </a:lnTo>
                    <a:lnTo>
                      <a:pt x="35" y="28"/>
                    </a:lnTo>
                    <a:lnTo>
                      <a:pt x="29" y="34"/>
                    </a:lnTo>
                    <a:lnTo>
                      <a:pt x="19" y="36"/>
                    </a:lnTo>
                    <a:lnTo>
                      <a:pt x="10" y="34"/>
                    </a:lnTo>
                    <a:lnTo>
                      <a:pt x="4" y="28"/>
                    </a:lnTo>
                    <a:lnTo>
                      <a:pt x="0" y="18"/>
                    </a:lnTo>
                    <a:lnTo>
                      <a:pt x="4" y="9"/>
                    </a:lnTo>
                    <a:lnTo>
                      <a:pt x="10" y="3"/>
                    </a:lnTo>
                    <a:lnTo>
                      <a:pt x="19"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6" name="Freeform 161"/>
              <p:cNvSpPr>
                <a:spLocks noEditPoints="1"/>
              </p:cNvSpPr>
              <p:nvPr/>
            </p:nvSpPr>
            <p:spPr bwMode="auto">
              <a:xfrm>
                <a:off x="6852879" y="3169296"/>
                <a:ext cx="55739" cy="76642"/>
              </a:xfrm>
              <a:custGeom>
                <a:avLst/>
                <a:gdLst>
                  <a:gd name="T0" fmla="*/ 12 w 32"/>
                  <a:gd name="T1" fmla="*/ 4 h 44"/>
                  <a:gd name="T2" fmla="*/ 7 w 32"/>
                  <a:gd name="T3" fmla="*/ 8 h 44"/>
                  <a:gd name="T4" fmla="*/ 6 w 32"/>
                  <a:gd name="T5" fmla="*/ 15 h 44"/>
                  <a:gd name="T6" fmla="*/ 8 w 32"/>
                  <a:gd name="T7" fmla="*/ 21 h 44"/>
                  <a:gd name="T8" fmla="*/ 11 w 32"/>
                  <a:gd name="T9" fmla="*/ 27 h 44"/>
                  <a:gd name="T10" fmla="*/ 14 w 32"/>
                  <a:gd name="T11" fmla="*/ 30 h 44"/>
                  <a:gd name="T12" fmla="*/ 13 w 32"/>
                  <a:gd name="T13" fmla="*/ 24 h 44"/>
                  <a:gd name="T14" fmla="*/ 13 w 32"/>
                  <a:gd name="T15" fmla="*/ 19 h 44"/>
                  <a:gd name="T16" fmla="*/ 15 w 32"/>
                  <a:gd name="T17" fmla="*/ 19 h 44"/>
                  <a:gd name="T18" fmla="*/ 18 w 32"/>
                  <a:gd name="T19" fmla="*/ 19 h 44"/>
                  <a:gd name="T20" fmla="*/ 20 w 32"/>
                  <a:gd name="T21" fmla="*/ 20 h 44"/>
                  <a:gd name="T22" fmla="*/ 18 w 32"/>
                  <a:gd name="T23" fmla="*/ 27 h 44"/>
                  <a:gd name="T24" fmla="*/ 21 w 32"/>
                  <a:gd name="T25" fmla="*/ 30 h 44"/>
                  <a:gd name="T26" fmla="*/ 23 w 32"/>
                  <a:gd name="T27" fmla="*/ 24 h 44"/>
                  <a:gd name="T28" fmla="*/ 26 w 32"/>
                  <a:gd name="T29" fmla="*/ 18 h 44"/>
                  <a:gd name="T30" fmla="*/ 26 w 32"/>
                  <a:gd name="T31" fmla="*/ 11 h 44"/>
                  <a:gd name="T32" fmla="*/ 22 w 32"/>
                  <a:gd name="T33" fmla="*/ 6 h 44"/>
                  <a:gd name="T34" fmla="*/ 16 w 32"/>
                  <a:gd name="T35" fmla="*/ 4 h 44"/>
                  <a:gd name="T36" fmla="*/ 21 w 32"/>
                  <a:gd name="T37" fmla="*/ 0 h 44"/>
                  <a:gd name="T38" fmla="*/ 28 w 32"/>
                  <a:gd name="T39" fmla="*/ 5 h 44"/>
                  <a:gd name="T40" fmla="*/ 32 w 32"/>
                  <a:gd name="T41" fmla="*/ 15 h 44"/>
                  <a:gd name="T42" fmla="*/ 27 w 32"/>
                  <a:gd name="T43" fmla="*/ 25 h 44"/>
                  <a:gd name="T44" fmla="*/ 25 w 32"/>
                  <a:gd name="T45" fmla="*/ 29 h 44"/>
                  <a:gd name="T46" fmla="*/ 24 w 32"/>
                  <a:gd name="T47" fmla="*/ 40 h 44"/>
                  <a:gd name="T48" fmla="*/ 23 w 32"/>
                  <a:gd name="T49" fmla="*/ 43 h 44"/>
                  <a:gd name="T50" fmla="*/ 19 w 32"/>
                  <a:gd name="T51" fmla="*/ 43 h 44"/>
                  <a:gd name="T52" fmla="*/ 16 w 32"/>
                  <a:gd name="T53" fmla="*/ 44 h 44"/>
                  <a:gd name="T54" fmla="*/ 13 w 32"/>
                  <a:gd name="T55" fmla="*/ 43 h 44"/>
                  <a:gd name="T56" fmla="*/ 9 w 32"/>
                  <a:gd name="T57" fmla="*/ 43 h 44"/>
                  <a:gd name="T58" fmla="*/ 8 w 32"/>
                  <a:gd name="T59" fmla="*/ 40 h 44"/>
                  <a:gd name="T60" fmla="*/ 7 w 32"/>
                  <a:gd name="T61" fmla="*/ 29 h 44"/>
                  <a:gd name="T62" fmla="*/ 4 w 32"/>
                  <a:gd name="T63" fmla="*/ 25 h 44"/>
                  <a:gd name="T64" fmla="*/ 0 w 32"/>
                  <a:gd name="T65" fmla="*/ 15 h 44"/>
                  <a:gd name="T66" fmla="*/ 3 w 32"/>
                  <a:gd name="T67" fmla="*/ 5 h 44"/>
                  <a:gd name="T68" fmla="*/ 11 w 32"/>
                  <a:gd name="T6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44">
                    <a:moveTo>
                      <a:pt x="16" y="4"/>
                    </a:moveTo>
                    <a:lnTo>
                      <a:pt x="12" y="4"/>
                    </a:lnTo>
                    <a:lnTo>
                      <a:pt x="10" y="6"/>
                    </a:lnTo>
                    <a:lnTo>
                      <a:pt x="7" y="8"/>
                    </a:lnTo>
                    <a:lnTo>
                      <a:pt x="6" y="11"/>
                    </a:lnTo>
                    <a:lnTo>
                      <a:pt x="6" y="15"/>
                    </a:lnTo>
                    <a:lnTo>
                      <a:pt x="6" y="18"/>
                    </a:lnTo>
                    <a:lnTo>
                      <a:pt x="8" y="21"/>
                    </a:lnTo>
                    <a:lnTo>
                      <a:pt x="9" y="24"/>
                    </a:lnTo>
                    <a:lnTo>
                      <a:pt x="11" y="27"/>
                    </a:lnTo>
                    <a:lnTo>
                      <a:pt x="12" y="30"/>
                    </a:lnTo>
                    <a:lnTo>
                      <a:pt x="14" y="30"/>
                    </a:lnTo>
                    <a:lnTo>
                      <a:pt x="14" y="27"/>
                    </a:lnTo>
                    <a:lnTo>
                      <a:pt x="13" y="24"/>
                    </a:lnTo>
                    <a:lnTo>
                      <a:pt x="12" y="20"/>
                    </a:lnTo>
                    <a:lnTo>
                      <a:pt x="13" y="19"/>
                    </a:lnTo>
                    <a:lnTo>
                      <a:pt x="14" y="19"/>
                    </a:lnTo>
                    <a:lnTo>
                      <a:pt x="15" y="19"/>
                    </a:lnTo>
                    <a:lnTo>
                      <a:pt x="16" y="19"/>
                    </a:lnTo>
                    <a:lnTo>
                      <a:pt x="18" y="19"/>
                    </a:lnTo>
                    <a:lnTo>
                      <a:pt x="19" y="19"/>
                    </a:lnTo>
                    <a:lnTo>
                      <a:pt x="20" y="20"/>
                    </a:lnTo>
                    <a:lnTo>
                      <a:pt x="19" y="24"/>
                    </a:lnTo>
                    <a:lnTo>
                      <a:pt x="18" y="27"/>
                    </a:lnTo>
                    <a:lnTo>
                      <a:pt x="18" y="30"/>
                    </a:lnTo>
                    <a:lnTo>
                      <a:pt x="21" y="30"/>
                    </a:lnTo>
                    <a:lnTo>
                      <a:pt x="21" y="27"/>
                    </a:lnTo>
                    <a:lnTo>
                      <a:pt x="23" y="24"/>
                    </a:lnTo>
                    <a:lnTo>
                      <a:pt x="24" y="21"/>
                    </a:lnTo>
                    <a:lnTo>
                      <a:pt x="26" y="18"/>
                    </a:lnTo>
                    <a:lnTo>
                      <a:pt x="27" y="15"/>
                    </a:lnTo>
                    <a:lnTo>
                      <a:pt x="26" y="11"/>
                    </a:lnTo>
                    <a:lnTo>
                      <a:pt x="25" y="8"/>
                    </a:lnTo>
                    <a:lnTo>
                      <a:pt x="22" y="6"/>
                    </a:lnTo>
                    <a:lnTo>
                      <a:pt x="20" y="4"/>
                    </a:lnTo>
                    <a:lnTo>
                      <a:pt x="16" y="4"/>
                    </a:lnTo>
                    <a:close/>
                    <a:moveTo>
                      <a:pt x="16" y="0"/>
                    </a:moveTo>
                    <a:lnTo>
                      <a:pt x="21" y="0"/>
                    </a:lnTo>
                    <a:lnTo>
                      <a:pt x="25" y="2"/>
                    </a:lnTo>
                    <a:lnTo>
                      <a:pt x="28" y="5"/>
                    </a:lnTo>
                    <a:lnTo>
                      <a:pt x="31" y="9"/>
                    </a:lnTo>
                    <a:lnTo>
                      <a:pt x="32" y="15"/>
                    </a:lnTo>
                    <a:lnTo>
                      <a:pt x="31" y="19"/>
                    </a:lnTo>
                    <a:lnTo>
                      <a:pt x="27" y="25"/>
                    </a:lnTo>
                    <a:lnTo>
                      <a:pt x="26" y="27"/>
                    </a:lnTo>
                    <a:lnTo>
                      <a:pt x="25" y="29"/>
                    </a:lnTo>
                    <a:lnTo>
                      <a:pt x="24" y="31"/>
                    </a:lnTo>
                    <a:lnTo>
                      <a:pt x="24" y="40"/>
                    </a:lnTo>
                    <a:lnTo>
                      <a:pt x="24" y="42"/>
                    </a:lnTo>
                    <a:lnTo>
                      <a:pt x="23" y="43"/>
                    </a:lnTo>
                    <a:lnTo>
                      <a:pt x="21" y="43"/>
                    </a:lnTo>
                    <a:lnTo>
                      <a:pt x="19" y="43"/>
                    </a:lnTo>
                    <a:lnTo>
                      <a:pt x="18" y="44"/>
                    </a:lnTo>
                    <a:lnTo>
                      <a:pt x="16" y="44"/>
                    </a:lnTo>
                    <a:lnTo>
                      <a:pt x="14" y="44"/>
                    </a:lnTo>
                    <a:lnTo>
                      <a:pt x="13" y="43"/>
                    </a:lnTo>
                    <a:lnTo>
                      <a:pt x="11" y="43"/>
                    </a:lnTo>
                    <a:lnTo>
                      <a:pt x="9" y="43"/>
                    </a:lnTo>
                    <a:lnTo>
                      <a:pt x="8" y="42"/>
                    </a:lnTo>
                    <a:lnTo>
                      <a:pt x="8" y="40"/>
                    </a:lnTo>
                    <a:lnTo>
                      <a:pt x="8" y="31"/>
                    </a:lnTo>
                    <a:lnTo>
                      <a:pt x="7" y="29"/>
                    </a:lnTo>
                    <a:lnTo>
                      <a:pt x="6" y="27"/>
                    </a:lnTo>
                    <a:lnTo>
                      <a:pt x="4" y="25"/>
                    </a:lnTo>
                    <a:lnTo>
                      <a:pt x="1" y="19"/>
                    </a:lnTo>
                    <a:lnTo>
                      <a:pt x="0" y="15"/>
                    </a:lnTo>
                    <a:lnTo>
                      <a:pt x="1" y="9"/>
                    </a:lnTo>
                    <a:lnTo>
                      <a:pt x="3" y="5"/>
                    </a:lnTo>
                    <a:lnTo>
                      <a:pt x="7" y="2"/>
                    </a:lnTo>
                    <a:lnTo>
                      <a:pt x="11" y="0"/>
                    </a:lnTo>
                    <a:lnTo>
                      <a:pt x="16" y="0"/>
                    </a:lnTo>
                    <a:close/>
                  </a:path>
                </a:pathLst>
              </a:custGeom>
              <a:grpFill/>
              <a:ln w="0">
                <a:noFill/>
                <a:prstDash val="solid"/>
                <a:round/>
                <a:headEnd/>
                <a:tailEnd/>
              </a:ln>
            </p:spPr>
            <p:txBody>
              <a:bodyPr vert="horz" wrap="square" lIns="79405" tIns="39702" rIns="79405" bIns="39702" numCol="1" anchor="t" anchorCtr="0" compatLnSpc="1">
                <a:prstTxWarp prst="textNoShape">
                  <a:avLst/>
                </a:prstTxWarp>
              </a:bodyPr>
              <a:lstStyle/>
              <a:p>
                <a:pPr>
                  <a:lnSpc>
                    <a:spcPct val="120000"/>
                  </a:lnSpc>
                </a:pPr>
                <a:endParaRPr lang="zh-CN" altLang="en-US" sz="1600">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7" name="TextBox 23"/>
          <p:cNvSpPr txBox="1"/>
          <p:nvPr/>
        </p:nvSpPr>
        <p:spPr>
          <a:xfrm>
            <a:off x="1991506"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TextBox 24"/>
          <p:cNvSpPr txBox="1"/>
          <p:nvPr/>
        </p:nvSpPr>
        <p:spPr>
          <a:xfrm>
            <a:off x="1991509"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TextBox 23"/>
          <p:cNvSpPr txBox="1"/>
          <p:nvPr/>
        </p:nvSpPr>
        <p:spPr>
          <a:xfrm>
            <a:off x="4233049"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TextBox 24"/>
          <p:cNvSpPr txBox="1"/>
          <p:nvPr/>
        </p:nvSpPr>
        <p:spPr>
          <a:xfrm>
            <a:off x="4233049"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TextBox 23"/>
          <p:cNvSpPr txBox="1"/>
          <p:nvPr/>
        </p:nvSpPr>
        <p:spPr>
          <a:xfrm>
            <a:off x="6482860"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TextBox 24"/>
          <p:cNvSpPr txBox="1"/>
          <p:nvPr/>
        </p:nvSpPr>
        <p:spPr>
          <a:xfrm>
            <a:off x="6482863"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TextBox 23"/>
          <p:cNvSpPr txBox="1"/>
          <p:nvPr/>
        </p:nvSpPr>
        <p:spPr>
          <a:xfrm>
            <a:off x="8724402" y="5323990"/>
            <a:ext cx="2135561" cy="535531"/>
          </a:xfrm>
          <a:prstGeom prst="rect">
            <a:avLst/>
          </a:prstGeom>
          <a:noFill/>
        </p:spPr>
        <p:txBody>
          <a:bodyPr wrap="square" rtlCol="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TextBox 24"/>
          <p:cNvSpPr txBox="1"/>
          <p:nvPr/>
        </p:nvSpPr>
        <p:spPr>
          <a:xfrm>
            <a:off x="8724403" y="5067135"/>
            <a:ext cx="1441420" cy="350865"/>
          </a:xfrm>
          <a:prstGeom prst="rect">
            <a:avLst/>
          </a:prstGeom>
          <a:noFill/>
        </p:spPr>
        <p:txBody>
          <a:bodyPr wrap="non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1"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919030183"/>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179"/>
                                        </p:tgtEl>
                                        <p:attrNameLst>
                                          <p:attrName>style.visibility</p:attrName>
                                        </p:attrNameLst>
                                      </p:cBhvr>
                                      <p:to>
                                        <p:strVal val="visible"/>
                                      </p:to>
                                    </p:set>
                                    <p:anim calcmode="lin" valueType="num">
                                      <p:cBhvr additive="base">
                                        <p:cTn id="7" dur="500"/>
                                        <p:tgtEl>
                                          <p:spTgt spid="179"/>
                                        </p:tgtEl>
                                        <p:attrNameLst>
                                          <p:attrName>ppt_x</p:attrName>
                                        </p:attrNameLst>
                                      </p:cBhvr>
                                      <p:tavLst>
                                        <p:tav tm="0">
                                          <p:val>
                                            <p:strVal val="#ppt_x+#ppt_w*1.125000"/>
                                          </p:val>
                                        </p:tav>
                                        <p:tav tm="100000">
                                          <p:val>
                                            <p:strVal val="#ppt_x"/>
                                          </p:val>
                                        </p:tav>
                                      </p:tavLst>
                                    </p:anim>
                                    <p:animEffect transition="in" filter="wipe(left)">
                                      <p:cBhvr>
                                        <p:cTn id="8" dur="500"/>
                                        <p:tgtEl>
                                          <p:spTgt spid="179"/>
                                        </p:tgtEl>
                                      </p:cBhvr>
                                    </p:animEffect>
                                  </p:childTnLst>
                                </p:cTn>
                              </p:par>
                              <p:par>
                                <p:cTn id="9" presetID="12" presetClass="entr" presetSubtype="2" fill="hold" grpId="0" nodeType="withEffect">
                                  <p:stCondLst>
                                    <p:cond delay="0"/>
                                  </p:stCondLst>
                                  <p:childTnLst>
                                    <p:set>
                                      <p:cBhvr>
                                        <p:cTn id="10" dur="1" fill="hold">
                                          <p:stCondLst>
                                            <p:cond delay="0"/>
                                          </p:stCondLst>
                                        </p:cTn>
                                        <p:tgtEl>
                                          <p:spTgt spid="188"/>
                                        </p:tgtEl>
                                        <p:attrNameLst>
                                          <p:attrName>style.visibility</p:attrName>
                                        </p:attrNameLst>
                                      </p:cBhvr>
                                      <p:to>
                                        <p:strVal val="visible"/>
                                      </p:to>
                                    </p:set>
                                    <p:anim calcmode="lin" valueType="num">
                                      <p:cBhvr additive="base">
                                        <p:cTn id="11" dur="500"/>
                                        <p:tgtEl>
                                          <p:spTgt spid="188"/>
                                        </p:tgtEl>
                                        <p:attrNameLst>
                                          <p:attrName>ppt_x</p:attrName>
                                        </p:attrNameLst>
                                      </p:cBhvr>
                                      <p:tavLst>
                                        <p:tav tm="0">
                                          <p:val>
                                            <p:strVal val="#ppt_x+#ppt_w*1.125000"/>
                                          </p:val>
                                        </p:tav>
                                        <p:tav tm="100000">
                                          <p:val>
                                            <p:strVal val="#ppt_x"/>
                                          </p:val>
                                        </p:tav>
                                      </p:tavLst>
                                    </p:anim>
                                    <p:animEffect transition="in" filter="wipe(left)">
                                      <p:cBhvr>
                                        <p:cTn id="12" dur="500"/>
                                        <p:tgtEl>
                                          <p:spTgt spid="188"/>
                                        </p:tgtEl>
                                      </p:cBhvr>
                                    </p:animEffect>
                                  </p:childTnLst>
                                </p:cTn>
                              </p:par>
                              <p:par>
                                <p:cTn id="13" presetID="12" presetClass="entr" presetSubtype="2"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500"/>
                                        <p:tgtEl>
                                          <p:spTgt spid="199"/>
                                        </p:tgtEl>
                                        <p:attrNameLst>
                                          <p:attrName>ppt_x</p:attrName>
                                        </p:attrNameLst>
                                      </p:cBhvr>
                                      <p:tavLst>
                                        <p:tav tm="0">
                                          <p:val>
                                            <p:strVal val="#ppt_x+#ppt_w*1.125000"/>
                                          </p:val>
                                        </p:tav>
                                        <p:tav tm="100000">
                                          <p:val>
                                            <p:strVal val="#ppt_x"/>
                                          </p:val>
                                        </p:tav>
                                      </p:tavLst>
                                    </p:anim>
                                    <p:animEffect transition="in" filter="wipe(left)">
                                      <p:cBhvr>
                                        <p:cTn id="16" dur="500"/>
                                        <p:tgtEl>
                                          <p:spTgt spid="199"/>
                                        </p:tgtEl>
                                      </p:cBhvr>
                                    </p:animEffect>
                                  </p:childTnLst>
                                </p:cTn>
                              </p:par>
                              <p:par>
                                <p:cTn id="17" presetID="12" presetClass="entr" presetSubtype="2" fill="hold" grpId="0" nodeType="withEffect">
                                  <p:stCondLst>
                                    <p:cond delay="0"/>
                                  </p:stCondLst>
                                  <p:childTnLst>
                                    <p:set>
                                      <p:cBhvr>
                                        <p:cTn id="18" dur="1" fill="hold">
                                          <p:stCondLst>
                                            <p:cond delay="0"/>
                                          </p:stCondLst>
                                        </p:cTn>
                                        <p:tgtEl>
                                          <p:spTgt spid="169"/>
                                        </p:tgtEl>
                                        <p:attrNameLst>
                                          <p:attrName>style.visibility</p:attrName>
                                        </p:attrNameLst>
                                      </p:cBhvr>
                                      <p:to>
                                        <p:strVal val="visible"/>
                                      </p:to>
                                    </p:set>
                                    <p:anim calcmode="lin" valueType="num">
                                      <p:cBhvr additive="base">
                                        <p:cTn id="19" dur="500"/>
                                        <p:tgtEl>
                                          <p:spTgt spid="169"/>
                                        </p:tgtEl>
                                        <p:attrNameLst>
                                          <p:attrName>ppt_x</p:attrName>
                                        </p:attrNameLst>
                                      </p:cBhvr>
                                      <p:tavLst>
                                        <p:tav tm="0">
                                          <p:val>
                                            <p:strVal val="#ppt_x+#ppt_w*1.125000"/>
                                          </p:val>
                                        </p:tav>
                                        <p:tav tm="100000">
                                          <p:val>
                                            <p:strVal val="#ppt_x"/>
                                          </p:val>
                                        </p:tav>
                                      </p:tavLst>
                                    </p:anim>
                                    <p:animEffect transition="in" filter="wipe(left)">
                                      <p:cBhvr>
                                        <p:cTn id="20" dur="500"/>
                                        <p:tgtEl>
                                          <p:spTgt spid="169"/>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par>
                                <p:cTn id="28" presetID="22" presetClass="entr" presetSubtype="8" fill="hold"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500"/>
                                        <p:tgtEl>
                                          <p:spTgt spid="9"/>
                                        </p:tgtEl>
                                      </p:cBhvr>
                                    </p:animEffect>
                                  </p:childTnLst>
                                </p:cTn>
                              </p:par>
                            </p:childTnLst>
                          </p:cTn>
                        </p:par>
                        <p:par>
                          <p:cTn id="34" fill="hold">
                            <p:stCondLst>
                              <p:cond delay="1000"/>
                            </p:stCondLst>
                            <p:childTnLst>
                              <p:par>
                                <p:cTn id="35" presetID="53" presetClass="entr" presetSubtype="16"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500" fill="hold"/>
                                        <p:tgtEl>
                                          <p:spTgt spid="10"/>
                                        </p:tgtEl>
                                        <p:attrNameLst>
                                          <p:attrName>ppt_w</p:attrName>
                                        </p:attrNameLst>
                                      </p:cBhvr>
                                      <p:tavLst>
                                        <p:tav tm="0">
                                          <p:val>
                                            <p:fltVal val="0"/>
                                          </p:val>
                                        </p:tav>
                                        <p:tav tm="100000">
                                          <p:val>
                                            <p:strVal val="#ppt_w"/>
                                          </p:val>
                                        </p:tav>
                                      </p:tavLst>
                                    </p:anim>
                                    <p:anim calcmode="lin" valueType="num">
                                      <p:cBhvr>
                                        <p:cTn id="38" dur="500" fill="hold"/>
                                        <p:tgtEl>
                                          <p:spTgt spid="10"/>
                                        </p:tgtEl>
                                        <p:attrNameLst>
                                          <p:attrName>ppt_h</p:attrName>
                                        </p:attrNameLst>
                                      </p:cBhvr>
                                      <p:tavLst>
                                        <p:tav tm="0">
                                          <p:val>
                                            <p:fltVal val="0"/>
                                          </p:val>
                                        </p:tav>
                                        <p:tav tm="100000">
                                          <p:val>
                                            <p:strVal val="#ppt_h"/>
                                          </p:val>
                                        </p:tav>
                                      </p:tavLst>
                                    </p:anim>
                                    <p:animEffect transition="in" filter="fade">
                                      <p:cBhvr>
                                        <p:cTn id="39" dur="500"/>
                                        <p:tgtEl>
                                          <p:spTgt spid="10"/>
                                        </p:tgtEl>
                                      </p:cBhvr>
                                    </p:animEffect>
                                  </p:childTnLst>
                                </p:cTn>
                              </p:par>
                            </p:childTnLst>
                          </p:cTn>
                        </p:par>
                        <p:par>
                          <p:cTn id="40" fill="hold">
                            <p:stCondLst>
                              <p:cond delay="1500"/>
                            </p:stCondLst>
                            <p:childTnLst>
                              <p:par>
                                <p:cTn id="41" presetID="12" presetClass="entr" presetSubtype="4"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 calcmode="lin" valueType="num">
                                      <p:cBhvr additive="base">
                                        <p:cTn id="43" dur="500"/>
                                        <p:tgtEl>
                                          <p:spTgt spid="47"/>
                                        </p:tgtEl>
                                        <p:attrNameLst>
                                          <p:attrName>ppt_y</p:attrName>
                                        </p:attrNameLst>
                                      </p:cBhvr>
                                      <p:tavLst>
                                        <p:tav tm="0">
                                          <p:val>
                                            <p:strVal val="#ppt_y+#ppt_h*1.125000"/>
                                          </p:val>
                                        </p:tav>
                                        <p:tav tm="100000">
                                          <p:val>
                                            <p:strVal val="#ppt_y"/>
                                          </p:val>
                                        </p:tav>
                                      </p:tavLst>
                                    </p:anim>
                                    <p:animEffect transition="in" filter="wipe(up)">
                                      <p:cBhvr>
                                        <p:cTn id="44" dur="500"/>
                                        <p:tgtEl>
                                          <p:spTgt spid="47"/>
                                        </p:tgtEl>
                                      </p:cBhvr>
                                    </p:animEffect>
                                  </p:childTnLst>
                                </p:cTn>
                              </p:par>
                              <p:par>
                                <p:cTn id="45" presetID="12" presetClass="entr" presetSubtype="1" fill="hold" grpId="0" nodeType="with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500"/>
                                        <p:tgtEl>
                                          <p:spTgt spid="48"/>
                                        </p:tgtEl>
                                        <p:attrNameLst>
                                          <p:attrName>ppt_y</p:attrName>
                                        </p:attrNameLst>
                                      </p:cBhvr>
                                      <p:tavLst>
                                        <p:tav tm="0">
                                          <p:val>
                                            <p:strVal val="#ppt_y-#ppt_h*1.125000"/>
                                          </p:val>
                                        </p:tav>
                                        <p:tav tm="100000">
                                          <p:val>
                                            <p:strVal val="#ppt_y"/>
                                          </p:val>
                                        </p:tav>
                                      </p:tavLst>
                                    </p:anim>
                                    <p:animEffect transition="in" filter="wipe(down)">
                                      <p:cBhvr>
                                        <p:cTn id="48" dur="500"/>
                                        <p:tgtEl>
                                          <p:spTgt spid="48"/>
                                        </p:tgtEl>
                                      </p:cBhvr>
                                    </p:animEffect>
                                  </p:childTnLst>
                                </p:cTn>
                              </p:par>
                            </p:childTnLst>
                          </p:cTn>
                        </p:par>
                        <p:par>
                          <p:cTn id="49" fill="hold">
                            <p:stCondLst>
                              <p:cond delay="2000"/>
                            </p:stCondLst>
                            <p:childTnLst>
                              <p:par>
                                <p:cTn id="50" presetID="12" presetClass="entr" presetSubtype="4" fill="hold" grpId="0" nodeType="after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p:tgtEl>
                                          <p:spTgt spid="49"/>
                                        </p:tgtEl>
                                        <p:attrNameLst>
                                          <p:attrName>ppt_y</p:attrName>
                                        </p:attrNameLst>
                                      </p:cBhvr>
                                      <p:tavLst>
                                        <p:tav tm="0">
                                          <p:val>
                                            <p:strVal val="#ppt_y+#ppt_h*1.125000"/>
                                          </p:val>
                                        </p:tav>
                                        <p:tav tm="100000">
                                          <p:val>
                                            <p:strVal val="#ppt_y"/>
                                          </p:val>
                                        </p:tav>
                                      </p:tavLst>
                                    </p:anim>
                                    <p:animEffect transition="in" filter="wipe(up)">
                                      <p:cBhvr>
                                        <p:cTn id="53" dur="500"/>
                                        <p:tgtEl>
                                          <p:spTgt spid="49"/>
                                        </p:tgtEl>
                                      </p:cBhvr>
                                    </p:animEffect>
                                  </p:childTnLst>
                                </p:cTn>
                              </p:par>
                              <p:par>
                                <p:cTn id="54" presetID="12" presetClass="entr" presetSubtype="1" fill="hold" grpId="0" nodeType="withEffect">
                                  <p:stCondLst>
                                    <p:cond delay="0"/>
                                  </p:stCondLst>
                                  <p:childTnLst>
                                    <p:set>
                                      <p:cBhvr>
                                        <p:cTn id="55" dur="1" fill="hold">
                                          <p:stCondLst>
                                            <p:cond delay="0"/>
                                          </p:stCondLst>
                                        </p:cTn>
                                        <p:tgtEl>
                                          <p:spTgt spid="50"/>
                                        </p:tgtEl>
                                        <p:attrNameLst>
                                          <p:attrName>style.visibility</p:attrName>
                                        </p:attrNameLst>
                                      </p:cBhvr>
                                      <p:to>
                                        <p:strVal val="visible"/>
                                      </p:to>
                                    </p:set>
                                    <p:anim calcmode="lin" valueType="num">
                                      <p:cBhvr additive="base">
                                        <p:cTn id="56" dur="500"/>
                                        <p:tgtEl>
                                          <p:spTgt spid="50"/>
                                        </p:tgtEl>
                                        <p:attrNameLst>
                                          <p:attrName>ppt_y</p:attrName>
                                        </p:attrNameLst>
                                      </p:cBhvr>
                                      <p:tavLst>
                                        <p:tav tm="0">
                                          <p:val>
                                            <p:strVal val="#ppt_y-#ppt_h*1.125000"/>
                                          </p:val>
                                        </p:tav>
                                        <p:tav tm="100000">
                                          <p:val>
                                            <p:strVal val="#ppt_y"/>
                                          </p:val>
                                        </p:tav>
                                      </p:tavLst>
                                    </p:anim>
                                    <p:animEffect transition="in" filter="wipe(down)">
                                      <p:cBhvr>
                                        <p:cTn id="57" dur="500"/>
                                        <p:tgtEl>
                                          <p:spTgt spid="50"/>
                                        </p:tgtEl>
                                      </p:cBhvr>
                                    </p:animEffect>
                                  </p:childTnLst>
                                </p:cTn>
                              </p:par>
                            </p:childTnLst>
                          </p:cTn>
                        </p:par>
                        <p:par>
                          <p:cTn id="58" fill="hold">
                            <p:stCondLst>
                              <p:cond delay="2500"/>
                            </p:stCondLst>
                            <p:childTnLst>
                              <p:par>
                                <p:cTn id="59" presetID="12" presetClass="entr" presetSubtype="4" fill="hold" grpId="0" nodeType="afterEffect">
                                  <p:stCondLst>
                                    <p:cond delay="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p:tgtEl>
                                          <p:spTgt spid="51"/>
                                        </p:tgtEl>
                                        <p:attrNameLst>
                                          <p:attrName>ppt_y</p:attrName>
                                        </p:attrNameLst>
                                      </p:cBhvr>
                                      <p:tavLst>
                                        <p:tav tm="0">
                                          <p:val>
                                            <p:strVal val="#ppt_y+#ppt_h*1.125000"/>
                                          </p:val>
                                        </p:tav>
                                        <p:tav tm="100000">
                                          <p:val>
                                            <p:strVal val="#ppt_y"/>
                                          </p:val>
                                        </p:tav>
                                      </p:tavLst>
                                    </p:anim>
                                    <p:animEffect transition="in" filter="wipe(up)">
                                      <p:cBhvr>
                                        <p:cTn id="62" dur="500"/>
                                        <p:tgtEl>
                                          <p:spTgt spid="51"/>
                                        </p:tgtEl>
                                      </p:cBhvr>
                                    </p:animEffect>
                                  </p:childTnLst>
                                </p:cTn>
                              </p:par>
                              <p:par>
                                <p:cTn id="63" presetID="12" presetClass="entr" presetSubtype="1" fill="hold" grpId="0" nodeType="withEffect">
                                  <p:stCondLst>
                                    <p:cond delay="0"/>
                                  </p:stCondLst>
                                  <p:childTnLst>
                                    <p:set>
                                      <p:cBhvr>
                                        <p:cTn id="64" dur="1" fill="hold">
                                          <p:stCondLst>
                                            <p:cond delay="0"/>
                                          </p:stCondLst>
                                        </p:cTn>
                                        <p:tgtEl>
                                          <p:spTgt spid="52"/>
                                        </p:tgtEl>
                                        <p:attrNameLst>
                                          <p:attrName>style.visibility</p:attrName>
                                        </p:attrNameLst>
                                      </p:cBhvr>
                                      <p:to>
                                        <p:strVal val="visible"/>
                                      </p:to>
                                    </p:set>
                                    <p:anim calcmode="lin" valueType="num">
                                      <p:cBhvr additive="base">
                                        <p:cTn id="65" dur="500"/>
                                        <p:tgtEl>
                                          <p:spTgt spid="52"/>
                                        </p:tgtEl>
                                        <p:attrNameLst>
                                          <p:attrName>ppt_y</p:attrName>
                                        </p:attrNameLst>
                                      </p:cBhvr>
                                      <p:tavLst>
                                        <p:tav tm="0">
                                          <p:val>
                                            <p:strVal val="#ppt_y-#ppt_h*1.125000"/>
                                          </p:val>
                                        </p:tav>
                                        <p:tav tm="100000">
                                          <p:val>
                                            <p:strVal val="#ppt_y"/>
                                          </p:val>
                                        </p:tav>
                                      </p:tavLst>
                                    </p:anim>
                                    <p:animEffect transition="in" filter="wipe(down)">
                                      <p:cBhvr>
                                        <p:cTn id="66" dur="500"/>
                                        <p:tgtEl>
                                          <p:spTgt spid="52"/>
                                        </p:tgtEl>
                                      </p:cBhvr>
                                    </p:animEffect>
                                  </p:childTnLst>
                                </p:cTn>
                              </p:par>
                            </p:childTnLst>
                          </p:cTn>
                        </p:par>
                        <p:par>
                          <p:cTn id="67" fill="hold">
                            <p:stCondLst>
                              <p:cond delay="3000"/>
                            </p:stCondLst>
                            <p:childTnLst>
                              <p:par>
                                <p:cTn id="68" presetID="12" presetClass="entr" presetSubtype="4" fill="hold" grpId="0" nodeType="afterEffect">
                                  <p:stCondLst>
                                    <p:cond delay="0"/>
                                  </p:stCondLst>
                                  <p:childTnLst>
                                    <p:set>
                                      <p:cBhvr>
                                        <p:cTn id="69" dur="1" fill="hold">
                                          <p:stCondLst>
                                            <p:cond delay="0"/>
                                          </p:stCondLst>
                                        </p:cTn>
                                        <p:tgtEl>
                                          <p:spTgt spid="53"/>
                                        </p:tgtEl>
                                        <p:attrNameLst>
                                          <p:attrName>style.visibility</p:attrName>
                                        </p:attrNameLst>
                                      </p:cBhvr>
                                      <p:to>
                                        <p:strVal val="visible"/>
                                      </p:to>
                                    </p:set>
                                    <p:anim calcmode="lin" valueType="num">
                                      <p:cBhvr additive="base">
                                        <p:cTn id="70" dur="500"/>
                                        <p:tgtEl>
                                          <p:spTgt spid="53"/>
                                        </p:tgtEl>
                                        <p:attrNameLst>
                                          <p:attrName>ppt_y</p:attrName>
                                        </p:attrNameLst>
                                      </p:cBhvr>
                                      <p:tavLst>
                                        <p:tav tm="0">
                                          <p:val>
                                            <p:strVal val="#ppt_y+#ppt_h*1.125000"/>
                                          </p:val>
                                        </p:tav>
                                        <p:tav tm="100000">
                                          <p:val>
                                            <p:strVal val="#ppt_y"/>
                                          </p:val>
                                        </p:tav>
                                      </p:tavLst>
                                    </p:anim>
                                    <p:animEffect transition="in" filter="wipe(up)">
                                      <p:cBhvr>
                                        <p:cTn id="71" dur="500"/>
                                        <p:tgtEl>
                                          <p:spTgt spid="53"/>
                                        </p:tgtEl>
                                      </p:cBhvr>
                                    </p:animEffect>
                                  </p:childTnLst>
                                </p:cTn>
                              </p:par>
                              <p:par>
                                <p:cTn id="72" presetID="12" presetClass="entr" presetSubtype="1" fill="hold" grpId="0" nodeType="withEffect">
                                  <p:stCondLst>
                                    <p:cond delay="0"/>
                                  </p:stCondLst>
                                  <p:childTnLst>
                                    <p:set>
                                      <p:cBhvr>
                                        <p:cTn id="73" dur="1" fill="hold">
                                          <p:stCondLst>
                                            <p:cond delay="0"/>
                                          </p:stCondLst>
                                        </p:cTn>
                                        <p:tgtEl>
                                          <p:spTgt spid="54"/>
                                        </p:tgtEl>
                                        <p:attrNameLst>
                                          <p:attrName>style.visibility</p:attrName>
                                        </p:attrNameLst>
                                      </p:cBhvr>
                                      <p:to>
                                        <p:strVal val="visible"/>
                                      </p:to>
                                    </p:set>
                                    <p:anim calcmode="lin" valueType="num">
                                      <p:cBhvr additive="base">
                                        <p:cTn id="74" dur="500"/>
                                        <p:tgtEl>
                                          <p:spTgt spid="54"/>
                                        </p:tgtEl>
                                        <p:attrNameLst>
                                          <p:attrName>ppt_y</p:attrName>
                                        </p:attrNameLst>
                                      </p:cBhvr>
                                      <p:tavLst>
                                        <p:tav tm="0">
                                          <p:val>
                                            <p:strVal val="#ppt_y-#ppt_h*1.125000"/>
                                          </p:val>
                                        </p:tav>
                                        <p:tav tm="100000">
                                          <p:val>
                                            <p:strVal val="#ppt_y"/>
                                          </p:val>
                                        </p:tav>
                                      </p:tavLst>
                                    </p:anim>
                                    <p:animEffect transition="in" filter="wipe(down)">
                                      <p:cBhvr>
                                        <p:cTn id="7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P spid="188" grpId="0" animBg="1"/>
      <p:bldP spid="169" grpId="0" animBg="1"/>
      <p:bldP spid="199" grpId="0" animBg="1"/>
      <p:bldP spid="47" grpId="0"/>
      <p:bldP spid="48" grpId="0"/>
      <p:bldP spid="49" grpId="0"/>
      <p:bldP spid="50" grpId="0"/>
      <p:bldP spid="51" grpId="0"/>
      <p:bldP spid="52" grpId="0"/>
      <p:bldP spid="53" grpId="0"/>
      <p:bldP spid="5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6073079" y="2366643"/>
            <a:ext cx="692092" cy="692092"/>
            <a:chOff x="6369311" y="2040370"/>
            <a:chExt cx="755703" cy="755703"/>
          </a:xfrm>
        </p:grpSpPr>
        <p:sp>
          <p:nvSpPr>
            <p:cNvPr id="8" name="Oval 7"/>
            <p:cNvSpPr/>
            <p:nvPr/>
          </p:nvSpPr>
          <p:spPr>
            <a:xfrm>
              <a:off x="6369311" y="2040370"/>
              <a:ext cx="755703" cy="75570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TextBox 11"/>
            <p:cNvSpPr txBox="1"/>
            <p:nvPr/>
          </p:nvSpPr>
          <p:spPr>
            <a:xfrm>
              <a:off x="6422299" y="2208373"/>
              <a:ext cx="649725" cy="423441"/>
            </a:xfrm>
            <a:prstGeom prst="rect">
              <a:avLst/>
            </a:prstGeom>
            <a:noFill/>
          </p:spPr>
          <p:txBody>
            <a:bodyPr wrap="none" rtlCol="0">
              <a:spAutoFit/>
            </a:bodyPr>
            <a:lstStyle/>
            <a:p>
              <a:pPr algn="just">
                <a:lnSpc>
                  <a:spcPct val="120000"/>
                </a:lnSpc>
              </a:pPr>
              <a:r>
                <a:rPr lang="en-US" sz="160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93%</a:t>
              </a:r>
              <a:endParaRPr lang="en-GB" sz="160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1" name="Group 40"/>
          <p:cNvGrpSpPr/>
          <p:nvPr/>
        </p:nvGrpSpPr>
        <p:grpSpPr>
          <a:xfrm>
            <a:off x="6073079" y="3238584"/>
            <a:ext cx="692092" cy="692092"/>
            <a:chOff x="6369311" y="2992454"/>
            <a:chExt cx="755703" cy="755703"/>
          </a:xfrm>
        </p:grpSpPr>
        <p:sp>
          <p:nvSpPr>
            <p:cNvPr id="9" name="Oval 8"/>
            <p:cNvSpPr/>
            <p:nvPr/>
          </p:nvSpPr>
          <p:spPr>
            <a:xfrm>
              <a:off x="6369311" y="2992454"/>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16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TextBox 12"/>
            <p:cNvSpPr txBox="1"/>
            <p:nvPr/>
          </p:nvSpPr>
          <p:spPr>
            <a:xfrm>
              <a:off x="6422299" y="3160455"/>
              <a:ext cx="649725" cy="423441"/>
            </a:xfrm>
            <a:prstGeom prst="rect">
              <a:avLst/>
            </a:prstGeom>
            <a:noFill/>
          </p:spPr>
          <p:txBody>
            <a:bodyPr wrap="none" rtlCol="0">
              <a:spAutoFit/>
            </a:bodyPr>
            <a:lstStyle/>
            <a:p>
              <a:pPr algn="just">
                <a:lnSpc>
                  <a:spcPct val="120000"/>
                </a:lnSpc>
              </a:pPr>
              <a:r>
                <a:rPr lang="en-US"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82%</a:t>
              </a:r>
              <a:endParaRPr lang="en-GB"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2" name="Group 41"/>
          <p:cNvGrpSpPr/>
          <p:nvPr/>
        </p:nvGrpSpPr>
        <p:grpSpPr>
          <a:xfrm>
            <a:off x="6073079" y="4110525"/>
            <a:ext cx="692092" cy="692092"/>
            <a:chOff x="6369310" y="3944537"/>
            <a:chExt cx="755703" cy="755703"/>
          </a:xfrm>
        </p:grpSpPr>
        <p:sp>
          <p:nvSpPr>
            <p:cNvPr id="11" name="Oval 10"/>
            <p:cNvSpPr/>
            <p:nvPr/>
          </p:nvSpPr>
          <p:spPr>
            <a:xfrm>
              <a:off x="6369310" y="3944537"/>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16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TextBox 13"/>
            <p:cNvSpPr txBox="1"/>
            <p:nvPr/>
          </p:nvSpPr>
          <p:spPr>
            <a:xfrm>
              <a:off x="6422298" y="4114593"/>
              <a:ext cx="649725" cy="423441"/>
            </a:xfrm>
            <a:prstGeom prst="rect">
              <a:avLst/>
            </a:prstGeom>
            <a:noFill/>
          </p:spPr>
          <p:txBody>
            <a:bodyPr wrap="none" rtlCol="0">
              <a:spAutoFit/>
            </a:bodyPr>
            <a:lstStyle/>
            <a:p>
              <a:pPr algn="just">
                <a:lnSpc>
                  <a:spcPct val="120000"/>
                </a:lnSpc>
              </a:pPr>
              <a:r>
                <a:rPr lang="en-US"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70%</a:t>
              </a:r>
              <a:endParaRPr lang="en-GB"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3" name="Group 42"/>
          <p:cNvGrpSpPr/>
          <p:nvPr/>
        </p:nvGrpSpPr>
        <p:grpSpPr>
          <a:xfrm>
            <a:off x="6073079" y="4986226"/>
            <a:ext cx="692092" cy="692092"/>
            <a:chOff x="6369311" y="4900725"/>
            <a:chExt cx="755703" cy="755703"/>
          </a:xfrm>
        </p:grpSpPr>
        <p:sp>
          <p:nvSpPr>
            <p:cNvPr id="10" name="Oval 9"/>
            <p:cNvSpPr/>
            <p:nvPr/>
          </p:nvSpPr>
          <p:spPr>
            <a:xfrm>
              <a:off x="6369311" y="4900725"/>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16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TextBox 14"/>
            <p:cNvSpPr txBox="1"/>
            <p:nvPr/>
          </p:nvSpPr>
          <p:spPr>
            <a:xfrm>
              <a:off x="6422299" y="5068728"/>
              <a:ext cx="649725" cy="423441"/>
            </a:xfrm>
            <a:prstGeom prst="rect">
              <a:avLst/>
            </a:prstGeom>
            <a:noFill/>
          </p:spPr>
          <p:txBody>
            <a:bodyPr wrap="none" rtlCol="0">
              <a:spAutoFit/>
            </a:bodyPr>
            <a:lstStyle/>
            <a:p>
              <a:pPr algn="just">
                <a:lnSpc>
                  <a:spcPct val="120000"/>
                </a:lnSpc>
              </a:pPr>
              <a:r>
                <a:rPr lang="en-US"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68%</a:t>
              </a:r>
              <a:endParaRPr lang="en-GB" sz="1600" b="1">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7" name="Group 36"/>
          <p:cNvGrpSpPr/>
          <p:nvPr/>
        </p:nvGrpSpPr>
        <p:grpSpPr>
          <a:xfrm>
            <a:off x="6967958" y="3246731"/>
            <a:ext cx="3045194" cy="3532017"/>
            <a:chOff x="7346437" y="3001349"/>
            <a:chExt cx="3325083" cy="3856651"/>
          </a:xfrm>
        </p:grpSpPr>
        <p:sp>
          <p:nvSpPr>
            <p:cNvPr id="6" name="Freeform 5"/>
            <p:cNvSpPr/>
            <p:nvPr/>
          </p:nvSpPr>
          <p:spPr>
            <a:xfrm rot="16200000">
              <a:off x="7080653" y="3267133"/>
              <a:ext cx="3856651" cy="3325083"/>
            </a:xfrm>
            <a:custGeom>
              <a:avLst/>
              <a:gdLst>
                <a:gd name="connsiteX0" fmla="*/ 4242316 w 4242316"/>
                <a:gd name="connsiteY0" fmla="*/ 562708 h 3657591"/>
                <a:gd name="connsiteX1" fmla="*/ 4117817 w 4242316"/>
                <a:gd name="connsiteY1" fmla="*/ 562708 h 3657591"/>
                <a:gd name="connsiteX2" fmla="*/ 4117817 w 4242316"/>
                <a:gd name="connsiteY2" fmla="*/ 3094883 h 3657591"/>
                <a:gd name="connsiteX3" fmla="*/ 3555109 w 4242316"/>
                <a:gd name="connsiteY3" fmla="*/ 3657591 h 3657591"/>
                <a:gd name="connsiteX4" fmla="*/ 0 w 4242316"/>
                <a:gd name="connsiteY4" fmla="*/ 3657591 h 3657591"/>
                <a:gd name="connsiteX5" fmla="*/ 0 w 4242316"/>
                <a:gd name="connsiteY5" fmla="*/ 3094883 h 3657591"/>
                <a:gd name="connsiteX6" fmla="*/ 3555109 w 4242316"/>
                <a:gd name="connsiteY6" fmla="*/ 3094883 h 3657591"/>
                <a:gd name="connsiteX7" fmla="*/ 3555109 w 4242316"/>
                <a:gd name="connsiteY7" fmla="*/ 562708 h 3657591"/>
                <a:gd name="connsiteX8" fmla="*/ 3430609 w 4242316"/>
                <a:gd name="connsiteY8" fmla="*/ 562708 h 3657591"/>
                <a:gd name="connsiteX9" fmla="*/ 3836463 w 4242316"/>
                <a:gd name="connsiteY9" fmla="*/ 0 h 3657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42316" h="3657591">
                  <a:moveTo>
                    <a:pt x="4242316" y="562708"/>
                  </a:moveTo>
                  <a:lnTo>
                    <a:pt x="4117817" y="562708"/>
                  </a:lnTo>
                  <a:lnTo>
                    <a:pt x="4117817" y="3094883"/>
                  </a:lnTo>
                  <a:lnTo>
                    <a:pt x="3555109" y="3657591"/>
                  </a:lnTo>
                  <a:lnTo>
                    <a:pt x="0" y="3657591"/>
                  </a:lnTo>
                  <a:lnTo>
                    <a:pt x="0" y="3094883"/>
                  </a:lnTo>
                  <a:lnTo>
                    <a:pt x="3555109" y="3094883"/>
                  </a:lnTo>
                  <a:lnTo>
                    <a:pt x="3555109" y="562708"/>
                  </a:lnTo>
                  <a:lnTo>
                    <a:pt x="3430609" y="562708"/>
                  </a:lnTo>
                  <a:lnTo>
                    <a:pt x="383646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15"/>
            <p:cNvSpPr>
              <a:spLocks noEditPoints="1"/>
            </p:cNvSpPr>
            <p:nvPr/>
          </p:nvSpPr>
          <p:spPr bwMode="auto">
            <a:xfrm>
              <a:off x="8114763" y="3219375"/>
              <a:ext cx="352166" cy="301858"/>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chemeClr val="bg1"/>
            </a:solidFill>
            <a:ln>
              <a:noFill/>
            </a:ln>
          </p:spPr>
          <p:txBody>
            <a:bodyPr vert="horz" wrap="square" lIns="83743" tIns="41872" rIns="83743" bIns="41872"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Group 37"/>
          <p:cNvGrpSpPr/>
          <p:nvPr/>
        </p:nvGrpSpPr>
        <p:grpSpPr>
          <a:xfrm>
            <a:off x="6967954" y="4122762"/>
            <a:ext cx="2401021" cy="2655984"/>
            <a:chOff x="7346434" y="3957897"/>
            <a:chExt cx="2621703" cy="2900101"/>
          </a:xfrm>
        </p:grpSpPr>
        <p:sp>
          <p:nvSpPr>
            <p:cNvPr id="5" name="Freeform 4"/>
            <p:cNvSpPr/>
            <p:nvPr/>
          </p:nvSpPr>
          <p:spPr>
            <a:xfrm rot="16200000">
              <a:off x="7207235" y="4097096"/>
              <a:ext cx="2900101" cy="2621703"/>
            </a:xfrm>
            <a:custGeom>
              <a:avLst/>
              <a:gdLst>
                <a:gd name="connsiteX0" fmla="*/ 2496508 w 3190111"/>
                <a:gd name="connsiteY0" fmla="*/ 2321164 h 2883873"/>
                <a:gd name="connsiteX1" fmla="*/ 2496508 w 3190111"/>
                <a:gd name="connsiteY1" fmla="*/ 2883872 h 2883873"/>
                <a:gd name="connsiteX2" fmla="*/ 0 w 3190111"/>
                <a:gd name="connsiteY2" fmla="*/ 2883872 h 2883873"/>
                <a:gd name="connsiteX3" fmla="*/ 0 w 3190111"/>
                <a:gd name="connsiteY3" fmla="*/ 2321164 h 2883873"/>
                <a:gd name="connsiteX4" fmla="*/ 3190111 w 3190111"/>
                <a:gd name="connsiteY4" fmla="*/ 562708 h 2883873"/>
                <a:gd name="connsiteX5" fmla="*/ 3062414 w 3190111"/>
                <a:gd name="connsiteY5" fmla="*/ 562708 h 2883873"/>
                <a:gd name="connsiteX6" fmla="*/ 3062414 w 3190111"/>
                <a:gd name="connsiteY6" fmla="*/ 2321165 h 2883873"/>
                <a:gd name="connsiteX7" fmla="*/ 3065612 w 3190111"/>
                <a:gd name="connsiteY7" fmla="*/ 2321165 h 2883873"/>
                <a:gd name="connsiteX8" fmla="*/ 2499706 w 3190111"/>
                <a:gd name="connsiteY8" fmla="*/ 2883873 h 2883873"/>
                <a:gd name="connsiteX9" fmla="*/ 2499706 w 3190111"/>
                <a:gd name="connsiteY9" fmla="*/ 2321165 h 2883873"/>
                <a:gd name="connsiteX10" fmla="*/ 2499706 w 3190111"/>
                <a:gd name="connsiteY10" fmla="*/ 562708 h 2883873"/>
                <a:gd name="connsiteX11" fmla="*/ 2378404 w 3190111"/>
                <a:gd name="connsiteY11" fmla="*/ 562708 h 2883873"/>
                <a:gd name="connsiteX12" fmla="*/ 2784258 w 3190111"/>
                <a:gd name="connsiteY12" fmla="*/ 0 h 2883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90111" h="2883873">
                  <a:moveTo>
                    <a:pt x="2496508" y="2321164"/>
                  </a:moveTo>
                  <a:lnTo>
                    <a:pt x="2496508" y="2883872"/>
                  </a:lnTo>
                  <a:lnTo>
                    <a:pt x="0" y="2883872"/>
                  </a:lnTo>
                  <a:lnTo>
                    <a:pt x="0" y="2321164"/>
                  </a:lnTo>
                  <a:close/>
                  <a:moveTo>
                    <a:pt x="3190111" y="562708"/>
                  </a:moveTo>
                  <a:lnTo>
                    <a:pt x="3062414" y="562708"/>
                  </a:lnTo>
                  <a:lnTo>
                    <a:pt x="3062414" y="2321165"/>
                  </a:lnTo>
                  <a:lnTo>
                    <a:pt x="3065612" y="2321165"/>
                  </a:lnTo>
                  <a:lnTo>
                    <a:pt x="2499706" y="2883873"/>
                  </a:lnTo>
                  <a:lnTo>
                    <a:pt x="2499706" y="2321165"/>
                  </a:lnTo>
                  <a:lnTo>
                    <a:pt x="2499706" y="562708"/>
                  </a:lnTo>
                  <a:lnTo>
                    <a:pt x="2378404" y="562708"/>
                  </a:lnTo>
                  <a:lnTo>
                    <a:pt x="278425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16"/>
            <p:cNvSpPr>
              <a:spLocks noEditPoints="1"/>
            </p:cNvSpPr>
            <p:nvPr/>
          </p:nvSpPr>
          <p:spPr bwMode="auto">
            <a:xfrm>
              <a:off x="8101752" y="4176428"/>
              <a:ext cx="378190" cy="338289"/>
            </a:xfrm>
            <a:custGeom>
              <a:avLst/>
              <a:gdLst>
                <a:gd name="T0" fmla="*/ 36 w 101"/>
                <a:gd name="T1" fmla="*/ 77 h 90"/>
                <a:gd name="T2" fmla="*/ 39 w 101"/>
                <a:gd name="T3" fmla="*/ 80 h 90"/>
                <a:gd name="T4" fmla="*/ 42 w 101"/>
                <a:gd name="T5" fmla="*/ 80 h 90"/>
                <a:gd name="T6" fmla="*/ 44 w 101"/>
                <a:gd name="T7" fmla="*/ 79 h 90"/>
                <a:gd name="T8" fmla="*/ 46 w 101"/>
                <a:gd name="T9" fmla="*/ 75 h 90"/>
                <a:gd name="T10" fmla="*/ 46 w 101"/>
                <a:gd name="T11" fmla="*/ 75 h 90"/>
                <a:gd name="T12" fmla="*/ 46 w 101"/>
                <a:gd name="T13" fmla="*/ 47 h 90"/>
                <a:gd name="T14" fmla="*/ 30 w 101"/>
                <a:gd name="T15" fmla="*/ 52 h 90"/>
                <a:gd name="T16" fmla="*/ 0 w 101"/>
                <a:gd name="T17" fmla="*/ 52 h 90"/>
                <a:gd name="T18" fmla="*/ 44 w 101"/>
                <a:gd name="T19" fmla="*/ 6 h 90"/>
                <a:gd name="T20" fmla="*/ 46 w 101"/>
                <a:gd name="T21" fmla="*/ 0 h 90"/>
                <a:gd name="T22" fmla="*/ 55 w 101"/>
                <a:gd name="T23" fmla="*/ 0 h 90"/>
                <a:gd name="T24" fmla="*/ 57 w 101"/>
                <a:gd name="T25" fmla="*/ 6 h 90"/>
                <a:gd name="T26" fmla="*/ 101 w 101"/>
                <a:gd name="T27" fmla="*/ 52 h 90"/>
                <a:gd name="T28" fmla="*/ 72 w 101"/>
                <a:gd name="T29" fmla="*/ 52 h 90"/>
                <a:gd name="T30" fmla="*/ 56 w 101"/>
                <a:gd name="T31" fmla="*/ 47 h 90"/>
                <a:gd name="T32" fmla="*/ 56 w 101"/>
                <a:gd name="T33" fmla="*/ 75 h 90"/>
                <a:gd name="T34" fmla="*/ 56 w 101"/>
                <a:gd name="T35" fmla="*/ 75 h 90"/>
                <a:gd name="T36" fmla="*/ 50 w 101"/>
                <a:gd name="T37" fmla="*/ 88 h 90"/>
                <a:gd name="T38" fmla="*/ 43 w 101"/>
                <a:gd name="T39" fmla="*/ 90 h 90"/>
                <a:gd name="T40" fmla="*/ 36 w 101"/>
                <a:gd name="T41" fmla="*/ 89 h 90"/>
                <a:gd name="T42" fmla="*/ 26 w 101"/>
                <a:gd name="T43" fmla="*/ 79 h 90"/>
                <a:gd name="T44" fmla="*/ 36 w 101"/>
                <a:gd name="T45" fmla="*/ 77 h 90"/>
                <a:gd name="T46" fmla="*/ 72 w 101"/>
                <a:gd name="T47" fmla="*/ 43 h 90"/>
                <a:gd name="T48" fmla="*/ 80 w 101"/>
                <a:gd name="T49" fmla="*/ 41 h 90"/>
                <a:gd name="T50" fmla="*/ 57 w 101"/>
                <a:gd name="T51" fmla="*/ 13 h 90"/>
                <a:gd name="T52" fmla="*/ 72 w 101"/>
                <a:gd name="T53" fmla="*/ 43 h 90"/>
                <a:gd name="T54" fmla="*/ 10 w 101"/>
                <a:gd name="T55" fmla="*/ 40 h 90"/>
                <a:gd name="T56" fmla="*/ 20 w 101"/>
                <a:gd name="T57" fmla="*/ 39 h 90"/>
                <a:gd name="T58" fmla="*/ 33 w 101"/>
                <a:gd name="T59" fmla="*/ 16 h 90"/>
                <a:gd name="T60" fmla="*/ 10 w 101"/>
                <a:gd name="T61" fmla="*/ 4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1" h="90">
                  <a:moveTo>
                    <a:pt x="36" y="77"/>
                  </a:moveTo>
                  <a:cubicBezTo>
                    <a:pt x="36" y="78"/>
                    <a:pt x="37" y="79"/>
                    <a:pt x="39" y="80"/>
                  </a:cubicBezTo>
                  <a:cubicBezTo>
                    <a:pt x="40" y="80"/>
                    <a:pt x="41" y="80"/>
                    <a:pt x="42" y="80"/>
                  </a:cubicBezTo>
                  <a:cubicBezTo>
                    <a:pt x="43" y="80"/>
                    <a:pt x="43" y="79"/>
                    <a:pt x="44" y="79"/>
                  </a:cubicBezTo>
                  <a:cubicBezTo>
                    <a:pt x="45" y="78"/>
                    <a:pt x="46" y="77"/>
                    <a:pt x="46" y="75"/>
                  </a:cubicBezTo>
                  <a:cubicBezTo>
                    <a:pt x="46" y="75"/>
                    <a:pt x="46" y="75"/>
                    <a:pt x="46" y="75"/>
                  </a:cubicBezTo>
                  <a:cubicBezTo>
                    <a:pt x="46" y="47"/>
                    <a:pt x="46" y="47"/>
                    <a:pt x="46" y="47"/>
                  </a:cubicBezTo>
                  <a:cubicBezTo>
                    <a:pt x="39" y="47"/>
                    <a:pt x="34" y="49"/>
                    <a:pt x="30" y="52"/>
                  </a:cubicBezTo>
                  <a:cubicBezTo>
                    <a:pt x="19" y="47"/>
                    <a:pt x="9" y="47"/>
                    <a:pt x="0" y="52"/>
                  </a:cubicBezTo>
                  <a:cubicBezTo>
                    <a:pt x="2" y="26"/>
                    <a:pt x="16" y="9"/>
                    <a:pt x="44" y="6"/>
                  </a:cubicBezTo>
                  <a:cubicBezTo>
                    <a:pt x="46" y="0"/>
                    <a:pt x="46" y="0"/>
                    <a:pt x="46" y="0"/>
                  </a:cubicBezTo>
                  <a:cubicBezTo>
                    <a:pt x="55" y="0"/>
                    <a:pt x="55" y="0"/>
                    <a:pt x="55" y="0"/>
                  </a:cubicBezTo>
                  <a:cubicBezTo>
                    <a:pt x="57" y="6"/>
                    <a:pt x="57" y="6"/>
                    <a:pt x="57" y="6"/>
                  </a:cubicBezTo>
                  <a:cubicBezTo>
                    <a:pt x="85" y="9"/>
                    <a:pt x="99" y="26"/>
                    <a:pt x="101" y="52"/>
                  </a:cubicBezTo>
                  <a:cubicBezTo>
                    <a:pt x="92" y="47"/>
                    <a:pt x="83" y="47"/>
                    <a:pt x="72" y="52"/>
                  </a:cubicBezTo>
                  <a:cubicBezTo>
                    <a:pt x="67" y="49"/>
                    <a:pt x="63" y="47"/>
                    <a:pt x="56" y="47"/>
                  </a:cubicBezTo>
                  <a:cubicBezTo>
                    <a:pt x="56" y="75"/>
                    <a:pt x="56" y="75"/>
                    <a:pt x="56" y="75"/>
                  </a:cubicBezTo>
                  <a:cubicBezTo>
                    <a:pt x="56" y="75"/>
                    <a:pt x="56" y="75"/>
                    <a:pt x="56" y="75"/>
                  </a:cubicBezTo>
                  <a:cubicBezTo>
                    <a:pt x="56" y="81"/>
                    <a:pt x="54" y="85"/>
                    <a:pt x="50" y="88"/>
                  </a:cubicBezTo>
                  <a:cubicBezTo>
                    <a:pt x="48" y="89"/>
                    <a:pt x="45" y="90"/>
                    <a:pt x="43" y="90"/>
                  </a:cubicBezTo>
                  <a:cubicBezTo>
                    <a:pt x="40" y="90"/>
                    <a:pt x="38" y="90"/>
                    <a:pt x="36" y="89"/>
                  </a:cubicBezTo>
                  <a:cubicBezTo>
                    <a:pt x="31" y="88"/>
                    <a:pt x="27" y="84"/>
                    <a:pt x="26" y="79"/>
                  </a:cubicBezTo>
                  <a:cubicBezTo>
                    <a:pt x="36" y="77"/>
                    <a:pt x="36" y="77"/>
                    <a:pt x="36" y="77"/>
                  </a:cubicBezTo>
                  <a:close/>
                  <a:moveTo>
                    <a:pt x="72" y="43"/>
                  </a:moveTo>
                  <a:cubicBezTo>
                    <a:pt x="75" y="42"/>
                    <a:pt x="77" y="41"/>
                    <a:pt x="80" y="41"/>
                  </a:cubicBezTo>
                  <a:cubicBezTo>
                    <a:pt x="78" y="23"/>
                    <a:pt x="69" y="16"/>
                    <a:pt x="57" y="13"/>
                  </a:cubicBezTo>
                  <a:cubicBezTo>
                    <a:pt x="67" y="20"/>
                    <a:pt x="73" y="29"/>
                    <a:pt x="72" y="43"/>
                  </a:cubicBezTo>
                  <a:close/>
                  <a:moveTo>
                    <a:pt x="10" y="40"/>
                  </a:moveTo>
                  <a:cubicBezTo>
                    <a:pt x="14" y="40"/>
                    <a:pt x="17" y="40"/>
                    <a:pt x="20" y="39"/>
                  </a:cubicBezTo>
                  <a:cubicBezTo>
                    <a:pt x="25" y="31"/>
                    <a:pt x="29" y="23"/>
                    <a:pt x="33" y="16"/>
                  </a:cubicBezTo>
                  <a:cubicBezTo>
                    <a:pt x="20" y="19"/>
                    <a:pt x="13" y="27"/>
                    <a:pt x="10" y="40"/>
                  </a:cubicBezTo>
                  <a:close/>
                </a:path>
              </a:pathLst>
            </a:custGeom>
            <a:solidFill>
              <a:schemeClr val="bg1"/>
            </a:solidFill>
            <a:ln>
              <a:noFill/>
            </a:ln>
          </p:spPr>
          <p:txBody>
            <a:bodyPr vert="horz" wrap="square" lIns="83743" tIns="41872" rIns="83743" bIns="41872"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Group 35"/>
          <p:cNvGrpSpPr/>
          <p:nvPr/>
        </p:nvGrpSpPr>
        <p:grpSpPr>
          <a:xfrm>
            <a:off x="6967957" y="2374789"/>
            <a:ext cx="3689367" cy="4403959"/>
            <a:chOff x="7346438" y="2049265"/>
            <a:chExt cx="4028463" cy="4808735"/>
          </a:xfrm>
        </p:grpSpPr>
        <p:sp>
          <p:nvSpPr>
            <p:cNvPr id="7" name="Freeform 6"/>
            <p:cNvSpPr/>
            <p:nvPr/>
          </p:nvSpPr>
          <p:spPr>
            <a:xfrm rot="16200000">
              <a:off x="6956302" y="2439401"/>
              <a:ext cx="4808735" cy="4028463"/>
            </a:xfrm>
            <a:custGeom>
              <a:avLst/>
              <a:gdLst>
                <a:gd name="connsiteX0" fmla="*/ 5289608 w 5289608"/>
                <a:gd name="connsiteY0" fmla="*/ 562708 h 4431309"/>
                <a:gd name="connsiteX1" fmla="*/ 5165108 w 5289608"/>
                <a:gd name="connsiteY1" fmla="*/ 562708 h 4431309"/>
                <a:gd name="connsiteX2" fmla="*/ 5165108 w 5289608"/>
                <a:gd name="connsiteY2" fmla="*/ 3868601 h 4431309"/>
                <a:gd name="connsiteX3" fmla="*/ 4602401 w 5289608"/>
                <a:gd name="connsiteY3" fmla="*/ 4431309 h 4431309"/>
                <a:gd name="connsiteX4" fmla="*/ 0 w 5289608"/>
                <a:gd name="connsiteY4" fmla="*/ 4431309 h 4431309"/>
                <a:gd name="connsiteX5" fmla="*/ 0 w 5289608"/>
                <a:gd name="connsiteY5" fmla="*/ 3868601 h 4431309"/>
                <a:gd name="connsiteX6" fmla="*/ 4602401 w 5289608"/>
                <a:gd name="connsiteY6" fmla="*/ 3868601 h 4431309"/>
                <a:gd name="connsiteX7" fmla="*/ 4602401 w 5289608"/>
                <a:gd name="connsiteY7" fmla="*/ 562708 h 4431309"/>
                <a:gd name="connsiteX8" fmla="*/ 4477901 w 5289608"/>
                <a:gd name="connsiteY8" fmla="*/ 562708 h 4431309"/>
                <a:gd name="connsiteX9" fmla="*/ 4883755 w 5289608"/>
                <a:gd name="connsiteY9" fmla="*/ 0 h 44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89608" h="4431309">
                  <a:moveTo>
                    <a:pt x="5289608" y="562708"/>
                  </a:moveTo>
                  <a:lnTo>
                    <a:pt x="5165108" y="562708"/>
                  </a:lnTo>
                  <a:lnTo>
                    <a:pt x="5165108" y="3868601"/>
                  </a:lnTo>
                  <a:lnTo>
                    <a:pt x="4602401" y="4431309"/>
                  </a:lnTo>
                  <a:lnTo>
                    <a:pt x="0" y="4431309"/>
                  </a:lnTo>
                  <a:lnTo>
                    <a:pt x="0" y="3868601"/>
                  </a:lnTo>
                  <a:lnTo>
                    <a:pt x="4602401" y="3868601"/>
                  </a:lnTo>
                  <a:lnTo>
                    <a:pt x="4602401" y="562708"/>
                  </a:lnTo>
                  <a:lnTo>
                    <a:pt x="4477901" y="562708"/>
                  </a:lnTo>
                  <a:lnTo>
                    <a:pt x="488375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17"/>
            <p:cNvSpPr>
              <a:spLocks noEditPoints="1"/>
            </p:cNvSpPr>
            <p:nvPr/>
          </p:nvSpPr>
          <p:spPr bwMode="auto">
            <a:xfrm>
              <a:off x="8120836" y="2231727"/>
              <a:ext cx="369515" cy="372985"/>
            </a:xfrm>
            <a:custGeom>
              <a:avLst/>
              <a:gdLst>
                <a:gd name="T0" fmla="*/ 49 w 99"/>
                <a:gd name="T1" fmla="*/ 0 h 100"/>
                <a:gd name="T2" fmla="*/ 99 w 99"/>
                <a:gd name="T3" fmla="*/ 50 h 100"/>
                <a:gd name="T4" fmla="*/ 49 w 99"/>
                <a:gd name="T5" fmla="*/ 100 h 100"/>
                <a:gd name="T6" fmla="*/ 0 w 99"/>
                <a:gd name="T7" fmla="*/ 50 h 100"/>
                <a:gd name="T8" fmla="*/ 49 w 99"/>
                <a:gd name="T9" fmla="*/ 0 h 100"/>
                <a:gd name="T10" fmla="*/ 45 w 99"/>
                <a:gd name="T11" fmla="*/ 15 h 100"/>
                <a:gd name="T12" fmla="*/ 45 w 99"/>
                <a:gd name="T13" fmla="*/ 44 h 100"/>
                <a:gd name="T14" fmla="*/ 54 w 99"/>
                <a:gd name="T15" fmla="*/ 44 h 100"/>
                <a:gd name="T16" fmla="*/ 54 w 99"/>
                <a:gd name="T17" fmla="*/ 15 h 100"/>
                <a:gd name="T18" fmla="*/ 45 w 99"/>
                <a:gd name="T19" fmla="*/ 15 h 100"/>
                <a:gd name="T20" fmla="*/ 67 w 99"/>
                <a:gd name="T21" fmla="*/ 24 h 100"/>
                <a:gd name="T22" fmla="*/ 61 w 99"/>
                <a:gd name="T23" fmla="*/ 32 h 100"/>
                <a:gd name="T24" fmla="*/ 64 w 99"/>
                <a:gd name="T25" fmla="*/ 35 h 100"/>
                <a:gd name="T26" fmla="*/ 70 w 99"/>
                <a:gd name="T27" fmla="*/ 50 h 100"/>
                <a:gd name="T28" fmla="*/ 64 w 99"/>
                <a:gd name="T29" fmla="*/ 65 h 100"/>
                <a:gd name="T30" fmla="*/ 49 w 99"/>
                <a:gd name="T31" fmla="*/ 71 h 100"/>
                <a:gd name="T32" fmla="*/ 35 w 99"/>
                <a:gd name="T33" fmla="*/ 65 h 100"/>
                <a:gd name="T34" fmla="*/ 28 w 99"/>
                <a:gd name="T35" fmla="*/ 50 h 100"/>
                <a:gd name="T36" fmla="*/ 35 w 99"/>
                <a:gd name="T37" fmla="*/ 35 h 100"/>
                <a:gd name="T38" fmla="*/ 37 w 99"/>
                <a:gd name="T39" fmla="*/ 32 h 100"/>
                <a:gd name="T40" fmla="*/ 31 w 99"/>
                <a:gd name="T41" fmla="*/ 24 h 100"/>
                <a:gd name="T42" fmla="*/ 27 w 99"/>
                <a:gd name="T43" fmla="*/ 28 h 100"/>
                <a:gd name="T44" fmla="*/ 18 w 99"/>
                <a:gd name="T45" fmla="*/ 50 h 100"/>
                <a:gd name="T46" fmla="*/ 27 w 99"/>
                <a:gd name="T47" fmla="*/ 72 h 100"/>
                <a:gd name="T48" fmla="*/ 49 w 99"/>
                <a:gd name="T49" fmla="*/ 81 h 100"/>
                <a:gd name="T50" fmla="*/ 72 w 99"/>
                <a:gd name="T51" fmla="*/ 72 h 100"/>
                <a:gd name="T52" fmla="*/ 81 w 99"/>
                <a:gd name="T53" fmla="*/ 50 h 100"/>
                <a:gd name="T54" fmla="*/ 72 w 99"/>
                <a:gd name="T55" fmla="*/ 28 h 100"/>
                <a:gd name="T56" fmla="*/ 67 w 99"/>
                <a:gd name="T57" fmla="*/ 2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9" h="100">
                  <a:moveTo>
                    <a:pt x="49" y="0"/>
                  </a:moveTo>
                  <a:cubicBezTo>
                    <a:pt x="77" y="0"/>
                    <a:pt x="99" y="22"/>
                    <a:pt x="99" y="50"/>
                  </a:cubicBezTo>
                  <a:cubicBezTo>
                    <a:pt x="99" y="77"/>
                    <a:pt x="77" y="100"/>
                    <a:pt x="49" y="100"/>
                  </a:cubicBezTo>
                  <a:cubicBezTo>
                    <a:pt x="22" y="100"/>
                    <a:pt x="0" y="77"/>
                    <a:pt x="0" y="50"/>
                  </a:cubicBezTo>
                  <a:cubicBezTo>
                    <a:pt x="0" y="22"/>
                    <a:pt x="22" y="0"/>
                    <a:pt x="49" y="0"/>
                  </a:cubicBezTo>
                  <a:close/>
                  <a:moveTo>
                    <a:pt x="45" y="15"/>
                  </a:moveTo>
                  <a:cubicBezTo>
                    <a:pt x="45" y="44"/>
                    <a:pt x="45" y="44"/>
                    <a:pt x="45" y="44"/>
                  </a:cubicBezTo>
                  <a:cubicBezTo>
                    <a:pt x="54" y="44"/>
                    <a:pt x="54" y="44"/>
                    <a:pt x="54" y="44"/>
                  </a:cubicBezTo>
                  <a:cubicBezTo>
                    <a:pt x="54" y="15"/>
                    <a:pt x="54" y="15"/>
                    <a:pt x="54" y="15"/>
                  </a:cubicBezTo>
                  <a:cubicBezTo>
                    <a:pt x="45" y="15"/>
                    <a:pt x="45" y="15"/>
                    <a:pt x="45" y="15"/>
                  </a:cubicBezTo>
                  <a:close/>
                  <a:moveTo>
                    <a:pt x="67" y="24"/>
                  </a:moveTo>
                  <a:cubicBezTo>
                    <a:pt x="61" y="32"/>
                    <a:pt x="61" y="32"/>
                    <a:pt x="61" y="32"/>
                  </a:cubicBezTo>
                  <a:cubicBezTo>
                    <a:pt x="62" y="33"/>
                    <a:pt x="63" y="34"/>
                    <a:pt x="64" y="35"/>
                  </a:cubicBezTo>
                  <a:cubicBezTo>
                    <a:pt x="68" y="39"/>
                    <a:pt x="70" y="44"/>
                    <a:pt x="70" y="50"/>
                  </a:cubicBezTo>
                  <a:cubicBezTo>
                    <a:pt x="70" y="55"/>
                    <a:pt x="68" y="61"/>
                    <a:pt x="64" y="65"/>
                  </a:cubicBezTo>
                  <a:cubicBezTo>
                    <a:pt x="60" y="68"/>
                    <a:pt x="55" y="71"/>
                    <a:pt x="49" y="71"/>
                  </a:cubicBezTo>
                  <a:cubicBezTo>
                    <a:pt x="44" y="71"/>
                    <a:pt x="38" y="68"/>
                    <a:pt x="35" y="65"/>
                  </a:cubicBezTo>
                  <a:cubicBezTo>
                    <a:pt x="31" y="61"/>
                    <a:pt x="28" y="55"/>
                    <a:pt x="28" y="50"/>
                  </a:cubicBezTo>
                  <a:cubicBezTo>
                    <a:pt x="28" y="44"/>
                    <a:pt x="31" y="39"/>
                    <a:pt x="35" y="35"/>
                  </a:cubicBezTo>
                  <a:cubicBezTo>
                    <a:pt x="35" y="34"/>
                    <a:pt x="36" y="33"/>
                    <a:pt x="37" y="32"/>
                  </a:cubicBezTo>
                  <a:cubicBezTo>
                    <a:pt x="31" y="24"/>
                    <a:pt x="31" y="24"/>
                    <a:pt x="31" y="24"/>
                  </a:cubicBezTo>
                  <a:cubicBezTo>
                    <a:pt x="30" y="25"/>
                    <a:pt x="29" y="26"/>
                    <a:pt x="27" y="28"/>
                  </a:cubicBezTo>
                  <a:cubicBezTo>
                    <a:pt x="22" y="33"/>
                    <a:pt x="18" y="41"/>
                    <a:pt x="18" y="50"/>
                  </a:cubicBezTo>
                  <a:cubicBezTo>
                    <a:pt x="18" y="58"/>
                    <a:pt x="22" y="66"/>
                    <a:pt x="27" y="72"/>
                  </a:cubicBezTo>
                  <a:cubicBezTo>
                    <a:pt x="33" y="77"/>
                    <a:pt x="41" y="81"/>
                    <a:pt x="49" y="81"/>
                  </a:cubicBezTo>
                  <a:cubicBezTo>
                    <a:pt x="58" y="81"/>
                    <a:pt x="66" y="77"/>
                    <a:pt x="72" y="72"/>
                  </a:cubicBezTo>
                  <a:cubicBezTo>
                    <a:pt x="77" y="66"/>
                    <a:pt x="81" y="58"/>
                    <a:pt x="81" y="50"/>
                  </a:cubicBezTo>
                  <a:cubicBezTo>
                    <a:pt x="81" y="41"/>
                    <a:pt x="77" y="33"/>
                    <a:pt x="72" y="28"/>
                  </a:cubicBezTo>
                  <a:cubicBezTo>
                    <a:pt x="70" y="26"/>
                    <a:pt x="69" y="25"/>
                    <a:pt x="67" y="24"/>
                  </a:cubicBezTo>
                  <a:close/>
                </a:path>
              </a:pathLst>
            </a:custGeom>
            <a:solidFill>
              <a:schemeClr val="bg1"/>
            </a:solidFill>
            <a:ln>
              <a:noFill/>
            </a:ln>
          </p:spPr>
          <p:txBody>
            <a:bodyPr vert="horz" wrap="square" lIns="83743" tIns="41872" rIns="83743" bIns="41872"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Group 38"/>
          <p:cNvGrpSpPr/>
          <p:nvPr/>
        </p:nvGrpSpPr>
        <p:grpSpPr>
          <a:xfrm>
            <a:off x="6967955" y="4994373"/>
            <a:ext cx="1756845" cy="1784373"/>
            <a:chOff x="7346434" y="4909620"/>
            <a:chExt cx="1918320" cy="1948378"/>
          </a:xfrm>
        </p:grpSpPr>
        <p:sp>
          <p:nvSpPr>
            <p:cNvPr id="4" name="Freeform 3"/>
            <p:cNvSpPr/>
            <p:nvPr/>
          </p:nvSpPr>
          <p:spPr>
            <a:xfrm rot="16200000">
              <a:off x="7331405" y="4924649"/>
              <a:ext cx="1948378" cy="1918320"/>
            </a:xfrm>
            <a:custGeom>
              <a:avLst/>
              <a:gdLst>
                <a:gd name="connsiteX0" fmla="*/ 2143216 w 2143216"/>
                <a:gd name="connsiteY0" fmla="*/ 562708 h 2110152"/>
                <a:gd name="connsiteX1" fmla="*/ 2018715 w 2143216"/>
                <a:gd name="connsiteY1" fmla="*/ 562708 h 2110152"/>
                <a:gd name="connsiteX2" fmla="*/ 2018715 w 2143216"/>
                <a:gd name="connsiteY2" fmla="*/ 1547444 h 2110152"/>
                <a:gd name="connsiteX3" fmla="*/ 1456007 w 2143216"/>
                <a:gd name="connsiteY3" fmla="*/ 2110152 h 2110152"/>
                <a:gd name="connsiteX4" fmla="*/ 1456007 w 2143216"/>
                <a:gd name="connsiteY4" fmla="*/ 2110151 h 2110152"/>
                <a:gd name="connsiteX5" fmla="*/ 0 w 2143216"/>
                <a:gd name="connsiteY5" fmla="*/ 2110151 h 2110152"/>
                <a:gd name="connsiteX6" fmla="*/ 0 w 2143216"/>
                <a:gd name="connsiteY6" fmla="*/ 1547443 h 2110152"/>
                <a:gd name="connsiteX7" fmla="*/ 1456007 w 2143216"/>
                <a:gd name="connsiteY7" fmla="*/ 1547443 h 2110152"/>
                <a:gd name="connsiteX8" fmla="*/ 1456007 w 2143216"/>
                <a:gd name="connsiteY8" fmla="*/ 562708 h 2110152"/>
                <a:gd name="connsiteX9" fmla="*/ 1331509 w 2143216"/>
                <a:gd name="connsiteY9" fmla="*/ 562708 h 2110152"/>
                <a:gd name="connsiteX10" fmla="*/ 1737363 w 2143216"/>
                <a:gd name="connsiteY10" fmla="*/ 0 h 211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3216" h="2110152">
                  <a:moveTo>
                    <a:pt x="2143216" y="562708"/>
                  </a:moveTo>
                  <a:lnTo>
                    <a:pt x="2018715" y="562708"/>
                  </a:lnTo>
                  <a:lnTo>
                    <a:pt x="2018715" y="1547444"/>
                  </a:lnTo>
                  <a:lnTo>
                    <a:pt x="1456007" y="2110152"/>
                  </a:lnTo>
                  <a:lnTo>
                    <a:pt x="1456007" y="2110151"/>
                  </a:lnTo>
                  <a:lnTo>
                    <a:pt x="0" y="2110151"/>
                  </a:lnTo>
                  <a:lnTo>
                    <a:pt x="0" y="1547443"/>
                  </a:lnTo>
                  <a:lnTo>
                    <a:pt x="1456007" y="1547443"/>
                  </a:lnTo>
                  <a:lnTo>
                    <a:pt x="1456007" y="562708"/>
                  </a:lnTo>
                  <a:lnTo>
                    <a:pt x="1331509" y="562708"/>
                  </a:lnTo>
                  <a:lnTo>
                    <a:pt x="1737363"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18"/>
            <p:cNvSpPr>
              <a:spLocks noEditPoints="1"/>
            </p:cNvSpPr>
            <p:nvPr/>
          </p:nvSpPr>
          <p:spPr bwMode="auto">
            <a:xfrm>
              <a:off x="8091344" y="5076469"/>
              <a:ext cx="399007" cy="404213"/>
            </a:xfrm>
            <a:custGeom>
              <a:avLst/>
              <a:gdLst>
                <a:gd name="T0" fmla="*/ 94 w 107"/>
                <a:gd name="T1" fmla="*/ 30 h 108"/>
                <a:gd name="T2" fmla="*/ 77 w 107"/>
                <a:gd name="T3" fmla="*/ 95 h 108"/>
                <a:gd name="T4" fmla="*/ 13 w 107"/>
                <a:gd name="T5" fmla="*/ 77 h 108"/>
                <a:gd name="T6" fmla="*/ 30 w 107"/>
                <a:gd name="T7" fmla="*/ 13 h 108"/>
                <a:gd name="T8" fmla="*/ 94 w 107"/>
                <a:gd name="T9" fmla="*/ 30 h 108"/>
                <a:gd name="T10" fmla="*/ 68 w 107"/>
                <a:gd name="T11" fmla="*/ 46 h 108"/>
                <a:gd name="T12" fmla="*/ 68 w 107"/>
                <a:gd name="T13" fmla="*/ 46 h 108"/>
                <a:gd name="T14" fmla="*/ 58 w 107"/>
                <a:gd name="T15" fmla="*/ 38 h 108"/>
                <a:gd name="T16" fmla="*/ 45 w 107"/>
                <a:gd name="T17" fmla="*/ 40 h 108"/>
                <a:gd name="T18" fmla="*/ 45 w 107"/>
                <a:gd name="T19" fmla="*/ 40 h 108"/>
                <a:gd name="T20" fmla="*/ 38 w 107"/>
                <a:gd name="T21" fmla="*/ 50 h 108"/>
                <a:gd name="T22" fmla="*/ 39 w 107"/>
                <a:gd name="T23" fmla="*/ 62 h 108"/>
                <a:gd name="T24" fmla="*/ 39 w 107"/>
                <a:gd name="T25" fmla="*/ 62 h 108"/>
                <a:gd name="T26" fmla="*/ 49 w 107"/>
                <a:gd name="T27" fmla="*/ 69 h 108"/>
                <a:gd name="T28" fmla="*/ 62 w 107"/>
                <a:gd name="T29" fmla="*/ 68 h 108"/>
                <a:gd name="T30" fmla="*/ 62 w 107"/>
                <a:gd name="T31" fmla="*/ 68 h 108"/>
                <a:gd name="T32" fmla="*/ 69 w 107"/>
                <a:gd name="T33" fmla="*/ 58 h 108"/>
                <a:gd name="T34" fmla="*/ 68 w 107"/>
                <a:gd name="T35" fmla="*/ 46 h 108"/>
                <a:gd name="T36" fmla="*/ 63 w 107"/>
                <a:gd name="T37" fmla="*/ 56 h 108"/>
                <a:gd name="T38" fmla="*/ 62 w 107"/>
                <a:gd name="T39" fmla="*/ 49 h 108"/>
                <a:gd name="T40" fmla="*/ 62 w 107"/>
                <a:gd name="T41" fmla="*/ 49 h 108"/>
                <a:gd name="T42" fmla="*/ 56 w 107"/>
                <a:gd name="T43" fmla="*/ 44 h 108"/>
                <a:gd name="T44" fmla="*/ 48 w 107"/>
                <a:gd name="T45" fmla="*/ 45 h 108"/>
                <a:gd name="T46" fmla="*/ 48 w 107"/>
                <a:gd name="T47" fmla="*/ 45 h 108"/>
                <a:gd name="T48" fmla="*/ 44 w 107"/>
                <a:gd name="T49" fmla="*/ 51 h 108"/>
                <a:gd name="T50" fmla="*/ 45 w 107"/>
                <a:gd name="T51" fmla="*/ 59 h 108"/>
                <a:gd name="T52" fmla="*/ 45 w 107"/>
                <a:gd name="T53" fmla="*/ 59 h 108"/>
                <a:gd name="T54" fmla="*/ 51 w 107"/>
                <a:gd name="T55" fmla="*/ 64 h 108"/>
                <a:gd name="T56" fmla="*/ 59 w 107"/>
                <a:gd name="T57" fmla="*/ 63 h 108"/>
                <a:gd name="T58" fmla="*/ 59 w 107"/>
                <a:gd name="T59" fmla="*/ 63 h 108"/>
                <a:gd name="T60" fmla="*/ 63 w 107"/>
                <a:gd name="T61" fmla="*/ 56 h 108"/>
                <a:gd name="T62" fmla="*/ 29 w 107"/>
                <a:gd name="T63" fmla="*/ 24 h 108"/>
                <a:gd name="T64" fmla="*/ 17 w 107"/>
                <a:gd name="T65" fmla="*/ 65 h 108"/>
                <a:gd name="T66" fmla="*/ 25 w 107"/>
                <a:gd name="T67" fmla="*/ 63 h 108"/>
                <a:gd name="T68" fmla="*/ 29 w 107"/>
                <a:gd name="T69" fmla="*/ 24 h 108"/>
                <a:gd name="T70" fmla="*/ 69 w 107"/>
                <a:gd name="T71" fmla="*/ 37 h 108"/>
                <a:gd name="T72" fmla="*/ 73 w 107"/>
                <a:gd name="T73" fmla="*/ 42 h 108"/>
                <a:gd name="T74" fmla="*/ 74 w 107"/>
                <a:gd name="T75" fmla="*/ 45 h 108"/>
                <a:gd name="T76" fmla="*/ 91 w 107"/>
                <a:gd name="T77" fmla="*/ 38 h 108"/>
                <a:gd name="T78" fmla="*/ 89 w 107"/>
                <a:gd name="T79" fmla="*/ 33 h 108"/>
                <a:gd name="T80" fmla="*/ 82 w 107"/>
                <a:gd name="T81" fmla="*/ 25 h 108"/>
                <a:gd name="T82" fmla="*/ 69 w 107"/>
                <a:gd name="T83" fmla="*/ 37 h 108"/>
                <a:gd name="T84" fmla="*/ 92 w 107"/>
                <a:gd name="T85" fmla="*/ 43 h 108"/>
                <a:gd name="T86" fmla="*/ 75 w 107"/>
                <a:gd name="T87" fmla="*/ 47 h 108"/>
                <a:gd name="T88" fmla="*/ 76 w 107"/>
                <a:gd name="T89" fmla="*/ 53 h 108"/>
                <a:gd name="T90" fmla="*/ 93 w 107"/>
                <a:gd name="T91" fmla="*/ 54 h 108"/>
                <a:gd name="T92" fmla="*/ 92 w 107"/>
                <a:gd name="T93" fmla="*/ 43 h 108"/>
                <a:gd name="T94" fmla="*/ 70 w 107"/>
                <a:gd name="T95" fmla="*/ 44 h 108"/>
                <a:gd name="T96" fmla="*/ 44 w 107"/>
                <a:gd name="T97" fmla="*/ 37 h 108"/>
                <a:gd name="T98" fmla="*/ 37 w 107"/>
                <a:gd name="T99" fmla="*/ 63 h 108"/>
                <a:gd name="T100" fmla="*/ 63 w 107"/>
                <a:gd name="T101" fmla="*/ 70 h 108"/>
                <a:gd name="T102" fmla="*/ 70 w 107"/>
                <a:gd name="T103" fmla="*/ 4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108">
                  <a:moveTo>
                    <a:pt x="94" y="30"/>
                  </a:moveTo>
                  <a:cubicBezTo>
                    <a:pt x="107" y="53"/>
                    <a:pt x="100" y="82"/>
                    <a:pt x="77" y="95"/>
                  </a:cubicBezTo>
                  <a:cubicBezTo>
                    <a:pt x="54" y="108"/>
                    <a:pt x="26" y="100"/>
                    <a:pt x="13" y="77"/>
                  </a:cubicBezTo>
                  <a:cubicBezTo>
                    <a:pt x="0" y="55"/>
                    <a:pt x="7" y="26"/>
                    <a:pt x="30" y="13"/>
                  </a:cubicBezTo>
                  <a:cubicBezTo>
                    <a:pt x="52" y="0"/>
                    <a:pt x="81" y="8"/>
                    <a:pt x="94" y="30"/>
                  </a:cubicBezTo>
                  <a:close/>
                  <a:moveTo>
                    <a:pt x="68" y="46"/>
                  </a:moveTo>
                  <a:cubicBezTo>
                    <a:pt x="68" y="46"/>
                    <a:pt x="68" y="46"/>
                    <a:pt x="68" y="46"/>
                  </a:cubicBezTo>
                  <a:cubicBezTo>
                    <a:pt x="65" y="42"/>
                    <a:pt x="62" y="39"/>
                    <a:pt x="58" y="38"/>
                  </a:cubicBezTo>
                  <a:cubicBezTo>
                    <a:pt x="54" y="37"/>
                    <a:pt x="49" y="37"/>
                    <a:pt x="45" y="40"/>
                  </a:cubicBezTo>
                  <a:cubicBezTo>
                    <a:pt x="45" y="40"/>
                    <a:pt x="45" y="40"/>
                    <a:pt x="45" y="40"/>
                  </a:cubicBezTo>
                  <a:cubicBezTo>
                    <a:pt x="41" y="42"/>
                    <a:pt x="39" y="46"/>
                    <a:pt x="38" y="50"/>
                  </a:cubicBezTo>
                  <a:cubicBezTo>
                    <a:pt x="37" y="54"/>
                    <a:pt x="37" y="58"/>
                    <a:pt x="39" y="62"/>
                  </a:cubicBezTo>
                  <a:cubicBezTo>
                    <a:pt x="39" y="62"/>
                    <a:pt x="39" y="62"/>
                    <a:pt x="39" y="62"/>
                  </a:cubicBezTo>
                  <a:cubicBezTo>
                    <a:pt x="42" y="66"/>
                    <a:pt x="45" y="68"/>
                    <a:pt x="49" y="69"/>
                  </a:cubicBezTo>
                  <a:cubicBezTo>
                    <a:pt x="53" y="71"/>
                    <a:pt x="58" y="70"/>
                    <a:pt x="62" y="68"/>
                  </a:cubicBezTo>
                  <a:cubicBezTo>
                    <a:pt x="62" y="68"/>
                    <a:pt x="62" y="68"/>
                    <a:pt x="62" y="68"/>
                  </a:cubicBezTo>
                  <a:cubicBezTo>
                    <a:pt x="65" y="66"/>
                    <a:pt x="68" y="62"/>
                    <a:pt x="69" y="58"/>
                  </a:cubicBezTo>
                  <a:cubicBezTo>
                    <a:pt x="70" y="54"/>
                    <a:pt x="70" y="50"/>
                    <a:pt x="68" y="46"/>
                  </a:cubicBezTo>
                  <a:close/>
                  <a:moveTo>
                    <a:pt x="63" y="56"/>
                  </a:moveTo>
                  <a:cubicBezTo>
                    <a:pt x="64" y="54"/>
                    <a:pt x="64" y="51"/>
                    <a:pt x="62" y="49"/>
                  </a:cubicBezTo>
                  <a:cubicBezTo>
                    <a:pt x="62" y="49"/>
                    <a:pt x="62" y="49"/>
                    <a:pt x="62" y="49"/>
                  </a:cubicBezTo>
                  <a:cubicBezTo>
                    <a:pt x="61" y="46"/>
                    <a:pt x="59" y="45"/>
                    <a:pt x="56" y="44"/>
                  </a:cubicBezTo>
                  <a:cubicBezTo>
                    <a:pt x="54" y="43"/>
                    <a:pt x="51" y="44"/>
                    <a:pt x="48" y="45"/>
                  </a:cubicBezTo>
                  <a:cubicBezTo>
                    <a:pt x="48" y="45"/>
                    <a:pt x="48" y="45"/>
                    <a:pt x="48" y="45"/>
                  </a:cubicBezTo>
                  <a:cubicBezTo>
                    <a:pt x="46" y="46"/>
                    <a:pt x="44" y="49"/>
                    <a:pt x="44" y="51"/>
                  </a:cubicBezTo>
                  <a:cubicBezTo>
                    <a:pt x="43" y="54"/>
                    <a:pt x="43" y="56"/>
                    <a:pt x="45" y="59"/>
                  </a:cubicBezTo>
                  <a:cubicBezTo>
                    <a:pt x="45" y="59"/>
                    <a:pt x="45" y="59"/>
                    <a:pt x="45" y="59"/>
                  </a:cubicBezTo>
                  <a:cubicBezTo>
                    <a:pt x="46" y="61"/>
                    <a:pt x="48" y="63"/>
                    <a:pt x="51" y="64"/>
                  </a:cubicBezTo>
                  <a:cubicBezTo>
                    <a:pt x="53" y="64"/>
                    <a:pt x="56" y="64"/>
                    <a:pt x="59" y="63"/>
                  </a:cubicBezTo>
                  <a:cubicBezTo>
                    <a:pt x="59" y="63"/>
                    <a:pt x="59" y="63"/>
                    <a:pt x="59" y="63"/>
                  </a:cubicBezTo>
                  <a:cubicBezTo>
                    <a:pt x="61" y="61"/>
                    <a:pt x="63" y="59"/>
                    <a:pt x="63" y="56"/>
                  </a:cubicBezTo>
                  <a:close/>
                  <a:moveTo>
                    <a:pt x="29" y="24"/>
                  </a:moveTo>
                  <a:cubicBezTo>
                    <a:pt x="16" y="36"/>
                    <a:pt x="14" y="50"/>
                    <a:pt x="17" y="65"/>
                  </a:cubicBezTo>
                  <a:cubicBezTo>
                    <a:pt x="20" y="64"/>
                    <a:pt x="23" y="64"/>
                    <a:pt x="25" y="63"/>
                  </a:cubicBezTo>
                  <a:cubicBezTo>
                    <a:pt x="21" y="49"/>
                    <a:pt x="22" y="36"/>
                    <a:pt x="29" y="24"/>
                  </a:cubicBezTo>
                  <a:close/>
                  <a:moveTo>
                    <a:pt x="69" y="37"/>
                  </a:moveTo>
                  <a:cubicBezTo>
                    <a:pt x="70" y="38"/>
                    <a:pt x="72" y="40"/>
                    <a:pt x="73" y="42"/>
                  </a:cubicBezTo>
                  <a:cubicBezTo>
                    <a:pt x="74" y="43"/>
                    <a:pt x="74" y="44"/>
                    <a:pt x="74" y="45"/>
                  </a:cubicBezTo>
                  <a:cubicBezTo>
                    <a:pt x="91" y="38"/>
                    <a:pt x="91" y="38"/>
                    <a:pt x="91" y="38"/>
                  </a:cubicBezTo>
                  <a:cubicBezTo>
                    <a:pt x="90" y="36"/>
                    <a:pt x="89" y="35"/>
                    <a:pt x="89" y="33"/>
                  </a:cubicBezTo>
                  <a:cubicBezTo>
                    <a:pt x="87" y="30"/>
                    <a:pt x="85" y="28"/>
                    <a:pt x="82" y="25"/>
                  </a:cubicBezTo>
                  <a:cubicBezTo>
                    <a:pt x="69" y="37"/>
                    <a:pt x="69" y="37"/>
                    <a:pt x="69" y="37"/>
                  </a:cubicBezTo>
                  <a:close/>
                  <a:moveTo>
                    <a:pt x="92" y="43"/>
                  </a:moveTo>
                  <a:cubicBezTo>
                    <a:pt x="75" y="47"/>
                    <a:pt x="75" y="47"/>
                    <a:pt x="75" y="47"/>
                  </a:cubicBezTo>
                  <a:cubicBezTo>
                    <a:pt x="76" y="49"/>
                    <a:pt x="76" y="51"/>
                    <a:pt x="76" y="53"/>
                  </a:cubicBezTo>
                  <a:cubicBezTo>
                    <a:pt x="93" y="54"/>
                    <a:pt x="93" y="54"/>
                    <a:pt x="93" y="54"/>
                  </a:cubicBezTo>
                  <a:cubicBezTo>
                    <a:pt x="94" y="50"/>
                    <a:pt x="93" y="46"/>
                    <a:pt x="92" y="43"/>
                  </a:cubicBezTo>
                  <a:close/>
                  <a:moveTo>
                    <a:pt x="70" y="44"/>
                  </a:moveTo>
                  <a:cubicBezTo>
                    <a:pt x="65" y="35"/>
                    <a:pt x="53" y="32"/>
                    <a:pt x="44" y="37"/>
                  </a:cubicBezTo>
                  <a:cubicBezTo>
                    <a:pt x="35" y="42"/>
                    <a:pt x="32" y="54"/>
                    <a:pt x="37" y="63"/>
                  </a:cubicBezTo>
                  <a:cubicBezTo>
                    <a:pt x="42" y="72"/>
                    <a:pt x="54" y="76"/>
                    <a:pt x="63" y="70"/>
                  </a:cubicBezTo>
                  <a:cubicBezTo>
                    <a:pt x="72" y="65"/>
                    <a:pt x="75" y="53"/>
                    <a:pt x="70" y="44"/>
                  </a:cubicBezTo>
                  <a:close/>
                </a:path>
              </a:pathLst>
            </a:custGeom>
            <a:solidFill>
              <a:schemeClr val="bg1"/>
            </a:solidFill>
            <a:ln>
              <a:noFill/>
            </a:ln>
          </p:spPr>
          <p:txBody>
            <a:bodyPr vert="horz" wrap="square" lIns="83743" tIns="41872" rIns="83743" bIns="41872"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00">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0" name="Group 19"/>
          <p:cNvGrpSpPr/>
          <p:nvPr/>
        </p:nvGrpSpPr>
        <p:grpSpPr>
          <a:xfrm>
            <a:off x="2294125" y="2541892"/>
            <a:ext cx="419805" cy="315056"/>
            <a:chOff x="789999" y="2242985"/>
            <a:chExt cx="504229" cy="378415"/>
          </a:xfrm>
        </p:grpSpPr>
        <p:sp>
          <p:nvSpPr>
            <p:cNvPr id="21" name="Rectangle 20"/>
            <p:cNvSpPr/>
            <p:nvPr/>
          </p:nvSpPr>
          <p:spPr>
            <a:xfrm>
              <a:off x="858129" y="2299468"/>
              <a:ext cx="436099" cy="32193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Rectangle 21"/>
            <p:cNvSpPr/>
            <p:nvPr/>
          </p:nvSpPr>
          <p:spPr>
            <a:xfrm>
              <a:off x="789999" y="2242985"/>
              <a:ext cx="436099" cy="32193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3" name="Rectangle 22"/>
          <p:cNvSpPr/>
          <p:nvPr/>
        </p:nvSpPr>
        <p:spPr>
          <a:xfrm>
            <a:off x="2814293" y="2379944"/>
            <a:ext cx="3026728" cy="374205"/>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4" name="Group 23"/>
          <p:cNvGrpSpPr/>
          <p:nvPr/>
        </p:nvGrpSpPr>
        <p:grpSpPr>
          <a:xfrm>
            <a:off x="2294125" y="3501029"/>
            <a:ext cx="419805" cy="315056"/>
            <a:chOff x="789999" y="2242985"/>
            <a:chExt cx="504229" cy="378415"/>
          </a:xfrm>
        </p:grpSpPr>
        <p:sp>
          <p:nvSpPr>
            <p:cNvPr id="25" name="Rectangle 24"/>
            <p:cNvSpPr/>
            <p:nvPr/>
          </p:nvSpPr>
          <p:spPr>
            <a:xfrm>
              <a:off x="858129" y="2299468"/>
              <a:ext cx="436099" cy="32193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Rectangle 25"/>
            <p:cNvSpPr/>
            <p:nvPr/>
          </p:nvSpPr>
          <p:spPr>
            <a:xfrm>
              <a:off x="789999" y="2242985"/>
              <a:ext cx="436099" cy="3219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7" name="Rectangle 26"/>
          <p:cNvSpPr/>
          <p:nvPr/>
        </p:nvSpPr>
        <p:spPr>
          <a:xfrm>
            <a:off x="2814293" y="3339079"/>
            <a:ext cx="3026728" cy="374205"/>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8" name="Group 27"/>
          <p:cNvGrpSpPr/>
          <p:nvPr/>
        </p:nvGrpSpPr>
        <p:grpSpPr>
          <a:xfrm>
            <a:off x="2294125" y="4483521"/>
            <a:ext cx="419805" cy="315056"/>
            <a:chOff x="789999" y="2242985"/>
            <a:chExt cx="504229" cy="378415"/>
          </a:xfrm>
        </p:grpSpPr>
        <p:sp>
          <p:nvSpPr>
            <p:cNvPr id="29" name="Rectangle 28"/>
            <p:cNvSpPr/>
            <p:nvPr/>
          </p:nvSpPr>
          <p:spPr>
            <a:xfrm>
              <a:off x="858129" y="2299468"/>
              <a:ext cx="436099" cy="32193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Rectangle 29"/>
            <p:cNvSpPr/>
            <p:nvPr/>
          </p:nvSpPr>
          <p:spPr>
            <a:xfrm>
              <a:off x="789999" y="2242985"/>
              <a:ext cx="436099" cy="32193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1" name="Rectangle 30"/>
          <p:cNvSpPr/>
          <p:nvPr/>
        </p:nvSpPr>
        <p:spPr>
          <a:xfrm>
            <a:off x="2814293" y="4321572"/>
            <a:ext cx="3026728" cy="374205"/>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2" name="Group 31"/>
          <p:cNvGrpSpPr/>
          <p:nvPr/>
        </p:nvGrpSpPr>
        <p:grpSpPr>
          <a:xfrm>
            <a:off x="2294125" y="5423436"/>
            <a:ext cx="419805" cy="315056"/>
            <a:chOff x="789999" y="2242985"/>
            <a:chExt cx="504229" cy="378415"/>
          </a:xfrm>
        </p:grpSpPr>
        <p:sp>
          <p:nvSpPr>
            <p:cNvPr id="33" name="Rectangle 32"/>
            <p:cNvSpPr/>
            <p:nvPr/>
          </p:nvSpPr>
          <p:spPr>
            <a:xfrm>
              <a:off x="858129" y="2299468"/>
              <a:ext cx="436099" cy="32193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Rectangle 33"/>
            <p:cNvSpPr/>
            <p:nvPr/>
          </p:nvSpPr>
          <p:spPr>
            <a:xfrm>
              <a:off x="789999" y="2242985"/>
              <a:ext cx="436099" cy="3219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0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5" name="Rectangle 34"/>
          <p:cNvSpPr/>
          <p:nvPr/>
        </p:nvSpPr>
        <p:spPr>
          <a:xfrm>
            <a:off x="2814293" y="5261487"/>
            <a:ext cx="3026728" cy="374205"/>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686472771"/>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38"/>
                                        </p:tgtEl>
                                        <p:attrNameLst>
                                          <p:attrName>style.visibility</p:attrName>
                                        </p:attrNameLst>
                                      </p:cBhvr>
                                      <p:to>
                                        <p:strVal val="visible"/>
                                      </p:to>
                                    </p:set>
                                    <p:animEffect transition="in" filter="fade">
                                      <p:cBhvr>
                                        <p:cTn id="13" dur="1000"/>
                                        <p:tgtEl>
                                          <p:spTgt spid="38"/>
                                        </p:tgtEl>
                                      </p:cBhvr>
                                    </p:animEffect>
                                    <p:anim calcmode="lin" valueType="num">
                                      <p:cBhvr>
                                        <p:cTn id="14" dur="1000" fill="hold"/>
                                        <p:tgtEl>
                                          <p:spTgt spid="38"/>
                                        </p:tgtEl>
                                        <p:attrNameLst>
                                          <p:attrName>ppt_x</p:attrName>
                                        </p:attrNameLst>
                                      </p:cBhvr>
                                      <p:tavLst>
                                        <p:tav tm="0">
                                          <p:val>
                                            <p:strVal val="#ppt_x"/>
                                          </p:val>
                                        </p:tav>
                                        <p:tav tm="100000">
                                          <p:val>
                                            <p:strVal val="#ppt_x"/>
                                          </p:val>
                                        </p:tav>
                                      </p:tavLst>
                                    </p:anim>
                                    <p:anim calcmode="lin" valueType="num">
                                      <p:cBhvr>
                                        <p:cTn id="15" dur="1000" fill="hold"/>
                                        <p:tgtEl>
                                          <p:spTgt spid="38"/>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1000"/>
                                        <p:tgtEl>
                                          <p:spTgt spid="37"/>
                                        </p:tgtEl>
                                      </p:cBhvr>
                                    </p:animEffect>
                                    <p:anim calcmode="lin" valueType="num">
                                      <p:cBhvr>
                                        <p:cTn id="20" dur="1000" fill="hold"/>
                                        <p:tgtEl>
                                          <p:spTgt spid="37"/>
                                        </p:tgtEl>
                                        <p:attrNameLst>
                                          <p:attrName>ppt_x</p:attrName>
                                        </p:attrNameLst>
                                      </p:cBhvr>
                                      <p:tavLst>
                                        <p:tav tm="0">
                                          <p:val>
                                            <p:strVal val="#ppt_x"/>
                                          </p:val>
                                        </p:tav>
                                        <p:tav tm="100000">
                                          <p:val>
                                            <p:strVal val="#ppt_x"/>
                                          </p:val>
                                        </p:tav>
                                      </p:tavLst>
                                    </p:anim>
                                    <p:anim calcmode="lin" valueType="num">
                                      <p:cBhvr>
                                        <p:cTn id="21" dur="1000" fill="hold"/>
                                        <p:tgtEl>
                                          <p:spTgt spid="37"/>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1000"/>
                                        <p:tgtEl>
                                          <p:spTgt spid="36"/>
                                        </p:tgtEl>
                                      </p:cBhvr>
                                    </p:animEffect>
                                    <p:anim calcmode="lin" valueType="num">
                                      <p:cBhvr>
                                        <p:cTn id="26" dur="1000" fill="hold"/>
                                        <p:tgtEl>
                                          <p:spTgt spid="36"/>
                                        </p:tgtEl>
                                        <p:attrNameLst>
                                          <p:attrName>ppt_x</p:attrName>
                                        </p:attrNameLst>
                                      </p:cBhvr>
                                      <p:tavLst>
                                        <p:tav tm="0">
                                          <p:val>
                                            <p:strVal val="#ppt_x"/>
                                          </p:val>
                                        </p:tav>
                                        <p:tav tm="100000">
                                          <p:val>
                                            <p:strVal val="#ppt_x"/>
                                          </p:val>
                                        </p:tav>
                                      </p:tavLst>
                                    </p:anim>
                                    <p:anim calcmode="lin" valueType="num">
                                      <p:cBhvr>
                                        <p:cTn id="27" dur="1000" fill="hold"/>
                                        <p:tgtEl>
                                          <p:spTgt spid="36"/>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53" presetClass="entr" presetSubtype="16" fill="hold" nodeType="after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p:cTn id="31" dur="500" fill="hold"/>
                                        <p:tgtEl>
                                          <p:spTgt spid="43"/>
                                        </p:tgtEl>
                                        <p:attrNameLst>
                                          <p:attrName>ppt_w</p:attrName>
                                        </p:attrNameLst>
                                      </p:cBhvr>
                                      <p:tavLst>
                                        <p:tav tm="0">
                                          <p:val>
                                            <p:fltVal val="0"/>
                                          </p:val>
                                        </p:tav>
                                        <p:tav tm="100000">
                                          <p:val>
                                            <p:strVal val="#ppt_w"/>
                                          </p:val>
                                        </p:tav>
                                      </p:tavLst>
                                    </p:anim>
                                    <p:anim calcmode="lin" valueType="num">
                                      <p:cBhvr>
                                        <p:cTn id="32" dur="500" fill="hold"/>
                                        <p:tgtEl>
                                          <p:spTgt spid="43"/>
                                        </p:tgtEl>
                                        <p:attrNameLst>
                                          <p:attrName>ppt_h</p:attrName>
                                        </p:attrNameLst>
                                      </p:cBhvr>
                                      <p:tavLst>
                                        <p:tav tm="0">
                                          <p:val>
                                            <p:fltVal val="0"/>
                                          </p:val>
                                        </p:tav>
                                        <p:tav tm="100000">
                                          <p:val>
                                            <p:strVal val="#ppt_h"/>
                                          </p:val>
                                        </p:tav>
                                      </p:tavLst>
                                    </p:anim>
                                    <p:animEffect transition="in" filter="fade">
                                      <p:cBhvr>
                                        <p:cTn id="33" dur="500"/>
                                        <p:tgtEl>
                                          <p:spTgt spid="43"/>
                                        </p:tgtEl>
                                      </p:cBhvr>
                                    </p:animEffect>
                                  </p:childTnLst>
                                </p:cTn>
                              </p:par>
                            </p:childTnLst>
                          </p:cTn>
                        </p:par>
                        <p:par>
                          <p:cTn id="34" fill="hold">
                            <p:stCondLst>
                              <p:cond delay="4500"/>
                            </p:stCondLst>
                            <p:childTnLst>
                              <p:par>
                                <p:cTn id="35" presetID="53" presetClass="entr" presetSubtype="16"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par>
                          <p:cTn id="40" fill="hold">
                            <p:stCondLst>
                              <p:cond delay="5000"/>
                            </p:stCondLst>
                            <p:childTnLst>
                              <p:par>
                                <p:cTn id="41" presetID="53" presetClass="entr" presetSubtype="16" fill="hold" nodeType="afterEffect">
                                  <p:stCondLst>
                                    <p:cond delay="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Effect transition="in" filter="fade">
                                      <p:cBhvr>
                                        <p:cTn id="45" dur="500"/>
                                        <p:tgtEl>
                                          <p:spTgt spid="41"/>
                                        </p:tgtEl>
                                      </p:cBhvr>
                                    </p:animEffect>
                                  </p:childTnLst>
                                </p:cTn>
                              </p:par>
                            </p:childTnLst>
                          </p:cTn>
                        </p:par>
                        <p:par>
                          <p:cTn id="46" fill="hold">
                            <p:stCondLst>
                              <p:cond delay="5500"/>
                            </p:stCondLst>
                            <p:childTnLst>
                              <p:par>
                                <p:cTn id="47" presetID="53" presetClass="entr" presetSubtype="16"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23"/>
                                        </p:tgtEl>
                                        <p:attrNameLst>
                                          <p:attrName>style.visibility</p:attrName>
                                        </p:attrNameLst>
                                      </p:cBhvr>
                                      <p:to>
                                        <p:strVal val="visible"/>
                                      </p:to>
                                    </p:set>
                                    <p:animEffect transition="in" filter="fade">
                                      <p:cBhvr>
                                        <p:cTn id="59" dur="500"/>
                                        <p:tgtEl>
                                          <p:spTgt spid="23"/>
                                        </p:tgtEl>
                                      </p:cBhvr>
                                    </p:animEffect>
                                  </p:childTnLst>
                                </p:cTn>
                              </p:par>
                            </p:childTnLst>
                          </p:cTn>
                        </p:par>
                        <p:par>
                          <p:cTn id="60" fill="hold">
                            <p:stCondLst>
                              <p:cond delay="7000"/>
                            </p:stCondLst>
                            <p:childTnLst>
                              <p:par>
                                <p:cTn id="61" presetID="10" presetClass="entr" presetSubtype="0" fill="hold" nodeType="after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par>
                          <p:cTn id="64" fill="hold">
                            <p:stCondLst>
                              <p:cond delay="7500"/>
                            </p:stCondLst>
                            <p:childTnLst>
                              <p:par>
                                <p:cTn id="65" presetID="10" presetClass="entr" presetSubtype="0" fill="hold" grpId="0" nodeType="after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childTnLst>
                          </p:cTn>
                        </p:par>
                        <p:par>
                          <p:cTn id="68" fill="hold">
                            <p:stCondLst>
                              <p:cond delay="8000"/>
                            </p:stCondLst>
                            <p:childTnLst>
                              <p:par>
                                <p:cTn id="69" presetID="10" presetClass="entr" presetSubtype="0" fill="hold" nodeType="after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childTnLst>
                          </p:cTn>
                        </p:par>
                        <p:par>
                          <p:cTn id="72" fill="hold">
                            <p:stCondLst>
                              <p:cond delay="8500"/>
                            </p:stCondLst>
                            <p:childTnLst>
                              <p:par>
                                <p:cTn id="73" presetID="10" presetClass="entr" presetSubtype="0" fill="hold" grpId="0" nodeType="afterEffect">
                                  <p:stCondLst>
                                    <p:cond delay="0"/>
                                  </p:stCondLst>
                                  <p:childTnLst>
                                    <p:set>
                                      <p:cBhvr>
                                        <p:cTn id="74" dur="1" fill="hold">
                                          <p:stCondLst>
                                            <p:cond delay="0"/>
                                          </p:stCondLst>
                                        </p:cTn>
                                        <p:tgtEl>
                                          <p:spTgt spid="31"/>
                                        </p:tgtEl>
                                        <p:attrNameLst>
                                          <p:attrName>style.visibility</p:attrName>
                                        </p:attrNameLst>
                                      </p:cBhvr>
                                      <p:to>
                                        <p:strVal val="visible"/>
                                      </p:to>
                                    </p:set>
                                    <p:animEffect transition="in" filter="fade">
                                      <p:cBhvr>
                                        <p:cTn id="75" dur="500"/>
                                        <p:tgtEl>
                                          <p:spTgt spid="31"/>
                                        </p:tgtEl>
                                      </p:cBhvr>
                                    </p:animEffect>
                                  </p:childTnLst>
                                </p:cTn>
                              </p:par>
                            </p:childTnLst>
                          </p:cTn>
                        </p:par>
                        <p:par>
                          <p:cTn id="76" fill="hold">
                            <p:stCondLst>
                              <p:cond delay="9000"/>
                            </p:stCondLst>
                            <p:childTnLst>
                              <p:par>
                                <p:cTn id="77" presetID="10" presetClass="entr" presetSubtype="0" fill="hold" nodeType="afterEffect">
                                  <p:stCondLst>
                                    <p:cond delay="0"/>
                                  </p:stCondLst>
                                  <p:childTnLst>
                                    <p:set>
                                      <p:cBhvr>
                                        <p:cTn id="78" dur="1" fill="hold">
                                          <p:stCondLst>
                                            <p:cond delay="0"/>
                                          </p:stCondLst>
                                        </p:cTn>
                                        <p:tgtEl>
                                          <p:spTgt spid="32"/>
                                        </p:tgtEl>
                                        <p:attrNameLst>
                                          <p:attrName>style.visibility</p:attrName>
                                        </p:attrNameLst>
                                      </p:cBhvr>
                                      <p:to>
                                        <p:strVal val="visible"/>
                                      </p:to>
                                    </p:set>
                                    <p:animEffect transition="in" filter="fade">
                                      <p:cBhvr>
                                        <p:cTn id="79" dur="500"/>
                                        <p:tgtEl>
                                          <p:spTgt spid="32"/>
                                        </p:tgtEl>
                                      </p:cBhvr>
                                    </p:animEffect>
                                  </p:childTnLst>
                                </p:cTn>
                              </p:par>
                            </p:childTnLst>
                          </p:cTn>
                        </p:par>
                        <p:par>
                          <p:cTn id="80" fill="hold">
                            <p:stCondLst>
                              <p:cond delay="9500"/>
                            </p:stCondLst>
                            <p:childTnLst>
                              <p:par>
                                <p:cTn id="81" presetID="10" presetClass="entr" presetSubtype="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Effect transition="in" filter="fade">
                                      <p:cBhvr>
                                        <p:cTn id="83"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7" grpId="0"/>
      <p:bldP spid="31" grpId="0"/>
      <p:bldP spid="3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1624"/>
          <p:cNvSpPr/>
          <p:nvPr/>
        </p:nvSpPr>
        <p:spPr>
          <a:xfrm>
            <a:off x="3288387" y="2488121"/>
            <a:ext cx="6345087" cy="3553263"/>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1730" y="16970"/>
                  <a:pt x="4055" y="13284"/>
                  <a:pt x="7055" y="10308"/>
                </a:cubicBezTo>
                <a:cubicBezTo>
                  <a:pt x="10098" y="7290"/>
                  <a:pt x="13901" y="4973"/>
                  <a:pt x="18380" y="2877"/>
                </a:cubicBezTo>
                <a:lnTo>
                  <a:pt x="18198" y="0"/>
                </a:lnTo>
                <a:lnTo>
                  <a:pt x="21600" y="4603"/>
                </a:lnTo>
                <a:lnTo>
                  <a:pt x="18924" y="11507"/>
                </a:lnTo>
                <a:lnTo>
                  <a:pt x="18743" y="8630"/>
                </a:lnTo>
                <a:cubicBezTo>
                  <a:pt x="14655" y="9764"/>
                  <a:pt x="11069" y="11155"/>
                  <a:pt x="8004" y="13185"/>
                </a:cubicBezTo>
                <a:cubicBezTo>
                  <a:pt x="4885" y="15251"/>
                  <a:pt x="2242" y="17999"/>
                  <a:pt x="0" y="21600"/>
                </a:cubicBezTo>
                <a:close/>
              </a:path>
            </a:pathLst>
          </a:custGeom>
          <a:solidFill>
            <a:schemeClr val="accent4"/>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 name="Text Placeholder 3"/>
          <p:cNvSpPr txBox="1">
            <a:spLocks/>
          </p:cNvSpPr>
          <p:nvPr/>
        </p:nvSpPr>
        <p:spPr>
          <a:xfrm>
            <a:off x="1921008" y="4192713"/>
            <a:ext cx="1455414" cy="236219"/>
          </a:xfrm>
          <a:prstGeom prst="rect">
            <a:avLst/>
          </a:prstGeom>
        </p:spPr>
        <p:txBody>
          <a:bodyPr lIns="0" tIns="0" rIns="0" bIns="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4" name="Text Placeholder 4"/>
          <p:cNvSpPr txBox="1">
            <a:spLocks/>
          </p:cNvSpPr>
          <p:nvPr/>
        </p:nvSpPr>
        <p:spPr>
          <a:xfrm>
            <a:off x="1316807" y="4453996"/>
            <a:ext cx="2069617" cy="429605"/>
          </a:xfrm>
          <a:prstGeom prst="rect">
            <a:avLst/>
          </a:prstGeom>
        </p:spPr>
        <p:txBody>
          <a:bodyPr wrap="square" lIns="0" tIns="0" rIns="0" bIns="0">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120000"/>
              </a:lnSpc>
              <a:buNone/>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5" name="Shape 1626"/>
          <p:cNvSpPr/>
          <p:nvPr/>
        </p:nvSpPr>
        <p:spPr>
          <a:xfrm flipV="1">
            <a:off x="3761000" y="4275926"/>
            <a:ext cx="1" cy="1270207"/>
          </a:xfrm>
          <a:prstGeom prst="line">
            <a:avLst/>
          </a:prstGeom>
          <a:ln w="12700">
            <a:solidFill>
              <a:srgbClr val="A6AAA9"/>
            </a:solidFill>
            <a:miter lim="400000"/>
          </a:ln>
        </p:spPr>
        <p:txBody>
          <a:bodyPr lIns="23262" tIns="23262" rIns="23262" bIns="23262" anchor="ctr"/>
          <a:lstStyle/>
          <a:p>
            <a:pPr lvl="0"/>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Shape 1627"/>
          <p:cNvSpPr/>
          <p:nvPr/>
        </p:nvSpPr>
        <p:spPr>
          <a:xfrm flipV="1">
            <a:off x="4977450" y="2888774"/>
            <a:ext cx="1" cy="1803900"/>
          </a:xfrm>
          <a:prstGeom prst="line">
            <a:avLst/>
          </a:prstGeom>
          <a:ln w="12700">
            <a:solidFill>
              <a:srgbClr val="A6AAA9"/>
            </a:solidFill>
            <a:miter lim="400000"/>
          </a:ln>
        </p:spPr>
        <p:txBody>
          <a:bodyPr lIns="23262" tIns="23262" rIns="23262" bIns="23262" anchor="ctr"/>
          <a:lstStyle/>
          <a:p>
            <a:pPr lvl="0"/>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Shape 1628"/>
          <p:cNvSpPr/>
          <p:nvPr/>
        </p:nvSpPr>
        <p:spPr>
          <a:xfrm flipV="1">
            <a:off x="6150256" y="2274125"/>
            <a:ext cx="1" cy="1877028"/>
          </a:xfrm>
          <a:prstGeom prst="line">
            <a:avLst/>
          </a:prstGeom>
          <a:ln w="12700">
            <a:solidFill>
              <a:srgbClr val="A6AAA9"/>
            </a:solidFill>
            <a:miter lim="400000"/>
          </a:ln>
        </p:spPr>
        <p:txBody>
          <a:bodyPr lIns="23262" tIns="23262" rIns="23262" bIns="23262" anchor="ctr"/>
          <a:lstStyle/>
          <a:p>
            <a:pPr lvl="0"/>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Shape 1629"/>
          <p:cNvSpPr/>
          <p:nvPr/>
        </p:nvSpPr>
        <p:spPr>
          <a:xfrm flipV="1">
            <a:off x="7793481" y="3641557"/>
            <a:ext cx="1" cy="1246393"/>
          </a:xfrm>
          <a:prstGeom prst="line">
            <a:avLst/>
          </a:prstGeom>
          <a:ln w="12700">
            <a:solidFill>
              <a:srgbClr val="A6AAA9"/>
            </a:solidFill>
            <a:miter lim="400000"/>
          </a:ln>
        </p:spPr>
        <p:txBody>
          <a:bodyPr lIns="23262" tIns="23262" rIns="23262" bIns="23262" anchor="ctr"/>
          <a:lstStyle/>
          <a:p>
            <a:pPr lvl="0"/>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Shape 1630"/>
          <p:cNvSpPr/>
          <p:nvPr/>
        </p:nvSpPr>
        <p:spPr>
          <a:xfrm>
            <a:off x="3567420" y="4083961"/>
            <a:ext cx="387159" cy="387159"/>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solidFill>
          <a:ln w="12700" cap="flat">
            <a:noFill/>
            <a:miter lim="400000"/>
          </a:ln>
          <a:effectLst/>
        </p:spPr>
        <p:txBody>
          <a:bodyPr wrap="square" lIns="17447" tIns="17447" rIns="17447" bIns="17447" numCol="1" anchor="ctr">
            <a:noAutofit/>
          </a:bodyPr>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Shape 1636"/>
          <p:cNvSpPr/>
          <p:nvPr/>
        </p:nvSpPr>
        <p:spPr>
          <a:xfrm>
            <a:off x="4780806" y="2677406"/>
            <a:ext cx="387159" cy="387159"/>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2"/>
          </a:solidFill>
          <a:ln w="12700" cap="flat">
            <a:noFill/>
            <a:miter lim="400000"/>
          </a:ln>
          <a:effectLst/>
        </p:spPr>
        <p:txBody>
          <a:bodyPr wrap="square" lIns="17447" tIns="17447" rIns="17447" bIns="17447" numCol="1" anchor="ctr">
            <a:noAutofit/>
          </a:bodyPr>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 name="Shape 1642"/>
          <p:cNvSpPr/>
          <p:nvPr/>
        </p:nvSpPr>
        <p:spPr>
          <a:xfrm>
            <a:off x="5959263" y="1910232"/>
            <a:ext cx="387159" cy="387159"/>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3"/>
          </a:solidFill>
          <a:ln w="12700" cap="flat">
            <a:noFill/>
            <a:miter lim="400000"/>
          </a:ln>
          <a:effectLst/>
        </p:spPr>
        <p:txBody>
          <a:bodyPr wrap="square" lIns="17447" tIns="17447" rIns="17447" bIns="17447" numCol="1" anchor="ctr">
            <a:noAutofit/>
          </a:bodyPr>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Shape 1648"/>
          <p:cNvSpPr/>
          <p:nvPr/>
        </p:nvSpPr>
        <p:spPr>
          <a:xfrm>
            <a:off x="7598272" y="4731307"/>
            <a:ext cx="387159" cy="387159"/>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5"/>
          </a:solidFill>
          <a:ln w="12700" cap="flat">
            <a:noFill/>
            <a:miter lim="400000"/>
          </a:ln>
          <a:effectLst/>
        </p:spPr>
        <p:txBody>
          <a:bodyPr wrap="square" lIns="17447" tIns="17447" rIns="17447" bIns="17447" numCol="1" anchor="ctr">
            <a:noAutofit/>
          </a:bodyPr>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Shape 1653"/>
          <p:cNvSpPr/>
          <p:nvPr/>
        </p:nvSpPr>
        <p:spPr>
          <a:xfrm>
            <a:off x="3708087" y="5500752"/>
            <a:ext cx="105820" cy="10582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Shape 1654"/>
          <p:cNvSpPr/>
          <p:nvPr/>
        </p:nvSpPr>
        <p:spPr>
          <a:xfrm>
            <a:off x="4895131" y="4612606"/>
            <a:ext cx="164632" cy="16463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Shape 1655"/>
          <p:cNvSpPr/>
          <p:nvPr/>
        </p:nvSpPr>
        <p:spPr>
          <a:xfrm>
            <a:off x="6044444" y="4048660"/>
            <a:ext cx="211623" cy="21162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Shape 1656"/>
          <p:cNvSpPr/>
          <p:nvPr/>
        </p:nvSpPr>
        <p:spPr>
          <a:xfrm>
            <a:off x="7659778" y="3513302"/>
            <a:ext cx="261698" cy="26169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Text Placeholder 3"/>
          <p:cNvSpPr txBox="1">
            <a:spLocks/>
          </p:cNvSpPr>
          <p:nvPr/>
        </p:nvSpPr>
        <p:spPr>
          <a:xfrm>
            <a:off x="3012064" y="2800944"/>
            <a:ext cx="1570297" cy="236219"/>
          </a:xfrm>
          <a:prstGeom prst="rect">
            <a:avLst/>
          </a:prstGeom>
        </p:spPr>
        <p:txBody>
          <a:bodyPr vert="horz" lIns="0" tIns="0" rIns="0" bIns="0" rtlCol="0" anchor="ctr">
            <a:sp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19" name="Text Placeholder 4"/>
          <p:cNvSpPr txBox="1">
            <a:spLocks/>
          </p:cNvSpPr>
          <p:nvPr/>
        </p:nvSpPr>
        <p:spPr>
          <a:xfrm>
            <a:off x="2480327" y="3057866"/>
            <a:ext cx="2063339" cy="429605"/>
          </a:xfrm>
          <a:prstGeom prst="rect">
            <a:avLst/>
          </a:prstGeom>
        </p:spPr>
        <p:txBody>
          <a:bodyPr vert="horz" lIns="0" tIns="0" rIns="0" bIns="0" rtlCol="0">
            <a:sp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20" name="Text Placeholder 3"/>
          <p:cNvSpPr txBox="1">
            <a:spLocks/>
          </p:cNvSpPr>
          <p:nvPr/>
        </p:nvSpPr>
        <p:spPr>
          <a:xfrm>
            <a:off x="6537411" y="2026880"/>
            <a:ext cx="1345236" cy="258532"/>
          </a:xfrm>
          <a:prstGeom prst="rect">
            <a:avLst/>
          </a:prstGeom>
        </p:spPr>
        <p:txBody>
          <a:bodyPr vert="horz" lIns="0" tIns="0" rIns="0" bIns="0" rtlCol="0" anchor="ctr">
            <a:sp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Text Placeholder 4"/>
          <p:cNvSpPr txBox="1">
            <a:spLocks/>
          </p:cNvSpPr>
          <p:nvPr/>
        </p:nvSpPr>
        <p:spPr>
          <a:xfrm>
            <a:off x="6525058" y="2305244"/>
            <a:ext cx="1711622" cy="577338"/>
          </a:xfrm>
          <a:prstGeom prst="rect">
            <a:avLst/>
          </a:prstGeom>
        </p:spPr>
        <p:txBody>
          <a:bodyPr vert="horz" lIns="0" tIns="0" rIns="0" bIns="0" rtlCol="0">
            <a:sp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22" name="Text Placeholder 3"/>
          <p:cNvSpPr txBox="1">
            <a:spLocks/>
          </p:cNvSpPr>
          <p:nvPr/>
        </p:nvSpPr>
        <p:spPr>
          <a:xfrm>
            <a:off x="8178452" y="4846351"/>
            <a:ext cx="1344392" cy="258532"/>
          </a:xfrm>
          <a:prstGeom prst="rect">
            <a:avLst/>
          </a:prstGeom>
        </p:spPr>
        <p:txBody>
          <a:bodyPr vert="horz" lIns="0" tIns="0" rIns="0" bIns="0" rtlCol="0" anchor="ctr">
            <a:sp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Text Placeholder 4"/>
          <p:cNvSpPr txBox="1">
            <a:spLocks/>
          </p:cNvSpPr>
          <p:nvPr/>
        </p:nvSpPr>
        <p:spPr>
          <a:xfrm>
            <a:off x="8148754" y="5118173"/>
            <a:ext cx="2063339" cy="429605"/>
          </a:xfrm>
          <a:prstGeom prst="rect">
            <a:avLst/>
          </a:prstGeom>
        </p:spPr>
        <p:txBody>
          <a:bodyPr vert="horz" lIns="0" tIns="0" rIns="0" bIns="0" rtlCol="0">
            <a:sp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24" name="Text Placeholder 4"/>
          <p:cNvSpPr txBox="1">
            <a:spLocks/>
          </p:cNvSpPr>
          <p:nvPr/>
        </p:nvSpPr>
        <p:spPr>
          <a:xfrm>
            <a:off x="3643250" y="4148913"/>
            <a:ext cx="235494" cy="283037"/>
          </a:xfrm>
          <a:prstGeom prst="rect">
            <a:avLst/>
          </a:prstGeom>
        </p:spPr>
        <p:txBody>
          <a:bodyPr vert="horz" lIns="0" tIns="0" rIns="0" bIns="0" rtlCol="0" anchor="ctr">
            <a:norm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20000"/>
              </a:lnSpc>
            </a:pPr>
            <a:r>
              <a:rPr lang="id-ID" sz="1400" dirty="0">
                <a:solidFill>
                  <a:srgbClr val="FCFCFC"/>
                </a:solidFill>
                <a:latin typeface="Arial" panose="020B0604020202020204" pitchFamily="34" charset="0"/>
                <a:ea typeface="微软雅黑" panose="020B0503020204020204" pitchFamily="34" charset="-122"/>
                <a:cs typeface="+mn-ea"/>
                <a:sym typeface="Arial" panose="020B0604020202020204" pitchFamily="34" charset="0"/>
              </a:rPr>
              <a:t>01</a:t>
            </a:r>
          </a:p>
        </p:txBody>
      </p:sp>
      <p:sp>
        <p:nvSpPr>
          <p:cNvPr id="25" name="Text Placeholder 4"/>
          <p:cNvSpPr txBox="1">
            <a:spLocks/>
          </p:cNvSpPr>
          <p:nvPr/>
        </p:nvSpPr>
        <p:spPr>
          <a:xfrm>
            <a:off x="4856642" y="2729465"/>
            <a:ext cx="235494" cy="283037"/>
          </a:xfrm>
          <a:prstGeom prst="rect">
            <a:avLst/>
          </a:prstGeom>
        </p:spPr>
        <p:txBody>
          <a:bodyPr vert="horz" lIns="0" tIns="0" rIns="0" bIns="0" rtlCol="0" anchor="ctr">
            <a:norm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20000"/>
              </a:lnSpc>
            </a:pPr>
            <a:r>
              <a:rPr lang="id-ID" sz="1400" dirty="0">
                <a:solidFill>
                  <a:srgbClr val="FCFCFC"/>
                </a:solidFill>
                <a:latin typeface="Arial" panose="020B0604020202020204" pitchFamily="34" charset="0"/>
                <a:ea typeface="微软雅黑" panose="020B0503020204020204" pitchFamily="34" charset="-122"/>
                <a:cs typeface="+mn-ea"/>
                <a:sym typeface="Arial" panose="020B0604020202020204" pitchFamily="34" charset="0"/>
              </a:rPr>
              <a:t>02</a:t>
            </a:r>
          </a:p>
        </p:txBody>
      </p:sp>
      <p:sp>
        <p:nvSpPr>
          <p:cNvPr id="26" name="Text Placeholder 4"/>
          <p:cNvSpPr txBox="1">
            <a:spLocks/>
          </p:cNvSpPr>
          <p:nvPr/>
        </p:nvSpPr>
        <p:spPr>
          <a:xfrm>
            <a:off x="6038562" y="1962295"/>
            <a:ext cx="235494" cy="283037"/>
          </a:xfrm>
          <a:prstGeom prst="rect">
            <a:avLst/>
          </a:prstGeom>
        </p:spPr>
        <p:txBody>
          <a:bodyPr vert="horz" lIns="0" tIns="0" rIns="0" bIns="0" rtlCol="0" anchor="ctr">
            <a:norm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20000"/>
              </a:lnSpc>
            </a:pPr>
            <a:r>
              <a:rPr lang="id-ID" sz="1400" dirty="0">
                <a:solidFill>
                  <a:srgbClr val="FCFCFC"/>
                </a:solidFill>
                <a:latin typeface="Arial" panose="020B0604020202020204" pitchFamily="34" charset="0"/>
                <a:ea typeface="微软雅黑" panose="020B0503020204020204" pitchFamily="34" charset="-122"/>
                <a:cs typeface="+mn-ea"/>
                <a:sym typeface="Arial" panose="020B0604020202020204" pitchFamily="34" charset="0"/>
              </a:rPr>
              <a:t>03</a:t>
            </a:r>
          </a:p>
        </p:txBody>
      </p:sp>
      <p:sp>
        <p:nvSpPr>
          <p:cNvPr id="27" name="Text Placeholder 4"/>
          <p:cNvSpPr txBox="1">
            <a:spLocks/>
          </p:cNvSpPr>
          <p:nvPr/>
        </p:nvSpPr>
        <p:spPr>
          <a:xfrm>
            <a:off x="7674105" y="4802272"/>
            <a:ext cx="235494" cy="283037"/>
          </a:xfrm>
          <a:prstGeom prst="rect">
            <a:avLst/>
          </a:prstGeom>
        </p:spPr>
        <p:txBody>
          <a:bodyPr vert="horz" lIns="0" tIns="0" rIns="0" bIns="0" rtlCol="0" anchor="ctr">
            <a:normAutofit/>
          </a:bodyPr>
          <a:lstStyle>
            <a:lvl1pPr marL="0" indent="0" algn="l" defTabSz="914400" rtl="0" eaLnBrk="1" latinLnBrk="0" hangingPunct="1">
              <a:lnSpc>
                <a:spcPts val="1400"/>
              </a:lnSpc>
              <a:spcBef>
                <a:spcPts val="1000"/>
              </a:spcBef>
              <a:buFont typeface="Arial" panose="020B0604020202020204" pitchFamily="34" charset="0"/>
              <a:buNone/>
              <a:defRPr sz="1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20000"/>
              </a:lnSpc>
            </a:pPr>
            <a:r>
              <a:rPr lang="id-ID" sz="1400" dirty="0">
                <a:solidFill>
                  <a:srgbClr val="FCFCFC"/>
                </a:solidFill>
                <a:latin typeface="Arial" panose="020B0604020202020204" pitchFamily="34" charset="0"/>
                <a:ea typeface="微软雅黑" panose="020B0503020204020204" pitchFamily="34" charset="-122"/>
                <a:cs typeface="+mn-ea"/>
                <a:sym typeface="Arial" panose="020B0604020202020204" pitchFamily="34" charset="0"/>
              </a:rPr>
              <a:t>04</a:t>
            </a:r>
          </a:p>
        </p:txBody>
      </p:sp>
      <p:sp>
        <p:nvSpPr>
          <p:cNvPr id="28" name="Shape 1625"/>
          <p:cNvSpPr/>
          <p:nvPr/>
        </p:nvSpPr>
        <p:spPr>
          <a:xfrm>
            <a:off x="9731475" y="2434047"/>
            <a:ext cx="1270207" cy="127020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6"/>
          </a:solidFill>
          <a:ln w="12700">
            <a:miter lim="400000"/>
          </a:ln>
        </p:spPr>
        <p:txBody>
          <a:bodyPr lIns="0" tIns="0" rIns="0" bIns="0"/>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Shape 1657"/>
          <p:cNvSpPr/>
          <p:nvPr/>
        </p:nvSpPr>
        <p:spPr>
          <a:xfrm>
            <a:off x="10177332" y="2605031"/>
            <a:ext cx="378722" cy="387159"/>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bg1"/>
          </a:solidFill>
          <a:ln w="12700">
            <a:miter lim="400000"/>
          </a:ln>
        </p:spPr>
        <p:txBody>
          <a:bodyPr lIns="0" tIns="0" rIns="0" bIns="0" anchor="ctr"/>
          <a:lstStyle/>
          <a:p>
            <a:pPr lvl="0">
              <a:lnSpc>
                <a:spcPct val="120000"/>
              </a:lnSpc>
            </a:pPr>
            <a:endParaRPr sz="160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Text Placeholder 3"/>
          <p:cNvSpPr txBox="1">
            <a:spLocks/>
          </p:cNvSpPr>
          <p:nvPr/>
        </p:nvSpPr>
        <p:spPr>
          <a:xfrm>
            <a:off x="9891668" y="3044677"/>
            <a:ext cx="934156" cy="374339"/>
          </a:xfrm>
          <a:prstGeom prst="rect">
            <a:avLst/>
          </a:prstGeom>
        </p:spPr>
        <p:txBody>
          <a:bodyPr vert="horz" lIns="0" tIns="0" rIns="0" bIns="0" rtlCol="0" anchor="ctr">
            <a:norm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30000"/>
              </a:lnSpc>
            </a:pPr>
            <a:r>
              <a:rPr lang="zh-CN" altLang="en-US" sz="180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输入文本</a:t>
            </a:r>
            <a:endParaRPr lang="id-ID" sz="180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2"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195864630"/>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Effect transition="in" filter="fade">
                                      <p:cBhvr>
                                        <p:cTn id="21" dur="500"/>
                                        <p:tgtEl>
                                          <p:spTgt spid="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24"/>
                                        </p:tgtEl>
                                        <p:attrNameLst>
                                          <p:attrName>style.visibility</p:attrName>
                                        </p:attrNameLst>
                                      </p:cBhvr>
                                      <p:to>
                                        <p:strVal val="visible"/>
                                      </p:to>
                                    </p:set>
                                    <p:anim calcmode="lin" valueType="num">
                                      <p:cBhvr>
                                        <p:cTn id="24" dur="500" fill="hold"/>
                                        <p:tgtEl>
                                          <p:spTgt spid="24"/>
                                        </p:tgtEl>
                                        <p:attrNameLst>
                                          <p:attrName>ppt_w</p:attrName>
                                        </p:attrNameLst>
                                      </p:cBhvr>
                                      <p:tavLst>
                                        <p:tav tm="0">
                                          <p:val>
                                            <p:fltVal val="0"/>
                                          </p:val>
                                        </p:tav>
                                        <p:tav tm="100000">
                                          <p:val>
                                            <p:strVal val="#ppt_w"/>
                                          </p:val>
                                        </p:tav>
                                      </p:tavLst>
                                    </p:anim>
                                    <p:anim calcmode="lin" valueType="num">
                                      <p:cBhvr>
                                        <p:cTn id="25" dur="500" fill="hold"/>
                                        <p:tgtEl>
                                          <p:spTgt spid="24"/>
                                        </p:tgtEl>
                                        <p:attrNameLst>
                                          <p:attrName>ppt_h</p:attrName>
                                        </p:attrNameLst>
                                      </p:cBhvr>
                                      <p:tavLst>
                                        <p:tav tm="0">
                                          <p:val>
                                            <p:fltVal val="0"/>
                                          </p:val>
                                        </p:tav>
                                        <p:tav tm="100000">
                                          <p:val>
                                            <p:strVal val="#ppt_h"/>
                                          </p:val>
                                        </p:tav>
                                      </p:tavLst>
                                    </p:anim>
                                    <p:animEffect transition="in" filter="fade">
                                      <p:cBhvr>
                                        <p:cTn id="26" dur="500"/>
                                        <p:tgtEl>
                                          <p:spTgt spid="24"/>
                                        </p:tgtEl>
                                      </p:cBhvr>
                                    </p:animEffect>
                                  </p:childTnLst>
                                </p:cTn>
                              </p:par>
                            </p:childTnLst>
                          </p:cTn>
                        </p:par>
                        <p:par>
                          <p:cTn id="27" fill="hold">
                            <p:stCondLst>
                              <p:cond delay="2000"/>
                            </p:stCondLst>
                            <p:childTnLst>
                              <p:par>
                                <p:cTn id="28" presetID="18" presetClass="entr" presetSubtype="12" fill="hold" grpId="0" nodeType="afterEffect">
                                  <p:stCondLst>
                                    <p:cond delay="0"/>
                                  </p:stCondLst>
                                  <p:childTnLst>
                                    <p:set>
                                      <p:cBhvr>
                                        <p:cTn id="29" dur="1" fill="hold">
                                          <p:stCondLst>
                                            <p:cond delay="0"/>
                                          </p:stCondLst>
                                        </p:cTn>
                                        <p:tgtEl>
                                          <p:spTgt spid="3">
                                            <p:txEl>
                                              <p:pRg st="0" end="0"/>
                                            </p:txEl>
                                          </p:spTgt>
                                        </p:tgtEl>
                                        <p:attrNameLst>
                                          <p:attrName>style.visibility</p:attrName>
                                        </p:attrNameLst>
                                      </p:cBhvr>
                                      <p:to>
                                        <p:strVal val="visible"/>
                                      </p:to>
                                    </p:set>
                                    <p:animEffect transition="in" filter="strips(downLeft)">
                                      <p:cBhvr>
                                        <p:cTn id="30" dur="500"/>
                                        <p:tgtEl>
                                          <p:spTgt spid="3">
                                            <p:txEl>
                                              <p:pRg st="0" end="0"/>
                                            </p:txEl>
                                          </p:spTgt>
                                        </p:tgtEl>
                                      </p:cBhvr>
                                    </p:animEffect>
                                  </p:childTnLst>
                                </p:cTn>
                              </p:par>
                              <p:par>
                                <p:cTn id="31" presetID="18" presetClass="entr" presetSubtype="12" fill="hold" grpId="0" nodeType="withEffect">
                                  <p:stCondLst>
                                    <p:cond delay="0"/>
                                  </p:stCondLst>
                                  <p:childTnLst>
                                    <p:set>
                                      <p:cBhvr>
                                        <p:cTn id="32" dur="1" fill="hold">
                                          <p:stCondLst>
                                            <p:cond delay="0"/>
                                          </p:stCondLst>
                                        </p:cTn>
                                        <p:tgtEl>
                                          <p:spTgt spid="4">
                                            <p:txEl>
                                              <p:pRg st="0" end="0"/>
                                            </p:txEl>
                                          </p:spTgt>
                                        </p:tgtEl>
                                        <p:attrNameLst>
                                          <p:attrName>style.visibility</p:attrName>
                                        </p:attrNameLst>
                                      </p:cBhvr>
                                      <p:to>
                                        <p:strVal val="visible"/>
                                      </p:to>
                                    </p:set>
                                    <p:animEffect transition="in" filter="strips(downLeft)">
                                      <p:cBhvr>
                                        <p:cTn id="33" dur="500"/>
                                        <p:tgtEl>
                                          <p:spTgt spid="4">
                                            <p:txEl>
                                              <p:pRg st="0" end="0"/>
                                            </p:txEl>
                                          </p:spTgt>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par>
                          <p:cTn id="38" fill="hold">
                            <p:stCondLst>
                              <p:cond delay="3000"/>
                            </p:stCondLst>
                            <p:childTnLst>
                              <p:par>
                                <p:cTn id="39" presetID="22" presetClass="entr" presetSubtype="4"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par>
                          <p:cTn id="42" fill="hold">
                            <p:stCondLst>
                              <p:cond delay="3500"/>
                            </p:stCondLst>
                            <p:childTnLst>
                              <p:par>
                                <p:cTn id="43" presetID="53" presetClass="entr" presetSubtype="16" fill="hold" grpId="0" nodeType="after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p:cTn id="45" dur="500" fill="hold"/>
                                        <p:tgtEl>
                                          <p:spTgt spid="10"/>
                                        </p:tgtEl>
                                        <p:attrNameLst>
                                          <p:attrName>ppt_w</p:attrName>
                                        </p:attrNameLst>
                                      </p:cBhvr>
                                      <p:tavLst>
                                        <p:tav tm="0">
                                          <p:val>
                                            <p:fltVal val="0"/>
                                          </p:val>
                                        </p:tav>
                                        <p:tav tm="100000">
                                          <p:val>
                                            <p:strVal val="#ppt_w"/>
                                          </p:val>
                                        </p:tav>
                                      </p:tavLst>
                                    </p:anim>
                                    <p:anim calcmode="lin" valueType="num">
                                      <p:cBhvr>
                                        <p:cTn id="46" dur="500" fill="hold"/>
                                        <p:tgtEl>
                                          <p:spTgt spid="10"/>
                                        </p:tgtEl>
                                        <p:attrNameLst>
                                          <p:attrName>ppt_h</p:attrName>
                                        </p:attrNameLst>
                                      </p:cBhvr>
                                      <p:tavLst>
                                        <p:tav tm="0">
                                          <p:val>
                                            <p:fltVal val="0"/>
                                          </p:val>
                                        </p:tav>
                                        <p:tav tm="100000">
                                          <p:val>
                                            <p:strVal val="#ppt_h"/>
                                          </p:val>
                                        </p:tav>
                                      </p:tavLst>
                                    </p:anim>
                                    <p:animEffect transition="in" filter="fade">
                                      <p:cBhvr>
                                        <p:cTn id="47" dur="500"/>
                                        <p:tgtEl>
                                          <p:spTgt spid="10"/>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p:cTn id="50" dur="500" fill="hold"/>
                                        <p:tgtEl>
                                          <p:spTgt spid="25"/>
                                        </p:tgtEl>
                                        <p:attrNameLst>
                                          <p:attrName>ppt_w</p:attrName>
                                        </p:attrNameLst>
                                      </p:cBhvr>
                                      <p:tavLst>
                                        <p:tav tm="0">
                                          <p:val>
                                            <p:fltVal val="0"/>
                                          </p:val>
                                        </p:tav>
                                        <p:tav tm="100000">
                                          <p:val>
                                            <p:strVal val="#ppt_w"/>
                                          </p:val>
                                        </p:tav>
                                      </p:tavLst>
                                    </p:anim>
                                    <p:anim calcmode="lin" valueType="num">
                                      <p:cBhvr>
                                        <p:cTn id="51" dur="500" fill="hold"/>
                                        <p:tgtEl>
                                          <p:spTgt spid="25"/>
                                        </p:tgtEl>
                                        <p:attrNameLst>
                                          <p:attrName>ppt_h</p:attrName>
                                        </p:attrNameLst>
                                      </p:cBhvr>
                                      <p:tavLst>
                                        <p:tav tm="0">
                                          <p:val>
                                            <p:fltVal val="0"/>
                                          </p:val>
                                        </p:tav>
                                        <p:tav tm="100000">
                                          <p:val>
                                            <p:strVal val="#ppt_h"/>
                                          </p:val>
                                        </p:tav>
                                      </p:tavLst>
                                    </p:anim>
                                    <p:animEffect transition="in" filter="fade">
                                      <p:cBhvr>
                                        <p:cTn id="52" dur="500"/>
                                        <p:tgtEl>
                                          <p:spTgt spid="25"/>
                                        </p:tgtEl>
                                      </p:cBhvr>
                                    </p:animEffect>
                                  </p:childTnLst>
                                </p:cTn>
                              </p:par>
                            </p:childTnLst>
                          </p:cTn>
                        </p:par>
                        <p:par>
                          <p:cTn id="53" fill="hold">
                            <p:stCondLst>
                              <p:cond delay="4000"/>
                            </p:stCondLst>
                            <p:childTnLst>
                              <p:par>
                                <p:cTn id="54" presetID="18" presetClass="entr" presetSubtype="12" fill="hold" grpId="0" nodeType="after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strips(downLeft)">
                                      <p:cBhvr>
                                        <p:cTn id="56" dur="500"/>
                                        <p:tgtEl>
                                          <p:spTgt spid="18"/>
                                        </p:tgtEl>
                                      </p:cBhvr>
                                    </p:animEffect>
                                  </p:childTnLst>
                                </p:cTn>
                              </p:par>
                              <p:par>
                                <p:cTn id="57" presetID="18" presetClass="entr" presetSubtype="12"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strips(downLeft)">
                                      <p:cBhvr>
                                        <p:cTn id="59" dur="500"/>
                                        <p:tgtEl>
                                          <p:spTgt spid="19"/>
                                        </p:tgtEl>
                                      </p:cBhvr>
                                    </p:animEffect>
                                  </p:childTnLst>
                                </p:cTn>
                              </p:par>
                            </p:childTnLst>
                          </p:cTn>
                        </p:par>
                        <p:par>
                          <p:cTn id="60" fill="hold">
                            <p:stCondLst>
                              <p:cond delay="4500"/>
                            </p:stCondLst>
                            <p:childTnLst>
                              <p:par>
                                <p:cTn id="61" presetID="10" presetClass="entr" presetSubtype="0" fill="hold" grpId="0" nodeType="after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500"/>
                                        <p:tgtEl>
                                          <p:spTgt spid="15"/>
                                        </p:tgtEl>
                                      </p:cBhvr>
                                    </p:animEffect>
                                  </p:childTnLst>
                                </p:cTn>
                              </p:par>
                            </p:childTnLst>
                          </p:cTn>
                        </p:par>
                        <p:par>
                          <p:cTn id="64" fill="hold">
                            <p:stCondLst>
                              <p:cond delay="5000"/>
                            </p:stCondLst>
                            <p:childTnLst>
                              <p:par>
                                <p:cTn id="65" presetID="22" presetClass="entr" presetSubtype="4"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animEffect transition="in" filter="wipe(down)">
                                      <p:cBhvr>
                                        <p:cTn id="67" dur="500"/>
                                        <p:tgtEl>
                                          <p:spTgt spid="7"/>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26"/>
                                        </p:tgtEl>
                                        <p:attrNameLst>
                                          <p:attrName>style.visibility</p:attrName>
                                        </p:attrNameLst>
                                      </p:cBhvr>
                                      <p:to>
                                        <p:strVal val="visible"/>
                                      </p:to>
                                    </p:set>
                                    <p:anim calcmode="lin" valueType="num">
                                      <p:cBhvr>
                                        <p:cTn id="76" dur="500" fill="hold"/>
                                        <p:tgtEl>
                                          <p:spTgt spid="26"/>
                                        </p:tgtEl>
                                        <p:attrNameLst>
                                          <p:attrName>ppt_w</p:attrName>
                                        </p:attrNameLst>
                                      </p:cBhvr>
                                      <p:tavLst>
                                        <p:tav tm="0">
                                          <p:val>
                                            <p:fltVal val="0"/>
                                          </p:val>
                                        </p:tav>
                                        <p:tav tm="100000">
                                          <p:val>
                                            <p:strVal val="#ppt_w"/>
                                          </p:val>
                                        </p:tav>
                                      </p:tavLst>
                                    </p:anim>
                                    <p:anim calcmode="lin" valueType="num">
                                      <p:cBhvr>
                                        <p:cTn id="77" dur="500" fill="hold"/>
                                        <p:tgtEl>
                                          <p:spTgt spid="26"/>
                                        </p:tgtEl>
                                        <p:attrNameLst>
                                          <p:attrName>ppt_h</p:attrName>
                                        </p:attrNameLst>
                                      </p:cBhvr>
                                      <p:tavLst>
                                        <p:tav tm="0">
                                          <p:val>
                                            <p:fltVal val="0"/>
                                          </p:val>
                                        </p:tav>
                                        <p:tav tm="100000">
                                          <p:val>
                                            <p:strVal val="#ppt_h"/>
                                          </p:val>
                                        </p:tav>
                                      </p:tavLst>
                                    </p:anim>
                                    <p:animEffect transition="in" filter="fade">
                                      <p:cBhvr>
                                        <p:cTn id="78" dur="500"/>
                                        <p:tgtEl>
                                          <p:spTgt spid="26"/>
                                        </p:tgtEl>
                                      </p:cBhvr>
                                    </p:animEffect>
                                  </p:childTnLst>
                                </p:cTn>
                              </p:par>
                            </p:childTnLst>
                          </p:cTn>
                        </p:par>
                        <p:par>
                          <p:cTn id="79" fill="hold">
                            <p:stCondLst>
                              <p:cond delay="6000"/>
                            </p:stCondLst>
                            <p:childTnLst>
                              <p:par>
                                <p:cTn id="80" presetID="18" presetClass="entr" presetSubtype="6" fill="hold" grpId="0" nodeType="after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strips(downRight)">
                                      <p:cBhvr>
                                        <p:cTn id="82" dur="500"/>
                                        <p:tgtEl>
                                          <p:spTgt spid="20"/>
                                        </p:tgtEl>
                                      </p:cBhvr>
                                    </p:animEffect>
                                  </p:childTnLst>
                                </p:cTn>
                              </p:par>
                              <p:par>
                                <p:cTn id="83" presetID="18" presetClass="entr" presetSubtype="6" fill="hold" grpId="0" nodeType="withEffect">
                                  <p:stCondLst>
                                    <p:cond delay="0"/>
                                  </p:stCondLst>
                                  <p:childTnLst>
                                    <p:set>
                                      <p:cBhvr>
                                        <p:cTn id="84" dur="1" fill="hold">
                                          <p:stCondLst>
                                            <p:cond delay="0"/>
                                          </p:stCondLst>
                                        </p:cTn>
                                        <p:tgtEl>
                                          <p:spTgt spid="21"/>
                                        </p:tgtEl>
                                        <p:attrNameLst>
                                          <p:attrName>style.visibility</p:attrName>
                                        </p:attrNameLst>
                                      </p:cBhvr>
                                      <p:to>
                                        <p:strVal val="visible"/>
                                      </p:to>
                                    </p:set>
                                    <p:animEffect transition="in" filter="strips(downRight)">
                                      <p:cBhvr>
                                        <p:cTn id="85" dur="500"/>
                                        <p:tgtEl>
                                          <p:spTgt spid="21"/>
                                        </p:tgtEl>
                                      </p:cBhvr>
                                    </p:animEffect>
                                  </p:childTnLst>
                                </p:cTn>
                              </p:par>
                            </p:childTnLst>
                          </p:cTn>
                        </p:par>
                        <p:par>
                          <p:cTn id="86" fill="hold">
                            <p:stCondLst>
                              <p:cond delay="6500"/>
                            </p:stCondLst>
                            <p:childTnLst>
                              <p:par>
                                <p:cTn id="87" presetID="10" presetClass="entr" presetSubtype="0" fill="hold" grpId="0" nodeType="afterEffect">
                                  <p:stCondLst>
                                    <p:cond delay="0"/>
                                  </p:stCondLst>
                                  <p:childTnLst>
                                    <p:set>
                                      <p:cBhvr>
                                        <p:cTn id="88" dur="1" fill="hold">
                                          <p:stCondLst>
                                            <p:cond delay="0"/>
                                          </p:stCondLst>
                                        </p:cTn>
                                        <p:tgtEl>
                                          <p:spTgt spid="16"/>
                                        </p:tgtEl>
                                        <p:attrNameLst>
                                          <p:attrName>style.visibility</p:attrName>
                                        </p:attrNameLst>
                                      </p:cBhvr>
                                      <p:to>
                                        <p:strVal val="visible"/>
                                      </p:to>
                                    </p:set>
                                    <p:animEffect transition="in" filter="fade">
                                      <p:cBhvr>
                                        <p:cTn id="89" dur="500"/>
                                        <p:tgtEl>
                                          <p:spTgt spid="16"/>
                                        </p:tgtEl>
                                      </p:cBhvr>
                                    </p:animEffect>
                                  </p:childTnLst>
                                </p:cTn>
                              </p:par>
                            </p:childTnLst>
                          </p:cTn>
                        </p:par>
                        <p:par>
                          <p:cTn id="90" fill="hold">
                            <p:stCondLst>
                              <p:cond delay="7000"/>
                            </p:stCondLst>
                            <p:childTnLst>
                              <p:par>
                                <p:cTn id="91" presetID="22" presetClass="entr" presetSubtype="1" fill="hold" grpId="0" nodeType="afterEffect">
                                  <p:stCondLst>
                                    <p:cond delay="0"/>
                                  </p:stCondLst>
                                  <p:childTnLst>
                                    <p:set>
                                      <p:cBhvr>
                                        <p:cTn id="92" dur="1" fill="hold">
                                          <p:stCondLst>
                                            <p:cond delay="0"/>
                                          </p:stCondLst>
                                        </p:cTn>
                                        <p:tgtEl>
                                          <p:spTgt spid="8"/>
                                        </p:tgtEl>
                                        <p:attrNameLst>
                                          <p:attrName>style.visibility</p:attrName>
                                        </p:attrNameLst>
                                      </p:cBhvr>
                                      <p:to>
                                        <p:strVal val="visible"/>
                                      </p:to>
                                    </p:set>
                                    <p:animEffect transition="in" filter="wipe(up)">
                                      <p:cBhvr>
                                        <p:cTn id="93" dur="500"/>
                                        <p:tgtEl>
                                          <p:spTgt spid="8"/>
                                        </p:tgtEl>
                                      </p:cBhvr>
                                    </p:animEffect>
                                  </p:childTnLst>
                                </p:cTn>
                              </p:par>
                            </p:childTnLst>
                          </p:cTn>
                        </p:par>
                        <p:par>
                          <p:cTn id="94" fill="hold">
                            <p:stCondLst>
                              <p:cond delay="7500"/>
                            </p:stCondLst>
                            <p:childTnLst>
                              <p:par>
                                <p:cTn id="95" presetID="53" presetClass="entr" presetSubtype="16" fill="hold" grpId="0" nodeType="after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500" fill="hold"/>
                                        <p:tgtEl>
                                          <p:spTgt spid="12"/>
                                        </p:tgtEl>
                                        <p:attrNameLst>
                                          <p:attrName>ppt_w</p:attrName>
                                        </p:attrNameLst>
                                      </p:cBhvr>
                                      <p:tavLst>
                                        <p:tav tm="0">
                                          <p:val>
                                            <p:fltVal val="0"/>
                                          </p:val>
                                        </p:tav>
                                        <p:tav tm="100000">
                                          <p:val>
                                            <p:strVal val="#ppt_w"/>
                                          </p:val>
                                        </p:tav>
                                      </p:tavLst>
                                    </p:anim>
                                    <p:anim calcmode="lin" valueType="num">
                                      <p:cBhvr>
                                        <p:cTn id="98" dur="500" fill="hold"/>
                                        <p:tgtEl>
                                          <p:spTgt spid="12"/>
                                        </p:tgtEl>
                                        <p:attrNameLst>
                                          <p:attrName>ppt_h</p:attrName>
                                        </p:attrNameLst>
                                      </p:cBhvr>
                                      <p:tavLst>
                                        <p:tav tm="0">
                                          <p:val>
                                            <p:fltVal val="0"/>
                                          </p:val>
                                        </p:tav>
                                        <p:tav tm="100000">
                                          <p:val>
                                            <p:strVal val="#ppt_h"/>
                                          </p:val>
                                        </p:tav>
                                      </p:tavLst>
                                    </p:anim>
                                    <p:animEffect transition="in" filter="fade">
                                      <p:cBhvr>
                                        <p:cTn id="99" dur="500"/>
                                        <p:tgtEl>
                                          <p:spTgt spid="12"/>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p:cTn id="102" dur="500" fill="hold"/>
                                        <p:tgtEl>
                                          <p:spTgt spid="27"/>
                                        </p:tgtEl>
                                        <p:attrNameLst>
                                          <p:attrName>ppt_w</p:attrName>
                                        </p:attrNameLst>
                                      </p:cBhvr>
                                      <p:tavLst>
                                        <p:tav tm="0">
                                          <p:val>
                                            <p:fltVal val="0"/>
                                          </p:val>
                                        </p:tav>
                                        <p:tav tm="100000">
                                          <p:val>
                                            <p:strVal val="#ppt_w"/>
                                          </p:val>
                                        </p:tav>
                                      </p:tavLst>
                                    </p:anim>
                                    <p:anim calcmode="lin" valueType="num">
                                      <p:cBhvr>
                                        <p:cTn id="103" dur="500" fill="hold"/>
                                        <p:tgtEl>
                                          <p:spTgt spid="27"/>
                                        </p:tgtEl>
                                        <p:attrNameLst>
                                          <p:attrName>ppt_h</p:attrName>
                                        </p:attrNameLst>
                                      </p:cBhvr>
                                      <p:tavLst>
                                        <p:tav tm="0">
                                          <p:val>
                                            <p:fltVal val="0"/>
                                          </p:val>
                                        </p:tav>
                                        <p:tav tm="100000">
                                          <p:val>
                                            <p:strVal val="#ppt_h"/>
                                          </p:val>
                                        </p:tav>
                                      </p:tavLst>
                                    </p:anim>
                                    <p:animEffect transition="in" filter="fade">
                                      <p:cBhvr>
                                        <p:cTn id="104" dur="500"/>
                                        <p:tgtEl>
                                          <p:spTgt spid="27"/>
                                        </p:tgtEl>
                                      </p:cBhvr>
                                    </p:animEffect>
                                  </p:childTnLst>
                                </p:cTn>
                              </p:par>
                            </p:childTnLst>
                          </p:cTn>
                        </p:par>
                        <p:par>
                          <p:cTn id="105" fill="hold">
                            <p:stCondLst>
                              <p:cond delay="8000"/>
                            </p:stCondLst>
                            <p:childTnLst>
                              <p:par>
                                <p:cTn id="106" presetID="18" presetClass="entr" presetSubtype="6" fill="hold" grpId="0" nodeType="afterEffect">
                                  <p:stCondLst>
                                    <p:cond delay="0"/>
                                  </p:stCondLst>
                                  <p:childTnLst>
                                    <p:set>
                                      <p:cBhvr>
                                        <p:cTn id="107" dur="1" fill="hold">
                                          <p:stCondLst>
                                            <p:cond delay="0"/>
                                          </p:stCondLst>
                                        </p:cTn>
                                        <p:tgtEl>
                                          <p:spTgt spid="22"/>
                                        </p:tgtEl>
                                        <p:attrNameLst>
                                          <p:attrName>style.visibility</p:attrName>
                                        </p:attrNameLst>
                                      </p:cBhvr>
                                      <p:to>
                                        <p:strVal val="visible"/>
                                      </p:to>
                                    </p:set>
                                    <p:animEffect transition="in" filter="strips(downRight)">
                                      <p:cBhvr>
                                        <p:cTn id="108" dur="500"/>
                                        <p:tgtEl>
                                          <p:spTgt spid="22"/>
                                        </p:tgtEl>
                                      </p:cBhvr>
                                    </p:animEffect>
                                  </p:childTnLst>
                                </p:cTn>
                              </p:par>
                              <p:par>
                                <p:cTn id="109" presetID="18" presetClass="entr" presetSubtype="6" fill="hold" grpId="0" nodeType="with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strips(downRight)">
                                      <p:cBhvr>
                                        <p:cTn id="111" dur="500"/>
                                        <p:tgtEl>
                                          <p:spTgt spid="23"/>
                                        </p:tgtEl>
                                      </p:cBhvr>
                                    </p:animEffect>
                                  </p:childTnLst>
                                </p:cTn>
                              </p:par>
                            </p:childTnLst>
                          </p:cTn>
                        </p:par>
                        <p:par>
                          <p:cTn id="112" fill="hold">
                            <p:stCondLst>
                              <p:cond delay="8500"/>
                            </p:stCondLst>
                            <p:childTnLst>
                              <p:par>
                                <p:cTn id="113" presetID="1" presetClass="entr" presetSubtype="0" fill="hold" grpId="0" nodeType="afterEffect">
                                  <p:stCondLst>
                                    <p:cond delay="0"/>
                                  </p:stCondLst>
                                  <p:childTnLst>
                                    <p:set>
                                      <p:cBhvr>
                                        <p:cTn id="114" dur="1" fill="hold">
                                          <p:stCondLst>
                                            <p:cond delay="0"/>
                                          </p:stCondLst>
                                        </p:cTn>
                                        <p:tgtEl>
                                          <p:spTgt spid="28"/>
                                        </p:tgtEl>
                                        <p:attrNameLst>
                                          <p:attrName>style.visibility</p:attrName>
                                        </p:attrNameLst>
                                      </p:cBhvr>
                                      <p:to>
                                        <p:strVal val="visible"/>
                                      </p:to>
                                    </p:set>
                                  </p:childTnLst>
                                </p:cTn>
                              </p:par>
                              <p:par>
                                <p:cTn id="115" presetID="27" presetClass="emph" presetSubtype="0" fill="remove" grpId="1" nodeType="withEffect">
                                  <p:stCondLst>
                                    <p:cond delay="0"/>
                                  </p:stCondLst>
                                  <p:childTnLst>
                                    <p:animClr clrSpc="rgb" dir="cw">
                                      <p:cBhvr override="childStyle">
                                        <p:cTn id="116" dur="250" autoRev="1" fill="remove"/>
                                        <p:tgtEl>
                                          <p:spTgt spid="28"/>
                                        </p:tgtEl>
                                        <p:attrNameLst>
                                          <p:attrName>style.color</p:attrName>
                                        </p:attrNameLst>
                                      </p:cBhvr>
                                      <p:to>
                                        <a:schemeClr val="bg1"/>
                                      </p:to>
                                    </p:animClr>
                                    <p:animClr clrSpc="rgb" dir="cw">
                                      <p:cBhvr>
                                        <p:cTn id="117" dur="250" autoRev="1" fill="remove"/>
                                        <p:tgtEl>
                                          <p:spTgt spid="28"/>
                                        </p:tgtEl>
                                        <p:attrNameLst>
                                          <p:attrName>fillcolor</p:attrName>
                                        </p:attrNameLst>
                                      </p:cBhvr>
                                      <p:to>
                                        <a:schemeClr val="bg1"/>
                                      </p:to>
                                    </p:animClr>
                                    <p:set>
                                      <p:cBhvr>
                                        <p:cTn id="118" dur="250" autoRev="1" fill="remove"/>
                                        <p:tgtEl>
                                          <p:spTgt spid="28"/>
                                        </p:tgtEl>
                                        <p:attrNameLst>
                                          <p:attrName>fill.type</p:attrName>
                                        </p:attrNameLst>
                                      </p:cBhvr>
                                      <p:to>
                                        <p:strVal val="solid"/>
                                      </p:to>
                                    </p:set>
                                    <p:set>
                                      <p:cBhvr>
                                        <p:cTn id="119" dur="250" autoRev="1" fill="remove"/>
                                        <p:tgtEl>
                                          <p:spTgt spid="28"/>
                                        </p:tgtEl>
                                        <p:attrNameLst>
                                          <p:attrName>fill.on</p:attrName>
                                        </p:attrNameLst>
                                      </p:cBhvr>
                                      <p:to>
                                        <p:strVal val="true"/>
                                      </p:to>
                                    </p:set>
                                  </p:childTnLst>
                                </p:cTn>
                              </p:par>
                            </p:childTnLst>
                          </p:cTn>
                        </p:par>
                        <p:par>
                          <p:cTn id="120" fill="hold">
                            <p:stCondLst>
                              <p:cond delay="9000"/>
                            </p:stCondLst>
                            <p:childTnLst>
                              <p:par>
                                <p:cTn id="121" presetID="10" presetClass="entr" presetSubtype="0" fill="hold" grpId="0" nodeType="afterEffect">
                                  <p:stCondLst>
                                    <p:cond delay="0"/>
                                  </p:stCondLst>
                                  <p:childTnLst>
                                    <p:set>
                                      <p:cBhvr>
                                        <p:cTn id="122" dur="1" fill="hold">
                                          <p:stCondLst>
                                            <p:cond delay="0"/>
                                          </p:stCondLst>
                                        </p:cTn>
                                        <p:tgtEl>
                                          <p:spTgt spid="29"/>
                                        </p:tgtEl>
                                        <p:attrNameLst>
                                          <p:attrName>style.visibility</p:attrName>
                                        </p:attrNameLst>
                                      </p:cBhvr>
                                      <p:to>
                                        <p:strVal val="visible"/>
                                      </p:to>
                                    </p:set>
                                    <p:animEffect transition="in" filter="fade">
                                      <p:cBhvr>
                                        <p:cTn id="123" dur="500"/>
                                        <p:tgtEl>
                                          <p:spTgt spid="29"/>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Effect transition="in" filter="fade">
                                      <p:cBhvr>
                                        <p:cTn id="12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P spid="4" grpId="0" build="p"/>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8" grpId="0"/>
      <p:bldP spid="19" grpId="0"/>
      <p:bldP spid="20" grpId="0"/>
      <p:bldP spid="21" grpId="0"/>
      <p:bldP spid="22" grpId="0"/>
      <p:bldP spid="23" grpId="0"/>
      <p:bldP spid="24" grpId="0"/>
      <p:bldP spid="25" grpId="0"/>
      <p:bldP spid="26" grpId="0"/>
      <p:bldP spid="27" grpId="0"/>
      <p:bldP spid="28" grpId="0" animBg="1"/>
      <p:bldP spid="28" grpId="1" animBg="1"/>
      <p:bldP spid="29" grpId="0" animBg="1"/>
      <p:bldP spid="3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3"/>
          <p:cNvGrpSpPr>
            <a:grpSpLocks/>
          </p:cNvGrpSpPr>
          <p:nvPr/>
        </p:nvGrpSpPr>
        <p:grpSpPr bwMode="auto">
          <a:xfrm>
            <a:off x="1179007" y="2858420"/>
            <a:ext cx="3107361" cy="3643113"/>
            <a:chOff x="1054100" y="2125444"/>
            <a:chExt cx="2209800" cy="2590800"/>
          </a:xfrm>
        </p:grpSpPr>
        <p:sp>
          <p:nvSpPr>
            <p:cNvPr id="3" name="矩形 2"/>
            <p:cNvSpPr/>
            <p:nvPr/>
          </p:nvSpPr>
          <p:spPr>
            <a:xfrm>
              <a:off x="1054100" y="2125444"/>
              <a:ext cx="2209800" cy="666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4" name="矩形 43"/>
            <p:cNvSpPr/>
            <p:nvPr/>
          </p:nvSpPr>
          <p:spPr>
            <a:xfrm>
              <a:off x="1054100" y="2798544"/>
              <a:ext cx="2209800" cy="1917700"/>
            </a:xfrm>
            <a:prstGeom prst="rect">
              <a:avLst/>
            </a:prstGeom>
            <a:blipFill dpi="0" rotWithShape="1">
              <a:blip r:embed="rId3"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3577" name="文本框 13"/>
            <p:cNvSpPr txBox="1">
              <a:spLocks noChangeArrowheads="1"/>
            </p:cNvSpPr>
            <p:nvPr/>
          </p:nvSpPr>
          <p:spPr bwMode="auto">
            <a:xfrm>
              <a:off x="1757160" y="2152997"/>
              <a:ext cx="1054705" cy="61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300">
                  <a:solidFill>
                    <a:schemeClr val="tx1"/>
                  </a:solidFill>
                  <a:latin typeface="Calibri" panose="020F0502020204030204" pitchFamily="34" charset="0"/>
                  <a:ea typeface="宋体" panose="02010600030101010101" pitchFamily="2" charset="-122"/>
                </a:defRPr>
              </a:lvl1pPr>
              <a:lvl2pPr marL="742950" indent="-285750" eaLnBrk="0" hangingPunct="0">
                <a:defRPr sz="1300">
                  <a:solidFill>
                    <a:schemeClr val="tx1"/>
                  </a:solidFill>
                  <a:latin typeface="Calibri" panose="020F0502020204030204" pitchFamily="34" charset="0"/>
                  <a:ea typeface="宋体" panose="02010600030101010101" pitchFamily="2" charset="-122"/>
                </a:defRPr>
              </a:lvl2pPr>
              <a:lvl3pPr marL="1143000" indent="-228600" eaLnBrk="0" hangingPunct="0">
                <a:defRPr sz="1300">
                  <a:solidFill>
                    <a:schemeClr val="tx1"/>
                  </a:solidFill>
                  <a:latin typeface="Calibri" panose="020F0502020204030204" pitchFamily="34" charset="0"/>
                  <a:ea typeface="宋体" panose="02010600030101010101" pitchFamily="2" charset="-122"/>
                </a:defRPr>
              </a:lvl3pPr>
              <a:lvl4pPr marL="1600200" indent="-228600" eaLnBrk="0" hangingPunct="0">
                <a:defRPr sz="1300">
                  <a:solidFill>
                    <a:schemeClr val="tx1"/>
                  </a:solidFill>
                  <a:latin typeface="Calibri" panose="020F0502020204030204" pitchFamily="34" charset="0"/>
                  <a:ea typeface="宋体" panose="02010600030101010101" pitchFamily="2" charset="-122"/>
                </a:defRPr>
              </a:lvl4pPr>
              <a:lvl5pPr marL="2057400" indent="-228600" eaLnBrk="0" hangingPunct="0">
                <a:defRPr sz="1300">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9pPr>
            </a:lstStyle>
            <a:p>
              <a:pPr eaLnBrk="1" hangingPunct="1"/>
              <a:r>
                <a:rPr lang="en-US" altLang="zh-CN"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rPr>
                <a:t>65%</a:t>
              </a:r>
              <a:endParaRPr lang="zh-CN" altLang="en-US"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63" name="十字形 62"/>
            <p:cNvSpPr/>
            <p:nvPr/>
          </p:nvSpPr>
          <p:spPr>
            <a:xfrm>
              <a:off x="1528763" y="2395319"/>
              <a:ext cx="169862" cy="169862"/>
            </a:xfrm>
            <a:prstGeom prst="plus">
              <a:avLst>
                <a:gd name="adj" fmla="val 4138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 name="组合 4"/>
          <p:cNvGrpSpPr>
            <a:grpSpLocks/>
          </p:cNvGrpSpPr>
          <p:nvPr/>
        </p:nvGrpSpPr>
        <p:grpSpPr bwMode="auto">
          <a:xfrm>
            <a:off x="4982844" y="2624028"/>
            <a:ext cx="3107360" cy="3877505"/>
            <a:chOff x="3498850" y="1958756"/>
            <a:chExt cx="2209800" cy="2757488"/>
          </a:xfrm>
        </p:grpSpPr>
        <p:sp>
          <p:nvSpPr>
            <p:cNvPr id="42" name="矩形 41"/>
            <p:cNvSpPr/>
            <p:nvPr/>
          </p:nvSpPr>
          <p:spPr>
            <a:xfrm>
              <a:off x="3498850" y="1958756"/>
              <a:ext cx="2209800" cy="8334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5" name="矩形 44"/>
            <p:cNvSpPr/>
            <p:nvPr/>
          </p:nvSpPr>
          <p:spPr>
            <a:xfrm>
              <a:off x="3498850" y="2798544"/>
              <a:ext cx="2209800" cy="1917700"/>
            </a:xfrm>
            <a:prstGeom prst="rect">
              <a:avLst/>
            </a:prstGeom>
            <a:blipFill dpi="0" rotWithShape="1">
              <a:blip r:embed="rId4"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3570" name="文本框 13"/>
            <p:cNvSpPr txBox="1">
              <a:spLocks noChangeArrowheads="1"/>
            </p:cNvSpPr>
            <p:nvPr/>
          </p:nvSpPr>
          <p:spPr bwMode="auto">
            <a:xfrm>
              <a:off x="4247929" y="2064097"/>
              <a:ext cx="1054706" cy="61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300">
                  <a:solidFill>
                    <a:schemeClr val="tx1"/>
                  </a:solidFill>
                  <a:latin typeface="Calibri" panose="020F0502020204030204" pitchFamily="34" charset="0"/>
                  <a:ea typeface="宋体" panose="02010600030101010101" pitchFamily="2" charset="-122"/>
                </a:defRPr>
              </a:lvl1pPr>
              <a:lvl2pPr marL="742950" indent="-285750" eaLnBrk="0" hangingPunct="0">
                <a:defRPr sz="1300">
                  <a:solidFill>
                    <a:schemeClr val="tx1"/>
                  </a:solidFill>
                  <a:latin typeface="Calibri" panose="020F0502020204030204" pitchFamily="34" charset="0"/>
                  <a:ea typeface="宋体" panose="02010600030101010101" pitchFamily="2" charset="-122"/>
                </a:defRPr>
              </a:lvl2pPr>
              <a:lvl3pPr marL="1143000" indent="-228600" eaLnBrk="0" hangingPunct="0">
                <a:defRPr sz="1300">
                  <a:solidFill>
                    <a:schemeClr val="tx1"/>
                  </a:solidFill>
                  <a:latin typeface="Calibri" panose="020F0502020204030204" pitchFamily="34" charset="0"/>
                  <a:ea typeface="宋体" panose="02010600030101010101" pitchFamily="2" charset="-122"/>
                </a:defRPr>
              </a:lvl3pPr>
              <a:lvl4pPr marL="1600200" indent="-228600" eaLnBrk="0" hangingPunct="0">
                <a:defRPr sz="1300">
                  <a:solidFill>
                    <a:schemeClr val="tx1"/>
                  </a:solidFill>
                  <a:latin typeface="Calibri" panose="020F0502020204030204" pitchFamily="34" charset="0"/>
                  <a:ea typeface="宋体" panose="02010600030101010101" pitchFamily="2" charset="-122"/>
                </a:defRPr>
              </a:lvl4pPr>
              <a:lvl5pPr marL="2057400" indent="-228600" eaLnBrk="0" hangingPunct="0">
                <a:defRPr sz="1300">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9pPr>
            </a:lstStyle>
            <a:p>
              <a:pPr eaLnBrk="1" hangingPunct="1"/>
              <a:r>
                <a:rPr lang="en-US" altLang="zh-CN"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rPr>
                <a:t>85%</a:t>
              </a:r>
              <a:endParaRPr lang="zh-CN" altLang="en-US"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64" name="十字形 63"/>
            <p:cNvSpPr/>
            <p:nvPr/>
          </p:nvSpPr>
          <p:spPr>
            <a:xfrm>
              <a:off x="4032232" y="2306419"/>
              <a:ext cx="169862" cy="169862"/>
            </a:xfrm>
            <a:prstGeom prst="plus">
              <a:avLst>
                <a:gd name="adj" fmla="val 4138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组合 5"/>
          <p:cNvGrpSpPr>
            <a:grpSpLocks/>
          </p:cNvGrpSpPr>
          <p:nvPr/>
        </p:nvGrpSpPr>
        <p:grpSpPr bwMode="auto">
          <a:xfrm>
            <a:off x="8786682" y="2858420"/>
            <a:ext cx="3107360" cy="3643113"/>
            <a:chOff x="5943600" y="2125444"/>
            <a:chExt cx="2209800" cy="2590800"/>
          </a:xfrm>
        </p:grpSpPr>
        <p:sp>
          <p:nvSpPr>
            <p:cNvPr id="43" name="矩形 42"/>
            <p:cNvSpPr/>
            <p:nvPr/>
          </p:nvSpPr>
          <p:spPr>
            <a:xfrm>
              <a:off x="5943600" y="2125444"/>
              <a:ext cx="2209800" cy="6667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6" name="矩形 45"/>
            <p:cNvSpPr/>
            <p:nvPr/>
          </p:nvSpPr>
          <p:spPr>
            <a:xfrm>
              <a:off x="5943600" y="2798544"/>
              <a:ext cx="2209800" cy="1917700"/>
            </a:xfrm>
            <a:prstGeom prst="rect">
              <a:avLst/>
            </a:prstGeom>
            <a:blipFill dpi="0" rotWithShape="1">
              <a:blip r:embed="rId5" cstate="screen">
                <a:graysc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3563" name="文本框 13"/>
            <p:cNvSpPr txBox="1">
              <a:spLocks noChangeArrowheads="1"/>
            </p:cNvSpPr>
            <p:nvPr/>
          </p:nvSpPr>
          <p:spPr bwMode="auto">
            <a:xfrm>
              <a:off x="6660929" y="2152997"/>
              <a:ext cx="1054706" cy="61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300">
                  <a:solidFill>
                    <a:schemeClr val="tx1"/>
                  </a:solidFill>
                  <a:latin typeface="Calibri" panose="020F0502020204030204" pitchFamily="34" charset="0"/>
                  <a:ea typeface="宋体" panose="02010600030101010101" pitchFamily="2" charset="-122"/>
                </a:defRPr>
              </a:lvl1pPr>
              <a:lvl2pPr marL="742950" indent="-285750" eaLnBrk="0" hangingPunct="0">
                <a:defRPr sz="1300">
                  <a:solidFill>
                    <a:schemeClr val="tx1"/>
                  </a:solidFill>
                  <a:latin typeface="Calibri" panose="020F0502020204030204" pitchFamily="34" charset="0"/>
                  <a:ea typeface="宋体" panose="02010600030101010101" pitchFamily="2" charset="-122"/>
                </a:defRPr>
              </a:lvl2pPr>
              <a:lvl3pPr marL="1143000" indent="-228600" eaLnBrk="0" hangingPunct="0">
                <a:defRPr sz="1300">
                  <a:solidFill>
                    <a:schemeClr val="tx1"/>
                  </a:solidFill>
                  <a:latin typeface="Calibri" panose="020F0502020204030204" pitchFamily="34" charset="0"/>
                  <a:ea typeface="宋体" panose="02010600030101010101" pitchFamily="2" charset="-122"/>
                </a:defRPr>
              </a:lvl3pPr>
              <a:lvl4pPr marL="1600200" indent="-228600" eaLnBrk="0" hangingPunct="0">
                <a:defRPr sz="1300">
                  <a:solidFill>
                    <a:schemeClr val="tx1"/>
                  </a:solidFill>
                  <a:latin typeface="Calibri" panose="020F0502020204030204" pitchFamily="34" charset="0"/>
                  <a:ea typeface="宋体" panose="02010600030101010101" pitchFamily="2" charset="-122"/>
                </a:defRPr>
              </a:lvl4pPr>
              <a:lvl5pPr marL="2057400" indent="-228600" eaLnBrk="0" hangingPunct="0">
                <a:defRPr sz="1300">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defRPr sz="1300">
                  <a:solidFill>
                    <a:schemeClr val="tx1"/>
                  </a:solidFill>
                  <a:latin typeface="Calibri" panose="020F0502020204030204" pitchFamily="34" charset="0"/>
                  <a:ea typeface="宋体" panose="02010600030101010101" pitchFamily="2" charset="-122"/>
                </a:defRPr>
              </a:lvl9pPr>
            </a:lstStyle>
            <a:p>
              <a:pPr eaLnBrk="1" hangingPunct="1"/>
              <a:r>
                <a:rPr lang="en-US" altLang="zh-CN"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rPr>
                <a:t>40%</a:t>
              </a:r>
              <a:endParaRPr lang="zh-CN" altLang="en-US" sz="5062" dirty="0">
                <a:solidFill>
                  <a:schemeClr val="bg1"/>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65" name="十字形 64"/>
            <p:cNvSpPr/>
            <p:nvPr/>
          </p:nvSpPr>
          <p:spPr>
            <a:xfrm>
              <a:off x="6445232" y="2395319"/>
              <a:ext cx="169862" cy="169862"/>
            </a:xfrm>
            <a:prstGeom prst="plus">
              <a:avLst>
                <a:gd name="adj" fmla="val 4138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lnSpc>
                  <a:spcPct val="150000"/>
                </a:lnSpc>
                <a:defRPr/>
              </a:pPr>
              <a:endParaRPr lang="zh-CN" altLang="en-US">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21" name="Title 13"/>
          <p:cNvSpPr txBox="1">
            <a:spLocks/>
          </p:cNvSpPr>
          <p:nvPr/>
        </p:nvSpPr>
        <p:spPr bwMode="auto">
          <a:xfrm>
            <a:off x="1218344" y="1410999"/>
            <a:ext cx="3068023"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nSpc>
                <a:spcPct val="15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a:t>
            </a:r>
          </a:p>
        </p:txBody>
      </p:sp>
      <p:sp>
        <p:nvSpPr>
          <p:cNvPr id="22" name="Title 13"/>
          <p:cNvSpPr txBox="1">
            <a:spLocks/>
          </p:cNvSpPr>
          <p:nvPr/>
        </p:nvSpPr>
        <p:spPr bwMode="auto">
          <a:xfrm>
            <a:off x="4986781" y="1410999"/>
            <a:ext cx="3068023"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nSpc>
                <a:spcPct val="15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a:t>
            </a:r>
          </a:p>
        </p:txBody>
      </p:sp>
      <p:sp>
        <p:nvSpPr>
          <p:cNvPr id="23" name="Title 13"/>
          <p:cNvSpPr txBox="1">
            <a:spLocks/>
          </p:cNvSpPr>
          <p:nvPr/>
        </p:nvSpPr>
        <p:spPr bwMode="auto">
          <a:xfrm>
            <a:off x="8806351" y="1410999"/>
            <a:ext cx="3068023"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nSpc>
                <a:spcPct val="15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点击请替换文字内容</a:t>
            </a:r>
          </a:p>
          <a:p>
            <a:pPr>
              <a:lnSpc>
                <a:spcPct val="150000"/>
              </a:lnSpc>
            </a:pPr>
            <a:r>
              <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请替换文字内容，添加相关标题，修改文字内容，也可以直接复制你的内容到此。请替换文字内容，添加相关标题，修改文字内容，也可以直接复制你的内容到此。</a:t>
            </a:r>
          </a:p>
        </p:txBody>
      </p:sp>
      <p:sp>
        <p:nvSpPr>
          <p:cNvPr id="20"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4"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795337693"/>
      </p:ext>
    </p:extLst>
  </p:cSld>
  <p:clrMapOvr>
    <a:masterClrMapping/>
  </p:clrMapOvr>
  <mc:AlternateContent xmlns:mc="http://schemas.openxmlformats.org/markup-compatibility/2006" xmlns:p14="http://schemas.microsoft.com/office/powerpoint/2010/main">
    <mc:Choice Requires="p14">
      <p:transition spd="slow" p14:dur="1250" advTm="4000">
        <p14:flip dir="r"/>
      </p:transition>
    </mc:Choice>
    <mc:Fallback xmlns="">
      <p:transition spd="slow" advTm="4000">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42" presetClass="entr" presetSubtype="0" fill="hold" nodeType="withEffect">
                                  <p:stCondLst>
                                    <p:cond delay="11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750"/>
                                        <p:tgtEl>
                                          <p:spTgt spid="5"/>
                                        </p:tgtEl>
                                      </p:cBhvr>
                                    </p:animEffect>
                                    <p:anim calcmode="lin" valueType="num">
                                      <p:cBhvr>
                                        <p:cTn id="8" dur="750" fill="hold"/>
                                        <p:tgtEl>
                                          <p:spTgt spid="5"/>
                                        </p:tgtEl>
                                        <p:attrNameLst>
                                          <p:attrName>ppt_x</p:attrName>
                                        </p:attrNameLst>
                                      </p:cBhvr>
                                      <p:tavLst>
                                        <p:tav tm="0">
                                          <p:val>
                                            <p:strVal val="#ppt_x"/>
                                          </p:val>
                                        </p:tav>
                                        <p:tav tm="100000">
                                          <p:val>
                                            <p:strVal val="#ppt_x"/>
                                          </p:val>
                                        </p:tav>
                                      </p:tavLst>
                                    </p:anim>
                                    <p:anim calcmode="lin" valueType="num">
                                      <p:cBhvr>
                                        <p:cTn id="9" dur="750" fill="hold"/>
                                        <p:tgtEl>
                                          <p:spTgt spid="5"/>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130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750"/>
                                        <p:tgtEl>
                                          <p:spTgt spid="7"/>
                                        </p:tgtEl>
                                      </p:cBhvr>
                                    </p:animEffect>
                                    <p:anim calcmode="lin" valueType="num">
                                      <p:cBhvr>
                                        <p:cTn id="13" dur="750" fill="hold"/>
                                        <p:tgtEl>
                                          <p:spTgt spid="7"/>
                                        </p:tgtEl>
                                        <p:attrNameLst>
                                          <p:attrName>ppt_x</p:attrName>
                                        </p:attrNameLst>
                                      </p:cBhvr>
                                      <p:tavLst>
                                        <p:tav tm="0">
                                          <p:val>
                                            <p:strVal val="#ppt_x"/>
                                          </p:val>
                                        </p:tav>
                                        <p:tav tm="100000">
                                          <p:val>
                                            <p:strVal val="#ppt_x"/>
                                          </p:val>
                                        </p:tav>
                                      </p:tavLst>
                                    </p:anim>
                                    <p:anim calcmode="lin" valueType="num">
                                      <p:cBhvr>
                                        <p:cTn id="14" dur="750" fill="hold"/>
                                        <p:tgtEl>
                                          <p:spTgt spid="7"/>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16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750"/>
                                        <p:tgtEl>
                                          <p:spTgt spid="9"/>
                                        </p:tgtEl>
                                      </p:cBhvr>
                                    </p:animEffect>
                                    <p:anim calcmode="lin" valueType="num">
                                      <p:cBhvr>
                                        <p:cTn id="18" dur="750" fill="hold"/>
                                        <p:tgtEl>
                                          <p:spTgt spid="9"/>
                                        </p:tgtEl>
                                        <p:attrNameLst>
                                          <p:attrName>ppt_x</p:attrName>
                                        </p:attrNameLst>
                                      </p:cBhvr>
                                      <p:tavLst>
                                        <p:tav tm="0">
                                          <p:val>
                                            <p:strVal val="#ppt_x"/>
                                          </p:val>
                                        </p:tav>
                                        <p:tav tm="100000">
                                          <p:val>
                                            <p:strVal val="#ppt_x"/>
                                          </p:val>
                                        </p:tav>
                                      </p:tavLst>
                                    </p:anim>
                                    <p:anim calcmode="lin" valueType="num">
                                      <p:cBhvr>
                                        <p:cTn id="19" dur="750" fill="hold"/>
                                        <p:tgtEl>
                                          <p:spTgt spid="9"/>
                                        </p:tgtEl>
                                        <p:attrNameLst>
                                          <p:attrName>ppt_y</p:attrName>
                                        </p:attrNameLst>
                                      </p:cBhvr>
                                      <p:tavLst>
                                        <p:tav tm="0">
                                          <p:val>
                                            <p:strVal val="#ppt_y+.1"/>
                                          </p:val>
                                        </p:tav>
                                        <p:tav tm="100000">
                                          <p:val>
                                            <p:strVal val="#ppt_y"/>
                                          </p:val>
                                        </p:tav>
                                      </p:tavLst>
                                    </p:anim>
                                  </p:childTnLst>
                                </p:cTn>
                              </p:par>
                              <p:par>
                                <p:cTn id="20" presetID="22" presetClass="entr" presetSubtype="4" fill="hold" grpId="0" nodeType="withEffect">
                                  <p:stCondLst>
                                    <p:cond delay="1500"/>
                                  </p:stCondLst>
                                  <p:childTnLst>
                                    <p:set>
                                      <p:cBhvr>
                                        <p:cTn id="21" dur="1" fill="hold">
                                          <p:stCondLst>
                                            <p:cond delay="0"/>
                                          </p:stCondLst>
                                        </p:cTn>
                                        <p:tgtEl>
                                          <p:spTgt spid="21"/>
                                        </p:tgtEl>
                                        <p:attrNameLst>
                                          <p:attrName>style.visibility</p:attrName>
                                        </p:attrNameLst>
                                      </p:cBhvr>
                                      <p:to>
                                        <p:strVal val="visible"/>
                                      </p:to>
                                    </p:set>
                                    <p:animEffect transition="in" filter="wipe(down)">
                                      <p:cBhvr>
                                        <p:cTn id="22" dur="500"/>
                                        <p:tgtEl>
                                          <p:spTgt spid="21"/>
                                        </p:tgtEl>
                                      </p:cBhvr>
                                    </p:animEffect>
                                  </p:childTnLst>
                                </p:cTn>
                              </p:par>
                              <p:par>
                                <p:cTn id="23" presetID="22" presetClass="entr" presetSubtype="4" fill="hold" grpId="0" nodeType="withEffect">
                                  <p:stCondLst>
                                    <p:cond delay="1500"/>
                                  </p:stCondLst>
                                  <p:childTnLst>
                                    <p:set>
                                      <p:cBhvr>
                                        <p:cTn id="24" dur="1" fill="hold">
                                          <p:stCondLst>
                                            <p:cond delay="0"/>
                                          </p:stCondLst>
                                        </p:cTn>
                                        <p:tgtEl>
                                          <p:spTgt spid="22"/>
                                        </p:tgtEl>
                                        <p:attrNameLst>
                                          <p:attrName>style.visibility</p:attrName>
                                        </p:attrNameLst>
                                      </p:cBhvr>
                                      <p:to>
                                        <p:strVal val="visible"/>
                                      </p:to>
                                    </p:set>
                                    <p:animEffect transition="in" filter="wipe(down)">
                                      <p:cBhvr>
                                        <p:cTn id="25" dur="500"/>
                                        <p:tgtEl>
                                          <p:spTgt spid="22"/>
                                        </p:tgtEl>
                                      </p:cBhvr>
                                    </p:animEffect>
                                  </p:childTnLst>
                                </p:cTn>
                              </p:par>
                              <p:par>
                                <p:cTn id="26" presetID="22" presetClass="entr" presetSubtype="4" fill="hold" grpId="0" nodeType="withEffect">
                                  <p:stCondLst>
                                    <p:cond delay="1500"/>
                                  </p:stCondLst>
                                  <p:childTnLst>
                                    <p:set>
                                      <p:cBhvr>
                                        <p:cTn id="27" dur="1" fill="hold">
                                          <p:stCondLst>
                                            <p:cond delay="0"/>
                                          </p:stCondLst>
                                        </p:cTn>
                                        <p:tgtEl>
                                          <p:spTgt spid="23"/>
                                        </p:tgtEl>
                                        <p:attrNameLst>
                                          <p:attrName>style.visibility</p:attrName>
                                        </p:attrNameLst>
                                      </p:cBhvr>
                                      <p:to>
                                        <p:strVal val="visible"/>
                                      </p:to>
                                    </p:set>
                                    <p:animEffect transition="in" filter="wipe(down)">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4430105" y="2447748"/>
            <a:ext cx="3998543" cy="3850364"/>
            <a:chOff x="4200186" y="2320894"/>
            <a:chExt cx="3791627" cy="3651116"/>
          </a:xfrm>
        </p:grpSpPr>
        <p:sp>
          <p:nvSpPr>
            <p:cNvPr id="7" name="Rounded Rectangle 6"/>
            <p:cNvSpPr/>
            <p:nvPr/>
          </p:nvSpPr>
          <p:spPr>
            <a:xfrm flipH="1">
              <a:off x="4214254" y="4850056"/>
              <a:ext cx="3777559" cy="9144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Rounded Rectangle 5"/>
            <p:cNvSpPr/>
            <p:nvPr/>
          </p:nvSpPr>
          <p:spPr>
            <a:xfrm rot="3492391" flipH="1">
              <a:off x="4991307" y="3689252"/>
              <a:ext cx="3651116" cy="9144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 name="Rounded Rectangle 3"/>
            <p:cNvSpPr/>
            <p:nvPr/>
          </p:nvSpPr>
          <p:spPr>
            <a:xfrm rot="18107609">
              <a:off x="3556490" y="3689252"/>
              <a:ext cx="3651116" cy="9144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Rounded Rectangle 9"/>
            <p:cNvSpPr/>
            <p:nvPr/>
          </p:nvSpPr>
          <p:spPr>
            <a:xfrm flipH="1">
              <a:off x="4200186" y="4850056"/>
              <a:ext cx="1948760" cy="9144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Oval 13"/>
            <p:cNvSpPr/>
            <p:nvPr/>
          </p:nvSpPr>
          <p:spPr>
            <a:xfrm>
              <a:off x="5725181" y="2613073"/>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Oval 14"/>
            <p:cNvSpPr/>
            <p:nvPr/>
          </p:nvSpPr>
          <p:spPr>
            <a:xfrm>
              <a:off x="4297730" y="4929404"/>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Oval 15"/>
            <p:cNvSpPr/>
            <p:nvPr/>
          </p:nvSpPr>
          <p:spPr>
            <a:xfrm>
              <a:off x="7164059" y="4930934"/>
              <a:ext cx="755703" cy="7557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20000"/>
                </a:lnSpc>
              </a:pPr>
              <a:endParaRPr lang="en-GB" sz="949">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17"/>
            <p:cNvSpPr>
              <a:spLocks noEditPoints="1"/>
            </p:cNvSpPr>
            <p:nvPr/>
          </p:nvSpPr>
          <p:spPr bwMode="auto">
            <a:xfrm>
              <a:off x="5950368" y="2791506"/>
              <a:ext cx="305327" cy="398835"/>
            </a:xfrm>
            <a:custGeom>
              <a:avLst/>
              <a:gdLst>
                <a:gd name="T0" fmla="*/ 60 w 74"/>
                <a:gd name="T1" fmla="*/ 0 h 97"/>
                <a:gd name="T2" fmla="*/ 72 w 74"/>
                <a:gd name="T3" fmla="*/ 11 h 97"/>
                <a:gd name="T4" fmla="*/ 70 w 74"/>
                <a:gd name="T5" fmla="*/ 52 h 97"/>
                <a:gd name="T6" fmla="*/ 63 w 74"/>
                <a:gd name="T7" fmla="*/ 11 h 97"/>
                <a:gd name="T8" fmla="*/ 60 w 74"/>
                <a:gd name="T9" fmla="*/ 8 h 97"/>
                <a:gd name="T10" fmla="*/ 26 w 74"/>
                <a:gd name="T11" fmla="*/ 11 h 97"/>
                <a:gd name="T12" fmla="*/ 26 w 74"/>
                <a:gd name="T13" fmla="*/ 18 h 97"/>
                <a:gd name="T14" fmla="*/ 19 w 74"/>
                <a:gd name="T15" fmla="*/ 24 h 97"/>
                <a:gd name="T16" fmla="*/ 12 w 74"/>
                <a:gd name="T17" fmla="*/ 24 h 97"/>
                <a:gd name="T18" fmla="*/ 8 w 74"/>
                <a:gd name="T19" fmla="*/ 79 h 97"/>
                <a:gd name="T20" fmla="*/ 9 w 74"/>
                <a:gd name="T21" fmla="*/ 81 h 97"/>
                <a:gd name="T22" fmla="*/ 28 w 74"/>
                <a:gd name="T23" fmla="*/ 82 h 97"/>
                <a:gd name="T24" fmla="*/ 37 w 74"/>
                <a:gd name="T25" fmla="*/ 90 h 97"/>
                <a:gd name="T26" fmla="*/ 3 w 74"/>
                <a:gd name="T27" fmla="*/ 87 h 97"/>
                <a:gd name="T28" fmla="*/ 3 w 74"/>
                <a:gd name="T29" fmla="*/ 87 h 97"/>
                <a:gd name="T30" fmla="*/ 0 w 74"/>
                <a:gd name="T31" fmla="*/ 20 h 97"/>
                <a:gd name="T32" fmla="*/ 1 w 74"/>
                <a:gd name="T33" fmla="*/ 17 h 97"/>
                <a:gd name="T34" fmla="*/ 19 w 74"/>
                <a:gd name="T35" fmla="*/ 0 h 97"/>
                <a:gd name="T36" fmla="*/ 17 w 74"/>
                <a:gd name="T37" fmla="*/ 52 h 97"/>
                <a:gd name="T38" fmla="*/ 27 w 74"/>
                <a:gd name="T39" fmla="*/ 56 h 97"/>
                <a:gd name="T40" fmla="*/ 17 w 74"/>
                <a:gd name="T41" fmla="*/ 52 h 97"/>
                <a:gd name="T42" fmla="*/ 17 w 74"/>
                <a:gd name="T43" fmla="*/ 44 h 97"/>
                <a:gd name="T44" fmla="*/ 56 w 74"/>
                <a:gd name="T45" fmla="*/ 40 h 97"/>
                <a:gd name="T46" fmla="*/ 17 w 74"/>
                <a:gd name="T47" fmla="*/ 28 h 97"/>
                <a:gd name="T48" fmla="*/ 56 w 74"/>
                <a:gd name="T49" fmla="*/ 33 h 97"/>
                <a:gd name="T50" fmla="*/ 17 w 74"/>
                <a:gd name="T51" fmla="*/ 28 h 97"/>
                <a:gd name="T52" fmla="*/ 34 w 74"/>
                <a:gd name="T53" fmla="*/ 22 h 97"/>
                <a:gd name="T54" fmla="*/ 56 w 74"/>
                <a:gd name="T55" fmla="*/ 17 h 97"/>
                <a:gd name="T56" fmla="*/ 41 w 74"/>
                <a:gd name="T57" fmla="*/ 69 h 97"/>
                <a:gd name="T58" fmla="*/ 41 w 74"/>
                <a:gd name="T59" fmla="*/ 69 h 97"/>
                <a:gd name="T60" fmla="*/ 31 w 74"/>
                <a:gd name="T61" fmla="*/ 66 h 97"/>
                <a:gd name="T62" fmla="*/ 47 w 74"/>
                <a:gd name="T63" fmla="*/ 86 h 97"/>
                <a:gd name="T64" fmla="*/ 59 w 74"/>
                <a:gd name="T65" fmla="*/ 87 h 97"/>
                <a:gd name="T66" fmla="*/ 71 w 74"/>
                <a:gd name="T67" fmla="*/ 96 h 97"/>
                <a:gd name="T68" fmla="*/ 72 w 74"/>
                <a:gd name="T69" fmla="*/ 90 h 97"/>
                <a:gd name="T70" fmla="*/ 63 w 74"/>
                <a:gd name="T71" fmla="*/ 80 h 97"/>
                <a:gd name="T72" fmla="*/ 64 w 74"/>
                <a:gd name="T73" fmla="*/ 57 h 97"/>
                <a:gd name="T74" fmla="*/ 38 w 74"/>
                <a:gd name="T75" fmla="*/ 54 h 97"/>
                <a:gd name="T76" fmla="*/ 42 w 74"/>
                <a:gd name="T77" fmla="*/ 58 h 97"/>
                <a:gd name="T78" fmla="*/ 40 w 74"/>
                <a:gd name="T79" fmla="*/ 76 h 97"/>
                <a:gd name="T80" fmla="*/ 57 w 74"/>
                <a:gd name="T81" fmla="*/ 78 h 97"/>
                <a:gd name="T82" fmla="*/ 59 w 74"/>
                <a:gd name="T83" fmla="*/ 61 h 97"/>
                <a:gd name="T84" fmla="*/ 21 w 74"/>
                <a:gd name="T85" fmla="*/ 9 h 97"/>
                <a:gd name="T86" fmla="*/ 13 w 74"/>
                <a:gd name="T87" fmla="*/ 19 h 97"/>
                <a:gd name="T88" fmla="*/ 17 w 74"/>
                <a:gd name="T89" fmla="*/ 20 h 97"/>
                <a:gd name="T90" fmla="*/ 18 w 74"/>
                <a:gd name="T91" fmla="*/ 20 h 97"/>
                <a:gd name="T92" fmla="*/ 22 w 74"/>
                <a:gd name="T93" fmla="*/ 17 h 97"/>
                <a:gd name="T94" fmla="*/ 22 w 74"/>
                <a:gd name="T95" fmla="*/ 15 h 97"/>
                <a:gd name="T96" fmla="*/ 21 w 74"/>
                <a:gd name="T97" fmla="*/ 1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7">
                  <a:moveTo>
                    <a:pt x="21" y="0"/>
                  </a:moveTo>
                  <a:cubicBezTo>
                    <a:pt x="60" y="0"/>
                    <a:pt x="60" y="0"/>
                    <a:pt x="60" y="0"/>
                  </a:cubicBezTo>
                  <a:cubicBezTo>
                    <a:pt x="64" y="0"/>
                    <a:pt x="66" y="1"/>
                    <a:pt x="68" y="3"/>
                  </a:cubicBezTo>
                  <a:cubicBezTo>
                    <a:pt x="70" y="5"/>
                    <a:pt x="72" y="8"/>
                    <a:pt x="72" y="11"/>
                  </a:cubicBezTo>
                  <a:cubicBezTo>
                    <a:pt x="72" y="56"/>
                    <a:pt x="72" y="56"/>
                    <a:pt x="72" y="56"/>
                  </a:cubicBezTo>
                  <a:cubicBezTo>
                    <a:pt x="71" y="55"/>
                    <a:pt x="70" y="53"/>
                    <a:pt x="70" y="52"/>
                  </a:cubicBezTo>
                  <a:cubicBezTo>
                    <a:pt x="68" y="50"/>
                    <a:pt x="66" y="48"/>
                    <a:pt x="63" y="47"/>
                  </a:cubicBezTo>
                  <a:cubicBezTo>
                    <a:pt x="63" y="11"/>
                    <a:pt x="63" y="11"/>
                    <a:pt x="63" y="11"/>
                  </a:cubicBezTo>
                  <a:cubicBezTo>
                    <a:pt x="63" y="10"/>
                    <a:pt x="63" y="9"/>
                    <a:pt x="62" y="9"/>
                  </a:cubicBezTo>
                  <a:cubicBezTo>
                    <a:pt x="62" y="8"/>
                    <a:pt x="61" y="8"/>
                    <a:pt x="60" y="8"/>
                  </a:cubicBezTo>
                  <a:cubicBezTo>
                    <a:pt x="25" y="8"/>
                    <a:pt x="25" y="8"/>
                    <a:pt x="25" y="8"/>
                  </a:cubicBezTo>
                  <a:cubicBezTo>
                    <a:pt x="26" y="11"/>
                    <a:pt x="26" y="11"/>
                    <a:pt x="26" y="11"/>
                  </a:cubicBezTo>
                  <a:cubicBezTo>
                    <a:pt x="26" y="14"/>
                    <a:pt x="26" y="14"/>
                    <a:pt x="26" y="14"/>
                  </a:cubicBezTo>
                  <a:cubicBezTo>
                    <a:pt x="26" y="16"/>
                    <a:pt x="26" y="17"/>
                    <a:pt x="26" y="18"/>
                  </a:cubicBezTo>
                  <a:cubicBezTo>
                    <a:pt x="26" y="19"/>
                    <a:pt x="25" y="21"/>
                    <a:pt x="23" y="22"/>
                  </a:cubicBezTo>
                  <a:cubicBezTo>
                    <a:pt x="22" y="23"/>
                    <a:pt x="21" y="24"/>
                    <a:pt x="19" y="24"/>
                  </a:cubicBezTo>
                  <a:cubicBezTo>
                    <a:pt x="18" y="24"/>
                    <a:pt x="17" y="24"/>
                    <a:pt x="16" y="24"/>
                  </a:cubicBezTo>
                  <a:cubicBezTo>
                    <a:pt x="12" y="24"/>
                    <a:pt x="12" y="24"/>
                    <a:pt x="12" y="24"/>
                  </a:cubicBezTo>
                  <a:cubicBezTo>
                    <a:pt x="8" y="23"/>
                    <a:pt x="8" y="23"/>
                    <a:pt x="8" y="23"/>
                  </a:cubicBezTo>
                  <a:cubicBezTo>
                    <a:pt x="8" y="79"/>
                    <a:pt x="8" y="79"/>
                    <a:pt x="8" y="79"/>
                  </a:cubicBezTo>
                  <a:cubicBezTo>
                    <a:pt x="8" y="80"/>
                    <a:pt x="9" y="80"/>
                    <a:pt x="9" y="81"/>
                  </a:cubicBezTo>
                  <a:cubicBezTo>
                    <a:pt x="9" y="81"/>
                    <a:pt x="9" y="81"/>
                    <a:pt x="9" y="81"/>
                  </a:cubicBezTo>
                  <a:cubicBezTo>
                    <a:pt x="10" y="81"/>
                    <a:pt x="10" y="82"/>
                    <a:pt x="11" y="82"/>
                  </a:cubicBezTo>
                  <a:cubicBezTo>
                    <a:pt x="28" y="82"/>
                    <a:pt x="28" y="82"/>
                    <a:pt x="28" y="82"/>
                  </a:cubicBezTo>
                  <a:cubicBezTo>
                    <a:pt x="28" y="82"/>
                    <a:pt x="29" y="83"/>
                    <a:pt x="29" y="84"/>
                  </a:cubicBezTo>
                  <a:cubicBezTo>
                    <a:pt x="31" y="86"/>
                    <a:pt x="34" y="88"/>
                    <a:pt x="37" y="90"/>
                  </a:cubicBezTo>
                  <a:cubicBezTo>
                    <a:pt x="11" y="90"/>
                    <a:pt x="11" y="90"/>
                    <a:pt x="11" y="90"/>
                  </a:cubicBezTo>
                  <a:cubicBezTo>
                    <a:pt x="8" y="90"/>
                    <a:pt x="5" y="89"/>
                    <a:pt x="3" y="87"/>
                  </a:cubicBezTo>
                  <a:cubicBezTo>
                    <a:pt x="3" y="87"/>
                    <a:pt x="3" y="87"/>
                    <a:pt x="3" y="87"/>
                  </a:cubicBezTo>
                  <a:cubicBezTo>
                    <a:pt x="3" y="87"/>
                    <a:pt x="3" y="87"/>
                    <a:pt x="3" y="87"/>
                  </a:cubicBezTo>
                  <a:cubicBezTo>
                    <a:pt x="1" y="85"/>
                    <a:pt x="0" y="82"/>
                    <a:pt x="0" y="79"/>
                  </a:cubicBezTo>
                  <a:cubicBezTo>
                    <a:pt x="0" y="20"/>
                    <a:pt x="0" y="20"/>
                    <a:pt x="0" y="20"/>
                  </a:cubicBezTo>
                  <a:cubicBezTo>
                    <a:pt x="0" y="18"/>
                    <a:pt x="0" y="18"/>
                    <a:pt x="0" y="18"/>
                  </a:cubicBezTo>
                  <a:cubicBezTo>
                    <a:pt x="1" y="17"/>
                    <a:pt x="1" y="17"/>
                    <a:pt x="1" y="17"/>
                  </a:cubicBezTo>
                  <a:cubicBezTo>
                    <a:pt x="18" y="1"/>
                    <a:pt x="18" y="1"/>
                    <a:pt x="18" y="1"/>
                  </a:cubicBezTo>
                  <a:cubicBezTo>
                    <a:pt x="19" y="0"/>
                    <a:pt x="19" y="0"/>
                    <a:pt x="19" y="0"/>
                  </a:cubicBezTo>
                  <a:cubicBezTo>
                    <a:pt x="21" y="0"/>
                    <a:pt x="21" y="0"/>
                    <a:pt x="21" y="0"/>
                  </a:cubicBezTo>
                  <a:close/>
                  <a:moveTo>
                    <a:pt x="17" y="52"/>
                  </a:moveTo>
                  <a:cubicBezTo>
                    <a:pt x="17" y="56"/>
                    <a:pt x="17" y="56"/>
                    <a:pt x="17" y="56"/>
                  </a:cubicBezTo>
                  <a:cubicBezTo>
                    <a:pt x="27" y="56"/>
                    <a:pt x="27" y="56"/>
                    <a:pt x="27" y="56"/>
                  </a:cubicBezTo>
                  <a:cubicBezTo>
                    <a:pt x="27" y="52"/>
                    <a:pt x="27" y="52"/>
                    <a:pt x="27" y="52"/>
                  </a:cubicBezTo>
                  <a:cubicBezTo>
                    <a:pt x="17" y="52"/>
                    <a:pt x="17" y="52"/>
                    <a:pt x="17" y="52"/>
                  </a:cubicBezTo>
                  <a:close/>
                  <a:moveTo>
                    <a:pt x="17" y="40"/>
                  </a:moveTo>
                  <a:cubicBezTo>
                    <a:pt x="17" y="44"/>
                    <a:pt x="17" y="44"/>
                    <a:pt x="17" y="44"/>
                  </a:cubicBezTo>
                  <a:cubicBezTo>
                    <a:pt x="56" y="44"/>
                    <a:pt x="56" y="44"/>
                    <a:pt x="56" y="44"/>
                  </a:cubicBezTo>
                  <a:cubicBezTo>
                    <a:pt x="56" y="40"/>
                    <a:pt x="56" y="40"/>
                    <a:pt x="56" y="40"/>
                  </a:cubicBezTo>
                  <a:cubicBezTo>
                    <a:pt x="17" y="40"/>
                    <a:pt x="17" y="40"/>
                    <a:pt x="17" y="40"/>
                  </a:cubicBezTo>
                  <a:close/>
                  <a:moveTo>
                    <a:pt x="17" y="28"/>
                  </a:moveTo>
                  <a:cubicBezTo>
                    <a:pt x="17" y="33"/>
                    <a:pt x="17" y="33"/>
                    <a:pt x="17" y="33"/>
                  </a:cubicBezTo>
                  <a:cubicBezTo>
                    <a:pt x="56" y="33"/>
                    <a:pt x="56" y="33"/>
                    <a:pt x="56" y="33"/>
                  </a:cubicBezTo>
                  <a:cubicBezTo>
                    <a:pt x="56" y="28"/>
                    <a:pt x="56" y="28"/>
                    <a:pt x="56" y="28"/>
                  </a:cubicBezTo>
                  <a:cubicBezTo>
                    <a:pt x="17" y="28"/>
                    <a:pt x="17" y="28"/>
                    <a:pt x="17" y="28"/>
                  </a:cubicBezTo>
                  <a:close/>
                  <a:moveTo>
                    <a:pt x="34" y="17"/>
                  </a:moveTo>
                  <a:cubicBezTo>
                    <a:pt x="34" y="22"/>
                    <a:pt x="34" y="22"/>
                    <a:pt x="34" y="22"/>
                  </a:cubicBezTo>
                  <a:cubicBezTo>
                    <a:pt x="56" y="22"/>
                    <a:pt x="56" y="22"/>
                    <a:pt x="56" y="22"/>
                  </a:cubicBezTo>
                  <a:cubicBezTo>
                    <a:pt x="56" y="17"/>
                    <a:pt x="56" y="17"/>
                    <a:pt x="56" y="17"/>
                  </a:cubicBezTo>
                  <a:cubicBezTo>
                    <a:pt x="34" y="17"/>
                    <a:pt x="34" y="17"/>
                    <a:pt x="34" y="17"/>
                  </a:cubicBezTo>
                  <a:close/>
                  <a:moveTo>
                    <a:pt x="41" y="69"/>
                  </a:moveTo>
                  <a:cubicBezTo>
                    <a:pt x="43" y="64"/>
                    <a:pt x="48" y="61"/>
                    <a:pt x="55" y="60"/>
                  </a:cubicBezTo>
                  <a:cubicBezTo>
                    <a:pt x="48" y="56"/>
                    <a:pt x="39" y="62"/>
                    <a:pt x="41" y="69"/>
                  </a:cubicBezTo>
                  <a:close/>
                  <a:moveTo>
                    <a:pt x="38" y="54"/>
                  </a:moveTo>
                  <a:cubicBezTo>
                    <a:pt x="34" y="57"/>
                    <a:pt x="32" y="61"/>
                    <a:pt x="31" y="66"/>
                  </a:cubicBezTo>
                  <a:cubicBezTo>
                    <a:pt x="31" y="70"/>
                    <a:pt x="32" y="75"/>
                    <a:pt x="35" y="79"/>
                  </a:cubicBezTo>
                  <a:cubicBezTo>
                    <a:pt x="38" y="83"/>
                    <a:pt x="43" y="86"/>
                    <a:pt x="47" y="86"/>
                  </a:cubicBezTo>
                  <a:cubicBezTo>
                    <a:pt x="51" y="87"/>
                    <a:pt x="55" y="86"/>
                    <a:pt x="58" y="84"/>
                  </a:cubicBezTo>
                  <a:cubicBezTo>
                    <a:pt x="58" y="85"/>
                    <a:pt x="58" y="86"/>
                    <a:pt x="59" y="87"/>
                  </a:cubicBezTo>
                  <a:cubicBezTo>
                    <a:pt x="65" y="95"/>
                    <a:pt x="65" y="95"/>
                    <a:pt x="65" y="95"/>
                  </a:cubicBezTo>
                  <a:cubicBezTo>
                    <a:pt x="67" y="97"/>
                    <a:pt x="69" y="97"/>
                    <a:pt x="71" y="96"/>
                  </a:cubicBezTo>
                  <a:cubicBezTo>
                    <a:pt x="71" y="96"/>
                    <a:pt x="71" y="96"/>
                    <a:pt x="71" y="96"/>
                  </a:cubicBezTo>
                  <a:cubicBezTo>
                    <a:pt x="73" y="94"/>
                    <a:pt x="74" y="91"/>
                    <a:pt x="72" y="90"/>
                  </a:cubicBezTo>
                  <a:cubicBezTo>
                    <a:pt x="66" y="82"/>
                    <a:pt x="66" y="82"/>
                    <a:pt x="66" y="82"/>
                  </a:cubicBezTo>
                  <a:cubicBezTo>
                    <a:pt x="65" y="81"/>
                    <a:pt x="64" y="80"/>
                    <a:pt x="63" y="80"/>
                  </a:cubicBezTo>
                  <a:cubicBezTo>
                    <a:pt x="66" y="77"/>
                    <a:pt x="67" y="74"/>
                    <a:pt x="68" y="70"/>
                  </a:cubicBezTo>
                  <a:cubicBezTo>
                    <a:pt x="68" y="66"/>
                    <a:pt x="67" y="61"/>
                    <a:pt x="64" y="57"/>
                  </a:cubicBezTo>
                  <a:cubicBezTo>
                    <a:pt x="61" y="53"/>
                    <a:pt x="56" y="50"/>
                    <a:pt x="52" y="50"/>
                  </a:cubicBezTo>
                  <a:cubicBezTo>
                    <a:pt x="47" y="49"/>
                    <a:pt x="42" y="50"/>
                    <a:pt x="38" y="54"/>
                  </a:cubicBezTo>
                  <a:close/>
                  <a:moveTo>
                    <a:pt x="51" y="56"/>
                  </a:moveTo>
                  <a:cubicBezTo>
                    <a:pt x="48" y="56"/>
                    <a:pt x="45" y="56"/>
                    <a:pt x="42" y="58"/>
                  </a:cubicBezTo>
                  <a:cubicBezTo>
                    <a:pt x="39" y="61"/>
                    <a:pt x="38" y="63"/>
                    <a:pt x="37" y="67"/>
                  </a:cubicBezTo>
                  <a:cubicBezTo>
                    <a:pt x="37" y="70"/>
                    <a:pt x="38" y="73"/>
                    <a:pt x="40" y="76"/>
                  </a:cubicBezTo>
                  <a:cubicBezTo>
                    <a:pt x="42" y="78"/>
                    <a:pt x="45" y="80"/>
                    <a:pt x="48" y="80"/>
                  </a:cubicBezTo>
                  <a:cubicBezTo>
                    <a:pt x="51" y="80"/>
                    <a:pt x="54" y="80"/>
                    <a:pt x="57" y="78"/>
                  </a:cubicBezTo>
                  <a:cubicBezTo>
                    <a:pt x="60" y="76"/>
                    <a:pt x="61" y="73"/>
                    <a:pt x="61" y="69"/>
                  </a:cubicBezTo>
                  <a:cubicBezTo>
                    <a:pt x="62" y="66"/>
                    <a:pt x="61" y="63"/>
                    <a:pt x="59" y="61"/>
                  </a:cubicBezTo>
                  <a:cubicBezTo>
                    <a:pt x="57" y="58"/>
                    <a:pt x="54" y="56"/>
                    <a:pt x="51" y="56"/>
                  </a:cubicBezTo>
                  <a:close/>
                  <a:moveTo>
                    <a:pt x="21" y="9"/>
                  </a:moveTo>
                  <a:cubicBezTo>
                    <a:pt x="11" y="19"/>
                    <a:pt x="11" y="19"/>
                    <a:pt x="11" y="19"/>
                  </a:cubicBezTo>
                  <a:cubicBezTo>
                    <a:pt x="13" y="19"/>
                    <a:pt x="13" y="19"/>
                    <a:pt x="13" y="19"/>
                  </a:cubicBezTo>
                  <a:cubicBezTo>
                    <a:pt x="17" y="20"/>
                    <a:pt x="17" y="20"/>
                    <a:pt x="17" y="20"/>
                  </a:cubicBezTo>
                  <a:cubicBezTo>
                    <a:pt x="17" y="20"/>
                    <a:pt x="17" y="20"/>
                    <a:pt x="17" y="20"/>
                  </a:cubicBezTo>
                  <a:cubicBezTo>
                    <a:pt x="17" y="20"/>
                    <a:pt x="17" y="20"/>
                    <a:pt x="17" y="20"/>
                  </a:cubicBezTo>
                  <a:cubicBezTo>
                    <a:pt x="17" y="20"/>
                    <a:pt x="18" y="20"/>
                    <a:pt x="18" y="20"/>
                  </a:cubicBezTo>
                  <a:cubicBezTo>
                    <a:pt x="19" y="20"/>
                    <a:pt x="20" y="19"/>
                    <a:pt x="21" y="19"/>
                  </a:cubicBezTo>
                  <a:cubicBezTo>
                    <a:pt x="21" y="18"/>
                    <a:pt x="22" y="17"/>
                    <a:pt x="22" y="17"/>
                  </a:cubicBezTo>
                  <a:cubicBezTo>
                    <a:pt x="22" y="16"/>
                    <a:pt x="22" y="16"/>
                    <a:pt x="22" y="15"/>
                  </a:cubicBezTo>
                  <a:cubicBezTo>
                    <a:pt x="22" y="15"/>
                    <a:pt x="22" y="15"/>
                    <a:pt x="22" y="15"/>
                  </a:cubicBezTo>
                  <a:cubicBezTo>
                    <a:pt x="22" y="15"/>
                    <a:pt x="22" y="15"/>
                    <a:pt x="22" y="15"/>
                  </a:cubicBezTo>
                  <a:cubicBezTo>
                    <a:pt x="21" y="11"/>
                    <a:pt x="21" y="11"/>
                    <a:pt x="21" y="11"/>
                  </a:cubicBezTo>
                  <a:lnTo>
                    <a:pt x="21" y="9"/>
                  </a:lnTo>
                  <a:close/>
                </a:path>
              </a:pathLst>
            </a:custGeom>
            <a:solidFill>
              <a:schemeClr val="accent1"/>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18"/>
            <p:cNvSpPr>
              <a:spLocks noEditPoints="1"/>
            </p:cNvSpPr>
            <p:nvPr/>
          </p:nvSpPr>
          <p:spPr bwMode="auto">
            <a:xfrm>
              <a:off x="4537230" y="5088755"/>
              <a:ext cx="276702" cy="43700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3"/>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19"/>
            <p:cNvSpPr>
              <a:spLocks noEditPoints="1"/>
            </p:cNvSpPr>
            <p:nvPr/>
          </p:nvSpPr>
          <p:spPr bwMode="auto">
            <a:xfrm>
              <a:off x="7348218" y="5147991"/>
              <a:ext cx="387383" cy="332044"/>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chemeClr val="accent2"/>
            </a:solidFill>
            <a:ln>
              <a:noFill/>
            </a:ln>
          </p:spPr>
          <p:txBody>
            <a:bodyPr vert="horz" wrap="square" lIns="96430" tIns="48216" rIns="96430" bIns="4821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20000"/>
                </a:lnSpc>
              </a:pPr>
              <a:endParaRPr lang="zh-CN" altLang="en-US" sz="949">
                <a:solidFill>
                  <a:prstClr val="black"/>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4" name="Group 23"/>
          <p:cNvGrpSpPr/>
          <p:nvPr/>
        </p:nvGrpSpPr>
        <p:grpSpPr>
          <a:xfrm>
            <a:off x="8657142" y="4998617"/>
            <a:ext cx="2452753" cy="842529"/>
            <a:chOff x="8512415" y="2327889"/>
            <a:chExt cx="3256083" cy="798929"/>
          </a:xfrm>
        </p:grpSpPr>
        <p:sp>
          <p:nvSpPr>
            <p:cNvPr id="25" name="TextBox 24"/>
            <p:cNvSpPr txBox="1"/>
            <p:nvPr/>
          </p:nvSpPr>
          <p:spPr>
            <a:xfrm>
              <a:off x="8512415" y="2327889"/>
              <a:ext cx="1951008" cy="311549"/>
            </a:xfrm>
            <a:prstGeom prst="rect">
              <a:avLst/>
            </a:prstGeom>
            <a:noFill/>
          </p:spPr>
          <p:txBody>
            <a:bodyPr wrap="square"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Rectangle 25"/>
            <p:cNvSpPr/>
            <p:nvPr/>
          </p:nvSpPr>
          <p:spPr>
            <a:xfrm>
              <a:off x="8512415" y="2631890"/>
              <a:ext cx="3256083" cy="494928"/>
            </a:xfrm>
            <a:prstGeom prst="rect">
              <a:avLst/>
            </a:prstGeom>
          </p:spPr>
          <p:txBody>
            <a:bodyPr wrap="square">
              <a:spAutoFit/>
            </a:bodyPr>
            <a:lstStyle/>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7" name="Group 26"/>
          <p:cNvGrpSpPr/>
          <p:nvPr/>
        </p:nvGrpSpPr>
        <p:grpSpPr>
          <a:xfrm flipH="1">
            <a:off x="3160100" y="2356862"/>
            <a:ext cx="2365966" cy="842530"/>
            <a:chOff x="8512415" y="2327889"/>
            <a:chExt cx="3256083" cy="798930"/>
          </a:xfrm>
        </p:grpSpPr>
        <p:sp>
          <p:nvSpPr>
            <p:cNvPr id="28" name="TextBox 27"/>
            <p:cNvSpPr txBox="1"/>
            <p:nvPr/>
          </p:nvSpPr>
          <p:spPr>
            <a:xfrm>
              <a:off x="8519745" y="2327889"/>
              <a:ext cx="2035173" cy="311549"/>
            </a:xfrm>
            <a:prstGeom prst="rect">
              <a:avLst/>
            </a:prstGeom>
            <a:noFill/>
          </p:spPr>
          <p:txBody>
            <a:bodyPr wrap="square" rtlCol="0">
              <a:spAutoFit/>
            </a:bodyPr>
            <a:lstStyle/>
            <a:p>
              <a:pPr algn="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Rectangle 28"/>
            <p:cNvSpPr/>
            <p:nvPr/>
          </p:nvSpPr>
          <p:spPr>
            <a:xfrm>
              <a:off x="8512415" y="2631891"/>
              <a:ext cx="3256083" cy="494928"/>
            </a:xfrm>
            <a:prstGeom prst="rect">
              <a:avLst/>
            </a:prstGeom>
          </p:spPr>
          <p:txBody>
            <a:bodyPr wrap="square">
              <a:spAutoFit/>
            </a:bodyPr>
            <a:lstStyle/>
            <a:p>
              <a:pPr algn="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1" name="Group 30"/>
          <p:cNvGrpSpPr/>
          <p:nvPr/>
        </p:nvGrpSpPr>
        <p:grpSpPr>
          <a:xfrm flipH="1">
            <a:off x="1892162" y="5166460"/>
            <a:ext cx="2365966" cy="842530"/>
            <a:chOff x="8512415" y="2327889"/>
            <a:chExt cx="3256083" cy="798930"/>
          </a:xfrm>
        </p:grpSpPr>
        <p:sp>
          <p:nvSpPr>
            <p:cNvPr id="32" name="TextBox 31"/>
            <p:cNvSpPr txBox="1"/>
            <p:nvPr/>
          </p:nvSpPr>
          <p:spPr>
            <a:xfrm>
              <a:off x="8519742" y="2327889"/>
              <a:ext cx="2256792" cy="311549"/>
            </a:xfrm>
            <a:prstGeom prst="rect">
              <a:avLst/>
            </a:prstGeom>
            <a:noFill/>
          </p:spPr>
          <p:txBody>
            <a:bodyPr wrap="square" rtlCol="0">
              <a:spAutoFit/>
            </a:bodyPr>
            <a:lstStyle/>
            <a:p>
              <a:pPr algn="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Rectangle 32"/>
            <p:cNvSpPr/>
            <p:nvPr/>
          </p:nvSpPr>
          <p:spPr>
            <a:xfrm>
              <a:off x="8512415" y="2631891"/>
              <a:ext cx="3256083" cy="494928"/>
            </a:xfrm>
            <a:prstGeom prst="rect">
              <a:avLst/>
            </a:prstGeom>
          </p:spPr>
          <p:txBody>
            <a:bodyPr wrap="square">
              <a:spAutoFit/>
            </a:bodyPr>
            <a:lstStyle/>
            <a:p>
              <a:pPr algn="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2"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3"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548315167"/>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2840835" y="2344933"/>
            <a:ext cx="3695028" cy="3695028"/>
            <a:chOff x="6240781" y="1363135"/>
            <a:chExt cx="4963584" cy="4963584"/>
          </a:xfrm>
        </p:grpSpPr>
        <p:grpSp>
          <p:nvGrpSpPr>
            <p:cNvPr id="13" name="Group 12"/>
            <p:cNvGrpSpPr/>
            <p:nvPr userDrawn="1"/>
          </p:nvGrpSpPr>
          <p:grpSpPr>
            <a:xfrm>
              <a:off x="6240781" y="1363135"/>
              <a:ext cx="3255433" cy="2434167"/>
              <a:chOff x="4657725" y="946151"/>
              <a:chExt cx="2441575" cy="1825625"/>
            </a:xfrm>
          </p:grpSpPr>
          <p:sp>
            <p:nvSpPr>
              <p:cNvPr id="27" name="Freeform 26"/>
              <p:cNvSpPr>
                <a:spLocks/>
              </p:cNvSpPr>
              <p:nvPr/>
            </p:nvSpPr>
            <p:spPr bwMode="auto">
              <a:xfrm>
                <a:off x="5953125" y="2046288"/>
                <a:ext cx="1146175" cy="593725"/>
              </a:xfrm>
              <a:custGeom>
                <a:avLst/>
                <a:gdLst>
                  <a:gd name="T0" fmla="*/ 849 w 904"/>
                  <a:gd name="T1" fmla="*/ 0 h 468"/>
                  <a:gd name="T2" fmla="*/ 873 w 904"/>
                  <a:gd name="T3" fmla="*/ 58 h 468"/>
                  <a:gd name="T4" fmla="*/ 507 w 904"/>
                  <a:gd name="T5" fmla="*/ 436 h 468"/>
                  <a:gd name="T6" fmla="*/ 396 w 904"/>
                  <a:gd name="T7" fmla="*/ 436 h 468"/>
                  <a:gd name="T8" fmla="*/ 30 w 904"/>
                  <a:gd name="T9" fmla="*/ 58 h 468"/>
                  <a:gd name="T10" fmla="*/ 55 w 904"/>
                  <a:gd name="T11" fmla="*/ 0 h 468"/>
                  <a:gd name="T12" fmla="*/ 849 w 90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904" h="468">
                    <a:moveTo>
                      <a:pt x="849" y="0"/>
                    </a:moveTo>
                    <a:cubicBezTo>
                      <a:pt x="893" y="0"/>
                      <a:pt x="904" y="26"/>
                      <a:pt x="873" y="58"/>
                    </a:cubicBezTo>
                    <a:cubicBezTo>
                      <a:pt x="507" y="436"/>
                      <a:pt x="507" y="436"/>
                      <a:pt x="507" y="436"/>
                    </a:cubicBezTo>
                    <a:cubicBezTo>
                      <a:pt x="477" y="468"/>
                      <a:pt x="427" y="468"/>
                      <a:pt x="396" y="436"/>
                    </a:cubicBezTo>
                    <a:cubicBezTo>
                      <a:pt x="30" y="58"/>
                      <a:pt x="30" y="58"/>
                      <a:pt x="30" y="58"/>
                    </a:cubicBezTo>
                    <a:cubicBezTo>
                      <a:pt x="0" y="26"/>
                      <a:pt x="11" y="0"/>
                      <a:pt x="55" y="0"/>
                    </a:cubicBezTo>
                    <a:lnTo>
                      <a:pt x="849" y="0"/>
                    </a:lnTo>
                    <a:close/>
                  </a:path>
                </a:pathLst>
              </a:custGeom>
              <a:solidFill>
                <a:schemeClr val="accent1"/>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27"/>
              <p:cNvSpPr>
                <a:spLocks/>
              </p:cNvSpPr>
              <p:nvPr/>
            </p:nvSpPr>
            <p:spPr bwMode="auto">
              <a:xfrm>
                <a:off x="4657725" y="946151"/>
                <a:ext cx="2151063" cy="1825625"/>
              </a:xfrm>
              <a:custGeom>
                <a:avLst/>
                <a:gdLst>
                  <a:gd name="T0" fmla="*/ 848 w 1696"/>
                  <a:gd name="T1" fmla="*/ 0 h 1440"/>
                  <a:gd name="T2" fmla="*/ 0 w 1696"/>
                  <a:gd name="T3" fmla="*/ 848 h 1440"/>
                  <a:gd name="T4" fmla="*/ 241 w 1696"/>
                  <a:gd name="T5" fmla="*/ 1440 h 1440"/>
                  <a:gd name="T6" fmla="*/ 718 w 1696"/>
                  <a:gd name="T7" fmla="*/ 1209 h 1440"/>
                  <a:gd name="T8" fmla="*/ 464 w 1696"/>
                  <a:gd name="T9" fmla="*/ 848 h 1440"/>
                  <a:gd name="T10" fmla="*/ 848 w 1696"/>
                  <a:gd name="T11" fmla="*/ 464 h 1440"/>
                  <a:gd name="T12" fmla="*/ 1232 w 1696"/>
                  <a:gd name="T13" fmla="*/ 848 h 1440"/>
                  <a:gd name="T14" fmla="*/ 1213 w 1696"/>
                  <a:gd name="T15" fmla="*/ 966 h 1440"/>
                  <a:gd name="T16" fmla="*/ 1293 w 1696"/>
                  <a:gd name="T17" fmla="*/ 966 h 1440"/>
                  <a:gd name="T18" fmla="*/ 1293 w 1696"/>
                  <a:gd name="T19" fmla="*/ 1062 h 1440"/>
                  <a:gd name="T20" fmla="*/ 1669 w 1696"/>
                  <a:gd name="T21" fmla="*/ 1062 h 1440"/>
                  <a:gd name="T22" fmla="*/ 1696 w 1696"/>
                  <a:gd name="T23" fmla="*/ 848 h 1440"/>
                  <a:gd name="T24" fmla="*/ 848 w 1696"/>
                  <a:gd name="T2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6" h="1440">
                    <a:moveTo>
                      <a:pt x="848" y="0"/>
                    </a:moveTo>
                    <a:cubicBezTo>
                      <a:pt x="380" y="0"/>
                      <a:pt x="0" y="380"/>
                      <a:pt x="0" y="848"/>
                    </a:cubicBezTo>
                    <a:cubicBezTo>
                      <a:pt x="0" y="1078"/>
                      <a:pt x="92" y="1287"/>
                      <a:pt x="241" y="1440"/>
                    </a:cubicBezTo>
                    <a:cubicBezTo>
                      <a:pt x="374" y="1315"/>
                      <a:pt x="540" y="1235"/>
                      <a:pt x="718" y="1209"/>
                    </a:cubicBezTo>
                    <a:cubicBezTo>
                      <a:pt x="570" y="1156"/>
                      <a:pt x="464" y="1014"/>
                      <a:pt x="464" y="848"/>
                    </a:cubicBezTo>
                    <a:cubicBezTo>
                      <a:pt x="464" y="636"/>
                      <a:pt x="636" y="464"/>
                      <a:pt x="848" y="464"/>
                    </a:cubicBezTo>
                    <a:cubicBezTo>
                      <a:pt x="1060" y="464"/>
                      <a:pt x="1232" y="636"/>
                      <a:pt x="1232" y="848"/>
                    </a:cubicBezTo>
                    <a:cubicBezTo>
                      <a:pt x="1232" y="889"/>
                      <a:pt x="1225" y="929"/>
                      <a:pt x="1213" y="966"/>
                    </a:cubicBezTo>
                    <a:cubicBezTo>
                      <a:pt x="1293" y="966"/>
                      <a:pt x="1293" y="966"/>
                      <a:pt x="1293" y="966"/>
                    </a:cubicBezTo>
                    <a:cubicBezTo>
                      <a:pt x="1293" y="1062"/>
                      <a:pt x="1293" y="1062"/>
                      <a:pt x="1293" y="1062"/>
                    </a:cubicBezTo>
                    <a:cubicBezTo>
                      <a:pt x="1669" y="1062"/>
                      <a:pt x="1669" y="1062"/>
                      <a:pt x="1669" y="1062"/>
                    </a:cubicBezTo>
                    <a:cubicBezTo>
                      <a:pt x="1687" y="994"/>
                      <a:pt x="1696" y="922"/>
                      <a:pt x="1696" y="848"/>
                    </a:cubicBezTo>
                    <a:cubicBezTo>
                      <a:pt x="1696" y="380"/>
                      <a:pt x="1316" y="0"/>
                      <a:pt x="848" y="0"/>
                    </a:cubicBezTo>
                    <a:close/>
                  </a:path>
                </a:pathLst>
              </a:custGeom>
              <a:solidFill>
                <a:schemeClr val="accent1"/>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Group 13"/>
            <p:cNvGrpSpPr/>
            <p:nvPr userDrawn="1"/>
          </p:nvGrpSpPr>
          <p:grpSpPr>
            <a:xfrm>
              <a:off x="6240781" y="3111502"/>
              <a:ext cx="2434167" cy="3215217"/>
              <a:chOff x="4657725" y="2257426"/>
              <a:chExt cx="1825625" cy="2411413"/>
            </a:xfrm>
          </p:grpSpPr>
          <p:sp>
            <p:nvSpPr>
              <p:cNvPr id="25" name="Freeform 24"/>
              <p:cNvSpPr>
                <a:spLocks/>
              </p:cNvSpPr>
              <p:nvPr/>
            </p:nvSpPr>
            <p:spPr bwMode="auto">
              <a:xfrm>
                <a:off x="5753100" y="2257426"/>
                <a:ext cx="593725" cy="1146175"/>
              </a:xfrm>
              <a:custGeom>
                <a:avLst/>
                <a:gdLst>
                  <a:gd name="T0" fmla="*/ 0 w 468"/>
                  <a:gd name="T1" fmla="*/ 55 h 904"/>
                  <a:gd name="T2" fmla="*/ 57 w 468"/>
                  <a:gd name="T3" fmla="*/ 30 h 904"/>
                  <a:gd name="T4" fmla="*/ 436 w 468"/>
                  <a:gd name="T5" fmla="*/ 397 h 904"/>
                  <a:gd name="T6" fmla="*/ 436 w 468"/>
                  <a:gd name="T7" fmla="*/ 508 h 904"/>
                  <a:gd name="T8" fmla="*/ 57 w 468"/>
                  <a:gd name="T9" fmla="*/ 874 h 904"/>
                  <a:gd name="T10" fmla="*/ 0 w 468"/>
                  <a:gd name="T11" fmla="*/ 849 h 904"/>
                  <a:gd name="T12" fmla="*/ 0 w 468"/>
                  <a:gd name="T13" fmla="*/ 55 h 904"/>
                </a:gdLst>
                <a:ahLst/>
                <a:cxnLst>
                  <a:cxn ang="0">
                    <a:pos x="T0" y="T1"/>
                  </a:cxn>
                  <a:cxn ang="0">
                    <a:pos x="T2" y="T3"/>
                  </a:cxn>
                  <a:cxn ang="0">
                    <a:pos x="T4" y="T5"/>
                  </a:cxn>
                  <a:cxn ang="0">
                    <a:pos x="T6" y="T7"/>
                  </a:cxn>
                  <a:cxn ang="0">
                    <a:pos x="T8" y="T9"/>
                  </a:cxn>
                  <a:cxn ang="0">
                    <a:pos x="T10" y="T11"/>
                  </a:cxn>
                  <a:cxn ang="0">
                    <a:pos x="T12" y="T13"/>
                  </a:cxn>
                </a:cxnLst>
                <a:rect l="0" t="0" r="r" b="b"/>
                <a:pathLst>
                  <a:path w="468" h="904">
                    <a:moveTo>
                      <a:pt x="0" y="55"/>
                    </a:moveTo>
                    <a:cubicBezTo>
                      <a:pt x="0" y="11"/>
                      <a:pt x="26" y="0"/>
                      <a:pt x="57" y="30"/>
                    </a:cubicBezTo>
                    <a:cubicBezTo>
                      <a:pt x="436" y="397"/>
                      <a:pt x="436" y="397"/>
                      <a:pt x="436" y="397"/>
                    </a:cubicBezTo>
                    <a:cubicBezTo>
                      <a:pt x="468" y="427"/>
                      <a:pt x="468" y="477"/>
                      <a:pt x="436" y="508"/>
                    </a:cubicBezTo>
                    <a:cubicBezTo>
                      <a:pt x="57" y="874"/>
                      <a:pt x="57" y="874"/>
                      <a:pt x="57" y="874"/>
                    </a:cubicBezTo>
                    <a:cubicBezTo>
                      <a:pt x="26" y="904"/>
                      <a:pt x="0" y="893"/>
                      <a:pt x="0" y="849"/>
                    </a:cubicBezTo>
                    <a:lnTo>
                      <a:pt x="0" y="55"/>
                    </a:lnTo>
                    <a:close/>
                  </a:path>
                </a:pathLst>
              </a:custGeom>
              <a:solidFill>
                <a:schemeClr val="accent3"/>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25"/>
              <p:cNvSpPr>
                <a:spLocks/>
              </p:cNvSpPr>
              <p:nvPr/>
            </p:nvSpPr>
            <p:spPr bwMode="auto">
              <a:xfrm>
                <a:off x="4657725" y="2517776"/>
                <a:ext cx="1825625" cy="2151063"/>
              </a:xfrm>
              <a:custGeom>
                <a:avLst/>
                <a:gdLst>
                  <a:gd name="T0" fmla="*/ 1209 w 1440"/>
                  <a:gd name="T1" fmla="*/ 978 h 1696"/>
                  <a:gd name="T2" fmla="*/ 848 w 1440"/>
                  <a:gd name="T3" fmla="*/ 1232 h 1696"/>
                  <a:gd name="T4" fmla="*/ 464 w 1440"/>
                  <a:gd name="T5" fmla="*/ 848 h 1696"/>
                  <a:gd name="T6" fmla="*/ 848 w 1440"/>
                  <a:gd name="T7" fmla="*/ 464 h 1696"/>
                  <a:gd name="T8" fmla="*/ 969 w 1440"/>
                  <a:gd name="T9" fmla="*/ 483 h 1696"/>
                  <a:gd name="T10" fmla="*/ 969 w 1440"/>
                  <a:gd name="T11" fmla="*/ 9 h 1696"/>
                  <a:gd name="T12" fmla="*/ 848 w 1440"/>
                  <a:gd name="T13" fmla="*/ 0 h 1696"/>
                  <a:gd name="T14" fmla="*/ 0 w 1440"/>
                  <a:gd name="T15" fmla="*/ 848 h 1696"/>
                  <a:gd name="T16" fmla="*/ 848 w 1440"/>
                  <a:gd name="T17" fmla="*/ 1696 h 1696"/>
                  <a:gd name="T18" fmla="*/ 1440 w 1440"/>
                  <a:gd name="T19" fmla="*/ 1455 h 1696"/>
                  <a:gd name="T20" fmla="*/ 1209 w 1440"/>
                  <a:gd name="T21" fmla="*/ 978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0" h="1696">
                    <a:moveTo>
                      <a:pt x="1209" y="978"/>
                    </a:moveTo>
                    <a:cubicBezTo>
                      <a:pt x="1156" y="1126"/>
                      <a:pt x="1014" y="1232"/>
                      <a:pt x="848" y="1232"/>
                    </a:cubicBezTo>
                    <a:cubicBezTo>
                      <a:pt x="636" y="1232"/>
                      <a:pt x="464" y="1060"/>
                      <a:pt x="464" y="848"/>
                    </a:cubicBezTo>
                    <a:cubicBezTo>
                      <a:pt x="464" y="636"/>
                      <a:pt x="636" y="464"/>
                      <a:pt x="848" y="464"/>
                    </a:cubicBezTo>
                    <a:cubicBezTo>
                      <a:pt x="890" y="464"/>
                      <a:pt x="931" y="471"/>
                      <a:pt x="969" y="483"/>
                    </a:cubicBezTo>
                    <a:cubicBezTo>
                      <a:pt x="969" y="9"/>
                      <a:pt x="969" y="9"/>
                      <a:pt x="969" y="9"/>
                    </a:cubicBezTo>
                    <a:cubicBezTo>
                      <a:pt x="929" y="3"/>
                      <a:pt x="889" y="0"/>
                      <a:pt x="848" y="0"/>
                    </a:cubicBezTo>
                    <a:cubicBezTo>
                      <a:pt x="380" y="0"/>
                      <a:pt x="0" y="380"/>
                      <a:pt x="0" y="848"/>
                    </a:cubicBezTo>
                    <a:cubicBezTo>
                      <a:pt x="0" y="1316"/>
                      <a:pt x="380" y="1696"/>
                      <a:pt x="848" y="1696"/>
                    </a:cubicBezTo>
                    <a:cubicBezTo>
                      <a:pt x="1078" y="1696"/>
                      <a:pt x="1287" y="1604"/>
                      <a:pt x="1440" y="1455"/>
                    </a:cubicBezTo>
                    <a:cubicBezTo>
                      <a:pt x="1315" y="1322"/>
                      <a:pt x="1235" y="1156"/>
                      <a:pt x="1209" y="978"/>
                    </a:cubicBezTo>
                    <a:close/>
                  </a:path>
                </a:pathLst>
              </a:custGeom>
              <a:solidFill>
                <a:schemeClr val="accent3"/>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Group 14"/>
            <p:cNvGrpSpPr/>
            <p:nvPr userDrawn="1"/>
          </p:nvGrpSpPr>
          <p:grpSpPr>
            <a:xfrm>
              <a:off x="7967980" y="3892551"/>
              <a:ext cx="3236384" cy="2434167"/>
              <a:chOff x="5953125" y="2843213"/>
              <a:chExt cx="2427288" cy="1825625"/>
            </a:xfrm>
          </p:grpSpPr>
          <p:sp>
            <p:nvSpPr>
              <p:cNvPr id="23" name="Freeform 22"/>
              <p:cNvSpPr>
                <a:spLocks/>
              </p:cNvSpPr>
              <p:nvPr/>
            </p:nvSpPr>
            <p:spPr bwMode="auto">
              <a:xfrm>
                <a:off x="5953125" y="2989263"/>
                <a:ext cx="1146175" cy="593725"/>
              </a:xfrm>
              <a:custGeom>
                <a:avLst/>
                <a:gdLst>
                  <a:gd name="T0" fmla="*/ 55 w 904"/>
                  <a:gd name="T1" fmla="*/ 468 h 468"/>
                  <a:gd name="T2" fmla="*/ 30 w 904"/>
                  <a:gd name="T3" fmla="*/ 411 h 468"/>
                  <a:gd name="T4" fmla="*/ 396 w 904"/>
                  <a:gd name="T5" fmla="*/ 32 h 468"/>
                  <a:gd name="T6" fmla="*/ 507 w 904"/>
                  <a:gd name="T7" fmla="*/ 32 h 468"/>
                  <a:gd name="T8" fmla="*/ 873 w 904"/>
                  <a:gd name="T9" fmla="*/ 411 h 468"/>
                  <a:gd name="T10" fmla="*/ 849 w 904"/>
                  <a:gd name="T11" fmla="*/ 468 h 468"/>
                  <a:gd name="T12" fmla="*/ 55 w 90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904" h="468">
                    <a:moveTo>
                      <a:pt x="55" y="468"/>
                    </a:moveTo>
                    <a:cubicBezTo>
                      <a:pt x="11" y="468"/>
                      <a:pt x="0" y="442"/>
                      <a:pt x="30" y="411"/>
                    </a:cubicBezTo>
                    <a:cubicBezTo>
                      <a:pt x="396" y="32"/>
                      <a:pt x="396" y="32"/>
                      <a:pt x="396" y="32"/>
                    </a:cubicBezTo>
                    <a:cubicBezTo>
                      <a:pt x="427" y="0"/>
                      <a:pt x="477" y="0"/>
                      <a:pt x="507" y="32"/>
                    </a:cubicBezTo>
                    <a:cubicBezTo>
                      <a:pt x="873" y="411"/>
                      <a:pt x="873" y="411"/>
                      <a:pt x="873" y="411"/>
                    </a:cubicBezTo>
                    <a:cubicBezTo>
                      <a:pt x="904" y="442"/>
                      <a:pt x="893" y="468"/>
                      <a:pt x="849" y="468"/>
                    </a:cubicBezTo>
                    <a:lnTo>
                      <a:pt x="55" y="468"/>
                    </a:lnTo>
                    <a:close/>
                  </a:path>
                </a:pathLst>
              </a:custGeom>
              <a:solidFill>
                <a:schemeClr val="accent4"/>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23"/>
              <p:cNvSpPr>
                <a:spLocks/>
              </p:cNvSpPr>
              <p:nvPr/>
            </p:nvSpPr>
            <p:spPr bwMode="auto">
              <a:xfrm>
                <a:off x="6230938" y="2843213"/>
                <a:ext cx="2149475" cy="1825625"/>
              </a:xfrm>
              <a:custGeom>
                <a:avLst/>
                <a:gdLst>
                  <a:gd name="T0" fmla="*/ 978 w 1696"/>
                  <a:gd name="T1" fmla="*/ 231 h 1440"/>
                  <a:gd name="T2" fmla="*/ 1232 w 1696"/>
                  <a:gd name="T3" fmla="*/ 592 h 1440"/>
                  <a:gd name="T4" fmla="*/ 848 w 1696"/>
                  <a:gd name="T5" fmla="*/ 976 h 1440"/>
                  <a:gd name="T6" fmla="*/ 464 w 1696"/>
                  <a:gd name="T7" fmla="*/ 592 h 1440"/>
                  <a:gd name="T8" fmla="*/ 487 w 1696"/>
                  <a:gd name="T9" fmla="*/ 462 h 1440"/>
                  <a:gd name="T10" fmla="*/ 10 w 1696"/>
                  <a:gd name="T11" fmla="*/ 462 h 1440"/>
                  <a:gd name="T12" fmla="*/ 0 w 1696"/>
                  <a:gd name="T13" fmla="*/ 592 h 1440"/>
                  <a:gd name="T14" fmla="*/ 848 w 1696"/>
                  <a:gd name="T15" fmla="*/ 1440 h 1440"/>
                  <a:gd name="T16" fmla="*/ 1696 w 1696"/>
                  <a:gd name="T17" fmla="*/ 592 h 1440"/>
                  <a:gd name="T18" fmla="*/ 1455 w 1696"/>
                  <a:gd name="T19" fmla="*/ 0 h 1440"/>
                  <a:gd name="T20" fmla="*/ 978 w 1696"/>
                  <a:gd name="T21" fmla="*/ 231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6" h="1440">
                    <a:moveTo>
                      <a:pt x="978" y="231"/>
                    </a:moveTo>
                    <a:cubicBezTo>
                      <a:pt x="1126" y="284"/>
                      <a:pt x="1232" y="426"/>
                      <a:pt x="1232" y="592"/>
                    </a:cubicBezTo>
                    <a:cubicBezTo>
                      <a:pt x="1232" y="804"/>
                      <a:pt x="1060" y="976"/>
                      <a:pt x="848" y="976"/>
                    </a:cubicBezTo>
                    <a:cubicBezTo>
                      <a:pt x="636" y="976"/>
                      <a:pt x="464" y="804"/>
                      <a:pt x="464" y="592"/>
                    </a:cubicBezTo>
                    <a:cubicBezTo>
                      <a:pt x="464" y="546"/>
                      <a:pt x="472" y="503"/>
                      <a:pt x="487" y="462"/>
                    </a:cubicBezTo>
                    <a:cubicBezTo>
                      <a:pt x="10" y="462"/>
                      <a:pt x="10" y="462"/>
                      <a:pt x="10" y="462"/>
                    </a:cubicBezTo>
                    <a:cubicBezTo>
                      <a:pt x="3" y="504"/>
                      <a:pt x="0" y="548"/>
                      <a:pt x="0" y="592"/>
                    </a:cubicBezTo>
                    <a:cubicBezTo>
                      <a:pt x="0" y="1060"/>
                      <a:pt x="380" y="1440"/>
                      <a:pt x="848" y="1440"/>
                    </a:cubicBezTo>
                    <a:cubicBezTo>
                      <a:pt x="1316" y="1440"/>
                      <a:pt x="1696" y="1060"/>
                      <a:pt x="1696" y="592"/>
                    </a:cubicBezTo>
                    <a:cubicBezTo>
                      <a:pt x="1696" y="362"/>
                      <a:pt x="1604" y="153"/>
                      <a:pt x="1455" y="0"/>
                    </a:cubicBezTo>
                    <a:cubicBezTo>
                      <a:pt x="1322" y="125"/>
                      <a:pt x="1156" y="205"/>
                      <a:pt x="978" y="231"/>
                    </a:cubicBezTo>
                    <a:close/>
                  </a:path>
                </a:pathLst>
              </a:custGeom>
              <a:solidFill>
                <a:schemeClr val="accent4"/>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6" name="Group 15"/>
            <p:cNvGrpSpPr/>
            <p:nvPr userDrawn="1"/>
          </p:nvGrpSpPr>
          <p:grpSpPr>
            <a:xfrm>
              <a:off x="8770198" y="1363135"/>
              <a:ext cx="2434167" cy="3276600"/>
              <a:chOff x="6554788" y="946151"/>
              <a:chExt cx="1825625" cy="2457450"/>
            </a:xfrm>
          </p:grpSpPr>
          <p:sp>
            <p:nvSpPr>
              <p:cNvPr id="21" name="Freeform 20"/>
              <p:cNvSpPr>
                <a:spLocks/>
              </p:cNvSpPr>
              <p:nvPr/>
            </p:nvSpPr>
            <p:spPr bwMode="auto">
              <a:xfrm>
                <a:off x="6691313" y="2257426"/>
                <a:ext cx="593725" cy="1146175"/>
              </a:xfrm>
              <a:custGeom>
                <a:avLst/>
                <a:gdLst>
                  <a:gd name="T0" fmla="*/ 468 w 468"/>
                  <a:gd name="T1" fmla="*/ 849 h 904"/>
                  <a:gd name="T2" fmla="*/ 410 w 468"/>
                  <a:gd name="T3" fmla="*/ 874 h 904"/>
                  <a:gd name="T4" fmla="*/ 32 w 468"/>
                  <a:gd name="T5" fmla="*/ 508 h 904"/>
                  <a:gd name="T6" fmla="*/ 32 w 468"/>
                  <a:gd name="T7" fmla="*/ 397 h 904"/>
                  <a:gd name="T8" fmla="*/ 410 w 468"/>
                  <a:gd name="T9" fmla="*/ 30 h 904"/>
                  <a:gd name="T10" fmla="*/ 468 w 468"/>
                  <a:gd name="T11" fmla="*/ 55 h 904"/>
                  <a:gd name="T12" fmla="*/ 468 w 468"/>
                  <a:gd name="T13" fmla="*/ 849 h 904"/>
                </a:gdLst>
                <a:ahLst/>
                <a:cxnLst>
                  <a:cxn ang="0">
                    <a:pos x="T0" y="T1"/>
                  </a:cxn>
                  <a:cxn ang="0">
                    <a:pos x="T2" y="T3"/>
                  </a:cxn>
                  <a:cxn ang="0">
                    <a:pos x="T4" y="T5"/>
                  </a:cxn>
                  <a:cxn ang="0">
                    <a:pos x="T6" y="T7"/>
                  </a:cxn>
                  <a:cxn ang="0">
                    <a:pos x="T8" y="T9"/>
                  </a:cxn>
                  <a:cxn ang="0">
                    <a:pos x="T10" y="T11"/>
                  </a:cxn>
                  <a:cxn ang="0">
                    <a:pos x="T12" y="T13"/>
                  </a:cxn>
                </a:cxnLst>
                <a:rect l="0" t="0" r="r" b="b"/>
                <a:pathLst>
                  <a:path w="468" h="904">
                    <a:moveTo>
                      <a:pt x="468" y="849"/>
                    </a:moveTo>
                    <a:cubicBezTo>
                      <a:pt x="468" y="893"/>
                      <a:pt x="442" y="904"/>
                      <a:pt x="410" y="874"/>
                    </a:cubicBezTo>
                    <a:cubicBezTo>
                      <a:pt x="32" y="508"/>
                      <a:pt x="32" y="508"/>
                      <a:pt x="32" y="508"/>
                    </a:cubicBezTo>
                    <a:cubicBezTo>
                      <a:pt x="0" y="477"/>
                      <a:pt x="0" y="427"/>
                      <a:pt x="32" y="397"/>
                    </a:cubicBezTo>
                    <a:cubicBezTo>
                      <a:pt x="410" y="30"/>
                      <a:pt x="410" y="30"/>
                      <a:pt x="410" y="30"/>
                    </a:cubicBezTo>
                    <a:cubicBezTo>
                      <a:pt x="442" y="0"/>
                      <a:pt x="468" y="11"/>
                      <a:pt x="468" y="55"/>
                    </a:cubicBezTo>
                    <a:lnTo>
                      <a:pt x="468" y="849"/>
                    </a:lnTo>
                    <a:close/>
                  </a:path>
                </a:pathLst>
              </a:custGeom>
              <a:solidFill>
                <a:schemeClr val="accent2"/>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21"/>
              <p:cNvSpPr>
                <a:spLocks/>
              </p:cNvSpPr>
              <p:nvPr/>
            </p:nvSpPr>
            <p:spPr bwMode="auto">
              <a:xfrm>
                <a:off x="6554788" y="946151"/>
                <a:ext cx="1825625" cy="2151063"/>
              </a:xfrm>
              <a:custGeom>
                <a:avLst/>
                <a:gdLst>
                  <a:gd name="T0" fmla="*/ 592 w 1440"/>
                  <a:gd name="T1" fmla="*/ 0 h 1696"/>
                  <a:gd name="T2" fmla="*/ 0 w 1440"/>
                  <a:gd name="T3" fmla="*/ 241 h 1696"/>
                  <a:gd name="T4" fmla="*/ 231 w 1440"/>
                  <a:gd name="T5" fmla="*/ 718 h 1696"/>
                  <a:gd name="T6" fmla="*/ 592 w 1440"/>
                  <a:gd name="T7" fmla="*/ 464 h 1696"/>
                  <a:gd name="T8" fmla="*/ 976 w 1440"/>
                  <a:gd name="T9" fmla="*/ 848 h 1696"/>
                  <a:gd name="T10" fmla="*/ 592 w 1440"/>
                  <a:gd name="T11" fmla="*/ 1232 h 1696"/>
                  <a:gd name="T12" fmla="*/ 452 w 1440"/>
                  <a:gd name="T13" fmla="*/ 1206 h 1696"/>
                  <a:gd name="T14" fmla="*/ 452 w 1440"/>
                  <a:gd name="T15" fmla="*/ 1300 h 1696"/>
                  <a:gd name="T16" fmla="*/ 389 w 1440"/>
                  <a:gd name="T17" fmla="*/ 1300 h 1696"/>
                  <a:gd name="T18" fmla="*/ 389 w 1440"/>
                  <a:gd name="T19" fmla="*/ 1671 h 1696"/>
                  <a:gd name="T20" fmla="*/ 592 w 1440"/>
                  <a:gd name="T21" fmla="*/ 1696 h 1696"/>
                  <a:gd name="T22" fmla="*/ 1440 w 1440"/>
                  <a:gd name="T23" fmla="*/ 848 h 1696"/>
                  <a:gd name="T24" fmla="*/ 592 w 1440"/>
                  <a:gd name="T25" fmla="*/ 0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0" h="1696">
                    <a:moveTo>
                      <a:pt x="592" y="0"/>
                    </a:moveTo>
                    <a:cubicBezTo>
                      <a:pt x="362" y="0"/>
                      <a:pt x="153" y="92"/>
                      <a:pt x="0" y="241"/>
                    </a:cubicBezTo>
                    <a:cubicBezTo>
                      <a:pt x="125" y="374"/>
                      <a:pt x="205" y="540"/>
                      <a:pt x="231" y="718"/>
                    </a:cubicBezTo>
                    <a:cubicBezTo>
                      <a:pt x="284" y="570"/>
                      <a:pt x="426" y="464"/>
                      <a:pt x="592" y="464"/>
                    </a:cubicBezTo>
                    <a:cubicBezTo>
                      <a:pt x="804" y="464"/>
                      <a:pt x="976" y="636"/>
                      <a:pt x="976" y="848"/>
                    </a:cubicBezTo>
                    <a:cubicBezTo>
                      <a:pt x="976" y="1060"/>
                      <a:pt x="804" y="1232"/>
                      <a:pt x="592" y="1232"/>
                    </a:cubicBezTo>
                    <a:cubicBezTo>
                      <a:pt x="543" y="1232"/>
                      <a:pt x="495" y="1223"/>
                      <a:pt x="452" y="1206"/>
                    </a:cubicBezTo>
                    <a:cubicBezTo>
                      <a:pt x="452" y="1300"/>
                      <a:pt x="452" y="1300"/>
                      <a:pt x="452" y="1300"/>
                    </a:cubicBezTo>
                    <a:cubicBezTo>
                      <a:pt x="389" y="1300"/>
                      <a:pt x="389" y="1300"/>
                      <a:pt x="389" y="1300"/>
                    </a:cubicBezTo>
                    <a:cubicBezTo>
                      <a:pt x="389" y="1671"/>
                      <a:pt x="389" y="1671"/>
                      <a:pt x="389" y="1671"/>
                    </a:cubicBezTo>
                    <a:cubicBezTo>
                      <a:pt x="454" y="1687"/>
                      <a:pt x="522" y="1696"/>
                      <a:pt x="592" y="1696"/>
                    </a:cubicBezTo>
                    <a:cubicBezTo>
                      <a:pt x="1060" y="1696"/>
                      <a:pt x="1440" y="1316"/>
                      <a:pt x="1440" y="848"/>
                    </a:cubicBezTo>
                    <a:cubicBezTo>
                      <a:pt x="1440" y="380"/>
                      <a:pt x="1060" y="0"/>
                      <a:pt x="592" y="0"/>
                    </a:cubicBezTo>
                    <a:close/>
                  </a:path>
                </a:pathLst>
              </a:custGeom>
              <a:solidFill>
                <a:schemeClr val="accent2"/>
              </a:solidFill>
              <a:ln>
                <a:noFill/>
              </a:ln>
            </p:spPr>
            <p:txBody>
              <a:bodyPr vert="horz" wrap="square" lIns="55827" tIns="27914" rIns="55827" bIns="27914" numCol="1" anchor="t" anchorCtr="0" compatLnSpc="1">
                <a:prstTxWarp prst="textNoShape">
                  <a:avLst/>
                </a:prstTxWarp>
              </a:bodyPr>
              <a:lstStyle/>
              <a:p>
                <a:pPr algn="just">
                  <a:lnSpc>
                    <a:spcPct val="120000"/>
                  </a:lnSpc>
                </a:pPr>
                <a:endParaRPr lang="en-US" sz="1737"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7" name="TextBox 16"/>
            <p:cNvSpPr txBox="1"/>
            <p:nvPr userDrawn="1"/>
          </p:nvSpPr>
          <p:spPr>
            <a:xfrm rot="18920653">
              <a:off x="6614389" y="1959675"/>
              <a:ext cx="1084827" cy="451405"/>
            </a:xfrm>
            <a:prstGeom prst="rect">
              <a:avLst/>
            </a:prstGeom>
            <a:noFill/>
          </p:spPr>
          <p:txBody>
            <a:bodyPr wrap="none" rtlCol="0" anchor="ctr">
              <a:prstTxWarp prst="textArchUp">
                <a:avLst/>
              </a:prstTxWarp>
              <a:spAutoFit/>
            </a:bodyPr>
            <a:lstStyle/>
            <a:p>
              <a:pPr algn="just">
                <a:lnSpc>
                  <a:spcPct val="120000"/>
                </a:lnSpc>
              </a:pPr>
              <a:r>
                <a:rPr lang="zh-CN" altLang="en-US"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id-ID"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TextBox 17"/>
            <p:cNvSpPr txBox="1"/>
            <p:nvPr userDrawn="1"/>
          </p:nvSpPr>
          <p:spPr>
            <a:xfrm rot="2904439">
              <a:off x="9713530" y="2071950"/>
              <a:ext cx="1348425" cy="451405"/>
            </a:xfrm>
            <a:prstGeom prst="rect">
              <a:avLst/>
            </a:prstGeom>
            <a:noFill/>
          </p:spPr>
          <p:txBody>
            <a:bodyPr wrap="none" rtlCol="0" anchor="ctr">
              <a:prstTxWarp prst="textArchUp">
                <a:avLst/>
              </a:prstTxWarp>
              <a:spAutoFit/>
            </a:bodyPr>
            <a:lstStyle/>
            <a:p>
              <a:pPr algn="just">
                <a:lnSpc>
                  <a:spcPct val="120000"/>
                </a:lnSpc>
              </a:pPr>
              <a:r>
                <a:rPr lang="zh-CN" altLang="en-US"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id-ID"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TextBox 18"/>
            <p:cNvSpPr txBox="1"/>
            <p:nvPr userDrawn="1"/>
          </p:nvSpPr>
          <p:spPr>
            <a:xfrm rot="3328205">
              <a:off x="6381839" y="5171931"/>
              <a:ext cx="1276620" cy="451405"/>
            </a:xfrm>
            <a:prstGeom prst="rect">
              <a:avLst/>
            </a:prstGeom>
            <a:noFill/>
          </p:spPr>
          <p:txBody>
            <a:bodyPr wrap="none" rtlCol="0" anchor="ctr">
              <a:prstTxWarp prst="textArchDown">
                <a:avLst/>
              </a:prstTxWarp>
              <a:spAutoFit/>
            </a:bodyPr>
            <a:lstStyle/>
            <a:p>
              <a:pPr algn="just">
                <a:lnSpc>
                  <a:spcPct val="120000"/>
                </a:lnSpc>
              </a:pPr>
              <a:r>
                <a:rPr lang="zh-CN" altLang="en-US"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id-ID"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TextBox 19"/>
            <p:cNvSpPr txBox="1"/>
            <p:nvPr userDrawn="1"/>
          </p:nvSpPr>
          <p:spPr>
            <a:xfrm rot="18872992">
              <a:off x="9524091" y="5259067"/>
              <a:ext cx="1436559" cy="451405"/>
            </a:xfrm>
            <a:prstGeom prst="rect">
              <a:avLst/>
            </a:prstGeom>
            <a:noFill/>
          </p:spPr>
          <p:txBody>
            <a:bodyPr wrap="none" rtlCol="0" anchor="ctr">
              <a:prstTxWarp prst="textArchDown">
                <a:avLst/>
              </a:prstTxWarp>
              <a:spAutoFit/>
            </a:bodyPr>
            <a:lstStyle/>
            <a:p>
              <a:pPr algn="just">
                <a:lnSpc>
                  <a:spcPct val="120000"/>
                </a:lnSpc>
              </a:pPr>
              <a:r>
                <a:rPr lang="zh-CN" altLang="en-US"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id-ID" sz="1737"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9" name="Group 30"/>
          <p:cNvGrpSpPr/>
          <p:nvPr/>
        </p:nvGrpSpPr>
        <p:grpSpPr>
          <a:xfrm>
            <a:off x="6924671" y="2712385"/>
            <a:ext cx="3609160" cy="572731"/>
            <a:chOff x="8633669" y="2306010"/>
            <a:chExt cx="2990246" cy="625370"/>
          </a:xfrm>
        </p:grpSpPr>
        <p:sp>
          <p:nvSpPr>
            <p:cNvPr id="30" name="Rectangle 28"/>
            <p:cNvSpPr/>
            <p:nvPr/>
          </p:nvSpPr>
          <p:spPr>
            <a:xfrm>
              <a:off x="8633669" y="2623602"/>
              <a:ext cx="2990246" cy="307778"/>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TextBox 29"/>
            <p:cNvSpPr txBox="1"/>
            <p:nvPr/>
          </p:nvSpPr>
          <p:spPr>
            <a:xfrm>
              <a:off x="8633669" y="2306010"/>
              <a:ext cx="1279218" cy="282293"/>
            </a:xfrm>
            <a:prstGeom prst="rect">
              <a:avLst/>
            </a:prstGeom>
            <a:noFill/>
          </p:spPr>
          <p:txBody>
            <a:bodyPr wrap="squar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3" name="Group 30"/>
          <p:cNvGrpSpPr/>
          <p:nvPr/>
        </p:nvGrpSpPr>
        <p:grpSpPr>
          <a:xfrm>
            <a:off x="6924671" y="3535890"/>
            <a:ext cx="3609160" cy="572731"/>
            <a:chOff x="8633669" y="2306010"/>
            <a:chExt cx="2990246" cy="625370"/>
          </a:xfrm>
        </p:grpSpPr>
        <p:sp>
          <p:nvSpPr>
            <p:cNvPr id="34" name="Rectangle 28"/>
            <p:cNvSpPr/>
            <p:nvPr/>
          </p:nvSpPr>
          <p:spPr>
            <a:xfrm>
              <a:off x="8633669" y="2623602"/>
              <a:ext cx="2990246" cy="307778"/>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TextBox 29"/>
            <p:cNvSpPr txBox="1"/>
            <p:nvPr/>
          </p:nvSpPr>
          <p:spPr>
            <a:xfrm>
              <a:off x="8633669" y="2306010"/>
              <a:ext cx="1279218" cy="282293"/>
            </a:xfrm>
            <a:prstGeom prst="rect">
              <a:avLst/>
            </a:prstGeom>
            <a:noFill/>
          </p:spPr>
          <p:txBody>
            <a:bodyPr wrap="squar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Group 30"/>
          <p:cNvGrpSpPr/>
          <p:nvPr/>
        </p:nvGrpSpPr>
        <p:grpSpPr>
          <a:xfrm>
            <a:off x="6924671" y="4359397"/>
            <a:ext cx="3609160" cy="572731"/>
            <a:chOff x="8633669" y="2306010"/>
            <a:chExt cx="2990246" cy="625370"/>
          </a:xfrm>
        </p:grpSpPr>
        <p:sp>
          <p:nvSpPr>
            <p:cNvPr id="37" name="Rectangle 28"/>
            <p:cNvSpPr/>
            <p:nvPr/>
          </p:nvSpPr>
          <p:spPr>
            <a:xfrm>
              <a:off x="8633669" y="2623602"/>
              <a:ext cx="2990246" cy="307778"/>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TextBox 29"/>
            <p:cNvSpPr txBox="1"/>
            <p:nvPr/>
          </p:nvSpPr>
          <p:spPr>
            <a:xfrm>
              <a:off x="8633669" y="2306010"/>
              <a:ext cx="1279218" cy="282293"/>
            </a:xfrm>
            <a:prstGeom prst="rect">
              <a:avLst/>
            </a:prstGeom>
            <a:noFill/>
          </p:spPr>
          <p:txBody>
            <a:bodyPr wrap="squar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Group 30"/>
          <p:cNvGrpSpPr/>
          <p:nvPr/>
        </p:nvGrpSpPr>
        <p:grpSpPr>
          <a:xfrm>
            <a:off x="6924671" y="5182902"/>
            <a:ext cx="3609160" cy="572731"/>
            <a:chOff x="8633669" y="2306010"/>
            <a:chExt cx="2990246" cy="625370"/>
          </a:xfrm>
        </p:grpSpPr>
        <p:sp>
          <p:nvSpPr>
            <p:cNvPr id="40" name="Rectangle 28"/>
            <p:cNvSpPr/>
            <p:nvPr/>
          </p:nvSpPr>
          <p:spPr>
            <a:xfrm>
              <a:off x="8633669" y="2623602"/>
              <a:ext cx="2990246" cy="307778"/>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TextBox 29"/>
            <p:cNvSpPr txBox="1"/>
            <p:nvPr/>
          </p:nvSpPr>
          <p:spPr>
            <a:xfrm>
              <a:off x="8633669" y="2306010"/>
              <a:ext cx="1279218" cy="282293"/>
            </a:xfrm>
            <a:prstGeom prst="rect">
              <a:avLst/>
            </a:prstGeom>
            <a:noFill/>
          </p:spPr>
          <p:txBody>
            <a:bodyPr wrap="square" lIns="0" tIns="0" rIns="0" bIns="0" rtlCol="0">
              <a:spAutoFit/>
            </a:bodyPr>
            <a:lstStyle/>
            <a:p>
              <a:pPr>
                <a:lnSpc>
                  <a:spcPct val="120000"/>
                </a:lnSpc>
              </a:pPr>
              <a:r>
                <a:rPr lang="zh-CN" altLang="en-US" sz="14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2" name="TextBox 8"/>
          <p:cNvSpPr txBox="1"/>
          <p:nvPr/>
        </p:nvSpPr>
        <p:spPr>
          <a:xfrm>
            <a:off x="857250" y="233568"/>
            <a:ext cx="3949155" cy="492443"/>
          </a:xfrm>
          <a:prstGeom prst="rect">
            <a:avLst/>
          </a:prstGeom>
          <a:noFill/>
        </p:spPr>
        <p:txBody>
          <a:bodyPr wrap="square" lIns="0" tIns="0" rIns="0" bIns="0" rtlCol="0" anchor="ctr">
            <a:spAutoFit/>
          </a:bodyPr>
          <a:lstStyle/>
          <a:p>
            <a:r>
              <a:rPr lang="en-US" altLang="zh-CN"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a:t>
            </a:r>
            <a:r>
              <a:rPr lang="zh-CN" altLang="en-US" sz="32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年度工作概述</a:t>
            </a:r>
            <a:endParaRPr lang="zh-CN" altLang="en-US" sz="40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TextBox 8"/>
          <p:cNvSpPr txBox="1"/>
          <p:nvPr/>
        </p:nvSpPr>
        <p:spPr>
          <a:xfrm>
            <a:off x="857250" y="743527"/>
            <a:ext cx="2807720" cy="215444"/>
          </a:xfrm>
          <a:prstGeom prst="rect">
            <a:avLst/>
          </a:prstGeom>
          <a:noFill/>
        </p:spPr>
        <p:txBody>
          <a:bodyPr wrap="square" lIns="0" tIns="0" rIns="0" bIns="0" rtlCol="0" anchor="ctr">
            <a:spAutoFit/>
          </a:bodyPr>
          <a:lstStyle/>
          <a:p>
            <a:r>
              <a:rPr lang="en-US"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201X ANNUAL WORK SUMMARY</a:t>
            </a:r>
            <a:endParaRPr lang="zh-CN" altLang="en-US"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1095146778"/>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1500"/>
                                        <p:tgtEl>
                                          <p:spTgt spid="12"/>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500"/>
                                        <p:tgtEl>
                                          <p:spTgt spid="33"/>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1460823" y="1465803"/>
            <a:ext cx="2612921" cy="2615673"/>
          </a:xfrm>
          <a:custGeom>
            <a:avLst/>
            <a:gdLst>
              <a:gd name="T0" fmla="*/ 473 w 949"/>
              <a:gd name="T1" fmla="*/ 950 h 950"/>
              <a:gd name="T2" fmla="*/ 0 w 949"/>
              <a:gd name="T3" fmla="*/ 475 h 950"/>
              <a:gd name="T4" fmla="*/ 473 w 949"/>
              <a:gd name="T5" fmla="*/ 0 h 950"/>
              <a:gd name="T6" fmla="*/ 949 w 949"/>
              <a:gd name="T7" fmla="*/ 475 h 950"/>
              <a:gd name="T8" fmla="*/ 473 w 949"/>
              <a:gd name="T9" fmla="*/ 950 h 950"/>
            </a:gdLst>
            <a:ahLst/>
            <a:cxnLst>
              <a:cxn ang="0">
                <a:pos x="T0" y="T1"/>
              </a:cxn>
              <a:cxn ang="0">
                <a:pos x="T2" y="T3"/>
              </a:cxn>
              <a:cxn ang="0">
                <a:pos x="T4" y="T5"/>
              </a:cxn>
              <a:cxn ang="0">
                <a:pos x="T6" y="T7"/>
              </a:cxn>
              <a:cxn ang="0">
                <a:pos x="T8" y="T9"/>
              </a:cxn>
            </a:cxnLst>
            <a:rect l="0" t="0" r="r" b="b"/>
            <a:pathLst>
              <a:path w="949" h="950">
                <a:moveTo>
                  <a:pt x="473" y="950"/>
                </a:moveTo>
                <a:lnTo>
                  <a:pt x="0" y="475"/>
                </a:lnTo>
                <a:lnTo>
                  <a:pt x="473" y="0"/>
                </a:lnTo>
                <a:lnTo>
                  <a:pt x="949" y="475"/>
                </a:lnTo>
                <a:lnTo>
                  <a:pt x="473" y="950"/>
                </a:lnTo>
                <a:close/>
              </a:path>
            </a:pathLst>
          </a:custGeom>
          <a:solidFill>
            <a:schemeClr val="accent2"/>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7" name="Freeform 6"/>
          <p:cNvSpPr>
            <a:spLocks/>
          </p:cNvSpPr>
          <p:nvPr/>
        </p:nvSpPr>
        <p:spPr bwMode="auto">
          <a:xfrm>
            <a:off x="882561" y="2808922"/>
            <a:ext cx="1059589" cy="1057339"/>
          </a:xfrm>
          <a:custGeom>
            <a:avLst/>
            <a:gdLst>
              <a:gd name="T0" fmla="*/ 234 w 471"/>
              <a:gd name="T1" fmla="*/ 470 h 470"/>
              <a:gd name="T2" fmla="*/ 0 w 471"/>
              <a:gd name="T3" fmla="*/ 234 h 470"/>
              <a:gd name="T4" fmla="*/ 234 w 471"/>
              <a:gd name="T5" fmla="*/ 0 h 470"/>
              <a:gd name="T6" fmla="*/ 471 w 471"/>
              <a:gd name="T7" fmla="*/ 234 h 470"/>
              <a:gd name="T8" fmla="*/ 234 w 471"/>
              <a:gd name="T9" fmla="*/ 470 h 470"/>
            </a:gdLst>
            <a:ahLst/>
            <a:cxnLst>
              <a:cxn ang="0">
                <a:pos x="T0" y="T1"/>
              </a:cxn>
              <a:cxn ang="0">
                <a:pos x="T2" y="T3"/>
              </a:cxn>
              <a:cxn ang="0">
                <a:pos x="T4" y="T5"/>
              </a:cxn>
              <a:cxn ang="0">
                <a:pos x="T6" y="T7"/>
              </a:cxn>
              <a:cxn ang="0">
                <a:pos x="T8" y="T9"/>
              </a:cxn>
            </a:cxnLst>
            <a:rect l="0" t="0" r="r" b="b"/>
            <a:pathLst>
              <a:path w="471" h="470">
                <a:moveTo>
                  <a:pt x="234" y="470"/>
                </a:moveTo>
                <a:lnTo>
                  <a:pt x="0" y="234"/>
                </a:lnTo>
                <a:lnTo>
                  <a:pt x="234" y="0"/>
                </a:lnTo>
                <a:lnTo>
                  <a:pt x="471" y="234"/>
                </a:lnTo>
                <a:lnTo>
                  <a:pt x="234" y="470"/>
                </a:lnTo>
                <a:close/>
              </a:path>
            </a:pathLst>
          </a:custGeom>
          <a:solidFill>
            <a:schemeClr val="accent2"/>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9" name="Freeform 8"/>
          <p:cNvSpPr>
            <a:spLocks/>
          </p:cNvSpPr>
          <p:nvPr/>
        </p:nvSpPr>
        <p:spPr bwMode="auto">
          <a:xfrm>
            <a:off x="4099644" y="2116739"/>
            <a:ext cx="1316050" cy="1313800"/>
          </a:xfrm>
          <a:custGeom>
            <a:avLst/>
            <a:gdLst>
              <a:gd name="T0" fmla="*/ 291 w 585"/>
              <a:gd name="T1" fmla="*/ 584 h 584"/>
              <a:gd name="T2" fmla="*/ 0 w 585"/>
              <a:gd name="T3" fmla="*/ 291 h 584"/>
              <a:gd name="T4" fmla="*/ 291 w 585"/>
              <a:gd name="T5" fmla="*/ 0 h 584"/>
              <a:gd name="T6" fmla="*/ 585 w 585"/>
              <a:gd name="T7" fmla="*/ 291 h 584"/>
              <a:gd name="T8" fmla="*/ 291 w 585"/>
              <a:gd name="T9" fmla="*/ 584 h 584"/>
            </a:gdLst>
            <a:ahLst/>
            <a:cxnLst>
              <a:cxn ang="0">
                <a:pos x="T0" y="T1"/>
              </a:cxn>
              <a:cxn ang="0">
                <a:pos x="T2" y="T3"/>
              </a:cxn>
              <a:cxn ang="0">
                <a:pos x="T4" y="T5"/>
              </a:cxn>
              <a:cxn ang="0">
                <a:pos x="T6" y="T7"/>
              </a:cxn>
              <a:cxn ang="0">
                <a:pos x="T8" y="T9"/>
              </a:cxn>
            </a:cxnLst>
            <a:rect l="0" t="0" r="r" b="b"/>
            <a:pathLst>
              <a:path w="585" h="584">
                <a:moveTo>
                  <a:pt x="291" y="584"/>
                </a:moveTo>
                <a:lnTo>
                  <a:pt x="0" y="291"/>
                </a:lnTo>
                <a:lnTo>
                  <a:pt x="291" y="0"/>
                </a:lnTo>
                <a:lnTo>
                  <a:pt x="585" y="291"/>
                </a:lnTo>
                <a:lnTo>
                  <a:pt x="291" y="584"/>
                </a:lnTo>
                <a:close/>
              </a:path>
            </a:pathLst>
          </a:custGeom>
          <a:solidFill>
            <a:schemeClr val="accent2"/>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10" name="Freeform 9"/>
          <p:cNvSpPr>
            <a:spLocks/>
          </p:cNvSpPr>
          <p:nvPr/>
        </p:nvSpPr>
        <p:spPr bwMode="auto">
          <a:xfrm>
            <a:off x="353" y="3914405"/>
            <a:ext cx="3329494" cy="3318246"/>
          </a:xfrm>
          <a:custGeom>
            <a:avLst/>
            <a:gdLst>
              <a:gd name="T0" fmla="*/ 742 w 1480"/>
              <a:gd name="T1" fmla="*/ 1475 h 1475"/>
              <a:gd name="T2" fmla="*/ 0 w 1480"/>
              <a:gd name="T3" fmla="*/ 737 h 1475"/>
              <a:gd name="T4" fmla="*/ 742 w 1480"/>
              <a:gd name="T5" fmla="*/ 0 h 1475"/>
              <a:gd name="T6" fmla="*/ 1480 w 1480"/>
              <a:gd name="T7" fmla="*/ 737 h 1475"/>
              <a:gd name="T8" fmla="*/ 742 w 1480"/>
              <a:gd name="T9" fmla="*/ 1475 h 1475"/>
            </a:gdLst>
            <a:ahLst/>
            <a:cxnLst>
              <a:cxn ang="0">
                <a:pos x="T0" y="T1"/>
              </a:cxn>
              <a:cxn ang="0">
                <a:pos x="T2" y="T3"/>
              </a:cxn>
              <a:cxn ang="0">
                <a:pos x="T4" y="T5"/>
              </a:cxn>
              <a:cxn ang="0">
                <a:pos x="T6" y="T7"/>
              </a:cxn>
              <a:cxn ang="0">
                <a:pos x="T8" y="T9"/>
              </a:cxn>
            </a:cxnLst>
            <a:rect l="0" t="0" r="r" b="b"/>
            <a:pathLst>
              <a:path w="1480" h="1475">
                <a:moveTo>
                  <a:pt x="742" y="1475"/>
                </a:moveTo>
                <a:lnTo>
                  <a:pt x="0" y="737"/>
                </a:lnTo>
                <a:lnTo>
                  <a:pt x="742" y="0"/>
                </a:lnTo>
                <a:lnTo>
                  <a:pt x="1480" y="737"/>
                </a:lnTo>
                <a:lnTo>
                  <a:pt x="742" y="1475"/>
                </a:lnTo>
                <a:close/>
              </a:path>
            </a:pathLst>
          </a:custGeom>
          <a:blipFill dpi="0" rotWithShape="1">
            <a:blip r:embed="rId3" cstate="screen">
              <a:extLst>
                <a:ext uri="{28A0092B-C50C-407E-A947-70E740481C1C}">
                  <a14:useLocalDpi xmlns:a14="http://schemas.microsoft.com/office/drawing/2010/main"/>
                </a:ext>
              </a:extLst>
            </a:blip>
            <a:srcRect/>
            <a:stretch>
              <a:fillRect/>
            </a:stretch>
          </a:blip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11" name="Freeform 10"/>
          <p:cNvSpPr>
            <a:spLocks/>
          </p:cNvSpPr>
          <p:nvPr/>
        </p:nvSpPr>
        <p:spPr bwMode="auto">
          <a:xfrm>
            <a:off x="0" y="1"/>
            <a:ext cx="2730268" cy="2730268"/>
          </a:xfrm>
          <a:custGeom>
            <a:avLst/>
            <a:gdLst>
              <a:gd name="T0" fmla="*/ 294 w 585"/>
              <a:gd name="T1" fmla="*/ 585 h 585"/>
              <a:gd name="T2" fmla="*/ 0 w 585"/>
              <a:gd name="T3" fmla="*/ 291 h 585"/>
              <a:gd name="T4" fmla="*/ 294 w 585"/>
              <a:gd name="T5" fmla="*/ 0 h 585"/>
              <a:gd name="T6" fmla="*/ 585 w 585"/>
              <a:gd name="T7" fmla="*/ 291 h 585"/>
              <a:gd name="T8" fmla="*/ 294 w 585"/>
              <a:gd name="T9" fmla="*/ 585 h 585"/>
            </a:gdLst>
            <a:ahLst/>
            <a:cxnLst>
              <a:cxn ang="0">
                <a:pos x="T0" y="T1"/>
              </a:cxn>
              <a:cxn ang="0">
                <a:pos x="T2" y="T3"/>
              </a:cxn>
              <a:cxn ang="0">
                <a:pos x="T4" y="T5"/>
              </a:cxn>
              <a:cxn ang="0">
                <a:pos x="T6" y="T7"/>
              </a:cxn>
              <a:cxn ang="0">
                <a:pos x="T8" y="T9"/>
              </a:cxn>
            </a:cxnLst>
            <a:rect l="0" t="0" r="r" b="b"/>
            <a:pathLst>
              <a:path w="585" h="585">
                <a:moveTo>
                  <a:pt x="294" y="585"/>
                </a:moveTo>
                <a:lnTo>
                  <a:pt x="0" y="291"/>
                </a:lnTo>
                <a:lnTo>
                  <a:pt x="294" y="0"/>
                </a:lnTo>
                <a:lnTo>
                  <a:pt x="585" y="291"/>
                </a:lnTo>
                <a:lnTo>
                  <a:pt x="294" y="585"/>
                </a:lnTo>
                <a:close/>
              </a:path>
            </a:pathLst>
          </a:custGeom>
          <a:solidFill>
            <a:schemeClr val="accent1"/>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13" name="Freeform 12"/>
          <p:cNvSpPr>
            <a:spLocks/>
          </p:cNvSpPr>
          <p:nvPr/>
        </p:nvSpPr>
        <p:spPr bwMode="auto">
          <a:xfrm>
            <a:off x="2730268" y="-20691"/>
            <a:ext cx="2637112" cy="2633695"/>
          </a:xfrm>
          <a:custGeom>
            <a:avLst/>
            <a:gdLst>
              <a:gd name="T0" fmla="*/ 387 w 772"/>
              <a:gd name="T1" fmla="*/ 771 h 771"/>
              <a:gd name="T2" fmla="*/ 0 w 772"/>
              <a:gd name="T3" fmla="*/ 387 h 771"/>
              <a:gd name="T4" fmla="*/ 387 w 772"/>
              <a:gd name="T5" fmla="*/ 0 h 771"/>
              <a:gd name="T6" fmla="*/ 772 w 772"/>
              <a:gd name="T7" fmla="*/ 387 h 771"/>
              <a:gd name="T8" fmla="*/ 387 w 772"/>
              <a:gd name="T9" fmla="*/ 771 h 771"/>
            </a:gdLst>
            <a:ahLst/>
            <a:cxnLst>
              <a:cxn ang="0">
                <a:pos x="T0" y="T1"/>
              </a:cxn>
              <a:cxn ang="0">
                <a:pos x="T2" y="T3"/>
              </a:cxn>
              <a:cxn ang="0">
                <a:pos x="T4" y="T5"/>
              </a:cxn>
              <a:cxn ang="0">
                <a:pos x="T6" y="T7"/>
              </a:cxn>
              <a:cxn ang="0">
                <a:pos x="T8" y="T9"/>
              </a:cxn>
            </a:cxnLst>
            <a:rect l="0" t="0" r="r" b="b"/>
            <a:pathLst>
              <a:path w="772" h="771">
                <a:moveTo>
                  <a:pt x="387" y="771"/>
                </a:moveTo>
                <a:lnTo>
                  <a:pt x="0" y="387"/>
                </a:lnTo>
                <a:lnTo>
                  <a:pt x="387" y="0"/>
                </a:lnTo>
                <a:lnTo>
                  <a:pt x="772" y="387"/>
                </a:lnTo>
                <a:lnTo>
                  <a:pt x="387" y="771"/>
                </a:lnTo>
                <a:close/>
              </a:path>
            </a:pathLst>
          </a:custGeom>
          <a:blipFill dpi="0" rotWithShape="1">
            <a:blip r:embed="rId4" cstate="screen">
              <a:extLst>
                <a:ext uri="{28A0092B-C50C-407E-A947-70E740481C1C}">
                  <a14:useLocalDpi xmlns:a14="http://schemas.microsoft.com/office/drawing/2010/main"/>
                </a:ext>
              </a:extLst>
            </a:blip>
            <a:srcRect/>
            <a:stretch>
              <a:fillRect/>
            </a:stretch>
          </a:blip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19" name="矩形 259"/>
          <p:cNvSpPr>
            <a:spLocks noChangeArrowheads="1"/>
          </p:cNvSpPr>
          <p:nvPr/>
        </p:nvSpPr>
        <p:spPr bwMode="auto">
          <a:xfrm>
            <a:off x="2093016" y="2358141"/>
            <a:ext cx="1348534" cy="8309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lgn="ctr">
              <a:buNone/>
            </a:pPr>
            <a:r>
              <a:rPr lang="en-US" altLang="zh-CN" sz="5400" dirty="0">
                <a:solidFill>
                  <a:schemeClr val="bg1"/>
                </a:solidFill>
                <a:latin typeface="Impact" panose="020B0806030902050204" pitchFamily="34" charset="0"/>
                <a:cs typeface="Arial" panose="020B0604020202020204" pitchFamily="34" charset="0"/>
              </a:rPr>
              <a:t>201X</a:t>
            </a:r>
          </a:p>
        </p:txBody>
      </p:sp>
      <p:sp>
        <p:nvSpPr>
          <p:cNvPr id="20" name="Freeform 9"/>
          <p:cNvSpPr>
            <a:spLocks/>
          </p:cNvSpPr>
          <p:nvPr/>
        </p:nvSpPr>
        <p:spPr bwMode="auto">
          <a:xfrm>
            <a:off x="2423477" y="3266534"/>
            <a:ext cx="2571612" cy="2562923"/>
          </a:xfrm>
          <a:custGeom>
            <a:avLst/>
            <a:gdLst>
              <a:gd name="T0" fmla="*/ 742 w 1480"/>
              <a:gd name="T1" fmla="*/ 1475 h 1475"/>
              <a:gd name="T2" fmla="*/ 0 w 1480"/>
              <a:gd name="T3" fmla="*/ 737 h 1475"/>
              <a:gd name="T4" fmla="*/ 742 w 1480"/>
              <a:gd name="T5" fmla="*/ 0 h 1475"/>
              <a:gd name="T6" fmla="*/ 1480 w 1480"/>
              <a:gd name="T7" fmla="*/ 737 h 1475"/>
              <a:gd name="T8" fmla="*/ 742 w 1480"/>
              <a:gd name="T9" fmla="*/ 1475 h 1475"/>
            </a:gdLst>
            <a:ahLst/>
            <a:cxnLst>
              <a:cxn ang="0">
                <a:pos x="T0" y="T1"/>
              </a:cxn>
              <a:cxn ang="0">
                <a:pos x="T2" y="T3"/>
              </a:cxn>
              <a:cxn ang="0">
                <a:pos x="T4" y="T5"/>
              </a:cxn>
              <a:cxn ang="0">
                <a:pos x="T6" y="T7"/>
              </a:cxn>
              <a:cxn ang="0">
                <a:pos x="T8" y="T9"/>
              </a:cxn>
            </a:cxnLst>
            <a:rect l="0" t="0" r="r" b="b"/>
            <a:pathLst>
              <a:path w="1480" h="1475">
                <a:moveTo>
                  <a:pt x="742" y="1475"/>
                </a:moveTo>
                <a:lnTo>
                  <a:pt x="0" y="737"/>
                </a:lnTo>
                <a:lnTo>
                  <a:pt x="742" y="0"/>
                </a:lnTo>
                <a:lnTo>
                  <a:pt x="1480" y="737"/>
                </a:lnTo>
                <a:lnTo>
                  <a:pt x="742" y="1475"/>
                </a:lnTo>
                <a:close/>
              </a:path>
            </a:pathLst>
          </a:custGeom>
          <a:solidFill>
            <a:schemeClr val="accent3"/>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22" name="矩形 259"/>
          <p:cNvSpPr>
            <a:spLocks noChangeArrowheads="1"/>
          </p:cNvSpPr>
          <p:nvPr/>
        </p:nvSpPr>
        <p:spPr bwMode="auto">
          <a:xfrm>
            <a:off x="5747068" y="2953176"/>
            <a:ext cx="6082907" cy="12311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en-US" altLang="zh-CN" sz="8000" b="1" dirty="0">
                <a:solidFill>
                  <a:schemeClr val="accent1"/>
                </a:solidFill>
                <a:latin typeface="Arial" panose="020B0604020202020204" pitchFamily="34" charset="0"/>
                <a:cs typeface="Arial" panose="020B0604020202020204" pitchFamily="34" charset="0"/>
              </a:rPr>
              <a:t>THANK YOU</a:t>
            </a:r>
          </a:p>
        </p:txBody>
      </p:sp>
      <p:sp>
        <p:nvSpPr>
          <p:cNvPr id="23" name="矩形 259"/>
          <p:cNvSpPr>
            <a:spLocks noChangeArrowheads="1"/>
          </p:cNvSpPr>
          <p:nvPr/>
        </p:nvSpPr>
        <p:spPr bwMode="auto">
          <a:xfrm>
            <a:off x="5747067" y="4341935"/>
            <a:ext cx="3348469" cy="430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buNone/>
            </a:pPr>
            <a:r>
              <a:rPr lang="zh-CN" altLang="en-US" sz="2800" dirty="0">
                <a:solidFill>
                  <a:schemeClr val="accent1"/>
                </a:solidFill>
                <a:cs typeface="Arial" panose="020B0604020202020204" pitchFamily="34" charset="0"/>
              </a:rPr>
              <a:t>感谢聆听，批评指导</a:t>
            </a:r>
          </a:p>
        </p:txBody>
      </p:sp>
    </p:spTree>
    <p:extLst>
      <p:ext uri="{BB962C8B-B14F-4D97-AF65-F5344CB8AC3E}">
        <p14:creationId xmlns:p14="http://schemas.microsoft.com/office/powerpoint/2010/main" val="1746626063"/>
      </p:ext>
    </p:extLst>
  </p:cSld>
  <p:clrMapOvr>
    <a:masterClrMapping/>
  </p:clrMapOvr>
  <mc:AlternateContent xmlns:mc="http://schemas.openxmlformats.org/markup-compatibility/2006" xmlns:p14="http://schemas.microsoft.com/office/powerpoint/2010/main">
    <mc:Choice Requires="p14">
      <p:transition spd="slow" p14:dur="2500" advTm="0">
        <p:checker/>
      </p:transition>
    </mc:Choice>
    <mc:Fallback xmlns="">
      <p:transition spd="slow" advTm="0">
        <p:checker/>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25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50" fill="hold"/>
                                        <p:tgtEl>
                                          <p:spTgt spid="6"/>
                                        </p:tgtEl>
                                        <p:attrNameLst>
                                          <p:attrName>ppt_x</p:attrName>
                                        </p:attrNameLst>
                                      </p:cBhvr>
                                      <p:tavLst>
                                        <p:tav tm="0">
                                          <p:val>
                                            <p:strVal val="0-#ppt_w/2"/>
                                          </p:val>
                                        </p:tav>
                                        <p:tav tm="100000">
                                          <p:val>
                                            <p:strVal val="#ppt_x"/>
                                          </p:val>
                                        </p:tav>
                                      </p:tavLst>
                                    </p:anim>
                                    <p:anim calcmode="lin" valueType="num">
                                      <p:cBhvr additive="base">
                                        <p:cTn id="8" dur="125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10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0-#ppt_w/2"/>
                                          </p:val>
                                        </p:tav>
                                        <p:tav tm="100000">
                                          <p:val>
                                            <p:strVal val="#ppt_x"/>
                                          </p:val>
                                        </p:tav>
                                      </p:tavLst>
                                    </p:anim>
                                    <p:anim calcmode="lin" valueType="num">
                                      <p:cBhvr additive="base">
                                        <p:cTn id="12" dur="10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5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250" fill="hold"/>
                                        <p:tgtEl>
                                          <p:spTgt spid="9"/>
                                        </p:tgtEl>
                                        <p:attrNameLst>
                                          <p:attrName>ppt_x</p:attrName>
                                        </p:attrNameLst>
                                      </p:cBhvr>
                                      <p:tavLst>
                                        <p:tav tm="0">
                                          <p:val>
                                            <p:strVal val="0-#ppt_w/2"/>
                                          </p:val>
                                        </p:tav>
                                        <p:tav tm="100000">
                                          <p:val>
                                            <p:strVal val="#ppt_x"/>
                                          </p:val>
                                        </p:tav>
                                      </p:tavLst>
                                    </p:anim>
                                    <p:anim calcmode="lin" valueType="num">
                                      <p:cBhvr additive="base">
                                        <p:cTn id="16" dur="125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0-#ppt_w/2"/>
                                          </p:val>
                                        </p:tav>
                                        <p:tav tm="100000">
                                          <p:val>
                                            <p:strVal val="#ppt_x"/>
                                          </p:val>
                                        </p:tav>
                                      </p:tavLst>
                                    </p:anim>
                                    <p:anim calcmode="lin" valueType="num">
                                      <p:cBhvr additive="base">
                                        <p:cTn id="20" dur="1000" fill="hold"/>
                                        <p:tgtEl>
                                          <p:spTgt spid="1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5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0-#ppt_w/2"/>
                                          </p:val>
                                        </p:tav>
                                        <p:tav tm="100000">
                                          <p:val>
                                            <p:strVal val="#ppt_x"/>
                                          </p:val>
                                        </p:tav>
                                      </p:tavLst>
                                    </p:anim>
                                    <p:anim calcmode="lin" valueType="num">
                                      <p:cBhvr additive="base">
                                        <p:cTn id="24" dur="10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100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1000" fill="hold"/>
                                        <p:tgtEl>
                                          <p:spTgt spid="20"/>
                                        </p:tgtEl>
                                        <p:attrNameLst>
                                          <p:attrName>ppt_x</p:attrName>
                                        </p:attrNameLst>
                                      </p:cBhvr>
                                      <p:tavLst>
                                        <p:tav tm="0">
                                          <p:val>
                                            <p:strVal val="0-#ppt_w/2"/>
                                          </p:val>
                                        </p:tav>
                                        <p:tav tm="100000">
                                          <p:val>
                                            <p:strVal val="#ppt_x"/>
                                          </p:val>
                                        </p:tav>
                                      </p:tavLst>
                                    </p:anim>
                                    <p:anim calcmode="lin" valueType="num">
                                      <p:cBhvr additive="base">
                                        <p:cTn id="28" dur="1000" fill="hold"/>
                                        <p:tgtEl>
                                          <p:spTgt spid="2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25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000" fill="hold"/>
                                        <p:tgtEl>
                                          <p:spTgt spid="10"/>
                                        </p:tgtEl>
                                        <p:attrNameLst>
                                          <p:attrName>ppt_x</p:attrName>
                                        </p:attrNameLst>
                                      </p:cBhvr>
                                      <p:tavLst>
                                        <p:tav tm="0">
                                          <p:val>
                                            <p:strVal val="0-#ppt_w/2"/>
                                          </p:val>
                                        </p:tav>
                                        <p:tav tm="100000">
                                          <p:val>
                                            <p:strVal val="#ppt_x"/>
                                          </p:val>
                                        </p:tav>
                                      </p:tavLst>
                                    </p:anim>
                                    <p:anim calcmode="lin" valueType="num">
                                      <p:cBhvr additive="base">
                                        <p:cTn id="32" dur="10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1" presetClass="entr" presetSubtype="0" fill="hold" grpId="0" nodeType="clickEffect">
                                  <p:stCondLst>
                                    <p:cond delay="0"/>
                                  </p:stCondLst>
                                  <p:iterate type="lt">
                                    <p:tmPct val="10000"/>
                                  </p:iterate>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ppt_x</p:attrName>
                                        </p:attrNameLst>
                                      </p:cBhvr>
                                      <p:tavLst>
                                        <p:tav tm="0">
                                          <p:val>
                                            <p:strVal val="#ppt_x"/>
                                          </p:val>
                                        </p:tav>
                                        <p:tav tm="50000">
                                          <p:val>
                                            <p:strVal val="#ppt_x+.1"/>
                                          </p:val>
                                        </p:tav>
                                        <p:tav tm="100000">
                                          <p:val>
                                            <p:strVal val="#ppt_x"/>
                                          </p:val>
                                        </p:tav>
                                      </p:tavLst>
                                    </p:anim>
                                    <p:anim calcmode="lin" valueType="num">
                                      <p:cBhvr>
                                        <p:cTn id="38" dur="500" fill="hold"/>
                                        <p:tgtEl>
                                          <p:spTgt spid="19"/>
                                        </p:tgtEl>
                                        <p:attrNameLst>
                                          <p:attrName>ppt_y</p:attrName>
                                        </p:attrNameLst>
                                      </p:cBhvr>
                                      <p:tavLst>
                                        <p:tav tm="0">
                                          <p:val>
                                            <p:strVal val="#ppt_y"/>
                                          </p:val>
                                        </p:tav>
                                        <p:tav tm="100000">
                                          <p:val>
                                            <p:strVal val="#ppt_y"/>
                                          </p:val>
                                        </p:tav>
                                      </p:tavLst>
                                    </p:anim>
                                    <p:anim calcmode="lin" valueType="num">
                                      <p:cBhvr>
                                        <p:cTn id="39" dur="500" fill="hold"/>
                                        <p:tgtEl>
                                          <p:spTgt spid="19"/>
                                        </p:tgtEl>
                                        <p:attrNameLst>
                                          <p:attrName>ppt_h</p:attrName>
                                        </p:attrNameLst>
                                      </p:cBhvr>
                                      <p:tavLst>
                                        <p:tav tm="0">
                                          <p:val>
                                            <p:strVal val="#ppt_h/10"/>
                                          </p:val>
                                        </p:tav>
                                        <p:tav tm="50000">
                                          <p:val>
                                            <p:strVal val="#ppt_h+.01"/>
                                          </p:val>
                                        </p:tav>
                                        <p:tav tm="100000">
                                          <p:val>
                                            <p:strVal val="#ppt_h"/>
                                          </p:val>
                                        </p:tav>
                                      </p:tavLst>
                                    </p:anim>
                                    <p:anim calcmode="lin" valueType="num">
                                      <p:cBhvr>
                                        <p:cTn id="40" dur="500" fill="hold"/>
                                        <p:tgtEl>
                                          <p:spTgt spid="19"/>
                                        </p:tgtEl>
                                        <p:attrNameLst>
                                          <p:attrName>ppt_w</p:attrName>
                                        </p:attrNameLst>
                                      </p:cBhvr>
                                      <p:tavLst>
                                        <p:tav tm="0">
                                          <p:val>
                                            <p:strVal val="#ppt_w/10"/>
                                          </p:val>
                                        </p:tav>
                                        <p:tav tm="50000">
                                          <p:val>
                                            <p:strVal val="#ppt_w+.01"/>
                                          </p:val>
                                        </p:tav>
                                        <p:tav tm="100000">
                                          <p:val>
                                            <p:strVal val="#ppt_w"/>
                                          </p:val>
                                        </p:tav>
                                      </p:tavLst>
                                    </p:anim>
                                    <p:animEffect transition="in" filter="fade">
                                      <p:cBhvr>
                                        <p:cTn id="41" dur="500" tmFilter="0,0; .5, 1; 1, 1"/>
                                        <p:tgtEl>
                                          <p:spTgt spid="19"/>
                                        </p:tgtEl>
                                      </p:cBhvr>
                                    </p:animEffect>
                                  </p:childTnLst>
                                </p:cTn>
                              </p:par>
                            </p:childTnLst>
                          </p:cTn>
                        </p:par>
                        <p:par>
                          <p:cTn id="42" fill="hold">
                            <p:stCondLst>
                              <p:cond delay="650"/>
                            </p:stCondLst>
                            <p:childTnLst>
                              <p:par>
                                <p:cTn id="43" presetID="26" presetClass="emph" presetSubtype="0" fill="hold" grpId="1" nodeType="afterEffect">
                                  <p:stCondLst>
                                    <p:cond delay="0"/>
                                  </p:stCondLst>
                                  <p:iterate type="lt">
                                    <p:tmPct val="0"/>
                                  </p:iterate>
                                  <p:childTnLst>
                                    <p:animEffect transition="out" filter="fade">
                                      <p:cBhvr>
                                        <p:cTn id="44" dur="500" tmFilter="0, 0; .2, .5; .8, .5; 1, 0"/>
                                        <p:tgtEl>
                                          <p:spTgt spid="19"/>
                                        </p:tgtEl>
                                      </p:cBhvr>
                                    </p:animEffect>
                                    <p:animScale>
                                      <p:cBhvr>
                                        <p:cTn id="45" dur="250" autoRev="1" fill="hold"/>
                                        <p:tgtEl>
                                          <p:spTgt spid="19"/>
                                        </p:tgtEl>
                                      </p:cBhvr>
                                      <p:by x="105000" y="105000"/>
                                    </p:animScale>
                                  </p:childTnLst>
                                </p:cTn>
                              </p:par>
                            </p:childTnLst>
                          </p:cTn>
                        </p:par>
                      </p:childTnLst>
                    </p:cTn>
                  </p:par>
                  <p:par>
                    <p:cTn id="46" fill="hold">
                      <p:stCondLst>
                        <p:cond delay="indefinite"/>
                      </p:stCondLst>
                      <p:childTnLst>
                        <p:par>
                          <p:cTn id="47" fill="hold">
                            <p:stCondLst>
                              <p:cond delay="0"/>
                            </p:stCondLst>
                            <p:childTnLst>
                              <p:par>
                                <p:cTn id="48" presetID="41" presetClass="entr" presetSubtype="0" fill="hold" grpId="0" nodeType="clickEffect">
                                  <p:stCondLst>
                                    <p:cond delay="0"/>
                                  </p:stCondLst>
                                  <p:iterate type="lt">
                                    <p:tmPct val="10000"/>
                                  </p:iterate>
                                  <p:childTnLst>
                                    <p:set>
                                      <p:cBhvr>
                                        <p:cTn id="49" dur="1" fill="hold">
                                          <p:stCondLst>
                                            <p:cond delay="0"/>
                                          </p:stCondLst>
                                        </p:cTn>
                                        <p:tgtEl>
                                          <p:spTgt spid="22"/>
                                        </p:tgtEl>
                                        <p:attrNameLst>
                                          <p:attrName>style.visibility</p:attrName>
                                        </p:attrNameLst>
                                      </p:cBhvr>
                                      <p:to>
                                        <p:strVal val="visible"/>
                                      </p:to>
                                    </p:set>
                                    <p:anim calcmode="lin" valueType="num">
                                      <p:cBhvr>
                                        <p:cTn id="50" dur="500" fill="hold"/>
                                        <p:tgtEl>
                                          <p:spTgt spid="22"/>
                                        </p:tgtEl>
                                        <p:attrNameLst>
                                          <p:attrName>ppt_x</p:attrName>
                                        </p:attrNameLst>
                                      </p:cBhvr>
                                      <p:tavLst>
                                        <p:tav tm="0">
                                          <p:val>
                                            <p:strVal val="#ppt_x"/>
                                          </p:val>
                                        </p:tav>
                                        <p:tav tm="50000">
                                          <p:val>
                                            <p:strVal val="#ppt_x+.1"/>
                                          </p:val>
                                        </p:tav>
                                        <p:tav tm="100000">
                                          <p:val>
                                            <p:strVal val="#ppt_x"/>
                                          </p:val>
                                        </p:tav>
                                      </p:tavLst>
                                    </p:anim>
                                    <p:anim calcmode="lin" valueType="num">
                                      <p:cBhvr>
                                        <p:cTn id="51" dur="500" fill="hold"/>
                                        <p:tgtEl>
                                          <p:spTgt spid="22"/>
                                        </p:tgtEl>
                                        <p:attrNameLst>
                                          <p:attrName>ppt_y</p:attrName>
                                        </p:attrNameLst>
                                      </p:cBhvr>
                                      <p:tavLst>
                                        <p:tav tm="0">
                                          <p:val>
                                            <p:strVal val="#ppt_y"/>
                                          </p:val>
                                        </p:tav>
                                        <p:tav tm="100000">
                                          <p:val>
                                            <p:strVal val="#ppt_y"/>
                                          </p:val>
                                        </p:tav>
                                      </p:tavLst>
                                    </p:anim>
                                    <p:anim calcmode="lin" valueType="num">
                                      <p:cBhvr>
                                        <p:cTn id="52" dur="500" fill="hold"/>
                                        <p:tgtEl>
                                          <p:spTgt spid="22"/>
                                        </p:tgtEl>
                                        <p:attrNameLst>
                                          <p:attrName>ppt_h</p:attrName>
                                        </p:attrNameLst>
                                      </p:cBhvr>
                                      <p:tavLst>
                                        <p:tav tm="0">
                                          <p:val>
                                            <p:strVal val="#ppt_h/10"/>
                                          </p:val>
                                        </p:tav>
                                        <p:tav tm="50000">
                                          <p:val>
                                            <p:strVal val="#ppt_h+.01"/>
                                          </p:val>
                                        </p:tav>
                                        <p:tav tm="100000">
                                          <p:val>
                                            <p:strVal val="#ppt_h"/>
                                          </p:val>
                                        </p:tav>
                                      </p:tavLst>
                                    </p:anim>
                                    <p:anim calcmode="lin" valueType="num">
                                      <p:cBhvr>
                                        <p:cTn id="53" dur="500" fill="hold"/>
                                        <p:tgtEl>
                                          <p:spTgt spid="22"/>
                                        </p:tgtEl>
                                        <p:attrNameLst>
                                          <p:attrName>ppt_w</p:attrName>
                                        </p:attrNameLst>
                                      </p:cBhvr>
                                      <p:tavLst>
                                        <p:tav tm="0">
                                          <p:val>
                                            <p:strVal val="#ppt_w/10"/>
                                          </p:val>
                                        </p:tav>
                                        <p:tav tm="50000">
                                          <p:val>
                                            <p:strVal val="#ppt_w+.01"/>
                                          </p:val>
                                        </p:tav>
                                        <p:tav tm="100000">
                                          <p:val>
                                            <p:strVal val="#ppt_w"/>
                                          </p:val>
                                        </p:tav>
                                      </p:tavLst>
                                    </p:anim>
                                    <p:animEffect transition="in" filter="fade">
                                      <p:cBhvr>
                                        <p:cTn id="54" dur="500" tmFilter="0,0; .5, 1; 1, 1"/>
                                        <p:tgtEl>
                                          <p:spTgt spid="22"/>
                                        </p:tgtEl>
                                      </p:cBhvr>
                                    </p:animEffect>
                                  </p:childTnLst>
                                </p:cTn>
                              </p:par>
                            </p:childTnLst>
                          </p:cTn>
                        </p:par>
                        <p:par>
                          <p:cTn id="55" fill="hold">
                            <p:stCondLst>
                              <p:cond delay="850"/>
                            </p:stCondLst>
                            <p:childTnLst>
                              <p:par>
                                <p:cTn id="56" presetID="26" presetClass="emph" presetSubtype="0" fill="hold" grpId="1" nodeType="afterEffect">
                                  <p:stCondLst>
                                    <p:cond delay="0"/>
                                  </p:stCondLst>
                                  <p:iterate type="lt">
                                    <p:tmPct val="0"/>
                                  </p:iterate>
                                  <p:childTnLst>
                                    <p:animEffect transition="out" filter="fade">
                                      <p:cBhvr>
                                        <p:cTn id="57" dur="500" tmFilter="0, 0; .2, .5; .8, .5; 1, 0"/>
                                        <p:tgtEl>
                                          <p:spTgt spid="22"/>
                                        </p:tgtEl>
                                      </p:cBhvr>
                                    </p:animEffect>
                                    <p:animScale>
                                      <p:cBhvr>
                                        <p:cTn id="58" dur="250" autoRev="1" fill="hold"/>
                                        <p:tgtEl>
                                          <p:spTgt spid="22"/>
                                        </p:tgtEl>
                                      </p:cBhvr>
                                      <p:by x="105000" y="105000"/>
                                    </p:animScale>
                                  </p:childTnLst>
                                </p:cTn>
                              </p:par>
                            </p:childTnLst>
                          </p:cTn>
                        </p:par>
                      </p:childTnLst>
                    </p:cTn>
                  </p:par>
                  <p:par>
                    <p:cTn id="59" fill="hold">
                      <p:stCondLst>
                        <p:cond delay="indefinite"/>
                      </p:stCondLst>
                      <p:childTnLst>
                        <p:par>
                          <p:cTn id="60" fill="hold">
                            <p:stCondLst>
                              <p:cond delay="0"/>
                            </p:stCondLst>
                            <p:childTnLst>
                              <p:par>
                                <p:cTn id="61" presetID="41" presetClass="entr" presetSubtype="0" fill="hold" grpId="0" nodeType="clickEffect">
                                  <p:stCondLst>
                                    <p:cond delay="0"/>
                                  </p:stCondLst>
                                  <p:iterate type="lt">
                                    <p:tmPct val="10000"/>
                                  </p:iterate>
                                  <p:childTnLst>
                                    <p:set>
                                      <p:cBhvr>
                                        <p:cTn id="62" dur="1" fill="hold">
                                          <p:stCondLst>
                                            <p:cond delay="0"/>
                                          </p:stCondLst>
                                        </p:cTn>
                                        <p:tgtEl>
                                          <p:spTgt spid="23"/>
                                        </p:tgtEl>
                                        <p:attrNameLst>
                                          <p:attrName>style.visibility</p:attrName>
                                        </p:attrNameLst>
                                      </p:cBhvr>
                                      <p:to>
                                        <p:strVal val="visible"/>
                                      </p:to>
                                    </p:set>
                                    <p:anim calcmode="lin" valueType="num">
                                      <p:cBhvr>
                                        <p:cTn id="63"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4" dur="500" fill="hold"/>
                                        <p:tgtEl>
                                          <p:spTgt spid="23"/>
                                        </p:tgtEl>
                                        <p:attrNameLst>
                                          <p:attrName>ppt_y</p:attrName>
                                        </p:attrNameLst>
                                      </p:cBhvr>
                                      <p:tavLst>
                                        <p:tav tm="0">
                                          <p:val>
                                            <p:strVal val="#ppt_y"/>
                                          </p:val>
                                        </p:tav>
                                        <p:tav tm="100000">
                                          <p:val>
                                            <p:strVal val="#ppt_y"/>
                                          </p:val>
                                        </p:tav>
                                      </p:tavLst>
                                    </p:anim>
                                    <p:anim calcmode="lin" valueType="num">
                                      <p:cBhvr>
                                        <p:cTn id="65"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6"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7" dur="500" tmFilter="0,0; .5, 1; 1, 1"/>
                                        <p:tgtEl>
                                          <p:spTgt spid="23"/>
                                        </p:tgtEl>
                                      </p:cBhvr>
                                    </p:animEffect>
                                  </p:childTnLst>
                                </p:cTn>
                              </p:par>
                            </p:childTnLst>
                          </p:cTn>
                        </p:par>
                        <p:par>
                          <p:cTn id="68" fill="hold">
                            <p:stCondLst>
                              <p:cond delay="900"/>
                            </p:stCondLst>
                            <p:childTnLst>
                              <p:par>
                                <p:cTn id="69" presetID="26" presetClass="emph" presetSubtype="0" fill="hold" grpId="1" nodeType="afterEffect">
                                  <p:stCondLst>
                                    <p:cond delay="0"/>
                                  </p:stCondLst>
                                  <p:iterate type="lt">
                                    <p:tmPct val="0"/>
                                  </p:iterate>
                                  <p:childTnLst>
                                    <p:animEffect transition="out" filter="fade">
                                      <p:cBhvr>
                                        <p:cTn id="70" dur="500" tmFilter="0, 0; .2, .5; .8, .5; 1, 0"/>
                                        <p:tgtEl>
                                          <p:spTgt spid="23"/>
                                        </p:tgtEl>
                                      </p:cBhvr>
                                    </p:animEffect>
                                    <p:animScale>
                                      <p:cBhvr>
                                        <p:cTn id="71" dur="250" autoRev="1" fill="hold"/>
                                        <p:tgtEl>
                                          <p:spTgt spid="23"/>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animBg="1"/>
      <p:bldP spid="11" grpId="0" animBg="1"/>
      <p:bldP spid="13" grpId="0" animBg="1"/>
      <p:bldP spid="19" grpId="0"/>
      <p:bldP spid="19" grpId="1"/>
      <p:bldP spid="20" grpId="0" animBg="1"/>
      <p:bldP spid="22" grpId="0"/>
      <p:bldP spid="22" grpId="1"/>
      <p:bldP spid="23" grpId="0"/>
      <p:bldP spid="23" grpId="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10"/>
          <p:cNvSpPr>
            <a:spLocks/>
          </p:cNvSpPr>
          <p:nvPr/>
        </p:nvSpPr>
        <p:spPr bwMode="auto">
          <a:xfrm>
            <a:off x="6386016" y="2249234"/>
            <a:ext cx="2053415" cy="2268530"/>
          </a:xfrm>
          <a:custGeom>
            <a:avLst/>
            <a:gdLst>
              <a:gd name="T0" fmla="*/ 1606 w 3207"/>
              <a:gd name="T1" fmla="*/ 3189 h 3541"/>
              <a:gd name="T2" fmla="*/ 2390 w 3207"/>
              <a:gd name="T3" fmla="*/ 3541 h 3541"/>
              <a:gd name="T4" fmla="*/ 3206 w 3207"/>
              <a:gd name="T5" fmla="*/ 2917 h 3541"/>
              <a:gd name="T6" fmla="*/ 3207 w 3207"/>
              <a:gd name="T7" fmla="*/ 2918 h 3541"/>
              <a:gd name="T8" fmla="*/ 6 w 3207"/>
              <a:gd name="T9" fmla="*/ 5 h 3541"/>
              <a:gd name="T10" fmla="*/ 3 w 3207"/>
              <a:gd name="T11" fmla="*/ 0 h 3541"/>
              <a:gd name="T12" fmla="*/ 6 w 3207"/>
              <a:gd name="T13" fmla="*/ 5 h 3541"/>
              <a:gd name="T14" fmla="*/ 598 w 3207"/>
              <a:gd name="T15" fmla="*/ 805 h 3541"/>
              <a:gd name="T16" fmla="*/ 230 w 3207"/>
              <a:gd name="T17" fmla="*/ 1621 h 3541"/>
              <a:gd name="T18" fmla="*/ 231 w 3207"/>
              <a:gd name="T19" fmla="*/ 1625 h 3541"/>
              <a:gd name="T20" fmla="*/ 1606 w 3207"/>
              <a:gd name="T21" fmla="*/ 3189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41">
                <a:moveTo>
                  <a:pt x="1606" y="3189"/>
                </a:moveTo>
                <a:lnTo>
                  <a:pt x="2390" y="3541"/>
                </a:lnTo>
                <a:lnTo>
                  <a:pt x="3206" y="2917"/>
                </a:lnTo>
                <a:lnTo>
                  <a:pt x="3207" y="2918"/>
                </a:lnTo>
                <a:cubicBezTo>
                  <a:pt x="3055" y="1282"/>
                  <a:pt x="1679" y="0"/>
                  <a:pt x="6" y="5"/>
                </a:cubicBezTo>
                <a:lnTo>
                  <a:pt x="3" y="0"/>
                </a:lnTo>
                <a:cubicBezTo>
                  <a:pt x="2" y="0"/>
                  <a:pt x="0" y="0"/>
                  <a:pt x="6" y="5"/>
                </a:cubicBezTo>
                <a:lnTo>
                  <a:pt x="598" y="805"/>
                </a:lnTo>
                <a:lnTo>
                  <a:pt x="230" y="1621"/>
                </a:lnTo>
                <a:lnTo>
                  <a:pt x="231" y="1625"/>
                </a:lnTo>
                <a:cubicBezTo>
                  <a:pt x="1000" y="1734"/>
                  <a:pt x="1594" y="2388"/>
                  <a:pt x="1606" y="3189"/>
                </a:cubicBezTo>
                <a:close/>
              </a:path>
            </a:pathLst>
          </a:custGeom>
          <a:solidFill>
            <a:srgbClr val="BF1347"/>
          </a:solidFill>
          <a:ln w="15875">
            <a:gradFill>
              <a:gsLst>
                <a:gs pos="0">
                  <a:srgbClr val="F3F3F3"/>
                </a:gs>
                <a:gs pos="100000">
                  <a:schemeClr val="bg1"/>
                </a:gs>
              </a:gsLst>
              <a:lin ang="5400000" scaled="1"/>
            </a:gradFill>
          </a:ln>
          <a:effectLst>
            <a:innerShdw blurRad="76200" dist="38100" dir="16200000">
              <a:prstClr val="black">
                <a:alpha val="37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a:p>
        </p:txBody>
      </p:sp>
      <p:sp>
        <p:nvSpPr>
          <p:cNvPr id="22" name="矩形 21"/>
          <p:cNvSpPr/>
          <p:nvPr/>
        </p:nvSpPr>
        <p:spPr>
          <a:xfrm rot="3203510">
            <a:off x="4938257" y="2864150"/>
            <a:ext cx="2900654" cy="2900653"/>
          </a:xfrm>
          <a:prstGeom prst="rect">
            <a:avLst/>
          </a:prstGeom>
          <a:noFill/>
          <a:ln w="25400" cap="flat" cmpd="sng" algn="ctr">
            <a:noFill/>
            <a:prstDash val="solid"/>
          </a:ln>
          <a:effectLst/>
        </p:spPr>
        <p:txBody>
          <a:bodyPr spcFirstLastPara="1" lIns="94506" tIns="47255" rIns="94506" bIns="47255" numCol="1" anchor="ctr">
            <a:prstTxWarp prst="textArchUp">
              <a:avLst/>
            </a:prstTxWarp>
          </a:bodyPr>
          <a:lstStyle/>
          <a:p>
            <a:pPr algn="ctr" defTabSz="964302">
              <a:defRPr/>
            </a:pPr>
            <a:r>
              <a:rPr lang="zh-CN" altLang="en-US" kern="0" dirty="0">
                <a:solidFill>
                  <a:srgbClr val="F9F9F9"/>
                </a:solidFill>
                <a:latin typeface="微软雅黑" pitchFamily="34" charset="-122"/>
                <a:ea typeface="微软雅黑" pitchFamily="34" charset="-122"/>
              </a:rPr>
              <a:t>此处添加文本</a:t>
            </a:r>
          </a:p>
        </p:txBody>
      </p:sp>
      <p:sp>
        <p:nvSpPr>
          <p:cNvPr id="23" name="Freeform 7"/>
          <p:cNvSpPr>
            <a:spLocks/>
          </p:cNvSpPr>
          <p:nvPr/>
        </p:nvSpPr>
        <p:spPr bwMode="auto">
          <a:xfrm>
            <a:off x="4342838" y="2245811"/>
            <a:ext cx="2268664" cy="2055004"/>
          </a:xfrm>
          <a:custGeom>
            <a:avLst/>
            <a:gdLst>
              <a:gd name="T0" fmla="*/ 1625 w 3541"/>
              <a:gd name="T1" fmla="*/ 2978 h 3207"/>
              <a:gd name="T2" fmla="*/ 3189 w 3541"/>
              <a:gd name="T3" fmla="*/ 1591 h 3207"/>
              <a:gd name="T4" fmla="*/ 3541 w 3541"/>
              <a:gd name="T5" fmla="*/ 823 h 3207"/>
              <a:gd name="T6" fmla="*/ 2917 w 3541"/>
              <a:gd name="T7" fmla="*/ 7 h 3207"/>
              <a:gd name="T8" fmla="*/ 2916 w 3541"/>
              <a:gd name="T9" fmla="*/ 0 h 3207"/>
              <a:gd name="T10" fmla="*/ 5 w 3541"/>
              <a:gd name="T11" fmla="*/ 3207 h 3207"/>
              <a:gd name="T12" fmla="*/ 0 w 3541"/>
              <a:gd name="T13" fmla="*/ 3205 h 3207"/>
              <a:gd name="T14" fmla="*/ 5 w 3541"/>
              <a:gd name="T15" fmla="*/ 3207 h 3207"/>
              <a:gd name="T16" fmla="*/ 805 w 3541"/>
              <a:gd name="T17" fmla="*/ 2599 h 3207"/>
              <a:gd name="T18" fmla="*/ 1621 w 3541"/>
              <a:gd name="T19" fmla="*/ 2983 h 3207"/>
              <a:gd name="T20" fmla="*/ 1625 w 3541"/>
              <a:gd name="T21" fmla="*/ 2978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1" h="3207">
                <a:moveTo>
                  <a:pt x="1625" y="2978"/>
                </a:moveTo>
                <a:cubicBezTo>
                  <a:pt x="1734" y="2207"/>
                  <a:pt x="2388" y="1612"/>
                  <a:pt x="3189" y="1591"/>
                </a:cubicBezTo>
                <a:lnTo>
                  <a:pt x="3541" y="823"/>
                </a:lnTo>
                <a:lnTo>
                  <a:pt x="2917" y="7"/>
                </a:lnTo>
                <a:lnTo>
                  <a:pt x="2916" y="0"/>
                </a:lnTo>
                <a:cubicBezTo>
                  <a:pt x="1281" y="152"/>
                  <a:pt x="0" y="1529"/>
                  <a:pt x="5" y="3207"/>
                </a:cubicBezTo>
                <a:lnTo>
                  <a:pt x="0" y="3205"/>
                </a:lnTo>
                <a:cubicBezTo>
                  <a:pt x="0" y="3206"/>
                  <a:pt x="0" y="3207"/>
                  <a:pt x="5" y="3207"/>
                </a:cubicBezTo>
                <a:lnTo>
                  <a:pt x="805" y="2599"/>
                </a:lnTo>
                <a:lnTo>
                  <a:pt x="1621" y="2983"/>
                </a:lnTo>
                <a:lnTo>
                  <a:pt x="1625" y="2978"/>
                </a:lnTo>
                <a:close/>
              </a:path>
            </a:pathLst>
          </a:custGeom>
          <a:solidFill>
            <a:srgbClr val="04447F"/>
          </a:solidFill>
          <a:ln w="15875">
            <a:gradFill>
              <a:gsLst>
                <a:gs pos="0">
                  <a:srgbClr val="F3F3F3"/>
                </a:gs>
                <a:gs pos="100000">
                  <a:schemeClr val="bg1"/>
                </a:gs>
              </a:gsLst>
              <a:lin ang="5400000" scaled="1"/>
            </a:gradFill>
          </a:ln>
          <a:effectLst>
            <a:innerShdw blurRad="76200" dist="38100" dir="16200000">
              <a:prstClr val="black">
                <a:alpha val="37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a:p>
        </p:txBody>
      </p:sp>
      <p:sp>
        <p:nvSpPr>
          <p:cNvPr id="24" name="矩形 23"/>
          <p:cNvSpPr/>
          <p:nvPr/>
        </p:nvSpPr>
        <p:spPr>
          <a:xfrm rot="19403510">
            <a:off x="4906261" y="2860874"/>
            <a:ext cx="2900653" cy="2900654"/>
          </a:xfrm>
          <a:prstGeom prst="rect">
            <a:avLst/>
          </a:prstGeom>
          <a:noFill/>
          <a:ln w="25400" cap="flat" cmpd="sng" algn="ctr">
            <a:noFill/>
            <a:prstDash val="solid"/>
          </a:ln>
          <a:effectLst/>
        </p:spPr>
        <p:txBody>
          <a:bodyPr spcFirstLastPara="1" lIns="94506" tIns="47255" rIns="94506" bIns="47255" numCol="1" anchor="ctr">
            <a:prstTxWarp prst="textArchUp">
              <a:avLst/>
            </a:prstTxWarp>
          </a:bodyPr>
          <a:lstStyle/>
          <a:p>
            <a:pPr algn="ctr" defTabSz="964302">
              <a:defRPr/>
            </a:pPr>
            <a:r>
              <a:rPr lang="zh-CN" altLang="en-US" kern="0" dirty="0">
                <a:solidFill>
                  <a:schemeClr val="bg1"/>
                </a:solidFill>
                <a:latin typeface="微软雅黑" pitchFamily="34" charset="-122"/>
                <a:ea typeface="微软雅黑" pitchFamily="34" charset="-122"/>
              </a:rPr>
              <a:t>此处添加文本</a:t>
            </a:r>
          </a:p>
        </p:txBody>
      </p:sp>
      <p:sp>
        <p:nvSpPr>
          <p:cNvPr id="25" name="Freeform 8"/>
          <p:cNvSpPr>
            <a:spLocks/>
          </p:cNvSpPr>
          <p:nvPr/>
        </p:nvSpPr>
        <p:spPr bwMode="auto">
          <a:xfrm>
            <a:off x="4334309" y="4107785"/>
            <a:ext cx="2055123" cy="2265116"/>
          </a:xfrm>
          <a:custGeom>
            <a:avLst/>
            <a:gdLst>
              <a:gd name="T0" fmla="*/ 2976 w 3207"/>
              <a:gd name="T1" fmla="*/ 1912 h 3537"/>
              <a:gd name="T2" fmla="*/ 1591 w 3207"/>
              <a:gd name="T3" fmla="*/ 352 h 3537"/>
              <a:gd name="T4" fmla="*/ 823 w 3207"/>
              <a:gd name="T5" fmla="*/ 0 h 3537"/>
              <a:gd name="T6" fmla="*/ 7 w 3207"/>
              <a:gd name="T7" fmla="*/ 624 h 3537"/>
              <a:gd name="T8" fmla="*/ 0 w 3207"/>
              <a:gd name="T9" fmla="*/ 619 h 3537"/>
              <a:gd name="T10" fmla="*/ 3207 w 3207"/>
              <a:gd name="T11" fmla="*/ 3536 h 3537"/>
              <a:gd name="T12" fmla="*/ 3204 w 3207"/>
              <a:gd name="T13" fmla="*/ 3537 h 3537"/>
              <a:gd name="T14" fmla="*/ 3207 w 3207"/>
              <a:gd name="T15" fmla="*/ 3536 h 3537"/>
              <a:gd name="T16" fmla="*/ 2599 w 3207"/>
              <a:gd name="T17" fmla="*/ 2736 h 3537"/>
              <a:gd name="T18" fmla="*/ 2983 w 3207"/>
              <a:gd name="T19" fmla="*/ 1904 h 3537"/>
              <a:gd name="T20" fmla="*/ 2976 w 3207"/>
              <a:gd name="T21" fmla="*/ 1912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37">
                <a:moveTo>
                  <a:pt x="2976" y="1912"/>
                </a:moveTo>
                <a:cubicBezTo>
                  <a:pt x="2207" y="1803"/>
                  <a:pt x="1613" y="1150"/>
                  <a:pt x="1591" y="352"/>
                </a:cubicBezTo>
                <a:lnTo>
                  <a:pt x="823" y="0"/>
                </a:lnTo>
                <a:lnTo>
                  <a:pt x="7" y="624"/>
                </a:lnTo>
                <a:lnTo>
                  <a:pt x="0" y="619"/>
                </a:lnTo>
                <a:cubicBezTo>
                  <a:pt x="152" y="2256"/>
                  <a:pt x="1528" y="3537"/>
                  <a:pt x="3207" y="3536"/>
                </a:cubicBezTo>
                <a:lnTo>
                  <a:pt x="3204" y="3537"/>
                </a:lnTo>
                <a:cubicBezTo>
                  <a:pt x="3205" y="3537"/>
                  <a:pt x="3206" y="3537"/>
                  <a:pt x="3207" y="3536"/>
                </a:cubicBezTo>
                <a:lnTo>
                  <a:pt x="2599" y="2736"/>
                </a:lnTo>
                <a:lnTo>
                  <a:pt x="2983" y="1904"/>
                </a:lnTo>
                <a:lnTo>
                  <a:pt x="2976" y="1912"/>
                </a:lnTo>
                <a:close/>
              </a:path>
            </a:pathLst>
          </a:custGeom>
          <a:solidFill>
            <a:srgbClr val="BF1347"/>
          </a:solidFill>
          <a:ln w="15875">
            <a:gradFill>
              <a:gsLst>
                <a:gs pos="0">
                  <a:srgbClr val="F3F3F3"/>
                </a:gs>
                <a:gs pos="100000">
                  <a:schemeClr val="bg1"/>
                </a:gs>
              </a:gsLst>
              <a:lin ang="5400000" scaled="1"/>
            </a:gradFill>
          </a:ln>
          <a:effectLst>
            <a:innerShdw blurRad="76200" dist="38100" dir="16200000">
              <a:prstClr val="black">
                <a:alpha val="37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a:p>
        </p:txBody>
      </p:sp>
      <p:sp>
        <p:nvSpPr>
          <p:cNvPr id="26" name="矩形 25"/>
          <p:cNvSpPr/>
          <p:nvPr/>
        </p:nvSpPr>
        <p:spPr>
          <a:xfrm rot="14003510">
            <a:off x="4938250" y="2864158"/>
            <a:ext cx="2900653" cy="2900654"/>
          </a:xfrm>
          <a:prstGeom prst="rect">
            <a:avLst/>
          </a:prstGeom>
          <a:noFill/>
          <a:ln w="25400" cap="flat" cmpd="sng" algn="ctr">
            <a:noFill/>
            <a:prstDash val="solid"/>
          </a:ln>
          <a:effectLst/>
        </p:spPr>
        <p:txBody>
          <a:bodyPr spcFirstLastPara="1" lIns="94506" tIns="47255" rIns="94506" bIns="47255" numCol="1" anchor="ctr">
            <a:prstTxWarp prst="textArchUp">
              <a:avLst/>
            </a:prstTxWarp>
          </a:bodyPr>
          <a:lstStyle/>
          <a:p>
            <a:pPr algn="ctr" defTabSz="964302">
              <a:defRPr/>
            </a:pPr>
            <a:r>
              <a:rPr lang="zh-CN" altLang="en-US" kern="0" dirty="0">
                <a:solidFill>
                  <a:schemeClr val="bg1"/>
                </a:solidFill>
                <a:latin typeface="微软雅黑" pitchFamily="34" charset="-122"/>
                <a:ea typeface="微软雅黑" pitchFamily="34" charset="-122"/>
              </a:rPr>
              <a:t>此处添加文本</a:t>
            </a:r>
          </a:p>
        </p:txBody>
      </p:sp>
      <p:sp>
        <p:nvSpPr>
          <p:cNvPr id="27" name="Freeform 12"/>
          <p:cNvSpPr>
            <a:spLocks/>
          </p:cNvSpPr>
          <p:nvPr/>
        </p:nvSpPr>
        <p:spPr bwMode="auto">
          <a:xfrm>
            <a:off x="6184433" y="4309358"/>
            <a:ext cx="2265247" cy="2055004"/>
          </a:xfrm>
          <a:custGeom>
            <a:avLst/>
            <a:gdLst>
              <a:gd name="T0" fmla="*/ 1910 w 3536"/>
              <a:gd name="T1" fmla="*/ 230 h 3207"/>
              <a:gd name="T2" fmla="*/ 352 w 3536"/>
              <a:gd name="T3" fmla="*/ 1604 h 3207"/>
              <a:gd name="T4" fmla="*/ 0 w 3536"/>
              <a:gd name="T5" fmla="*/ 2388 h 3207"/>
              <a:gd name="T6" fmla="*/ 624 w 3536"/>
              <a:gd name="T7" fmla="*/ 3204 h 3207"/>
              <a:gd name="T8" fmla="*/ 618 w 3536"/>
              <a:gd name="T9" fmla="*/ 3207 h 3207"/>
              <a:gd name="T10" fmla="*/ 3536 w 3536"/>
              <a:gd name="T11" fmla="*/ 4 h 3207"/>
              <a:gd name="T12" fmla="*/ 3534 w 3536"/>
              <a:gd name="T13" fmla="*/ 2 h 3207"/>
              <a:gd name="T14" fmla="*/ 3536 w 3536"/>
              <a:gd name="T15" fmla="*/ 4 h 3207"/>
              <a:gd name="T16" fmla="*/ 2736 w 3536"/>
              <a:gd name="T17" fmla="*/ 596 h 3207"/>
              <a:gd name="T18" fmla="*/ 1904 w 3536"/>
              <a:gd name="T19" fmla="*/ 228 h 3207"/>
              <a:gd name="T20" fmla="*/ 1910 w 3536"/>
              <a:gd name="T21" fmla="*/ 230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36" h="3207">
                <a:moveTo>
                  <a:pt x="1910" y="230"/>
                </a:moveTo>
                <a:cubicBezTo>
                  <a:pt x="1801" y="1000"/>
                  <a:pt x="1147" y="1595"/>
                  <a:pt x="352" y="1604"/>
                </a:cubicBezTo>
                <a:lnTo>
                  <a:pt x="0" y="2388"/>
                </a:lnTo>
                <a:lnTo>
                  <a:pt x="624" y="3204"/>
                </a:lnTo>
                <a:lnTo>
                  <a:pt x="618" y="3207"/>
                </a:lnTo>
                <a:cubicBezTo>
                  <a:pt x="2254" y="3055"/>
                  <a:pt x="3534" y="1678"/>
                  <a:pt x="3536" y="4"/>
                </a:cubicBezTo>
                <a:lnTo>
                  <a:pt x="3534" y="2"/>
                </a:lnTo>
                <a:cubicBezTo>
                  <a:pt x="3534" y="1"/>
                  <a:pt x="3534" y="0"/>
                  <a:pt x="3536" y="4"/>
                </a:cubicBezTo>
                <a:lnTo>
                  <a:pt x="2736" y="596"/>
                </a:lnTo>
                <a:lnTo>
                  <a:pt x="1904" y="228"/>
                </a:lnTo>
                <a:lnTo>
                  <a:pt x="1910" y="230"/>
                </a:lnTo>
                <a:close/>
              </a:path>
            </a:pathLst>
          </a:custGeom>
          <a:solidFill>
            <a:srgbClr val="04447F"/>
          </a:solidFill>
          <a:ln w="15875">
            <a:gradFill>
              <a:gsLst>
                <a:gs pos="0">
                  <a:srgbClr val="F3F3F3"/>
                </a:gs>
                <a:gs pos="100000">
                  <a:schemeClr val="bg1"/>
                </a:gs>
              </a:gsLst>
              <a:lin ang="5400000" scaled="1"/>
            </a:gradFill>
          </a:ln>
          <a:effectLst>
            <a:innerShdw blurRad="76200" dist="38100" dir="16200000">
              <a:prstClr val="black">
                <a:alpha val="37000"/>
              </a:prst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a:p>
        </p:txBody>
      </p:sp>
      <p:sp>
        <p:nvSpPr>
          <p:cNvPr id="28" name="矩形 27"/>
          <p:cNvSpPr/>
          <p:nvPr/>
        </p:nvSpPr>
        <p:spPr>
          <a:xfrm rot="8603510">
            <a:off x="4938250" y="2864159"/>
            <a:ext cx="2900653" cy="2900654"/>
          </a:xfrm>
          <a:prstGeom prst="rect">
            <a:avLst/>
          </a:prstGeom>
          <a:noFill/>
          <a:ln w="25400" cap="flat" cmpd="sng" algn="ctr">
            <a:noFill/>
            <a:prstDash val="solid"/>
          </a:ln>
          <a:effectLst/>
        </p:spPr>
        <p:txBody>
          <a:bodyPr spcFirstLastPara="1" lIns="94506" tIns="47255" rIns="94506" bIns="47255" numCol="1" anchor="ctr">
            <a:prstTxWarp prst="textArchUp">
              <a:avLst/>
            </a:prstTxWarp>
          </a:bodyPr>
          <a:lstStyle/>
          <a:p>
            <a:pPr algn="ctr" defTabSz="964302">
              <a:defRPr/>
            </a:pPr>
            <a:r>
              <a:rPr lang="zh-CN" altLang="en-US" kern="0" dirty="0">
                <a:solidFill>
                  <a:schemeClr val="bg1"/>
                </a:solidFill>
                <a:latin typeface="微软雅黑" pitchFamily="34" charset="-122"/>
                <a:ea typeface="微软雅黑" pitchFamily="34" charset="-122"/>
              </a:rPr>
              <a:t>此处添加文本</a:t>
            </a:r>
          </a:p>
        </p:txBody>
      </p:sp>
      <p:grpSp>
        <p:nvGrpSpPr>
          <p:cNvPr id="59" name="组合 58"/>
          <p:cNvGrpSpPr/>
          <p:nvPr/>
        </p:nvGrpSpPr>
        <p:grpSpPr>
          <a:xfrm>
            <a:off x="5599910" y="3495932"/>
            <a:ext cx="1609777" cy="1609777"/>
            <a:chOff x="5309499" y="3314841"/>
            <a:chExt cx="1526391" cy="1526391"/>
          </a:xfrm>
        </p:grpSpPr>
        <p:sp>
          <p:nvSpPr>
            <p:cNvPr id="29" name="椭圆 28"/>
            <p:cNvSpPr/>
            <p:nvPr/>
          </p:nvSpPr>
          <p:spPr>
            <a:xfrm>
              <a:off x="5309499" y="3314841"/>
              <a:ext cx="1526391" cy="1526391"/>
            </a:xfrm>
            <a:prstGeom prst="ellipse">
              <a:avLst/>
            </a:prstGeom>
            <a:solidFill>
              <a:srgbClr val="F5F5F5"/>
            </a:solidFill>
            <a:ln w="22225">
              <a:gradFill flip="none" rotWithShape="1">
                <a:gsLst>
                  <a:gs pos="39000">
                    <a:schemeClr val="bg1"/>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a:off x="5623657" y="3698194"/>
              <a:ext cx="898071" cy="658587"/>
            </a:xfrm>
            <a:custGeom>
              <a:avLst/>
              <a:gdLst/>
              <a:ahLst/>
              <a:cxnLst/>
              <a:rect l="l" t="t" r="r" b="b"/>
              <a:pathLst>
                <a:path w="898071" h="658586">
                  <a:moveTo>
                    <a:pt x="359228" y="0"/>
                  </a:moveTo>
                  <a:cubicBezTo>
                    <a:pt x="407874" y="0"/>
                    <a:pt x="452388" y="13565"/>
                    <a:pt x="492770" y="40694"/>
                  </a:cubicBezTo>
                  <a:cubicBezTo>
                    <a:pt x="533152" y="67824"/>
                    <a:pt x="562542" y="103840"/>
                    <a:pt x="580939" y="148744"/>
                  </a:cubicBezTo>
                  <a:cubicBezTo>
                    <a:pt x="603080" y="129410"/>
                    <a:pt x="628962" y="119743"/>
                    <a:pt x="658585" y="119743"/>
                  </a:cubicBezTo>
                  <a:cubicBezTo>
                    <a:pt x="691640" y="119743"/>
                    <a:pt x="719860" y="131437"/>
                    <a:pt x="743247" y="154824"/>
                  </a:cubicBezTo>
                  <a:cubicBezTo>
                    <a:pt x="766634" y="178212"/>
                    <a:pt x="778328" y="206432"/>
                    <a:pt x="778328" y="239486"/>
                  </a:cubicBezTo>
                  <a:cubicBezTo>
                    <a:pt x="778328" y="263185"/>
                    <a:pt x="771936" y="284702"/>
                    <a:pt x="759151" y="304035"/>
                  </a:cubicBezTo>
                  <a:cubicBezTo>
                    <a:pt x="799689" y="313702"/>
                    <a:pt x="832977" y="334828"/>
                    <a:pt x="859014" y="367415"/>
                  </a:cubicBezTo>
                  <a:cubicBezTo>
                    <a:pt x="885053" y="400001"/>
                    <a:pt x="898071" y="437186"/>
                    <a:pt x="898071" y="478972"/>
                  </a:cubicBezTo>
                  <a:cubicBezTo>
                    <a:pt x="898071" y="528553"/>
                    <a:pt x="880530" y="570884"/>
                    <a:pt x="845449" y="605965"/>
                  </a:cubicBezTo>
                  <a:cubicBezTo>
                    <a:pt x="810369" y="641046"/>
                    <a:pt x="768038" y="658586"/>
                    <a:pt x="718456" y="658586"/>
                  </a:cubicBezTo>
                  <a:lnTo>
                    <a:pt x="209550" y="658586"/>
                  </a:lnTo>
                  <a:cubicBezTo>
                    <a:pt x="151861" y="658586"/>
                    <a:pt x="102514" y="638083"/>
                    <a:pt x="61508" y="597078"/>
                  </a:cubicBezTo>
                  <a:cubicBezTo>
                    <a:pt x="20503" y="556072"/>
                    <a:pt x="0" y="506725"/>
                    <a:pt x="0" y="449036"/>
                  </a:cubicBezTo>
                  <a:cubicBezTo>
                    <a:pt x="0" y="408498"/>
                    <a:pt x="10914" y="371079"/>
                    <a:pt x="32742" y="336777"/>
                  </a:cubicBezTo>
                  <a:cubicBezTo>
                    <a:pt x="54570" y="302476"/>
                    <a:pt x="83882" y="276750"/>
                    <a:pt x="120678" y="259599"/>
                  </a:cubicBezTo>
                  <a:cubicBezTo>
                    <a:pt x="120055" y="250244"/>
                    <a:pt x="119742" y="243540"/>
                    <a:pt x="119742" y="239486"/>
                  </a:cubicBezTo>
                  <a:cubicBezTo>
                    <a:pt x="119742" y="173378"/>
                    <a:pt x="143129" y="116937"/>
                    <a:pt x="189904" y="70162"/>
                  </a:cubicBezTo>
                  <a:cubicBezTo>
                    <a:pt x="236679" y="23388"/>
                    <a:pt x="293121" y="0"/>
                    <a:pt x="359228" y="0"/>
                  </a:cubicBezTo>
                  <a:close/>
                  <a:moveTo>
                    <a:pt x="419100" y="164647"/>
                  </a:moveTo>
                  <a:cubicBezTo>
                    <a:pt x="414734" y="164647"/>
                    <a:pt x="411148" y="166050"/>
                    <a:pt x="408341" y="168857"/>
                  </a:cubicBezTo>
                  <a:lnTo>
                    <a:pt x="244163" y="333035"/>
                  </a:lnTo>
                  <a:cubicBezTo>
                    <a:pt x="241045" y="336777"/>
                    <a:pt x="239485" y="340519"/>
                    <a:pt x="239485" y="344261"/>
                  </a:cubicBezTo>
                  <a:cubicBezTo>
                    <a:pt x="239485" y="348627"/>
                    <a:pt x="240889" y="352213"/>
                    <a:pt x="243695" y="355019"/>
                  </a:cubicBezTo>
                  <a:cubicBezTo>
                    <a:pt x="246502" y="357826"/>
                    <a:pt x="250088" y="359229"/>
                    <a:pt x="254453" y="359229"/>
                  </a:cubicBezTo>
                  <a:lnTo>
                    <a:pt x="359228" y="359229"/>
                  </a:lnTo>
                  <a:lnTo>
                    <a:pt x="359228" y="523875"/>
                  </a:lnTo>
                  <a:cubicBezTo>
                    <a:pt x="359228" y="527929"/>
                    <a:pt x="360710" y="531437"/>
                    <a:pt x="363672" y="534400"/>
                  </a:cubicBezTo>
                  <a:cubicBezTo>
                    <a:pt x="366634" y="537362"/>
                    <a:pt x="370142" y="538843"/>
                    <a:pt x="374196" y="538843"/>
                  </a:cubicBezTo>
                  <a:lnTo>
                    <a:pt x="464003" y="538843"/>
                  </a:lnTo>
                  <a:cubicBezTo>
                    <a:pt x="468057" y="538843"/>
                    <a:pt x="471566" y="537362"/>
                    <a:pt x="474527" y="534400"/>
                  </a:cubicBezTo>
                  <a:cubicBezTo>
                    <a:pt x="477490" y="531437"/>
                    <a:pt x="478971" y="527929"/>
                    <a:pt x="478971" y="523875"/>
                  </a:cubicBezTo>
                  <a:lnTo>
                    <a:pt x="478971" y="359229"/>
                  </a:lnTo>
                  <a:lnTo>
                    <a:pt x="583746" y="359229"/>
                  </a:lnTo>
                  <a:cubicBezTo>
                    <a:pt x="587801" y="359229"/>
                    <a:pt x="591308" y="357748"/>
                    <a:pt x="594270" y="354785"/>
                  </a:cubicBezTo>
                  <a:cubicBezTo>
                    <a:pt x="597233" y="351823"/>
                    <a:pt x="598714" y="348315"/>
                    <a:pt x="598714" y="344261"/>
                  </a:cubicBezTo>
                  <a:cubicBezTo>
                    <a:pt x="598714" y="339896"/>
                    <a:pt x="597310" y="336309"/>
                    <a:pt x="594504" y="333503"/>
                  </a:cubicBezTo>
                  <a:lnTo>
                    <a:pt x="429858" y="168857"/>
                  </a:lnTo>
                  <a:cubicBezTo>
                    <a:pt x="427051" y="166050"/>
                    <a:pt x="423465" y="164647"/>
                    <a:pt x="419100" y="164647"/>
                  </a:cubicBezTo>
                  <a:close/>
                </a:path>
              </a:pathLst>
            </a:custGeom>
            <a:solidFill>
              <a:srgbClr val="0444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0" name="组合 59"/>
          <p:cNvGrpSpPr/>
          <p:nvPr/>
        </p:nvGrpSpPr>
        <p:grpSpPr>
          <a:xfrm>
            <a:off x="929161" y="2287767"/>
            <a:ext cx="3390685" cy="1261243"/>
            <a:chOff x="880696" y="2169262"/>
            <a:chExt cx="3215048" cy="1195911"/>
          </a:xfrm>
        </p:grpSpPr>
        <p:grpSp>
          <p:nvGrpSpPr>
            <p:cNvPr id="31" name="组合 30"/>
            <p:cNvGrpSpPr/>
            <p:nvPr/>
          </p:nvGrpSpPr>
          <p:grpSpPr>
            <a:xfrm>
              <a:off x="880696" y="2373049"/>
              <a:ext cx="545972" cy="621952"/>
              <a:chOff x="6242320" y="1105714"/>
              <a:chExt cx="545972" cy="621953"/>
            </a:xfrm>
          </p:grpSpPr>
          <p:sp>
            <p:nvSpPr>
              <p:cNvPr id="32" name="TextBox 6"/>
              <p:cNvSpPr txBox="1"/>
              <p:nvPr/>
            </p:nvSpPr>
            <p:spPr>
              <a:xfrm>
                <a:off x="6327224" y="1105714"/>
                <a:ext cx="448425" cy="492470"/>
              </a:xfrm>
              <a:prstGeom prst="rect">
                <a:avLst/>
              </a:prstGeom>
              <a:noFill/>
            </p:spPr>
            <p:txBody>
              <a:bodyPr vert="horz" wrap="square" lIns="0" tIns="0" rIns="0" bIns="0" rtlCol="0" anchor="ctr">
                <a:spAutoFit/>
              </a:bodyPr>
              <a:lstStyle/>
              <a:p>
                <a:pPr algn="l"/>
                <a:r>
                  <a:rPr lang="en-US" altLang="zh-CN" sz="3375" dirty="0">
                    <a:solidFill>
                      <a:srgbClr val="04447F"/>
                    </a:solidFill>
                    <a:latin typeface="Impact" pitchFamily="34" charset="0"/>
                    <a:ea typeface="微软雅黑" pitchFamily="34" charset="-122"/>
                  </a:rPr>
                  <a:t>01</a:t>
                </a:r>
                <a:endParaRPr lang="zh-CN" altLang="en-US" sz="3375" dirty="0">
                  <a:solidFill>
                    <a:srgbClr val="04447F"/>
                  </a:solidFill>
                  <a:latin typeface="微软雅黑" pitchFamily="34" charset="-122"/>
                  <a:ea typeface="微软雅黑" pitchFamily="34" charset="-122"/>
                </a:endParaRPr>
              </a:p>
            </p:txBody>
          </p:sp>
          <p:sp>
            <p:nvSpPr>
              <p:cNvPr id="33" name="文本框 32"/>
              <p:cNvSpPr txBox="1"/>
              <p:nvPr/>
            </p:nvSpPr>
            <p:spPr>
              <a:xfrm>
                <a:off x="6242320" y="1516939"/>
                <a:ext cx="545972" cy="210728"/>
              </a:xfrm>
              <a:prstGeom prst="rect">
                <a:avLst/>
              </a:prstGeom>
              <a:noFill/>
            </p:spPr>
            <p:txBody>
              <a:bodyPr wrap="none" rtlCol="0">
                <a:spAutoFit/>
              </a:bodyPr>
              <a:lstStyle/>
              <a:p>
                <a:r>
                  <a:rPr lang="en-US" altLang="zh-CN" sz="844" b="1" dirty="0">
                    <a:solidFill>
                      <a:srgbClr val="818181"/>
                    </a:solidFill>
                    <a:latin typeface="Leelawadee" panose="020B0502040204020203" pitchFamily="34" charset="-34"/>
                    <a:cs typeface="Leelawadee" panose="020B0502040204020203" pitchFamily="34" charset="-34"/>
                  </a:rPr>
                  <a:t>OPTION</a:t>
                </a:r>
                <a:endParaRPr lang="zh-CN" altLang="en-US" sz="844" b="1" dirty="0">
                  <a:solidFill>
                    <a:srgbClr val="818181"/>
                  </a:solidFill>
                  <a:latin typeface="Leelawadee" panose="020B0502040204020203" pitchFamily="34" charset="-34"/>
                  <a:cs typeface="Leelawadee" panose="020B0502040204020203" pitchFamily="34" charset="-34"/>
                </a:endParaRPr>
              </a:p>
            </p:txBody>
          </p:sp>
        </p:grpSp>
        <p:sp>
          <p:nvSpPr>
            <p:cNvPr id="55" name="文本框 54"/>
            <p:cNvSpPr txBox="1"/>
            <p:nvPr/>
          </p:nvSpPr>
          <p:spPr>
            <a:xfrm>
              <a:off x="1542892" y="2169262"/>
              <a:ext cx="2552852" cy="1195911"/>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grpSp>
      <p:grpSp>
        <p:nvGrpSpPr>
          <p:cNvPr id="61" name="组合 60"/>
          <p:cNvGrpSpPr/>
          <p:nvPr/>
        </p:nvGrpSpPr>
        <p:grpSpPr>
          <a:xfrm>
            <a:off x="8635898" y="2282089"/>
            <a:ext cx="3409085" cy="1261243"/>
            <a:chOff x="8188223" y="2163877"/>
            <a:chExt cx="3232495" cy="1195911"/>
          </a:xfrm>
        </p:grpSpPr>
        <p:grpSp>
          <p:nvGrpSpPr>
            <p:cNvPr id="34" name="组合 33"/>
            <p:cNvGrpSpPr/>
            <p:nvPr/>
          </p:nvGrpSpPr>
          <p:grpSpPr>
            <a:xfrm>
              <a:off x="8188223" y="2386802"/>
              <a:ext cx="545972" cy="627060"/>
              <a:chOff x="6242320" y="2373219"/>
              <a:chExt cx="545972" cy="627060"/>
            </a:xfrm>
          </p:grpSpPr>
          <p:sp>
            <p:nvSpPr>
              <p:cNvPr id="35" name="TextBox 6"/>
              <p:cNvSpPr txBox="1"/>
              <p:nvPr/>
            </p:nvSpPr>
            <p:spPr>
              <a:xfrm>
                <a:off x="6327224" y="2373219"/>
                <a:ext cx="448425" cy="492469"/>
              </a:xfrm>
              <a:prstGeom prst="rect">
                <a:avLst/>
              </a:prstGeom>
              <a:noFill/>
            </p:spPr>
            <p:txBody>
              <a:bodyPr vert="horz" wrap="square" lIns="0" tIns="0" rIns="0" bIns="0" rtlCol="0" anchor="ctr">
                <a:spAutoFit/>
              </a:bodyPr>
              <a:lstStyle/>
              <a:p>
                <a:pPr algn="l"/>
                <a:r>
                  <a:rPr lang="en-US" altLang="zh-CN" sz="3375" dirty="0">
                    <a:solidFill>
                      <a:srgbClr val="BF1347"/>
                    </a:solidFill>
                    <a:latin typeface="Impact" pitchFamily="34" charset="0"/>
                    <a:ea typeface="微软雅黑" pitchFamily="34" charset="-122"/>
                  </a:rPr>
                  <a:t>02</a:t>
                </a:r>
                <a:endParaRPr lang="zh-CN" altLang="en-US" sz="3375" dirty="0">
                  <a:solidFill>
                    <a:srgbClr val="BF1347"/>
                  </a:solidFill>
                  <a:latin typeface="微软雅黑" pitchFamily="34" charset="-122"/>
                  <a:ea typeface="微软雅黑" pitchFamily="34" charset="-122"/>
                </a:endParaRPr>
              </a:p>
            </p:txBody>
          </p:sp>
          <p:sp>
            <p:nvSpPr>
              <p:cNvPr id="36" name="文本框 35"/>
              <p:cNvSpPr txBox="1"/>
              <p:nvPr/>
            </p:nvSpPr>
            <p:spPr>
              <a:xfrm>
                <a:off x="6242320" y="2789551"/>
                <a:ext cx="545972" cy="210728"/>
              </a:xfrm>
              <a:prstGeom prst="rect">
                <a:avLst/>
              </a:prstGeom>
              <a:noFill/>
            </p:spPr>
            <p:txBody>
              <a:bodyPr wrap="none" rtlCol="0">
                <a:spAutoFit/>
              </a:bodyPr>
              <a:lstStyle/>
              <a:p>
                <a:r>
                  <a:rPr lang="en-US" altLang="zh-CN" sz="844" b="1" dirty="0">
                    <a:solidFill>
                      <a:srgbClr val="818181"/>
                    </a:solidFill>
                    <a:latin typeface="Leelawadee" panose="020B0502040204020203" pitchFamily="34" charset="-34"/>
                    <a:cs typeface="Leelawadee" panose="020B0502040204020203" pitchFamily="34" charset="-34"/>
                  </a:rPr>
                  <a:t>OPTION</a:t>
                </a:r>
                <a:endParaRPr lang="zh-CN" altLang="en-US" sz="844" b="1" dirty="0">
                  <a:solidFill>
                    <a:srgbClr val="818181"/>
                  </a:solidFill>
                  <a:latin typeface="Leelawadee" panose="020B0502040204020203" pitchFamily="34" charset="-34"/>
                  <a:cs typeface="Leelawadee" panose="020B0502040204020203" pitchFamily="34" charset="-34"/>
                </a:endParaRPr>
              </a:p>
            </p:txBody>
          </p:sp>
        </p:grpSp>
        <p:sp>
          <p:nvSpPr>
            <p:cNvPr id="56" name="文本框 55"/>
            <p:cNvSpPr txBox="1"/>
            <p:nvPr/>
          </p:nvSpPr>
          <p:spPr>
            <a:xfrm>
              <a:off x="8867866" y="2163877"/>
              <a:ext cx="2552852" cy="1195911"/>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grpSp>
      <p:grpSp>
        <p:nvGrpSpPr>
          <p:cNvPr id="62" name="组合 61"/>
          <p:cNvGrpSpPr/>
          <p:nvPr/>
        </p:nvGrpSpPr>
        <p:grpSpPr>
          <a:xfrm>
            <a:off x="8639793" y="4987005"/>
            <a:ext cx="3458087" cy="1261243"/>
            <a:chOff x="8191916" y="4728679"/>
            <a:chExt cx="3278959" cy="1195911"/>
          </a:xfrm>
        </p:grpSpPr>
        <p:grpSp>
          <p:nvGrpSpPr>
            <p:cNvPr id="37" name="组合 36"/>
            <p:cNvGrpSpPr/>
            <p:nvPr/>
          </p:nvGrpSpPr>
          <p:grpSpPr>
            <a:xfrm>
              <a:off x="8191916" y="4962347"/>
              <a:ext cx="545972" cy="615791"/>
              <a:chOff x="6242320" y="3640726"/>
              <a:chExt cx="545972" cy="615791"/>
            </a:xfrm>
          </p:grpSpPr>
          <p:sp>
            <p:nvSpPr>
              <p:cNvPr id="38" name="TextBox 6"/>
              <p:cNvSpPr txBox="1"/>
              <p:nvPr/>
            </p:nvSpPr>
            <p:spPr>
              <a:xfrm>
                <a:off x="6327224" y="3640726"/>
                <a:ext cx="448425" cy="492470"/>
              </a:xfrm>
              <a:prstGeom prst="rect">
                <a:avLst/>
              </a:prstGeom>
              <a:noFill/>
            </p:spPr>
            <p:txBody>
              <a:bodyPr vert="horz" wrap="square" lIns="0" tIns="0" rIns="0" bIns="0" rtlCol="0" anchor="ctr">
                <a:spAutoFit/>
              </a:bodyPr>
              <a:lstStyle/>
              <a:p>
                <a:pPr algn="l"/>
                <a:r>
                  <a:rPr lang="en-US" altLang="zh-CN" sz="3375" dirty="0">
                    <a:solidFill>
                      <a:srgbClr val="04447F"/>
                    </a:solidFill>
                    <a:latin typeface="Impact" pitchFamily="34" charset="0"/>
                    <a:ea typeface="微软雅黑" pitchFamily="34" charset="-122"/>
                  </a:rPr>
                  <a:t>03</a:t>
                </a:r>
                <a:endParaRPr lang="zh-CN" altLang="en-US" sz="3375" dirty="0">
                  <a:solidFill>
                    <a:srgbClr val="04447F"/>
                  </a:solidFill>
                  <a:latin typeface="微软雅黑" pitchFamily="34" charset="-122"/>
                  <a:ea typeface="微软雅黑" pitchFamily="34" charset="-122"/>
                </a:endParaRPr>
              </a:p>
            </p:txBody>
          </p:sp>
          <p:sp>
            <p:nvSpPr>
              <p:cNvPr id="39" name="文本框 38"/>
              <p:cNvSpPr txBox="1"/>
              <p:nvPr/>
            </p:nvSpPr>
            <p:spPr>
              <a:xfrm>
                <a:off x="6242320" y="4045789"/>
                <a:ext cx="545972" cy="210728"/>
              </a:xfrm>
              <a:prstGeom prst="rect">
                <a:avLst/>
              </a:prstGeom>
              <a:noFill/>
            </p:spPr>
            <p:txBody>
              <a:bodyPr wrap="none" rtlCol="0">
                <a:spAutoFit/>
              </a:bodyPr>
              <a:lstStyle/>
              <a:p>
                <a:r>
                  <a:rPr lang="en-US" altLang="zh-CN" sz="844" b="1" dirty="0">
                    <a:solidFill>
                      <a:srgbClr val="818181"/>
                    </a:solidFill>
                    <a:latin typeface="Leelawadee" panose="020B0502040204020203" pitchFamily="34" charset="-34"/>
                    <a:cs typeface="Leelawadee" panose="020B0502040204020203" pitchFamily="34" charset="-34"/>
                  </a:rPr>
                  <a:t>OPTION</a:t>
                </a:r>
                <a:endParaRPr lang="zh-CN" altLang="en-US" sz="844" b="1" dirty="0">
                  <a:solidFill>
                    <a:srgbClr val="818181"/>
                  </a:solidFill>
                  <a:latin typeface="Leelawadee" panose="020B0502040204020203" pitchFamily="34" charset="-34"/>
                  <a:cs typeface="Leelawadee" panose="020B0502040204020203" pitchFamily="34" charset="-34"/>
                </a:endParaRPr>
              </a:p>
            </p:txBody>
          </p:sp>
        </p:grpSp>
        <p:sp>
          <p:nvSpPr>
            <p:cNvPr id="57" name="文本框 56"/>
            <p:cNvSpPr txBox="1"/>
            <p:nvPr/>
          </p:nvSpPr>
          <p:spPr>
            <a:xfrm>
              <a:off x="8918023" y="4728679"/>
              <a:ext cx="2552852" cy="1195911"/>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grpSp>
      <p:grpSp>
        <p:nvGrpSpPr>
          <p:cNvPr id="63" name="组合 62"/>
          <p:cNvGrpSpPr/>
          <p:nvPr/>
        </p:nvGrpSpPr>
        <p:grpSpPr>
          <a:xfrm>
            <a:off x="949838" y="4972599"/>
            <a:ext cx="3344829" cy="1261243"/>
            <a:chOff x="900302" y="4715020"/>
            <a:chExt cx="3171566" cy="1195911"/>
          </a:xfrm>
        </p:grpSpPr>
        <p:grpSp>
          <p:nvGrpSpPr>
            <p:cNvPr id="40" name="组合 39"/>
            <p:cNvGrpSpPr/>
            <p:nvPr/>
          </p:nvGrpSpPr>
          <p:grpSpPr>
            <a:xfrm>
              <a:off x="900302" y="4990236"/>
              <a:ext cx="545972" cy="604524"/>
              <a:chOff x="6250444" y="4908231"/>
              <a:chExt cx="545972" cy="604524"/>
            </a:xfrm>
          </p:grpSpPr>
          <p:sp>
            <p:nvSpPr>
              <p:cNvPr id="41" name="TextBox 6"/>
              <p:cNvSpPr txBox="1"/>
              <p:nvPr/>
            </p:nvSpPr>
            <p:spPr>
              <a:xfrm>
                <a:off x="6327224" y="4908231"/>
                <a:ext cx="448425" cy="492469"/>
              </a:xfrm>
              <a:prstGeom prst="rect">
                <a:avLst/>
              </a:prstGeom>
              <a:noFill/>
            </p:spPr>
            <p:txBody>
              <a:bodyPr vert="horz" wrap="square" lIns="0" tIns="0" rIns="0" bIns="0" rtlCol="0" anchor="ctr">
                <a:spAutoFit/>
              </a:bodyPr>
              <a:lstStyle/>
              <a:p>
                <a:pPr algn="l"/>
                <a:r>
                  <a:rPr lang="en-US" altLang="zh-CN" sz="3375" dirty="0">
                    <a:solidFill>
                      <a:srgbClr val="BF1347"/>
                    </a:solidFill>
                    <a:latin typeface="Impact" pitchFamily="34" charset="0"/>
                    <a:ea typeface="微软雅黑" pitchFamily="34" charset="-122"/>
                  </a:rPr>
                  <a:t>04</a:t>
                </a:r>
                <a:endParaRPr lang="zh-CN" altLang="en-US" sz="3375" dirty="0">
                  <a:solidFill>
                    <a:srgbClr val="BF1347"/>
                  </a:solidFill>
                  <a:latin typeface="微软雅黑" pitchFamily="34" charset="-122"/>
                  <a:ea typeface="微软雅黑" pitchFamily="34" charset="-122"/>
                </a:endParaRPr>
              </a:p>
            </p:txBody>
          </p:sp>
          <p:sp>
            <p:nvSpPr>
              <p:cNvPr id="42" name="文本框 41"/>
              <p:cNvSpPr txBox="1"/>
              <p:nvPr/>
            </p:nvSpPr>
            <p:spPr>
              <a:xfrm>
                <a:off x="6250444" y="5302027"/>
                <a:ext cx="545972" cy="210728"/>
              </a:xfrm>
              <a:prstGeom prst="rect">
                <a:avLst/>
              </a:prstGeom>
              <a:noFill/>
            </p:spPr>
            <p:txBody>
              <a:bodyPr wrap="none" rtlCol="0">
                <a:spAutoFit/>
              </a:bodyPr>
              <a:lstStyle/>
              <a:p>
                <a:r>
                  <a:rPr lang="en-US" altLang="zh-CN" sz="844" b="1" dirty="0">
                    <a:solidFill>
                      <a:srgbClr val="818181"/>
                    </a:solidFill>
                    <a:latin typeface="Leelawadee" panose="020B0502040204020203" pitchFamily="34" charset="-34"/>
                    <a:cs typeface="Leelawadee" panose="020B0502040204020203" pitchFamily="34" charset="-34"/>
                  </a:rPr>
                  <a:t>OPTION</a:t>
                </a:r>
                <a:endParaRPr lang="zh-CN" altLang="en-US" sz="844" b="1" dirty="0">
                  <a:solidFill>
                    <a:srgbClr val="818181"/>
                  </a:solidFill>
                  <a:latin typeface="Leelawadee" panose="020B0502040204020203" pitchFamily="34" charset="-34"/>
                  <a:cs typeface="Leelawadee" panose="020B0502040204020203" pitchFamily="34" charset="-34"/>
                </a:endParaRPr>
              </a:p>
            </p:txBody>
          </p:sp>
        </p:grpSp>
        <p:sp>
          <p:nvSpPr>
            <p:cNvPr id="58" name="文本框 57"/>
            <p:cNvSpPr txBox="1"/>
            <p:nvPr/>
          </p:nvSpPr>
          <p:spPr>
            <a:xfrm>
              <a:off x="1519017" y="4715020"/>
              <a:ext cx="2552851" cy="1195911"/>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grpSp>
      <p:sp>
        <p:nvSpPr>
          <p:cNvPr id="64" name="文本框 63"/>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6" name="直接连接符 45"/>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47"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48"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49"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2231342105"/>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48"/>
                                        </p:tgtEl>
                                        <p:attrNameLst>
                                          <p:attrName>style.visibility</p:attrName>
                                        </p:attrNameLst>
                                      </p:cBhvr>
                                      <p:to>
                                        <p:strVal val="visible"/>
                                      </p:to>
                                    </p:set>
                                    <p:anim calcmode="lin" valueType="num">
                                      <p:cBhvr>
                                        <p:cTn id="7" dur="500" fill="hold"/>
                                        <p:tgtEl>
                                          <p:spTgt spid="48"/>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8"/>
                                        </p:tgtEl>
                                        <p:attrNameLst>
                                          <p:attrName>ppt_y</p:attrName>
                                        </p:attrNameLst>
                                      </p:cBhvr>
                                      <p:tavLst>
                                        <p:tav tm="0">
                                          <p:val>
                                            <p:strVal val="#ppt_y"/>
                                          </p:val>
                                        </p:tav>
                                        <p:tav tm="100000">
                                          <p:val>
                                            <p:strVal val="#ppt_y"/>
                                          </p:val>
                                        </p:tav>
                                      </p:tavLst>
                                    </p:anim>
                                    <p:anim calcmode="lin" valueType="num">
                                      <p:cBhvr>
                                        <p:cTn id="9" dur="500" fill="hold"/>
                                        <p:tgtEl>
                                          <p:spTgt spid="48"/>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8"/>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8"/>
                                        </p:tgtEl>
                                      </p:cBhvr>
                                    </p:animEffect>
                                  </p:childTnLst>
                                </p:cTn>
                              </p:par>
                            </p:childTnLst>
                          </p:cTn>
                        </p:par>
                      </p:childTnLst>
                    </p:cTn>
                  </p:par>
                  <p:par>
                    <p:cTn id="12" fill="hold">
                      <p:stCondLst>
                        <p:cond delay="indefinite"/>
                      </p:stCondLst>
                      <p:childTnLst>
                        <p:par>
                          <p:cTn id="13" fill="hold">
                            <p:stCondLst>
                              <p:cond delay="0"/>
                            </p:stCondLst>
                            <p:childTnLst>
                              <p:par>
                                <p:cTn id="14" presetID="53" presetClass="entr" presetSubtype="16" fill="hold" nodeType="clickEffect">
                                  <p:stCondLst>
                                    <p:cond delay="0"/>
                                  </p:stCondLst>
                                  <p:childTnLst>
                                    <p:set>
                                      <p:cBhvr>
                                        <p:cTn id="15" dur="1" fill="hold">
                                          <p:stCondLst>
                                            <p:cond delay="0"/>
                                          </p:stCondLst>
                                        </p:cTn>
                                        <p:tgtEl>
                                          <p:spTgt spid="59"/>
                                        </p:tgtEl>
                                        <p:attrNameLst>
                                          <p:attrName>style.visibility</p:attrName>
                                        </p:attrNameLst>
                                      </p:cBhvr>
                                      <p:to>
                                        <p:strVal val="visible"/>
                                      </p:to>
                                    </p:set>
                                    <p:anim calcmode="lin" valueType="num">
                                      <p:cBhvr>
                                        <p:cTn id="16" dur="500" fill="hold"/>
                                        <p:tgtEl>
                                          <p:spTgt spid="59"/>
                                        </p:tgtEl>
                                        <p:attrNameLst>
                                          <p:attrName>ppt_w</p:attrName>
                                        </p:attrNameLst>
                                      </p:cBhvr>
                                      <p:tavLst>
                                        <p:tav tm="0">
                                          <p:val>
                                            <p:fltVal val="0"/>
                                          </p:val>
                                        </p:tav>
                                        <p:tav tm="100000">
                                          <p:val>
                                            <p:strVal val="#ppt_w"/>
                                          </p:val>
                                        </p:tav>
                                      </p:tavLst>
                                    </p:anim>
                                    <p:anim calcmode="lin" valueType="num">
                                      <p:cBhvr>
                                        <p:cTn id="17" dur="500" fill="hold"/>
                                        <p:tgtEl>
                                          <p:spTgt spid="59"/>
                                        </p:tgtEl>
                                        <p:attrNameLst>
                                          <p:attrName>ppt_h</p:attrName>
                                        </p:attrNameLst>
                                      </p:cBhvr>
                                      <p:tavLst>
                                        <p:tav tm="0">
                                          <p:val>
                                            <p:fltVal val="0"/>
                                          </p:val>
                                        </p:tav>
                                        <p:tav tm="100000">
                                          <p:val>
                                            <p:strVal val="#ppt_h"/>
                                          </p:val>
                                        </p:tav>
                                      </p:tavLst>
                                    </p:anim>
                                    <p:animEffect transition="in" filter="fade">
                                      <p:cBhvr>
                                        <p:cTn id="18" dur="500"/>
                                        <p:tgtEl>
                                          <p:spTgt spid="59"/>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9"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500" fill="hold"/>
                                        <p:tgtEl>
                                          <p:spTgt spid="23"/>
                                        </p:tgtEl>
                                        <p:attrNameLst>
                                          <p:attrName>ppt_x</p:attrName>
                                        </p:attrNameLst>
                                      </p:cBhvr>
                                      <p:tavLst>
                                        <p:tav tm="0">
                                          <p:val>
                                            <p:strVal val="0-#ppt_w/2"/>
                                          </p:val>
                                        </p:tav>
                                        <p:tav tm="100000">
                                          <p:val>
                                            <p:strVal val="#ppt_x"/>
                                          </p:val>
                                        </p:tav>
                                      </p:tavLst>
                                    </p:anim>
                                    <p:anim calcmode="lin" valueType="num">
                                      <p:cBhvr additive="base">
                                        <p:cTn id="24" dur="500" fill="hold"/>
                                        <p:tgtEl>
                                          <p:spTgt spid="23"/>
                                        </p:tgtEl>
                                        <p:attrNameLst>
                                          <p:attrName>ppt_y</p:attrName>
                                        </p:attrNameLst>
                                      </p:cBhvr>
                                      <p:tavLst>
                                        <p:tav tm="0">
                                          <p:val>
                                            <p:strVal val="0-#ppt_h/2"/>
                                          </p:val>
                                        </p:tav>
                                        <p:tav tm="100000">
                                          <p:val>
                                            <p:strVal val="#ppt_y"/>
                                          </p:val>
                                        </p:tav>
                                      </p:tavLst>
                                    </p:anim>
                                  </p:childTnLst>
                                </p:cTn>
                              </p:par>
                              <p:par>
                                <p:cTn id="25" presetID="2" presetClass="entr" presetSubtype="3"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1+#ppt_w/2"/>
                                          </p:val>
                                        </p:tav>
                                        <p:tav tm="100000">
                                          <p:val>
                                            <p:strVal val="#ppt_x"/>
                                          </p:val>
                                        </p:tav>
                                      </p:tavLst>
                                    </p:anim>
                                    <p:anim calcmode="lin" valueType="num">
                                      <p:cBhvr additive="base">
                                        <p:cTn id="28" dur="500" fill="hold"/>
                                        <p:tgtEl>
                                          <p:spTgt spid="21"/>
                                        </p:tgtEl>
                                        <p:attrNameLst>
                                          <p:attrName>ppt_y</p:attrName>
                                        </p:attrNameLst>
                                      </p:cBhvr>
                                      <p:tavLst>
                                        <p:tav tm="0">
                                          <p:val>
                                            <p:strVal val="0-#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1+#ppt_w/2"/>
                                          </p:val>
                                        </p:tav>
                                        <p:tav tm="100000">
                                          <p:val>
                                            <p:strVal val="#ppt_x"/>
                                          </p:val>
                                        </p:tav>
                                      </p:tavLst>
                                    </p:anim>
                                    <p:anim calcmode="lin" valueType="num">
                                      <p:cBhvr additive="base">
                                        <p:cTn id="32" dur="500" fill="hold"/>
                                        <p:tgtEl>
                                          <p:spTgt spid="27"/>
                                        </p:tgtEl>
                                        <p:attrNameLst>
                                          <p:attrName>ppt_y</p:attrName>
                                        </p:attrNameLst>
                                      </p:cBhvr>
                                      <p:tavLst>
                                        <p:tav tm="0">
                                          <p:val>
                                            <p:strVal val="1+#ppt_h/2"/>
                                          </p:val>
                                        </p:tav>
                                        <p:tav tm="100000">
                                          <p:val>
                                            <p:strVal val="#ppt_y"/>
                                          </p:val>
                                        </p:tav>
                                      </p:tavLst>
                                    </p:anim>
                                  </p:childTnLst>
                                </p:cTn>
                              </p:par>
                              <p:par>
                                <p:cTn id="33" presetID="2" presetClass="entr" presetSubtype="12"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500" fill="hold"/>
                                        <p:tgtEl>
                                          <p:spTgt spid="25"/>
                                        </p:tgtEl>
                                        <p:attrNameLst>
                                          <p:attrName>ppt_x</p:attrName>
                                        </p:attrNameLst>
                                      </p:cBhvr>
                                      <p:tavLst>
                                        <p:tav tm="0">
                                          <p:val>
                                            <p:strVal val="0-#ppt_w/2"/>
                                          </p:val>
                                        </p:tav>
                                        <p:tav tm="100000">
                                          <p:val>
                                            <p:strVal val="#ppt_x"/>
                                          </p:val>
                                        </p:tav>
                                      </p:tavLst>
                                    </p:anim>
                                    <p:anim calcmode="lin" valueType="num">
                                      <p:cBhvr additive="base">
                                        <p:cTn id="36"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2" presetClass="entr" presetSubtype="4" fill="hold" nodeType="clickEffect">
                                  <p:stCondLst>
                                    <p:cond delay="0"/>
                                  </p:stCondLst>
                                  <p:childTnLst>
                                    <p:set>
                                      <p:cBhvr>
                                        <p:cTn id="40" dur="1" fill="hold">
                                          <p:stCondLst>
                                            <p:cond delay="0"/>
                                          </p:stCondLst>
                                        </p:cTn>
                                        <p:tgtEl>
                                          <p:spTgt spid="60"/>
                                        </p:tgtEl>
                                        <p:attrNameLst>
                                          <p:attrName>style.visibility</p:attrName>
                                        </p:attrNameLst>
                                      </p:cBhvr>
                                      <p:to>
                                        <p:strVal val="visible"/>
                                      </p:to>
                                    </p:set>
                                    <p:anim calcmode="lin" valueType="num">
                                      <p:cBhvr additive="base">
                                        <p:cTn id="41" dur="500"/>
                                        <p:tgtEl>
                                          <p:spTgt spid="60"/>
                                        </p:tgtEl>
                                        <p:attrNameLst>
                                          <p:attrName>ppt_y</p:attrName>
                                        </p:attrNameLst>
                                      </p:cBhvr>
                                      <p:tavLst>
                                        <p:tav tm="0">
                                          <p:val>
                                            <p:strVal val="#ppt_y+#ppt_h*1.125000"/>
                                          </p:val>
                                        </p:tav>
                                        <p:tav tm="100000">
                                          <p:val>
                                            <p:strVal val="#ppt_y"/>
                                          </p:val>
                                        </p:tav>
                                      </p:tavLst>
                                    </p:anim>
                                    <p:animEffect transition="in" filter="wipe(up)">
                                      <p:cBhvr>
                                        <p:cTn id="42" dur="500"/>
                                        <p:tgtEl>
                                          <p:spTgt spid="60"/>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1" fill="hold" nodeType="click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additive="base">
                                        <p:cTn id="47" dur="500"/>
                                        <p:tgtEl>
                                          <p:spTgt spid="61"/>
                                        </p:tgtEl>
                                        <p:attrNameLst>
                                          <p:attrName>ppt_y</p:attrName>
                                        </p:attrNameLst>
                                      </p:cBhvr>
                                      <p:tavLst>
                                        <p:tav tm="0">
                                          <p:val>
                                            <p:strVal val="#ppt_y-#ppt_h*1.125000"/>
                                          </p:val>
                                        </p:tav>
                                        <p:tav tm="100000">
                                          <p:val>
                                            <p:strVal val="#ppt_y"/>
                                          </p:val>
                                        </p:tav>
                                      </p:tavLst>
                                    </p:anim>
                                    <p:animEffect transition="in" filter="wipe(down)">
                                      <p:cBhvr>
                                        <p:cTn id="48" dur="500"/>
                                        <p:tgtEl>
                                          <p:spTgt spid="61"/>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1" fill="hold" nodeType="clickEffect">
                                  <p:stCondLst>
                                    <p:cond delay="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500"/>
                                        <p:tgtEl>
                                          <p:spTgt spid="63"/>
                                        </p:tgtEl>
                                        <p:attrNameLst>
                                          <p:attrName>ppt_y</p:attrName>
                                        </p:attrNameLst>
                                      </p:cBhvr>
                                      <p:tavLst>
                                        <p:tav tm="0">
                                          <p:val>
                                            <p:strVal val="#ppt_y-#ppt_h*1.125000"/>
                                          </p:val>
                                        </p:tav>
                                        <p:tav tm="100000">
                                          <p:val>
                                            <p:strVal val="#ppt_y"/>
                                          </p:val>
                                        </p:tav>
                                      </p:tavLst>
                                    </p:anim>
                                    <p:animEffect transition="in" filter="wipe(down)">
                                      <p:cBhvr>
                                        <p:cTn id="54" dur="500"/>
                                        <p:tgtEl>
                                          <p:spTgt spid="63"/>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4" fill="hold" nodeType="clickEffect">
                                  <p:stCondLst>
                                    <p:cond delay="0"/>
                                  </p:stCondLst>
                                  <p:childTnLst>
                                    <p:set>
                                      <p:cBhvr>
                                        <p:cTn id="58" dur="1" fill="hold">
                                          <p:stCondLst>
                                            <p:cond delay="0"/>
                                          </p:stCondLst>
                                        </p:cTn>
                                        <p:tgtEl>
                                          <p:spTgt spid="62"/>
                                        </p:tgtEl>
                                        <p:attrNameLst>
                                          <p:attrName>style.visibility</p:attrName>
                                        </p:attrNameLst>
                                      </p:cBhvr>
                                      <p:to>
                                        <p:strVal val="visible"/>
                                      </p:to>
                                    </p:set>
                                    <p:anim calcmode="lin" valueType="num">
                                      <p:cBhvr additive="base">
                                        <p:cTn id="59" dur="500"/>
                                        <p:tgtEl>
                                          <p:spTgt spid="62"/>
                                        </p:tgtEl>
                                        <p:attrNameLst>
                                          <p:attrName>ppt_y</p:attrName>
                                        </p:attrNameLst>
                                      </p:cBhvr>
                                      <p:tavLst>
                                        <p:tav tm="0">
                                          <p:val>
                                            <p:strVal val="#ppt_y+#ppt_h*1.125000"/>
                                          </p:val>
                                        </p:tav>
                                        <p:tav tm="100000">
                                          <p:val>
                                            <p:strVal val="#ppt_y"/>
                                          </p:val>
                                        </p:tav>
                                      </p:tavLst>
                                    </p:anim>
                                    <p:animEffect transition="in" filter="wipe(up)">
                                      <p:cBhvr>
                                        <p:cTn id="60" dur="500"/>
                                        <p:tgtEl>
                                          <p:spTgt spid="62"/>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4" fill="hold" grpId="0" nodeType="clickEffect">
                                  <p:stCondLst>
                                    <p:cond delay="0"/>
                                  </p:stCondLst>
                                  <p:childTnLst>
                                    <p:set>
                                      <p:cBhvr>
                                        <p:cTn id="64" dur="1" fill="hold">
                                          <p:stCondLst>
                                            <p:cond delay="0"/>
                                          </p:stCondLst>
                                        </p:cTn>
                                        <p:tgtEl>
                                          <p:spTgt spid="64"/>
                                        </p:tgtEl>
                                        <p:attrNameLst>
                                          <p:attrName>style.visibility</p:attrName>
                                        </p:attrNameLst>
                                      </p:cBhvr>
                                      <p:to>
                                        <p:strVal val="visible"/>
                                      </p:to>
                                    </p:set>
                                    <p:animEffect transition="in" filter="wipe(down)">
                                      <p:cBhvr>
                                        <p:cTn id="65" dur="75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3" grpId="0" animBg="1"/>
      <p:bldP spid="25" grpId="0" animBg="1"/>
      <p:bldP spid="27" grpId="0" animBg="1"/>
      <p:bldP spid="64" grpId="0"/>
      <p:bldP spid="4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a:off x="1770718" y="4802352"/>
            <a:ext cx="2583036" cy="1986952"/>
            <a:chOff x="1905000" y="3562350"/>
            <a:chExt cx="2476500" cy="1905000"/>
          </a:xfrm>
        </p:grpSpPr>
        <p:sp>
          <p:nvSpPr>
            <p:cNvPr id="36" name="圆角矩形 35"/>
            <p:cNvSpPr/>
            <p:nvPr/>
          </p:nvSpPr>
          <p:spPr>
            <a:xfrm>
              <a:off x="1905000" y="3562350"/>
              <a:ext cx="2476500" cy="1905000"/>
            </a:xfrm>
            <a:prstGeom prst="roundRect">
              <a:avLst/>
            </a:prstGeom>
            <a:gradFill flip="none" rotWithShape="1">
              <a:gsLst>
                <a:gs pos="0">
                  <a:schemeClr val="bg1"/>
                </a:gs>
                <a:gs pos="100000">
                  <a:schemeClr val="bg1">
                    <a:lumMod val="85000"/>
                  </a:schemeClr>
                </a:gs>
              </a:gsLst>
              <a:lin ang="13500000" scaled="1"/>
              <a:tileRect/>
            </a:gradFill>
            <a:ln w="25400">
              <a:gradFill flip="none" rotWithShape="1">
                <a:gsLst>
                  <a:gs pos="0">
                    <a:schemeClr val="bg1">
                      <a:lumMod val="100000"/>
                    </a:schemeClr>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sp>
          <p:nvSpPr>
            <p:cNvPr id="37" name="任意多边形 36"/>
            <p:cNvSpPr/>
            <p:nvPr/>
          </p:nvSpPr>
          <p:spPr>
            <a:xfrm>
              <a:off x="1924050" y="3590925"/>
              <a:ext cx="2448000" cy="514350"/>
            </a:xfrm>
            <a:custGeom>
              <a:avLst/>
              <a:gdLst>
                <a:gd name="connsiteX0" fmla="*/ 317506 w 2476500"/>
                <a:gd name="connsiteY0" fmla="*/ 0 h 514350"/>
                <a:gd name="connsiteX1" fmla="*/ 2158994 w 2476500"/>
                <a:gd name="connsiteY1" fmla="*/ 0 h 514350"/>
                <a:gd name="connsiteX2" fmla="*/ 2476500 w 2476500"/>
                <a:gd name="connsiteY2" fmla="*/ 317506 h 514350"/>
                <a:gd name="connsiteX3" fmla="*/ 2476500 w 2476500"/>
                <a:gd name="connsiteY3" fmla="*/ 514350 h 514350"/>
                <a:gd name="connsiteX4" fmla="*/ 0 w 2476500"/>
                <a:gd name="connsiteY4" fmla="*/ 514350 h 514350"/>
                <a:gd name="connsiteX5" fmla="*/ 0 w 2476500"/>
                <a:gd name="connsiteY5" fmla="*/ 317506 h 514350"/>
                <a:gd name="connsiteX6" fmla="*/ 317506 w 2476500"/>
                <a:gd name="connsiteY6"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0" h="514350">
                  <a:moveTo>
                    <a:pt x="317506" y="0"/>
                  </a:moveTo>
                  <a:lnTo>
                    <a:pt x="2158994" y="0"/>
                  </a:lnTo>
                  <a:cubicBezTo>
                    <a:pt x="2334348" y="0"/>
                    <a:pt x="2476500" y="142152"/>
                    <a:pt x="2476500" y="317506"/>
                  </a:cubicBezTo>
                  <a:lnTo>
                    <a:pt x="2476500" y="514350"/>
                  </a:lnTo>
                  <a:lnTo>
                    <a:pt x="0" y="514350"/>
                  </a:lnTo>
                  <a:lnTo>
                    <a:pt x="0" y="317506"/>
                  </a:lnTo>
                  <a:cubicBezTo>
                    <a:pt x="0" y="142152"/>
                    <a:pt x="142152" y="0"/>
                    <a:pt x="317506" y="0"/>
                  </a:cubicBezTo>
                  <a:close/>
                </a:path>
              </a:pathLst>
            </a:custGeom>
            <a:solidFill>
              <a:srgbClr val="BF134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grpSp>
      <p:grpSp>
        <p:nvGrpSpPr>
          <p:cNvPr id="16" name="组合 15"/>
          <p:cNvGrpSpPr/>
          <p:nvPr/>
        </p:nvGrpSpPr>
        <p:grpSpPr>
          <a:xfrm>
            <a:off x="8305498" y="4802352"/>
            <a:ext cx="2583036" cy="1986952"/>
            <a:chOff x="1905000" y="3562350"/>
            <a:chExt cx="2476500" cy="1905000"/>
          </a:xfrm>
        </p:grpSpPr>
        <p:sp>
          <p:nvSpPr>
            <p:cNvPr id="34" name="圆角矩形 33"/>
            <p:cNvSpPr/>
            <p:nvPr/>
          </p:nvSpPr>
          <p:spPr>
            <a:xfrm>
              <a:off x="1905000" y="3562350"/>
              <a:ext cx="2476500" cy="1905000"/>
            </a:xfrm>
            <a:prstGeom prst="roundRect">
              <a:avLst/>
            </a:prstGeom>
            <a:gradFill flip="none" rotWithShape="1">
              <a:gsLst>
                <a:gs pos="0">
                  <a:schemeClr val="bg1"/>
                </a:gs>
                <a:gs pos="100000">
                  <a:schemeClr val="bg1">
                    <a:lumMod val="85000"/>
                  </a:schemeClr>
                </a:gs>
              </a:gsLst>
              <a:lin ang="13500000" scaled="1"/>
              <a:tileRect/>
            </a:gradFill>
            <a:ln w="25400">
              <a:gradFill flip="none" rotWithShape="1">
                <a:gsLst>
                  <a:gs pos="0">
                    <a:schemeClr val="bg1">
                      <a:lumMod val="100000"/>
                    </a:schemeClr>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sp>
          <p:nvSpPr>
            <p:cNvPr id="35" name="任意多边形 34"/>
            <p:cNvSpPr/>
            <p:nvPr/>
          </p:nvSpPr>
          <p:spPr>
            <a:xfrm>
              <a:off x="1924050" y="3590925"/>
              <a:ext cx="2448000" cy="514350"/>
            </a:xfrm>
            <a:custGeom>
              <a:avLst/>
              <a:gdLst>
                <a:gd name="connsiteX0" fmla="*/ 317506 w 2476500"/>
                <a:gd name="connsiteY0" fmla="*/ 0 h 514350"/>
                <a:gd name="connsiteX1" fmla="*/ 2158994 w 2476500"/>
                <a:gd name="connsiteY1" fmla="*/ 0 h 514350"/>
                <a:gd name="connsiteX2" fmla="*/ 2476500 w 2476500"/>
                <a:gd name="connsiteY2" fmla="*/ 317506 h 514350"/>
                <a:gd name="connsiteX3" fmla="*/ 2476500 w 2476500"/>
                <a:gd name="connsiteY3" fmla="*/ 514350 h 514350"/>
                <a:gd name="connsiteX4" fmla="*/ 0 w 2476500"/>
                <a:gd name="connsiteY4" fmla="*/ 514350 h 514350"/>
                <a:gd name="connsiteX5" fmla="*/ 0 w 2476500"/>
                <a:gd name="connsiteY5" fmla="*/ 317506 h 514350"/>
                <a:gd name="connsiteX6" fmla="*/ 317506 w 2476500"/>
                <a:gd name="connsiteY6"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0" h="514350">
                  <a:moveTo>
                    <a:pt x="317506" y="0"/>
                  </a:moveTo>
                  <a:lnTo>
                    <a:pt x="2158994" y="0"/>
                  </a:lnTo>
                  <a:cubicBezTo>
                    <a:pt x="2334348" y="0"/>
                    <a:pt x="2476500" y="142152"/>
                    <a:pt x="2476500" y="317506"/>
                  </a:cubicBezTo>
                  <a:lnTo>
                    <a:pt x="2476500" y="514350"/>
                  </a:lnTo>
                  <a:lnTo>
                    <a:pt x="0" y="514350"/>
                  </a:lnTo>
                  <a:lnTo>
                    <a:pt x="0" y="317506"/>
                  </a:lnTo>
                  <a:cubicBezTo>
                    <a:pt x="0" y="142152"/>
                    <a:pt x="142152" y="0"/>
                    <a:pt x="31750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grpSp>
      <p:grpSp>
        <p:nvGrpSpPr>
          <p:cNvPr id="17" name="组合 16"/>
          <p:cNvGrpSpPr/>
          <p:nvPr/>
        </p:nvGrpSpPr>
        <p:grpSpPr>
          <a:xfrm>
            <a:off x="1760860" y="1713592"/>
            <a:ext cx="2583036" cy="1986952"/>
            <a:chOff x="1905000" y="3562350"/>
            <a:chExt cx="2476500" cy="1905000"/>
          </a:xfrm>
        </p:grpSpPr>
        <p:sp>
          <p:nvSpPr>
            <p:cNvPr id="32" name="圆角矩形 31"/>
            <p:cNvSpPr/>
            <p:nvPr/>
          </p:nvSpPr>
          <p:spPr>
            <a:xfrm>
              <a:off x="1905000" y="3562350"/>
              <a:ext cx="2476500" cy="1905000"/>
            </a:xfrm>
            <a:prstGeom prst="roundRect">
              <a:avLst/>
            </a:prstGeom>
            <a:gradFill flip="none" rotWithShape="1">
              <a:gsLst>
                <a:gs pos="0">
                  <a:schemeClr val="bg1"/>
                </a:gs>
                <a:gs pos="100000">
                  <a:schemeClr val="bg1">
                    <a:lumMod val="85000"/>
                  </a:schemeClr>
                </a:gs>
              </a:gsLst>
              <a:lin ang="13500000" scaled="1"/>
              <a:tileRect/>
            </a:gradFill>
            <a:ln w="25400">
              <a:gradFill flip="none" rotWithShape="1">
                <a:gsLst>
                  <a:gs pos="0">
                    <a:schemeClr val="bg1">
                      <a:lumMod val="100000"/>
                    </a:schemeClr>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sp>
          <p:nvSpPr>
            <p:cNvPr id="33" name="任意多边形 32"/>
            <p:cNvSpPr/>
            <p:nvPr/>
          </p:nvSpPr>
          <p:spPr>
            <a:xfrm>
              <a:off x="1924050" y="3590925"/>
              <a:ext cx="2448000" cy="514350"/>
            </a:xfrm>
            <a:custGeom>
              <a:avLst/>
              <a:gdLst>
                <a:gd name="connsiteX0" fmla="*/ 317506 w 2476500"/>
                <a:gd name="connsiteY0" fmla="*/ 0 h 514350"/>
                <a:gd name="connsiteX1" fmla="*/ 2158994 w 2476500"/>
                <a:gd name="connsiteY1" fmla="*/ 0 h 514350"/>
                <a:gd name="connsiteX2" fmla="*/ 2476500 w 2476500"/>
                <a:gd name="connsiteY2" fmla="*/ 317506 h 514350"/>
                <a:gd name="connsiteX3" fmla="*/ 2476500 w 2476500"/>
                <a:gd name="connsiteY3" fmla="*/ 514350 h 514350"/>
                <a:gd name="connsiteX4" fmla="*/ 0 w 2476500"/>
                <a:gd name="connsiteY4" fmla="*/ 514350 h 514350"/>
                <a:gd name="connsiteX5" fmla="*/ 0 w 2476500"/>
                <a:gd name="connsiteY5" fmla="*/ 317506 h 514350"/>
                <a:gd name="connsiteX6" fmla="*/ 317506 w 2476500"/>
                <a:gd name="connsiteY6"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0" h="514350">
                  <a:moveTo>
                    <a:pt x="317506" y="0"/>
                  </a:moveTo>
                  <a:lnTo>
                    <a:pt x="2158994" y="0"/>
                  </a:lnTo>
                  <a:cubicBezTo>
                    <a:pt x="2334348" y="0"/>
                    <a:pt x="2476500" y="142152"/>
                    <a:pt x="2476500" y="317506"/>
                  </a:cubicBezTo>
                  <a:lnTo>
                    <a:pt x="2476500" y="514350"/>
                  </a:lnTo>
                  <a:lnTo>
                    <a:pt x="0" y="514350"/>
                  </a:lnTo>
                  <a:lnTo>
                    <a:pt x="0" y="317506"/>
                  </a:lnTo>
                  <a:cubicBezTo>
                    <a:pt x="0" y="142152"/>
                    <a:pt x="142152" y="0"/>
                    <a:pt x="31750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grpSp>
      <p:grpSp>
        <p:nvGrpSpPr>
          <p:cNvPr id="18" name="组合 17"/>
          <p:cNvGrpSpPr/>
          <p:nvPr/>
        </p:nvGrpSpPr>
        <p:grpSpPr>
          <a:xfrm>
            <a:off x="8295641" y="1683788"/>
            <a:ext cx="2583036" cy="1986952"/>
            <a:chOff x="1905000" y="3562350"/>
            <a:chExt cx="2476500" cy="1905000"/>
          </a:xfrm>
        </p:grpSpPr>
        <p:sp>
          <p:nvSpPr>
            <p:cNvPr id="30" name="圆角矩形 29"/>
            <p:cNvSpPr/>
            <p:nvPr/>
          </p:nvSpPr>
          <p:spPr>
            <a:xfrm>
              <a:off x="1905000" y="3562350"/>
              <a:ext cx="2476500" cy="1905000"/>
            </a:xfrm>
            <a:prstGeom prst="roundRect">
              <a:avLst/>
            </a:prstGeom>
            <a:gradFill flip="none" rotWithShape="1">
              <a:gsLst>
                <a:gs pos="0">
                  <a:schemeClr val="bg1"/>
                </a:gs>
                <a:gs pos="100000">
                  <a:schemeClr val="bg1">
                    <a:lumMod val="85000"/>
                  </a:schemeClr>
                </a:gs>
              </a:gsLst>
              <a:lin ang="13500000" scaled="1"/>
              <a:tileRect/>
            </a:gradFill>
            <a:ln w="25400">
              <a:gradFill flip="none" rotWithShape="1">
                <a:gsLst>
                  <a:gs pos="0">
                    <a:schemeClr val="bg1">
                      <a:lumMod val="100000"/>
                    </a:schemeClr>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sp>
          <p:nvSpPr>
            <p:cNvPr id="31" name="任意多边形 30"/>
            <p:cNvSpPr/>
            <p:nvPr/>
          </p:nvSpPr>
          <p:spPr>
            <a:xfrm>
              <a:off x="1924050" y="3590925"/>
              <a:ext cx="2448000" cy="514350"/>
            </a:xfrm>
            <a:custGeom>
              <a:avLst/>
              <a:gdLst>
                <a:gd name="connsiteX0" fmla="*/ 317506 w 2476500"/>
                <a:gd name="connsiteY0" fmla="*/ 0 h 514350"/>
                <a:gd name="connsiteX1" fmla="*/ 2158994 w 2476500"/>
                <a:gd name="connsiteY1" fmla="*/ 0 h 514350"/>
                <a:gd name="connsiteX2" fmla="*/ 2476500 w 2476500"/>
                <a:gd name="connsiteY2" fmla="*/ 317506 h 514350"/>
                <a:gd name="connsiteX3" fmla="*/ 2476500 w 2476500"/>
                <a:gd name="connsiteY3" fmla="*/ 514350 h 514350"/>
                <a:gd name="connsiteX4" fmla="*/ 0 w 2476500"/>
                <a:gd name="connsiteY4" fmla="*/ 514350 h 514350"/>
                <a:gd name="connsiteX5" fmla="*/ 0 w 2476500"/>
                <a:gd name="connsiteY5" fmla="*/ 317506 h 514350"/>
                <a:gd name="connsiteX6" fmla="*/ 317506 w 2476500"/>
                <a:gd name="connsiteY6"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0" h="514350">
                  <a:moveTo>
                    <a:pt x="317506" y="0"/>
                  </a:moveTo>
                  <a:lnTo>
                    <a:pt x="2158994" y="0"/>
                  </a:lnTo>
                  <a:cubicBezTo>
                    <a:pt x="2334348" y="0"/>
                    <a:pt x="2476500" y="142152"/>
                    <a:pt x="2476500" y="317506"/>
                  </a:cubicBezTo>
                  <a:lnTo>
                    <a:pt x="2476500" y="514350"/>
                  </a:lnTo>
                  <a:lnTo>
                    <a:pt x="0" y="514350"/>
                  </a:lnTo>
                  <a:lnTo>
                    <a:pt x="0" y="317506"/>
                  </a:lnTo>
                  <a:cubicBezTo>
                    <a:pt x="0" y="142152"/>
                    <a:pt x="142152" y="0"/>
                    <a:pt x="317506" y="0"/>
                  </a:cubicBezTo>
                  <a:close/>
                </a:path>
              </a:pathLst>
            </a:custGeom>
            <a:solidFill>
              <a:srgbClr val="BF134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grpSp>
      <p:sp>
        <p:nvSpPr>
          <p:cNvPr id="19" name="TextBox 6"/>
          <p:cNvSpPr txBox="1"/>
          <p:nvPr/>
        </p:nvSpPr>
        <p:spPr>
          <a:xfrm>
            <a:off x="1307523" y="1927881"/>
            <a:ext cx="3338160" cy="227113"/>
          </a:xfrm>
          <a:prstGeom prst="rect">
            <a:avLst/>
          </a:prstGeom>
          <a:noFill/>
        </p:spPr>
        <p:txBody>
          <a:bodyPr vert="horz" wrap="square" lIns="0" tIns="0" rIns="0" bIns="0" rtlCol="0" anchor="ctr">
            <a:spAutoFit/>
          </a:bodyPr>
          <a:lstStyle/>
          <a:p>
            <a:pPr algn="ctr"/>
            <a:r>
              <a:rPr lang="zh-CN" altLang="en-US" sz="1476" b="1" dirty="0">
                <a:solidFill>
                  <a:schemeClr val="bg1"/>
                </a:solidFill>
                <a:latin typeface="微软雅黑" pitchFamily="34" charset="-122"/>
                <a:ea typeface="微软雅黑" pitchFamily="34" charset="-122"/>
              </a:rPr>
              <a:t>在此添加小标题</a:t>
            </a:r>
          </a:p>
        </p:txBody>
      </p:sp>
      <p:sp>
        <p:nvSpPr>
          <p:cNvPr id="20" name="TextBox 6"/>
          <p:cNvSpPr txBox="1"/>
          <p:nvPr/>
        </p:nvSpPr>
        <p:spPr>
          <a:xfrm>
            <a:off x="1307523" y="5008059"/>
            <a:ext cx="3338160" cy="227113"/>
          </a:xfrm>
          <a:prstGeom prst="rect">
            <a:avLst/>
          </a:prstGeom>
          <a:noFill/>
        </p:spPr>
        <p:txBody>
          <a:bodyPr vert="horz" wrap="square" lIns="0" tIns="0" rIns="0" bIns="0" rtlCol="0" anchor="ctr">
            <a:spAutoFit/>
          </a:bodyPr>
          <a:lstStyle/>
          <a:p>
            <a:pPr algn="ctr"/>
            <a:r>
              <a:rPr lang="zh-CN" altLang="en-US" sz="1476" b="1" dirty="0">
                <a:solidFill>
                  <a:schemeClr val="bg1"/>
                </a:solidFill>
                <a:latin typeface="微软雅黑" pitchFamily="34" charset="-122"/>
                <a:ea typeface="微软雅黑" pitchFamily="34" charset="-122"/>
              </a:rPr>
              <a:t>在此添加小标题</a:t>
            </a:r>
          </a:p>
        </p:txBody>
      </p:sp>
      <p:sp>
        <p:nvSpPr>
          <p:cNvPr id="21" name="TextBox 6"/>
          <p:cNvSpPr txBox="1"/>
          <p:nvPr/>
        </p:nvSpPr>
        <p:spPr>
          <a:xfrm>
            <a:off x="7918079" y="4992754"/>
            <a:ext cx="3338160" cy="227113"/>
          </a:xfrm>
          <a:prstGeom prst="rect">
            <a:avLst/>
          </a:prstGeom>
          <a:noFill/>
        </p:spPr>
        <p:txBody>
          <a:bodyPr vert="horz" wrap="square" lIns="0" tIns="0" rIns="0" bIns="0" rtlCol="0" anchor="ctr">
            <a:spAutoFit/>
          </a:bodyPr>
          <a:lstStyle/>
          <a:p>
            <a:pPr algn="ctr"/>
            <a:r>
              <a:rPr lang="zh-CN" altLang="en-US" sz="1476" b="1" dirty="0">
                <a:solidFill>
                  <a:schemeClr val="bg1"/>
                </a:solidFill>
                <a:latin typeface="微软雅黑" pitchFamily="34" charset="-122"/>
                <a:ea typeface="微软雅黑" pitchFamily="34" charset="-122"/>
              </a:rPr>
              <a:t>在此添加小标题</a:t>
            </a:r>
          </a:p>
        </p:txBody>
      </p:sp>
      <p:sp>
        <p:nvSpPr>
          <p:cNvPr id="22" name="TextBox 6"/>
          <p:cNvSpPr txBox="1"/>
          <p:nvPr/>
        </p:nvSpPr>
        <p:spPr>
          <a:xfrm>
            <a:off x="7918079" y="1883883"/>
            <a:ext cx="3338160" cy="227113"/>
          </a:xfrm>
          <a:prstGeom prst="rect">
            <a:avLst/>
          </a:prstGeom>
          <a:noFill/>
        </p:spPr>
        <p:txBody>
          <a:bodyPr vert="horz" wrap="square" lIns="0" tIns="0" rIns="0" bIns="0" rtlCol="0" anchor="ctr">
            <a:spAutoFit/>
          </a:bodyPr>
          <a:lstStyle/>
          <a:p>
            <a:pPr algn="ctr"/>
            <a:r>
              <a:rPr lang="zh-CN" altLang="en-US" sz="1476" b="1" dirty="0">
                <a:solidFill>
                  <a:schemeClr val="bg1"/>
                </a:solidFill>
                <a:latin typeface="微软雅黑" pitchFamily="34" charset="-122"/>
                <a:ea typeface="微软雅黑" pitchFamily="34" charset="-122"/>
              </a:rPr>
              <a:t>在此添加小标题</a:t>
            </a:r>
          </a:p>
        </p:txBody>
      </p:sp>
      <p:cxnSp>
        <p:nvCxnSpPr>
          <p:cNvPr id="23" name="直接连接符 22"/>
          <p:cNvCxnSpPr/>
          <p:nvPr/>
        </p:nvCxnSpPr>
        <p:spPr>
          <a:xfrm>
            <a:off x="4507032" y="2806415"/>
            <a:ext cx="817487" cy="605547"/>
          </a:xfrm>
          <a:prstGeom prst="line">
            <a:avLst/>
          </a:prstGeom>
          <a:ln>
            <a:solidFill>
              <a:srgbClr val="04447F"/>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flipH="1">
            <a:off x="4507030" y="5597676"/>
            <a:ext cx="817487" cy="605547"/>
          </a:xfrm>
          <a:prstGeom prst="line">
            <a:avLst/>
          </a:prstGeom>
          <a:ln>
            <a:solidFill>
              <a:srgbClr val="04447F"/>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flipV="1">
            <a:off x="7217407" y="2806415"/>
            <a:ext cx="817487" cy="605547"/>
          </a:xfrm>
          <a:prstGeom prst="line">
            <a:avLst/>
          </a:prstGeom>
          <a:ln>
            <a:solidFill>
              <a:srgbClr val="04447F"/>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flipH="1" flipV="1">
            <a:off x="7217406" y="5597676"/>
            <a:ext cx="817487" cy="605547"/>
          </a:xfrm>
          <a:prstGeom prst="line">
            <a:avLst/>
          </a:prstGeom>
          <a:ln>
            <a:solidFill>
              <a:srgbClr val="04447F"/>
            </a:solidFill>
          </a:ln>
        </p:spPr>
        <p:style>
          <a:lnRef idx="1">
            <a:schemeClr val="accent1"/>
          </a:lnRef>
          <a:fillRef idx="0">
            <a:schemeClr val="accent1"/>
          </a:fillRef>
          <a:effectRef idx="0">
            <a:schemeClr val="accent1"/>
          </a:effectRef>
          <a:fontRef idx="minor">
            <a:schemeClr val="tx1"/>
          </a:fontRef>
        </p:style>
      </p:cxnSp>
      <p:sp>
        <p:nvSpPr>
          <p:cNvPr id="27" name="椭圆 26"/>
          <p:cNvSpPr/>
          <p:nvPr/>
        </p:nvSpPr>
        <p:spPr>
          <a:xfrm>
            <a:off x="5084510" y="3259704"/>
            <a:ext cx="2490229" cy="2490229"/>
          </a:xfrm>
          <a:prstGeom prst="ellipse">
            <a:avLst/>
          </a:prstGeom>
          <a:gradFill flip="none" rotWithShape="1">
            <a:gsLst>
              <a:gs pos="0">
                <a:schemeClr val="bg1"/>
              </a:gs>
              <a:gs pos="100000">
                <a:schemeClr val="bg1">
                  <a:lumMod val="85000"/>
                </a:schemeClr>
              </a:gs>
            </a:gsLst>
            <a:lin ang="13500000" scaled="1"/>
            <a:tileRect/>
          </a:gradFill>
          <a:ln w="25400">
            <a:gradFill flip="none" rotWithShape="1">
              <a:gsLst>
                <a:gs pos="0">
                  <a:schemeClr val="bg1">
                    <a:lumMod val="100000"/>
                  </a:schemeClr>
                </a:gs>
                <a:gs pos="100000">
                  <a:schemeClr val="bg1">
                    <a:lumMod val="85000"/>
                  </a:schemeClr>
                </a:gs>
              </a:gsLst>
              <a:lin ang="2700000" scaled="1"/>
              <a:tileRect/>
            </a:gradFill>
          </a:ln>
          <a:effectLst>
            <a:outerShdw blurRad="139700" dist="88900" dir="2700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76"/>
          </a:p>
        </p:txBody>
      </p:sp>
      <p:sp>
        <p:nvSpPr>
          <p:cNvPr id="38" name="文本框 37"/>
          <p:cNvSpPr txBox="1"/>
          <p:nvPr/>
        </p:nvSpPr>
        <p:spPr>
          <a:xfrm>
            <a:off x="1733151" y="2391228"/>
            <a:ext cx="2692313" cy="1261243"/>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39" name="文本框 38"/>
          <p:cNvSpPr txBox="1"/>
          <p:nvPr/>
        </p:nvSpPr>
        <p:spPr>
          <a:xfrm>
            <a:off x="8250859" y="2391228"/>
            <a:ext cx="2692313" cy="1261243"/>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0" name="文本框 39"/>
          <p:cNvSpPr txBox="1"/>
          <p:nvPr/>
        </p:nvSpPr>
        <p:spPr>
          <a:xfrm>
            <a:off x="1733151" y="5541395"/>
            <a:ext cx="2692313" cy="1261243"/>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1" name="文本框 40"/>
          <p:cNvSpPr txBox="1"/>
          <p:nvPr/>
        </p:nvSpPr>
        <p:spPr>
          <a:xfrm>
            <a:off x="8296780" y="5496540"/>
            <a:ext cx="2692313" cy="1261243"/>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2" name="文本框 41"/>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3" name="直接连接符 42"/>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44"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45"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46"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
        <p:nvSpPr>
          <p:cNvPr id="48" name="任意多边形 47"/>
          <p:cNvSpPr/>
          <p:nvPr>
            <p:custDataLst>
              <p:tags r:id="rId1"/>
            </p:custDataLst>
          </p:nvPr>
        </p:nvSpPr>
        <p:spPr>
          <a:xfrm>
            <a:off x="5216697" y="3401748"/>
            <a:ext cx="2206142" cy="2206142"/>
          </a:xfrm>
          <a:custGeom>
            <a:avLst/>
            <a:gdLst>
              <a:gd name="connsiteX0" fmla="*/ 1045932 w 2091864"/>
              <a:gd name="connsiteY0" fmla="*/ 0 h 2091864"/>
              <a:gd name="connsiteX1" fmla="*/ 2091864 w 2091864"/>
              <a:gd name="connsiteY1" fmla="*/ 1045932 h 2091864"/>
              <a:gd name="connsiteX2" fmla="*/ 1045932 w 2091864"/>
              <a:gd name="connsiteY2" fmla="*/ 2091864 h 2091864"/>
              <a:gd name="connsiteX3" fmla="*/ 0 w 2091864"/>
              <a:gd name="connsiteY3" fmla="*/ 1045932 h 2091864"/>
              <a:gd name="connsiteX4" fmla="*/ 1045932 w 2091864"/>
              <a:gd name="connsiteY4" fmla="*/ 0 h 2091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1864" h="2091864">
                <a:moveTo>
                  <a:pt x="1045932" y="0"/>
                </a:moveTo>
                <a:cubicBezTo>
                  <a:pt x="1623584" y="0"/>
                  <a:pt x="2091864" y="468280"/>
                  <a:pt x="2091864" y="1045932"/>
                </a:cubicBezTo>
                <a:cubicBezTo>
                  <a:pt x="2091864" y="1623584"/>
                  <a:pt x="1623584" y="2091864"/>
                  <a:pt x="1045932" y="2091864"/>
                </a:cubicBezTo>
                <a:cubicBezTo>
                  <a:pt x="468280" y="2091864"/>
                  <a:pt x="0" y="1623584"/>
                  <a:pt x="0" y="1045932"/>
                </a:cubicBezTo>
                <a:cubicBezTo>
                  <a:pt x="0" y="468280"/>
                  <a:pt x="468280" y="0"/>
                  <a:pt x="1045932" y="0"/>
                </a:cubicBezTo>
                <a:close/>
              </a:path>
            </a:pathLst>
          </a:custGeom>
          <a:blipFill dpi="0" rotWithShape="1">
            <a:blip r:embed="rId4" cstate="email">
              <a:extLst>
                <a:ext uri="{28A0092B-C50C-407E-A947-70E740481C1C}">
                  <a14:useLocalDpi xmlns:a14="http://schemas.microsoft.com/office/drawing/2010/main"/>
                </a:ext>
              </a:extLst>
            </a:blip>
            <a:srcRect/>
            <a:stretch>
              <a:fillRect/>
            </a:stretch>
          </a:blipFill>
          <a:ln w="31750">
            <a:solidFill>
              <a:srgbClr val="FFFFFF"/>
            </a:solidFill>
          </a:ln>
          <a:effectLst>
            <a:outerShdw blurRad="381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anchor="ctr">
            <a:noAutofit/>
          </a:bodyPr>
          <a:lstStyle/>
          <a:p>
            <a:pPr algn="ctr">
              <a:defRPr/>
            </a:pPr>
            <a:endParaRPr lang="zh-CN" altLang="en-US"/>
          </a:p>
        </p:txBody>
      </p:sp>
    </p:spTree>
    <p:extLst>
      <p:ext uri="{BB962C8B-B14F-4D97-AF65-F5344CB8AC3E}">
        <p14:creationId xmlns:p14="http://schemas.microsoft.com/office/powerpoint/2010/main" val="3799051862"/>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5"/>
                                        </p:tgtEl>
                                        <p:attrNameLst>
                                          <p:attrName>ppt_y</p:attrName>
                                        </p:attrNameLst>
                                      </p:cBhvr>
                                      <p:tavLst>
                                        <p:tav tm="0">
                                          <p:val>
                                            <p:strVal val="#ppt_y"/>
                                          </p:val>
                                        </p:tav>
                                        <p:tav tm="100000">
                                          <p:val>
                                            <p:strVal val="#ppt_y"/>
                                          </p:val>
                                        </p:tav>
                                      </p:tavLst>
                                    </p:anim>
                                    <p:anim calcmode="lin" valueType="num">
                                      <p:cBhvr>
                                        <p:cTn id="9" dur="50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up)">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14" presetClass="entr" presetSubtype="10" fill="hold" grpId="0" nodeType="click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randombar(horizontal)">
                                      <p:cBhvr>
                                        <p:cTn id="21" dur="500"/>
                                        <p:tgtEl>
                                          <p:spTgt spid="4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wipe(down)">
                                      <p:cBhvr>
                                        <p:cTn id="26" dur="500"/>
                                        <p:tgtEl>
                                          <p:spTgt spid="23"/>
                                        </p:tgtEl>
                                      </p:cBhvr>
                                    </p:animEffect>
                                  </p:childTnLst>
                                </p:cTn>
                              </p:par>
                              <p:par>
                                <p:cTn id="27" presetID="22" presetClass="entr" presetSubtype="4"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wipe(down)">
                                      <p:cBhvr>
                                        <p:cTn id="29" dur="500"/>
                                        <p:tgtEl>
                                          <p:spTgt spid="25"/>
                                        </p:tgtEl>
                                      </p:cBhvr>
                                    </p:animEffect>
                                  </p:childTnLst>
                                </p:cTn>
                              </p:par>
                              <p:par>
                                <p:cTn id="30" presetID="22" presetClass="entr" presetSubtype="4" fill="hold" nodeType="with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wipe(down)">
                                      <p:cBhvr>
                                        <p:cTn id="32" dur="500"/>
                                        <p:tgtEl>
                                          <p:spTgt spid="24"/>
                                        </p:tgtEl>
                                      </p:cBhvr>
                                    </p:animEffect>
                                  </p:childTnLst>
                                </p:cTn>
                              </p:par>
                              <p:par>
                                <p:cTn id="33" presetID="22" presetClass="entr" presetSubtype="4" fill="hold"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wipe(down)">
                                      <p:cBhvr>
                                        <p:cTn id="35" dur="500"/>
                                        <p:tgtEl>
                                          <p:spTgt spid="26"/>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1" fill="hold" nodeType="clickEffect">
                                  <p:stCondLst>
                                    <p:cond delay="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p:tgtEl>
                                          <p:spTgt spid="17"/>
                                        </p:tgtEl>
                                        <p:attrNameLst>
                                          <p:attrName>ppt_y</p:attrName>
                                        </p:attrNameLst>
                                      </p:cBhvr>
                                      <p:tavLst>
                                        <p:tav tm="0">
                                          <p:val>
                                            <p:strVal val="#ppt_y-#ppt_h*1.125000"/>
                                          </p:val>
                                        </p:tav>
                                        <p:tav tm="100000">
                                          <p:val>
                                            <p:strVal val="#ppt_y"/>
                                          </p:val>
                                        </p:tav>
                                      </p:tavLst>
                                    </p:anim>
                                    <p:animEffect transition="in" filter="wipe(down)">
                                      <p:cBhvr>
                                        <p:cTn id="41" dur="500"/>
                                        <p:tgtEl>
                                          <p:spTgt spid="17"/>
                                        </p:tgtEl>
                                      </p:cBhvr>
                                    </p:animEffect>
                                  </p:childTnLst>
                                </p:cTn>
                              </p:par>
                              <p:par>
                                <p:cTn id="42" presetID="12" presetClass="entr" presetSubtype="8" fill="hold" nodeType="with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additive="base">
                                        <p:cTn id="44" dur="500"/>
                                        <p:tgtEl>
                                          <p:spTgt spid="18"/>
                                        </p:tgtEl>
                                        <p:attrNameLst>
                                          <p:attrName>ppt_x</p:attrName>
                                        </p:attrNameLst>
                                      </p:cBhvr>
                                      <p:tavLst>
                                        <p:tav tm="0">
                                          <p:val>
                                            <p:strVal val="#ppt_x-#ppt_w*1.125000"/>
                                          </p:val>
                                        </p:tav>
                                        <p:tav tm="100000">
                                          <p:val>
                                            <p:strVal val="#ppt_x"/>
                                          </p:val>
                                        </p:tav>
                                      </p:tavLst>
                                    </p:anim>
                                    <p:animEffect transition="in" filter="wipe(right)">
                                      <p:cBhvr>
                                        <p:cTn id="45" dur="500"/>
                                        <p:tgtEl>
                                          <p:spTgt spid="18"/>
                                        </p:tgtEl>
                                      </p:cBhvr>
                                    </p:animEffect>
                                  </p:childTnLst>
                                </p:cTn>
                              </p:par>
                              <p:par>
                                <p:cTn id="46" presetID="12" presetClass="entr" presetSubtype="4" fill="hold" nodeType="withEffect">
                                  <p:stCondLst>
                                    <p:cond delay="0"/>
                                  </p:stCondLst>
                                  <p:childTnLst>
                                    <p:set>
                                      <p:cBhvr>
                                        <p:cTn id="47" dur="1" fill="hold">
                                          <p:stCondLst>
                                            <p:cond delay="0"/>
                                          </p:stCondLst>
                                        </p:cTn>
                                        <p:tgtEl>
                                          <p:spTgt spid="16"/>
                                        </p:tgtEl>
                                        <p:attrNameLst>
                                          <p:attrName>style.visibility</p:attrName>
                                        </p:attrNameLst>
                                      </p:cBhvr>
                                      <p:to>
                                        <p:strVal val="visible"/>
                                      </p:to>
                                    </p:set>
                                    <p:anim calcmode="lin" valueType="num">
                                      <p:cBhvr additive="base">
                                        <p:cTn id="48" dur="500"/>
                                        <p:tgtEl>
                                          <p:spTgt spid="16"/>
                                        </p:tgtEl>
                                        <p:attrNameLst>
                                          <p:attrName>ppt_y</p:attrName>
                                        </p:attrNameLst>
                                      </p:cBhvr>
                                      <p:tavLst>
                                        <p:tav tm="0">
                                          <p:val>
                                            <p:strVal val="#ppt_y+#ppt_h*1.125000"/>
                                          </p:val>
                                        </p:tav>
                                        <p:tav tm="100000">
                                          <p:val>
                                            <p:strVal val="#ppt_y"/>
                                          </p:val>
                                        </p:tav>
                                      </p:tavLst>
                                    </p:anim>
                                    <p:animEffect transition="in" filter="wipe(up)">
                                      <p:cBhvr>
                                        <p:cTn id="49" dur="500"/>
                                        <p:tgtEl>
                                          <p:spTgt spid="16"/>
                                        </p:tgtEl>
                                      </p:cBhvr>
                                    </p:animEffect>
                                  </p:childTnLst>
                                </p:cTn>
                              </p:par>
                              <p:par>
                                <p:cTn id="50" presetID="12" presetClass="entr" presetSubtype="2"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additive="base">
                                        <p:cTn id="52" dur="500"/>
                                        <p:tgtEl>
                                          <p:spTgt spid="15"/>
                                        </p:tgtEl>
                                        <p:attrNameLst>
                                          <p:attrName>ppt_x</p:attrName>
                                        </p:attrNameLst>
                                      </p:cBhvr>
                                      <p:tavLst>
                                        <p:tav tm="0">
                                          <p:val>
                                            <p:strVal val="#ppt_x+#ppt_w*1.125000"/>
                                          </p:val>
                                        </p:tav>
                                        <p:tav tm="100000">
                                          <p:val>
                                            <p:strVal val="#ppt_x"/>
                                          </p:val>
                                        </p:tav>
                                      </p:tavLst>
                                    </p:anim>
                                    <p:animEffect transition="in" filter="wipe(left)">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wipe(left)">
                                      <p:cBhvr>
                                        <p:cTn id="58" dur="500"/>
                                        <p:tgtEl>
                                          <p:spTgt spid="19"/>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wipe(left)">
                                      <p:cBhvr>
                                        <p:cTn id="61" dur="500"/>
                                        <p:tgtEl>
                                          <p:spTgt spid="22"/>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wipe(left)">
                                      <p:cBhvr>
                                        <p:cTn id="64" dur="500"/>
                                        <p:tgtEl>
                                          <p:spTgt spid="20"/>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wipe(left)">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38"/>
                                        </p:tgtEl>
                                        <p:attrNameLst>
                                          <p:attrName>style.visibility</p:attrName>
                                        </p:attrNameLst>
                                      </p:cBhvr>
                                      <p:to>
                                        <p:strVal val="visible"/>
                                      </p:to>
                                    </p:set>
                                    <p:animEffect transition="in" filter="fade">
                                      <p:cBhvr>
                                        <p:cTn id="72" dur="750"/>
                                        <p:tgtEl>
                                          <p:spTgt spid="38"/>
                                        </p:tgtEl>
                                      </p:cBhvr>
                                    </p:animEffect>
                                    <p:anim calcmode="lin" valueType="num">
                                      <p:cBhvr>
                                        <p:cTn id="73" dur="750" fill="hold"/>
                                        <p:tgtEl>
                                          <p:spTgt spid="38"/>
                                        </p:tgtEl>
                                        <p:attrNameLst>
                                          <p:attrName>ppt_x</p:attrName>
                                        </p:attrNameLst>
                                      </p:cBhvr>
                                      <p:tavLst>
                                        <p:tav tm="0">
                                          <p:val>
                                            <p:strVal val="#ppt_x"/>
                                          </p:val>
                                        </p:tav>
                                        <p:tav tm="100000">
                                          <p:val>
                                            <p:strVal val="#ppt_x"/>
                                          </p:val>
                                        </p:tav>
                                      </p:tavLst>
                                    </p:anim>
                                    <p:anim calcmode="lin" valueType="num">
                                      <p:cBhvr>
                                        <p:cTn id="74" dur="750" fill="hold"/>
                                        <p:tgtEl>
                                          <p:spTgt spid="38"/>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Effect transition="in" filter="fade">
                                      <p:cBhvr>
                                        <p:cTn id="77" dur="750"/>
                                        <p:tgtEl>
                                          <p:spTgt spid="39"/>
                                        </p:tgtEl>
                                      </p:cBhvr>
                                    </p:animEffect>
                                    <p:anim calcmode="lin" valueType="num">
                                      <p:cBhvr>
                                        <p:cTn id="78" dur="750" fill="hold"/>
                                        <p:tgtEl>
                                          <p:spTgt spid="39"/>
                                        </p:tgtEl>
                                        <p:attrNameLst>
                                          <p:attrName>ppt_x</p:attrName>
                                        </p:attrNameLst>
                                      </p:cBhvr>
                                      <p:tavLst>
                                        <p:tav tm="0">
                                          <p:val>
                                            <p:strVal val="#ppt_x"/>
                                          </p:val>
                                        </p:tav>
                                        <p:tav tm="100000">
                                          <p:val>
                                            <p:strVal val="#ppt_x"/>
                                          </p:val>
                                        </p:tav>
                                      </p:tavLst>
                                    </p:anim>
                                    <p:anim calcmode="lin" valueType="num">
                                      <p:cBhvr>
                                        <p:cTn id="79" dur="750" fill="hold"/>
                                        <p:tgtEl>
                                          <p:spTgt spid="39"/>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40"/>
                                        </p:tgtEl>
                                        <p:attrNameLst>
                                          <p:attrName>style.visibility</p:attrName>
                                        </p:attrNameLst>
                                      </p:cBhvr>
                                      <p:to>
                                        <p:strVal val="visible"/>
                                      </p:to>
                                    </p:set>
                                    <p:animEffect transition="in" filter="fade">
                                      <p:cBhvr>
                                        <p:cTn id="82" dur="750"/>
                                        <p:tgtEl>
                                          <p:spTgt spid="40"/>
                                        </p:tgtEl>
                                      </p:cBhvr>
                                    </p:animEffect>
                                    <p:anim calcmode="lin" valueType="num">
                                      <p:cBhvr>
                                        <p:cTn id="83" dur="750" fill="hold"/>
                                        <p:tgtEl>
                                          <p:spTgt spid="40"/>
                                        </p:tgtEl>
                                        <p:attrNameLst>
                                          <p:attrName>ppt_x</p:attrName>
                                        </p:attrNameLst>
                                      </p:cBhvr>
                                      <p:tavLst>
                                        <p:tav tm="0">
                                          <p:val>
                                            <p:strVal val="#ppt_x"/>
                                          </p:val>
                                        </p:tav>
                                        <p:tav tm="100000">
                                          <p:val>
                                            <p:strVal val="#ppt_x"/>
                                          </p:val>
                                        </p:tav>
                                      </p:tavLst>
                                    </p:anim>
                                    <p:anim calcmode="lin" valueType="num">
                                      <p:cBhvr>
                                        <p:cTn id="84" dur="750" fill="hold"/>
                                        <p:tgtEl>
                                          <p:spTgt spid="40"/>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41"/>
                                        </p:tgtEl>
                                        <p:attrNameLst>
                                          <p:attrName>style.visibility</p:attrName>
                                        </p:attrNameLst>
                                      </p:cBhvr>
                                      <p:to>
                                        <p:strVal val="visible"/>
                                      </p:to>
                                    </p:set>
                                    <p:animEffect transition="in" filter="fade">
                                      <p:cBhvr>
                                        <p:cTn id="87" dur="750"/>
                                        <p:tgtEl>
                                          <p:spTgt spid="41"/>
                                        </p:tgtEl>
                                      </p:cBhvr>
                                    </p:animEffect>
                                    <p:anim calcmode="lin" valueType="num">
                                      <p:cBhvr>
                                        <p:cTn id="88" dur="750" fill="hold"/>
                                        <p:tgtEl>
                                          <p:spTgt spid="41"/>
                                        </p:tgtEl>
                                        <p:attrNameLst>
                                          <p:attrName>ppt_x</p:attrName>
                                        </p:attrNameLst>
                                      </p:cBhvr>
                                      <p:tavLst>
                                        <p:tav tm="0">
                                          <p:val>
                                            <p:strVal val="#ppt_x"/>
                                          </p:val>
                                        </p:tav>
                                        <p:tav tm="100000">
                                          <p:val>
                                            <p:strVal val="#ppt_x"/>
                                          </p:val>
                                        </p:tav>
                                      </p:tavLst>
                                    </p:anim>
                                    <p:anim calcmode="lin" valueType="num">
                                      <p:cBhvr>
                                        <p:cTn id="89" dur="750" fill="hold"/>
                                        <p:tgtEl>
                                          <p:spTgt spid="41"/>
                                        </p:tgtEl>
                                        <p:attrNameLst>
                                          <p:attrName>ppt_y</p:attrName>
                                        </p:attrNameLst>
                                      </p:cBhvr>
                                      <p:tavLst>
                                        <p:tav tm="0">
                                          <p:val>
                                            <p:strVal val="#ppt_y+.1"/>
                                          </p:val>
                                        </p:tav>
                                        <p:tav tm="100000">
                                          <p:val>
                                            <p:strVal val="#ppt_y"/>
                                          </p:val>
                                        </p:tav>
                                      </p:tavLst>
                                    </p:anim>
                                  </p:childTnLst>
                                </p:cTn>
                              </p:par>
                            </p:childTnLst>
                          </p:cTn>
                        </p:par>
                      </p:childTnLst>
                    </p:cTn>
                  </p:par>
                  <p:par>
                    <p:cTn id="90" fill="hold">
                      <p:stCondLst>
                        <p:cond delay="indefinite"/>
                      </p:stCondLst>
                      <p:childTnLst>
                        <p:par>
                          <p:cTn id="91" fill="hold">
                            <p:stCondLst>
                              <p:cond delay="0"/>
                            </p:stCondLst>
                            <p:childTnLst>
                              <p:par>
                                <p:cTn id="92" presetID="22" presetClass="entr" presetSubtype="4" fill="hold" grpId="0" nodeType="clickEffect">
                                  <p:stCondLst>
                                    <p:cond delay="0"/>
                                  </p:stCondLst>
                                  <p:childTnLst>
                                    <p:set>
                                      <p:cBhvr>
                                        <p:cTn id="93" dur="1" fill="hold">
                                          <p:stCondLst>
                                            <p:cond delay="0"/>
                                          </p:stCondLst>
                                        </p:cTn>
                                        <p:tgtEl>
                                          <p:spTgt spid="42"/>
                                        </p:tgtEl>
                                        <p:attrNameLst>
                                          <p:attrName>style.visibility</p:attrName>
                                        </p:attrNameLst>
                                      </p:cBhvr>
                                      <p:to>
                                        <p:strVal val="visible"/>
                                      </p:to>
                                    </p:set>
                                    <p:animEffect transition="in" filter="wipe(down)">
                                      <p:cBhvr>
                                        <p:cTn id="94" dur="7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7" grpId="0" animBg="1"/>
      <p:bldP spid="38" grpId="0"/>
      <p:bldP spid="39" grpId="0"/>
      <p:bldP spid="40" grpId="0"/>
      <p:bldP spid="41" grpId="0"/>
      <p:bldP spid="42" grpId="0"/>
      <p:bldP spid="45" grpId="0"/>
      <p:bldP spid="4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6"/>
          <p:cNvSpPr>
            <a:spLocks/>
          </p:cNvSpPr>
          <p:nvPr/>
        </p:nvSpPr>
        <p:spPr bwMode="auto">
          <a:xfrm>
            <a:off x="3117238" y="6114944"/>
            <a:ext cx="1251002" cy="841000"/>
          </a:xfrm>
          <a:custGeom>
            <a:avLst/>
            <a:gdLst>
              <a:gd name="T0" fmla="*/ 0 w 1113"/>
              <a:gd name="T1" fmla="*/ 0 h 757"/>
              <a:gd name="T2" fmla="*/ 1113 w 1113"/>
              <a:gd name="T3" fmla="*/ 0 h 757"/>
              <a:gd name="T4" fmla="*/ 1113 w 1113"/>
              <a:gd name="T5" fmla="*/ 685 h 757"/>
              <a:gd name="T6" fmla="*/ 249 w 1113"/>
              <a:gd name="T7" fmla="*/ 685 h 757"/>
              <a:gd name="T8" fmla="*/ 177 w 1113"/>
              <a:gd name="T9" fmla="*/ 757 h 757"/>
              <a:gd name="T10" fmla="*/ 105 w 1113"/>
              <a:gd name="T11" fmla="*/ 685 h 757"/>
              <a:gd name="T12" fmla="*/ 0 w 1113"/>
              <a:gd name="T13" fmla="*/ 685 h 757"/>
              <a:gd name="T14" fmla="*/ 0 w 1113"/>
              <a:gd name="T15" fmla="*/ 0 h 7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3" h="757">
                <a:moveTo>
                  <a:pt x="0" y="0"/>
                </a:moveTo>
                <a:lnTo>
                  <a:pt x="1113" y="0"/>
                </a:lnTo>
                <a:lnTo>
                  <a:pt x="1113" y="685"/>
                </a:lnTo>
                <a:lnTo>
                  <a:pt x="249" y="685"/>
                </a:lnTo>
                <a:lnTo>
                  <a:pt x="177" y="757"/>
                </a:lnTo>
                <a:lnTo>
                  <a:pt x="105" y="685"/>
                </a:lnTo>
                <a:lnTo>
                  <a:pt x="0" y="685"/>
                </a:lnTo>
                <a:lnTo>
                  <a:pt x="0" y="0"/>
                </a:lnTo>
                <a:close/>
              </a:path>
            </a:pathLst>
          </a:custGeom>
          <a:solidFill>
            <a:srgbClr val="04447F"/>
          </a:solidFill>
          <a:ln w="57150">
            <a:solidFill>
              <a:schemeClr val="bg1"/>
            </a:solidFill>
          </a:ln>
          <a:effectLst>
            <a:innerShdw blurRad="63500" dist="50800" dir="13500000">
              <a:prstClr val="black">
                <a:alpha val="50000"/>
              </a:prstClr>
            </a:innerShdw>
          </a:effectLst>
        </p:spPr>
        <p:txBody>
          <a:bodyPr lIns="89529" tIns="44765" rIns="89529" bIns="44765"/>
          <a:lstStyle/>
          <a:p>
            <a:pPr defTabSz="1194193">
              <a:defRPr/>
            </a:pPr>
            <a:endParaRPr lang="zh-CN" altLang="en-US" sz="1852"/>
          </a:p>
        </p:txBody>
      </p:sp>
      <p:sp>
        <p:nvSpPr>
          <p:cNvPr id="15" name="Freeform 8"/>
          <p:cNvSpPr>
            <a:spLocks/>
          </p:cNvSpPr>
          <p:nvPr/>
        </p:nvSpPr>
        <p:spPr bwMode="auto">
          <a:xfrm>
            <a:off x="1866234" y="1534111"/>
            <a:ext cx="3802981" cy="4447272"/>
          </a:xfrm>
          <a:custGeom>
            <a:avLst/>
            <a:gdLst>
              <a:gd name="T0" fmla="*/ 133 w 3381"/>
              <a:gd name="T1" fmla="*/ 2348 h 3999"/>
              <a:gd name="T2" fmla="*/ 0 w 3381"/>
              <a:gd name="T3" fmla="*/ 1703 h 3999"/>
              <a:gd name="T4" fmla="*/ 282 w 3381"/>
              <a:gd name="T5" fmla="*/ 767 h 3999"/>
              <a:gd name="T6" fmla="*/ 1039 w 3381"/>
              <a:gd name="T7" fmla="*/ 133 h 3999"/>
              <a:gd name="T8" fmla="*/ 1689 w 3381"/>
              <a:gd name="T9" fmla="*/ 0 h 3999"/>
              <a:gd name="T10" fmla="*/ 2885 w 3381"/>
              <a:gd name="T11" fmla="*/ 495 h 3999"/>
              <a:gd name="T12" fmla="*/ 3381 w 3381"/>
              <a:gd name="T13" fmla="*/ 1691 h 3999"/>
              <a:gd name="T14" fmla="*/ 3097 w 3381"/>
              <a:gd name="T15" fmla="*/ 2624 h 3999"/>
              <a:gd name="T16" fmla="*/ 2346 w 3381"/>
              <a:gd name="T17" fmla="*/ 3248 h 3999"/>
              <a:gd name="T18" fmla="*/ 2281 w 3381"/>
              <a:gd name="T19" fmla="*/ 3304 h 3999"/>
              <a:gd name="T20" fmla="*/ 2256 w 3381"/>
              <a:gd name="T21" fmla="*/ 3388 h 3999"/>
              <a:gd name="T22" fmla="*/ 2256 w 3381"/>
              <a:gd name="T23" fmla="*/ 3718 h 3999"/>
              <a:gd name="T24" fmla="*/ 1699 w 3381"/>
              <a:gd name="T25" fmla="*/ 3999 h 3999"/>
              <a:gd name="T26" fmla="*/ 1142 w 3381"/>
              <a:gd name="T27" fmla="*/ 3718 h 3999"/>
              <a:gd name="T28" fmla="*/ 1142 w 3381"/>
              <a:gd name="T29" fmla="*/ 3388 h 3999"/>
              <a:gd name="T30" fmla="*/ 1354 w 3381"/>
              <a:gd name="T31" fmla="*/ 2691 h 3999"/>
              <a:gd name="T32" fmla="*/ 1916 w 3381"/>
              <a:gd name="T33" fmla="*/ 2226 h 3999"/>
              <a:gd name="T34" fmla="*/ 2171 w 3381"/>
              <a:gd name="T35" fmla="*/ 2011 h 3999"/>
              <a:gd name="T36" fmla="*/ 2267 w 3381"/>
              <a:gd name="T37" fmla="*/ 1691 h 3999"/>
              <a:gd name="T38" fmla="*/ 2098 w 3381"/>
              <a:gd name="T39" fmla="*/ 1283 h 3999"/>
              <a:gd name="T40" fmla="*/ 1689 w 3381"/>
              <a:gd name="T41" fmla="*/ 1113 h 3999"/>
              <a:gd name="T42" fmla="*/ 1469 w 3381"/>
              <a:gd name="T43" fmla="*/ 1155 h 3999"/>
              <a:gd name="T44" fmla="*/ 1212 w 3381"/>
              <a:gd name="T45" fmla="*/ 1375 h 3999"/>
              <a:gd name="T46" fmla="*/ 1113 w 3381"/>
              <a:gd name="T47" fmla="*/ 1703 h 3999"/>
              <a:gd name="T48" fmla="*/ 1155 w 3381"/>
              <a:gd name="T49" fmla="*/ 1918 h 3999"/>
              <a:gd name="T50" fmla="*/ 133 w 3381"/>
              <a:gd name="T51" fmla="*/ 2348 h 3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81" h="3999">
                <a:moveTo>
                  <a:pt x="133" y="2348"/>
                </a:moveTo>
                <a:cubicBezTo>
                  <a:pt x="42" y="2134"/>
                  <a:pt x="0" y="1915"/>
                  <a:pt x="0" y="1703"/>
                </a:cubicBezTo>
                <a:cubicBezTo>
                  <a:pt x="0" y="1368"/>
                  <a:pt x="102" y="1042"/>
                  <a:pt x="282" y="767"/>
                </a:cubicBezTo>
                <a:cubicBezTo>
                  <a:pt x="461" y="492"/>
                  <a:pt x="721" y="267"/>
                  <a:pt x="1039" y="133"/>
                </a:cubicBezTo>
                <a:cubicBezTo>
                  <a:pt x="1240" y="48"/>
                  <a:pt x="1459" y="0"/>
                  <a:pt x="1689" y="0"/>
                </a:cubicBezTo>
                <a:cubicBezTo>
                  <a:pt x="2156" y="0"/>
                  <a:pt x="2579" y="189"/>
                  <a:pt x="2885" y="495"/>
                </a:cubicBezTo>
                <a:cubicBezTo>
                  <a:pt x="3191" y="802"/>
                  <a:pt x="3381" y="1224"/>
                  <a:pt x="3381" y="1691"/>
                </a:cubicBezTo>
                <a:cubicBezTo>
                  <a:pt x="3381" y="2028"/>
                  <a:pt x="3278" y="2352"/>
                  <a:pt x="3097" y="2624"/>
                </a:cubicBezTo>
                <a:cubicBezTo>
                  <a:pt x="2918" y="2895"/>
                  <a:pt x="2659" y="3115"/>
                  <a:pt x="2346" y="3248"/>
                </a:cubicBezTo>
                <a:cubicBezTo>
                  <a:pt x="2320" y="3259"/>
                  <a:pt x="2298" y="3279"/>
                  <a:pt x="2281" y="3304"/>
                </a:cubicBezTo>
                <a:cubicBezTo>
                  <a:pt x="2265" y="3328"/>
                  <a:pt x="2256" y="3357"/>
                  <a:pt x="2256" y="3388"/>
                </a:cubicBezTo>
                <a:lnTo>
                  <a:pt x="2256" y="3718"/>
                </a:lnTo>
                <a:lnTo>
                  <a:pt x="1699" y="3999"/>
                </a:lnTo>
                <a:lnTo>
                  <a:pt x="1142" y="3718"/>
                </a:lnTo>
                <a:lnTo>
                  <a:pt x="1142" y="3388"/>
                </a:lnTo>
                <a:cubicBezTo>
                  <a:pt x="1142" y="3137"/>
                  <a:pt x="1219" y="2895"/>
                  <a:pt x="1354" y="2691"/>
                </a:cubicBezTo>
                <a:cubicBezTo>
                  <a:pt x="1488" y="2489"/>
                  <a:pt x="1681" y="2325"/>
                  <a:pt x="1916" y="2226"/>
                </a:cubicBezTo>
                <a:cubicBezTo>
                  <a:pt x="2020" y="2181"/>
                  <a:pt x="2108" y="2106"/>
                  <a:pt x="2171" y="2011"/>
                </a:cubicBezTo>
                <a:cubicBezTo>
                  <a:pt x="2232" y="1918"/>
                  <a:pt x="2267" y="1808"/>
                  <a:pt x="2267" y="1691"/>
                </a:cubicBezTo>
                <a:cubicBezTo>
                  <a:pt x="2267" y="1532"/>
                  <a:pt x="2203" y="1387"/>
                  <a:pt x="2098" y="1283"/>
                </a:cubicBezTo>
                <a:cubicBezTo>
                  <a:pt x="1993" y="1178"/>
                  <a:pt x="1849" y="1113"/>
                  <a:pt x="1689" y="1113"/>
                </a:cubicBezTo>
                <a:cubicBezTo>
                  <a:pt x="1606" y="1113"/>
                  <a:pt x="1532" y="1128"/>
                  <a:pt x="1469" y="1155"/>
                </a:cubicBezTo>
                <a:cubicBezTo>
                  <a:pt x="1365" y="1199"/>
                  <a:pt x="1276" y="1278"/>
                  <a:pt x="1212" y="1375"/>
                </a:cubicBezTo>
                <a:cubicBezTo>
                  <a:pt x="1149" y="1472"/>
                  <a:pt x="1113" y="1586"/>
                  <a:pt x="1113" y="1703"/>
                </a:cubicBezTo>
                <a:cubicBezTo>
                  <a:pt x="1113" y="1777"/>
                  <a:pt x="1127" y="1850"/>
                  <a:pt x="1155" y="1918"/>
                </a:cubicBezTo>
                <a:lnTo>
                  <a:pt x="133" y="2348"/>
                </a:lnTo>
                <a:close/>
              </a:path>
            </a:pathLst>
          </a:custGeom>
          <a:solidFill>
            <a:srgbClr val="BF1347"/>
          </a:solidFill>
          <a:ln w="57150">
            <a:solidFill>
              <a:schemeClr val="bg1"/>
            </a:solidFill>
          </a:ln>
          <a:effectLst>
            <a:innerShdw blurRad="63500" dist="50800" dir="13500000">
              <a:prstClr val="black">
                <a:alpha val="50000"/>
              </a:prstClr>
            </a:innerShdw>
          </a:effectLst>
        </p:spPr>
        <p:txBody>
          <a:bodyPr lIns="89529" tIns="44765" rIns="89529" bIns="44765"/>
          <a:lstStyle/>
          <a:p>
            <a:pPr defTabSz="1194193">
              <a:defRPr/>
            </a:pPr>
            <a:endParaRPr lang="zh-CN" altLang="en-US" sz="1852"/>
          </a:p>
        </p:txBody>
      </p:sp>
      <p:sp>
        <p:nvSpPr>
          <p:cNvPr id="16" name="Freeform 9"/>
          <p:cNvSpPr>
            <a:spLocks/>
          </p:cNvSpPr>
          <p:nvPr/>
        </p:nvSpPr>
        <p:spPr bwMode="auto">
          <a:xfrm>
            <a:off x="2832989" y="1534116"/>
            <a:ext cx="2601958" cy="1606388"/>
          </a:xfrm>
          <a:custGeom>
            <a:avLst/>
            <a:gdLst>
              <a:gd name="T0" fmla="*/ 0 w 2313"/>
              <a:gd name="T1" fmla="*/ 221 h 1445"/>
              <a:gd name="T2" fmla="*/ 179 w 2313"/>
              <a:gd name="T3" fmla="*/ 133 h 1445"/>
              <a:gd name="T4" fmla="*/ 829 w 2313"/>
              <a:gd name="T5" fmla="*/ 0 h 1445"/>
              <a:gd name="T6" fmla="*/ 2025 w 2313"/>
              <a:gd name="T7" fmla="*/ 495 h 1445"/>
              <a:gd name="T8" fmla="*/ 2313 w 2313"/>
              <a:gd name="T9" fmla="*/ 879 h 1445"/>
              <a:gd name="T10" fmla="*/ 1353 w 2313"/>
              <a:gd name="T11" fmla="*/ 1445 h 1445"/>
              <a:gd name="T12" fmla="*/ 1238 w 2313"/>
              <a:gd name="T13" fmla="*/ 1283 h 1445"/>
              <a:gd name="T14" fmla="*/ 829 w 2313"/>
              <a:gd name="T15" fmla="*/ 1113 h 1445"/>
              <a:gd name="T16" fmla="*/ 609 w 2313"/>
              <a:gd name="T17" fmla="*/ 1155 h 1445"/>
              <a:gd name="T18" fmla="*/ 552 w 2313"/>
              <a:gd name="T19" fmla="*/ 1184 h 1445"/>
              <a:gd name="T20" fmla="*/ 0 w 2313"/>
              <a:gd name="T21" fmla="*/ 221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3" h="1445">
                <a:moveTo>
                  <a:pt x="0" y="221"/>
                </a:moveTo>
                <a:cubicBezTo>
                  <a:pt x="57" y="189"/>
                  <a:pt x="117" y="159"/>
                  <a:pt x="179" y="133"/>
                </a:cubicBezTo>
                <a:cubicBezTo>
                  <a:pt x="380" y="48"/>
                  <a:pt x="599" y="0"/>
                  <a:pt x="829" y="0"/>
                </a:cubicBezTo>
                <a:cubicBezTo>
                  <a:pt x="1296" y="0"/>
                  <a:pt x="1719" y="189"/>
                  <a:pt x="2025" y="495"/>
                </a:cubicBezTo>
                <a:cubicBezTo>
                  <a:pt x="2138" y="609"/>
                  <a:pt x="2236" y="738"/>
                  <a:pt x="2313" y="879"/>
                </a:cubicBezTo>
                <a:lnTo>
                  <a:pt x="1353" y="1445"/>
                </a:lnTo>
                <a:cubicBezTo>
                  <a:pt x="1324" y="1385"/>
                  <a:pt x="1285" y="1330"/>
                  <a:pt x="1238" y="1283"/>
                </a:cubicBezTo>
                <a:cubicBezTo>
                  <a:pt x="1133" y="1178"/>
                  <a:pt x="989" y="1113"/>
                  <a:pt x="829" y="1113"/>
                </a:cubicBezTo>
                <a:cubicBezTo>
                  <a:pt x="746" y="1113"/>
                  <a:pt x="672" y="1128"/>
                  <a:pt x="609" y="1155"/>
                </a:cubicBezTo>
                <a:cubicBezTo>
                  <a:pt x="590" y="1163"/>
                  <a:pt x="570" y="1173"/>
                  <a:pt x="552" y="1184"/>
                </a:cubicBezTo>
                <a:lnTo>
                  <a:pt x="0" y="221"/>
                </a:lnTo>
                <a:close/>
              </a:path>
            </a:pathLst>
          </a:custGeom>
          <a:solidFill>
            <a:srgbClr val="BF1347"/>
          </a:solidFill>
          <a:ln w="57150">
            <a:solidFill>
              <a:schemeClr val="bg1"/>
            </a:solidFill>
          </a:ln>
          <a:effectLst>
            <a:innerShdw blurRad="63500" dist="50800" dir="13500000">
              <a:prstClr val="black">
                <a:alpha val="50000"/>
              </a:prstClr>
            </a:innerShdw>
          </a:effectLst>
        </p:spPr>
        <p:txBody>
          <a:bodyPr lIns="89529" tIns="44765" rIns="89529" bIns="44765"/>
          <a:lstStyle/>
          <a:p>
            <a:pPr defTabSz="1194193">
              <a:defRPr/>
            </a:pPr>
            <a:endParaRPr lang="zh-CN" altLang="en-US" sz="1852"/>
          </a:p>
        </p:txBody>
      </p:sp>
      <p:sp>
        <p:nvSpPr>
          <p:cNvPr id="17" name="Freeform 10"/>
          <p:cNvSpPr>
            <a:spLocks/>
          </p:cNvSpPr>
          <p:nvPr/>
        </p:nvSpPr>
        <p:spPr bwMode="auto">
          <a:xfrm>
            <a:off x="4204247" y="2444550"/>
            <a:ext cx="1464968" cy="2320854"/>
          </a:xfrm>
          <a:custGeom>
            <a:avLst/>
            <a:gdLst>
              <a:gd name="T0" fmla="*/ 1061 w 1303"/>
              <a:gd name="T1" fmla="*/ 0 h 2087"/>
              <a:gd name="T2" fmla="*/ 1303 w 1303"/>
              <a:gd name="T3" fmla="*/ 872 h 2087"/>
              <a:gd name="T4" fmla="*/ 1019 w 1303"/>
              <a:gd name="T5" fmla="*/ 1805 h 2087"/>
              <a:gd name="T6" fmla="*/ 785 w 1303"/>
              <a:gd name="T7" fmla="*/ 2087 h 2087"/>
              <a:gd name="T8" fmla="*/ 0 w 1303"/>
              <a:gd name="T9" fmla="*/ 1301 h 2087"/>
              <a:gd name="T10" fmla="*/ 93 w 1303"/>
              <a:gd name="T11" fmla="*/ 1192 h 2087"/>
              <a:gd name="T12" fmla="*/ 189 w 1303"/>
              <a:gd name="T13" fmla="*/ 872 h 2087"/>
              <a:gd name="T14" fmla="*/ 101 w 1303"/>
              <a:gd name="T15" fmla="*/ 566 h 2087"/>
              <a:gd name="T16" fmla="*/ 1061 w 1303"/>
              <a:gd name="T17" fmla="*/ 0 h 2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3" h="2087">
                <a:moveTo>
                  <a:pt x="1061" y="0"/>
                </a:moveTo>
                <a:cubicBezTo>
                  <a:pt x="1214" y="255"/>
                  <a:pt x="1303" y="553"/>
                  <a:pt x="1303" y="872"/>
                </a:cubicBezTo>
                <a:cubicBezTo>
                  <a:pt x="1303" y="1209"/>
                  <a:pt x="1200" y="1533"/>
                  <a:pt x="1019" y="1805"/>
                </a:cubicBezTo>
                <a:cubicBezTo>
                  <a:pt x="952" y="1907"/>
                  <a:pt x="874" y="2001"/>
                  <a:pt x="785" y="2087"/>
                </a:cubicBezTo>
                <a:lnTo>
                  <a:pt x="0" y="1301"/>
                </a:lnTo>
                <a:cubicBezTo>
                  <a:pt x="35" y="1269"/>
                  <a:pt x="66" y="1232"/>
                  <a:pt x="93" y="1192"/>
                </a:cubicBezTo>
                <a:cubicBezTo>
                  <a:pt x="154" y="1099"/>
                  <a:pt x="189" y="989"/>
                  <a:pt x="189" y="872"/>
                </a:cubicBezTo>
                <a:cubicBezTo>
                  <a:pt x="189" y="760"/>
                  <a:pt x="157" y="655"/>
                  <a:pt x="101" y="566"/>
                </a:cubicBezTo>
                <a:lnTo>
                  <a:pt x="1061" y="0"/>
                </a:lnTo>
                <a:close/>
              </a:path>
            </a:pathLst>
          </a:custGeom>
          <a:solidFill>
            <a:srgbClr val="04447F"/>
          </a:solidFill>
          <a:ln w="57150">
            <a:solidFill>
              <a:schemeClr val="bg1"/>
            </a:solidFill>
          </a:ln>
          <a:effectLst>
            <a:innerShdw blurRad="63500" dist="50800" dir="13500000">
              <a:prstClr val="black">
                <a:alpha val="50000"/>
              </a:prstClr>
            </a:innerShdw>
          </a:effectLst>
        </p:spPr>
        <p:txBody>
          <a:bodyPr lIns="89529" tIns="44765" rIns="89529" bIns="44765"/>
          <a:lstStyle/>
          <a:p>
            <a:pPr defTabSz="1194193">
              <a:defRPr/>
            </a:pPr>
            <a:endParaRPr lang="zh-CN" altLang="en-US" sz="1852"/>
          </a:p>
        </p:txBody>
      </p:sp>
      <p:sp>
        <p:nvSpPr>
          <p:cNvPr id="18" name="Freeform 11"/>
          <p:cNvSpPr>
            <a:spLocks/>
          </p:cNvSpPr>
          <p:nvPr/>
        </p:nvSpPr>
        <p:spPr bwMode="auto">
          <a:xfrm>
            <a:off x="1847493" y="1777926"/>
            <a:ext cx="1607092" cy="2367147"/>
          </a:xfrm>
          <a:custGeom>
            <a:avLst/>
            <a:gdLst>
              <a:gd name="T0" fmla="*/ 149 w 1428"/>
              <a:gd name="T1" fmla="*/ 2129 h 2129"/>
              <a:gd name="T2" fmla="*/ 25 w 1428"/>
              <a:gd name="T3" fmla="*/ 1325 h 2129"/>
              <a:gd name="T4" fmla="*/ 296 w 1428"/>
              <a:gd name="T5" fmla="*/ 552 h 2129"/>
              <a:gd name="T6" fmla="*/ 554 w 1428"/>
              <a:gd name="T7" fmla="*/ 242 h 2129"/>
              <a:gd name="T8" fmla="*/ 880 w 1428"/>
              <a:gd name="T9" fmla="*/ 0 h 2129"/>
              <a:gd name="T10" fmla="*/ 1428 w 1428"/>
              <a:gd name="T11" fmla="*/ 965 h 2129"/>
              <a:gd name="T12" fmla="*/ 1319 w 1428"/>
              <a:gd name="T13" fmla="*/ 1046 h 2129"/>
              <a:gd name="T14" fmla="*/ 1227 w 1428"/>
              <a:gd name="T15" fmla="*/ 1157 h 2129"/>
              <a:gd name="T16" fmla="*/ 1130 w 1428"/>
              <a:gd name="T17" fmla="*/ 1429 h 2129"/>
              <a:gd name="T18" fmla="*/ 1171 w 1428"/>
              <a:gd name="T19" fmla="*/ 1699 h 2129"/>
              <a:gd name="T20" fmla="*/ 149 w 1428"/>
              <a:gd name="T21" fmla="*/ 2129 h 2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8" h="2129">
                <a:moveTo>
                  <a:pt x="149" y="2129"/>
                </a:moveTo>
                <a:cubicBezTo>
                  <a:pt x="37" y="1865"/>
                  <a:pt x="0" y="1590"/>
                  <a:pt x="25" y="1325"/>
                </a:cubicBezTo>
                <a:cubicBezTo>
                  <a:pt x="52" y="1048"/>
                  <a:pt x="147" y="782"/>
                  <a:pt x="296" y="552"/>
                </a:cubicBezTo>
                <a:cubicBezTo>
                  <a:pt x="370" y="438"/>
                  <a:pt x="457" y="334"/>
                  <a:pt x="554" y="242"/>
                </a:cubicBezTo>
                <a:cubicBezTo>
                  <a:pt x="651" y="149"/>
                  <a:pt x="761" y="68"/>
                  <a:pt x="880" y="0"/>
                </a:cubicBezTo>
                <a:lnTo>
                  <a:pt x="1428" y="965"/>
                </a:lnTo>
                <a:cubicBezTo>
                  <a:pt x="1389" y="987"/>
                  <a:pt x="1353" y="1015"/>
                  <a:pt x="1319" y="1046"/>
                </a:cubicBezTo>
                <a:cubicBezTo>
                  <a:pt x="1283" y="1080"/>
                  <a:pt x="1252" y="1117"/>
                  <a:pt x="1227" y="1157"/>
                </a:cubicBezTo>
                <a:cubicBezTo>
                  <a:pt x="1173" y="1239"/>
                  <a:pt x="1139" y="1333"/>
                  <a:pt x="1130" y="1429"/>
                </a:cubicBezTo>
                <a:cubicBezTo>
                  <a:pt x="1122" y="1519"/>
                  <a:pt x="1134" y="1611"/>
                  <a:pt x="1171" y="1699"/>
                </a:cubicBezTo>
                <a:lnTo>
                  <a:pt x="149" y="2129"/>
                </a:lnTo>
                <a:close/>
              </a:path>
            </a:pathLst>
          </a:custGeom>
          <a:solidFill>
            <a:srgbClr val="04447F"/>
          </a:solidFill>
          <a:ln w="57150">
            <a:solidFill>
              <a:schemeClr val="bg1"/>
            </a:solidFill>
          </a:ln>
          <a:effectLst>
            <a:innerShdw blurRad="63500" dist="50800" dir="13500000">
              <a:prstClr val="black">
                <a:alpha val="50000"/>
              </a:prstClr>
            </a:innerShdw>
          </a:effectLst>
        </p:spPr>
        <p:txBody>
          <a:bodyPr lIns="89529" tIns="44765" rIns="89529" bIns="44765"/>
          <a:lstStyle/>
          <a:p>
            <a:pPr defTabSz="1194193">
              <a:defRPr/>
            </a:pPr>
            <a:endParaRPr lang="zh-CN" altLang="en-US" sz="1852"/>
          </a:p>
        </p:txBody>
      </p:sp>
      <p:grpSp>
        <p:nvGrpSpPr>
          <p:cNvPr id="19" name="组合 41"/>
          <p:cNvGrpSpPr>
            <a:grpSpLocks/>
          </p:cNvGrpSpPr>
          <p:nvPr/>
        </p:nvGrpSpPr>
        <p:grpSpPr bwMode="auto">
          <a:xfrm>
            <a:off x="1983726" y="2430287"/>
            <a:ext cx="1134486" cy="1167916"/>
            <a:chOff x="1681435" y="1637023"/>
            <a:chExt cx="1152128" cy="1202584"/>
          </a:xfrm>
        </p:grpSpPr>
        <p:sp>
          <p:nvSpPr>
            <p:cNvPr id="20" name="TextBox 58"/>
            <p:cNvSpPr txBox="1"/>
            <p:nvPr/>
          </p:nvSpPr>
          <p:spPr>
            <a:xfrm>
              <a:off x="2007772" y="1637023"/>
              <a:ext cx="413821" cy="640031"/>
            </a:xfrm>
            <a:prstGeom prst="rect">
              <a:avLst/>
            </a:prstGeom>
            <a:noFill/>
          </p:spPr>
          <p:txBody>
            <a:bodyPr wrap="none">
              <a:spAutoFit/>
            </a:bodyPr>
            <a:lstStyle/>
            <a:p>
              <a:pPr defTabSz="1194193">
                <a:defRPr/>
              </a:pPr>
              <a:r>
                <a:rPr lang="en-US" altLang="zh-CN" sz="3439" b="1" dirty="0">
                  <a:solidFill>
                    <a:srgbClr val="F8F8F8"/>
                  </a:solidFill>
                  <a:latin typeface="+mj-ea"/>
                  <a:ea typeface="+mj-ea"/>
                </a:rPr>
                <a:t>1</a:t>
              </a:r>
              <a:endParaRPr lang="zh-CN" altLang="en-US" sz="3439" b="1" dirty="0">
                <a:solidFill>
                  <a:srgbClr val="F8F8F8"/>
                </a:solidFill>
                <a:latin typeface="+mj-ea"/>
                <a:ea typeface="+mj-ea"/>
              </a:endParaRPr>
            </a:p>
          </p:txBody>
        </p:sp>
        <p:sp>
          <p:nvSpPr>
            <p:cNvPr id="21" name="TextBox 61"/>
            <p:cNvSpPr txBox="1"/>
            <p:nvPr/>
          </p:nvSpPr>
          <p:spPr>
            <a:xfrm>
              <a:off x="1681435" y="2157585"/>
              <a:ext cx="1152128" cy="682022"/>
            </a:xfrm>
            <a:prstGeom prst="rect">
              <a:avLst/>
            </a:prstGeom>
            <a:noFill/>
          </p:spPr>
          <p:txBody>
            <a:bodyPr>
              <a:spAutoFit/>
            </a:bodyPr>
            <a:lstStyle/>
            <a:p>
              <a:pPr algn="ctr" defTabSz="1194193">
                <a:defRPr/>
              </a:pPr>
              <a:r>
                <a:rPr lang="zh-CN" altLang="en-US" sz="1852" dirty="0">
                  <a:solidFill>
                    <a:srgbClr val="F8F8F8"/>
                  </a:solidFill>
                  <a:latin typeface="+mn-ea"/>
                </a:rPr>
                <a:t>请输入您的文字</a:t>
              </a:r>
            </a:p>
          </p:txBody>
        </p:sp>
      </p:grpSp>
      <p:grpSp>
        <p:nvGrpSpPr>
          <p:cNvPr id="22" name="组合 44"/>
          <p:cNvGrpSpPr>
            <a:grpSpLocks/>
          </p:cNvGrpSpPr>
          <p:nvPr/>
        </p:nvGrpSpPr>
        <p:grpSpPr bwMode="auto">
          <a:xfrm>
            <a:off x="3596306" y="1636682"/>
            <a:ext cx="1132528" cy="1148563"/>
            <a:chOff x="3362324" y="871906"/>
            <a:chExt cx="1152128" cy="1182699"/>
          </a:xfrm>
        </p:grpSpPr>
        <p:sp>
          <p:nvSpPr>
            <p:cNvPr id="23" name="TextBox 70"/>
            <p:cNvSpPr txBox="1"/>
            <p:nvPr/>
          </p:nvSpPr>
          <p:spPr>
            <a:xfrm>
              <a:off x="3615473" y="871906"/>
              <a:ext cx="378660" cy="556202"/>
            </a:xfrm>
            <a:prstGeom prst="rect">
              <a:avLst/>
            </a:prstGeom>
            <a:noFill/>
          </p:spPr>
          <p:txBody>
            <a:bodyPr wrap="none">
              <a:spAutoFit/>
            </a:bodyPr>
            <a:lstStyle/>
            <a:p>
              <a:pPr defTabSz="1194193">
                <a:defRPr/>
              </a:pPr>
              <a:r>
                <a:rPr lang="en-US" altLang="zh-CN" sz="2910" b="1" dirty="0">
                  <a:solidFill>
                    <a:srgbClr val="F8F8F8"/>
                  </a:solidFill>
                  <a:latin typeface="+mj-ea"/>
                  <a:ea typeface="+mj-ea"/>
                </a:rPr>
                <a:t>2</a:t>
              </a:r>
              <a:endParaRPr lang="zh-CN" altLang="en-US" sz="2910" b="1" dirty="0">
                <a:solidFill>
                  <a:srgbClr val="F8F8F8"/>
                </a:solidFill>
                <a:latin typeface="+mj-ea"/>
                <a:ea typeface="+mj-ea"/>
              </a:endParaRPr>
            </a:p>
          </p:txBody>
        </p:sp>
        <p:sp>
          <p:nvSpPr>
            <p:cNvPr id="24" name="TextBox 71"/>
            <p:cNvSpPr txBox="1"/>
            <p:nvPr/>
          </p:nvSpPr>
          <p:spPr>
            <a:xfrm>
              <a:off x="3362324" y="1414683"/>
              <a:ext cx="1152128" cy="639922"/>
            </a:xfrm>
            <a:prstGeom prst="rect">
              <a:avLst/>
            </a:prstGeom>
            <a:noFill/>
          </p:spPr>
          <p:txBody>
            <a:bodyPr>
              <a:spAutoFit/>
            </a:bodyPr>
            <a:lstStyle/>
            <a:p>
              <a:pPr algn="ctr" defTabSz="1194193">
                <a:defRPr/>
              </a:pPr>
              <a:r>
                <a:rPr lang="zh-CN" altLang="en-US" sz="1719" dirty="0">
                  <a:solidFill>
                    <a:srgbClr val="F8F8F8"/>
                  </a:solidFill>
                  <a:latin typeface="+mn-ea"/>
                </a:rPr>
                <a:t>请输入您的文字</a:t>
              </a:r>
            </a:p>
          </p:txBody>
        </p:sp>
      </p:grpSp>
      <p:grpSp>
        <p:nvGrpSpPr>
          <p:cNvPr id="25" name="组合 47"/>
          <p:cNvGrpSpPr>
            <a:grpSpLocks/>
          </p:cNvGrpSpPr>
          <p:nvPr/>
        </p:nvGrpSpPr>
        <p:grpSpPr bwMode="auto">
          <a:xfrm>
            <a:off x="4399653" y="2945641"/>
            <a:ext cx="1134486" cy="1258055"/>
            <a:chOff x="4138032" y="2168050"/>
            <a:chExt cx="1152128" cy="1293725"/>
          </a:xfrm>
        </p:grpSpPr>
        <p:sp>
          <p:nvSpPr>
            <p:cNvPr id="26" name="TextBox 73"/>
            <p:cNvSpPr txBox="1"/>
            <p:nvPr/>
          </p:nvSpPr>
          <p:spPr>
            <a:xfrm>
              <a:off x="4464369" y="2168050"/>
              <a:ext cx="413821" cy="639204"/>
            </a:xfrm>
            <a:prstGeom prst="rect">
              <a:avLst/>
            </a:prstGeom>
            <a:noFill/>
          </p:spPr>
          <p:txBody>
            <a:bodyPr wrap="none">
              <a:spAutoFit/>
            </a:bodyPr>
            <a:lstStyle/>
            <a:p>
              <a:pPr defTabSz="1194193">
                <a:defRPr/>
              </a:pPr>
              <a:r>
                <a:rPr lang="en-US" altLang="zh-CN" sz="3439" b="1" dirty="0">
                  <a:solidFill>
                    <a:srgbClr val="F8F8F8"/>
                  </a:solidFill>
                  <a:latin typeface="+mj-ea"/>
                  <a:ea typeface="+mj-ea"/>
                </a:rPr>
                <a:t>3</a:t>
              </a:r>
              <a:endParaRPr lang="zh-CN" altLang="en-US" sz="3439" b="1" dirty="0">
                <a:solidFill>
                  <a:srgbClr val="F8F8F8"/>
                </a:solidFill>
                <a:latin typeface="+mj-ea"/>
                <a:ea typeface="+mj-ea"/>
              </a:endParaRPr>
            </a:p>
          </p:txBody>
        </p:sp>
        <p:sp>
          <p:nvSpPr>
            <p:cNvPr id="27" name="TextBox 74"/>
            <p:cNvSpPr txBox="1"/>
            <p:nvPr/>
          </p:nvSpPr>
          <p:spPr>
            <a:xfrm>
              <a:off x="4138032" y="2780634"/>
              <a:ext cx="1152128" cy="681141"/>
            </a:xfrm>
            <a:prstGeom prst="rect">
              <a:avLst/>
            </a:prstGeom>
            <a:noFill/>
          </p:spPr>
          <p:txBody>
            <a:bodyPr>
              <a:spAutoFit/>
            </a:bodyPr>
            <a:lstStyle/>
            <a:p>
              <a:pPr algn="ctr" defTabSz="1194193">
                <a:defRPr/>
              </a:pPr>
              <a:r>
                <a:rPr lang="zh-CN" altLang="en-US" sz="1852" dirty="0">
                  <a:solidFill>
                    <a:srgbClr val="F8F8F8"/>
                  </a:solidFill>
                  <a:latin typeface="+mn-ea"/>
                </a:rPr>
                <a:t>请输入您的文字</a:t>
              </a:r>
            </a:p>
          </p:txBody>
        </p:sp>
      </p:grpSp>
      <p:grpSp>
        <p:nvGrpSpPr>
          <p:cNvPr id="28" name="组合 50"/>
          <p:cNvGrpSpPr>
            <a:grpSpLocks/>
          </p:cNvGrpSpPr>
          <p:nvPr/>
        </p:nvGrpSpPr>
        <p:grpSpPr bwMode="auto">
          <a:xfrm>
            <a:off x="3212264" y="4403522"/>
            <a:ext cx="1134486" cy="1160079"/>
            <a:chOff x="2930276" y="3668024"/>
            <a:chExt cx="1152128" cy="1193289"/>
          </a:xfrm>
        </p:grpSpPr>
        <p:sp>
          <p:nvSpPr>
            <p:cNvPr id="29" name="TextBox 76"/>
            <p:cNvSpPr txBox="1"/>
            <p:nvPr/>
          </p:nvSpPr>
          <p:spPr>
            <a:xfrm>
              <a:off x="3256613" y="3668024"/>
              <a:ext cx="413821" cy="639374"/>
            </a:xfrm>
            <a:prstGeom prst="rect">
              <a:avLst/>
            </a:prstGeom>
            <a:noFill/>
          </p:spPr>
          <p:txBody>
            <a:bodyPr wrap="none">
              <a:spAutoFit/>
            </a:bodyPr>
            <a:lstStyle/>
            <a:p>
              <a:pPr defTabSz="1194193">
                <a:defRPr/>
              </a:pPr>
              <a:r>
                <a:rPr lang="en-US" altLang="zh-CN" sz="3439" b="1" dirty="0">
                  <a:solidFill>
                    <a:srgbClr val="F8F8F8"/>
                  </a:solidFill>
                  <a:latin typeface="+mj-ea"/>
                  <a:ea typeface="+mj-ea"/>
                </a:rPr>
                <a:t>4</a:t>
              </a:r>
              <a:endParaRPr lang="zh-CN" altLang="en-US" sz="3439" b="1" dirty="0">
                <a:solidFill>
                  <a:srgbClr val="F8F8F8"/>
                </a:solidFill>
                <a:latin typeface="+mj-ea"/>
                <a:ea typeface="+mj-ea"/>
              </a:endParaRPr>
            </a:p>
          </p:txBody>
        </p:sp>
        <p:sp>
          <p:nvSpPr>
            <p:cNvPr id="30" name="TextBox 77"/>
            <p:cNvSpPr txBox="1"/>
            <p:nvPr/>
          </p:nvSpPr>
          <p:spPr>
            <a:xfrm>
              <a:off x="2930276" y="4179990"/>
              <a:ext cx="1152128" cy="681323"/>
            </a:xfrm>
            <a:prstGeom prst="rect">
              <a:avLst/>
            </a:prstGeom>
            <a:noFill/>
          </p:spPr>
          <p:txBody>
            <a:bodyPr>
              <a:spAutoFit/>
            </a:bodyPr>
            <a:lstStyle/>
            <a:p>
              <a:pPr algn="ctr" defTabSz="1194193">
                <a:defRPr/>
              </a:pPr>
              <a:r>
                <a:rPr lang="zh-CN" altLang="en-US" sz="1852" dirty="0">
                  <a:solidFill>
                    <a:srgbClr val="F8F8F8"/>
                  </a:solidFill>
                  <a:latin typeface="+mn-ea"/>
                </a:rPr>
                <a:t>请输入您的文字</a:t>
              </a:r>
            </a:p>
          </p:txBody>
        </p:sp>
      </p:grpSp>
      <p:sp>
        <p:nvSpPr>
          <p:cNvPr id="31" name="TextBox 78"/>
          <p:cNvSpPr txBox="1"/>
          <p:nvPr/>
        </p:nvSpPr>
        <p:spPr>
          <a:xfrm>
            <a:off x="3159363" y="6294459"/>
            <a:ext cx="1132528" cy="375419"/>
          </a:xfrm>
          <a:prstGeom prst="rect">
            <a:avLst/>
          </a:prstGeom>
          <a:noFill/>
        </p:spPr>
        <p:txBody>
          <a:bodyPr lIns="89529" tIns="44765" rIns="89529" bIns="44765">
            <a:spAutoFit/>
          </a:bodyPr>
          <a:lstStyle/>
          <a:p>
            <a:pPr algn="ctr" defTabSz="1194193">
              <a:defRPr/>
            </a:pPr>
            <a:r>
              <a:rPr lang="zh-CN" altLang="en-US" sz="1852" b="1" dirty="0">
                <a:solidFill>
                  <a:srgbClr val="F8F8F8"/>
                </a:solidFill>
                <a:latin typeface="+mn-ea"/>
              </a:rPr>
              <a:t>标题</a:t>
            </a:r>
          </a:p>
        </p:txBody>
      </p:sp>
      <p:sp>
        <p:nvSpPr>
          <p:cNvPr id="32" name="TextBox 79"/>
          <p:cNvSpPr txBox="1"/>
          <p:nvPr/>
        </p:nvSpPr>
        <p:spPr>
          <a:xfrm>
            <a:off x="7444546" y="1871763"/>
            <a:ext cx="3965805" cy="884083"/>
          </a:xfrm>
          <a:prstGeom prst="rect">
            <a:avLst/>
          </a:prstGeom>
          <a:noFill/>
        </p:spPr>
        <p:txBody>
          <a:bodyPr lIns="89529" tIns="44765" rIns="89529" bIns="44765">
            <a:spAutoFit/>
          </a:bodyPr>
          <a:lstStyle/>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endParaRPr lang="en-US" altLang="zh-CN" sz="1719" dirty="0">
              <a:solidFill>
                <a:schemeClr val="tx1">
                  <a:lumMod val="75000"/>
                  <a:lumOff val="25000"/>
                </a:schemeClr>
              </a:solidFill>
              <a:latin typeface="微软雅黑" panose="020B0503020204020204" pitchFamily="34" charset="-122"/>
              <a:ea typeface="微软雅黑" panose="020B0503020204020204" pitchFamily="34" charset="-122"/>
            </a:endParaRPr>
          </a:p>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p>
        </p:txBody>
      </p:sp>
      <p:grpSp>
        <p:nvGrpSpPr>
          <p:cNvPr id="33" name="组合 55"/>
          <p:cNvGrpSpPr/>
          <p:nvPr/>
        </p:nvGrpSpPr>
        <p:grpSpPr>
          <a:xfrm>
            <a:off x="6262459" y="1872537"/>
            <a:ext cx="946510" cy="935188"/>
            <a:chOff x="6409426" y="1173624"/>
            <a:chExt cx="962086" cy="962084"/>
          </a:xfrm>
          <a:solidFill>
            <a:schemeClr val="bg2"/>
          </a:solidFill>
        </p:grpSpPr>
        <p:sp>
          <p:nvSpPr>
            <p:cNvPr id="34" name="椭圆 33"/>
            <p:cNvSpPr/>
            <p:nvPr/>
          </p:nvSpPr>
          <p:spPr bwMode="auto">
            <a:xfrm>
              <a:off x="6409426" y="1173624"/>
              <a:ext cx="962086" cy="962084"/>
            </a:xfrm>
            <a:prstGeom prst="ellipse">
              <a:avLst/>
            </a:prstGeom>
            <a:solidFill>
              <a:srgbClr val="04447F"/>
            </a:solidFill>
            <a:ln w="57150">
              <a:solidFill>
                <a:schemeClr val="bg1"/>
              </a:solidFill>
            </a:ln>
            <a:effectLst>
              <a:innerShdw blurRad="63500" dist="50800" dir="13500000">
                <a:prstClr val="black">
                  <a:alpha val="50000"/>
                </a:prstClr>
              </a:innerShdw>
            </a:effectLst>
          </p:spPr>
          <p:txBody>
            <a:bodyPr/>
            <a:lstStyle/>
            <a:p>
              <a:pPr defTabSz="1194193">
                <a:defRPr/>
              </a:pPr>
              <a:endParaRPr lang="zh-CN" altLang="en-US" sz="1852"/>
            </a:p>
          </p:txBody>
        </p:sp>
        <p:sp>
          <p:nvSpPr>
            <p:cNvPr id="35" name="TextBox 82"/>
            <p:cNvSpPr txBox="1"/>
            <p:nvPr/>
          </p:nvSpPr>
          <p:spPr>
            <a:xfrm>
              <a:off x="6653351" y="1318965"/>
              <a:ext cx="414190" cy="639457"/>
            </a:xfrm>
            <a:prstGeom prst="rect">
              <a:avLst/>
            </a:prstGeom>
            <a:noFill/>
          </p:spPr>
          <p:txBody>
            <a:bodyPr wrap="none">
              <a:spAutoFit/>
            </a:bodyPr>
            <a:lstStyle/>
            <a:p>
              <a:pPr defTabSz="1194193">
                <a:defRPr/>
              </a:pPr>
              <a:r>
                <a:rPr lang="en-US" altLang="zh-CN" sz="3439" b="1" dirty="0">
                  <a:solidFill>
                    <a:srgbClr val="F8F8F8"/>
                  </a:solidFill>
                  <a:latin typeface="+mj-ea"/>
                  <a:ea typeface="+mj-ea"/>
                </a:rPr>
                <a:t>1</a:t>
              </a:r>
              <a:endParaRPr lang="zh-CN" altLang="en-US" sz="3439" b="1" dirty="0">
                <a:solidFill>
                  <a:srgbClr val="F8F8F8"/>
                </a:solidFill>
                <a:latin typeface="+mj-ea"/>
                <a:ea typeface="+mj-ea"/>
              </a:endParaRPr>
            </a:p>
          </p:txBody>
        </p:sp>
      </p:grpSp>
      <p:grpSp>
        <p:nvGrpSpPr>
          <p:cNvPr id="36" name="组合 58"/>
          <p:cNvGrpSpPr/>
          <p:nvPr/>
        </p:nvGrpSpPr>
        <p:grpSpPr>
          <a:xfrm>
            <a:off x="6262459" y="3114602"/>
            <a:ext cx="946510" cy="935188"/>
            <a:chOff x="6409426" y="2394908"/>
            <a:chExt cx="962086" cy="962084"/>
          </a:xfrm>
          <a:solidFill>
            <a:srgbClr val="BF1347"/>
          </a:solidFill>
        </p:grpSpPr>
        <p:sp>
          <p:nvSpPr>
            <p:cNvPr id="37" name="椭圆 36"/>
            <p:cNvSpPr/>
            <p:nvPr/>
          </p:nvSpPr>
          <p:spPr bwMode="auto">
            <a:xfrm>
              <a:off x="6409426" y="2394908"/>
              <a:ext cx="962086" cy="962084"/>
            </a:xfrm>
            <a:prstGeom prst="ellipse">
              <a:avLst/>
            </a:prstGeom>
            <a:grpFill/>
            <a:ln w="57150">
              <a:solidFill>
                <a:schemeClr val="bg1"/>
              </a:solidFill>
            </a:ln>
            <a:effectLst>
              <a:innerShdw blurRad="63500" dist="50800" dir="13500000">
                <a:prstClr val="black">
                  <a:alpha val="50000"/>
                </a:prstClr>
              </a:innerShdw>
            </a:effectLst>
          </p:spPr>
          <p:txBody>
            <a:bodyPr/>
            <a:lstStyle/>
            <a:p>
              <a:pPr defTabSz="1194193">
                <a:defRPr/>
              </a:pPr>
              <a:endParaRPr lang="zh-CN" altLang="en-US" sz="1852"/>
            </a:p>
          </p:txBody>
        </p:sp>
        <p:sp>
          <p:nvSpPr>
            <p:cNvPr id="38" name="TextBox 85"/>
            <p:cNvSpPr txBox="1"/>
            <p:nvPr/>
          </p:nvSpPr>
          <p:spPr>
            <a:xfrm>
              <a:off x="6635865" y="2536282"/>
              <a:ext cx="430483" cy="681213"/>
            </a:xfrm>
            <a:prstGeom prst="rect">
              <a:avLst/>
            </a:prstGeom>
            <a:grpFill/>
          </p:spPr>
          <p:txBody>
            <a:bodyPr wrap="none">
              <a:spAutoFit/>
            </a:bodyPr>
            <a:lstStyle>
              <a:defPPr>
                <a:defRPr lang="zh-CN"/>
              </a:defPPr>
              <a:lvl1pPr>
                <a:defRPr sz="2800" b="1">
                  <a:solidFill>
                    <a:srgbClr val="F8F8F8"/>
                  </a:solidFill>
                  <a:latin typeface="+mj-ea"/>
                  <a:ea typeface="+mj-ea"/>
                </a:defRPr>
              </a:lvl1pPr>
            </a:lstStyle>
            <a:p>
              <a:pPr defTabSz="1194193">
                <a:defRPr/>
              </a:pPr>
              <a:r>
                <a:rPr lang="en-US" altLang="zh-CN" sz="3703" dirty="0"/>
                <a:t>2</a:t>
              </a:r>
              <a:endParaRPr lang="zh-CN" altLang="en-US" sz="3703" dirty="0"/>
            </a:p>
          </p:txBody>
        </p:sp>
      </p:grpSp>
      <p:grpSp>
        <p:nvGrpSpPr>
          <p:cNvPr id="39" name="组合 61"/>
          <p:cNvGrpSpPr/>
          <p:nvPr/>
        </p:nvGrpSpPr>
        <p:grpSpPr>
          <a:xfrm>
            <a:off x="6262454" y="4326014"/>
            <a:ext cx="946510" cy="935188"/>
            <a:chOff x="6409429" y="3568104"/>
            <a:chExt cx="962087" cy="962084"/>
          </a:xfrm>
          <a:solidFill>
            <a:srgbClr val="04447F"/>
          </a:solidFill>
        </p:grpSpPr>
        <p:sp>
          <p:nvSpPr>
            <p:cNvPr id="40" name="椭圆 39"/>
            <p:cNvSpPr/>
            <p:nvPr/>
          </p:nvSpPr>
          <p:spPr bwMode="auto">
            <a:xfrm>
              <a:off x="6409429" y="3568104"/>
              <a:ext cx="962087" cy="962084"/>
            </a:xfrm>
            <a:prstGeom prst="ellipse">
              <a:avLst/>
            </a:prstGeom>
            <a:grpFill/>
            <a:ln w="57150">
              <a:solidFill>
                <a:schemeClr val="bg1"/>
              </a:solidFill>
            </a:ln>
            <a:effectLst>
              <a:innerShdw blurRad="63500" dist="50800" dir="13500000">
                <a:prstClr val="black">
                  <a:alpha val="50000"/>
                </a:prstClr>
              </a:innerShdw>
            </a:effectLst>
          </p:spPr>
          <p:txBody>
            <a:bodyPr/>
            <a:lstStyle/>
            <a:p>
              <a:pPr defTabSz="1194193">
                <a:defRPr/>
              </a:pPr>
              <a:endParaRPr lang="zh-CN" altLang="en-US" sz="1852"/>
            </a:p>
          </p:txBody>
        </p:sp>
        <p:sp>
          <p:nvSpPr>
            <p:cNvPr id="41" name="TextBox 88"/>
            <p:cNvSpPr txBox="1"/>
            <p:nvPr/>
          </p:nvSpPr>
          <p:spPr>
            <a:xfrm>
              <a:off x="6635870" y="3702117"/>
              <a:ext cx="430484" cy="681213"/>
            </a:xfrm>
            <a:prstGeom prst="rect">
              <a:avLst/>
            </a:prstGeom>
            <a:grpFill/>
          </p:spPr>
          <p:txBody>
            <a:bodyPr wrap="none">
              <a:spAutoFit/>
            </a:bodyPr>
            <a:lstStyle>
              <a:defPPr>
                <a:defRPr lang="zh-CN"/>
              </a:defPPr>
              <a:lvl1pPr>
                <a:defRPr sz="2800" b="1">
                  <a:solidFill>
                    <a:srgbClr val="F8F8F8"/>
                  </a:solidFill>
                  <a:latin typeface="+mj-ea"/>
                  <a:ea typeface="+mj-ea"/>
                </a:defRPr>
              </a:lvl1pPr>
            </a:lstStyle>
            <a:p>
              <a:pPr defTabSz="1194193">
                <a:defRPr/>
              </a:pPr>
              <a:r>
                <a:rPr lang="en-US" altLang="zh-CN" sz="3703" dirty="0"/>
                <a:t>3</a:t>
              </a:r>
              <a:endParaRPr lang="zh-CN" altLang="en-US" sz="3703" dirty="0"/>
            </a:p>
          </p:txBody>
        </p:sp>
      </p:grpSp>
      <p:grpSp>
        <p:nvGrpSpPr>
          <p:cNvPr id="42" name="组合 64"/>
          <p:cNvGrpSpPr/>
          <p:nvPr/>
        </p:nvGrpSpPr>
        <p:grpSpPr>
          <a:xfrm>
            <a:off x="6262459" y="5519682"/>
            <a:ext cx="946510" cy="935188"/>
            <a:chOff x="6409426" y="4869160"/>
            <a:chExt cx="962086" cy="962084"/>
          </a:xfrm>
          <a:solidFill>
            <a:srgbClr val="BF1347"/>
          </a:solidFill>
        </p:grpSpPr>
        <p:sp>
          <p:nvSpPr>
            <p:cNvPr id="43" name="椭圆 42"/>
            <p:cNvSpPr/>
            <p:nvPr/>
          </p:nvSpPr>
          <p:spPr bwMode="auto">
            <a:xfrm>
              <a:off x="6409426" y="4869160"/>
              <a:ext cx="962086" cy="962084"/>
            </a:xfrm>
            <a:prstGeom prst="ellipse">
              <a:avLst/>
            </a:prstGeom>
            <a:grpFill/>
            <a:ln w="57150">
              <a:solidFill>
                <a:schemeClr val="bg1"/>
              </a:solidFill>
            </a:ln>
            <a:effectLst>
              <a:innerShdw blurRad="63500" dist="50800" dir="13500000">
                <a:prstClr val="black">
                  <a:alpha val="50000"/>
                </a:prstClr>
              </a:innerShdw>
            </a:effectLst>
          </p:spPr>
          <p:txBody>
            <a:bodyPr/>
            <a:lstStyle/>
            <a:p>
              <a:pPr defTabSz="1194193">
                <a:defRPr/>
              </a:pPr>
              <a:endParaRPr lang="zh-CN" altLang="en-US" sz="1852"/>
            </a:p>
          </p:txBody>
        </p:sp>
        <p:sp>
          <p:nvSpPr>
            <p:cNvPr id="44" name="TextBox 91"/>
            <p:cNvSpPr txBox="1"/>
            <p:nvPr/>
          </p:nvSpPr>
          <p:spPr>
            <a:xfrm>
              <a:off x="6616829" y="5005505"/>
              <a:ext cx="430483" cy="681213"/>
            </a:xfrm>
            <a:prstGeom prst="rect">
              <a:avLst/>
            </a:prstGeom>
            <a:grpFill/>
          </p:spPr>
          <p:txBody>
            <a:bodyPr wrap="none">
              <a:spAutoFit/>
            </a:bodyPr>
            <a:lstStyle>
              <a:defPPr>
                <a:defRPr lang="zh-CN"/>
              </a:defPPr>
              <a:lvl1pPr>
                <a:defRPr sz="2800" b="1">
                  <a:solidFill>
                    <a:srgbClr val="F8F8F8"/>
                  </a:solidFill>
                  <a:latin typeface="+mj-ea"/>
                  <a:ea typeface="+mj-ea"/>
                </a:defRPr>
              </a:lvl1pPr>
            </a:lstStyle>
            <a:p>
              <a:pPr defTabSz="1194193">
                <a:defRPr/>
              </a:pPr>
              <a:r>
                <a:rPr lang="en-US" altLang="zh-CN" sz="3703" dirty="0"/>
                <a:t>4</a:t>
              </a:r>
              <a:endParaRPr lang="zh-CN" altLang="en-US" sz="3703" dirty="0"/>
            </a:p>
          </p:txBody>
        </p:sp>
      </p:grpSp>
      <p:sp>
        <p:nvSpPr>
          <p:cNvPr id="45" name="TextBox 92"/>
          <p:cNvSpPr txBox="1"/>
          <p:nvPr/>
        </p:nvSpPr>
        <p:spPr>
          <a:xfrm>
            <a:off x="7444546" y="3080845"/>
            <a:ext cx="3965805" cy="884083"/>
          </a:xfrm>
          <a:prstGeom prst="rect">
            <a:avLst/>
          </a:prstGeom>
          <a:noFill/>
        </p:spPr>
        <p:txBody>
          <a:bodyPr lIns="89529" tIns="44765" rIns="89529" bIns="44765">
            <a:spAutoFit/>
          </a:bodyPr>
          <a:lstStyle/>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endParaRPr lang="en-US" altLang="zh-CN" sz="1719" dirty="0">
              <a:solidFill>
                <a:schemeClr val="tx1">
                  <a:lumMod val="75000"/>
                  <a:lumOff val="25000"/>
                </a:schemeClr>
              </a:solidFill>
              <a:latin typeface="微软雅黑" panose="020B0503020204020204" pitchFamily="34" charset="-122"/>
              <a:ea typeface="微软雅黑" panose="020B0503020204020204" pitchFamily="34" charset="-122"/>
            </a:endParaRPr>
          </a:p>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p>
        </p:txBody>
      </p:sp>
      <p:sp>
        <p:nvSpPr>
          <p:cNvPr id="46" name="TextBox 93"/>
          <p:cNvSpPr txBox="1"/>
          <p:nvPr/>
        </p:nvSpPr>
        <p:spPr>
          <a:xfrm>
            <a:off x="7444546" y="4306013"/>
            <a:ext cx="3965805" cy="884083"/>
          </a:xfrm>
          <a:prstGeom prst="rect">
            <a:avLst/>
          </a:prstGeom>
          <a:noFill/>
        </p:spPr>
        <p:txBody>
          <a:bodyPr lIns="89529" tIns="44765" rIns="89529" bIns="44765">
            <a:spAutoFit/>
          </a:bodyPr>
          <a:lstStyle/>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endParaRPr lang="en-US" altLang="zh-CN" sz="1719" dirty="0">
              <a:solidFill>
                <a:schemeClr val="tx1">
                  <a:lumMod val="75000"/>
                  <a:lumOff val="25000"/>
                </a:schemeClr>
              </a:solidFill>
              <a:latin typeface="微软雅黑" panose="020B0503020204020204" pitchFamily="34" charset="-122"/>
              <a:ea typeface="微软雅黑" panose="020B0503020204020204" pitchFamily="34" charset="-122"/>
            </a:endParaRPr>
          </a:p>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p>
        </p:txBody>
      </p:sp>
      <p:sp>
        <p:nvSpPr>
          <p:cNvPr id="47" name="TextBox 94"/>
          <p:cNvSpPr txBox="1"/>
          <p:nvPr/>
        </p:nvSpPr>
        <p:spPr>
          <a:xfrm>
            <a:off x="7444546" y="5508687"/>
            <a:ext cx="3965805" cy="884083"/>
          </a:xfrm>
          <a:prstGeom prst="rect">
            <a:avLst/>
          </a:prstGeom>
          <a:noFill/>
        </p:spPr>
        <p:txBody>
          <a:bodyPr lIns="89529" tIns="44765" rIns="89529" bIns="44765">
            <a:spAutoFit/>
          </a:bodyPr>
          <a:lstStyle/>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endParaRPr lang="en-US" altLang="zh-CN" sz="1719" dirty="0">
              <a:solidFill>
                <a:schemeClr val="tx1">
                  <a:lumMod val="75000"/>
                  <a:lumOff val="25000"/>
                </a:schemeClr>
              </a:solidFill>
              <a:latin typeface="微软雅黑" panose="020B0503020204020204" pitchFamily="34" charset="-122"/>
              <a:ea typeface="微软雅黑" panose="020B0503020204020204" pitchFamily="34" charset="-122"/>
            </a:endParaRPr>
          </a:p>
          <a:p>
            <a:pPr defTabSz="1194193">
              <a:lnSpc>
                <a:spcPct val="150000"/>
              </a:lnSpc>
              <a:defRPr/>
            </a:pPr>
            <a:r>
              <a:rPr lang="zh-CN" altLang="en-US" sz="1719" dirty="0">
                <a:solidFill>
                  <a:schemeClr val="tx1">
                    <a:lumMod val="75000"/>
                    <a:lumOff val="25000"/>
                  </a:schemeClr>
                </a:solidFill>
                <a:latin typeface="微软雅黑" panose="020B0503020204020204" pitchFamily="34" charset="-122"/>
                <a:ea typeface="微软雅黑" panose="020B0503020204020204" pitchFamily="34" charset="-122"/>
              </a:rPr>
              <a:t>请输入您的文字请输入您的文字</a:t>
            </a:r>
          </a:p>
        </p:txBody>
      </p:sp>
      <p:sp>
        <p:nvSpPr>
          <p:cNvPr id="48" name="文本框 47"/>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9" name="直接连接符 48"/>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50"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51"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52"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277834392"/>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51"/>
                                        </p:tgtEl>
                                        <p:attrNameLst>
                                          <p:attrName>style.visibility</p:attrName>
                                        </p:attrNameLst>
                                      </p:cBhvr>
                                      <p:to>
                                        <p:strVal val="visible"/>
                                      </p:to>
                                    </p:set>
                                    <p:anim calcmode="lin" valueType="num">
                                      <p:cBhvr>
                                        <p:cTn id="7" dur="500" fill="hold"/>
                                        <p:tgtEl>
                                          <p:spTgt spid="51"/>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51"/>
                                        </p:tgtEl>
                                        <p:attrNameLst>
                                          <p:attrName>ppt_y</p:attrName>
                                        </p:attrNameLst>
                                      </p:cBhvr>
                                      <p:tavLst>
                                        <p:tav tm="0">
                                          <p:val>
                                            <p:strVal val="#ppt_y"/>
                                          </p:val>
                                        </p:tav>
                                        <p:tav tm="100000">
                                          <p:val>
                                            <p:strVal val="#ppt_y"/>
                                          </p:val>
                                        </p:tav>
                                      </p:tavLst>
                                    </p:anim>
                                    <p:anim calcmode="lin" valueType="num">
                                      <p:cBhvr>
                                        <p:cTn id="9" dur="500" fill="hold"/>
                                        <p:tgtEl>
                                          <p:spTgt spid="51"/>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51"/>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51"/>
                                        </p:tgtEl>
                                      </p:cBhvr>
                                    </p:animEffect>
                                  </p:childTnLst>
                                </p:cTn>
                              </p:par>
                            </p:childTnLst>
                          </p:cTn>
                        </p:par>
                        <p:par>
                          <p:cTn id="12" fill="hold">
                            <p:stCondLst>
                              <p:cond delay="750"/>
                            </p:stCondLst>
                            <p:childTnLst>
                              <p:par>
                                <p:cTn id="13" presetID="22" presetClass="entr" presetSubtype="4"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wipe(down)">
                                      <p:cBhvr>
                                        <p:cTn id="15" dur="300"/>
                                        <p:tgtEl>
                                          <p:spTgt spid="18"/>
                                        </p:tgtEl>
                                      </p:cBhvr>
                                    </p:animEffect>
                                  </p:childTnLst>
                                </p:cTn>
                              </p:par>
                            </p:childTnLst>
                          </p:cTn>
                        </p:par>
                        <p:par>
                          <p:cTn id="16" fill="hold">
                            <p:stCondLst>
                              <p:cond delay="1050"/>
                            </p:stCondLst>
                            <p:childTnLst>
                              <p:par>
                                <p:cTn id="17" presetID="22" presetClass="entr" presetSubtype="8"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300"/>
                                        <p:tgtEl>
                                          <p:spTgt spid="16"/>
                                        </p:tgtEl>
                                      </p:cBhvr>
                                    </p:animEffect>
                                  </p:childTnLst>
                                </p:cTn>
                              </p:par>
                            </p:childTnLst>
                          </p:cTn>
                        </p:par>
                        <p:par>
                          <p:cTn id="20" fill="hold">
                            <p:stCondLst>
                              <p:cond delay="1350"/>
                            </p:stCondLst>
                            <p:childTnLst>
                              <p:par>
                                <p:cTn id="21" presetID="22" presetClass="entr" presetSubtype="1"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wipe(up)">
                                      <p:cBhvr>
                                        <p:cTn id="23" dur="300"/>
                                        <p:tgtEl>
                                          <p:spTgt spid="17"/>
                                        </p:tgtEl>
                                      </p:cBhvr>
                                    </p:animEffect>
                                  </p:childTnLst>
                                </p:cTn>
                              </p:par>
                            </p:childTnLst>
                          </p:cTn>
                        </p:par>
                        <p:par>
                          <p:cTn id="24" fill="hold">
                            <p:stCondLst>
                              <p:cond delay="1650"/>
                            </p:stCondLst>
                            <p:childTnLst>
                              <p:par>
                                <p:cTn id="25" presetID="2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up)">
                                      <p:cBhvr>
                                        <p:cTn id="27" dur="300"/>
                                        <p:tgtEl>
                                          <p:spTgt spid="15"/>
                                        </p:tgtEl>
                                      </p:cBhvr>
                                    </p:animEffect>
                                  </p:childTnLst>
                                </p:cTn>
                              </p:par>
                            </p:childTnLst>
                          </p:cTn>
                        </p:par>
                        <p:par>
                          <p:cTn id="28" fill="hold">
                            <p:stCondLst>
                              <p:cond delay="1950"/>
                            </p:stCondLst>
                            <p:childTnLst>
                              <p:par>
                                <p:cTn id="29" presetID="31" presetClass="entr" presetSubtype="0"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p:cTn id="31" dur="500" fill="hold"/>
                                        <p:tgtEl>
                                          <p:spTgt spid="19"/>
                                        </p:tgtEl>
                                        <p:attrNameLst>
                                          <p:attrName>ppt_w</p:attrName>
                                        </p:attrNameLst>
                                      </p:cBhvr>
                                      <p:tavLst>
                                        <p:tav tm="0">
                                          <p:val>
                                            <p:fltVal val="0"/>
                                          </p:val>
                                        </p:tav>
                                        <p:tav tm="100000">
                                          <p:val>
                                            <p:strVal val="#ppt_w"/>
                                          </p:val>
                                        </p:tav>
                                      </p:tavLst>
                                    </p:anim>
                                    <p:anim calcmode="lin" valueType="num">
                                      <p:cBhvr>
                                        <p:cTn id="32" dur="500" fill="hold"/>
                                        <p:tgtEl>
                                          <p:spTgt spid="19"/>
                                        </p:tgtEl>
                                        <p:attrNameLst>
                                          <p:attrName>ppt_h</p:attrName>
                                        </p:attrNameLst>
                                      </p:cBhvr>
                                      <p:tavLst>
                                        <p:tav tm="0">
                                          <p:val>
                                            <p:fltVal val="0"/>
                                          </p:val>
                                        </p:tav>
                                        <p:tav tm="100000">
                                          <p:val>
                                            <p:strVal val="#ppt_h"/>
                                          </p:val>
                                        </p:tav>
                                      </p:tavLst>
                                    </p:anim>
                                    <p:anim calcmode="lin" valueType="num">
                                      <p:cBhvr>
                                        <p:cTn id="33" dur="500" fill="hold"/>
                                        <p:tgtEl>
                                          <p:spTgt spid="19"/>
                                        </p:tgtEl>
                                        <p:attrNameLst>
                                          <p:attrName>style.rotation</p:attrName>
                                        </p:attrNameLst>
                                      </p:cBhvr>
                                      <p:tavLst>
                                        <p:tav tm="0">
                                          <p:val>
                                            <p:fltVal val="90"/>
                                          </p:val>
                                        </p:tav>
                                        <p:tav tm="100000">
                                          <p:val>
                                            <p:fltVal val="0"/>
                                          </p:val>
                                        </p:tav>
                                      </p:tavLst>
                                    </p:anim>
                                    <p:animEffect transition="in" filter="fade">
                                      <p:cBhvr>
                                        <p:cTn id="34" dur="500"/>
                                        <p:tgtEl>
                                          <p:spTgt spid="19"/>
                                        </p:tgtEl>
                                      </p:cBhvr>
                                    </p:animEffect>
                                  </p:childTnLst>
                                </p:cTn>
                              </p:par>
                              <p:par>
                                <p:cTn id="35" presetID="31" presetClass="entr" presetSubtype="0"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500" fill="hold"/>
                                        <p:tgtEl>
                                          <p:spTgt spid="22"/>
                                        </p:tgtEl>
                                        <p:attrNameLst>
                                          <p:attrName>ppt_w</p:attrName>
                                        </p:attrNameLst>
                                      </p:cBhvr>
                                      <p:tavLst>
                                        <p:tav tm="0">
                                          <p:val>
                                            <p:fltVal val="0"/>
                                          </p:val>
                                        </p:tav>
                                        <p:tav tm="100000">
                                          <p:val>
                                            <p:strVal val="#ppt_w"/>
                                          </p:val>
                                        </p:tav>
                                      </p:tavLst>
                                    </p:anim>
                                    <p:anim calcmode="lin" valueType="num">
                                      <p:cBhvr>
                                        <p:cTn id="38" dur="500" fill="hold"/>
                                        <p:tgtEl>
                                          <p:spTgt spid="22"/>
                                        </p:tgtEl>
                                        <p:attrNameLst>
                                          <p:attrName>ppt_h</p:attrName>
                                        </p:attrNameLst>
                                      </p:cBhvr>
                                      <p:tavLst>
                                        <p:tav tm="0">
                                          <p:val>
                                            <p:fltVal val="0"/>
                                          </p:val>
                                        </p:tav>
                                        <p:tav tm="100000">
                                          <p:val>
                                            <p:strVal val="#ppt_h"/>
                                          </p:val>
                                        </p:tav>
                                      </p:tavLst>
                                    </p:anim>
                                    <p:anim calcmode="lin" valueType="num">
                                      <p:cBhvr>
                                        <p:cTn id="39" dur="500" fill="hold"/>
                                        <p:tgtEl>
                                          <p:spTgt spid="22"/>
                                        </p:tgtEl>
                                        <p:attrNameLst>
                                          <p:attrName>style.rotation</p:attrName>
                                        </p:attrNameLst>
                                      </p:cBhvr>
                                      <p:tavLst>
                                        <p:tav tm="0">
                                          <p:val>
                                            <p:fltVal val="90"/>
                                          </p:val>
                                        </p:tav>
                                        <p:tav tm="100000">
                                          <p:val>
                                            <p:fltVal val="0"/>
                                          </p:val>
                                        </p:tav>
                                      </p:tavLst>
                                    </p:anim>
                                    <p:animEffect transition="in" filter="fade">
                                      <p:cBhvr>
                                        <p:cTn id="40" dur="500"/>
                                        <p:tgtEl>
                                          <p:spTgt spid="22"/>
                                        </p:tgtEl>
                                      </p:cBhvr>
                                    </p:animEffect>
                                  </p:childTnLst>
                                </p:cTn>
                              </p:par>
                              <p:par>
                                <p:cTn id="41" presetID="31"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 calcmode="lin" valueType="num">
                                      <p:cBhvr>
                                        <p:cTn id="45" dur="500" fill="hold"/>
                                        <p:tgtEl>
                                          <p:spTgt spid="25"/>
                                        </p:tgtEl>
                                        <p:attrNameLst>
                                          <p:attrName>style.rotation</p:attrName>
                                        </p:attrNameLst>
                                      </p:cBhvr>
                                      <p:tavLst>
                                        <p:tav tm="0">
                                          <p:val>
                                            <p:fltVal val="90"/>
                                          </p:val>
                                        </p:tav>
                                        <p:tav tm="100000">
                                          <p:val>
                                            <p:fltVal val="0"/>
                                          </p:val>
                                        </p:tav>
                                      </p:tavLst>
                                    </p:anim>
                                    <p:animEffect transition="in" filter="fade">
                                      <p:cBhvr>
                                        <p:cTn id="46" dur="500"/>
                                        <p:tgtEl>
                                          <p:spTgt spid="25"/>
                                        </p:tgtEl>
                                      </p:cBhvr>
                                    </p:animEffect>
                                  </p:childTnLst>
                                </p:cTn>
                              </p:par>
                              <p:par>
                                <p:cTn id="47" presetID="31"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 calcmode="lin" valueType="num">
                                      <p:cBhvr>
                                        <p:cTn id="49" dur="500" fill="hold"/>
                                        <p:tgtEl>
                                          <p:spTgt spid="28"/>
                                        </p:tgtEl>
                                        <p:attrNameLst>
                                          <p:attrName>ppt_w</p:attrName>
                                        </p:attrNameLst>
                                      </p:cBhvr>
                                      <p:tavLst>
                                        <p:tav tm="0">
                                          <p:val>
                                            <p:fltVal val="0"/>
                                          </p:val>
                                        </p:tav>
                                        <p:tav tm="100000">
                                          <p:val>
                                            <p:strVal val="#ppt_w"/>
                                          </p:val>
                                        </p:tav>
                                      </p:tavLst>
                                    </p:anim>
                                    <p:anim calcmode="lin" valueType="num">
                                      <p:cBhvr>
                                        <p:cTn id="50" dur="500" fill="hold"/>
                                        <p:tgtEl>
                                          <p:spTgt spid="28"/>
                                        </p:tgtEl>
                                        <p:attrNameLst>
                                          <p:attrName>ppt_h</p:attrName>
                                        </p:attrNameLst>
                                      </p:cBhvr>
                                      <p:tavLst>
                                        <p:tav tm="0">
                                          <p:val>
                                            <p:fltVal val="0"/>
                                          </p:val>
                                        </p:tav>
                                        <p:tav tm="100000">
                                          <p:val>
                                            <p:strVal val="#ppt_h"/>
                                          </p:val>
                                        </p:tav>
                                      </p:tavLst>
                                    </p:anim>
                                    <p:anim calcmode="lin" valueType="num">
                                      <p:cBhvr>
                                        <p:cTn id="51" dur="500" fill="hold"/>
                                        <p:tgtEl>
                                          <p:spTgt spid="28"/>
                                        </p:tgtEl>
                                        <p:attrNameLst>
                                          <p:attrName>style.rotation</p:attrName>
                                        </p:attrNameLst>
                                      </p:cBhvr>
                                      <p:tavLst>
                                        <p:tav tm="0">
                                          <p:val>
                                            <p:fltVal val="90"/>
                                          </p:val>
                                        </p:tav>
                                        <p:tav tm="100000">
                                          <p:val>
                                            <p:fltVal val="0"/>
                                          </p:val>
                                        </p:tav>
                                      </p:tavLst>
                                    </p:anim>
                                    <p:animEffect transition="in" filter="fade">
                                      <p:cBhvr>
                                        <p:cTn id="52" dur="500"/>
                                        <p:tgtEl>
                                          <p:spTgt spid="28"/>
                                        </p:tgtEl>
                                      </p:cBhvr>
                                    </p:animEffect>
                                  </p:childTnLst>
                                </p:cTn>
                              </p:par>
                            </p:childTnLst>
                          </p:cTn>
                        </p:par>
                        <p:par>
                          <p:cTn id="53" fill="hold">
                            <p:stCondLst>
                              <p:cond delay="2450"/>
                            </p:stCondLst>
                            <p:childTnLst>
                              <p:par>
                                <p:cTn id="54" presetID="42" presetClass="entr" presetSubtype="0" fill="hold"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anim calcmode="lin" valueType="num">
                                      <p:cBhvr>
                                        <p:cTn id="57" dur="1000" fill="hold"/>
                                        <p:tgtEl>
                                          <p:spTgt spid="14"/>
                                        </p:tgtEl>
                                        <p:attrNameLst>
                                          <p:attrName>ppt_x</p:attrName>
                                        </p:attrNameLst>
                                      </p:cBhvr>
                                      <p:tavLst>
                                        <p:tav tm="0">
                                          <p:val>
                                            <p:strVal val="#ppt_x"/>
                                          </p:val>
                                        </p:tav>
                                        <p:tav tm="100000">
                                          <p:val>
                                            <p:strVal val="#ppt_x"/>
                                          </p:val>
                                        </p:tav>
                                      </p:tavLst>
                                    </p:anim>
                                    <p:anim calcmode="lin" valueType="num">
                                      <p:cBhvr>
                                        <p:cTn id="58" dur="1000" fill="hold"/>
                                        <p:tgtEl>
                                          <p:spTgt spid="14"/>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fade">
                                      <p:cBhvr>
                                        <p:cTn id="61" dur="1000"/>
                                        <p:tgtEl>
                                          <p:spTgt spid="31"/>
                                        </p:tgtEl>
                                      </p:cBhvr>
                                    </p:animEffect>
                                    <p:anim calcmode="lin" valueType="num">
                                      <p:cBhvr>
                                        <p:cTn id="62" dur="1000" fill="hold"/>
                                        <p:tgtEl>
                                          <p:spTgt spid="31"/>
                                        </p:tgtEl>
                                        <p:attrNameLst>
                                          <p:attrName>ppt_x</p:attrName>
                                        </p:attrNameLst>
                                      </p:cBhvr>
                                      <p:tavLst>
                                        <p:tav tm="0">
                                          <p:val>
                                            <p:strVal val="#ppt_x"/>
                                          </p:val>
                                        </p:tav>
                                        <p:tav tm="100000">
                                          <p:val>
                                            <p:strVal val="#ppt_x"/>
                                          </p:val>
                                        </p:tav>
                                      </p:tavLst>
                                    </p:anim>
                                    <p:anim calcmode="lin" valueType="num">
                                      <p:cBhvr>
                                        <p:cTn id="63" dur="1000" fill="hold"/>
                                        <p:tgtEl>
                                          <p:spTgt spid="31"/>
                                        </p:tgtEl>
                                        <p:attrNameLst>
                                          <p:attrName>ppt_y</p:attrName>
                                        </p:attrNameLst>
                                      </p:cBhvr>
                                      <p:tavLst>
                                        <p:tav tm="0">
                                          <p:val>
                                            <p:strVal val="#ppt_y+.1"/>
                                          </p:val>
                                        </p:tav>
                                        <p:tav tm="100000">
                                          <p:val>
                                            <p:strVal val="#ppt_y"/>
                                          </p:val>
                                        </p:tav>
                                      </p:tavLst>
                                    </p:anim>
                                  </p:childTnLst>
                                </p:cTn>
                              </p:par>
                            </p:childTnLst>
                          </p:cTn>
                        </p:par>
                        <p:par>
                          <p:cTn id="64" fill="hold">
                            <p:stCondLst>
                              <p:cond delay="3450"/>
                            </p:stCondLst>
                            <p:childTnLst>
                              <p:par>
                                <p:cTn id="65" presetID="21" presetClass="entr" presetSubtype="1" fill="hold" nodeType="after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wheel(1)">
                                      <p:cBhvr>
                                        <p:cTn id="67" dur="500"/>
                                        <p:tgtEl>
                                          <p:spTgt spid="33"/>
                                        </p:tgtEl>
                                      </p:cBhvr>
                                    </p:animEffect>
                                  </p:childTnLst>
                                </p:cTn>
                              </p:par>
                            </p:childTnLst>
                          </p:cTn>
                        </p:par>
                        <p:par>
                          <p:cTn id="68" fill="hold">
                            <p:stCondLst>
                              <p:cond delay="3950"/>
                            </p:stCondLst>
                            <p:childTnLst>
                              <p:par>
                                <p:cTn id="69" presetID="22" presetClass="entr" presetSubtype="8" fill="hold" grpId="0"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4450"/>
                            </p:stCondLst>
                            <p:childTnLst>
                              <p:par>
                                <p:cTn id="73" presetID="21" presetClass="entr" presetSubtype="1"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wheel(1)">
                                      <p:cBhvr>
                                        <p:cTn id="75" dur="500"/>
                                        <p:tgtEl>
                                          <p:spTgt spid="36"/>
                                        </p:tgtEl>
                                      </p:cBhvr>
                                    </p:animEffect>
                                  </p:childTnLst>
                                </p:cTn>
                              </p:par>
                            </p:childTnLst>
                          </p:cTn>
                        </p:par>
                        <p:par>
                          <p:cTn id="76" fill="hold">
                            <p:stCondLst>
                              <p:cond delay="4950"/>
                            </p:stCondLst>
                            <p:childTnLst>
                              <p:par>
                                <p:cTn id="77" presetID="22" presetClass="entr" presetSubtype="8" fill="hold" grpId="0" nodeType="after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wipe(left)">
                                      <p:cBhvr>
                                        <p:cTn id="79" dur="500"/>
                                        <p:tgtEl>
                                          <p:spTgt spid="45"/>
                                        </p:tgtEl>
                                      </p:cBhvr>
                                    </p:animEffect>
                                  </p:childTnLst>
                                </p:cTn>
                              </p:par>
                            </p:childTnLst>
                          </p:cTn>
                        </p:par>
                        <p:par>
                          <p:cTn id="80" fill="hold">
                            <p:stCondLst>
                              <p:cond delay="5450"/>
                            </p:stCondLst>
                            <p:childTnLst>
                              <p:par>
                                <p:cTn id="81" presetID="21" presetClass="entr" presetSubtype="1" fill="hold" nodeType="afterEffect">
                                  <p:stCondLst>
                                    <p:cond delay="0"/>
                                  </p:stCondLst>
                                  <p:childTnLst>
                                    <p:set>
                                      <p:cBhvr>
                                        <p:cTn id="82" dur="1" fill="hold">
                                          <p:stCondLst>
                                            <p:cond delay="0"/>
                                          </p:stCondLst>
                                        </p:cTn>
                                        <p:tgtEl>
                                          <p:spTgt spid="39"/>
                                        </p:tgtEl>
                                        <p:attrNameLst>
                                          <p:attrName>style.visibility</p:attrName>
                                        </p:attrNameLst>
                                      </p:cBhvr>
                                      <p:to>
                                        <p:strVal val="visible"/>
                                      </p:to>
                                    </p:set>
                                    <p:animEffect transition="in" filter="wheel(1)">
                                      <p:cBhvr>
                                        <p:cTn id="83" dur="500"/>
                                        <p:tgtEl>
                                          <p:spTgt spid="39"/>
                                        </p:tgtEl>
                                      </p:cBhvr>
                                    </p:animEffect>
                                  </p:childTnLst>
                                </p:cTn>
                              </p:par>
                            </p:childTnLst>
                          </p:cTn>
                        </p:par>
                        <p:par>
                          <p:cTn id="84" fill="hold">
                            <p:stCondLst>
                              <p:cond delay="5950"/>
                            </p:stCondLst>
                            <p:childTnLst>
                              <p:par>
                                <p:cTn id="85" presetID="22" presetClass="entr" presetSubtype="8" fill="hold" grpId="0" nodeType="afterEffect">
                                  <p:stCondLst>
                                    <p:cond delay="0"/>
                                  </p:stCondLst>
                                  <p:childTnLst>
                                    <p:set>
                                      <p:cBhvr>
                                        <p:cTn id="86" dur="1" fill="hold">
                                          <p:stCondLst>
                                            <p:cond delay="0"/>
                                          </p:stCondLst>
                                        </p:cTn>
                                        <p:tgtEl>
                                          <p:spTgt spid="46"/>
                                        </p:tgtEl>
                                        <p:attrNameLst>
                                          <p:attrName>style.visibility</p:attrName>
                                        </p:attrNameLst>
                                      </p:cBhvr>
                                      <p:to>
                                        <p:strVal val="visible"/>
                                      </p:to>
                                    </p:set>
                                    <p:animEffect transition="in" filter="wipe(left)">
                                      <p:cBhvr>
                                        <p:cTn id="87" dur="500"/>
                                        <p:tgtEl>
                                          <p:spTgt spid="46"/>
                                        </p:tgtEl>
                                      </p:cBhvr>
                                    </p:animEffect>
                                  </p:childTnLst>
                                </p:cTn>
                              </p:par>
                            </p:childTnLst>
                          </p:cTn>
                        </p:par>
                        <p:par>
                          <p:cTn id="88" fill="hold">
                            <p:stCondLst>
                              <p:cond delay="6450"/>
                            </p:stCondLst>
                            <p:childTnLst>
                              <p:par>
                                <p:cTn id="89" presetID="21" presetClass="entr" presetSubtype="1" fill="hold" nodeType="afterEffect">
                                  <p:stCondLst>
                                    <p:cond delay="0"/>
                                  </p:stCondLst>
                                  <p:childTnLst>
                                    <p:set>
                                      <p:cBhvr>
                                        <p:cTn id="90" dur="1" fill="hold">
                                          <p:stCondLst>
                                            <p:cond delay="0"/>
                                          </p:stCondLst>
                                        </p:cTn>
                                        <p:tgtEl>
                                          <p:spTgt spid="42"/>
                                        </p:tgtEl>
                                        <p:attrNameLst>
                                          <p:attrName>style.visibility</p:attrName>
                                        </p:attrNameLst>
                                      </p:cBhvr>
                                      <p:to>
                                        <p:strVal val="visible"/>
                                      </p:to>
                                    </p:set>
                                    <p:animEffect transition="in" filter="wheel(1)">
                                      <p:cBhvr>
                                        <p:cTn id="91" dur="500"/>
                                        <p:tgtEl>
                                          <p:spTgt spid="42"/>
                                        </p:tgtEl>
                                      </p:cBhvr>
                                    </p:animEffect>
                                  </p:childTnLst>
                                </p:cTn>
                              </p:par>
                            </p:childTnLst>
                          </p:cTn>
                        </p:par>
                        <p:par>
                          <p:cTn id="92" fill="hold">
                            <p:stCondLst>
                              <p:cond delay="6950"/>
                            </p:stCondLst>
                            <p:childTnLst>
                              <p:par>
                                <p:cTn id="93" presetID="22" presetClass="entr" presetSubtype="8" fill="hold" grpId="0" nodeType="afterEffect">
                                  <p:stCondLst>
                                    <p:cond delay="0"/>
                                  </p:stCondLst>
                                  <p:childTnLst>
                                    <p:set>
                                      <p:cBhvr>
                                        <p:cTn id="94" dur="1" fill="hold">
                                          <p:stCondLst>
                                            <p:cond delay="0"/>
                                          </p:stCondLst>
                                        </p:cTn>
                                        <p:tgtEl>
                                          <p:spTgt spid="47"/>
                                        </p:tgtEl>
                                        <p:attrNameLst>
                                          <p:attrName>style.visibility</p:attrName>
                                        </p:attrNameLst>
                                      </p:cBhvr>
                                      <p:to>
                                        <p:strVal val="visible"/>
                                      </p:to>
                                    </p:set>
                                    <p:animEffect transition="in" filter="wipe(left)">
                                      <p:cBhvr>
                                        <p:cTn id="95" dur="500"/>
                                        <p:tgtEl>
                                          <p:spTgt spid="47"/>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4" fill="hold" grpId="0" nodeType="clickEffect">
                                  <p:stCondLst>
                                    <p:cond delay="0"/>
                                  </p:stCondLst>
                                  <p:childTnLst>
                                    <p:set>
                                      <p:cBhvr>
                                        <p:cTn id="99" dur="1" fill="hold">
                                          <p:stCondLst>
                                            <p:cond delay="0"/>
                                          </p:stCondLst>
                                        </p:cTn>
                                        <p:tgtEl>
                                          <p:spTgt spid="48"/>
                                        </p:tgtEl>
                                        <p:attrNameLst>
                                          <p:attrName>style.visibility</p:attrName>
                                        </p:attrNameLst>
                                      </p:cBhvr>
                                      <p:to>
                                        <p:strVal val="visible"/>
                                      </p:to>
                                    </p:set>
                                    <p:animEffect transition="in" filter="wipe(down)">
                                      <p:cBhvr>
                                        <p:cTn id="100" dur="75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45" grpId="0"/>
      <p:bldP spid="46" grpId="0"/>
      <p:bldP spid="47" grpId="0"/>
      <p:bldP spid="48" grpId="0"/>
      <p:bldP spid="51"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p:cNvGrpSpPr/>
          <p:nvPr/>
        </p:nvGrpSpPr>
        <p:grpSpPr>
          <a:xfrm>
            <a:off x="2230222" y="1643909"/>
            <a:ext cx="1925316" cy="1043406"/>
            <a:chOff x="516880" y="1647840"/>
            <a:chExt cx="1825585" cy="989358"/>
          </a:xfrm>
        </p:grpSpPr>
        <p:grpSp>
          <p:nvGrpSpPr>
            <p:cNvPr id="22" name="组合 21"/>
            <p:cNvGrpSpPr/>
            <p:nvPr/>
          </p:nvGrpSpPr>
          <p:grpSpPr>
            <a:xfrm>
              <a:off x="516880" y="1647840"/>
              <a:ext cx="1825585" cy="989358"/>
              <a:chOff x="304800" y="673100"/>
              <a:chExt cx="4000500" cy="4000500"/>
            </a:xfrm>
            <a:effectLst>
              <a:outerShdw blurRad="444500" dist="254000" dir="8100000" algn="tr" rotWithShape="0">
                <a:prstClr val="black">
                  <a:alpha val="50000"/>
                </a:prstClr>
              </a:outerShdw>
            </a:effectLst>
          </p:grpSpPr>
          <p:sp>
            <p:nvSpPr>
              <p:cNvPr id="24" name="同心圆 516"/>
              <p:cNvSpPr/>
              <p:nvPr/>
            </p:nvSpPr>
            <p:spPr>
              <a:xfrm>
                <a:off x="304800" y="673100"/>
                <a:ext cx="4000500" cy="4000500"/>
              </a:xfrm>
              <a:prstGeom prst="round2DiagRect">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sp>
            <p:nvSpPr>
              <p:cNvPr id="25" name="椭圆 517"/>
              <p:cNvSpPr/>
              <p:nvPr/>
            </p:nvSpPr>
            <p:spPr>
              <a:xfrm>
                <a:off x="392113" y="760413"/>
                <a:ext cx="3825874" cy="3825874"/>
              </a:xfrm>
              <a:prstGeom prst="round2DiagRect">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sp>
          <p:nvSpPr>
            <p:cNvPr id="23" name="矩形 22"/>
            <p:cNvSpPr/>
            <p:nvPr/>
          </p:nvSpPr>
          <p:spPr>
            <a:xfrm>
              <a:off x="728056" y="1894345"/>
              <a:ext cx="1403234" cy="456842"/>
            </a:xfrm>
            <a:prstGeom prst="rect">
              <a:avLst/>
            </a:prstGeom>
          </p:spPr>
          <p:txBody>
            <a:bodyPr wrap="none">
              <a:spAutoFit/>
            </a:bodyPr>
            <a:lstStyle/>
            <a:p>
              <a:pPr algn="ctr">
                <a:defRPr/>
              </a:pPr>
              <a:r>
                <a:rPr lang="zh-CN" altLang="en-US" sz="2531" b="1" dirty="0">
                  <a:solidFill>
                    <a:srgbClr val="04447F"/>
                  </a:solidFill>
                  <a:ea typeface="微软雅黑" panose="020B0503020204020204" pitchFamily="34" charset="-122"/>
                </a:rPr>
                <a:t>添加文本</a:t>
              </a:r>
            </a:p>
          </p:txBody>
        </p:sp>
      </p:grpSp>
      <p:sp>
        <p:nvSpPr>
          <p:cNvPr id="26" name="MH_Other_7"/>
          <p:cNvSpPr/>
          <p:nvPr>
            <p:custDataLst>
              <p:tags r:id="rId1"/>
            </p:custDataLst>
          </p:nvPr>
        </p:nvSpPr>
        <p:spPr>
          <a:xfrm rot="5400000">
            <a:off x="2436940" y="2939256"/>
            <a:ext cx="719232" cy="704424"/>
          </a:xfrm>
          <a:prstGeom prst="bentUpArrow">
            <a:avLst/>
          </a:prstGeom>
          <a:solidFill>
            <a:srgbClr val="04447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1687">
              <a:ea typeface="微软雅黑" panose="020B0503020204020204" pitchFamily="34" charset="-122"/>
            </a:endParaRPr>
          </a:p>
        </p:txBody>
      </p:sp>
      <p:sp>
        <p:nvSpPr>
          <p:cNvPr id="27" name="MH_Other_7"/>
          <p:cNvSpPr/>
          <p:nvPr>
            <p:custDataLst>
              <p:tags r:id="rId2"/>
            </p:custDataLst>
          </p:nvPr>
        </p:nvSpPr>
        <p:spPr>
          <a:xfrm rot="5400000">
            <a:off x="3579817" y="4204421"/>
            <a:ext cx="719232" cy="704424"/>
          </a:xfrm>
          <a:prstGeom prst="bentUpArrow">
            <a:avLst/>
          </a:prstGeom>
          <a:solidFill>
            <a:srgbClr val="BF1347"/>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1687">
              <a:ea typeface="微软雅黑" panose="020B0503020204020204" pitchFamily="34" charset="-122"/>
            </a:endParaRPr>
          </a:p>
        </p:txBody>
      </p:sp>
      <p:sp>
        <p:nvSpPr>
          <p:cNvPr id="28" name="MH_Other_7"/>
          <p:cNvSpPr/>
          <p:nvPr>
            <p:custDataLst>
              <p:tags r:id="rId3"/>
            </p:custDataLst>
          </p:nvPr>
        </p:nvSpPr>
        <p:spPr>
          <a:xfrm rot="5400000">
            <a:off x="4800597" y="5469587"/>
            <a:ext cx="719232" cy="704424"/>
          </a:xfrm>
          <a:prstGeom prst="bentUpArrow">
            <a:avLst/>
          </a:prstGeom>
          <a:solidFill>
            <a:srgbClr val="04447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1687">
              <a:ea typeface="微软雅黑" panose="020B0503020204020204" pitchFamily="34" charset="-122"/>
            </a:endParaRPr>
          </a:p>
        </p:txBody>
      </p:sp>
      <p:grpSp>
        <p:nvGrpSpPr>
          <p:cNvPr id="29" name="组合 28"/>
          <p:cNvGrpSpPr/>
          <p:nvPr/>
        </p:nvGrpSpPr>
        <p:grpSpPr>
          <a:xfrm>
            <a:off x="3234900" y="2909075"/>
            <a:ext cx="1925316" cy="1043406"/>
            <a:chOff x="1469516" y="2847470"/>
            <a:chExt cx="1825585" cy="989358"/>
          </a:xfrm>
        </p:grpSpPr>
        <p:grpSp>
          <p:nvGrpSpPr>
            <p:cNvPr id="30" name="组合 29"/>
            <p:cNvGrpSpPr/>
            <p:nvPr/>
          </p:nvGrpSpPr>
          <p:grpSpPr>
            <a:xfrm>
              <a:off x="1469516" y="2847470"/>
              <a:ext cx="1825585" cy="989358"/>
              <a:chOff x="304800" y="673100"/>
              <a:chExt cx="4000500" cy="4000500"/>
            </a:xfrm>
            <a:effectLst>
              <a:outerShdw blurRad="444500" dist="254000" dir="8100000" algn="tr" rotWithShape="0">
                <a:prstClr val="black">
                  <a:alpha val="50000"/>
                </a:prstClr>
              </a:outerShdw>
            </a:effectLst>
          </p:grpSpPr>
          <p:sp>
            <p:nvSpPr>
              <p:cNvPr id="32" name="同心圆 516"/>
              <p:cNvSpPr/>
              <p:nvPr/>
            </p:nvSpPr>
            <p:spPr>
              <a:xfrm>
                <a:off x="304800" y="673100"/>
                <a:ext cx="4000500" cy="4000500"/>
              </a:xfrm>
              <a:prstGeom prst="round2DiagRect">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sp>
            <p:nvSpPr>
              <p:cNvPr id="33" name="椭圆 517"/>
              <p:cNvSpPr/>
              <p:nvPr/>
            </p:nvSpPr>
            <p:spPr>
              <a:xfrm>
                <a:off x="392113" y="760413"/>
                <a:ext cx="3825874" cy="3825874"/>
              </a:xfrm>
              <a:prstGeom prst="round2DiagRect">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sp>
          <p:nvSpPr>
            <p:cNvPr id="31" name="矩形 30"/>
            <p:cNvSpPr/>
            <p:nvPr/>
          </p:nvSpPr>
          <p:spPr>
            <a:xfrm>
              <a:off x="1680692" y="3096884"/>
              <a:ext cx="1403234" cy="456842"/>
            </a:xfrm>
            <a:prstGeom prst="rect">
              <a:avLst/>
            </a:prstGeom>
          </p:spPr>
          <p:txBody>
            <a:bodyPr wrap="none">
              <a:spAutoFit/>
            </a:bodyPr>
            <a:lstStyle/>
            <a:p>
              <a:pPr algn="ctr">
                <a:defRPr/>
              </a:pPr>
              <a:r>
                <a:rPr lang="zh-CN" altLang="en-US" sz="2531" b="1" dirty="0">
                  <a:solidFill>
                    <a:srgbClr val="BF1347"/>
                  </a:solidFill>
                  <a:ea typeface="微软雅黑" panose="020B0503020204020204" pitchFamily="34" charset="-122"/>
                </a:rPr>
                <a:t>添加文本</a:t>
              </a:r>
            </a:p>
          </p:txBody>
        </p:sp>
      </p:grpSp>
      <p:grpSp>
        <p:nvGrpSpPr>
          <p:cNvPr id="34" name="组合 33"/>
          <p:cNvGrpSpPr/>
          <p:nvPr/>
        </p:nvGrpSpPr>
        <p:grpSpPr>
          <a:xfrm>
            <a:off x="4457375" y="4174240"/>
            <a:ext cx="1925316" cy="1043406"/>
            <a:chOff x="2628667" y="4047100"/>
            <a:chExt cx="1825585" cy="989358"/>
          </a:xfrm>
        </p:grpSpPr>
        <p:grpSp>
          <p:nvGrpSpPr>
            <p:cNvPr id="35" name="组合 34"/>
            <p:cNvGrpSpPr/>
            <p:nvPr/>
          </p:nvGrpSpPr>
          <p:grpSpPr>
            <a:xfrm>
              <a:off x="2628667" y="4047100"/>
              <a:ext cx="1825585" cy="989358"/>
              <a:chOff x="304800" y="673100"/>
              <a:chExt cx="4000500" cy="4000500"/>
            </a:xfrm>
            <a:effectLst>
              <a:outerShdw blurRad="444500" dist="254000" dir="8100000" algn="tr" rotWithShape="0">
                <a:prstClr val="black">
                  <a:alpha val="50000"/>
                </a:prstClr>
              </a:outerShdw>
            </a:effectLst>
          </p:grpSpPr>
          <p:sp>
            <p:nvSpPr>
              <p:cNvPr id="37" name="同心圆 516"/>
              <p:cNvSpPr/>
              <p:nvPr/>
            </p:nvSpPr>
            <p:spPr>
              <a:xfrm>
                <a:off x="304800" y="673100"/>
                <a:ext cx="4000500" cy="4000500"/>
              </a:xfrm>
              <a:prstGeom prst="round2DiagRect">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sp>
            <p:nvSpPr>
              <p:cNvPr id="38" name="椭圆 517"/>
              <p:cNvSpPr/>
              <p:nvPr/>
            </p:nvSpPr>
            <p:spPr>
              <a:xfrm>
                <a:off x="392113" y="760413"/>
                <a:ext cx="3825874" cy="3825874"/>
              </a:xfrm>
              <a:prstGeom prst="round2DiagRect">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sp>
          <p:nvSpPr>
            <p:cNvPr id="36" name="矩形 35"/>
            <p:cNvSpPr/>
            <p:nvPr/>
          </p:nvSpPr>
          <p:spPr>
            <a:xfrm>
              <a:off x="2839843" y="4289005"/>
              <a:ext cx="1403234" cy="456842"/>
            </a:xfrm>
            <a:prstGeom prst="rect">
              <a:avLst/>
            </a:prstGeom>
          </p:spPr>
          <p:txBody>
            <a:bodyPr wrap="none">
              <a:spAutoFit/>
            </a:bodyPr>
            <a:lstStyle/>
            <a:p>
              <a:pPr algn="ctr">
                <a:defRPr/>
              </a:pPr>
              <a:r>
                <a:rPr lang="zh-CN" altLang="en-US" sz="2531" b="1" dirty="0">
                  <a:solidFill>
                    <a:srgbClr val="04447F"/>
                  </a:solidFill>
                  <a:ea typeface="微软雅黑" panose="020B0503020204020204" pitchFamily="34" charset="-122"/>
                </a:rPr>
                <a:t>添加文本</a:t>
              </a:r>
            </a:p>
          </p:txBody>
        </p:sp>
      </p:grpSp>
      <p:grpSp>
        <p:nvGrpSpPr>
          <p:cNvPr id="39" name="组合 38"/>
          <p:cNvGrpSpPr/>
          <p:nvPr/>
        </p:nvGrpSpPr>
        <p:grpSpPr>
          <a:xfrm>
            <a:off x="5688866" y="5439406"/>
            <a:ext cx="1925316" cy="1043406"/>
            <a:chOff x="3796366" y="5246731"/>
            <a:chExt cx="1825585" cy="989358"/>
          </a:xfrm>
        </p:grpSpPr>
        <p:grpSp>
          <p:nvGrpSpPr>
            <p:cNvPr id="40" name="组合 39"/>
            <p:cNvGrpSpPr/>
            <p:nvPr/>
          </p:nvGrpSpPr>
          <p:grpSpPr>
            <a:xfrm>
              <a:off x="3796366" y="5246731"/>
              <a:ext cx="1825585" cy="989358"/>
              <a:chOff x="304800" y="673100"/>
              <a:chExt cx="4000500" cy="4000500"/>
            </a:xfrm>
            <a:effectLst>
              <a:outerShdw blurRad="444500" dist="254000" dir="8100000" algn="tr" rotWithShape="0">
                <a:prstClr val="black">
                  <a:alpha val="50000"/>
                </a:prstClr>
              </a:outerShdw>
            </a:effectLst>
          </p:grpSpPr>
          <p:sp>
            <p:nvSpPr>
              <p:cNvPr id="42" name="同心圆 516"/>
              <p:cNvSpPr/>
              <p:nvPr/>
            </p:nvSpPr>
            <p:spPr>
              <a:xfrm>
                <a:off x="304800" y="673100"/>
                <a:ext cx="4000500" cy="4000500"/>
              </a:xfrm>
              <a:prstGeom prst="round2DiagRect">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sp>
            <p:nvSpPr>
              <p:cNvPr id="43" name="椭圆 517"/>
              <p:cNvSpPr/>
              <p:nvPr/>
            </p:nvSpPr>
            <p:spPr>
              <a:xfrm>
                <a:off x="392113" y="760413"/>
                <a:ext cx="3825874" cy="3825874"/>
              </a:xfrm>
              <a:prstGeom prst="round2DiagRect">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solidFill>
                </a:endParaRPr>
              </a:p>
            </p:txBody>
          </p:sp>
        </p:grpSp>
        <p:sp>
          <p:nvSpPr>
            <p:cNvPr id="41" name="矩形 40"/>
            <p:cNvSpPr/>
            <p:nvPr/>
          </p:nvSpPr>
          <p:spPr>
            <a:xfrm>
              <a:off x="4007542" y="5510577"/>
              <a:ext cx="1403234" cy="456842"/>
            </a:xfrm>
            <a:prstGeom prst="rect">
              <a:avLst/>
            </a:prstGeom>
          </p:spPr>
          <p:txBody>
            <a:bodyPr wrap="none">
              <a:spAutoFit/>
            </a:bodyPr>
            <a:lstStyle/>
            <a:p>
              <a:pPr algn="ctr">
                <a:defRPr/>
              </a:pPr>
              <a:r>
                <a:rPr lang="zh-CN" altLang="en-US" sz="2531" b="1" dirty="0">
                  <a:solidFill>
                    <a:srgbClr val="BF1347"/>
                  </a:solidFill>
                  <a:ea typeface="微软雅黑" panose="020B0503020204020204" pitchFamily="34" charset="-122"/>
                </a:rPr>
                <a:t>添加文本</a:t>
              </a:r>
            </a:p>
          </p:txBody>
        </p:sp>
      </p:grpSp>
      <p:pic>
        <p:nvPicPr>
          <p:cNvPr id="44" name="Picture 3" descr="C:\Users\MDG\Desktop\EC (68).png"/>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59332" y="3304414"/>
            <a:ext cx="3973447" cy="3928236"/>
          </a:xfrm>
          <a:prstGeom prst="rect">
            <a:avLst/>
          </a:prstGeom>
          <a:noFill/>
          <a:extLst>
            <a:ext uri="{909E8E84-426E-40DD-AFC4-6F175D3DCCD1}">
              <a14:hiddenFill xmlns:a14="http://schemas.microsoft.com/office/drawing/2010/main">
                <a:solidFill>
                  <a:srgbClr val="FFFFFF"/>
                </a:solidFill>
              </a14:hiddenFill>
            </a:ext>
          </a:extLst>
        </p:spPr>
      </p:pic>
      <p:sp>
        <p:nvSpPr>
          <p:cNvPr id="45" name="文本框 44"/>
          <p:cNvSpPr txBox="1"/>
          <p:nvPr/>
        </p:nvSpPr>
        <p:spPr>
          <a:xfrm>
            <a:off x="4418216" y="1617157"/>
            <a:ext cx="4921244" cy="1495025"/>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6" name="文本框 45"/>
          <p:cNvSpPr txBox="1"/>
          <p:nvPr/>
        </p:nvSpPr>
        <p:spPr>
          <a:xfrm>
            <a:off x="5350994" y="2923403"/>
            <a:ext cx="4921244" cy="1495025"/>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7" name="文本框 46"/>
          <p:cNvSpPr txBox="1"/>
          <p:nvPr/>
        </p:nvSpPr>
        <p:spPr>
          <a:xfrm>
            <a:off x="6582995" y="4202713"/>
            <a:ext cx="4921244" cy="1495025"/>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8" name="文本框 47"/>
          <p:cNvSpPr txBox="1"/>
          <p:nvPr/>
        </p:nvSpPr>
        <p:spPr>
          <a:xfrm>
            <a:off x="7811617" y="5348431"/>
            <a:ext cx="4921244" cy="1495025"/>
          </a:xfrm>
          <a:prstGeom prst="rect">
            <a:avLst/>
          </a:prstGeom>
          <a:noFill/>
        </p:spPr>
        <p:txBody>
          <a:bodyPr wrap="square" rtlCol="0">
            <a:spAutoFit/>
          </a:bodyPr>
          <a:lstStyle/>
          <a:p>
            <a:pPr>
              <a:lnSpc>
                <a:spcPct val="120000"/>
              </a:lnSpc>
            </a:pPr>
            <a:r>
              <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rPr>
              <a:t>在此添加内容在此添加内容在此添加内容在此添加内容在此添加内容在此添加内容在此添加内容在此添加内容在此添加内容在此添加内容内容在此添加内容在此添加内容在此添加内容在此添加内容在此添加内容</a:t>
            </a: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a:p>
            <a:pPr>
              <a:lnSpc>
                <a:spcPct val="120000"/>
              </a:lnSpc>
            </a:pPr>
            <a:endParaRPr lang="zh-CN" altLang="en-US" sz="1266" dirty="0">
              <a:solidFill>
                <a:schemeClr val="tx1">
                  <a:lumMod val="65000"/>
                  <a:lumOff val="35000"/>
                </a:schemeClr>
              </a:solidFill>
              <a:latin typeface="微软雅黑" panose="020B0503020204020204" pitchFamily="34" charset="-122"/>
              <a:ea typeface="微软雅黑" panose="020B0503020204020204" pitchFamily="34" charset="-122"/>
              <a:cs typeface="Leelawadee" panose="020B0502040204020203" pitchFamily="34" charset="-34"/>
            </a:endParaRPr>
          </a:p>
        </p:txBody>
      </p:sp>
      <p:sp>
        <p:nvSpPr>
          <p:cNvPr id="49" name="文本框 48"/>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50" name="直接连接符 49"/>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51"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52"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53"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1185032736"/>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52"/>
                                            </p:tgtEl>
                                            <p:attrNameLst>
                                              <p:attrName>ppt_y</p:attrName>
                                            </p:attrNameLst>
                                          </p:cBhvr>
                                          <p:tavLst>
                                            <p:tav tm="0">
                                              <p:val>
                                                <p:strVal val="#ppt_y"/>
                                              </p:val>
                                            </p:tav>
                                            <p:tav tm="100000">
                                              <p:val>
                                                <p:strVal val="#ppt_y"/>
                                              </p:val>
                                            </p:tav>
                                          </p:tavLst>
                                        </p:anim>
                                        <p:anim calcmode="lin" valueType="num">
                                          <p:cBhvr>
                                            <p:cTn id="9" dur="500" fill="hold"/>
                                            <p:tgtEl>
                                              <p:spTgt spid="5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5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52"/>
                                            </p:tgtEl>
                                          </p:cBhvr>
                                        </p:animEffect>
                                      </p:childTnLst>
                                    </p:cTn>
                                  </p:par>
                                  <p:par>
                                    <p:cTn id="12" presetID="12" presetClass="entr" presetSubtype="4" fill="hold" nodeType="withEffect">
                                      <p:stCondLst>
                                        <p:cond delay="500"/>
                                      </p:stCondLst>
                                      <p:childTnLst>
                                        <p:set>
                                          <p:cBhvr>
                                            <p:cTn id="13" dur="1" fill="hold">
                                              <p:stCondLst>
                                                <p:cond delay="0"/>
                                              </p:stCondLst>
                                            </p:cTn>
                                            <p:tgtEl>
                                              <p:spTgt spid="44"/>
                                            </p:tgtEl>
                                            <p:attrNameLst>
                                              <p:attrName>style.visibility</p:attrName>
                                            </p:attrNameLst>
                                          </p:cBhvr>
                                          <p:to>
                                            <p:strVal val="visible"/>
                                          </p:to>
                                        </p:set>
                                        <p:anim calcmode="lin" valueType="num">
                                          <p:cBhvr additive="base">
                                            <p:cTn id="14" dur="500"/>
                                            <p:tgtEl>
                                              <p:spTgt spid="44"/>
                                            </p:tgtEl>
                                            <p:attrNameLst>
                                              <p:attrName>ppt_y</p:attrName>
                                            </p:attrNameLst>
                                          </p:cBhvr>
                                          <p:tavLst>
                                            <p:tav tm="0">
                                              <p:val>
                                                <p:strVal val="#ppt_y+#ppt_h*1.125000"/>
                                              </p:val>
                                            </p:tav>
                                            <p:tav tm="100000">
                                              <p:val>
                                                <p:strVal val="#ppt_y"/>
                                              </p:val>
                                            </p:tav>
                                          </p:tavLst>
                                        </p:anim>
                                        <p:animEffect transition="in" filter="wipe(up)">
                                          <p:cBhvr>
                                            <p:cTn id="15" dur="500"/>
                                            <p:tgtEl>
                                              <p:spTgt spid="44"/>
                                            </p:tgtEl>
                                          </p:cBhvr>
                                        </p:animEffect>
                                      </p:childTnLst>
                                    </p:cTn>
                                  </p:par>
                                </p:childTnLst>
                              </p:cTn>
                            </p:par>
                            <p:par>
                              <p:cTn id="16" fill="hold">
                                <p:stCondLst>
                                  <p:cond delay="1000"/>
                                </p:stCondLst>
                                <p:childTnLst>
                                  <p:par>
                                    <p:cTn id="17" presetID="2" presetClass="entr" presetSubtype="8" fill="hold" nodeType="afterEffect" p14:presetBounceEnd="45333">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14:bounceEnd="45333">
                                          <p:cBhvr additive="base">
                                            <p:cTn id="19" dur="750" fill="hold"/>
                                            <p:tgtEl>
                                              <p:spTgt spid="21"/>
                                            </p:tgtEl>
                                            <p:attrNameLst>
                                              <p:attrName>ppt_x</p:attrName>
                                            </p:attrNameLst>
                                          </p:cBhvr>
                                          <p:tavLst>
                                            <p:tav tm="0">
                                              <p:val>
                                                <p:strVal val="0-#ppt_w/2"/>
                                              </p:val>
                                            </p:tav>
                                            <p:tav tm="100000">
                                              <p:val>
                                                <p:strVal val="#ppt_x"/>
                                              </p:val>
                                            </p:tav>
                                          </p:tavLst>
                                        </p:anim>
                                        <p:anim calcmode="lin" valueType="num" p14:bounceEnd="45333">
                                          <p:cBhvr additive="base">
                                            <p:cTn id="20" dur="75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14:presetBounceEnd="45333">
                                      <p:stCondLst>
                                        <p:cond delay="250"/>
                                      </p:stCondLst>
                                      <p:childTnLst>
                                        <p:set>
                                          <p:cBhvr>
                                            <p:cTn id="22" dur="1" fill="hold">
                                              <p:stCondLst>
                                                <p:cond delay="0"/>
                                              </p:stCondLst>
                                            </p:cTn>
                                            <p:tgtEl>
                                              <p:spTgt spid="29"/>
                                            </p:tgtEl>
                                            <p:attrNameLst>
                                              <p:attrName>style.visibility</p:attrName>
                                            </p:attrNameLst>
                                          </p:cBhvr>
                                          <p:to>
                                            <p:strVal val="visible"/>
                                          </p:to>
                                        </p:set>
                                        <p:anim calcmode="lin" valueType="num" p14:bounceEnd="45333">
                                          <p:cBhvr additive="base">
                                            <p:cTn id="23" dur="750" fill="hold"/>
                                            <p:tgtEl>
                                              <p:spTgt spid="29"/>
                                            </p:tgtEl>
                                            <p:attrNameLst>
                                              <p:attrName>ppt_x</p:attrName>
                                            </p:attrNameLst>
                                          </p:cBhvr>
                                          <p:tavLst>
                                            <p:tav tm="0">
                                              <p:val>
                                                <p:strVal val="0-#ppt_w/2"/>
                                              </p:val>
                                            </p:tav>
                                            <p:tav tm="100000">
                                              <p:val>
                                                <p:strVal val="#ppt_x"/>
                                              </p:val>
                                            </p:tav>
                                          </p:tavLst>
                                        </p:anim>
                                        <p:anim calcmode="lin" valueType="num" p14:bounceEnd="45333">
                                          <p:cBhvr additive="base">
                                            <p:cTn id="24" dur="750" fill="hold"/>
                                            <p:tgtEl>
                                              <p:spTgt spid="29"/>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45333">
                                      <p:stCondLst>
                                        <p:cond delay="500"/>
                                      </p:stCondLst>
                                      <p:childTnLst>
                                        <p:set>
                                          <p:cBhvr>
                                            <p:cTn id="26" dur="1" fill="hold">
                                              <p:stCondLst>
                                                <p:cond delay="0"/>
                                              </p:stCondLst>
                                            </p:cTn>
                                            <p:tgtEl>
                                              <p:spTgt spid="34"/>
                                            </p:tgtEl>
                                            <p:attrNameLst>
                                              <p:attrName>style.visibility</p:attrName>
                                            </p:attrNameLst>
                                          </p:cBhvr>
                                          <p:to>
                                            <p:strVal val="visible"/>
                                          </p:to>
                                        </p:set>
                                        <p:anim calcmode="lin" valueType="num" p14:bounceEnd="45333">
                                          <p:cBhvr additive="base">
                                            <p:cTn id="27" dur="750" fill="hold"/>
                                            <p:tgtEl>
                                              <p:spTgt spid="34"/>
                                            </p:tgtEl>
                                            <p:attrNameLst>
                                              <p:attrName>ppt_x</p:attrName>
                                            </p:attrNameLst>
                                          </p:cBhvr>
                                          <p:tavLst>
                                            <p:tav tm="0">
                                              <p:val>
                                                <p:strVal val="0-#ppt_w/2"/>
                                              </p:val>
                                            </p:tav>
                                            <p:tav tm="100000">
                                              <p:val>
                                                <p:strVal val="#ppt_x"/>
                                              </p:val>
                                            </p:tav>
                                          </p:tavLst>
                                        </p:anim>
                                        <p:anim calcmode="lin" valueType="num" p14:bounceEnd="45333">
                                          <p:cBhvr additive="base">
                                            <p:cTn id="28" dur="750" fill="hold"/>
                                            <p:tgtEl>
                                              <p:spTgt spid="34"/>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14:presetBounceEnd="45333">
                                      <p:stCondLst>
                                        <p:cond delay="750"/>
                                      </p:stCondLst>
                                      <p:childTnLst>
                                        <p:set>
                                          <p:cBhvr>
                                            <p:cTn id="30" dur="1" fill="hold">
                                              <p:stCondLst>
                                                <p:cond delay="0"/>
                                              </p:stCondLst>
                                            </p:cTn>
                                            <p:tgtEl>
                                              <p:spTgt spid="39"/>
                                            </p:tgtEl>
                                            <p:attrNameLst>
                                              <p:attrName>style.visibility</p:attrName>
                                            </p:attrNameLst>
                                          </p:cBhvr>
                                          <p:to>
                                            <p:strVal val="visible"/>
                                          </p:to>
                                        </p:set>
                                        <p:anim calcmode="lin" valueType="num" p14:bounceEnd="45333">
                                          <p:cBhvr additive="base">
                                            <p:cTn id="31" dur="750" fill="hold"/>
                                            <p:tgtEl>
                                              <p:spTgt spid="39"/>
                                            </p:tgtEl>
                                            <p:attrNameLst>
                                              <p:attrName>ppt_x</p:attrName>
                                            </p:attrNameLst>
                                          </p:cBhvr>
                                          <p:tavLst>
                                            <p:tav tm="0">
                                              <p:val>
                                                <p:strVal val="0-#ppt_w/2"/>
                                              </p:val>
                                            </p:tav>
                                            <p:tav tm="100000">
                                              <p:val>
                                                <p:strVal val="#ppt_x"/>
                                              </p:val>
                                            </p:tav>
                                          </p:tavLst>
                                        </p:anim>
                                        <p:anim calcmode="lin" valueType="num" p14:bounceEnd="45333">
                                          <p:cBhvr additive="base">
                                            <p:cTn id="32" dur="750" fill="hold"/>
                                            <p:tgtEl>
                                              <p:spTgt spid="39"/>
                                            </p:tgtEl>
                                            <p:attrNameLst>
                                              <p:attrName>ppt_y</p:attrName>
                                            </p:attrNameLst>
                                          </p:cBhvr>
                                          <p:tavLst>
                                            <p:tav tm="0">
                                              <p:val>
                                                <p:strVal val="#ppt_y"/>
                                              </p:val>
                                            </p:tav>
                                            <p:tav tm="100000">
                                              <p:val>
                                                <p:strVal val="#ppt_y"/>
                                              </p:val>
                                            </p:tav>
                                          </p:tavLst>
                                        </p:anim>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wipe(left)">
                                          <p:cBhvr>
                                            <p:cTn id="36" dur="500"/>
                                            <p:tgtEl>
                                              <p:spTgt spid="26"/>
                                            </p:tgtEl>
                                          </p:cBhvr>
                                        </p:animEffect>
                                      </p:childTnLst>
                                    </p:cTn>
                                  </p:par>
                                  <p:par>
                                    <p:cTn id="37" presetID="22" presetClass="entr" presetSubtype="8" fill="hold" grpId="0" nodeType="withEffect">
                                      <p:stCondLst>
                                        <p:cond delay="250"/>
                                      </p:stCondLst>
                                      <p:childTnLst>
                                        <p:set>
                                          <p:cBhvr>
                                            <p:cTn id="38" dur="1" fill="hold">
                                              <p:stCondLst>
                                                <p:cond delay="0"/>
                                              </p:stCondLst>
                                            </p:cTn>
                                            <p:tgtEl>
                                              <p:spTgt spid="27"/>
                                            </p:tgtEl>
                                            <p:attrNameLst>
                                              <p:attrName>style.visibility</p:attrName>
                                            </p:attrNameLst>
                                          </p:cBhvr>
                                          <p:to>
                                            <p:strVal val="visible"/>
                                          </p:to>
                                        </p:set>
                                        <p:animEffect transition="in" filter="wipe(left)">
                                          <p:cBhvr>
                                            <p:cTn id="39" dur="500"/>
                                            <p:tgtEl>
                                              <p:spTgt spid="27"/>
                                            </p:tgtEl>
                                          </p:cBhvr>
                                        </p:animEffect>
                                      </p:childTnLst>
                                    </p:cTn>
                                  </p:par>
                                  <p:par>
                                    <p:cTn id="40" presetID="22" presetClass="entr" presetSubtype="8" fill="hold" grpId="0" nodeType="withEffect">
                                      <p:stCondLst>
                                        <p:cond delay="5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4" presetClass="entr" presetSubtype="10" fill="hold" grpId="0"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randombar(horizontal)">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14" presetClass="entr" presetSubtype="10" fill="hold" grpId="0" nodeType="click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randombar(horizontal)">
                                          <p:cBhvr>
                                            <p:cTn id="52" dur="500"/>
                                            <p:tgtEl>
                                              <p:spTgt spid="46"/>
                                            </p:tgtEl>
                                          </p:cBhvr>
                                        </p:animEffect>
                                      </p:childTnLst>
                                    </p:cTn>
                                  </p:par>
                                </p:childTnLst>
                              </p:cTn>
                            </p:par>
                          </p:childTnLst>
                        </p:cTn>
                      </p:par>
                      <p:par>
                        <p:cTn id="53" fill="hold">
                          <p:stCondLst>
                            <p:cond delay="indefinite"/>
                          </p:stCondLst>
                          <p:childTnLst>
                            <p:par>
                              <p:cTn id="54" fill="hold">
                                <p:stCondLst>
                                  <p:cond delay="0"/>
                                </p:stCondLst>
                                <p:childTnLst>
                                  <p:par>
                                    <p:cTn id="55" presetID="14" presetClass="entr" presetSubtype="10" fill="hold" grpId="0" nodeType="click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randombar(horizontal)">
                                          <p:cBhvr>
                                            <p:cTn id="57" dur="500"/>
                                            <p:tgtEl>
                                              <p:spTgt spid="47"/>
                                            </p:tgtEl>
                                          </p:cBhvr>
                                        </p:animEffect>
                                      </p:childTnLst>
                                    </p:cTn>
                                  </p:par>
                                </p:childTnLst>
                              </p:cTn>
                            </p:par>
                          </p:childTnLst>
                        </p:cTn>
                      </p:par>
                      <p:par>
                        <p:cTn id="58" fill="hold">
                          <p:stCondLst>
                            <p:cond delay="indefinite"/>
                          </p:stCondLst>
                          <p:childTnLst>
                            <p:par>
                              <p:cTn id="59" fill="hold">
                                <p:stCondLst>
                                  <p:cond delay="0"/>
                                </p:stCondLst>
                                <p:childTnLst>
                                  <p:par>
                                    <p:cTn id="60" presetID="14" presetClass="entr" presetSubtype="10" fill="hold" grpId="0"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randombar(horizontal)">
                                          <p:cBhvr>
                                            <p:cTn id="62" dur="500"/>
                                            <p:tgtEl>
                                              <p:spTgt spid="48"/>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49"/>
                                            </p:tgtEl>
                                            <p:attrNameLst>
                                              <p:attrName>style.visibility</p:attrName>
                                            </p:attrNameLst>
                                          </p:cBhvr>
                                          <p:to>
                                            <p:strVal val="visible"/>
                                          </p:to>
                                        </p:set>
                                        <p:animEffect transition="in" filter="wipe(down)">
                                          <p:cBhvr>
                                            <p:cTn id="67" dur="7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45" grpId="0"/>
          <p:bldP spid="46" grpId="0"/>
          <p:bldP spid="47" grpId="0"/>
          <p:bldP spid="48" grpId="0"/>
          <p:bldP spid="49" grpId="0"/>
          <p:bldP spid="52"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52"/>
                                            </p:tgtEl>
                                            <p:attrNameLst>
                                              <p:attrName>ppt_y</p:attrName>
                                            </p:attrNameLst>
                                          </p:cBhvr>
                                          <p:tavLst>
                                            <p:tav tm="0">
                                              <p:val>
                                                <p:strVal val="#ppt_y"/>
                                              </p:val>
                                            </p:tav>
                                            <p:tav tm="100000">
                                              <p:val>
                                                <p:strVal val="#ppt_y"/>
                                              </p:val>
                                            </p:tav>
                                          </p:tavLst>
                                        </p:anim>
                                        <p:anim calcmode="lin" valueType="num">
                                          <p:cBhvr>
                                            <p:cTn id="9" dur="500" fill="hold"/>
                                            <p:tgtEl>
                                              <p:spTgt spid="5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5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52"/>
                                            </p:tgtEl>
                                          </p:cBhvr>
                                        </p:animEffect>
                                      </p:childTnLst>
                                    </p:cTn>
                                  </p:par>
                                  <p:par>
                                    <p:cTn id="12" presetID="12" presetClass="entr" presetSubtype="4" fill="hold" nodeType="withEffect">
                                      <p:stCondLst>
                                        <p:cond delay="500"/>
                                      </p:stCondLst>
                                      <p:childTnLst>
                                        <p:set>
                                          <p:cBhvr>
                                            <p:cTn id="13" dur="1" fill="hold">
                                              <p:stCondLst>
                                                <p:cond delay="0"/>
                                              </p:stCondLst>
                                            </p:cTn>
                                            <p:tgtEl>
                                              <p:spTgt spid="44"/>
                                            </p:tgtEl>
                                            <p:attrNameLst>
                                              <p:attrName>style.visibility</p:attrName>
                                            </p:attrNameLst>
                                          </p:cBhvr>
                                          <p:to>
                                            <p:strVal val="visible"/>
                                          </p:to>
                                        </p:set>
                                        <p:anim calcmode="lin" valueType="num">
                                          <p:cBhvr additive="base">
                                            <p:cTn id="14" dur="500"/>
                                            <p:tgtEl>
                                              <p:spTgt spid="44"/>
                                            </p:tgtEl>
                                            <p:attrNameLst>
                                              <p:attrName>ppt_y</p:attrName>
                                            </p:attrNameLst>
                                          </p:cBhvr>
                                          <p:tavLst>
                                            <p:tav tm="0">
                                              <p:val>
                                                <p:strVal val="#ppt_y+#ppt_h*1.125000"/>
                                              </p:val>
                                            </p:tav>
                                            <p:tav tm="100000">
                                              <p:val>
                                                <p:strVal val="#ppt_y"/>
                                              </p:val>
                                            </p:tav>
                                          </p:tavLst>
                                        </p:anim>
                                        <p:animEffect transition="in" filter="wipe(up)">
                                          <p:cBhvr>
                                            <p:cTn id="15" dur="500"/>
                                            <p:tgtEl>
                                              <p:spTgt spid="44"/>
                                            </p:tgtEl>
                                          </p:cBhvr>
                                        </p:animEffect>
                                      </p:childTnLst>
                                    </p:cTn>
                                  </p:par>
                                </p:childTnLst>
                              </p:cTn>
                            </p:par>
                            <p:par>
                              <p:cTn id="16" fill="hold">
                                <p:stCondLst>
                                  <p:cond delay="1000"/>
                                </p:stCondLst>
                                <p:childTnLst>
                                  <p:par>
                                    <p:cTn id="17" presetID="2" presetClass="entr" presetSubtype="8"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750" fill="hold"/>
                                            <p:tgtEl>
                                              <p:spTgt spid="21"/>
                                            </p:tgtEl>
                                            <p:attrNameLst>
                                              <p:attrName>ppt_x</p:attrName>
                                            </p:attrNameLst>
                                          </p:cBhvr>
                                          <p:tavLst>
                                            <p:tav tm="0">
                                              <p:val>
                                                <p:strVal val="0-#ppt_w/2"/>
                                              </p:val>
                                            </p:tav>
                                            <p:tav tm="100000">
                                              <p:val>
                                                <p:strVal val="#ppt_x"/>
                                              </p:val>
                                            </p:tav>
                                          </p:tavLst>
                                        </p:anim>
                                        <p:anim calcmode="lin" valueType="num">
                                          <p:cBhvr additive="base">
                                            <p:cTn id="20" dur="75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25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750" fill="hold"/>
                                            <p:tgtEl>
                                              <p:spTgt spid="29"/>
                                            </p:tgtEl>
                                            <p:attrNameLst>
                                              <p:attrName>ppt_x</p:attrName>
                                            </p:attrNameLst>
                                          </p:cBhvr>
                                          <p:tavLst>
                                            <p:tav tm="0">
                                              <p:val>
                                                <p:strVal val="0-#ppt_w/2"/>
                                              </p:val>
                                            </p:tav>
                                            <p:tav tm="100000">
                                              <p:val>
                                                <p:strVal val="#ppt_x"/>
                                              </p:val>
                                            </p:tav>
                                          </p:tavLst>
                                        </p:anim>
                                        <p:anim calcmode="lin" valueType="num">
                                          <p:cBhvr additive="base">
                                            <p:cTn id="24" dur="750" fill="hold"/>
                                            <p:tgtEl>
                                              <p:spTgt spid="29"/>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500"/>
                                      </p:stCondLst>
                                      <p:childTnLst>
                                        <p:set>
                                          <p:cBhvr>
                                            <p:cTn id="26" dur="1" fill="hold">
                                              <p:stCondLst>
                                                <p:cond delay="0"/>
                                              </p:stCondLst>
                                            </p:cTn>
                                            <p:tgtEl>
                                              <p:spTgt spid="34"/>
                                            </p:tgtEl>
                                            <p:attrNameLst>
                                              <p:attrName>style.visibility</p:attrName>
                                            </p:attrNameLst>
                                          </p:cBhvr>
                                          <p:to>
                                            <p:strVal val="visible"/>
                                          </p:to>
                                        </p:set>
                                        <p:anim calcmode="lin" valueType="num">
                                          <p:cBhvr additive="base">
                                            <p:cTn id="27" dur="750" fill="hold"/>
                                            <p:tgtEl>
                                              <p:spTgt spid="34"/>
                                            </p:tgtEl>
                                            <p:attrNameLst>
                                              <p:attrName>ppt_x</p:attrName>
                                            </p:attrNameLst>
                                          </p:cBhvr>
                                          <p:tavLst>
                                            <p:tav tm="0">
                                              <p:val>
                                                <p:strVal val="0-#ppt_w/2"/>
                                              </p:val>
                                            </p:tav>
                                            <p:tav tm="100000">
                                              <p:val>
                                                <p:strVal val="#ppt_x"/>
                                              </p:val>
                                            </p:tav>
                                          </p:tavLst>
                                        </p:anim>
                                        <p:anim calcmode="lin" valueType="num">
                                          <p:cBhvr additive="base">
                                            <p:cTn id="28" dur="750" fill="hold"/>
                                            <p:tgtEl>
                                              <p:spTgt spid="34"/>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75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750" fill="hold"/>
                                            <p:tgtEl>
                                              <p:spTgt spid="39"/>
                                            </p:tgtEl>
                                            <p:attrNameLst>
                                              <p:attrName>ppt_x</p:attrName>
                                            </p:attrNameLst>
                                          </p:cBhvr>
                                          <p:tavLst>
                                            <p:tav tm="0">
                                              <p:val>
                                                <p:strVal val="0-#ppt_w/2"/>
                                              </p:val>
                                            </p:tav>
                                            <p:tav tm="100000">
                                              <p:val>
                                                <p:strVal val="#ppt_x"/>
                                              </p:val>
                                            </p:tav>
                                          </p:tavLst>
                                        </p:anim>
                                        <p:anim calcmode="lin" valueType="num">
                                          <p:cBhvr additive="base">
                                            <p:cTn id="32" dur="750" fill="hold"/>
                                            <p:tgtEl>
                                              <p:spTgt spid="39"/>
                                            </p:tgtEl>
                                            <p:attrNameLst>
                                              <p:attrName>ppt_y</p:attrName>
                                            </p:attrNameLst>
                                          </p:cBhvr>
                                          <p:tavLst>
                                            <p:tav tm="0">
                                              <p:val>
                                                <p:strVal val="#ppt_y"/>
                                              </p:val>
                                            </p:tav>
                                            <p:tav tm="100000">
                                              <p:val>
                                                <p:strVal val="#ppt_y"/>
                                              </p:val>
                                            </p:tav>
                                          </p:tavLst>
                                        </p:anim>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wipe(left)">
                                          <p:cBhvr>
                                            <p:cTn id="36" dur="500"/>
                                            <p:tgtEl>
                                              <p:spTgt spid="26"/>
                                            </p:tgtEl>
                                          </p:cBhvr>
                                        </p:animEffect>
                                      </p:childTnLst>
                                    </p:cTn>
                                  </p:par>
                                  <p:par>
                                    <p:cTn id="37" presetID="22" presetClass="entr" presetSubtype="8" fill="hold" grpId="0" nodeType="withEffect">
                                      <p:stCondLst>
                                        <p:cond delay="250"/>
                                      </p:stCondLst>
                                      <p:childTnLst>
                                        <p:set>
                                          <p:cBhvr>
                                            <p:cTn id="38" dur="1" fill="hold">
                                              <p:stCondLst>
                                                <p:cond delay="0"/>
                                              </p:stCondLst>
                                            </p:cTn>
                                            <p:tgtEl>
                                              <p:spTgt spid="27"/>
                                            </p:tgtEl>
                                            <p:attrNameLst>
                                              <p:attrName>style.visibility</p:attrName>
                                            </p:attrNameLst>
                                          </p:cBhvr>
                                          <p:to>
                                            <p:strVal val="visible"/>
                                          </p:to>
                                        </p:set>
                                        <p:animEffect transition="in" filter="wipe(left)">
                                          <p:cBhvr>
                                            <p:cTn id="39" dur="500"/>
                                            <p:tgtEl>
                                              <p:spTgt spid="27"/>
                                            </p:tgtEl>
                                          </p:cBhvr>
                                        </p:animEffect>
                                      </p:childTnLst>
                                    </p:cTn>
                                  </p:par>
                                  <p:par>
                                    <p:cTn id="40" presetID="22" presetClass="entr" presetSubtype="8" fill="hold" grpId="0" nodeType="withEffect">
                                      <p:stCondLst>
                                        <p:cond delay="5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4" presetClass="entr" presetSubtype="10" fill="hold" grpId="0"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randombar(horizontal)">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14" presetClass="entr" presetSubtype="10" fill="hold" grpId="0" nodeType="click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randombar(horizontal)">
                                          <p:cBhvr>
                                            <p:cTn id="52" dur="500"/>
                                            <p:tgtEl>
                                              <p:spTgt spid="46"/>
                                            </p:tgtEl>
                                          </p:cBhvr>
                                        </p:animEffect>
                                      </p:childTnLst>
                                    </p:cTn>
                                  </p:par>
                                </p:childTnLst>
                              </p:cTn>
                            </p:par>
                          </p:childTnLst>
                        </p:cTn>
                      </p:par>
                      <p:par>
                        <p:cTn id="53" fill="hold">
                          <p:stCondLst>
                            <p:cond delay="indefinite"/>
                          </p:stCondLst>
                          <p:childTnLst>
                            <p:par>
                              <p:cTn id="54" fill="hold">
                                <p:stCondLst>
                                  <p:cond delay="0"/>
                                </p:stCondLst>
                                <p:childTnLst>
                                  <p:par>
                                    <p:cTn id="55" presetID="14" presetClass="entr" presetSubtype="10" fill="hold" grpId="0" nodeType="click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randombar(horizontal)">
                                          <p:cBhvr>
                                            <p:cTn id="57" dur="500"/>
                                            <p:tgtEl>
                                              <p:spTgt spid="47"/>
                                            </p:tgtEl>
                                          </p:cBhvr>
                                        </p:animEffect>
                                      </p:childTnLst>
                                    </p:cTn>
                                  </p:par>
                                </p:childTnLst>
                              </p:cTn>
                            </p:par>
                          </p:childTnLst>
                        </p:cTn>
                      </p:par>
                      <p:par>
                        <p:cTn id="58" fill="hold">
                          <p:stCondLst>
                            <p:cond delay="indefinite"/>
                          </p:stCondLst>
                          <p:childTnLst>
                            <p:par>
                              <p:cTn id="59" fill="hold">
                                <p:stCondLst>
                                  <p:cond delay="0"/>
                                </p:stCondLst>
                                <p:childTnLst>
                                  <p:par>
                                    <p:cTn id="60" presetID="14" presetClass="entr" presetSubtype="10" fill="hold" grpId="0"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randombar(horizontal)">
                                          <p:cBhvr>
                                            <p:cTn id="62" dur="500"/>
                                            <p:tgtEl>
                                              <p:spTgt spid="48"/>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49"/>
                                            </p:tgtEl>
                                            <p:attrNameLst>
                                              <p:attrName>style.visibility</p:attrName>
                                            </p:attrNameLst>
                                          </p:cBhvr>
                                          <p:to>
                                            <p:strVal val="visible"/>
                                          </p:to>
                                        </p:set>
                                        <p:animEffect transition="in" filter="wipe(down)">
                                          <p:cBhvr>
                                            <p:cTn id="67" dur="7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45" grpId="0"/>
          <p:bldP spid="46" grpId="0"/>
          <p:bldP spid="47" grpId="0"/>
          <p:bldP spid="48" grpId="0"/>
          <p:bldP spid="49" grpId="0"/>
          <p:bldP spid="52"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图表 13"/>
          <p:cNvGraphicFramePr/>
          <p:nvPr/>
        </p:nvGraphicFramePr>
        <p:xfrm>
          <a:off x="1235715" y="1856880"/>
          <a:ext cx="3911205" cy="22309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p:cNvGraphicFramePr/>
          <p:nvPr/>
        </p:nvGraphicFramePr>
        <p:xfrm>
          <a:off x="3469412" y="1856880"/>
          <a:ext cx="3911205" cy="22309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图表 15"/>
          <p:cNvGraphicFramePr/>
          <p:nvPr/>
        </p:nvGraphicFramePr>
        <p:xfrm>
          <a:off x="5703109" y="1856880"/>
          <a:ext cx="3911205" cy="22309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图表 16"/>
          <p:cNvGraphicFramePr/>
          <p:nvPr/>
        </p:nvGraphicFramePr>
        <p:xfrm>
          <a:off x="7936807" y="1856880"/>
          <a:ext cx="3911205" cy="2230907"/>
        </p:xfrm>
        <a:graphic>
          <a:graphicData uri="http://schemas.openxmlformats.org/drawingml/2006/chart">
            <c:chart xmlns:c="http://schemas.openxmlformats.org/drawingml/2006/chart" xmlns:r="http://schemas.openxmlformats.org/officeDocument/2006/relationships" r:id="rId6"/>
          </a:graphicData>
        </a:graphic>
      </p:graphicFrame>
      <p:sp>
        <p:nvSpPr>
          <p:cNvPr id="18" name="文本框 32"/>
          <p:cNvSpPr txBox="1"/>
          <p:nvPr/>
        </p:nvSpPr>
        <p:spPr>
          <a:xfrm>
            <a:off x="2390228" y="4022759"/>
            <a:ext cx="1192795" cy="480763"/>
          </a:xfrm>
          <a:prstGeom prst="rect">
            <a:avLst/>
          </a:prstGeom>
          <a:noFill/>
        </p:spPr>
        <p:txBody>
          <a:bodyPr wrap="square" lIns="95238" tIns="47620" rIns="95238" bIns="47620" rtlCol="0">
            <a:spAutoFit/>
          </a:bodyPr>
          <a:lstStyle/>
          <a:p>
            <a:pPr algn="ctr"/>
            <a:r>
              <a:rPr lang="en-US" altLang="zh-CN" sz="2499" dirty="0">
                <a:solidFill>
                  <a:srgbClr val="04447F"/>
                </a:solidFill>
                <a:ea typeface="微软雅黑" panose="020B0503020204020204" pitchFamily="34" charset="-122"/>
                <a:sym typeface="Arial" panose="020B0604020202020204" pitchFamily="34" charset="0"/>
              </a:rPr>
              <a:t>30</a:t>
            </a:r>
            <a:r>
              <a:rPr lang="en-US" altLang="zh-CN" sz="1666" dirty="0">
                <a:solidFill>
                  <a:srgbClr val="04447F"/>
                </a:solidFill>
                <a:ea typeface="微软雅黑" panose="020B0503020204020204" pitchFamily="34" charset="-122"/>
                <a:sym typeface="Arial" panose="020B0604020202020204" pitchFamily="34" charset="0"/>
              </a:rPr>
              <a:t>%</a:t>
            </a:r>
            <a:endParaRPr lang="zh-CN" altLang="en-US" sz="1527" dirty="0">
              <a:solidFill>
                <a:srgbClr val="04447F"/>
              </a:solidFill>
              <a:ea typeface="微软雅黑" panose="020B0503020204020204" pitchFamily="34" charset="-122"/>
              <a:sym typeface="Arial" panose="020B0604020202020204" pitchFamily="34" charset="0"/>
            </a:endParaRPr>
          </a:p>
        </p:txBody>
      </p:sp>
      <p:grpSp>
        <p:nvGrpSpPr>
          <p:cNvPr id="19" name="Group 8"/>
          <p:cNvGrpSpPr>
            <a:grpSpLocks noChangeAspect="1"/>
          </p:cNvGrpSpPr>
          <p:nvPr/>
        </p:nvGrpSpPr>
        <p:grpSpPr bwMode="auto">
          <a:xfrm>
            <a:off x="2898238" y="2677387"/>
            <a:ext cx="458839" cy="502761"/>
            <a:chOff x="3437" y="2282"/>
            <a:chExt cx="679" cy="744"/>
          </a:xfrm>
          <a:solidFill>
            <a:srgbClr val="04447F"/>
          </a:solidFill>
        </p:grpSpPr>
        <p:sp>
          <p:nvSpPr>
            <p:cNvPr id="20"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21"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grpSp>
      <p:grpSp>
        <p:nvGrpSpPr>
          <p:cNvPr id="22" name="Group 13"/>
          <p:cNvGrpSpPr>
            <a:grpSpLocks noChangeAspect="1"/>
          </p:cNvGrpSpPr>
          <p:nvPr/>
        </p:nvGrpSpPr>
        <p:grpSpPr bwMode="auto">
          <a:xfrm>
            <a:off x="5098607" y="2678949"/>
            <a:ext cx="503147" cy="509089"/>
            <a:chOff x="2426" y="2781"/>
            <a:chExt cx="593" cy="600"/>
          </a:xfrm>
          <a:solidFill>
            <a:srgbClr val="BF1347"/>
          </a:solidFill>
        </p:grpSpPr>
        <p:sp>
          <p:nvSpPr>
            <p:cNvPr id="23"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24"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grpSp>
      <p:grpSp>
        <p:nvGrpSpPr>
          <p:cNvPr id="25" name="Group 18"/>
          <p:cNvGrpSpPr>
            <a:grpSpLocks noChangeAspect="1"/>
          </p:cNvGrpSpPr>
          <p:nvPr/>
        </p:nvGrpSpPr>
        <p:grpSpPr bwMode="auto">
          <a:xfrm>
            <a:off x="7333147" y="2674716"/>
            <a:ext cx="522665" cy="487028"/>
            <a:chOff x="3802" y="2858"/>
            <a:chExt cx="616" cy="574"/>
          </a:xfrm>
          <a:solidFill>
            <a:srgbClr val="04447F"/>
          </a:solidFill>
        </p:grpSpPr>
        <p:sp>
          <p:nvSpPr>
            <p:cNvPr id="26"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27"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28"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29"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0"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grpSp>
      <p:grpSp>
        <p:nvGrpSpPr>
          <p:cNvPr id="31" name="Group 26"/>
          <p:cNvGrpSpPr>
            <a:grpSpLocks noChangeAspect="1"/>
          </p:cNvGrpSpPr>
          <p:nvPr/>
        </p:nvGrpSpPr>
        <p:grpSpPr bwMode="auto">
          <a:xfrm>
            <a:off x="9453267" y="2794552"/>
            <a:ext cx="743999" cy="368846"/>
            <a:chOff x="5676" y="2597"/>
            <a:chExt cx="1061" cy="526"/>
          </a:xfrm>
          <a:solidFill>
            <a:srgbClr val="BF1347"/>
          </a:solidFill>
        </p:grpSpPr>
        <p:sp>
          <p:nvSpPr>
            <p:cNvPr id="32" name="Freeform 27"/>
            <p:cNvSpPr>
              <a:spLocks/>
            </p:cNvSpPr>
            <p:nvPr/>
          </p:nvSpPr>
          <p:spPr bwMode="auto">
            <a:xfrm>
              <a:off x="5747" y="2597"/>
              <a:ext cx="181" cy="115"/>
            </a:xfrm>
            <a:custGeom>
              <a:avLst/>
              <a:gdLst>
                <a:gd name="T0" fmla="*/ 25 w 76"/>
                <a:gd name="T1" fmla="*/ 48 h 48"/>
                <a:gd name="T2" fmla="*/ 64 w 76"/>
                <a:gd name="T3" fmla="*/ 44 h 48"/>
                <a:gd name="T4" fmla="*/ 76 w 76"/>
                <a:gd name="T5" fmla="*/ 13 h 48"/>
                <a:gd name="T6" fmla="*/ 39 w 76"/>
                <a:gd name="T7" fmla="*/ 15 h 48"/>
                <a:gd name="T8" fmla="*/ 23 w 76"/>
                <a:gd name="T9" fmla="*/ 10 h 48"/>
                <a:gd name="T10" fmla="*/ 7 w 76"/>
                <a:gd name="T11" fmla="*/ 20 h 48"/>
                <a:gd name="T12" fmla="*/ 25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25" y="48"/>
                  </a:moveTo>
                  <a:cubicBezTo>
                    <a:pt x="64" y="44"/>
                    <a:pt x="64" y="44"/>
                    <a:pt x="64" y="44"/>
                  </a:cubicBezTo>
                  <a:cubicBezTo>
                    <a:pt x="66" y="36"/>
                    <a:pt x="69" y="26"/>
                    <a:pt x="76" y="13"/>
                  </a:cubicBezTo>
                  <a:cubicBezTo>
                    <a:pt x="76" y="13"/>
                    <a:pt x="70" y="0"/>
                    <a:pt x="39" y="15"/>
                  </a:cubicBezTo>
                  <a:cubicBezTo>
                    <a:pt x="39" y="15"/>
                    <a:pt x="32" y="14"/>
                    <a:pt x="23" y="10"/>
                  </a:cubicBezTo>
                  <a:cubicBezTo>
                    <a:pt x="23" y="10"/>
                    <a:pt x="0" y="4"/>
                    <a:pt x="7" y="20"/>
                  </a:cubicBezTo>
                  <a:lnTo>
                    <a:pt x="25"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3" name="Freeform 28"/>
            <p:cNvSpPr>
              <a:spLocks noEditPoints="1"/>
            </p:cNvSpPr>
            <p:nvPr/>
          </p:nvSpPr>
          <p:spPr bwMode="auto">
            <a:xfrm>
              <a:off x="5759" y="2613"/>
              <a:ext cx="169" cy="101"/>
            </a:xfrm>
            <a:custGeom>
              <a:avLst/>
              <a:gdLst>
                <a:gd name="T0" fmla="*/ 20 w 71"/>
                <a:gd name="T1" fmla="*/ 42 h 42"/>
                <a:gd name="T2" fmla="*/ 2 w 71"/>
                <a:gd name="T3" fmla="*/ 13 h 42"/>
                <a:gd name="T4" fmla="*/ 1 w 71"/>
                <a:gd name="T5" fmla="*/ 4 h 42"/>
                <a:gd name="T6" fmla="*/ 10 w 71"/>
                <a:gd name="T7" fmla="*/ 1 h 42"/>
                <a:gd name="T8" fmla="*/ 18 w 71"/>
                <a:gd name="T9" fmla="*/ 2 h 42"/>
                <a:gd name="T10" fmla="*/ 18 w 71"/>
                <a:gd name="T11" fmla="*/ 2 h 42"/>
                <a:gd name="T12" fmla="*/ 34 w 71"/>
                <a:gd name="T13" fmla="*/ 8 h 42"/>
                <a:gd name="T14" fmla="*/ 59 w 71"/>
                <a:gd name="T15" fmla="*/ 0 h 42"/>
                <a:gd name="T16" fmla="*/ 71 w 71"/>
                <a:gd name="T17" fmla="*/ 6 h 42"/>
                <a:gd name="T18" fmla="*/ 71 w 71"/>
                <a:gd name="T19" fmla="*/ 6 h 42"/>
                <a:gd name="T20" fmla="*/ 71 w 71"/>
                <a:gd name="T21" fmla="*/ 6 h 42"/>
                <a:gd name="T22" fmla="*/ 60 w 71"/>
                <a:gd name="T23" fmla="*/ 37 h 42"/>
                <a:gd name="T24" fmla="*/ 60 w 71"/>
                <a:gd name="T25" fmla="*/ 37 h 42"/>
                <a:gd name="T26" fmla="*/ 20 w 71"/>
                <a:gd name="T27" fmla="*/ 42 h 42"/>
                <a:gd name="T28" fmla="*/ 10 w 71"/>
                <a:gd name="T29" fmla="*/ 2 h 42"/>
                <a:gd name="T30" fmla="*/ 2 w 71"/>
                <a:gd name="T31" fmla="*/ 5 h 42"/>
                <a:gd name="T32" fmla="*/ 3 w 71"/>
                <a:gd name="T33" fmla="*/ 13 h 42"/>
                <a:gd name="T34" fmla="*/ 20 w 71"/>
                <a:gd name="T35" fmla="*/ 40 h 42"/>
                <a:gd name="T36" fmla="*/ 59 w 71"/>
                <a:gd name="T37" fmla="*/ 36 h 42"/>
                <a:gd name="T38" fmla="*/ 70 w 71"/>
                <a:gd name="T39" fmla="*/ 6 h 42"/>
                <a:gd name="T40" fmla="*/ 59 w 71"/>
                <a:gd name="T41" fmla="*/ 1 h 42"/>
                <a:gd name="T42" fmla="*/ 34 w 71"/>
                <a:gd name="T43" fmla="*/ 9 h 42"/>
                <a:gd name="T44" fmla="*/ 34 w 71"/>
                <a:gd name="T45" fmla="*/ 9 h 42"/>
                <a:gd name="T46" fmla="*/ 34 w 71"/>
                <a:gd name="T47" fmla="*/ 9 h 42"/>
                <a:gd name="T48" fmla="*/ 18 w 71"/>
                <a:gd name="T49" fmla="*/ 3 h 42"/>
                <a:gd name="T50" fmla="*/ 10 w 71"/>
                <a:gd name="T5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42">
                  <a:moveTo>
                    <a:pt x="20" y="42"/>
                  </a:moveTo>
                  <a:cubicBezTo>
                    <a:pt x="2" y="13"/>
                    <a:pt x="2" y="13"/>
                    <a:pt x="2" y="13"/>
                  </a:cubicBezTo>
                  <a:cubicBezTo>
                    <a:pt x="0" y="9"/>
                    <a:pt x="0" y="6"/>
                    <a:pt x="1" y="4"/>
                  </a:cubicBezTo>
                  <a:cubicBezTo>
                    <a:pt x="3" y="2"/>
                    <a:pt x="6" y="1"/>
                    <a:pt x="10" y="1"/>
                  </a:cubicBezTo>
                  <a:cubicBezTo>
                    <a:pt x="14" y="1"/>
                    <a:pt x="18" y="2"/>
                    <a:pt x="18" y="2"/>
                  </a:cubicBezTo>
                  <a:cubicBezTo>
                    <a:pt x="18" y="2"/>
                    <a:pt x="18" y="2"/>
                    <a:pt x="18" y="2"/>
                  </a:cubicBezTo>
                  <a:cubicBezTo>
                    <a:pt x="26" y="6"/>
                    <a:pt x="33" y="7"/>
                    <a:pt x="34" y="8"/>
                  </a:cubicBezTo>
                  <a:cubicBezTo>
                    <a:pt x="44" y="3"/>
                    <a:pt x="52" y="0"/>
                    <a:pt x="59" y="0"/>
                  </a:cubicBezTo>
                  <a:cubicBezTo>
                    <a:pt x="69" y="0"/>
                    <a:pt x="71" y="6"/>
                    <a:pt x="71" y="6"/>
                  </a:cubicBezTo>
                  <a:cubicBezTo>
                    <a:pt x="71" y="6"/>
                    <a:pt x="71" y="6"/>
                    <a:pt x="71" y="6"/>
                  </a:cubicBezTo>
                  <a:cubicBezTo>
                    <a:pt x="71" y="6"/>
                    <a:pt x="71" y="6"/>
                    <a:pt x="71" y="6"/>
                  </a:cubicBezTo>
                  <a:cubicBezTo>
                    <a:pt x="66" y="17"/>
                    <a:pt x="62" y="28"/>
                    <a:pt x="60" y="37"/>
                  </a:cubicBezTo>
                  <a:cubicBezTo>
                    <a:pt x="60" y="37"/>
                    <a:pt x="60" y="37"/>
                    <a:pt x="60" y="37"/>
                  </a:cubicBezTo>
                  <a:lnTo>
                    <a:pt x="20" y="42"/>
                  </a:lnTo>
                  <a:close/>
                  <a:moveTo>
                    <a:pt x="10" y="2"/>
                  </a:moveTo>
                  <a:cubicBezTo>
                    <a:pt x="7" y="2"/>
                    <a:pt x="4" y="3"/>
                    <a:pt x="2" y="5"/>
                  </a:cubicBezTo>
                  <a:cubicBezTo>
                    <a:pt x="1" y="7"/>
                    <a:pt x="1" y="9"/>
                    <a:pt x="3" y="13"/>
                  </a:cubicBezTo>
                  <a:cubicBezTo>
                    <a:pt x="20" y="40"/>
                    <a:pt x="20" y="40"/>
                    <a:pt x="20" y="40"/>
                  </a:cubicBezTo>
                  <a:cubicBezTo>
                    <a:pt x="59" y="36"/>
                    <a:pt x="59" y="36"/>
                    <a:pt x="59" y="36"/>
                  </a:cubicBezTo>
                  <a:cubicBezTo>
                    <a:pt x="61" y="27"/>
                    <a:pt x="64" y="17"/>
                    <a:pt x="70" y="6"/>
                  </a:cubicBezTo>
                  <a:cubicBezTo>
                    <a:pt x="70" y="5"/>
                    <a:pt x="67" y="1"/>
                    <a:pt x="59" y="1"/>
                  </a:cubicBezTo>
                  <a:cubicBezTo>
                    <a:pt x="52" y="1"/>
                    <a:pt x="44" y="4"/>
                    <a:pt x="34" y="9"/>
                  </a:cubicBezTo>
                  <a:cubicBezTo>
                    <a:pt x="34" y="9"/>
                    <a:pt x="34" y="9"/>
                    <a:pt x="34" y="9"/>
                  </a:cubicBezTo>
                  <a:cubicBezTo>
                    <a:pt x="34" y="9"/>
                    <a:pt x="34" y="9"/>
                    <a:pt x="34" y="9"/>
                  </a:cubicBezTo>
                  <a:cubicBezTo>
                    <a:pt x="34" y="9"/>
                    <a:pt x="27" y="8"/>
                    <a:pt x="18" y="3"/>
                  </a:cubicBezTo>
                  <a:cubicBezTo>
                    <a:pt x="17" y="3"/>
                    <a:pt x="14"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4" name="Freeform 29"/>
            <p:cNvSpPr>
              <a:spLocks/>
            </p:cNvSpPr>
            <p:nvPr/>
          </p:nvSpPr>
          <p:spPr bwMode="auto">
            <a:xfrm>
              <a:off x="5795" y="2709"/>
              <a:ext cx="119" cy="43"/>
            </a:xfrm>
            <a:custGeom>
              <a:avLst/>
              <a:gdLst>
                <a:gd name="T0" fmla="*/ 41 w 50"/>
                <a:gd name="T1" fmla="*/ 0 h 18"/>
                <a:gd name="T2" fmla="*/ 7 w 50"/>
                <a:gd name="T3" fmla="*/ 4 h 18"/>
                <a:gd name="T4" fmla="*/ 1 w 50"/>
                <a:gd name="T5" fmla="*/ 12 h 18"/>
                <a:gd name="T6" fmla="*/ 8 w 50"/>
                <a:gd name="T7" fmla="*/ 17 h 18"/>
                <a:gd name="T8" fmla="*/ 43 w 50"/>
                <a:gd name="T9" fmla="*/ 14 h 18"/>
                <a:gd name="T10" fmla="*/ 49 w 50"/>
                <a:gd name="T11" fmla="*/ 6 h 18"/>
                <a:gd name="T12" fmla="*/ 41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41" y="0"/>
                  </a:moveTo>
                  <a:cubicBezTo>
                    <a:pt x="7" y="4"/>
                    <a:pt x="7" y="4"/>
                    <a:pt x="7" y="4"/>
                  </a:cubicBezTo>
                  <a:cubicBezTo>
                    <a:pt x="3" y="5"/>
                    <a:pt x="0" y="8"/>
                    <a:pt x="1" y="12"/>
                  </a:cubicBezTo>
                  <a:cubicBezTo>
                    <a:pt x="1" y="15"/>
                    <a:pt x="5" y="18"/>
                    <a:pt x="8" y="17"/>
                  </a:cubicBezTo>
                  <a:cubicBezTo>
                    <a:pt x="43" y="14"/>
                    <a:pt x="43" y="14"/>
                    <a:pt x="43" y="14"/>
                  </a:cubicBezTo>
                  <a:cubicBezTo>
                    <a:pt x="47" y="13"/>
                    <a:pt x="50" y="10"/>
                    <a:pt x="49" y="6"/>
                  </a:cubicBezTo>
                  <a:cubicBezTo>
                    <a:pt x="49" y="3"/>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5" name="Freeform 30"/>
            <p:cNvSpPr>
              <a:spLocks noEditPoints="1"/>
            </p:cNvSpPr>
            <p:nvPr/>
          </p:nvSpPr>
          <p:spPr bwMode="auto">
            <a:xfrm>
              <a:off x="5795" y="2707"/>
              <a:ext cx="119" cy="45"/>
            </a:xfrm>
            <a:custGeom>
              <a:avLst/>
              <a:gdLst>
                <a:gd name="T0" fmla="*/ 8 w 50"/>
                <a:gd name="T1" fmla="*/ 19 h 19"/>
                <a:gd name="T2" fmla="*/ 0 w 50"/>
                <a:gd name="T3" fmla="*/ 13 h 19"/>
                <a:gd name="T4" fmla="*/ 2 w 50"/>
                <a:gd name="T5" fmla="*/ 7 h 19"/>
                <a:gd name="T6" fmla="*/ 7 w 50"/>
                <a:gd name="T7" fmla="*/ 5 h 19"/>
                <a:gd name="T8" fmla="*/ 41 w 50"/>
                <a:gd name="T9" fmla="*/ 1 h 19"/>
                <a:gd name="T10" fmla="*/ 50 w 50"/>
                <a:gd name="T11" fmla="*/ 7 h 19"/>
                <a:gd name="T12" fmla="*/ 48 w 50"/>
                <a:gd name="T13" fmla="*/ 12 h 19"/>
                <a:gd name="T14" fmla="*/ 43 w 50"/>
                <a:gd name="T15" fmla="*/ 15 h 19"/>
                <a:gd name="T16" fmla="*/ 9 w 50"/>
                <a:gd name="T17" fmla="*/ 19 h 19"/>
                <a:gd name="T18" fmla="*/ 8 w 50"/>
                <a:gd name="T19" fmla="*/ 19 h 19"/>
                <a:gd name="T20" fmla="*/ 42 w 50"/>
                <a:gd name="T21" fmla="*/ 2 h 19"/>
                <a:gd name="T22" fmla="*/ 41 w 50"/>
                <a:gd name="T23" fmla="*/ 2 h 19"/>
                <a:gd name="T24" fmla="*/ 7 w 50"/>
                <a:gd name="T25" fmla="*/ 6 h 19"/>
                <a:gd name="T26" fmla="*/ 3 w 50"/>
                <a:gd name="T27" fmla="*/ 8 h 19"/>
                <a:gd name="T28" fmla="*/ 1 w 50"/>
                <a:gd name="T29" fmla="*/ 12 h 19"/>
                <a:gd name="T30" fmla="*/ 8 w 50"/>
                <a:gd name="T31" fmla="*/ 18 h 19"/>
                <a:gd name="T32" fmla="*/ 43 w 50"/>
                <a:gd name="T33" fmla="*/ 14 h 19"/>
                <a:gd name="T34" fmla="*/ 47 w 50"/>
                <a:gd name="T35" fmla="*/ 12 h 19"/>
                <a:gd name="T36" fmla="*/ 49 w 50"/>
                <a:gd name="T37" fmla="*/ 7 h 19"/>
                <a:gd name="T38" fmla="*/ 42 w 50"/>
                <a:gd name="T3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9">
                  <a:moveTo>
                    <a:pt x="8" y="19"/>
                  </a:moveTo>
                  <a:cubicBezTo>
                    <a:pt x="4" y="19"/>
                    <a:pt x="0" y="16"/>
                    <a:pt x="0" y="13"/>
                  </a:cubicBezTo>
                  <a:cubicBezTo>
                    <a:pt x="0" y="11"/>
                    <a:pt x="0" y="9"/>
                    <a:pt x="2" y="7"/>
                  </a:cubicBezTo>
                  <a:cubicBezTo>
                    <a:pt x="3" y="6"/>
                    <a:pt x="5" y="5"/>
                    <a:pt x="7" y="5"/>
                  </a:cubicBezTo>
                  <a:cubicBezTo>
                    <a:pt x="41" y="1"/>
                    <a:pt x="41" y="1"/>
                    <a:pt x="41" y="1"/>
                  </a:cubicBezTo>
                  <a:cubicBezTo>
                    <a:pt x="45" y="0"/>
                    <a:pt x="49" y="3"/>
                    <a:pt x="50" y="7"/>
                  </a:cubicBezTo>
                  <a:cubicBezTo>
                    <a:pt x="50" y="9"/>
                    <a:pt x="49" y="11"/>
                    <a:pt x="48" y="12"/>
                  </a:cubicBezTo>
                  <a:cubicBezTo>
                    <a:pt x="47" y="14"/>
                    <a:pt x="45" y="15"/>
                    <a:pt x="43" y="15"/>
                  </a:cubicBezTo>
                  <a:cubicBezTo>
                    <a:pt x="9" y="19"/>
                    <a:pt x="9" y="19"/>
                    <a:pt x="9" y="19"/>
                  </a:cubicBezTo>
                  <a:cubicBezTo>
                    <a:pt x="8" y="19"/>
                    <a:pt x="8" y="19"/>
                    <a:pt x="8" y="19"/>
                  </a:cubicBezTo>
                  <a:close/>
                  <a:moveTo>
                    <a:pt x="42" y="2"/>
                  </a:moveTo>
                  <a:cubicBezTo>
                    <a:pt x="42" y="2"/>
                    <a:pt x="42" y="2"/>
                    <a:pt x="41" y="2"/>
                  </a:cubicBezTo>
                  <a:cubicBezTo>
                    <a:pt x="7" y="6"/>
                    <a:pt x="7" y="6"/>
                    <a:pt x="7" y="6"/>
                  </a:cubicBezTo>
                  <a:cubicBezTo>
                    <a:pt x="5" y="6"/>
                    <a:pt x="4" y="7"/>
                    <a:pt x="3" y="8"/>
                  </a:cubicBezTo>
                  <a:cubicBezTo>
                    <a:pt x="1" y="9"/>
                    <a:pt x="1" y="11"/>
                    <a:pt x="1" y="12"/>
                  </a:cubicBezTo>
                  <a:cubicBezTo>
                    <a:pt x="2" y="16"/>
                    <a:pt x="5" y="18"/>
                    <a:pt x="8" y="18"/>
                  </a:cubicBezTo>
                  <a:cubicBezTo>
                    <a:pt x="43" y="14"/>
                    <a:pt x="43" y="14"/>
                    <a:pt x="43" y="14"/>
                  </a:cubicBezTo>
                  <a:cubicBezTo>
                    <a:pt x="45" y="14"/>
                    <a:pt x="46" y="13"/>
                    <a:pt x="47" y="12"/>
                  </a:cubicBezTo>
                  <a:cubicBezTo>
                    <a:pt x="48" y="10"/>
                    <a:pt x="49" y="9"/>
                    <a:pt x="49" y="7"/>
                  </a:cubicBezTo>
                  <a:cubicBezTo>
                    <a:pt x="48" y="4"/>
                    <a:pt x="45" y="2"/>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6" name="Freeform 31"/>
            <p:cNvSpPr>
              <a:spLocks noEditPoints="1"/>
            </p:cNvSpPr>
            <p:nvPr/>
          </p:nvSpPr>
          <p:spPr bwMode="auto">
            <a:xfrm>
              <a:off x="5676" y="2752"/>
              <a:ext cx="424" cy="371"/>
            </a:xfrm>
            <a:custGeom>
              <a:avLst/>
              <a:gdLst>
                <a:gd name="T0" fmla="*/ 153 w 178"/>
                <a:gd name="T1" fmla="*/ 137 h 155"/>
                <a:gd name="T2" fmla="*/ 157 w 178"/>
                <a:gd name="T3" fmla="*/ 137 h 155"/>
                <a:gd name="T4" fmla="*/ 165 w 178"/>
                <a:gd name="T5" fmla="*/ 138 h 155"/>
                <a:gd name="T6" fmla="*/ 168 w 178"/>
                <a:gd name="T7" fmla="*/ 139 h 155"/>
                <a:gd name="T8" fmla="*/ 176 w 178"/>
                <a:gd name="T9" fmla="*/ 135 h 155"/>
                <a:gd name="T10" fmla="*/ 172 w 178"/>
                <a:gd name="T11" fmla="*/ 128 h 155"/>
                <a:gd name="T12" fmla="*/ 166 w 178"/>
                <a:gd name="T13" fmla="*/ 105 h 155"/>
                <a:gd name="T14" fmla="*/ 134 w 178"/>
                <a:gd name="T15" fmla="*/ 34 h 155"/>
                <a:gd name="T16" fmla="*/ 95 w 178"/>
                <a:gd name="T17" fmla="*/ 2 h 155"/>
                <a:gd name="T18" fmla="*/ 94 w 178"/>
                <a:gd name="T19" fmla="*/ 0 h 155"/>
                <a:gd name="T20" fmla="*/ 58 w 178"/>
                <a:gd name="T21" fmla="*/ 4 h 155"/>
                <a:gd name="T22" fmla="*/ 35 w 178"/>
                <a:gd name="T23" fmla="*/ 37 h 155"/>
                <a:gd name="T24" fmla="*/ 21 w 178"/>
                <a:gd name="T25" fmla="*/ 133 h 155"/>
                <a:gd name="T26" fmla="*/ 15 w 178"/>
                <a:gd name="T27" fmla="*/ 148 h 155"/>
                <a:gd name="T28" fmla="*/ 15 w 178"/>
                <a:gd name="T29" fmla="*/ 153 h 155"/>
                <a:gd name="T30" fmla="*/ 24 w 178"/>
                <a:gd name="T31" fmla="*/ 153 h 155"/>
                <a:gd name="T32" fmla="*/ 36 w 178"/>
                <a:gd name="T33" fmla="*/ 150 h 155"/>
                <a:gd name="T34" fmla="*/ 36 w 178"/>
                <a:gd name="T35" fmla="*/ 150 h 155"/>
                <a:gd name="T36" fmla="*/ 36 w 178"/>
                <a:gd name="T37" fmla="*/ 150 h 155"/>
                <a:gd name="T38" fmla="*/ 68 w 178"/>
                <a:gd name="T39" fmla="*/ 153 h 155"/>
                <a:gd name="T40" fmla="*/ 153 w 178"/>
                <a:gd name="T41" fmla="*/ 137 h 155"/>
                <a:gd name="T42" fmla="*/ 67 w 178"/>
                <a:gd name="T43" fmla="*/ 57 h 155"/>
                <a:gd name="T44" fmla="*/ 81 w 178"/>
                <a:gd name="T45" fmla="*/ 50 h 155"/>
                <a:gd name="T46" fmla="*/ 80 w 178"/>
                <a:gd name="T47" fmla="*/ 42 h 155"/>
                <a:gd name="T48" fmla="*/ 86 w 178"/>
                <a:gd name="T49" fmla="*/ 41 h 155"/>
                <a:gd name="T50" fmla="*/ 88 w 178"/>
                <a:gd name="T51" fmla="*/ 49 h 155"/>
                <a:gd name="T52" fmla="*/ 102 w 178"/>
                <a:gd name="T53" fmla="*/ 50 h 155"/>
                <a:gd name="T54" fmla="*/ 100 w 178"/>
                <a:gd name="T55" fmla="*/ 55 h 155"/>
                <a:gd name="T56" fmla="*/ 75 w 178"/>
                <a:gd name="T57" fmla="*/ 62 h 155"/>
                <a:gd name="T58" fmla="*/ 92 w 178"/>
                <a:gd name="T59" fmla="*/ 70 h 155"/>
                <a:gd name="T60" fmla="*/ 106 w 178"/>
                <a:gd name="T61" fmla="*/ 92 h 155"/>
                <a:gd name="T62" fmla="*/ 93 w 178"/>
                <a:gd name="T63" fmla="*/ 98 h 155"/>
                <a:gd name="T64" fmla="*/ 94 w 178"/>
                <a:gd name="T65" fmla="*/ 106 h 155"/>
                <a:gd name="T66" fmla="*/ 87 w 178"/>
                <a:gd name="T67" fmla="*/ 107 h 155"/>
                <a:gd name="T68" fmla="*/ 86 w 178"/>
                <a:gd name="T69" fmla="*/ 99 h 155"/>
                <a:gd name="T70" fmla="*/ 69 w 178"/>
                <a:gd name="T71" fmla="*/ 97 h 155"/>
                <a:gd name="T72" fmla="*/ 70 w 178"/>
                <a:gd name="T73" fmla="*/ 92 h 155"/>
                <a:gd name="T74" fmla="*/ 97 w 178"/>
                <a:gd name="T75" fmla="*/ 90 h 155"/>
                <a:gd name="T76" fmla="*/ 93 w 178"/>
                <a:gd name="T77" fmla="*/ 78 h 155"/>
                <a:gd name="T78" fmla="*/ 78 w 178"/>
                <a:gd name="T79" fmla="*/ 74 h 155"/>
                <a:gd name="T80" fmla="*/ 67 w 178"/>
                <a:gd name="T81" fmla="*/ 5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55">
                  <a:moveTo>
                    <a:pt x="153" y="137"/>
                  </a:moveTo>
                  <a:cubicBezTo>
                    <a:pt x="153" y="137"/>
                    <a:pt x="154" y="137"/>
                    <a:pt x="157" y="137"/>
                  </a:cubicBezTo>
                  <a:cubicBezTo>
                    <a:pt x="160" y="137"/>
                    <a:pt x="162" y="137"/>
                    <a:pt x="165" y="138"/>
                  </a:cubicBezTo>
                  <a:cubicBezTo>
                    <a:pt x="165" y="138"/>
                    <a:pt x="166" y="139"/>
                    <a:pt x="168" y="139"/>
                  </a:cubicBezTo>
                  <a:cubicBezTo>
                    <a:pt x="172" y="139"/>
                    <a:pt x="174" y="137"/>
                    <a:pt x="176" y="135"/>
                  </a:cubicBezTo>
                  <a:cubicBezTo>
                    <a:pt x="176" y="135"/>
                    <a:pt x="178" y="132"/>
                    <a:pt x="172" y="128"/>
                  </a:cubicBezTo>
                  <a:cubicBezTo>
                    <a:pt x="172" y="128"/>
                    <a:pt x="162" y="123"/>
                    <a:pt x="166" y="105"/>
                  </a:cubicBezTo>
                  <a:cubicBezTo>
                    <a:pt x="166" y="105"/>
                    <a:pt x="171" y="57"/>
                    <a:pt x="134" y="34"/>
                  </a:cubicBezTo>
                  <a:cubicBezTo>
                    <a:pt x="133" y="33"/>
                    <a:pt x="96" y="10"/>
                    <a:pt x="95" y="2"/>
                  </a:cubicBezTo>
                  <a:cubicBezTo>
                    <a:pt x="95" y="2"/>
                    <a:pt x="95" y="1"/>
                    <a:pt x="94" y="0"/>
                  </a:cubicBezTo>
                  <a:cubicBezTo>
                    <a:pt x="58" y="4"/>
                    <a:pt x="58" y="4"/>
                    <a:pt x="58" y="4"/>
                  </a:cubicBezTo>
                  <a:cubicBezTo>
                    <a:pt x="54" y="12"/>
                    <a:pt x="46" y="24"/>
                    <a:pt x="35" y="37"/>
                  </a:cubicBezTo>
                  <a:cubicBezTo>
                    <a:pt x="35" y="37"/>
                    <a:pt x="0" y="78"/>
                    <a:pt x="21" y="133"/>
                  </a:cubicBezTo>
                  <a:cubicBezTo>
                    <a:pt x="21" y="134"/>
                    <a:pt x="22" y="137"/>
                    <a:pt x="15" y="148"/>
                  </a:cubicBezTo>
                  <a:cubicBezTo>
                    <a:pt x="15" y="148"/>
                    <a:pt x="14" y="151"/>
                    <a:pt x="15" y="153"/>
                  </a:cubicBezTo>
                  <a:cubicBezTo>
                    <a:pt x="16" y="155"/>
                    <a:pt x="19" y="155"/>
                    <a:pt x="24" y="153"/>
                  </a:cubicBezTo>
                  <a:cubicBezTo>
                    <a:pt x="24" y="153"/>
                    <a:pt x="28" y="151"/>
                    <a:pt x="36" y="150"/>
                  </a:cubicBezTo>
                  <a:cubicBezTo>
                    <a:pt x="36" y="150"/>
                    <a:pt x="36" y="150"/>
                    <a:pt x="36" y="150"/>
                  </a:cubicBezTo>
                  <a:cubicBezTo>
                    <a:pt x="36" y="150"/>
                    <a:pt x="36" y="150"/>
                    <a:pt x="36" y="150"/>
                  </a:cubicBezTo>
                  <a:cubicBezTo>
                    <a:pt x="36" y="150"/>
                    <a:pt x="49" y="153"/>
                    <a:pt x="68" y="153"/>
                  </a:cubicBezTo>
                  <a:cubicBezTo>
                    <a:pt x="88" y="153"/>
                    <a:pt x="119" y="150"/>
                    <a:pt x="153" y="137"/>
                  </a:cubicBezTo>
                  <a:close/>
                  <a:moveTo>
                    <a:pt x="67" y="57"/>
                  </a:moveTo>
                  <a:cubicBezTo>
                    <a:pt x="67" y="57"/>
                    <a:pt x="69" y="52"/>
                    <a:pt x="81" y="50"/>
                  </a:cubicBezTo>
                  <a:cubicBezTo>
                    <a:pt x="80" y="42"/>
                    <a:pt x="80" y="42"/>
                    <a:pt x="80" y="42"/>
                  </a:cubicBezTo>
                  <a:cubicBezTo>
                    <a:pt x="86" y="41"/>
                    <a:pt x="86" y="41"/>
                    <a:pt x="86" y="41"/>
                  </a:cubicBezTo>
                  <a:cubicBezTo>
                    <a:pt x="88" y="49"/>
                    <a:pt x="88" y="49"/>
                    <a:pt x="88" y="49"/>
                  </a:cubicBezTo>
                  <a:cubicBezTo>
                    <a:pt x="88" y="49"/>
                    <a:pt x="96" y="48"/>
                    <a:pt x="102" y="50"/>
                  </a:cubicBezTo>
                  <a:cubicBezTo>
                    <a:pt x="100" y="55"/>
                    <a:pt x="100" y="55"/>
                    <a:pt x="100" y="55"/>
                  </a:cubicBezTo>
                  <a:cubicBezTo>
                    <a:pt x="100" y="55"/>
                    <a:pt x="78" y="52"/>
                    <a:pt x="75" y="62"/>
                  </a:cubicBezTo>
                  <a:cubicBezTo>
                    <a:pt x="75" y="62"/>
                    <a:pt x="73" y="69"/>
                    <a:pt x="92" y="70"/>
                  </a:cubicBezTo>
                  <a:cubicBezTo>
                    <a:pt x="92" y="70"/>
                    <a:pt x="119" y="73"/>
                    <a:pt x="106" y="92"/>
                  </a:cubicBezTo>
                  <a:cubicBezTo>
                    <a:pt x="106" y="92"/>
                    <a:pt x="102" y="97"/>
                    <a:pt x="93" y="98"/>
                  </a:cubicBezTo>
                  <a:cubicBezTo>
                    <a:pt x="94" y="106"/>
                    <a:pt x="94" y="106"/>
                    <a:pt x="94" y="106"/>
                  </a:cubicBezTo>
                  <a:cubicBezTo>
                    <a:pt x="87" y="107"/>
                    <a:pt x="87" y="107"/>
                    <a:pt x="87" y="107"/>
                  </a:cubicBezTo>
                  <a:cubicBezTo>
                    <a:pt x="86" y="99"/>
                    <a:pt x="86" y="99"/>
                    <a:pt x="86" y="99"/>
                  </a:cubicBezTo>
                  <a:cubicBezTo>
                    <a:pt x="86" y="99"/>
                    <a:pt x="75" y="100"/>
                    <a:pt x="69" y="97"/>
                  </a:cubicBezTo>
                  <a:cubicBezTo>
                    <a:pt x="70" y="92"/>
                    <a:pt x="70" y="92"/>
                    <a:pt x="70" y="92"/>
                  </a:cubicBezTo>
                  <a:cubicBezTo>
                    <a:pt x="70" y="92"/>
                    <a:pt x="84" y="98"/>
                    <a:pt x="97" y="90"/>
                  </a:cubicBezTo>
                  <a:cubicBezTo>
                    <a:pt x="97" y="90"/>
                    <a:pt x="108" y="82"/>
                    <a:pt x="93" y="78"/>
                  </a:cubicBezTo>
                  <a:cubicBezTo>
                    <a:pt x="93" y="78"/>
                    <a:pt x="85" y="76"/>
                    <a:pt x="78" y="74"/>
                  </a:cubicBezTo>
                  <a:cubicBezTo>
                    <a:pt x="78" y="74"/>
                    <a:pt x="60" y="70"/>
                    <a:pt x="6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7" name="Freeform 32"/>
            <p:cNvSpPr>
              <a:spLocks/>
            </p:cNvSpPr>
            <p:nvPr/>
          </p:nvSpPr>
          <p:spPr bwMode="auto">
            <a:xfrm>
              <a:off x="6433" y="2606"/>
              <a:ext cx="176" cy="108"/>
            </a:xfrm>
            <a:custGeom>
              <a:avLst/>
              <a:gdLst>
                <a:gd name="T0" fmla="*/ 21 w 74"/>
                <a:gd name="T1" fmla="*/ 45 h 45"/>
                <a:gd name="T2" fmla="*/ 60 w 74"/>
                <a:gd name="T3" fmla="*/ 44 h 45"/>
                <a:gd name="T4" fmla="*/ 74 w 74"/>
                <a:gd name="T5" fmla="*/ 15 h 45"/>
                <a:gd name="T6" fmla="*/ 38 w 74"/>
                <a:gd name="T7" fmla="*/ 14 h 45"/>
                <a:gd name="T8" fmla="*/ 23 w 74"/>
                <a:gd name="T9" fmla="*/ 8 h 45"/>
                <a:gd name="T10" fmla="*/ 6 w 74"/>
                <a:gd name="T11" fmla="*/ 17 h 45"/>
                <a:gd name="T12" fmla="*/ 21 w 7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74" h="45">
                  <a:moveTo>
                    <a:pt x="21" y="45"/>
                  </a:moveTo>
                  <a:cubicBezTo>
                    <a:pt x="60" y="44"/>
                    <a:pt x="60" y="44"/>
                    <a:pt x="60" y="44"/>
                  </a:cubicBezTo>
                  <a:cubicBezTo>
                    <a:pt x="62" y="37"/>
                    <a:pt x="66" y="27"/>
                    <a:pt x="74" y="15"/>
                  </a:cubicBezTo>
                  <a:cubicBezTo>
                    <a:pt x="74" y="15"/>
                    <a:pt x="69" y="2"/>
                    <a:pt x="38" y="14"/>
                  </a:cubicBezTo>
                  <a:cubicBezTo>
                    <a:pt x="38" y="14"/>
                    <a:pt x="31" y="13"/>
                    <a:pt x="23" y="8"/>
                  </a:cubicBezTo>
                  <a:cubicBezTo>
                    <a:pt x="23" y="8"/>
                    <a:pt x="0" y="0"/>
                    <a:pt x="6" y="17"/>
                  </a:cubicBezTo>
                  <a:lnTo>
                    <a:pt x="2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8" name="Freeform 33"/>
            <p:cNvSpPr>
              <a:spLocks noEditPoints="1"/>
            </p:cNvSpPr>
            <p:nvPr/>
          </p:nvSpPr>
          <p:spPr bwMode="auto">
            <a:xfrm>
              <a:off x="6442" y="2621"/>
              <a:ext cx="167" cy="95"/>
            </a:xfrm>
            <a:custGeom>
              <a:avLst/>
              <a:gdLst>
                <a:gd name="T0" fmla="*/ 17 w 70"/>
                <a:gd name="T1" fmla="*/ 40 h 40"/>
                <a:gd name="T2" fmla="*/ 2 w 70"/>
                <a:gd name="T3" fmla="*/ 11 h 40"/>
                <a:gd name="T4" fmla="*/ 2 w 70"/>
                <a:gd name="T5" fmla="*/ 2 h 40"/>
                <a:gd name="T6" fmla="*/ 9 w 70"/>
                <a:gd name="T7" fmla="*/ 0 h 40"/>
                <a:gd name="T8" fmla="*/ 19 w 70"/>
                <a:gd name="T9" fmla="*/ 1 h 40"/>
                <a:gd name="T10" fmla="*/ 19 w 70"/>
                <a:gd name="T11" fmla="*/ 1 h 40"/>
                <a:gd name="T12" fmla="*/ 34 w 70"/>
                <a:gd name="T13" fmla="*/ 8 h 40"/>
                <a:gd name="T14" fmla="*/ 56 w 70"/>
                <a:gd name="T15" fmla="*/ 2 h 40"/>
                <a:gd name="T16" fmla="*/ 70 w 70"/>
                <a:gd name="T17" fmla="*/ 9 h 40"/>
                <a:gd name="T18" fmla="*/ 70 w 70"/>
                <a:gd name="T19" fmla="*/ 9 h 40"/>
                <a:gd name="T20" fmla="*/ 70 w 70"/>
                <a:gd name="T21" fmla="*/ 10 h 40"/>
                <a:gd name="T22" fmla="*/ 56 w 70"/>
                <a:gd name="T23" fmla="*/ 39 h 40"/>
                <a:gd name="T24" fmla="*/ 56 w 70"/>
                <a:gd name="T25" fmla="*/ 39 h 40"/>
                <a:gd name="T26" fmla="*/ 17 w 70"/>
                <a:gd name="T27" fmla="*/ 40 h 40"/>
                <a:gd name="T28" fmla="*/ 9 w 70"/>
                <a:gd name="T29" fmla="*/ 1 h 40"/>
                <a:gd name="T30" fmla="*/ 3 w 70"/>
                <a:gd name="T31" fmla="*/ 3 h 40"/>
                <a:gd name="T32" fmla="*/ 3 w 70"/>
                <a:gd name="T33" fmla="*/ 11 h 40"/>
                <a:gd name="T34" fmla="*/ 17 w 70"/>
                <a:gd name="T35" fmla="*/ 39 h 40"/>
                <a:gd name="T36" fmla="*/ 55 w 70"/>
                <a:gd name="T37" fmla="*/ 38 h 40"/>
                <a:gd name="T38" fmla="*/ 69 w 70"/>
                <a:gd name="T39" fmla="*/ 9 h 40"/>
                <a:gd name="T40" fmla="*/ 56 w 70"/>
                <a:gd name="T41" fmla="*/ 4 h 40"/>
                <a:gd name="T42" fmla="*/ 34 w 70"/>
                <a:gd name="T43" fmla="*/ 9 h 40"/>
                <a:gd name="T44" fmla="*/ 34 w 70"/>
                <a:gd name="T45" fmla="*/ 9 h 40"/>
                <a:gd name="T46" fmla="*/ 34 w 70"/>
                <a:gd name="T47" fmla="*/ 9 h 40"/>
                <a:gd name="T48" fmla="*/ 18 w 70"/>
                <a:gd name="T49" fmla="*/ 2 h 40"/>
                <a:gd name="T50" fmla="*/ 9 w 70"/>
                <a:gd name="T5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0">
                  <a:moveTo>
                    <a:pt x="17" y="40"/>
                  </a:moveTo>
                  <a:cubicBezTo>
                    <a:pt x="2" y="11"/>
                    <a:pt x="2" y="11"/>
                    <a:pt x="2" y="11"/>
                  </a:cubicBezTo>
                  <a:cubicBezTo>
                    <a:pt x="0" y="7"/>
                    <a:pt x="0" y="4"/>
                    <a:pt x="2" y="2"/>
                  </a:cubicBezTo>
                  <a:cubicBezTo>
                    <a:pt x="3" y="0"/>
                    <a:pt x="5" y="0"/>
                    <a:pt x="9" y="0"/>
                  </a:cubicBezTo>
                  <a:cubicBezTo>
                    <a:pt x="14" y="0"/>
                    <a:pt x="19" y="1"/>
                    <a:pt x="19" y="1"/>
                  </a:cubicBezTo>
                  <a:cubicBezTo>
                    <a:pt x="19" y="1"/>
                    <a:pt x="19" y="1"/>
                    <a:pt x="19" y="1"/>
                  </a:cubicBezTo>
                  <a:cubicBezTo>
                    <a:pt x="26" y="6"/>
                    <a:pt x="33" y="8"/>
                    <a:pt x="34" y="8"/>
                  </a:cubicBezTo>
                  <a:cubicBezTo>
                    <a:pt x="43" y="4"/>
                    <a:pt x="50" y="2"/>
                    <a:pt x="56" y="2"/>
                  </a:cubicBezTo>
                  <a:cubicBezTo>
                    <a:pt x="68" y="2"/>
                    <a:pt x="70" y="9"/>
                    <a:pt x="70" y="9"/>
                  </a:cubicBezTo>
                  <a:cubicBezTo>
                    <a:pt x="70" y="9"/>
                    <a:pt x="70" y="9"/>
                    <a:pt x="70" y="9"/>
                  </a:cubicBezTo>
                  <a:cubicBezTo>
                    <a:pt x="70" y="10"/>
                    <a:pt x="70" y="10"/>
                    <a:pt x="70" y="10"/>
                  </a:cubicBezTo>
                  <a:cubicBezTo>
                    <a:pt x="64" y="20"/>
                    <a:pt x="59" y="30"/>
                    <a:pt x="56" y="39"/>
                  </a:cubicBezTo>
                  <a:cubicBezTo>
                    <a:pt x="56" y="39"/>
                    <a:pt x="56" y="39"/>
                    <a:pt x="56" y="39"/>
                  </a:cubicBezTo>
                  <a:lnTo>
                    <a:pt x="17" y="40"/>
                  </a:lnTo>
                  <a:close/>
                  <a:moveTo>
                    <a:pt x="9" y="1"/>
                  </a:moveTo>
                  <a:cubicBezTo>
                    <a:pt x="6" y="1"/>
                    <a:pt x="4" y="1"/>
                    <a:pt x="3" y="3"/>
                  </a:cubicBezTo>
                  <a:cubicBezTo>
                    <a:pt x="1" y="4"/>
                    <a:pt x="1" y="7"/>
                    <a:pt x="3" y="11"/>
                  </a:cubicBezTo>
                  <a:cubicBezTo>
                    <a:pt x="17" y="39"/>
                    <a:pt x="17" y="39"/>
                    <a:pt x="17" y="39"/>
                  </a:cubicBezTo>
                  <a:cubicBezTo>
                    <a:pt x="55" y="38"/>
                    <a:pt x="55" y="38"/>
                    <a:pt x="55" y="38"/>
                  </a:cubicBezTo>
                  <a:cubicBezTo>
                    <a:pt x="58" y="29"/>
                    <a:pt x="63" y="19"/>
                    <a:pt x="69" y="9"/>
                  </a:cubicBezTo>
                  <a:cubicBezTo>
                    <a:pt x="69" y="8"/>
                    <a:pt x="66" y="4"/>
                    <a:pt x="56" y="4"/>
                  </a:cubicBezTo>
                  <a:cubicBezTo>
                    <a:pt x="50" y="4"/>
                    <a:pt x="43" y="5"/>
                    <a:pt x="34" y="9"/>
                  </a:cubicBezTo>
                  <a:cubicBezTo>
                    <a:pt x="34" y="9"/>
                    <a:pt x="34" y="9"/>
                    <a:pt x="34" y="9"/>
                  </a:cubicBezTo>
                  <a:cubicBezTo>
                    <a:pt x="34" y="9"/>
                    <a:pt x="34" y="9"/>
                    <a:pt x="34" y="9"/>
                  </a:cubicBezTo>
                  <a:cubicBezTo>
                    <a:pt x="33" y="9"/>
                    <a:pt x="27" y="8"/>
                    <a:pt x="18" y="2"/>
                  </a:cubicBezTo>
                  <a:cubicBezTo>
                    <a:pt x="18" y="2"/>
                    <a:pt x="13"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39" name="Freeform 34"/>
            <p:cNvSpPr>
              <a:spLocks/>
            </p:cNvSpPr>
            <p:nvPr/>
          </p:nvSpPr>
          <p:spPr bwMode="auto">
            <a:xfrm>
              <a:off x="6471" y="2721"/>
              <a:ext cx="114" cy="34"/>
            </a:xfrm>
            <a:custGeom>
              <a:avLst/>
              <a:gdLst>
                <a:gd name="T0" fmla="*/ 40 w 48"/>
                <a:gd name="T1" fmla="*/ 0 h 14"/>
                <a:gd name="T2" fmla="*/ 6 w 48"/>
                <a:gd name="T3" fmla="*/ 1 h 14"/>
                <a:gd name="T4" fmla="*/ 0 w 48"/>
                <a:gd name="T5" fmla="*/ 7 h 14"/>
                <a:gd name="T6" fmla="*/ 7 w 48"/>
                <a:gd name="T7" fmla="*/ 14 h 14"/>
                <a:gd name="T8" fmla="*/ 41 w 48"/>
                <a:gd name="T9" fmla="*/ 13 h 14"/>
                <a:gd name="T10" fmla="*/ 48 w 48"/>
                <a:gd name="T11" fmla="*/ 6 h 14"/>
                <a:gd name="T12" fmla="*/ 40 w 4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0" y="0"/>
                  </a:moveTo>
                  <a:cubicBezTo>
                    <a:pt x="6" y="1"/>
                    <a:pt x="6" y="1"/>
                    <a:pt x="6" y="1"/>
                  </a:cubicBezTo>
                  <a:cubicBezTo>
                    <a:pt x="3" y="1"/>
                    <a:pt x="0" y="4"/>
                    <a:pt x="0" y="7"/>
                  </a:cubicBezTo>
                  <a:cubicBezTo>
                    <a:pt x="0" y="11"/>
                    <a:pt x="3" y="14"/>
                    <a:pt x="7" y="14"/>
                  </a:cubicBezTo>
                  <a:cubicBezTo>
                    <a:pt x="41" y="13"/>
                    <a:pt x="41" y="13"/>
                    <a:pt x="41" y="13"/>
                  </a:cubicBezTo>
                  <a:cubicBezTo>
                    <a:pt x="45" y="12"/>
                    <a:pt x="48" y="10"/>
                    <a:pt x="48" y="6"/>
                  </a:cubicBezTo>
                  <a:cubicBezTo>
                    <a:pt x="47"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0" name="Freeform 35"/>
            <p:cNvSpPr>
              <a:spLocks noEditPoints="1"/>
            </p:cNvSpPr>
            <p:nvPr/>
          </p:nvSpPr>
          <p:spPr bwMode="auto">
            <a:xfrm>
              <a:off x="6468" y="2719"/>
              <a:ext cx="117" cy="36"/>
            </a:xfrm>
            <a:custGeom>
              <a:avLst/>
              <a:gdLst>
                <a:gd name="T0" fmla="*/ 8 w 49"/>
                <a:gd name="T1" fmla="*/ 15 h 15"/>
                <a:gd name="T2" fmla="*/ 0 w 49"/>
                <a:gd name="T3" fmla="*/ 8 h 15"/>
                <a:gd name="T4" fmla="*/ 2 w 49"/>
                <a:gd name="T5" fmla="*/ 3 h 15"/>
                <a:gd name="T6" fmla="*/ 7 w 49"/>
                <a:gd name="T7" fmla="*/ 1 h 15"/>
                <a:gd name="T8" fmla="*/ 42 w 49"/>
                <a:gd name="T9" fmla="*/ 0 h 15"/>
                <a:gd name="T10" fmla="*/ 49 w 49"/>
                <a:gd name="T11" fmla="*/ 7 h 15"/>
                <a:gd name="T12" fmla="*/ 42 w 49"/>
                <a:gd name="T13" fmla="*/ 14 h 15"/>
                <a:gd name="T14" fmla="*/ 8 w 49"/>
                <a:gd name="T15" fmla="*/ 15 h 15"/>
                <a:gd name="T16" fmla="*/ 42 w 49"/>
                <a:gd name="T17" fmla="*/ 1 h 15"/>
                <a:gd name="T18" fmla="*/ 41 w 49"/>
                <a:gd name="T19" fmla="*/ 1 h 15"/>
                <a:gd name="T20" fmla="*/ 7 w 49"/>
                <a:gd name="T21" fmla="*/ 2 h 15"/>
                <a:gd name="T22" fmla="*/ 3 w 49"/>
                <a:gd name="T23" fmla="*/ 4 h 15"/>
                <a:gd name="T24" fmla="*/ 1 w 49"/>
                <a:gd name="T25" fmla="*/ 8 h 15"/>
                <a:gd name="T26" fmla="*/ 8 w 49"/>
                <a:gd name="T27" fmla="*/ 14 h 15"/>
                <a:gd name="T28" fmla="*/ 8 w 49"/>
                <a:gd name="T29" fmla="*/ 14 h 15"/>
                <a:gd name="T30" fmla="*/ 42 w 49"/>
                <a:gd name="T31" fmla="*/ 13 h 15"/>
                <a:gd name="T32" fmla="*/ 48 w 49"/>
                <a:gd name="T33" fmla="*/ 7 h 15"/>
                <a:gd name="T34" fmla="*/ 42 w 49"/>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5">
                  <a:moveTo>
                    <a:pt x="8" y="15"/>
                  </a:moveTo>
                  <a:cubicBezTo>
                    <a:pt x="4" y="15"/>
                    <a:pt x="0" y="12"/>
                    <a:pt x="0" y="8"/>
                  </a:cubicBezTo>
                  <a:cubicBezTo>
                    <a:pt x="0" y="6"/>
                    <a:pt x="1" y="5"/>
                    <a:pt x="2" y="3"/>
                  </a:cubicBezTo>
                  <a:cubicBezTo>
                    <a:pt x="4" y="2"/>
                    <a:pt x="5" y="1"/>
                    <a:pt x="7" y="1"/>
                  </a:cubicBezTo>
                  <a:cubicBezTo>
                    <a:pt x="42" y="0"/>
                    <a:pt x="42" y="0"/>
                    <a:pt x="42" y="0"/>
                  </a:cubicBezTo>
                  <a:cubicBezTo>
                    <a:pt x="46" y="0"/>
                    <a:pt x="49" y="3"/>
                    <a:pt x="49" y="7"/>
                  </a:cubicBezTo>
                  <a:cubicBezTo>
                    <a:pt x="49" y="11"/>
                    <a:pt x="46" y="14"/>
                    <a:pt x="42" y="14"/>
                  </a:cubicBezTo>
                  <a:lnTo>
                    <a:pt x="8" y="15"/>
                  </a:lnTo>
                  <a:close/>
                  <a:moveTo>
                    <a:pt x="42" y="1"/>
                  </a:moveTo>
                  <a:cubicBezTo>
                    <a:pt x="41" y="1"/>
                    <a:pt x="41" y="1"/>
                    <a:pt x="41" y="1"/>
                  </a:cubicBezTo>
                  <a:cubicBezTo>
                    <a:pt x="7" y="2"/>
                    <a:pt x="7" y="2"/>
                    <a:pt x="7" y="2"/>
                  </a:cubicBezTo>
                  <a:cubicBezTo>
                    <a:pt x="6" y="2"/>
                    <a:pt x="4" y="3"/>
                    <a:pt x="3" y="4"/>
                  </a:cubicBezTo>
                  <a:cubicBezTo>
                    <a:pt x="2" y="5"/>
                    <a:pt x="1" y="7"/>
                    <a:pt x="1" y="8"/>
                  </a:cubicBezTo>
                  <a:cubicBezTo>
                    <a:pt x="1" y="12"/>
                    <a:pt x="4" y="14"/>
                    <a:pt x="8" y="14"/>
                  </a:cubicBezTo>
                  <a:cubicBezTo>
                    <a:pt x="8" y="14"/>
                    <a:pt x="8" y="14"/>
                    <a:pt x="8" y="14"/>
                  </a:cubicBezTo>
                  <a:cubicBezTo>
                    <a:pt x="42" y="13"/>
                    <a:pt x="42" y="13"/>
                    <a:pt x="42" y="13"/>
                  </a:cubicBezTo>
                  <a:cubicBezTo>
                    <a:pt x="45" y="13"/>
                    <a:pt x="48" y="10"/>
                    <a:pt x="48" y="7"/>
                  </a:cubicBezTo>
                  <a:cubicBezTo>
                    <a:pt x="48" y="4"/>
                    <a:pt x="45" y="1"/>
                    <a:pt x="4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1" name="Freeform 36"/>
            <p:cNvSpPr>
              <a:spLocks noEditPoints="1"/>
            </p:cNvSpPr>
            <p:nvPr/>
          </p:nvSpPr>
          <p:spPr bwMode="auto">
            <a:xfrm>
              <a:off x="6335" y="2762"/>
              <a:ext cx="402" cy="354"/>
            </a:xfrm>
            <a:custGeom>
              <a:avLst/>
              <a:gdLst>
                <a:gd name="T0" fmla="*/ 163 w 169"/>
                <a:gd name="T1" fmla="*/ 131 h 148"/>
                <a:gd name="T2" fmla="*/ 159 w 169"/>
                <a:gd name="T3" fmla="*/ 108 h 148"/>
                <a:gd name="T4" fmla="*/ 135 w 169"/>
                <a:gd name="T5" fmla="*/ 36 h 148"/>
                <a:gd name="T6" fmla="*/ 99 w 169"/>
                <a:gd name="T7" fmla="*/ 2 h 148"/>
                <a:gd name="T8" fmla="*/ 99 w 169"/>
                <a:gd name="T9" fmla="*/ 0 h 148"/>
                <a:gd name="T10" fmla="*/ 63 w 169"/>
                <a:gd name="T11" fmla="*/ 1 h 148"/>
                <a:gd name="T12" fmla="*/ 38 w 169"/>
                <a:gd name="T13" fmla="*/ 31 h 148"/>
                <a:gd name="T14" fmla="*/ 15 w 169"/>
                <a:gd name="T15" fmla="*/ 124 h 148"/>
                <a:gd name="T16" fmla="*/ 8 w 169"/>
                <a:gd name="T17" fmla="*/ 139 h 148"/>
                <a:gd name="T18" fmla="*/ 8 w 169"/>
                <a:gd name="T19" fmla="*/ 139 h 148"/>
                <a:gd name="T20" fmla="*/ 7 w 169"/>
                <a:gd name="T21" fmla="*/ 143 h 148"/>
                <a:gd name="T22" fmla="*/ 16 w 169"/>
                <a:gd name="T23" fmla="*/ 144 h 148"/>
                <a:gd name="T24" fmla="*/ 28 w 169"/>
                <a:gd name="T25" fmla="*/ 142 h 148"/>
                <a:gd name="T26" fmla="*/ 28 w 169"/>
                <a:gd name="T27" fmla="*/ 142 h 148"/>
                <a:gd name="T28" fmla="*/ 29 w 169"/>
                <a:gd name="T29" fmla="*/ 142 h 148"/>
                <a:gd name="T30" fmla="*/ 78 w 169"/>
                <a:gd name="T31" fmla="*/ 148 h 148"/>
                <a:gd name="T32" fmla="*/ 143 w 169"/>
                <a:gd name="T33" fmla="*/ 139 h 148"/>
                <a:gd name="T34" fmla="*/ 155 w 169"/>
                <a:gd name="T35" fmla="*/ 141 h 148"/>
                <a:gd name="T36" fmla="*/ 159 w 169"/>
                <a:gd name="T37" fmla="*/ 142 h 148"/>
                <a:gd name="T38" fmla="*/ 167 w 169"/>
                <a:gd name="T39" fmla="*/ 138 h 148"/>
                <a:gd name="T40" fmla="*/ 163 w 169"/>
                <a:gd name="T41" fmla="*/ 131 h 148"/>
                <a:gd name="T42" fmla="*/ 107 w 169"/>
                <a:gd name="T43" fmla="*/ 101 h 148"/>
                <a:gd name="T44" fmla="*/ 56 w 169"/>
                <a:gd name="T45" fmla="*/ 100 h 148"/>
                <a:gd name="T46" fmla="*/ 56 w 169"/>
                <a:gd name="T47" fmla="*/ 96 h 148"/>
                <a:gd name="T48" fmla="*/ 70 w 169"/>
                <a:gd name="T49" fmla="*/ 79 h 148"/>
                <a:gd name="T50" fmla="*/ 70 w 169"/>
                <a:gd name="T51" fmla="*/ 73 h 148"/>
                <a:gd name="T52" fmla="*/ 57 w 169"/>
                <a:gd name="T53" fmla="*/ 73 h 148"/>
                <a:gd name="T54" fmla="*/ 57 w 169"/>
                <a:gd name="T55" fmla="*/ 67 h 148"/>
                <a:gd name="T56" fmla="*/ 68 w 169"/>
                <a:gd name="T57" fmla="*/ 67 h 148"/>
                <a:gd name="T58" fmla="*/ 67 w 169"/>
                <a:gd name="T59" fmla="*/ 57 h 148"/>
                <a:gd name="T60" fmla="*/ 91 w 169"/>
                <a:gd name="T61" fmla="*/ 39 h 148"/>
                <a:gd name="T62" fmla="*/ 104 w 169"/>
                <a:gd name="T63" fmla="*/ 41 h 148"/>
                <a:gd name="T64" fmla="*/ 102 w 169"/>
                <a:gd name="T65" fmla="*/ 47 h 148"/>
                <a:gd name="T66" fmla="*/ 91 w 169"/>
                <a:gd name="T67" fmla="*/ 45 h 148"/>
                <a:gd name="T68" fmla="*/ 77 w 169"/>
                <a:gd name="T69" fmla="*/ 57 h 148"/>
                <a:gd name="T70" fmla="*/ 79 w 169"/>
                <a:gd name="T71" fmla="*/ 67 h 148"/>
                <a:gd name="T72" fmla="*/ 97 w 169"/>
                <a:gd name="T73" fmla="*/ 67 h 148"/>
                <a:gd name="T74" fmla="*/ 96 w 169"/>
                <a:gd name="T75" fmla="*/ 73 h 148"/>
                <a:gd name="T76" fmla="*/ 80 w 169"/>
                <a:gd name="T77" fmla="*/ 73 h 148"/>
                <a:gd name="T78" fmla="*/ 79 w 169"/>
                <a:gd name="T79" fmla="*/ 83 h 148"/>
                <a:gd name="T80" fmla="*/ 71 w 169"/>
                <a:gd name="T81" fmla="*/ 93 h 148"/>
                <a:gd name="T82" fmla="*/ 71 w 169"/>
                <a:gd name="T83" fmla="*/ 94 h 148"/>
                <a:gd name="T84" fmla="*/ 107 w 169"/>
                <a:gd name="T85" fmla="*/ 94 h 148"/>
                <a:gd name="T86" fmla="*/ 107 w 169"/>
                <a:gd name="T87" fmla="*/ 10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48">
                  <a:moveTo>
                    <a:pt x="163" y="131"/>
                  </a:moveTo>
                  <a:cubicBezTo>
                    <a:pt x="163" y="131"/>
                    <a:pt x="154" y="125"/>
                    <a:pt x="159" y="108"/>
                  </a:cubicBezTo>
                  <a:cubicBezTo>
                    <a:pt x="159" y="108"/>
                    <a:pt x="168" y="62"/>
                    <a:pt x="135" y="36"/>
                  </a:cubicBezTo>
                  <a:cubicBezTo>
                    <a:pt x="133" y="35"/>
                    <a:pt x="100" y="10"/>
                    <a:pt x="99" y="2"/>
                  </a:cubicBezTo>
                  <a:cubicBezTo>
                    <a:pt x="99" y="2"/>
                    <a:pt x="99" y="1"/>
                    <a:pt x="99" y="0"/>
                  </a:cubicBezTo>
                  <a:cubicBezTo>
                    <a:pt x="63" y="1"/>
                    <a:pt x="63" y="1"/>
                    <a:pt x="63" y="1"/>
                  </a:cubicBezTo>
                  <a:cubicBezTo>
                    <a:pt x="58" y="9"/>
                    <a:pt x="50" y="19"/>
                    <a:pt x="38" y="31"/>
                  </a:cubicBezTo>
                  <a:cubicBezTo>
                    <a:pt x="37" y="32"/>
                    <a:pt x="0" y="69"/>
                    <a:pt x="15" y="124"/>
                  </a:cubicBezTo>
                  <a:cubicBezTo>
                    <a:pt x="15" y="125"/>
                    <a:pt x="16" y="128"/>
                    <a:pt x="8" y="139"/>
                  </a:cubicBezTo>
                  <a:cubicBezTo>
                    <a:pt x="8" y="139"/>
                    <a:pt x="8" y="139"/>
                    <a:pt x="8" y="139"/>
                  </a:cubicBezTo>
                  <a:cubicBezTo>
                    <a:pt x="8" y="139"/>
                    <a:pt x="6" y="142"/>
                    <a:pt x="7" y="143"/>
                  </a:cubicBezTo>
                  <a:cubicBezTo>
                    <a:pt x="9" y="145"/>
                    <a:pt x="12" y="145"/>
                    <a:pt x="16" y="144"/>
                  </a:cubicBezTo>
                  <a:cubicBezTo>
                    <a:pt x="16" y="144"/>
                    <a:pt x="21" y="143"/>
                    <a:pt x="28" y="142"/>
                  </a:cubicBezTo>
                  <a:cubicBezTo>
                    <a:pt x="28" y="142"/>
                    <a:pt x="28" y="142"/>
                    <a:pt x="28" y="142"/>
                  </a:cubicBezTo>
                  <a:cubicBezTo>
                    <a:pt x="29" y="142"/>
                    <a:pt x="29" y="142"/>
                    <a:pt x="29" y="142"/>
                  </a:cubicBezTo>
                  <a:cubicBezTo>
                    <a:pt x="29" y="142"/>
                    <a:pt x="48" y="148"/>
                    <a:pt x="78" y="148"/>
                  </a:cubicBezTo>
                  <a:cubicBezTo>
                    <a:pt x="100" y="148"/>
                    <a:pt x="122" y="145"/>
                    <a:pt x="143" y="139"/>
                  </a:cubicBezTo>
                  <a:cubicBezTo>
                    <a:pt x="143" y="139"/>
                    <a:pt x="149" y="138"/>
                    <a:pt x="155" y="141"/>
                  </a:cubicBezTo>
                  <a:cubicBezTo>
                    <a:pt x="155" y="141"/>
                    <a:pt x="157" y="142"/>
                    <a:pt x="159" y="142"/>
                  </a:cubicBezTo>
                  <a:cubicBezTo>
                    <a:pt x="162" y="142"/>
                    <a:pt x="165" y="140"/>
                    <a:pt x="167" y="138"/>
                  </a:cubicBezTo>
                  <a:cubicBezTo>
                    <a:pt x="167" y="138"/>
                    <a:pt x="169" y="135"/>
                    <a:pt x="163" y="131"/>
                  </a:cubicBezTo>
                  <a:close/>
                  <a:moveTo>
                    <a:pt x="107" y="101"/>
                  </a:moveTo>
                  <a:cubicBezTo>
                    <a:pt x="56" y="100"/>
                    <a:pt x="56" y="100"/>
                    <a:pt x="56" y="100"/>
                  </a:cubicBezTo>
                  <a:cubicBezTo>
                    <a:pt x="56" y="96"/>
                    <a:pt x="56" y="96"/>
                    <a:pt x="56" y="96"/>
                  </a:cubicBezTo>
                  <a:cubicBezTo>
                    <a:pt x="64" y="93"/>
                    <a:pt x="70" y="86"/>
                    <a:pt x="70" y="79"/>
                  </a:cubicBezTo>
                  <a:cubicBezTo>
                    <a:pt x="70" y="77"/>
                    <a:pt x="70" y="75"/>
                    <a:pt x="70" y="73"/>
                  </a:cubicBezTo>
                  <a:cubicBezTo>
                    <a:pt x="57" y="73"/>
                    <a:pt x="57" y="73"/>
                    <a:pt x="57" y="73"/>
                  </a:cubicBezTo>
                  <a:cubicBezTo>
                    <a:pt x="57" y="67"/>
                    <a:pt x="57" y="67"/>
                    <a:pt x="57" y="67"/>
                  </a:cubicBezTo>
                  <a:cubicBezTo>
                    <a:pt x="68" y="67"/>
                    <a:pt x="68" y="67"/>
                    <a:pt x="68" y="67"/>
                  </a:cubicBezTo>
                  <a:cubicBezTo>
                    <a:pt x="68" y="64"/>
                    <a:pt x="67" y="61"/>
                    <a:pt x="67" y="57"/>
                  </a:cubicBezTo>
                  <a:cubicBezTo>
                    <a:pt x="67" y="46"/>
                    <a:pt x="77" y="39"/>
                    <a:pt x="91" y="39"/>
                  </a:cubicBezTo>
                  <a:cubicBezTo>
                    <a:pt x="97" y="39"/>
                    <a:pt x="102" y="40"/>
                    <a:pt x="104" y="41"/>
                  </a:cubicBezTo>
                  <a:cubicBezTo>
                    <a:pt x="102" y="47"/>
                    <a:pt x="102" y="47"/>
                    <a:pt x="102" y="47"/>
                  </a:cubicBezTo>
                  <a:cubicBezTo>
                    <a:pt x="100" y="46"/>
                    <a:pt x="96" y="45"/>
                    <a:pt x="91" y="45"/>
                  </a:cubicBezTo>
                  <a:cubicBezTo>
                    <a:pt x="81" y="45"/>
                    <a:pt x="77" y="50"/>
                    <a:pt x="77" y="57"/>
                  </a:cubicBezTo>
                  <a:cubicBezTo>
                    <a:pt x="77" y="61"/>
                    <a:pt x="78" y="64"/>
                    <a:pt x="79" y="67"/>
                  </a:cubicBezTo>
                  <a:cubicBezTo>
                    <a:pt x="97" y="67"/>
                    <a:pt x="97" y="67"/>
                    <a:pt x="97" y="67"/>
                  </a:cubicBezTo>
                  <a:cubicBezTo>
                    <a:pt x="96" y="73"/>
                    <a:pt x="96" y="73"/>
                    <a:pt x="96" y="73"/>
                  </a:cubicBezTo>
                  <a:cubicBezTo>
                    <a:pt x="80" y="73"/>
                    <a:pt x="80" y="73"/>
                    <a:pt x="80" y="73"/>
                  </a:cubicBezTo>
                  <a:cubicBezTo>
                    <a:pt x="80" y="76"/>
                    <a:pt x="80" y="80"/>
                    <a:pt x="79" y="83"/>
                  </a:cubicBezTo>
                  <a:cubicBezTo>
                    <a:pt x="78" y="87"/>
                    <a:pt x="75" y="91"/>
                    <a:pt x="71" y="93"/>
                  </a:cubicBezTo>
                  <a:cubicBezTo>
                    <a:pt x="71" y="94"/>
                    <a:pt x="71" y="94"/>
                    <a:pt x="71" y="94"/>
                  </a:cubicBezTo>
                  <a:cubicBezTo>
                    <a:pt x="107" y="94"/>
                    <a:pt x="107" y="94"/>
                    <a:pt x="107" y="94"/>
                  </a:cubicBezTo>
                  <a:lnTo>
                    <a:pt x="107"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2" name="Freeform 37"/>
            <p:cNvSpPr>
              <a:spLocks/>
            </p:cNvSpPr>
            <p:nvPr/>
          </p:nvSpPr>
          <p:spPr bwMode="auto">
            <a:xfrm>
              <a:off x="6147" y="2633"/>
              <a:ext cx="129" cy="81"/>
            </a:xfrm>
            <a:custGeom>
              <a:avLst/>
              <a:gdLst>
                <a:gd name="T0" fmla="*/ 14 w 54"/>
                <a:gd name="T1" fmla="*/ 34 h 34"/>
                <a:gd name="T2" fmla="*/ 43 w 54"/>
                <a:gd name="T3" fmla="*/ 34 h 34"/>
                <a:gd name="T4" fmla="*/ 54 w 54"/>
                <a:gd name="T5" fmla="*/ 13 h 34"/>
                <a:gd name="T6" fmla="*/ 28 w 54"/>
                <a:gd name="T7" fmla="*/ 12 h 34"/>
                <a:gd name="T8" fmla="*/ 16 w 54"/>
                <a:gd name="T9" fmla="*/ 6 h 34"/>
                <a:gd name="T10" fmla="*/ 4 w 54"/>
                <a:gd name="T11" fmla="*/ 13 h 34"/>
                <a:gd name="T12" fmla="*/ 14 w 5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54" h="34">
                  <a:moveTo>
                    <a:pt x="14" y="34"/>
                  </a:moveTo>
                  <a:cubicBezTo>
                    <a:pt x="43" y="34"/>
                    <a:pt x="43" y="34"/>
                    <a:pt x="43" y="34"/>
                  </a:cubicBezTo>
                  <a:cubicBezTo>
                    <a:pt x="45" y="29"/>
                    <a:pt x="48" y="22"/>
                    <a:pt x="54" y="13"/>
                  </a:cubicBezTo>
                  <a:cubicBezTo>
                    <a:pt x="54" y="13"/>
                    <a:pt x="51" y="3"/>
                    <a:pt x="28" y="12"/>
                  </a:cubicBezTo>
                  <a:cubicBezTo>
                    <a:pt x="28" y="12"/>
                    <a:pt x="22" y="11"/>
                    <a:pt x="16" y="6"/>
                  </a:cubicBezTo>
                  <a:cubicBezTo>
                    <a:pt x="16" y="6"/>
                    <a:pt x="0" y="0"/>
                    <a:pt x="4" y="13"/>
                  </a:cubicBezTo>
                  <a:lnTo>
                    <a:pt x="1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3" name="Freeform 38"/>
            <p:cNvSpPr>
              <a:spLocks noEditPoints="1"/>
            </p:cNvSpPr>
            <p:nvPr/>
          </p:nvSpPr>
          <p:spPr bwMode="auto">
            <a:xfrm>
              <a:off x="6152" y="2642"/>
              <a:ext cx="126" cy="74"/>
            </a:xfrm>
            <a:custGeom>
              <a:avLst/>
              <a:gdLst>
                <a:gd name="T0" fmla="*/ 12 w 53"/>
                <a:gd name="T1" fmla="*/ 31 h 31"/>
                <a:gd name="T2" fmla="*/ 1 w 53"/>
                <a:gd name="T3" fmla="*/ 9 h 31"/>
                <a:gd name="T4" fmla="*/ 2 w 53"/>
                <a:gd name="T5" fmla="*/ 2 h 31"/>
                <a:gd name="T6" fmla="*/ 7 w 53"/>
                <a:gd name="T7" fmla="*/ 0 h 31"/>
                <a:gd name="T8" fmla="*/ 15 w 53"/>
                <a:gd name="T9" fmla="*/ 2 h 31"/>
                <a:gd name="T10" fmla="*/ 15 w 53"/>
                <a:gd name="T11" fmla="*/ 2 h 31"/>
                <a:gd name="T12" fmla="*/ 25 w 53"/>
                <a:gd name="T13" fmla="*/ 7 h 31"/>
                <a:gd name="T14" fmla="*/ 42 w 53"/>
                <a:gd name="T15" fmla="*/ 3 h 31"/>
                <a:gd name="T16" fmla="*/ 53 w 53"/>
                <a:gd name="T17" fmla="*/ 9 h 31"/>
                <a:gd name="T18" fmla="*/ 53 w 53"/>
                <a:gd name="T19" fmla="*/ 9 h 31"/>
                <a:gd name="T20" fmla="*/ 53 w 53"/>
                <a:gd name="T21" fmla="*/ 9 h 31"/>
                <a:gd name="T22" fmla="*/ 42 w 53"/>
                <a:gd name="T23" fmla="*/ 31 h 31"/>
                <a:gd name="T24" fmla="*/ 42 w 53"/>
                <a:gd name="T25" fmla="*/ 31 h 31"/>
                <a:gd name="T26" fmla="*/ 12 w 53"/>
                <a:gd name="T27" fmla="*/ 31 h 31"/>
                <a:gd name="T28" fmla="*/ 7 w 53"/>
                <a:gd name="T29" fmla="*/ 1 h 31"/>
                <a:gd name="T30" fmla="*/ 2 w 53"/>
                <a:gd name="T31" fmla="*/ 3 h 31"/>
                <a:gd name="T32" fmla="*/ 2 w 53"/>
                <a:gd name="T33" fmla="*/ 9 h 31"/>
                <a:gd name="T34" fmla="*/ 13 w 53"/>
                <a:gd name="T35" fmla="*/ 30 h 31"/>
                <a:gd name="T36" fmla="*/ 41 w 53"/>
                <a:gd name="T37" fmla="*/ 30 h 31"/>
                <a:gd name="T38" fmla="*/ 52 w 53"/>
                <a:gd name="T39" fmla="*/ 9 h 31"/>
                <a:gd name="T40" fmla="*/ 42 w 53"/>
                <a:gd name="T41" fmla="*/ 4 h 31"/>
                <a:gd name="T42" fmla="*/ 26 w 53"/>
                <a:gd name="T43" fmla="*/ 8 h 31"/>
                <a:gd name="T44" fmla="*/ 26 w 53"/>
                <a:gd name="T45" fmla="*/ 8 h 31"/>
                <a:gd name="T46" fmla="*/ 25 w 53"/>
                <a:gd name="T47" fmla="*/ 8 h 31"/>
                <a:gd name="T48" fmla="*/ 14 w 53"/>
                <a:gd name="T49" fmla="*/ 3 h 31"/>
                <a:gd name="T50" fmla="*/ 7 w 53"/>
                <a:gd name="T5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1">
                  <a:moveTo>
                    <a:pt x="12" y="31"/>
                  </a:moveTo>
                  <a:cubicBezTo>
                    <a:pt x="1" y="9"/>
                    <a:pt x="1" y="9"/>
                    <a:pt x="1" y="9"/>
                  </a:cubicBezTo>
                  <a:cubicBezTo>
                    <a:pt x="0" y="6"/>
                    <a:pt x="0" y="4"/>
                    <a:pt x="2" y="2"/>
                  </a:cubicBezTo>
                  <a:cubicBezTo>
                    <a:pt x="3" y="1"/>
                    <a:pt x="4" y="0"/>
                    <a:pt x="7" y="0"/>
                  </a:cubicBezTo>
                  <a:cubicBezTo>
                    <a:pt x="10" y="0"/>
                    <a:pt x="14" y="2"/>
                    <a:pt x="15" y="2"/>
                  </a:cubicBezTo>
                  <a:cubicBezTo>
                    <a:pt x="15" y="2"/>
                    <a:pt x="15" y="2"/>
                    <a:pt x="15" y="2"/>
                  </a:cubicBezTo>
                  <a:cubicBezTo>
                    <a:pt x="20" y="6"/>
                    <a:pt x="25" y="7"/>
                    <a:pt x="25" y="7"/>
                  </a:cubicBezTo>
                  <a:cubicBezTo>
                    <a:pt x="32" y="5"/>
                    <a:pt x="37" y="3"/>
                    <a:pt x="42" y="3"/>
                  </a:cubicBezTo>
                  <a:cubicBezTo>
                    <a:pt x="51" y="3"/>
                    <a:pt x="53" y="9"/>
                    <a:pt x="53" y="9"/>
                  </a:cubicBezTo>
                  <a:cubicBezTo>
                    <a:pt x="53" y="9"/>
                    <a:pt x="53" y="9"/>
                    <a:pt x="53" y="9"/>
                  </a:cubicBezTo>
                  <a:cubicBezTo>
                    <a:pt x="53" y="9"/>
                    <a:pt x="53" y="9"/>
                    <a:pt x="53" y="9"/>
                  </a:cubicBezTo>
                  <a:cubicBezTo>
                    <a:pt x="48" y="17"/>
                    <a:pt x="44" y="24"/>
                    <a:pt x="42" y="31"/>
                  </a:cubicBezTo>
                  <a:cubicBezTo>
                    <a:pt x="42" y="31"/>
                    <a:pt x="42" y="31"/>
                    <a:pt x="42" y="31"/>
                  </a:cubicBezTo>
                  <a:lnTo>
                    <a:pt x="12" y="31"/>
                  </a:lnTo>
                  <a:close/>
                  <a:moveTo>
                    <a:pt x="7" y="1"/>
                  </a:moveTo>
                  <a:cubicBezTo>
                    <a:pt x="5" y="1"/>
                    <a:pt x="3" y="2"/>
                    <a:pt x="2" y="3"/>
                  </a:cubicBezTo>
                  <a:cubicBezTo>
                    <a:pt x="1" y="4"/>
                    <a:pt x="1" y="6"/>
                    <a:pt x="2" y="9"/>
                  </a:cubicBezTo>
                  <a:cubicBezTo>
                    <a:pt x="13" y="30"/>
                    <a:pt x="13" y="30"/>
                    <a:pt x="13" y="30"/>
                  </a:cubicBezTo>
                  <a:cubicBezTo>
                    <a:pt x="41" y="30"/>
                    <a:pt x="41" y="30"/>
                    <a:pt x="41" y="30"/>
                  </a:cubicBezTo>
                  <a:cubicBezTo>
                    <a:pt x="43" y="23"/>
                    <a:pt x="47" y="16"/>
                    <a:pt x="52" y="9"/>
                  </a:cubicBezTo>
                  <a:cubicBezTo>
                    <a:pt x="51" y="8"/>
                    <a:pt x="49" y="4"/>
                    <a:pt x="42" y="4"/>
                  </a:cubicBezTo>
                  <a:cubicBezTo>
                    <a:pt x="37" y="4"/>
                    <a:pt x="32" y="6"/>
                    <a:pt x="26" y="8"/>
                  </a:cubicBezTo>
                  <a:cubicBezTo>
                    <a:pt x="26" y="8"/>
                    <a:pt x="26" y="8"/>
                    <a:pt x="26" y="8"/>
                  </a:cubicBezTo>
                  <a:cubicBezTo>
                    <a:pt x="25" y="8"/>
                    <a:pt x="25" y="8"/>
                    <a:pt x="25" y="8"/>
                  </a:cubicBezTo>
                  <a:cubicBezTo>
                    <a:pt x="25" y="8"/>
                    <a:pt x="20" y="7"/>
                    <a:pt x="14" y="3"/>
                  </a:cubicBezTo>
                  <a:cubicBezTo>
                    <a:pt x="14" y="3"/>
                    <a:pt x="10"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4" name="Freeform 39"/>
            <p:cNvSpPr>
              <a:spLocks/>
            </p:cNvSpPr>
            <p:nvPr/>
          </p:nvSpPr>
          <p:spPr bwMode="auto">
            <a:xfrm>
              <a:off x="6171" y="2721"/>
              <a:ext cx="86" cy="24"/>
            </a:xfrm>
            <a:custGeom>
              <a:avLst/>
              <a:gdLst>
                <a:gd name="T0" fmla="*/ 31 w 36"/>
                <a:gd name="T1" fmla="*/ 0 h 10"/>
                <a:gd name="T2" fmla="*/ 5 w 36"/>
                <a:gd name="T3" fmla="*/ 0 h 10"/>
                <a:gd name="T4" fmla="*/ 0 w 36"/>
                <a:gd name="T5" fmla="*/ 5 h 10"/>
                <a:gd name="T6" fmla="*/ 5 w 36"/>
                <a:gd name="T7" fmla="*/ 10 h 10"/>
                <a:gd name="T8" fmla="*/ 31 w 36"/>
                <a:gd name="T9" fmla="*/ 10 h 10"/>
                <a:gd name="T10" fmla="*/ 36 w 36"/>
                <a:gd name="T11" fmla="*/ 5 h 10"/>
                <a:gd name="T12" fmla="*/ 31 w 3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1" y="0"/>
                  </a:moveTo>
                  <a:cubicBezTo>
                    <a:pt x="5" y="0"/>
                    <a:pt x="5" y="0"/>
                    <a:pt x="5" y="0"/>
                  </a:cubicBezTo>
                  <a:cubicBezTo>
                    <a:pt x="2" y="0"/>
                    <a:pt x="0" y="2"/>
                    <a:pt x="0" y="5"/>
                  </a:cubicBezTo>
                  <a:cubicBezTo>
                    <a:pt x="0" y="7"/>
                    <a:pt x="2" y="10"/>
                    <a:pt x="5" y="10"/>
                  </a:cubicBezTo>
                  <a:cubicBezTo>
                    <a:pt x="31" y="10"/>
                    <a:pt x="31" y="10"/>
                    <a:pt x="31" y="10"/>
                  </a:cubicBezTo>
                  <a:cubicBezTo>
                    <a:pt x="34" y="10"/>
                    <a:pt x="36" y="7"/>
                    <a:pt x="36" y="5"/>
                  </a:cubicBezTo>
                  <a:cubicBezTo>
                    <a:pt x="36" y="2"/>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5" name="Freeform 40"/>
            <p:cNvSpPr>
              <a:spLocks noEditPoints="1"/>
            </p:cNvSpPr>
            <p:nvPr/>
          </p:nvSpPr>
          <p:spPr bwMode="auto">
            <a:xfrm>
              <a:off x="6171" y="2719"/>
              <a:ext cx="86" cy="26"/>
            </a:xfrm>
            <a:custGeom>
              <a:avLst/>
              <a:gdLst>
                <a:gd name="T0" fmla="*/ 5 w 36"/>
                <a:gd name="T1" fmla="*/ 11 h 11"/>
                <a:gd name="T2" fmla="*/ 0 w 36"/>
                <a:gd name="T3" fmla="*/ 6 h 11"/>
                <a:gd name="T4" fmla="*/ 1 w 36"/>
                <a:gd name="T5" fmla="*/ 2 h 11"/>
                <a:gd name="T6" fmla="*/ 5 w 36"/>
                <a:gd name="T7" fmla="*/ 0 h 11"/>
                <a:gd name="T8" fmla="*/ 31 w 36"/>
                <a:gd name="T9" fmla="*/ 0 h 11"/>
                <a:gd name="T10" fmla="*/ 36 w 36"/>
                <a:gd name="T11" fmla="*/ 6 h 11"/>
                <a:gd name="T12" fmla="*/ 31 w 36"/>
                <a:gd name="T13" fmla="*/ 11 h 11"/>
                <a:gd name="T14" fmla="*/ 5 w 36"/>
                <a:gd name="T15" fmla="*/ 11 h 11"/>
                <a:gd name="T16" fmla="*/ 31 w 36"/>
                <a:gd name="T17" fmla="*/ 1 h 11"/>
                <a:gd name="T18" fmla="*/ 5 w 36"/>
                <a:gd name="T19" fmla="*/ 1 h 11"/>
                <a:gd name="T20" fmla="*/ 2 w 36"/>
                <a:gd name="T21" fmla="*/ 3 h 11"/>
                <a:gd name="T22" fmla="*/ 1 w 36"/>
                <a:gd name="T23" fmla="*/ 6 h 11"/>
                <a:gd name="T24" fmla="*/ 5 w 36"/>
                <a:gd name="T25" fmla="*/ 10 h 11"/>
                <a:gd name="T26" fmla="*/ 5 w 36"/>
                <a:gd name="T27" fmla="*/ 11 h 11"/>
                <a:gd name="T28" fmla="*/ 5 w 36"/>
                <a:gd name="T29" fmla="*/ 10 h 11"/>
                <a:gd name="T30" fmla="*/ 31 w 36"/>
                <a:gd name="T31" fmla="*/ 10 h 11"/>
                <a:gd name="T32" fmla="*/ 35 w 36"/>
                <a:gd name="T33" fmla="*/ 6 h 11"/>
                <a:gd name="T34" fmla="*/ 31 w 36"/>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1">
                  <a:moveTo>
                    <a:pt x="5" y="11"/>
                  </a:moveTo>
                  <a:cubicBezTo>
                    <a:pt x="2" y="11"/>
                    <a:pt x="0" y="9"/>
                    <a:pt x="0" y="6"/>
                  </a:cubicBezTo>
                  <a:cubicBezTo>
                    <a:pt x="0" y="4"/>
                    <a:pt x="0" y="3"/>
                    <a:pt x="1" y="2"/>
                  </a:cubicBezTo>
                  <a:cubicBezTo>
                    <a:pt x="2" y="1"/>
                    <a:pt x="4" y="0"/>
                    <a:pt x="5" y="0"/>
                  </a:cubicBezTo>
                  <a:cubicBezTo>
                    <a:pt x="31" y="0"/>
                    <a:pt x="31" y="0"/>
                    <a:pt x="31" y="0"/>
                  </a:cubicBezTo>
                  <a:cubicBezTo>
                    <a:pt x="34" y="0"/>
                    <a:pt x="36" y="3"/>
                    <a:pt x="36" y="6"/>
                  </a:cubicBezTo>
                  <a:cubicBezTo>
                    <a:pt x="36" y="9"/>
                    <a:pt x="34" y="11"/>
                    <a:pt x="31" y="11"/>
                  </a:cubicBezTo>
                  <a:lnTo>
                    <a:pt x="5" y="11"/>
                  </a:lnTo>
                  <a:close/>
                  <a:moveTo>
                    <a:pt x="31" y="1"/>
                  </a:moveTo>
                  <a:cubicBezTo>
                    <a:pt x="5" y="1"/>
                    <a:pt x="5" y="1"/>
                    <a:pt x="5" y="1"/>
                  </a:cubicBezTo>
                  <a:cubicBezTo>
                    <a:pt x="4" y="1"/>
                    <a:pt x="3" y="2"/>
                    <a:pt x="2" y="3"/>
                  </a:cubicBezTo>
                  <a:cubicBezTo>
                    <a:pt x="1" y="3"/>
                    <a:pt x="1" y="5"/>
                    <a:pt x="1" y="6"/>
                  </a:cubicBezTo>
                  <a:cubicBezTo>
                    <a:pt x="1" y="8"/>
                    <a:pt x="3" y="10"/>
                    <a:pt x="5" y="10"/>
                  </a:cubicBezTo>
                  <a:cubicBezTo>
                    <a:pt x="5" y="11"/>
                    <a:pt x="5" y="11"/>
                    <a:pt x="5" y="11"/>
                  </a:cubicBezTo>
                  <a:cubicBezTo>
                    <a:pt x="5" y="10"/>
                    <a:pt x="5" y="10"/>
                    <a:pt x="5" y="10"/>
                  </a:cubicBezTo>
                  <a:cubicBezTo>
                    <a:pt x="31" y="10"/>
                    <a:pt x="31" y="10"/>
                    <a:pt x="31" y="10"/>
                  </a:cubicBezTo>
                  <a:cubicBezTo>
                    <a:pt x="33" y="10"/>
                    <a:pt x="35" y="8"/>
                    <a:pt x="35" y="6"/>
                  </a:cubicBezTo>
                  <a:cubicBezTo>
                    <a:pt x="35" y="3"/>
                    <a:pt x="33" y="1"/>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sp>
          <p:nvSpPr>
            <p:cNvPr id="46" name="Freeform 41"/>
            <p:cNvSpPr>
              <a:spLocks noEditPoints="1"/>
            </p:cNvSpPr>
            <p:nvPr/>
          </p:nvSpPr>
          <p:spPr bwMode="auto">
            <a:xfrm>
              <a:off x="6066" y="2752"/>
              <a:ext cx="300" cy="264"/>
            </a:xfrm>
            <a:custGeom>
              <a:avLst/>
              <a:gdLst>
                <a:gd name="T0" fmla="*/ 120 w 126"/>
                <a:gd name="T1" fmla="*/ 99 h 110"/>
                <a:gd name="T2" fmla="*/ 118 w 126"/>
                <a:gd name="T3" fmla="*/ 82 h 110"/>
                <a:gd name="T4" fmla="*/ 101 w 126"/>
                <a:gd name="T5" fmla="*/ 28 h 110"/>
                <a:gd name="T6" fmla="*/ 76 w 126"/>
                <a:gd name="T7" fmla="*/ 2 h 110"/>
                <a:gd name="T8" fmla="*/ 75 w 126"/>
                <a:gd name="T9" fmla="*/ 0 h 110"/>
                <a:gd name="T10" fmla="*/ 48 w 126"/>
                <a:gd name="T11" fmla="*/ 0 h 110"/>
                <a:gd name="T12" fmla="*/ 29 w 126"/>
                <a:gd name="T13" fmla="*/ 22 h 110"/>
                <a:gd name="T14" fmla="*/ 10 w 126"/>
                <a:gd name="T15" fmla="*/ 91 h 110"/>
                <a:gd name="T16" fmla="*/ 4 w 126"/>
                <a:gd name="T17" fmla="*/ 102 h 110"/>
                <a:gd name="T18" fmla="*/ 4 w 126"/>
                <a:gd name="T19" fmla="*/ 105 h 110"/>
                <a:gd name="T20" fmla="*/ 10 w 126"/>
                <a:gd name="T21" fmla="*/ 106 h 110"/>
                <a:gd name="T22" fmla="*/ 19 w 126"/>
                <a:gd name="T23" fmla="*/ 105 h 110"/>
                <a:gd name="T24" fmla="*/ 19 w 126"/>
                <a:gd name="T25" fmla="*/ 105 h 110"/>
                <a:gd name="T26" fmla="*/ 20 w 126"/>
                <a:gd name="T27" fmla="*/ 105 h 110"/>
                <a:gd name="T28" fmla="*/ 61 w 126"/>
                <a:gd name="T29" fmla="*/ 110 h 110"/>
                <a:gd name="T30" fmla="*/ 105 w 126"/>
                <a:gd name="T31" fmla="*/ 104 h 110"/>
                <a:gd name="T32" fmla="*/ 107 w 126"/>
                <a:gd name="T33" fmla="*/ 104 h 110"/>
                <a:gd name="T34" fmla="*/ 114 w 126"/>
                <a:gd name="T35" fmla="*/ 106 h 110"/>
                <a:gd name="T36" fmla="*/ 118 w 126"/>
                <a:gd name="T37" fmla="*/ 107 h 110"/>
                <a:gd name="T38" fmla="*/ 123 w 126"/>
                <a:gd name="T39" fmla="*/ 104 h 110"/>
                <a:gd name="T40" fmla="*/ 120 w 126"/>
                <a:gd name="T41" fmla="*/ 99 h 110"/>
                <a:gd name="T42" fmla="*/ 81 w 126"/>
                <a:gd name="T43" fmla="*/ 55 h 110"/>
                <a:gd name="T44" fmla="*/ 81 w 126"/>
                <a:gd name="T45" fmla="*/ 58 h 110"/>
                <a:gd name="T46" fmla="*/ 53 w 126"/>
                <a:gd name="T47" fmla="*/ 57 h 110"/>
                <a:gd name="T48" fmla="*/ 53 w 126"/>
                <a:gd name="T49" fmla="*/ 62 h 110"/>
                <a:gd name="T50" fmla="*/ 81 w 126"/>
                <a:gd name="T51" fmla="*/ 62 h 110"/>
                <a:gd name="T52" fmla="*/ 81 w 126"/>
                <a:gd name="T53" fmla="*/ 66 h 110"/>
                <a:gd name="T54" fmla="*/ 53 w 126"/>
                <a:gd name="T55" fmla="*/ 65 h 110"/>
                <a:gd name="T56" fmla="*/ 67 w 126"/>
                <a:gd name="T57" fmla="*/ 80 h 110"/>
                <a:gd name="T58" fmla="*/ 83 w 126"/>
                <a:gd name="T59" fmla="*/ 78 h 110"/>
                <a:gd name="T60" fmla="*/ 85 w 126"/>
                <a:gd name="T61" fmla="*/ 83 h 110"/>
                <a:gd name="T62" fmla="*/ 54 w 126"/>
                <a:gd name="T63" fmla="*/ 81 h 110"/>
                <a:gd name="T64" fmla="*/ 45 w 126"/>
                <a:gd name="T65" fmla="*/ 65 h 110"/>
                <a:gd name="T66" fmla="*/ 38 w 126"/>
                <a:gd name="T67" fmla="*/ 65 h 110"/>
                <a:gd name="T68" fmla="*/ 39 w 126"/>
                <a:gd name="T69" fmla="*/ 61 h 110"/>
                <a:gd name="T70" fmla="*/ 44 w 126"/>
                <a:gd name="T71" fmla="*/ 61 h 110"/>
                <a:gd name="T72" fmla="*/ 45 w 126"/>
                <a:gd name="T73" fmla="*/ 58 h 110"/>
                <a:gd name="T74" fmla="*/ 39 w 126"/>
                <a:gd name="T75" fmla="*/ 57 h 110"/>
                <a:gd name="T76" fmla="*/ 39 w 126"/>
                <a:gd name="T77" fmla="*/ 53 h 110"/>
                <a:gd name="T78" fmla="*/ 45 w 126"/>
                <a:gd name="T79" fmla="*/ 53 h 110"/>
                <a:gd name="T80" fmla="*/ 67 w 126"/>
                <a:gd name="T81" fmla="*/ 35 h 110"/>
                <a:gd name="T82" fmla="*/ 86 w 126"/>
                <a:gd name="T83" fmla="*/ 38 h 110"/>
                <a:gd name="T84" fmla="*/ 83 w 126"/>
                <a:gd name="T85" fmla="*/ 43 h 110"/>
                <a:gd name="T86" fmla="*/ 54 w 126"/>
                <a:gd name="T87" fmla="*/ 54 h 110"/>
                <a:gd name="T88" fmla="*/ 81 w 126"/>
                <a:gd name="T89"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110">
                  <a:moveTo>
                    <a:pt x="120" y="99"/>
                  </a:moveTo>
                  <a:cubicBezTo>
                    <a:pt x="120" y="99"/>
                    <a:pt x="114" y="94"/>
                    <a:pt x="118" y="82"/>
                  </a:cubicBezTo>
                  <a:cubicBezTo>
                    <a:pt x="118" y="82"/>
                    <a:pt x="126" y="48"/>
                    <a:pt x="101" y="28"/>
                  </a:cubicBezTo>
                  <a:cubicBezTo>
                    <a:pt x="99" y="26"/>
                    <a:pt x="76" y="7"/>
                    <a:pt x="76" y="2"/>
                  </a:cubicBezTo>
                  <a:cubicBezTo>
                    <a:pt x="76" y="1"/>
                    <a:pt x="75" y="1"/>
                    <a:pt x="75" y="0"/>
                  </a:cubicBezTo>
                  <a:cubicBezTo>
                    <a:pt x="48" y="0"/>
                    <a:pt x="48" y="0"/>
                    <a:pt x="48" y="0"/>
                  </a:cubicBezTo>
                  <a:cubicBezTo>
                    <a:pt x="45" y="6"/>
                    <a:pt x="38" y="13"/>
                    <a:pt x="29" y="22"/>
                  </a:cubicBezTo>
                  <a:cubicBezTo>
                    <a:pt x="29" y="22"/>
                    <a:pt x="0" y="49"/>
                    <a:pt x="10" y="91"/>
                  </a:cubicBezTo>
                  <a:cubicBezTo>
                    <a:pt x="10" y="92"/>
                    <a:pt x="10" y="94"/>
                    <a:pt x="4" y="102"/>
                  </a:cubicBezTo>
                  <a:cubicBezTo>
                    <a:pt x="4" y="102"/>
                    <a:pt x="3" y="104"/>
                    <a:pt x="4" y="105"/>
                  </a:cubicBezTo>
                  <a:cubicBezTo>
                    <a:pt x="5" y="106"/>
                    <a:pt x="7" y="107"/>
                    <a:pt x="10" y="106"/>
                  </a:cubicBezTo>
                  <a:cubicBezTo>
                    <a:pt x="10" y="106"/>
                    <a:pt x="14" y="105"/>
                    <a:pt x="19" y="105"/>
                  </a:cubicBezTo>
                  <a:cubicBezTo>
                    <a:pt x="19" y="105"/>
                    <a:pt x="19" y="105"/>
                    <a:pt x="19" y="105"/>
                  </a:cubicBezTo>
                  <a:cubicBezTo>
                    <a:pt x="20" y="105"/>
                    <a:pt x="20" y="105"/>
                    <a:pt x="20" y="105"/>
                  </a:cubicBezTo>
                  <a:cubicBezTo>
                    <a:pt x="20" y="105"/>
                    <a:pt x="36" y="110"/>
                    <a:pt x="61" y="110"/>
                  </a:cubicBezTo>
                  <a:cubicBezTo>
                    <a:pt x="76" y="110"/>
                    <a:pt x="91" y="108"/>
                    <a:pt x="105" y="104"/>
                  </a:cubicBezTo>
                  <a:cubicBezTo>
                    <a:pt x="105" y="104"/>
                    <a:pt x="106" y="104"/>
                    <a:pt x="107" y="104"/>
                  </a:cubicBezTo>
                  <a:cubicBezTo>
                    <a:pt x="109" y="104"/>
                    <a:pt x="112" y="105"/>
                    <a:pt x="114" y="106"/>
                  </a:cubicBezTo>
                  <a:cubicBezTo>
                    <a:pt x="114" y="106"/>
                    <a:pt x="116" y="107"/>
                    <a:pt x="118" y="107"/>
                  </a:cubicBezTo>
                  <a:cubicBezTo>
                    <a:pt x="119" y="107"/>
                    <a:pt x="121" y="106"/>
                    <a:pt x="123" y="104"/>
                  </a:cubicBezTo>
                  <a:cubicBezTo>
                    <a:pt x="123" y="104"/>
                    <a:pt x="125" y="102"/>
                    <a:pt x="120" y="99"/>
                  </a:cubicBezTo>
                  <a:close/>
                  <a:moveTo>
                    <a:pt x="81" y="55"/>
                  </a:moveTo>
                  <a:cubicBezTo>
                    <a:pt x="81" y="58"/>
                    <a:pt x="81" y="58"/>
                    <a:pt x="81" y="58"/>
                  </a:cubicBezTo>
                  <a:cubicBezTo>
                    <a:pt x="53" y="57"/>
                    <a:pt x="53" y="57"/>
                    <a:pt x="53" y="57"/>
                  </a:cubicBezTo>
                  <a:cubicBezTo>
                    <a:pt x="53" y="57"/>
                    <a:pt x="52" y="61"/>
                    <a:pt x="53" y="62"/>
                  </a:cubicBezTo>
                  <a:cubicBezTo>
                    <a:pt x="81" y="62"/>
                    <a:pt x="81" y="62"/>
                    <a:pt x="81" y="62"/>
                  </a:cubicBezTo>
                  <a:cubicBezTo>
                    <a:pt x="81" y="66"/>
                    <a:pt x="81" y="66"/>
                    <a:pt x="81" y="66"/>
                  </a:cubicBezTo>
                  <a:cubicBezTo>
                    <a:pt x="53" y="65"/>
                    <a:pt x="53" y="65"/>
                    <a:pt x="53" y="65"/>
                  </a:cubicBezTo>
                  <a:cubicBezTo>
                    <a:pt x="53" y="65"/>
                    <a:pt x="54" y="78"/>
                    <a:pt x="67" y="80"/>
                  </a:cubicBezTo>
                  <a:cubicBezTo>
                    <a:pt x="67" y="80"/>
                    <a:pt x="76" y="82"/>
                    <a:pt x="83" y="78"/>
                  </a:cubicBezTo>
                  <a:cubicBezTo>
                    <a:pt x="85" y="83"/>
                    <a:pt x="85" y="83"/>
                    <a:pt x="85" y="83"/>
                  </a:cubicBezTo>
                  <a:cubicBezTo>
                    <a:pt x="85" y="83"/>
                    <a:pt x="71" y="91"/>
                    <a:pt x="54" y="81"/>
                  </a:cubicBezTo>
                  <a:cubicBezTo>
                    <a:pt x="54" y="81"/>
                    <a:pt x="46" y="76"/>
                    <a:pt x="45" y="65"/>
                  </a:cubicBezTo>
                  <a:cubicBezTo>
                    <a:pt x="38" y="65"/>
                    <a:pt x="38" y="65"/>
                    <a:pt x="38" y="65"/>
                  </a:cubicBezTo>
                  <a:cubicBezTo>
                    <a:pt x="39" y="61"/>
                    <a:pt x="39" y="61"/>
                    <a:pt x="39" y="61"/>
                  </a:cubicBezTo>
                  <a:cubicBezTo>
                    <a:pt x="44" y="61"/>
                    <a:pt x="44" y="61"/>
                    <a:pt x="44" y="61"/>
                  </a:cubicBezTo>
                  <a:cubicBezTo>
                    <a:pt x="44" y="61"/>
                    <a:pt x="44" y="60"/>
                    <a:pt x="45" y="58"/>
                  </a:cubicBezTo>
                  <a:cubicBezTo>
                    <a:pt x="39" y="57"/>
                    <a:pt x="39" y="57"/>
                    <a:pt x="39" y="57"/>
                  </a:cubicBezTo>
                  <a:cubicBezTo>
                    <a:pt x="39" y="53"/>
                    <a:pt x="39" y="53"/>
                    <a:pt x="39" y="53"/>
                  </a:cubicBezTo>
                  <a:cubicBezTo>
                    <a:pt x="45" y="53"/>
                    <a:pt x="45" y="53"/>
                    <a:pt x="45" y="53"/>
                  </a:cubicBezTo>
                  <a:cubicBezTo>
                    <a:pt x="45" y="53"/>
                    <a:pt x="48" y="37"/>
                    <a:pt x="67" y="35"/>
                  </a:cubicBezTo>
                  <a:cubicBezTo>
                    <a:pt x="67" y="35"/>
                    <a:pt x="81" y="33"/>
                    <a:pt x="86" y="38"/>
                  </a:cubicBezTo>
                  <a:cubicBezTo>
                    <a:pt x="83" y="43"/>
                    <a:pt x="83" y="43"/>
                    <a:pt x="83" y="43"/>
                  </a:cubicBezTo>
                  <a:cubicBezTo>
                    <a:pt x="83" y="43"/>
                    <a:pt x="61" y="33"/>
                    <a:pt x="54" y="54"/>
                  </a:cubicBezTo>
                  <a:lnTo>
                    <a:pt x="81"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6985" tIns="63492" rIns="126985" bIns="63492" numCol="1" anchor="t" anchorCtr="0" compatLnSpc="1">
              <a:prstTxWarp prst="textNoShape">
                <a:avLst/>
              </a:prstTxWarp>
            </a:bodyPr>
            <a:lstStyle/>
            <a:p>
              <a:endParaRPr lang="zh-CN" altLang="en-US" sz="2499">
                <a:solidFill>
                  <a:prstClr val="black"/>
                </a:solidFill>
                <a:ea typeface="微软雅黑" panose="020B0503020204020204" pitchFamily="34" charset="-122"/>
                <a:sym typeface="Arial" panose="020B0604020202020204" pitchFamily="34" charset="0"/>
              </a:endParaRPr>
            </a:p>
          </p:txBody>
        </p:sp>
      </p:grpSp>
      <p:sp>
        <p:nvSpPr>
          <p:cNvPr id="47" name="文本框 73"/>
          <p:cNvSpPr txBox="1"/>
          <p:nvPr/>
        </p:nvSpPr>
        <p:spPr>
          <a:xfrm>
            <a:off x="4619543" y="4022759"/>
            <a:ext cx="1192795" cy="480763"/>
          </a:xfrm>
          <a:prstGeom prst="rect">
            <a:avLst/>
          </a:prstGeom>
          <a:noFill/>
        </p:spPr>
        <p:txBody>
          <a:bodyPr wrap="square" lIns="95238" tIns="47620" rIns="95238" bIns="47620" rtlCol="0">
            <a:spAutoFit/>
          </a:bodyPr>
          <a:lstStyle/>
          <a:p>
            <a:pPr algn="ctr"/>
            <a:r>
              <a:rPr lang="en-US" altLang="zh-CN" sz="2499" dirty="0">
                <a:solidFill>
                  <a:srgbClr val="BF1347"/>
                </a:solidFill>
                <a:ea typeface="微软雅黑" panose="020B0503020204020204" pitchFamily="34" charset="-122"/>
                <a:sym typeface="Arial" panose="020B0604020202020204" pitchFamily="34" charset="0"/>
              </a:rPr>
              <a:t>50</a:t>
            </a:r>
            <a:r>
              <a:rPr lang="en-US" altLang="zh-CN" sz="1666" dirty="0">
                <a:solidFill>
                  <a:srgbClr val="BF1347"/>
                </a:solidFill>
                <a:ea typeface="微软雅黑" panose="020B0503020204020204" pitchFamily="34" charset="-122"/>
                <a:sym typeface="Arial" panose="020B0604020202020204" pitchFamily="34" charset="0"/>
              </a:rPr>
              <a:t>%</a:t>
            </a:r>
            <a:endParaRPr lang="zh-CN" altLang="en-US" sz="1527" dirty="0">
              <a:solidFill>
                <a:srgbClr val="BF1347"/>
              </a:solidFill>
              <a:ea typeface="微软雅黑" panose="020B0503020204020204" pitchFamily="34" charset="-122"/>
              <a:sym typeface="Arial" panose="020B0604020202020204" pitchFamily="34" charset="0"/>
            </a:endParaRPr>
          </a:p>
        </p:txBody>
      </p:sp>
      <p:sp>
        <p:nvSpPr>
          <p:cNvPr id="48" name="文本框 74"/>
          <p:cNvSpPr txBox="1"/>
          <p:nvPr/>
        </p:nvSpPr>
        <p:spPr>
          <a:xfrm>
            <a:off x="6927898" y="4022759"/>
            <a:ext cx="1192795" cy="480763"/>
          </a:xfrm>
          <a:prstGeom prst="rect">
            <a:avLst/>
          </a:prstGeom>
          <a:noFill/>
        </p:spPr>
        <p:txBody>
          <a:bodyPr wrap="square" lIns="95238" tIns="47620" rIns="95238" bIns="47620" rtlCol="0">
            <a:spAutoFit/>
          </a:bodyPr>
          <a:lstStyle/>
          <a:p>
            <a:pPr algn="ctr"/>
            <a:r>
              <a:rPr lang="en-US" altLang="zh-CN" sz="2499" dirty="0">
                <a:solidFill>
                  <a:srgbClr val="04447F"/>
                </a:solidFill>
                <a:ea typeface="微软雅黑" panose="020B0503020204020204" pitchFamily="34" charset="-122"/>
                <a:sym typeface="Arial" panose="020B0604020202020204" pitchFamily="34" charset="0"/>
              </a:rPr>
              <a:t>80</a:t>
            </a:r>
            <a:r>
              <a:rPr lang="en-US" altLang="zh-CN" sz="1666" dirty="0">
                <a:solidFill>
                  <a:srgbClr val="04447F"/>
                </a:solidFill>
                <a:ea typeface="微软雅黑" panose="020B0503020204020204" pitchFamily="34" charset="-122"/>
                <a:sym typeface="Arial" panose="020B0604020202020204" pitchFamily="34" charset="0"/>
              </a:rPr>
              <a:t>%</a:t>
            </a:r>
            <a:endParaRPr lang="zh-CN" altLang="en-US" sz="1527" dirty="0">
              <a:solidFill>
                <a:srgbClr val="04447F"/>
              </a:solidFill>
              <a:ea typeface="微软雅黑" panose="020B0503020204020204" pitchFamily="34" charset="-122"/>
              <a:sym typeface="Arial" panose="020B0604020202020204" pitchFamily="34" charset="0"/>
            </a:endParaRPr>
          </a:p>
        </p:txBody>
      </p:sp>
      <p:sp>
        <p:nvSpPr>
          <p:cNvPr id="49" name="文本框 75"/>
          <p:cNvSpPr txBox="1"/>
          <p:nvPr/>
        </p:nvSpPr>
        <p:spPr>
          <a:xfrm>
            <a:off x="9177937" y="4022759"/>
            <a:ext cx="1192795" cy="480763"/>
          </a:xfrm>
          <a:prstGeom prst="rect">
            <a:avLst/>
          </a:prstGeom>
          <a:noFill/>
        </p:spPr>
        <p:txBody>
          <a:bodyPr wrap="square" lIns="95238" tIns="47620" rIns="95238" bIns="47620" rtlCol="0">
            <a:spAutoFit/>
          </a:bodyPr>
          <a:lstStyle/>
          <a:p>
            <a:pPr algn="ctr"/>
            <a:r>
              <a:rPr lang="en-US" altLang="zh-CN" sz="2499" dirty="0">
                <a:solidFill>
                  <a:srgbClr val="BF1347"/>
                </a:solidFill>
                <a:ea typeface="微软雅黑" panose="020B0503020204020204" pitchFamily="34" charset="-122"/>
                <a:sym typeface="Arial" panose="020B0604020202020204" pitchFamily="34" charset="0"/>
              </a:rPr>
              <a:t>100</a:t>
            </a:r>
            <a:r>
              <a:rPr lang="en-US" altLang="zh-CN" sz="1666" dirty="0">
                <a:solidFill>
                  <a:srgbClr val="BF1347"/>
                </a:solidFill>
                <a:ea typeface="微软雅黑" panose="020B0503020204020204" pitchFamily="34" charset="-122"/>
                <a:sym typeface="Arial" panose="020B0604020202020204" pitchFamily="34" charset="0"/>
              </a:rPr>
              <a:t>%</a:t>
            </a:r>
            <a:endParaRPr lang="zh-CN" altLang="en-US" sz="1527" dirty="0">
              <a:solidFill>
                <a:srgbClr val="BF1347"/>
              </a:solidFill>
              <a:ea typeface="微软雅黑" panose="020B0503020204020204" pitchFamily="34" charset="-122"/>
              <a:sym typeface="Arial" panose="020B0604020202020204" pitchFamily="34" charset="0"/>
            </a:endParaRPr>
          </a:p>
        </p:txBody>
      </p:sp>
      <p:grpSp>
        <p:nvGrpSpPr>
          <p:cNvPr id="50" name="组合 49"/>
          <p:cNvGrpSpPr/>
          <p:nvPr/>
        </p:nvGrpSpPr>
        <p:grpSpPr>
          <a:xfrm>
            <a:off x="2243747" y="4415950"/>
            <a:ext cx="1657109" cy="1126394"/>
            <a:chOff x="3457511" y="3881040"/>
            <a:chExt cx="1591015" cy="1081464"/>
          </a:xfrm>
        </p:grpSpPr>
        <p:sp>
          <p:nvSpPr>
            <p:cNvPr id="51" name="文本框 77"/>
            <p:cNvSpPr txBox="1"/>
            <p:nvPr/>
          </p:nvSpPr>
          <p:spPr>
            <a:xfrm>
              <a:off x="3457511" y="3881040"/>
              <a:ext cx="1591015" cy="334777"/>
            </a:xfrm>
            <a:prstGeom prst="rect">
              <a:avLst/>
            </a:prstGeom>
            <a:noFill/>
          </p:spPr>
          <p:txBody>
            <a:bodyPr wrap="square" rtlCol="0">
              <a:spAutoFit/>
            </a:bodyPr>
            <a:lstStyle/>
            <a:p>
              <a:r>
                <a:rPr lang="zh-CN" altLang="en-US" sz="1666" dirty="0">
                  <a:solidFill>
                    <a:srgbClr val="04447F"/>
                  </a:solidFill>
                  <a:ea typeface="微软雅黑" panose="020B0503020204020204" pitchFamily="34" charset="-122"/>
                  <a:sym typeface="Arial" panose="020B0604020202020204" pitchFamily="34" charset="0"/>
                </a:rPr>
                <a:t>在此添加标题</a:t>
              </a:r>
            </a:p>
          </p:txBody>
        </p:sp>
        <p:sp>
          <p:nvSpPr>
            <p:cNvPr id="52" name="文本框 78"/>
            <p:cNvSpPr txBox="1"/>
            <p:nvPr/>
          </p:nvSpPr>
          <p:spPr>
            <a:xfrm>
              <a:off x="3501039" y="4195682"/>
              <a:ext cx="1398251" cy="766822"/>
            </a:xfrm>
            <a:prstGeom prst="rect">
              <a:avLst/>
            </a:prstGeom>
            <a:noFill/>
          </p:spPr>
          <p:txBody>
            <a:bodyPr wrap="square" rtlCol="0">
              <a:spAutoFit/>
            </a:bodyPr>
            <a:lstStyle/>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a:t>
              </a:r>
            </a:p>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a:t>
              </a:r>
            </a:p>
            <a:p>
              <a:pPr algn="just"/>
              <a:endParaRPr lang="zh-CN" altLang="en-US" sz="1110" dirty="0">
                <a:solidFill>
                  <a:prstClr val="black">
                    <a:lumMod val="50000"/>
                    <a:lumOff val="50000"/>
                  </a:prstClr>
                </a:solidFill>
                <a:ea typeface="微软雅黑" panose="020B0503020204020204" pitchFamily="34" charset="-122"/>
                <a:sym typeface="Arial" panose="020B0604020202020204" pitchFamily="34" charset="0"/>
              </a:endParaRPr>
            </a:p>
          </p:txBody>
        </p:sp>
      </p:grpSp>
      <p:grpSp>
        <p:nvGrpSpPr>
          <p:cNvPr id="53" name="组合 52"/>
          <p:cNvGrpSpPr/>
          <p:nvPr/>
        </p:nvGrpSpPr>
        <p:grpSpPr>
          <a:xfrm>
            <a:off x="4514478" y="4415956"/>
            <a:ext cx="1586356" cy="1126393"/>
            <a:chOff x="3457511" y="3881040"/>
            <a:chExt cx="1523083" cy="1081462"/>
          </a:xfrm>
        </p:grpSpPr>
        <p:sp>
          <p:nvSpPr>
            <p:cNvPr id="54" name="文本框 80"/>
            <p:cNvSpPr txBox="1"/>
            <p:nvPr/>
          </p:nvSpPr>
          <p:spPr>
            <a:xfrm>
              <a:off x="3457511" y="3881040"/>
              <a:ext cx="1523083" cy="334776"/>
            </a:xfrm>
            <a:prstGeom prst="rect">
              <a:avLst/>
            </a:prstGeom>
            <a:noFill/>
          </p:spPr>
          <p:txBody>
            <a:bodyPr wrap="square" rtlCol="0">
              <a:spAutoFit/>
            </a:bodyPr>
            <a:lstStyle/>
            <a:p>
              <a:r>
                <a:rPr lang="zh-CN" altLang="en-US" sz="1666" dirty="0">
                  <a:solidFill>
                    <a:srgbClr val="BF1347"/>
                  </a:solidFill>
                  <a:ea typeface="微软雅黑" panose="020B0503020204020204" pitchFamily="34" charset="-122"/>
                  <a:sym typeface="Arial" panose="020B0604020202020204" pitchFamily="34" charset="0"/>
                </a:rPr>
                <a:t>在此添加标题</a:t>
              </a:r>
            </a:p>
          </p:txBody>
        </p:sp>
        <p:sp>
          <p:nvSpPr>
            <p:cNvPr id="55" name="文本框 81"/>
            <p:cNvSpPr txBox="1"/>
            <p:nvPr/>
          </p:nvSpPr>
          <p:spPr>
            <a:xfrm>
              <a:off x="3500497" y="4195680"/>
              <a:ext cx="1398252" cy="766822"/>
            </a:xfrm>
            <a:prstGeom prst="rect">
              <a:avLst/>
            </a:prstGeom>
            <a:noFill/>
          </p:spPr>
          <p:txBody>
            <a:bodyPr wrap="square" rtlCol="0">
              <a:spAutoFit/>
            </a:bodyPr>
            <a:lstStyle/>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a:t>
              </a:r>
            </a:p>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a:t>
              </a:r>
            </a:p>
            <a:p>
              <a:pPr algn="just"/>
              <a:endParaRPr lang="zh-CN" altLang="en-US" sz="1110" dirty="0">
                <a:ea typeface="微软雅黑" panose="020B0503020204020204" pitchFamily="34" charset="-122"/>
                <a:sym typeface="Arial" panose="020B0604020202020204" pitchFamily="34" charset="0"/>
              </a:endParaRPr>
            </a:p>
          </p:txBody>
        </p:sp>
      </p:grpSp>
      <p:grpSp>
        <p:nvGrpSpPr>
          <p:cNvPr id="56" name="组合 55"/>
          <p:cNvGrpSpPr/>
          <p:nvPr/>
        </p:nvGrpSpPr>
        <p:grpSpPr>
          <a:xfrm>
            <a:off x="6785218" y="4415956"/>
            <a:ext cx="1615599" cy="1126393"/>
            <a:chOff x="3457511" y="3881040"/>
            <a:chExt cx="1551161" cy="1081462"/>
          </a:xfrm>
        </p:grpSpPr>
        <p:sp>
          <p:nvSpPr>
            <p:cNvPr id="57" name="文本框 83"/>
            <p:cNvSpPr txBox="1"/>
            <p:nvPr/>
          </p:nvSpPr>
          <p:spPr>
            <a:xfrm>
              <a:off x="3457511" y="3881040"/>
              <a:ext cx="1551161" cy="334776"/>
            </a:xfrm>
            <a:prstGeom prst="rect">
              <a:avLst/>
            </a:prstGeom>
            <a:noFill/>
          </p:spPr>
          <p:txBody>
            <a:bodyPr wrap="square" rtlCol="0">
              <a:spAutoFit/>
            </a:bodyPr>
            <a:lstStyle/>
            <a:p>
              <a:r>
                <a:rPr lang="zh-CN" altLang="en-US" sz="1666" dirty="0">
                  <a:solidFill>
                    <a:srgbClr val="04447F"/>
                  </a:solidFill>
                  <a:ea typeface="微软雅黑" panose="020B0503020204020204" pitchFamily="34" charset="-122"/>
                  <a:sym typeface="Arial" panose="020B0604020202020204" pitchFamily="34" charset="0"/>
                </a:rPr>
                <a:t>在此添加标题</a:t>
              </a:r>
            </a:p>
          </p:txBody>
        </p:sp>
        <p:sp>
          <p:nvSpPr>
            <p:cNvPr id="58" name="文本框 84"/>
            <p:cNvSpPr txBox="1"/>
            <p:nvPr/>
          </p:nvSpPr>
          <p:spPr>
            <a:xfrm>
              <a:off x="3475076" y="4195680"/>
              <a:ext cx="1398251" cy="766822"/>
            </a:xfrm>
            <a:prstGeom prst="rect">
              <a:avLst/>
            </a:prstGeom>
            <a:noFill/>
          </p:spPr>
          <p:txBody>
            <a:bodyPr wrap="square" rtlCol="0">
              <a:spAutoFit/>
            </a:bodyPr>
            <a:lstStyle/>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a:t>
              </a:r>
            </a:p>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a:t>
              </a:r>
            </a:p>
            <a:p>
              <a:pPr algn="just"/>
              <a:endParaRPr lang="zh-CN" altLang="en-US" sz="1110" dirty="0">
                <a:solidFill>
                  <a:prstClr val="black">
                    <a:lumMod val="50000"/>
                    <a:lumOff val="50000"/>
                  </a:prstClr>
                </a:solidFill>
                <a:ea typeface="微软雅黑" panose="020B0503020204020204" pitchFamily="34" charset="-122"/>
                <a:sym typeface="Arial" panose="020B0604020202020204" pitchFamily="34" charset="0"/>
              </a:endParaRPr>
            </a:p>
          </p:txBody>
        </p:sp>
      </p:grpSp>
      <p:grpSp>
        <p:nvGrpSpPr>
          <p:cNvPr id="59" name="组合 58"/>
          <p:cNvGrpSpPr/>
          <p:nvPr/>
        </p:nvGrpSpPr>
        <p:grpSpPr>
          <a:xfrm>
            <a:off x="9055948" y="4415956"/>
            <a:ext cx="1741855" cy="1102874"/>
            <a:chOff x="3457511" y="3881040"/>
            <a:chExt cx="1672381" cy="1058881"/>
          </a:xfrm>
        </p:grpSpPr>
        <p:sp>
          <p:nvSpPr>
            <p:cNvPr id="60" name="文本框 86"/>
            <p:cNvSpPr txBox="1"/>
            <p:nvPr/>
          </p:nvSpPr>
          <p:spPr>
            <a:xfrm>
              <a:off x="3457511" y="3881040"/>
              <a:ext cx="1672381" cy="334776"/>
            </a:xfrm>
            <a:prstGeom prst="rect">
              <a:avLst/>
            </a:prstGeom>
            <a:noFill/>
          </p:spPr>
          <p:txBody>
            <a:bodyPr wrap="square" rtlCol="0">
              <a:spAutoFit/>
            </a:bodyPr>
            <a:lstStyle/>
            <a:p>
              <a:r>
                <a:rPr lang="zh-CN" altLang="en-US" sz="1666" dirty="0">
                  <a:solidFill>
                    <a:srgbClr val="BF1347"/>
                  </a:solidFill>
                  <a:ea typeface="微软雅黑" panose="020B0503020204020204" pitchFamily="34" charset="-122"/>
                  <a:sym typeface="Arial" panose="020B0604020202020204" pitchFamily="34" charset="0"/>
                </a:rPr>
                <a:t>在此添加标题</a:t>
              </a:r>
            </a:p>
          </p:txBody>
        </p:sp>
        <p:sp>
          <p:nvSpPr>
            <p:cNvPr id="61" name="文本框 87"/>
            <p:cNvSpPr txBox="1"/>
            <p:nvPr/>
          </p:nvSpPr>
          <p:spPr>
            <a:xfrm>
              <a:off x="3485596" y="4173100"/>
              <a:ext cx="1398251" cy="766821"/>
            </a:xfrm>
            <a:prstGeom prst="rect">
              <a:avLst/>
            </a:prstGeom>
            <a:noFill/>
          </p:spPr>
          <p:txBody>
            <a:bodyPr wrap="square" rtlCol="0">
              <a:spAutoFit/>
            </a:bodyPr>
            <a:lstStyle/>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a:t>
              </a:r>
            </a:p>
            <a:p>
              <a:pPr algn="just"/>
              <a:r>
                <a:rPr lang="zh-CN" altLang="en-US" sz="1160" dirty="0">
                  <a:solidFill>
                    <a:schemeClr val="tx1">
                      <a:lumMod val="75000"/>
                      <a:lumOff val="25000"/>
                    </a:schemeClr>
                  </a:solidFill>
                  <a:ea typeface="微软雅黑" panose="020B0503020204020204" pitchFamily="34" charset="-122"/>
                  <a:sym typeface="Arial" panose="020B0604020202020204" pitchFamily="34" charset="0"/>
                </a:rPr>
                <a:t>替换你的文字</a:t>
              </a:r>
            </a:p>
            <a:p>
              <a:pPr algn="just"/>
              <a:endParaRPr lang="zh-CN" altLang="en-US" sz="1110" dirty="0">
                <a:ea typeface="微软雅黑" panose="020B0503020204020204" pitchFamily="34" charset="-122"/>
                <a:sym typeface="Arial" panose="020B0604020202020204" pitchFamily="34" charset="0"/>
              </a:endParaRPr>
            </a:p>
          </p:txBody>
        </p:sp>
      </p:grpSp>
      <p:grpSp>
        <p:nvGrpSpPr>
          <p:cNvPr id="62" name="组合 61"/>
          <p:cNvGrpSpPr/>
          <p:nvPr/>
        </p:nvGrpSpPr>
        <p:grpSpPr>
          <a:xfrm>
            <a:off x="1846822" y="5636737"/>
            <a:ext cx="9136008" cy="1270806"/>
            <a:chOff x="1710190" y="5445125"/>
            <a:chExt cx="8771621" cy="1220123"/>
          </a:xfrm>
        </p:grpSpPr>
        <p:cxnSp>
          <p:nvCxnSpPr>
            <p:cNvPr id="63" name="直接连接符 62"/>
            <p:cNvCxnSpPr/>
            <p:nvPr/>
          </p:nvCxnSpPr>
          <p:spPr>
            <a:xfrm>
              <a:off x="1710190" y="5445125"/>
              <a:ext cx="8771621" cy="0"/>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4" name="文本框 90"/>
            <p:cNvSpPr txBox="1"/>
            <p:nvPr/>
          </p:nvSpPr>
          <p:spPr>
            <a:xfrm>
              <a:off x="1874403" y="5592084"/>
              <a:ext cx="8443195" cy="1073164"/>
            </a:xfrm>
            <a:prstGeom prst="rect">
              <a:avLst/>
            </a:prstGeom>
            <a:noFill/>
          </p:spPr>
          <p:txBody>
            <a:bodyPr wrap="square" rtlCol="0">
              <a:spAutoFit/>
            </a:bodyPr>
            <a:lstStyle/>
            <a:p>
              <a:pPr algn="just"/>
              <a:r>
                <a:rPr lang="zh-CN" altLang="en-US" sz="1666"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替换你的文字替换你的文字替换你的文字替换你的文字替换你的文字替换你的文字替换你的</a:t>
              </a:r>
            </a:p>
            <a:p>
              <a:pPr algn="just"/>
              <a:r>
                <a:rPr lang="zh-CN" altLang="en-US" sz="1666" dirty="0">
                  <a:solidFill>
                    <a:schemeClr val="tx1">
                      <a:lumMod val="75000"/>
                      <a:lumOff val="25000"/>
                    </a:schemeClr>
                  </a:solidFill>
                  <a:ea typeface="微软雅黑" panose="020B0503020204020204" pitchFamily="34" charset="-122"/>
                  <a:sym typeface="Arial" panose="020B0604020202020204" pitchFamily="34" charset="0"/>
                </a:rPr>
                <a:t>替换你的文字替换你的文字替换你的文字替换你的文字替换你的文字替换你的文字替换你的</a:t>
              </a:r>
            </a:p>
            <a:p>
              <a:pPr algn="just"/>
              <a:endParaRPr lang="zh-CN" altLang="en-US" sz="1666" dirty="0">
                <a:ea typeface="微软雅黑" panose="020B0503020204020204" pitchFamily="34" charset="-122"/>
                <a:sym typeface="Arial" panose="020B0604020202020204" pitchFamily="34" charset="0"/>
              </a:endParaRPr>
            </a:p>
            <a:p>
              <a:pPr algn="just"/>
              <a:endParaRPr lang="zh-CN" altLang="en-US" sz="1666" dirty="0">
                <a:solidFill>
                  <a:prstClr val="black">
                    <a:lumMod val="50000"/>
                    <a:lumOff val="50000"/>
                  </a:prstClr>
                </a:solidFill>
                <a:ea typeface="微软雅黑" panose="020B0503020204020204" pitchFamily="34" charset="-122"/>
                <a:sym typeface="Arial" panose="020B0604020202020204" pitchFamily="34" charset="0"/>
              </a:endParaRPr>
            </a:p>
          </p:txBody>
        </p:sp>
      </p:grpSp>
      <p:sp>
        <p:nvSpPr>
          <p:cNvPr id="78" name="文本框 77"/>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79" name="直接连接符 78"/>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80"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81"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82" name="标题 1"/>
          <p:cNvSpPr txBox="1">
            <a:spLocks/>
          </p:cNvSpPr>
          <p:nvPr/>
        </p:nvSpPr>
        <p:spPr>
          <a:xfrm>
            <a:off x="308695" y="347000"/>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628484600"/>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81"/>
                                        </p:tgtEl>
                                        <p:attrNameLst>
                                          <p:attrName>style.visibility</p:attrName>
                                        </p:attrNameLst>
                                      </p:cBhvr>
                                      <p:to>
                                        <p:strVal val="visible"/>
                                      </p:to>
                                    </p:set>
                                    <p:anim calcmode="lin" valueType="num">
                                      <p:cBhvr>
                                        <p:cTn id="7" dur="500" fill="hold"/>
                                        <p:tgtEl>
                                          <p:spTgt spid="81"/>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81"/>
                                        </p:tgtEl>
                                        <p:attrNameLst>
                                          <p:attrName>ppt_y</p:attrName>
                                        </p:attrNameLst>
                                      </p:cBhvr>
                                      <p:tavLst>
                                        <p:tav tm="0">
                                          <p:val>
                                            <p:strVal val="#ppt_y"/>
                                          </p:val>
                                        </p:tav>
                                        <p:tav tm="100000">
                                          <p:val>
                                            <p:strVal val="#ppt_y"/>
                                          </p:val>
                                        </p:tav>
                                      </p:tavLst>
                                    </p:anim>
                                    <p:anim calcmode="lin" valueType="num">
                                      <p:cBhvr>
                                        <p:cTn id="9" dur="500" fill="hold"/>
                                        <p:tgtEl>
                                          <p:spTgt spid="81"/>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81"/>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81"/>
                                        </p:tgtEl>
                                      </p:cBhvr>
                                    </p:animEffect>
                                  </p:childTnLst>
                                </p:cTn>
                              </p:par>
                            </p:childTnLst>
                          </p:cTn>
                        </p:par>
                        <p:par>
                          <p:cTn id="12" fill="hold">
                            <p:stCondLst>
                              <p:cond delay="750"/>
                            </p:stCondLst>
                            <p:childTnLst>
                              <p:par>
                                <p:cTn id="13" presetID="21" presetClass="entr" presetSubtype="1"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heel(1)">
                                      <p:cBhvr>
                                        <p:cTn id="15" dur="1000"/>
                                        <p:tgtEl>
                                          <p:spTgt spid="14"/>
                                        </p:tgtEl>
                                      </p:cBhvr>
                                    </p:animEffect>
                                  </p:childTnLst>
                                </p:cTn>
                              </p:par>
                              <p:par>
                                <p:cTn id="16" presetID="21" presetClass="entr" presetSubtype="1" fill="hold"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heel(1)">
                                      <p:cBhvr>
                                        <p:cTn id="18" dur="1000"/>
                                        <p:tgtEl>
                                          <p:spTgt spid="19"/>
                                        </p:tgtEl>
                                      </p:cBhvr>
                                    </p:animEffect>
                                  </p:childTnLst>
                                </p:cTn>
                              </p:par>
                            </p:childTnLst>
                          </p:cTn>
                        </p:par>
                        <p:par>
                          <p:cTn id="19" fill="hold">
                            <p:stCondLst>
                              <p:cond delay="1750"/>
                            </p:stCondLst>
                            <p:childTnLst>
                              <p:par>
                                <p:cTn id="20" presetID="16" presetClass="entr" presetSubtype="21" fill="hold" grpId="0"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barn(inVertical)">
                                      <p:cBhvr>
                                        <p:cTn id="22" dur="500"/>
                                        <p:tgtEl>
                                          <p:spTgt spid="18"/>
                                        </p:tgtEl>
                                      </p:cBhvr>
                                    </p:animEffect>
                                  </p:childTnLst>
                                </p:cTn>
                              </p:par>
                              <p:par>
                                <p:cTn id="23" presetID="16" presetClass="entr" presetSubtype="21" fill="hold" nodeType="with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barn(inVertical)">
                                      <p:cBhvr>
                                        <p:cTn id="25" dur="500"/>
                                        <p:tgtEl>
                                          <p:spTgt spid="50"/>
                                        </p:tgtEl>
                                      </p:cBhvr>
                                    </p:animEffect>
                                  </p:childTnLst>
                                </p:cTn>
                              </p:par>
                            </p:childTnLst>
                          </p:cTn>
                        </p:par>
                        <p:par>
                          <p:cTn id="26" fill="hold">
                            <p:stCondLst>
                              <p:cond delay="2250"/>
                            </p:stCondLst>
                            <p:childTnLst>
                              <p:par>
                                <p:cTn id="27" presetID="21" presetClass="entr" presetSubtype="1" fill="hold" nodeType="after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wheel(1)">
                                      <p:cBhvr>
                                        <p:cTn id="29" dur="1000"/>
                                        <p:tgtEl>
                                          <p:spTgt spid="22"/>
                                        </p:tgtEl>
                                      </p:cBhvr>
                                    </p:animEffect>
                                  </p:childTnLst>
                                </p:cTn>
                              </p:par>
                              <p:par>
                                <p:cTn id="30" presetID="21" presetClass="entr" presetSubtype="1"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heel(1)">
                                      <p:cBhvr>
                                        <p:cTn id="32" dur="1000"/>
                                        <p:tgtEl>
                                          <p:spTgt spid="15"/>
                                        </p:tgtEl>
                                      </p:cBhvr>
                                    </p:animEffect>
                                  </p:childTnLst>
                                </p:cTn>
                              </p:par>
                            </p:childTnLst>
                          </p:cTn>
                        </p:par>
                        <p:par>
                          <p:cTn id="33" fill="hold">
                            <p:stCondLst>
                              <p:cond delay="3250"/>
                            </p:stCondLst>
                            <p:childTnLst>
                              <p:par>
                                <p:cTn id="34" presetID="16" presetClass="entr" presetSubtype="21" fill="hold" nodeType="afterEffect">
                                  <p:stCondLst>
                                    <p:cond delay="0"/>
                                  </p:stCondLst>
                                  <p:childTnLst>
                                    <p:set>
                                      <p:cBhvr>
                                        <p:cTn id="35" dur="1" fill="hold">
                                          <p:stCondLst>
                                            <p:cond delay="0"/>
                                          </p:stCondLst>
                                        </p:cTn>
                                        <p:tgtEl>
                                          <p:spTgt spid="53"/>
                                        </p:tgtEl>
                                        <p:attrNameLst>
                                          <p:attrName>style.visibility</p:attrName>
                                        </p:attrNameLst>
                                      </p:cBhvr>
                                      <p:to>
                                        <p:strVal val="visible"/>
                                      </p:to>
                                    </p:set>
                                    <p:animEffect transition="in" filter="barn(inVertical)">
                                      <p:cBhvr>
                                        <p:cTn id="36" dur="500"/>
                                        <p:tgtEl>
                                          <p:spTgt spid="53"/>
                                        </p:tgtEl>
                                      </p:cBhvr>
                                    </p:animEffect>
                                  </p:childTnLst>
                                </p:cTn>
                              </p:par>
                              <p:par>
                                <p:cTn id="37" presetID="16" presetClass="entr" presetSubtype="21" fill="hold" grpId="0" nodeType="withEffect">
                                  <p:stCondLst>
                                    <p:cond delay="0"/>
                                  </p:stCondLst>
                                  <p:childTnLst>
                                    <p:set>
                                      <p:cBhvr>
                                        <p:cTn id="38" dur="1" fill="hold">
                                          <p:stCondLst>
                                            <p:cond delay="0"/>
                                          </p:stCondLst>
                                        </p:cTn>
                                        <p:tgtEl>
                                          <p:spTgt spid="47"/>
                                        </p:tgtEl>
                                        <p:attrNameLst>
                                          <p:attrName>style.visibility</p:attrName>
                                        </p:attrNameLst>
                                      </p:cBhvr>
                                      <p:to>
                                        <p:strVal val="visible"/>
                                      </p:to>
                                    </p:set>
                                    <p:animEffect transition="in" filter="barn(inVertical)">
                                      <p:cBhvr>
                                        <p:cTn id="39" dur="500"/>
                                        <p:tgtEl>
                                          <p:spTgt spid="47"/>
                                        </p:tgtEl>
                                      </p:cBhvr>
                                    </p:animEffect>
                                  </p:childTnLst>
                                </p:cTn>
                              </p:par>
                            </p:childTnLst>
                          </p:cTn>
                        </p:par>
                        <p:par>
                          <p:cTn id="40" fill="hold">
                            <p:stCondLst>
                              <p:cond delay="3750"/>
                            </p:stCondLst>
                            <p:childTnLst>
                              <p:par>
                                <p:cTn id="41" presetID="21" presetClass="entr" presetSubtype="1" fill="hold" grpId="0" nodeType="after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wheel(1)">
                                      <p:cBhvr>
                                        <p:cTn id="43" dur="1000"/>
                                        <p:tgtEl>
                                          <p:spTgt spid="16"/>
                                        </p:tgtEl>
                                      </p:cBhvr>
                                    </p:animEffect>
                                  </p:childTnLst>
                                </p:cTn>
                              </p:par>
                              <p:par>
                                <p:cTn id="44" presetID="21" presetClass="entr" presetSubtype="1" fill="hold"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wheel(1)">
                                      <p:cBhvr>
                                        <p:cTn id="46" dur="1000"/>
                                        <p:tgtEl>
                                          <p:spTgt spid="25"/>
                                        </p:tgtEl>
                                      </p:cBhvr>
                                    </p:animEffect>
                                  </p:childTnLst>
                                </p:cTn>
                              </p:par>
                            </p:childTnLst>
                          </p:cTn>
                        </p:par>
                        <p:par>
                          <p:cTn id="47" fill="hold">
                            <p:stCondLst>
                              <p:cond delay="4750"/>
                            </p:stCondLst>
                            <p:childTnLst>
                              <p:par>
                                <p:cTn id="48" presetID="16" presetClass="entr" presetSubtype="21" fill="hold" grpId="0" nodeType="afterEffect">
                                  <p:stCondLst>
                                    <p:cond delay="0"/>
                                  </p:stCondLst>
                                  <p:childTnLst>
                                    <p:set>
                                      <p:cBhvr>
                                        <p:cTn id="49" dur="1" fill="hold">
                                          <p:stCondLst>
                                            <p:cond delay="0"/>
                                          </p:stCondLst>
                                        </p:cTn>
                                        <p:tgtEl>
                                          <p:spTgt spid="48"/>
                                        </p:tgtEl>
                                        <p:attrNameLst>
                                          <p:attrName>style.visibility</p:attrName>
                                        </p:attrNameLst>
                                      </p:cBhvr>
                                      <p:to>
                                        <p:strVal val="visible"/>
                                      </p:to>
                                    </p:set>
                                    <p:animEffect transition="in" filter="barn(inVertical)">
                                      <p:cBhvr>
                                        <p:cTn id="50" dur="500"/>
                                        <p:tgtEl>
                                          <p:spTgt spid="48"/>
                                        </p:tgtEl>
                                      </p:cBhvr>
                                    </p:animEffect>
                                  </p:childTnLst>
                                </p:cTn>
                              </p:par>
                              <p:par>
                                <p:cTn id="51" presetID="16" presetClass="entr" presetSubtype="21" fill="hold" nodeType="withEffect">
                                  <p:stCondLst>
                                    <p:cond delay="0"/>
                                  </p:stCondLst>
                                  <p:childTnLst>
                                    <p:set>
                                      <p:cBhvr>
                                        <p:cTn id="52" dur="1" fill="hold">
                                          <p:stCondLst>
                                            <p:cond delay="0"/>
                                          </p:stCondLst>
                                        </p:cTn>
                                        <p:tgtEl>
                                          <p:spTgt spid="56"/>
                                        </p:tgtEl>
                                        <p:attrNameLst>
                                          <p:attrName>style.visibility</p:attrName>
                                        </p:attrNameLst>
                                      </p:cBhvr>
                                      <p:to>
                                        <p:strVal val="visible"/>
                                      </p:to>
                                    </p:set>
                                    <p:animEffect transition="in" filter="barn(inVertical)">
                                      <p:cBhvr>
                                        <p:cTn id="53" dur="500"/>
                                        <p:tgtEl>
                                          <p:spTgt spid="56"/>
                                        </p:tgtEl>
                                      </p:cBhvr>
                                    </p:animEffect>
                                  </p:childTnLst>
                                </p:cTn>
                              </p:par>
                            </p:childTnLst>
                          </p:cTn>
                        </p:par>
                        <p:par>
                          <p:cTn id="54" fill="hold">
                            <p:stCondLst>
                              <p:cond delay="5250"/>
                            </p:stCondLst>
                            <p:childTnLst>
                              <p:par>
                                <p:cTn id="55" presetID="21" presetClass="entr" presetSubtype="1" fill="hold" grpId="0" nodeType="after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wheel(1)">
                                      <p:cBhvr>
                                        <p:cTn id="57" dur="1000"/>
                                        <p:tgtEl>
                                          <p:spTgt spid="17"/>
                                        </p:tgtEl>
                                      </p:cBhvr>
                                    </p:animEffect>
                                  </p:childTnLst>
                                </p:cTn>
                              </p:par>
                              <p:par>
                                <p:cTn id="58" presetID="21" presetClass="entr" presetSubtype="1" fill="hold" nodeType="withEffect">
                                  <p:stCondLst>
                                    <p:cond delay="0"/>
                                  </p:stCondLst>
                                  <p:childTnLst>
                                    <p:set>
                                      <p:cBhvr>
                                        <p:cTn id="59" dur="1" fill="hold">
                                          <p:stCondLst>
                                            <p:cond delay="0"/>
                                          </p:stCondLst>
                                        </p:cTn>
                                        <p:tgtEl>
                                          <p:spTgt spid="31"/>
                                        </p:tgtEl>
                                        <p:attrNameLst>
                                          <p:attrName>style.visibility</p:attrName>
                                        </p:attrNameLst>
                                      </p:cBhvr>
                                      <p:to>
                                        <p:strVal val="visible"/>
                                      </p:to>
                                    </p:set>
                                    <p:animEffect transition="in" filter="wheel(1)">
                                      <p:cBhvr>
                                        <p:cTn id="60" dur="1000"/>
                                        <p:tgtEl>
                                          <p:spTgt spid="31"/>
                                        </p:tgtEl>
                                      </p:cBhvr>
                                    </p:animEffect>
                                  </p:childTnLst>
                                </p:cTn>
                              </p:par>
                            </p:childTnLst>
                          </p:cTn>
                        </p:par>
                        <p:par>
                          <p:cTn id="61" fill="hold">
                            <p:stCondLst>
                              <p:cond delay="6250"/>
                            </p:stCondLst>
                            <p:childTnLst>
                              <p:par>
                                <p:cTn id="62" presetID="16" presetClass="entr" presetSubtype="21" fill="hold" grpId="0"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barn(inVertical)">
                                      <p:cBhvr>
                                        <p:cTn id="64" dur="500"/>
                                        <p:tgtEl>
                                          <p:spTgt spid="49"/>
                                        </p:tgtEl>
                                      </p:cBhvr>
                                    </p:animEffect>
                                  </p:childTnLst>
                                </p:cTn>
                              </p:par>
                              <p:par>
                                <p:cTn id="65" presetID="16" presetClass="entr" presetSubtype="21" fill="hold" nodeType="withEffect">
                                  <p:stCondLst>
                                    <p:cond delay="0"/>
                                  </p:stCondLst>
                                  <p:childTnLst>
                                    <p:set>
                                      <p:cBhvr>
                                        <p:cTn id="66" dur="1" fill="hold">
                                          <p:stCondLst>
                                            <p:cond delay="0"/>
                                          </p:stCondLst>
                                        </p:cTn>
                                        <p:tgtEl>
                                          <p:spTgt spid="59"/>
                                        </p:tgtEl>
                                        <p:attrNameLst>
                                          <p:attrName>style.visibility</p:attrName>
                                        </p:attrNameLst>
                                      </p:cBhvr>
                                      <p:to>
                                        <p:strVal val="visible"/>
                                      </p:to>
                                    </p:set>
                                    <p:animEffect transition="in" filter="barn(inVertical)">
                                      <p:cBhvr>
                                        <p:cTn id="67" dur="500"/>
                                        <p:tgtEl>
                                          <p:spTgt spid="59"/>
                                        </p:tgtEl>
                                      </p:cBhvr>
                                    </p:animEffect>
                                  </p:childTnLst>
                                </p:cTn>
                              </p:par>
                            </p:childTnLst>
                          </p:cTn>
                        </p:par>
                        <p:par>
                          <p:cTn id="68" fill="hold">
                            <p:stCondLst>
                              <p:cond delay="6750"/>
                            </p:stCondLst>
                            <p:childTnLst>
                              <p:par>
                                <p:cTn id="69" presetID="16" presetClass="entr" presetSubtype="21" fill="hold"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barn(inVertical)">
                                      <p:cBhvr>
                                        <p:cTn id="71" dur="500"/>
                                        <p:tgtEl>
                                          <p:spTgt spid="62"/>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4" fill="hold" grpId="0" nodeType="clickEffect">
                                  <p:stCondLst>
                                    <p:cond delay="0"/>
                                  </p:stCondLst>
                                  <p:childTnLst>
                                    <p:set>
                                      <p:cBhvr>
                                        <p:cTn id="75" dur="1" fill="hold">
                                          <p:stCondLst>
                                            <p:cond delay="0"/>
                                          </p:stCondLst>
                                        </p:cTn>
                                        <p:tgtEl>
                                          <p:spTgt spid="78"/>
                                        </p:tgtEl>
                                        <p:attrNameLst>
                                          <p:attrName>style.visibility</p:attrName>
                                        </p:attrNameLst>
                                      </p:cBhvr>
                                      <p:to>
                                        <p:strVal val="visible"/>
                                      </p:to>
                                    </p:set>
                                    <p:animEffect transition="in" filter="wipe(down)">
                                      <p:cBhvr>
                                        <p:cTn id="76" dur="75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AsOne/>
      </p:bldGraphic>
      <p:bldGraphic spid="15" grpId="0">
        <p:bldAsOne/>
      </p:bldGraphic>
      <p:bldGraphic spid="16" grpId="0">
        <p:bldAsOne/>
      </p:bldGraphic>
      <p:bldGraphic spid="17" grpId="0">
        <p:bldAsOne/>
      </p:bldGraphic>
      <p:bldP spid="18" grpId="0"/>
      <p:bldP spid="47" grpId="0"/>
      <p:bldP spid="48" grpId="0"/>
      <p:bldP spid="49" grpId="0"/>
      <p:bldP spid="78" grpId="0"/>
      <p:bldP spid="8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空心弧 40"/>
          <p:cNvSpPr>
            <a:spLocks noChangeArrowheads="1"/>
          </p:cNvSpPr>
          <p:nvPr/>
        </p:nvSpPr>
        <p:spPr bwMode="auto">
          <a:xfrm rot="5400000">
            <a:off x="1184008" y="2099293"/>
            <a:ext cx="4260933" cy="4262588"/>
          </a:xfrm>
          <a:custGeom>
            <a:avLst/>
            <a:gdLst>
              <a:gd name="T0" fmla="*/ 387411545 w 21600"/>
              <a:gd name="T1" fmla="*/ 0 h 21600"/>
              <a:gd name="T2" fmla="*/ 4806720 w 21600"/>
              <a:gd name="T3" fmla="*/ 387712366 h 21600"/>
              <a:gd name="T4" fmla="*/ 387411545 w 21600"/>
              <a:gd name="T5" fmla="*/ 9656961 h 21600"/>
              <a:gd name="T6" fmla="*/ 770016179 w 21600"/>
              <a:gd name="T7" fmla="*/ 387712366 h 21600"/>
              <a:gd name="T8" fmla="*/ 0 60000 65536"/>
              <a:gd name="T9" fmla="*/ 0 60000 65536"/>
              <a:gd name="T10" fmla="*/ 0 60000 65536"/>
              <a:gd name="T11" fmla="*/ 0 60000 65536"/>
              <a:gd name="T12" fmla="*/ 0 w 21600"/>
              <a:gd name="T13" fmla="*/ 0 h 21600"/>
              <a:gd name="T14" fmla="*/ 21600 w 21600"/>
              <a:gd name="T15" fmla="*/ 7713 h 21600"/>
            </a:gdLst>
            <a:ahLst/>
            <a:cxnLst>
              <a:cxn ang="T8">
                <a:pos x="T0" y="T1"/>
              </a:cxn>
              <a:cxn ang="T9">
                <a:pos x="T2" y="T3"/>
              </a:cxn>
              <a:cxn ang="T10">
                <a:pos x="T4" y="T5"/>
              </a:cxn>
              <a:cxn ang="T11">
                <a:pos x="T6" y="T7"/>
              </a:cxn>
            </a:cxnLst>
            <a:rect l="T12" t="T13" r="T14" b="T15"/>
            <a:pathLst>
              <a:path w="21600" h="21600">
                <a:moveTo>
                  <a:pt x="269" y="10800"/>
                </a:moveTo>
                <a:cubicBezTo>
                  <a:pt x="269" y="4983"/>
                  <a:pt x="4983" y="269"/>
                  <a:pt x="10800" y="269"/>
                </a:cubicBezTo>
                <a:cubicBezTo>
                  <a:pt x="16616" y="268"/>
                  <a:pt x="21330" y="4983"/>
                  <a:pt x="21331" y="10799"/>
                </a:cubicBezTo>
                <a:lnTo>
                  <a:pt x="21600" y="10800"/>
                </a:lnTo>
                <a:cubicBezTo>
                  <a:pt x="21600" y="4835"/>
                  <a:pt x="16764" y="0"/>
                  <a:pt x="10800" y="0"/>
                </a:cubicBezTo>
                <a:cubicBezTo>
                  <a:pt x="4835" y="0"/>
                  <a:pt x="0" y="4835"/>
                  <a:pt x="0" y="10800"/>
                </a:cubicBezTo>
                <a:lnTo>
                  <a:pt x="269" y="10800"/>
                </a:lnTo>
                <a:close/>
              </a:path>
            </a:pathLst>
          </a:custGeom>
          <a:solidFill>
            <a:schemeClr val="tx1">
              <a:lumMod val="65000"/>
              <a:lumOff val="35000"/>
              <a:alpha val="39999"/>
            </a:schemeClr>
          </a:solidFill>
          <a:ln>
            <a:noFill/>
          </a:ln>
        </p:spPr>
        <p:txBody>
          <a:bodyPr lIns="95229" tIns="47614" rIns="95229" bIns="47614" anchor="ctr"/>
          <a:lstStyle/>
          <a:p>
            <a:endParaRPr lang="zh-CN" altLang="en-US" sz="2499">
              <a:ea typeface="微软雅黑" panose="020B0503020204020204" pitchFamily="34" charset="-122"/>
              <a:sym typeface="Arial" panose="020B0604020202020204" pitchFamily="34" charset="0"/>
            </a:endParaRPr>
          </a:p>
        </p:txBody>
      </p:sp>
      <p:sp>
        <p:nvSpPr>
          <p:cNvPr id="15" name="直接连接符 52"/>
          <p:cNvSpPr>
            <a:spLocks noChangeShapeType="1"/>
          </p:cNvSpPr>
          <p:nvPr/>
        </p:nvSpPr>
        <p:spPr bwMode="auto">
          <a:xfrm>
            <a:off x="4662034" y="2433596"/>
            <a:ext cx="1499708" cy="1"/>
          </a:xfrm>
          <a:prstGeom prst="line">
            <a:avLst/>
          </a:prstGeom>
          <a:noFill/>
          <a:ln w="12700">
            <a:solidFill>
              <a:schemeClr val="bg1">
                <a:lumMod val="50000"/>
              </a:schemeClr>
            </a:solidFill>
            <a:bevel/>
            <a:headEnd/>
            <a:tailEnd/>
          </a:ln>
          <a:extLst>
            <a:ext uri="{909E8E84-426E-40DD-AFC4-6F175D3DCCD1}">
              <a14:hiddenFill xmlns:a14="http://schemas.microsoft.com/office/drawing/2010/main">
                <a:noFill/>
              </a14:hiddenFill>
            </a:ext>
          </a:extLst>
        </p:spPr>
        <p:txBody>
          <a:bodyPr/>
          <a:lstStyle/>
          <a:p>
            <a:endParaRPr lang="zh-CN" altLang="en-US" sz="2499">
              <a:ea typeface="微软雅黑" panose="020B0503020204020204" pitchFamily="34" charset="-122"/>
              <a:sym typeface="Arial" panose="020B0604020202020204" pitchFamily="34" charset="0"/>
            </a:endParaRPr>
          </a:p>
        </p:txBody>
      </p:sp>
      <p:sp>
        <p:nvSpPr>
          <p:cNvPr id="16" name="直接连接符 58"/>
          <p:cNvSpPr>
            <a:spLocks noChangeShapeType="1"/>
          </p:cNvSpPr>
          <p:nvPr/>
        </p:nvSpPr>
        <p:spPr bwMode="auto">
          <a:xfrm>
            <a:off x="4668648" y="6047726"/>
            <a:ext cx="1500307" cy="1"/>
          </a:xfrm>
          <a:prstGeom prst="line">
            <a:avLst/>
          </a:prstGeom>
          <a:noFill/>
          <a:ln w="12700">
            <a:solidFill>
              <a:schemeClr val="bg1">
                <a:lumMod val="50000"/>
              </a:schemeClr>
            </a:solidFill>
            <a:bevel/>
            <a:headEnd/>
            <a:tailEnd/>
          </a:ln>
          <a:extLst>
            <a:ext uri="{909E8E84-426E-40DD-AFC4-6F175D3DCCD1}">
              <a14:hiddenFill xmlns:a14="http://schemas.microsoft.com/office/drawing/2010/main">
                <a:noFill/>
              </a14:hiddenFill>
            </a:ext>
          </a:extLst>
        </p:spPr>
        <p:txBody>
          <a:bodyPr/>
          <a:lstStyle/>
          <a:p>
            <a:endParaRPr lang="zh-CN" altLang="en-US" sz="2499">
              <a:ea typeface="微软雅黑" panose="020B0503020204020204" pitchFamily="34" charset="-122"/>
              <a:sym typeface="Arial" panose="020B0604020202020204" pitchFamily="34" charset="0"/>
            </a:endParaRPr>
          </a:p>
        </p:txBody>
      </p:sp>
      <p:cxnSp>
        <p:nvCxnSpPr>
          <p:cNvPr id="17" name="直接连接符 62"/>
          <p:cNvCxnSpPr>
            <a:cxnSpLocks noChangeShapeType="1"/>
          </p:cNvCxnSpPr>
          <p:nvPr/>
        </p:nvCxnSpPr>
        <p:spPr bwMode="auto">
          <a:xfrm>
            <a:off x="5549935" y="3565077"/>
            <a:ext cx="2508011" cy="1"/>
          </a:xfrm>
          <a:prstGeom prst="line">
            <a:avLst/>
          </a:prstGeom>
          <a:noFill/>
          <a:ln w="12700">
            <a:solidFill>
              <a:schemeClr val="bg1">
                <a:lumMod val="50000"/>
              </a:schemeClr>
            </a:solidFill>
            <a:bevel/>
            <a:headEnd/>
            <a:tailEnd/>
          </a:ln>
          <a:extLst>
            <a:ext uri="{909E8E84-426E-40DD-AFC4-6F175D3DCCD1}">
              <a14:hiddenFill xmlns:a14="http://schemas.microsoft.com/office/drawing/2010/main">
                <a:noFill/>
              </a14:hiddenFill>
            </a:ext>
          </a:extLst>
        </p:spPr>
      </p:cxnSp>
      <p:sp>
        <p:nvSpPr>
          <p:cNvPr id="18" name="直接连接符 66"/>
          <p:cNvSpPr>
            <a:spLocks noChangeShapeType="1"/>
          </p:cNvSpPr>
          <p:nvPr/>
        </p:nvSpPr>
        <p:spPr bwMode="auto">
          <a:xfrm>
            <a:off x="5563162" y="4901226"/>
            <a:ext cx="2470511" cy="1"/>
          </a:xfrm>
          <a:prstGeom prst="line">
            <a:avLst/>
          </a:prstGeom>
          <a:noFill/>
          <a:ln w="12700">
            <a:solidFill>
              <a:schemeClr val="bg1">
                <a:lumMod val="50000"/>
              </a:schemeClr>
            </a:solidFill>
            <a:bevel/>
            <a:headEnd/>
            <a:tailEnd/>
          </a:ln>
          <a:extLst>
            <a:ext uri="{909E8E84-426E-40DD-AFC4-6F175D3DCCD1}">
              <a14:hiddenFill xmlns:a14="http://schemas.microsoft.com/office/drawing/2010/main">
                <a:noFill/>
              </a14:hiddenFill>
            </a:ext>
          </a:extLst>
        </p:spPr>
        <p:txBody>
          <a:bodyPr/>
          <a:lstStyle/>
          <a:p>
            <a:endParaRPr lang="zh-CN" altLang="en-US" sz="2499">
              <a:ea typeface="微软雅黑" panose="020B0503020204020204" pitchFamily="34" charset="-122"/>
              <a:sym typeface="Arial" panose="020B0604020202020204" pitchFamily="34" charset="0"/>
            </a:endParaRPr>
          </a:p>
        </p:txBody>
      </p:sp>
      <p:sp>
        <p:nvSpPr>
          <p:cNvPr id="19" name="矩形 71"/>
          <p:cNvSpPr>
            <a:spLocks noChangeArrowheads="1"/>
          </p:cNvSpPr>
          <p:nvPr/>
        </p:nvSpPr>
        <p:spPr bwMode="auto">
          <a:xfrm>
            <a:off x="7205031" y="1804151"/>
            <a:ext cx="2601632"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r>
              <a:rPr lang="zh-CN" altLang="en-US" sz="2083" dirty="0">
                <a:solidFill>
                  <a:srgbClr val="BF1347"/>
                </a:solidFill>
                <a:latin typeface="Arial" panose="020B0604020202020204" pitchFamily="34" charset="0"/>
                <a:ea typeface="微软雅黑" panose="020B0503020204020204" pitchFamily="34" charset="-122"/>
                <a:sym typeface="Arial" panose="020B0604020202020204" pitchFamily="34" charset="0"/>
              </a:rPr>
              <a:t>务实创新的服务精神</a:t>
            </a:r>
            <a:endParaRPr lang="en-US" altLang="zh-CN" sz="2083" dirty="0">
              <a:solidFill>
                <a:srgbClr val="BF1347"/>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矩形 47"/>
          <p:cNvSpPr>
            <a:spLocks noChangeArrowheads="1"/>
          </p:cNvSpPr>
          <p:nvPr/>
        </p:nvSpPr>
        <p:spPr bwMode="auto">
          <a:xfrm>
            <a:off x="7208343" y="2187751"/>
            <a:ext cx="3168005" cy="87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Font typeface="Arial" pitchFamily="34" charset="0"/>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在此录入图表的描述说明，在此录入图表的描述说明，在此录入上述图表的描述说明。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1" name="矩形 73"/>
          <p:cNvSpPr>
            <a:spLocks noChangeArrowheads="1"/>
          </p:cNvSpPr>
          <p:nvPr/>
        </p:nvSpPr>
        <p:spPr bwMode="auto">
          <a:xfrm>
            <a:off x="7205031" y="5501261"/>
            <a:ext cx="2601632"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r>
              <a:rPr lang="zh-CN" altLang="en-US" sz="2083" dirty="0">
                <a:solidFill>
                  <a:srgbClr val="BF1347"/>
                </a:solidFill>
                <a:latin typeface="Arial" panose="020B0604020202020204" pitchFamily="34" charset="0"/>
                <a:ea typeface="微软雅黑" panose="020B0503020204020204" pitchFamily="34" charset="-122"/>
                <a:sym typeface="Arial" panose="020B0604020202020204" pitchFamily="34" charset="0"/>
              </a:rPr>
              <a:t>洞察敏锐的服务意识</a:t>
            </a:r>
            <a:endParaRPr lang="en-US" altLang="zh-CN" sz="2083" dirty="0">
              <a:solidFill>
                <a:srgbClr val="BF1347"/>
              </a:solidFill>
              <a:latin typeface="Arial" panose="020B0604020202020204" pitchFamily="34" charset="0"/>
              <a:ea typeface="微软雅黑" panose="020B0503020204020204" pitchFamily="34" charset="-122"/>
              <a:sym typeface="Arial" panose="020B0604020202020204" pitchFamily="34" charset="0"/>
            </a:endParaRPr>
          </a:p>
        </p:txBody>
      </p:sp>
      <p:sp>
        <p:nvSpPr>
          <p:cNvPr id="22" name="矩形 47"/>
          <p:cNvSpPr>
            <a:spLocks noChangeArrowheads="1"/>
          </p:cNvSpPr>
          <p:nvPr/>
        </p:nvSpPr>
        <p:spPr bwMode="auto">
          <a:xfrm>
            <a:off x="7208343" y="5884860"/>
            <a:ext cx="3168005" cy="87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Font typeface="Arial" pitchFamily="34" charset="0"/>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在此录入图表的描述说明，在此录入上述图表的描述说明，在此录入上述图表的描述说明。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3" name="矩形 75"/>
          <p:cNvSpPr>
            <a:spLocks noChangeArrowheads="1"/>
          </p:cNvSpPr>
          <p:nvPr/>
        </p:nvSpPr>
        <p:spPr bwMode="auto">
          <a:xfrm>
            <a:off x="9116419" y="2951645"/>
            <a:ext cx="2601632"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r>
              <a:rPr lang="zh-CN" altLang="en-US" sz="2083" dirty="0">
                <a:solidFill>
                  <a:srgbClr val="BF1347"/>
                </a:solidFill>
                <a:latin typeface="Arial" panose="020B0604020202020204" pitchFamily="34" charset="0"/>
                <a:ea typeface="微软雅黑" panose="020B0503020204020204" pitchFamily="34" charset="-122"/>
                <a:sym typeface="Arial" panose="020B0604020202020204" pitchFamily="34" charset="0"/>
              </a:rPr>
              <a:t>谦虚谨慎的服务态度</a:t>
            </a:r>
            <a:endParaRPr lang="en-US" altLang="zh-CN" sz="2083" dirty="0">
              <a:solidFill>
                <a:srgbClr val="BF1347"/>
              </a:solidFill>
              <a:latin typeface="Arial" panose="020B0604020202020204" pitchFamily="34" charset="0"/>
              <a:ea typeface="微软雅黑" panose="020B0503020204020204" pitchFamily="34" charset="-122"/>
              <a:sym typeface="Arial" panose="020B0604020202020204" pitchFamily="34" charset="0"/>
            </a:endParaRPr>
          </a:p>
        </p:txBody>
      </p:sp>
      <p:sp>
        <p:nvSpPr>
          <p:cNvPr id="24" name="矩形 47"/>
          <p:cNvSpPr>
            <a:spLocks noChangeArrowheads="1"/>
          </p:cNvSpPr>
          <p:nvPr/>
        </p:nvSpPr>
        <p:spPr bwMode="auto">
          <a:xfrm>
            <a:off x="9119726" y="3333588"/>
            <a:ext cx="2655436" cy="613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Font typeface="Arial" pitchFamily="34" charset="0"/>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在此录入图表的描述说明，在此录入图表的描述说明。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矩形 77"/>
          <p:cNvSpPr>
            <a:spLocks noChangeArrowheads="1"/>
          </p:cNvSpPr>
          <p:nvPr/>
        </p:nvSpPr>
        <p:spPr bwMode="auto">
          <a:xfrm>
            <a:off x="9116419" y="4310780"/>
            <a:ext cx="2601632"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r>
              <a:rPr lang="zh-CN" altLang="en-US" sz="2083" dirty="0">
                <a:solidFill>
                  <a:srgbClr val="BF1347"/>
                </a:solidFill>
                <a:latin typeface="Arial" panose="020B0604020202020204" pitchFamily="34" charset="0"/>
                <a:ea typeface="微软雅黑" panose="020B0503020204020204" pitchFamily="34" charset="-122"/>
                <a:sym typeface="Arial" panose="020B0604020202020204" pitchFamily="34" charset="0"/>
              </a:rPr>
              <a:t>专业优质的服务团队</a:t>
            </a:r>
            <a:endParaRPr lang="en-US" altLang="zh-CN" sz="2083" dirty="0">
              <a:solidFill>
                <a:srgbClr val="BF1347"/>
              </a:solidFill>
              <a:latin typeface="Arial" panose="020B0604020202020204" pitchFamily="34" charset="0"/>
              <a:ea typeface="微软雅黑" panose="020B0503020204020204" pitchFamily="34" charset="-122"/>
              <a:sym typeface="Arial" panose="020B0604020202020204" pitchFamily="34" charset="0"/>
            </a:endParaRPr>
          </a:p>
        </p:txBody>
      </p:sp>
      <p:sp>
        <p:nvSpPr>
          <p:cNvPr id="26" name="矩形 47"/>
          <p:cNvSpPr>
            <a:spLocks noChangeArrowheads="1"/>
          </p:cNvSpPr>
          <p:nvPr/>
        </p:nvSpPr>
        <p:spPr bwMode="auto">
          <a:xfrm>
            <a:off x="9119726" y="4692723"/>
            <a:ext cx="2655436" cy="613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Font typeface="Arial" pitchFamily="34" charset="0"/>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在此录入图表的描述说明，在此录入图表的描述说明</a:t>
            </a:r>
            <a:r>
              <a:rPr lang="zh-CN" altLang="en-US" sz="1527" dirty="0">
                <a:latin typeface="Arial" panose="020B0604020202020204" pitchFamily="34" charset="0"/>
                <a:ea typeface="微软雅黑" panose="020B0503020204020204" pitchFamily="34" charset="-122"/>
                <a:sym typeface="Arial" panose="020B0604020202020204" pitchFamily="34" charset="0"/>
              </a:rPr>
              <a:t>。</a:t>
            </a:r>
            <a:endParaRPr lang="zh-CN" altLang="en-US" sz="1945" dirty="0">
              <a:latin typeface="Arial" panose="020B0604020202020204" pitchFamily="34" charset="0"/>
              <a:ea typeface="微软雅黑" panose="020B0503020204020204" pitchFamily="34" charset="-122"/>
              <a:sym typeface="Arial" panose="020B0604020202020204" pitchFamily="34" charset="0"/>
            </a:endParaRPr>
          </a:p>
        </p:txBody>
      </p:sp>
      <p:grpSp>
        <p:nvGrpSpPr>
          <p:cNvPr id="27" name="组合 26"/>
          <p:cNvGrpSpPr/>
          <p:nvPr/>
        </p:nvGrpSpPr>
        <p:grpSpPr>
          <a:xfrm>
            <a:off x="1358848" y="2496474"/>
            <a:ext cx="3468224" cy="3468224"/>
            <a:chOff x="-112105" y="2839261"/>
            <a:chExt cx="2497422" cy="2497422"/>
          </a:xfrm>
        </p:grpSpPr>
        <p:grpSp>
          <p:nvGrpSpPr>
            <p:cNvPr id="28" name="组合 27"/>
            <p:cNvGrpSpPr/>
            <p:nvPr/>
          </p:nvGrpSpPr>
          <p:grpSpPr>
            <a:xfrm>
              <a:off x="-112105" y="2839261"/>
              <a:ext cx="2497422" cy="2497422"/>
              <a:chOff x="304800" y="673100"/>
              <a:chExt cx="4000500" cy="4000500"/>
            </a:xfrm>
            <a:effectLst>
              <a:outerShdw blurRad="444500" dist="254000" dir="8100000" algn="tr" rotWithShape="0">
                <a:prstClr val="black">
                  <a:alpha val="50000"/>
                </a:prstClr>
              </a:outerShdw>
            </a:effectLst>
          </p:grpSpPr>
          <p:sp>
            <p:nvSpPr>
              <p:cNvPr id="30" name="同心圆 29"/>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31" name="椭圆 30"/>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sp>
          <p:nvSpPr>
            <p:cNvPr id="29" name="椭圆 81"/>
            <p:cNvSpPr>
              <a:spLocks noChangeArrowheads="1"/>
            </p:cNvSpPr>
            <p:nvPr/>
          </p:nvSpPr>
          <p:spPr bwMode="auto">
            <a:xfrm>
              <a:off x="75318" y="3038785"/>
              <a:ext cx="2104717" cy="210471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a:noFill/>
            </a:ln>
            <a:effectLst>
              <a:innerShdw blurRad="63500" dist="50800" dir="18900000">
                <a:prstClr val="black">
                  <a:alpha val="50000"/>
                </a:prstClr>
              </a:innerShdw>
            </a:effectLst>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ctr" eaLnBrk="1" hangingPunct="1">
                <a:lnSpc>
                  <a:spcPct val="100000"/>
                </a:lnSpc>
                <a:spcBef>
                  <a:spcPct val="0"/>
                </a:spcBef>
                <a:buFont typeface="Arial" pitchFamily="34" charset="0"/>
                <a:buNone/>
              </a:pPr>
              <a:endParaRPr lang="zh-CN" altLang="zh-CN" sz="1945">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2" name="椭圆 31"/>
          <p:cNvSpPr/>
          <p:nvPr/>
        </p:nvSpPr>
        <p:spPr>
          <a:xfrm>
            <a:off x="4266888" y="2251626"/>
            <a:ext cx="480497" cy="480496"/>
          </a:xfrm>
          <a:prstGeom prst="ellipse">
            <a:avLst/>
          </a:prstGeom>
          <a:solidFill>
            <a:srgbClr val="BF1347"/>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33" name="椭圆 32"/>
          <p:cNvSpPr/>
          <p:nvPr/>
        </p:nvSpPr>
        <p:spPr>
          <a:xfrm>
            <a:off x="5082666" y="3377460"/>
            <a:ext cx="480497" cy="480496"/>
          </a:xfrm>
          <a:prstGeom prst="ellipse">
            <a:avLst/>
          </a:prstGeom>
          <a:solidFill>
            <a:srgbClr val="BF1347"/>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34" name="椭圆 33"/>
          <p:cNvSpPr/>
          <p:nvPr/>
        </p:nvSpPr>
        <p:spPr>
          <a:xfrm>
            <a:off x="5069440" y="4661983"/>
            <a:ext cx="480497" cy="480496"/>
          </a:xfrm>
          <a:prstGeom prst="ellipse">
            <a:avLst/>
          </a:prstGeom>
          <a:solidFill>
            <a:srgbClr val="BF1347"/>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35" name="椭圆 34"/>
          <p:cNvSpPr/>
          <p:nvPr/>
        </p:nvSpPr>
        <p:spPr>
          <a:xfrm>
            <a:off x="4226677" y="5807473"/>
            <a:ext cx="480497" cy="480496"/>
          </a:xfrm>
          <a:prstGeom prst="ellipse">
            <a:avLst/>
          </a:prstGeom>
          <a:solidFill>
            <a:srgbClr val="BF1347"/>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nvGrpSpPr>
          <p:cNvPr id="36" name="组合 35"/>
          <p:cNvGrpSpPr/>
          <p:nvPr/>
        </p:nvGrpSpPr>
        <p:grpSpPr>
          <a:xfrm>
            <a:off x="6063361" y="2012488"/>
            <a:ext cx="937096" cy="937096"/>
            <a:chOff x="4144744" y="632511"/>
            <a:chExt cx="674791" cy="674791"/>
          </a:xfrm>
        </p:grpSpPr>
        <p:grpSp>
          <p:nvGrpSpPr>
            <p:cNvPr id="37" name="组合 36"/>
            <p:cNvGrpSpPr/>
            <p:nvPr/>
          </p:nvGrpSpPr>
          <p:grpSpPr>
            <a:xfrm>
              <a:off x="4144744" y="632511"/>
              <a:ext cx="674791" cy="674791"/>
              <a:chOff x="304800" y="673100"/>
              <a:chExt cx="4000500" cy="4000500"/>
            </a:xfrm>
            <a:effectLst>
              <a:outerShdw blurRad="444500" dist="254000" dir="8100000" algn="tr" rotWithShape="0">
                <a:prstClr val="black">
                  <a:alpha val="50000"/>
                </a:prstClr>
              </a:outerShdw>
            </a:effectLst>
          </p:grpSpPr>
          <p:sp>
            <p:nvSpPr>
              <p:cNvPr id="41" name="同心圆 40"/>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椭圆 41"/>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8" name="组合 54"/>
            <p:cNvGrpSpPr>
              <a:grpSpLocks/>
            </p:cNvGrpSpPr>
            <p:nvPr/>
          </p:nvGrpSpPr>
          <p:grpSpPr bwMode="auto">
            <a:xfrm>
              <a:off x="4291856" y="741324"/>
              <a:ext cx="380566" cy="457162"/>
              <a:chOff x="0" y="0"/>
              <a:chExt cx="239649" cy="288000"/>
            </a:xfrm>
            <a:solidFill>
              <a:srgbClr val="C00000"/>
            </a:solidFill>
          </p:grpSpPr>
          <p:sp>
            <p:nvSpPr>
              <p:cNvPr id="39" name="Freeform 846"/>
              <p:cNvSpPr>
                <a:spLocks noChangeArrowheads="1"/>
              </p:cNvSpPr>
              <p:nvPr/>
            </p:nvSpPr>
            <p:spPr bwMode="auto">
              <a:xfrm>
                <a:off x="0" y="54657"/>
                <a:ext cx="239649" cy="233343"/>
              </a:xfrm>
              <a:custGeom>
                <a:avLst/>
                <a:gdLst>
                  <a:gd name="T0" fmla="*/ 722881238 w 48"/>
                  <a:gd name="T1" fmla="*/ 0 h 47"/>
                  <a:gd name="T2" fmla="*/ 722881238 w 48"/>
                  <a:gd name="T3" fmla="*/ 172539772 h 47"/>
                  <a:gd name="T4" fmla="*/ 1022003131 w 48"/>
                  <a:gd name="T5" fmla="*/ 566919230 h 47"/>
                  <a:gd name="T6" fmla="*/ 598248780 w 48"/>
                  <a:gd name="T7" fmla="*/ 1010598604 h 47"/>
                  <a:gd name="T8" fmla="*/ 149560947 w 48"/>
                  <a:gd name="T9" fmla="*/ 566919230 h 47"/>
                  <a:gd name="T10" fmla="*/ 448682840 w 48"/>
                  <a:gd name="T11" fmla="*/ 172539772 h 47"/>
                  <a:gd name="T12" fmla="*/ 448682840 w 48"/>
                  <a:gd name="T13" fmla="*/ 0 h 47"/>
                  <a:gd name="T14" fmla="*/ 0 w 48"/>
                  <a:gd name="T15" fmla="*/ 566919230 h 47"/>
                  <a:gd name="T16" fmla="*/ 598248780 w 48"/>
                  <a:gd name="T17" fmla="*/ 1158488418 h 47"/>
                  <a:gd name="T18" fmla="*/ 1196492567 w 48"/>
                  <a:gd name="T19" fmla="*/ 566919230 h 47"/>
                  <a:gd name="T20" fmla="*/ 722881238 w 48"/>
                  <a:gd name="T21" fmla="*/ 0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47"/>
                  <a:gd name="T35" fmla="*/ 48 w 48"/>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47">
                    <a:moveTo>
                      <a:pt x="29" y="0"/>
                    </a:moveTo>
                    <a:cubicBezTo>
                      <a:pt x="29" y="7"/>
                      <a:pt x="29" y="7"/>
                      <a:pt x="29" y="7"/>
                    </a:cubicBezTo>
                    <a:cubicBezTo>
                      <a:pt x="36" y="9"/>
                      <a:pt x="41" y="16"/>
                      <a:pt x="41" y="23"/>
                    </a:cubicBezTo>
                    <a:cubicBezTo>
                      <a:pt x="41" y="33"/>
                      <a:pt x="33" y="41"/>
                      <a:pt x="24" y="41"/>
                    </a:cubicBezTo>
                    <a:cubicBezTo>
                      <a:pt x="14" y="41"/>
                      <a:pt x="6" y="33"/>
                      <a:pt x="6" y="23"/>
                    </a:cubicBezTo>
                    <a:cubicBezTo>
                      <a:pt x="6" y="16"/>
                      <a:pt x="11" y="9"/>
                      <a:pt x="18" y="7"/>
                    </a:cubicBezTo>
                    <a:cubicBezTo>
                      <a:pt x="18" y="0"/>
                      <a:pt x="18" y="0"/>
                      <a:pt x="18" y="0"/>
                    </a:cubicBezTo>
                    <a:cubicBezTo>
                      <a:pt x="7" y="2"/>
                      <a:pt x="0" y="12"/>
                      <a:pt x="0" y="23"/>
                    </a:cubicBezTo>
                    <a:cubicBezTo>
                      <a:pt x="0" y="37"/>
                      <a:pt x="10" y="47"/>
                      <a:pt x="24" y="47"/>
                    </a:cubicBezTo>
                    <a:cubicBezTo>
                      <a:pt x="37" y="47"/>
                      <a:pt x="48" y="37"/>
                      <a:pt x="48" y="23"/>
                    </a:cubicBezTo>
                    <a:cubicBezTo>
                      <a:pt x="48" y="12"/>
                      <a:pt x="40" y="2"/>
                      <a:pt x="29" y="0"/>
                    </a:cubicBezTo>
                    <a:close/>
                  </a:path>
                </a:pathLst>
              </a:custGeom>
              <a:solidFill>
                <a:srgbClr val="04447F"/>
              </a:solidFill>
              <a:ln>
                <a:noFill/>
              </a:ln>
              <a:extLst>
                <a:ext uri="{91240B29-F687-4F45-9708-019B960494DF}">
                  <a14:hiddenLine xmlns:a14="http://schemas.microsoft.com/office/drawing/2010/main" w="9525" cmpd="sng">
                    <a:solidFill>
                      <a:srgbClr val="000000"/>
                    </a:solidFill>
                    <a:bevel/>
                    <a:headEnd/>
                    <a:tailEnd/>
                  </a14:hiddenLine>
                </a:ext>
              </a:extLst>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sp>
            <p:nvSpPr>
              <p:cNvPr id="40" name="Freeform 847"/>
              <p:cNvSpPr>
                <a:spLocks noChangeArrowheads="1"/>
              </p:cNvSpPr>
              <p:nvPr/>
            </p:nvSpPr>
            <p:spPr bwMode="auto">
              <a:xfrm>
                <a:off x="94599" y="0"/>
                <a:ext cx="44147" cy="138744"/>
              </a:xfrm>
              <a:custGeom>
                <a:avLst/>
                <a:gdLst>
                  <a:gd name="T0" fmla="*/ 168430615 w 9"/>
                  <a:gd name="T1" fmla="*/ 0 h 28"/>
                  <a:gd name="T2" fmla="*/ 48120230 w 9"/>
                  <a:gd name="T3" fmla="*/ 0 h 28"/>
                  <a:gd name="T4" fmla="*/ 0 w 9"/>
                  <a:gd name="T5" fmla="*/ 49105466 h 28"/>
                  <a:gd name="T6" fmla="*/ 0 w 9"/>
                  <a:gd name="T7" fmla="*/ 245532284 h 28"/>
                  <a:gd name="T8" fmla="*/ 0 w 9"/>
                  <a:gd name="T9" fmla="*/ 392853636 h 28"/>
                  <a:gd name="T10" fmla="*/ 0 w 9"/>
                  <a:gd name="T11" fmla="*/ 638390875 h 28"/>
                  <a:gd name="T12" fmla="*/ 48120230 w 9"/>
                  <a:gd name="T13" fmla="*/ 687496341 h 28"/>
                  <a:gd name="T14" fmla="*/ 168430615 w 9"/>
                  <a:gd name="T15" fmla="*/ 687496341 h 28"/>
                  <a:gd name="T16" fmla="*/ 216550845 w 9"/>
                  <a:gd name="T17" fmla="*/ 638390875 h 28"/>
                  <a:gd name="T18" fmla="*/ 216550845 w 9"/>
                  <a:gd name="T19" fmla="*/ 392853636 h 28"/>
                  <a:gd name="T20" fmla="*/ 216550845 w 9"/>
                  <a:gd name="T21" fmla="*/ 245532284 h 28"/>
                  <a:gd name="T22" fmla="*/ 216550845 w 9"/>
                  <a:gd name="T23" fmla="*/ 49105466 h 28"/>
                  <a:gd name="T24" fmla="*/ 168430615 w 9"/>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28"/>
                  <a:gd name="T41" fmla="*/ 9 w 9"/>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28">
                    <a:moveTo>
                      <a:pt x="7" y="0"/>
                    </a:moveTo>
                    <a:cubicBezTo>
                      <a:pt x="2" y="0"/>
                      <a:pt x="2" y="0"/>
                      <a:pt x="2" y="0"/>
                    </a:cubicBezTo>
                    <a:cubicBezTo>
                      <a:pt x="1" y="0"/>
                      <a:pt x="0" y="1"/>
                      <a:pt x="0" y="2"/>
                    </a:cubicBezTo>
                    <a:cubicBezTo>
                      <a:pt x="0" y="10"/>
                      <a:pt x="0" y="10"/>
                      <a:pt x="0" y="10"/>
                    </a:cubicBezTo>
                    <a:cubicBezTo>
                      <a:pt x="0" y="16"/>
                      <a:pt x="0" y="16"/>
                      <a:pt x="0" y="16"/>
                    </a:cubicBezTo>
                    <a:cubicBezTo>
                      <a:pt x="0" y="26"/>
                      <a:pt x="0" y="26"/>
                      <a:pt x="0" y="26"/>
                    </a:cubicBezTo>
                    <a:cubicBezTo>
                      <a:pt x="0" y="27"/>
                      <a:pt x="1" y="28"/>
                      <a:pt x="2" y="28"/>
                    </a:cubicBezTo>
                    <a:cubicBezTo>
                      <a:pt x="7" y="28"/>
                      <a:pt x="7" y="28"/>
                      <a:pt x="7" y="28"/>
                    </a:cubicBezTo>
                    <a:cubicBezTo>
                      <a:pt x="8" y="28"/>
                      <a:pt x="9" y="27"/>
                      <a:pt x="9" y="26"/>
                    </a:cubicBezTo>
                    <a:cubicBezTo>
                      <a:pt x="9" y="16"/>
                      <a:pt x="9" y="16"/>
                      <a:pt x="9" y="16"/>
                    </a:cubicBezTo>
                    <a:cubicBezTo>
                      <a:pt x="9" y="10"/>
                      <a:pt x="9" y="10"/>
                      <a:pt x="9" y="10"/>
                    </a:cubicBezTo>
                    <a:cubicBezTo>
                      <a:pt x="9" y="2"/>
                      <a:pt x="9" y="2"/>
                      <a:pt x="9" y="2"/>
                    </a:cubicBezTo>
                    <a:cubicBezTo>
                      <a:pt x="9" y="1"/>
                      <a:pt x="8" y="0"/>
                      <a:pt x="7" y="0"/>
                    </a:cubicBezTo>
                    <a:close/>
                  </a:path>
                </a:pathLst>
              </a:custGeom>
              <a:solidFill>
                <a:srgbClr val="04447F"/>
              </a:solidFill>
              <a:ln>
                <a:noFill/>
              </a:ln>
              <a:extLst>
                <a:ext uri="{91240B29-F687-4F45-9708-019B960494DF}">
                  <a14:hiddenLine xmlns:a14="http://schemas.microsoft.com/office/drawing/2010/main" w="9525" cmpd="sng">
                    <a:solidFill>
                      <a:srgbClr val="000000"/>
                    </a:solidFill>
                    <a:bevel/>
                    <a:headEnd/>
                    <a:tailEnd/>
                  </a14:hiddenLine>
                </a:ext>
              </a:extLst>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grpSp>
      <p:grpSp>
        <p:nvGrpSpPr>
          <p:cNvPr id="43" name="组合 42"/>
          <p:cNvGrpSpPr/>
          <p:nvPr/>
        </p:nvGrpSpPr>
        <p:grpSpPr>
          <a:xfrm>
            <a:off x="7922748" y="3096528"/>
            <a:ext cx="937096" cy="937096"/>
            <a:chOff x="5433376" y="607668"/>
            <a:chExt cx="674791" cy="674791"/>
          </a:xfrm>
        </p:grpSpPr>
        <p:grpSp>
          <p:nvGrpSpPr>
            <p:cNvPr id="44" name="组合 43"/>
            <p:cNvGrpSpPr/>
            <p:nvPr/>
          </p:nvGrpSpPr>
          <p:grpSpPr>
            <a:xfrm>
              <a:off x="5433376" y="607668"/>
              <a:ext cx="674791" cy="674791"/>
              <a:chOff x="304800" y="673100"/>
              <a:chExt cx="4000500" cy="4000500"/>
            </a:xfrm>
            <a:effectLst>
              <a:outerShdw blurRad="444500" dist="254000" dir="8100000" algn="tr" rotWithShape="0">
                <a:prstClr val="black">
                  <a:alpha val="50000"/>
                </a:prstClr>
              </a:outerShdw>
            </a:effectLst>
          </p:grpSpPr>
          <p:sp>
            <p:nvSpPr>
              <p:cNvPr id="46" name="同心圆 45"/>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椭圆 46"/>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sp>
          <p:nvSpPr>
            <p:cNvPr id="45" name="Freeform 168"/>
            <p:cNvSpPr>
              <a:spLocks noChangeAspect="1" noEditPoints="1" noChangeArrowheads="1"/>
            </p:cNvSpPr>
            <p:nvPr/>
          </p:nvSpPr>
          <p:spPr bwMode="auto">
            <a:xfrm>
              <a:off x="5562519" y="781790"/>
              <a:ext cx="381357" cy="326545"/>
            </a:xfrm>
            <a:custGeom>
              <a:avLst/>
              <a:gdLst>
                <a:gd name="T0" fmla="*/ 96767825 w 94"/>
                <a:gd name="T1" fmla="*/ 454124000 h 81"/>
                <a:gd name="T2" fmla="*/ 1112844741 w 94"/>
                <a:gd name="T3" fmla="*/ 454124000 h 81"/>
                <a:gd name="T4" fmla="*/ 1209612566 w 94"/>
                <a:gd name="T5" fmla="*/ 382418667 h 81"/>
                <a:gd name="T6" fmla="*/ 1766034936 w 94"/>
                <a:gd name="T7" fmla="*/ 0 h 81"/>
                <a:gd name="T8" fmla="*/ 1766034936 w 94"/>
                <a:gd name="T9" fmla="*/ 788739111 h 81"/>
                <a:gd name="T10" fmla="*/ 1766034936 w 94"/>
                <a:gd name="T11" fmla="*/ 1577483111 h 81"/>
                <a:gd name="T12" fmla="*/ 1209612566 w 94"/>
                <a:gd name="T13" fmla="*/ 1171162667 h 81"/>
                <a:gd name="T14" fmla="*/ 1112844741 w 94"/>
                <a:gd name="T15" fmla="*/ 1123359111 h 81"/>
                <a:gd name="T16" fmla="*/ 798346851 w 94"/>
                <a:gd name="T17" fmla="*/ 1123359111 h 81"/>
                <a:gd name="T18" fmla="*/ 967693004 w 94"/>
                <a:gd name="T19" fmla="*/ 1673085333 h 81"/>
                <a:gd name="T20" fmla="*/ 1088650325 w 94"/>
                <a:gd name="T21" fmla="*/ 1673085333 h 81"/>
                <a:gd name="T22" fmla="*/ 1088650325 w 94"/>
                <a:gd name="T23" fmla="*/ 1936000000 h 81"/>
                <a:gd name="T24" fmla="*/ 1040266413 w 94"/>
                <a:gd name="T25" fmla="*/ 1936000000 h 81"/>
                <a:gd name="T26" fmla="*/ 508038458 w 94"/>
                <a:gd name="T27" fmla="*/ 1936000000 h 81"/>
                <a:gd name="T28" fmla="*/ 266113977 w 94"/>
                <a:gd name="T29" fmla="*/ 1123359111 h 81"/>
                <a:gd name="T30" fmla="*/ 96767825 w 94"/>
                <a:gd name="T31" fmla="*/ 1123359111 h 81"/>
                <a:gd name="T32" fmla="*/ 96767825 w 94"/>
                <a:gd name="T33" fmla="*/ 454124000 h 81"/>
                <a:gd name="T34" fmla="*/ 2104727241 w 94"/>
                <a:gd name="T35" fmla="*/ 549726222 h 81"/>
                <a:gd name="T36" fmla="*/ 2147483647 w 94"/>
                <a:gd name="T37" fmla="*/ 788739111 h 81"/>
                <a:gd name="T38" fmla="*/ 2104727241 w 94"/>
                <a:gd name="T39" fmla="*/ 1027752000 h 81"/>
                <a:gd name="T40" fmla="*/ 2104727241 w 94"/>
                <a:gd name="T41" fmla="*/ 1577483111 h 81"/>
                <a:gd name="T42" fmla="*/ 1886997176 w 94"/>
                <a:gd name="T43" fmla="*/ 1577483111 h 81"/>
                <a:gd name="T44" fmla="*/ 1886997176 w 94"/>
                <a:gd name="T45" fmla="*/ 0 h 81"/>
                <a:gd name="T46" fmla="*/ 2104727241 w 94"/>
                <a:gd name="T47" fmla="*/ 0 h 81"/>
                <a:gd name="T48" fmla="*/ 2104727241 w 94"/>
                <a:gd name="T49" fmla="*/ 549726222 h 81"/>
                <a:gd name="T50" fmla="*/ 1112844741 w 94"/>
                <a:gd name="T51" fmla="*/ 1171162667 h 81"/>
                <a:gd name="T52" fmla="*/ 895114676 w 94"/>
                <a:gd name="T53" fmla="*/ 1171162667 h 81"/>
                <a:gd name="T54" fmla="*/ 967693004 w 94"/>
                <a:gd name="T55" fmla="*/ 1457974222 h 81"/>
                <a:gd name="T56" fmla="*/ 1040266413 w 94"/>
                <a:gd name="T57" fmla="*/ 1457974222 h 81"/>
                <a:gd name="T58" fmla="*/ 1040266413 w 94"/>
                <a:gd name="T59" fmla="*/ 1362372000 h 81"/>
                <a:gd name="T60" fmla="*/ 1112844741 w 94"/>
                <a:gd name="T61" fmla="*/ 1171162667 h 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4"/>
                <a:gd name="T94" fmla="*/ 0 h 81"/>
                <a:gd name="T95" fmla="*/ 94 w 94"/>
                <a:gd name="T96" fmla="*/ 81 h 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rgbClr val="04447F"/>
            </a:solidFill>
            <a:ln>
              <a:noFill/>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grpSp>
        <p:nvGrpSpPr>
          <p:cNvPr id="48" name="组合 47"/>
          <p:cNvGrpSpPr/>
          <p:nvPr/>
        </p:nvGrpSpPr>
        <p:grpSpPr>
          <a:xfrm>
            <a:off x="7965510" y="4433685"/>
            <a:ext cx="937096" cy="937096"/>
            <a:chOff x="6312694" y="592940"/>
            <a:chExt cx="674791" cy="674791"/>
          </a:xfrm>
        </p:grpSpPr>
        <p:grpSp>
          <p:nvGrpSpPr>
            <p:cNvPr id="49" name="组合 48"/>
            <p:cNvGrpSpPr/>
            <p:nvPr/>
          </p:nvGrpSpPr>
          <p:grpSpPr>
            <a:xfrm>
              <a:off x="6312694" y="592940"/>
              <a:ext cx="674791" cy="674791"/>
              <a:chOff x="304800" y="673100"/>
              <a:chExt cx="4000500" cy="4000500"/>
            </a:xfrm>
            <a:effectLst>
              <a:outerShdw blurRad="444500" dist="254000" dir="8100000" algn="tr" rotWithShape="0">
                <a:prstClr val="black">
                  <a:alpha val="50000"/>
                </a:prstClr>
              </a:outerShdw>
            </a:effectLst>
          </p:grpSpPr>
          <p:sp>
            <p:nvSpPr>
              <p:cNvPr id="51" name="同心圆 50"/>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52" name="椭圆 51"/>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sp>
          <p:nvSpPr>
            <p:cNvPr id="50" name="Freeform 203"/>
            <p:cNvSpPr>
              <a:spLocks noChangeAspect="1" noEditPoints="1" noChangeArrowheads="1"/>
            </p:cNvSpPr>
            <p:nvPr/>
          </p:nvSpPr>
          <p:spPr bwMode="auto">
            <a:xfrm>
              <a:off x="6456630" y="753802"/>
              <a:ext cx="374788" cy="359200"/>
            </a:xfrm>
            <a:custGeom>
              <a:avLst/>
              <a:gdLst>
                <a:gd name="T0" fmla="*/ 315922254 w 218"/>
                <a:gd name="T1" fmla="*/ 154371789 h 209"/>
                <a:gd name="T2" fmla="*/ 129239802 w 218"/>
                <a:gd name="T3" fmla="*/ 154371789 h 209"/>
                <a:gd name="T4" fmla="*/ 93340278 w 218"/>
                <a:gd name="T5" fmla="*/ 204631579 h 209"/>
                <a:gd name="T6" fmla="*/ 129239802 w 218"/>
                <a:gd name="T7" fmla="*/ 254891368 h 209"/>
                <a:gd name="T8" fmla="*/ 315922254 w 218"/>
                <a:gd name="T9" fmla="*/ 254891368 h 209"/>
                <a:gd name="T10" fmla="*/ 315922254 w 218"/>
                <a:gd name="T11" fmla="*/ 154371789 h 209"/>
                <a:gd name="T12" fmla="*/ 315922254 w 218"/>
                <a:gd name="T13" fmla="*/ 154371789 h 209"/>
                <a:gd name="T14" fmla="*/ 452341203 w 218"/>
                <a:gd name="T15" fmla="*/ 254891368 h 209"/>
                <a:gd name="T16" fmla="*/ 671332658 w 218"/>
                <a:gd name="T17" fmla="*/ 254891368 h 209"/>
                <a:gd name="T18" fmla="*/ 696462514 w 218"/>
                <a:gd name="T19" fmla="*/ 254891368 h 209"/>
                <a:gd name="T20" fmla="*/ 707234076 w 218"/>
                <a:gd name="T21" fmla="*/ 272842105 h 209"/>
                <a:gd name="T22" fmla="*/ 764672936 w 218"/>
                <a:gd name="T23" fmla="*/ 366182526 h 209"/>
                <a:gd name="T24" fmla="*/ 782623645 w 218"/>
                <a:gd name="T25" fmla="*/ 391312421 h 209"/>
                <a:gd name="T26" fmla="*/ 764672936 w 218"/>
                <a:gd name="T27" fmla="*/ 409263158 h 209"/>
                <a:gd name="T28" fmla="*/ 707234076 w 218"/>
                <a:gd name="T29" fmla="*/ 502603579 h 209"/>
                <a:gd name="T30" fmla="*/ 696462514 w 218"/>
                <a:gd name="T31" fmla="*/ 527733474 h 209"/>
                <a:gd name="T32" fmla="*/ 671332658 w 218"/>
                <a:gd name="T33" fmla="*/ 527733474 h 209"/>
                <a:gd name="T34" fmla="*/ 452341203 w 218"/>
                <a:gd name="T35" fmla="*/ 527733474 h 209"/>
                <a:gd name="T36" fmla="*/ 452341203 w 218"/>
                <a:gd name="T37" fmla="*/ 646205684 h 209"/>
                <a:gd name="T38" fmla="*/ 646202801 w 218"/>
                <a:gd name="T39" fmla="*/ 646205684 h 209"/>
                <a:gd name="T40" fmla="*/ 646202801 w 218"/>
                <a:gd name="T41" fmla="*/ 750315789 h 209"/>
                <a:gd name="T42" fmla="*/ 143599991 w 218"/>
                <a:gd name="T43" fmla="*/ 750315789 h 209"/>
                <a:gd name="T44" fmla="*/ 143599991 w 218"/>
                <a:gd name="T45" fmla="*/ 646205684 h 209"/>
                <a:gd name="T46" fmla="*/ 323101401 w 218"/>
                <a:gd name="T47" fmla="*/ 646205684 h 209"/>
                <a:gd name="T48" fmla="*/ 323101401 w 218"/>
                <a:gd name="T49" fmla="*/ 341052632 h 209"/>
                <a:gd name="T50" fmla="*/ 104109946 w 218"/>
                <a:gd name="T51" fmla="*/ 341052632 h 209"/>
                <a:gd name="T52" fmla="*/ 78980090 w 218"/>
                <a:gd name="T53" fmla="*/ 341052632 h 209"/>
                <a:gd name="T54" fmla="*/ 68210422 w 218"/>
                <a:gd name="T55" fmla="*/ 315922737 h 209"/>
                <a:gd name="T56" fmla="*/ 10769668 w 218"/>
                <a:gd name="T57" fmla="*/ 222582316 h 209"/>
                <a:gd name="T58" fmla="*/ 0 w 218"/>
                <a:gd name="T59" fmla="*/ 204631579 h 209"/>
                <a:gd name="T60" fmla="*/ 10769668 w 218"/>
                <a:gd name="T61" fmla="*/ 179501684 h 209"/>
                <a:gd name="T62" fmla="*/ 68210422 w 218"/>
                <a:gd name="T63" fmla="*/ 86161263 h 209"/>
                <a:gd name="T64" fmla="*/ 78980090 w 218"/>
                <a:gd name="T65" fmla="*/ 68210526 h 209"/>
                <a:gd name="T66" fmla="*/ 104109946 w 218"/>
                <a:gd name="T67" fmla="*/ 68210526 h 209"/>
                <a:gd name="T68" fmla="*/ 323101401 w 218"/>
                <a:gd name="T69" fmla="*/ 68210526 h 209"/>
                <a:gd name="T70" fmla="*/ 323101401 w 218"/>
                <a:gd name="T71" fmla="*/ 53850316 h 209"/>
                <a:gd name="T72" fmla="*/ 391311823 w 218"/>
                <a:gd name="T73" fmla="*/ 0 h 209"/>
                <a:gd name="T74" fmla="*/ 452341203 w 218"/>
                <a:gd name="T75" fmla="*/ 53850316 h 209"/>
                <a:gd name="T76" fmla="*/ 452341203 w 218"/>
                <a:gd name="T77" fmla="*/ 254891368 h 209"/>
                <a:gd name="T78" fmla="*/ 452341203 w 218"/>
                <a:gd name="T79" fmla="*/ 254891368 h 209"/>
                <a:gd name="T80" fmla="*/ 653383843 w 218"/>
                <a:gd name="T81" fmla="*/ 333873474 h 209"/>
                <a:gd name="T82" fmla="*/ 459522245 w 218"/>
                <a:gd name="T83" fmla="*/ 333873474 h 209"/>
                <a:gd name="T84" fmla="*/ 459522245 w 218"/>
                <a:gd name="T85" fmla="*/ 441574105 h 209"/>
                <a:gd name="T86" fmla="*/ 653383843 w 218"/>
                <a:gd name="T87" fmla="*/ 441574105 h 209"/>
                <a:gd name="T88" fmla="*/ 689283367 w 218"/>
                <a:gd name="T89" fmla="*/ 391312421 h 209"/>
                <a:gd name="T90" fmla="*/ 653383843 w 218"/>
                <a:gd name="T91" fmla="*/ 333873474 h 2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8"/>
                <a:gd name="T139" fmla="*/ 0 h 209"/>
                <a:gd name="T140" fmla="*/ 218 w 218"/>
                <a:gd name="T141" fmla="*/ 209 h 20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8" h="209">
                  <a:moveTo>
                    <a:pt x="88" y="43"/>
                  </a:moveTo>
                  <a:lnTo>
                    <a:pt x="36" y="43"/>
                  </a:lnTo>
                  <a:lnTo>
                    <a:pt x="26" y="57"/>
                  </a:lnTo>
                  <a:lnTo>
                    <a:pt x="36" y="71"/>
                  </a:lnTo>
                  <a:lnTo>
                    <a:pt x="88" y="71"/>
                  </a:lnTo>
                  <a:lnTo>
                    <a:pt x="88" y="43"/>
                  </a:lnTo>
                  <a:close/>
                  <a:moveTo>
                    <a:pt x="126" y="71"/>
                  </a:moveTo>
                  <a:lnTo>
                    <a:pt x="187" y="71"/>
                  </a:lnTo>
                  <a:lnTo>
                    <a:pt x="194" y="71"/>
                  </a:lnTo>
                  <a:lnTo>
                    <a:pt x="197" y="76"/>
                  </a:lnTo>
                  <a:lnTo>
                    <a:pt x="213" y="102"/>
                  </a:lnTo>
                  <a:lnTo>
                    <a:pt x="218" y="109"/>
                  </a:lnTo>
                  <a:lnTo>
                    <a:pt x="213" y="114"/>
                  </a:lnTo>
                  <a:lnTo>
                    <a:pt x="197" y="140"/>
                  </a:lnTo>
                  <a:lnTo>
                    <a:pt x="194" y="147"/>
                  </a:lnTo>
                  <a:lnTo>
                    <a:pt x="187" y="147"/>
                  </a:lnTo>
                  <a:lnTo>
                    <a:pt x="126" y="147"/>
                  </a:lnTo>
                  <a:lnTo>
                    <a:pt x="126" y="180"/>
                  </a:lnTo>
                  <a:lnTo>
                    <a:pt x="180" y="180"/>
                  </a:lnTo>
                  <a:lnTo>
                    <a:pt x="180" y="209"/>
                  </a:lnTo>
                  <a:lnTo>
                    <a:pt x="40" y="209"/>
                  </a:lnTo>
                  <a:lnTo>
                    <a:pt x="40" y="180"/>
                  </a:lnTo>
                  <a:lnTo>
                    <a:pt x="90" y="180"/>
                  </a:lnTo>
                  <a:lnTo>
                    <a:pt x="90" y="95"/>
                  </a:lnTo>
                  <a:lnTo>
                    <a:pt x="29" y="95"/>
                  </a:lnTo>
                  <a:lnTo>
                    <a:pt x="22" y="95"/>
                  </a:lnTo>
                  <a:lnTo>
                    <a:pt x="19" y="88"/>
                  </a:lnTo>
                  <a:lnTo>
                    <a:pt x="3" y="62"/>
                  </a:lnTo>
                  <a:lnTo>
                    <a:pt x="0" y="57"/>
                  </a:lnTo>
                  <a:lnTo>
                    <a:pt x="3" y="50"/>
                  </a:lnTo>
                  <a:lnTo>
                    <a:pt x="19" y="24"/>
                  </a:lnTo>
                  <a:lnTo>
                    <a:pt x="22" y="19"/>
                  </a:lnTo>
                  <a:lnTo>
                    <a:pt x="29" y="19"/>
                  </a:lnTo>
                  <a:lnTo>
                    <a:pt x="90" y="19"/>
                  </a:lnTo>
                  <a:lnTo>
                    <a:pt x="90" y="15"/>
                  </a:lnTo>
                  <a:lnTo>
                    <a:pt x="109" y="0"/>
                  </a:lnTo>
                  <a:lnTo>
                    <a:pt x="126" y="15"/>
                  </a:lnTo>
                  <a:lnTo>
                    <a:pt x="126" y="71"/>
                  </a:lnTo>
                  <a:close/>
                  <a:moveTo>
                    <a:pt x="182" y="93"/>
                  </a:moveTo>
                  <a:lnTo>
                    <a:pt x="128" y="93"/>
                  </a:lnTo>
                  <a:lnTo>
                    <a:pt x="128" y="123"/>
                  </a:lnTo>
                  <a:lnTo>
                    <a:pt x="182" y="123"/>
                  </a:lnTo>
                  <a:lnTo>
                    <a:pt x="192" y="109"/>
                  </a:lnTo>
                  <a:lnTo>
                    <a:pt x="182" y="93"/>
                  </a:lnTo>
                  <a:close/>
                </a:path>
              </a:pathLst>
            </a:custGeom>
            <a:solidFill>
              <a:srgbClr val="04447F"/>
            </a:solidFill>
            <a:ln>
              <a:noFill/>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grpSp>
        <p:nvGrpSpPr>
          <p:cNvPr id="53" name="组合 52"/>
          <p:cNvGrpSpPr/>
          <p:nvPr/>
        </p:nvGrpSpPr>
        <p:grpSpPr>
          <a:xfrm>
            <a:off x="6161741" y="5579178"/>
            <a:ext cx="937096" cy="937096"/>
            <a:chOff x="7074694" y="598563"/>
            <a:chExt cx="674791" cy="674791"/>
          </a:xfrm>
        </p:grpSpPr>
        <p:grpSp>
          <p:nvGrpSpPr>
            <p:cNvPr id="54" name="组合 53"/>
            <p:cNvGrpSpPr/>
            <p:nvPr/>
          </p:nvGrpSpPr>
          <p:grpSpPr>
            <a:xfrm>
              <a:off x="7074694" y="598563"/>
              <a:ext cx="674791" cy="674791"/>
              <a:chOff x="304800" y="673100"/>
              <a:chExt cx="4000500" cy="4000500"/>
            </a:xfrm>
            <a:effectLst>
              <a:outerShdw blurRad="444500" dist="254000" dir="8100000" algn="tr" rotWithShape="0">
                <a:prstClr val="black">
                  <a:alpha val="50000"/>
                </a:prstClr>
              </a:outerShdw>
            </a:effectLst>
          </p:grpSpPr>
          <p:sp>
            <p:nvSpPr>
              <p:cNvPr id="56" name="同心圆 55"/>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椭圆 56"/>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sp>
          <p:nvSpPr>
            <p:cNvPr id="55" name="Freeform 110"/>
            <p:cNvSpPr>
              <a:spLocks noChangeAspect="1" noEditPoints="1" noChangeArrowheads="1"/>
            </p:cNvSpPr>
            <p:nvPr/>
          </p:nvSpPr>
          <p:spPr bwMode="auto">
            <a:xfrm>
              <a:off x="7209124" y="750436"/>
              <a:ext cx="405928" cy="359796"/>
            </a:xfrm>
            <a:custGeom>
              <a:avLst/>
              <a:gdLst>
                <a:gd name="T0" fmla="*/ 1099726970 w 100"/>
                <a:gd name="T1" fmla="*/ 81000000 h 88"/>
                <a:gd name="T2" fmla="*/ 1519621747 w 100"/>
                <a:gd name="T3" fmla="*/ 830250000 h 88"/>
                <a:gd name="T4" fmla="*/ 1519621747 w 100"/>
                <a:gd name="T5" fmla="*/ 830250000 h 88"/>
                <a:gd name="T6" fmla="*/ 1959513430 w 100"/>
                <a:gd name="T7" fmla="*/ 1599750000 h 88"/>
                <a:gd name="T8" fmla="*/ 1919524090 w 100"/>
                <a:gd name="T9" fmla="*/ 1761750000 h 88"/>
                <a:gd name="T10" fmla="*/ 1839540938 w 100"/>
                <a:gd name="T11" fmla="*/ 1782000000 h 88"/>
                <a:gd name="T12" fmla="*/ 1839540938 w 100"/>
                <a:gd name="T13" fmla="*/ 1782000000 h 88"/>
                <a:gd name="T14" fmla="*/ 979754479 w 100"/>
                <a:gd name="T15" fmla="*/ 1782000000 h 88"/>
                <a:gd name="T16" fmla="*/ 139964926 w 100"/>
                <a:gd name="T17" fmla="*/ 1782000000 h 88"/>
                <a:gd name="T18" fmla="*/ 0 w 100"/>
                <a:gd name="T19" fmla="*/ 1660500000 h 88"/>
                <a:gd name="T20" fmla="*/ 19996906 w 100"/>
                <a:gd name="T21" fmla="*/ 1579500000 h 88"/>
                <a:gd name="T22" fmla="*/ 459884117 w 100"/>
                <a:gd name="T23" fmla="*/ 830250000 h 88"/>
                <a:gd name="T24" fmla="*/ 459884117 w 100"/>
                <a:gd name="T25" fmla="*/ 830250000 h 88"/>
                <a:gd name="T26" fmla="*/ 879783365 w 100"/>
                <a:gd name="T27" fmla="*/ 81000000 h 88"/>
                <a:gd name="T28" fmla="*/ 1059737631 w 100"/>
                <a:gd name="T29" fmla="*/ 40500000 h 88"/>
                <a:gd name="T30" fmla="*/ 1099726970 w 100"/>
                <a:gd name="T31" fmla="*/ 81000000 h 88"/>
                <a:gd name="T32" fmla="*/ 879783365 w 100"/>
                <a:gd name="T33" fmla="*/ 688500000 h 88"/>
                <a:gd name="T34" fmla="*/ 879783365 w 100"/>
                <a:gd name="T35" fmla="*/ 749250000 h 88"/>
                <a:gd name="T36" fmla="*/ 919772705 w 100"/>
                <a:gd name="T37" fmla="*/ 1255500000 h 88"/>
                <a:gd name="T38" fmla="*/ 1039740725 w 100"/>
                <a:gd name="T39" fmla="*/ 1255500000 h 88"/>
                <a:gd name="T40" fmla="*/ 1079730065 w 100"/>
                <a:gd name="T41" fmla="*/ 749250000 h 88"/>
                <a:gd name="T42" fmla="*/ 1079730065 w 100"/>
                <a:gd name="T43" fmla="*/ 688500000 h 88"/>
                <a:gd name="T44" fmla="*/ 879783365 w 100"/>
                <a:gd name="T45" fmla="*/ 688500000 h 88"/>
                <a:gd name="T46" fmla="*/ 979754479 w 100"/>
                <a:gd name="T47" fmla="*/ 1458000000 h 88"/>
                <a:gd name="T48" fmla="*/ 1059737631 w 100"/>
                <a:gd name="T49" fmla="*/ 1397250000 h 88"/>
                <a:gd name="T50" fmla="*/ 979754479 w 100"/>
                <a:gd name="T51" fmla="*/ 1316250000 h 88"/>
                <a:gd name="T52" fmla="*/ 899775799 w 100"/>
                <a:gd name="T53" fmla="*/ 1397250000 h 88"/>
                <a:gd name="T54" fmla="*/ 979754479 w 100"/>
                <a:gd name="T55" fmla="*/ 1458000000 h 88"/>
                <a:gd name="T56" fmla="*/ 1299678142 w 100"/>
                <a:gd name="T57" fmla="*/ 972000000 h 88"/>
                <a:gd name="T58" fmla="*/ 979754479 w 100"/>
                <a:gd name="T59" fmla="*/ 405000000 h 88"/>
                <a:gd name="T60" fmla="*/ 679832194 w 100"/>
                <a:gd name="T61" fmla="*/ 951750000 h 88"/>
                <a:gd name="T62" fmla="*/ 659835288 w 100"/>
                <a:gd name="T63" fmla="*/ 972000000 h 88"/>
                <a:gd name="T64" fmla="*/ 339916097 w 100"/>
                <a:gd name="T65" fmla="*/ 1518750000 h 88"/>
                <a:gd name="T66" fmla="*/ 979754479 w 100"/>
                <a:gd name="T67" fmla="*/ 1518750000 h 88"/>
                <a:gd name="T68" fmla="*/ 1619597333 w 100"/>
                <a:gd name="T69" fmla="*/ 1518750000 h 88"/>
                <a:gd name="T70" fmla="*/ 1299678142 w 100"/>
                <a:gd name="T71" fmla="*/ 972000000 h 88"/>
                <a:gd name="T72" fmla="*/ 1299678142 w 100"/>
                <a:gd name="T73" fmla="*/ 972000000 h 8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0"/>
                <a:gd name="T112" fmla="*/ 0 h 88"/>
                <a:gd name="T113" fmla="*/ 100 w 100"/>
                <a:gd name="T114" fmla="*/ 88 h 8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0" h="88">
                  <a:moveTo>
                    <a:pt x="55" y="4"/>
                  </a:moveTo>
                  <a:cubicBezTo>
                    <a:pt x="76" y="41"/>
                    <a:pt x="76" y="41"/>
                    <a:pt x="76" y="41"/>
                  </a:cubicBezTo>
                  <a:cubicBezTo>
                    <a:pt x="76" y="41"/>
                    <a:pt x="76" y="41"/>
                    <a:pt x="76" y="41"/>
                  </a:cubicBezTo>
                  <a:cubicBezTo>
                    <a:pt x="98" y="79"/>
                    <a:pt x="98" y="79"/>
                    <a:pt x="98" y="79"/>
                  </a:cubicBezTo>
                  <a:cubicBezTo>
                    <a:pt x="100" y="82"/>
                    <a:pt x="99" y="85"/>
                    <a:pt x="96" y="87"/>
                  </a:cubicBezTo>
                  <a:cubicBezTo>
                    <a:pt x="95" y="88"/>
                    <a:pt x="93" y="88"/>
                    <a:pt x="92" y="88"/>
                  </a:cubicBezTo>
                  <a:cubicBezTo>
                    <a:pt x="92" y="88"/>
                    <a:pt x="92" y="88"/>
                    <a:pt x="92" y="88"/>
                  </a:cubicBezTo>
                  <a:cubicBezTo>
                    <a:pt x="49" y="88"/>
                    <a:pt x="49" y="88"/>
                    <a:pt x="49" y="88"/>
                  </a:cubicBezTo>
                  <a:cubicBezTo>
                    <a:pt x="7" y="88"/>
                    <a:pt x="7" y="88"/>
                    <a:pt x="7" y="88"/>
                  </a:cubicBezTo>
                  <a:cubicBezTo>
                    <a:pt x="3" y="88"/>
                    <a:pt x="0" y="85"/>
                    <a:pt x="0" y="82"/>
                  </a:cubicBezTo>
                  <a:cubicBezTo>
                    <a:pt x="0" y="80"/>
                    <a:pt x="1" y="79"/>
                    <a:pt x="1" y="78"/>
                  </a:cubicBezTo>
                  <a:cubicBezTo>
                    <a:pt x="23" y="41"/>
                    <a:pt x="23" y="41"/>
                    <a:pt x="23" y="41"/>
                  </a:cubicBezTo>
                  <a:cubicBezTo>
                    <a:pt x="23" y="41"/>
                    <a:pt x="23" y="41"/>
                    <a:pt x="23" y="41"/>
                  </a:cubicBezTo>
                  <a:cubicBezTo>
                    <a:pt x="44" y="4"/>
                    <a:pt x="44" y="4"/>
                    <a:pt x="44" y="4"/>
                  </a:cubicBezTo>
                  <a:cubicBezTo>
                    <a:pt x="46" y="1"/>
                    <a:pt x="50" y="0"/>
                    <a:pt x="53" y="2"/>
                  </a:cubicBezTo>
                  <a:cubicBezTo>
                    <a:pt x="54" y="3"/>
                    <a:pt x="54" y="3"/>
                    <a:pt x="55" y="4"/>
                  </a:cubicBezTo>
                  <a:close/>
                  <a:moveTo>
                    <a:pt x="44" y="34"/>
                  </a:moveTo>
                  <a:cubicBezTo>
                    <a:pt x="44" y="37"/>
                    <a:pt x="44" y="37"/>
                    <a:pt x="44" y="37"/>
                  </a:cubicBezTo>
                  <a:cubicBezTo>
                    <a:pt x="46" y="62"/>
                    <a:pt x="46" y="62"/>
                    <a:pt x="46" y="62"/>
                  </a:cubicBezTo>
                  <a:cubicBezTo>
                    <a:pt x="52" y="62"/>
                    <a:pt x="52" y="62"/>
                    <a:pt x="52" y="62"/>
                  </a:cubicBezTo>
                  <a:cubicBezTo>
                    <a:pt x="54" y="37"/>
                    <a:pt x="54" y="37"/>
                    <a:pt x="54" y="37"/>
                  </a:cubicBezTo>
                  <a:cubicBezTo>
                    <a:pt x="54" y="34"/>
                    <a:pt x="54" y="34"/>
                    <a:pt x="54" y="34"/>
                  </a:cubicBezTo>
                  <a:cubicBezTo>
                    <a:pt x="44" y="34"/>
                    <a:pt x="44" y="34"/>
                    <a:pt x="44" y="34"/>
                  </a:cubicBezTo>
                  <a:close/>
                  <a:moveTo>
                    <a:pt x="49" y="72"/>
                  </a:moveTo>
                  <a:cubicBezTo>
                    <a:pt x="52" y="72"/>
                    <a:pt x="53" y="71"/>
                    <a:pt x="53" y="69"/>
                  </a:cubicBezTo>
                  <a:cubicBezTo>
                    <a:pt x="53" y="66"/>
                    <a:pt x="51" y="65"/>
                    <a:pt x="49" y="65"/>
                  </a:cubicBezTo>
                  <a:cubicBezTo>
                    <a:pt x="47" y="65"/>
                    <a:pt x="45" y="66"/>
                    <a:pt x="45" y="69"/>
                  </a:cubicBezTo>
                  <a:cubicBezTo>
                    <a:pt x="45" y="71"/>
                    <a:pt x="47" y="72"/>
                    <a:pt x="49" y="72"/>
                  </a:cubicBezTo>
                  <a:close/>
                  <a:moveTo>
                    <a:pt x="65" y="48"/>
                  </a:moveTo>
                  <a:cubicBezTo>
                    <a:pt x="49" y="20"/>
                    <a:pt x="49" y="20"/>
                    <a:pt x="49" y="20"/>
                  </a:cubicBezTo>
                  <a:cubicBezTo>
                    <a:pt x="34" y="47"/>
                    <a:pt x="34" y="47"/>
                    <a:pt x="34" y="47"/>
                  </a:cubicBezTo>
                  <a:cubicBezTo>
                    <a:pt x="34" y="48"/>
                    <a:pt x="34" y="48"/>
                    <a:pt x="33" y="48"/>
                  </a:cubicBezTo>
                  <a:cubicBezTo>
                    <a:pt x="17" y="75"/>
                    <a:pt x="17" y="75"/>
                    <a:pt x="17" y="75"/>
                  </a:cubicBezTo>
                  <a:cubicBezTo>
                    <a:pt x="49" y="75"/>
                    <a:pt x="49" y="75"/>
                    <a:pt x="49" y="75"/>
                  </a:cubicBezTo>
                  <a:cubicBezTo>
                    <a:pt x="81" y="75"/>
                    <a:pt x="81" y="75"/>
                    <a:pt x="81" y="75"/>
                  </a:cubicBezTo>
                  <a:cubicBezTo>
                    <a:pt x="65" y="48"/>
                    <a:pt x="65" y="48"/>
                    <a:pt x="65" y="48"/>
                  </a:cubicBezTo>
                  <a:cubicBezTo>
                    <a:pt x="65" y="48"/>
                    <a:pt x="65" y="48"/>
                    <a:pt x="65" y="48"/>
                  </a:cubicBezTo>
                  <a:close/>
                </a:path>
              </a:pathLst>
            </a:custGeom>
            <a:solidFill>
              <a:srgbClr val="04447F"/>
            </a:solidFill>
            <a:ln>
              <a:noFill/>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sp>
        <p:nvSpPr>
          <p:cNvPr id="82" name="文本框 81"/>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59" name="直接连接符 58"/>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60"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61"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62"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863425188"/>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61"/>
                                        </p:tgtEl>
                                        <p:attrNameLst>
                                          <p:attrName>style.visibility</p:attrName>
                                        </p:attrNameLst>
                                      </p:cBhvr>
                                      <p:to>
                                        <p:strVal val="visible"/>
                                      </p:to>
                                    </p:set>
                                    <p:anim calcmode="lin" valueType="num">
                                      <p:cBhvr>
                                        <p:cTn id="7" dur="500" fill="hold"/>
                                        <p:tgtEl>
                                          <p:spTgt spid="61"/>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1"/>
                                        </p:tgtEl>
                                        <p:attrNameLst>
                                          <p:attrName>ppt_y</p:attrName>
                                        </p:attrNameLst>
                                      </p:cBhvr>
                                      <p:tavLst>
                                        <p:tav tm="0">
                                          <p:val>
                                            <p:strVal val="#ppt_y"/>
                                          </p:val>
                                        </p:tav>
                                        <p:tav tm="100000">
                                          <p:val>
                                            <p:strVal val="#ppt_y"/>
                                          </p:val>
                                        </p:tav>
                                      </p:tavLst>
                                    </p:anim>
                                    <p:anim calcmode="lin" valueType="num">
                                      <p:cBhvr>
                                        <p:cTn id="9" dur="500" fill="hold"/>
                                        <p:tgtEl>
                                          <p:spTgt spid="61"/>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1"/>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1"/>
                                        </p:tgtEl>
                                      </p:cBhvr>
                                    </p:animEffect>
                                  </p:childTnLst>
                                </p:cTn>
                              </p:par>
                            </p:childTnLst>
                          </p:cTn>
                        </p:par>
                      </p:childTnLst>
                    </p:cTn>
                  </p:par>
                  <p:par>
                    <p:cTn id="12" fill="hold">
                      <p:stCondLst>
                        <p:cond delay="indefinite"/>
                      </p:stCondLst>
                      <p:childTnLst>
                        <p:par>
                          <p:cTn id="13" fill="hold">
                            <p:stCondLst>
                              <p:cond delay="0"/>
                            </p:stCondLst>
                            <p:childTnLst>
                              <p:par>
                                <p:cTn id="14" presetID="21" presetClass="entr" presetSubtype="1" fill="hold" nodeType="click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heel(1)">
                                      <p:cBhvr>
                                        <p:cTn id="16" dur="1500"/>
                                        <p:tgtEl>
                                          <p:spTgt spid="27"/>
                                        </p:tgtEl>
                                      </p:cBhvr>
                                    </p:animEffect>
                                  </p:childTnLst>
                                </p:cTn>
                              </p:par>
                              <p:par>
                                <p:cTn id="17" presetID="21" presetClass="entr" presetSubtype="1"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heel(1)">
                                      <p:cBhvr>
                                        <p:cTn id="19" dur="1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32"/>
                                        </p:tgtEl>
                                        <p:attrNameLst>
                                          <p:attrName>style.visibility</p:attrName>
                                        </p:attrNameLst>
                                      </p:cBhvr>
                                      <p:to>
                                        <p:strVal val="visible"/>
                                      </p:to>
                                    </p:set>
                                    <p:animEffect transition="in" filter="fade">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500"/>
                                        <p:tgtEl>
                                          <p:spTgt spid="33"/>
                                        </p:tgtEl>
                                      </p:cBhvr>
                                    </p:animEffect>
                                  </p:childTnLst>
                                </p:cTn>
                              </p:par>
                              <p:par>
                                <p:cTn id="28" presetID="10" presetClass="entr" presetSubtype="0" fill="hold" grpId="0" nodeType="withEffect">
                                  <p:stCondLst>
                                    <p:cond delay="6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500"/>
                                        <p:tgtEl>
                                          <p:spTgt spid="34"/>
                                        </p:tgtEl>
                                      </p:cBhvr>
                                    </p:animEffect>
                                  </p:childTnLst>
                                </p:cTn>
                              </p:par>
                              <p:par>
                                <p:cTn id="31" presetID="10" presetClass="entr" presetSubtype="0" fill="hold" grpId="0" nodeType="withEffect">
                                  <p:stCondLst>
                                    <p:cond delay="9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5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left)">
                                      <p:cBhvr>
                                        <p:cTn id="38" dur="500"/>
                                        <p:tgtEl>
                                          <p:spTgt spid="15"/>
                                        </p:tgtEl>
                                      </p:cBhvr>
                                    </p:animEffect>
                                  </p:childTnLst>
                                </p:cTn>
                              </p:par>
                              <p:par>
                                <p:cTn id="39" presetID="22" presetClass="entr" presetSubtype="8"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500"/>
                                        <p:tgtEl>
                                          <p:spTgt spid="17"/>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wipe(left)">
                                      <p:cBhvr>
                                        <p:cTn id="44" dur="500"/>
                                        <p:tgtEl>
                                          <p:spTgt spid="18"/>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wipe(left)">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30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par>
                                <p:cTn id="53" presetID="10" presetClass="entr" presetSubtype="0" fill="hold" nodeType="withEffect">
                                  <p:stCondLst>
                                    <p:cond delay="60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500"/>
                                        <p:tgtEl>
                                          <p:spTgt spid="43"/>
                                        </p:tgtEl>
                                      </p:cBhvr>
                                    </p:animEffect>
                                  </p:childTnLst>
                                </p:cTn>
                              </p:par>
                              <p:par>
                                <p:cTn id="56" presetID="10" presetClass="entr" presetSubtype="0" fill="hold" nodeType="withEffect">
                                  <p:stCondLst>
                                    <p:cond delay="900"/>
                                  </p:stCondLst>
                                  <p:childTnLst>
                                    <p:set>
                                      <p:cBhvr>
                                        <p:cTn id="57" dur="1" fill="hold">
                                          <p:stCondLst>
                                            <p:cond delay="0"/>
                                          </p:stCondLst>
                                        </p:cTn>
                                        <p:tgtEl>
                                          <p:spTgt spid="48"/>
                                        </p:tgtEl>
                                        <p:attrNameLst>
                                          <p:attrName>style.visibility</p:attrName>
                                        </p:attrNameLst>
                                      </p:cBhvr>
                                      <p:to>
                                        <p:strVal val="visible"/>
                                      </p:to>
                                    </p:set>
                                    <p:animEffect transition="in" filter="fade">
                                      <p:cBhvr>
                                        <p:cTn id="58" dur="500"/>
                                        <p:tgtEl>
                                          <p:spTgt spid="48"/>
                                        </p:tgtEl>
                                      </p:cBhvr>
                                    </p:animEffect>
                                  </p:childTnLst>
                                </p:cTn>
                              </p:par>
                              <p:par>
                                <p:cTn id="59" presetID="10" presetClass="entr" presetSubtype="0" fill="hold" nodeType="withEffect">
                                  <p:stCondLst>
                                    <p:cond delay="120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500"/>
                                        <p:tgtEl>
                                          <p:spTgt spid="53"/>
                                        </p:tgtEl>
                                      </p:cBhvr>
                                    </p:animEffect>
                                  </p:childTnLst>
                                </p:cTn>
                              </p:par>
                            </p:childTnLst>
                          </p:cTn>
                        </p:par>
                      </p:childTnLst>
                    </p:cTn>
                  </p:par>
                  <p:par>
                    <p:cTn id="62" fill="hold">
                      <p:stCondLst>
                        <p:cond delay="indefinite"/>
                      </p:stCondLst>
                      <p:childTnLst>
                        <p:par>
                          <p:cTn id="63" fill="hold">
                            <p:stCondLst>
                              <p:cond delay="0"/>
                            </p:stCondLst>
                            <p:childTnLst>
                              <p:par>
                                <p:cTn id="64" presetID="2" presetClass="entr" presetSubtype="2" fill="hold" grpId="0" nodeType="clickEffect">
                                  <p:stCondLst>
                                    <p:cond delay="0"/>
                                  </p:stCondLst>
                                  <p:iterate type="lt">
                                    <p:tmPct val="15000"/>
                                  </p:iterate>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 fill="hold"/>
                                        <p:tgtEl>
                                          <p:spTgt spid="19"/>
                                        </p:tgtEl>
                                        <p:attrNameLst>
                                          <p:attrName>ppt_x</p:attrName>
                                        </p:attrNameLst>
                                      </p:cBhvr>
                                      <p:tavLst>
                                        <p:tav tm="0">
                                          <p:val>
                                            <p:strVal val="1+#ppt_w/2"/>
                                          </p:val>
                                        </p:tav>
                                        <p:tav tm="100000">
                                          <p:val>
                                            <p:strVal val="#ppt_x"/>
                                          </p:val>
                                        </p:tav>
                                      </p:tavLst>
                                    </p:anim>
                                    <p:anim calcmode="lin" valueType="num">
                                      <p:cBhvr additive="base">
                                        <p:cTn id="67" dur="5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200"/>
                                  </p:stCondLst>
                                  <p:iterate type="lt">
                                    <p:tmPct val="15000"/>
                                  </p:iterate>
                                  <p:childTnLst>
                                    <p:set>
                                      <p:cBhvr>
                                        <p:cTn id="69" dur="1" fill="hold">
                                          <p:stCondLst>
                                            <p:cond delay="0"/>
                                          </p:stCondLst>
                                        </p:cTn>
                                        <p:tgtEl>
                                          <p:spTgt spid="25"/>
                                        </p:tgtEl>
                                        <p:attrNameLst>
                                          <p:attrName>style.visibility</p:attrName>
                                        </p:attrNameLst>
                                      </p:cBhvr>
                                      <p:to>
                                        <p:strVal val="visible"/>
                                      </p:to>
                                    </p:set>
                                    <p:anim calcmode="lin" valueType="num">
                                      <p:cBhvr additive="base">
                                        <p:cTn id="70" dur="500" fill="hold"/>
                                        <p:tgtEl>
                                          <p:spTgt spid="25"/>
                                        </p:tgtEl>
                                        <p:attrNameLst>
                                          <p:attrName>ppt_x</p:attrName>
                                        </p:attrNameLst>
                                      </p:cBhvr>
                                      <p:tavLst>
                                        <p:tav tm="0">
                                          <p:val>
                                            <p:strVal val="1+#ppt_w/2"/>
                                          </p:val>
                                        </p:tav>
                                        <p:tav tm="100000">
                                          <p:val>
                                            <p:strVal val="#ppt_x"/>
                                          </p:val>
                                        </p:tav>
                                      </p:tavLst>
                                    </p:anim>
                                    <p:anim calcmode="lin" valueType="num">
                                      <p:cBhvr additive="base">
                                        <p:cTn id="71" dur="500" fill="hold"/>
                                        <p:tgtEl>
                                          <p:spTgt spid="25"/>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400"/>
                                  </p:stCondLst>
                                  <p:iterate type="lt">
                                    <p:tmPct val="15000"/>
                                  </p:iterate>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500" fill="hold"/>
                                        <p:tgtEl>
                                          <p:spTgt spid="23"/>
                                        </p:tgtEl>
                                        <p:attrNameLst>
                                          <p:attrName>ppt_x</p:attrName>
                                        </p:attrNameLst>
                                      </p:cBhvr>
                                      <p:tavLst>
                                        <p:tav tm="0">
                                          <p:val>
                                            <p:strVal val="1+#ppt_w/2"/>
                                          </p:val>
                                        </p:tav>
                                        <p:tav tm="100000">
                                          <p:val>
                                            <p:strVal val="#ppt_x"/>
                                          </p:val>
                                        </p:tav>
                                      </p:tavLst>
                                    </p:anim>
                                    <p:anim calcmode="lin" valueType="num">
                                      <p:cBhvr additive="base">
                                        <p:cTn id="75" dur="500" fill="hold"/>
                                        <p:tgtEl>
                                          <p:spTgt spid="23"/>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600"/>
                                  </p:stCondLst>
                                  <p:iterate type="lt">
                                    <p:tmPct val="15000"/>
                                  </p:iterate>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500" fill="hold"/>
                                        <p:tgtEl>
                                          <p:spTgt spid="21"/>
                                        </p:tgtEl>
                                        <p:attrNameLst>
                                          <p:attrName>ppt_x</p:attrName>
                                        </p:attrNameLst>
                                      </p:cBhvr>
                                      <p:tavLst>
                                        <p:tav tm="0">
                                          <p:val>
                                            <p:strVal val="1+#ppt_w/2"/>
                                          </p:val>
                                        </p:tav>
                                        <p:tav tm="100000">
                                          <p:val>
                                            <p:strVal val="#ppt_x"/>
                                          </p:val>
                                        </p:tav>
                                      </p:tavLst>
                                    </p:anim>
                                    <p:anim calcmode="lin" valueType="num">
                                      <p:cBhvr additive="base">
                                        <p:cTn id="79"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16" presetClass="entr" presetSubtype="21" fill="hold" grpId="0" nodeType="clickEffect">
                                  <p:stCondLst>
                                    <p:cond delay="0"/>
                                  </p:stCondLst>
                                  <p:childTnLst>
                                    <p:set>
                                      <p:cBhvr>
                                        <p:cTn id="83" dur="1" fill="hold">
                                          <p:stCondLst>
                                            <p:cond delay="0"/>
                                          </p:stCondLst>
                                        </p:cTn>
                                        <p:tgtEl>
                                          <p:spTgt spid="20"/>
                                        </p:tgtEl>
                                        <p:attrNameLst>
                                          <p:attrName>style.visibility</p:attrName>
                                        </p:attrNameLst>
                                      </p:cBhvr>
                                      <p:to>
                                        <p:strVal val="visible"/>
                                      </p:to>
                                    </p:set>
                                    <p:animEffect transition="in" filter="barn(inVertical)">
                                      <p:cBhvr>
                                        <p:cTn id="84" dur="500"/>
                                        <p:tgtEl>
                                          <p:spTgt spid="20"/>
                                        </p:tgtEl>
                                      </p:cBhvr>
                                    </p:animEffect>
                                  </p:childTnLst>
                                </p:cTn>
                              </p:par>
                              <p:par>
                                <p:cTn id="85" presetID="16" presetClass="entr" presetSubtype="21" fill="hold" grpId="0" nodeType="withEffect">
                                  <p:stCondLst>
                                    <p:cond delay="300"/>
                                  </p:stCondLst>
                                  <p:childTnLst>
                                    <p:set>
                                      <p:cBhvr>
                                        <p:cTn id="86" dur="1" fill="hold">
                                          <p:stCondLst>
                                            <p:cond delay="0"/>
                                          </p:stCondLst>
                                        </p:cTn>
                                        <p:tgtEl>
                                          <p:spTgt spid="24"/>
                                        </p:tgtEl>
                                        <p:attrNameLst>
                                          <p:attrName>style.visibility</p:attrName>
                                        </p:attrNameLst>
                                      </p:cBhvr>
                                      <p:to>
                                        <p:strVal val="visible"/>
                                      </p:to>
                                    </p:set>
                                    <p:animEffect transition="in" filter="barn(inVertical)">
                                      <p:cBhvr>
                                        <p:cTn id="87" dur="500"/>
                                        <p:tgtEl>
                                          <p:spTgt spid="24"/>
                                        </p:tgtEl>
                                      </p:cBhvr>
                                    </p:animEffect>
                                  </p:childTnLst>
                                </p:cTn>
                              </p:par>
                              <p:par>
                                <p:cTn id="88" presetID="16" presetClass="entr" presetSubtype="21" fill="hold" grpId="0" nodeType="withEffect">
                                  <p:stCondLst>
                                    <p:cond delay="600"/>
                                  </p:stCondLst>
                                  <p:childTnLst>
                                    <p:set>
                                      <p:cBhvr>
                                        <p:cTn id="89" dur="1" fill="hold">
                                          <p:stCondLst>
                                            <p:cond delay="0"/>
                                          </p:stCondLst>
                                        </p:cTn>
                                        <p:tgtEl>
                                          <p:spTgt spid="26"/>
                                        </p:tgtEl>
                                        <p:attrNameLst>
                                          <p:attrName>style.visibility</p:attrName>
                                        </p:attrNameLst>
                                      </p:cBhvr>
                                      <p:to>
                                        <p:strVal val="visible"/>
                                      </p:to>
                                    </p:set>
                                    <p:animEffect transition="in" filter="barn(inVertical)">
                                      <p:cBhvr>
                                        <p:cTn id="90" dur="500"/>
                                        <p:tgtEl>
                                          <p:spTgt spid="26"/>
                                        </p:tgtEl>
                                      </p:cBhvr>
                                    </p:animEffect>
                                  </p:childTnLst>
                                </p:cTn>
                              </p:par>
                              <p:par>
                                <p:cTn id="91" presetID="16" presetClass="entr" presetSubtype="21" fill="hold" grpId="0" nodeType="withEffect">
                                  <p:stCondLst>
                                    <p:cond delay="900"/>
                                  </p:stCondLst>
                                  <p:childTnLst>
                                    <p:set>
                                      <p:cBhvr>
                                        <p:cTn id="92" dur="1" fill="hold">
                                          <p:stCondLst>
                                            <p:cond delay="0"/>
                                          </p:stCondLst>
                                        </p:cTn>
                                        <p:tgtEl>
                                          <p:spTgt spid="22"/>
                                        </p:tgtEl>
                                        <p:attrNameLst>
                                          <p:attrName>style.visibility</p:attrName>
                                        </p:attrNameLst>
                                      </p:cBhvr>
                                      <p:to>
                                        <p:strVal val="visible"/>
                                      </p:to>
                                    </p:set>
                                    <p:animEffect transition="in" filter="barn(inVertical)">
                                      <p:cBhvr>
                                        <p:cTn id="93" dur="500"/>
                                        <p:tgtEl>
                                          <p:spTgt spid="22"/>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4" fill="hold" grpId="0" nodeType="clickEffect">
                                  <p:stCondLst>
                                    <p:cond delay="0"/>
                                  </p:stCondLst>
                                  <p:childTnLst>
                                    <p:set>
                                      <p:cBhvr>
                                        <p:cTn id="97" dur="1" fill="hold">
                                          <p:stCondLst>
                                            <p:cond delay="0"/>
                                          </p:stCondLst>
                                        </p:cTn>
                                        <p:tgtEl>
                                          <p:spTgt spid="82"/>
                                        </p:tgtEl>
                                        <p:attrNameLst>
                                          <p:attrName>style.visibility</p:attrName>
                                        </p:attrNameLst>
                                      </p:cBhvr>
                                      <p:to>
                                        <p:strVal val="visible"/>
                                      </p:to>
                                    </p:set>
                                    <p:animEffect transition="in" filter="wipe(down)">
                                      <p:cBhvr>
                                        <p:cTn id="98" dur="75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8" grpId="0" animBg="1"/>
      <p:bldP spid="19" grpId="0"/>
      <p:bldP spid="20" grpId="0"/>
      <p:bldP spid="21" grpId="0"/>
      <p:bldP spid="22" grpId="0"/>
      <p:bldP spid="23" grpId="0"/>
      <p:bldP spid="24" grpId="0"/>
      <p:bldP spid="25" grpId="0"/>
      <p:bldP spid="26" grpId="0"/>
      <p:bldP spid="32" grpId="0" animBg="1"/>
      <p:bldP spid="33" grpId="0" animBg="1"/>
      <p:bldP spid="34" grpId="0" animBg="1"/>
      <p:bldP spid="35" grpId="0" animBg="1"/>
      <p:bldP spid="82" grpId="0"/>
      <p:bldP spid="6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六边形 37"/>
          <p:cNvSpPr/>
          <p:nvPr/>
        </p:nvSpPr>
        <p:spPr>
          <a:xfrm rot="5400000">
            <a:off x="5301169" y="4528614"/>
            <a:ext cx="1116995" cy="963724"/>
          </a:xfrm>
          <a:prstGeom prst="hexagon">
            <a:avLst>
              <a:gd name="adj" fmla="val 30879"/>
              <a:gd name="vf" fmla="val 115470"/>
            </a:avLst>
          </a:prstGeom>
          <a:solidFill>
            <a:srgbClr val="04447F"/>
          </a:solidFill>
          <a:ln w="38100" cap="flat" cmpd="sng" algn="ctr">
            <a:solidFill>
              <a:srgbClr val="04447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sp>
        <p:nvSpPr>
          <p:cNvPr id="39" name="六边形 38"/>
          <p:cNvSpPr/>
          <p:nvPr/>
        </p:nvSpPr>
        <p:spPr>
          <a:xfrm rot="5400000">
            <a:off x="2363805" y="2063665"/>
            <a:ext cx="1566313" cy="1350052"/>
          </a:xfrm>
          <a:prstGeom prst="hexagon">
            <a:avLst>
              <a:gd name="adj" fmla="val 30879"/>
              <a:gd name="vf" fmla="val 115470"/>
            </a:avLst>
          </a:prstGeom>
          <a:solidFill>
            <a:srgbClr val="04447F"/>
          </a:solidFill>
          <a:ln w="38100" cap="flat" cmpd="sng" algn="ctr">
            <a:solidFill>
              <a:srgbClr val="04447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sp>
        <p:nvSpPr>
          <p:cNvPr id="40" name="六边形 39"/>
          <p:cNvSpPr/>
          <p:nvPr/>
        </p:nvSpPr>
        <p:spPr>
          <a:xfrm rot="5400000">
            <a:off x="1040001" y="3733910"/>
            <a:ext cx="1219876" cy="1051908"/>
          </a:xfrm>
          <a:prstGeom prst="hexagon">
            <a:avLst>
              <a:gd name="adj" fmla="val 30879"/>
              <a:gd name="vf" fmla="val 115470"/>
            </a:avLst>
          </a:prstGeom>
          <a:solidFill>
            <a:srgbClr val="04447F"/>
          </a:solidFill>
          <a:ln w="38100" cap="flat" cmpd="sng" algn="ctr">
            <a:solidFill>
              <a:srgbClr val="04447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grpSp>
        <p:nvGrpSpPr>
          <p:cNvPr id="41" name="组合 101"/>
          <p:cNvGrpSpPr>
            <a:grpSpLocks/>
          </p:cNvGrpSpPr>
          <p:nvPr/>
        </p:nvGrpSpPr>
        <p:grpSpPr bwMode="auto">
          <a:xfrm>
            <a:off x="4069745" y="1405438"/>
            <a:ext cx="1641899" cy="1904352"/>
            <a:chOff x="2803652" y="1116161"/>
            <a:chExt cx="1241260" cy="1439861"/>
          </a:xfrm>
        </p:grpSpPr>
        <p:sp>
          <p:nvSpPr>
            <p:cNvPr id="42" name="六边形 41"/>
            <p:cNvSpPr/>
            <p:nvPr/>
          </p:nvSpPr>
          <p:spPr>
            <a:xfrm rot="5400000">
              <a:off x="2704352" y="1215462"/>
              <a:ext cx="1439861" cy="1241260"/>
            </a:xfrm>
            <a:prstGeom prst="hexagon">
              <a:avLst>
                <a:gd name="adj" fmla="val 30879"/>
                <a:gd name="vf" fmla="val 115470"/>
              </a:avLst>
            </a:pr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19050" cap="flat" cmpd="sng" algn="ctr">
              <a:solidFill>
                <a:sysClr val="window" lastClr="FFFFF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sp>
          <p:nvSpPr>
            <p:cNvPr id="43" name="Title 3"/>
            <p:cNvSpPr txBox="1">
              <a:spLocks/>
            </p:cNvSpPr>
            <p:nvPr/>
          </p:nvSpPr>
          <p:spPr>
            <a:xfrm>
              <a:off x="3056114" y="1517664"/>
              <a:ext cx="796699" cy="318577"/>
            </a:xfrm>
            <a:prstGeom prst="rect">
              <a:avLst/>
            </a:prstGeom>
          </p:spPr>
          <p:txBody>
            <a:bodyPr/>
            <a:lstStyle>
              <a:lvl1pPr algn="ctr" defTabSz="967801" rtl="0" eaLnBrk="1" latinLnBrk="0" hangingPunct="1">
                <a:spcBef>
                  <a:spcPct val="0"/>
                </a:spcBef>
                <a:buNone/>
                <a:defRPr sz="4700" kern="1200">
                  <a:solidFill>
                    <a:schemeClr val="tx1"/>
                  </a:solidFill>
                  <a:latin typeface="+mj-lt"/>
                  <a:ea typeface="+mj-ea"/>
                  <a:cs typeface="+mj-cs"/>
                </a:defRPr>
              </a:lvl1pPr>
            </a:lstStyle>
            <a:p>
              <a:pPr algn="l">
                <a:defRPr/>
              </a:pPr>
              <a:r>
                <a:rPr lang="en-US" altLang="zh-CN" sz="4762" b="1" dirty="0">
                  <a:solidFill>
                    <a:srgbClr val="BF1347"/>
                  </a:solidFill>
                  <a:effectLst>
                    <a:innerShdw blurRad="63500" dist="50800" dir="13500000">
                      <a:prstClr val="black">
                        <a:alpha val="50000"/>
                      </a:prstClr>
                    </a:innerShdw>
                  </a:effectLst>
                  <a:latin typeface="微软雅黑" pitchFamily="34" charset="-122"/>
                </a:rPr>
                <a:t>01</a:t>
              </a:r>
              <a:endParaRPr lang="en-US" sz="4762" b="1" dirty="0">
                <a:solidFill>
                  <a:srgbClr val="BF1347"/>
                </a:solidFill>
                <a:effectLst>
                  <a:innerShdw blurRad="63500" dist="50800" dir="13500000">
                    <a:prstClr val="black">
                      <a:alpha val="50000"/>
                    </a:prstClr>
                  </a:innerShdw>
                </a:effectLst>
                <a:latin typeface="微软雅黑" pitchFamily="34" charset="-122"/>
              </a:endParaRPr>
            </a:p>
          </p:txBody>
        </p:sp>
      </p:grpSp>
      <p:grpSp>
        <p:nvGrpSpPr>
          <p:cNvPr id="44" name="组合 104"/>
          <p:cNvGrpSpPr>
            <a:grpSpLocks/>
          </p:cNvGrpSpPr>
          <p:nvPr/>
        </p:nvGrpSpPr>
        <p:grpSpPr bwMode="auto">
          <a:xfrm>
            <a:off x="3145914" y="3030540"/>
            <a:ext cx="1641899" cy="1904352"/>
            <a:chOff x="2105727" y="2344988"/>
            <a:chExt cx="1241260" cy="1439861"/>
          </a:xfrm>
        </p:grpSpPr>
        <p:sp>
          <p:nvSpPr>
            <p:cNvPr id="45" name="六边形 44"/>
            <p:cNvSpPr/>
            <p:nvPr/>
          </p:nvSpPr>
          <p:spPr>
            <a:xfrm rot="5400000">
              <a:off x="2006426" y="2444288"/>
              <a:ext cx="1439861" cy="1241260"/>
            </a:xfrm>
            <a:prstGeom prst="hexagon">
              <a:avLst>
                <a:gd name="adj" fmla="val 30879"/>
                <a:gd name="vf" fmla="val 115470"/>
              </a:avLst>
            </a:pr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19050" cap="flat" cmpd="sng" algn="ctr">
              <a:solidFill>
                <a:sysClr val="window" lastClr="FFFFF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sp>
          <p:nvSpPr>
            <p:cNvPr id="46" name="Title 3"/>
            <p:cNvSpPr txBox="1">
              <a:spLocks/>
            </p:cNvSpPr>
            <p:nvPr/>
          </p:nvSpPr>
          <p:spPr>
            <a:xfrm>
              <a:off x="2343729" y="2746341"/>
              <a:ext cx="796699" cy="318577"/>
            </a:xfrm>
            <a:prstGeom prst="rect">
              <a:avLst/>
            </a:prstGeom>
          </p:spPr>
          <p:txBody>
            <a:bodyPr/>
            <a:lstStyle>
              <a:lvl1pPr algn="ctr" defTabSz="967801" rtl="0" eaLnBrk="1" latinLnBrk="0" hangingPunct="1">
                <a:spcBef>
                  <a:spcPct val="0"/>
                </a:spcBef>
                <a:buNone/>
                <a:defRPr sz="4700" kern="1200">
                  <a:solidFill>
                    <a:schemeClr val="tx1"/>
                  </a:solidFill>
                  <a:latin typeface="+mj-lt"/>
                  <a:ea typeface="+mj-ea"/>
                  <a:cs typeface="+mj-cs"/>
                </a:defRPr>
              </a:lvl1pPr>
            </a:lstStyle>
            <a:p>
              <a:pPr algn="l">
                <a:defRPr/>
              </a:pPr>
              <a:r>
                <a:rPr lang="en-US" altLang="zh-CN" sz="4762" b="1" dirty="0">
                  <a:solidFill>
                    <a:srgbClr val="BF1347"/>
                  </a:solidFill>
                  <a:effectLst>
                    <a:innerShdw blurRad="63500" dist="50800" dir="13500000">
                      <a:prstClr val="black">
                        <a:alpha val="50000"/>
                      </a:prstClr>
                    </a:innerShdw>
                  </a:effectLst>
                  <a:latin typeface="微软雅黑" pitchFamily="34" charset="-122"/>
                </a:rPr>
                <a:t>02</a:t>
              </a:r>
              <a:endParaRPr lang="en-US" sz="4762" b="1" dirty="0">
                <a:solidFill>
                  <a:srgbClr val="BF1347"/>
                </a:solidFill>
                <a:effectLst>
                  <a:innerShdw blurRad="63500" dist="50800" dir="13500000">
                    <a:prstClr val="black">
                      <a:alpha val="50000"/>
                    </a:prstClr>
                  </a:innerShdw>
                </a:effectLst>
                <a:latin typeface="微软雅黑" pitchFamily="34" charset="-122"/>
              </a:endParaRPr>
            </a:p>
          </p:txBody>
        </p:sp>
      </p:grpSp>
      <p:grpSp>
        <p:nvGrpSpPr>
          <p:cNvPr id="47" name="组合 107"/>
          <p:cNvGrpSpPr>
            <a:grpSpLocks/>
          </p:cNvGrpSpPr>
          <p:nvPr/>
        </p:nvGrpSpPr>
        <p:grpSpPr bwMode="auto">
          <a:xfrm>
            <a:off x="4069745" y="4617849"/>
            <a:ext cx="1641899" cy="1904352"/>
            <a:chOff x="2803652" y="3545528"/>
            <a:chExt cx="1241260" cy="1439861"/>
          </a:xfrm>
        </p:grpSpPr>
        <p:sp>
          <p:nvSpPr>
            <p:cNvPr id="48" name="六边形 47"/>
            <p:cNvSpPr/>
            <p:nvPr/>
          </p:nvSpPr>
          <p:spPr>
            <a:xfrm rot="5400000">
              <a:off x="2704352" y="3644829"/>
              <a:ext cx="1439861" cy="1241260"/>
            </a:xfrm>
            <a:prstGeom prst="hexagon">
              <a:avLst>
                <a:gd name="adj" fmla="val 30879"/>
                <a:gd name="vf" fmla="val 115470"/>
              </a:avLst>
            </a:pr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19050" cap="flat" cmpd="sng" algn="ctr">
              <a:solidFill>
                <a:sysClr val="window" lastClr="FFFFFF"/>
              </a:solidFill>
              <a:prstDash val="solid"/>
            </a:ln>
            <a:effectLst>
              <a:outerShdw blurRad="393700" dist="38100" dir="5400000" algn="t" rotWithShape="0">
                <a:schemeClr val="tx1">
                  <a:alpha val="37000"/>
                </a:schemeClr>
              </a:outerShdw>
            </a:effectLst>
          </p:spPr>
          <p:txBody>
            <a:bodyPr anchor="ctr"/>
            <a:lstStyle/>
            <a:p>
              <a:pPr algn="ctr" defTabSz="1279988">
                <a:defRPr/>
              </a:pPr>
              <a:endParaRPr lang="zh-CN" altLang="en-US" sz="2380" kern="0">
                <a:solidFill>
                  <a:schemeClr val="accent5">
                    <a:lumMod val="50000"/>
                  </a:schemeClr>
                </a:solidFill>
                <a:latin typeface="Calibri"/>
              </a:endParaRPr>
            </a:p>
          </p:txBody>
        </p:sp>
        <p:sp>
          <p:nvSpPr>
            <p:cNvPr id="49" name="Title 3"/>
            <p:cNvSpPr txBox="1">
              <a:spLocks/>
            </p:cNvSpPr>
            <p:nvPr/>
          </p:nvSpPr>
          <p:spPr>
            <a:xfrm>
              <a:off x="3025931" y="3946882"/>
              <a:ext cx="796699" cy="318577"/>
            </a:xfrm>
            <a:prstGeom prst="rect">
              <a:avLst/>
            </a:prstGeom>
          </p:spPr>
          <p:txBody>
            <a:bodyPr/>
            <a:lstStyle>
              <a:lvl1pPr algn="ctr" defTabSz="967801" rtl="0" eaLnBrk="1" latinLnBrk="0" hangingPunct="1">
                <a:spcBef>
                  <a:spcPct val="0"/>
                </a:spcBef>
                <a:buNone/>
                <a:defRPr sz="4700" kern="1200">
                  <a:solidFill>
                    <a:schemeClr val="tx1"/>
                  </a:solidFill>
                  <a:latin typeface="+mj-lt"/>
                  <a:ea typeface="+mj-ea"/>
                  <a:cs typeface="+mj-cs"/>
                </a:defRPr>
              </a:lvl1pPr>
            </a:lstStyle>
            <a:p>
              <a:pPr algn="l">
                <a:defRPr/>
              </a:pPr>
              <a:r>
                <a:rPr lang="en-US" altLang="zh-CN" sz="4762" b="1" dirty="0">
                  <a:solidFill>
                    <a:srgbClr val="BF1347"/>
                  </a:solidFill>
                  <a:effectLst>
                    <a:innerShdw blurRad="63500" dist="50800" dir="13500000">
                      <a:prstClr val="black">
                        <a:alpha val="50000"/>
                      </a:prstClr>
                    </a:innerShdw>
                  </a:effectLst>
                  <a:latin typeface="微软雅黑" pitchFamily="34" charset="-122"/>
                </a:rPr>
                <a:t>03</a:t>
              </a:r>
              <a:endParaRPr lang="en-US" sz="4762" b="1" dirty="0">
                <a:solidFill>
                  <a:srgbClr val="BF1347"/>
                </a:solidFill>
                <a:effectLst>
                  <a:innerShdw blurRad="63500" dist="50800" dir="13500000">
                    <a:prstClr val="black">
                      <a:alpha val="50000"/>
                    </a:prstClr>
                  </a:innerShdw>
                </a:effectLst>
                <a:latin typeface="微软雅黑" pitchFamily="34" charset="-122"/>
              </a:endParaRPr>
            </a:p>
          </p:txBody>
        </p:sp>
      </p:grpSp>
      <p:grpSp>
        <p:nvGrpSpPr>
          <p:cNvPr id="50" name="组合 110"/>
          <p:cNvGrpSpPr>
            <a:grpSpLocks/>
          </p:cNvGrpSpPr>
          <p:nvPr/>
        </p:nvGrpSpPr>
        <p:grpSpPr bwMode="auto">
          <a:xfrm>
            <a:off x="7109988" y="1732975"/>
            <a:ext cx="3071739" cy="489211"/>
            <a:chOff x="1574602" y="3235045"/>
            <a:chExt cx="2322150" cy="370957"/>
          </a:xfrm>
          <a:solidFill>
            <a:srgbClr val="04447F"/>
          </a:solidFill>
        </p:grpSpPr>
        <p:sp>
          <p:nvSpPr>
            <p:cNvPr id="51" name="五边形 50"/>
            <p:cNvSpPr/>
            <p:nvPr/>
          </p:nvSpPr>
          <p:spPr>
            <a:xfrm>
              <a:off x="1574602" y="3235045"/>
              <a:ext cx="2322150" cy="370957"/>
            </a:xfrm>
            <a:prstGeom prst="homePlate">
              <a:avLst/>
            </a:prstGeom>
            <a:grp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79988">
                <a:defRPr/>
              </a:pPr>
              <a:endParaRPr lang="zh-CN" altLang="en-US" sz="2380"/>
            </a:p>
          </p:txBody>
        </p:sp>
        <p:sp>
          <p:nvSpPr>
            <p:cNvPr id="52" name="Title 3"/>
            <p:cNvSpPr txBox="1">
              <a:spLocks/>
            </p:cNvSpPr>
            <p:nvPr/>
          </p:nvSpPr>
          <p:spPr bwMode="auto">
            <a:xfrm>
              <a:off x="1805999" y="3245856"/>
              <a:ext cx="1947614" cy="3185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900">
                  <a:solidFill>
                    <a:schemeClr val="tx1"/>
                  </a:solidFill>
                  <a:latin typeface="Arial" pitchFamily="34" charset="0"/>
                  <a:ea typeface="微软雅黑" pitchFamily="34" charset="-122"/>
                </a:defRPr>
              </a:lvl1pPr>
              <a:lvl2pPr marL="742950" indent="-285750">
                <a:defRPr sz="1900">
                  <a:solidFill>
                    <a:schemeClr val="tx1"/>
                  </a:solidFill>
                  <a:latin typeface="Arial" pitchFamily="34" charset="0"/>
                  <a:ea typeface="微软雅黑" pitchFamily="34" charset="-122"/>
                </a:defRPr>
              </a:lvl2pPr>
              <a:lvl3pPr marL="1143000" indent="-228600">
                <a:defRPr sz="1900">
                  <a:solidFill>
                    <a:schemeClr val="tx1"/>
                  </a:solidFill>
                  <a:latin typeface="Arial" pitchFamily="34" charset="0"/>
                  <a:ea typeface="微软雅黑" pitchFamily="34" charset="-122"/>
                </a:defRPr>
              </a:lvl3pPr>
              <a:lvl4pPr marL="1600200" indent="-228600">
                <a:defRPr sz="1900">
                  <a:solidFill>
                    <a:schemeClr val="tx1"/>
                  </a:solidFill>
                  <a:latin typeface="Arial" pitchFamily="34" charset="0"/>
                  <a:ea typeface="微软雅黑" pitchFamily="34" charset="-122"/>
                </a:defRPr>
              </a:lvl4pPr>
              <a:lvl5pPr marL="2057400" indent="-228600">
                <a:defRPr sz="1900">
                  <a:solidFill>
                    <a:schemeClr val="tx1"/>
                  </a:solidFill>
                  <a:latin typeface="Arial" pitchFamily="34" charset="0"/>
                  <a:ea typeface="微软雅黑" pitchFamily="34" charset="-122"/>
                </a:defRPr>
              </a:lvl5pPr>
              <a:lvl6pPr marL="2514600" indent="-228600" defTabSz="966788" fontAlgn="base">
                <a:spcBef>
                  <a:spcPct val="0"/>
                </a:spcBef>
                <a:spcAft>
                  <a:spcPct val="0"/>
                </a:spcAft>
                <a:defRPr sz="1900">
                  <a:solidFill>
                    <a:schemeClr val="tx1"/>
                  </a:solidFill>
                  <a:latin typeface="Arial" pitchFamily="34" charset="0"/>
                  <a:ea typeface="微软雅黑" pitchFamily="34" charset="-122"/>
                </a:defRPr>
              </a:lvl6pPr>
              <a:lvl7pPr marL="2971800" indent="-228600" defTabSz="966788" fontAlgn="base">
                <a:spcBef>
                  <a:spcPct val="0"/>
                </a:spcBef>
                <a:spcAft>
                  <a:spcPct val="0"/>
                </a:spcAft>
                <a:defRPr sz="1900">
                  <a:solidFill>
                    <a:schemeClr val="tx1"/>
                  </a:solidFill>
                  <a:latin typeface="Arial" pitchFamily="34" charset="0"/>
                  <a:ea typeface="微软雅黑" pitchFamily="34" charset="-122"/>
                </a:defRPr>
              </a:lvl7pPr>
              <a:lvl8pPr marL="3429000" indent="-228600" defTabSz="966788" fontAlgn="base">
                <a:spcBef>
                  <a:spcPct val="0"/>
                </a:spcBef>
                <a:spcAft>
                  <a:spcPct val="0"/>
                </a:spcAft>
                <a:defRPr sz="1900">
                  <a:solidFill>
                    <a:schemeClr val="tx1"/>
                  </a:solidFill>
                  <a:latin typeface="Arial" pitchFamily="34" charset="0"/>
                  <a:ea typeface="微软雅黑" pitchFamily="34" charset="-122"/>
                </a:defRPr>
              </a:lvl8pPr>
              <a:lvl9pPr marL="3886200" indent="-228600" defTabSz="966788" fontAlgn="base">
                <a:spcBef>
                  <a:spcPct val="0"/>
                </a:spcBef>
                <a:spcAft>
                  <a:spcPct val="0"/>
                </a:spcAft>
                <a:defRPr sz="1900">
                  <a:solidFill>
                    <a:schemeClr val="tx1"/>
                  </a:solidFill>
                  <a:latin typeface="Arial" pitchFamily="34" charset="0"/>
                  <a:ea typeface="微软雅黑" pitchFamily="34" charset="-122"/>
                </a:defRPr>
              </a:lvl9pPr>
            </a:lstStyle>
            <a:p>
              <a:r>
                <a:rPr lang="en-US" altLang="zh-CN" sz="2380" b="1">
                  <a:solidFill>
                    <a:schemeClr val="bg1"/>
                  </a:solidFill>
                  <a:latin typeface="微软雅黑" pitchFamily="34" charset="-122"/>
                </a:rPr>
                <a:t>01</a:t>
              </a:r>
              <a:r>
                <a:rPr lang="zh-CN" altLang="en-US" sz="2380" b="1">
                  <a:solidFill>
                    <a:schemeClr val="bg1"/>
                  </a:solidFill>
                  <a:latin typeface="微软雅黑" pitchFamily="34" charset="-122"/>
                </a:rPr>
                <a:t>单击填加标题</a:t>
              </a:r>
              <a:endParaRPr lang="en-US" sz="2380" b="1">
                <a:solidFill>
                  <a:schemeClr val="bg1"/>
                </a:solidFill>
                <a:latin typeface="微软雅黑" pitchFamily="34" charset="-122"/>
              </a:endParaRPr>
            </a:p>
          </p:txBody>
        </p:sp>
      </p:grpSp>
      <p:sp>
        <p:nvSpPr>
          <p:cNvPr id="53" name="TextBox 113"/>
          <p:cNvSpPr txBox="1"/>
          <p:nvPr/>
        </p:nvSpPr>
        <p:spPr>
          <a:xfrm>
            <a:off x="7076393" y="2210831"/>
            <a:ext cx="4667446" cy="829660"/>
          </a:xfrm>
          <a:prstGeom prst="rect">
            <a:avLst/>
          </a:prstGeom>
          <a:noFill/>
        </p:spPr>
        <p:txBody>
          <a:bodyPr lIns="95962" tIns="47979" rIns="95962" bIns="47979">
            <a:spAutoFit/>
          </a:bodyPr>
          <a:lstStyle/>
          <a:p>
            <a:pPr defTabSz="1279988">
              <a:lnSpc>
                <a:spcPct val="150000"/>
              </a:lnSpc>
              <a:defRPr/>
            </a:pPr>
            <a:r>
              <a:rPr lang="zh-CN" altLang="en-US" sz="1587" dirty="0">
                <a:solidFill>
                  <a:schemeClr val="tx1">
                    <a:lumMod val="75000"/>
                    <a:lumOff val="25000"/>
                  </a:schemeClr>
                </a:solidFill>
                <a:latin typeface="微软雅黑" panose="020B0503020204020204" pitchFamily="34" charset="-122"/>
                <a:ea typeface="微软雅黑" panose="020B0503020204020204" pitchFamily="34" charset="-122"/>
              </a:rPr>
              <a:t>请输入您的文字  请输入您的文字 请输入您的文字请输入您的文字  请输入您的文字 请输入您的文字</a:t>
            </a:r>
            <a:endParaRPr lang="en-US" altLang="zh-CN" sz="1587"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54" name="组合 114"/>
          <p:cNvGrpSpPr>
            <a:grpSpLocks/>
          </p:cNvGrpSpPr>
          <p:nvPr/>
        </p:nvGrpSpPr>
        <p:grpSpPr bwMode="auto">
          <a:xfrm>
            <a:off x="7109988" y="3309790"/>
            <a:ext cx="3071739" cy="489210"/>
            <a:chOff x="1574602" y="3235045"/>
            <a:chExt cx="2322150" cy="370957"/>
          </a:xfrm>
          <a:solidFill>
            <a:srgbClr val="BF1347"/>
          </a:solidFill>
        </p:grpSpPr>
        <p:sp>
          <p:nvSpPr>
            <p:cNvPr id="55" name="五边形 54"/>
            <p:cNvSpPr/>
            <p:nvPr/>
          </p:nvSpPr>
          <p:spPr>
            <a:xfrm>
              <a:off x="1574602" y="3235045"/>
              <a:ext cx="2322150" cy="370957"/>
            </a:xfrm>
            <a:prstGeom prst="homePlate">
              <a:avLst/>
            </a:prstGeom>
            <a:grp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79988">
                <a:defRPr/>
              </a:pPr>
              <a:endParaRPr lang="zh-CN" altLang="en-US" sz="2380"/>
            </a:p>
          </p:txBody>
        </p:sp>
        <p:sp>
          <p:nvSpPr>
            <p:cNvPr id="56" name="Title 3"/>
            <p:cNvSpPr txBox="1">
              <a:spLocks/>
            </p:cNvSpPr>
            <p:nvPr/>
          </p:nvSpPr>
          <p:spPr bwMode="auto">
            <a:xfrm>
              <a:off x="1805999" y="3245856"/>
              <a:ext cx="1947614" cy="3185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900">
                  <a:solidFill>
                    <a:schemeClr val="tx1"/>
                  </a:solidFill>
                  <a:latin typeface="Arial" pitchFamily="34" charset="0"/>
                  <a:ea typeface="微软雅黑" pitchFamily="34" charset="-122"/>
                </a:defRPr>
              </a:lvl1pPr>
              <a:lvl2pPr marL="742950" indent="-285750">
                <a:defRPr sz="1900">
                  <a:solidFill>
                    <a:schemeClr val="tx1"/>
                  </a:solidFill>
                  <a:latin typeface="Arial" pitchFamily="34" charset="0"/>
                  <a:ea typeface="微软雅黑" pitchFamily="34" charset="-122"/>
                </a:defRPr>
              </a:lvl2pPr>
              <a:lvl3pPr marL="1143000" indent="-228600">
                <a:defRPr sz="1900">
                  <a:solidFill>
                    <a:schemeClr val="tx1"/>
                  </a:solidFill>
                  <a:latin typeface="Arial" pitchFamily="34" charset="0"/>
                  <a:ea typeface="微软雅黑" pitchFamily="34" charset="-122"/>
                </a:defRPr>
              </a:lvl3pPr>
              <a:lvl4pPr marL="1600200" indent="-228600">
                <a:defRPr sz="1900">
                  <a:solidFill>
                    <a:schemeClr val="tx1"/>
                  </a:solidFill>
                  <a:latin typeface="Arial" pitchFamily="34" charset="0"/>
                  <a:ea typeface="微软雅黑" pitchFamily="34" charset="-122"/>
                </a:defRPr>
              </a:lvl4pPr>
              <a:lvl5pPr marL="2057400" indent="-228600">
                <a:defRPr sz="1900">
                  <a:solidFill>
                    <a:schemeClr val="tx1"/>
                  </a:solidFill>
                  <a:latin typeface="Arial" pitchFamily="34" charset="0"/>
                  <a:ea typeface="微软雅黑" pitchFamily="34" charset="-122"/>
                </a:defRPr>
              </a:lvl5pPr>
              <a:lvl6pPr marL="2514600" indent="-228600" defTabSz="966788" fontAlgn="base">
                <a:spcBef>
                  <a:spcPct val="0"/>
                </a:spcBef>
                <a:spcAft>
                  <a:spcPct val="0"/>
                </a:spcAft>
                <a:defRPr sz="1900">
                  <a:solidFill>
                    <a:schemeClr val="tx1"/>
                  </a:solidFill>
                  <a:latin typeface="Arial" pitchFamily="34" charset="0"/>
                  <a:ea typeface="微软雅黑" pitchFamily="34" charset="-122"/>
                </a:defRPr>
              </a:lvl6pPr>
              <a:lvl7pPr marL="2971800" indent="-228600" defTabSz="966788" fontAlgn="base">
                <a:spcBef>
                  <a:spcPct val="0"/>
                </a:spcBef>
                <a:spcAft>
                  <a:spcPct val="0"/>
                </a:spcAft>
                <a:defRPr sz="1900">
                  <a:solidFill>
                    <a:schemeClr val="tx1"/>
                  </a:solidFill>
                  <a:latin typeface="Arial" pitchFamily="34" charset="0"/>
                  <a:ea typeface="微软雅黑" pitchFamily="34" charset="-122"/>
                </a:defRPr>
              </a:lvl7pPr>
              <a:lvl8pPr marL="3429000" indent="-228600" defTabSz="966788" fontAlgn="base">
                <a:spcBef>
                  <a:spcPct val="0"/>
                </a:spcBef>
                <a:spcAft>
                  <a:spcPct val="0"/>
                </a:spcAft>
                <a:defRPr sz="1900">
                  <a:solidFill>
                    <a:schemeClr val="tx1"/>
                  </a:solidFill>
                  <a:latin typeface="Arial" pitchFamily="34" charset="0"/>
                  <a:ea typeface="微软雅黑" pitchFamily="34" charset="-122"/>
                </a:defRPr>
              </a:lvl8pPr>
              <a:lvl9pPr marL="3886200" indent="-228600" defTabSz="966788" fontAlgn="base">
                <a:spcBef>
                  <a:spcPct val="0"/>
                </a:spcBef>
                <a:spcAft>
                  <a:spcPct val="0"/>
                </a:spcAft>
                <a:defRPr sz="1900">
                  <a:solidFill>
                    <a:schemeClr val="tx1"/>
                  </a:solidFill>
                  <a:latin typeface="Arial" pitchFamily="34" charset="0"/>
                  <a:ea typeface="微软雅黑" pitchFamily="34" charset="-122"/>
                </a:defRPr>
              </a:lvl9pPr>
            </a:lstStyle>
            <a:p>
              <a:r>
                <a:rPr lang="en-US" altLang="zh-CN" sz="2380" b="1">
                  <a:solidFill>
                    <a:schemeClr val="bg1"/>
                  </a:solidFill>
                  <a:latin typeface="微软雅黑" pitchFamily="34" charset="-122"/>
                </a:rPr>
                <a:t>02</a:t>
              </a:r>
              <a:r>
                <a:rPr lang="zh-CN" altLang="en-US" sz="2380" b="1">
                  <a:solidFill>
                    <a:schemeClr val="bg1"/>
                  </a:solidFill>
                  <a:latin typeface="微软雅黑" pitchFamily="34" charset="-122"/>
                </a:rPr>
                <a:t>单击填加标题</a:t>
              </a:r>
              <a:endParaRPr lang="en-US" sz="2380" b="1">
                <a:solidFill>
                  <a:schemeClr val="bg1"/>
                </a:solidFill>
                <a:latin typeface="微软雅黑" pitchFamily="34" charset="-122"/>
              </a:endParaRPr>
            </a:p>
          </p:txBody>
        </p:sp>
      </p:grpSp>
      <p:sp>
        <p:nvSpPr>
          <p:cNvPr id="57" name="TextBox 117"/>
          <p:cNvSpPr txBox="1"/>
          <p:nvPr/>
        </p:nvSpPr>
        <p:spPr>
          <a:xfrm>
            <a:off x="7076395" y="3880883"/>
            <a:ext cx="4667446" cy="829660"/>
          </a:xfrm>
          <a:prstGeom prst="rect">
            <a:avLst/>
          </a:prstGeom>
          <a:noFill/>
        </p:spPr>
        <p:txBody>
          <a:bodyPr lIns="95962" tIns="47979" rIns="95962" bIns="47979">
            <a:spAutoFit/>
          </a:bodyPr>
          <a:lstStyle/>
          <a:p>
            <a:pPr defTabSz="1279988">
              <a:lnSpc>
                <a:spcPct val="150000"/>
              </a:lnSpc>
              <a:defRPr/>
            </a:pPr>
            <a:r>
              <a:rPr lang="zh-CN" altLang="en-US" sz="1587" dirty="0">
                <a:solidFill>
                  <a:schemeClr val="tx1">
                    <a:lumMod val="75000"/>
                    <a:lumOff val="25000"/>
                  </a:schemeClr>
                </a:solidFill>
                <a:latin typeface="微软雅黑" panose="020B0503020204020204" pitchFamily="34" charset="-122"/>
                <a:ea typeface="微软雅黑" panose="020B0503020204020204" pitchFamily="34" charset="-122"/>
              </a:rPr>
              <a:t>请输入您的文字  请输入您的文字 请输入您的文字请输入您的文字  请输入您的文字 请输入您的文字</a:t>
            </a:r>
            <a:endParaRPr lang="en-US" altLang="zh-CN" sz="1587"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58" name="组合 118"/>
          <p:cNvGrpSpPr>
            <a:grpSpLocks/>
          </p:cNvGrpSpPr>
          <p:nvPr/>
        </p:nvGrpSpPr>
        <p:grpSpPr bwMode="auto">
          <a:xfrm>
            <a:off x="7109988" y="4955886"/>
            <a:ext cx="3071739" cy="491310"/>
            <a:chOff x="1574602" y="3235045"/>
            <a:chExt cx="2322150" cy="370957"/>
          </a:xfrm>
          <a:solidFill>
            <a:srgbClr val="04447F"/>
          </a:solidFill>
        </p:grpSpPr>
        <p:sp>
          <p:nvSpPr>
            <p:cNvPr id="59" name="五边形 58"/>
            <p:cNvSpPr/>
            <p:nvPr/>
          </p:nvSpPr>
          <p:spPr>
            <a:xfrm>
              <a:off x="1574602" y="3235045"/>
              <a:ext cx="2322150" cy="370957"/>
            </a:xfrm>
            <a:prstGeom prst="homePlate">
              <a:avLst/>
            </a:prstGeom>
            <a:grp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79988">
                <a:defRPr/>
              </a:pPr>
              <a:endParaRPr lang="zh-CN" altLang="en-US" sz="2380"/>
            </a:p>
          </p:txBody>
        </p:sp>
        <p:sp>
          <p:nvSpPr>
            <p:cNvPr id="60" name="Title 3"/>
            <p:cNvSpPr txBox="1">
              <a:spLocks/>
            </p:cNvSpPr>
            <p:nvPr/>
          </p:nvSpPr>
          <p:spPr bwMode="auto">
            <a:xfrm>
              <a:off x="1805999" y="3245856"/>
              <a:ext cx="1947614" cy="3185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900">
                  <a:solidFill>
                    <a:schemeClr val="tx1"/>
                  </a:solidFill>
                  <a:latin typeface="Arial" pitchFamily="34" charset="0"/>
                  <a:ea typeface="微软雅黑" pitchFamily="34" charset="-122"/>
                </a:defRPr>
              </a:lvl1pPr>
              <a:lvl2pPr marL="742950" indent="-285750">
                <a:defRPr sz="1900">
                  <a:solidFill>
                    <a:schemeClr val="tx1"/>
                  </a:solidFill>
                  <a:latin typeface="Arial" pitchFamily="34" charset="0"/>
                  <a:ea typeface="微软雅黑" pitchFamily="34" charset="-122"/>
                </a:defRPr>
              </a:lvl2pPr>
              <a:lvl3pPr marL="1143000" indent="-228600">
                <a:defRPr sz="1900">
                  <a:solidFill>
                    <a:schemeClr val="tx1"/>
                  </a:solidFill>
                  <a:latin typeface="Arial" pitchFamily="34" charset="0"/>
                  <a:ea typeface="微软雅黑" pitchFamily="34" charset="-122"/>
                </a:defRPr>
              </a:lvl3pPr>
              <a:lvl4pPr marL="1600200" indent="-228600">
                <a:defRPr sz="1900">
                  <a:solidFill>
                    <a:schemeClr val="tx1"/>
                  </a:solidFill>
                  <a:latin typeface="Arial" pitchFamily="34" charset="0"/>
                  <a:ea typeface="微软雅黑" pitchFamily="34" charset="-122"/>
                </a:defRPr>
              </a:lvl4pPr>
              <a:lvl5pPr marL="2057400" indent="-228600">
                <a:defRPr sz="1900">
                  <a:solidFill>
                    <a:schemeClr val="tx1"/>
                  </a:solidFill>
                  <a:latin typeface="Arial" pitchFamily="34" charset="0"/>
                  <a:ea typeface="微软雅黑" pitchFamily="34" charset="-122"/>
                </a:defRPr>
              </a:lvl5pPr>
              <a:lvl6pPr marL="2514600" indent="-228600" defTabSz="966788" fontAlgn="base">
                <a:spcBef>
                  <a:spcPct val="0"/>
                </a:spcBef>
                <a:spcAft>
                  <a:spcPct val="0"/>
                </a:spcAft>
                <a:defRPr sz="1900">
                  <a:solidFill>
                    <a:schemeClr val="tx1"/>
                  </a:solidFill>
                  <a:latin typeface="Arial" pitchFamily="34" charset="0"/>
                  <a:ea typeface="微软雅黑" pitchFamily="34" charset="-122"/>
                </a:defRPr>
              </a:lvl6pPr>
              <a:lvl7pPr marL="2971800" indent="-228600" defTabSz="966788" fontAlgn="base">
                <a:spcBef>
                  <a:spcPct val="0"/>
                </a:spcBef>
                <a:spcAft>
                  <a:spcPct val="0"/>
                </a:spcAft>
                <a:defRPr sz="1900">
                  <a:solidFill>
                    <a:schemeClr val="tx1"/>
                  </a:solidFill>
                  <a:latin typeface="Arial" pitchFamily="34" charset="0"/>
                  <a:ea typeface="微软雅黑" pitchFamily="34" charset="-122"/>
                </a:defRPr>
              </a:lvl7pPr>
              <a:lvl8pPr marL="3429000" indent="-228600" defTabSz="966788" fontAlgn="base">
                <a:spcBef>
                  <a:spcPct val="0"/>
                </a:spcBef>
                <a:spcAft>
                  <a:spcPct val="0"/>
                </a:spcAft>
                <a:defRPr sz="1900">
                  <a:solidFill>
                    <a:schemeClr val="tx1"/>
                  </a:solidFill>
                  <a:latin typeface="Arial" pitchFamily="34" charset="0"/>
                  <a:ea typeface="微软雅黑" pitchFamily="34" charset="-122"/>
                </a:defRPr>
              </a:lvl8pPr>
              <a:lvl9pPr marL="3886200" indent="-228600" defTabSz="966788" fontAlgn="base">
                <a:spcBef>
                  <a:spcPct val="0"/>
                </a:spcBef>
                <a:spcAft>
                  <a:spcPct val="0"/>
                </a:spcAft>
                <a:defRPr sz="1900">
                  <a:solidFill>
                    <a:schemeClr val="tx1"/>
                  </a:solidFill>
                  <a:latin typeface="Arial" pitchFamily="34" charset="0"/>
                  <a:ea typeface="微软雅黑" pitchFamily="34" charset="-122"/>
                </a:defRPr>
              </a:lvl9pPr>
            </a:lstStyle>
            <a:p>
              <a:r>
                <a:rPr lang="en-US" altLang="zh-CN" sz="2380" b="1">
                  <a:solidFill>
                    <a:schemeClr val="bg1"/>
                  </a:solidFill>
                  <a:latin typeface="微软雅黑" pitchFamily="34" charset="-122"/>
                </a:rPr>
                <a:t>03</a:t>
              </a:r>
              <a:r>
                <a:rPr lang="zh-CN" altLang="en-US" sz="2380" b="1">
                  <a:solidFill>
                    <a:schemeClr val="bg1"/>
                  </a:solidFill>
                  <a:latin typeface="微软雅黑" pitchFamily="34" charset="-122"/>
                </a:rPr>
                <a:t>单击填加标题</a:t>
              </a:r>
              <a:endParaRPr lang="en-US" sz="2380" b="1">
                <a:solidFill>
                  <a:schemeClr val="bg1"/>
                </a:solidFill>
                <a:latin typeface="微软雅黑" pitchFamily="34" charset="-122"/>
              </a:endParaRPr>
            </a:p>
          </p:txBody>
        </p:sp>
      </p:grpSp>
      <p:sp>
        <p:nvSpPr>
          <p:cNvPr id="61" name="TextBox 121"/>
          <p:cNvSpPr txBox="1"/>
          <p:nvPr/>
        </p:nvSpPr>
        <p:spPr>
          <a:xfrm>
            <a:off x="7076395" y="5526982"/>
            <a:ext cx="4667446" cy="829660"/>
          </a:xfrm>
          <a:prstGeom prst="rect">
            <a:avLst/>
          </a:prstGeom>
          <a:noFill/>
        </p:spPr>
        <p:txBody>
          <a:bodyPr lIns="95962" tIns="47979" rIns="95962" bIns="47979">
            <a:spAutoFit/>
          </a:bodyPr>
          <a:lstStyle/>
          <a:p>
            <a:pPr defTabSz="1279988">
              <a:lnSpc>
                <a:spcPct val="150000"/>
              </a:lnSpc>
              <a:defRPr/>
            </a:pPr>
            <a:r>
              <a:rPr lang="zh-CN" altLang="en-US" sz="1587" dirty="0">
                <a:solidFill>
                  <a:schemeClr val="tx1">
                    <a:lumMod val="75000"/>
                    <a:lumOff val="25000"/>
                  </a:schemeClr>
                </a:solidFill>
                <a:latin typeface="微软雅黑" panose="020B0503020204020204" pitchFamily="34" charset="-122"/>
                <a:ea typeface="微软雅黑" panose="020B0503020204020204" pitchFamily="34" charset="-122"/>
              </a:rPr>
              <a:t>请输入您的文字  请输入您的文字 请输入您的文字请输入您的文字  请输入您的文字 请输入您的文字</a:t>
            </a:r>
            <a:endParaRPr lang="en-US" altLang="zh-CN" sz="1587"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62" name="文本框 61"/>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63" name="直接连接符 62"/>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64"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65"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66"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3440465908"/>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5"/>
                                        </p:tgtEl>
                                        <p:attrNameLst>
                                          <p:attrName>ppt_y</p:attrName>
                                        </p:attrNameLst>
                                      </p:cBhvr>
                                      <p:tavLst>
                                        <p:tav tm="0">
                                          <p:val>
                                            <p:strVal val="#ppt_y"/>
                                          </p:val>
                                        </p:tav>
                                        <p:tav tm="100000">
                                          <p:val>
                                            <p:strVal val="#ppt_y"/>
                                          </p:val>
                                        </p:tav>
                                      </p:tavLst>
                                    </p:anim>
                                    <p:anim calcmode="lin" valueType="num">
                                      <p:cBhvr>
                                        <p:cTn id="9" dur="500" fill="hold"/>
                                        <p:tgtEl>
                                          <p:spTgt spid="6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5"/>
                                        </p:tgtEl>
                                      </p:cBhvr>
                                    </p:animEffect>
                                  </p:childTnLst>
                                </p:cTn>
                              </p:par>
                            </p:childTnLst>
                          </p:cTn>
                        </p:par>
                      </p:childTnLst>
                    </p:cTn>
                  </p:par>
                  <p:par>
                    <p:cTn id="12" fill="hold">
                      <p:stCondLst>
                        <p:cond delay="indefinite"/>
                      </p:stCondLst>
                      <p:childTnLst>
                        <p:par>
                          <p:cTn id="13" fill="hold">
                            <p:stCondLst>
                              <p:cond delay="0"/>
                            </p:stCondLst>
                            <p:childTnLst>
                              <p:par>
                                <p:cTn id="14" presetID="31" presetClass="entr" presetSubtype="0" fill="hold" nodeType="clickEffect">
                                  <p:stCondLst>
                                    <p:cond delay="0"/>
                                  </p:stCondLst>
                                  <p:childTnLst>
                                    <p:set>
                                      <p:cBhvr>
                                        <p:cTn id="15" dur="1" fill="hold">
                                          <p:stCondLst>
                                            <p:cond delay="0"/>
                                          </p:stCondLst>
                                        </p:cTn>
                                        <p:tgtEl>
                                          <p:spTgt spid="41"/>
                                        </p:tgtEl>
                                        <p:attrNameLst>
                                          <p:attrName>style.visibility</p:attrName>
                                        </p:attrNameLst>
                                      </p:cBhvr>
                                      <p:to>
                                        <p:strVal val="visible"/>
                                      </p:to>
                                    </p:set>
                                    <p:anim calcmode="lin" valueType="num">
                                      <p:cBhvr>
                                        <p:cTn id="16" dur="500" fill="hold"/>
                                        <p:tgtEl>
                                          <p:spTgt spid="41"/>
                                        </p:tgtEl>
                                        <p:attrNameLst>
                                          <p:attrName>ppt_w</p:attrName>
                                        </p:attrNameLst>
                                      </p:cBhvr>
                                      <p:tavLst>
                                        <p:tav tm="0">
                                          <p:val>
                                            <p:fltVal val="0"/>
                                          </p:val>
                                        </p:tav>
                                        <p:tav tm="100000">
                                          <p:val>
                                            <p:strVal val="#ppt_w"/>
                                          </p:val>
                                        </p:tav>
                                      </p:tavLst>
                                    </p:anim>
                                    <p:anim calcmode="lin" valueType="num">
                                      <p:cBhvr>
                                        <p:cTn id="17" dur="500" fill="hold"/>
                                        <p:tgtEl>
                                          <p:spTgt spid="41"/>
                                        </p:tgtEl>
                                        <p:attrNameLst>
                                          <p:attrName>ppt_h</p:attrName>
                                        </p:attrNameLst>
                                      </p:cBhvr>
                                      <p:tavLst>
                                        <p:tav tm="0">
                                          <p:val>
                                            <p:fltVal val="0"/>
                                          </p:val>
                                        </p:tav>
                                        <p:tav tm="100000">
                                          <p:val>
                                            <p:strVal val="#ppt_h"/>
                                          </p:val>
                                        </p:tav>
                                      </p:tavLst>
                                    </p:anim>
                                    <p:anim calcmode="lin" valueType="num">
                                      <p:cBhvr>
                                        <p:cTn id="18" dur="500" fill="hold"/>
                                        <p:tgtEl>
                                          <p:spTgt spid="41"/>
                                        </p:tgtEl>
                                        <p:attrNameLst>
                                          <p:attrName>style.rotation</p:attrName>
                                        </p:attrNameLst>
                                      </p:cBhvr>
                                      <p:tavLst>
                                        <p:tav tm="0">
                                          <p:val>
                                            <p:fltVal val="90"/>
                                          </p:val>
                                        </p:tav>
                                        <p:tav tm="100000">
                                          <p:val>
                                            <p:fltVal val="0"/>
                                          </p:val>
                                        </p:tav>
                                      </p:tavLst>
                                    </p:anim>
                                    <p:animEffect transition="in" filter="fade">
                                      <p:cBhvr>
                                        <p:cTn id="19" dur="500"/>
                                        <p:tgtEl>
                                          <p:spTgt spid="41"/>
                                        </p:tgtEl>
                                      </p:cBhvr>
                                    </p:animEffect>
                                  </p:childTnLst>
                                </p:cTn>
                              </p:par>
                            </p:childTnLst>
                          </p:cTn>
                        </p:par>
                      </p:childTnLst>
                    </p:cTn>
                  </p:par>
                  <p:par>
                    <p:cTn id="20" fill="hold">
                      <p:stCondLst>
                        <p:cond delay="indefinite"/>
                      </p:stCondLst>
                      <p:childTnLst>
                        <p:par>
                          <p:cTn id="21" fill="hold">
                            <p:stCondLst>
                              <p:cond delay="0"/>
                            </p:stCondLst>
                            <p:childTnLst>
                              <p:par>
                                <p:cTn id="22" presetID="31" presetClass="entr" presetSubtype="0" fill="hold" nodeType="click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p:cTn id="24" dur="500" fill="hold"/>
                                        <p:tgtEl>
                                          <p:spTgt spid="44"/>
                                        </p:tgtEl>
                                        <p:attrNameLst>
                                          <p:attrName>ppt_w</p:attrName>
                                        </p:attrNameLst>
                                      </p:cBhvr>
                                      <p:tavLst>
                                        <p:tav tm="0">
                                          <p:val>
                                            <p:fltVal val="0"/>
                                          </p:val>
                                        </p:tav>
                                        <p:tav tm="100000">
                                          <p:val>
                                            <p:strVal val="#ppt_w"/>
                                          </p:val>
                                        </p:tav>
                                      </p:tavLst>
                                    </p:anim>
                                    <p:anim calcmode="lin" valueType="num">
                                      <p:cBhvr>
                                        <p:cTn id="25" dur="500" fill="hold"/>
                                        <p:tgtEl>
                                          <p:spTgt spid="44"/>
                                        </p:tgtEl>
                                        <p:attrNameLst>
                                          <p:attrName>ppt_h</p:attrName>
                                        </p:attrNameLst>
                                      </p:cBhvr>
                                      <p:tavLst>
                                        <p:tav tm="0">
                                          <p:val>
                                            <p:fltVal val="0"/>
                                          </p:val>
                                        </p:tav>
                                        <p:tav tm="100000">
                                          <p:val>
                                            <p:strVal val="#ppt_h"/>
                                          </p:val>
                                        </p:tav>
                                      </p:tavLst>
                                    </p:anim>
                                    <p:anim calcmode="lin" valueType="num">
                                      <p:cBhvr>
                                        <p:cTn id="26" dur="500" fill="hold"/>
                                        <p:tgtEl>
                                          <p:spTgt spid="44"/>
                                        </p:tgtEl>
                                        <p:attrNameLst>
                                          <p:attrName>style.rotation</p:attrName>
                                        </p:attrNameLst>
                                      </p:cBhvr>
                                      <p:tavLst>
                                        <p:tav tm="0">
                                          <p:val>
                                            <p:fltVal val="90"/>
                                          </p:val>
                                        </p:tav>
                                        <p:tav tm="100000">
                                          <p:val>
                                            <p:fltVal val="0"/>
                                          </p:val>
                                        </p:tav>
                                      </p:tavLst>
                                    </p:anim>
                                    <p:animEffect transition="in" filter="fade">
                                      <p:cBhvr>
                                        <p:cTn id="27" dur="500"/>
                                        <p:tgtEl>
                                          <p:spTgt spid="44"/>
                                        </p:tgtEl>
                                      </p:cBhvr>
                                    </p:animEffect>
                                  </p:childTnLst>
                                </p:cTn>
                              </p:par>
                            </p:childTnLst>
                          </p:cTn>
                        </p:par>
                      </p:childTnLst>
                    </p:cTn>
                  </p:par>
                  <p:par>
                    <p:cTn id="28" fill="hold">
                      <p:stCondLst>
                        <p:cond delay="indefinite"/>
                      </p:stCondLst>
                      <p:childTnLst>
                        <p:par>
                          <p:cTn id="29" fill="hold">
                            <p:stCondLst>
                              <p:cond delay="0"/>
                            </p:stCondLst>
                            <p:childTnLst>
                              <p:par>
                                <p:cTn id="30" presetID="31" presetClass="entr" presetSubtype="0" fill="hold" nodeType="clickEffect">
                                  <p:stCondLst>
                                    <p:cond delay="0"/>
                                  </p:stCondLst>
                                  <p:childTnLst>
                                    <p:set>
                                      <p:cBhvr>
                                        <p:cTn id="31" dur="1" fill="hold">
                                          <p:stCondLst>
                                            <p:cond delay="0"/>
                                          </p:stCondLst>
                                        </p:cTn>
                                        <p:tgtEl>
                                          <p:spTgt spid="47"/>
                                        </p:tgtEl>
                                        <p:attrNameLst>
                                          <p:attrName>style.visibility</p:attrName>
                                        </p:attrNameLst>
                                      </p:cBhvr>
                                      <p:to>
                                        <p:strVal val="visible"/>
                                      </p:to>
                                    </p:set>
                                    <p:anim calcmode="lin" valueType="num">
                                      <p:cBhvr>
                                        <p:cTn id="32" dur="500" fill="hold"/>
                                        <p:tgtEl>
                                          <p:spTgt spid="47"/>
                                        </p:tgtEl>
                                        <p:attrNameLst>
                                          <p:attrName>ppt_w</p:attrName>
                                        </p:attrNameLst>
                                      </p:cBhvr>
                                      <p:tavLst>
                                        <p:tav tm="0">
                                          <p:val>
                                            <p:fltVal val="0"/>
                                          </p:val>
                                        </p:tav>
                                        <p:tav tm="100000">
                                          <p:val>
                                            <p:strVal val="#ppt_w"/>
                                          </p:val>
                                        </p:tav>
                                      </p:tavLst>
                                    </p:anim>
                                    <p:anim calcmode="lin" valueType="num">
                                      <p:cBhvr>
                                        <p:cTn id="33" dur="500" fill="hold"/>
                                        <p:tgtEl>
                                          <p:spTgt spid="47"/>
                                        </p:tgtEl>
                                        <p:attrNameLst>
                                          <p:attrName>ppt_h</p:attrName>
                                        </p:attrNameLst>
                                      </p:cBhvr>
                                      <p:tavLst>
                                        <p:tav tm="0">
                                          <p:val>
                                            <p:fltVal val="0"/>
                                          </p:val>
                                        </p:tav>
                                        <p:tav tm="100000">
                                          <p:val>
                                            <p:strVal val="#ppt_h"/>
                                          </p:val>
                                        </p:tav>
                                      </p:tavLst>
                                    </p:anim>
                                    <p:anim calcmode="lin" valueType="num">
                                      <p:cBhvr>
                                        <p:cTn id="34" dur="500" fill="hold"/>
                                        <p:tgtEl>
                                          <p:spTgt spid="47"/>
                                        </p:tgtEl>
                                        <p:attrNameLst>
                                          <p:attrName>style.rotation</p:attrName>
                                        </p:attrNameLst>
                                      </p:cBhvr>
                                      <p:tavLst>
                                        <p:tav tm="0">
                                          <p:val>
                                            <p:fltVal val="90"/>
                                          </p:val>
                                        </p:tav>
                                        <p:tav tm="100000">
                                          <p:val>
                                            <p:fltVal val="0"/>
                                          </p:val>
                                        </p:tav>
                                      </p:tavLst>
                                    </p:anim>
                                    <p:animEffect transition="in" filter="fade">
                                      <p:cBhvr>
                                        <p:cTn id="35" dur="500"/>
                                        <p:tgtEl>
                                          <p:spTgt spid="47"/>
                                        </p:tgtEl>
                                      </p:cBhvr>
                                    </p:animEffect>
                                  </p:childTnLst>
                                </p:cTn>
                              </p:par>
                            </p:childTnLst>
                          </p:cTn>
                        </p:par>
                      </p:childTnLst>
                    </p:cTn>
                  </p:par>
                  <p:par>
                    <p:cTn id="36" fill="hold">
                      <p:stCondLst>
                        <p:cond delay="indefinite"/>
                      </p:stCondLst>
                      <p:childTnLst>
                        <p:par>
                          <p:cTn id="37" fill="hold">
                            <p:stCondLst>
                              <p:cond delay="0"/>
                            </p:stCondLst>
                            <p:childTnLst>
                              <p:par>
                                <p:cTn id="38" presetID="31" presetClass="entr" presetSubtype="0" fill="hold" grpId="0" nodeType="clickEffect">
                                  <p:stCondLst>
                                    <p:cond delay="0"/>
                                  </p:stCondLst>
                                  <p:childTnLst>
                                    <p:set>
                                      <p:cBhvr>
                                        <p:cTn id="39" dur="1" fill="hold">
                                          <p:stCondLst>
                                            <p:cond delay="0"/>
                                          </p:stCondLst>
                                        </p:cTn>
                                        <p:tgtEl>
                                          <p:spTgt spid="39"/>
                                        </p:tgtEl>
                                        <p:attrNameLst>
                                          <p:attrName>style.visibility</p:attrName>
                                        </p:attrNameLst>
                                      </p:cBhvr>
                                      <p:to>
                                        <p:strVal val="visible"/>
                                      </p:to>
                                    </p:set>
                                    <p:anim calcmode="lin" valueType="num">
                                      <p:cBhvr>
                                        <p:cTn id="40" dur="500" fill="hold"/>
                                        <p:tgtEl>
                                          <p:spTgt spid="39"/>
                                        </p:tgtEl>
                                        <p:attrNameLst>
                                          <p:attrName>ppt_w</p:attrName>
                                        </p:attrNameLst>
                                      </p:cBhvr>
                                      <p:tavLst>
                                        <p:tav tm="0">
                                          <p:val>
                                            <p:fltVal val="0"/>
                                          </p:val>
                                        </p:tav>
                                        <p:tav tm="100000">
                                          <p:val>
                                            <p:strVal val="#ppt_w"/>
                                          </p:val>
                                        </p:tav>
                                      </p:tavLst>
                                    </p:anim>
                                    <p:anim calcmode="lin" valueType="num">
                                      <p:cBhvr>
                                        <p:cTn id="41" dur="500" fill="hold"/>
                                        <p:tgtEl>
                                          <p:spTgt spid="39"/>
                                        </p:tgtEl>
                                        <p:attrNameLst>
                                          <p:attrName>ppt_h</p:attrName>
                                        </p:attrNameLst>
                                      </p:cBhvr>
                                      <p:tavLst>
                                        <p:tav tm="0">
                                          <p:val>
                                            <p:fltVal val="0"/>
                                          </p:val>
                                        </p:tav>
                                        <p:tav tm="100000">
                                          <p:val>
                                            <p:strVal val="#ppt_h"/>
                                          </p:val>
                                        </p:tav>
                                      </p:tavLst>
                                    </p:anim>
                                    <p:anim calcmode="lin" valueType="num">
                                      <p:cBhvr>
                                        <p:cTn id="42" dur="500" fill="hold"/>
                                        <p:tgtEl>
                                          <p:spTgt spid="39"/>
                                        </p:tgtEl>
                                        <p:attrNameLst>
                                          <p:attrName>style.rotation</p:attrName>
                                        </p:attrNameLst>
                                      </p:cBhvr>
                                      <p:tavLst>
                                        <p:tav tm="0">
                                          <p:val>
                                            <p:fltVal val="90"/>
                                          </p:val>
                                        </p:tav>
                                        <p:tav tm="100000">
                                          <p:val>
                                            <p:fltVal val="0"/>
                                          </p:val>
                                        </p:tav>
                                      </p:tavLst>
                                    </p:anim>
                                    <p:animEffect transition="in" filter="fade">
                                      <p:cBhvr>
                                        <p:cTn id="43" dur="500"/>
                                        <p:tgtEl>
                                          <p:spTgt spid="39"/>
                                        </p:tgtEl>
                                      </p:cBhvr>
                                    </p:animEffect>
                                  </p:childTnLst>
                                </p:cTn>
                              </p:par>
                            </p:childTnLst>
                          </p:cTn>
                        </p:par>
                      </p:childTnLst>
                    </p:cTn>
                  </p:par>
                  <p:par>
                    <p:cTn id="44" fill="hold">
                      <p:stCondLst>
                        <p:cond delay="indefinite"/>
                      </p:stCondLst>
                      <p:childTnLst>
                        <p:par>
                          <p:cTn id="45" fill="hold">
                            <p:stCondLst>
                              <p:cond delay="0"/>
                            </p:stCondLst>
                            <p:childTnLst>
                              <p:par>
                                <p:cTn id="46" presetID="31" presetClass="entr" presetSubtype="0" fill="hold" grpId="0" nodeType="clickEffect">
                                  <p:stCondLst>
                                    <p:cond delay="0"/>
                                  </p:stCondLst>
                                  <p:childTnLst>
                                    <p:set>
                                      <p:cBhvr>
                                        <p:cTn id="47" dur="1" fill="hold">
                                          <p:stCondLst>
                                            <p:cond delay="0"/>
                                          </p:stCondLst>
                                        </p:cTn>
                                        <p:tgtEl>
                                          <p:spTgt spid="40"/>
                                        </p:tgtEl>
                                        <p:attrNameLst>
                                          <p:attrName>style.visibility</p:attrName>
                                        </p:attrNameLst>
                                      </p:cBhvr>
                                      <p:to>
                                        <p:strVal val="visible"/>
                                      </p:to>
                                    </p:set>
                                    <p:anim calcmode="lin" valueType="num">
                                      <p:cBhvr>
                                        <p:cTn id="48" dur="500" fill="hold"/>
                                        <p:tgtEl>
                                          <p:spTgt spid="40"/>
                                        </p:tgtEl>
                                        <p:attrNameLst>
                                          <p:attrName>ppt_w</p:attrName>
                                        </p:attrNameLst>
                                      </p:cBhvr>
                                      <p:tavLst>
                                        <p:tav tm="0">
                                          <p:val>
                                            <p:fltVal val="0"/>
                                          </p:val>
                                        </p:tav>
                                        <p:tav tm="100000">
                                          <p:val>
                                            <p:strVal val="#ppt_w"/>
                                          </p:val>
                                        </p:tav>
                                      </p:tavLst>
                                    </p:anim>
                                    <p:anim calcmode="lin" valueType="num">
                                      <p:cBhvr>
                                        <p:cTn id="49" dur="500" fill="hold"/>
                                        <p:tgtEl>
                                          <p:spTgt spid="40"/>
                                        </p:tgtEl>
                                        <p:attrNameLst>
                                          <p:attrName>ppt_h</p:attrName>
                                        </p:attrNameLst>
                                      </p:cBhvr>
                                      <p:tavLst>
                                        <p:tav tm="0">
                                          <p:val>
                                            <p:fltVal val="0"/>
                                          </p:val>
                                        </p:tav>
                                        <p:tav tm="100000">
                                          <p:val>
                                            <p:strVal val="#ppt_h"/>
                                          </p:val>
                                        </p:tav>
                                      </p:tavLst>
                                    </p:anim>
                                    <p:anim calcmode="lin" valueType="num">
                                      <p:cBhvr>
                                        <p:cTn id="50" dur="500" fill="hold"/>
                                        <p:tgtEl>
                                          <p:spTgt spid="40"/>
                                        </p:tgtEl>
                                        <p:attrNameLst>
                                          <p:attrName>style.rotation</p:attrName>
                                        </p:attrNameLst>
                                      </p:cBhvr>
                                      <p:tavLst>
                                        <p:tav tm="0">
                                          <p:val>
                                            <p:fltVal val="90"/>
                                          </p:val>
                                        </p:tav>
                                        <p:tav tm="100000">
                                          <p:val>
                                            <p:fltVal val="0"/>
                                          </p:val>
                                        </p:tav>
                                      </p:tavLst>
                                    </p:anim>
                                    <p:animEffect transition="in" filter="fade">
                                      <p:cBhvr>
                                        <p:cTn id="51" dur="500"/>
                                        <p:tgtEl>
                                          <p:spTgt spid="40"/>
                                        </p:tgtEl>
                                      </p:cBhvr>
                                    </p:animEffect>
                                  </p:childTnLst>
                                </p:cTn>
                              </p:par>
                            </p:childTnLst>
                          </p:cTn>
                        </p:par>
                      </p:childTnLst>
                    </p:cTn>
                  </p:par>
                  <p:par>
                    <p:cTn id="52" fill="hold">
                      <p:stCondLst>
                        <p:cond delay="indefinite"/>
                      </p:stCondLst>
                      <p:childTnLst>
                        <p:par>
                          <p:cTn id="53" fill="hold">
                            <p:stCondLst>
                              <p:cond delay="0"/>
                            </p:stCondLst>
                            <p:childTnLst>
                              <p:par>
                                <p:cTn id="54" presetID="31" presetClass="entr" presetSubtype="0" fill="hold" grpId="0" nodeType="clickEffect">
                                  <p:stCondLst>
                                    <p:cond delay="0"/>
                                  </p:stCondLst>
                                  <p:childTnLst>
                                    <p:set>
                                      <p:cBhvr>
                                        <p:cTn id="55" dur="1" fill="hold">
                                          <p:stCondLst>
                                            <p:cond delay="0"/>
                                          </p:stCondLst>
                                        </p:cTn>
                                        <p:tgtEl>
                                          <p:spTgt spid="38"/>
                                        </p:tgtEl>
                                        <p:attrNameLst>
                                          <p:attrName>style.visibility</p:attrName>
                                        </p:attrNameLst>
                                      </p:cBhvr>
                                      <p:to>
                                        <p:strVal val="visible"/>
                                      </p:to>
                                    </p:set>
                                    <p:anim calcmode="lin" valueType="num">
                                      <p:cBhvr>
                                        <p:cTn id="56" dur="500" fill="hold"/>
                                        <p:tgtEl>
                                          <p:spTgt spid="38"/>
                                        </p:tgtEl>
                                        <p:attrNameLst>
                                          <p:attrName>ppt_w</p:attrName>
                                        </p:attrNameLst>
                                      </p:cBhvr>
                                      <p:tavLst>
                                        <p:tav tm="0">
                                          <p:val>
                                            <p:fltVal val="0"/>
                                          </p:val>
                                        </p:tav>
                                        <p:tav tm="100000">
                                          <p:val>
                                            <p:strVal val="#ppt_w"/>
                                          </p:val>
                                        </p:tav>
                                      </p:tavLst>
                                    </p:anim>
                                    <p:anim calcmode="lin" valueType="num">
                                      <p:cBhvr>
                                        <p:cTn id="57" dur="500" fill="hold"/>
                                        <p:tgtEl>
                                          <p:spTgt spid="38"/>
                                        </p:tgtEl>
                                        <p:attrNameLst>
                                          <p:attrName>ppt_h</p:attrName>
                                        </p:attrNameLst>
                                      </p:cBhvr>
                                      <p:tavLst>
                                        <p:tav tm="0">
                                          <p:val>
                                            <p:fltVal val="0"/>
                                          </p:val>
                                        </p:tav>
                                        <p:tav tm="100000">
                                          <p:val>
                                            <p:strVal val="#ppt_h"/>
                                          </p:val>
                                        </p:tav>
                                      </p:tavLst>
                                    </p:anim>
                                    <p:anim calcmode="lin" valueType="num">
                                      <p:cBhvr>
                                        <p:cTn id="58" dur="500" fill="hold"/>
                                        <p:tgtEl>
                                          <p:spTgt spid="38"/>
                                        </p:tgtEl>
                                        <p:attrNameLst>
                                          <p:attrName>style.rotation</p:attrName>
                                        </p:attrNameLst>
                                      </p:cBhvr>
                                      <p:tavLst>
                                        <p:tav tm="0">
                                          <p:val>
                                            <p:fltVal val="90"/>
                                          </p:val>
                                        </p:tav>
                                        <p:tav tm="100000">
                                          <p:val>
                                            <p:fltVal val="0"/>
                                          </p:val>
                                        </p:tav>
                                      </p:tavLst>
                                    </p:anim>
                                    <p:animEffect transition="in" filter="fade">
                                      <p:cBhvr>
                                        <p:cTn id="59" dur="500"/>
                                        <p:tgtEl>
                                          <p:spTgt spid="38"/>
                                        </p:tgtEl>
                                      </p:cBhvr>
                                    </p:animEffect>
                                  </p:childTnLst>
                                </p:cTn>
                              </p:par>
                            </p:childTnLst>
                          </p:cTn>
                        </p:par>
                        <p:par>
                          <p:cTn id="60" fill="hold">
                            <p:stCondLst>
                              <p:cond delay="500"/>
                            </p:stCondLst>
                            <p:childTnLst>
                              <p:par>
                                <p:cTn id="61" presetID="22" presetClass="entr" presetSubtype="8" fill="hold" nodeType="afterEffect">
                                  <p:stCondLst>
                                    <p:cond delay="0"/>
                                  </p:stCondLst>
                                  <p:childTnLst>
                                    <p:set>
                                      <p:cBhvr>
                                        <p:cTn id="62" dur="1" fill="hold">
                                          <p:stCondLst>
                                            <p:cond delay="0"/>
                                          </p:stCondLst>
                                        </p:cTn>
                                        <p:tgtEl>
                                          <p:spTgt spid="50"/>
                                        </p:tgtEl>
                                        <p:attrNameLst>
                                          <p:attrName>style.visibility</p:attrName>
                                        </p:attrNameLst>
                                      </p:cBhvr>
                                      <p:to>
                                        <p:strVal val="visible"/>
                                      </p:to>
                                    </p:set>
                                    <p:animEffect transition="in" filter="wipe(left)">
                                      <p:cBhvr>
                                        <p:cTn id="63" dur="500"/>
                                        <p:tgtEl>
                                          <p:spTgt spid="50"/>
                                        </p:tgtEl>
                                      </p:cBhvr>
                                    </p:animEffect>
                                  </p:childTnLst>
                                </p:cTn>
                              </p:par>
                            </p:childTnLst>
                          </p:cTn>
                        </p:par>
                        <p:par>
                          <p:cTn id="64" fill="hold">
                            <p:stCondLst>
                              <p:cond delay="1000"/>
                            </p:stCondLst>
                            <p:childTnLst>
                              <p:par>
                                <p:cTn id="65" presetID="22" presetClass="entr" presetSubtype="8" fill="hold" grpId="0" nodeType="afterEffect">
                                  <p:stCondLst>
                                    <p:cond delay="0"/>
                                  </p:stCondLst>
                                  <p:childTnLst>
                                    <p:set>
                                      <p:cBhvr>
                                        <p:cTn id="66" dur="1" fill="hold">
                                          <p:stCondLst>
                                            <p:cond delay="0"/>
                                          </p:stCondLst>
                                        </p:cTn>
                                        <p:tgtEl>
                                          <p:spTgt spid="53"/>
                                        </p:tgtEl>
                                        <p:attrNameLst>
                                          <p:attrName>style.visibility</p:attrName>
                                        </p:attrNameLst>
                                      </p:cBhvr>
                                      <p:to>
                                        <p:strVal val="visible"/>
                                      </p:to>
                                    </p:set>
                                    <p:animEffect transition="in" filter="wipe(left)">
                                      <p:cBhvr>
                                        <p:cTn id="67" dur="500"/>
                                        <p:tgtEl>
                                          <p:spTgt spid="53"/>
                                        </p:tgtEl>
                                      </p:cBhvr>
                                    </p:animEffect>
                                  </p:childTnLst>
                                </p:cTn>
                              </p:par>
                            </p:childTnLst>
                          </p:cTn>
                        </p:par>
                        <p:par>
                          <p:cTn id="68" fill="hold">
                            <p:stCondLst>
                              <p:cond delay="1500"/>
                            </p:stCondLst>
                            <p:childTnLst>
                              <p:par>
                                <p:cTn id="69" presetID="22" presetClass="entr" presetSubtype="8" fill="hold"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wipe(left)">
                                      <p:cBhvr>
                                        <p:cTn id="71" dur="500"/>
                                        <p:tgtEl>
                                          <p:spTgt spid="54"/>
                                        </p:tgtEl>
                                      </p:cBhvr>
                                    </p:animEffect>
                                  </p:childTnLst>
                                </p:cTn>
                              </p:par>
                            </p:childTnLst>
                          </p:cTn>
                        </p:par>
                        <p:par>
                          <p:cTn id="72" fill="hold">
                            <p:stCondLst>
                              <p:cond delay="2000"/>
                            </p:stCondLst>
                            <p:childTnLst>
                              <p:par>
                                <p:cTn id="73" presetID="22" presetClass="entr" presetSubtype="8" fill="hold" grpId="0" nodeType="afterEffect">
                                  <p:stCondLst>
                                    <p:cond delay="0"/>
                                  </p:stCondLst>
                                  <p:childTnLst>
                                    <p:set>
                                      <p:cBhvr>
                                        <p:cTn id="74" dur="1" fill="hold">
                                          <p:stCondLst>
                                            <p:cond delay="0"/>
                                          </p:stCondLst>
                                        </p:cTn>
                                        <p:tgtEl>
                                          <p:spTgt spid="57"/>
                                        </p:tgtEl>
                                        <p:attrNameLst>
                                          <p:attrName>style.visibility</p:attrName>
                                        </p:attrNameLst>
                                      </p:cBhvr>
                                      <p:to>
                                        <p:strVal val="visible"/>
                                      </p:to>
                                    </p:set>
                                    <p:animEffect transition="in" filter="wipe(left)">
                                      <p:cBhvr>
                                        <p:cTn id="75" dur="500"/>
                                        <p:tgtEl>
                                          <p:spTgt spid="57"/>
                                        </p:tgtEl>
                                      </p:cBhvr>
                                    </p:animEffect>
                                  </p:childTnLst>
                                </p:cTn>
                              </p:par>
                            </p:childTnLst>
                          </p:cTn>
                        </p:par>
                        <p:par>
                          <p:cTn id="76" fill="hold">
                            <p:stCondLst>
                              <p:cond delay="2500"/>
                            </p:stCondLst>
                            <p:childTnLst>
                              <p:par>
                                <p:cTn id="77" presetID="22" presetClass="entr" presetSubtype="8"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left)">
                                      <p:cBhvr>
                                        <p:cTn id="79" dur="500"/>
                                        <p:tgtEl>
                                          <p:spTgt spid="58"/>
                                        </p:tgtEl>
                                      </p:cBhvr>
                                    </p:animEffect>
                                  </p:childTnLst>
                                </p:cTn>
                              </p:par>
                            </p:childTnLst>
                          </p:cTn>
                        </p:par>
                        <p:par>
                          <p:cTn id="80" fill="hold">
                            <p:stCondLst>
                              <p:cond delay="3000"/>
                            </p:stCondLst>
                            <p:childTnLst>
                              <p:par>
                                <p:cTn id="81" presetID="22" presetClass="entr" presetSubtype="8" fill="hold" grpId="0" nodeType="afterEffect">
                                  <p:stCondLst>
                                    <p:cond delay="0"/>
                                  </p:stCondLst>
                                  <p:childTnLst>
                                    <p:set>
                                      <p:cBhvr>
                                        <p:cTn id="82" dur="1" fill="hold">
                                          <p:stCondLst>
                                            <p:cond delay="0"/>
                                          </p:stCondLst>
                                        </p:cTn>
                                        <p:tgtEl>
                                          <p:spTgt spid="61"/>
                                        </p:tgtEl>
                                        <p:attrNameLst>
                                          <p:attrName>style.visibility</p:attrName>
                                        </p:attrNameLst>
                                      </p:cBhvr>
                                      <p:to>
                                        <p:strVal val="visible"/>
                                      </p:to>
                                    </p:set>
                                    <p:animEffect transition="in" filter="wipe(left)">
                                      <p:cBhvr>
                                        <p:cTn id="83" dur="500"/>
                                        <p:tgtEl>
                                          <p:spTgt spid="61"/>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4" fill="hold" grpId="0" nodeType="clickEffect">
                                  <p:stCondLst>
                                    <p:cond delay="0"/>
                                  </p:stCondLst>
                                  <p:childTnLst>
                                    <p:set>
                                      <p:cBhvr>
                                        <p:cTn id="87" dur="1" fill="hold">
                                          <p:stCondLst>
                                            <p:cond delay="0"/>
                                          </p:stCondLst>
                                        </p:cTn>
                                        <p:tgtEl>
                                          <p:spTgt spid="62"/>
                                        </p:tgtEl>
                                        <p:attrNameLst>
                                          <p:attrName>style.visibility</p:attrName>
                                        </p:attrNameLst>
                                      </p:cBhvr>
                                      <p:to>
                                        <p:strVal val="visible"/>
                                      </p:to>
                                    </p:set>
                                    <p:animEffect transition="in" filter="wipe(down)">
                                      <p:cBhvr>
                                        <p:cTn id="88" dur="75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0" grpId="0" animBg="1"/>
      <p:bldP spid="53" grpId="0"/>
      <p:bldP spid="57" grpId="0"/>
      <p:bldP spid="61" grpId="0"/>
      <p:bldP spid="62" grpId="0"/>
      <p:bldP spid="6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8"/>
          <p:cNvSpPr txBox="1"/>
          <p:nvPr/>
        </p:nvSpPr>
        <p:spPr>
          <a:xfrm>
            <a:off x="1495362" y="4493886"/>
            <a:ext cx="1863584" cy="512887"/>
          </a:xfrm>
          <a:prstGeom prst="rect">
            <a:avLst/>
          </a:prstGeom>
          <a:noFill/>
        </p:spPr>
        <p:txBody>
          <a:bodyPr wrap="square" lIns="95238" tIns="47620" rIns="95238" bIns="47620" rtlCol="0">
            <a:spAutoFit/>
          </a:bodyPr>
          <a:lstStyle/>
          <a:p>
            <a:pPr algn="ctr">
              <a:lnSpc>
                <a:spcPct val="130000"/>
              </a:lnSpc>
            </a:pPr>
            <a:r>
              <a:rPr lang="zh-CN" altLang="en-US" sz="2083" b="1" dirty="0">
                <a:solidFill>
                  <a:srgbClr val="BF1347"/>
                </a:solidFill>
                <a:latin typeface="微软雅黑" panose="020B0503020204020204" pitchFamily="34" charset="-122"/>
                <a:ea typeface="微软雅黑" panose="020B0503020204020204" pitchFamily="34" charset="-122"/>
              </a:rPr>
              <a:t>次一级标题</a:t>
            </a:r>
          </a:p>
        </p:txBody>
      </p:sp>
      <p:sp>
        <p:nvSpPr>
          <p:cNvPr id="15" name="TextBox 19"/>
          <p:cNvSpPr txBox="1"/>
          <p:nvPr/>
        </p:nvSpPr>
        <p:spPr>
          <a:xfrm>
            <a:off x="4130854" y="2138796"/>
            <a:ext cx="2057865" cy="1036171"/>
          </a:xfrm>
          <a:prstGeom prst="rect">
            <a:avLst/>
          </a:prstGeom>
          <a:noFill/>
        </p:spPr>
        <p:txBody>
          <a:bodyPr wrap="square" lIns="95238" tIns="47620" rIns="95238" bIns="47620" rtlCol="0">
            <a:spAutoFit/>
          </a:bodyPr>
          <a:lstStyle/>
          <a:p>
            <a:pPr algn="ctr"/>
            <a:r>
              <a:rPr lang="zh-CN" altLang="en-US" sz="1527" dirty="0">
                <a:solidFill>
                  <a:schemeClr val="tx1">
                    <a:lumMod val="75000"/>
                    <a:lumOff val="25000"/>
                  </a:schemeClr>
                </a:solidFill>
                <a:latin typeface="微软雅黑" panose="020B0503020204020204" pitchFamily="34" charset="-122"/>
                <a:ea typeface="微软雅黑" panose="020B0503020204020204" pitchFamily="34" charset="-122"/>
              </a:rPr>
              <a:t>此处添加详细文本描述此处添加详细文本描述此处添加详细文本描述</a:t>
            </a:r>
          </a:p>
        </p:txBody>
      </p:sp>
      <p:sp>
        <p:nvSpPr>
          <p:cNvPr id="16" name="TextBox 20"/>
          <p:cNvSpPr txBox="1"/>
          <p:nvPr/>
        </p:nvSpPr>
        <p:spPr>
          <a:xfrm>
            <a:off x="4226095" y="3269314"/>
            <a:ext cx="1863584" cy="512887"/>
          </a:xfrm>
          <a:prstGeom prst="rect">
            <a:avLst/>
          </a:prstGeom>
          <a:noFill/>
        </p:spPr>
        <p:txBody>
          <a:bodyPr wrap="square" lIns="95238" tIns="47620" rIns="95238" bIns="47620" rtlCol="0">
            <a:spAutoFit/>
          </a:bodyPr>
          <a:lstStyle/>
          <a:p>
            <a:pPr algn="ctr">
              <a:lnSpc>
                <a:spcPct val="130000"/>
              </a:lnSpc>
            </a:pPr>
            <a:r>
              <a:rPr lang="zh-CN" altLang="en-US" sz="2083" b="1" dirty="0">
                <a:solidFill>
                  <a:srgbClr val="04447F"/>
                </a:solidFill>
                <a:latin typeface="微软雅黑" panose="020B0503020204020204" pitchFamily="34" charset="-122"/>
                <a:ea typeface="微软雅黑" panose="020B0503020204020204" pitchFamily="34" charset="-122"/>
              </a:rPr>
              <a:t>次一级标题</a:t>
            </a:r>
          </a:p>
        </p:txBody>
      </p:sp>
      <p:sp>
        <p:nvSpPr>
          <p:cNvPr id="17" name="TextBox 21"/>
          <p:cNvSpPr txBox="1"/>
          <p:nvPr/>
        </p:nvSpPr>
        <p:spPr>
          <a:xfrm>
            <a:off x="1352041" y="5055156"/>
            <a:ext cx="2057865" cy="1036171"/>
          </a:xfrm>
          <a:prstGeom prst="rect">
            <a:avLst/>
          </a:prstGeom>
          <a:noFill/>
        </p:spPr>
        <p:txBody>
          <a:bodyPr wrap="square" lIns="95238" tIns="47620" rIns="95238" bIns="47620" rtlCol="0">
            <a:spAutoFit/>
          </a:bodyPr>
          <a:lstStyle/>
          <a:p>
            <a:pPr algn="ctr"/>
            <a:r>
              <a:rPr lang="zh-CN" altLang="en-US" sz="1527" dirty="0">
                <a:solidFill>
                  <a:schemeClr val="tx1">
                    <a:lumMod val="75000"/>
                    <a:lumOff val="25000"/>
                  </a:schemeClr>
                </a:solidFill>
                <a:latin typeface="微软雅黑" panose="020B0503020204020204" pitchFamily="34" charset="-122"/>
                <a:ea typeface="微软雅黑" panose="020B0503020204020204" pitchFamily="34" charset="-122"/>
              </a:rPr>
              <a:t>此处添加详细文本描述此处添加详细文本描述此处添加详细文本描述</a:t>
            </a:r>
          </a:p>
        </p:txBody>
      </p:sp>
      <p:sp>
        <p:nvSpPr>
          <p:cNvPr id="18" name="TextBox 22"/>
          <p:cNvSpPr txBox="1"/>
          <p:nvPr/>
        </p:nvSpPr>
        <p:spPr>
          <a:xfrm>
            <a:off x="6882863" y="4493886"/>
            <a:ext cx="1863584" cy="512887"/>
          </a:xfrm>
          <a:prstGeom prst="rect">
            <a:avLst/>
          </a:prstGeom>
          <a:noFill/>
        </p:spPr>
        <p:txBody>
          <a:bodyPr wrap="square" lIns="95238" tIns="47620" rIns="95238" bIns="47620" rtlCol="0">
            <a:spAutoFit/>
          </a:bodyPr>
          <a:lstStyle/>
          <a:p>
            <a:pPr algn="ctr">
              <a:lnSpc>
                <a:spcPct val="130000"/>
              </a:lnSpc>
            </a:pPr>
            <a:r>
              <a:rPr lang="zh-CN" altLang="en-US" sz="2083" b="1" dirty="0">
                <a:solidFill>
                  <a:srgbClr val="BF1347"/>
                </a:solidFill>
                <a:latin typeface="微软雅黑" panose="020B0503020204020204" pitchFamily="34" charset="-122"/>
                <a:ea typeface="微软雅黑" panose="020B0503020204020204" pitchFamily="34" charset="-122"/>
              </a:rPr>
              <a:t>次一级标题</a:t>
            </a:r>
          </a:p>
        </p:txBody>
      </p:sp>
      <p:sp>
        <p:nvSpPr>
          <p:cNvPr id="19" name="TextBox 23"/>
          <p:cNvSpPr txBox="1"/>
          <p:nvPr/>
        </p:nvSpPr>
        <p:spPr>
          <a:xfrm>
            <a:off x="9484209" y="2138796"/>
            <a:ext cx="2057865" cy="1036171"/>
          </a:xfrm>
          <a:prstGeom prst="rect">
            <a:avLst/>
          </a:prstGeom>
          <a:noFill/>
        </p:spPr>
        <p:txBody>
          <a:bodyPr wrap="square" lIns="95238" tIns="47620" rIns="95238" bIns="47620" rtlCol="0">
            <a:spAutoFit/>
          </a:bodyPr>
          <a:lstStyle/>
          <a:p>
            <a:pPr algn="ctr"/>
            <a:r>
              <a:rPr lang="zh-CN" altLang="en-US" sz="1527" dirty="0">
                <a:solidFill>
                  <a:schemeClr val="tx1">
                    <a:lumMod val="75000"/>
                    <a:lumOff val="25000"/>
                  </a:schemeClr>
                </a:solidFill>
                <a:latin typeface="微软雅黑" panose="020B0503020204020204" pitchFamily="34" charset="-122"/>
                <a:ea typeface="微软雅黑" panose="020B0503020204020204" pitchFamily="34" charset="-122"/>
              </a:rPr>
              <a:t>此处添加详细文本描述此处添加详细文本描述此处添加详细文本描述</a:t>
            </a:r>
          </a:p>
        </p:txBody>
      </p:sp>
      <p:sp>
        <p:nvSpPr>
          <p:cNvPr id="20" name="TextBox 24"/>
          <p:cNvSpPr txBox="1"/>
          <p:nvPr/>
        </p:nvSpPr>
        <p:spPr>
          <a:xfrm>
            <a:off x="9600899" y="3269314"/>
            <a:ext cx="1863584" cy="512887"/>
          </a:xfrm>
          <a:prstGeom prst="rect">
            <a:avLst/>
          </a:prstGeom>
          <a:noFill/>
        </p:spPr>
        <p:txBody>
          <a:bodyPr wrap="square" lIns="95238" tIns="47620" rIns="95238" bIns="47620" rtlCol="0">
            <a:spAutoFit/>
          </a:bodyPr>
          <a:lstStyle/>
          <a:p>
            <a:pPr algn="ctr">
              <a:lnSpc>
                <a:spcPct val="130000"/>
              </a:lnSpc>
            </a:pPr>
            <a:r>
              <a:rPr lang="zh-CN" altLang="en-US" sz="2083" b="1" dirty="0">
                <a:solidFill>
                  <a:srgbClr val="04447F"/>
                </a:solidFill>
                <a:latin typeface="微软雅黑" panose="020B0503020204020204" pitchFamily="34" charset="-122"/>
                <a:ea typeface="微软雅黑" panose="020B0503020204020204" pitchFamily="34" charset="-122"/>
              </a:rPr>
              <a:t>次一级标题</a:t>
            </a:r>
          </a:p>
        </p:txBody>
      </p:sp>
      <p:sp>
        <p:nvSpPr>
          <p:cNvPr id="21" name="TextBox 25"/>
          <p:cNvSpPr txBox="1"/>
          <p:nvPr/>
        </p:nvSpPr>
        <p:spPr>
          <a:xfrm>
            <a:off x="6739544" y="5055156"/>
            <a:ext cx="2057865" cy="1036171"/>
          </a:xfrm>
          <a:prstGeom prst="rect">
            <a:avLst/>
          </a:prstGeom>
          <a:noFill/>
        </p:spPr>
        <p:txBody>
          <a:bodyPr wrap="square" lIns="95238" tIns="47620" rIns="95238" bIns="47620" rtlCol="0">
            <a:spAutoFit/>
          </a:bodyPr>
          <a:lstStyle/>
          <a:p>
            <a:pPr algn="ctr"/>
            <a:r>
              <a:rPr lang="zh-CN" altLang="en-US" sz="1527" dirty="0">
                <a:solidFill>
                  <a:schemeClr val="tx1">
                    <a:lumMod val="75000"/>
                    <a:lumOff val="25000"/>
                  </a:schemeClr>
                </a:solidFill>
                <a:latin typeface="微软雅黑" panose="020B0503020204020204" pitchFamily="34" charset="-122"/>
                <a:ea typeface="微软雅黑" panose="020B0503020204020204" pitchFamily="34" charset="-122"/>
              </a:rPr>
              <a:t>此处添加详细文本描述此处添加详细文本描述此处添加详细文本描述</a:t>
            </a:r>
          </a:p>
        </p:txBody>
      </p:sp>
      <p:grpSp>
        <p:nvGrpSpPr>
          <p:cNvPr id="22" name="组合 21"/>
          <p:cNvGrpSpPr/>
          <p:nvPr/>
        </p:nvGrpSpPr>
        <p:grpSpPr>
          <a:xfrm>
            <a:off x="1078152" y="1824672"/>
            <a:ext cx="2794033" cy="2515056"/>
            <a:chOff x="970904" y="1476932"/>
            <a:chExt cx="2682595" cy="2414744"/>
          </a:xfrm>
        </p:grpSpPr>
        <p:grpSp>
          <p:nvGrpSpPr>
            <p:cNvPr id="23" name="组合 22"/>
            <p:cNvGrpSpPr/>
            <p:nvPr/>
          </p:nvGrpSpPr>
          <p:grpSpPr>
            <a:xfrm>
              <a:off x="970904" y="1476932"/>
              <a:ext cx="2682595" cy="2414744"/>
              <a:chOff x="757631" y="1755286"/>
              <a:chExt cx="2682595" cy="2414744"/>
            </a:xfrm>
          </p:grpSpPr>
          <p:sp>
            <p:nvSpPr>
              <p:cNvPr id="25" name="Freeform 5"/>
              <p:cNvSpPr>
                <a:spLocks/>
              </p:cNvSpPr>
              <p:nvPr/>
            </p:nvSpPr>
            <p:spPr bwMode="auto">
              <a:xfrm>
                <a:off x="757631" y="1755286"/>
                <a:ext cx="2682595" cy="24147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1016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sp>
            <p:nvSpPr>
              <p:cNvPr id="26" name="Freeform 5"/>
              <p:cNvSpPr>
                <a:spLocks/>
              </p:cNvSpPr>
              <p:nvPr/>
            </p:nvSpPr>
            <p:spPr bwMode="auto">
              <a:xfrm>
                <a:off x="780904" y="1776236"/>
                <a:ext cx="2636048" cy="23728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100000">
                    <a:srgbClr val="DEDEDE"/>
                  </a:gs>
                  <a:gs pos="31000">
                    <a:schemeClr val="bg1"/>
                  </a:gs>
                </a:gsLst>
                <a:lin ang="135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grpSp>
        <p:sp>
          <p:nvSpPr>
            <p:cNvPr id="24" name="椭圆 23"/>
            <p:cNvSpPr/>
            <p:nvPr/>
          </p:nvSpPr>
          <p:spPr>
            <a:xfrm>
              <a:off x="1349092" y="1747820"/>
              <a:ext cx="1926218" cy="1926217"/>
            </a:xfrm>
            <a:prstGeom prst="ellipse">
              <a:avLst/>
            </a:prstGeom>
            <a:blipFill dpi="0" rotWithShape="1">
              <a:blip r:embed="rId3" cstate="email">
                <a:extLst>
                  <a:ext uri="{BEBA8EAE-BF5A-486C-A8C5-ECC9F3942E4B}">
                    <a14:imgProps xmlns:a14="http://schemas.microsoft.com/office/drawing/2010/main">
                      <a14:imgLayer r:embed="rId4">
                        <a14:imgEffect>
                          <a14:colorTemperature colorTemp="4000"/>
                        </a14:imgEffect>
                        <a14:imgEffect>
                          <a14:saturation sat="46000"/>
                        </a14:imgEffect>
                      </a14:imgLayer>
                    </a14:imgProps>
                  </a:ext>
                  <a:ext uri="{28A0092B-C50C-407E-A947-70E740481C1C}">
                    <a14:useLocalDpi xmlns:a14="http://schemas.microsoft.com/office/drawing/2010/main"/>
                  </a:ext>
                </a:extLst>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639"/>
            </a:p>
          </p:txBody>
        </p:sp>
      </p:grpSp>
      <p:grpSp>
        <p:nvGrpSpPr>
          <p:cNvPr id="27" name="组合 26"/>
          <p:cNvGrpSpPr/>
          <p:nvPr/>
        </p:nvGrpSpPr>
        <p:grpSpPr>
          <a:xfrm>
            <a:off x="1020807" y="1894203"/>
            <a:ext cx="758225" cy="758225"/>
            <a:chOff x="1377884" y="1463694"/>
            <a:chExt cx="727984" cy="727984"/>
          </a:xfrm>
        </p:grpSpPr>
        <p:grpSp>
          <p:nvGrpSpPr>
            <p:cNvPr id="28" name="组合 27"/>
            <p:cNvGrpSpPr/>
            <p:nvPr/>
          </p:nvGrpSpPr>
          <p:grpSpPr>
            <a:xfrm>
              <a:off x="1377884" y="1463694"/>
              <a:ext cx="727984" cy="727984"/>
              <a:chOff x="372609" y="2524616"/>
              <a:chExt cx="2739344" cy="2739343"/>
            </a:xfrm>
          </p:grpSpPr>
          <p:sp>
            <p:nvSpPr>
              <p:cNvPr id="30" name="椭圆 29"/>
              <p:cNvSpPr/>
              <p:nvPr/>
            </p:nvSpPr>
            <p:spPr>
              <a:xfrm>
                <a:off x="372609" y="2524616"/>
                <a:ext cx="2739344" cy="2739343"/>
              </a:xfrm>
              <a:prstGeom prst="ellipse">
                <a:avLst/>
              </a:pr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sp>
            <p:nvSpPr>
              <p:cNvPr id="31" name="椭圆 30"/>
              <p:cNvSpPr/>
              <p:nvPr/>
            </p:nvSpPr>
            <p:spPr>
              <a:xfrm>
                <a:off x="399597" y="2551604"/>
                <a:ext cx="2685369" cy="2685369"/>
              </a:xfrm>
              <a:prstGeom prst="ellipse">
                <a:avLst/>
              </a:prstGeom>
              <a:gradFill>
                <a:gsLst>
                  <a:gs pos="0">
                    <a:schemeClr val="bg1">
                      <a:lumMod val="85000"/>
                    </a:schemeClr>
                  </a:gs>
                  <a:gs pos="83000">
                    <a:schemeClr val="bg1"/>
                  </a:gs>
                </a:gsLst>
                <a:lin ang="2700000" scaled="1"/>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grpSp>
        <p:sp>
          <p:nvSpPr>
            <p:cNvPr id="29" name="TextBox 33"/>
            <p:cNvSpPr txBox="1"/>
            <p:nvPr/>
          </p:nvSpPr>
          <p:spPr>
            <a:xfrm>
              <a:off x="1542413" y="1590911"/>
              <a:ext cx="398926" cy="519467"/>
            </a:xfrm>
            <a:prstGeom prst="rect">
              <a:avLst/>
            </a:prstGeom>
            <a:noFill/>
          </p:spPr>
          <p:txBody>
            <a:bodyPr wrap="none" rtlCol="0">
              <a:spAutoFit/>
            </a:bodyPr>
            <a:lstStyle>
              <a:defPPr>
                <a:defRPr lang="zh-CN"/>
              </a:defPPr>
              <a:lvl1pPr algn="ctr">
                <a:defRPr sz="4000" b="1">
                  <a:ln>
                    <a:noFill/>
                  </a:ln>
                  <a:gradFill>
                    <a:gsLst>
                      <a:gs pos="1000">
                        <a:schemeClr val="accent5"/>
                      </a:gs>
                      <a:gs pos="46000">
                        <a:srgbClr val="7AC672"/>
                      </a:gs>
                      <a:gs pos="100000">
                        <a:schemeClr val="accent3">
                          <a:lumMod val="60000"/>
                          <a:lumOff val="40000"/>
                        </a:schemeClr>
                      </a:gs>
                    </a:gsLst>
                    <a:lin ang="13500000" scaled="1"/>
                  </a:gradFill>
                  <a:effectLst>
                    <a:outerShdw blurRad="50800" dist="50800" dir="13500000" algn="tl" rotWithShape="0">
                      <a:schemeClr val="bg1">
                        <a:alpha val="70000"/>
                      </a:schemeClr>
                    </a:outerShdw>
                  </a:effectLst>
                  <a:latin typeface="微软雅黑" panose="020B0503020204020204" pitchFamily="34" charset="-122"/>
                  <a:ea typeface="微软雅黑" panose="020B0503020204020204" pitchFamily="34" charset="-122"/>
                </a:defRPr>
              </a:lvl1pPr>
            </a:lstStyle>
            <a:p>
              <a:r>
                <a:rPr lang="en-US" altLang="zh-CN" sz="2916" dirty="0">
                  <a:solidFill>
                    <a:srgbClr val="BF1347"/>
                  </a:solidFill>
                </a:rPr>
                <a:t>1</a:t>
              </a:r>
              <a:endParaRPr lang="zh-CN" altLang="en-US" sz="2916" dirty="0">
                <a:solidFill>
                  <a:srgbClr val="BF1347"/>
                </a:solidFill>
              </a:endParaRPr>
            </a:p>
          </p:txBody>
        </p:sp>
      </p:grpSp>
      <p:grpSp>
        <p:nvGrpSpPr>
          <p:cNvPr id="32" name="组合 31"/>
          <p:cNvGrpSpPr/>
          <p:nvPr/>
        </p:nvGrpSpPr>
        <p:grpSpPr>
          <a:xfrm>
            <a:off x="3720013" y="3932832"/>
            <a:ext cx="2794033" cy="2515056"/>
            <a:chOff x="3431704" y="3501008"/>
            <a:chExt cx="2682595" cy="2414744"/>
          </a:xfrm>
        </p:grpSpPr>
        <p:grpSp>
          <p:nvGrpSpPr>
            <p:cNvPr id="33" name="组合 32"/>
            <p:cNvGrpSpPr/>
            <p:nvPr/>
          </p:nvGrpSpPr>
          <p:grpSpPr>
            <a:xfrm>
              <a:off x="3431704" y="3501008"/>
              <a:ext cx="2682595" cy="2414744"/>
              <a:chOff x="757631" y="1755286"/>
              <a:chExt cx="2682595" cy="2414744"/>
            </a:xfrm>
          </p:grpSpPr>
          <p:sp>
            <p:nvSpPr>
              <p:cNvPr id="35" name="Freeform 5"/>
              <p:cNvSpPr>
                <a:spLocks/>
              </p:cNvSpPr>
              <p:nvPr/>
            </p:nvSpPr>
            <p:spPr bwMode="auto">
              <a:xfrm>
                <a:off x="757631" y="1755286"/>
                <a:ext cx="2682595" cy="24147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1016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sp>
            <p:nvSpPr>
              <p:cNvPr id="36" name="Freeform 5"/>
              <p:cNvSpPr>
                <a:spLocks/>
              </p:cNvSpPr>
              <p:nvPr/>
            </p:nvSpPr>
            <p:spPr bwMode="auto">
              <a:xfrm>
                <a:off x="780904" y="1776236"/>
                <a:ext cx="2636048" cy="23728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100000">
                    <a:srgbClr val="DEDEDE"/>
                  </a:gs>
                  <a:gs pos="31000">
                    <a:schemeClr val="bg1"/>
                  </a:gs>
                </a:gsLst>
                <a:lin ang="135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grpSp>
        <p:sp>
          <p:nvSpPr>
            <p:cNvPr id="34" name="椭圆 33"/>
            <p:cNvSpPr/>
            <p:nvPr/>
          </p:nvSpPr>
          <p:spPr>
            <a:xfrm>
              <a:off x="3809892" y="3745271"/>
              <a:ext cx="1926218" cy="1926217"/>
            </a:xfrm>
            <a:prstGeom prst="ellipse">
              <a:avLst/>
            </a:prstGeom>
            <a:blipFill dpi="0" rotWithShape="1">
              <a:blip r:embed="rId5" cstate="email">
                <a:extLst>
                  <a:ext uri="{BEBA8EAE-BF5A-486C-A8C5-ECC9F3942E4B}">
                    <a14:imgProps xmlns:a14="http://schemas.microsoft.com/office/drawing/2010/main">
                      <a14:imgLayer r:embed="rId6">
                        <a14:imgEffect>
                          <a14:colorTemperature colorTemp="3375"/>
                        </a14:imgEffect>
                        <a14:imgEffect>
                          <a14:saturation sat="75000"/>
                        </a14:imgEffect>
                      </a14:imgLayer>
                    </a14:imgProps>
                  </a:ext>
                  <a:ext uri="{28A0092B-C50C-407E-A947-70E740481C1C}">
                    <a14:useLocalDpi xmlns:a14="http://schemas.microsoft.com/office/drawing/2010/main"/>
                  </a:ext>
                </a:extLst>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639"/>
            </a:p>
          </p:txBody>
        </p:sp>
      </p:grpSp>
      <p:grpSp>
        <p:nvGrpSpPr>
          <p:cNvPr id="37" name="组合 36"/>
          <p:cNvGrpSpPr/>
          <p:nvPr/>
        </p:nvGrpSpPr>
        <p:grpSpPr>
          <a:xfrm>
            <a:off x="3715483" y="4005163"/>
            <a:ext cx="758225" cy="758225"/>
            <a:chOff x="1377884" y="1463694"/>
            <a:chExt cx="727984" cy="727984"/>
          </a:xfrm>
        </p:grpSpPr>
        <p:grpSp>
          <p:nvGrpSpPr>
            <p:cNvPr id="38" name="组合 37"/>
            <p:cNvGrpSpPr/>
            <p:nvPr/>
          </p:nvGrpSpPr>
          <p:grpSpPr>
            <a:xfrm>
              <a:off x="1377884" y="1463694"/>
              <a:ext cx="727984" cy="727984"/>
              <a:chOff x="372609" y="2524616"/>
              <a:chExt cx="2739344" cy="2739343"/>
            </a:xfrm>
          </p:grpSpPr>
          <p:sp>
            <p:nvSpPr>
              <p:cNvPr id="40" name="椭圆 39"/>
              <p:cNvSpPr/>
              <p:nvPr/>
            </p:nvSpPr>
            <p:spPr>
              <a:xfrm>
                <a:off x="372609" y="2524616"/>
                <a:ext cx="2739344" cy="2739343"/>
              </a:xfrm>
              <a:prstGeom prst="ellipse">
                <a:avLst/>
              </a:pr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sp>
            <p:nvSpPr>
              <p:cNvPr id="41" name="椭圆 40"/>
              <p:cNvSpPr/>
              <p:nvPr/>
            </p:nvSpPr>
            <p:spPr>
              <a:xfrm>
                <a:off x="399597" y="2551604"/>
                <a:ext cx="2685369" cy="2685369"/>
              </a:xfrm>
              <a:prstGeom prst="ellipse">
                <a:avLst/>
              </a:prstGeom>
              <a:gradFill>
                <a:gsLst>
                  <a:gs pos="0">
                    <a:schemeClr val="bg1">
                      <a:lumMod val="85000"/>
                    </a:schemeClr>
                  </a:gs>
                  <a:gs pos="83000">
                    <a:schemeClr val="bg1"/>
                  </a:gs>
                </a:gsLst>
                <a:lin ang="2700000" scaled="1"/>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grpSp>
        <p:sp>
          <p:nvSpPr>
            <p:cNvPr id="39" name="TextBox 60"/>
            <p:cNvSpPr txBox="1"/>
            <p:nvPr/>
          </p:nvSpPr>
          <p:spPr>
            <a:xfrm>
              <a:off x="1542413" y="1590911"/>
              <a:ext cx="398926" cy="519467"/>
            </a:xfrm>
            <a:prstGeom prst="rect">
              <a:avLst/>
            </a:prstGeom>
            <a:noFill/>
          </p:spPr>
          <p:txBody>
            <a:bodyPr wrap="none" rtlCol="0">
              <a:spAutoFit/>
            </a:bodyPr>
            <a:lstStyle>
              <a:defPPr>
                <a:defRPr lang="zh-CN"/>
              </a:defPPr>
              <a:lvl1pPr algn="ctr">
                <a:defRPr sz="4000" b="1">
                  <a:ln>
                    <a:noFill/>
                  </a:ln>
                  <a:gradFill>
                    <a:gsLst>
                      <a:gs pos="1000">
                        <a:schemeClr val="accent5"/>
                      </a:gs>
                      <a:gs pos="46000">
                        <a:srgbClr val="7AC672"/>
                      </a:gs>
                      <a:gs pos="100000">
                        <a:schemeClr val="accent3">
                          <a:lumMod val="60000"/>
                          <a:lumOff val="40000"/>
                        </a:schemeClr>
                      </a:gs>
                    </a:gsLst>
                    <a:lin ang="13500000" scaled="1"/>
                  </a:gradFill>
                  <a:effectLst>
                    <a:outerShdw blurRad="50800" dist="50800" dir="13500000" algn="tl" rotWithShape="0">
                      <a:schemeClr val="bg1">
                        <a:alpha val="70000"/>
                      </a:schemeClr>
                    </a:outerShdw>
                  </a:effectLst>
                  <a:latin typeface="微软雅黑" panose="020B0503020204020204" pitchFamily="34" charset="-122"/>
                  <a:ea typeface="微软雅黑" panose="020B0503020204020204" pitchFamily="34" charset="-122"/>
                </a:defRPr>
              </a:lvl1pPr>
            </a:lstStyle>
            <a:p>
              <a:r>
                <a:rPr lang="en-US" altLang="zh-CN" sz="2916" dirty="0">
                  <a:solidFill>
                    <a:srgbClr val="04447F"/>
                  </a:solidFill>
                </a:rPr>
                <a:t>2</a:t>
              </a:r>
              <a:endParaRPr lang="zh-CN" altLang="en-US" sz="2916" dirty="0">
                <a:solidFill>
                  <a:srgbClr val="04447F"/>
                </a:solidFill>
              </a:endParaRPr>
            </a:p>
          </p:txBody>
        </p:sp>
      </p:grpSp>
      <p:grpSp>
        <p:nvGrpSpPr>
          <p:cNvPr id="42" name="组合 41"/>
          <p:cNvGrpSpPr/>
          <p:nvPr/>
        </p:nvGrpSpPr>
        <p:grpSpPr>
          <a:xfrm>
            <a:off x="6416153" y="1824672"/>
            <a:ext cx="2794033" cy="2515056"/>
            <a:chOff x="6096000" y="1476932"/>
            <a:chExt cx="2682595" cy="2414744"/>
          </a:xfrm>
        </p:grpSpPr>
        <p:grpSp>
          <p:nvGrpSpPr>
            <p:cNvPr id="43" name="组合 42"/>
            <p:cNvGrpSpPr/>
            <p:nvPr/>
          </p:nvGrpSpPr>
          <p:grpSpPr>
            <a:xfrm>
              <a:off x="6096000" y="1476932"/>
              <a:ext cx="2682595" cy="2414744"/>
              <a:chOff x="757631" y="1755286"/>
              <a:chExt cx="2682595" cy="2414744"/>
            </a:xfrm>
          </p:grpSpPr>
          <p:sp>
            <p:nvSpPr>
              <p:cNvPr id="45" name="Freeform 5"/>
              <p:cNvSpPr>
                <a:spLocks/>
              </p:cNvSpPr>
              <p:nvPr/>
            </p:nvSpPr>
            <p:spPr bwMode="auto">
              <a:xfrm>
                <a:off x="757631" y="1755286"/>
                <a:ext cx="2682595" cy="24147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1016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sp>
            <p:nvSpPr>
              <p:cNvPr id="46" name="Freeform 5"/>
              <p:cNvSpPr>
                <a:spLocks/>
              </p:cNvSpPr>
              <p:nvPr/>
            </p:nvSpPr>
            <p:spPr bwMode="auto">
              <a:xfrm>
                <a:off x="780904" y="1776236"/>
                <a:ext cx="2636048" cy="23728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100000">
                    <a:srgbClr val="DEDEDE"/>
                  </a:gs>
                  <a:gs pos="31000">
                    <a:schemeClr val="bg1"/>
                  </a:gs>
                </a:gsLst>
                <a:lin ang="135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grpSp>
        <p:sp>
          <p:nvSpPr>
            <p:cNvPr id="44" name="椭圆 43"/>
            <p:cNvSpPr/>
            <p:nvPr/>
          </p:nvSpPr>
          <p:spPr>
            <a:xfrm>
              <a:off x="6475617" y="1721195"/>
              <a:ext cx="1926218" cy="1926217"/>
            </a:xfrm>
            <a:prstGeom prst="ellipse">
              <a:avLst/>
            </a:prstGeom>
            <a:blipFill dpi="0" rotWithShape="1">
              <a:blip r:embed="rId7" cstate="email">
                <a:extLst>
                  <a:ext uri="{28A0092B-C50C-407E-A947-70E740481C1C}">
                    <a14:useLocalDpi xmlns:a14="http://schemas.microsoft.com/office/drawing/2010/main"/>
                  </a:ext>
                </a:extLst>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639"/>
            </a:p>
          </p:txBody>
        </p:sp>
      </p:grpSp>
      <p:grpSp>
        <p:nvGrpSpPr>
          <p:cNvPr id="47" name="组合 46"/>
          <p:cNvGrpSpPr/>
          <p:nvPr/>
        </p:nvGrpSpPr>
        <p:grpSpPr>
          <a:xfrm>
            <a:off x="6373618" y="1894203"/>
            <a:ext cx="758225" cy="758225"/>
            <a:chOff x="1377884" y="1463694"/>
            <a:chExt cx="727984" cy="727984"/>
          </a:xfrm>
        </p:grpSpPr>
        <p:grpSp>
          <p:nvGrpSpPr>
            <p:cNvPr id="48" name="组合 47"/>
            <p:cNvGrpSpPr/>
            <p:nvPr/>
          </p:nvGrpSpPr>
          <p:grpSpPr>
            <a:xfrm>
              <a:off x="1377884" y="1463694"/>
              <a:ext cx="727984" cy="727984"/>
              <a:chOff x="372609" y="2524616"/>
              <a:chExt cx="2739344" cy="2739343"/>
            </a:xfrm>
          </p:grpSpPr>
          <p:sp>
            <p:nvSpPr>
              <p:cNvPr id="50" name="椭圆 49"/>
              <p:cNvSpPr/>
              <p:nvPr/>
            </p:nvSpPr>
            <p:spPr>
              <a:xfrm>
                <a:off x="372609" y="2524616"/>
                <a:ext cx="2739344" cy="2739343"/>
              </a:xfrm>
              <a:prstGeom prst="ellipse">
                <a:avLst/>
              </a:pr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sp>
            <p:nvSpPr>
              <p:cNvPr id="51" name="椭圆 50"/>
              <p:cNvSpPr/>
              <p:nvPr/>
            </p:nvSpPr>
            <p:spPr>
              <a:xfrm>
                <a:off x="399597" y="2551604"/>
                <a:ext cx="2685369" cy="2685369"/>
              </a:xfrm>
              <a:prstGeom prst="ellipse">
                <a:avLst/>
              </a:prstGeom>
              <a:gradFill>
                <a:gsLst>
                  <a:gs pos="0">
                    <a:schemeClr val="bg1">
                      <a:lumMod val="85000"/>
                    </a:schemeClr>
                  </a:gs>
                  <a:gs pos="83000">
                    <a:schemeClr val="bg1"/>
                  </a:gs>
                </a:gsLst>
                <a:lin ang="2700000" scaled="1"/>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grpSp>
        <p:sp>
          <p:nvSpPr>
            <p:cNvPr id="49" name="TextBox 70"/>
            <p:cNvSpPr txBox="1"/>
            <p:nvPr/>
          </p:nvSpPr>
          <p:spPr>
            <a:xfrm>
              <a:off x="1542413" y="1590911"/>
              <a:ext cx="398926" cy="519467"/>
            </a:xfrm>
            <a:prstGeom prst="rect">
              <a:avLst/>
            </a:prstGeom>
            <a:noFill/>
          </p:spPr>
          <p:txBody>
            <a:bodyPr wrap="none" rtlCol="0">
              <a:spAutoFit/>
            </a:bodyPr>
            <a:lstStyle>
              <a:defPPr>
                <a:defRPr lang="zh-CN"/>
              </a:defPPr>
              <a:lvl1pPr algn="ctr">
                <a:defRPr sz="4000" b="1">
                  <a:ln>
                    <a:noFill/>
                  </a:ln>
                  <a:gradFill>
                    <a:gsLst>
                      <a:gs pos="1000">
                        <a:schemeClr val="accent5"/>
                      </a:gs>
                      <a:gs pos="46000">
                        <a:srgbClr val="7AC672"/>
                      </a:gs>
                      <a:gs pos="100000">
                        <a:schemeClr val="accent3">
                          <a:lumMod val="60000"/>
                          <a:lumOff val="40000"/>
                        </a:schemeClr>
                      </a:gs>
                    </a:gsLst>
                    <a:lin ang="13500000" scaled="1"/>
                  </a:gradFill>
                  <a:effectLst>
                    <a:outerShdw blurRad="50800" dist="50800" dir="13500000" algn="tl" rotWithShape="0">
                      <a:schemeClr val="bg1">
                        <a:alpha val="70000"/>
                      </a:schemeClr>
                    </a:outerShdw>
                  </a:effectLst>
                  <a:latin typeface="微软雅黑" panose="020B0503020204020204" pitchFamily="34" charset="-122"/>
                  <a:ea typeface="微软雅黑" panose="020B0503020204020204" pitchFamily="34" charset="-122"/>
                </a:defRPr>
              </a:lvl1pPr>
            </a:lstStyle>
            <a:p>
              <a:r>
                <a:rPr lang="en-US" altLang="zh-CN" sz="2916" dirty="0">
                  <a:solidFill>
                    <a:srgbClr val="BF1347"/>
                  </a:solidFill>
                </a:rPr>
                <a:t>3</a:t>
              </a:r>
              <a:endParaRPr lang="zh-CN" altLang="en-US" sz="2916" dirty="0">
                <a:solidFill>
                  <a:srgbClr val="BF1347"/>
                </a:solidFill>
              </a:endParaRPr>
            </a:p>
          </p:txBody>
        </p:sp>
      </p:grpSp>
      <p:grpSp>
        <p:nvGrpSpPr>
          <p:cNvPr id="52" name="组合 51"/>
          <p:cNvGrpSpPr/>
          <p:nvPr/>
        </p:nvGrpSpPr>
        <p:grpSpPr>
          <a:xfrm>
            <a:off x="9116127" y="3932832"/>
            <a:ext cx="2794033" cy="2515056"/>
            <a:chOff x="8688288" y="3501008"/>
            <a:chExt cx="2682595" cy="2414744"/>
          </a:xfrm>
        </p:grpSpPr>
        <p:grpSp>
          <p:nvGrpSpPr>
            <p:cNvPr id="53" name="组合 52"/>
            <p:cNvGrpSpPr/>
            <p:nvPr/>
          </p:nvGrpSpPr>
          <p:grpSpPr>
            <a:xfrm>
              <a:off x="8688288" y="3501008"/>
              <a:ext cx="2682595" cy="2414744"/>
              <a:chOff x="757631" y="1755286"/>
              <a:chExt cx="2682595" cy="2414744"/>
            </a:xfrm>
          </p:grpSpPr>
          <p:sp>
            <p:nvSpPr>
              <p:cNvPr id="55" name="Freeform 5"/>
              <p:cNvSpPr>
                <a:spLocks/>
              </p:cNvSpPr>
              <p:nvPr/>
            </p:nvSpPr>
            <p:spPr bwMode="auto">
              <a:xfrm>
                <a:off x="757631" y="1755286"/>
                <a:ext cx="2682595" cy="24147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1016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sp>
            <p:nvSpPr>
              <p:cNvPr id="56" name="Freeform 5"/>
              <p:cNvSpPr>
                <a:spLocks/>
              </p:cNvSpPr>
              <p:nvPr/>
            </p:nvSpPr>
            <p:spPr bwMode="auto">
              <a:xfrm>
                <a:off x="780904" y="1776236"/>
                <a:ext cx="2636048" cy="2372844"/>
              </a:xfrm>
              <a:custGeom>
                <a:avLst/>
                <a:gdLst>
                  <a:gd name="T0" fmla="*/ 802 w 2624"/>
                  <a:gd name="T1" fmla="*/ 2362 h 2362"/>
                  <a:gd name="T2" fmla="*/ 766 w 2624"/>
                  <a:gd name="T3" fmla="*/ 2358 h 2362"/>
                  <a:gd name="T4" fmla="*/ 730 w 2624"/>
                  <a:gd name="T5" fmla="*/ 2350 h 2362"/>
                  <a:gd name="T6" fmla="*/ 656 w 2624"/>
                  <a:gd name="T7" fmla="*/ 2318 h 2362"/>
                  <a:gd name="T8" fmla="*/ 590 w 2624"/>
                  <a:gd name="T9" fmla="*/ 2270 h 2362"/>
                  <a:gd name="T10" fmla="*/ 564 w 2624"/>
                  <a:gd name="T11" fmla="*/ 2242 h 2362"/>
                  <a:gd name="T12" fmla="*/ 544 w 2624"/>
                  <a:gd name="T13" fmla="*/ 2212 h 2362"/>
                  <a:gd name="T14" fmla="*/ 34 w 2624"/>
                  <a:gd name="T15" fmla="*/ 1330 h 2362"/>
                  <a:gd name="T16" fmla="*/ 20 w 2624"/>
                  <a:gd name="T17" fmla="*/ 1298 h 2362"/>
                  <a:gd name="T18" fmla="*/ 8 w 2624"/>
                  <a:gd name="T19" fmla="*/ 1260 h 2362"/>
                  <a:gd name="T20" fmla="*/ 0 w 2624"/>
                  <a:gd name="T21" fmla="*/ 1180 h 2362"/>
                  <a:gd name="T22" fmla="*/ 8 w 2624"/>
                  <a:gd name="T23" fmla="*/ 1102 h 2362"/>
                  <a:gd name="T24" fmla="*/ 20 w 2624"/>
                  <a:gd name="T25" fmla="*/ 1064 h 2362"/>
                  <a:gd name="T26" fmla="*/ 34 w 2624"/>
                  <a:gd name="T27" fmla="*/ 1032 h 2362"/>
                  <a:gd name="T28" fmla="*/ 544 w 2624"/>
                  <a:gd name="T29" fmla="*/ 150 h 2362"/>
                  <a:gd name="T30" fmla="*/ 564 w 2624"/>
                  <a:gd name="T31" fmla="*/ 120 h 2362"/>
                  <a:gd name="T32" fmla="*/ 590 w 2624"/>
                  <a:gd name="T33" fmla="*/ 92 h 2362"/>
                  <a:gd name="T34" fmla="*/ 656 w 2624"/>
                  <a:gd name="T35" fmla="*/ 44 h 2362"/>
                  <a:gd name="T36" fmla="*/ 730 w 2624"/>
                  <a:gd name="T37" fmla="*/ 12 h 2362"/>
                  <a:gd name="T38" fmla="*/ 766 w 2624"/>
                  <a:gd name="T39" fmla="*/ 4 h 2362"/>
                  <a:gd name="T40" fmla="*/ 802 w 2624"/>
                  <a:gd name="T41" fmla="*/ 0 h 2362"/>
                  <a:gd name="T42" fmla="*/ 1820 w 2624"/>
                  <a:gd name="T43" fmla="*/ 0 h 2362"/>
                  <a:gd name="T44" fmla="*/ 1858 w 2624"/>
                  <a:gd name="T45" fmla="*/ 4 h 2362"/>
                  <a:gd name="T46" fmla="*/ 1894 w 2624"/>
                  <a:gd name="T47" fmla="*/ 12 h 2362"/>
                  <a:gd name="T48" fmla="*/ 1968 w 2624"/>
                  <a:gd name="T49" fmla="*/ 44 h 2362"/>
                  <a:gd name="T50" fmla="*/ 2032 w 2624"/>
                  <a:gd name="T51" fmla="*/ 92 h 2362"/>
                  <a:gd name="T52" fmla="*/ 2060 w 2624"/>
                  <a:gd name="T53" fmla="*/ 120 h 2362"/>
                  <a:gd name="T54" fmla="*/ 2080 w 2624"/>
                  <a:gd name="T55" fmla="*/ 150 h 2362"/>
                  <a:gd name="T56" fmla="*/ 2588 w 2624"/>
                  <a:gd name="T57" fmla="*/ 1032 h 2362"/>
                  <a:gd name="T58" fmla="*/ 2604 w 2624"/>
                  <a:gd name="T59" fmla="*/ 1064 h 2362"/>
                  <a:gd name="T60" fmla="*/ 2616 w 2624"/>
                  <a:gd name="T61" fmla="*/ 1102 h 2362"/>
                  <a:gd name="T62" fmla="*/ 2624 w 2624"/>
                  <a:gd name="T63" fmla="*/ 1180 h 2362"/>
                  <a:gd name="T64" fmla="*/ 2616 w 2624"/>
                  <a:gd name="T65" fmla="*/ 1260 h 2362"/>
                  <a:gd name="T66" fmla="*/ 2604 w 2624"/>
                  <a:gd name="T67" fmla="*/ 1298 h 2362"/>
                  <a:gd name="T68" fmla="*/ 2588 w 2624"/>
                  <a:gd name="T69" fmla="*/ 1330 h 2362"/>
                  <a:gd name="T70" fmla="*/ 2080 w 2624"/>
                  <a:gd name="T71" fmla="*/ 2212 h 2362"/>
                  <a:gd name="T72" fmla="*/ 2060 w 2624"/>
                  <a:gd name="T73" fmla="*/ 2242 h 2362"/>
                  <a:gd name="T74" fmla="*/ 2032 w 2624"/>
                  <a:gd name="T75" fmla="*/ 2270 h 2362"/>
                  <a:gd name="T76" fmla="*/ 1968 w 2624"/>
                  <a:gd name="T77" fmla="*/ 2318 h 2362"/>
                  <a:gd name="T78" fmla="*/ 1894 w 2624"/>
                  <a:gd name="T79" fmla="*/ 2350 h 2362"/>
                  <a:gd name="T80" fmla="*/ 1858 w 2624"/>
                  <a:gd name="T81" fmla="*/ 2358 h 2362"/>
                  <a:gd name="T82" fmla="*/ 1820 w 2624"/>
                  <a:gd name="T83" fmla="*/ 2362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4" h="2362">
                    <a:moveTo>
                      <a:pt x="802" y="2362"/>
                    </a:moveTo>
                    <a:lnTo>
                      <a:pt x="802" y="2362"/>
                    </a:lnTo>
                    <a:lnTo>
                      <a:pt x="784" y="2360"/>
                    </a:lnTo>
                    <a:lnTo>
                      <a:pt x="766" y="2358"/>
                    </a:lnTo>
                    <a:lnTo>
                      <a:pt x="748" y="2354"/>
                    </a:lnTo>
                    <a:lnTo>
                      <a:pt x="730" y="2350"/>
                    </a:lnTo>
                    <a:lnTo>
                      <a:pt x="692" y="2336"/>
                    </a:lnTo>
                    <a:lnTo>
                      <a:pt x="656" y="2318"/>
                    </a:lnTo>
                    <a:lnTo>
                      <a:pt x="622" y="2296"/>
                    </a:lnTo>
                    <a:lnTo>
                      <a:pt x="590" y="2270"/>
                    </a:lnTo>
                    <a:lnTo>
                      <a:pt x="578" y="2256"/>
                    </a:lnTo>
                    <a:lnTo>
                      <a:pt x="564" y="2242"/>
                    </a:lnTo>
                    <a:lnTo>
                      <a:pt x="554" y="2228"/>
                    </a:lnTo>
                    <a:lnTo>
                      <a:pt x="544" y="2212"/>
                    </a:lnTo>
                    <a:lnTo>
                      <a:pt x="34" y="1330"/>
                    </a:lnTo>
                    <a:lnTo>
                      <a:pt x="34" y="1330"/>
                    </a:lnTo>
                    <a:lnTo>
                      <a:pt x="26" y="1314"/>
                    </a:lnTo>
                    <a:lnTo>
                      <a:pt x="20" y="1298"/>
                    </a:lnTo>
                    <a:lnTo>
                      <a:pt x="14" y="1280"/>
                    </a:lnTo>
                    <a:lnTo>
                      <a:pt x="8" y="1260"/>
                    </a:lnTo>
                    <a:lnTo>
                      <a:pt x="2" y="1222"/>
                    </a:lnTo>
                    <a:lnTo>
                      <a:pt x="0" y="1180"/>
                    </a:lnTo>
                    <a:lnTo>
                      <a:pt x="2" y="1140"/>
                    </a:lnTo>
                    <a:lnTo>
                      <a:pt x="8" y="1102"/>
                    </a:lnTo>
                    <a:lnTo>
                      <a:pt x="14" y="1082"/>
                    </a:lnTo>
                    <a:lnTo>
                      <a:pt x="20" y="1064"/>
                    </a:lnTo>
                    <a:lnTo>
                      <a:pt x="26" y="1048"/>
                    </a:lnTo>
                    <a:lnTo>
                      <a:pt x="34" y="1032"/>
                    </a:lnTo>
                    <a:lnTo>
                      <a:pt x="544" y="150"/>
                    </a:lnTo>
                    <a:lnTo>
                      <a:pt x="544" y="150"/>
                    </a:lnTo>
                    <a:lnTo>
                      <a:pt x="554" y="134"/>
                    </a:lnTo>
                    <a:lnTo>
                      <a:pt x="564" y="120"/>
                    </a:lnTo>
                    <a:lnTo>
                      <a:pt x="578" y="106"/>
                    </a:lnTo>
                    <a:lnTo>
                      <a:pt x="590" y="92"/>
                    </a:lnTo>
                    <a:lnTo>
                      <a:pt x="622" y="66"/>
                    </a:lnTo>
                    <a:lnTo>
                      <a:pt x="656" y="44"/>
                    </a:lnTo>
                    <a:lnTo>
                      <a:pt x="692" y="26"/>
                    </a:lnTo>
                    <a:lnTo>
                      <a:pt x="730" y="12"/>
                    </a:lnTo>
                    <a:lnTo>
                      <a:pt x="748" y="6"/>
                    </a:lnTo>
                    <a:lnTo>
                      <a:pt x="766" y="4"/>
                    </a:lnTo>
                    <a:lnTo>
                      <a:pt x="784" y="0"/>
                    </a:lnTo>
                    <a:lnTo>
                      <a:pt x="802" y="0"/>
                    </a:lnTo>
                    <a:lnTo>
                      <a:pt x="1820" y="0"/>
                    </a:lnTo>
                    <a:lnTo>
                      <a:pt x="1820" y="0"/>
                    </a:lnTo>
                    <a:lnTo>
                      <a:pt x="1838" y="0"/>
                    </a:lnTo>
                    <a:lnTo>
                      <a:pt x="1858" y="4"/>
                    </a:lnTo>
                    <a:lnTo>
                      <a:pt x="1876" y="6"/>
                    </a:lnTo>
                    <a:lnTo>
                      <a:pt x="1894" y="12"/>
                    </a:lnTo>
                    <a:lnTo>
                      <a:pt x="1932" y="26"/>
                    </a:lnTo>
                    <a:lnTo>
                      <a:pt x="1968" y="44"/>
                    </a:lnTo>
                    <a:lnTo>
                      <a:pt x="2002" y="66"/>
                    </a:lnTo>
                    <a:lnTo>
                      <a:pt x="2032" y="92"/>
                    </a:lnTo>
                    <a:lnTo>
                      <a:pt x="2046" y="106"/>
                    </a:lnTo>
                    <a:lnTo>
                      <a:pt x="2060" y="120"/>
                    </a:lnTo>
                    <a:lnTo>
                      <a:pt x="2070" y="134"/>
                    </a:lnTo>
                    <a:lnTo>
                      <a:pt x="2080" y="150"/>
                    </a:lnTo>
                    <a:lnTo>
                      <a:pt x="2588" y="1032"/>
                    </a:lnTo>
                    <a:lnTo>
                      <a:pt x="2588" y="1032"/>
                    </a:lnTo>
                    <a:lnTo>
                      <a:pt x="2598" y="1048"/>
                    </a:lnTo>
                    <a:lnTo>
                      <a:pt x="2604" y="1064"/>
                    </a:lnTo>
                    <a:lnTo>
                      <a:pt x="2610" y="1082"/>
                    </a:lnTo>
                    <a:lnTo>
                      <a:pt x="2616" y="1102"/>
                    </a:lnTo>
                    <a:lnTo>
                      <a:pt x="2622" y="1140"/>
                    </a:lnTo>
                    <a:lnTo>
                      <a:pt x="2624" y="1180"/>
                    </a:lnTo>
                    <a:lnTo>
                      <a:pt x="2622" y="1222"/>
                    </a:lnTo>
                    <a:lnTo>
                      <a:pt x="2616" y="1260"/>
                    </a:lnTo>
                    <a:lnTo>
                      <a:pt x="2610" y="1280"/>
                    </a:lnTo>
                    <a:lnTo>
                      <a:pt x="2604" y="1298"/>
                    </a:lnTo>
                    <a:lnTo>
                      <a:pt x="2598" y="1314"/>
                    </a:lnTo>
                    <a:lnTo>
                      <a:pt x="2588" y="1330"/>
                    </a:lnTo>
                    <a:lnTo>
                      <a:pt x="2080" y="2212"/>
                    </a:lnTo>
                    <a:lnTo>
                      <a:pt x="2080" y="2212"/>
                    </a:lnTo>
                    <a:lnTo>
                      <a:pt x="2070" y="2228"/>
                    </a:lnTo>
                    <a:lnTo>
                      <a:pt x="2060" y="2242"/>
                    </a:lnTo>
                    <a:lnTo>
                      <a:pt x="2046" y="2256"/>
                    </a:lnTo>
                    <a:lnTo>
                      <a:pt x="2032" y="2270"/>
                    </a:lnTo>
                    <a:lnTo>
                      <a:pt x="2002" y="2296"/>
                    </a:lnTo>
                    <a:lnTo>
                      <a:pt x="1968" y="2318"/>
                    </a:lnTo>
                    <a:lnTo>
                      <a:pt x="1932" y="2336"/>
                    </a:lnTo>
                    <a:lnTo>
                      <a:pt x="1894" y="2350"/>
                    </a:lnTo>
                    <a:lnTo>
                      <a:pt x="1876" y="2354"/>
                    </a:lnTo>
                    <a:lnTo>
                      <a:pt x="1858" y="2358"/>
                    </a:lnTo>
                    <a:lnTo>
                      <a:pt x="1838" y="2360"/>
                    </a:lnTo>
                    <a:lnTo>
                      <a:pt x="1820" y="2362"/>
                    </a:lnTo>
                    <a:lnTo>
                      <a:pt x="802" y="2362"/>
                    </a:lnTo>
                    <a:close/>
                  </a:path>
                </a:pathLst>
              </a:custGeom>
              <a:gradFill flip="none" rotWithShape="1">
                <a:gsLst>
                  <a:gs pos="100000">
                    <a:srgbClr val="DEDEDE"/>
                  </a:gs>
                  <a:gs pos="31000">
                    <a:schemeClr val="bg1"/>
                  </a:gs>
                </a:gsLst>
                <a:lin ang="135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prstClr val="white"/>
                  </a:solidFill>
                  <a:latin typeface="微软雅黑" panose="020B0503020204020204" pitchFamily="34" charset="-122"/>
                  <a:ea typeface="微软雅黑" panose="020B0503020204020204" pitchFamily="34" charset="-122"/>
                </a:endParaRPr>
              </a:p>
            </p:txBody>
          </p:sp>
        </p:grpSp>
        <p:sp>
          <p:nvSpPr>
            <p:cNvPr id="54" name="椭圆 53"/>
            <p:cNvSpPr/>
            <p:nvPr/>
          </p:nvSpPr>
          <p:spPr>
            <a:xfrm>
              <a:off x="9066476" y="3745270"/>
              <a:ext cx="1926218" cy="1926217"/>
            </a:xfrm>
            <a:prstGeom prst="ellipse">
              <a:avLst/>
            </a:prstGeom>
            <a:blipFill dpi="0" rotWithShape="1">
              <a:blip r:embed="rId8" cstate="email">
                <a:extLst>
                  <a:ext uri="{BEBA8EAE-BF5A-486C-A8C5-ECC9F3942E4B}">
                    <a14:imgProps xmlns:a14="http://schemas.microsoft.com/office/drawing/2010/main">
                      <a14:imgLayer r:embed="rId9">
                        <a14:imgEffect>
                          <a14:colorTemperature colorTemp="1750"/>
                        </a14:imgEffect>
                        <a14:imgEffect>
                          <a14:saturation sat="36000"/>
                        </a14:imgEffect>
                      </a14:imgLayer>
                    </a14:imgProps>
                  </a:ext>
                  <a:ext uri="{28A0092B-C50C-407E-A947-70E740481C1C}">
                    <a14:useLocalDpi xmlns:a14="http://schemas.microsoft.com/office/drawing/2010/main"/>
                  </a:ext>
                </a:extLst>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639"/>
            </a:p>
          </p:txBody>
        </p:sp>
      </p:grpSp>
      <p:grpSp>
        <p:nvGrpSpPr>
          <p:cNvPr id="57" name="组合 56"/>
          <p:cNvGrpSpPr/>
          <p:nvPr/>
        </p:nvGrpSpPr>
        <p:grpSpPr>
          <a:xfrm>
            <a:off x="9100879" y="4005163"/>
            <a:ext cx="758225" cy="758225"/>
            <a:chOff x="1377884" y="1463694"/>
            <a:chExt cx="727984" cy="727984"/>
          </a:xfrm>
        </p:grpSpPr>
        <p:grpSp>
          <p:nvGrpSpPr>
            <p:cNvPr id="58" name="组合 57"/>
            <p:cNvGrpSpPr/>
            <p:nvPr/>
          </p:nvGrpSpPr>
          <p:grpSpPr>
            <a:xfrm>
              <a:off x="1377884" y="1463694"/>
              <a:ext cx="727984" cy="727984"/>
              <a:chOff x="372609" y="2524616"/>
              <a:chExt cx="2739344" cy="2739343"/>
            </a:xfrm>
          </p:grpSpPr>
          <p:sp>
            <p:nvSpPr>
              <p:cNvPr id="60" name="椭圆 59"/>
              <p:cNvSpPr/>
              <p:nvPr/>
            </p:nvSpPr>
            <p:spPr>
              <a:xfrm>
                <a:off x="372609" y="2524616"/>
                <a:ext cx="2739344" cy="2739343"/>
              </a:xfrm>
              <a:prstGeom prst="ellipse">
                <a:avLst/>
              </a:prstGeom>
              <a:gradFill flip="none" rotWithShape="1">
                <a:gsLst>
                  <a:gs pos="61000">
                    <a:srgbClr val="F6F6F6"/>
                  </a:gs>
                  <a:gs pos="30000">
                    <a:srgbClr val="E0E0E0"/>
                  </a:gs>
                  <a:gs pos="1000">
                    <a:srgbClr val="DEDEDE"/>
                  </a:gs>
                  <a:gs pos="100000">
                    <a:schemeClr val="bg1"/>
                  </a:gs>
                </a:gsLst>
                <a:lin ang="13500000" scaled="1"/>
                <a:tileRect/>
              </a:gradFill>
              <a:ln w="19050">
                <a:noFill/>
              </a:ln>
              <a:effectLst>
                <a:outerShdw blurRad="228600" dist="889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sp>
            <p:nvSpPr>
              <p:cNvPr id="61" name="椭圆 60"/>
              <p:cNvSpPr/>
              <p:nvPr/>
            </p:nvSpPr>
            <p:spPr>
              <a:xfrm>
                <a:off x="399597" y="2551604"/>
                <a:ext cx="2685369" cy="2685369"/>
              </a:xfrm>
              <a:prstGeom prst="ellipse">
                <a:avLst/>
              </a:prstGeom>
              <a:gradFill>
                <a:gsLst>
                  <a:gs pos="0">
                    <a:schemeClr val="bg1">
                      <a:lumMod val="85000"/>
                    </a:schemeClr>
                  </a:gs>
                  <a:gs pos="83000">
                    <a:schemeClr val="bg1"/>
                  </a:gs>
                </a:gsLst>
                <a:lin ang="2700000" scaled="1"/>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639">
                  <a:solidFill>
                    <a:srgbClr val="0070C0"/>
                  </a:solidFill>
                  <a:latin typeface="微软雅黑" panose="020B0503020204020204" pitchFamily="34" charset="-122"/>
                  <a:ea typeface="微软雅黑" panose="020B0503020204020204" pitchFamily="34" charset="-122"/>
                </a:endParaRPr>
              </a:p>
            </p:txBody>
          </p:sp>
        </p:grpSp>
        <p:sp>
          <p:nvSpPr>
            <p:cNvPr id="59" name="TextBox 80"/>
            <p:cNvSpPr txBox="1"/>
            <p:nvPr/>
          </p:nvSpPr>
          <p:spPr>
            <a:xfrm>
              <a:off x="1542413" y="1590911"/>
              <a:ext cx="398926" cy="519467"/>
            </a:xfrm>
            <a:prstGeom prst="rect">
              <a:avLst/>
            </a:prstGeom>
            <a:noFill/>
          </p:spPr>
          <p:txBody>
            <a:bodyPr wrap="none" rtlCol="0">
              <a:spAutoFit/>
            </a:bodyPr>
            <a:lstStyle>
              <a:defPPr>
                <a:defRPr lang="zh-CN"/>
              </a:defPPr>
              <a:lvl1pPr algn="ctr">
                <a:defRPr sz="4000" b="1">
                  <a:ln>
                    <a:noFill/>
                  </a:ln>
                  <a:gradFill>
                    <a:gsLst>
                      <a:gs pos="1000">
                        <a:schemeClr val="accent5"/>
                      </a:gs>
                      <a:gs pos="46000">
                        <a:srgbClr val="7AC672"/>
                      </a:gs>
                      <a:gs pos="100000">
                        <a:schemeClr val="accent3">
                          <a:lumMod val="60000"/>
                          <a:lumOff val="40000"/>
                        </a:schemeClr>
                      </a:gs>
                    </a:gsLst>
                    <a:lin ang="13500000" scaled="1"/>
                  </a:gradFill>
                  <a:effectLst>
                    <a:outerShdw blurRad="50800" dist="50800" dir="13500000" algn="tl" rotWithShape="0">
                      <a:schemeClr val="bg1">
                        <a:alpha val="70000"/>
                      </a:schemeClr>
                    </a:outerShdw>
                  </a:effectLst>
                  <a:latin typeface="微软雅黑" panose="020B0503020204020204" pitchFamily="34" charset="-122"/>
                  <a:ea typeface="微软雅黑" panose="020B0503020204020204" pitchFamily="34" charset="-122"/>
                </a:defRPr>
              </a:lvl1pPr>
            </a:lstStyle>
            <a:p>
              <a:r>
                <a:rPr lang="en-US" altLang="zh-CN" sz="2916" dirty="0">
                  <a:solidFill>
                    <a:srgbClr val="04447F"/>
                  </a:solidFill>
                </a:rPr>
                <a:t>4</a:t>
              </a:r>
              <a:endParaRPr lang="zh-CN" altLang="en-US" sz="2916" dirty="0">
                <a:solidFill>
                  <a:srgbClr val="04447F"/>
                </a:solidFill>
              </a:endParaRPr>
            </a:p>
          </p:txBody>
        </p:sp>
      </p:grpSp>
      <p:sp>
        <p:nvSpPr>
          <p:cNvPr id="62" name="文本框 61"/>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63" name="直接连接符 62"/>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64"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65"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66"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268940947"/>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5"/>
                                        </p:tgtEl>
                                        <p:attrNameLst>
                                          <p:attrName>ppt_y</p:attrName>
                                        </p:attrNameLst>
                                      </p:cBhvr>
                                      <p:tavLst>
                                        <p:tav tm="0">
                                          <p:val>
                                            <p:strVal val="#ppt_y"/>
                                          </p:val>
                                        </p:tav>
                                        <p:tav tm="100000">
                                          <p:val>
                                            <p:strVal val="#ppt_y"/>
                                          </p:val>
                                        </p:tav>
                                      </p:tavLst>
                                    </p:anim>
                                    <p:anim calcmode="lin" valueType="num">
                                      <p:cBhvr>
                                        <p:cTn id="9" dur="500" fill="hold"/>
                                        <p:tgtEl>
                                          <p:spTgt spid="6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5"/>
                                        </p:tgtEl>
                                      </p:cBhvr>
                                    </p:animEffect>
                                  </p:childTnLst>
                                </p:cTn>
                              </p:par>
                            </p:childTnLst>
                          </p:cTn>
                        </p:par>
                        <p:par>
                          <p:cTn id="12" fill="hold">
                            <p:stCondLst>
                              <p:cond delay="750"/>
                            </p:stCondLst>
                            <p:childTnLst>
                              <p:par>
                                <p:cTn id="13" presetID="2" presetClass="entr" presetSubtype="2" decel="100000" fill="hold" nodeType="after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000" fill="hold"/>
                                        <p:tgtEl>
                                          <p:spTgt spid="22"/>
                                        </p:tgtEl>
                                        <p:attrNameLst>
                                          <p:attrName>ppt_x</p:attrName>
                                        </p:attrNameLst>
                                      </p:cBhvr>
                                      <p:tavLst>
                                        <p:tav tm="0">
                                          <p:val>
                                            <p:strVal val="1+#ppt_w/2"/>
                                          </p:val>
                                        </p:tav>
                                        <p:tav tm="100000">
                                          <p:val>
                                            <p:strVal val="#ppt_x"/>
                                          </p:val>
                                        </p:tav>
                                      </p:tavLst>
                                    </p:anim>
                                    <p:anim calcmode="lin" valueType="num">
                                      <p:cBhvr additive="base">
                                        <p:cTn id="16" dur="1000" fill="hold"/>
                                        <p:tgtEl>
                                          <p:spTgt spid="22"/>
                                        </p:tgtEl>
                                        <p:attrNameLst>
                                          <p:attrName>ppt_y</p:attrName>
                                        </p:attrNameLst>
                                      </p:cBhvr>
                                      <p:tavLst>
                                        <p:tav tm="0">
                                          <p:val>
                                            <p:strVal val="#ppt_y"/>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1000"/>
                                        <p:tgtEl>
                                          <p:spTgt spid="22"/>
                                        </p:tgtEl>
                                      </p:cBhvr>
                                    </p:animEffect>
                                  </p:childTnLst>
                                </p:cTn>
                              </p:par>
                            </p:childTnLst>
                          </p:cTn>
                        </p:par>
                        <p:par>
                          <p:cTn id="20" fill="hold">
                            <p:stCondLst>
                              <p:cond delay="1750"/>
                            </p:stCondLst>
                            <p:childTnLst>
                              <p:par>
                                <p:cTn id="21" presetID="42" presetClass="entr" presetSubtype="0" fill="hold" nodeType="after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fade">
                                      <p:cBhvr>
                                        <p:cTn id="23" dur="500"/>
                                        <p:tgtEl>
                                          <p:spTgt spid="27"/>
                                        </p:tgtEl>
                                      </p:cBhvr>
                                    </p:animEffect>
                                    <p:anim calcmode="lin" valueType="num">
                                      <p:cBhvr>
                                        <p:cTn id="24" dur="500" fill="hold"/>
                                        <p:tgtEl>
                                          <p:spTgt spid="27"/>
                                        </p:tgtEl>
                                        <p:attrNameLst>
                                          <p:attrName>ppt_x</p:attrName>
                                        </p:attrNameLst>
                                      </p:cBhvr>
                                      <p:tavLst>
                                        <p:tav tm="0">
                                          <p:val>
                                            <p:strVal val="#ppt_x"/>
                                          </p:val>
                                        </p:tav>
                                        <p:tav tm="100000">
                                          <p:val>
                                            <p:strVal val="#ppt_x"/>
                                          </p:val>
                                        </p:tav>
                                      </p:tavLst>
                                    </p:anim>
                                    <p:anim calcmode="lin" valueType="num">
                                      <p:cBhvr>
                                        <p:cTn id="25" dur="500" fill="hold"/>
                                        <p:tgtEl>
                                          <p:spTgt spid="27"/>
                                        </p:tgtEl>
                                        <p:attrNameLst>
                                          <p:attrName>ppt_y</p:attrName>
                                        </p:attrNameLst>
                                      </p:cBhvr>
                                      <p:tavLst>
                                        <p:tav tm="0">
                                          <p:val>
                                            <p:strVal val="#ppt_y+.1"/>
                                          </p:val>
                                        </p:tav>
                                        <p:tav tm="100000">
                                          <p:val>
                                            <p:strVal val="#ppt_y"/>
                                          </p:val>
                                        </p:tav>
                                      </p:tavLst>
                                    </p:anim>
                                  </p:childTnLst>
                                </p:cTn>
                              </p:par>
                            </p:childTnLst>
                          </p:cTn>
                        </p:par>
                        <p:par>
                          <p:cTn id="26" fill="hold">
                            <p:stCondLst>
                              <p:cond delay="2250"/>
                            </p:stCondLst>
                            <p:childTnLst>
                              <p:par>
                                <p:cTn id="27" presetID="53" presetClass="entr" presetSubtype="16" fill="hold" grpId="0" nodeType="afterEffect">
                                  <p:stCondLst>
                                    <p:cond delay="0"/>
                                  </p:stCondLst>
                                  <p:iterate type="lt">
                                    <p:tmPct val="10000"/>
                                  </p:iterate>
                                  <p:childTnLst>
                                    <p:set>
                                      <p:cBhvr>
                                        <p:cTn id="28" dur="1" fill="hold">
                                          <p:stCondLst>
                                            <p:cond delay="0"/>
                                          </p:stCondLst>
                                        </p:cTn>
                                        <p:tgtEl>
                                          <p:spTgt spid="14"/>
                                        </p:tgtEl>
                                        <p:attrNameLst>
                                          <p:attrName>style.visibility</p:attrName>
                                        </p:attrNameLst>
                                      </p:cBhvr>
                                      <p:to>
                                        <p:strVal val="visible"/>
                                      </p:to>
                                    </p:set>
                                    <p:anim calcmode="lin" valueType="num">
                                      <p:cBhvr>
                                        <p:cTn id="29" dur="300" fill="hold"/>
                                        <p:tgtEl>
                                          <p:spTgt spid="14"/>
                                        </p:tgtEl>
                                        <p:attrNameLst>
                                          <p:attrName>ppt_w</p:attrName>
                                        </p:attrNameLst>
                                      </p:cBhvr>
                                      <p:tavLst>
                                        <p:tav tm="0">
                                          <p:val>
                                            <p:fltVal val="0"/>
                                          </p:val>
                                        </p:tav>
                                        <p:tav tm="100000">
                                          <p:val>
                                            <p:strVal val="#ppt_w"/>
                                          </p:val>
                                        </p:tav>
                                      </p:tavLst>
                                    </p:anim>
                                    <p:anim calcmode="lin" valueType="num">
                                      <p:cBhvr>
                                        <p:cTn id="30" dur="300" fill="hold"/>
                                        <p:tgtEl>
                                          <p:spTgt spid="14"/>
                                        </p:tgtEl>
                                        <p:attrNameLst>
                                          <p:attrName>ppt_h</p:attrName>
                                        </p:attrNameLst>
                                      </p:cBhvr>
                                      <p:tavLst>
                                        <p:tav tm="0">
                                          <p:val>
                                            <p:fltVal val="0"/>
                                          </p:val>
                                        </p:tav>
                                        <p:tav tm="100000">
                                          <p:val>
                                            <p:strVal val="#ppt_h"/>
                                          </p:val>
                                        </p:tav>
                                      </p:tavLst>
                                    </p:anim>
                                    <p:animEffect transition="in" filter="fade">
                                      <p:cBhvr>
                                        <p:cTn id="31" dur="300"/>
                                        <p:tgtEl>
                                          <p:spTgt spid="14"/>
                                        </p:tgtEl>
                                      </p:cBhvr>
                                    </p:animEffect>
                                  </p:childTnLst>
                                </p:cTn>
                              </p:par>
                            </p:childTnLst>
                          </p:cTn>
                        </p:par>
                        <p:par>
                          <p:cTn id="32" fill="hold">
                            <p:stCondLst>
                              <p:cond delay="2670"/>
                            </p:stCondLst>
                            <p:childTnLst>
                              <p:par>
                                <p:cTn id="33" presetID="53" presetClass="entr" presetSubtype="16" fill="hold" grpId="0" nodeType="afterEffect">
                                  <p:stCondLst>
                                    <p:cond delay="0"/>
                                  </p:stCondLst>
                                  <p:iterate type="lt">
                                    <p:tmPct val="10000"/>
                                  </p:iterate>
                                  <p:childTnLst>
                                    <p:set>
                                      <p:cBhvr>
                                        <p:cTn id="34" dur="1" fill="hold">
                                          <p:stCondLst>
                                            <p:cond delay="0"/>
                                          </p:stCondLst>
                                        </p:cTn>
                                        <p:tgtEl>
                                          <p:spTgt spid="17"/>
                                        </p:tgtEl>
                                        <p:attrNameLst>
                                          <p:attrName>style.visibility</p:attrName>
                                        </p:attrNameLst>
                                      </p:cBhvr>
                                      <p:to>
                                        <p:strVal val="visible"/>
                                      </p:to>
                                    </p:set>
                                    <p:anim calcmode="lin" valueType="num">
                                      <p:cBhvr>
                                        <p:cTn id="35" dur="250" fill="hold"/>
                                        <p:tgtEl>
                                          <p:spTgt spid="17"/>
                                        </p:tgtEl>
                                        <p:attrNameLst>
                                          <p:attrName>ppt_w</p:attrName>
                                        </p:attrNameLst>
                                      </p:cBhvr>
                                      <p:tavLst>
                                        <p:tav tm="0">
                                          <p:val>
                                            <p:fltVal val="0"/>
                                          </p:val>
                                        </p:tav>
                                        <p:tav tm="100000">
                                          <p:val>
                                            <p:strVal val="#ppt_w"/>
                                          </p:val>
                                        </p:tav>
                                      </p:tavLst>
                                    </p:anim>
                                    <p:anim calcmode="lin" valueType="num">
                                      <p:cBhvr>
                                        <p:cTn id="36" dur="250" fill="hold"/>
                                        <p:tgtEl>
                                          <p:spTgt spid="17"/>
                                        </p:tgtEl>
                                        <p:attrNameLst>
                                          <p:attrName>ppt_h</p:attrName>
                                        </p:attrNameLst>
                                      </p:cBhvr>
                                      <p:tavLst>
                                        <p:tav tm="0">
                                          <p:val>
                                            <p:fltVal val="0"/>
                                          </p:val>
                                        </p:tav>
                                        <p:tav tm="100000">
                                          <p:val>
                                            <p:strVal val="#ppt_h"/>
                                          </p:val>
                                        </p:tav>
                                      </p:tavLst>
                                    </p:anim>
                                    <p:animEffect transition="in" filter="fade">
                                      <p:cBhvr>
                                        <p:cTn id="37" dur="250"/>
                                        <p:tgtEl>
                                          <p:spTgt spid="17"/>
                                        </p:tgtEl>
                                      </p:cBhvr>
                                    </p:animEffect>
                                  </p:childTnLst>
                                </p:cTn>
                              </p:par>
                            </p:childTnLst>
                          </p:cTn>
                        </p:par>
                        <p:par>
                          <p:cTn id="38" fill="hold">
                            <p:stCondLst>
                              <p:cond delay="3645"/>
                            </p:stCondLst>
                            <p:childTnLst>
                              <p:par>
                                <p:cTn id="39" presetID="2" presetClass="entr" presetSubtype="1" decel="100000" fill="hold" nodeType="afterEffect">
                                  <p:stCondLst>
                                    <p:cond delay="0"/>
                                  </p:stCondLst>
                                  <p:childTnLst>
                                    <p:set>
                                      <p:cBhvr>
                                        <p:cTn id="40" dur="1" fill="hold">
                                          <p:stCondLst>
                                            <p:cond delay="0"/>
                                          </p:stCondLst>
                                        </p:cTn>
                                        <p:tgtEl>
                                          <p:spTgt spid="32"/>
                                        </p:tgtEl>
                                        <p:attrNameLst>
                                          <p:attrName>style.visibility</p:attrName>
                                        </p:attrNameLst>
                                      </p:cBhvr>
                                      <p:to>
                                        <p:strVal val="visible"/>
                                      </p:to>
                                    </p:set>
                                    <p:anim calcmode="lin" valueType="num">
                                      <p:cBhvr additive="base">
                                        <p:cTn id="41" dur="1000" fill="hold"/>
                                        <p:tgtEl>
                                          <p:spTgt spid="32"/>
                                        </p:tgtEl>
                                        <p:attrNameLst>
                                          <p:attrName>ppt_x</p:attrName>
                                        </p:attrNameLst>
                                      </p:cBhvr>
                                      <p:tavLst>
                                        <p:tav tm="0">
                                          <p:val>
                                            <p:strVal val="#ppt_x"/>
                                          </p:val>
                                        </p:tav>
                                        <p:tav tm="100000">
                                          <p:val>
                                            <p:strVal val="#ppt_x"/>
                                          </p:val>
                                        </p:tav>
                                      </p:tavLst>
                                    </p:anim>
                                    <p:anim calcmode="lin" valueType="num">
                                      <p:cBhvr additive="base">
                                        <p:cTn id="42" dur="1000" fill="hold"/>
                                        <p:tgtEl>
                                          <p:spTgt spid="32"/>
                                        </p:tgtEl>
                                        <p:attrNameLst>
                                          <p:attrName>ppt_y</p:attrName>
                                        </p:attrNameLst>
                                      </p:cBhvr>
                                      <p:tavLst>
                                        <p:tav tm="0">
                                          <p:val>
                                            <p:strVal val="0-#ppt_h/2"/>
                                          </p:val>
                                        </p:tav>
                                        <p:tav tm="100000">
                                          <p:val>
                                            <p:strVal val="#ppt_y"/>
                                          </p:val>
                                        </p:tav>
                                      </p:tavLst>
                                    </p:anim>
                                  </p:childTnLst>
                                </p:cTn>
                              </p:par>
                              <p:par>
                                <p:cTn id="43" presetID="10" presetClass="entr" presetSubtype="0" fill="hold" nodeType="with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1000"/>
                                        <p:tgtEl>
                                          <p:spTgt spid="32"/>
                                        </p:tgtEl>
                                      </p:cBhvr>
                                    </p:animEffect>
                                  </p:childTnLst>
                                </p:cTn>
                              </p:par>
                            </p:childTnLst>
                          </p:cTn>
                        </p:par>
                        <p:par>
                          <p:cTn id="46" fill="hold">
                            <p:stCondLst>
                              <p:cond delay="4645"/>
                            </p:stCondLst>
                            <p:childTnLst>
                              <p:par>
                                <p:cTn id="47" presetID="42" presetClass="entr" presetSubtype="0" fill="hold" nodeType="after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500"/>
                                        <p:tgtEl>
                                          <p:spTgt spid="37"/>
                                        </p:tgtEl>
                                      </p:cBhvr>
                                    </p:animEffect>
                                    <p:anim calcmode="lin" valueType="num">
                                      <p:cBhvr>
                                        <p:cTn id="50" dur="500" fill="hold"/>
                                        <p:tgtEl>
                                          <p:spTgt spid="37"/>
                                        </p:tgtEl>
                                        <p:attrNameLst>
                                          <p:attrName>ppt_x</p:attrName>
                                        </p:attrNameLst>
                                      </p:cBhvr>
                                      <p:tavLst>
                                        <p:tav tm="0">
                                          <p:val>
                                            <p:strVal val="#ppt_x"/>
                                          </p:val>
                                        </p:tav>
                                        <p:tav tm="100000">
                                          <p:val>
                                            <p:strVal val="#ppt_x"/>
                                          </p:val>
                                        </p:tav>
                                      </p:tavLst>
                                    </p:anim>
                                    <p:anim calcmode="lin" valueType="num">
                                      <p:cBhvr>
                                        <p:cTn id="51" dur="500" fill="hold"/>
                                        <p:tgtEl>
                                          <p:spTgt spid="37"/>
                                        </p:tgtEl>
                                        <p:attrNameLst>
                                          <p:attrName>ppt_y</p:attrName>
                                        </p:attrNameLst>
                                      </p:cBhvr>
                                      <p:tavLst>
                                        <p:tav tm="0">
                                          <p:val>
                                            <p:strVal val="#ppt_y+.1"/>
                                          </p:val>
                                        </p:tav>
                                        <p:tav tm="100000">
                                          <p:val>
                                            <p:strVal val="#ppt_y"/>
                                          </p:val>
                                        </p:tav>
                                      </p:tavLst>
                                    </p:anim>
                                  </p:childTnLst>
                                </p:cTn>
                              </p:par>
                            </p:childTnLst>
                          </p:cTn>
                        </p:par>
                        <p:par>
                          <p:cTn id="52" fill="hold">
                            <p:stCondLst>
                              <p:cond delay="5145"/>
                            </p:stCondLst>
                            <p:childTnLst>
                              <p:par>
                                <p:cTn id="53" presetID="53" presetClass="entr" presetSubtype="16" fill="hold" grpId="0" nodeType="afterEffect">
                                  <p:stCondLst>
                                    <p:cond delay="0"/>
                                  </p:stCondLst>
                                  <p:iterate type="lt">
                                    <p:tmPct val="10000"/>
                                  </p:iterate>
                                  <p:childTnLst>
                                    <p:set>
                                      <p:cBhvr>
                                        <p:cTn id="54" dur="1" fill="hold">
                                          <p:stCondLst>
                                            <p:cond delay="0"/>
                                          </p:stCondLst>
                                        </p:cTn>
                                        <p:tgtEl>
                                          <p:spTgt spid="16"/>
                                        </p:tgtEl>
                                        <p:attrNameLst>
                                          <p:attrName>style.visibility</p:attrName>
                                        </p:attrNameLst>
                                      </p:cBhvr>
                                      <p:to>
                                        <p:strVal val="visible"/>
                                      </p:to>
                                    </p:set>
                                    <p:anim calcmode="lin" valueType="num">
                                      <p:cBhvr>
                                        <p:cTn id="55" dur="300" fill="hold"/>
                                        <p:tgtEl>
                                          <p:spTgt spid="16"/>
                                        </p:tgtEl>
                                        <p:attrNameLst>
                                          <p:attrName>ppt_w</p:attrName>
                                        </p:attrNameLst>
                                      </p:cBhvr>
                                      <p:tavLst>
                                        <p:tav tm="0">
                                          <p:val>
                                            <p:fltVal val="0"/>
                                          </p:val>
                                        </p:tav>
                                        <p:tav tm="100000">
                                          <p:val>
                                            <p:strVal val="#ppt_w"/>
                                          </p:val>
                                        </p:tav>
                                      </p:tavLst>
                                    </p:anim>
                                    <p:anim calcmode="lin" valueType="num">
                                      <p:cBhvr>
                                        <p:cTn id="56" dur="300" fill="hold"/>
                                        <p:tgtEl>
                                          <p:spTgt spid="16"/>
                                        </p:tgtEl>
                                        <p:attrNameLst>
                                          <p:attrName>ppt_h</p:attrName>
                                        </p:attrNameLst>
                                      </p:cBhvr>
                                      <p:tavLst>
                                        <p:tav tm="0">
                                          <p:val>
                                            <p:fltVal val="0"/>
                                          </p:val>
                                        </p:tav>
                                        <p:tav tm="100000">
                                          <p:val>
                                            <p:strVal val="#ppt_h"/>
                                          </p:val>
                                        </p:tav>
                                      </p:tavLst>
                                    </p:anim>
                                    <p:animEffect transition="in" filter="fade">
                                      <p:cBhvr>
                                        <p:cTn id="57" dur="300"/>
                                        <p:tgtEl>
                                          <p:spTgt spid="16"/>
                                        </p:tgtEl>
                                      </p:cBhvr>
                                    </p:animEffect>
                                  </p:childTnLst>
                                </p:cTn>
                              </p:par>
                            </p:childTnLst>
                          </p:cTn>
                        </p:par>
                        <p:par>
                          <p:cTn id="58" fill="hold">
                            <p:stCondLst>
                              <p:cond delay="5565"/>
                            </p:stCondLst>
                            <p:childTnLst>
                              <p:par>
                                <p:cTn id="59" presetID="53" presetClass="entr" presetSubtype="16" fill="hold" grpId="0" nodeType="afterEffect">
                                  <p:stCondLst>
                                    <p:cond delay="0"/>
                                  </p:stCondLst>
                                  <p:iterate type="lt">
                                    <p:tmPct val="10000"/>
                                  </p:iterate>
                                  <p:childTnLst>
                                    <p:set>
                                      <p:cBhvr>
                                        <p:cTn id="60" dur="1" fill="hold">
                                          <p:stCondLst>
                                            <p:cond delay="0"/>
                                          </p:stCondLst>
                                        </p:cTn>
                                        <p:tgtEl>
                                          <p:spTgt spid="15"/>
                                        </p:tgtEl>
                                        <p:attrNameLst>
                                          <p:attrName>style.visibility</p:attrName>
                                        </p:attrNameLst>
                                      </p:cBhvr>
                                      <p:to>
                                        <p:strVal val="visible"/>
                                      </p:to>
                                    </p:set>
                                    <p:anim calcmode="lin" valueType="num">
                                      <p:cBhvr>
                                        <p:cTn id="61" dur="250" fill="hold"/>
                                        <p:tgtEl>
                                          <p:spTgt spid="15"/>
                                        </p:tgtEl>
                                        <p:attrNameLst>
                                          <p:attrName>ppt_w</p:attrName>
                                        </p:attrNameLst>
                                      </p:cBhvr>
                                      <p:tavLst>
                                        <p:tav tm="0">
                                          <p:val>
                                            <p:fltVal val="0"/>
                                          </p:val>
                                        </p:tav>
                                        <p:tav tm="100000">
                                          <p:val>
                                            <p:strVal val="#ppt_w"/>
                                          </p:val>
                                        </p:tav>
                                      </p:tavLst>
                                    </p:anim>
                                    <p:anim calcmode="lin" valueType="num">
                                      <p:cBhvr>
                                        <p:cTn id="62" dur="250" fill="hold"/>
                                        <p:tgtEl>
                                          <p:spTgt spid="15"/>
                                        </p:tgtEl>
                                        <p:attrNameLst>
                                          <p:attrName>ppt_h</p:attrName>
                                        </p:attrNameLst>
                                      </p:cBhvr>
                                      <p:tavLst>
                                        <p:tav tm="0">
                                          <p:val>
                                            <p:fltVal val="0"/>
                                          </p:val>
                                        </p:tav>
                                        <p:tav tm="100000">
                                          <p:val>
                                            <p:strVal val="#ppt_h"/>
                                          </p:val>
                                        </p:tav>
                                      </p:tavLst>
                                    </p:anim>
                                    <p:animEffect transition="in" filter="fade">
                                      <p:cBhvr>
                                        <p:cTn id="63" dur="250"/>
                                        <p:tgtEl>
                                          <p:spTgt spid="15"/>
                                        </p:tgtEl>
                                      </p:cBhvr>
                                    </p:animEffect>
                                  </p:childTnLst>
                                </p:cTn>
                              </p:par>
                            </p:childTnLst>
                          </p:cTn>
                        </p:par>
                        <p:par>
                          <p:cTn id="64" fill="hold">
                            <p:stCondLst>
                              <p:cond delay="6540"/>
                            </p:stCondLst>
                            <p:childTnLst>
                              <p:par>
                                <p:cTn id="65" presetID="2" presetClass="entr" presetSubtype="2" decel="100000" fill="hold" nodeType="after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000" fill="hold"/>
                                        <p:tgtEl>
                                          <p:spTgt spid="42"/>
                                        </p:tgtEl>
                                        <p:attrNameLst>
                                          <p:attrName>ppt_x</p:attrName>
                                        </p:attrNameLst>
                                      </p:cBhvr>
                                      <p:tavLst>
                                        <p:tav tm="0">
                                          <p:val>
                                            <p:strVal val="1+#ppt_w/2"/>
                                          </p:val>
                                        </p:tav>
                                        <p:tav tm="100000">
                                          <p:val>
                                            <p:strVal val="#ppt_x"/>
                                          </p:val>
                                        </p:tav>
                                      </p:tavLst>
                                    </p:anim>
                                    <p:anim calcmode="lin" valueType="num">
                                      <p:cBhvr additive="base">
                                        <p:cTn id="68" dur="1000" fill="hold"/>
                                        <p:tgtEl>
                                          <p:spTgt spid="42"/>
                                        </p:tgtEl>
                                        <p:attrNameLst>
                                          <p:attrName>ppt_y</p:attrName>
                                        </p:attrNameLst>
                                      </p:cBhvr>
                                      <p:tavLst>
                                        <p:tav tm="0">
                                          <p:val>
                                            <p:strVal val="#ppt_y"/>
                                          </p:val>
                                        </p:tav>
                                        <p:tav tm="100000">
                                          <p:val>
                                            <p:strVal val="#ppt_y"/>
                                          </p:val>
                                        </p:tav>
                                      </p:tavLst>
                                    </p:anim>
                                  </p:childTnLst>
                                </p:cTn>
                              </p:par>
                              <p:par>
                                <p:cTn id="69" presetID="10" presetClass="entr" presetSubtype="0" fill="hold" nodeType="withEffect">
                                  <p:stCondLst>
                                    <p:cond delay="0"/>
                                  </p:stCondLst>
                                  <p:childTnLst>
                                    <p:set>
                                      <p:cBhvr>
                                        <p:cTn id="70" dur="1" fill="hold">
                                          <p:stCondLst>
                                            <p:cond delay="0"/>
                                          </p:stCondLst>
                                        </p:cTn>
                                        <p:tgtEl>
                                          <p:spTgt spid="42"/>
                                        </p:tgtEl>
                                        <p:attrNameLst>
                                          <p:attrName>style.visibility</p:attrName>
                                        </p:attrNameLst>
                                      </p:cBhvr>
                                      <p:to>
                                        <p:strVal val="visible"/>
                                      </p:to>
                                    </p:set>
                                    <p:animEffect transition="in" filter="fade">
                                      <p:cBhvr>
                                        <p:cTn id="71" dur="1000"/>
                                        <p:tgtEl>
                                          <p:spTgt spid="42"/>
                                        </p:tgtEl>
                                      </p:cBhvr>
                                    </p:animEffect>
                                  </p:childTnLst>
                                </p:cTn>
                              </p:par>
                            </p:childTnLst>
                          </p:cTn>
                        </p:par>
                        <p:par>
                          <p:cTn id="72" fill="hold">
                            <p:stCondLst>
                              <p:cond delay="7540"/>
                            </p:stCondLst>
                            <p:childTnLst>
                              <p:par>
                                <p:cTn id="73" presetID="42" presetClass="entr" presetSubtype="0" fill="hold" nodeType="afterEffect">
                                  <p:stCondLst>
                                    <p:cond delay="0"/>
                                  </p:stCondLst>
                                  <p:childTnLst>
                                    <p:set>
                                      <p:cBhvr>
                                        <p:cTn id="74" dur="1" fill="hold">
                                          <p:stCondLst>
                                            <p:cond delay="0"/>
                                          </p:stCondLst>
                                        </p:cTn>
                                        <p:tgtEl>
                                          <p:spTgt spid="47"/>
                                        </p:tgtEl>
                                        <p:attrNameLst>
                                          <p:attrName>style.visibility</p:attrName>
                                        </p:attrNameLst>
                                      </p:cBhvr>
                                      <p:to>
                                        <p:strVal val="visible"/>
                                      </p:to>
                                    </p:set>
                                    <p:animEffect transition="in" filter="fade">
                                      <p:cBhvr>
                                        <p:cTn id="75" dur="500"/>
                                        <p:tgtEl>
                                          <p:spTgt spid="47"/>
                                        </p:tgtEl>
                                      </p:cBhvr>
                                    </p:animEffect>
                                    <p:anim calcmode="lin" valueType="num">
                                      <p:cBhvr>
                                        <p:cTn id="76" dur="500" fill="hold"/>
                                        <p:tgtEl>
                                          <p:spTgt spid="47"/>
                                        </p:tgtEl>
                                        <p:attrNameLst>
                                          <p:attrName>ppt_x</p:attrName>
                                        </p:attrNameLst>
                                      </p:cBhvr>
                                      <p:tavLst>
                                        <p:tav tm="0">
                                          <p:val>
                                            <p:strVal val="#ppt_x"/>
                                          </p:val>
                                        </p:tav>
                                        <p:tav tm="100000">
                                          <p:val>
                                            <p:strVal val="#ppt_x"/>
                                          </p:val>
                                        </p:tav>
                                      </p:tavLst>
                                    </p:anim>
                                    <p:anim calcmode="lin" valueType="num">
                                      <p:cBhvr>
                                        <p:cTn id="77" dur="500" fill="hold"/>
                                        <p:tgtEl>
                                          <p:spTgt spid="47"/>
                                        </p:tgtEl>
                                        <p:attrNameLst>
                                          <p:attrName>ppt_y</p:attrName>
                                        </p:attrNameLst>
                                      </p:cBhvr>
                                      <p:tavLst>
                                        <p:tav tm="0">
                                          <p:val>
                                            <p:strVal val="#ppt_y+.1"/>
                                          </p:val>
                                        </p:tav>
                                        <p:tav tm="100000">
                                          <p:val>
                                            <p:strVal val="#ppt_y"/>
                                          </p:val>
                                        </p:tav>
                                      </p:tavLst>
                                    </p:anim>
                                  </p:childTnLst>
                                </p:cTn>
                              </p:par>
                            </p:childTnLst>
                          </p:cTn>
                        </p:par>
                        <p:par>
                          <p:cTn id="78" fill="hold">
                            <p:stCondLst>
                              <p:cond delay="8040"/>
                            </p:stCondLst>
                            <p:childTnLst>
                              <p:par>
                                <p:cTn id="79" presetID="53" presetClass="entr" presetSubtype="16" fill="hold" grpId="0" nodeType="afterEffect">
                                  <p:stCondLst>
                                    <p:cond delay="0"/>
                                  </p:stCondLst>
                                  <p:iterate type="lt">
                                    <p:tmPct val="10000"/>
                                  </p:iterate>
                                  <p:childTnLst>
                                    <p:set>
                                      <p:cBhvr>
                                        <p:cTn id="80" dur="1" fill="hold">
                                          <p:stCondLst>
                                            <p:cond delay="0"/>
                                          </p:stCondLst>
                                        </p:cTn>
                                        <p:tgtEl>
                                          <p:spTgt spid="18"/>
                                        </p:tgtEl>
                                        <p:attrNameLst>
                                          <p:attrName>style.visibility</p:attrName>
                                        </p:attrNameLst>
                                      </p:cBhvr>
                                      <p:to>
                                        <p:strVal val="visible"/>
                                      </p:to>
                                    </p:set>
                                    <p:anim calcmode="lin" valueType="num">
                                      <p:cBhvr>
                                        <p:cTn id="81" dur="300" fill="hold"/>
                                        <p:tgtEl>
                                          <p:spTgt spid="18"/>
                                        </p:tgtEl>
                                        <p:attrNameLst>
                                          <p:attrName>ppt_w</p:attrName>
                                        </p:attrNameLst>
                                      </p:cBhvr>
                                      <p:tavLst>
                                        <p:tav tm="0">
                                          <p:val>
                                            <p:fltVal val="0"/>
                                          </p:val>
                                        </p:tav>
                                        <p:tav tm="100000">
                                          <p:val>
                                            <p:strVal val="#ppt_w"/>
                                          </p:val>
                                        </p:tav>
                                      </p:tavLst>
                                    </p:anim>
                                    <p:anim calcmode="lin" valueType="num">
                                      <p:cBhvr>
                                        <p:cTn id="82" dur="300" fill="hold"/>
                                        <p:tgtEl>
                                          <p:spTgt spid="18"/>
                                        </p:tgtEl>
                                        <p:attrNameLst>
                                          <p:attrName>ppt_h</p:attrName>
                                        </p:attrNameLst>
                                      </p:cBhvr>
                                      <p:tavLst>
                                        <p:tav tm="0">
                                          <p:val>
                                            <p:fltVal val="0"/>
                                          </p:val>
                                        </p:tav>
                                        <p:tav tm="100000">
                                          <p:val>
                                            <p:strVal val="#ppt_h"/>
                                          </p:val>
                                        </p:tav>
                                      </p:tavLst>
                                    </p:anim>
                                    <p:animEffect transition="in" filter="fade">
                                      <p:cBhvr>
                                        <p:cTn id="83" dur="300"/>
                                        <p:tgtEl>
                                          <p:spTgt spid="18"/>
                                        </p:tgtEl>
                                      </p:cBhvr>
                                    </p:animEffect>
                                  </p:childTnLst>
                                </p:cTn>
                              </p:par>
                            </p:childTnLst>
                          </p:cTn>
                        </p:par>
                        <p:par>
                          <p:cTn id="84" fill="hold">
                            <p:stCondLst>
                              <p:cond delay="8460"/>
                            </p:stCondLst>
                            <p:childTnLst>
                              <p:par>
                                <p:cTn id="85" presetID="53" presetClass="entr" presetSubtype="16" fill="hold" grpId="0" nodeType="afterEffect">
                                  <p:stCondLst>
                                    <p:cond delay="0"/>
                                  </p:stCondLst>
                                  <p:iterate type="lt">
                                    <p:tmPct val="10000"/>
                                  </p:iterate>
                                  <p:childTnLst>
                                    <p:set>
                                      <p:cBhvr>
                                        <p:cTn id="86" dur="1" fill="hold">
                                          <p:stCondLst>
                                            <p:cond delay="0"/>
                                          </p:stCondLst>
                                        </p:cTn>
                                        <p:tgtEl>
                                          <p:spTgt spid="21"/>
                                        </p:tgtEl>
                                        <p:attrNameLst>
                                          <p:attrName>style.visibility</p:attrName>
                                        </p:attrNameLst>
                                      </p:cBhvr>
                                      <p:to>
                                        <p:strVal val="visible"/>
                                      </p:to>
                                    </p:set>
                                    <p:anim calcmode="lin" valueType="num">
                                      <p:cBhvr>
                                        <p:cTn id="87" dur="250" fill="hold"/>
                                        <p:tgtEl>
                                          <p:spTgt spid="21"/>
                                        </p:tgtEl>
                                        <p:attrNameLst>
                                          <p:attrName>ppt_w</p:attrName>
                                        </p:attrNameLst>
                                      </p:cBhvr>
                                      <p:tavLst>
                                        <p:tav tm="0">
                                          <p:val>
                                            <p:fltVal val="0"/>
                                          </p:val>
                                        </p:tav>
                                        <p:tav tm="100000">
                                          <p:val>
                                            <p:strVal val="#ppt_w"/>
                                          </p:val>
                                        </p:tav>
                                      </p:tavLst>
                                    </p:anim>
                                    <p:anim calcmode="lin" valueType="num">
                                      <p:cBhvr>
                                        <p:cTn id="88" dur="250" fill="hold"/>
                                        <p:tgtEl>
                                          <p:spTgt spid="21"/>
                                        </p:tgtEl>
                                        <p:attrNameLst>
                                          <p:attrName>ppt_h</p:attrName>
                                        </p:attrNameLst>
                                      </p:cBhvr>
                                      <p:tavLst>
                                        <p:tav tm="0">
                                          <p:val>
                                            <p:fltVal val="0"/>
                                          </p:val>
                                        </p:tav>
                                        <p:tav tm="100000">
                                          <p:val>
                                            <p:strVal val="#ppt_h"/>
                                          </p:val>
                                        </p:tav>
                                      </p:tavLst>
                                    </p:anim>
                                    <p:animEffect transition="in" filter="fade">
                                      <p:cBhvr>
                                        <p:cTn id="89" dur="250"/>
                                        <p:tgtEl>
                                          <p:spTgt spid="21"/>
                                        </p:tgtEl>
                                      </p:cBhvr>
                                    </p:animEffect>
                                  </p:childTnLst>
                                </p:cTn>
                              </p:par>
                            </p:childTnLst>
                          </p:cTn>
                        </p:par>
                        <p:par>
                          <p:cTn id="90" fill="hold">
                            <p:stCondLst>
                              <p:cond delay="9435"/>
                            </p:stCondLst>
                            <p:childTnLst>
                              <p:par>
                                <p:cTn id="91" presetID="2" presetClass="entr" presetSubtype="8" decel="100000" fill="hold" nodeType="afterEffect">
                                  <p:stCondLst>
                                    <p:cond delay="0"/>
                                  </p:stCondLst>
                                  <p:childTnLst>
                                    <p:set>
                                      <p:cBhvr>
                                        <p:cTn id="92" dur="1" fill="hold">
                                          <p:stCondLst>
                                            <p:cond delay="0"/>
                                          </p:stCondLst>
                                        </p:cTn>
                                        <p:tgtEl>
                                          <p:spTgt spid="52"/>
                                        </p:tgtEl>
                                        <p:attrNameLst>
                                          <p:attrName>style.visibility</p:attrName>
                                        </p:attrNameLst>
                                      </p:cBhvr>
                                      <p:to>
                                        <p:strVal val="visible"/>
                                      </p:to>
                                    </p:set>
                                    <p:anim calcmode="lin" valueType="num">
                                      <p:cBhvr additive="base">
                                        <p:cTn id="93" dur="1000" fill="hold"/>
                                        <p:tgtEl>
                                          <p:spTgt spid="52"/>
                                        </p:tgtEl>
                                        <p:attrNameLst>
                                          <p:attrName>ppt_x</p:attrName>
                                        </p:attrNameLst>
                                      </p:cBhvr>
                                      <p:tavLst>
                                        <p:tav tm="0">
                                          <p:val>
                                            <p:strVal val="0-#ppt_w/2"/>
                                          </p:val>
                                        </p:tav>
                                        <p:tav tm="100000">
                                          <p:val>
                                            <p:strVal val="#ppt_x"/>
                                          </p:val>
                                        </p:tav>
                                      </p:tavLst>
                                    </p:anim>
                                    <p:anim calcmode="lin" valueType="num">
                                      <p:cBhvr additive="base">
                                        <p:cTn id="94" dur="1000" fill="hold"/>
                                        <p:tgtEl>
                                          <p:spTgt spid="52"/>
                                        </p:tgtEl>
                                        <p:attrNameLst>
                                          <p:attrName>ppt_y</p:attrName>
                                        </p:attrNameLst>
                                      </p:cBhvr>
                                      <p:tavLst>
                                        <p:tav tm="0">
                                          <p:val>
                                            <p:strVal val="#ppt_y"/>
                                          </p:val>
                                        </p:tav>
                                        <p:tav tm="100000">
                                          <p:val>
                                            <p:strVal val="#ppt_y"/>
                                          </p:val>
                                        </p:tav>
                                      </p:tavLst>
                                    </p:anim>
                                  </p:childTnLst>
                                </p:cTn>
                              </p:par>
                              <p:par>
                                <p:cTn id="95" presetID="10" presetClass="entr" presetSubtype="0" fill="hold" nodeType="withEffect">
                                  <p:stCondLst>
                                    <p:cond delay="0"/>
                                  </p:stCondLst>
                                  <p:childTnLst>
                                    <p:set>
                                      <p:cBhvr>
                                        <p:cTn id="96" dur="1" fill="hold">
                                          <p:stCondLst>
                                            <p:cond delay="0"/>
                                          </p:stCondLst>
                                        </p:cTn>
                                        <p:tgtEl>
                                          <p:spTgt spid="52"/>
                                        </p:tgtEl>
                                        <p:attrNameLst>
                                          <p:attrName>style.visibility</p:attrName>
                                        </p:attrNameLst>
                                      </p:cBhvr>
                                      <p:to>
                                        <p:strVal val="visible"/>
                                      </p:to>
                                    </p:set>
                                    <p:animEffect transition="in" filter="fade">
                                      <p:cBhvr>
                                        <p:cTn id="97" dur="1000"/>
                                        <p:tgtEl>
                                          <p:spTgt spid="52"/>
                                        </p:tgtEl>
                                      </p:cBhvr>
                                    </p:animEffect>
                                  </p:childTnLst>
                                </p:cTn>
                              </p:par>
                            </p:childTnLst>
                          </p:cTn>
                        </p:par>
                        <p:par>
                          <p:cTn id="98" fill="hold">
                            <p:stCondLst>
                              <p:cond delay="10435"/>
                            </p:stCondLst>
                            <p:childTnLst>
                              <p:par>
                                <p:cTn id="99" presetID="42" presetClass="entr" presetSubtype="0" fill="hold"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fade">
                                      <p:cBhvr>
                                        <p:cTn id="101" dur="500"/>
                                        <p:tgtEl>
                                          <p:spTgt spid="57"/>
                                        </p:tgtEl>
                                      </p:cBhvr>
                                    </p:animEffect>
                                    <p:anim calcmode="lin" valueType="num">
                                      <p:cBhvr>
                                        <p:cTn id="102" dur="500" fill="hold"/>
                                        <p:tgtEl>
                                          <p:spTgt spid="57"/>
                                        </p:tgtEl>
                                        <p:attrNameLst>
                                          <p:attrName>ppt_x</p:attrName>
                                        </p:attrNameLst>
                                      </p:cBhvr>
                                      <p:tavLst>
                                        <p:tav tm="0">
                                          <p:val>
                                            <p:strVal val="#ppt_x"/>
                                          </p:val>
                                        </p:tav>
                                        <p:tav tm="100000">
                                          <p:val>
                                            <p:strVal val="#ppt_x"/>
                                          </p:val>
                                        </p:tav>
                                      </p:tavLst>
                                    </p:anim>
                                    <p:anim calcmode="lin" valueType="num">
                                      <p:cBhvr>
                                        <p:cTn id="103" dur="500" fill="hold"/>
                                        <p:tgtEl>
                                          <p:spTgt spid="57"/>
                                        </p:tgtEl>
                                        <p:attrNameLst>
                                          <p:attrName>ppt_y</p:attrName>
                                        </p:attrNameLst>
                                      </p:cBhvr>
                                      <p:tavLst>
                                        <p:tav tm="0">
                                          <p:val>
                                            <p:strVal val="#ppt_y+.1"/>
                                          </p:val>
                                        </p:tav>
                                        <p:tav tm="100000">
                                          <p:val>
                                            <p:strVal val="#ppt_y"/>
                                          </p:val>
                                        </p:tav>
                                      </p:tavLst>
                                    </p:anim>
                                  </p:childTnLst>
                                </p:cTn>
                              </p:par>
                            </p:childTnLst>
                          </p:cTn>
                        </p:par>
                        <p:par>
                          <p:cTn id="104" fill="hold">
                            <p:stCondLst>
                              <p:cond delay="10935"/>
                            </p:stCondLst>
                            <p:childTnLst>
                              <p:par>
                                <p:cTn id="105" presetID="53" presetClass="entr" presetSubtype="16" fill="hold" grpId="0" nodeType="afterEffect">
                                  <p:stCondLst>
                                    <p:cond delay="0"/>
                                  </p:stCondLst>
                                  <p:iterate type="lt">
                                    <p:tmPct val="10000"/>
                                  </p:iterate>
                                  <p:childTnLst>
                                    <p:set>
                                      <p:cBhvr>
                                        <p:cTn id="106" dur="1" fill="hold">
                                          <p:stCondLst>
                                            <p:cond delay="0"/>
                                          </p:stCondLst>
                                        </p:cTn>
                                        <p:tgtEl>
                                          <p:spTgt spid="20"/>
                                        </p:tgtEl>
                                        <p:attrNameLst>
                                          <p:attrName>style.visibility</p:attrName>
                                        </p:attrNameLst>
                                      </p:cBhvr>
                                      <p:to>
                                        <p:strVal val="visible"/>
                                      </p:to>
                                    </p:set>
                                    <p:anim calcmode="lin" valueType="num">
                                      <p:cBhvr>
                                        <p:cTn id="107" dur="300" fill="hold"/>
                                        <p:tgtEl>
                                          <p:spTgt spid="20"/>
                                        </p:tgtEl>
                                        <p:attrNameLst>
                                          <p:attrName>ppt_w</p:attrName>
                                        </p:attrNameLst>
                                      </p:cBhvr>
                                      <p:tavLst>
                                        <p:tav tm="0">
                                          <p:val>
                                            <p:fltVal val="0"/>
                                          </p:val>
                                        </p:tav>
                                        <p:tav tm="100000">
                                          <p:val>
                                            <p:strVal val="#ppt_w"/>
                                          </p:val>
                                        </p:tav>
                                      </p:tavLst>
                                    </p:anim>
                                    <p:anim calcmode="lin" valueType="num">
                                      <p:cBhvr>
                                        <p:cTn id="108" dur="300" fill="hold"/>
                                        <p:tgtEl>
                                          <p:spTgt spid="20"/>
                                        </p:tgtEl>
                                        <p:attrNameLst>
                                          <p:attrName>ppt_h</p:attrName>
                                        </p:attrNameLst>
                                      </p:cBhvr>
                                      <p:tavLst>
                                        <p:tav tm="0">
                                          <p:val>
                                            <p:fltVal val="0"/>
                                          </p:val>
                                        </p:tav>
                                        <p:tav tm="100000">
                                          <p:val>
                                            <p:strVal val="#ppt_h"/>
                                          </p:val>
                                        </p:tav>
                                      </p:tavLst>
                                    </p:anim>
                                    <p:animEffect transition="in" filter="fade">
                                      <p:cBhvr>
                                        <p:cTn id="109" dur="300"/>
                                        <p:tgtEl>
                                          <p:spTgt spid="20"/>
                                        </p:tgtEl>
                                      </p:cBhvr>
                                    </p:animEffect>
                                  </p:childTnLst>
                                </p:cTn>
                              </p:par>
                            </p:childTnLst>
                          </p:cTn>
                        </p:par>
                        <p:par>
                          <p:cTn id="110" fill="hold">
                            <p:stCondLst>
                              <p:cond delay="11355"/>
                            </p:stCondLst>
                            <p:childTnLst>
                              <p:par>
                                <p:cTn id="111" presetID="53" presetClass="entr" presetSubtype="16" fill="hold" grpId="0" nodeType="afterEffect">
                                  <p:stCondLst>
                                    <p:cond delay="0"/>
                                  </p:stCondLst>
                                  <p:iterate type="lt">
                                    <p:tmPct val="10000"/>
                                  </p:iterate>
                                  <p:childTnLst>
                                    <p:set>
                                      <p:cBhvr>
                                        <p:cTn id="112" dur="1" fill="hold">
                                          <p:stCondLst>
                                            <p:cond delay="0"/>
                                          </p:stCondLst>
                                        </p:cTn>
                                        <p:tgtEl>
                                          <p:spTgt spid="19"/>
                                        </p:tgtEl>
                                        <p:attrNameLst>
                                          <p:attrName>style.visibility</p:attrName>
                                        </p:attrNameLst>
                                      </p:cBhvr>
                                      <p:to>
                                        <p:strVal val="visible"/>
                                      </p:to>
                                    </p:set>
                                    <p:anim calcmode="lin" valueType="num">
                                      <p:cBhvr>
                                        <p:cTn id="113" dur="250" fill="hold"/>
                                        <p:tgtEl>
                                          <p:spTgt spid="19"/>
                                        </p:tgtEl>
                                        <p:attrNameLst>
                                          <p:attrName>ppt_w</p:attrName>
                                        </p:attrNameLst>
                                      </p:cBhvr>
                                      <p:tavLst>
                                        <p:tav tm="0">
                                          <p:val>
                                            <p:fltVal val="0"/>
                                          </p:val>
                                        </p:tav>
                                        <p:tav tm="100000">
                                          <p:val>
                                            <p:strVal val="#ppt_w"/>
                                          </p:val>
                                        </p:tav>
                                      </p:tavLst>
                                    </p:anim>
                                    <p:anim calcmode="lin" valueType="num">
                                      <p:cBhvr>
                                        <p:cTn id="114" dur="250" fill="hold"/>
                                        <p:tgtEl>
                                          <p:spTgt spid="19"/>
                                        </p:tgtEl>
                                        <p:attrNameLst>
                                          <p:attrName>ppt_h</p:attrName>
                                        </p:attrNameLst>
                                      </p:cBhvr>
                                      <p:tavLst>
                                        <p:tav tm="0">
                                          <p:val>
                                            <p:fltVal val="0"/>
                                          </p:val>
                                        </p:tav>
                                        <p:tav tm="100000">
                                          <p:val>
                                            <p:strVal val="#ppt_h"/>
                                          </p:val>
                                        </p:tav>
                                      </p:tavLst>
                                    </p:anim>
                                    <p:animEffect transition="in" filter="fade">
                                      <p:cBhvr>
                                        <p:cTn id="115" dur="250"/>
                                        <p:tgtEl>
                                          <p:spTgt spid="19"/>
                                        </p:tgtEl>
                                      </p:cBhvr>
                                    </p:animEffect>
                                  </p:childTnLst>
                                </p:cTn>
                              </p:par>
                            </p:childTnLst>
                          </p:cTn>
                        </p:par>
                      </p:childTnLst>
                    </p:cTn>
                  </p:par>
                  <p:par>
                    <p:cTn id="116" fill="hold">
                      <p:stCondLst>
                        <p:cond delay="indefinite"/>
                      </p:stCondLst>
                      <p:childTnLst>
                        <p:par>
                          <p:cTn id="117" fill="hold">
                            <p:stCondLst>
                              <p:cond delay="0"/>
                            </p:stCondLst>
                            <p:childTnLst>
                              <p:par>
                                <p:cTn id="118" presetID="22" presetClass="entr" presetSubtype="4" fill="hold" grpId="0" nodeType="clickEffect">
                                  <p:stCondLst>
                                    <p:cond delay="0"/>
                                  </p:stCondLst>
                                  <p:childTnLst>
                                    <p:set>
                                      <p:cBhvr>
                                        <p:cTn id="119" dur="1" fill="hold">
                                          <p:stCondLst>
                                            <p:cond delay="0"/>
                                          </p:stCondLst>
                                        </p:cTn>
                                        <p:tgtEl>
                                          <p:spTgt spid="62"/>
                                        </p:tgtEl>
                                        <p:attrNameLst>
                                          <p:attrName>style.visibility</p:attrName>
                                        </p:attrNameLst>
                                      </p:cBhvr>
                                      <p:to>
                                        <p:strVal val="visible"/>
                                      </p:to>
                                    </p:set>
                                    <p:animEffect transition="in" filter="wipe(down)">
                                      <p:cBhvr>
                                        <p:cTn id="120" dur="75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P spid="20" grpId="0"/>
      <p:bldP spid="21" grpId="0"/>
      <p:bldP spid="62" grpId="0"/>
      <p:bldP spid="6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p:cNvGrpSpPr/>
          <p:nvPr/>
        </p:nvGrpSpPr>
        <p:grpSpPr>
          <a:xfrm>
            <a:off x="2156693" y="3806802"/>
            <a:ext cx="2002093" cy="1725835"/>
            <a:chOff x="849314" y="2545158"/>
            <a:chExt cx="1441680" cy="1242751"/>
          </a:xfrm>
        </p:grpSpPr>
        <p:sp>
          <p:nvSpPr>
            <p:cNvPr id="15" name="六边形 14"/>
            <p:cNvSpPr/>
            <p:nvPr/>
          </p:nvSpPr>
          <p:spPr>
            <a:xfrm>
              <a:off x="849314" y="2545158"/>
              <a:ext cx="1441680" cy="1242751"/>
            </a:xfrm>
            <a:prstGeom prst="hexagon">
              <a:avLst/>
            </a:prstGeom>
            <a:solidFill>
              <a:srgbClr val="BF1347"/>
            </a:soli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prstClr val="white"/>
                </a:solidFill>
                <a:latin typeface="微软雅黑"/>
              </a:endParaRPr>
            </a:p>
          </p:txBody>
        </p:sp>
        <p:sp>
          <p:nvSpPr>
            <p:cNvPr id="16" name="Freeform 2345"/>
            <p:cNvSpPr>
              <a:spLocks noEditPoints="1"/>
            </p:cNvSpPr>
            <p:nvPr/>
          </p:nvSpPr>
          <p:spPr bwMode="auto">
            <a:xfrm>
              <a:off x="1368989" y="2843553"/>
              <a:ext cx="412388" cy="763308"/>
            </a:xfrm>
            <a:custGeom>
              <a:avLst/>
              <a:gdLst>
                <a:gd name="T0" fmla="*/ 292714 w 86"/>
                <a:gd name="T1" fmla="*/ 0 h 164"/>
                <a:gd name="T2" fmla="*/ 197411 w 86"/>
                <a:gd name="T3" fmla="*/ 72758 h 164"/>
                <a:gd name="T4" fmla="*/ 81687 w 86"/>
                <a:gd name="T5" fmla="*/ 85987 h 164"/>
                <a:gd name="T6" fmla="*/ 68073 w 86"/>
                <a:gd name="T7" fmla="*/ 198432 h 164"/>
                <a:gd name="T8" fmla="*/ 0 w 86"/>
                <a:gd name="T9" fmla="*/ 291034 h 164"/>
                <a:gd name="T10" fmla="*/ 68073 w 86"/>
                <a:gd name="T11" fmla="*/ 377021 h 164"/>
                <a:gd name="T12" fmla="*/ 81687 w 86"/>
                <a:gd name="T13" fmla="*/ 489466 h 164"/>
                <a:gd name="T14" fmla="*/ 197411 w 86"/>
                <a:gd name="T15" fmla="*/ 509309 h 164"/>
                <a:gd name="T16" fmla="*/ 292714 w 86"/>
                <a:gd name="T17" fmla="*/ 575453 h 164"/>
                <a:gd name="T18" fmla="*/ 388016 w 86"/>
                <a:gd name="T19" fmla="*/ 509309 h 164"/>
                <a:gd name="T20" fmla="*/ 503740 w 86"/>
                <a:gd name="T21" fmla="*/ 489466 h 164"/>
                <a:gd name="T22" fmla="*/ 517354 w 86"/>
                <a:gd name="T23" fmla="*/ 377021 h 164"/>
                <a:gd name="T24" fmla="*/ 585427 w 86"/>
                <a:gd name="T25" fmla="*/ 291034 h 164"/>
                <a:gd name="T26" fmla="*/ 517354 w 86"/>
                <a:gd name="T27" fmla="*/ 198432 h 164"/>
                <a:gd name="T28" fmla="*/ 503740 w 86"/>
                <a:gd name="T29" fmla="*/ 85987 h 164"/>
                <a:gd name="T30" fmla="*/ 388016 w 86"/>
                <a:gd name="T31" fmla="*/ 72758 h 164"/>
                <a:gd name="T32" fmla="*/ 292714 w 86"/>
                <a:gd name="T33" fmla="*/ 0 h 164"/>
                <a:gd name="T34" fmla="*/ 292714 w 86"/>
                <a:gd name="T35" fmla="*/ 158746 h 164"/>
                <a:gd name="T36" fmla="*/ 422052 w 86"/>
                <a:gd name="T37" fmla="*/ 291034 h 164"/>
                <a:gd name="T38" fmla="*/ 292714 w 86"/>
                <a:gd name="T39" fmla="*/ 416707 h 164"/>
                <a:gd name="T40" fmla="*/ 163375 w 86"/>
                <a:gd name="T41" fmla="*/ 291034 h 164"/>
                <a:gd name="T42" fmla="*/ 292714 w 86"/>
                <a:gd name="T43" fmla="*/ 158746 h 164"/>
                <a:gd name="T44" fmla="*/ 197411 w 86"/>
                <a:gd name="T45" fmla="*/ 601911 h 164"/>
                <a:gd name="T46" fmla="*/ 129339 w 86"/>
                <a:gd name="T47" fmla="*/ 608525 h 164"/>
                <a:gd name="T48" fmla="*/ 129339 w 86"/>
                <a:gd name="T49" fmla="*/ 1084762 h 164"/>
                <a:gd name="T50" fmla="*/ 456089 w 86"/>
                <a:gd name="T51" fmla="*/ 1084762 h 164"/>
                <a:gd name="T52" fmla="*/ 456089 w 86"/>
                <a:gd name="T53" fmla="*/ 608525 h 164"/>
                <a:gd name="T54" fmla="*/ 388016 w 86"/>
                <a:gd name="T55" fmla="*/ 601911 h 164"/>
                <a:gd name="T56" fmla="*/ 292714 w 86"/>
                <a:gd name="T57" fmla="*/ 668055 h 164"/>
                <a:gd name="T58" fmla="*/ 197411 w 86"/>
                <a:gd name="T59" fmla="*/ 601911 h 16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6"/>
                <a:gd name="T91" fmla="*/ 0 h 164"/>
                <a:gd name="T92" fmla="*/ 86 w 86"/>
                <a:gd name="T93" fmla="*/ 164 h 16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6" h="164">
                  <a:moveTo>
                    <a:pt x="43" y="0"/>
                  </a:moveTo>
                  <a:cubicBezTo>
                    <a:pt x="37" y="0"/>
                    <a:pt x="31" y="5"/>
                    <a:pt x="29" y="11"/>
                  </a:cubicBezTo>
                  <a:cubicBezTo>
                    <a:pt x="24" y="8"/>
                    <a:pt x="17" y="8"/>
                    <a:pt x="12" y="13"/>
                  </a:cubicBezTo>
                  <a:cubicBezTo>
                    <a:pt x="8" y="18"/>
                    <a:pt x="7" y="25"/>
                    <a:pt x="10" y="30"/>
                  </a:cubicBezTo>
                  <a:cubicBezTo>
                    <a:pt x="4" y="32"/>
                    <a:pt x="0" y="37"/>
                    <a:pt x="0" y="44"/>
                  </a:cubicBezTo>
                  <a:cubicBezTo>
                    <a:pt x="0" y="50"/>
                    <a:pt x="4" y="55"/>
                    <a:pt x="10" y="57"/>
                  </a:cubicBezTo>
                  <a:cubicBezTo>
                    <a:pt x="7" y="63"/>
                    <a:pt x="8" y="70"/>
                    <a:pt x="12" y="74"/>
                  </a:cubicBezTo>
                  <a:cubicBezTo>
                    <a:pt x="17" y="79"/>
                    <a:pt x="24" y="80"/>
                    <a:pt x="29" y="77"/>
                  </a:cubicBezTo>
                  <a:cubicBezTo>
                    <a:pt x="31" y="82"/>
                    <a:pt x="37" y="87"/>
                    <a:pt x="43" y="87"/>
                  </a:cubicBezTo>
                  <a:cubicBezTo>
                    <a:pt x="49" y="87"/>
                    <a:pt x="55" y="82"/>
                    <a:pt x="57" y="77"/>
                  </a:cubicBezTo>
                  <a:cubicBezTo>
                    <a:pt x="62" y="80"/>
                    <a:pt x="69" y="79"/>
                    <a:pt x="74" y="74"/>
                  </a:cubicBezTo>
                  <a:cubicBezTo>
                    <a:pt x="78" y="70"/>
                    <a:pt x="79" y="63"/>
                    <a:pt x="76" y="57"/>
                  </a:cubicBezTo>
                  <a:cubicBezTo>
                    <a:pt x="82" y="55"/>
                    <a:pt x="86" y="50"/>
                    <a:pt x="86" y="44"/>
                  </a:cubicBezTo>
                  <a:cubicBezTo>
                    <a:pt x="86" y="37"/>
                    <a:pt x="82" y="32"/>
                    <a:pt x="76" y="30"/>
                  </a:cubicBezTo>
                  <a:cubicBezTo>
                    <a:pt x="79" y="25"/>
                    <a:pt x="78" y="18"/>
                    <a:pt x="74" y="13"/>
                  </a:cubicBezTo>
                  <a:cubicBezTo>
                    <a:pt x="69" y="8"/>
                    <a:pt x="62" y="8"/>
                    <a:pt x="57" y="11"/>
                  </a:cubicBezTo>
                  <a:cubicBezTo>
                    <a:pt x="55" y="5"/>
                    <a:pt x="49" y="0"/>
                    <a:pt x="43" y="0"/>
                  </a:cubicBezTo>
                  <a:close/>
                  <a:moveTo>
                    <a:pt x="43" y="24"/>
                  </a:moveTo>
                  <a:cubicBezTo>
                    <a:pt x="54" y="24"/>
                    <a:pt x="62" y="33"/>
                    <a:pt x="62" y="44"/>
                  </a:cubicBezTo>
                  <a:cubicBezTo>
                    <a:pt x="62" y="54"/>
                    <a:pt x="54" y="63"/>
                    <a:pt x="43" y="63"/>
                  </a:cubicBezTo>
                  <a:cubicBezTo>
                    <a:pt x="32" y="63"/>
                    <a:pt x="24" y="54"/>
                    <a:pt x="24" y="44"/>
                  </a:cubicBezTo>
                  <a:cubicBezTo>
                    <a:pt x="24" y="33"/>
                    <a:pt x="32" y="24"/>
                    <a:pt x="43" y="24"/>
                  </a:cubicBezTo>
                  <a:close/>
                  <a:moveTo>
                    <a:pt x="29" y="91"/>
                  </a:moveTo>
                  <a:cubicBezTo>
                    <a:pt x="26" y="93"/>
                    <a:pt x="22" y="93"/>
                    <a:pt x="19" y="92"/>
                  </a:cubicBezTo>
                  <a:cubicBezTo>
                    <a:pt x="19" y="164"/>
                    <a:pt x="19" y="164"/>
                    <a:pt x="19" y="164"/>
                  </a:cubicBezTo>
                  <a:cubicBezTo>
                    <a:pt x="45" y="136"/>
                    <a:pt x="42" y="138"/>
                    <a:pt x="67" y="164"/>
                  </a:cubicBezTo>
                  <a:cubicBezTo>
                    <a:pt x="67" y="92"/>
                    <a:pt x="67" y="92"/>
                    <a:pt x="67" y="92"/>
                  </a:cubicBezTo>
                  <a:cubicBezTo>
                    <a:pt x="64" y="93"/>
                    <a:pt x="60" y="93"/>
                    <a:pt x="57" y="91"/>
                  </a:cubicBezTo>
                  <a:cubicBezTo>
                    <a:pt x="55" y="97"/>
                    <a:pt x="49" y="101"/>
                    <a:pt x="43" y="101"/>
                  </a:cubicBezTo>
                  <a:cubicBezTo>
                    <a:pt x="37" y="101"/>
                    <a:pt x="31" y="97"/>
                    <a:pt x="29" y="91"/>
                  </a:cubicBezTo>
                  <a:close/>
                </a:path>
              </a:pathLst>
            </a:custGeom>
            <a:gradFill flip="none" rotWithShape="1">
              <a:gsLst>
                <a:gs pos="100000">
                  <a:srgbClr val="FCFCFC"/>
                </a:gs>
                <a:gs pos="0">
                  <a:srgbClr val="CCCCCC"/>
                </a:gs>
              </a:gsLst>
              <a:lin ang="7200000" scaled="0"/>
              <a:tileRect/>
            </a:gra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prstClr val="white"/>
                </a:solidFill>
                <a:latin typeface="微软雅黑"/>
              </a:endParaRPr>
            </a:p>
          </p:txBody>
        </p:sp>
      </p:grpSp>
      <p:grpSp>
        <p:nvGrpSpPr>
          <p:cNvPr id="17" name="组合 16"/>
          <p:cNvGrpSpPr/>
          <p:nvPr/>
        </p:nvGrpSpPr>
        <p:grpSpPr>
          <a:xfrm>
            <a:off x="8704916" y="3806802"/>
            <a:ext cx="2002093" cy="1725835"/>
            <a:chOff x="6740086" y="1941664"/>
            <a:chExt cx="1441680" cy="1242751"/>
          </a:xfrm>
        </p:grpSpPr>
        <p:sp>
          <p:nvSpPr>
            <p:cNvPr id="18" name="六边形 17"/>
            <p:cNvSpPr/>
            <p:nvPr/>
          </p:nvSpPr>
          <p:spPr>
            <a:xfrm>
              <a:off x="6740086" y="1941664"/>
              <a:ext cx="1441680" cy="1242751"/>
            </a:xfrm>
            <a:prstGeom prst="hexagon">
              <a:avLst/>
            </a:prstGeom>
            <a:solidFill>
              <a:srgbClr val="BF1347"/>
            </a:soli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prstClr val="white"/>
                </a:solidFill>
                <a:latin typeface="微软雅黑"/>
              </a:endParaRPr>
            </a:p>
          </p:txBody>
        </p:sp>
        <p:sp>
          <p:nvSpPr>
            <p:cNvPr id="19" name="Freeform 2345"/>
            <p:cNvSpPr>
              <a:spLocks noEditPoints="1"/>
            </p:cNvSpPr>
            <p:nvPr/>
          </p:nvSpPr>
          <p:spPr bwMode="auto">
            <a:xfrm>
              <a:off x="7244116" y="2213237"/>
              <a:ext cx="411270" cy="763308"/>
            </a:xfrm>
            <a:custGeom>
              <a:avLst/>
              <a:gdLst>
                <a:gd name="T0" fmla="*/ 292714 w 86"/>
                <a:gd name="T1" fmla="*/ 0 h 164"/>
                <a:gd name="T2" fmla="*/ 197411 w 86"/>
                <a:gd name="T3" fmla="*/ 72758 h 164"/>
                <a:gd name="T4" fmla="*/ 81687 w 86"/>
                <a:gd name="T5" fmla="*/ 85987 h 164"/>
                <a:gd name="T6" fmla="*/ 68073 w 86"/>
                <a:gd name="T7" fmla="*/ 198432 h 164"/>
                <a:gd name="T8" fmla="*/ 0 w 86"/>
                <a:gd name="T9" fmla="*/ 291034 h 164"/>
                <a:gd name="T10" fmla="*/ 68073 w 86"/>
                <a:gd name="T11" fmla="*/ 377021 h 164"/>
                <a:gd name="T12" fmla="*/ 81687 w 86"/>
                <a:gd name="T13" fmla="*/ 489466 h 164"/>
                <a:gd name="T14" fmla="*/ 197411 w 86"/>
                <a:gd name="T15" fmla="*/ 509309 h 164"/>
                <a:gd name="T16" fmla="*/ 292714 w 86"/>
                <a:gd name="T17" fmla="*/ 575453 h 164"/>
                <a:gd name="T18" fmla="*/ 388016 w 86"/>
                <a:gd name="T19" fmla="*/ 509309 h 164"/>
                <a:gd name="T20" fmla="*/ 503740 w 86"/>
                <a:gd name="T21" fmla="*/ 489466 h 164"/>
                <a:gd name="T22" fmla="*/ 517354 w 86"/>
                <a:gd name="T23" fmla="*/ 377021 h 164"/>
                <a:gd name="T24" fmla="*/ 585427 w 86"/>
                <a:gd name="T25" fmla="*/ 291034 h 164"/>
                <a:gd name="T26" fmla="*/ 517354 w 86"/>
                <a:gd name="T27" fmla="*/ 198432 h 164"/>
                <a:gd name="T28" fmla="*/ 503740 w 86"/>
                <a:gd name="T29" fmla="*/ 85987 h 164"/>
                <a:gd name="T30" fmla="*/ 388016 w 86"/>
                <a:gd name="T31" fmla="*/ 72758 h 164"/>
                <a:gd name="T32" fmla="*/ 292714 w 86"/>
                <a:gd name="T33" fmla="*/ 0 h 164"/>
                <a:gd name="T34" fmla="*/ 292714 w 86"/>
                <a:gd name="T35" fmla="*/ 158746 h 164"/>
                <a:gd name="T36" fmla="*/ 422052 w 86"/>
                <a:gd name="T37" fmla="*/ 291034 h 164"/>
                <a:gd name="T38" fmla="*/ 292714 w 86"/>
                <a:gd name="T39" fmla="*/ 416707 h 164"/>
                <a:gd name="T40" fmla="*/ 163375 w 86"/>
                <a:gd name="T41" fmla="*/ 291034 h 164"/>
                <a:gd name="T42" fmla="*/ 292714 w 86"/>
                <a:gd name="T43" fmla="*/ 158746 h 164"/>
                <a:gd name="T44" fmla="*/ 197411 w 86"/>
                <a:gd name="T45" fmla="*/ 601911 h 164"/>
                <a:gd name="T46" fmla="*/ 129339 w 86"/>
                <a:gd name="T47" fmla="*/ 608525 h 164"/>
                <a:gd name="T48" fmla="*/ 129339 w 86"/>
                <a:gd name="T49" fmla="*/ 1084762 h 164"/>
                <a:gd name="T50" fmla="*/ 456089 w 86"/>
                <a:gd name="T51" fmla="*/ 1084762 h 164"/>
                <a:gd name="T52" fmla="*/ 456089 w 86"/>
                <a:gd name="T53" fmla="*/ 608525 h 164"/>
                <a:gd name="T54" fmla="*/ 388016 w 86"/>
                <a:gd name="T55" fmla="*/ 601911 h 164"/>
                <a:gd name="T56" fmla="*/ 292714 w 86"/>
                <a:gd name="T57" fmla="*/ 668055 h 164"/>
                <a:gd name="T58" fmla="*/ 197411 w 86"/>
                <a:gd name="T59" fmla="*/ 601911 h 16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6"/>
                <a:gd name="T91" fmla="*/ 0 h 164"/>
                <a:gd name="T92" fmla="*/ 86 w 86"/>
                <a:gd name="T93" fmla="*/ 164 h 16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6" h="164">
                  <a:moveTo>
                    <a:pt x="43" y="0"/>
                  </a:moveTo>
                  <a:cubicBezTo>
                    <a:pt x="37" y="0"/>
                    <a:pt x="31" y="5"/>
                    <a:pt x="29" y="11"/>
                  </a:cubicBezTo>
                  <a:cubicBezTo>
                    <a:pt x="24" y="8"/>
                    <a:pt x="17" y="8"/>
                    <a:pt x="12" y="13"/>
                  </a:cubicBezTo>
                  <a:cubicBezTo>
                    <a:pt x="8" y="18"/>
                    <a:pt x="7" y="25"/>
                    <a:pt x="10" y="30"/>
                  </a:cubicBezTo>
                  <a:cubicBezTo>
                    <a:pt x="4" y="32"/>
                    <a:pt x="0" y="37"/>
                    <a:pt x="0" y="44"/>
                  </a:cubicBezTo>
                  <a:cubicBezTo>
                    <a:pt x="0" y="50"/>
                    <a:pt x="4" y="55"/>
                    <a:pt x="10" y="57"/>
                  </a:cubicBezTo>
                  <a:cubicBezTo>
                    <a:pt x="7" y="63"/>
                    <a:pt x="8" y="70"/>
                    <a:pt x="12" y="74"/>
                  </a:cubicBezTo>
                  <a:cubicBezTo>
                    <a:pt x="17" y="79"/>
                    <a:pt x="24" y="80"/>
                    <a:pt x="29" y="77"/>
                  </a:cubicBezTo>
                  <a:cubicBezTo>
                    <a:pt x="31" y="82"/>
                    <a:pt x="37" y="87"/>
                    <a:pt x="43" y="87"/>
                  </a:cubicBezTo>
                  <a:cubicBezTo>
                    <a:pt x="49" y="87"/>
                    <a:pt x="55" y="82"/>
                    <a:pt x="57" y="77"/>
                  </a:cubicBezTo>
                  <a:cubicBezTo>
                    <a:pt x="62" y="80"/>
                    <a:pt x="69" y="79"/>
                    <a:pt x="74" y="74"/>
                  </a:cubicBezTo>
                  <a:cubicBezTo>
                    <a:pt x="78" y="70"/>
                    <a:pt x="79" y="63"/>
                    <a:pt x="76" y="57"/>
                  </a:cubicBezTo>
                  <a:cubicBezTo>
                    <a:pt x="82" y="55"/>
                    <a:pt x="86" y="50"/>
                    <a:pt x="86" y="44"/>
                  </a:cubicBezTo>
                  <a:cubicBezTo>
                    <a:pt x="86" y="37"/>
                    <a:pt x="82" y="32"/>
                    <a:pt x="76" y="30"/>
                  </a:cubicBezTo>
                  <a:cubicBezTo>
                    <a:pt x="79" y="25"/>
                    <a:pt x="78" y="18"/>
                    <a:pt x="74" y="13"/>
                  </a:cubicBezTo>
                  <a:cubicBezTo>
                    <a:pt x="69" y="8"/>
                    <a:pt x="62" y="8"/>
                    <a:pt x="57" y="11"/>
                  </a:cubicBezTo>
                  <a:cubicBezTo>
                    <a:pt x="55" y="5"/>
                    <a:pt x="49" y="0"/>
                    <a:pt x="43" y="0"/>
                  </a:cubicBezTo>
                  <a:close/>
                  <a:moveTo>
                    <a:pt x="43" y="24"/>
                  </a:moveTo>
                  <a:cubicBezTo>
                    <a:pt x="54" y="24"/>
                    <a:pt x="62" y="33"/>
                    <a:pt x="62" y="44"/>
                  </a:cubicBezTo>
                  <a:cubicBezTo>
                    <a:pt x="62" y="54"/>
                    <a:pt x="54" y="63"/>
                    <a:pt x="43" y="63"/>
                  </a:cubicBezTo>
                  <a:cubicBezTo>
                    <a:pt x="32" y="63"/>
                    <a:pt x="24" y="54"/>
                    <a:pt x="24" y="44"/>
                  </a:cubicBezTo>
                  <a:cubicBezTo>
                    <a:pt x="24" y="33"/>
                    <a:pt x="32" y="24"/>
                    <a:pt x="43" y="24"/>
                  </a:cubicBezTo>
                  <a:close/>
                  <a:moveTo>
                    <a:pt x="29" y="91"/>
                  </a:moveTo>
                  <a:cubicBezTo>
                    <a:pt x="26" y="93"/>
                    <a:pt x="22" y="93"/>
                    <a:pt x="19" y="92"/>
                  </a:cubicBezTo>
                  <a:cubicBezTo>
                    <a:pt x="19" y="164"/>
                    <a:pt x="19" y="164"/>
                    <a:pt x="19" y="164"/>
                  </a:cubicBezTo>
                  <a:cubicBezTo>
                    <a:pt x="45" y="136"/>
                    <a:pt x="42" y="138"/>
                    <a:pt x="67" y="164"/>
                  </a:cubicBezTo>
                  <a:cubicBezTo>
                    <a:pt x="67" y="92"/>
                    <a:pt x="67" y="92"/>
                    <a:pt x="67" y="92"/>
                  </a:cubicBezTo>
                  <a:cubicBezTo>
                    <a:pt x="64" y="93"/>
                    <a:pt x="60" y="93"/>
                    <a:pt x="57" y="91"/>
                  </a:cubicBezTo>
                  <a:cubicBezTo>
                    <a:pt x="55" y="97"/>
                    <a:pt x="49" y="101"/>
                    <a:pt x="43" y="101"/>
                  </a:cubicBezTo>
                  <a:cubicBezTo>
                    <a:pt x="37" y="101"/>
                    <a:pt x="31" y="97"/>
                    <a:pt x="29" y="91"/>
                  </a:cubicBezTo>
                  <a:close/>
                </a:path>
              </a:pathLst>
            </a:custGeom>
            <a:gradFill flip="none" rotWithShape="1">
              <a:gsLst>
                <a:gs pos="100000">
                  <a:srgbClr val="FCFCFC"/>
                </a:gs>
                <a:gs pos="0">
                  <a:srgbClr val="CCCCCC"/>
                </a:gs>
              </a:gsLst>
              <a:lin ang="7200000" scaled="0"/>
              <a:tileRect/>
            </a:gra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prstClr val="white"/>
                </a:solidFill>
                <a:latin typeface="微软雅黑"/>
              </a:endParaRPr>
            </a:p>
          </p:txBody>
        </p:sp>
      </p:grpSp>
      <p:grpSp>
        <p:nvGrpSpPr>
          <p:cNvPr id="20" name="组合 19"/>
          <p:cNvGrpSpPr/>
          <p:nvPr/>
        </p:nvGrpSpPr>
        <p:grpSpPr>
          <a:xfrm>
            <a:off x="3792511" y="2943884"/>
            <a:ext cx="2002093" cy="1725835"/>
            <a:chOff x="2027245" y="1923783"/>
            <a:chExt cx="1441680" cy="1242751"/>
          </a:xfrm>
        </p:grpSpPr>
        <p:sp>
          <p:nvSpPr>
            <p:cNvPr id="21" name="六边形 20"/>
            <p:cNvSpPr/>
            <p:nvPr/>
          </p:nvSpPr>
          <p:spPr bwMode="auto">
            <a:xfrm>
              <a:off x="2027245" y="1923783"/>
              <a:ext cx="1441680" cy="1242751"/>
            </a:xfrm>
            <a:prstGeom prst="hexagon">
              <a:avLst/>
            </a:prstGeom>
            <a:gradFill flip="none" rotWithShape="1">
              <a:gsLst>
                <a:gs pos="100000">
                  <a:srgbClr val="FCFCFC"/>
                </a:gs>
                <a:gs pos="0">
                  <a:srgbClr val="CCCCCC"/>
                </a:gs>
              </a:gsLst>
              <a:lin ang="7200000" scaled="0"/>
              <a:tileRect/>
            </a:gra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rgbClr val="005696"/>
                </a:solidFill>
                <a:latin typeface="微软雅黑"/>
              </a:endParaRPr>
            </a:p>
          </p:txBody>
        </p:sp>
        <p:sp>
          <p:nvSpPr>
            <p:cNvPr id="22" name="矩形 21"/>
            <p:cNvSpPr/>
            <p:nvPr/>
          </p:nvSpPr>
          <p:spPr>
            <a:xfrm>
              <a:off x="2406094" y="2239194"/>
              <a:ext cx="594696" cy="620368"/>
            </a:xfrm>
            <a:prstGeom prst="rect">
              <a:avLst/>
            </a:prstGeom>
          </p:spPr>
          <p:txBody>
            <a:bodyPr wrap="none">
              <a:spAutoFit/>
            </a:bodyPr>
            <a:lstStyle/>
            <a:p>
              <a:r>
                <a:rPr lang="zh-CN" altLang="en-US" sz="2499" dirty="0">
                  <a:solidFill>
                    <a:srgbClr val="04447F"/>
                  </a:solidFill>
                  <a:latin typeface="微软雅黑" pitchFamily="34" charset="-122"/>
                  <a:ea typeface="微软雅黑" panose="020B0503020204020204" pitchFamily="34" charset="-122"/>
                </a:rPr>
                <a:t>标题</a:t>
              </a:r>
              <a:endParaRPr lang="en-US" altLang="zh-CN" sz="2499" dirty="0">
                <a:solidFill>
                  <a:srgbClr val="04447F"/>
                </a:solidFill>
                <a:latin typeface="微软雅黑" pitchFamily="34" charset="-122"/>
                <a:ea typeface="微软雅黑" panose="020B0503020204020204" pitchFamily="34" charset="-122"/>
              </a:endParaRPr>
            </a:p>
            <a:p>
              <a:r>
                <a:rPr lang="zh-CN" altLang="en-US" sz="2499" dirty="0">
                  <a:solidFill>
                    <a:srgbClr val="04447F"/>
                  </a:solidFill>
                  <a:latin typeface="微软雅黑" pitchFamily="34" charset="-122"/>
                  <a:ea typeface="微软雅黑" panose="020B0503020204020204" pitchFamily="34" charset="-122"/>
                </a:rPr>
                <a:t>文字</a:t>
              </a:r>
            </a:p>
          </p:txBody>
        </p:sp>
      </p:grpSp>
      <p:grpSp>
        <p:nvGrpSpPr>
          <p:cNvPr id="23" name="组合 22"/>
          <p:cNvGrpSpPr/>
          <p:nvPr/>
        </p:nvGrpSpPr>
        <p:grpSpPr>
          <a:xfrm>
            <a:off x="7064150" y="2943884"/>
            <a:ext cx="2002093" cy="1725835"/>
            <a:chOff x="4383107" y="1923783"/>
            <a:chExt cx="1441680" cy="1242751"/>
          </a:xfrm>
        </p:grpSpPr>
        <p:sp>
          <p:nvSpPr>
            <p:cNvPr id="24" name="六边形 23"/>
            <p:cNvSpPr/>
            <p:nvPr/>
          </p:nvSpPr>
          <p:spPr bwMode="auto">
            <a:xfrm>
              <a:off x="4383107" y="1923783"/>
              <a:ext cx="1441680" cy="1242751"/>
            </a:xfrm>
            <a:prstGeom prst="hexagon">
              <a:avLst/>
            </a:prstGeom>
            <a:gradFill flip="none" rotWithShape="1">
              <a:gsLst>
                <a:gs pos="100000">
                  <a:srgbClr val="FCFCFC"/>
                </a:gs>
                <a:gs pos="0">
                  <a:srgbClr val="CCCCCC"/>
                </a:gs>
              </a:gsLst>
              <a:lin ang="7200000" scaled="0"/>
              <a:tileRect/>
            </a:gra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rgbClr val="005696"/>
                </a:solidFill>
                <a:latin typeface="微软雅黑"/>
              </a:endParaRPr>
            </a:p>
          </p:txBody>
        </p:sp>
        <p:sp>
          <p:nvSpPr>
            <p:cNvPr id="25" name="矩形 24"/>
            <p:cNvSpPr/>
            <p:nvPr/>
          </p:nvSpPr>
          <p:spPr>
            <a:xfrm>
              <a:off x="4780781" y="2239194"/>
              <a:ext cx="594696" cy="620368"/>
            </a:xfrm>
            <a:prstGeom prst="rect">
              <a:avLst/>
            </a:prstGeom>
          </p:spPr>
          <p:txBody>
            <a:bodyPr wrap="none">
              <a:spAutoFit/>
            </a:bodyPr>
            <a:lstStyle/>
            <a:p>
              <a:r>
                <a:rPr lang="zh-CN" altLang="en-US" sz="2499" dirty="0">
                  <a:solidFill>
                    <a:srgbClr val="04447F"/>
                  </a:solidFill>
                  <a:latin typeface="微软雅黑" pitchFamily="34" charset="-122"/>
                  <a:ea typeface="微软雅黑" panose="020B0503020204020204" pitchFamily="34" charset="-122"/>
                </a:rPr>
                <a:t>标题</a:t>
              </a:r>
              <a:endParaRPr lang="en-US" altLang="zh-CN" sz="2499" dirty="0">
                <a:solidFill>
                  <a:srgbClr val="04447F"/>
                </a:solidFill>
                <a:latin typeface="微软雅黑" pitchFamily="34" charset="-122"/>
                <a:ea typeface="微软雅黑" panose="020B0503020204020204" pitchFamily="34" charset="-122"/>
              </a:endParaRPr>
            </a:p>
            <a:p>
              <a:r>
                <a:rPr lang="zh-CN" altLang="en-US" sz="2499" dirty="0">
                  <a:solidFill>
                    <a:srgbClr val="04447F"/>
                  </a:solidFill>
                  <a:latin typeface="微软雅黑" pitchFamily="34" charset="-122"/>
                  <a:ea typeface="微软雅黑" panose="020B0503020204020204" pitchFamily="34" charset="-122"/>
                </a:rPr>
                <a:t>文字</a:t>
              </a:r>
            </a:p>
          </p:txBody>
        </p:sp>
      </p:grpSp>
      <p:grpSp>
        <p:nvGrpSpPr>
          <p:cNvPr id="26" name="组合 25"/>
          <p:cNvGrpSpPr/>
          <p:nvPr/>
        </p:nvGrpSpPr>
        <p:grpSpPr>
          <a:xfrm>
            <a:off x="5428331" y="3806802"/>
            <a:ext cx="2002093" cy="1725835"/>
            <a:chOff x="3205176" y="2545158"/>
            <a:chExt cx="1441680" cy="1242751"/>
          </a:xfrm>
        </p:grpSpPr>
        <p:sp>
          <p:nvSpPr>
            <p:cNvPr id="27" name="六边形 26"/>
            <p:cNvSpPr/>
            <p:nvPr/>
          </p:nvSpPr>
          <p:spPr bwMode="auto">
            <a:xfrm>
              <a:off x="3205176" y="2545158"/>
              <a:ext cx="1441680" cy="1242751"/>
            </a:xfrm>
            <a:prstGeom prst="hexagon">
              <a:avLst/>
            </a:prstGeom>
            <a:gradFill flip="none" rotWithShape="1">
              <a:gsLst>
                <a:gs pos="100000">
                  <a:srgbClr val="FCFCFC"/>
                </a:gs>
                <a:gs pos="0">
                  <a:srgbClr val="CCCCCC"/>
                </a:gs>
              </a:gsLst>
              <a:lin ang="7200000" scaled="0"/>
              <a:tileRect/>
            </a:gradFill>
            <a:ln w="12700">
              <a:gradFill>
                <a:gsLst>
                  <a:gs pos="89000">
                    <a:schemeClr val="bg1">
                      <a:lumMod val="85000"/>
                    </a:schemeClr>
                  </a:gs>
                  <a:gs pos="0">
                    <a:schemeClr val="bg1"/>
                  </a:gs>
                </a:gsLst>
                <a:lin ang="7200000" scaled="0"/>
              </a:gradFill>
            </a:ln>
            <a:effectLst>
              <a:outerShdw blurRad="254000" dist="1270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rgbClr val="005696"/>
                </a:solidFill>
                <a:latin typeface="微软雅黑"/>
              </a:endParaRPr>
            </a:p>
          </p:txBody>
        </p:sp>
        <p:sp>
          <p:nvSpPr>
            <p:cNvPr id="28" name="矩形 27"/>
            <p:cNvSpPr/>
            <p:nvPr/>
          </p:nvSpPr>
          <p:spPr>
            <a:xfrm>
              <a:off x="3602850" y="2843367"/>
              <a:ext cx="594696" cy="620368"/>
            </a:xfrm>
            <a:prstGeom prst="rect">
              <a:avLst/>
            </a:prstGeom>
          </p:spPr>
          <p:txBody>
            <a:bodyPr wrap="none">
              <a:spAutoFit/>
            </a:bodyPr>
            <a:lstStyle/>
            <a:p>
              <a:r>
                <a:rPr lang="zh-CN" altLang="en-US" sz="2499" dirty="0">
                  <a:solidFill>
                    <a:srgbClr val="BF1347"/>
                  </a:solidFill>
                  <a:latin typeface="微软雅黑" pitchFamily="34" charset="-122"/>
                  <a:ea typeface="微软雅黑" panose="020B0503020204020204" pitchFamily="34" charset="-122"/>
                </a:rPr>
                <a:t>标题</a:t>
              </a:r>
              <a:endParaRPr lang="en-US" altLang="zh-CN" sz="2499" dirty="0">
                <a:solidFill>
                  <a:srgbClr val="BF1347"/>
                </a:solidFill>
                <a:latin typeface="微软雅黑" pitchFamily="34" charset="-122"/>
                <a:ea typeface="微软雅黑" panose="020B0503020204020204" pitchFamily="34" charset="-122"/>
              </a:endParaRPr>
            </a:p>
            <a:p>
              <a:r>
                <a:rPr lang="zh-CN" altLang="en-US" sz="2499" dirty="0">
                  <a:solidFill>
                    <a:srgbClr val="BF1347"/>
                  </a:solidFill>
                  <a:latin typeface="微软雅黑" pitchFamily="34" charset="-122"/>
                  <a:ea typeface="微软雅黑" panose="020B0503020204020204" pitchFamily="34" charset="-122"/>
                </a:rPr>
                <a:t>文字</a:t>
              </a:r>
            </a:p>
          </p:txBody>
        </p:sp>
      </p:grpSp>
      <p:grpSp>
        <p:nvGrpSpPr>
          <p:cNvPr id="29" name="组合 28"/>
          <p:cNvGrpSpPr/>
          <p:nvPr/>
        </p:nvGrpSpPr>
        <p:grpSpPr>
          <a:xfrm>
            <a:off x="2156693" y="5705527"/>
            <a:ext cx="2455573" cy="1074837"/>
            <a:chOff x="1256119" y="1638320"/>
            <a:chExt cx="1923767" cy="773975"/>
          </a:xfrm>
        </p:grpSpPr>
        <p:sp>
          <p:nvSpPr>
            <p:cNvPr id="30" name="TextBox 82"/>
            <p:cNvSpPr txBox="1"/>
            <p:nvPr/>
          </p:nvSpPr>
          <p:spPr>
            <a:xfrm>
              <a:off x="1256119" y="1958240"/>
              <a:ext cx="1923767" cy="454055"/>
            </a:xfrm>
            <a:prstGeom prst="rect">
              <a:avLst/>
            </a:prstGeom>
            <a:noFill/>
          </p:spPr>
          <p:txBody>
            <a:bodyPr wrap="square" lIns="0" tIns="0" rtlCol="0" anchor="t">
              <a:spAutoFit/>
            </a:bodyPr>
            <a:lstStyle/>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p:txBody>
        </p:sp>
        <p:sp>
          <p:nvSpPr>
            <p:cNvPr id="31" name="TextBox 83"/>
            <p:cNvSpPr txBox="1"/>
            <p:nvPr/>
          </p:nvSpPr>
          <p:spPr>
            <a:xfrm>
              <a:off x="1571940" y="1638320"/>
              <a:ext cx="894157" cy="246236"/>
            </a:xfrm>
            <a:prstGeom prst="rect">
              <a:avLst/>
            </a:prstGeom>
            <a:noFill/>
          </p:spPr>
          <p:txBody>
            <a:bodyPr wrap="none" lIns="0" tIns="0" rIns="0" bIns="0" rtlCol="0" anchor="t">
              <a:spAutoFit/>
            </a:bodyPr>
            <a:lstStyle/>
            <a:p>
              <a:pPr algn="ctr"/>
              <a:r>
                <a:rPr lang="zh-CN" altLang="en-US" sz="2222" dirty="0">
                  <a:solidFill>
                    <a:srgbClr val="BF1347"/>
                  </a:solidFill>
                  <a:latin typeface="微软雅黑" panose="020B0503020204020204" pitchFamily="34" charset="-122"/>
                  <a:ea typeface="微软雅黑" panose="020B0503020204020204" pitchFamily="34" charset="-122"/>
                </a:rPr>
                <a:t>标题文字</a:t>
              </a:r>
              <a:endParaRPr lang="en-US" sz="2222" dirty="0">
                <a:solidFill>
                  <a:srgbClr val="BF1347"/>
                </a:solidFill>
                <a:latin typeface="微软雅黑" panose="020B0503020204020204" pitchFamily="34" charset="-122"/>
                <a:ea typeface="微软雅黑" panose="020B0503020204020204" pitchFamily="34" charset="-122"/>
              </a:endParaRPr>
            </a:p>
          </p:txBody>
        </p:sp>
      </p:grpSp>
      <p:grpSp>
        <p:nvGrpSpPr>
          <p:cNvPr id="32" name="组合 31"/>
          <p:cNvGrpSpPr/>
          <p:nvPr/>
        </p:nvGrpSpPr>
        <p:grpSpPr>
          <a:xfrm>
            <a:off x="5428332" y="5799863"/>
            <a:ext cx="2455573" cy="1074837"/>
            <a:chOff x="1256119" y="1638320"/>
            <a:chExt cx="1923767" cy="773975"/>
          </a:xfrm>
        </p:grpSpPr>
        <p:sp>
          <p:nvSpPr>
            <p:cNvPr id="33" name="TextBox 85"/>
            <p:cNvSpPr txBox="1"/>
            <p:nvPr/>
          </p:nvSpPr>
          <p:spPr>
            <a:xfrm>
              <a:off x="1256119" y="1958240"/>
              <a:ext cx="1923767" cy="454055"/>
            </a:xfrm>
            <a:prstGeom prst="rect">
              <a:avLst/>
            </a:prstGeom>
            <a:noFill/>
          </p:spPr>
          <p:txBody>
            <a:bodyPr wrap="square" lIns="0" tIns="0" rtlCol="0" anchor="t">
              <a:spAutoFit/>
            </a:bodyPr>
            <a:lstStyle/>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p:txBody>
        </p:sp>
        <p:sp>
          <p:nvSpPr>
            <p:cNvPr id="34" name="TextBox 86"/>
            <p:cNvSpPr txBox="1"/>
            <p:nvPr/>
          </p:nvSpPr>
          <p:spPr>
            <a:xfrm>
              <a:off x="1571940" y="1638320"/>
              <a:ext cx="894157" cy="246236"/>
            </a:xfrm>
            <a:prstGeom prst="rect">
              <a:avLst/>
            </a:prstGeom>
            <a:noFill/>
          </p:spPr>
          <p:txBody>
            <a:bodyPr wrap="none" lIns="0" tIns="0" rIns="0" bIns="0" rtlCol="0" anchor="t">
              <a:spAutoFit/>
            </a:bodyPr>
            <a:lstStyle/>
            <a:p>
              <a:pPr algn="ctr"/>
              <a:r>
                <a:rPr lang="zh-CN" altLang="en-US" sz="2222" dirty="0">
                  <a:solidFill>
                    <a:srgbClr val="BF1347"/>
                  </a:solidFill>
                  <a:latin typeface="微软雅黑" panose="020B0503020204020204" pitchFamily="34" charset="-122"/>
                  <a:ea typeface="微软雅黑" panose="020B0503020204020204" pitchFamily="34" charset="-122"/>
                </a:rPr>
                <a:t>标题文字</a:t>
              </a:r>
              <a:endParaRPr lang="en-US" sz="2222" dirty="0">
                <a:solidFill>
                  <a:srgbClr val="BF1347"/>
                </a:solidFill>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8699969" y="5799863"/>
            <a:ext cx="2455573" cy="1074837"/>
            <a:chOff x="1256119" y="1638320"/>
            <a:chExt cx="1923767" cy="773975"/>
          </a:xfrm>
        </p:grpSpPr>
        <p:sp>
          <p:nvSpPr>
            <p:cNvPr id="36" name="TextBox 88"/>
            <p:cNvSpPr txBox="1"/>
            <p:nvPr/>
          </p:nvSpPr>
          <p:spPr>
            <a:xfrm>
              <a:off x="1256119" y="1958240"/>
              <a:ext cx="1923767" cy="454055"/>
            </a:xfrm>
            <a:prstGeom prst="rect">
              <a:avLst/>
            </a:prstGeom>
            <a:noFill/>
          </p:spPr>
          <p:txBody>
            <a:bodyPr wrap="square" lIns="0" tIns="0" rtlCol="0" anchor="t">
              <a:spAutoFit/>
            </a:bodyPr>
            <a:lstStyle/>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p:txBody>
        </p:sp>
        <p:sp>
          <p:nvSpPr>
            <p:cNvPr id="37" name="TextBox 89"/>
            <p:cNvSpPr txBox="1"/>
            <p:nvPr/>
          </p:nvSpPr>
          <p:spPr>
            <a:xfrm>
              <a:off x="1571940" y="1638320"/>
              <a:ext cx="894157" cy="246236"/>
            </a:xfrm>
            <a:prstGeom prst="rect">
              <a:avLst/>
            </a:prstGeom>
            <a:noFill/>
          </p:spPr>
          <p:txBody>
            <a:bodyPr wrap="none" lIns="0" tIns="0" rIns="0" bIns="0" rtlCol="0" anchor="t">
              <a:spAutoFit/>
            </a:bodyPr>
            <a:lstStyle/>
            <a:p>
              <a:pPr algn="ctr"/>
              <a:r>
                <a:rPr lang="zh-CN" altLang="en-US" sz="2222" dirty="0">
                  <a:solidFill>
                    <a:srgbClr val="BF1347"/>
                  </a:solidFill>
                  <a:latin typeface="微软雅黑" panose="020B0503020204020204" pitchFamily="34" charset="-122"/>
                  <a:ea typeface="微软雅黑" panose="020B0503020204020204" pitchFamily="34" charset="-122"/>
                </a:rPr>
                <a:t>标题文字</a:t>
              </a:r>
              <a:endParaRPr lang="en-US" sz="2222" dirty="0">
                <a:solidFill>
                  <a:srgbClr val="BF1347"/>
                </a:solidFill>
                <a:latin typeface="微软雅黑" panose="020B0503020204020204" pitchFamily="34" charset="-122"/>
                <a:ea typeface="微软雅黑" panose="020B0503020204020204" pitchFamily="34" charset="-122"/>
              </a:endParaRPr>
            </a:p>
          </p:txBody>
        </p:sp>
      </p:grpSp>
      <p:grpSp>
        <p:nvGrpSpPr>
          <p:cNvPr id="38" name="组合 37"/>
          <p:cNvGrpSpPr/>
          <p:nvPr/>
        </p:nvGrpSpPr>
        <p:grpSpPr>
          <a:xfrm>
            <a:off x="3565770" y="1698546"/>
            <a:ext cx="2455573" cy="1074837"/>
            <a:chOff x="-1130229" y="1638320"/>
            <a:chExt cx="1923767" cy="773975"/>
          </a:xfrm>
        </p:grpSpPr>
        <p:sp>
          <p:nvSpPr>
            <p:cNvPr id="41" name="TextBox 93"/>
            <p:cNvSpPr txBox="1"/>
            <p:nvPr/>
          </p:nvSpPr>
          <p:spPr>
            <a:xfrm>
              <a:off x="-1130229" y="1958240"/>
              <a:ext cx="1923767" cy="454055"/>
            </a:xfrm>
            <a:prstGeom prst="rect">
              <a:avLst/>
            </a:prstGeom>
            <a:noFill/>
          </p:spPr>
          <p:txBody>
            <a:bodyPr wrap="square" lIns="0" tIns="0" rtlCol="0" anchor="t">
              <a:spAutoFit/>
            </a:bodyPr>
            <a:lstStyle/>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p:txBody>
        </p:sp>
        <p:sp>
          <p:nvSpPr>
            <p:cNvPr id="42" name="TextBox 94"/>
            <p:cNvSpPr txBox="1"/>
            <p:nvPr/>
          </p:nvSpPr>
          <p:spPr>
            <a:xfrm>
              <a:off x="-814408" y="1638320"/>
              <a:ext cx="894157" cy="246236"/>
            </a:xfrm>
            <a:prstGeom prst="rect">
              <a:avLst/>
            </a:prstGeom>
            <a:noFill/>
          </p:spPr>
          <p:txBody>
            <a:bodyPr wrap="none" lIns="0" tIns="0" rIns="0" bIns="0" rtlCol="0" anchor="t">
              <a:spAutoFit/>
            </a:bodyPr>
            <a:lstStyle/>
            <a:p>
              <a:pPr algn="ctr"/>
              <a:r>
                <a:rPr lang="zh-CN" altLang="en-US" sz="2222" dirty="0">
                  <a:solidFill>
                    <a:srgbClr val="04447F"/>
                  </a:solidFill>
                  <a:latin typeface="微软雅黑" panose="020B0503020204020204" pitchFamily="34" charset="-122"/>
                  <a:ea typeface="微软雅黑" panose="020B0503020204020204" pitchFamily="34" charset="-122"/>
                </a:rPr>
                <a:t>标题文字</a:t>
              </a:r>
              <a:endParaRPr lang="en-US" sz="2222" dirty="0">
                <a:solidFill>
                  <a:srgbClr val="04447F"/>
                </a:solidFill>
                <a:latin typeface="微软雅黑" panose="020B0503020204020204" pitchFamily="34" charset="-122"/>
                <a:ea typeface="微软雅黑" panose="020B0503020204020204" pitchFamily="34" charset="-122"/>
              </a:endParaRPr>
            </a:p>
          </p:txBody>
        </p:sp>
      </p:grpSp>
      <p:grpSp>
        <p:nvGrpSpPr>
          <p:cNvPr id="43" name="组合 42"/>
          <p:cNvGrpSpPr/>
          <p:nvPr/>
        </p:nvGrpSpPr>
        <p:grpSpPr>
          <a:xfrm>
            <a:off x="6949301" y="1715977"/>
            <a:ext cx="2455573" cy="1074837"/>
            <a:chOff x="1256119" y="1638320"/>
            <a:chExt cx="1923767" cy="773975"/>
          </a:xfrm>
        </p:grpSpPr>
        <p:sp>
          <p:nvSpPr>
            <p:cNvPr id="44" name="TextBox 96"/>
            <p:cNvSpPr txBox="1"/>
            <p:nvPr/>
          </p:nvSpPr>
          <p:spPr>
            <a:xfrm>
              <a:off x="1256119" y="1958240"/>
              <a:ext cx="1923767" cy="454055"/>
            </a:xfrm>
            <a:prstGeom prst="rect">
              <a:avLst/>
            </a:prstGeom>
            <a:noFill/>
          </p:spPr>
          <p:txBody>
            <a:bodyPr wrap="square" lIns="0" tIns="0" rtlCol="0" anchor="t">
              <a:spAutoFit/>
            </a:bodyPr>
            <a:lstStyle/>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a:p>
              <a:r>
                <a:rPr lang="zh-CN" altLang="en-US" sz="1266" dirty="0">
                  <a:solidFill>
                    <a:schemeClr val="tx1">
                      <a:lumMod val="75000"/>
                      <a:lumOff val="25000"/>
                    </a:schemeClr>
                  </a:solidFill>
                  <a:latin typeface="微软雅黑"/>
                </a:rPr>
                <a:t>单击此处添加文本单击此处添加</a:t>
              </a:r>
              <a:endParaRPr lang="en-US" altLang="zh-CN" sz="1266" dirty="0">
                <a:solidFill>
                  <a:schemeClr val="tx1">
                    <a:lumMod val="75000"/>
                    <a:lumOff val="25000"/>
                  </a:schemeClr>
                </a:solidFill>
                <a:latin typeface="微软雅黑"/>
              </a:endParaRPr>
            </a:p>
          </p:txBody>
        </p:sp>
        <p:sp>
          <p:nvSpPr>
            <p:cNvPr id="45" name="TextBox 97"/>
            <p:cNvSpPr txBox="1"/>
            <p:nvPr/>
          </p:nvSpPr>
          <p:spPr>
            <a:xfrm>
              <a:off x="1572548" y="1638320"/>
              <a:ext cx="892934" cy="246236"/>
            </a:xfrm>
            <a:prstGeom prst="rect">
              <a:avLst/>
            </a:prstGeom>
            <a:noFill/>
          </p:spPr>
          <p:txBody>
            <a:bodyPr wrap="square" lIns="0" tIns="0" rIns="0" bIns="0" rtlCol="0" anchor="t">
              <a:spAutoFit/>
            </a:bodyPr>
            <a:lstStyle/>
            <a:p>
              <a:pPr algn="ctr"/>
              <a:r>
                <a:rPr lang="zh-CN" altLang="en-US" sz="2222" dirty="0">
                  <a:solidFill>
                    <a:srgbClr val="04447F"/>
                  </a:solidFill>
                  <a:latin typeface="微软雅黑" panose="020B0503020204020204" pitchFamily="34" charset="-122"/>
                  <a:ea typeface="微软雅黑" panose="020B0503020204020204" pitchFamily="34" charset="-122"/>
                </a:rPr>
                <a:t>标题文</a:t>
              </a:r>
              <a:r>
                <a:rPr lang="zh-CN" altLang="en-US" sz="2222" dirty="0">
                  <a:solidFill>
                    <a:srgbClr val="04447F"/>
                  </a:solidFill>
                  <a:latin typeface="微软雅黑"/>
                </a:rPr>
                <a:t>字</a:t>
              </a:r>
              <a:endParaRPr lang="en-US" sz="2222" dirty="0">
                <a:solidFill>
                  <a:srgbClr val="04447F"/>
                </a:solidFill>
                <a:latin typeface="微软雅黑"/>
              </a:endParaRPr>
            </a:p>
          </p:txBody>
        </p:sp>
      </p:grpSp>
      <p:sp>
        <p:nvSpPr>
          <p:cNvPr id="46" name="文本框 45"/>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7" name="直接连接符 46"/>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48"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49"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50"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2782378361"/>
      </p:ext>
    </p:extLst>
  </p:cSld>
  <p:clrMapOvr>
    <a:masterClrMapping/>
  </p:clrMapOvr>
  <mc:AlternateContent xmlns:mc="http://schemas.openxmlformats.org/markup-compatibility/2006" xmlns:p14="http://schemas.microsoft.com/office/powerpoint/2010/main">
    <mc:Choice Requires="p14">
      <p:transition spd="slow" p14:dur="1400" advClick="0" advTm="0">
        <p14:doors dir="vert"/>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9"/>
                                        </p:tgtEl>
                                        <p:attrNameLst>
                                          <p:attrName>ppt_y</p:attrName>
                                        </p:attrNameLst>
                                      </p:cBhvr>
                                      <p:tavLst>
                                        <p:tav tm="0">
                                          <p:val>
                                            <p:strVal val="#ppt_y"/>
                                          </p:val>
                                        </p:tav>
                                        <p:tav tm="100000">
                                          <p:val>
                                            <p:strVal val="#ppt_y"/>
                                          </p:val>
                                        </p:tav>
                                      </p:tavLst>
                                    </p:anim>
                                    <p:anim calcmode="lin" valueType="num">
                                      <p:cBhvr>
                                        <p:cTn id="9" dur="500" fill="hold"/>
                                        <p:tgtEl>
                                          <p:spTgt spid="4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9"/>
                                        </p:tgtEl>
                                      </p:cBhvr>
                                    </p:animEffect>
                                  </p:childTnLst>
                                </p:cTn>
                              </p:par>
                            </p:childTnLst>
                          </p:cTn>
                        </p:par>
                      </p:childTnLst>
                    </p:cTn>
                  </p:par>
                  <p:par>
                    <p:cTn id="12" fill="hold">
                      <p:stCondLst>
                        <p:cond delay="indefinite"/>
                      </p:stCondLst>
                      <p:childTnLst>
                        <p:par>
                          <p:cTn id="13" fill="hold">
                            <p:stCondLst>
                              <p:cond delay="0"/>
                            </p:stCondLst>
                            <p:childTnLst>
                              <p:par>
                                <p:cTn id="14" presetID="53" presetClass="entr" presetSubtype="16" fill="hold" nodeType="click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p:cTn id="16" dur="1000" fill="hold"/>
                                        <p:tgtEl>
                                          <p:spTgt spid="14"/>
                                        </p:tgtEl>
                                        <p:attrNameLst>
                                          <p:attrName>ppt_w</p:attrName>
                                        </p:attrNameLst>
                                      </p:cBhvr>
                                      <p:tavLst>
                                        <p:tav tm="0">
                                          <p:val>
                                            <p:fltVal val="0"/>
                                          </p:val>
                                        </p:tav>
                                        <p:tav tm="100000">
                                          <p:val>
                                            <p:strVal val="#ppt_w"/>
                                          </p:val>
                                        </p:tav>
                                      </p:tavLst>
                                    </p:anim>
                                    <p:anim calcmode="lin" valueType="num">
                                      <p:cBhvr>
                                        <p:cTn id="17" dur="1000" fill="hold"/>
                                        <p:tgtEl>
                                          <p:spTgt spid="14"/>
                                        </p:tgtEl>
                                        <p:attrNameLst>
                                          <p:attrName>ppt_h</p:attrName>
                                        </p:attrNameLst>
                                      </p:cBhvr>
                                      <p:tavLst>
                                        <p:tav tm="0">
                                          <p:val>
                                            <p:fltVal val="0"/>
                                          </p:val>
                                        </p:tav>
                                        <p:tav tm="100000">
                                          <p:val>
                                            <p:strVal val="#ppt_h"/>
                                          </p:val>
                                        </p:tav>
                                      </p:tavLst>
                                    </p:anim>
                                    <p:animEffect transition="in" filter="fade">
                                      <p:cBhvr>
                                        <p:cTn id="18" dur="1000"/>
                                        <p:tgtEl>
                                          <p:spTgt spid="14"/>
                                        </p:tgtEl>
                                      </p:cBhvr>
                                    </p:animEffect>
                                  </p:childTnLst>
                                </p:cTn>
                              </p:par>
                              <p:par>
                                <p:cTn id="19" presetID="53" presetClass="entr" presetSubtype="16"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1000" fill="hold"/>
                                        <p:tgtEl>
                                          <p:spTgt spid="17"/>
                                        </p:tgtEl>
                                        <p:attrNameLst>
                                          <p:attrName>ppt_w</p:attrName>
                                        </p:attrNameLst>
                                      </p:cBhvr>
                                      <p:tavLst>
                                        <p:tav tm="0">
                                          <p:val>
                                            <p:fltVal val="0"/>
                                          </p:val>
                                        </p:tav>
                                        <p:tav tm="100000">
                                          <p:val>
                                            <p:strVal val="#ppt_w"/>
                                          </p:val>
                                        </p:tav>
                                      </p:tavLst>
                                    </p:anim>
                                    <p:anim calcmode="lin" valueType="num">
                                      <p:cBhvr>
                                        <p:cTn id="22" dur="1000" fill="hold"/>
                                        <p:tgtEl>
                                          <p:spTgt spid="17"/>
                                        </p:tgtEl>
                                        <p:attrNameLst>
                                          <p:attrName>ppt_h</p:attrName>
                                        </p:attrNameLst>
                                      </p:cBhvr>
                                      <p:tavLst>
                                        <p:tav tm="0">
                                          <p:val>
                                            <p:fltVal val="0"/>
                                          </p:val>
                                        </p:tav>
                                        <p:tav tm="100000">
                                          <p:val>
                                            <p:strVal val="#ppt_h"/>
                                          </p:val>
                                        </p:tav>
                                      </p:tavLst>
                                    </p:anim>
                                    <p:animEffect transition="in" filter="fade">
                                      <p:cBhvr>
                                        <p:cTn id="23" dur="1000"/>
                                        <p:tgtEl>
                                          <p:spTgt spid="17"/>
                                        </p:tgtEl>
                                      </p:cBhvr>
                                    </p:animEffect>
                                  </p:childTnLst>
                                </p:cTn>
                              </p:par>
                              <p:par>
                                <p:cTn id="24" presetID="53" presetClass="entr" presetSubtype="16"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p:cTn id="26" dur="1000" fill="hold"/>
                                        <p:tgtEl>
                                          <p:spTgt spid="20"/>
                                        </p:tgtEl>
                                        <p:attrNameLst>
                                          <p:attrName>ppt_w</p:attrName>
                                        </p:attrNameLst>
                                      </p:cBhvr>
                                      <p:tavLst>
                                        <p:tav tm="0">
                                          <p:val>
                                            <p:fltVal val="0"/>
                                          </p:val>
                                        </p:tav>
                                        <p:tav tm="100000">
                                          <p:val>
                                            <p:strVal val="#ppt_w"/>
                                          </p:val>
                                        </p:tav>
                                      </p:tavLst>
                                    </p:anim>
                                    <p:anim calcmode="lin" valueType="num">
                                      <p:cBhvr>
                                        <p:cTn id="27" dur="1000" fill="hold"/>
                                        <p:tgtEl>
                                          <p:spTgt spid="20"/>
                                        </p:tgtEl>
                                        <p:attrNameLst>
                                          <p:attrName>ppt_h</p:attrName>
                                        </p:attrNameLst>
                                      </p:cBhvr>
                                      <p:tavLst>
                                        <p:tav tm="0">
                                          <p:val>
                                            <p:fltVal val="0"/>
                                          </p:val>
                                        </p:tav>
                                        <p:tav tm="100000">
                                          <p:val>
                                            <p:strVal val="#ppt_h"/>
                                          </p:val>
                                        </p:tav>
                                      </p:tavLst>
                                    </p:anim>
                                    <p:animEffect transition="in" filter="fade">
                                      <p:cBhvr>
                                        <p:cTn id="28" dur="1000"/>
                                        <p:tgtEl>
                                          <p:spTgt spid="20"/>
                                        </p:tgtEl>
                                      </p:cBhvr>
                                    </p:animEffect>
                                  </p:childTnLst>
                                </p:cTn>
                              </p:par>
                              <p:par>
                                <p:cTn id="29" presetID="53" presetClass="entr" presetSubtype="16" fill="hold"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p:cTn id="31" dur="1000" fill="hold"/>
                                        <p:tgtEl>
                                          <p:spTgt spid="23"/>
                                        </p:tgtEl>
                                        <p:attrNameLst>
                                          <p:attrName>ppt_w</p:attrName>
                                        </p:attrNameLst>
                                      </p:cBhvr>
                                      <p:tavLst>
                                        <p:tav tm="0">
                                          <p:val>
                                            <p:fltVal val="0"/>
                                          </p:val>
                                        </p:tav>
                                        <p:tav tm="100000">
                                          <p:val>
                                            <p:strVal val="#ppt_w"/>
                                          </p:val>
                                        </p:tav>
                                      </p:tavLst>
                                    </p:anim>
                                    <p:anim calcmode="lin" valueType="num">
                                      <p:cBhvr>
                                        <p:cTn id="32" dur="1000" fill="hold"/>
                                        <p:tgtEl>
                                          <p:spTgt spid="23"/>
                                        </p:tgtEl>
                                        <p:attrNameLst>
                                          <p:attrName>ppt_h</p:attrName>
                                        </p:attrNameLst>
                                      </p:cBhvr>
                                      <p:tavLst>
                                        <p:tav tm="0">
                                          <p:val>
                                            <p:fltVal val="0"/>
                                          </p:val>
                                        </p:tav>
                                        <p:tav tm="100000">
                                          <p:val>
                                            <p:strVal val="#ppt_h"/>
                                          </p:val>
                                        </p:tav>
                                      </p:tavLst>
                                    </p:anim>
                                    <p:animEffect transition="in" filter="fade">
                                      <p:cBhvr>
                                        <p:cTn id="33" dur="1000"/>
                                        <p:tgtEl>
                                          <p:spTgt spid="23"/>
                                        </p:tgtEl>
                                      </p:cBhvr>
                                    </p:animEffect>
                                  </p:childTnLst>
                                </p:cTn>
                              </p:par>
                              <p:par>
                                <p:cTn id="34" presetID="53" presetClass="entr" presetSubtype="16" fill="hold" nodeType="with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1000" fill="hold"/>
                                        <p:tgtEl>
                                          <p:spTgt spid="26"/>
                                        </p:tgtEl>
                                        <p:attrNameLst>
                                          <p:attrName>ppt_w</p:attrName>
                                        </p:attrNameLst>
                                      </p:cBhvr>
                                      <p:tavLst>
                                        <p:tav tm="0">
                                          <p:val>
                                            <p:fltVal val="0"/>
                                          </p:val>
                                        </p:tav>
                                        <p:tav tm="100000">
                                          <p:val>
                                            <p:strVal val="#ppt_w"/>
                                          </p:val>
                                        </p:tav>
                                      </p:tavLst>
                                    </p:anim>
                                    <p:anim calcmode="lin" valueType="num">
                                      <p:cBhvr>
                                        <p:cTn id="37" dur="1000" fill="hold"/>
                                        <p:tgtEl>
                                          <p:spTgt spid="26"/>
                                        </p:tgtEl>
                                        <p:attrNameLst>
                                          <p:attrName>ppt_h</p:attrName>
                                        </p:attrNameLst>
                                      </p:cBhvr>
                                      <p:tavLst>
                                        <p:tav tm="0">
                                          <p:val>
                                            <p:fltVal val="0"/>
                                          </p:val>
                                        </p:tav>
                                        <p:tav tm="100000">
                                          <p:val>
                                            <p:strVal val="#ppt_h"/>
                                          </p:val>
                                        </p:tav>
                                      </p:tavLst>
                                    </p:anim>
                                    <p:animEffect transition="in" filter="fade">
                                      <p:cBhvr>
                                        <p:cTn id="38" dur="1000"/>
                                        <p:tgtEl>
                                          <p:spTgt spid="26"/>
                                        </p:tgtEl>
                                      </p:cBhvr>
                                    </p:animEffect>
                                  </p:childTnLst>
                                </p:cTn>
                              </p:par>
                              <p:par>
                                <p:cTn id="39" presetID="2" presetClass="entr" presetSubtype="4" fill="hold" nodeType="withEffect">
                                  <p:stCondLst>
                                    <p:cond delay="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1000" fill="hold"/>
                                        <p:tgtEl>
                                          <p:spTgt spid="29"/>
                                        </p:tgtEl>
                                        <p:attrNameLst>
                                          <p:attrName>ppt_x</p:attrName>
                                        </p:attrNameLst>
                                      </p:cBhvr>
                                      <p:tavLst>
                                        <p:tav tm="0">
                                          <p:val>
                                            <p:strVal val="#ppt_x"/>
                                          </p:val>
                                        </p:tav>
                                        <p:tav tm="100000">
                                          <p:val>
                                            <p:strVal val="#ppt_x"/>
                                          </p:val>
                                        </p:tav>
                                      </p:tavLst>
                                    </p:anim>
                                    <p:anim calcmode="lin" valueType="num">
                                      <p:cBhvr additive="base">
                                        <p:cTn id="42" dur="1000" fill="hold"/>
                                        <p:tgtEl>
                                          <p:spTgt spid="29"/>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1000" fill="hold"/>
                                        <p:tgtEl>
                                          <p:spTgt spid="32"/>
                                        </p:tgtEl>
                                        <p:attrNameLst>
                                          <p:attrName>ppt_x</p:attrName>
                                        </p:attrNameLst>
                                      </p:cBhvr>
                                      <p:tavLst>
                                        <p:tav tm="0">
                                          <p:val>
                                            <p:strVal val="#ppt_x"/>
                                          </p:val>
                                        </p:tav>
                                        <p:tav tm="100000">
                                          <p:val>
                                            <p:strVal val="#ppt_x"/>
                                          </p:val>
                                        </p:tav>
                                      </p:tavLst>
                                    </p:anim>
                                    <p:anim calcmode="lin" valueType="num">
                                      <p:cBhvr additive="base">
                                        <p:cTn id="46" dur="1000" fill="hold"/>
                                        <p:tgtEl>
                                          <p:spTgt spid="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5"/>
                                        </p:tgtEl>
                                        <p:attrNameLst>
                                          <p:attrName>style.visibility</p:attrName>
                                        </p:attrNameLst>
                                      </p:cBhvr>
                                      <p:to>
                                        <p:strVal val="visible"/>
                                      </p:to>
                                    </p:set>
                                    <p:anim calcmode="lin" valueType="num">
                                      <p:cBhvr additive="base">
                                        <p:cTn id="49" dur="1000" fill="hold"/>
                                        <p:tgtEl>
                                          <p:spTgt spid="35"/>
                                        </p:tgtEl>
                                        <p:attrNameLst>
                                          <p:attrName>ppt_x</p:attrName>
                                        </p:attrNameLst>
                                      </p:cBhvr>
                                      <p:tavLst>
                                        <p:tav tm="0">
                                          <p:val>
                                            <p:strVal val="#ppt_x"/>
                                          </p:val>
                                        </p:tav>
                                        <p:tav tm="100000">
                                          <p:val>
                                            <p:strVal val="#ppt_x"/>
                                          </p:val>
                                        </p:tav>
                                      </p:tavLst>
                                    </p:anim>
                                    <p:anim calcmode="lin" valueType="num">
                                      <p:cBhvr additive="base">
                                        <p:cTn id="50" dur="1000" fill="hold"/>
                                        <p:tgtEl>
                                          <p:spTgt spid="3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additive="base">
                                        <p:cTn id="53" dur="1000" fill="hold"/>
                                        <p:tgtEl>
                                          <p:spTgt spid="38"/>
                                        </p:tgtEl>
                                        <p:attrNameLst>
                                          <p:attrName>ppt_x</p:attrName>
                                        </p:attrNameLst>
                                      </p:cBhvr>
                                      <p:tavLst>
                                        <p:tav tm="0">
                                          <p:val>
                                            <p:strVal val="#ppt_x"/>
                                          </p:val>
                                        </p:tav>
                                        <p:tav tm="100000">
                                          <p:val>
                                            <p:strVal val="#ppt_x"/>
                                          </p:val>
                                        </p:tav>
                                      </p:tavLst>
                                    </p:anim>
                                    <p:anim calcmode="lin" valueType="num">
                                      <p:cBhvr additive="base">
                                        <p:cTn id="54" dur="1000" fill="hold"/>
                                        <p:tgtEl>
                                          <p:spTgt spid="38"/>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3"/>
                                        </p:tgtEl>
                                        <p:attrNameLst>
                                          <p:attrName>style.visibility</p:attrName>
                                        </p:attrNameLst>
                                      </p:cBhvr>
                                      <p:to>
                                        <p:strVal val="visible"/>
                                      </p:to>
                                    </p:set>
                                    <p:anim calcmode="lin" valueType="num">
                                      <p:cBhvr additive="base">
                                        <p:cTn id="57" dur="1000" fill="hold"/>
                                        <p:tgtEl>
                                          <p:spTgt spid="43"/>
                                        </p:tgtEl>
                                        <p:attrNameLst>
                                          <p:attrName>ppt_x</p:attrName>
                                        </p:attrNameLst>
                                      </p:cBhvr>
                                      <p:tavLst>
                                        <p:tav tm="0">
                                          <p:val>
                                            <p:strVal val="#ppt_x"/>
                                          </p:val>
                                        </p:tav>
                                        <p:tav tm="100000">
                                          <p:val>
                                            <p:strVal val="#ppt_x"/>
                                          </p:val>
                                        </p:tav>
                                      </p:tavLst>
                                    </p:anim>
                                    <p:anim calcmode="lin" valueType="num">
                                      <p:cBhvr additive="base">
                                        <p:cTn id="58" dur="10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2" presetClass="entr" presetSubtype="4" fill="hold" grpId="0" nodeType="clickEffect">
                                  <p:stCondLst>
                                    <p:cond delay="0"/>
                                  </p:stCondLst>
                                  <p:childTnLst>
                                    <p:set>
                                      <p:cBhvr>
                                        <p:cTn id="62" dur="1" fill="hold">
                                          <p:stCondLst>
                                            <p:cond delay="0"/>
                                          </p:stCondLst>
                                        </p:cTn>
                                        <p:tgtEl>
                                          <p:spTgt spid="46"/>
                                        </p:tgtEl>
                                        <p:attrNameLst>
                                          <p:attrName>style.visibility</p:attrName>
                                        </p:attrNameLst>
                                      </p:cBhvr>
                                      <p:to>
                                        <p:strVal val="visible"/>
                                      </p:to>
                                    </p:set>
                                    <p:animEffect transition="in" filter="wipe(down)">
                                      <p:cBhvr>
                                        <p:cTn id="63" dur="7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9"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等腰三角形 21"/>
          <p:cNvSpPr/>
          <p:nvPr/>
        </p:nvSpPr>
        <p:spPr bwMode="auto">
          <a:xfrm rot="16200000" flipH="1">
            <a:off x="6402637" y="2530496"/>
            <a:ext cx="3012998" cy="3082677"/>
          </a:xfrm>
          <a:custGeom>
            <a:avLst/>
            <a:gdLst>
              <a:gd name="connsiteX0" fmla="*/ 0 w 3169466"/>
              <a:gd name="connsiteY0" fmla="*/ 3096344 h 3096344"/>
              <a:gd name="connsiteX1" fmla="*/ 1508539 w 3169466"/>
              <a:gd name="connsiteY1" fmla="*/ 0 h 3096344"/>
              <a:gd name="connsiteX2" fmla="*/ 3169466 w 3169466"/>
              <a:gd name="connsiteY2" fmla="*/ 3096344 h 3096344"/>
              <a:gd name="connsiteX3" fmla="*/ 0 w 3169466"/>
              <a:gd name="connsiteY3" fmla="*/ 3096344 h 3096344"/>
              <a:gd name="connsiteX0" fmla="*/ 0 w 3017066"/>
              <a:gd name="connsiteY0" fmla="*/ 3083644 h 3096344"/>
              <a:gd name="connsiteX1" fmla="*/ 1356139 w 3017066"/>
              <a:gd name="connsiteY1" fmla="*/ 0 h 3096344"/>
              <a:gd name="connsiteX2" fmla="*/ 3017066 w 3017066"/>
              <a:gd name="connsiteY2" fmla="*/ 3096344 h 3096344"/>
              <a:gd name="connsiteX3" fmla="*/ 0 w 3017066"/>
              <a:gd name="connsiteY3" fmla="*/ 3083644 h 3096344"/>
              <a:gd name="connsiteX0" fmla="*/ 0 w 3017066"/>
              <a:gd name="connsiteY0" fmla="*/ 3083644 h 3096344"/>
              <a:gd name="connsiteX1" fmla="*/ 181393 w 3017066"/>
              <a:gd name="connsiteY1" fmla="*/ 22734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3083644 h 3096344"/>
              <a:gd name="connsiteX1" fmla="*/ 181393 w 3017066"/>
              <a:gd name="connsiteY1" fmla="*/ 22226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3083644 h 3096344"/>
              <a:gd name="connsiteX1" fmla="*/ 105193 w 3017066"/>
              <a:gd name="connsiteY1" fmla="*/ 24258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2601044 h 2613744"/>
              <a:gd name="connsiteX1" fmla="*/ 105193 w 3017066"/>
              <a:gd name="connsiteY1" fmla="*/ 1943223 h 2613744"/>
              <a:gd name="connsiteX2" fmla="*/ 1368839 w 3017066"/>
              <a:gd name="connsiteY2" fmla="*/ 0 h 2613744"/>
              <a:gd name="connsiteX3" fmla="*/ 3017066 w 3017066"/>
              <a:gd name="connsiteY3" fmla="*/ 2613744 h 2613744"/>
              <a:gd name="connsiteX4" fmla="*/ 0 w 3017066"/>
              <a:gd name="connsiteY4" fmla="*/ 2601044 h 2613744"/>
              <a:gd name="connsiteX0" fmla="*/ 537730 w 2919796"/>
              <a:gd name="connsiteY0" fmla="*/ 2702644 h 2702644"/>
              <a:gd name="connsiteX1" fmla="*/ 7923 w 2919796"/>
              <a:gd name="connsiteY1" fmla="*/ 1943223 h 2702644"/>
              <a:gd name="connsiteX2" fmla="*/ 1271569 w 2919796"/>
              <a:gd name="connsiteY2" fmla="*/ 0 h 2702644"/>
              <a:gd name="connsiteX3" fmla="*/ 2919796 w 2919796"/>
              <a:gd name="connsiteY3" fmla="*/ 2613744 h 2702644"/>
              <a:gd name="connsiteX4" fmla="*/ 537730 w 2919796"/>
              <a:gd name="connsiteY4" fmla="*/ 2702644 h 2702644"/>
              <a:gd name="connsiteX0" fmla="*/ 552634 w 2934700"/>
              <a:gd name="connsiteY0" fmla="*/ 2702644 h 2702644"/>
              <a:gd name="connsiteX1" fmla="*/ 22827 w 2934700"/>
              <a:gd name="connsiteY1" fmla="*/ 1943223 h 2702644"/>
              <a:gd name="connsiteX2" fmla="*/ 1286473 w 2934700"/>
              <a:gd name="connsiteY2" fmla="*/ 0 h 2702644"/>
              <a:gd name="connsiteX3" fmla="*/ 2934700 w 2934700"/>
              <a:gd name="connsiteY3" fmla="*/ 2613744 h 2702644"/>
              <a:gd name="connsiteX4" fmla="*/ 552634 w 2934700"/>
              <a:gd name="connsiteY4" fmla="*/ 2702644 h 2702644"/>
              <a:gd name="connsiteX0" fmla="*/ 529807 w 2911873"/>
              <a:gd name="connsiteY0" fmla="*/ 2702644 h 2702644"/>
              <a:gd name="connsiteX1" fmla="*/ 0 w 2911873"/>
              <a:gd name="connsiteY1" fmla="*/ 1943223 h 2702644"/>
              <a:gd name="connsiteX2" fmla="*/ 1263646 w 2911873"/>
              <a:gd name="connsiteY2" fmla="*/ 0 h 2702644"/>
              <a:gd name="connsiteX3" fmla="*/ 2911873 w 2911873"/>
              <a:gd name="connsiteY3" fmla="*/ 2613744 h 2702644"/>
              <a:gd name="connsiteX4" fmla="*/ 529807 w 2911873"/>
              <a:gd name="connsiteY4" fmla="*/ 2702644 h 2702644"/>
              <a:gd name="connsiteX0" fmla="*/ 529807 w 2911873"/>
              <a:gd name="connsiteY0" fmla="*/ 2702644 h 2702644"/>
              <a:gd name="connsiteX1" fmla="*/ 0 w 2911873"/>
              <a:gd name="connsiteY1" fmla="*/ 1943223 h 2702644"/>
              <a:gd name="connsiteX2" fmla="*/ 1263646 w 2911873"/>
              <a:gd name="connsiteY2" fmla="*/ 0 h 2702644"/>
              <a:gd name="connsiteX3" fmla="*/ 2911873 w 2911873"/>
              <a:gd name="connsiteY3" fmla="*/ 2613744 h 2702644"/>
              <a:gd name="connsiteX4" fmla="*/ 529807 w 2911873"/>
              <a:gd name="connsiteY4" fmla="*/ 2702644 h 2702644"/>
              <a:gd name="connsiteX0" fmla="*/ 529807 w 2911873"/>
              <a:gd name="connsiteY0" fmla="*/ 2702644 h 2844923"/>
              <a:gd name="connsiteX1" fmla="*/ 0 w 2911873"/>
              <a:gd name="connsiteY1" fmla="*/ 1943223 h 2844923"/>
              <a:gd name="connsiteX2" fmla="*/ 1263646 w 2911873"/>
              <a:gd name="connsiteY2" fmla="*/ 0 h 2844923"/>
              <a:gd name="connsiteX3" fmla="*/ 2911873 w 2911873"/>
              <a:gd name="connsiteY3" fmla="*/ 2613744 h 2844923"/>
              <a:gd name="connsiteX4" fmla="*/ 1241478 w 2911873"/>
              <a:gd name="connsiteY4" fmla="*/ 2844923 h 2844923"/>
              <a:gd name="connsiteX5" fmla="*/ 529807 w 2911873"/>
              <a:gd name="connsiteY5" fmla="*/ 2702644 h 2844923"/>
              <a:gd name="connsiteX0" fmla="*/ 529807 w 2619773"/>
              <a:gd name="connsiteY0" fmla="*/ 2702644 h 2844923"/>
              <a:gd name="connsiteX1" fmla="*/ 0 w 2619773"/>
              <a:gd name="connsiteY1" fmla="*/ 1943223 h 2844923"/>
              <a:gd name="connsiteX2" fmla="*/ 1263646 w 2619773"/>
              <a:gd name="connsiteY2" fmla="*/ 0 h 2844923"/>
              <a:gd name="connsiteX3" fmla="*/ 2619773 w 2619773"/>
              <a:gd name="connsiteY3" fmla="*/ 2143844 h 2844923"/>
              <a:gd name="connsiteX4" fmla="*/ 1241478 w 2619773"/>
              <a:gd name="connsiteY4" fmla="*/ 2844923 h 2844923"/>
              <a:gd name="connsiteX5" fmla="*/ 529807 w 2619773"/>
              <a:gd name="connsiteY5" fmla="*/ 2702644 h 28449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708673"/>
              <a:gd name="connsiteY0" fmla="*/ 2702644 h 2959223"/>
              <a:gd name="connsiteX1" fmla="*/ 0 w 2708673"/>
              <a:gd name="connsiteY1" fmla="*/ 1943223 h 2959223"/>
              <a:gd name="connsiteX2" fmla="*/ 1263646 w 2708673"/>
              <a:gd name="connsiteY2" fmla="*/ 0 h 2959223"/>
              <a:gd name="connsiteX3" fmla="*/ 2708673 w 2708673"/>
              <a:gd name="connsiteY3" fmla="*/ 2258144 h 2959223"/>
              <a:gd name="connsiteX4" fmla="*/ 1216078 w 2708673"/>
              <a:gd name="connsiteY4" fmla="*/ 2959223 h 2959223"/>
              <a:gd name="connsiteX5" fmla="*/ 529807 w 2708673"/>
              <a:gd name="connsiteY5" fmla="*/ 2702644 h 2959223"/>
              <a:gd name="connsiteX0" fmla="*/ 529807 w 2708673"/>
              <a:gd name="connsiteY0" fmla="*/ 2702644 h 3035423"/>
              <a:gd name="connsiteX1" fmla="*/ 0 w 2708673"/>
              <a:gd name="connsiteY1" fmla="*/ 1943223 h 3035423"/>
              <a:gd name="connsiteX2" fmla="*/ 1263646 w 2708673"/>
              <a:gd name="connsiteY2" fmla="*/ 0 h 3035423"/>
              <a:gd name="connsiteX3" fmla="*/ 2708673 w 2708673"/>
              <a:gd name="connsiteY3" fmla="*/ 2258144 h 3035423"/>
              <a:gd name="connsiteX4" fmla="*/ 1216078 w 2708673"/>
              <a:gd name="connsiteY4" fmla="*/ 3035423 h 3035423"/>
              <a:gd name="connsiteX5" fmla="*/ 529807 w 2708673"/>
              <a:gd name="connsiteY5" fmla="*/ 2702644 h 3035423"/>
              <a:gd name="connsiteX0" fmla="*/ 631407 w 2810273"/>
              <a:gd name="connsiteY0" fmla="*/ 2702644 h 3035423"/>
              <a:gd name="connsiteX1" fmla="*/ 0 w 2810273"/>
              <a:gd name="connsiteY1" fmla="*/ 1994023 h 3035423"/>
              <a:gd name="connsiteX2" fmla="*/ 1365246 w 2810273"/>
              <a:gd name="connsiteY2" fmla="*/ 0 h 3035423"/>
              <a:gd name="connsiteX3" fmla="*/ 2810273 w 2810273"/>
              <a:gd name="connsiteY3" fmla="*/ 2258144 h 3035423"/>
              <a:gd name="connsiteX4" fmla="*/ 1317678 w 2810273"/>
              <a:gd name="connsiteY4" fmla="*/ 3035423 h 3035423"/>
              <a:gd name="connsiteX5" fmla="*/ 631407 w 2810273"/>
              <a:gd name="connsiteY5" fmla="*/ 2702644 h 3035423"/>
              <a:gd name="connsiteX0" fmla="*/ 631407 w 2899173"/>
              <a:gd name="connsiteY0" fmla="*/ 2702644 h 3035423"/>
              <a:gd name="connsiteX1" fmla="*/ 0 w 2899173"/>
              <a:gd name="connsiteY1" fmla="*/ 1994023 h 3035423"/>
              <a:gd name="connsiteX2" fmla="*/ 1365246 w 2899173"/>
              <a:gd name="connsiteY2" fmla="*/ 0 h 3035423"/>
              <a:gd name="connsiteX3" fmla="*/ 2899173 w 2899173"/>
              <a:gd name="connsiteY3" fmla="*/ 2461344 h 3035423"/>
              <a:gd name="connsiteX4" fmla="*/ 1317678 w 2899173"/>
              <a:gd name="connsiteY4" fmla="*/ 3035423 h 3035423"/>
              <a:gd name="connsiteX5" fmla="*/ 631407 w 2899173"/>
              <a:gd name="connsiteY5" fmla="*/ 2702644 h 3035423"/>
              <a:gd name="connsiteX0" fmla="*/ 631407 w 2899173"/>
              <a:gd name="connsiteY0" fmla="*/ 2702644 h 3035423"/>
              <a:gd name="connsiteX1" fmla="*/ 0 w 2899173"/>
              <a:gd name="connsiteY1" fmla="*/ 1994023 h 3035423"/>
              <a:gd name="connsiteX2" fmla="*/ 1365246 w 2899173"/>
              <a:gd name="connsiteY2" fmla="*/ 0 h 3035423"/>
              <a:gd name="connsiteX3" fmla="*/ 2899173 w 2899173"/>
              <a:gd name="connsiteY3" fmla="*/ 2461344 h 3035423"/>
              <a:gd name="connsiteX4" fmla="*/ 1317678 w 2899173"/>
              <a:gd name="connsiteY4" fmla="*/ 3035423 h 3035423"/>
              <a:gd name="connsiteX5" fmla="*/ 631407 w 2899173"/>
              <a:gd name="connsiteY5" fmla="*/ 2702644 h 3035423"/>
              <a:gd name="connsiteX0" fmla="*/ 631407 w 2899173"/>
              <a:gd name="connsiteY0" fmla="*/ 2702644 h 3086223"/>
              <a:gd name="connsiteX1" fmla="*/ 0 w 2899173"/>
              <a:gd name="connsiteY1" fmla="*/ 1994023 h 3086223"/>
              <a:gd name="connsiteX2" fmla="*/ 1365246 w 2899173"/>
              <a:gd name="connsiteY2" fmla="*/ 0 h 3086223"/>
              <a:gd name="connsiteX3" fmla="*/ 2899173 w 2899173"/>
              <a:gd name="connsiteY3" fmla="*/ 2461344 h 3086223"/>
              <a:gd name="connsiteX4" fmla="*/ 1330378 w 2899173"/>
              <a:gd name="connsiteY4" fmla="*/ 3086223 h 3086223"/>
              <a:gd name="connsiteX5" fmla="*/ 631407 w 2899173"/>
              <a:gd name="connsiteY5" fmla="*/ 2702644 h 30862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2908539"/>
              <a:gd name="connsiteX1" fmla="*/ 0 w 2930925"/>
              <a:gd name="connsiteY1" fmla="*/ 2032204 h 2908539"/>
              <a:gd name="connsiteX2" fmla="*/ 1396998 w 2930925"/>
              <a:gd name="connsiteY2" fmla="*/ 0 h 2908539"/>
              <a:gd name="connsiteX3" fmla="*/ 2930925 w 2930925"/>
              <a:gd name="connsiteY3" fmla="*/ 2461344 h 2908539"/>
              <a:gd name="connsiteX4" fmla="*/ 1559196 w 2930925"/>
              <a:gd name="connsiteY4" fmla="*/ 2908539 h 2908539"/>
              <a:gd name="connsiteX5" fmla="*/ 663159 w 2930925"/>
              <a:gd name="connsiteY5" fmla="*/ 2702644 h 2908539"/>
              <a:gd name="connsiteX0" fmla="*/ 663159 w 2930925"/>
              <a:gd name="connsiteY0" fmla="*/ 2702644 h 2959458"/>
              <a:gd name="connsiteX1" fmla="*/ 0 w 2930925"/>
              <a:gd name="connsiteY1" fmla="*/ 2032204 h 2959458"/>
              <a:gd name="connsiteX2" fmla="*/ 1396998 w 2930925"/>
              <a:gd name="connsiteY2" fmla="*/ 0 h 2959458"/>
              <a:gd name="connsiteX3" fmla="*/ 2930925 w 2930925"/>
              <a:gd name="connsiteY3" fmla="*/ 2461344 h 2959458"/>
              <a:gd name="connsiteX4" fmla="*/ 1559412 w 2930925"/>
              <a:gd name="connsiteY4" fmla="*/ 2959458 h 2959458"/>
              <a:gd name="connsiteX5" fmla="*/ 663159 w 2930925"/>
              <a:gd name="connsiteY5" fmla="*/ 2702644 h 2959458"/>
              <a:gd name="connsiteX0" fmla="*/ 663159 w 2930925"/>
              <a:gd name="connsiteY0" fmla="*/ 2702644 h 2959458"/>
              <a:gd name="connsiteX1" fmla="*/ 0 w 2930925"/>
              <a:gd name="connsiteY1" fmla="*/ 2032204 h 2959458"/>
              <a:gd name="connsiteX2" fmla="*/ 1396998 w 2930925"/>
              <a:gd name="connsiteY2" fmla="*/ 0 h 2959458"/>
              <a:gd name="connsiteX3" fmla="*/ 2930925 w 2930925"/>
              <a:gd name="connsiteY3" fmla="*/ 2461344 h 2959458"/>
              <a:gd name="connsiteX4" fmla="*/ 1559412 w 2930925"/>
              <a:gd name="connsiteY4" fmla="*/ 2959458 h 2959458"/>
              <a:gd name="connsiteX5" fmla="*/ 663159 w 2930925"/>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3222" h="2959458">
                <a:moveTo>
                  <a:pt x="663159" y="2702644"/>
                </a:moveTo>
                <a:cubicBezTo>
                  <a:pt x="270694" y="2413616"/>
                  <a:pt x="297292" y="2480177"/>
                  <a:pt x="0" y="2032204"/>
                </a:cubicBezTo>
                <a:lnTo>
                  <a:pt x="1396998" y="0"/>
                </a:lnTo>
                <a:lnTo>
                  <a:pt x="2893222" y="2404291"/>
                </a:lnTo>
                <a:cubicBezTo>
                  <a:pt x="2180089" y="2991587"/>
                  <a:pt x="1930209" y="2931200"/>
                  <a:pt x="1559412" y="2959458"/>
                </a:cubicBezTo>
                <a:cubicBezTo>
                  <a:pt x="1254627" y="2941783"/>
                  <a:pt x="930144" y="2872952"/>
                  <a:pt x="663159" y="2702644"/>
                </a:cubicBezTo>
                <a:close/>
              </a:path>
            </a:pathLst>
          </a:custGeom>
          <a:solidFill>
            <a:schemeClr val="bg1">
              <a:lumMod val="95000"/>
            </a:schemeClr>
          </a:solidFill>
          <a:ln>
            <a:noFill/>
          </a:ln>
          <a:effectLst>
            <a:innerShdw blurRad="165100" dist="63500" dir="13500000">
              <a:prstClr val="black">
                <a:alpha val="30000"/>
              </a:prstClr>
            </a:innerShdw>
          </a:effectLst>
        </p:spPr>
        <p:txBody>
          <a:bodyPr vert="horz" wrap="square" lIns="95238" tIns="47620" rIns="95238" bIns="47620" numCol="1" anchor="ctr" anchorCtr="0" compatLnSpc="1">
            <a:prstTxWarp prst="textNoShape">
              <a:avLst/>
            </a:prstTxWarp>
          </a:bodyPr>
          <a:lstStyle/>
          <a:p>
            <a:pPr algn="r"/>
            <a:endParaRPr lang="zh-CN" altLang="en-US" sz="1666">
              <a:solidFill>
                <a:schemeClr val="bg1"/>
              </a:solidFill>
              <a:latin typeface="微软雅黑" pitchFamily="34" charset="-122"/>
              <a:ea typeface="微软雅黑" pitchFamily="34" charset="-122"/>
            </a:endParaRPr>
          </a:p>
        </p:txBody>
      </p:sp>
      <p:sp>
        <p:nvSpPr>
          <p:cNvPr id="15" name="等腰三角形 21"/>
          <p:cNvSpPr/>
          <p:nvPr/>
        </p:nvSpPr>
        <p:spPr bwMode="auto">
          <a:xfrm rot="5400000">
            <a:off x="3417651" y="2530496"/>
            <a:ext cx="3012998" cy="3082677"/>
          </a:xfrm>
          <a:custGeom>
            <a:avLst/>
            <a:gdLst>
              <a:gd name="connsiteX0" fmla="*/ 0 w 3169466"/>
              <a:gd name="connsiteY0" fmla="*/ 3096344 h 3096344"/>
              <a:gd name="connsiteX1" fmla="*/ 1508539 w 3169466"/>
              <a:gd name="connsiteY1" fmla="*/ 0 h 3096344"/>
              <a:gd name="connsiteX2" fmla="*/ 3169466 w 3169466"/>
              <a:gd name="connsiteY2" fmla="*/ 3096344 h 3096344"/>
              <a:gd name="connsiteX3" fmla="*/ 0 w 3169466"/>
              <a:gd name="connsiteY3" fmla="*/ 3096344 h 3096344"/>
              <a:gd name="connsiteX0" fmla="*/ 0 w 3017066"/>
              <a:gd name="connsiteY0" fmla="*/ 3083644 h 3096344"/>
              <a:gd name="connsiteX1" fmla="*/ 1356139 w 3017066"/>
              <a:gd name="connsiteY1" fmla="*/ 0 h 3096344"/>
              <a:gd name="connsiteX2" fmla="*/ 3017066 w 3017066"/>
              <a:gd name="connsiteY2" fmla="*/ 3096344 h 3096344"/>
              <a:gd name="connsiteX3" fmla="*/ 0 w 3017066"/>
              <a:gd name="connsiteY3" fmla="*/ 3083644 h 3096344"/>
              <a:gd name="connsiteX0" fmla="*/ 0 w 3017066"/>
              <a:gd name="connsiteY0" fmla="*/ 3083644 h 3096344"/>
              <a:gd name="connsiteX1" fmla="*/ 181393 w 3017066"/>
              <a:gd name="connsiteY1" fmla="*/ 22734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3083644 h 3096344"/>
              <a:gd name="connsiteX1" fmla="*/ 181393 w 3017066"/>
              <a:gd name="connsiteY1" fmla="*/ 22226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3083644 h 3096344"/>
              <a:gd name="connsiteX1" fmla="*/ 105193 w 3017066"/>
              <a:gd name="connsiteY1" fmla="*/ 2425823 h 3096344"/>
              <a:gd name="connsiteX2" fmla="*/ 1356139 w 3017066"/>
              <a:gd name="connsiteY2" fmla="*/ 0 h 3096344"/>
              <a:gd name="connsiteX3" fmla="*/ 3017066 w 3017066"/>
              <a:gd name="connsiteY3" fmla="*/ 3096344 h 3096344"/>
              <a:gd name="connsiteX4" fmla="*/ 0 w 3017066"/>
              <a:gd name="connsiteY4" fmla="*/ 3083644 h 3096344"/>
              <a:gd name="connsiteX0" fmla="*/ 0 w 3017066"/>
              <a:gd name="connsiteY0" fmla="*/ 2601044 h 2613744"/>
              <a:gd name="connsiteX1" fmla="*/ 105193 w 3017066"/>
              <a:gd name="connsiteY1" fmla="*/ 1943223 h 2613744"/>
              <a:gd name="connsiteX2" fmla="*/ 1368839 w 3017066"/>
              <a:gd name="connsiteY2" fmla="*/ 0 h 2613744"/>
              <a:gd name="connsiteX3" fmla="*/ 3017066 w 3017066"/>
              <a:gd name="connsiteY3" fmla="*/ 2613744 h 2613744"/>
              <a:gd name="connsiteX4" fmla="*/ 0 w 3017066"/>
              <a:gd name="connsiteY4" fmla="*/ 2601044 h 2613744"/>
              <a:gd name="connsiteX0" fmla="*/ 537730 w 2919796"/>
              <a:gd name="connsiteY0" fmla="*/ 2702644 h 2702644"/>
              <a:gd name="connsiteX1" fmla="*/ 7923 w 2919796"/>
              <a:gd name="connsiteY1" fmla="*/ 1943223 h 2702644"/>
              <a:gd name="connsiteX2" fmla="*/ 1271569 w 2919796"/>
              <a:gd name="connsiteY2" fmla="*/ 0 h 2702644"/>
              <a:gd name="connsiteX3" fmla="*/ 2919796 w 2919796"/>
              <a:gd name="connsiteY3" fmla="*/ 2613744 h 2702644"/>
              <a:gd name="connsiteX4" fmla="*/ 537730 w 2919796"/>
              <a:gd name="connsiteY4" fmla="*/ 2702644 h 2702644"/>
              <a:gd name="connsiteX0" fmla="*/ 552634 w 2934700"/>
              <a:gd name="connsiteY0" fmla="*/ 2702644 h 2702644"/>
              <a:gd name="connsiteX1" fmla="*/ 22827 w 2934700"/>
              <a:gd name="connsiteY1" fmla="*/ 1943223 h 2702644"/>
              <a:gd name="connsiteX2" fmla="*/ 1286473 w 2934700"/>
              <a:gd name="connsiteY2" fmla="*/ 0 h 2702644"/>
              <a:gd name="connsiteX3" fmla="*/ 2934700 w 2934700"/>
              <a:gd name="connsiteY3" fmla="*/ 2613744 h 2702644"/>
              <a:gd name="connsiteX4" fmla="*/ 552634 w 2934700"/>
              <a:gd name="connsiteY4" fmla="*/ 2702644 h 2702644"/>
              <a:gd name="connsiteX0" fmla="*/ 529807 w 2911873"/>
              <a:gd name="connsiteY0" fmla="*/ 2702644 h 2702644"/>
              <a:gd name="connsiteX1" fmla="*/ 0 w 2911873"/>
              <a:gd name="connsiteY1" fmla="*/ 1943223 h 2702644"/>
              <a:gd name="connsiteX2" fmla="*/ 1263646 w 2911873"/>
              <a:gd name="connsiteY2" fmla="*/ 0 h 2702644"/>
              <a:gd name="connsiteX3" fmla="*/ 2911873 w 2911873"/>
              <a:gd name="connsiteY3" fmla="*/ 2613744 h 2702644"/>
              <a:gd name="connsiteX4" fmla="*/ 529807 w 2911873"/>
              <a:gd name="connsiteY4" fmla="*/ 2702644 h 2702644"/>
              <a:gd name="connsiteX0" fmla="*/ 529807 w 2911873"/>
              <a:gd name="connsiteY0" fmla="*/ 2702644 h 2702644"/>
              <a:gd name="connsiteX1" fmla="*/ 0 w 2911873"/>
              <a:gd name="connsiteY1" fmla="*/ 1943223 h 2702644"/>
              <a:gd name="connsiteX2" fmla="*/ 1263646 w 2911873"/>
              <a:gd name="connsiteY2" fmla="*/ 0 h 2702644"/>
              <a:gd name="connsiteX3" fmla="*/ 2911873 w 2911873"/>
              <a:gd name="connsiteY3" fmla="*/ 2613744 h 2702644"/>
              <a:gd name="connsiteX4" fmla="*/ 529807 w 2911873"/>
              <a:gd name="connsiteY4" fmla="*/ 2702644 h 2702644"/>
              <a:gd name="connsiteX0" fmla="*/ 529807 w 2911873"/>
              <a:gd name="connsiteY0" fmla="*/ 2702644 h 2844923"/>
              <a:gd name="connsiteX1" fmla="*/ 0 w 2911873"/>
              <a:gd name="connsiteY1" fmla="*/ 1943223 h 2844923"/>
              <a:gd name="connsiteX2" fmla="*/ 1263646 w 2911873"/>
              <a:gd name="connsiteY2" fmla="*/ 0 h 2844923"/>
              <a:gd name="connsiteX3" fmla="*/ 2911873 w 2911873"/>
              <a:gd name="connsiteY3" fmla="*/ 2613744 h 2844923"/>
              <a:gd name="connsiteX4" fmla="*/ 1241478 w 2911873"/>
              <a:gd name="connsiteY4" fmla="*/ 2844923 h 2844923"/>
              <a:gd name="connsiteX5" fmla="*/ 529807 w 2911873"/>
              <a:gd name="connsiteY5" fmla="*/ 2702644 h 2844923"/>
              <a:gd name="connsiteX0" fmla="*/ 529807 w 2619773"/>
              <a:gd name="connsiteY0" fmla="*/ 2702644 h 2844923"/>
              <a:gd name="connsiteX1" fmla="*/ 0 w 2619773"/>
              <a:gd name="connsiteY1" fmla="*/ 1943223 h 2844923"/>
              <a:gd name="connsiteX2" fmla="*/ 1263646 w 2619773"/>
              <a:gd name="connsiteY2" fmla="*/ 0 h 2844923"/>
              <a:gd name="connsiteX3" fmla="*/ 2619773 w 2619773"/>
              <a:gd name="connsiteY3" fmla="*/ 2143844 h 2844923"/>
              <a:gd name="connsiteX4" fmla="*/ 1241478 w 2619773"/>
              <a:gd name="connsiteY4" fmla="*/ 2844923 h 2844923"/>
              <a:gd name="connsiteX5" fmla="*/ 529807 w 2619773"/>
              <a:gd name="connsiteY5" fmla="*/ 2702644 h 28449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619773"/>
              <a:gd name="connsiteY0" fmla="*/ 2702644 h 2959223"/>
              <a:gd name="connsiteX1" fmla="*/ 0 w 2619773"/>
              <a:gd name="connsiteY1" fmla="*/ 1943223 h 2959223"/>
              <a:gd name="connsiteX2" fmla="*/ 1263646 w 2619773"/>
              <a:gd name="connsiteY2" fmla="*/ 0 h 2959223"/>
              <a:gd name="connsiteX3" fmla="*/ 2619773 w 2619773"/>
              <a:gd name="connsiteY3" fmla="*/ 2143844 h 2959223"/>
              <a:gd name="connsiteX4" fmla="*/ 1216078 w 2619773"/>
              <a:gd name="connsiteY4" fmla="*/ 2959223 h 2959223"/>
              <a:gd name="connsiteX5" fmla="*/ 529807 w 2619773"/>
              <a:gd name="connsiteY5" fmla="*/ 2702644 h 2959223"/>
              <a:gd name="connsiteX0" fmla="*/ 529807 w 2708673"/>
              <a:gd name="connsiteY0" fmla="*/ 2702644 h 2959223"/>
              <a:gd name="connsiteX1" fmla="*/ 0 w 2708673"/>
              <a:gd name="connsiteY1" fmla="*/ 1943223 h 2959223"/>
              <a:gd name="connsiteX2" fmla="*/ 1263646 w 2708673"/>
              <a:gd name="connsiteY2" fmla="*/ 0 h 2959223"/>
              <a:gd name="connsiteX3" fmla="*/ 2708673 w 2708673"/>
              <a:gd name="connsiteY3" fmla="*/ 2258144 h 2959223"/>
              <a:gd name="connsiteX4" fmla="*/ 1216078 w 2708673"/>
              <a:gd name="connsiteY4" fmla="*/ 2959223 h 2959223"/>
              <a:gd name="connsiteX5" fmla="*/ 529807 w 2708673"/>
              <a:gd name="connsiteY5" fmla="*/ 2702644 h 2959223"/>
              <a:gd name="connsiteX0" fmla="*/ 529807 w 2708673"/>
              <a:gd name="connsiteY0" fmla="*/ 2702644 h 3035423"/>
              <a:gd name="connsiteX1" fmla="*/ 0 w 2708673"/>
              <a:gd name="connsiteY1" fmla="*/ 1943223 h 3035423"/>
              <a:gd name="connsiteX2" fmla="*/ 1263646 w 2708673"/>
              <a:gd name="connsiteY2" fmla="*/ 0 h 3035423"/>
              <a:gd name="connsiteX3" fmla="*/ 2708673 w 2708673"/>
              <a:gd name="connsiteY3" fmla="*/ 2258144 h 3035423"/>
              <a:gd name="connsiteX4" fmla="*/ 1216078 w 2708673"/>
              <a:gd name="connsiteY4" fmla="*/ 3035423 h 3035423"/>
              <a:gd name="connsiteX5" fmla="*/ 529807 w 2708673"/>
              <a:gd name="connsiteY5" fmla="*/ 2702644 h 3035423"/>
              <a:gd name="connsiteX0" fmla="*/ 631407 w 2810273"/>
              <a:gd name="connsiteY0" fmla="*/ 2702644 h 3035423"/>
              <a:gd name="connsiteX1" fmla="*/ 0 w 2810273"/>
              <a:gd name="connsiteY1" fmla="*/ 1994023 h 3035423"/>
              <a:gd name="connsiteX2" fmla="*/ 1365246 w 2810273"/>
              <a:gd name="connsiteY2" fmla="*/ 0 h 3035423"/>
              <a:gd name="connsiteX3" fmla="*/ 2810273 w 2810273"/>
              <a:gd name="connsiteY3" fmla="*/ 2258144 h 3035423"/>
              <a:gd name="connsiteX4" fmla="*/ 1317678 w 2810273"/>
              <a:gd name="connsiteY4" fmla="*/ 3035423 h 3035423"/>
              <a:gd name="connsiteX5" fmla="*/ 631407 w 2810273"/>
              <a:gd name="connsiteY5" fmla="*/ 2702644 h 3035423"/>
              <a:gd name="connsiteX0" fmla="*/ 631407 w 2899173"/>
              <a:gd name="connsiteY0" fmla="*/ 2702644 h 3035423"/>
              <a:gd name="connsiteX1" fmla="*/ 0 w 2899173"/>
              <a:gd name="connsiteY1" fmla="*/ 1994023 h 3035423"/>
              <a:gd name="connsiteX2" fmla="*/ 1365246 w 2899173"/>
              <a:gd name="connsiteY2" fmla="*/ 0 h 3035423"/>
              <a:gd name="connsiteX3" fmla="*/ 2899173 w 2899173"/>
              <a:gd name="connsiteY3" fmla="*/ 2461344 h 3035423"/>
              <a:gd name="connsiteX4" fmla="*/ 1317678 w 2899173"/>
              <a:gd name="connsiteY4" fmla="*/ 3035423 h 3035423"/>
              <a:gd name="connsiteX5" fmla="*/ 631407 w 2899173"/>
              <a:gd name="connsiteY5" fmla="*/ 2702644 h 3035423"/>
              <a:gd name="connsiteX0" fmla="*/ 631407 w 2899173"/>
              <a:gd name="connsiteY0" fmla="*/ 2702644 h 3035423"/>
              <a:gd name="connsiteX1" fmla="*/ 0 w 2899173"/>
              <a:gd name="connsiteY1" fmla="*/ 1994023 h 3035423"/>
              <a:gd name="connsiteX2" fmla="*/ 1365246 w 2899173"/>
              <a:gd name="connsiteY2" fmla="*/ 0 h 3035423"/>
              <a:gd name="connsiteX3" fmla="*/ 2899173 w 2899173"/>
              <a:gd name="connsiteY3" fmla="*/ 2461344 h 3035423"/>
              <a:gd name="connsiteX4" fmla="*/ 1317678 w 2899173"/>
              <a:gd name="connsiteY4" fmla="*/ 3035423 h 3035423"/>
              <a:gd name="connsiteX5" fmla="*/ 631407 w 2899173"/>
              <a:gd name="connsiteY5" fmla="*/ 2702644 h 3035423"/>
              <a:gd name="connsiteX0" fmla="*/ 631407 w 2899173"/>
              <a:gd name="connsiteY0" fmla="*/ 2702644 h 3086223"/>
              <a:gd name="connsiteX1" fmla="*/ 0 w 2899173"/>
              <a:gd name="connsiteY1" fmla="*/ 1994023 h 3086223"/>
              <a:gd name="connsiteX2" fmla="*/ 1365246 w 2899173"/>
              <a:gd name="connsiteY2" fmla="*/ 0 h 3086223"/>
              <a:gd name="connsiteX3" fmla="*/ 2899173 w 2899173"/>
              <a:gd name="connsiteY3" fmla="*/ 2461344 h 3086223"/>
              <a:gd name="connsiteX4" fmla="*/ 1330378 w 2899173"/>
              <a:gd name="connsiteY4" fmla="*/ 3086223 h 3086223"/>
              <a:gd name="connsiteX5" fmla="*/ 631407 w 2899173"/>
              <a:gd name="connsiteY5" fmla="*/ 2702644 h 30862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31407 w 2899173"/>
              <a:gd name="connsiteY0" fmla="*/ 2702644 h 3060823"/>
              <a:gd name="connsiteX1" fmla="*/ 0 w 2899173"/>
              <a:gd name="connsiteY1" fmla="*/ 1994023 h 3060823"/>
              <a:gd name="connsiteX2" fmla="*/ 1365246 w 2899173"/>
              <a:gd name="connsiteY2" fmla="*/ 0 h 3060823"/>
              <a:gd name="connsiteX3" fmla="*/ 2899173 w 2899173"/>
              <a:gd name="connsiteY3" fmla="*/ 2461344 h 3060823"/>
              <a:gd name="connsiteX4" fmla="*/ 1508178 w 2899173"/>
              <a:gd name="connsiteY4" fmla="*/ 3060823 h 3060823"/>
              <a:gd name="connsiteX5" fmla="*/ 631407 w 2899173"/>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3060823"/>
              <a:gd name="connsiteX1" fmla="*/ 0 w 2930925"/>
              <a:gd name="connsiteY1" fmla="*/ 2032204 h 3060823"/>
              <a:gd name="connsiteX2" fmla="*/ 1396998 w 2930925"/>
              <a:gd name="connsiteY2" fmla="*/ 0 h 3060823"/>
              <a:gd name="connsiteX3" fmla="*/ 2930925 w 2930925"/>
              <a:gd name="connsiteY3" fmla="*/ 2461344 h 3060823"/>
              <a:gd name="connsiteX4" fmla="*/ 1539930 w 2930925"/>
              <a:gd name="connsiteY4" fmla="*/ 3060823 h 3060823"/>
              <a:gd name="connsiteX5" fmla="*/ 663159 w 2930925"/>
              <a:gd name="connsiteY5" fmla="*/ 2702644 h 3060823"/>
              <a:gd name="connsiteX0" fmla="*/ 663159 w 2930925"/>
              <a:gd name="connsiteY0" fmla="*/ 2702644 h 2908539"/>
              <a:gd name="connsiteX1" fmla="*/ 0 w 2930925"/>
              <a:gd name="connsiteY1" fmla="*/ 2032204 h 2908539"/>
              <a:gd name="connsiteX2" fmla="*/ 1396998 w 2930925"/>
              <a:gd name="connsiteY2" fmla="*/ 0 h 2908539"/>
              <a:gd name="connsiteX3" fmla="*/ 2930925 w 2930925"/>
              <a:gd name="connsiteY3" fmla="*/ 2461344 h 2908539"/>
              <a:gd name="connsiteX4" fmla="*/ 1559196 w 2930925"/>
              <a:gd name="connsiteY4" fmla="*/ 2908539 h 2908539"/>
              <a:gd name="connsiteX5" fmla="*/ 663159 w 2930925"/>
              <a:gd name="connsiteY5" fmla="*/ 2702644 h 2908539"/>
              <a:gd name="connsiteX0" fmla="*/ 663159 w 2930925"/>
              <a:gd name="connsiteY0" fmla="*/ 2702644 h 2959458"/>
              <a:gd name="connsiteX1" fmla="*/ 0 w 2930925"/>
              <a:gd name="connsiteY1" fmla="*/ 2032204 h 2959458"/>
              <a:gd name="connsiteX2" fmla="*/ 1396998 w 2930925"/>
              <a:gd name="connsiteY2" fmla="*/ 0 h 2959458"/>
              <a:gd name="connsiteX3" fmla="*/ 2930925 w 2930925"/>
              <a:gd name="connsiteY3" fmla="*/ 2461344 h 2959458"/>
              <a:gd name="connsiteX4" fmla="*/ 1559412 w 2930925"/>
              <a:gd name="connsiteY4" fmla="*/ 2959458 h 2959458"/>
              <a:gd name="connsiteX5" fmla="*/ 663159 w 2930925"/>
              <a:gd name="connsiteY5" fmla="*/ 2702644 h 2959458"/>
              <a:gd name="connsiteX0" fmla="*/ 663159 w 2930925"/>
              <a:gd name="connsiteY0" fmla="*/ 2702644 h 2959458"/>
              <a:gd name="connsiteX1" fmla="*/ 0 w 2930925"/>
              <a:gd name="connsiteY1" fmla="*/ 2032204 h 2959458"/>
              <a:gd name="connsiteX2" fmla="*/ 1396998 w 2930925"/>
              <a:gd name="connsiteY2" fmla="*/ 0 h 2959458"/>
              <a:gd name="connsiteX3" fmla="*/ 2930925 w 2930925"/>
              <a:gd name="connsiteY3" fmla="*/ 2461344 h 2959458"/>
              <a:gd name="connsiteX4" fmla="*/ 1559412 w 2930925"/>
              <a:gd name="connsiteY4" fmla="*/ 2959458 h 2959458"/>
              <a:gd name="connsiteX5" fmla="*/ 663159 w 2930925"/>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 name="connsiteX0" fmla="*/ 663159 w 2893222"/>
              <a:gd name="connsiteY0" fmla="*/ 2702644 h 2959458"/>
              <a:gd name="connsiteX1" fmla="*/ 0 w 2893222"/>
              <a:gd name="connsiteY1" fmla="*/ 2032204 h 2959458"/>
              <a:gd name="connsiteX2" fmla="*/ 1396998 w 2893222"/>
              <a:gd name="connsiteY2" fmla="*/ 0 h 2959458"/>
              <a:gd name="connsiteX3" fmla="*/ 2893222 w 2893222"/>
              <a:gd name="connsiteY3" fmla="*/ 2404291 h 2959458"/>
              <a:gd name="connsiteX4" fmla="*/ 1559412 w 2893222"/>
              <a:gd name="connsiteY4" fmla="*/ 2959458 h 2959458"/>
              <a:gd name="connsiteX5" fmla="*/ 663159 w 2893222"/>
              <a:gd name="connsiteY5" fmla="*/ 2702644 h 295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3222" h="2959458">
                <a:moveTo>
                  <a:pt x="663159" y="2702644"/>
                </a:moveTo>
                <a:cubicBezTo>
                  <a:pt x="270694" y="2413616"/>
                  <a:pt x="297292" y="2480177"/>
                  <a:pt x="0" y="2032204"/>
                </a:cubicBezTo>
                <a:lnTo>
                  <a:pt x="1396998" y="0"/>
                </a:lnTo>
                <a:lnTo>
                  <a:pt x="2893222" y="2404291"/>
                </a:lnTo>
                <a:cubicBezTo>
                  <a:pt x="2180089" y="2991587"/>
                  <a:pt x="1930209" y="2931200"/>
                  <a:pt x="1559412" y="2959458"/>
                </a:cubicBezTo>
                <a:cubicBezTo>
                  <a:pt x="1254627" y="2941783"/>
                  <a:pt x="930144" y="2872952"/>
                  <a:pt x="663159" y="2702644"/>
                </a:cubicBezTo>
                <a:close/>
              </a:path>
            </a:pathLst>
          </a:custGeom>
          <a:solidFill>
            <a:schemeClr val="bg1">
              <a:lumMod val="95000"/>
            </a:schemeClr>
          </a:solidFill>
          <a:ln>
            <a:noFill/>
          </a:ln>
          <a:effectLst>
            <a:innerShdw blurRad="165100" dist="63500" dir="13500000">
              <a:prstClr val="black">
                <a:alpha val="30000"/>
              </a:prstClr>
            </a:innerShdw>
          </a:effectLst>
        </p:spPr>
        <p:txBody>
          <a:bodyPr vert="horz" wrap="square" lIns="95238" tIns="47620" rIns="95238" bIns="47620" numCol="1" anchor="ctr" anchorCtr="0" compatLnSpc="1">
            <a:prstTxWarp prst="textNoShape">
              <a:avLst/>
            </a:prstTxWarp>
          </a:bodyPr>
          <a:lstStyle/>
          <a:p>
            <a:pPr algn="r"/>
            <a:endParaRPr lang="zh-CN" altLang="en-US" sz="1666">
              <a:solidFill>
                <a:schemeClr val="bg1"/>
              </a:solidFill>
              <a:latin typeface="微软雅黑" pitchFamily="34" charset="-122"/>
              <a:ea typeface="微软雅黑" pitchFamily="34" charset="-122"/>
            </a:endParaRPr>
          </a:p>
        </p:txBody>
      </p:sp>
      <p:sp>
        <p:nvSpPr>
          <p:cNvPr id="16" name="椭圆 15"/>
          <p:cNvSpPr/>
          <p:nvPr/>
        </p:nvSpPr>
        <p:spPr bwMode="auto">
          <a:xfrm>
            <a:off x="3384715" y="2314007"/>
            <a:ext cx="3800114" cy="3799622"/>
          </a:xfrm>
          <a:prstGeom prst="ellipse">
            <a:avLst/>
          </a:prstGeom>
          <a:noFill/>
          <a:ln w="12700" cap="flat" cmpd="sng" algn="ctr">
            <a:solidFill>
              <a:schemeClr val="bg1">
                <a:lumMod val="75000"/>
              </a:schemeClr>
            </a:solidFill>
            <a:prstDash val="dash"/>
          </a:ln>
          <a:effectLst/>
        </p:spPr>
        <p:txBody>
          <a:bodyPr lIns="95238" tIns="47620" rIns="95238" bIns="47620" anchor="ctr"/>
          <a:lstStyle/>
          <a:p>
            <a:pPr algn="ctr">
              <a:defRPr/>
            </a:pPr>
            <a:endParaRPr lang="zh-CN" altLang="en-US" sz="2499" kern="0" dirty="0">
              <a:solidFill>
                <a:sysClr val="window" lastClr="FFFFFF"/>
              </a:solidFill>
              <a:latin typeface="Calibri"/>
              <a:ea typeface="微软雅黑" pitchFamily="34" charset="-122"/>
            </a:endParaRPr>
          </a:p>
        </p:txBody>
      </p:sp>
      <p:sp>
        <p:nvSpPr>
          <p:cNvPr id="17" name="椭圆 16"/>
          <p:cNvSpPr/>
          <p:nvPr/>
        </p:nvSpPr>
        <p:spPr bwMode="auto">
          <a:xfrm>
            <a:off x="5658499" y="2314007"/>
            <a:ext cx="3801771" cy="3799622"/>
          </a:xfrm>
          <a:prstGeom prst="ellipse">
            <a:avLst/>
          </a:prstGeom>
          <a:noFill/>
          <a:ln w="12700" cap="flat" cmpd="sng" algn="ctr">
            <a:solidFill>
              <a:schemeClr val="bg1">
                <a:lumMod val="75000"/>
              </a:schemeClr>
            </a:solidFill>
            <a:prstDash val="dash"/>
          </a:ln>
          <a:effectLst/>
        </p:spPr>
        <p:txBody>
          <a:bodyPr lIns="95238" tIns="47620" rIns="95238" bIns="47620" anchor="ctr"/>
          <a:lstStyle/>
          <a:p>
            <a:pPr algn="ctr">
              <a:defRPr/>
            </a:pPr>
            <a:endParaRPr lang="zh-CN" altLang="en-US" sz="2499" kern="0" dirty="0">
              <a:solidFill>
                <a:sysClr val="window" lastClr="FFFFFF"/>
              </a:solidFill>
              <a:latin typeface="Calibri"/>
              <a:ea typeface="微软雅黑" pitchFamily="34" charset="-122"/>
            </a:endParaRPr>
          </a:p>
        </p:txBody>
      </p:sp>
      <p:cxnSp>
        <p:nvCxnSpPr>
          <p:cNvPr id="18" name="直接连接符 17"/>
          <p:cNvCxnSpPr>
            <a:cxnSpLocks noChangeShapeType="1"/>
          </p:cNvCxnSpPr>
          <p:nvPr/>
        </p:nvCxnSpPr>
        <p:spPr bwMode="auto">
          <a:xfrm>
            <a:off x="4428176" y="3157533"/>
            <a:ext cx="595318" cy="279432"/>
          </a:xfrm>
          <a:prstGeom prst="line">
            <a:avLst/>
          </a:prstGeom>
          <a:noFill/>
          <a:ln w="19050" algn="ctr">
            <a:solidFill>
              <a:srgbClr val="BF1347"/>
            </a:solidFill>
            <a:round/>
            <a:headEnd type="none" w="med" len="med"/>
            <a:tailEnd type="triangle" w="med" len="med"/>
          </a:ln>
        </p:spPr>
      </p:cxnSp>
      <p:cxnSp>
        <p:nvCxnSpPr>
          <p:cNvPr id="19" name="直接连接符 18"/>
          <p:cNvCxnSpPr>
            <a:cxnSpLocks noChangeShapeType="1"/>
          </p:cNvCxnSpPr>
          <p:nvPr/>
        </p:nvCxnSpPr>
        <p:spPr bwMode="auto">
          <a:xfrm>
            <a:off x="4110670" y="4015668"/>
            <a:ext cx="615164" cy="0"/>
          </a:xfrm>
          <a:prstGeom prst="line">
            <a:avLst/>
          </a:prstGeom>
          <a:noFill/>
          <a:ln w="19050" algn="ctr">
            <a:solidFill>
              <a:srgbClr val="BF1347"/>
            </a:solidFill>
            <a:round/>
            <a:headEnd type="none" w="med" len="med"/>
            <a:tailEnd type="triangle" w="med" len="med"/>
          </a:ln>
        </p:spPr>
      </p:cxnSp>
      <p:cxnSp>
        <p:nvCxnSpPr>
          <p:cNvPr id="20" name="直接连接符 19"/>
          <p:cNvCxnSpPr>
            <a:cxnSpLocks noChangeShapeType="1"/>
          </p:cNvCxnSpPr>
          <p:nvPr/>
        </p:nvCxnSpPr>
        <p:spPr bwMode="auto">
          <a:xfrm flipV="1">
            <a:off x="4428173" y="4571227"/>
            <a:ext cx="615164" cy="325731"/>
          </a:xfrm>
          <a:prstGeom prst="line">
            <a:avLst/>
          </a:prstGeom>
          <a:noFill/>
          <a:ln w="19050" algn="ctr">
            <a:solidFill>
              <a:srgbClr val="BF1347"/>
            </a:solidFill>
            <a:round/>
            <a:headEnd type="none" w="med" len="med"/>
            <a:tailEnd type="triangle" w="med" len="med"/>
          </a:ln>
        </p:spPr>
      </p:cxnSp>
      <p:cxnSp>
        <p:nvCxnSpPr>
          <p:cNvPr id="21" name="直接连接符 20"/>
          <p:cNvCxnSpPr>
            <a:cxnSpLocks noChangeShapeType="1"/>
          </p:cNvCxnSpPr>
          <p:nvPr/>
        </p:nvCxnSpPr>
        <p:spPr bwMode="auto">
          <a:xfrm flipH="1" flipV="1">
            <a:off x="7899210" y="4557999"/>
            <a:ext cx="615164" cy="325731"/>
          </a:xfrm>
          <a:prstGeom prst="line">
            <a:avLst/>
          </a:prstGeom>
          <a:noFill/>
          <a:ln w="19050" algn="ctr">
            <a:solidFill>
              <a:srgbClr val="BF1347"/>
            </a:solidFill>
            <a:round/>
            <a:headEnd type="none" w="med" len="med"/>
            <a:tailEnd type="triangle" w="med" len="med"/>
          </a:ln>
        </p:spPr>
      </p:cxnSp>
      <p:cxnSp>
        <p:nvCxnSpPr>
          <p:cNvPr id="22" name="直接连接符 21"/>
          <p:cNvCxnSpPr>
            <a:cxnSpLocks noChangeShapeType="1"/>
          </p:cNvCxnSpPr>
          <p:nvPr/>
        </p:nvCxnSpPr>
        <p:spPr bwMode="auto">
          <a:xfrm flipH="1">
            <a:off x="8206792" y="4012362"/>
            <a:ext cx="615164" cy="0"/>
          </a:xfrm>
          <a:prstGeom prst="line">
            <a:avLst/>
          </a:prstGeom>
          <a:noFill/>
          <a:ln w="19050" algn="ctr">
            <a:solidFill>
              <a:srgbClr val="BF1347"/>
            </a:solidFill>
            <a:round/>
            <a:headEnd type="none" w="med" len="med"/>
            <a:tailEnd type="triangle" w="med" len="med"/>
          </a:ln>
        </p:spPr>
      </p:cxnSp>
      <p:cxnSp>
        <p:nvCxnSpPr>
          <p:cNvPr id="23" name="直接连接符 22"/>
          <p:cNvCxnSpPr>
            <a:cxnSpLocks noChangeShapeType="1"/>
          </p:cNvCxnSpPr>
          <p:nvPr/>
        </p:nvCxnSpPr>
        <p:spPr bwMode="auto">
          <a:xfrm flipH="1">
            <a:off x="7919058" y="3157533"/>
            <a:ext cx="595318" cy="279432"/>
          </a:xfrm>
          <a:prstGeom prst="line">
            <a:avLst/>
          </a:prstGeom>
          <a:noFill/>
          <a:ln w="19050" algn="ctr">
            <a:solidFill>
              <a:srgbClr val="BF1347"/>
            </a:solidFill>
            <a:round/>
            <a:headEnd type="none" w="med" len="med"/>
            <a:tailEnd type="triangle" w="med" len="med"/>
          </a:ln>
        </p:spPr>
      </p:cxnSp>
      <p:sp>
        <p:nvSpPr>
          <p:cNvPr id="24" name="Oval 19"/>
          <p:cNvSpPr>
            <a:spLocks noChangeArrowheads="1"/>
          </p:cNvSpPr>
          <p:nvPr/>
        </p:nvSpPr>
        <p:spPr bwMode="auto">
          <a:xfrm>
            <a:off x="3402904" y="2280434"/>
            <a:ext cx="1033540" cy="1033403"/>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25" name="Oval 19"/>
          <p:cNvSpPr>
            <a:spLocks noChangeArrowheads="1"/>
          </p:cNvSpPr>
          <p:nvPr/>
        </p:nvSpPr>
        <p:spPr bwMode="auto">
          <a:xfrm>
            <a:off x="8414329" y="2279602"/>
            <a:ext cx="1033538" cy="1035058"/>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26" name="Oval 19"/>
          <p:cNvSpPr>
            <a:spLocks noChangeArrowheads="1"/>
          </p:cNvSpPr>
          <p:nvPr/>
        </p:nvSpPr>
        <p:spPr bwMode="auto">
          <a:xfrm>
            <a:off x="8931098" y="3516330"/>
            <a:ext cx="1035192" cy="1035058"/>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27" name="Oval 19"/>
          <p:cNvSpPr>
            <a:spLocks noChangeArrowheads="1"/>
          </p:cNvSpPr>
          <p:nvPr/>
        </p:nvSpPr>
        <p:spPr bwMode="auto">
          <a:xfrm>
            <a:off x="8512721" y="4720039"/>
            <a:ext cx="1035192" cy="1035058"/>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28" name="Oval 19"/>
          <p:cNvSpPr>
            <a:spLocks noChangeArrowheads="1"/>
          </p:cNvSpPr>
          <p:nvPr/>
        </p:nvSpPr>
        <p:spPr bwMode="auto">
          <a:xfrm>
            <a:off x="2939878" y="3516330"/>
            <a:ext cx="1035192" cy="1035058"/>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29" name="Oval 19"/>
          <p:cNvSpPr>
            <a:spLocks noChangeArrowheads="1"/>
          </p:cNvSpPr>
          <p:nvPr/>
        </p:nvSpPr>
        <p:spPr bwMode="auto">
          <a:xfrm>
            <a:off x="3363218" y="4720039"/>
            <a:ext cx="1035192" cy="1035058"/>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1527" dirty="0">
                <a:solidFill>
                  <a:srgbClr val="BF1347"/>
                </a:solidFill>
                <a:latin typeface="微软雅黑" pitchFamily="34" charset="-122"/>
                <a:ea typeface="微软雅黑" pitchFamily="34" charset="-122"/>
              </a:rPr>
              <a:t>添加文本</a:t>
            </a:r>
          </a:p>
        </p:txBody>
      </p:sp>
      <p:sp>
        <p:nvSpPr>
          <p:cNvPr id="30" name="TextBox 52"/>
          <p:cNvSpPr txBox="1"/>
          <p:nvPr/>
        </p:nvSpPr>
        <p:spPr>
          <a:xfrm>
            <a:off x="1141241" y="2350584"/>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sp>
        <p:nvSpPr>
          <p:cNvPr id="31" name="TextBox 53"/>
          <p:cNvSpPr txBox="1"/>
          <p:nvPr/>
        </p:nvSpPr>
        <p:spPr>
          <a:xfrm>
            <a:off x="9526805" y="2350584"/>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sp>
        <p:nvSpPr>
          <p:cNvPr id="32" name="TextBox 54"/>
          <p:cNvSpPr txBox="1"/>
          <p:nvPr/>
        </p:nvSpPr>
        <p:spPr>
          <a:xfrm>
            <a:off x="691186" y="3607036"/>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sp>
        <p:nvSpPr>
          <p:cNvPr id="33" name="TextBox 55"/>
          <p:cNvSpPr txBox="1"/>
          <p:nvPr/>
        </p:nvSpPr>
        <p:spPr>
          <a:xfrm>
            <a:off x="10013693" y="3631629"/>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sp>
        <p:nvSpPr>
          <p:cNvPr id="34" name="TextBox 56"/>
          <p:cNvSpPr txBox="1"/>
          <p:nvPr/>
        </p:nvSpPr>
        <p:spPr>
          <a:xfrm>
            <a:off x="9617267" y="4860140"/>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sp>
        <p:nvSpPr>
          <p:cNvPr id="35" name="TextBox 57"/>
          <p:cNvSpPr txBox="1"/>
          <p:nvPr/>
        </p:nvSpPr>
        <p:spPr>
          <a:xfrm>
            <a:off x="1068247" y="4853525"/>
            <a:ext cx="2234818" cy="1109011"/>
          </a:xfrm>
          <a:prstGeom prst="rect">
            <a:avLst/>
          </a:prstGeom>
          <a:noFill/>
        </p:spPr>
        <p:txBody>
          <a:bodyPr wrap="square" lIns="95238" tIns="47620" rIns="95238" bIns="47620" rtlCol="0">
            <a:spAutoFit/>
          </a:bodyPr>
          <a:lstStyle/>
          <a:p>
            <a:pPr>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a:t>
            </a:r>
          </a:p>
        </p:txBody>
      </p:sp>
      <p:grpSp>
        <p:nvGrpSpPr>
          <p:cNvPr id="36" name="组合 35"/>
          <p:cNvGrpSpPr/>
          <p:nvPr/>
        </p:nvGrpSpPr>
        <p:grpSpPr>
          <a:xfrm>
            <a:off x="5363926" y="2955319"/>
            <a:ext cx="2120434" cy="2120707"/>
            <a:chOff x="5049626" y="2709612"/>
            <a:chExt cx="2035596" cy="2036122"/>
          </a:xfrm>
        </p:grpSpPr>
        <p:sp>
          <p:nvSpPr>
            <p:cNvPr id="37" name="椭圆 36"/>
            <p:cNvSpPr/>
            <p:nvPr/>
          </p:nvSpPr>
          <p:spPr>
            <a:xfrm>
              <a:off x="5049626" y="2709612"/>
              <a:ext cx="2035596" cy="2036122"/>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zh-CN" altLang="en-US" sz="2083" dirty="0">
                  <a:solidFill>
                    <a:srgbClr val="BF1347"/>
                  </a:solidFill>
                  <a:latin typeface="微软雅黑" pitchFamily="34" charset="-122"/>
                  <a:ea typeface="微软雅黑" pitchFamily="34" charset="-122"/>
                </a:rPr>
                <a:t>添加标题</a:t>
              </a:r>
            </a:p>
          </p:txBody>
        </p:sp>
        <p:sp>
          <p:nvSpPr>
            <p:cNvPr id="38" name="同心圆 37"/>
            <p:cNvSpPr/>
            <p:nvPr/>
          </p:nvSpPr>
          <p:spPr>
            <a:xfrm>
              <a:off x="5175546" y="2835796"/>
              <a:ext cx="1783756" cy="1783754"/>
            </a:xfrm>
            <a:prstGeom prst="donut">
              <a:avLst>
                <a:gd name="adj" fmla="val 9002"/>
              </a:avLst>
            </a:prstGeom>
            <a:solidFill>
              <a:srgbClr val="0444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endParaRPr>
            </a:p>
          </p:txBody>
        </p:sp>
      </p:grpSp>
      <p:sp>
        <p:nvSpPr>
          <p:cNvPr id="39" name="文本框 38"/>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0" name="直接连接符 39"/>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41"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42"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43"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1746228055"/>
      </p:ext>
    </p:extLst>
  </p:cSld>
  <p:clrMapOvr>
    <a:masterClrMapping/>
  </p:clrMapOvr>
  <mc:AlternateContent xmlns:mc="http://schemas.openxmlformats.org/markup-compatibility/2006" xmlns:p14="http://schemas.microsoft.com/office/powerpoint/2010/main">
    <mc:Choice Requires="p14">
      <p:transition spd="slow" p14:dur="1400" advClick="0" advTm="0">
        <p14:doors dir="vert"/>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42"/>
                                        </p:tgtEl>
                                        <p:attrNameLst>
                                          <p:attrName>style.visibility</p:attrName>
                                        </p:attrNameLst>
                                      </p:cBhvr>
                                      <p:to>
                                        <p:strVal val="visible"/>
                                      </p:to>
                                    </p:set>
                                    <p:anim calcmode="lin" valueType="num">
                                      <p:cBhvr>
                                        <p:cTn id="7" dur="500" fill="hold"/>
                                        <p:tgtEl>
                                          <p:spTgt spid="4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2"/>
                                        </p:tgtEl>
                                        <p:attrNameLst>
                                          <p:attrName>ppt_y</p:attrName>
                                        </p:attrNameLst>
                                      </p:cBhvr>
                                      <p:tavLst>
                                        <p:tav tm="0">
                                          <p:val>
                                            <p:strVal val="#ppt_y"/>
                                          </p:val>
                                        </p:tav>
                                        <p:tav tm="100000">
                                          <p:val>
                                            <p:strVal val="#ppt_y"/>
                                          </p:val>
                                        </p:tav>
                                      </p:tavLst>
                                    </p:anim>
                                    <p:anim calcmode="lin" valueType="num">
                                      <p:cBhvr>
                                        <p:cTn id="9" dur="500" fill="hold"/>
                                        <p:tgtEl>
                                          <p:spTgt spid="4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2"/>
                                        </p:tgtEl>
                                      </p:cBhvr>
                                    </p:animEffect>
                                  </p:childTnLst>
                                </p:cTn>
                              </p:par>
                            </p:childTnLst>
                          </p:cTn>
                        </p:par>
                        <p:par>
                          <p:cTn id="12" fill="hold">
                            <p:stCondLst>
                              <p:cond delay="750"/>
                            </p:stCondLst>
                            <p:childTnLst>
                              <p:par>
                                <p:cTn id="13" presetID="53" presetClass="entr" presetSubtype="16" fill="hold" nodeType="after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p:cTn id="15" dur="500" fill="hold"/>
                                        <p:tgtEl>
                                          <p:spTgt spid="36"/>
                                        </p:tgtEl>
                                        <p:attrNameLst>
                                          <p:attrName>ppt_w</p:attrName>
                                        </p:attrNameLst>
                                      </p:cBhvr>
                                      <p:tavLst>
                                        <p:tav tm="0">
                                          <p:val>
                                            <p:fltVal val="0"/>
                                          </p:val>
                                        </p:tav>
                                        <p:tav tm="100000">
                                          <p:val>
                                            <p:strVal val="#ppt_w"/>
                                          </p:val>
                                        </p:tav>
                                      </p:tavLst>
                                    </p:anim>
                                    <p:anim calcmode="lin" valueType="num">
                                      <p:cBhvr>
                                        <p:cTn id="16" dur="500" fill="hold"/>
                                        <p:tgtEl>
                                          <p:spTgt spid="36"/>
                                        </p:tgtEl>
                                        <p:attrNameLst>
                                          <p:attrName>ppt_h</p:attrName>
                                        </p:attrNameLst>
                                      </p:cBhvr>
                                      <p:tavLst>
                                        <p:tav tm="0">
                                          <p:val>
                                            <p:fltVal val="0"/>
                                          </p:val>
                                        </p:tav>
                                        <p:tav tm="100000">
                                          <p:val>
                                            <p:strVal val="#ppt_h"/>
                                          </p:val>
                                        </p:tav>
                                      </p:tavLst>
                                    </p:anim>
                                    <p:animEffect transition="in" filter="fade">
                                      <p:cBhvr>
                                        <p:cTn id="17" dur="500"/>
                                        <p:tgtEl>
                                          <p:spTgt spid="36"/>
                                        </p:tgtEl>
                                      </p:cBhvr>
                                    </p:animEffect>
                                  </p:childTnLst>
                                </p:cTn>
                              </p:par>
                            </p:childTnLst>
                          </p:cTn>
                        </p:par>
                        <p:par>
                          <p:cTn id="18" fill="hold">
                            <p:stCondLst>
                              <p:cond delay="1250"/>
                            </p:stCondLst>
                            <p:childTnLst>
                              <p:par>
                                <p:cTn id="19" presetID="22" presetClass="entr" presetSubtype="8"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left)">
                                      <p:cBhvr>
                                        <p:cTn id="21" dur="500"/>
                                        <p:tgtEl>
                                          <p:spTgt spid="17"/>
                                        </p:tgtEl>
                                      </p:cBhvr>
                                    </p:animEffect>
                                  </p:childTnLst>
                                </p:cTn>
                              </p:par>
                              <p:par>
                                <p:cTn id="22" presetID="22" presetClass="entr" presetSubtype="2"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right)">
                                      <p:cBhvr>
                                        <p:cTn id="24" dur="500"/>
                                        <p:tgtEl>
                                          <p:spTgt spid="16"/>
                                        </p:tgtEl>
                                      </p:cBhvr>
                                    </p:animEffect>
                                  </p:childTnLst>
                                </p:cTn>
                              </p:par>
                            </p:childTnLst>
                          </p:cTn>
                        </p:par>
                        <p:par>
                          <p:cTn id="25" fill="hold">
                            <p:stCondLst>
                              <p:cond delay="1750"/>
                            </p:stCondLst>
                            <p:childTnLst>
                              <p:par>
                                <p:cTn id="26" presetID="22" presetClass="entr" presetSubtype="2"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right)">
                                      <p:cBhvr>
                                        <p:cTn id="28" dur="500"/>
                                        <p:tgtEl>
                                          <p:spTgt spid="14"/>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left)">
                                      <p:cBhvr>
                                        <p:cTn id="31" dur="500"/>
                                        <p:tgtEl>
                                          <p:spTgt spid="15"/>
                                        </p:tgtEl>
                                      </p:cBhvr>
                                    </p:animEffect>
                                  </p:childTnLst>
                                </p:cTn>
                              </p:par>
                            </p:childTnLst>
                          </p:cTn>
                        </p:par>
                        <p:par>
                          <p:cTn id="32" fill="hold">
                            <p:stCondLst>
                              <p:cond delay="2250"/>
                            </p:stCondLst>
                            <p:childTnLst>
                              <p:par>
                                <p:cTn id="33" presetID="5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Scale>
                                      <p:cBhvr>
                                        <p:cTn id="35" dur="1000" decel="50000" fill="hold">
                                          <p:stCondLst>
                                            <p:cond delay="0"/>
                                          </p:stCondLst>
                                        </p:cTn>
                                        <p:tgtEl>
                                          <p:spTgt spid="2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6" dur="1000" decel="50000" fill="hold">
                                          <p:stCondLst>
                                            <p:cond delay="0"/>
                                          </p:stCondLst>
                                        </p:cTn>
                                        <p:tgtEl>
                                          <p:spTgt spid="24"/>
                                        </p:tgtEl>
                                        <p:attrNameLst>
                                          <p:attrName>ppt_x</p:attrName>
                                          <p:attrName>ppt_y</p:attrName>
                                        </p:attrNameLst>
                                      </p:cBhvr>
                                    </p:animMotion>
                                    <p:animEffect transition="in" filter="fade">
                                      <p:cBhvr>
                                        <p:cTn id="37" dur="1000"/>
                                        <p:tgtEl>
                                          <p:spTgt spid="24"/>
                                        </p:tgtEl>
                                      </p:cBhvr>
                                    </p:animEffect>
                                  </p:childTnLst>
                                </p:cTn>
                              </p:par>
                              <p:par>
                                <p:cTn id="38" presetID="52" presetClass="entr" presetSubtype="0" fill="hold" grpId="0" nodeType="withEffect">
                                  <p:stCondLst>
                                    <p:cond delay="200"/>
                                  </p:stCondLst>
                                  <p:childTnLst>
                                    <p:set>
                                      <p:cBhvr>
                                        <p:cTn id="39" dur="1" fill="hold">
                                          <p:stCondLst>
                                            <p:cond delay="0"/>
                                          </p:stCondLst>
                                        </p:cTn>
                                        <p:tgtEl>
                                          <p:spTgt spid="25"/>
                                        </p:tgtEl>
                                        <p:attrNameLst>
                                          <p:attrName>style.visibility</p:attrName>
                                        </p:attrNameLst>
                                      </p:cBhvr>
                                      <p:to>
                                        <p:strVal val="visible"/>
                                      </p:to>
                                    </p:set>
                                    <p:animScale>
                                      <p:cBhvr>
                                        <p:cTn id="40" dur="1000" decel="50000" fill="hold">
                                          <p:stCondLst>
                                            <p:cond delay="0"/>
                                          </p:stCondLst>
                                        </p:cTn>
                                        <p:tgtEl>
                                          <p:spTgt spid="25"/>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1" dur="1000" decel="50000" fill="hold">
                                          <p:stCondLst>
                                            <p:cond delay="0"/>
                                          </p:stCondLst>
                                        </p:cTn>
                                        <p:tgtEl>
                                          <p:spTgt spid="25"/>
                                        </p:tgtEl>
                                        <p:attrNameLst>
                                          <p:attrName>ppt_x</p:attrName>
                                          <p:attrName>ppt_y</p:attrName>
                                        </p:attrNameLst>
                                      </p:cBhvr>
                                    </p:animMotion>
                                    <p:animEffect transition="in" filter="fade">
                                      <p:cBhvr>
                                        <p:cTn id="42" dur="1000"/>
                                        <p:tgtEl>
                                          <p:spTgt spid="25"/>
                                        </p:tgtEl>
                                      </p:cBhvr>
                                    </p:animEffect>
                                  </p:childTnLst>
                                </p:cTn>
                              </p:par>
                              <p:par>
                                <p:cTn id="43" presetID="52" presetClass="entr" presetSubtype="0" fill="hold" grpId="0" nodeType="withEffect">
                                  <p:stCondLst>
                                    <p:cond delay="400"/>
                                  </p:stCondLst>
                                  <p:childTnLst>
                                    <p:set>
                                      <p:cBhvr>
                                        <p:cTn id="44" dur="1" fill="hold">
                                          <p:stCondLst>
                                            <p:cond delay="0"/>
                                          </p:stCondLst>
                                        </p:cTn>
                                        <p:tgtEl>
                                          <p:spTgt spid="28"/>
                                        </p:tgtEl>
                                        <p:attrNameLst>
                                          <p:attrName>style.visibility</p:attrName>
                                        </p:attrNameLst>
                                      </p:cBhvr>
                                      <p:to>
                                        <p:strVal val="visible"/>
                                      </p:to>
                                    </p:set>
                                    <p:animScale>
                                      <p:cBhvr>
                                        <p:cTn id="45" dur="1000" decel="50000" fill="hold">
                                          <p:stCondLst>
                                            <p:cond delay="0"/>
                                          </p:stCondLst>
                                        </p:cTn>
                                        <p:tgtEl>
                                          <p:spTgt spid="2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6" dur="1000" decel="50000" fill="hold">
                                          <p:stCondLst>
                                            <p:cond delay="0"/>
                                          </p:stCondLst>
                                        </p:cTn>
                                        <p:tgtEl>
                                          <p:spTgt spid="28"/>
                                        </p:tgtEl>
                                        <p:attrNameLst>
                                          <p:attrName>ppt_x</p:attrName>
                                          <p:attrName>ppt_y</p:attrName>
                                        </p:attrNameLst>
                                      </p:cBhvr>
                                    </p:animMotion>
                                    <p:animEffect transition="in" filter="fade">
                                      <p:cBhvr>
                                        <p:cTn id="47" dur="1000"/>
                                        <p:tgtEl>
                                          <p:spTgt spid="28"/>
                                        </p:tgtEl>
                                      </p:cBhvr>
                                    </p:animEffect>
                                  </p:childTnLst>
                                </p:cTn>
                              </p:par>
                              <p:par>
                                <p:cTn id="48" presetID="52" presetClass="entr" presetSubtype="0" fill="hold" grpId="0" nodeType="withEffect">
                                  <p:stCondLst>
                                    <p:cond delay="600"/>
                                  </p:stCondLst>
                                  <p:childTnLst>
                                    <p:set>
                                      <p:cBhvr>
                                        <p:cTn id="49" dur="1" fill="hold">
                                          <p:stCondLst>
                                            <p:cond delay="0"/>
                                          </p:stCondLst>
                                        </p:cTn>
                                        <p:tgtEl>
                                          <p:spTgt spid="26"/>
                                        </p:tgtEl>
                                        <p:attrNameLst>
                                          <p:attrName>style.visibility</p:attrName>
                                        </p:attrNameLst>
                                      </p:cBhvr>
                                      <p:to>
                                        <p:strVal val="visible"/>
                                      </p:to>
                                    </p:set>
                                    <p:animScale>
                                      <p:cBhvr>
                                        <p:cTn id="50" dur="1000" decel="50000" fill="hold">
                                          <p:stCondLst>
                                            <p:cond delay="0"/>
                                          </p:stCondLst>
                                        </p:cTn>
                                        <p:tgtEl>
                                          <p:spTgt spid="2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51" dur="1000" decel="50000" fill="hold">
                                          <p:stCondLst>
                                            <p:cond delay="0"/>
                                          </p:stCondLst>
                                        </p:cTn>
                                        <p:tgtEl>
                                          <p:spTgt spid="26"/>
                                        </p:tgtEl>
                                        <p:attrNameLst>
                                          <p:attrName>ppt_x</p:attrName>
                                          <p:attrName>ppt_y</p:attrName>
                                        </p:attrNameLst>
                                      </p:cBhvr>
                                    </p:animMotion>
                                    <p:animEffect transition="in" filter="fade">
                                      <p:cBhvr>
                                        <p:cTn id="52" dur="1000"/>
                                        <p:tgtEl>
                                          <p:spTgt spid="26"/>
                                        </p:tgtEl>
                                      </p:cBhvr>
                                    </p:animEffect>
                                  </p:childTnLst>
                                </p:cTn>
                              </p:par>
                              <p:par>
                                <p:cTn id="53" presetID="52" presetClass="entr" presetSubtype="0" fill="hold" grpId="0" nodeType="withEffect">
                                  <p:stCondLst>
                                    <p:cond delay="800"/>
                                  </p:stCondLst>
                                  <p:childTnLst>
                                    <p:set>
                                      <p:cBhvr>
                                        <p:cTn id="54" dur="1" fill="hold">
                                          <p:stCondLst>
                                            <p:cond delay="0"/>
                                          </p:stCondLst>
                                        </p:cTn>
                                        <p:tgtEl>
                                          <p:spTgt spid="29"/>
                                        </p:tgtEl>
                                        <p:attrNameLst>
                                          <p:attrName>style.visibility</p:attrName>
                                        </p:attrNameLst>
                                      </p:cBhvr>
                                      <p:to>
                                        <p:strVal val="visible"/>
                                      </p:to>
                                    </p:set>
                                    <p:animScale>
                                      <p:cBhvr>
                                        <p:cTn id="55" dur="1000" decel="50000" fill="hold">
                                          <p:stCondLst>
                                            <p:cond delay="0"/>
                                          </p:stCondLst>
                                        </p:cTn>
                                        <p:tgtEl>
                                          <p:spTgt spid="2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56" dur="1000" decel="50000" fill="hold">
                                          <p:stCondLst>
                                            <p:cond delay="0"/>
                                          </p:stCondLst>
                                        </p:cTn>
                                        <p:tgtEl>
                                          <p:spTgt spid="29"/>
                                        </p:tgtEl>
                                        <p:attrNameLst>
                                          <p:attrName>ppt_x</p:attrName>
                                          <p:attrName>ppt_y</p:attrName>
                                        </p:attrNameLst>
                                      </p:cBhvr>
                                    </p:animMotion>
                                    <p:animEffect transition="in" filter="fade">
                                      <p:cBhvr>
                                        <p:cTn id="57" dur="1000"/>
                                        <p:tgtEl>
                                          <p:spTgt spid="29"/>
                                        </p:tgtEl>
                                      </p:cBhvr>
                                    </p:animEffect>
                                  </p:childTnLst>
                                </p:cTn>
                              </p:par>
                              <p:par>
                                <p:cTn id="58" presetID="52" presetClass="entr" presetSubtype="0" fill="hold" grpId="0" nodeType="withEffect">
                                  <p:stCondLst>
                                    <p:cond delay="1000"/>
                                  </p:stCondLst>
                                  <p:childTnLst>
                                    <p:set>
                                      <p:cBhvr>
                                        <p:cTn id="59" dur="1" fill="hold">
                                          <p:stCondLst>
                                            <p:cond delay="0"/>
                                          </p:stCondLst>
                                        </p:cTn>
                                        <p:tgtEl>
                                          <p:spTgt spid="27"/>
                                        </p:tgtEl>
                                        <p:attrNameLst>
                                          <p:attrName>style.visibility</p:attrName>
                                        </p:attrNameLst>
                                      </p:cBhvr>
                                      <p:to>
                                        <p:strVal val="visible"/>
                                      </p:to>
                                    </p:set>
                                    <p:animScale>
                                      <p:cBhvr>
                                        <p:cTn id="60" dur="1000" decel="50000" fill="hold">
                                          <p:stCondLst>
                                            <p:cond delay="0"/>
                                          </p:stCondLst>
                                        </p:cTn>
                                        <p:tgtEl>
                                          <p:spTgt spid="2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61" dur="1000" decel="50000" fill="hold">
                                          <p:stCondLst>
                                            <p:cond delay="0"/>
                                          </p:stCondLst>
                                        </p:cTn>
                                        <p:tgtEl>
                                          <p:spTgt spid="27"/>
                                        </p:tgtEl>
                                        <p:attrNameLst>
                                          <p:attrName>ppt_x</p:attrName>
                                          <p:attrName>ppt_y</p:attrName>
                                        </p:attrNameLst>
                                      </p:cBhvr>
                                    </p:animMotion>
                                    <p:animEffect transition="in" filter="fade">
                                      <p:cBhvr>
                                        <p:cTn id="62" dur="1000"/>
                                        <p:tgtEl>
                                          <p:spTgt spid="27"/>
                                        </p:tgtEl>
                                      </p:cBhvr>
                                    </p:animEffect>
                                  </p:childTnLst>
                                </p:cTn>
                              </p:par>
                            </p:childTnLst>
                          </p:cTn>
                        </p:par>
                        <p:par>
                          <p:cTn id="63" fill="hold">
                            <p:stCondLst>
                              <p:cond delay="4250"/>
                            </p:stCondLst>
                            <p:childTnLst>
                              <p:par>
                                <p:cTn id="64" presetID="12" presetClass="entr" presetSubtype="8" fill="hold" nodeType="after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500"/>
                                        <p:tgtEl>
                                          <p:spTgt spid="18"/>
                                        </p:tgtEl>
                                        <p:attrNameLst>
                                          <p:attrName>ppt_x</p:attrName>
                                        </p:attrNameLst>
                                      </p:cBhvr>
                                      <p:tavLst>
                                        <p:tav tm="0">
                                          <p:val>
                                            <p:strVal val="#ppt_x-#ppt_w*1.125000"/>
                                          </p:val>
                                        </p:tav>
                                        <p:tav tm="100000">
                                          <p:val>
                                            <p:strVal val="#ppt_x"/>
                                          </p:val>
                                        </p:tav>
                                      </p:tavLst>
                                    </p:anim>
                                    <p:animEffect transition="in" filter="wipe(right)">
                                      <p:cBhvr>
                                        <p:cTn id="67" dur="500"/>
                                        <p:tgtEl>
                                          <p:spTgt spid="18"/>
                                        </p:tgtEl>
                                      </p:cBhvr>
                                    </p:animEffect>
                                  </p:childTnLst>
                                </p:cTn>
                              </p:par>
                              <p:par>
                                <p:cTn id="68" presetID="12" presetClass="entr" presetSubtype="8"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500"/>
                                        <p:tgtEl>
                                          <p:spTgt spid="19"/>
                                        </p:tgtEl>
                                        <p:attrNameLst>
                                          <p:attrName>ppt_x</p:attrName>
                                        </p:attrNameLst>
                                      </p:cBhvr>
                                      <p:tavLst>
                                        <p:tav tm="0">
                                          <p:val>
                                            <p:strVal val="#ppt_x-#ppt_w*1.125000"/>
                                          </p:val>
                                        </p:tav>
                                        <p:tav tm="100000">
                                          <p:val>
                                            <p:strVal val="#ppt_x"/>
                                          </p:val>
                                        </p:tav>
                                      </p:tavLst>
                                    </p:anim>
                                    <p:animEffect transition="in" filter="wipe(right)">
                                      <p:cBhvr>
                                        <p:cTn id="71" dur="500"/>
                                        <p:tgtEl>
                                          <p:spTgt spid="19"/>
                                        </p:tgtEl>
                                      </p:cBhvr>
                                    </p:animEffect>
                                  </p:childTnLst>
                                </p:cTn>
                              </p:par>
                              <p:par>
                                <p:cTn id="72" presetID="12" presetClass="entr" presetSubtype="8" fill="hold"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
                                        <p:tgtEl>
                                          <p:spTgt spid="20"/>
                                        </p:tgtEl>
                                        <p:attrNameLst>
                                          <p:attrName>ppt_x</p:attrName>
                                        </p:attrNameLst>
                                      </p:cBhvr>
                                      <p:tavLst>
                                        <p:tav tm="0">
                                          <p:val>
                                            <p:strVal val="#ppt_x-#ppt_w*1.125000"/>
                                          </p:val>
                                        </p:tav>
                                        <p:tav tm="100000">
                                          <p:val>
                                            <p:strVal val="#ppt_x"/>
                                          </p:val>
                                        </p:tav>
                                      </p:tavLst>
                                    </p:anim>
                                    <p:animEffect transition="in" filter="wipe(right)">
                                      <p:cBhvr>
                                        <p:cTn id="75" dur="500"/>
                                        <p:tgtEl>
                                          <p:spTgt spid="20"/>
                                        </p:tgtEl>
                                      </p:cBhvr>
                                    </p:animEffect>
                                  </p:childTnLst>
                                </p:cTn>
                              </p:par>
                              <p:par>
                                <p:cTn id="76" presetID="12" presetClass="entr" presetSubtype="2" fill="hold"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500"/>
                                        <p:tgtEl>
                                          <p:spTgt spid="23"/>
                                        </p:tgtEl>
                                        <p:attrNameLst>
                                          <p:attrName>ppt_x</p:attrName>
                                        </p:attrNameLst>
                                      </p:cBhvr>
                                      <p:tavLst>
                                        <p:tav tm="0">
                                          <p:val>
                                            <p:strVal val="#ppt_x+#ppt_w*1.125000"/>
                                          </p:val>
                                        </p:tav>
                                        <p:tav tm="100000">
                                          <p:val>
                                            <p:strVal val="#ppt_x"/>
                                          </p:val>
                                        </p:tav>
                                      </p:tavLst>
                                    </p:anim>
                                    <p:animEffect transition="in" filter="wipe(left)">
                                      <p:cBhvr>
                                        <p:cTn id="79" dur="500"/>
                                        <p:tgtEl>
                                          <p:spTgt spid="23"/>
                                        </p:tgtEl>
                                      </p:cBhvr>
                                    </p:animEffect>
                                  </p:childTnLst>
                                </p:cTn>
                              </p:par>
                              <p:par>
                                <p:cTn id="80" presetID="12" presetClass="entr" presetSubtype="2" fill="hold"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500"/>
                                        <p:tgtEl>
                                          <p:spTgt spid="22"/>
                                        </p:tgtEl>
                                        <p:attrNameLst>
                                          <p:attrName>ppt_x</p:attrName>
                                        </p:attrNameLst>
                                      </p:cBhvr>
                                      <p:tavLst>
                                        <p:tav tm="0">
                                          <p:val>
                                            <p:strVal val="#ppt_x+#ppt_w*1.125000"/>
                                          </p:val>
                                        </p:tav>
                                        <p:tav tm="100000">
                                          <p:val>
                                            <p:strVal val="#ppt_x"/>
                                          </p:val>
                                        </p:tav>
                                      </p:tavLst>
                                    </p:anim>
                                    <p:animEffect transition="in" filter="wipe(left)">
                                      <p:cBhvr>
                                        <p:cTn id="83" dur="500"/>
                                        <p:tgtEl>
                                          <p:spTgt spid="22"/>
                                        </p:tgtEl>
                                      </p:cBhvr>
                                    </p:animEffect>
                                  </p:childTnLst>
                                </p:cTn>
                              </p:par>
                              <p:par>
                                <p:cTn id="84" presetID="12" presetClass="entr" presetSubtype="2" fill="hold"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additive="base">
                                        <p:cTn id="86" dur="500"/>
                                        <p:tgtEl>
                                          <p:spTgt spid="21"/>
                                        </p:tgtEl>
                                        <p:attrNameLst>
                                          <p:attrName>ppt_x</p:attrName>
                                        </p:attrNameLst>
                                      </p:cBhvr>
                                      <p:tavLst>
                                        <p:tav tm="0">
                                          <p:val>
                                            <p:strVal val="#ppt_x+#ppt_w*1.125000"/>
                                          </p:val>
                                        </p:tav>
                                        <p:tav tm="100000">
                                          <p:val>
                                            <p:strVal val="#ppt_x"/>
                                          </p:val>
                                        </p:tav>
                                      </p:tavLst>
                                    </p:anim>
                                    <p:animEffect transition="in" filter="wipe(left)">
                                      <p:cBhvr>
                                        <p:cTn id="87" dur="500"/>
                                        <p:tgtEl>
                                          <p:spTgt spid="21"/>
                                        </p:tgtEl>
                                      </p:cBhvr>
                                    </p:animEffect>
                                  </p:childTnLst>
                                </p:cTn>
                              </p:par>
                            </p:childTnLst>
                          </p:cTn>
                        </p:par>
                        <p:par>
                          <p:cTn id="88" fill="hold">
                            <p:stCondLst>
                              <p:cond delay="4750"/>
                            </p:stCondLst>
                            <p:childTnLst>
                              <p:par>
                                <p:cTn id="89" presetID="22" presetClass="entr" presetSubtype="2" fill="hold" grpId="0" nodeType="after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wipe(right)">
                                      <p:cBhvr>
                                        <p:cTn id="91" dur="500"/>
                                        <p:tgtEl>
                                          <p:spTgt spid="30"/>
                                        </p:tgtEl>
                                      </p:cBhvr>
                                    </p:animEffect>
                                  </p:childTnLst>
                                </p:cTn>
                              </p:par>
                              <p:par>
                                <p:cTn id="92" presetID="22" presetClass="entr" presetSubtype="8" fill="hold" grpId="0" nodeType="with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wipe(left)">
                                      <p:cBhvr>
                                        <p:cTn id="94" dur="500"/>
                                        <p:tgtEl>
                                          <p:spTgt spid="31"/>
                                        </p:tgtEl>
                                      </p:cBhvr>
                                    </p:animEffect>
                                  </p:childTnLst>
                                </p:cTn>
                              </p:par>
                              <p:par>
                                <p:cTn id="95" presetID="22" presetClass="entr" presetSubtype="2" fill="hold" grpId="0" nodeType="with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wipe(right)">
                                      <p:cBhvr>
                                        <p:cTn id="97" dur="500"/>
                                        <p:tgtEl>
                                          <p:spTgt spid="32"/>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wipe(left)">
                                      <p:cBhvr>
                                        <p:cTn id="100" dur="500"/>
                                        <p:tgtEl>
                                          <p:spTgt spid="33"/>
                                        </p:tgtEl>
                                      </p:cBhvr>
                                    </p:animEffect>
                                  </p:childTnLst>
                                </p:cTn>
                              </p:par>
                              <p:par>
                                <p:cTn id="101" presetID="22" presetClass="entr" presetSubtype="8" fill="hold" grpId="0" nodeType="withEffect">
                                  <p:stCondLst>
                                    <p:cond delay="0"/>
                                  </p:stCondLst>
                                  <p:childTnLst>
                                    <p:set>
                                      <p:cBhvr>
                                        <p:cTn id="102" dur="1" fill="hold">
                                          <p:stCondLst>
                                            <p:cond delay="0"/>
                                          </p:stCondLst>
                                        </p:cTn>
                                        <p:tgtEl>
                                          <p:spTgt spid="34"/>
                                        </p:tgtEl>
                                        <p:attrNameLst>
                                          <p:attrName>style.visibility</p:attrName>
                                        </p:attrNameLst>
                                      </p:cBhvr>
                                      <p:to>
                                        <p:strVal val="visible"/>
                                      </p:to>
                                    </p:set>
                                    <p:animEffect transition="in" filter="wipe(left)">
                                      <p:cBhvr>
                                        <p:cTn id="103" dur="500"/>
                                        <p:tgtEl>
                                          <p:spTgt spid="34"/>
                                        </p:tgtEl>
                                      </p:cBhvr>
                                    </p:animEffect>
                                  </p:childTnLst>
                                </p:cTn>
                              </p:par>
                              <p:par>
                                <p:cTn id="104" presetID="22" presetClass="entr" presetSubtype="2"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Effect transition="in" filter="wipe(right)">
                                      <p:cBhvr>
                                        <p:cTn id="106" dur="500"/>
                                        <p:tgtEl>
                                          <p:spTgt spid="35"/>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4" fill="hold" grpId="0"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wipe(down)">
                                      <p:cBhvr>
                                        <p:cTn id="111"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4" grpId="0" animBg="1"/>
      <p:bldP spid="25" grpId="0" animBg="1"/>
      <p:bldP spid="26" grpId="0" animBg="1"/>
      <p:bldP spid="27" grpId="0" animBg="1"/>
      <p:bldP spid="28" grpId="0" animBg="1"/>
      <p:bldP spid="29" grpId="0" animBg="1"/>
      <p:bldP spid="30" grpId="0"/>
      <p:bldP spid="31" grpId="0"/>
      <p:bldP spid="32" grpId="0"/>
      <p:bldP spid="33" grpId="0"/>
      <p:bldP spid="34" grpId="0"/>
      <p:bldP spid="35" grpId="0"/>
      <p:bldP spid="39" grpId="0"/>
      <p:bldP spid="4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 name="肘形连接符 151"/>
          <p:cNvCxnSpPr>
            <a:cxnSpLocks noChangeShapeType="1"/>
          </p:cNvCxnSpPr>
          <p:nvPr/>
        </p:nvCxnSpPr>
        <p:spPr bwMode="auto">
          <a:xfrm>
            <a:off x="4519908" y="3126330"/>
            <a:ext cx="6018286" cy="656292"/>
          </a:xfrm>
          <a:prstGeom prst="bentConnector3">
            <a:avLst>
              <a:gd name="adj1" fmla="val 46218"/>
            </a:avLst>
          </a:prstGeom>
          <a:noFill/>
          <a:ln w="12700">
            <a:solidFill>
              <a:schemeClr val="tx1">
                <a:lumMod val="75000"/>
                <a:lumOff val="25000"/>
              </a:schemeClr>
            </a:solidFill>
            <a:bevel/>
            <a:headEnd/>
            <a:tailEnd/>
          </a:ln>
          <a:extLst>
            <a:ext uri="{909E8E84-426E-40DD-AFC4-6F175D3DCCD1}">
              <a14:hiddenFill xmlns:a14="http://schemas.microsoft.com/office/drawing/2010/main">
                <a:noFill/>
              </a14:hiddenFill>
            </a:ext>
          </a:extLst>
        </p:spPr>
      </p:cxnSp>
      <p:cxnSp>
        <p:nvCxnSpPr>
          <p:cNvPr id="15" name="肘形连接符 160"/>
          <p:cNvCxnSpPr>
            <a:cxnSpLocks noChangeShapeType="1"/>
          </p:cNvCxnSpPr>
          <p:nvPr/>
        </p:nvCxnSpPr>
        <p:spPr bwMode="auto">
          <a:xfrm>
            <a:off x="4520053" y="5080579"/>
            <a:ext cx="3448686" cy="391588"/>
          </a:xfrm>
          <a:prstGeom prst="bentConnector3">
            <a:avLst>
              <a:gd name="adj1" fmla="val 50000"/>
            </a:avLst>
          </a:prstGeom>
          <a:noFill/>
          <a:ln w="12700">
            <a:solidFill>
              <a:schemeClr val="tx1">
                <a:lumMod val="75000"/>
                <a:lumOff val="25000"/>
              </a:schemeClr>
            </a:solidFill>
            <a:bevel/>
            <a:headEnd/>
            <a:tailEnd/>
          </a:ln>
          <a:extLst>
            <a:ext uri="{909E8E84-426E-40DD-AFC4-6F175D3DCCD1}">
              <a14:hiddenFill xmlns:a14="http://schemas.microsoft.com/office/drawing/2010/main">
                <a:noFill/>
              </a14:hiddenFill>
            </a:ext>
          </a:extLst>
        </p:spPr>
      </p:cxnSp>
      <p:cxnSp>
        <p:nvCxnSpPr>
          <p:cNvPr id="16" name="肘形连接符 154"/>
          <p:cNvCxnSpPr>
            <a:cxnSpLocks noChangeShapeType="1"/>
          </p:cNvCxnSpPr>
          <p:nvPr/>
        </p:nvCxnSpPr>
        <p:spPr bwMode="auto">
          <a:xfrm>
            <a:off x="4519963" y="4103807"/>
            <a:ext cx="4733503" cy="702302"/>
          </a:xfrm>
          <a:prstGeom prst="bentConnector3">
            <a:avLst>
              <a:gd name="adj1" fmla="val 50000"/>
            </a:avLst>
          </a:prstGeom>
          <a:noFill/>
          <a:ln w="12700">
            <a:solidFill>
              <a:schemeClr val="tx1">
                <a:lumMod val="75000"/>
                <a:lumOff val="25000"/>
              </a:schemeClr>
            </a:solidFill>
            <a:bevel/>
            <a:headEnd/>
            <a:tailEnd/>
          </a:ln>
          <a:extLst>
            <a:ext uri="{909E8E84-426E-40DD-AFC4-6F175D3DCCD1}">
              <a14:hiddenFill xmlns:a14="http://schemas.microsoft.com/office/drawing/2010/main">
                <a:noFill/>
              </a14:hiddenFill>
            </a:ext>
          </a:extLst>
        </p:spPr>
      </p:cxnSp>
      <p:sp>
        <p:nvSpPr>
          <p:cNvPr id="17" name="直接连接符 68"/>
          <p:cNvSpPr>
            <a:spLocks noChangeShapeType="1"/>
          </p:cNvSpPr>
          <p:nvPr/>
        </p:nvSpPr>
        <p:spPr bwMode="auto">
          <a:xfrm flipH="1">
            <a:off x="4162589" y="6057771"/>
            <a:ext cx="2126246" cy="1"/>
          </a:xfrm>
          <a:prstGeom prst="line">
            <a:avLst/>
          </a:prstGeom>
          <a:noFill/>
          <a:ln w="12700">
            <a:solidFill>
              <a:schemeClr val="tx1">
                <a:lumMod val="75000"/>
                <a:lumOff val="25000"/>
              </a:schemeClr>
            </a:solidFill>
            <a:bevel/>
            <a:headEnd/>
            <a:tailEnd/>
          </a:ln>
          <a:extLst>
            <a:ext uri="{909E8E84-426E-40DD-AFC4-6F175D3DCCD1}">
              <a14:hiddenFill xmlns:a14="http://schemas.microsoft.com/office/drawing/2010/main">
                <a:noFill/>
              </a14:hiddenFill>
            </a:ext>
          </a:extLst>
        </p:spPr>
        <p:txBody>
          <a:bodyPr/>
          <a:lstStyle/>
          <a:p>
            <a:endParaRPr lang="zh-CN" altLang="en-US" sz="2499">
              <a:ea typeface="微软雅黑" panose="020B0503020204020204" pitchFamily="34" charset="-122"/>
              <a:sym typeface="Arial" panose="020B0604020202020204" pitchFamily="34" charset="0"/>
            </a:endParaRPr>
          </a:p>
        </p:txBody>
      </p:sp>
      <p:grpSp>
        <p:nvGrpSpPr>
          <p:cNvPr id="18" name="组合 17"/>
          <p:cNvGrpSpPr/>
          <p:nvPr/>
        </p:nvGrpSpPr>
        <p:grpSpPr>
          <a:xfrm>
            <a:off x="3755259" y="2767578"/>
            <a:ext cx="741823" cy="741823"/>
            <a:chOff x="2646403" y="1850353"/>
            <a:chExt cx="534177" cy="534177"/>
          </a:xfrm>
        </p:grpSpPr>
        <p:grpSp>
          <p:nvGrpSpPr>
            <p:cNvPr id="19" name="组合 18"/>
            <p:cNvGrpSpPr/>
            <p:nvPr/>
          </p:nvGrpSpPr>
          <p:grpSpPr>
            <a:xfrm>
              <a:off x="2646403" y="1850353"/>
              <a:ext cx="534177" cy="534177"/>
              <a:chOff x="304800" y="673100"/>
              <a:chExt cx="4000500" cy="4000500"/>
            </a:xfrm>
            <a:effectLst>
              <a:outerShdw blurRad="317500" dist="190500" dir="8100000" algn="tr" rotWithShape="0">
                <a:prstClr val="black">
                  <a:alpha val="50000"/>
                </a:prstClr>
              </a:outerShdw>
            </a:effectLst>
          </p:grpSpPr>
          <p:sp>
            <p:nvSpPr>
              <p:cNvPr id="23" name="同心圆 2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24" name="椭圆 23"/>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 name="组合 125"/>
            <p:cNvGrpSpPr>
              <a:grpSpLocks/>
            </p:cNvGrpSpPr>
            <p:nvPr/>
          </p:nvGrpSpPr>
          <p:grpSpPr bwMode="auto">
            <a:xfrm>
              <a:off x="2744763" y="1943249"/>
              <a:ext cx="337456" cy="325902"/>
              <a:chOff x="0" y="0"/>
              <a:chExt cx="583915" cy="496874"/>
            </a:xfrm>
            <a:solidFill>
              <a:srgbClr val="C00000"/>
            </a:solidFill>
          </p:grpSpPr>
          <p:sp>
            <p:nvSpPr>
              <p:cNvPr id="21" name="Freeform 160"/>
              <p:cNvSpPr>
                <a:spLocks noChangeArrowheads="1"/>
              </p:cNvSpPr>
              <p:nvPr/>
            </p:nvSpPr>
            <p:spPr bwMode="auto">
              <a:xfrm>
                <a:off x="0" y="0"/>
                <a:ext cx="583915" cy="224863"/>
              </a:xfrm>
              <a:custGeom>
                <a:avLst/>
                <a:gdLst>
                  <a:gd name="T0" fmla="*/ 2147483647 w 68"/>
                  <a:gd name="T1" fmla="*/ 1495961648 h 26"/>
                  <a:gd name="T2" fmla="*/ 2147483647 w 68"/>
                  <a:gd name="T3" fmla="*/ 1121971236 h 26"/>
                  <a:gd name="T4" fmla="*/ 2147483647 w 68"/>
                  <a:gd name="T5" fmla="*/ 747980824 h 26"/>
                  <a:gd name="T6" fmla="*/ 2147483647 w 68"/>
                  <a:gd name="T7" fmla="*/ 523584847 h 26"/>
                  <a:gd name="T8" fmla="*/ 2147483647 w 68"/>
                  <a:gd name="T9" fmla="*/ 523584847 h 26"/>
                  <a:gd name="T10" fmla="*/ 2147483647 w 68"/>
                  <a:gd name="T11" fmla="*/ 747980824 h 26"/>
                  <a:gd name="T12" fmla="*/ 2147483647 w 68"/>
                  <a:gd name="T13" fmla="*/ 747980824 h 26"/>
                  <a:gd name="T14" fmla="*/ 2147483647 w 68"/>
                  <a:gd name="T15" fmla="*/ 897575259 h 26"/>
                  <a:gd name="T16" fmla="*/ 2147483647 w 68"/>
                  <a:gd name="T17" fmla="*/ 74801542 h 26"/>
                  <a:gd name="T18" fmla="*/ 2147483647 w 68"/>
                  <a:gd name="T19" fmla="*/ 0 h 26"/>
                  <a:gd name="T20" fmla="*/ 2147483647 w 68"/>
                  <a:gd name="T21" fmla="*/ 74801542 h 26"/>
                  <a:gd name="T22" fmla="*/ 147472885 w 68"/>
                  <a:gd name="T23" fmla="*/ 1495961648 h 26"/>
                  <a:gd name="T24" fmla="*/ 73736443 w 68"/>
                  <a:gd name="T25" fmla="*/ 1795150518 h 26"/>
                  <a:gd name="T26" fmla="*/ 368682214 w 68"/>
                  <a:gd name="T27" fmla="*/ 1795150518 h 26"/>
                  <a:gd name="T28" fmla="*/ 2147483647 w 68"/>
                  <a:gd name="T29" fmla="*/ 523584847 h 26"/>
                  <a:gd name="T30" fmla="*/ 2147483647 w 68"/>
                  <a:gd name="T31" fmla="*/ 523584847 h 26"/>
                  <a:gd name="T32" fmla="*/ 2147483647 w 68"/>
                  <a:gd name="T33" fmla="*/ 1869943411 h 26"/>
                  <a:gd name="T34" fmla="*/ 2147483647 w 68"/>
                  <a:gd name="T35" fmla="*/ 1869943411 h 26"/>
                  <a:gd name="T36" fmla="*/ 2147483647 w 68"/>
                  <a:gd name="T37" fmla="*/ 1570754541 h 26"/>
                  <a:gd name="T38" fmla="*/ 2147483647 w 68"/>
                  <a:gd name="T39" fmla="*/ 1495961648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26"/>
                  <a:gd name="T62" fmla="*/ 68 w 68"/>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26">
                    <a:moveTo>
                      <a:pt x="64" y="20"/>
                    </a:moveTo>
                    <a:cubicBezTo>
                      <a:pt x="62" y="19"/>
                      <a:pt x="61" y="17"/>
                      <a:pt x="61" y="15"/>
                    </a:cubicBezTo>
                    <a:cubicBezTo>
                      <a:pt x="61" y="10"/>
                      <a:pt x="61" y="10"/>
                      <a:pt x="61" y="10"/>
                    </a:cubicBezTo>
                    <a:cubicBezTo>
                      <a:pt x="61" y="8"/>
                      <a:pt x="60" y="7"/>
                      <a:pt x="58" y="7"/>
                    </a:cubicBezTo>
                    <a:cubicBezTo>
                      <a:pt x="57" y="7"/>
                      <a:pt x="57" y="7"/>
                      <a:pt x="57" y="7"/>
                    </a:cubicBezTo>
                    <a:cubicBezTo>
                      <a:pt x="56" y="7"/>
                      <a:pt x="54" y="8"/>
                      <a:pt x="54" y="10"/>
                    </a:cubicBezTo>
                    <a:cubicBezTo>
                      <a:pt x="54" y="10"/>
                      <a:pt x="54" y="10"/>
                      <a:pt x="54" y="10"/>
                    </a:cubicBezTo>
                    <a:cubicBezTo>
                      <a:pt x="54" y="12"/>
                      <a:pt x="53" y="13"/>
                      <a:pt x="52" y="12"/>
                    </a:cubicBezTo>
                    <a:cubicBezTo>
                      <a:pt x="36" y="1"/>
                      <a:pt x="36" y="1"/>
                      <a:pt x="36" y="1"/>
                    </a:cubicBezTo>
                    <a:cubicBezTo>
                      <a:pt x="35" y="1"/>
                      <a:pt x="33" y="0"/>
                      <a:pt x="33" y="0"/>
                    </a:cubicBezTo>
                    <a:cubicBezTo>
                      <a:pt x="33" y="0"/>
                      <a:pt x="32" y="1"/>
                      <a:pt x="30" y="1"/>
                    </a:cubicBezTo>
                    <a:cubicBezTo>
                      <a:pt x="2" y="20"/>
                      <a:pt x="2" y="20"/>
                      <a:pt x="2" y="20"/>
                    </a:cubicBezTo>
                    <a:cubicBezTo>
                      <a:pt x="1" y="21"/>
                      <a:pt x="0" y="23"/>
                      <a:pt x="1" y="24"/>
                    </a:cubicBezTo>
                    <a:cubicBezTo>
                      <a:pt x="2" y="25"/>
                      <a:pt x="3" y="25"/>
                      <a:pt x="5" y="24"/>
                    </a:cubicBezTo>
                    <a:cubicBezTo>
                      <a:pt x="31" y="7"/>
                      <a:pt x="31" y="7"/>
                      <a:pt x="31" y="7"/>
                    </a:cubicBezTo>
                    <a:cubicBezTo>
                      <a:pt x="32" y="6"/>
                      <a:pt x="34" y="6"/>
                      <a:pt x="36" y="7"/>
                    </a:cubicBezTo>
                    <a:cubicBezTo>
                      <a:pt x="63" y="25"/>
                      <a:pt x="63" y="25"/>
                      <a:pt x="63" y="25"/>
                    </a:cubicBezTo>
                    <a:cubicBezTo>
                      <a:pt x="64" y="26"/>
                      <a:pt x="66" y="26"/>
                      <a:pt x="67" y="25"/>
                    </a:cubicBezTo>
                    <a:cubicBezTo>
                      <a:pt x="68" y="24"/>
                      <a:pt x="67" y="22"/>
                      <a:pt x="66" y="21"/>
                    </a:cubicBezTo>
                    <a:lnTo>
                      <a:pt x="64" y="20"/>
                    </a:lnTo>
                    <a:close/>
                  </a:path>
                </a:pathLst>
              </a:custGeom>
              <a:solidFill>
                <a:srgbClr val="BF1347"/>
              </a:solidFill>
              <a:ln w="9525" cmpd="sng">
                <a:noFill/>
                <a:bevel/>
                <a:headEnd/>
                <a:tailEnd/>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sp>
            <p:nvSpPr>
              <p:cNvPr id="22" name="Freeform 159"/>
              <p:cNvSpPr>
                <a:spLocks noChangeArrowheads="1"/>
              </p:cNvSpPr>
              <p:nvPr/>
            </p:nvSpPr>
            <p:spPr bwMode="auto">
              <a:xfrm>
                <a:off x="61656" y="94297"/>
                <a:ext cx="460603" cy="402577"/>
              </a:xfrm>
              <a:custGeom>
                <a:avLst/>
                <a:gdLst>
                  <a:gd name="T0" fmla="*/ 2109911457 w 54"/>
                  <a:gd name="T1" fmla="*/ 73363234 h 47"/>
                  <a:gd name="T2" fmla="*/ 1746128914 w 54"/>
                  <a:gd name="T3" fmla="*/ 73363234 h 47"/>
                  <a:gd name="T4" fmla="*/ 145507900 w 54"/>
                  <a:gd name="T5" fmla="*/ 1100508471 h 47"/>
                  <a:gd name="T6" fmla="*/ 0 w 54"/>
                  <a:gd name="T7" fmla="*/ 1467341772 h 47"/>
                  <a:gd name="T8" fmla="*/ 0 w 54"/>
                  <a:gd name="T9" fmla="*/ 2147483647 h 47"/>
                  <a:gd name="T10" fmla="*/ 218266114 w 54"/>
                  <a:gd name="T11" fmla="*/ 2147483647 h 47"/>
                  <a:gd name="T12" fmla="*/ 945822671 w 54"/>
                  <a:gd name="T13" fmla="*/ 2147483647 h 47"/>
                  <a:gd name="T14" fmla="*/ 1164088786 w 54"/>
                  <a:gd name="T15" fmla="*/ 2147483647 h 47"/>
                  <a:gd name="T16" fmla="*/ 1164088786 w 54"/>
                  <a:gd name="T17" fmla="*/ 1980918673 h 47"/>
                  <a:gd name="T18" fmla="*/ 1382354900 w 54"/>
                  <a:gd name="T19" fmla="*/ 1760811840 h 47"/>
                  <a:gd name="T20" fmla="*/ 2147483647 w 54"/>
                  <a:gd name="T21" fmla="*/ 1760811840 h 47"/>
                  <a:gd name="T22" fmla="*/ 2147483647 w 54"/>
                  <a:gd name="T23" fmla="*/ 1980918673 h 47"/>
                  <a:gd name="T24" fmla="*/ 2147483647 w 54"/>
                  <a:gd name="T25" fmla="*/ 2147483647 h 47"/>
                  <a:gd name="T26" fmla="*/ 2147483647 w 54"/>
                  <a:gd name="T27" fmla="*/ 2147483647 h 47"/>
                  <a:gd name="T28" fmla="*/ 2147483647 w 54"/>
                  <a:gd name="T29" fmla="*/ 2147483647 h 47"/>
                  <a:gd name="T30" fmla="*/ 2147483647 w 54"/>
                  <a:gd name="T31" fmla="*/ 2147483647 h 47"/>
                  <a:gd name="T32" fmla="*/ 2147483647 w 54"/>
                  <a:gd name="T33" fmla="*/ 1467341772 h 47"/>
                  <a:gd name="T34" fmla="*/ 2147483647 w 54"/>
                  <a:gd name="T35" fmla="*/ 1173871705 h 47"/>
                  <a:gd name="T36" fmla="*/ 2109911457 w 54"/>
                  <a:gd name="T37" fmla="*/ 73363234 h 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
                  <a:gd name="T58" fmla="*/ 0 h 47"/>
                  <a:gd name="T59" fmla="*/ 54 w 54"/>
                  <a:gd name="T60" fmla="*/ 47 h 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 h="47">
                    <a:moveTo>
                      <a:pt x="29" y="1"/>
                    </a:moveTo>
                    <a:cubicBezTo>
                      <a:pt x="28" y="0"/>
                      <a:pt x="25" y="0"/>
                      <a:pt x="24" y="1"/>
                    </a:cubicBezTo>
                    <a:cubicBezTo>
                      <a:pt x="2" y="15"/>
                      <a:pt x="2" y="15"/>
                      <a:pt x="2" y="15"/>
                    </a:cubicBezTo>
                    <a:cubicBezTo>
                      <a:pt x="1" y="16"/>
                      <a:pt x="0" y="18"/>
                      <a:pt x="0" y="20"/>
                    </a:cubicBezTo>
                    <a:cubicBezTo>
                      <a:pt x="0" y="44"/>
                      <a:pt x="0" y="44"/>
                      <a:pt x="0" y="44"/>
                    </a:cubicBezTo>
                    <a:cubicBezTo>
                      <a:pt x="0" y="46"/>
                      <a:pt x="1" y="47"/>
                      <a:pt x="3" y="47"/>
                    </a:cubicBezTo>
                    <a:cubicBezTo>
                      <a:pt x="13" y="47"/>
                      <a:pt x="13" y="47"/>
                      <a:pt x="13" y="47"/>
                    </a:cubicBezTo>
                    <a:cubicBezTo>
                      <a:pt x="14" y="47"/>
                      <a:pt x="16" y="46"/>
                      <a:pt x="16" y="44"/>
                    </a:cubicBezTo>
                    <a:cubicBezTo>
                      <a:pt x="16" y="27"/>
                      <a:pt x="16" y="27"/>
                      <a:pt x="16" y="27"/>
                    </a:cubicBezTo>
                    <a:cubicBezTo>
                      <a:pt x="16" y="26"/>
                      <a:pt x="17" y="24"/>
                      <a:pt x="19" y="24"/>
                    </a:cubicBezTo>
                    <a:cubicBezTo>
                      <a:pt x="35" y="24"/>
                      <a:pt x="35" y="24"/>
                      <a:pt x="35" y="24"/>
                    </a:cubicBezTo>
                    <a:cubicBezTo>
                      <a:pt x="37" y="24"/>
                      <a:pt x="38" y="26"/>
                      <a:pt x="38" y="27"/>
                    </a:cubicBezTo>
                    <a:cubicBezTo>
                      <a:pt x="38" y="44"/>
                      <a:pt x="38" y="44"/>
                      <a:pt x="38" y="44"/>
                    </a:cubicBezTo>
                    <a:cubicBezTo>
                      <a:pt x="38" y="46"/>
                      <a:pt x="39" y="47"/>
                      <a:pt x="41" y="47"/>
                    </a:cubicBezTo>
                    <a:cubicBezTo>
                      <a:pt x="51" y="47"/>
                      <a:pt x="51" y="47"/>
                      <a:pt x="51" y="47"/>
                    </a:cubicBezTo>
                    <a:cubicBezTo>
                      <a:pt x="53" y="47"/>
                      <a:pt x="54" y="46"/>
                      <a:pt x="54" y="44"/>
                    </a:cubicBezTo>
                    <a:cubicBezTo>
                      <a:pt x="54" y="20"/>
                      <a:pt x="54" y="20"/>
                      <a:pt x="54" y="20"/>
                    </a:cubicBezTo>
                    <a:cubicBezTo>
                      <a:pt x="54" y="19"/>
                      <a:pt x="53" y="17"/>
                      <a:pt x="52" y="16"/>
                    </a:cubicBezTo>
                    <a:lnTo>
                      <a:pt x="29" y="1"/>
                    </a:lnTo>
                    <a:close/>
                  </a:path>
                </a:pathLst>
              </a:custGeom>
              <a:solidFill>
                <a:srgbClr val="BF1347"/>
              </a:solidFill>
              <a:ln w="9525" cmpd="sng">
                <a:noFill/>
                <a:bevel/>
                <a:headEnd/>
                <a:tailEnd/>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grpSp>
      <p:grpSp>
        <p:nvGrpSpPr>
          <p:cNvPr id="25" name="组合 24"/>
          <p:cNvGrpSpPr/>
          <p:nvPr/>
        </p:nvGrpSpPr>
        <p:grpSpPr>
          <a:xfrm>
            <a:off x="3768599" y="4730346"/>
            <a:ext cx="741823" cy="741823"/>
            <a:chOff x="2656009" y="3263716"/>
            <a:chExt cx="534177" cy="534177"/>
          </a:xfrm>
        </p:grpSpPr>
        <p:grpSp>
          <p:nvGrpSpPr>
            <p:cNvPr id="26" name="组合 25"/>
            <p:cNvGrpSpPr/>
            <p:nvPr/>
          </p:nvGrpSpPr>
          <p:grpSpPr>
            <a:xfrm>
              <a:off x="2656009" y="3263716"/>
              <a:ext cx="534177" cy="534177"/>
              <a:chOff x="304800" y="673100"/>
              <a:chExt cx="4000500" cy="4000500"/>
            </a:xfrm>
            <a:effectLst>
              <a:outerShdw blurRad="317500" dist="190500" dir="8100000" algn="tr" rotWithShape="0">
                <a:prstClr val="black">
                  <a:alpha val="50000"/>
                </a:prstClr>
              </a:outerShdw>
            </a:effectLst>
          </p:grpSpPr>
          <p:sp>
            <p:nvSpPr>
              <p:cNvPr id="28" name="同心圆 27"/>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29" name="椭圆 28"/>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sp>
          <p:nvSpPr>
            <p:cNvPr id="27" name="Freeform 277"/>
            <p:cNvSpPr>
              <a:spLocks noEditPoints="1" noChangeArrowheads="1"/>
            </p:cNvSpPr>
            <p:nvPr/>
          </p:nvSpPr>
          <p:spPr bwMode="auto">
            <a:xfrm>
              <a:off x="2772932" y="3323860"/>
              <a:ext cx="287993" cy="341712"/>
            </a:xfrm>
            <a:custGeom>
              <a:avLst/>
              <a:gdLst>
                <a:gd name="T0" fmla="*/ 1763300750 w 72"/>
                <a:gd name="T1" fmla="*/ 927075880 h 86"/>
                <a:gd name="T2" fmla="*/ 1621097786 w 72"/>
                <a:gd name="T3" fmla="*/ 927075880 h 86"/>
                <a:gd name="T4" fmla="*/ 1621097786 w 72"/>
                <a:gd name="T5" fmla="*/ 533772246 h 86"/>
                <a:gd name="T6" fmla="*/ 1080731858 w 72"/>
                <a:gd name="T7" fmla="*/ 0 h 86"/>
                <a:gd name="T8" fmla="*/ 966969487 w 72"/>
                <a:gd name="T9" fmla="*/ 0 h 86"/>
                <a:gd name="T10" fmla="*/ 426603558 w 72"/>
                <a:gd name="T11" fmla="*/ 533772246 h 86"/>
                <a:gd name="T12" fmla="*/ 426603558 w 72"/>
                <a:gd name="T13" fmla="*/ 927075880 h 86"/>
                <a:gd name="T14" fmla="*/ 284400594 w 72"/>
                <a:gd name="T15" fmla="*/ 927075880 h 86"/>
                <a:gd name="T16" fmla="*/ 0 w 72"/>
                <a:gd name="T17" fmla="*/ 1208007804 h 86"/>
                <a:gd name="T18" fmla="*/ 0 w 72"/>
                <a:gd name="T19" fmla="*/ 2135083684 h 86"/>
                <a:gd name="T20" fmla="*/ 284400594 w 72"/>
                <a:gd name="T21" fmla="*/ 2147483647 h 86"/>
                <a:gd name="T22" fmla="*/ 1763300750 w 72"/>
                <a:gd name="T23" fmla="*/ 2147483647 h 86"/>
                <a:gd name="T24" fmla="*/ 2047701344 w 72"/>
                <a:gd name="T25" fmla="*/ 2135083684 h 86"/>
                <a:gd name="T26" fmla="*/ 2047701344 w 72"/>
                <a:gd name="T27" fmla="*/ 1208007804 h 86"/>
                <a:gd name="T28" fmla="*/ 1763300750 w 72"/>
                <a:gd name="T29" fmla="*/ 927075880 h 86"/>
                <a:gd name="T30" fmla="*/ 1194494228 w 72"/>
                <a:gd name="T31" fmla="*/ 2147483647 h 86"/>
                <a:gd name="T32" fmla="*/ 881647709 w 72"/>
                <a:gd name="T33" fmla="*/ 2147483647 h 86"/>
                <a:gd name="T34" fmla="*/ 910088301 w 72"/>
                <a:gd name="T35" fmla="*/ 1797963255 h 86"/>
                <a:gd name="T36" fmla="*/ 824766523 w 72"/>
                <a:gd name="T37" fmla="*/ 1629408340 h 86"/>
                <a:gd name="T38" fmla="*/ 1023850672 w 72"/>
                <a:gd name="T39" fmla="*/ 1432751223 h 86"/>
                <a:gd name="T40" fmla="*/ 1222934821 w 72"/>
                <a:gd name="T41" fmla="*/ 1629408340 h 86"/>
                <a:gd name="T42" fmla="*/ 1137613043 w 72"/>
                <a:gd name="T43" fmla="*/ 1797963255 h 86"/>
                <a:gd name="T44" fmla="*/ 1194494228 w 72"/>
                <a:gd name="T45" fmla="*/ 2147483647 h 86"/>
                <a:gd name="T46" fmla="*/ 1422013637 w 72"/>
                <a:gd name="T47" fmla="*/ 927075880 h 86"/>
                <a:gd name="T48" fmla="*/ 625687707 w 72"/>
                <a:gd name="T49" fmla="*/ 927075880 h 86"/>
                <a:gd name="T50" fmla="*/ 625687707 w 72"/>
                <a:gd name="T51" fmla="*/ 533772246 h 86"/>
                <a:gd name="T52" fmla="*/ 966969487 w 72"/>
                <a:gd name="T53" fmla="*/ 196651817 h 86"/>
                <a:gd name="T54" fmla="*/ 1080731858 w 72"/>
                <a:gd name="T55" fmla="*/ 196651817 h 86"/>
                <a:gd name="T56" fmla="*/ 1422013637 w 72"/>
                <a:gd name="T57" fmla="*/ 533772246 h 86"/>
                <a:gd name="T58" fmla="*/ 1422013637 w 72"/>
                <a:gd name="T59" fmla="*/ 927075880 h 8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2"/>
                <a:gd name="T91" fmla="*/ 0 h 86"/>
                <a:gd name="T92" fmla="*/ 72 w 72"/>
                <a:gd name="T93" fmla="*/ 86 h 8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2" h="86">
                  <a:moveTo>
                    <a:pt x="62" y="33"/>
                  </a:moveTo>
                  <a:cubicBezTo>
                    <a:pt x="57" y="33"/>
                    <a:pt x="57" y="33"/>
                    <a:pt x="57" y="33"/>
                  </a:cubicBezTo>
                  <a:cubicBezTo>
                    <a:pt x="57" y="19"/>
                    <a:pt x="57" y="19"/>
                    <a:pt x="57" y="19"/>
                  </a:cubicBezTo>
                  <a:cubicBezTo>
                    <a:pt x="57" y="9"/>
                    <a:pt x="49" y="0"/>
                    <a:pt x="38" y="0"/>
                  </a:cubicBezTo>
                  <a:cubicBezTo>
                    <a:pt x="34" y="0"/>
                    <a:pt x="34" y="0"/>
                    <a:pt x="34" y="0"/>
                  </a:cubicBezTo>
                  <a:cubicBezTo>
                    <a:pt x="24" y="0"/>
                    <a:pt x="15" y="9"/>
                    <a:pt x="15" y="19"/>
                  </a:cubicBezTo>
                  <a:cubicBezTo>
                    <a:pt x="15" y="33"/>
                    <a:pt x="15" y="33"/>
                    <a:pt x="15" y="33"/>
                  </a:cubicBezTo>
                  <a:cubicBezTo>
                    <a:pt x="10" y="33"/>
                    <a:pt x="10" y="33"/>
                    <a:pt x="10" y="33"/>
                  </a:cubicBezTo>
                  <a:cubicBezTo>
                    <a:pt x="5" y="33"/>
                    <a:pt x="0" y="37"/>
                    <a:pt x="0" y="43"/>
                  </a:cubicBezTo>
                  <a:cubicBezTo>
                    <a:pt x="0" y="76"/>
                    <a:pt x="0" y="76"/>
                    <a:pt x="0" y="76"/>
                  </a:cubicBezTo>
                  <a:cubicBezTo>
                    <a:pt x="0" y="81"/>
                    <a:pt x="5" y="86"/>
                    <a:pt x="10" y="86"/>
                  </a:cubicBezTo>
                  <a:cubicBezTo>
                    <a:pt x="62" y="86"/>
                    <a:pt x="62" y="86"/>
                    <a:pt x="62" y="86"/>
                  </a:cubicBezTo>
                  <a:cubicBezTo>
                    <a:pt x="68" y="86"/>
                    <a:pt x="72" y="81"/>
                    <a:pt x="72" y="76"/>
                  </a:cubicBezTo>
                  <a:cubicBezTo>
                    <a:pt x="72" y="43"/>
                    <a:pt x="72" y="43"/>
                    <a:pt x="72" y="43"/>
                  </a:cubicBezTo>
                  <a:cubicBezTo>
                    <a:pt x="72" y="37"/>
                    <a:pt x="68" y="33"/>
                    <a:pt x="62" y="33"/>
                  </a:cubicBezTo>
                  <a:close/>
                  <a:moveTo>
                    <a:pt x="42" y="78"/>
                  </a:moveTo>
                  <a:cubicBezTo>
                    <a:pt x="31" y="78"/>
                    <a:pt x="31" y="78"/>
                    <a:pt x="31" y="78"/>
                  </a:cubicBezTo>
                  <a:cubicBezTo>
                    <a:pt x="32" y="64"/>
                    <a:pt x="32" y="64"/>
                    <a:pt x="32" y="64"/>
                  </a:cubicBezTo>
                  <a:cubicBezTo>
                    <a:pt x="30" y="63"/>
                    <a:pt x="29" y="60"/>
                    <a:pt x="29" y="58"/>
                  </a:cubicBezTo>
                  <a:cubicBezTo>
                    <a:pt x="29" y="54"/>
                    <a:pt x="32" y="51"/>
                    <a:pt x="36" y="51"/>
                  </a:cubicBezTo>
                  <a:cubicBezTo>
                    <a:pt x="40" y="51"/>
                    <a:pt x="43" y="54"/>
                    <a:pt x="43" y="58"/>
                  </a:cubicBezTo>
                  <a:cubicBezTo>
                    <a:pt x="43" y="60"/>
                    <a:pt x="42" y="63"/>
                    <a:pt x="40" y="64"/>
                  </a:cubicBezTo>
                  <a:lnTo>
                    <a:pt x="42" y="78"/>
                  </a:lnTo>
                  <a:close/>
                  <a:moveTo>
                    <a:pt x="50" y="33"/>
                  </a:moveTo>
                  <a:cubicBezTo>
                    <a:pt x="22" y="33"/>
                    <a:pt x="22" y="33"/>
                    <a:pt x="22" y="33"/>
                  </a:cubicBezTo>
                  <a:cubicBezTo>
                    <a:pt x="22" y="19"/>
                    <a:pt x="22" y="19"/>
                    <a:pt x="22" y="19"/>
                  </a:cubicBezTo>
                  <a:cubicBezTo>
                    <a:pt x="22" y="13"/>
                    <a:pt x="28" y="7"/>
                    <a:pt x="34" y="7"/>
                  </a:cubicBezTo>
                  <a:cubicBezTo>
                    <a:pt x="38" y="7"/>
                    <a:pt x="38" y="7"/>
                    <a:pt x="38" y="7"/>
                  </a:cubicBezTo>
                  <a:cubicBezTo>
                    <a:pt x="45" y="7"/>
                    <a:pt x="50" y="13"/>
                    <a:pt x="50" y="19"/>
                  </a:cubicBezTo>
                  <a:lnTo>
                    <a:pt x="50" y="33"/>
                  </a:lnTo>
                  <a:close/>
                </a:path>
              </a:pathLst>
            </a:custGeom>
            <a:solidFill>
              <a:srgbClr val="BF1347"/>
            </a:solidFill>
            <a:ln w="9525" cmpd="sng">
              <a:noFill/>
              <a:bevel/>
              <a:headEnd/>
              <a:tailEnd/>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grpSp>
      <p:grpSp>
        <p:nvGrpSpPr>
          <p:cNvPr id="30" name="组合 29"/>
          <p:cNvGrpSpPr/>
          <p:nvPr/>
        </p:nvGrpSpPr>
        <p:grpSpPr>
          <a:xfrm>
            <a:off x="3768599" y="3732625"/>
            <a:ext cx="741823" cy="741823"/>
            <a:chOff x="2656009" y="2545271"/>
            <a:chExt cx="534177" cy="534177"/>
          </a:xfrm>
        </p:grpSpPr>
        <p:grpSp>
          <p:nvGrpSpPr>
            <p:cNvPr id="31" name="组合 30"/>
            <p:cNvGrpSpPr/>
            <p:nvPr/>
          </p:nvGrpSpPr>
          <p:grpSpPr>
            <a:xfrm>
              <a:off x="2656009" y="2545271"/>
              <a:ext cx="534177" cy="534177"/>
              <a:chOff x="304800" y="673100"/>
              <a:chExt cx="4000500" cy="4000500"/>
            </a:xfrm>
            <a:effectLst>
              <a:outerShdw blurRad="317500" dist="190500" dir="8100000" algn="tr" rotWithShape="0">
                <a:prstClr val="black">
                  <a:alpha val="50000"/>
                </a:prstClr>
              </a:outerShdw>
            </a:effectLst>
          </p:grpSpPr>
          <p:sp>
            <p:nvSpPr>
              <p:cNvPr id="36" name="同心圆 35"/>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椭圆 36"/>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2" name="Group 92"/>
            <p:cNvGrpSpPr>
              <a:grpSpLocks/>
            </p:cNvGrpSpPr>
            <p:nvPr/>
          </p:nvGrpSpPr>
          <p:grpSpPr bwMode="auto">
            <a:xfrm>
              <a:off x="2745161" y="2705683"/>
              <a:ext cx="355874" cy="221817"/>
              <a:chOff x="0" y="0"/>
              <a:chExt cx="471488" cy="293688"/>
            </a:xfrm>
            <a:solidFill>
              <a:schemeClr val="tx1"/>
            </a:solidFill>
          </p:grpSpPr>
          <p:sp>
            <p:nvSpPr>
              <p:cNvPr id="33" name="Freeform 8"/>
              <p:cNvSpPr>
                <a:spLocks noEditPoints="1" noChangeArrowheads="1"/>
              </p:cNvSpPr>
              <p:nvPr/>
            </p:nvSpPr>
            <p:spPr bwMode="auto">
              <a:xfrm>
                <a:off x="0" y="0"/>
                <a:ext cx="471488" cy="293688"/>
              </a:xfrm>
              <a:custGeom>
                <a:avLst/>
                <a:gdLst>
                  <a:gd name="T0" fmla="*/ 1607679782 w 125"/>
                  <a:gd name="T1" fmla="*/ 255184750 h 78"/>
                  <a:gd name="T2" fmla="*/ 1607679782 w 125"/>
                  <a:gd name="T3" fmla="*/ 0 h 78"/>
                  <a:gd name="T4" fmla="*/ 0 w 125"/>
                  <a:gd name="T5" fmla="*/ 0 h 78"/>
                  <a:gd name="T6" fmla="*/ 0 w 125"/>
                  <a:gd name="T7" fmla="*/ 1105803094 h 78"/>
                  <a:gd name="T8" fmla="*/ 1607679782 w 125"/>
                  <a:gd name="T9" fmla="*/ 1105803094 h 78"/>
                  <a:gd name="T10" fmla="*/ 1607679782 w 125"/>
                  <a:gd name="T11" fmla="*/ 850618344 h 78"/>
                  <a:gd name="T12" fmla="*/ 1778407473 w 125"/>
                  <a:gd name="T13" fmla="*/ 765554250 h 78"/>
                  <a:gd name="T14" fmla="*/ 1778407473 w 125"/>
                  <a:gd name="T15" fmla="*/ 368601031 h 78"/>
                  <a:gd name="T16" fmla="*/ 1607679782 w 125"/>
                  <a:gd name="T17" fmla="*/ 255184750 h 78"/>
                  <a:gd name="T18" fmla="*/ 1479634957 w 125"/>
                  <a:gd name="T19" fmla="*/ 978210719 h 78"/>
                  <a:gd name="T20" fmla="*/ 142272447 w 125"/>
                  <a:gd name="T21" fmla="*/ 978210719 h 78"/>
                  <a:gd name="T22" fmla="*/ 142272447 w 125"/>
                  <a:gd name="T23" fmla="*/ 141768469 h 78"/>
                  <a:gd name="T24" fmla="*/ 1479634957 w 125"/>
                  <a:gd name="T25" fmla="*/ 141768469 h 78"/>
                  <a:gd name="T26" fmla="*/ 1479634957 w 125"/>
                  <a:gd name="T27" fmla="*/ 978210719 h 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5"/>
                  <a:gd name="T43" fmla="*/ 0 h 78"/>
                  <a:gd name="T44" fmla="*/ 125 w 125"/>
                  <a:gd name="T45" fmla="*/ 78 h 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6"/>
                      <a:pt x="125" y="26"/>
                      <a:pt x="125" y="26"/>
                    </a:cubicBezTo>
                    <a:cubicBezTo>
                      <a:pt x="125" y="17"/>
                      <a:pt x="116" y="18"/>
                      <a:pt x="113" y="18"/>
                    </a:cubicBezTo>
                    <a:close/>
                    <a:moveTo>
                      <a:pt x="104" y="69"/>
                    </a:moveTo>
                    <a:cubicBezTo>
                      <a:pt x="10" y="69"/>
                      <a:pt x="10" y="69"/>
                      <a:pt x="10" y="69"/>
                    </a:cubicBezTo>
                    <a:cubicBezTo>
                      <a:pt x="10" y="10"/>
                      <a:pt x="10" y="10"/>
                      <a:pt x="10" y="10"/>
                    </a:cubicBezTo>
                    <a:cubicBezTo>
                      <a:pt x="104" y="10"/>
                      <a:pt x="104" y="10"/>
                      <a:pt x="104" y="10"/>
                    </a:cubicBezTo>
                    <a:lnTo>
                      <a:pt x="104" y="69"/>
                    </a:lnTo>
                    <a:close/>
                  </a:path>
                </a:pathLst>
              </a:custGeom>
              <a:solidFill>
                <a:srgbClr val="04447F"/>
              </a:solidFill>
              <a:ln w="9525" cmpd="sng">
                <a:noFill/>
                <a:bevel/>
                <a:headEnd/>
                <a:tailEnd/>
              </a:ln>
            </p:spPr>
            <p:txBody>
              <a:bodyPr lIns="169313" tIns="84656" rIns="169313" bIns="84656"/>
              <a:lstStyle/>
              <a:p>
                <a:endParaRPr lang="zh-CN" altLang="en-US" sz="2499">
                  <a:ea typeface="微软雅黑" panose="020B0503020204020204" pitchFamily="34" charset="-122"/>
                  <a:sym typeface="Arial" panose="020B0604020202020204" pitchFamily="34" charset="0"/>
                </a:endParaRPr>
              </a:p>
            </p:txBody>
          </p:sp>
          <p:sp>
            <p:nvSpPr>
              <p:cNvPr id="34" name="Rectangle 9"/>
              <p:cNvSpPr>
                <a:spLocks noChangeArrowheads="1"/>
              </p:cNvSpPr>
              <p:nvPr/>
            </p:nvSpPr>
            <p:spPr bwMode="auto">
              <a:xfrm>
                <a:off x="63500" y="63499"/>
                <a:ext cx="90488" cy="166688"/>
              </a:xfrm>
              <a:prstGeom prst="rect">
                <a:avLst/>
              </a:prstGeom>
              <a:solidFill>
                <a:srgbClr val="04447F"/>
              </a:solidFill>
              <a:ln w="9525">
                <a:noFill/>
                <a:bevel/>
                <a:headEnd/>
                <a:tailEnd/>
              </a:ln>
            </p:spPr>
            <p:txBody>
              <a:bodyPr lIns="169313" tIns="84656" rIns="169313" bIns="84656"/>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endParaRPr lang="zh-CN" altLang="zh-CN" sz="2639">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35" name="Rectangle 10"/>
              <p:cNvSpPr>
                <a:spLocks noChangeArrowheads="1"/>
              </p:cNvSpPr>
              <p:nvPr/>
            </p:nvSpPr>
            <p:spPr bwMode="auto">
              <a:xfrm>
                <a:off x="169862" y="63499"/>
                <a:ext cx="85725" cy="166688"/>
              </a:xfrm>
              <a:prstGeom prst="rect">
                <a:avLst/>
              </a:prstGeom>
              <a:solidFill>
                <a:srgbClr val="04447F"/>
              </a:solidFill>
              <a:ln w="9525">
                <a:noFill/>
                <a:bevel/>
                <a:headEnd/>
                <a:tailEnd/>
              </a:ln>
            </p:spPr>
            <p:txBody>
              <a:bodyPr lIns="169313" tIns="84656" rIns="169313" bIns="84656"/>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00000"/>
                  </a:lnSpc>
                  <a:spcBef>
                    <a:spcPct val="0"/>
                  </a:spcBef>
                  <a:buFont typeface="Arial" pitchFamily="34" charset="0"/>
                  <a:buNone/>
                </a:pPr>
                <a:endParaRPr lang="zh-CN" altLang="zh-CN" sz="2639">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38" name="组合 37"/>
          <p:cNvGrpSpPr/>
          <p:nvPr/>
        </p:nvGrpSpPr>
        <p:grpSpPr>
          <a:xfrm>
            <a:off x="3768599" y="5650070"/>
            <a:ext cx="741823" cy="741823"/>
            <a:chOff x="2656009" y="3925997"/>
            <a:chExt cx="534177" cy="534177"/>
          </a:xfrm>
        </p:grpSpPr>
        <p:grpSp>
          <p:nvGrpSpPr>
            <p:cNvPr id="39" name="组合 38"/>
            <p:cNvGrpSpPr/>
            <p:nvPr/>
          </p:nvGrpSpPr>
          <p:grpSpPr>
            <a:xfrm>
              <a:off x="2656009" y="3925997"/>
              <a:ext cx="534177" cy="534177"/>
              <a:chOff x="304800" y="673100"/>
              <a:chExt cx="4000500" cy="4000500"/>
            </a:xfrm>
            <a:effectLst>
              <a:outerShdw blurRad="317500" dist="190500" dir="8100000" algn="tr" rotWithShape="0">
                <a:prstClr val="black">
                  <a:alpha val="50000"/>
                </a:prstClr>
              </a:outerShdw>
            </a:effectLst>
          </p:grpSpPr>
          <p:sp>
            <p:nvSpPr>
              <p:cNvPr id="43" name="同心圆 4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椭圆 43"/>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0" name="Group 9"/>
            <p:cNvGrpSpPr>
              <a:grpSpLocks/>
            </p:cNvGrpSpPr>
            <p:nvPr/>
          </p:nvGrpSpPr>
          <p:grpSpPr bwMode="auto">
            <a:xfrm>
              <a:off x="2723790" y="4084898"/>
              <a:ext cx="386899" cy="286862"/>
              <a:chOff x="0" y="0"/>
              <a:chExt cx="374651" cy="277813"/>
            </a:xfrm>
            <a:solidFill>
              <a:schemeClr val="tx1"/>
            </a:solidFill>
          </p:grpSpPr>
          <p:sp>
            <p:nvSpPr>
              <p:cNvPr id="41" name="Freeform 17"/>
              <p:cNvSpPr>
                <a:spLocks noChangeArrowheads="1"/>
              </p:cNvSpPr>
              <p:nvPr/>
            </p:nvSpPr>
            <p:spPr bwMode="auto">
              <a:xfrm>
                <a:off x="141288" y="66675"/>
                <a:ext cx="233363" cy="211138"/>
              </a:xfrm>
              <a:custGeom>
                <a:avLst/>
                <a:gdLst>
                  <a:gd name="T0" fmla="*/ 611890896 w 89"/>
                  <a:gd name="T1" fmla="*/ 224220736 h 81"/>
                  <a:gd name="T2" fmla="*/ 295631590 w 89"/>
                  <a:gd name="T3" fmla="*/ 0 h 81"/>
                  <a:gd name="T4" fmla="*/ 275006496 w 89"/>
                  <a:gd name="T5" fmla="*/ 6795516 h 81"/>
                  <a:gd name="T6" fmla="*/ 295631590 w 89"/>
                  <a:gd name="T7" fmla="*/ 74740245 h 81"/>
                  <a:gd name="T8" fmla="*/ 0 w 89"/>
                  <a:gd name="T9" fmla="*/ 298960981 h 81"/>
                  <a:gd name="T10" fmla="*/ 0 w 89"/>
                  <a:gd name="T11" fmla="*/ 298960981 h 81"/>
                  <a:gd name="T12" fmla="*/ 275006496 w 89"/>
                  <a:gd name="T13" fmla="*/ 441648563 h 81"/>
                  <a:gd name="T14" fmla="*/ 508762805 w 89"/>
                  <a:gd name="T15" fmla="*/ 550361173 h 81"/>
                  <a:gd name="T16" fmla="*/ 440012492 w 89"/>
                  <a:gd name="T17" fmla="*/ 421264623 h 81"/>
                  <a:gd name="T18" fmla="*/ 611890896 w 89"/>
                  <a:gd name="T19" fmla="*/ 224220736 h 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
                  <a:gd name="T31" fmla="*/ 0 h 81"/>
                  <a:gd name="T32" fmla="*/ 89 w 89"/>
                  <a:gd name="T33" fmla="*/ 81 h 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 h="81">
                    <a:moveTo>
                      <a:pt x="89" y="33"/>
                    </a:moveTo>
                    <a:cubicBezTo>
                      <a:pt x="89" y="15"/>
                      <a:pt x="68" y="0"/>
                      <a:pt x="43" y="0"/>
                    </a:cubicBezTo>
                    <a:cubicBezTo>
                      <a:pt x="42" y="0"/>
                      <a:pt x="41" y="1"/>
                      <a:pt x="40" y="1"/>
                    </a:cubicBezTo>
                    <a:cubicBezTo>
                      <a:pt x="42" y="4"/>
                      <a:pt x="43" y="8"/>
                      <a:pt x="43" y="11"/>
                    </a:cubicBezTo>
                    <a:cubicBezTo>
                      <a:pt x="43" y="29"/>
                      <a:pt x="24" y="43"/>
                      <a:pt x="0" y="44"/>
                    </a:cubicBezTo>
                    <a:cubicBezTo>
                      <a:pt x="0" y="44"/>
                      <a:pt x="0" y="44"/>
                      <a:pt x="0" y="44"/>
                    </a:cubicBezTo>
                    <a:cubicBezTo>
                      <a:pt x="6" y="56"/>
                      <a:pt x="21" y="64"/>
                      <a:pt x="40" y="65"/>
                    </a:cubicBezTo>
                    <a:cubicBezTo>
                      <a:pt x="53" y="75"/>
                      <a:pt x="74" y="81"/>
                      <a:pt x="74" y="81"/>
                    </a:cubicBezTo>
                    <a:cubicBezTo>
                      <a:pt x="64" y="72"/>
                      <a:pt x="63" y="65"/>
                      <a:pt x="64" y="62"/>
                    </a:cubicBezTo>
                    <a:cubicBezTo>
                      <a:pt x="79" y="56"/>
                      <a:pt x="89" y="46"/>
                      <a:pt x="89" y="33"/>
                    </a:cubicBezTo>
                    <a:close/>
                  </a:path>
                </a:pathLst>
              </a:custGeom>
              <a:solidFill>
                <a:srgbClr val="04447F"/>
              </a:solidFill>
              <a:ln w="9525" cmpd="sng">
                <a:noFill/>
                <a:bevel/>
                <a:headEnd/>
                <a:tailEnd/>
              </a:ln>
            </p:spPr>
            <p:txBody>
              <a:bodyPr/>
              <a:lstStyle/>
              <a:p>
                <a:endParaRPr lang="zh-CN" altLang="en-US" sz="2499">
                  <a:ea typeface="微软雅黑" panose="020B0503020204020204" pitchFamily="34" charset="-122"/>
                  <a:sym typeface="Arial" panose="020B0604020202020204" pitchFamily="34" charset="0"/>
                </a:endParaRPr>
              </a:p>
            </p:txBody>
          </p:sp>
          <p:sp>
            <p:nvSpPr>
              <p:cNvPr id="42" name="Freeform 18"/>
              <p:cNvSpPr>
                <a:spLocks noChangeArrowheads="1"/>
              </p:cNvSpPr>
              <p:nvPr/>
            </p:nvSpPr>
            <p:spPr bwMode="auto">
              <a:xfrm>
                <a:off x="0" y="0"/>
                <a:ext cx="241300" cy="209550"/>
              </a:xfrm>
              <a:custGeom>
                <a:avLst/>
                <a:gdLst>
                  <a:gd name="T0" fmla="*/ 612251539 w 92"/>
                  <a:gd name="T1" fmla="*/ 144083961 h 80"/>
                  <a:gd name="T2" fmla="*/ 316443967 w 92"/>
                  <a:gd name="T3" fmla="*/ 0 h 80"/>
                  <a:gd name="T4" fmla="*/ 0 w 92"/>
                  <a:gd name="T5" fmla="*/ 219556013 h 80"/>
                  <a:gd name="T6" fmla="*/ 171981329 w 92"/>
                  <a:gd name="T7" fmla="*/ 418528976 h 80"/>
                  <a:gd name="T8" fmla="*/ 96310174 w 92"/>
                  <a:gd name="T9" fmla="*/ 548890031 h 80"/>
                  <a:gd name="T10" fmla="*/ 330203313 w 92"/>
                  <a:gd name="T11" fmla="*/ 445972168 h 80"/>
                  <a:gd name="T12" fmla="*/ 337080363 w 92"/>
                  <a:gd name="T13" fmla="*/ 439112025 h 80"/>
                  <a:gd name="T14" fmla="*/ 632887935 w 92"/>
                  <a:gd name="T15" fmla="*/ 219556013 h 80"/>
                  <a:gd name="T16" fmla="*/ 612251539 w 92"/>
                  <a:gd name="T17" fmla="*/ 144083961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
                  <a:gd name="T28" fmla="*/ 0 h 80"/>
                  <a:gd name="T29" fmla="*/ 92 w 92"/>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 h="80">
                    <a:moveTo>
                      <a:pt x="89" y="21"/>
                    </a:moveTo>
                    <a:cubicBezTo>
                      <a:pt x="83" y="9"/>
                      <a:pt x="66" y="0"/>
                      <a:pt x="46" y="0"/>
                    </a:cubicBezTo>
                    <a:cubicBezTo>
                      <a:pt x="20" y="0"/>
                      <a:pt x="0" y="14"/>
                      <a:pt x="0" y="32"/>
                    </a:cubicBezTo>
                    <a:cubicBezTo>
                      <a:pt x="0" y="45"/>
                      <a:pt x="10" y="56"/>
                      <a:pt x="25" y="61"/>
                    </a:cubicBezTo>
                    <a:cubicBezTo>
                      <a:pt x="26" y="65"/>
                      <a:pt x="25" y="71"/>
                      <a:pt x="14" y="80"/>
                    </a:cubicBezTo>
                    <a:cubicBezTo>
                      <a:pt x="14" y="80"/>
                      <a:pt x="36" y="75"/>
                      <a:pt x="48" y="65"/>
                    </a:cubicBezTo>
                    <a:cubicBezTo>
                      <a:pt x="49" y="64"/>
                      <a:pt x="49" y="64"/>
                      <a:pt x="49" y="64"/>
                    </a:cubicBezTo>
                    <a:cubicBezTo>
                      <a:pt x="73" y="63"/>
                      <a:pt x="92" y="49"/>
                      <a:pt x="92" y="32"/>
                    </a:cubicBezTo>
                    <a:cubicBezTo>
                      <a:pt x="92" y="28"/>
                      <a:pt x="91" y="25"/>
                      <a:pt x="89" y="21"/>
                    </a:cubicBezTo>
                    <a:close/>
                  </a:path>
                </a:pathLst>
              </a:custGeom>
              <a:solidFill>
                <a:srgbClr val="04447F"/>
              </a:solidFill>
              <a:ln w="9525" cmpd="sng">
                <a:noFill/>
                <a:bevel/>
                <a:headEnd/>
                <a:tailEnd/>
              </a:ln>
            </p:spPr>
            <p:txBody>
              <a:bodyPr/>
              <a:lstStyle/>
              <a:p>
                <a:endParaRPr lang="zh-CN" altLang="en-US" sz="2499">
                  <a:ea typeface="微软雅黑" panose="020B0503020204020204" pitchFamily="34" charset="-122"/>
                  <a:sym typeface="Arial" panose="020B0604020202020204" pitchFamily="34" charset="0"/>
                </a:endParaRPr>
              </a:p>
            </p:txBody>
          </p:sp>
        </p:grpSp>
      </p:grpSp>
      <p:sp>
        <p:nvSpPr>
          <p:cNvPr id="45" name="任意多边形 56"/>
          <p:cNvSpPr>
            <a:spLocks noChangeArrowheads="1"/>
          </p:cNvSpPr>
          <p:nvPr/>
        </p:nvSpPr>
        <p:spPr bwMode="auto">
          <a:xfrm>
            <a:off x="10073574" y="2552461"/>
            <a:ext cx="1230165" cy="3852531"/>
          </a:xfrm>
          <a:custGeom>
            <a:avLst/>
            <a:gdLst>
              <a:gd name="T0" fmla="*/ 1176576 w 1181100"/>
              <a:gd name="T1" fmla="*/ 0 h 3698875"/>
              <a:gd name="T2" fmla="*/ 1181100 w 1181100"/>
              <a:gd name="T3" fmla="*/ 0 h 3698875"/>
              <a:gd name="T4" fmla="*/ 1181100 w 1181100"/>
              <a:gd name="T5" fmla="*/ 3698875 h 3698875"/>
              <a:gd name="T6" fmla="*/ 0 w 1181100"/>
              <a:gd name="T7" fmla="*/ 3698875 h 3698875"/>
              <a:gd name="T8" fmla="*/ 0 w 1181100"/>
              <a:gd name="T9" fmla="*/ 1735795 h 3698875"/>
              <a:gd name="T10" fmla="*/ 48924 w 1181100"/>
              <a:gd name="T11" fmla="*/ 1697678 h 3698875"/>
              <a:gd name="T12" fmla="*/ 278759 w 1181100"/>
              <a:gd name="T13" fmla="*/ 1500788 h 3698875"/>
              <a:gd name="T14" fmla="*/ 453153 w 1181100"/>
              <a:gd name="T15" fmla="*/ 1330349 h 3698875"/>
              <a:gd name="T16" fmla="*/ 510936 w 1181100"/>
              <a:gd name="T17" fmla="*/ 1369307 h 3698875"/>
              <a:gd name="T18" fmla="*/ 590551 w 1181100"/>
              <a:gd name="T19" fmla="*/ 1385380 h 3698875"/>
              <a:gd name="T20" fmla="*/ 795088 w 1181100"/>
              <a:gd name="T21" fmla="*/ 1180843 h 3698875"/>
              <a:gd name="T22" fmla="*/ 735181 w 1181100"/>
              <a:gd name="T23" fmla="*/ 1036213 h 3698875"/>
              <a:gd name="T24" fmla="*/ 717723 w 1181100"/>
              <a:gd name="T25" fmla="*/ 1024442 h 3698875"/>
              <a:gd name="T26" fmla="*/ 820291 w 1181100"/>
              <a:gd name="T27" fmla="*/ 886780 h 3698875"/>
              <a:gd name="T28" fmla="*/ 1174186 w 1181100"/>
              <a:gd name="T29" fmla="*/ 21448 h 3698875"/>
              <a:gd name="T30" fmla="*/ 1176576 w 1181100"/>
              <a:gd name="T31" fmla="*/ 0 h 369887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81100"/>
              <a:gd name="T49" fmla="*/ 0 h 3698875"/>
              <a:gd name="T50" fmla="*/ 1181100 w 1181100"/>
              <a:gd name="T51" fmla="*/ 3698875 h 369887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81100" h="3698875">
                <a:moveTo>
                  <a:pt x="1176576" y="0"/>
                </a:moveTo>
                <a:lnTo>
                  <a:pt x="1181100" y="0"/>
                </a:lnTo>
                <a:lnTo>
                  <a:pt x="1181100" y="3698875"/>
                </a:lnTo>
                <a:lnTo>
                  <a:pt x="0" y="3698875"/>
                </a:lnTo>
                <a:lnTo>
                  <a:pt x="0" y="1735795"/>
                </a:lnTo>
                <a:lnTo>
                  <a:pt x="48924" y="1697678"/>
                </a:lnTo>
                <a:cubicBezTo>
                  <a:pt x="129510" y="1632743"/>
                  <a:pt x="206155" y="1567101"/>
                  <a:pt x="278759" y="1500788"/>
                </a:cubicBezTo>
                <a:lnTo>
                  <a:pt x="453153" y="1330349"/>
                </a:lnTo>
                <a:lnTo>
                  <a:pt x="510936" y="1369307"/>
                </a:lnTo>
                <a:cubicBezTo>
                  <a:pt x="535406" y="1379657"/>
                  <a:pt x="562310" y="1385380"/>
                  <a:pt x="590551" y="1385380"/>
                </a:cubicBezTo>
                <a:cubicBezTo>
                  <a:pt x="703514" y="1385380"/>
                  <a:pt x="795088" y="1293806"/>
                  <a:pt x="795088" y="1180843"/>
                </a:cubicBezTo>
                <a:cubicBezTo>
                  <a:pt x="795088" y="1124362"/>
                  <a:pt x="772195" y="1073227"/>
                  <a:pt x="735181" y="1036213"/>
                </a:cubicBezTo>
                <a:lnTo>
                  <a:pt x="717723" y="1024442"/>
                </a:lnTo>
                <a:lnTo>
                  <a:pt x="820291" y="886780"/>
                </a:lnTo>
                <a:cubicBezTo>
                  <a:pt x="1010014" y="606666"/>
                  <a:pt x="1130158" y="317479"/>
                  <a:pt x="1174186" y="21448"/>
                </a:cubicBezTo>
                <a:lnTo>
                  <a:pt x="1176576" y="0"/>
                </a:lnTo>
                <a:close/>
              </a:path>
            </a:pathLst>
          </a:custGeom>
          <a:solidFill>
            <a:srgbClr val="BF1347">
              <a:alpha val="70000"/>
            </a:srgbClr>
          </a:solidFill>
          <a:ln>
            <a:noFill/>
          </a:ln>
        </p:spPr>
        <p:txBody>
          <a:bodyPr lIns="95238" tIns="47620" rIns="95238" bIns="47620" anchor="ctr"/>
          <a:lstStyle/>
          <a:p>
            <a:endParaRPr lang="zh-CN" altLang="en-US" sz="2499">
              <a:ea typeface="微软雅黑" panose="020B0503020204020204" pitchFamily="34" charset="-122"/>
              <a:sym typeface="Arial" panose="020B0604020202020204" pitchFamily="34" charset="0"/>
            </a:endParaRPr>
          </a:p>
        </p:txBody>
      </p:sp>
      <p:sp>
        <p:nvSpPr>
          <p:cNvPr id="46" name="任意多边形 59"/>
          <p:cNvSpPr>
            <a:spLocks noChangeArrowheads="1"/>
          </p:cNvSpPr>
          <p:nvPr/>
        </p:nvSpPr>
        <p:spPr bwMode="auto">
          <a:xfrm>
            <a:off x="8788845" y="4404323"/>
            <a:ext cx="1230165" cy="2002325"/>
          </a:xfrm>
          <a:custGeom>
            <a:avLst/>
            <a:gdLst>
              <a:gd name="T0" fmla="*/ 1181100 w 1181100"/>
              <a:gd name="T1" fmla="*/ 0 h 1921854"/>
              <a:gd name="T2" fmla="*/ 1181100 w 1181100"/>
              <a:gd name="T3" fmla="*/ 1923072 h 1921854"/>
              <a:gd name="T4" fmla="*/ 0 w 1181100"/>
              <a:gd name="T5" fmla="*/ 1923072 h 1921854"/>
              <a:gd name="T6" fmla="*/ 0 w 1181100"/>
              <a:gd name="T7" fmla="*/ 732430 h 1921854"/>
              <a:gd name="T8" fmla="*/ 319230 w 1181100"/>
              <a:gd name="T9" fmla="*/ 562609 h 1921854"/>
              <a:gd name="T10" fmla="*/ 425975 w 1181100"/>
              <a:gd name="T11" fmla="*/ 500607 h 1921854"/>
              <a:gd name="T12" fmla="*/ 445921 w 1181100"/>
              <a:gd name="T13" fmla="*/ 530208 h 1921854"/>
              <a:gd name="T14" fmla="*/ 590551 w 1181100"/>
              <a:gd name="T15" fmla="*/ 590153 h 1921854"/>
              <a:gd name="T16" fmla="*/ 795088 w 1181100"/>
              <a:gd name="T17" fmla="*/ 385486 h 1921854"/>
              <a:gd name="T18" fmla="*/ 779015 w 1181100"/>
              <a:gd name="T19" fmla="*/ 305821 h 1921854"/>
              <a:gd name="T20" fmla="*/ 768996 w 1181100"/>
              <a:gd name="T21" fmla="*/ 290951 h 1921854"/>
              <a:gd name="T22" fmla="*/ 952789 w 1181100"/>
              <a:gd name="T23" fmla="*/ 167651 h 1921854"/>
              <a:gd name="T24" fmla="*/ 1140954 w 1181100"/>
              <a:gd name="T25" fmla="*/ 31296 h 1921854"/>
              <a:gd name="T26" fmla="*/ 1181100 w 1181100"/>
              <a:gd name="T27" fmla="*/ 0 h 192185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81100"/>
              <a:gd name="T43" fmla="*/ 0 h 1921854"/>
              <a:gd name="T44" fmla="*/ 1181100 w 1181100"/>
              <a:gd name="T45" fmla="*/ 1921854 h 192185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81100" h="1921854">
                <a:moveTo>
                  <a:pt x="1181100" y="0"/>
                </a:moveTo>
                <a:lnTo>
                  <a:pt x="1181100" y="1921854"/>
                </a:lnTo>
                <a:lnTo>
                  <a:pt x="0" y="1921854"/>
                </a:lnTo>
                <a:lnTo>
                  <a:pt x="0" y="731966"/>
                </a:lnTo>
                <a:lnTo>
                  <a:pt x="319230" y="562253"/>
                </a:lnTo>
                <a:lnTo>
                  <a:pt x="425975" y="500289"/>
                </a:lnTo>
                <a:lnTo>
                  <a:pt x="445921" y="529872"/>
                </a:lnTo>
                <a:cubicBezTo>
                  <a:pt x="482935" y="566886"/>
                  <a:pt x="534069" y="589779"/>
                  <a:pt x="590551" y="589779"/>
                </a:cubicBezTo>
                <a:cubicBezTo>
                  <a:pt x="703514" y="589779"/>
                  <a:pt x="795088" y="498205"/>
                  <a:pt x="795088" y="385242"/>
                </a:cubicBezTo>
                <a:cubicBezTo>
                  <a:pt x="795088" y="357001"/>
                  <a:pt x="789365" y="330097"/>
                  <a:pt x="779015" y="305627"/>
                </a:cubicBezTo>
                <a:lnTo>
                  <a:pt x="768996" y="290767"/>
                </a:lnTo>
                <a:lnTo>
                  <a:pt x="952789" y="167545"/>
                </a:lnTo>
                <a:cubicBezTo>
                  <a:pt x="1017466" y="122501"/>
                  <a:pt x="1080201" y="77074"/>
                  <a:pt x="1140954" y="31276"/>
                </a:cubicBezTo>
                <a:lnTo>
                  <a:pt x="1181100" y="0"/>
                </a:lnTo>
                <a:close/>
              </a:path>
            </a:pathLst>
          </a:custGeom>
          <a:solidFill>
            <a:srgbClr val="04447F">
              <a:alpha val="70000"/>
            </a:srgbClr>
          </a:solidFill>
          <a:ln>
            <a:noFill/>
          </a:ln>
        </p:spPr>
        <p:txBody>
          <a:bodyPr lIns="95238" tIns="47620" rIns="95238" bIns="47620" anchor="ctr"/>
          <a:lstStyle/>
          <a:p>
            <a:endParaRPr lang="zh-CN" altLang="en-US" sz="2499">
              <a:ea typeface="微软雅黑" panose="020B0503020204020204" pitchFamily="34" charset="-122"/>
              <a:sym typeface="Arial" panose="020B0604020202020204" pitchFamily="34" charset="0"/>
            </a:endParaRPr>
          </a:p>
        </p:txBody>
      </p:sp>
      <p:sp>
        <p:nvSpPr>
          <p:cNvPr id="47" name="任意多边形 63"/>
          <p:cNvSpPr>
            <a:spLocks noChangeArrowheads="1"/>
          </p:cNvSpPr>
          <p:nvPr/>
        </p:nvSpPr>
        <p:spPr bwMode="auto">
          <a:xfrm>
            <a:off x="7502465" y="5196320"/>
            <a:ext cx="1230165" cy="1210325"/>
          </a:xfrm>
          <a:custGeom>
            <a:avLst/>
            <a:gdLst>
              <a:gd name="T0" fmla="*/ 1181100 w 1181100"/>
              <a:gd name="T1" fmla="*/ 0 h 1161755"/>
              <a:gd name="T2" fmla="*/ 1181100 w 1181100"/>
              <a:gd name="T3" fmla="*/ 1162345 h 1161755"/>
              <a:gd name="T4" fmla="*/ 0 w 1181100"/>
              <a:gd name="T5" fmla="*/ 1162345 h 1161755"/>
              <a:gd name="T6" fmla="*/ 0 w 1181100"/>
              <a:gd name="T7" fmla="*/ 518117 h 1161755"/>
              <a:gd name="T8" fmla="*/ 336342 w 1181100"/>
              <a:gd name="T9" fmla="*/ 385714 h 1161755"/>
              <a:gd name="T10" fmla="*/ 408490 w 1181100"/>
              <a:gd name="T11" fmla="*/ 354408 h 1161755"/>
              <a:gd name="T12" fmla="*/ 445921 w 1181100"/>
              <a:gd name="T13" fmla="*/ 409954 h 1161755"/>
              <a:gd name="T14" fmla="*/ 590551 w 1181100"/>
              <a:gd name="T15" fmla="*/ 469891 h 1161755"/>
              <a:gd name="T16" fmla="*/ 795088 w 1181100"/>
              <a:gd name="T17" fmla="*/ 265250 h 1161755"/>
              <a:gd name="T18" fmla="*/ 790933 w 1181100"/>
              <a:gd name="T19" fmla="*/ 224009 h 1161755"/>
              <a:gd name="T20" fmla="*/ 781056 w 1181100"/>
              <a:gd name="T21" fmla="*/ 192174 h 1161755"/>
              <a:gd name="T22" fmla="*/ 1174526 w 1181100"/>
              <a:gd name="T23" fmla="*/ 3497 h 1161755"/>
              <a:gd name="T24" fmla="*/ 1181100 w 1181100"/>
              <a:gd name="T25" fmla="*/ 0 h 11617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81100"/>
              <a:gd name="T40" fmla="*/ 0 h 1161755"/>
              <a:gd name="T41" fmla="*/ 1181100 w 1181100"/>
              <a:gd name="T42" fmla="*/ 1161755 h 11617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81100" h="1161755">
                <a:moveTo>
                  <a:pt x="1181100" y="0"/>
                </a:moveTo>
                <a:lnTo>
                  <a:pt x="1181100" y="1161755"/>
                </a:lnTo>
                <a:lnTo>
                  <a:pt x="0" y="1161755"/>
                </a:lnTo>
                <a:lnTo>
                  <a:pt x="0" y="517854"/>
                </a:lnTo>
                <a:lnTo>
                  <a:pt x="336342" y="385518"/>
                </a:lnTo>
                <a:lnTo>
                  <a:pt x="408490" y="354228"/>
                </a:lnTo>
                <a:lnTo>
                  <a:pt x="445921" y="409746"/>
                </a:lnTo>
                <a:cubicBezTo>
                  <a:pt x="482935" y="446760"/>
                  <a:pt x="534070" y="469653"/>
                  <a:pt x="590551" y="469653"/>
                </a:cubicBezTo>
                <a:cubicBezTo>
                  <a:pt x="703514" y="469653"/>
                  <a:pt x="795088" y="378079"/>
                  <a:pt x="795088" y="265116"/>
                </a:cubicBezTo>
                <a:cubicBezTo>
                  <a:pt x="795088" y="250996"/>
                  <a:pt x="793657" y="237210"/>
                  <a:pt x="790933" y="223895"/>
                </a:cubicBezTo>
                <a:lnTo>
                  <a:pt x="781056" y="192076"/>
                </a:lnTo>
                <a:lnTo>
                  <a:pt x="1174526" y="3495"/>
                </a:lnTo>
                <a:lnTo>
                  <a:pt x="1181100" y="0"/>
                </a:lnTo>
                <a:close/>
              </a:path>
            </a:pathLst>
          </a:custGeom>
          <a:solidFill>
            <a:srgbClr val="BF1347">
              <a:alpha val="70000"/>
            </a:srgbClr>
          </a:solidFill>
          <a:ln>
            <a:noFill/>
          </a:ln>
        </p:spPr>
        <p:txBody>
          <a:bodyPr lIns="95238" tIns="47620" rIns="95238" bIns="47620" anchor="ctr"/>
          <a:lstStyle/>
          <a:p>
            <a:endParaRPr lang="zh-CN" altLang="en-US" sz="2499">
              <a:ea typeface="微软雅黑" panose="020B0503020204020204" pitchFamily="34" charset="-122"/>
              <a:sym typeface="Arial" panose="020B0604020202020204" pitchFamily="34" charset="0"/>
            </a:endParaRPr>
          </a:p>
        </p:txBody>
      </p:sp>
      <p:sp>
        <p:nvSpPr>
          <p:cNvPr id="48" name="任意多边形 66"/>
          <p:cNvSpPr>
            <a:spLocks noChangeArrowheads="1"/>
          </p:cNvSpPr>
          <p:nvPr/>
        </p:nvSpPr>
        <p:spPr bwMode="auto">
          <a:xfrm>
            <a:off x="5430696" y="5756841"/>
            <a:ext cx="2017206" cy="648151"/>
          </a:xfrm>
          <a:custGeom>
            <a:avLst/>
            <a:gdLst>
              <a:gd name="T0" fmla="*/ 1936752 w 1936748"/>
              <a:gd name="T1" fmla="*/ 0 h 623080"/>
              <a:gd name="T2" fmla="*/ 1936752 w 1936748"/>
              <a:gd name="T3" fmla="*/ 621521 h 623080"/>
              <a:gd name="T4" fmla="*/ 0 w 1936748"/>
              <a:gd name="T5" fmla="*/ 621521 h 623080"/>
              <a:gd name="T6" fmla="*/ 0 w 1936748"/>
              <a:gd name="T7" fmla="*/ 612348 h 623080"/>
              <a:gd name="T8" fmla="*/ 352298 w 1936748"/>
              <a:gd name="T9" fmla="*/ 518226 h 623080"/>
              <a:gd name="T10" fmla="*/ 750619 w 1936748"/>
              <a:gd name="T11" fmla="*/ 402333 h 623080"/>
              <a:gd name="T12" fmla="*/ 791648 w 1936748"/>
              <a:gd name="T13" fmla="*/ 389503 h 623080"/>
              <a:gd name="T14" fmla="*/ 823747 w 1936748"/>
              <a:gd name="T15" fmla="*/ 436994 h 623080"/>
              <a:gd name="T16" fmla="*/ 968377 w 1936748"/>
              <a:gd name="T17" fmla="*/ 496751 h 623080"/>
              <a:gd name="T18" fmla="*/ 1172914 w 1936748"/>
              <a:gd name="T19" fmla="*/ 292726 h 623080"/>
              <a:gd name="T20" fmla="*/ 1170637 w 1936748"/>
              <a:gd name="T21" fmla="*/ 270191 h 623080"/>
              <a:gd name="T22" fmla="*/ 1509045 w 1936748"/>
              <a:gd name="T23" fmla="*/ 156507 h 623080"/>
              <a:gd name="T24" fmla="*/ 1868380 w 1936748"/>
              <a:gd name="T25" fmla="*/ 26834 h 623080"/>
              <a:gd name="T26" fmla="*/ 1936752 w 1936748"/>
              <a:gd name="T27" fmla="*/ 0 h 6230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36748"/>
              <a:gd name="T43" fmla="*/ 0 h 623080"/>
              <a:gd name="T44" fmla="*/ 1936748 w 1936748"/>
              <a:gd name="T45" fmla="*/ 623080 h 6230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36748" h="623080">
                <a:moveTo>
                  <a:pt x="1936748" y="0"/>
                </a:moveTo>
                <a:lnTo>
                  <a:pt x="1936748" y="623080"/>
                </a:lnTo>
                <a:lnTo>
                  <a:pt x="0" y="623080"/>
                </a:lnTo>
                <a:lnTo>
                  <a:pt x="0" y="613884"/>
                </a:lnTo>
                <a:lnTo>
                  <a:pt x="352298" y="519526"/>
                </a:lnTo>
                <a:cubicBezTo>
                  <a:pt x="487129" y="481602"/>
                  <a:pt x="619924" y="442867"/>
                  <a:pt x="750617" y="403342"/>
                </a:cubicBezTo>
                <a:lnTo>
                  <a:pt x="791646" y="390480"/>
                </a:lnTo>
                <a:lnTo>
                  <a:pt x="823745" y="438090"/>
                </a:lnTo>
                <a:cubicBezTo>
                  <a:pt x="860759" y="475104"/>
                  <a:pt x="911894" y="497997"/>
                  <a:pt x="968375" y="497997"/>
                </a:cubicBezTo>
                <a:cubicBezTo>
                  <a:pt x="1081338" y="497997"/>
                  <a:pt x="1172912" y="406423"/>
                  <a:pt x="1172912" y="293460"/>
                </a:cubicBezTo>
                <a:lnTo>
                  <a:pt x="1170635" y="270869"/>
                </a:lnTo>
                <a:lnTo>
                  <a:pt x="1509041" y="156899"/>
                </a:lnTo>
                <a:cubicBezTo>
                  <a:pt x="1631071" y="114305"/>
                  <a:pt x="1750871" y="70965"/>
                  <a:pt x="1868376" y="26902"/>
                </a:cubicBezTo>
                <a:lnTo>
                  <a:pt x="1936748" y="0"/>
                </a:lnTo>
                <a:close/>
              </a:path>
            </a:pathLst>
          </a:custGeom>
          <a:solidFill>
            <a:srgbClr val="04447F">
              <a:alpha val="70000"/>
            </a:srgbClr>
          </a:solidFill>
          <a:ln>
            <a:noFill/>
          </a:ln>
        </p:spPr>
        <p:txBody>
          <a:bodyPr lIns="95238" tIns="47620" rIns="95238" bIns="47620" anchor="ctr"/>
          <a:lstStyle/>
          <a:p>
            <a:endParaRPr lang="zh-CN" altLang="en-US" sz="2499">
              <a:ea typeface="微软雅黑" panose="020B0503020204020204" pitchFamily="34" charset="-122"/>
              <a:sym typeface="Arial" panose="020B0604020202020204" pitchFamily="34" charset="0"/>
            </a:endParaRPr>
          </a:p>
        </p:txBody>
      </p:sp>
      <p:sp>
        <p:nvSpPr>
          <p:cNvPr id="49" name="矩形 47"/>
          <p:cNvSpPr>
            <a:spLocks noChangeArrowheads="1"/>
          </p:cNvSpPr>
          <p:nvPr/>
        </p:nvSpPr>
        <p:spPr bwMode="auto">
          <a:xfrm>
            <a:off x="1437620" y="1734005"/>
            <a:ext cx="10005009" cy="707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ctr" eaLnBrk="1" hangingPunct="1">
              <a:lnSpc>
                <a:spcPct val="130000"/>
              </a:lnSpc>
              <a:spcBef>
                <a:spcPct val="0"/>
              </a:spcBef>
              <a:buFont typeface="Arial" pitchFamily="34" charset="0"/>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综合描述说明。在此录入上述图表的综合描述说明，在此录入上述图表的综合描述说明，在此录入上述图表的综合描述说明，在此录入上述图表的综合描述说明，在此录入上述图表的综合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矩形 93"/>
          <p:cNvSpPr>
            <a:spLocks noChangeArrowheads="1"/>
          </p:cNvSpPr>
          <p:nvPr/>
        </p:nvSpPr>
        <p:spPr bwMode="auto">
          <a:xfrm>
            <a:off x="2338860" y="2790557"/>
            <a:ext cx="1263124"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矩形 165"/>
          <p:cNvSpPr>
            <a:spLocks noChangeArrowheads="1"/>
          </p:cNvSpPr>
          <p:nvPr/>
        </p:nvSpPr>
        <p:spPr bwMode="auto">
          <a:xfrm>
            <a:off x="1452380" y="3197302"/>
            <a:ext cx="2149603" cy="309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38" tIns="47620" rIns="95238" bIns="47620">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1389"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点击输入图表的描述说明</a:t>
            </a:r>
          </a:p>
        </p:txBody>
      </p:sp>
      <p:sp>
        <p:nvSpPr>
          <p:cNvPr id="52" name="矩形 41"/>
          <p:cNvSpPr>
            <a:spLocks noChangeArrowheads="1"/>
          </p:cNvSpPr>
          <p:nvPr/>
        </p:nvSpPr>
        <p:spPr bwMode="auto">
          <a:xfrm>
            <a:off x="2338860" y="3757825"/>
            <a:ext cx="1263124"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矩形 42"/>
          <p:cNvSpPr>
            <a:spLocks noChangeArrowheads="1"/>
          </p:cNvSpPr>
          <p:nvPr/>
        </p:nvSpPr>
        <p:spPr bwMode="auto">
          <a:xfrm>
            <a:off x="1452380" y="4164569"/>
            <a:ext cx="2149603" cy="309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38" tIns="47620" rIns="95238" bIns="47620">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1389"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点击输入图表的描述说明</a:t>
            </a:r>
          </a:p>
        </p:txBody>
      </p:sp>
      <p:sp>
        <p:nvSpPr>
          <p:cNvPr id="54" name="矩形 44"/>
          <p:cNvSpPr>
            <a:spLocks noChangeArrowheads="1"/>
          </p:cNvSpPr>
          <p:nvPr/>
        </p:nvSpPr>
        <p:spPr bwMode="auto">
          <a:xfrm>
            <a:off x="2338860" y="4741626"/>
            <a:ext cx="1263124"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5" name="矩形 45"/>
          <p:cNvSpPr>
            <a:spLocks noChangeArrowheads="1"/>
          </p:cNvSpPr>
          <p:nvPr/>
        </p:nvSpPr>
        <p:spPr bwMode="auto">
          <a:xfrm>
            <a:off x="1452380" y="5150023"/>
            <a:ext cx="2149603" cy="309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38" tIns="47620" rIns="95238" bIns="47620">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1389"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点击输入图表的描述说明</a:t>
            </a:r>
          </a:p>
        </p:txBody>
      </p:sp>
      <p:sp>
        <p:nvSpPr>
          <p:cNvPr id="56" name="矩形 55"/>
          <p:cNvSpPr>
            <a:spLocks noChangeArrowheads="1"/>
          </p:cNvSpPr>
          <p:nvPr/>
        </p:nvSpPr>
        <p:spPr bwMode="auto">
          <a:xfrm>
            <a:off x="2338860" y="5705585"/>
            <a:ext cx="1263124" cy="41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sz="2083"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矩形 56"/>
          <p:cNvSpPr>
            <a:spLocks noChangeArrowheads="1"/>
          </p:cNvSpPr>
          <p:nvPr/>
        </p:nvSpPr>
        <p:spPr bwMode="auto">
          <a:xfrm>
            <a:off x="1452380" y="6113981"/>
            <a:ext cx="2149603" cy="3099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5238" tIns="47620" rIns="95238" bIns="47620">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algn="r" eaLnBrk="1" hangingPunct="1">
              <a:lnSpc>
                <a:spcPct val="100000"/>
              </a:lnSpc>
              <a:spcBef>
                <a:spcPct val="0"/>
              </a:spcBef>
              <a:buFont typeface="Arial" pitchFamily="34" charset="0"/>
              <a:buNone/>
            </a:pPr>
            <a:r>
              <a:rPr lang="zh-CN" altLang="en-US" sz="1389"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点击输入图表的描述说明</a:t>
            </a:r>
          </a:p>
        </p:txBody>
      </p:sp>
      <p:sp>
        <p:nvSpPr>
          <p:cNvPr id="58" name="椭圆 57"/>
          <p:cNvSpPr/>
          <p:nvPr/>
        </p:nvSpPr>
        <p:spPr>
          <a:xfrm>
            <a:off x="6305720" y="5918664"/>
            <a:ext cx="311140" cy="311139"/>
          </a:xfrm>
          <a:prstGeom prst="ellipse">
            <a:avLst/>
          </a:prstGeom>
          <a:solidFill>
            <a:srgbClr val="04447F">
              <a:alpha val="70000"/>
            </a:srgbClr>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59" name="椭圆 58"/>
          <p:cNvSpPr/>
          <p:nvPr/>
        </p:nvSpPr>
        <p:spPr>
          <a:xfrm>
            <a:off x="7968739" y="5316598"/>
            <a:ext cx="311140" cy="311139"/>
          </a:xfrm>
          <a:prstGeom prst="ellipse">
            <a:avLst/>
          </a:prstGeom>
          <a:solidFill>
            <a:srgbClr val="BF1347">
              <a:alpha val="70000"/>
            </a:srgbClr>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60" name="椭圆 59"/>
          <p:cNvSpPr/>
          <p:nvPr/>
        </p:nvSpPr>
        <p:spPr>
          <a:xfrm>
            <a:off x="9248359" y="4658298"/>
            <a:ext cx="311140" cy="311139"/>
          </a:xfrm>
          <a:prstGeom prst="ellipse">
            <a:avLst/>
          </a:prstGeom>
          <a:solidFill>
            <a:srgbClr val="04447F">
              <a:alpha val="70000"/>
            </a:srgbClr>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61" name="椭圆 60"/>
          <p:cNvSpPr/>
          <p:nvPr/>
        </p:nvSpPr>
        <p:spPr>
          <a:xfrm>
            <a:off x="10538197" y="3655018"/>
            <a:ext cx="311140" cy="311139"/>
          </a:xfrm>
          <a:prstGeom prst="ellipse">
            <a:avLst/>
          </a:prstGeom>
          <a:solidFill>
            <a:srgbClr val="BF1347">
              <a:alpha val="70000"/>
            </a:srgbClr>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99">
              <a:latin typeface="Arial" panose="020B0604020202020204" pitchFamily="34" charset="0"/>
              <a:ea typeface="微软雅黑" panose="020B0503020204020204" pitchFamily="34" charset="-122"/>
              <a:sym typeface="Arial" panose="020B0604020202020204" pitchFamily="34" charset="0"/>
            </a:endParaRPr>
          </a:p>
        </p:txBody>
      </p:sp>
      <p:sp>
        <p:nvSpPr>
          <p:cNvPr id="62" name="文本框 61"/>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63" name="直接连接符 62"/>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64"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65"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66"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3048647760"/>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65"/>
                                        </p:tgtEl>
                                        <p:attrNameLst>
                                          <p:attrName>style.visibility</p:attrName>
                                        </p:attrNameLst>
                                      </p:cBhvr>
                                      <p:to>
                                        <p:strVal val="visible"/>
                                      </p:to>
                                    </p:set>
                                    <p:anim calcmode="lin" valueType="num">
                                      <p:cBhvr>
                                        <p:cTn id="7" dur="500" fill="hold"/>
                                        <p:tgtEl>
                                          <p:spTgt spid="6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5"/>
                                        </p:tgtEl>
                                        <p:attrNameLst>
                                          <p:attrName>ppt_y</p:attrName>
                                        </p:attrNameLst>
                                      </p:cBhvr>
                                      <p:tavLst>
                                        <p:tav tm="0">
                                          <p:val>
                                            <p:strVal val="#ppt_y"/>
                                          </p:val>
                                        </p:tav>
                                        <p:tav tm="100000">
                                          <p:val>
                                            <p:strVal val="#ppt_y"/>
                                          </p:val>
                                        </p:tav>
                                      </p:tavLst>
                                    </p:anim>
                                    <p:anim calcmode="lin" valueType="num">
                                      <p:cBhvr>
                                        <p:cTn id="9" dur="500" fill="hold"/>
                                        <p:tgtEl>
                                          <p:spTgt spid="6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wipe(left)">
                                      <p:cBhvr>
                                        <p:cTn id="16" dur="500"/>
                                        <p:tgtEl>
                                          <p:spTgt spid="4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fade">
                                      <p:cBhvr>
                                        <p:cTn id="21" dur="500"/>
                                        <p:tgtEl>
                                          <p:spTgt spid="48"/>
                                        </p:tgtEl>
                                      </p:cBhvr>
                                    </p:animEffect>
                                  </p:childTnLst>
                                </p:cTn>
                              </p:par>
                              <p:par>
                                <p:cTn id="22" presetID="10" presetClass="entr" presetSubtype="0" fill="hold" grpId="0" nodeType="withEffect">
                                  <p:stCondLst>
                                    <p:cond delay="300"/>
                                  </p:stCondLst>
                                  <p:childTnLst>
                                    <p:set>
                                      <p:cBhvr>
                                        <p:cTn id="23" dur="1" fill="hold">
                                          <p:stCondLst>
                                            <p:cond delay="0"/>
                                          </p:stCondLst>
                                        </p:cTn>
                                        <p:tgtEl>
                                          <p:spTgt spid="47"/>
                                        </p:tgtEl>
                                        <p:attrNameLst>
                                          <p:attrName>style.visibility</p:attrName>
                                        </p:attrNameLst>
                                      </p:cBhvr>
                                      <p:to>
                                        <p:strVal val="visible"/>
                                      </p:to>
                                    </p:set>
                                    <p:animEffect transition="in" filter="fade">
                                      <p:cBhvr>
                                        <p:cTn id="24" dur="500"/>
                                        <p:tgtEl>
                                          <p:spTgt spid="47"/>
                                        </p:tgtEl>
                                      </p:cBhvr>
                                    </p:animEffect>
                                  </p:childTnLst>
                                </p:cTn>
                              </p:par>
                              <p:par>
                                <p:cTn id="25" presetID="10" presetClass="entr" presetSubtype="0" fill="hold" grpId="0" nodeType="withEffect">
                                  <p:stCondLst>
                                    <p:cond delay="600"/>
                                  </p:stCondLst>
                                  <p:childTnLst>
                                    <p:set>
                                      <p:cBhvr>
                                        <p:cTn id="26" dur="1" fill="hold">
                                          <p:stCondLst>
                                            <p:cond delay="0"/>
                                          </p:stCondLst>
                                        </p:cTn>
                                        <p:tgtEl>
                                          <p:spTgt spid="46"/>
                                        </p:tgtEl>
                                        <p:attrNameLst>
                                          <p:attrName>style.visibility</p:attrName>
                                        </p:attrNameLst>
                                      </p:cBhvr>
                                      <p:to>
                                        <p:strVal val="visible"/>
                                      </p:to>
                                    </p:set>
                                    <p:animEffect transition="in" filter="fade">
                                      <p:cBhvr>
                                        <p:cTn id="27" dur="500"/>
                                        <p:tgtEl>
                                          <p:spTgt spid="46"/>
                                        </p:tgtEl>
                                      </p:cBhvr>
                                    </p:animEffect>
                                  </p:childTnLst>
                                </p:cTn>
                              </p:par>
                              <p:par>
                                <p:cTn id="28" presetID="10" presetClass="entr" presetSubtype="0" fill="hold" grpId="0" nodeType="withEffect">
                                  <p:stCondLst>
                                    <p:cond delay="900"/>
                                  </p:stCondLst>
                                  <p:childTnLst>
                                    <p:set>
                                      <p:cBhvr>
                                        <p:cTn id="29" dur="1" fill="hold">
                                          <p:stCondLst>
                                            <p:cond delay="0"/>
                                          </p:stCondLst>
                                        </p:cTn>
                                        <p:tgtEl>
                                          <p:spTgt spid="45"/>
                                        </p:tgtEl>
                                        <p:attrNameLst>
                                          <p:attrName>style.visibility</p:attrName>
                                        </p:attrNameLst>
                                      </p:cBhvr>
                                      <p:to>
                                        <p:strVal val="visible"/>
                                      </p:to>
                                    </p:set>
                                    <p:animEffect transition="in" filter="fade">
                                      <p:cBhvr>
                                        <p:cTn id="30" dur="500"/>
                                        <p:tgtEl>
                                          <p:spTgt spid="4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58"/>
                                        </p:tgtEl>
                                        <p:attrNameLst>
                                          <p:attrName>style.visibility</p:attrName>
                                        </p:attrNameLst>
                                      </p:cBhvr>
                                      <p:to>
                                        <p:strVal val="visible"/>
                                      </p:to>
                                    </p:set>
                                    <p:animEffect transition="in" filter="fade">
                                      <p:cBhvr>
                                        <p:cTn id="35" dur="500"/>
                                        <p:tgtEl>
                                          <p:spTgt spid="58"/>
                                        </p:tgtEl>
                                      </p:cBhvr>
                                    </p:animEffect>
                                  </p:childTnLst>
                                </p:cTn>
                              </p:par>
                              <p:par>
                                <p:cTn id="36" presetID="10" presetClass="entr" presetSubtype="0" fill="hold" grpId="0" nodeType="withEffect">
                                  <p:stCondLst>
                                    <p:cond delay="300"/>
                                  </p:stCondLst>
                                  <p:childTnLst>
                                    <p:set>
                                      <p:cBhvr>
                                        <p:cTn id="37" dur="1" fill="hold">
                                          <p:stCondLst>
                                            <p:cond delay="0"/>
                                          </p:stCondLst>
                                        </p:cTn>
                                        <p:tgtEl>
                                          <p:spTgt spid="59"/>
                                        </p:tgtEl>
                                        <p:attrNameLst>
                                          <p:attrName>style.visibility</p:attrName>
                                        </p:attrNameLst>
                                      </p:cBhvr>
                                      <p:to>
                                        <p:strVal val="visible"/>
                                      </p:to>
                                    </p:set>
                                    <p:animEffect transition="in" filter="fade">
                                      <p:cBhvr>
                                        <p:cTn id="38" dur="500"/>
                                        <p:tgtEl>
                                          <p:spTgt spid="59"/>
                                        </p:tgtEl>
                                      </p:cBhvr>
                                    </p:animEffect>
                                  </p:childTnLst>
                                </p:cTn>
                              </p:par>
                              <p:par>
                                <p:cTn id="39" presetID="10" presetClass="entr" presetSubtype="0" fill="hold" grpId="0" nodeType="withEffect">
                                  <p:stCondLst>
                                    <p:cond delay="60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grpId="0" nodeType="withEffect">
                                  <p:stCondLst>
                                    <p:cond delay="900"/>
                                  </p:stCondLst>
                                  <p:childTnLst>
                                    <p:set>
                                      <p:cBhvr>
                                        <p:cTn id="43" dur="1" fill="hold">
                                          <p:stCondLst>
                                            <p:cond delay="0"/>
                                          </p:stCondLst>
                                        </p:cTn>
                                        <p:tgtEl>
                                          <p:spTgt spid="61"/>
                                        </p:tgtEl>
                                        <p:attrNameLst>
                                          <p:attrName>style.visibility</p:attrName>
                                        </p:attrNameLst>
                                      </p:cBhvr>
                                      <p:to>
                                        <p:strVal val="visible"/>
                                      </p:to>
                                    </p:set>
                                    <p:animEffect transition="in" filter="fade">
                                      <p:cBhvr>
                                        <p:cTn id="44" dur="500"/>
                                        <p:tgtEl>
                                          <p:spTgt spid="61"/>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wipe(right)">
                                      <p:cBhvr>
                                        <p:cTn id="49" dur="500"/>
                                        <p:tgtEl>
                                          <p:spTgt spid="17"/>
                                        </p:tgtEl>
                                      </p:cBhvr>
                                    </p:animEffect>
                                  </p:childTnLst>
                                </p:cTn>
                              </p:par>
                              <p:par>
                                <p:cTn id="50" presetID="22" presetClass="entr" presetSubtype="2"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wipe(right)">
                                      <p:cBhvr>
                                        <p:cTn id="52" dur="500"/>
                                        <p:tgtEl>
                                          <p:spTgt spid="15"/>
                                        </p:tgtEl>
                                      </p:cBhvr>
                                    </p:animEffect>
                                  </p:childTnLst>
                                </p:cTn>
                              </p:par>
                              <p:par>
                                <p:cTn id="53" presetID="22" presetClass="entr" presetSubtype="2" fill="hold"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wipe(right)">
                                      <p:cBhvr>
                                        <p:cTn id="55" dur="500"/>
                                        <p:tgtEl>
                                          <p:spTgt spid="16"/>
                                        </p:tgtEl>
                                      </p:cBhvr>
                                    </p:animEffect>
                                  </p:childTnLst>
                                </p:cTn>
                              </p:par>
                              <p:par>
                                <p:cTn id="56" presetID="22" presetClass="entr" presetSubtype="2" fill="hold" nodeType="with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wipe(right)">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900"/>
                                  </p:stCondLst>
                                  <p:childTnLst>
                                    <p:set>
                                      <p:cBhvr>
                                        <p:cTn id="62" dur="1" fill="hold">
                                          <p:stCondLst>
                                            <p:cond delay="0"/>
                                          </p:stCondLst>
                                        </p:cTn>
                                        <p:tgtEl>
                                          <p:spTgt spid="18"/>
                                        </p:tgtEl>
                                        <p:attrNameLst>
                                          <p:attrName>style.visibility</p:attrName>
                                        </p:attrNameLst>
                                      </p:cBhvr>
                                      <p:to>
                                        <p:strVal val="visible"/>
                                      </p:to>
                                    </p:set>
                                    <p:animEffect transition="in" filter="fade">
                                      <p:cBhvr>
                                        <p:cTn id="63" dur="500"/>
                                        <p:tgtEl>
                                          <p:spTgt spid="18"/>
                                        </p:tgtEl>
                                      </p:cBhvr>
                                    </p:animEffect>
                                  </p:childTnLst>
                                </p:cTn>
                              </p:par>
                              <p:par>
                                <p:cTn id="64" presetID="10" presetClass="entr" presetSubtype="0" fill="hold" nodeType="withEffect">
                                  <p:stCondLst>
                                    <p:cond delay="30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500"/>
                                        <p:tgtEl>
                                          <p:spTgt spid="25"/>
                                        </p:tgtEl>
                                      </p:cBhvr>
                                    </p:animEffect>
                                  </p:childTnLst>
                                </p:cTn>
                              </p:par>
                              <p:par>
                                <p:cTn id="67" presetID="10" presetClass="entr" presetSubtype="0" fill="hold" nodeType="withEffect">
                                  <p:stCondLst>
                                    <p:cond delay="600"/>
                                  </p:stCondLst>
                                  <p:childTnLst>
                                    <p:set>
                                      <p:cBhvr>
                                        <p:cTn id="68" dur="1" fill="hold">
                                          <p:stCondLst>
                                            <p:cond delay="0"/>
                                          </p:stCondLst>
                                        </p:cTn>
                                        <p:tgtEl>
                                          <p:spTgt spid="30"/>
                                        </p:tgtEl>
                                        <p:attrNameLst>
                                          <p:attrName>style.visibility</p:attrName>
                                        </p:attrNameLst>
                                      </p:cBhvr>
                                      <p:to>
                                        <p:strVal val="visible"/>
                                      </p:to>
                                    </p:set>
                                    <p:animEffect transition="in" filter="fade">
                                      <p:cBhvr>
                                        <p:cTn id="69" dur="500"/>
                                        <p:tgtEl>
                                          <p:spTgt spid="30"/>
                                        </p:tgtEl>
                                      </p:cBhvr>
                                    </p:animEffect>
                                  </p:childTnLst>
                                </p:cTn>
                              </p:par>
                              <p:par>
                                <p:cTn id="70" presetID="10" presetClass="entr" presetSubtype="0" fill="hold" nodeType="withEffect">
                                  <p:stCondLst>
                                    <p:cond delay="0"/>
                                  </p:stCondLst>
                                  <p:childTnLst>
                                    <p:set>
                                      <p:cBhvr>
                                        <p:cTn id="71" dur="1" fill="hold">
                                          <p:stCondLst>
                                            <p:cond delay="0"/>
                                          </p:stCondLst>
                                        </p:cTn>
                                        <p:tgtEl>
                                          <p:spTgt spid="38"/>
                                        </p:tgtEl>
                                        <p:attrNameLst>
                                          <p:attrName>style.visibility</p:attrName>
                                        </p:attrNameLst>
                                      </p:cBhvr>
                                      <p:to>
                                        <p:strVal val="visible"/>
                                      </p:to>
                                    </p:set>
                                    <p:animEffect transition="in" filter="fade">
                                      <p:cBhvr>
                                        <p:cTn id="72" dur="500"/>
                                        <p:tgtEl>
                                          <p:spTgt spid="38"/>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2" fill="hold" grpId="0" nodeType="clickEffect">
                                  <p:stCondLst>
                                    <p:cond delay="0"/>
                                  </p:stCondLst>
                                  <p:childTnLst>
                                    <p:set>
                                      <p:cBhvr>
                                        <p:cTn id="76" dur="1" fill="hold">
                                          <p:stCondLst>
                                            <p:cond delay="0"/>
                                          </p:stCondLst>
                                        </p:cTn>
                                        <p:tgtEl>
                                          <p:spTgt spid="50"/>
                                        </p:tgtEl>
                                        <p:attrNameLst>
                                          <p:attrName>style.visibility</p:attrName>
                                        </p:attrNameLst>
                                      </p:cBhvr>
                                      <p:to>
                                        <p:strVal val="visible"/>
                                      </p:to>
                                    </p:set>
                                    <p:animEffect transition="in" filter="wipe(right)">
                                      <p:cBhvr>
                                        <p:cTn id="77" dur="500"/>
                                        <p:tgtEl>
                                          <p:spTgt spid="50"/>
                                        </p:tgtEl>
                                      </p:cBhvr>
                                    </p:animEffect>
                                  </p:childTnLst>
                                </p:cTn>
                              </p:par>
                              <p:par>
                                <p:cTn id="78" presetID="22" presetClass="entr" presetSubtype="2" fill="hold" grpId="0" nodeType="withEffect">
                                  <p:stCondLst>
                                    <p:cond delay="0"/>
                                  </p:stCondLst>
                                  <p:childTnLst>
                                    <p:set>
                                      <p:cBhvr>
                                        <p:cTn id="79" dur="1" fill="hold">
                                          <p:stCondLst>
                                            <p:cond delay="0"/>
                                          </p:stCondLst>
                                        </p:cTn>
                                        <p:tgtEl>
                                          <p:spTgt spid="51"/>
                                        </p:tgtEl>
                                        <p:attrNameLst>
                                          <p:attrName>style.visibility</p:attrName>
                                        </p:attrNameLst>
                                      </p:cBhvr>
                                      <p:to>
                                        <p:strVal val="visible"/>
                                      </p:to>
                                    </p:set>
                                    <p:animEffect transition="in" filter="wipe(right)">
                                      <p:cBhvr>
                                        <p:cTn id="80" dur="500"/>
                                        <p:tgtEl>
                                          <p:spTgt spid="51"/>
                                        </p:tgtEl>
                                      </p:cBhvr>
                                    </p:animEffect>
                                  </p:childTnLst>
                                </p:cTn>
                              </p:par>
                              <p:par>
                                <p:cTn id="81" presetID="22" presetClass="entr" presetSubtype="2" fill="hold" grpId="0" nodeType="withEffect">
                                  <p:stCondLst>
                                    <p:cond delay="300"/>
                                  </p:stCondLst>
                                  <p:childTnLst>
                                    <p:set>
                                      <p:cBhvr>
                                        <p:cTn id="82" dur="1" fill="hold">
                                          <p:stCondLst>
                                            <p:cond delay="0"/>
                                          </p:stCondLst>
                                        </p:cTn>
                                        <p:tgtEl>
                                          <p:spTgt spid="53"/>
                                        </p:tgtEl>
                                        <p:attrNameLst>
                                          <p:attrName>style.visibility</p:attrName>
                                        </p:attrNameLst>
                                      </p:cBhvr>
                                      <p:to>
                                        <p:strVal val="visible"/>
                                      </p:to>
                                    </p:set>
                                    <p:animEffect transition="in" filter="wipe(right)">
                                      <p:cBhvr>
                                        <p:cTn id="83" dur="500"/>
                                        <p:tgtEl>
                                          <p:spTgt spid="53"/>
                                        </p:tgtEl>
                                      </p:cBhvr>
                                    </p:animEffect>
                                  </p:childTnLst>
                                </p:cTn>
                              </p:par>
                              <p:par>
                                <p:cTn id="84" presetID="22" presetClass="entr" presetSubtype="2" fill="hold" grpId="0" nodeType="withEffect">
                                  <p:stCondLst>
                                    <p:cond delay="300"/>
                                  </p:stCondLst>
                                  <p:childTnLst>
                                    <p:set>
                                      <p:cBhvr>
                                        <p:cTn id="85" dur="1" fill="hold">
                                          <p:stCondLst>
                                            <p:cond delay="0"/>
                                          </p:stCondLst>
                                        </p:cTn>
                                        <p:tgtEl>
                                          <p:spTgt spid="52"/>
                                        </p:tgtEl>
                                        <p:attrNameLst>
                                          <p:attrName>style.visibility</p:attrName>
                                        </p:attrNameLst>
                                      </p:cBhvr>
                                      <p:to>
                                        <p:strVal val="visible"/>
                                      </p:to>
                                    </p:set>
                                    <p:animEffect transition="in" filter="wipe(right)">
                                      <p:cBhvr>
                                        <p:cTn id="86" dur="500"/>
                                        <p:tgtEl>
                                          <p:spTgt spid="52"/>
                                        </p:tgtEl>
                                      </p:cBhvr>
                                    </p:animEffect>
                                  </p:childTnLst>
                                </p:cTn>
                              </p:par>
                              <p:par>
                                <p:cTn id="87" presetID="22" presetClass="entr" presetSubtype="2" fill="hold" grpId="0" nodeType="withEffect">
                                  <p:stCondLst>
                                    <p:cond delay="600"/>
                                  </p:stCondLst>
                                  <p:childTnLst>
                                    <p:set>
                                      <p:cBhvr>
                                        <p:cTn id="88" dur="1" fill="hold">
                                          <p:stCondLst>
                                            <p:cond delay="0"/>
                                          </p:stCondLst>
                                        </p:cTn>
                                        <p:tgtEl>
                                          <p:spTgt spid="54"/>
                                        </p:tgtEl>
                                        <p:attrNameLst>
                                          <p:attrName>style.visibility</p:attrName>
                                        </p:attrNameLst>
                                      </p:cBhvr>
                                      <p:to>
                                        <p:strVal val="visible"/>
                                      </p:to>
                                    </p:set>
                                    <p:animEffect transition="in" filter="wipe(right)">
                                      <p:cBhvr>
                                        <p:cTn id="89" dur="500"/>
                                        <p:tgtEl>
                                          <p:spTgt spid="54"/>
                                        </p:tgtEl>
                                      </p:cBhvr>
                                    </p:animEffect>
                                  </p:childTnLst>
                                </p:cTn>
                              </p:par>
                              <p:par>
                                <p:cTn id="90" presetID="22" presetClass="entr" presetSubtype="2" fill="hold" grpId="0" nodeType="withEffect">
                                  <p:stCondLst>
                                    <p:cond delay="600"/>
                                  </p:stCondLst>
                                  <p:childTnLst>
                                    <p:set>
                                      <p:cBhvr>
                                        <p:cTn id="91" dur="1" fill="hold">
                                          <p:stCondLst>
                                            <p:cond delay="0"/>
                                          </p:stCondLst>
                                        </p:cTn>
                                        <p:tgtEl>
                                          <p:spTgt spid="55"/>
                                        </p:tgtEl>
                                        <p:attrNameLst>
                                          <p:attrName>style.visibility</p:attrName>
                                        </p:attrNameLst>
                                      </p:cBhvr>
                                      <p:to>
                                        <p:strVal val="visible"/>
                                      </p:to>
                                    </p:set>
                                    <p:animEffect transition="in" filter="wipe(right)">
                                      <p:cBhvr>
                                        <p:cTn id="92" dur="500"/>
                                        <p:tgtEl>
                                          <p:spTgt spid="55"/>
                                        </p:tgtEl>
                                      </p:cBhvr>
                                    </p:animEffect>
                                  </p:childTnLst>
                                </p:cTn>
                              </p:par>
                              <p:par>
                                <p:cTn id="93" presetID="22" presetClass="entr" presetSubtype="2" fill="hold" grpId="0" nodeType="withEffect">
                                  <p:stCondLst>
                                    <p:cond delay="900"/>
                                  </p:stCondLst>
                                  <p:childTnLst>
                                    <p:set>
                                      <p:cBhvr>
                                        <p:cTn id="94" dur="1" fill="hold">
                                          <p:stCondLst>
                                            <p:cond delay="0"/>
                                          </p:stCondLst>
                                        </p:cTn>
                                        <p:tgtEl>
                                          <p:spTgt spid="56"/>
                                        </p:tgtEl>
                                        <p:attrNameLst>
                                          <p:attrName>style.visibility</p:attrName>
                                        </p:attrNameLst>
                                      </p:cBhvr>
                                      <p:to>
                                        <p:strVal val="visible"/>
                                      </p:to>
                                    </p:set>
                                    <p:animEffect transition="in" filter="wipe(right)">
                                      <p:cBhvr>
                                        <p:cTn id="95" dur="500"/>
                                        <p:tgtEl>
                                          <p:spTgt spid="56"/>
                                        </p:tgtEl>
                                      </p:cBhvr>
                                    </p:animEffect>
                                  </p:childTnLst>
                                </p:cTn>
                              </p:par>
                              <p:par>
                                <p:cTn id="96" presetID="22" presetClass="entr" presetSubtype="2" fill="hold" grpId="0" nodeType="withEffect">
                                  <p:stCondLst>
                                    <p:cond delay="900"/>
                                  </p:stCondLst>
                                  <p:childTnLst>
                                    <p:set>
                                      <p:cBhvr>
                                        <p:cTn id="97" dur="1" fill="hold">
                                          <p:stCondLst>
                                            <p:cond delay="0"/>
                                          </p:stCondLst>
                                        </p:cTn>
                                        <p:tgtEl>
                                          <p:spTgt spid="57"/>
                                        </p:tgtEl>
                                        <p:attrNameLst>
                                          <p:attrName>style.visibility</p:attrName>
                                        </p:attrNameLst>
                                      </p:cBhvr>
                                      <p:to>
                                        <p:strVal val="visible"/>
                                      </p:to>
                                    </p:set>
                                    <p:animEffect transition="in" filter="wipe(right)">
                                      <p:cBhvr>
                                        <p:cTn id="98" dur="500"/>
                                        <p:tgtEl>
                                          <p:spTgt spid="57"/>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4" fill="hold" grpId="0" nodeType="clickEffect">
                                  <p:stCondLst>
                                    <p:cond delay="0"/>
                                  </p:stCondLst>
                                  <p:childTnLst>
                                    <p:set>
                                      <p:cBhvr>
                                        <p:cTn id="102" dur="1" fill="hold">
                                          <p:stCondLst>
                                            <p:cond delay="0"/>
                                          </p:stCondLst>
                                        </p:cTn>
                                        <p:tgtEl>
                                          <p:spTgt spid="62"/>
                                        </p:tgtEl>
                                        <p:attrNameLst>
                                          <p:attrName>style.visibility</p:attrName>
                                        </p:attrNameLst>
                                      </p:cBhvr>
                                      <p:to>
                                        <p:strVal val="visible"/>
                                      </p:to>
                                    </p:set>
                                    <p:animEffect transition="in" filter="wipe(down)">
                                      <p:cBhvr>
                                        <p:cTn id="103" dur="75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45" grpId="0" animBg="1"/>
      <p:bldP spid="46" grpId="0" animBg="1"/>
      <p:bldP spid="47" grpId="0" animBg="1"/>
      <p:bldP spid="48" grpId="0" animBg="1"/>
      <p:bldP spid="49" grpId="0"/>
      <p:bldP spid="50" grpId="0"/>
      <p:bldP spid="51" grpId="0"/>
      <p:bldP spid="52" grpId="0"/>
      <p:bldP spid="53" grpId="0"/>
      <p:bldP spid="54" grpId="0"/>
      <p:bldP spid="55" grpId="0"/>
      <p:bldP spid="56" grpId="0"/>
      <p:bldP spid="57" grpId="0"/>
      <p:bldP spid="58" grpId="0" animBg="1"/>
      <p:bldP spid="59" grpId="0" animBg="1"/>
      <p:bldP spid="60" grpId="0" animBg="1"/>
      <p:bldP spid="61" grpId="0" animBg="1"/>
      <p:bldP spid="62" grpId="0"/>
      <p:bldP spid="6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图片 17"/>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rot="5400000" flipV="1">
            <a:off x="5720478" y="3809577"/>
            <a:ext cx="5524764" cy="853081"/>
          </a:xfrm>
          <a:prstGeom prst="rect">
            <a:avLst/>
          </a:prstGeom>
        </p:spPr>
      </p:pic>
      <p:pic>
        <p:nvPicPr>
          <p:cNvPr id="19" name="图片 18"/>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rot="5400000" flipH="1">
            <a:off x="1034991" y="3758061"/>
            <a:ext cx="5627791" cy="853081"/>
          </a:xfrm>
          <a:prstGeom prst="rect">
            <a:avLst/>
          </a:prstGeom>
        </p:spPr>
      </p:pic>
      <p:grpSp>
        <p:nvGrpSpPr>
          <p:cNvPr id="40" name="组合 39"/>
          <p:cNvGrpSpPr/>
          <p:nvPr/>
        </p:nvGrpSpPr>
        <p:grpSpPr>
          <a:xfrm>
            <a:off x="5116482" y="1545004"/>
            <a:ext cx="3465647" cy="1323892"/>
            <a:chOff x="4851114" y="1464970"/>
            <a:chExt cx="3286126" cy="1255315"/>
          </a:xfrm>
        </p:grpSpPr>
        <p:sp>
          <p:nvSpPr>
            <p:cNvPr id="15" name="Freeform 13"/>
            <p:cNvSpPr>
              <a:spLocks/>
            </p:cNvSpPr>
            <p:nvPr/>
          </p:nvSpPr>
          <p:spPr bwMode="auto">
            <a:xfrm>
              <a:off x="7889590" y="2467872"/>
              <a:ext cx="247650" cy="252413"/>
            </a:xfrm>
            <a:custGeom>
              <a:avLst/>
              <a:gdLst>
                <a:gd name="T0" fmla="*/ 63 w 63"/>
                <a:gd name="T1" fmla="*/ 32 h 64"/>
                <a:gd name="T2" fmla="*/ 0 w 63"/>
                <a:gd name="T3" fmla="*/ 64 h 64"/>
                <a:gd name="T4" fmla="*/ 0 w 63"/>
                <a:gd name="T5" fmla="*/ 0 h 64"/>
                <a:gd name="T6" fmla="*/ 63 w 63"/>
                <a:gd name="T7" fmla="*/ 32 h 64"/>
              </a:gdLst>
              <a:ahLst/>
              <a:cxnLst>
                <a:cxn ang="0">
                  <a:pos x="T0" y="T1"/>
                </a:cxn>
                <a:cxn ang="0">
                  <a:pos x="T2" y="T3"/>
                </a:cxn>
                <a:cxn ang="0">
                  <a:pos x="T4" y="T5"/>
                </a:cxn>
                <a:cxn ang="0">
                  <a:pos x="T6" y="T7"/>
                </a:cxn>
              </a:cxnLst>
              <a:rect l="0" t="0" r="r" b="b"/>
              <a:pathLst>
                <a:path w="63" h="64">
                  <a:moveTo>
                    <a:pt x="63" y="32"/>
                  </a:moveTo>
                  <a:cubicBezTo>
                    <a:pt x="63" y="50"/>
                    <a:pt x="35" y="64"/>
                    <a:pt x="0" y="64"/>
                  </a:cubicBezTo>
                  <a:cubicBezTo>
                    <a:pt x="0" y="0"/>
                    <a:pt x="0" y="0"/>
                    <a:pt x="0" y="0"/>
                  </a:cubicBezTo>
                  <a:cubicBezTo>
                    <a:pt x="35" y="0"/>
                    <a:pt x="63" y="15"/>
                    <a:pt x="63" y="32"/>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p>
          </p:txBody>
        </p:sp>
        <p:grpSp>
          <p:nvGrpSpPr>
            <p:cNvPr id="36" name="组合 35"/>
            <p:cNvGrpSpPr/>
            <p:nvPr/>
          </p:nvGrpSpPr>
          <p:grpSpPr>
            <a:xfrm>
              <a:off x="4851114" y="1464970"/>
              <a:ext cx="3286125" cy="1222375"/>
              <a:chOff x="4851114" y="1464970"/>
              <a:chExt cx="3286125" cy="1222375"/>
            </a:xfrm>
          </p:grpSpPr>
          <p:sp>
            <p:nvSpPr>
              <p:cNvPr id="20" name="Freeform 9"/>
              <p:cNvSpPr>
                <a:spLocks noEditPoints="1"/>
              </p:cNvSpPr>
              <p:nvPr/>
            </p:nvSpPr>
            <p:spPr bwMode="auto">
              <a:xfrm>
                <a:off x="4851114" y="1464970"/>
                <a:ext cx="3286125" cy="1222375"/>
              </a:xfrm>
              <a:custGeom>
                <a:avLst/>
                <a:gdLst>
                  <a:gd name="T0" fmla="*/ 810 w 873"/>
                  <a:gd name="T1" fmla="*/ 61 h 323"/>
                  <a:gd name="T2" fmla="*/ 288 w 873"/>
                  <a:gd name="T3" fmla="*/ 61 h 323"/>
                  <a:gd name="T4" fmla="*/ 161 w 873"/>
                  <a:gd name="T5" fmla="*/ 0 h 323"/>
                  <a:gd name="T6" fmla="*/ 0 w 873"/>
                  <a:gd name="T7" fmla="*/ 161 h 323"/>
                  <a:gd name="T8" fmla="*/ 161 w 873"/>
                  <a:gd name="T9" fmla="*/ 323 h 323"/>
                  <a:gd name="T10" fmla="*/ 288 w 873"/>
                  <a:gd name="T11" fmla="*/ 262 h 323"/>
                  <a:gd name="T12" fmla="*/ 810 w 873"/>
                  <a:gd name="T13" fmla="*/ 262 h 323"/>
                  <a:gd name="T14" fmla="*/ 873 w 873"/>
                  <a:gd name="T15" fmla="*/ 294 h 323"/>
                  <a:gd name="T16" fmla="*/ 873 w 873"/>
                  <a:gd name="T17" fmla="*/ 93 h 323"/>
                  <a:gd name="T18" fmla="*/ 810 w 873"/>
                  <a:gd name="T19" fmla="*/ 61 h 323"/>
                  <a:gd name="T20" fmla="*/ 156 w 873"/>
                  <a:gd name="T21" fmla="*/ 276 h 323"/>
                  <a:gd name="T22" fmla="*/ 39 w 873"/>
                  <a:gd name="T23" fmla="*/ 159 h 323"/>
                  <a:gd name="T24" fmla="*/ 156 w 873"/>
                  <a:gd name="T25" fmla="*/ 42 h 323"/>
                  <a:gd name="T26" fmla="*/ 273 w 873"/>
                  <a:gd name="T27" fmla="*/ 159 h 323"/>
                  <a:gd name="T28" fmla="*/ 156 w 873"/>
                  <a:gd name="T29" fmla="*/ 27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3" h="323">
                    <a:moveTo>
                      <a:pt x="810" y="61"/>
                    </a:moveTo>
                    <a:cubicBezTo>
                      <a:pt x="288" y="61"/>
                      <a:pt x="288" y="61"/>
                      <a:pt x="288" y="61"/>
                    </a:cubicBezTo>
                    <a:cubicBezTo>
                      <a:pt x="258" y="24"/>
                      <a:pt x="213" y="0"/>
                      <a:pt x="161" y="0"/>
                    </a:cubicBezTo>
                    <a:cubicBezTo>
                      <a:pt x="72" y="0"/>
                      <a:pt x="0" y="72"/>
                      <a:pt x="0" y="161"/>
                    </a:cubicBezTo>
                    <a:cubicBezTo>
                      <a:pt x="0" y="251"/>
                      <a:pt x="72" y="323"/>
                      <a:pt x="161" y="323"/>
                    </a:cubicBezTo>
                    <a:cubicBezTo>
                      <a:pt x="213" y="323"/>
                      <a:pt x="258" y="299"/>
                      <a:pt x="288" y="262"/>
                    </a:cubicBezTo>
                    <a:cubicBezTo>
                      <a:pt x="810" y="262"/>
                      <a:pt x="810" y="262"/>
                      <a:pt x="810" y="262"/>
                    </a:cubicBezTo>
                    <a:cubicBezTo>
                      <a:pt x="842" y="262"/>
                      <a:pt x="871" y="276"/>
                      <a:pt x="873" y="294"/>
                    </a:cubicBezTo>
                    <a:cubicBezTo>
                      <a:pt x="873" y="93"/>
                      <a:pt x="873" y="93"/>
                      <a:pt x="873" y="93"/>
                    </a:cubicBezTo>
                    <a:cubicBezTo>
                      <a:pt x="873" y="75"/>
                      <a:pt x="844" y="61"/>
                      <a:pt x="810" y="61"/>
                    </a:cubicBezTo>
                    <a:close/>
                    <a:moveTo>
                      <a:pt x="156" y="276"/>
                    </a:moveTo>
                    <a:cubicBezTo>
                      <a:pt x="91" y="276"/>
                      <a:pt x="39" y="224"/>
                      <a:pt x="39" y="159"/>
                    </a:cubicBezTo>
                    <a:cubicBezTo>
                      <a:pt x="39" y="94"/>
                      <a:pt x="91" y="42"/>
                      <a:pt x="156" y="42"/>
                    </a:cubicBezTo>
                    <a:cubicBezTo>
                      <a:pt x="220" y="42"/>
                      <a:pt x="273" y="94"/>
                      <a:pt x="273" y="159"/>
                    </a:cubicBezTo>
                    <a:cubicBezTo>
                      <a:pt x="273" y="224"/>
                      <a:pt x="220" y="276"/>
                      <a:pt x="156" y="276"/>
                    </a:cubicBezTo>
                    <a:close/>
                  </a:path>
                </a:pathLst>
              </a:custGeom>
              <a:gradFill flip="none" rotWithShape="1">
                <a:gsLst>
                  <a:gs pos="19000">
                    <a:schemeClr val="accent2"/>
                  </a:gs>
                  <a:gs pos="100000">
                    <a:schemeClr val="accent2">
                      <a:lumMod val="60000"/>
                      <a:lumOff val="40000"/>
                    </a:schemeClr>
                  </a:gs>
                </a:gsLst>
                <a:lin ang="13500000" scaled="1"/>
                <a:tileRect/>
              </a:gradFill>
              <a:ln>
                <a:gradFill>
                  <a:gsLst>
                    <a:gs pos="0">
                      <a:schemeClr val="accent1">
                        <a:lumMod val="5000"/>
                        <a:lumOff val="95000"/>
                      </a:schemeClr>
                    </a:gs>
                    <a:gs pos="100000">
                      <a:schemeClr val="bg1"/>
                    </a:gs>
                  </a:gsLst>
                  <a:lin ang="5400000" scaled="1"/>
                </a:gradFill>
              </a:ln>
              <a:effectLst>
                <a:innerShdw blurRad="177800" dist="1143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p>
            </p:txBody>
          </p:sp>
          <p:sp>
            <p:nvSpPr>
              <p:cNvPr id="24" name="文本框 23"/>
              <p:cNvSpPr txBox="1"/>
              <p:nvPr/>
            </p:nvSpPr>
            <p:spPr>
              <a:xfrm>
                <a:off x="6268633" y="1817324"/>
                <a:ext cx="1609949" cy="518248"/>
              </a:xfrm>
              <a:prstGeom prst="rect">
                <a:avLst/>
              </a:prstGeom>
              <a:noFill/>
            </p:spPr>
            <p:txBody>
              <a:bodyPr wrap="none" rtlCol="0">
                <a:spAutoFit/>
              </a:bodyPr>
              <a:lstStyle/>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endParaRPr lang="en-US" altLang="zh-CN" sz="1476" dirty="0">
                  <a:solidFill>
                    <a:schemeClr val="bg1"/>
                  </a:solidFill>
                  <a:latin typeface="时尚中黑简体" panose="01010104010101010101" pitchFamily="2" charset="-122"/>
                  <a:ea typeface="时尚中黑简体" panose="01010104010101010101" pitchFamily="2" charset="-122"/>
                </a:endParaRPr>
              </a:p>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p>
            </p:txBody>
          </p:sp>
          <p:sp>
            <p:nvSpPr>
              <p:cNvPr id="25" name="文本框 24"/>
              <p:cNvSpPr txBox="1"/>
              <p:nvPr/>
            </p:nvSpPr>
            <p:spPr>
              <a:xfrm>
                <a:off x="5126973" y="1694691"/>
                <a:ext cx="789167" cy="703015"/>
              </a:xfrm>
              <a:prstGeom prst="rect">
                <a:avLst/>
              </a:prstGeom>
              <a:noFill/>
            </p:spPr>
            <p:txBody>
              <a:bodyPr wrap="none" rtlCol="0">
                <a:spAutoFit/>
              </a:bodyPr>
              <a:lstStyle/>
              <a:p>
                <a:r>
                  <a:rPr lang="en-US" altLang="zh-CN" sz="4218" dirty="0">
                    <a:solidFill>
                      <a:schemeClr val="accent2"/>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rPr>
                  <a:t>01</a:t>
                </a:r>
                <a:endParaRPr lang="zh-CN" altLang="en-US" sz="4218" dirty="0">
                  <a:solidFill>
                    <a:schemeClr val="accent2"/>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endParaRPr>
              </a:p>
            </p:txBody>
          </p:sp>
        </p:grpSp>
      </p:grpSp>
      <p:grpSp>
        <p:nvGrpSpPr>
          <p:cNvPr id="42" name="组合 41"/>
          <p:cNvGrpSpPr/>
          <p:nvPr/>
        </p:nvGrpSpPr>
        <p:grpSpPr>
          <a:xfrm>
            <a:off x="5116485" y="3955465"/>
            <a:ext cx="3465646" cy="1296686"/>
            <a:chOff x="4851115" y="3750573"/>
            <a:chExt cx="3286125" cy="1229518"/>
          </a:xfrm>
        </p:grpSpPr>
        <p:sp>
          <p:nvSpPr>
            <p:cNvPr id="14" name="Freeform 13"/>
            <p:cNvSpPr>
              <a:spLocks/>
            </p:cNvSpPr>
            <p:nvPr/>
          </p:nvSpPr>
          <p:spPr bwMode="auto">
            <a:xfrm>
              <a:off x="7889590" y="4727678"/>
              <a:ext cx="247650" cy="252413"/>
            </a:xfrm>
            <a:custGeom>
              <a:avLst/>
              <a:gdLst>
                <a:gd name="T0" fmla="*/ 63 w 63"/>
                <a:gd name="T1" fmla="*/ 32 h 64"/>
                <a:gd name="T2" fmla="*/ 0 w 63"/>
                <a:gd name="T3" fmla="*/ 64 h 64"/>
                <a:gd name="T4" fmla="*/ 0 w 63"/>
                <a:gd name="T5" fmla="*/ 0 h 64"/>
                <a:gd name="T6" fmla="*/ 63 w 63"/>
                <a:gd name="T7" fmla="*/ 32 h 64"/>
              </a:gdLst>
              <a:ahLst/>
              <a:cxnLst>
                <a:cxn ang="0">
                  <a:pos x="T0" y="T1"/>
                </a:cxn>
                <a:cxn ang="0">
                  <a:pos x="T2" y="T3"/>
                </a:cxn>
                <a:cxn ang="0">
                  <a:pos x="T4" y="T5"/>
                </a:cxn>
                <a:cxn ang="0">
                  <a:pos x="T6" y="T7"/>
                </a:cxn>
              </a:cxnLst>
              <a:rect l="0" t="0" r="r" b="b"/>
              <a:pathLst>
                <a:path w="63" h="64">
                  <a:moveTo>
                    <a:pt x="63" y="32"/>
                  </a:moveTo>
                  <a:cubicBezTo>
                    <a:pt x="63" y="50"/>
                    <a:pt x="35" y="64"/>
                    <a:pt x="0" y="64"/>
                  </a:cubicBezTo>
                  <a:cubicBezTo>
                    <a:pt x="0" y="0"/>
                    <a:pt x="0" y="0"/>
                    <a:pt x="0" y="0"/>
                  </a:cubicBezTo>
                  <a:cubicBezTo>
                    <a:pt x="35" y="0"/>
                    <a:pt x="63" y="15"/>
                    <a:pt x="63" y="32"/>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p>
          </p:txBody>
        </p:sp>
        <p:grpSp>
          <p:nvGrpSpPr>
            <p:cNvPr id="38" name="组合 37"/>
            <p:cNvGrpSpPr/>
            <p:nvPr/>
          </p:nvGrpSpPr>
          <p:grpSpPr>
            <a:xfrm>
              <a:off x="4851115" y="3750573"/>
              <a:ext cx="3286125" cy="1222375"/>
              <a:chOff x="4851115" y="3750573"/>
              <a:chExt cx="3286125" cy="1222375"/>
            </a:xfrm>
          </p:grpSpPr>
          <p:sp>
            <p:nvSpPr>
              <p:cNvPr id="23" name="Freeform 9"/>
              <p:cNvSpPr>
                <a:spLocks noEditPoints="1"/>
              </p:cNvSpPr>
              <p:nvPr/>
            </p:nvSpPr>
            <p:spPr bwMode="auto">
              <a:xfrm>
                <a:off x="4851115" y="3750573"/>
                <a:ext cx="3286125" cy="1222375"/>
              </a:xfrm>
              <a:custGeom>
                <a:avLst/>
                <a:gdLst>
                  <a:gd name="T0" fmla="*/ 810 w 873"/>
                  <a:gd name="T1" fmla="*/ 61 h 323"/>
                  <a:gd name="T2" fmla="*/ 288 w 873"/>
                  <a:gd name="T3" fmla="*/ 61 h 323"/>
                  <a:gd name="T4" fmla="*/ 161 w 873"/>
                  <a:gd name="T5" fmla="*/ 0 h 323"/>
                  <a:gd name="T6" fmla="*/ 0 w 873"/>
                  <a:gd name="T7" fmla="*/ 161 h 323"/>
                  <a:gd name="T8" fmla="*/ 161 w 873"/>
                  <a:gd name="T9" fmla="*/ 323 h 323"/>
                  <a:gd name="T10" fmla="*/ 288 w 873"/>
                  <a:gd name="T11" fmla="*/ 262 h 323"/>
                  <a:gd name="T12" fmla="*/ 810 w 873"/>
                  <a:gd name="T13" fmla="*/ 262 h 323"/>
                  <a:gd name="T14" fmla="*/ 873 w 873"/>
                  <a:gd name="T15" fmla="*/ 294 h 323"/>
                  <a:gd name="T16" fmla="*/ 873 w 873"/>
                  <a:gd name="T17" fmla="*/ 93 h 323"/>
                  <a:gd name="T18" fmla="*/ 810 w 873"/>
                  <a:gd name="T19" fmla="*/ 61 h 323"/>
                  <a:gd name="T20" fmla="*/ 156 w 873"/>
                  <a:gd name="T21" fmla="*/ 276 h 323"/>
                  <a:gd name="T22" fmla="*/ 39 w 873"/>
                  <a:gd name="T23" fmla="*/ 159 h 323"/>
                  <a:gd name="T24" fmla="*/ 156 w 873"/>
                  <a:gd name="T25" fmla="*/ 42 h 323"/>
                  <a:gd name="T26" fmla="*/ 273 w 873"/>
                  <a:gd name="T27" fmla="*/ 159 h 323"/>
                  <a:gd name="T28" fmla="*/ 156 w 873"/>
                  <a:gd name="T29" fmla="*/ 27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3" h="323">
                    <a:moveTo>
                      <a:pt x="810" y="61"/>
                    </a:moveTo>
                    <a:cubicBezTo>
                      <a:pt x="288" y="61"/>
                      <a:pt x="288" y="61"/>
                      <a:pt x="288" y="61"/>
                    </a:cubicBezTo>
                    <a:cubicBezTo>
                      <a:pt x="258" y="24"/>
                      <a:pt x="213" y="0"/>
                      <a:pt x="161" y="0"/>
                    </a:cubicBezTo>
                    <a:cubicBezTo>
                      <a:pt x="72" y="0"/>
                      <a:pt x="0" y="72"/>
                      <a:pt x="0" y="161"/>
                    </a:cubicBezTo>
                    <a:cubicBezTo>
                      <a:pt x="0" y="251"/>
                      <a:pt x="72" y="323"/>
                      <a:pt x="161" y="323"/>
                    </a:cubicBezTo>
                    <a:cubicBezTo>
                      <a:pt x="213" y="323"/>
                      <a:pt x="258" y="299"/>
                      <a:pt x="288" y="262"/>
                    </a:cubicBezTo>
                    <a:cubicBezTo>
                      <a:pt x="810" y="262"/>
                      <a:pt x="810" y="262"/>
                      <a:pt x="810" y="262"/>
                    </a:cubicBezTo>
                    <a:cubicBezTo>
                      <a:pt x="842" y="262"/>
                      <a:pt x="871" y="276"/>
                      <a:pt x="873" y="294"/>
                    </a:cubicBezTo>
                    <a:cubicBezTo>
                      <a:pt x="873" y="93"/>
                      <a:pt x="873" y="93"/>
                      <a:pt x="873" y="93"/>
                    </a:cubicBezTo>
                    <a:cubicBezTo>
                      <a:pt x="873" y="75"/>
                      <a:pt x="844" y="61"/>
                      <a:pt x="810" y="61"/>
                    </a:cubicBezTo>
                    <a:close/>
                    <a:moveTo>
                      <a:pt x="156" y="276"/>
                    </a:moveTo>
                    <a:cubicBezTo>
                      <a:pt x="91" y="276"/>
                      <a:pt x="39" y="224"/>
                      <a:pt x="39" y="159"/>
                    </a:cubicBezTo>
                    <a:cubicBezTo>
                      <a:pt x="39" y="94"/>
                      <a:pt x="91" y="42"/>
                      <a:pt x="156" y="42"/>
                    </a:cubicBezTo>
                    <a:cubicBezTo>
                      <a:pt x="220" y="42"/>
                      <a:pt x="273" y="94"/>
                      <a:pt x="273" y="159"/>
                    </a:cubicBezTo>
                    <a:cubicBezTo>
                      <a:pt x="273" y="224"/>
                      <a:pt x="220" y="276"/>
                      <a:pt x="156" y="276"/>
                    </a:cubicBezTo>
                    <a:close/>
                  </a:path>
                </a:pathLst>
              </a:custGeom>
              <a:gradFill flip="none" rotWithShape="1">
                <a:gsLst>
                  <a:gs pos="19000">
                    <a:schemeClr val="accent5"/>
                  </a:gs>
                  <a:gs pos="100000">
                    <a:schemeClr val="accent5">
                      <a:lumMod val="60000"/>
                      <a:lumOff val="40000"/>
                    </a:schemeClr>
                  </a:gs>
                </a:gsLst>
                <a:lin ang="13500000" scaled="1"/>
                <a:tileRect/>
              </a:gradFill>
              <a:ln>
                <a:gradFill>
                  <a:gsLst>
                    <a:gs pos="0">
                      <a:schemeClr val="accent1">
                        <a:lumMod val="5000"/>
                        <a:lumOff val="95000"/>
                      </a:schemeClr>
                    </a:gs>
                    <a:gs pos="100000">
                      <a:schemeClr val="bg1"/>
                    </a:gs>
                  </a:gsLst>
                  <a:lin ang="5400000" scaled="1"/>
                </a:gradFill>
              </a:ln>
              <a:effectLst>
                <a:innerShdw blurRad="177800" dist="1143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p>
            </p:txBody>
          </p:sp>
          <p:sp>
            <p:nvSpPr>
              <p:cNvPr id="26" name="文本框 25"/>
              <p:cNvSpPr txBox="1"/>
              <p:nvPr/>
            </p:nvSpPr>
            <p:spPr>
              <a:xfrm>
                <a:off x="6268634" y="4100150"/>
                <a:ext cx="1609949" cy="518248"/>
              </a:xfrm>
              <a:prstGeom prst="rect">
                <a:avLst/>
              </a:prstGeom>
              <a:noFill/>
            </p:spPr>
            <p:txBody>
              <a:bodyPr wrap="none" rtlCol="0">
                <a:spAutoFit/>
              </a:bodyPr>
              <a:lstStyle/>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endParaRPr lang="en-US" altLang="zh-CN" sz="1476" dirty="0">
                  <a:solidFill>
                    <a:schemeClr val="bg1"/>
                  </a:solidFill>
                  <a:latin typeface="时尚中黑简体" panose="01010104010101010101" pitchFamily="2" charset="-122"/>
                  <a:ea typeface="时尚中黑简体" panose="01010104010101010101" pitchFamily="2" charset="-122"/>
                </a:endParaRPr>
              </a:p>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p>
            </p:txBody>
          </p:sp>
          <p:sp>
            <p:nvSpPr>
              <p:cNvPr id="29" name="文本框 28"/>
              <p:cNvSpPr txBox="1"/>
              <p:nvPr/>
            </p:nvSpPr>
            <p:spPr>
              <a:xfrm>
                <a:off x="5086631" y="3992898"/>
                <a:ext cx="789167" cy="703015"/>
              </a:xfrm>
              <a:prstGeom prst="rect">
                <a:avLst/>
              </a:prstGeom>
              <a:noFill/>
            </p:spPr>
            <p:txBody>
              <a:bodyPr wrap="none" rtlCol="0">
                <a:spAutoFit/>
              </a:bodyPr>
              <a:lstStyle/>
              <a:p>
                <a:r>
                  <a:rPr lang="en-US" altLang="zh-CN" sz="4218" dirty="0">
                    <a:solidFill>
                      <a:schemeClr val="accent5"/>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rPr>
                  <a:t>03</a:t>
                </a:r>
                <a:endParaRPr lang="zh-CN" altLang="en-US" sz="4218" dirty="0">
                  <a:solidFill>
                    <a:schemeClr val="accent5"/>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endParaRPr>
              </a:p>
            </p:txBody>
          </p:sp>
        </p:grpSp>
      </p:grpSp>
      <p:grpSp>
        <p:nvGrpSpPr>
          <p:cNvPr id="41" name="组合 40"/>
          <p:cNvGrpSpPr/>
          <p:nvPr/>
        </p:nvGrpSpPr>
        <p:grpSpPr>
          <a:xfrm>
            <a:off x="3730227" y="2775104"/>
            <a:ext cx="3465646" cy="1331556"/>
            <a:chOff x="3536665" y="2631354"/>
            <a:chExt cx="3286125" cy="1262582"/>
          </a:xfrm>
        </p:grpSpPr>
        <p:sp>
          <p:nvSpPr>
            <p:cNvPr id="17" name="Freeform 13"/>
            <p:cNvSpPr>
              <a:spLocks/>
            </p:cNvSpPr>
            <p:nvPr/>
          </p:nvSpPr>
          <p:spPr bwMode="auto">
            <a:xfrm flipH="1">
              <a:off x="3536665" y="3641523"/>
              <a:ext cx="247650" cy="252413"/>
            </a:xfrm>
            <a:custGeom>
              <a:avLst/>
              <a:gdLst>
                <a:gd name="T0" fmla="*/ 63 w 63"/>
                <a:gd name="T1" fmla="*/ 32 h 64"/>
                <a:gd name="T2" fmla="*/ 0 w 63"/>
                <a:gd name="T3" fmla="*/ 64 h 64"/>
                <a:gd name="T4" fmla="*/ 0 w 63"/>
                <a:gd name="T5" fmla="*/ 0 h 64"/>
                <a:gd name="T6" fmla="*/ 63 w 63"/>
                <a:gd name="T7" fmla="*/ 32 h 64"/>
              </a:gdLst>
              <a:ahLst/>
              <a:cxnLst>
                <a:cxn ang="0">
                  <a:pos x="T0" y="T1"/>
                </a:cxn>
                <a:cxn ang="0">
                  <a:pos x="T2" y="T3"/>
                </a:cxn>
                <a:cxn ang="0">
                  <a:pos x="T4" y="T5"/>
                </a:cxn>
                <a:cxn ang="0">
                  <a:pos x="T6" y="T7"/>
                </a:cxn>
              </a:cxnLst>
              <a:rect l="0" t="0" r="r" b="b"/>
              <a:pathLst>
                <a:path w="63" h="64">
                  <a:moveTo>
                    <a:pt x="63" y="32"/>
                  </a:moveTo>
                  <a:cubicBezTo>
                    <a:pt x="63" y="50"/>
                    <a:pt x="35" y="64"/>
                    <a:pt x="0" y="64"/>
                  </a:cubicBezTo>
                  <a:cubicBezTo>
                    <a:pt x="0" y="0"/>
                    <a:pt x="0" y="0"/>
                    <a:pt x="0" y="0"/>
                  </a:cubicBezTo>
                  <a:cubicBezTo>
                    <a:pt x="35" y="0"/>
                    <a:pt x="63" y="15"/>
                    <a:pt x="63" y="32"/>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p>
          </p:txBody>
        </p:sp>
        <p:grpSp>
          <p:nvGrpSpPr>
            <p:cNvPr id="37" name="组合 36"/>
            <p:cNvGrpSpPr/>
            <p:nvPr/>
          </p:nvGrpSpPr>
          <p:grpSpPr>
            <a:xfrm>
              <a:off x="3536665" y="2631354"/>
              <a:ext cx="3286125" cy="1222375"/>
              <a:chOff x="3536665" y="2631354"/>
              <a:chExt cx="3286125" cy="1222375"/>
            </a:xfrm>
          </p:grpSpPr>
          <p:sp>
            <p:nvSpPr>
              <p:cNvPr id="21" name="Freeform 9"/>
              <p:cNvSpPr>
                <a:spLocks noEditPoints="1"/>
              </p:cNvSpPr>
              <p:nvPr/>
            </p:nvSpPr>
            <p:spPr bwMode="auto">
              <a:xfrm flipH="1">
                <a:off x="3536665" y="2631354"/>
                <a:ext cx="3286125" cy="1222375"/>
              </a:xfrm>
              <a:custGeom>
                <a:avLst/>
                <a:gdLst>
                  <a:gd name="T0" fmla="*/ 810 w 873"/>
                  <a:gd name="T1" fmla="*/ 61 h 323"/>
                  <a:gd name="T2" fmla="*/ 288 w 873"/>
                  <a:gd name="T3" fmla="*/ 61 h 323"/>
                  <a:gd name="T4" fmla="*/ 161 w 873"/>
                  <a:gd name="T5" fmla="*/ 0 h 323"/>
                  <a:gd name="T6" fmla="*/ 0 w 873"/>
                  <a:gd name="T7" fmla="*/ 161 h 323"/>
                  <a:gd name="T8" fmla="*/ 161 w 873"/>
                  <a:gd name="T9" fmla="*/ 323 h 323"/>
                  <a:gd name="T10" fmla="*/ 288 w 873"/>
                  <a:gd name="T11" fmla="*/ 262 h 323"/>
                  <a:gd name="T12" fmla="*/ 810 w 873"/>
                  <a:gd name="T13" fmla="*/ 262 h 323"/>
                  <a:gd name="T14" fmla="*/ 873 w 873"/>
                  <a:gd name="T15" fmla="*/ 294 h 323"/>
                  <a:gd name="T16" fmla="*/ 873 w 873"/>
                  <a:gd name="T17" fmla="*/ 93 h 323"/>
                  <a:gd name="T18" fmla="*/ 810 w 873"/>
                  <a:gd name="T19" fmla="*/ 61 h 323"/>
                  <a:gd name="T20" fmla="*/ 156 w 873"/>
                  <a:gd name="T21" fmla="*/ 276 h 323"/>
                  <a:gd name="T22" fmla="*/ 39 w 873"/>
                  <a:gd name="T23" fmla="*/ 159 h 323"/>
                  <a:gd name="T24" fmla="*/ 156 w 873"/>
                  <a:gd name="T25" fmla="*/ 42 h 323"/>
                  <a:gd name="T26" fmla="*/ 273 w 873"/>
                  <a:gd name="T27" fmla="*/ 159 h 323"/>
                  <a:gd name="T28" fmla="*/ 156 w 873"/>
                  <a:gd name="T29" fmla="*/ 27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3" h="323">
                    <a:moveTo>
                      <a:pt x="810" y="61"/>
                    </a:moveTo>
                    <a:cubicBezTo>
                      <a:pt x="288" y="61"/>
                      <a:pt x="288" y="61"/>
                      <a:pt x="288" y="61"/>
                    </a:cubicBezTo>
                    <a:cubicBezTo>
                      <a:pt x="258" y="24"/>
                      <a:pt x="213" y="0"/>
                      <a:pt x="161" y="0"/>
                    </a:cubicBezTo>
                    <a:cubicBezTo>
                      <a:pt x="72" y="0"/>
                      <a:pt x="0" y="72"/>
                      <a:pt x="0" y="161"/>
                    </a:cubicBezTo>
                    <a:cubicBezTo>
                      <a:pt x="0" y="251"/>
                      <a:pt x="72" y="323"/>
                      <a:pt x="161" y="323"/>
                    </a:cubicBezTo>
                    <a:cubicBezTo>
                      <a:pt x="213" y="323"/>
                      <a:pt x="258" y="299"/>
                      <a:pt x="288" y="262"/>
                    </a:cubicBezTo>
                    <a:cubicBezTo>
                      <a:pt x="810" y="262"/>
                      <a:pt x="810" y="262"/>
                      <a:pt x="810" y="262"/>
                    </a:cubicBezTo>
                    <a:cubicBezTo>
                      <a:pt x="842" y="262"/>
                      <a:pt x="871" y="276"/>
                      <a:pt x="873" y="294"/>
                    </a:cubicBezTo>
                    <a:cubicBezTo>
                      <a:pt x="873" y="93"/>
                      <a:pt x="873" y="93"/>
                      <a:pt x="873" y="93"/>
                    </a:cubicBezTo>
                    <a:cubicBezTo>
                      <a:pt x="873" y="75"/>
                      <a:pt x="844" y="61"/>
                      <a:pt x="810" y="61"/>
                    </a:cubicBezTo>
                    <a:close/>
                    <a:moveTo>
                      <a:pt x="156" y="276"/>
                    </a:moveTo>
                    <a:cubicBezTo>
                      <a:pt x="91" y="276"/>
                      <a:pt x="39" y="224"/>
                      <a:pt x="39" y="159"/>
                    </a:cubicBezTo>
                    <a:cubicBezTo>
                      <a:pt x="39" y="94"/>
                      <a:pt x="91" y="42"/>
                      <a:pt x="156" y="42"/>
                    </a:cubicBezTo>
                    <a:cubicBezTo>
                      <a:pt x="220" y="42"/>
                      <a:pt x="273" y="94"/>
                      <a:pt x="273" y="159"/>
                    </a:cubicBezTo>
                    <a:cubicBezTo>
                      <a:pt x="273" y="224"/>
                      <a:pt x="220" y="276"/>
                      <a:pt x="156" y="276"/>
                    </a:cubicBezTo>
                    <a:close/>
                  </a:path>
                </a:pathLst>
              </a:custGeom>
              <a:solidFill>
                <a:srgbClr val="BF1347"/>
              </a:solidFill>
              <a:ln>
                <a:gradFill>
                  <a:gsLst>
                    <a:gs pos="0">
                      <a:schemeClr val="accent1">
                        <a:lumMod val="5000"/>
                        <a:lumOff val="95000"/>
                      </a:schemeClr>
                    </a:gs>
                    <a:gs pos="100000">
                      <a:schemeClr val="bg1"/>
                    </a:gs>
                  </a:gsLst>
                  <a:lin ang="5400000" scaled="1"/>
                </a:gradFill>
              </a:ln>
              <a:effectLst>
                <a:innerShdw blurRad="177800" dist="1143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p>
            </p:txBody>
          </p:sp>
          <p:sp>
            <p:nvSpPr>
              <p:cNvPr id="28" name="文本框 27"/>
              <p:cNvSpPr txBox="1"/>
              <p:nvPr/>
            </p:nvSpPr>
            <p:spPr>
              <a:xfrm>
                <a:off x="3784316" y="3008927"/>
                <a:ext cx="1609949" cy="518248"/>
              </a:xfrm>
              <a:prstGeom prst="rect">
                <a:avLst/>
              </a:prstGeom>
              <a:noFill/>
            </p:spPr>
            <p:txBody>
              <a:bodyPr wrap="none" rtlCol="0">
                <a:spAutoFit/>
              </a:bodyPr>
              <a:lstStyle/>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endParaRPr lang="en-US" altLang="zh-CN" sz="1476" dirty="0">
                  <a:solidFill>
                    <a:schemeClr val="bg1"/>
                  </a:solidFill>
                  <a:latin typeface="时尚中黑简体" panose="01010104010101010101" pitchFamily="2" charset="-122"/>
                  <a:ea typeface="时尚中黑简体" panose="01010104010101010101" pitchFamily="2" charset="-122"/>
                </a:endParaRPr>
              </a:p>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p>
            </p:txBody>
          </p:sp>
          <p:sp>
            <p:nvSpPr>
              <p:cNvPr id="30" name="文本框 29"/>
              <p:cNvSpPr txBox="1"/>
              <p:nvPr/>
            </p:nvSpPr>
            <p:spPr>
              <a:xfrm>
                <a:off x="5906371" y="2869150"/>
                <a:ext cx="789167" cy="703015"/>
              </a:xfrm>
              <a:prstGeom prst="rect">
                <a:avLst/>
              </a:prstGeom>
              <a:noFill/>
            </p:spPr>
            <p:txBody>
              <a:bodyPr wrap="none" rtlCol="0">
                <a:spAutoFit/>
              </a:bodyPr>
              <a:lstStyle/>
              <a:p>
                <a:r>
                  <a:rPr lang="en-US" altLang="zh-CN" sz="4218" dirty="0">
                    <a:solidFill>
                      <a:schemeClr val="accent3"/>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rPr>
                  <a:t>02</a:t>
                </a:r>
                <a:endParaRPr lang="zh-CN" altLang="en-US" sz="4218" dirty="0">
                  <a:solidFill>
                    <a:schemeClr val="accent3"/>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endParaRPr>
              </a:p>
            </p:txBody>
          </p:sp>
        </p:grpSp>
      </p:grpSp>
      <p:grpSp>
        <p:nvGrpSpPr>
          <p:cNvPr id="43" name="组合 42"/>
          <p:cNvGrpSpPr/>
          <p:nvPr/>
        </p:nvGrpSpPr>
        <p:grpSpPr>
          <a:xfrm>
            <a:off x="3730227" y="5252152"/>
            <a:ext cx="3465646" cy="1296686"/>
            <a:chOff x="3536665" y="4980091"/>
            <a:chExt cx="3286125" cy="1229518"/>
          </a:xfrm>
        </p:grpSpPr>
        <p:sp>
          <p:nvSpPr>
            <p:cNvPr id="16" name="Freeform 13"/>
            <p:cNvSpPr>
              <a:spLocks/>
            </p:cNvSpPr>
            <p:nvPr/>
          </p:nvSpPr>
          <p:spPr bwMode="auto">
            <a:xfrm flipH="1">
              <a:off x="3536665" y="5957196"/>
              <a:ext cx="247650" cy="252413"/>
            </a:xfrm>
            <a:custGeom>
              <a:avLst/>
              <a:gdLst>
                <a:gd name="T0" fmla="*/ 63 w 63"/>
                <a:gd name="T1" fmla="*/ 32 h 64"/>
                <a:gd name="T2" fmla="*/ 0 w 63"/>
                <a:gd name="T3" fmla="*/ 64 h 64"/>
                <a:gd name="T4" fmla="*/ 0 w 63"/>
                <a:gd name="T5" fmla="*/ 0 h 64"/>
                <a:gd name="T6" fmla="*/ 63 w 63"/>
                <a:gd name="T7" fmla="*/ 32 h 64"/>
              </a:gdLst>
              <a:ahLst/>
              <a:cxnLst>
                <a:cxn ang="0">
                  <a:pos x="T0" y="T1"/>
                </a:cxn>
                <a:cxn ang="0">
                  <a:pos x="T2" y="T3"/>
                </a:cxn>
                <a:cxn ang="0">
                  <a:pos x="T4" y="T5"/>
                </a:cxn>
                <a:cxn ang="0">
                  <a:pos x="T6" y="T7"/>
                </a:cxn>
              </a:cxnLst>
              <a:rect l="0" t="0" r="r" b="b"/>
              <a:pathLst>
                <a:path w="63" h="64">
                  <a:moveTo>
                    <a:pt x="63" y="32"/>
                  </a:moveTo>
                  <a:cubicBezTo>
                    <a:pt x="63" y="50"/>
                    <a:pt x="35" y="64"/>
                    <a:pt x="0" y="64"/>
                  </a:cubicBezTo>
                  <a:cubicBezTo>
                    <a:pt x="0" y="0"/>
                    <a:pt x="0" y="0"/>
                    <a:pt x="0" y="0"/>
                  </a:cubicBezTo>
                  <a:cubicBezTo>
                    <a:pt x="35" y="0"/>
                    <a:pt x="63" y="15"/>
                    <a:pt x="63" y="32"/>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p>
          </p:txBody>
        </p:sp>
        <p:grpSp>
          <p:nvGrpSpPr>
            <p:cNvPr id="39" name="组合 38"/>
            <p:cNvGrpSpPr/>
            <p:nvPr/>
          </p:nvGrpSpPr>
          <p:grpSpPr>
            <a:xfrm>
              <a:off x="3536665" y="4980091"/>
              <a:ext cx="3286125" cy="1222375"/>
              <a:chOff x="3536665" y="4980091"/>
              <a:chExt cx="3286125" cy="1222375"/>
            </a:xfrm>
          </p:grpSpPr>
          <p:sp>
            <p:nvSpPr>
              <p:cNvPr id="22" name="Freeform 9"/>
              <p:cNvSpPr>
                <a:spLocks noEditPoints="1"/>
              </p:cNvSpPr>
              <p:nvPr/>
            </p:nvSpPr>
            <p:spPr bwMode="auto">
              <a:xfrm flipH="1">
                <a:off x="3536665" y="4980091"/>
                <a:ext cx="3286125" cy="1222375"/>
              </a:xfrm>
              <a:custGeom>
                <a:avLst/>
                <a:gdLst>
                  <a:gd name="T0" fmla="*/ 810 w 873"/>
                  <a:gd name="T1" fmla="*/ 61 h 323"/>
                  <a:gd name="T2" fmla="*/ 288 w 873"/>
                  <a:gd name="T3" fmla="*/ 61 h 323"/>
                  <a:gd name="T4" fmla="*/ 161 w 873"/>
                  <a:gd name="T5" fmla="*/ 0 h 323"/>
                  <a:gd name="T6" fmla="*/ 0 w 873"/>
                  <a:gd name="T7" fmla="*/ 161 h 323"/>
                  <a:gd name="T8" fmla="*/ 161 w 873"/>
                  <a:gd name="T9" fmla="*/ 323 h 323"/>
                  <a:gd name="T10" fmla="*/ 288 w 873"/>
                  <a:gd name="T11" fmla="*/ 262 h 323"/>
                  <a:gd name="T12" fmla="*/ 810 w 873"/>
                  <a:gd name="T13" fmla="*/ 262 h 323"/>
                  <a:gd name="T14" fmla="*/ 873 w 873"/>
                  <a:gd name="T15" fmla="*/ 294 h 323"/>
                  <a:gd name="T16" fmla="*/ 873 w 873"/>
                  <a:gd name="T17" fmla="*/ 93 h 323"/>
                  <a:gd name="T18" fmla="*/ 810 w 873"/>
                  <a:gd name="T19" fmla="*/ 61 h 323"/>
                  <a:gd name="T20" fmla="*/ 156 w 873"/>
                  <a:gd name="T21" fmla="*/ 276 h 323"/>
                  <a:gd name="T22" fmla="*/ 39 w 873"/>
                  <a:gd name="T23" fmla="*/ 159 h 323"/>
                  <a:gd name="T24" fmla="*/ 156 w 873"/>
                  <a:gd name="T25" fmla="*/ 42 h 323"/>
                  <a:gd name="T26" fmla="*/ 273 w 873"/>
                  <a:gd name="T27" fmla="*/ 159 h 323"/>
                  <a:gd name="T28" fmla="*/ 156 w 873"/>
                  <a:gd name="T29" fmla="*/ 276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3" h="323">
                    <a:moveTo>
                      <a:pt x="810" y="61"/>
                    </a:moveTo>
                    <a:cubicBezTo>
                      <a:pt x="288" y="61"/>
                      <a:pt x="288" y="61"/>
                      <a:pt x="288" y="61"/>
                    </a:cubicBezTo>
                    <a:cubicBezTo>
                      <a:pt x="258" y="24"/>
                      <a:pt x="213" y="0"/>
                      <a:pt x="161" y="0"/>
                    </a:cubicBezTo>
                    <a:cubicBezTo>
                      <a:pt x="72" y="0"/>
                      <a:pt x="0" y="72"/>
                      <a:pt x="0" y="161"/>
                    </a:cubicBezTo>
                    <a:cubicBezTo>
                      <a:pt x="0" y="251"/>
                      <a:pt x="72" y="323"/>
                      <a:pt x="161" y="323"/>
                    </a:cubicBezTo>
                    <a:cubicBezTo>
                      <a:pt x="213" y="323"/>
                      <a:pt x="258" y="299"/>
                      <a:pt x="288" y="262"/>
                    </a:cubicBezTo>
                    <a:cubicBezTo>
                      <a:pt x="810" y="262"/>
                      <a:pt x="810" y="262"/>
                      <a:pt x="810" y="262"/>
                    </a:cubicBezTo>
                    <a:cubicBezTo>
                      <a:pt x="842" y="262"/>
                      <a:pt x="871" y="276"/>
                      <a:pt x="873" y="294"/>
                    </a:cubicBezTo>
                    <a:cubicBezTo>
                      <a:pt x="873" y="93"/>
                      <a:pt x="873" y="93"/>
                      <a:pt x="873" y="93"/>
                    </a:cubicBezTo>
                    <a:cubicBezTo>
                      <a:pt x="873" y="75"/>
                      <a:pt x="844" y="61"/>
                      <a:pt x="810" y="61"/>
                    </a:cubicBezTo>
                    <a:close/>
                    <a:moveTo>
                      <a:pt x="156" y="276"/>
                    </a:moveTo>
                    <a:cubicBezTo>
                      <a:pt x="91" y="276"/>
                      <a:pt x="39" y="224"/>
                      <a:pt x="39" y="159"/>
                    </a:cubicBezTo>
                    <a:cubicBezTo>
                      <a:pt x="39" y="94"/>
                      <a:pt x="91" y="42"/>
                      <a:pt x="156" y="42"/>
                    </a:cubicBezTo>
                    <a:cubicBezTo>
                      <a:pt x="220" y="42"/>
                      <a:pt x="273" y="94"/>
                      <a:pt x="273" y="159"/>
                    </a:cubicBezTo>
                    <a:cubicBezTo>
                      <a:pt x="273" y="224"/>
                      <a:pt x="220" y="276"/>
                      <a:pt x="156" y="276"/>
                    </a:cubicBezTo>
                    <a:close/>
                  </a:path>
                </a:pathLst>
              </a:custGeom>
              <a:solidFill>
                <a:srgbClr val="BF1347"/>
              </a:solidFill>
              <a:ln>
                <a:gradFill>
                  <a:gsLst>
                    <a:gs pos="0">
                      <a:schemeClr val="accent1">
                        <a:lumMod val="5000"/>
                        <a:lumOff val="95000"/>
                      </a:schemeClr>
                    </a:gs>
                    <a:gs pos="100000">
                      <a:schemeClr val="bg1"/>
                    </a:gs>
                  </a:gsLst>
                  <a:lin ang="5400000" scaled="1"/>
                </a:gradFill>
              </a:ln>
              <a:effectLst>
                <a:innerShdw blurRad="177800" dist="1143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p>
            </p:txBody>
          </p:sp>
          <p:sp>
            <p:nvSpPr>
              <p:cNvPr id="27" name="文本框 26"/>
              <p:cNvSpPr txBox="1"/>
              <p:nvPr/>
            </p:nvSpPr>
            <p:spPr>
              <a:xfrm>
                <a:off x="3784316" y="5329668"/>
                <a:ext cx="1609949" cy="518248"/>
              </a:xfrm>
              <a:prstGeom prst="rect">
                <a:avLst/>
              </a:prstGeom>
              <a:noFill/>
            </p:spPr>
            <p:txBody>
              <a:bodyPr wrap="none" rtlCol="0">
                <a:spAutoFit/>
              </a:bodyPr>
              <a:lstStyle/>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endParaRPr lang="en-US" altLang="zh-CN" sz="1476" dirty="0">
                  <a:solidFill>
                    <a:schemeClr val="bg1"/>
                  </a:solidFill>
                  <a:latin typeface="时尚中黑简体" panose="01010104010101010101" pitchFamily="2" charset="-122"/>
                  <a:ea typeface="时尚中黑简体" panose="01010104010101010101" pitchFamily="2" charset="-122"/>
                </a:endParaRPr>
              </a:p>
              <a:p>
                <a:r>
                  <a:rPr lang="zh-CN" altLang="en-US" sz="1476" dirty="0">
                    <a:solidFill>
                      <a:schemeClr val="bg1"/>
                    </a:solidFill>
                    <a:latin typeface="时尚中黑简体" panose="01010104010101010101" pitchFamily="2" charset="-122"/>
                    <a:ea typeface="时尚中黑简体" panose="01010104010101010101" pitchFamily="2" charset="-122"/>
                  </a:rPr>
                  <a:t>点击添加标题文字</a:t>
                </a:r>
              </a:p>
            </p:txBody>
          </p:sp>
          <p:sp>
            <p:nvSpPr>
              <p:cNvPr id="31" name="文本框 30"/>
              <p:cNvSpPr txBox="1"/>
              <p:nvPr/>
            </p:nvSpPr>
            <p:spPr>
              <a:xfrm>
                <a:off x="5919819" y="5237335"/>
                <a:ext cx="789167" cy="703015"/>
              </a:xfrm>
              <a:prstGeom prst="rect">
                <a:avLst/>
              </a:prstGeom>
              <a:noFill/>
            </p:spPr>
            <p:txBody>
              <a:bodyPr wrap="none" rtlCol="0">
                <a:spAutoFit/>
              </a:bodyPr>
              <a:lstStyle/>
              <a:p>
                <a:r>
                  <a:rPr lang="en-US" altLang="zh-CN" sz="4218" dirty="0">
                    <a:solidFill>
                      <a:schemeClr val="accent6"/>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rPr>
                  <a:t>04</a:t>
                </a:r>
                <a:endParaRPr lang="zh-CN" altLang="en-US" sz="4218" dirty="0">
                  <a:solidFill>
                    <a:schemeClr val="accent6"/>
                  </a:solidFill>
                  <a:effectLst>
                    <a:innerShdw blurRad="177800" dist="114300" dir="13500000">
                      <a:prstClr val="black">
                        <a:alpha val="50000"/>
                      </a:prstClr>
                    </a:innerShdw>
                  </a:effectLst>
                  <a:latin typeface="时尚中黑简体" panose="01010104010101010101" pitchFamily="2" charset="-122"/>
                  <a:ea typeface="时尚中黑简体" panose="01010104010101010101" pitchFamily="2" charset="-122"/>
                </a:endParaRPr>
              </a:p>
            </p:txBody>
          </p:sp>
        </p:grpSp>
      </p:grpSp>
      <p:sp>
        <p:nvSpPr>
          <p:cNvPr id="32" name="MH_Picture_2"/>
          <p:cNvSpPr/>
          <p:nvPr>
            <p:custDataLst>
              <p:tags r:id="rId1"/>
            </p:custDataLst>
          </p:nvPr>
        </p:nvSpPr>
        <p:spPr>
          <a:xfrm>
            <a:off x="275755" y="4345763"/>
            <a:ext cx="3353346" cy="2102789"/>
          </a:xfrm>
          <a:prstGeom prst="roundRect">
            <a:avLst>
              <a:gd name="adj" fmla="val 12702"/>
            </a:avLst>
          </a:prstGeom>
          <a:blipFill dpi="0" rotWithShape="1">
            <a:blip r:embed="rId7" cstate="email">
              <a:extLst>
                <a:ext uri="{28A0092B-C50C-407E-A947-70E740481C1C}">
                  <a14:useLocalDpi xmlns:a14="http://schemas.microsoft.com/office/drawing/2010/main"/>
                </a:ext>
              </a:extLst>
            </a:blip>
            <a:srcRect/>
            <a:stretch>
              <a:fillRect/>
            </a:stretch>
          </a:blipFill>
          <a:ln w="3175">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3" name="MH_Picture_1"/>
          <p:cNvSpPr/>
          <p:nvPr>
            <p:custDataLst>
              <p:tags r:id="rId2"/>
            </p:custDataLst>
          </p:nvPr>
        </p:nvSpPr>
        <p:spPr>
          <a:xfrm>
            <a:off x="8919086" y="1795194"/>
            <a:ext cx="3551216" cy="2226868"/>
          </a:xfrm>
          <a:prstGeom prst="roundRect">
            <a:avLst>
              <a:gd name="adj" fmla="val 12702"/>
            </a:avLst>
          </a:prstGeom>
          <a:blipFill dpi="0" rotWithShape="1">
            <a:blip r:embed="rId8" cstate="email">
              <a:extLst>
                <a:ext uri="{28A0092B-C50C-407E-A947-70E740481C1C}">
                  <a14:useLocalDpi xmlns:a14="http://schemas.microsoft.com/office/drawing/2010/main"/>
                </a:ext>
              </a:extLst>
            </a:blip>
            <a:srcRect/>
            <a:stretch>
              <a:fillRect/>
            </a:stretch>
          </a:blipFill>
          <a:ln w="3175">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4" name="矩形 47"/>
          <p:cNvSpPr>
            <a:spLocks noChangeArrowheads="1"/>
          </p:cNvSpPr>
          <p:nvPr/>
        </p:nvSpPr>
        <p:spPr bwMode="auto">
          <a:xfrm>
            <a:off x="421258" y="2416271"/>
            <a:ext cx="3168005" cy="1718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在此录入图表的描述说明，在此录入图表的描述说明，在此录入上述图表的描述说明在此录入图表的描述说明，在此录入图表的描述说明，在此录入上述图表的描述说明。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a:p>
            <a:pPr eaLnBrk="1" hangingPunct="1">
              <a:lnSpc>
                <a:spcPct val="110000"/>
              </a:lnSpc>
              <a:spcBef>
                <a:spcPct val="0"/>
              </a:spcBef>
              <a:buFont typeface="Arial" pitchFamily="34" charset="0"/>
              <a:buNone/>
            </a:pP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矩形 47"/>
          <p:cNvSpPr>
            <a:spLocks noChangeArrowheads="1"/>
          </p:cNvSpPr>
          <p:nvPr/>
        </p:nvSpPr>
        <p:spPr bwMode="auto">
          <a:xfrm>
            <a:off x="9086988" y="4730524"/>
            <a:ext cx="3168005" cy="1718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5229" tIns="47614" rIns="95229" bIns="47614">
            <a:spAutoFit/>
          </a:bodyP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itchFamily="34" charset="0"/>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方正兰亭黑_GBK" pitchFamily="2" charset="-122"/>
                <a:ea typeface="方正兰亭黑_GBK" pitchFamily="2" charset="-122"/>
                <a:sym typeface="Calibri" pitchFamily="34" charset="0"/>
              </a:defRPr>
            </a:lvl9pPr>
          </a:lstStyle>
          <a:p>
            <a:pPr eaLnBrk="1" hangingPunct="1">
              <a:lnSpc>
                <a:spcPct val="110000"/>
              </a:lnSpc>
              <a:spcBef>
                <a:spcPct val="0"/>
              </a:spcBef>
              <a:buNone/>
            </a:pPr>
            <a:r>
              <a:rPr lang="zh-CN" altLang="en-US" sz="1527"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在此录入图表的描述说明，在此录入图表的描述说明，在此录入上述图表的描述说明在此录入图表的描述说明，在此录入图表的描述说明，在此录入上述图表的描述说明。</a:t>
            </a: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a:p>
            <a:pPr eaLnBrk="1" hangingPunct="1">
              <a:lnSpc>
                <a:spcPct val="110000"/>
              </a:lnSpc>
              <a:spcBef>
                <a:spcPct val="0"/>
              </a:spcBef>
              <a:buFont typeface="Arial" pitchFamily="34" charset="0"/>
              <a:buNone/>
            </a:pPr>
            <a:endParaRPr lang="zh-CN" altLang="en-US" sz="1945"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6" name="文本框 45"/>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47" name="直接连接符 46"/>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48"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49"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50"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2483806915"/>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9"/>
                                        </p:tgtEl>
                                        <p:attrNameLst>
                                          <p:attrName>ppt_y</p:attrName>
                                        </p:attrNameLst>
                                      </p:cBhvr>
                                      <p:tavLst>
                                        <p:tav tm="0">
                                          <p:val>
                                            <p:strVal val="#ppt_y"/>
                                          </p:val>
                                        </p:tav>
                                        <p:tav tm="100000">
                                          <p:val>
                                            <p:strVal val="#ppt_y"/>
                                          </p:val>
                                        </p:tav>
                                      </p:tavLst>
                                    </p:anim>
                                    <p:anim calcmode="lin" valueType="num">
                                      <p:cBhvr>
                                        <p:cTn id="9" dur="500" fill="hold"/>
                                        <p:tgtEl>
                                          <p:spTgt spid="49"/>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9"/>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9"/>
                                        </p:tgtEl>
                                      </p:cBhvr>
                                    </p:animEffect>
                                  </p:childTnLst>
                                </p:cTn>
                              </p:par>
                            </p:childTnLst>
                          </p:cTn>
                        </p:par>
                      </p:childTnLst>
                    </p:cTn>
                  </p:par>
                  <p:par>
                    <p:cTn id="12" fill="hold">
                      <p:stCondLst>
                        <p:cond delay="indefinite"/>
                      </p:stCondLst>
                      <p:childTnLst>
                        <p:par>
                          <p:cTn id="13" fill="hold">
                            <p:stCondLst>
                              <p:cond delay="0"/>
                            </p:stCondLst>
                            <p:childTnLst>
                              <p:par>
                                <p:cTn id="14" presetID="2" presetClass="entr" presetSubtype="4" fill="hold" nodeType="click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par>
                                <p:cTn id="18" presetID="2" presetClass="entr" presetSubtype="1" fill="hold" nodeType="with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additive="base">
                                        <p:cTn id="20" dur="500" fill="hold"/>
                                        <p:tgtEl>
                                          <p:spTgt spid="18"/>
                                        </p:tgtEl>
                                        <p:attrNameLst>
                                          <p:attrName>ppt_x</p:attrName>
                                        </p:attrNameLst>
                                      </p:cBhvr>
                                      <p:tavLst>
                                        <p:tav tm="0">
                                          <p:val>
                                            <p:strVal val="#ppt_x"/>
                                          </p:val>
                                        </p:tav>
                                        <p:tav tm="100000">
                                          <p:val>
                                            <p:strVal val="#ppt_x"/>
                                          </p:val>
                                        </p:tav>
                                      </p:tavLst>
                                    </p:anim>
                                    <p:anim calcmode="lin" valueType="num">
                                      <p:cBhvr additive="base">
                                        <p:cTn id="21" dur="500" fill="hold"/>
                                        <p:tgtEl>
                                          <p:spTgt spid="18"/>
                                        </p:tgtEl>
                                        <p:attrNameLst>
                                          <p:attrName>ppt_y</p:attrName>
                                        </p:attrNameLst>
                                      </p:cBhvr>
                                      <p:tavLst>
                                        <p:tav tm="0">
                                          <p:val>
                                            <p:strVal val="0-#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wipe(right)">
                                      <p:cBhvr>
                                        <p:cTn id="26" dur="500"/>
                                        <p:tgtEl>
                                          <p:spTgt spid="40"/>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wipe(left)">
                                      <p:cBhvr>
                                        <p:cTn id="31" dur="500"/>
                                        <p:tgtEl>
                                          <p:spTgt spid="41"/>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wipe(right)">
                                      <p:cBhvr>
                                        <p:cTn id="36" dur="500"/>
                                        <p:tgtEl>
                                          <p:spTgt spid="42"/>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43"/>
                                        </p:tgtEl>
                                        <p:attrNameLst>
                                          <p:attrName>style.visibility</p:attrName>
                                        </p:attrNameLst>
                                      </p:cBhvr>
                                      <p:to>
                                        <p:strVal val="visible"/>
                                      </p:to>
                                    </p:set>
                                    <p:animEffect transition="in" filter="wipe(left)">
                                      <p:cBhvr>
                                        <p:cTn id="41" dur="500"/>
                                        <p:tgtEl>
                                          <p:spTgt spid="43"/>
                                        </p:tgtEl>
                                      </p:cBhvr>
                                    </p:animEffect>
                                  </p:childTnLst>
                                </p:cTn>
                              </p:par>
                            </p:childTnLst>
                          </p:cTn>
                        </p:par>
                        <p:par>
                          <p:cTn id="42" fill="hold">
                            <p:stCondLst>
                              <p:cond delay="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750"/>
                                        <p:tgtEl>
                                          <p:spTgt spid="33"/>
                                        </p:tgtEl>
                                      </p:cBhvr>
                                    </p:animEffect>
                                    <p:anim calcmode="lin" valueType="num">
                                      <p:cBhvr>
                                        <p:cTn id="46" dur="750" fill="hold"/>
                                        <p:tgtEl>
                                          <p:spTgt spid="33"/>
                                        </p:tgtEl>
                                        <p:attrNameLst>
                                          <p:attrName>ppt_x</p:attrName>
                                        </p:attrNameLst>
                                      </p:cBhvr>
                                      <p:tavLst>
                                        <p:tav tm="0">
                                          <p:val>
                                            <p:strVal val="#ppt_x"/>
                                          </p:val>
                                        </p:tav>
                                        <p:tav tm="100000">
                                          <p:val>
                                            <p:strVal val="#ppt_x"/>
                                          </p:val>
                                        </p:tav>
                                      </p:tavLst>
                                    </p:anim>
                                    <p:anim calcmode="lin" valueType="num">
                                      <p:cBhvr>
                                        <p:cTn id="47" dur="750" fill="hold"/>
                                        <p:tgtEl>
                                          <p:spTgt spid="33"/>
                                        </p:tgtEl>
                                        <p:attrNameLst>
                                          <p:attrName>ppt_y</p:attrName>
                                        </p:attrNameLst>
                                      </p:cBhvr>
                                      <p:tavLst>
                                        <p:tav tm="0">
                                          <p:val>
                                            <p:strVal val="#ppt_y+.1"/>
                                          </p:val>
                                        </p:tav>
                                        <p:tav tm="100000">
                                          <p:val>
                                            <p:strVal val="#ppt_y"/>
                                          </p:val>
                                        </p:tav>
                                      </p:tavLst>
                                    </p:anim>
                                  </p:childTnLst>
                                </p:cTn>
                              </p:par>
                              <p:par>
                                <p:cTn id="48" presetID="47" presetClass="entr" presetSubtype="0"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750"/>
                                        <p:tgtEl>
                                          <p:spTgt spid="32"/>
                                        </p:tgtEl>
                                      </p:cBhvr>
                                    </p:animEffect>
                                    <p:anim calcmode="lin" valueType="num">
                                      <p:cBhvr>
                                        <p:cTn id="51" dur="750" fill="hold"/>
                                        <p:tgtEl>
                                          <p:spTgt spid="32"/>
                                        </p:tgtEl>
                                        <p:attrNameLst>
                                          <p:attrName>ppt_x</p:attrName>
                                        </p:attrNameLst>
                                      </p:cBhvr>
                                      <p:tavLst>
                                        <p:tav tm="0">
                                          <p:val>
                                            <p:strVal val="#ppt_x"/>
                                          </p:val>
                                        </p:tav>
                                        <p:tav tm="100000">
                                          <p:val>
                                            <p:strVal val="#ppt_x"/>
                                          </p:val>
                                        </p:tav>
                                      </p:tavLst>
                                    </p:anim>
                                    <p:anim calcmode="lin" valueType="num">
                                      <p:cBhvr>
                                        <p:cTn id="52" dur="75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6" presetClass="entr" presetSubtype="21" fill="hold" grpId="0" nodeType="click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barn(inVertical)">
                                      <p:cBhvr>
                                        <p:cTn id="57" dur="500"/>
                                        <p:tgtEl>
                                          <p:spTgt spid="44"/>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grpId="0" nodeType="clickEffect">
                                  <p:stCondLst>
                                    <p:cond delay="0"/>
                                  </p:stCondLst>
                                  <p:childTnLst>
                                    <p:set>
                                      <p:cBhvr>
                                        <p:cTn id="61" dur="1" fill="hold">
                                          <p:stCondLst>
                                            <p:cond delay="0"/>
                                          </p:stCondLst>
                                        </p:cTn>
                                        <p:tgtEl>
                                          <p:spTgt spid="45"/>
                                        </p:tgtEl>
                                        <p:attrNameLst>
                                          <p:attrName>style.visibility</p:attrName>
                                        </p:attrNameLst>
                                      </p:cBhvr>
                                      <p:to>
                                        <p:strVal val="visible"/>
                                      </p:to>
                                    </p:set>
                                    <p:animEffect transition="in" filter="barn(inVertical)">
                                      <p:cBhvr>
                                        <p:cTn id="62" dur="500"/>
                                        <p:tgtEl>
                                          <p:spTgt spid="45"/>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46"/>
                                        </p:tgtEl>
                                        <p:attrNameLst>
                                          <p:attrName>style.visibility</p:attrName>
                                        </p:attrNameLst>
                                      </p:cBhvr>
                                      <p:to>
                                        <p:strVal val="visible"/>
                                      </p:to>
                                    </p:set>
                                    <p:animEffect transition="in" filter="wipe(down)">
                                      <p:cBhvr>
                                        <p:cTn id="67" dur="7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44" grpId="0"/>
      <p:bldP spid="45" grpId="0"/>
      <p:bldP spid="46" grpId="0"/>
      <p:bldP spid="49"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22"/>
          <p:cNvSpPr txBox="1"/>
          <p:nvPr/>
        </p:nvSpPr>
        <p:spPr>
          <a:xfrm>
            <a:off x="1183182" y="2612835"/>
            <a:ext cx="2988724" cy="1109011"/>
          </a:xfrm>
          <a:prstGeom prst="rect">
            <a:avLst/>
          </a:prstGeom>
          <a:noFill/>
        </p:spPr>
        <p:txBody>
          <a:bodyPr wrap="square" lIns="95238" tIns="47620" rIns="95238" bIns="47620" rtlCol="0">
            <a:spAutoFit/>
          </a:bodyPr>
          <a:lstStyle/>
          <a:p>
            <a:pPr algn="just">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您的内容打在这里，或者通过复制您的文本后，在此框中选择粘贴，并选择只保留文字。您的内容打在这里，或者通过复制您的文本后，在此框中选择粘贴。</a:t>
            </a:r>
          </a:p>
        </p:txBody>
      </p:sp>
      <p:sp>
        <p:nvSpPr>
          <p:cNvPr id="15" name="TextBox 23"/>
          <p:cNvSpPr txBox="1"/>
          <p:nvPr/>
        </p:nvSpPr>
        <p:spPr>
          <a:xfrm>
            <a:off x="8834108" y="2612835"/>
            <a:ext cx="2988724" cy="1109011"/>
          </a:xfrm>
          <a:prstGeom prst="rect">
            <a:avLst/>
          </a:prstGeom>
          <a:noFill/>
        </p:spPr>
        <p:txBody>
          <a:bodyPr wrap="square" lIns="95238" tIns="47620" rIns="95238" bIns="47620" rtlCol="0">
            <a:spAutoFit/>
          </a:bodyPr>
          <a:lstStyle/>
          <a:p>
            <a:pPr algn="just">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您的内容打在这里，或者通过复制您的文本后，在此框中选择粘贴，并选择只保留文字。您的内容打在这里，或者通过复制您的文本后，在此框中选择粘贴。</a:t>
            </a:r>
          </a:p>
        </p:txBody>
      </p:sp>
      <p:sp>
        <p:nvSpPr>
          <p:cNvPr id="16" name="TextBox 24"/>
          <p:cNvSpPr txBox="1"/>
          <p:nvPr/>
        </p:nvSpPr>
        <p:spPr>
          <a:xfrm>
            <a:off x="1183182" y="4775751"/>
            <a:ext cx="2988724" cy="1109011"/>
          </a:xfrm>
          <a:prstGeom prst="rect">
            <a:avLst/>
          </a:prstGeom>
          <a:noFill/>
        </p:spPr>
        <p:txBody>
          <a:bodyPr wrap="square" lIns="95238" tIns="47620" rIns="95238" bIns="47620" rtlCol="0">
            <a:spAutoFit/>
          </a:bodyPr>
          <a:lstStyle/>
          <a:p>
            <a:pPr algn="just">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您的内容打在这里，或者通过复制您的文本后，在此框中选择粘贴，并选择只保留文字。您的内容打在这里，或者通过复制您的文本后，在此框中选择粘贴。</a:t>
            </a:r>
          </a:p>
        </p:txBody>
      </p:sp>
      <p:sp>
        <p:nvSpPr>
          <p:cNvPr id="17" name="TextBox 25"/>
          <p:cNvSpPr txBox="1"/>
          <p:nvPr/>
        </p:nvSpPr>
        <p:spPr>
          <a:xfrm>
            <a:off x="8834108" y="4775751"/>
            <a:ext cx="2988724" cy="1109011"/>
          </a:xfrm>
          <a:prstGeom prst="rect">
            <a:avLst/>
          </a:prstGeom>
          <a:noFill/>
        </p:spPr>
        <p:txBody>
          <a:bodyPr wrap="square" lIns="95238" tIns="47620" rIns="95238" bIns="47620" rtlCol="0">
            <a:spAutoFit/>
          </a:bodyPr>
          <a:lstStyle/>
          <a:p>
            <a:pPr algn="just">
              <a:lnSpc>
                <a:spcPct val="130000"/>
              </a:lnSpc>
            </a:pPr>
            <a:r>
              <a:rPr lang="zh-CN" altLang="en-US" sz="1266" dirty="0">
                <a:solidFill>
                  <a:schemeClr val="tx1">
                    <a:lumMod val="75000"/>
                    <a:lumOff val="25000"/>
                  </a:schemeClr>
                </a:solidFill>
                <a:latin typeface="微软雅黑" pitchFamily="34" charset="-122"/>
                <a:ea typeface="微软雅黑" pitchFamily="34" charset="-122"/>
              </a:rPr>
              <a:t>您的内容打在这里，或者通过复制您的文本后，在此框中选择粘贴，并选择只保留文字。您的内容打在这里，或者通过复制您的文本后，在此框中选择粘贴。</a:t>
            </a:r>
          </a:p>
        </p:txBody>
      </p:sp>
      <p:grpSp>
        <p:nvGrpSpPr>
          <p:cNvPr id="18" name="组合 17"/>
          <p:cNvGrpSpPr/>
          <p:nvPr/>
        </p:nvGrpSpPr>
        <p:grpSpPr>
          <a:xfrm>
            <a:off x="5597517" y="3358440"/>
            <a:ext cx="788039" cy="787937"/>
            <a:chOff x="3570825" y="3196716"/>
            <a:chExt cx="756510" cy="756510"/>
          </a:xfrm>
          <a:solidFill>
            <a:srgbClr val="04447F"/>
          </a:solidFill>
          <a:effectLst/>
        </p:grpSpPr>
        <p:sp>
          <p:nvSpPr>
            <p:cNvPr id="19" name="泪滴形 18"/>
            <p:cNvSpPr/>
            <p:nvPr/>
          </p:nvSpPr>
          <p:spPr>
            <a:xfrm rot="5400000">
              <a:off x="3570825" y="3196716"/>
              <a:ext cx="756510" cy="756510"/>
            </a:xfrm>
            <a:prstGeom prst="teardrop">
              <a:avLst/>
            </a:prstGeom>
            <a:grp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2639">
                <a:solidFill>
                  <a:srgbClr val="FFFFFF"/>
                </a:solidFill>
              </a:endParaRPr>
            </a:p>
          </p:txBody>
        </p:sp>
        <p:sp>
          <p:nvSpPr>
            <p:cNvPr id="20" name="TextBox 28"/>
            <p:cNvSpPr txBox="1"/>
            <p:nvPr/>
          </p:nvSpPr>
          <p:spPr>
            <a:xfrm>
              <a:off x="3738101" y="3335678"/>
              <a:ext cx="421958" cy="478588"/>
            </a:xfrm>
            <a:prstGeom prst="rect">
              <a:avLst/>
            </a:prstGeom>
            <a:grpFill/>
            <a:ln>
              <a:noFill/>
            </a:ln>
          </p:spPr>
          <p:txBody>
            <a:bodyPr wrap="none" rtlCol="0" anchor="ctr">
              <a:spAutoFit/>
            </a:bodyPr>
            <a:lstStyle/>
            <a:p>
              <a:pPr algn="ctr"/>
              <a:r>
                <a:rPr lang="en-US" altLang="zh-CN" sz="2639" b="1" dirty="0">
                  <a:solidFill>
                    <a:schemeClr val="bg1"/>
                  </a:solidFill>
                  <a:latin typeface="微软雅黑" pitchFamily="34" charset="-122"/>
                  <a:ea typeface="微软雅黑" pitchFamily="34" charset="-122"/>
                </a:rPr>
                <a:t>A</a:t>
              </a:r>
              <a:endParaRPr lang="zh-CN" altLang="en-US" sz="2639" b="1" dirty="0">
                <a:solidFill>
                  <a:schemeClr val="bg1"/>
                </a:solidFill>
                <a:latin typeface="微软雅黑" pitchFamily="34" charset="-122"/>
                <a:ea typeface="微软雅黑" pitchFamily="34" charset="-122"/>
              </a:endParaRPr>
            </a:p>
          </p:txBody>
        </p:sp>
      </p:grpSp>
      <p:grpSp>
        <p:nvGrpSpPr>
          <p:cNvPr id="21" name="组合 20"/>
          <p:cNvGrpSpPr/>
          <p:nvPr/>
        </p:nvGrpSpPr>
        <p:grpSpPr>
          <a:xfrm>
            <a:off x="6482068" y="3358440"/>
            <a:ext cx="788039" cy="787937"/>
            <a:chOff x="4419984" y="3196716"/>
            <a:chExt cx="756510" cy="756510"/>
          </a:xfrm>
          <a:solidFill>
            <a:srgbClr val="BF1347"/>
          </a:solidFill>
          <a:effectLst/>
        </p:grpSpPr>
        <p:sp>
          <p:nvSpPr>
            <p:cNvPr id="22" name="泪滴形 21"/>
            <p:cNvSpPr/>
            <p:nvPr/>
          </p:nvSpPr>
          <p:spPr>
            <a:xfrm rot="10800000">
              <a:off x="4419984" y="3196716"/>
              <a:ext cx="756510" cy="756510"/>
            </a:xfrm>
            <a:prstGeom prst="teardrop">
              <a:avLst/>
            </a:prstGeom>
            <a:grp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2639">
                <a:solidFill>
                  <a:srgbClr val="FFFFFF"/>
                </a:solidFill>
              </a:endParaRPr>
            </a:p>
          </p:txBody>
        </p:sp>
        <p:sp>
          <p:nvSpPr>
            <p:cNvPr id="23" name="TextBox 31"/>
            <p:cNvSpPr txBox="1"/>
            <p:nvPr/>
          </p:nvSpPr>
          <p:spPr>
            <a:xfrm>
              <a:off x="4598803" y="3335679"/>
              <a:ext cx="398874" cy="478588"/>
            </a:xfrm>
            <a:prstGeom prst="rect">
              <a:avLst/>
            </a:prstGeom>
            <a:grpFill/>
            <a:ln>
              <a:noFill/>
            </a:ln>
          </p:spPr>
          <p:txBody>
            <a:bodyPr wrap="none" rtlCol="0" anchor="ctr">
              <a:spAutoFit/>
            </a:bodyPr>
            <a:lstStyle/>
            <a:p>
              <a:pPr algn="ctr"/>
              <a:r>
                <a:rPr lang="en-US" altLang="zh-CN" sz="2639" b="1" dirty="0">
                  <a:solidFill>
                    <a:schemeClr val="bg1"/>
                  </a:solidFill>
                  <a:latin typeface="微软雅黑" pitchFamily="34" charset="-122"/>
                  <a:ea typeface="微软雅黑" pitchFamily="34" charset="-122"/>
                </a:rPr>
                <a:t>B</a:t>
              </a:r>
              <a:endParaRPr lang="zh-CN" altLang="en-US" sz="2639" b="1" dirty="0">
                <a:solidFill>
                  <a:schemeClr val="bg1"/>
                </a:solidFill>
                <a:latin typeface="微软雅黑" pitchFamily="34" charset="-122"/>
                <a:ea typeface="微软雅黑" pitchFamily="34" charset="-122"/>
              </a:endParaRPr>
            </a:p>
          </p:txBody>
        </p:sp>
      </p:grpSp>
      <p:grpSp>
        <p:nvGrpSpPr>
          <p:cNvPr id="24" name="组合 23"/>
          <p:cNvGrpSpPr/>
          <p:nvPr/>
        </p:nvGrpSpPr>
        <p:grpSpPr>
          <a:xfrm>
            <a:off x="5597517" y="4244671"/>
            <a:ext cx="788039" cy="787937"/>
            <a:chOff x="3570825" y="4047600"/>
            <a:chExt cx="756510" cy="756510"/>
          </a:xfrm>
          <a:solidFill>
            <a:srgbClr val="BF1347"/>
          </a:solidFill>
          <a:effectLst/>
        </p:grpSpPr>
        <p:sp>
          <p:nvSpPr>
            <p:cNvPr id="25" name="泪滴形 24"/>
            <p:cNvSpPr/>
            <p:nvPr/>
          </p:nvSpPr>
          <p:spPr>
            <a:xfrm>
              <a:off x="3570825" y="4047600"/>
              <a:ext cx="756510" cy="756510"/>
            </a:xfrm>
            <a:prstGeom prst="teardrop">
              <a:avLst/>
            </a:prstGeom>
            <a:grp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2639">
                <a:solidFill>
                  <a:srgbClr val="FFFFFF"/>
                </a:solidFill>
              </a:endParaRPr>
            </a:p>
          </p:txBody>
        </p:sp>
        <p:sp>
          <p:nvSpPr>
            <p:cNvPr id="26" name="TextBox 34"/>
            <p:cNvSpPr txBox="1"/>
            <p:nvPr/>
          </p:nvSpPr>
          <p:spPr>
            <a:xfrm>
              <a:off x="3751182" y="4186560"/>
              <a:ext cx="395796" cy="478588"/>
            </a:xfrm>
            <a:prstGeom prst="rect">
              <a:avLst/>
            </a:prstGeom>
            <a:grpFill/>
            <a:ln>
              <a:noFill/>
            </a:ln>
          </p:spPr>
          <p:txBody>
            <a:bodyPr wrap="none" rtlCol="0" anchor="ctr">
              <a:spAutoFit/>
            </a:bodyPr>
            <a:lstStyle/>
            <a:p>
              <a:pPr algn="ctr"/>
              <a:r>
                <a:rPr lang="en-US" altLang="zh-CN" sz="2639" b="1" dirty="0">
                  <a:solidFill>
                    <a:schemeClr val="bg1"/>
                  </a:solidFill>
                  <a:latin typeface="微软雅黑" pitchFamily="34" charset="-122"/>
                  <a:ea typeface="微软雅黑" pitchFamily="34" charset="-122"/>
                </a:rPr>
                <a:t>C</a:t>
              </a:r>
              <a:endParaRPr lang="zh-CN" altLang="en-US" sz="2639" b="1" dirty="0">
                <a:solidFill>
                  <a:schemeClr val="bg1"/>
                </a:solidFill>
                <a:latin typeface="微软雅黑" pitchFamily="34" charset="-122"/>
                <a:ea typeface="微软雅黑" pitchFamily="34" charset="-122"/>
              </a:endParaRPr>
            </a:p>
          </p:txBody>
        </p:sp>
      </p:grpSp>
      <p:grpSp>
        <p:nvGrpSpPr>
          <p:cNvPr id="27" name="组合 26"/>
          <p:cNvGrpSpPr/>
          <p:nvPr/>
        </p:nvGrpSpPr>
        <p:grpSpPr>
          <a:xfrm>
            <a:off x="6482068" y="4244671"/>
            <a:ext cx="788039" cy="787937"/>
            <a:chOff x="4419984" y="4047600"/>
            <a:chExt cx="756510" cy="756510"/>
          </a:xfrm>
          <a:solidFill>
            <a:srgbClr val="04447F"/>
          </a:solidFill>
          <a:effectLst/>
        </p:grpSpPr>
        <p:sp>
          <p:nvSpPr>
            <p:cNvPr id="28" name="泪滴形 27"/>
            <p:cNvSpPr/>
            <p:nvPr/>
          </p:nvSpPr>
          <p:spPr>
            <a:xfrm rot="16200000">
              <a:off x="4419984" y="4047600"/>
              <a:ext cx="756510" cy="756510"/>
            </a:xfrm>
            <a:prstGeom prst="teardrop">
              <a:avLst/>
            </a:prstGeom>
            <a:grpFill/>
            <a:ln w="28575">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zh-CN" altLang="en-US" sz="2639">
                <a:solidFill>
                  <a:srgbClr val="FFFFFF"/>
                </a:solidFill>
              </a:endParaRPr>
            </a:p>
          </p:txBody>
        </p:sp>
        <p:sp>
          <p:nvSpPr>
            <p:cNvPr id="29" name="TextBox 38"/>
            <p:cNvSpPr txBox="1"/>
            <p:nvPr/>
          </p:nvSpPr>
          <p:spPr>
            <a:xfrm>
              <a:off x="4581104" y="4186560"/>
              <a:ext cx="434268" cy="478588"/>
            </a:xfrm>
            <a:prstGeom prst="rect">
              <a:avLst/>
            </a:prstGeom>
            <a:grpFill/>
            <a:ln>
              <a:noFill/>
            </a:ln>
          </p:spPr>
          <p:txBody>
            <a:bodyPr wrap="none" rtlCol="0" anchor="ctr">
              <a:spAutoFit/>
            </a:bodyPr>
            <a:lstStyle/>
            <a:p>
              <a:pPr algn="ctr"/>
              <a:r>
                <a:rPr lang="en-US" altLang="zh-CN" sz="2639" b="1" dirty="0">
                  <a:solidFill>
                    <a:schemeClr val="bg1"/>
                  </a:solidFill>
                  <a:latin typeface="微软雅黑" pitchFamily="34" charset="-122"/>
                  <a:ea typeface="微软雅黑" pitchFamily="34" charset="-122"/>
                </a:rPr>
                <a:t>D</a:t>
              </a:r>
              <a:endParaRPr lang="zh-CN" altLang="en-US" sz="2639" b="1" dirty="0">
                <a:solidFill>
                  <a:schemeClr val="bg1"/>
                </a:solidFill>
                <a:latin typeface="微软雅黑" pitchFamily="34" charset="-122"/>
                <a:ea typeface="微软雅黑" pitchFamily="34" charset="-122"/>
              </a:endParaRPr>
            </a:p>
          </p:txBody>
        </p:sp>
      </p:grpSp>
      <p:sp>
        <p:nvSpPr>
          <p:cNvPr id="30" name="椭圆 29"/>
          <p:cNvSpPr/>
          <p:nvPr/>
        </p:nvSpPr>
        <p:spPr>
          <a:xfrm>
            <a:off x="4430657" y="2338758"/>
            <a:ext cx="1531022" cy="1530820"/>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2639" dirty="0">
                <a:solidFill>
                  <a:srgbClr val="04447F"/>
                </a:solidFill>
                <a:latin typeface="微软雅黑" pitchFamily="34" charset="-122"/>
                <a:ea typeface="微软雅黑" pitchFamily="34" charset="-122"/>
              </a:rPr>
              <a:t>添加标题</a:t>
            </a:r>
          </a:p>
        </p:txBody>
      </p:sp>
      <p:sp>
        <p:nvSpPr>
          <p:cNvPr id="31" name="椭圆 30"/>
          <p:cNvSpPr/>
          <p:nvPr/>
        </p:nvSpPr>
        <p:spPr>
          <a:xfrm>
            <a:off x="6905955" y="2338758"/>
            <a:ext cx="1531022" cy="1530820"/>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2639" dirty="0">
                <a:solidFill>
                  <a:srgbClr val="BF1347"/>
                </a:solidFill>
                <a:latin typeface="微软雅黑" pitchFamily="34" charset="-122"/>
                <a:ea typeface="微软雅黑" pitchFamily="34" charset="-122"/>
              </a:rPr>
              <a:t>添加标题</a:t>
            </a:r>
          </a:p>
        </p:txBody>
      </p:sp>
      <p:sp>
        <p:nvSpPr>
          <p:cNvPr id="32" name="椭圆 31"/>
          <p:cNvSpPr/>
          <p:nvPr/>
        </p:nvSpPr>
        <p:spPr>
          <a:xfrm>
            <a:off x="4430657" y="4497865"/>
            <a:ext cx="1531022" cy="1530820"/>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2639" dirty="0">
                <a:solidFill>
                  <a:srgbClr val="BF1347"/>
                </a:solidFill>
                <a:latin typeface="微软雅黑" pitchFamily="34" charset="-122"/>
                <a:ea typeface="微软雅黑" pitchFamily="34" charset="-122"/>
              </a:rPr>
              <a:t>添加标题</a:t>
            </a:r>
          </a:p>
        </p:txBody>
      </p:sp>
      <p:sp>
        <p:nvSpPr>
          <p:cNvPr id="33" name="椭圆 32"/>
          <p:cNvSpPr/>
          <p:nvPr/>
        </p:nvSpPr>
        <p:spPr>
          <a:xfrm>
            <a:off x="6905955" y="4497865"/>
            <a:ext cx="1531022" cy="1530820"/>
          </a:xfrm>
          <a:prstGeom prst="ellipse">
            <a:avLst/>
          </a:prstGeom>
          <a:gradFill flip="none" rotWithShape="1">
            <a:gsLst>
              <a:gs pos="49000">
                <a:schemeClr val="bg1">
                  <a:lumMod val="93000"/>
                </a:schemeClr>
              </a:gs>
              <a:gs pos="0">
                <a:srgbClr val="E2E2E2">
                  <a:lumMod val="85000"/>
                </a:srgbClr>
              </a:gs>
              <a:gs pos="100000">
                <a:schemeClr val="bg1"/>
              </a:gs>
            </a:gsLst>
            <a:lin ang="2700000" scaled="1"/>
            <a:tileRect/>
          </a:gradFill>
          <a:ln w="38100">
            <a:gradFill flip="none" rotWithShape="1">
              <a:gsLst>
                <a:gs pos="100000">
                  <a:srgbClr val="E0E0E0"/>
                </a:gs>
                <a:gs pos="0">
                  <a:schemeClr val="bg1"/>
                </a:gs>
              </a:gsLst>
              <a:lin ang="0" scaled="0"/>
              <a:tileRect/>
            </a:gradFill>
          </a:ln>
          <a:effectLst>
            <a:outerShdw blurRad="368300" dist="368300" dir="2700000" algn="tr" rotWithShape="0">
              <a:prstClr val="black">
                <a:alpha val="20000"/>
              </a:prstClr>
            </a:outerShdw>
          </a:effectLst>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0" tIns="47620" rIns="0" bIns="47620" rtlCol="0" anchor="ctr"/>
          <a:lstStyle/>
          <a:p>
            <a:pPr algn="ctr"/>
            <a:r>
              <a:rPr lang="zh-CN" altLang="en-US" sz="2639" dirty="0">
                <a:solidFill>
                  <a:srgbClr val="04447F"/>
                </a:solidFill>
                <a:latin typeface="微软雅黑" pitchFamily="34" charset="-122"/>
                <a:ea typeface="微软雅黑" pitchFamily="34" charset="-122"/>
              </a:rPr>
              <a:t>添加标题</a:t>
            </a:r>
          </a:p>
        </p:txBody>
      </p:sp>
      <p:sp>
        <p:nvSpPr>
          <p:cNvPr id="34" name="文本框 33"/>
          <p:cNvSpPr txBox="1"/>
          <p:nvPr/>
        </p:nvSpPr>
        <p:spPr>
          <a:xfrm>
            <a:off x="9892410" y="-1044633"/>
            <a:ext cx="877163" cy="369332"/>
          </a:xfrm>
          <a:prstGeom prst="rect">
            <a:avLst/>
          </a:prstGeom>
          <a:noFill/>
        </p:spPr>
        <p:txBody>
          <a:bodyPr wrap="none" rtlCol="0">
            <a:spAutoFit/>
          </a:bodyPr>
          <a:lstStyle/>
          <a:p>
            <a:r>
              <a:rPr lang="zh-CN" altLang="en-US" dirty="0"/>
              <a:t>延迟符</a:t>
            </a:r>
          </a:p>
        </p:txBody>
      </p:sp>
      <p:cxnSp>
        <p:nvCxnSpPr>
          <p:cNvPr id="35" name="直接连接符 34"/>
          <p:cNvCxnSpPr/>
          <p:nvPr/>
        </p:nvCxnSpPr>
        <p:spPr>
          <a:xfrm>
            <a:off x="1449436" y="853057"/>
            <a:ext cx="11408963" cy="0"/>
          </a:xfrm>
          <a:prstGeom prst="line">
            <a:avLst/>
          </a:prstGeom>
          <a:ln w="12700">
            <a:solidFill>
              <a:srgbClr val="04447F"/>
            </a:solidFill>
            <a:prstDash val="solid"/>
          </a:ln>
        </p:spPr>
        <p:style>
          <a:lnRef idx="1">
            <a:schemeClr val="accent1"/>
          </a:lnRef>
          <a:fillRef idx="0">
            <a:schemeClr val="accent1"/>
          </a:fillRef>
          <a:effectRef idx="0">
            <a:schemeClr val="accent1"/>
          </a:effectRef>
          <a:fontRef idx="minor">
            <a:schemeClr val="tx1"/>
          </a:fontRef>
        </p:style>
      </p:cxnSp>
      <p:sp>
        <p:nvSpPr>
          <p:cNvPr id="36" name="标题 1"/>
          <p:cNvSpPr txBox="1">
            <a:spLocks/>
          </p:cNvSpPr>
          <p:nvPr/>
        </p:nvSpPr>
        <p:spPr>
          <a:xfrm>
            <a:off x="11586950" y="450711"/>
            <a:ext cx="1229701" cy="39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109" b="1" kern="0" dirty="0">
                <a:solidFill>
                  <a:schemeClr val="tx1">
                    <a:lumMod val="75000"/>
                    <a:lumOff val="25000"/>
                  </a:schemeClr>
                </a:solidFill>
              </a:rPr>
              <a:t>公司名称</a:t>
            </a:r>
          </a:p>
        </p:txBody>
      </p:sp>
      <p:sp>
        <p:nvSpPr>
          <p:cNvPr id="37" name="标题 1"/>
          <p:cNvSpPr txBox="1">
            <a:spLocks/>
          </p:cNvSpPr>
          <p:nvPr/>
        </p:nvSpPr>
        <p:spPr>
          <a:xfrm>
            <a:off x="1766711" y="347000"/>
            <a:ext cx="2088910" cy="462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zh-CN" altLang="en-US" sz="2531" b="1" kern="0" dirty="0">
                <a:solidFill>
                  <a:srgbClr val="BF1347"/>
                </a:solidFill>
              </a:rPr>
              <a:t>点击输入标题</a:t>
            </a:r>
          </a:p>
        </p:txBody>
      </p:sp>
      <p:sp>
        <p:nvSpPr>
          <p:cNvPr id="38" name="标题 1"/>
          <p:cNvSpPr txBox="1">
            <a:spLocks/>
          </p:cNvSpPr>
          <p:nvPr/>
        </p:nvSpPr>
        <p:spPr>
          <a:xfrm>
            <a:off x="353" y="303411"/>
            <a:ext cx="1582361" cy="65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bevel/>
                <a:headEnd/>
                <a:tailEnd/>
              </a14:hiddenLine>
            </a:ext>
          </a:extLst>
        </p:spPr>
        <p:txBody>
          <a:bodyPr vert="horz" wrap="none" lIns="72329" tIns="36165" rIns="72329" bIns="36165" rtlCol="0" anchor="ctr">
            <a:spAutoFit/>
          </a:bodyPr>
          <a:lstStyle>
            <a:lvl1pPr algn="l" defTabSz="914400" rtl="0" eaLnBrk="1" latinLnBrk="0" hangingPunct="1">
              <a:lnSpc>
                <a:spcPct val="90000"/>
              </a:lnSpc>
              <a:spcBef>
                <a:spcPct val="0"/>
              </a:spcBef>
              <a:buNone/>
              <a:defRPr lang="zh-CN" altLang="en-US" sz="2000" b="0" kern="1200">
                <a:solidFill>
                  <a:schemeClr val="tx1">
                    <a:lumMod val="85000"/>
                    <a:lumOff val="15000"/>
                  </a:schemeClr>
                </a:solidFill>
                <a:latin typeface="微软雅黑" pitchFamily="34" charset="-122"/>
                <a:ea typeface="微软雅黑" panose="020B0503020204020204" pitchFamily="34" charset="-122"/>
                <a:cs typeface="+mn-cs"/>
              </a:defRPr>
            </a:lvl1pPr>
          </a:lstStyle>
          <a:p>
            <a:pPr>
              <a:lnSpc>
                <a:spcPct val="100000"/>
              </a:lnSpc>
              <a:spcBef>
                <a:spcPts val="0"/>
              </a:spcBef>
            </a:pPr>
            <a:r>
              <a:rPr lang="en-US" altLang="zh-CN" sz="3797" b="1" kern="0" dirty="0">
                <a:solidFill>
                  <a:srgbClr val="BF1347"/>
                </a:solidFill>
              </a:rPr>
              <a:t>LOGO</a:t>
            </a:r>
            <a:endParaRPr lang="zh-CN" altLang="en-US" sz="3797" b="1" kern="0" dirty="0">
              <a:solidFill>
                <a:srgbClr val="BF1347"/>
              </a:solidFill>
            </a:endParaRPr>
          </a:p>
        </p:txBody>
      </p:sp>
    </p:spTree>
    <p:extLst>
      <p:ext uri="{BB962C8B-B14F-4D97-AF65-F5344CB8AC3E}">
        <p14:creationId xmlns:p14="http://schemas.microsoft.com/office/powerpoint/2010/main" val="4192727230"/>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37"/>
                                        </p:tgtEl>
                                        <p:attrNameLst>
                                          <p:attrName>style.visibility</p:attrName>
                                        </p:attrNameLst>
                                      </p:cBhvr>
                                      <p:to>
                                        <p:strVal val="visible"/>
                                      </p:to>
                                    </p:set>
                                    <p:anim calcmode="lin" valueType="num">
                                      <p:cBhvr>
                                        <p:cTn id="7" dur="500" fill="hold"/>
                                        <p:tgtEl>
                                          <p:spTgt spid="37"/>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7"/>
                                        </p:tgtEl>
                                        <p:attrNameLst>
                                          <p:attrName>ppt_y</p:attrName>
                                        </p:attrNameLst>
                                      </p:cBhvr>
                                      <p:tavLst>
                                        <p:tav tm="0">
                                          <p:val>
                                            <p:strVal val="#ppt_y"/>
                                          </p:val>
                                        </p:tav>
                                        <p:tav tm="100000">
                                          <p:val>
                                            <p:strVal val="#ppt_y"/>
                                          </p:val>
                                        </p:tav>
                                      </p:tavLst>
                                    </p:anim>
                                    <p:anim calcmode="lin" valueType="num">
                                      <p:cBhvr>
                                        <p:cTn id="9" dur="500" fill="hold"/>
                                        <p:tgtEl>
                                          <p:spTgt spid="37"/>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7"/>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7"/>
                                        </p:tgtEl>
                                      </p:cBhvr>
                                    </p:animEffect>
                                  </p:childTnLst>
                                </p:cTn>
                              </p:par>
                            </p:childTnLst>
                          </p:cTn>
                        </p:par>
                        <p:par>
                          <p:cTn id="12" fill="hold">
                            <p:stCondLst>
                              <p:cond delay="750"/>
                            </p:stCondLst>
                            <p:childTnLst>
                              <p:par>
                                <p:cTn id="13" presetID="53" presetClass="entr" presetSubtype="16"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p:cTn id="15" dur="500" fill="hold"/>
                                        <p:tgtEl>
                                          <p:spTgt spid="18"/>
                                        </p:tgtEl>
                                        <p:attrNameLst>
                                          <p:attrName>ppt_w</p:attrName>
                                        </p:attrNameLst>
                                      </p:cBhvr>
                                      <p:tavLst>
                                        <p:tav tm="0">
                                          <p:val>
                                            <p:fltVal val="0"/>
                                          </p:val>
                                        </p:tav>
                                        <p:tav tm="100000">
                                          <p:val>
                                            <p:strVal val="#ppt_w"/>
                                          </p:val>
                                        </p:tav>
                                      </p:tavLst>
                                    </p:anim>
                                    <p:anim calcmode="lin" valueType="num">
                                      <p:cBhvr>
                                        <p:cTn id="16" dur="500" fill="hold"/>
                                        <p:tgtEl>
                                          <p:spTgt spid="18"/>
                                        </p:tgtEl>
                                        <p:attrNameLst>
                                          <p:attrName>ppt_h</p:attrName>
                                        </p:attrNameLst>
                                      </p:cBhvr>
                                      <p:tavLst>
                                        <p:tav tm="0">
                                          <p:val>
                                            <p:fltVal val="0"/>
                                          </p:val>
                                        </p:tav>
                                        <p:tav tm="100000">
                                          <p:val>
                                            <p:strVal val="#ppt_h"/>
                                          </p:val>
                                        </p:tav>
                                      </p:tavLst>
                                    </p:anim>
                                    <p:animEffect transition="in" filter="fade">
                                      <p:cBhvr>
                                        <p:cTn id="17" dur="500"/>
                                        <p:tgtEl>
                                          <p:spTgt spid="18"/>
                                        </p:tgtEl>
                                      </p:cBhvr>
                                    </p:animEffect>
                                  </p:childTnLst>
                                </p:cTn>
                              </p:par>
                              <p:par>
                                <p:cTn id="18" presetID="53" presetClass="entr" presetSubtype="16" fill="hold" nodeType="withEffect">
                                  <p:stCondLst>
                                    <p:cond delay="100"/>
                                  </p:stCondLst>
                                  <p:childTnLst>
                                    <p:set>
                                      <p:cBhvr>
                                        <p:cTn id="19" dur="1" fill="hold">
                                          <p:stCondLst>
                                            <p:cond delay="0"/>
                                          </p:stCondLst>
                                        </p:cTn>
                                        <p:tgtEl>
                                          <p:spTgt spid="21"/>
                                        </p:tgtEl>
                                        <p:attrNameLst>
                                          <p:attrName>style.visibility</p:attrName>
                                        </p:attrNameLst>
                                      </p:cBhvr>
                                      <p:to>
                                        <p:strVal val="visible"/>
                                      </p:to>
                                    </p:set>
                                    <p:anim calcmode="lin" valueType="num">
                                      <p:cBhvr>
                                        <p:cTn id="20" dur="500" fill="hold"/>
                                        <p:tgtEl>
                                          <p:spTgt spid="21"/>
                                        </p:tgtEl>
                                        <p:attrNameLst>
                                          <p:attrName>ppt_w</p:attrName>
                                        </p:attrNameLst>
                                      </p:cBhvr>
                                      <p:tavLst>
                                        <p:tav tm="0">
                                          <p:val>
                                            <p:fltVal val="0"/>
                                          </p:val>
                                        </p:tav>
                                        <p:tav tm="100000">
                                          <p:val>
                                            <p:strVal val="#ppt_w"/>
                                          </p:val>
                                        </p:tav>
                                      </p:tavLst>
                                    </p:anim>
                                    <p:anim calcmode="lin" valueType="num">
                                      <p:cBhvr>
                                        <p:cTn id="21" dur="500" fill="hold"/>
                                        <p:tgtEl>
                                          <p:spTgt spid="21"/>
                                        </p:tgtEl>
                                        <p:attrNameLst>
                                          <p:attrName>ppt_h</p:attrName>
                                        </p:attrNameLst>
                                      </p:cBhvr>
                                      <p:tavLst>
                                        <p:tav tm="0">
                                          <p:val>
                                            <p:fltVal val="0"/>
                                          </p:val>
                                        </p:tav>
                                        <p:tav tm="100000">
                                          <p:val>
                                            <p:strVal val="#ppt_h"/>
                                          </p:val>
                                        </p:tav>
                                      </p:tavLst>
                                    </p:anim>
                                    <p:animEffect transition="in" filter="fade">
                                      <p:cBhvr>
                                        <p:cTn id="22" dur="500"/>
                                        <p:tgtEl>
                                          <p:spTgt spid="21"/>
                                        </p:tgtEl>
                                      </p:cBhvr>
                                    </p:animEffect>
                                  </p:childTnLst>
                                </p:cTn>
                              </p:par>
                              <p:par>
                                <p:cTn id="23" presetID="53" presetClass="entr" presetSubtype="16" fill="hold" nodeType="withEffect">
                                  <p:stCondLst>
                                    <p:cond delay="200"/>
                                  </p:stCondLst>
                                  <p:childTnLst>
                                    <p:set>
                                      <p:cBhvr>
                                        <p:cTn id="24" dur="1" fill="hold">
                                          <p:stCondLst>
                                            <p:cond delay="0"/>
                                          </p:stCondLst>
                                        </p:cTn>
                                        <p:tgtEl>
                                          <p:spTgt spid="24"/>
                                        </p:tgtEl>
                                        <p:attrNameLst>
                                          <p:attrName>style.visibility</p:attrName>
                                        </p:attrNameLst>
                                      </p:cBhvr>
                                      <p:to>
                                        <p:strVal val="visible"/>
                                      </p:to>
                                    </p:set>
                                    <p:anim calcmode="lin" valueType="num">
                                      <p:cBhvr>
                                        <p:cTn id="25" dur="500" fill="hold"/>
                                        <p:tgtEl>
                                          <p:spTgt spid="24"/>
                                        </p:tgtEl>
                                        <p:attrNameLst>
                                          <p:attrName>ppt_w</p:attrName>
                                        </p:attrNameLst>
                                      </p:cBhvr>
                                      <p:tavLst>
                                        <p:tav tm="0">
                                          <p:val>
                                            <p:fltVal val="0"/>
                                          </p:val>
                                        </p:tav>
                                        <p:tav tm="100000">
                                          <p:val>
                                            <p:strVal val="#ppt_w"/>
                                          </p:val>
                                        </p:tav>
                                      </p:tavLst>
                                    </p:anim>
                                    <p:anim calcmode="lin" valueType="num">
                                      <p:cBhvr>
                                        <p:cTn id="26" dur="500" fill="hold"/>
                                        <p:tgtEl>
                                          <p:spTgt spid="24"/>
                                        </p:tgtEl>
                                        <p:attrNameLst>
                                          <p:attrName>ppt_h</p:attrName>
                                        </p:attrNameLst>
                                      </p:cBhvr>
                                      <p:tavLst>
                                        <p:tav tm="0">
                                          <p:val>
                                            <p:fltVal val="0"/>
                                          </p:val>
                                        </p:tav>
                                        <p:tav tm="100000">
                                          <p:val>
                                            <p:strVal val="#ppt_h"/>
                                          </p:val>
                                        </p:tav>
                                      </p:tavLst>
                                    </p:anim>
                                    <p:animEffect transition="in" filter="fade">
                                      <p:cBhvr>
                                        <p:cTn id="27" dur="500"/>
                                        <p:tgtEl>
                                          <p:spTgt spid="24"/>
                                        </p:tgtEl>
                                      </p:cBhvr>
                                    </p:animEffect>
                                  </p:childTnLst>
                                </p:cTn>
                              </p:par>
                              <p:par>
                                <p:cTn id="28" presetID="53" presetClass="entr" presetSubtype="16" fill="hold" nodeType="withEffect">
                                  <p:stCondLst>
                                    <p:cond delay="300"/>
                                  </p:stCondLst>
                                  <p:childTnLst>
                                    <p:set>
                                      <p:cBhvr>
                                        <p:cTn id="29" dur="1" fill="hold">
                                          <p:stCondLst>
                                            <p:cond delay="0"/>
                                          </p:stCondLst>
                                        </p:cTn>
                                        <p:tgtEl>
                                          <p:spTgt spid="27"/>
                                        </p:tgtEl>
                                        <p:attrNameLst>
                                          <p:attrName>style.visibility</p:attrName>
                                        </p:attrNameLst>
                                      </p:cBhvr>
                                      <p:to>
                                        <p:strVal val="visible"/>
                                      </p:to>
                                    </p:set>
                                    <p:anim calcmode="lin" valueType="num">
                                      <p:cBhvr>
                                        <p:cTn id="30" dur="500" fill="hold"/>
                                        <p:tgtEl>
                                          <p:spTgt spid="27"/>
                                        </p:tgtEl>
                                        <p:attrNameLst>
                                          <p:attrName>ppt_w</p:attrName>
                                        </p:attrNameLst>
                                      </p:cBhvr>
                                      <p:tavLst>
                                        <p:tav tm="0">
                                          <p:val>
                                            <p:fltVal val="0"/>
                                          </p:val>
                                        </p:tav>
                                        <p:tav tm="100000">
                                          <p:val>
                                            <p:strVal val="#ppt_w"/>
                                          </p:val>
                                        </p:tav>
                                      </p:tavLst>
                                    </p:anim>
                                    <p:anim calcmode="lin" valueType="num">
                                      <p:cBhvr>
                                        <p:cTn id="31" dur="500" fill="hold"/>
                                        <p:tgtEl>
                                          <p:spTgt spid="27"/>
                                        </p:tgtEl>
                                        <p:attrNameLst>
                                          <p:attrName>ppt_h</p:attrName>
                                        </p:attrNameLst>
                                      </p:cBhvr>
                                      <p:tavLst>
                                        <p:tav tm="0">
                                          <p:val>
                                            <p:fltVal val="0"/>
                                          </p:val>
                                        </p:tav>
                                        <p:tav tm="100000">
                                          <p:val>
                                            <p:strVal val="#ppt_h"/>
                                          </p:val>
                                        </p:tav>
                                      </p:tavLst>
                                    </p:anim>
                                    <p:animEffect transition="in" filter="fade">
                                      <p:cBhvr>
                                        <p:cTn id="32" dur="500"/>
                                        <p:tgtEl>
                                          <p:spTgt spid="27"/>
                                        </p:tgtEl>
                                      </p:cBhvr>
                                    </p:animEffect>
                                  </p:childTnLst>
                                </p:cTn>
                              </p:par>
                              <p:par>
                                <p:cTn id="33" presetID="23" presetClass="entr" presetSubtype="16" fill="hold" grpId="0" nodeType="withEffect">
                                  <p:stCondLst>
                                    <p:cond delay="500"/>
                                  </p:stCondLst>
                                  <p:childTnLst>
                                    <p:set>
                                      <p:cBhvr>
                                        <p:cTn id="34" dur="1" fill="hold">
                                          <p:stCondLst>
                                            <p:cond delay="0"/>
                                          </p:stCondLst>
                                        </p:cTn>
                                        <p:tgtEl>
                                          <p:spTgt spid="30"/>
                                        </p:tgtEl>
                                        <p:attrNameLst>
                                          <p:attrName>style.visibility</p:attrName>
                                        </p:attrNameLst>
                                      </p:cBhvr>
                                      <p:to>
                                        <p:strVal val="visible"/>
                                      </p:to>
                                    </p:set>
                                    <p:anim calcmode="lin" valueType="num">
                                      <p:cBhvr>
                                        <p:cTn id="35" dur="300" fill="hold"/>
                                        <p:tgtEl>
                                          <p:spTgt spid="30"/>
                                        </p:tgtEl>
                                        <p:attrNameLst>
                                          <p:attrName>ppt_w</p:attrName>
                                        </p:attrNameLst>
                                      </p:cBhvr>
                                      <p:tavLst>
                                        <p:tav tm="0">
                                          <p:val>
                                            <p:fltVal val="0"/>
                                          </p:val>
                                        </p:tav>
                                        <p:tav tm="100000">
                                          <p:val>
                                            <p:strVal val="#ppt_w"/>
                                          </p:val>
                                        </p:tav>
                                      </p:tavLst>
                                    </p:anim>
                                    <p:anim calcmode="lin" valueType="num">
                                      <p:cBhvr>
                                        <p:cTn id="36" dur="300" fill="hold"/>
                                        <p:tgtEl>
                                          <p:spTgt spid="30"/>
                                        </p:tgtEl>
                                        <p:attrNameLst>
                                          <p:attrName>ppt_h</p:attrName>
                                        </p:attrNameLst>
                                      </p:cBhvr>
                                      <p:tavLst>
                                        <p:tav tm="0">
                                          <p:val>
                                            <p:fltVal val="0"/>
                                          </p:val>
                                        </p:tav>
                                        <p:tav tm="100000">
                                          <p:val>
                                            <p:strVal val="#ppt_h"/>
                                          </p:val>
                                        </p:tav>
                                      </p:tavLst>
                                    </p:anim>
                                  </p:childTnLst>
                                </p:cTn>
                              </p:par>
                              <p:par>
                                <p:cTn id="37" presetID="6" presetClass="emph" presetSubtype="0" autoRev="1" fill="hold" grpId="1" nodeType="withEffect">
                                  <p:stCondLst>
                                    <p:cond delay="750"/>
                                  </p:stCondLst>
                                  <p:childTnLst>
                                    <p:animScale>
                                      <p:cBhvr>
                                        <p:cTn id="38" dur="200" fill="hold"/>
                                        <p:tgtEl>
                                          <p:spTgt spid="30"/>
                                        </p:tgtEl>
                                      </p:cBhvr>
                                      <p:by x="110000" y="110000"/>
                                    </p:animScale>
                                  </p:childTnLst>
                                </p:cTn>
                              </p:par>
                              <p:par>
                                <p:cTn id="39" presetID="23" presetClass="entr" presetSubtype="16" fill="hold" grpId="0" nodeType="withEffect">
                                  <p:stCondLst>
                                    <p:cond delay="750"/>
                                  </p:stCondLst>
                                  <p:childTnLst>
                                    <p:set>
                                      <p:cBhvr>
                                        <p:cTn id="40" dur="1" fill="hold">
                                          <p:stCondLst>
                                            <p:cond delay="0"/>
                                          </p:stCondLst>
                                        </p:cTn>
                                        <p:tgtEl>
                                          <p:spTgt spid="31"/>
                                        </p:tgtEl>
                                        <p:attrNameLst>
                                          <p:attrName>style.visibility</p:attrName>
                                        </p:attrNameLst>
                                      </p:cBhvr>
                                      <p:to>
                                        <p:strVal val="visible"/>
                                      </p:to>
                                    </p:set>
                                    <p:anim calcmode="lin" valueType="num">
                                      <p:cBhvr>
                                        <p:cTn id="41" dur="300" fill="hold"/>
                                        <p:tgtEl>
                                          <p:spTgt spid="31"/>
                                        </p:tgtEl>
                                        <p:attrNameLst>
                                          <p:attrName>ppt_w</p:attrName>
                                        </p:attrNameLst>
                                      </p:cBhvr>
                                      <p:tavLst>
                                        <p:tav tm="0">
                                          <p:val>
                                            <p:fltVal val="0"/>
                                          </p:val>
                                        </p:tav>
                                        <p:tav tm="100000">
                                          <p:val>
                                            <p:strVal val="#ppt_w"/>
                                          </p:val>
                                        </p:tav>
                                      </p:tavLst>
                                    </p:anim>
                                    <p:anim calcmode="lin" valueType="num">
                                      <p:cBhvr>
                                        <p:cTn id="42" dur="300" fill="hold"/>
                                        <p:tgtEl>
                                          <p:spTgt spid="31"/>
                                        </p:tgtEl>
                                        <p:attrNameLst>
                                          <p:attrName>ppt_h</p:attrName>
                                        </p:attrNameLst>
                                      </p:cBhvr>
                                      <p:tavLst>
                                        <p:tav tm="0">
                                          <p:val>
                                            <p:fltVal val="0"/>
                                          </p:val>
                                        </p:tav>
                                        <p:tav tm="100000">
                                          <p:val>
                                            <p:strVal val="#ppt_h"/>
                                          </p:val>
                                        </p:tav>
                                      </p:tavLst>
                                    </p:anim>
                                  </p:childTnLst>
                                </p:cTn>
                              </p:par>
                              <p:par>
                                <p:cTn id="43" presetID="6" presetClass="emph" presetSubtype="0" autoRev="1" fill="hold" grpId="1" nodeType="withEffect">
                                  <p:stCondLst>
                                    <p:cond delay="1000"/>
                                  </p:stCondLst>
                                  <p:childTnLst>
                                    <p:animScale>
                                      <p:cBhvr>
                                        <p:cTn id="44" dur="200" fill="hold"/>
                                        <p:tgtEl>
                                          <p:spTgt spid="31"/>
                                        </p:tgtEl>
                                      </p:cBhvr>
                                      <p:by x="110000" y="110000"/>
                                    </p:animScale>
                                  </p:childTnLst>
                                </p:cTn>
                              </p:par>
                              <p:par>
                                <p:cTn id="45" presetID="23" presetClass="entr" presetSubtype="16" fill="hold" grpId="0" nodeType="withEffect">
                                  <p:stCondLst>
                                    <p:cond delay="1000"/>
                                  </p:stCondLst>
                                  <p:childTnLst>
                                    <p:set>
                                      <p:cBhvr>
                                        <p:cTn id="46" dur="1" fill="hold">
                                          <p:stCondLst>
                                            <p:cond delay="0"/>
                                          </p:stCondLst>
                                        </p:cTn>
                                        <p:tgtEl>
                                          <p:spTgt spid="32"/>
                                        </p:tgtEl>
                                        <p:attrNameLst>
                                          <p:attrName>style.visibility</p:attrName>
                                        </p:attrNameLst>
                                      </p:cBhvr>
                                      <p:to>
                                        <p:strVal val="visible"/>
                                      </p:to>
                                    </p:set>
                                    <p:anim calcmode="lin" valueType="num">
                                      <p:cBhvr>
                                        <p:cTn id="47" dur="300" fill="hold"/>
                                        <p:tgtEl>
                                          <p:spTgt spid="32"/>
                                        </p:tgtEl>
                                        <p:attrNameLst>
                                          <p:attrName>ppt_w</p:attrName>
                                        </p:attrNameLst>
                                      </p:cBhvr>
                                      <p:tavLst>
                                        <p:tav tm="0">
                                          <p:val>
                                            <p:fltVal val="0"/>
                                          </p:val>
                                        </p:tav>
                                        <p:tav tm="100000">
                                          <p:val>
                                            <p:strVal val="#ppt_w"/>
                                          </p:val>
                                        </p:tav>
                                      </p:tavLst>
                                    </p:anim>
                                    <p:anim calcmode="lin" valueType="num">
                                      <p:cBhvr>
                                        <p:cTn id="48" dur="300" fill="hold"/>
                                        <p:tgtEl>
                                          <p:spTgt spid="32"/>
                                        </p:tgtEl>
                                        <p:attrNameLst>
                                          <p:attrName>ppt_h</p:attrName>
                                        </p:attrNameLst>
                                      </p:cBhvr>
                                      <p:tavLst>
                                        <p:tav tm="0">
                                          <p:val>
                                            <p:fltVal val="0"/>
                                          </p:val>
                                        </p:tav>
                                        <p:tav tm="100000">
                                          <p:val>
                                            <p:strVal val="#ppt_h"/>
                                          </p:val>
                                        </p:tav>
                                      </p:tavLst>
                                    </p:anim>
                                  </p:childTnLst>
                                </p:cTn>
                              </p:par>
                              <p:par>
                                <p:cTn id="49" presetID="6" presetClass="emph" presetSubtype="0" autoRev="1" fill="hold" grpId="1" nodeType="withEffect">
                                  <p:stCondLst>
                                    <p:cond delay="1250"/>
                                  </p:stCondLst>
                                  <p:childTnLst>
                                    <p:animScale>
                                      <p:cBhvr>
                                        <p:cTn id="50" dur="200" fill="hold"/>
                                        <p:tgtEl>
                                          <p:spTgt spid="32"/>
                                        </p:tgtEl>
                                      </p:cBhvr>
                                      <p:by x="110000" y="110000"/>
                                    </p:animScale>
                                  </p:childTnLst>
                                </p:cTn>
                              </p:par>
                              <p:par>
                                <p:cTn id="51" presetID="23" presetClass="entr" presetSubtype="16" fill="hold" grpId="0" nodeType="withEffect">
                                  <p:stCondLst>
                                    <p:cond delay="1250"/>
                                  </p:stCondLst>
                                  <p:childTnLst>
                                    <p:set>
                                      <p:cBhvr>
                                        <p:cTn id="52" dur="1" fill="hold">
                                          <p:stCondLst>
                                            <p:cond delay="0"/>
                                          </p:stCondLst>
                                        </p:cTn>
                                        <p:tgtEl>
                                          <p:spTgt spid="33"/>
                                        </p:tgtEl>
                                        <p:attrNameLst>
                                          <p:attrName>style.visibility</p:attrName>
                                        </p:attrNameLst>
                                      </p:cBhvr>
                                      <p:to>
                                        <p:strVal val="visible"/>
                                      </p:to>
                                    </p:set>
                                    <p:anim calcmode="lin" valueType="num">
                                      <p:cBhvr>
                                        <p:cTn id="53" dur="300" fill="hold"/>
                                        <p:tgtEl>
                                          <p:spTgt spid="33"/>
                                        </p:tgtEl>
                                        <p:attrNameLst>
                                          <p:attrName>ppt_w</p:attrName>
                                        </p:attrNameLst>
                                      </p:cBhvr>
                                      <p:tavLst>
                                        <p:tav tm="0">
                                          <p:val>
                                            <p:fltVal val="0"/>
                                          </p:val>
                                        </p:tav>
                                        <p:tav tm="100000">
                                          <p:val>
                                            <p:strVal val="#ppt_w"/>
                                          </p:val>
                                        </p:tav>
                                      </p:tavLst>
                                    </p:anim>
                                    <p:anim calcmode="lin" valueType="num">
                                      <p:cBhvr>
                                        <p:cTn id="54" dur="300" fill="hold"/>
                                        <p:tgtEl>
                                          <p:spTgt spid="33"/>
                                        </p:tgtEl>
                                        <p:attrNameLst>
                                          <p:attrName>ppt_h</p:attrName>
                                        </p:attrNameLst>
                                      </p:cBhvr>
                                      <p:tavLst>
                                        <p:tav tm="0">
                                          <p:val>
                                            <p:fltVal val="0"/>
                                          </p:val>
                                        </p:tav>
                                        <p:tav tm="100000">
                                          <p:val>
                                            <p:strVal val="#ppt_h"/>
                                          </p:val>
                                        </p:tav>
                                      </p:tavLst>
                                    </p:anim>
                                  </p:childTnLst>
                                </p:cTn>
                              </p:par>
                              <p:par>
                                <p:cTn id="55" presetID="6" presetClass="emph" presetSubtype="0" autoRev="1" fill="hold" grpId="1" nodeType="withEffect">
                                  <p:stCondLst>
                                    <p:cond delay="1500"/>
                                  </p:stCondLst>
                                  <p:childTnLst>
                                    <p:animScale>
                                      <p:cBhvr>
                                        <p:cTn id="56" dur="200" fill="hold"/>
                                        <p:tgtEl>
                                          <p:spTgt spid="33"/>
                                        </p:tgtEl>
                                      </p:cBhvr>
                                      <p:by x="110000" y="110000"/>
                                    </p:animScale>
                                  </p:childTnLst>
                                </p:cTn>
                              </p:par>
                            </p:childTnLst>
                          </p:cTn>
                        </p:par>
                        <p:par>
                          <p:cTn id="57" fill="hold">
                            <p:stCondLst>
                              <p:cond delay="2650"/>
                            </p:stCondLst>
                            <p:childTnLst>
                              <p:par>
                                <p:cTn id="58" presetID="2" presetClass="entr" presetSubtype="6" accel="100000" fill="hold" grpId="0" nodeType="afterEffect">
                                  <p:stCondLst>
                                    <p:cond delay="0"/>
                                  </p:stCondLst>
                                  <p:childTnLst>
                                    <p:set>
                                      <p:cBhvr>
                                        <p:cTn id="59" dur="1" fill="hold">
                                          <p:stCondLst>
                                            <p:cond delay="0"/>
                                          </p:stCondLst>
                                        </p:cTn>
                                        <p:tgtEl>
                                          <p:spTgt spid="14"/>
                                        </p:tgtEl>
                                        <p:attrNameLst>
                                          <p:attrName>style.visibility</p:attrName>
                                        </p:attrNameLst>
                                      </p:cBhvr>
                                      <p:to>
                                        <p:strVal val="visible"/>
                                      </p:to>
                                    </p:set>
                                    <p:anim calcmode="lin" valueType="num">
                                      <p:cBhvr additive="base">
                                        <p:cTn id="60" dur="500" fill="hold"/>
                                        <p:tgtEl>
                                          <p:spTgt spid="14"/>
                                        </p:tgtEl>
                                        <p:attrNameLst>
                                          <p:attrName>ppt_x</p:attrName>
                                        </p:attrNameLst>
                                      </p:cBhvr>
                                      <p:tavLst>
                                        <p:tav tm="0">
                                          <p:val>
                                            <p:strVal val="1+#ppt_w/2"/>
                                          </p:val>
                                        </p:tav>
                                        <p:tav tm="100000">
                                          <p:val>
                                            <p:strVal val="#ppt_x"/>
                                          </p:val>
                                        </p:tav>
                                      </p:tavLst>
                                    </p:anim>
                                    <p:anim calcmode="lin" valueType="num">
                                      <p:cBhvr additive="base">
                                        <p:cTn id="61" dur="500" fill="hold"/>
                                        <p:tgtEl>
                                          <p:spTgt spid="14"/>
                                        </p:tgtEl>
                                        <p:attrNameLst>
                                          <p:attrName>ppt_y</p:attrName>
                                        </p:attrNameLst>
                                      </p:cBhvr>
                                      <p:tavLst>
                                        <p:tav tm="0">
                                          <p:val>
                                            <p:strVal val="1+#ppt_h/2"/>
                                          </p:val>
                                        </p:tav>
                                        <p:tav tm="100000">
                                          <p:val>
                                            <p:strVal val="#ppt_y"/>
                                          </p:val>
                                        </p:tav>
                                      </p:tavLst>
                                    </p:anim>
                                  </p:childTnLst>
                                </p:cTn>
                              </p:par>
                              <p:par>
                                <p:cTn id="62" presetID="2" presetClass="entr" presetSubtype="12" accel="100000"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500" fill="hold"/>
                                        <p:tgtEl>
                                          <p:spTgt spid="15"/>
                                        </p:tgtEl>
                                        <p:attrNameLst>
                                          <p:attrName>ppt_x</p:attrName>
                                        </p:attrNameLst>
                                      </p:cBhvr>
                                      <p:tavLst>
                                        <p:tav tm="0">
                                          <p:val>
                                            <p:strVal val="0-#ppt_w/2"/>
                                          </p:val>
                                        </p:tav>
                                        <p:tav tm="100000">
                                          <p:val>
                                            <p:strVal val="#ppt_x"/>
                                          </p:val>
                                        </p:tav>
                                      </p:tavLst>
                                    </p:anim>
                                    <p:anim calcmode="lin" valueType="num">
                                      <p:cBhvr additive="base">
                                        <p:cTn id="65" dur="500" fill="hold"/>
                                        <p:tgtEl>
                                          <p:spTgt spid="15"/>
                                        </p:tgtEl>
                                        <p:attrNameLst>
                                          <p:attrName>ppt_y</p:attrName>
                                        </p:attrNameLst>
                                      </p:cBhvr>
                                      <p:tavLst>
                                        <p:tav tm="0">
                                          <p:val>
                                            <p:strVal val="1+#ppt_h/2"/>
                                          </p:val>
                                        </p:tav>
                                        <p:tav tm="100000">
                                          <p:val>
                                            <p:strVal val="#ppt_y"/>
                                          </p:val>
                                        </p:tav>
                                      </p:tavLst>
                                    </p:anim>
                                  </p:childTnLst>
                                </p:cTn>
                              </p:par>
                              <p:par>
                                <p:cTn id="66" presetID="2" presetClass="entr" presetSubtype="3" accel="100000" fill="hold" grpId="0" nodeType="withEffect">
                                  <p:stCondLst>
                                    <p:cond delay="0"/>
                                  </p:stCondLst>
                                  <p:childTnLst>
                                    <p:set>
                                      <p:cBhvr>
                                        <p:cTn id="67" dur="1" fill="hold">
                                          <p:stCondLst>
                                            <p:cond delay="0"/>
                                          </p:stCondLst>
                                        </p:cTn>
                                        <p:tgtEl>
                                          <p:spTgt spid="16"/>
                                        </p:tgtEl>
                                        <p:attrNameLst>
                                          <p:attrName>style.visibility</p:attrName>
                                        </p:attrNameLst>
                                      </p:cBhvr>
                                      <p:to>
                                        <p:strVal val="visible"/>
                                      </p:to>
                                    </p:set>
                                    <p:anim calcmode="lin" valueType="num">
                                      <p:cBhvr additive="base">
                                        <p:cTn id="68" dur="500" fill="hold"/>
                                        <p:tgtEl>
                                          <p:spTgt spid="16"/>
                                        </p:tgtEl>
                                        <p:attrNameLst>
                                          <p:attrName>ppt_x</p:attrName>
                                        </p:attrNameLst>
                                      </p:cBhvr>
                                      <p:tavLst>
                                        <p:tav tm="0">
                                          <p:val>
                                            <p:strVal val="1+#ppt_w/2"/>
                                          </p:val>
                                        </p:tav>
                                        <p:tav tm="100000">
                                          <p:val>
                                            <p:strVal val="#ppt_x"/>
                                          </p:val>
                                        </p:tav>
                                      </p:tavLst>
                                    </p:anim>
                                    <p:anim calcmode="lin" valueType="num">
                                      <p:cBhvr additive="base">
                                        <p:cTn id="69" dur="500" fill="hold"/>
                                        <p:tgtEl>
                                          <p:spTgt spid="16"/>
                                        </p:tgtEl>
                                        <p:attrNameLst>
                                          <p:attrName>ppt_y</p:attrName>
                                        </p:attrNameLst>
                                      </p:cBhvr>
                                      <p:tavLst>
                                        <p:tav tm="0">
                                          <p:val>
                                            <p:strVal val="0-#ppt_h/2"/>
                                          </p:val>
                                        </p:tav>
                                        <p:tav tm="100000">
                                          <p:val>
                                            <p:strVal val="#ppt_y"/>
                                          </p:val>
                                        </p:tav>
                                      </p:tavLst>
                                    </p:anim>
                                  </p:childTnLst>
                                </p:cTn>
                              </p:par>
                              <p:par>
                                <p:cTn id="70" presetID="2" presetClass="entr" presetSubtype="9" accel="100000" fill="hold" grpId="0" nodeType="withEffect">
                                  <p:stCondLst>
                                    <p:cond delay="0"/>
                                  </p:stCondLst>
                                  <p:childTnLst>
                                    <p:set>
                                      <p:cBhvr>
                                        <p:cTn id="71" dur="1" fill="hold">
                                          <p:stCondLst>
                                            <p:cond delay="0"/>
                                          </p:stCondLst>
                                        </p:cTn>
                                        <p:tgtEl>
                                          <p:spTgt spid="17"/>
                                        </p:tgtEl>
                                        <p:attrNameLst>
                                          <p:attrName>style.visibility</p:attrName>
                                        </p:attrNameLst>
                                      </p:cBhvr>
                                      <p:to>
                                        <p:strVal val="visible"/>
                                      </p:to>
                                    </p:set>
                                    <p:anim calcmode="lin" valueType="num">
                                      <p:cBhvr additive="base">
                                        <p:cTn id="72" dur="500" fill="hold"/>
                                        <p:tgtEl>
                                          <p:spTgt spid="17"/>
                                        </p:tgtEl>
                                        <p:attrNameLst>
                                          <p:attrName>ppt_x</p:attrName>
                                        </p:attrNameLst>
                                      </p:cBhvr>
                                      <p:tavLst>
                                        <p:tav tm="0">
                                          <p:val>
                                            <p:strVal val="0-#ppt_w/2"/>
                                          </p:val>
                                        </p:tav>
                                        <p:tav tm="100000">
                                          <p:val>
                                            <p:strVal val="#ppt_x"/>
                                          </p:val>
                                        </p:tav>
                                      </p:tavLst>
                                    </p:anim>
                                    <p:anim calcmode="lin" valueType="num">
                                      <p:cBhvr additive="base">
                                        <p:cTn id="73"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22" presetClass="entr" presetSubtype="4" fill="hold" grpId="0" nodeType="clickEffect">
                                  <p:stCondLst>
                                    <p:cond delay="0"/>
                                  </p:stCondLst>
                                  <p:childTnLst>
                                    <p:set>
                                      <p:cBhvr>
                                        <p:cTn id="77" dur="1" fill="hold">
                                          <p:stCondLst>
                                            <p:cond delay="0"/>
                                          </p:stCondLst>
                                        </p:cTn>
                                        <p:tgtEl>
                                          <p:spTgt spid="34"/>
                                        </p:tgtEl>
                                        <p:attrNameLst>
                                          <p:attrName>style.visibility</p:attrName>
                                        </p:attrNameLst>
                                      </p:cBhvr>
                                      <p:to>
                                        <p:strVal val="visible"/>
                                      </p:to>
                                    </p:set>
                                    <p:animEffect transition="in" filter="wipe(down)">
                                      <p:cBhvr>
                                        <p:cTn id="78" dur="7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30" grpId="0" animBg="1"/>
      <p:bldP spid="30" grpId="1" animBg="1"/>
      <p:bldP spid="31" grpId="0" animBg="1"/>
      <p:bldP spid="31" grpId="1" animBg="1"/>
      <p:bldP spid="32" grpId="0" animBg="1"/>
      <p:bldP spid="32" grpId="1" animBg="1"/>
      <p:bldP spid="33" grpId="0" animBg="1"/>
      <p:bldP spid="33" grpId="1" animBg="1"/>
      <p:bldP spid="34" grpId="0"/>
      <p:bldP spid="3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759056" y="2951027"/>
            <a:ext cx="11291998" cy="2192437"/>
            <a:chOff x="806609" y="3509755"/>
            <a:chExt cx="10343040" cy="2008187"/>
          </a:xfrm>
        </p:grpSpPr>
        <p:grpSp>
          <p:nvGrpSpPr>
            <p:cNvPr id="12" name="组合 44"/>
            <p:cNvGrpSpPr>
              <a:grpSpLocks/>
            </p:cNvGrpSpPr>
            <p:nvPr/>
          </p:nvGrpSpPr>
          <p:grpSpPr bwMode="auto">
            <a:xfrm>
              <a:off x="806609" y="3532106"/>
              <a:ext cx="10343040" cy="1959292"/>
              <a:chOff x="1278168" y="2752056"/>
              <a:chExt cx="9402532" cy="1781844"/>
            </a:xfrm>
          </p:grpSpPr>
          <p:sp>
            <p:nvSpPr>
              <p:cNvPr id="25" name="椭圆 28"/>
              <p:cNvSpPr/>
              <p:nvPr/>
            </p:nvSpPr>
            <p:spPr>
              <a:xfrm>
                <a:off x="2406852" y="3641390"/>
                <a:ext cx="1785894" cy="892510"/>
              </a:xfrm>
              <a:custGeom>
                <a:avLst/>
                <a:gdLst>
                  <a:gd name="connsiteX0" fmla="*/ 0 w 2307304"/>
                  <a:gd name="connsiteY0" fmla="*/ 1153652 h 2307304"/>
                  <a:gd name="connsiteX1" fmla="*/ 1153652 w 2307304"/>
                  <a:gd name="connsiteY1" fmla="*/ 0 h 2307304"/>
                  <a:gd name="connsiteX2" fmla="*/ 2307304 w 2307304"/>
                  <a:gd name="connsiteY2" fmla="*/ 1153652 h 2307304"/>
                  <a:gd name="connsiteX3" fmla="*/ 1153652 w 2307304"/>
                  <a:gd name="connsiteY3" fmla="*/ 2307304 h 2307304"/>
                  <a:gd name="connsiteX4" fmla="*/ 0 w 2307304"/>
                  <a:gd name="connsiteY4" fmla="*/ 1153652 h 2307304"/>
                  <a:gd name="connsiteX0" fmla="*/ 2307304 w 2398744"/>
                  <a:gd name="connsiteY0" fmla="*/ 1153652 h 2307304"/>
                  <a:gd name="connsiteX1" fmla="*/ 1153652 w 2398744"/>
                  <a:gd name="connsiteY1" fmla="*/ 2307304 h 2307304"/>
                  <a:gd name="connsiteX2" fmla="*/ 0 w 2398744"/>
                  <a:gd name="connsiteY2" fmla="*/ 1153652 h 2307304"/>
                  <a:gd name="connsiteX3" fmla="*/ 1153652 w 2398744"/>
                  <a:gd name="connsiteY3" fmla="*/ 0 h 2307304"/>
                  <a:gd name="connsiteX4" fmla="*/ 2398744 w 2398744"/>
                  <a:gd name="connsiteY4" fmla="*/ 1245092 h 2307304"/>
                  <a:gd name="connsiteX0" fmla="*/ 2307304 w 2307304"/>
                  <a:gd name="connsiteY0" fmla="*/ 1153652 h 2307304"/>
                  <a:gd name="connsiteX1" fmla="*/ 1153652 w 2307304"/>
                  <a:gd name="connsiteY1" fmla="*/ 2307304 h 2307304"/>
                  <a:gd name="connsiteX2" fmla="*/ 0 w 2307304"/>
                  <a:gd name="connsiteY2" fmla="*/ 1153652 h 2307304"/>
                  <a:gd name="connsiteX3" fmla="*/ 1153652 w 2307304"/>
                  <a:gd name="connsiteY3" fmla="*/ 0 h 2307304"/>
                  <a:gd name="connsiteX0" fmla="*/ 2307304 w 2307304"/>
                  <a:gd name="connsiteY0" fmla="*/ 0 h 1153652"/>
                  <a:gd name="connsiteX1" fmla="*/ 1153652 w 2307304"/>
                  <a:gd name="connsiteY1" fmla="*/ 1153652 h 1153652"/>
                  <a:gd name="connsiteX2" fmla="*/ 0 w 2307304"/>
                  <a:gd name="connsiteY2" fmla="*/ 0 h 1153652"/>
                </a:gdLst>
                <a:ahLst/>
                <a:cxnLst>
                  <a:cxn ang="0">
                    <a:pos x="connsiteX0" y="connsiteY0"/>
                  </a:cxn>
                  <a:cxn ang="0">
                    <a:pos x="connsiteX1" y="connsiteY1"/>
                  </a:cxn>
                  <a:cxn ang="0">
                    <a:pos x="connsiteX2" y="connsiteY2"/>
                  </a:cxn>
                </a:cxnLst>
                <a:rect l="l" t="t" r="r" b="b"/>
                <a:pathLst>
                  <a:path w="2307304" h="1153652">
                    <a:moveTo>
                      <a:pt x="2307304" y="0"/>
                    </a:moveTo>
                    <a:cubicBezTo>
                      <a:pt x="2307304" y="637144"/>
                      <a:pt x="1790796" y="1153652"/>
                      <a:pt x="1153652" y="1153652"/>
                    </a:cubicBezTo>
                    <a:cubicBezTo>
                      <a:pt x="516508" y="1153652"/>
                      <a:pt x="0" y="637144"/>
                      <a:pt x="0" y="0"/>
                    </a:cubicBezTo>
                  </a:path>
                </a:pathLst>
              </a:custGeom>
              <a:noFill/>
              <a:ln w="9525">
                <a:solidFill>
                  <a:srgbClr val="DD1C3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dirty="0">
                  <a:solidFill>
                    <a:schemeClr val="tx1"/>
                  </a:solidFill>
                </a:endParaRPr>
              </a:p>
            </p:txBody>
          </p:sp>
          <p:sp>
            <p:nvSpPr>
              <p:cNvPr id="26" name="椭圆 28"/>
              <p:cNvSpPr/>
              <p:nvPr/>
            </p:nvSpPr>
            <p:spPr>
              <a:xfrm flipV="1">
                <a:off x="4191159" y="2752056"/>
                <a:ext cx="1785894" cy="892510"/>
              </a:xfrm>
              <a:custGeom>
                <a:avLst/>
                <a:gdLst>
                  <a:gd name="connsiteX0" fmla="*/ 0 w 2307304"/>
                  <a:gd name="connsiteY0" fmla="*/ 1153652 h 2307304"/>
                  <a:gd name="connsiteX1" fmla="*/ 1153652 w 2307304"/>
                  <a:gd name="connsiteY1" fmla="*/ 0 h 2307304"/>
                  <a:gd name="connsiteX2" fmla="*/ 2307304 w 2307304"/>
                  <a:gd name="connsiteY2" fmla="*/ 1153652 h 2307304"/>
                  <a:gd name="connsiteX3" fmla="*/ 1153652 w 2307304"/>
                  <a:gd name="connsiteY3" fmla="*/ 2307304 h 2307304"/>
                  <a:gd name="connsiteX4" fmla="*/ 0 w 2307304"/>
                  <a:gd name="connsiteY4" fmla="*/ 1153652 h 2307304"/>
                  <a:gd name="connsiteX0" fmla="*/ 2307304 w 2398744"/>
                  <a:gd name="connsiteY0" fmla="*/ 1153652 h 2307304"/>
                  <a:gd name="connsiteX1" fmla="*/ 1153652 w 2398744"/>
                  <a:gd name="connsiteY1" fmla="*/ 2307304 h 2307304"/>
                  <a:gd name="connsiteX2" fmla="*/ 0 w 2398744"/>
                  <a:gd name="connsiteY2" fmla="*/ 1153652 h 2307304"/>
                  <a:gd name="connsiteX3" fmla="*/ 1153652 w 2398744"/>
                  <a:gd name="connsiteY3" fmla="*/ 0 h 2307304"/>
                  <a:gd name="connsiteX4" fmla="*/ 2398744 w 2398744"/>
                  <a:gd name="connsiteY4" fmla="*/ 1245092 h 2307304"/>
                  <a:gd name="connsiteX0" fmla="*/ 2307304 w 2307304"/>
                  <a:gd name="connsiteY0" fmla="*/ 1153652 h 2307304"/>
                  <a:gd name="connsiteX1" fmla="*/ 1153652 w 2307304"/>
                  <a:gd name="connsiteY1" fmla="*/ 2307304 h 2307304"/>
                  <a:gd name="connsiteX2" fmla="*/ 0 w 2307304"/>
                  <a:gd name="connsiteY2" fmla="*/ 1153652 h 2307304"/>
                  <a:gd name="connsiteX3" fmla="*/ 1153652 w 2307304"/>
                  <a:gd name="connsiteY3" fmla="*/ 0 h 2307304"/>
                  <a:gd name="connsiteX0" fmla="*/ 2307304 w 2307304"/>
                  <a:gd name="connsiteY0" fmla="*/ 0 h 1153652"/>
                  <a:gd name="connsiteX1" fmla="*/ 1153652 w 2307304"/>
                  <a:gd name="connsiteY1" fmla="*/ 1153652 h 1153652"/>
                  <a:gd name="connsiteX2" fmla="*/ 0 w 2307304"/>
                  <a:gd name="connsiteY2" fmla="*/ 0 h 1153652"/>
                </a:gdLst>
                <a:ahLst/>
                <a:cxnLst>
                  <a:cxn ang="0">
                    <a:pos x="connsiteX0" y="connsiteY0"/>
                  </a:cxn>
                  <a:cxn ang="0">
                    <a:pos x="connsiteX1" y="connsiteY1"/>
                  </a:cxn>
                  <a:cxn ang="0">
                    <a:pos x="connsiteX2" y="connsiteY2"/>
                  </a:cxn>
                </a:cxnLst>
                <a:rect l="l" t="t" r="r" b="b"/>
                <a:pathLst>
                  <a:path w="2307304" h="1153652">
                    <a:moveTo>
                      <a:pt x="2307304" y="0"/>
                    </a:moveTo>
                    <a:cubicBezTo>
                      <a:pt x="2307304" y="637144"/>
                      <a:pt x="1790796" y="1153652"/>
                      <a:pt x="1153652" y="1153652"/>
                    </a:cubicBezTo>
                    <a:cubicBezTo>
                      <a:pt x="516508" y="1153652"/>
                      <a:pt x="0" y="637144"/>
                      <a:pt x="0" y="0"/>
                    </a:cubicBezTo>
                  </a:path>
                </a:pathLst>
              </a:custGeom>
              <a:noFill/>
              <a:ln w="9525">
                <a:solidFill>
                  <a:srgbClr val="DD1C3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dirty="0">
                  <a:solidFill>
                    <a:schemeClr val="tx1"/>
                  </a:solidFill>
                </a:endParaRPr>
              </a:p>
            </p:txBody>
          </p:sp>
          <p:sp>
            <p:nvSpPr>
              <p:cNvPr id="27" name="椭圆 28"/>
              <p:cNvSpPr/>
              <p:nvPr/>
            </p:nvSpPr>
            <p:spPr>
              <a:xfrm>
                <a:off x="5978640" y="3641390"/>
                <a:ext cx="1785894" cy="892510"/>
              </a:xfrm>
              <a:custGeom>
                <a:avLst/>
                <a:gdLst>
                  <a:gd name="connsiteX0" fmla="*/ 0 w 2307304"/>
                  <a:gd name="connsiteY0" fmla="*/ 1153652 h 2307304"/>
                  <a:gd name="connsiteX1" fmla="*/ 1153652 w 2307304"/>
                  <a:gd name="connsiteY1" fmla="*/ 0 h 2307304"/>
                  <a:gd name="connsiteX2" fmla="*/ 2307304 w 2307304"/>
                  <a:gd name="connsiteY2" fmla="*/ 1153652 h 2307304"/>
                  <a:gd name="connsiteX3" fmla="*/ 1153652 w 2307304"/>
                  <a:gd name="connsiteY3" fmla="*/ 2307304 h 2307304"/>
                  <a:gd name="connsiteX4" fmla="*/ 0 w 2307304"/>
                  <a:gd name="connsiteY4" fmla="*/ 1153652 h 2307304"/>
                  <a:gd name="connsiteX0" fmla="*/ 2307304 w 2398744"/>
                  <a:gd name="connsiteY0" fmla="*/ 1153652 h 2307304"/>
                  <a:gd name="connsiteX1" fmla="*/ 1153652 w 2398744"/>
                  <a:gd name="connsiteY1" fmla="*/ 2307304 h 2307304"/>
                  <a:gd name="connsiteX2" fmla="*/ 0 w 2398744"/>
                  <a:gd name="connsiteY2" fmla="*/ 1153652 h 2307304"/>
                  <a:gd name="connsiteX3" fmla="*/ 1153652 w 2398744"/>
                  <a:gd name="connsiteY3" fmla="*/ 0 h 2307304"/>
                  <a:gd name="connsiteX4" fmla="*/ 2398744 w 2398744"/>
                  <a:gd name="connsiteY4" fmla="*/ 1245092 h 2307304"/>
                  <a:gd name="connsiteX0" fmla="*/ 2307304 w 2307304"/>
                  <a:gd name="connsiteY0" fmla="*/ 1153652 h 2307304"/>
                  <a:gd name="connsiteX1" fmla="*/ 1153652 w 2307304"/>
                  <a:gd name="connsiteY1" fmla="*/ 2307304 h 2307304"/>
                  <a:gd name="connsiteX2" fmla="*/ 0 w 2307304"/>
                  <a:gd name="connsiteY2" fmla="*/ 1153652 h 2307304"/>
                  <a:gd name="connsiteX3" fmla="*/ 1153652 w 2307304"/>
                  <a:gd name="connsiteY3" fmla="*/ 0 h 2307304"/>
                  <a:gd name="connsiteX0" fmla="*/ 2307304 w 2307304"/>
                  <a:gd name="connsiteY0" fmla="*/ 0 h 1153652"/>
                  <a:gd name="connsiteX1" fmla="*/ 1153652 w 2307304"/>
                  <a:gd name="connsiteY1" fmla="*/ 1153652 h 1153652"/>
                  <a:gd name="connsiteX2" fmla="*/ 0 w 2307304"/>
                  <a:gd name="connsiteY2" fmla="*/ 0 h 1153652"/>
                </a:gdLst>
                <a:ahLst/>
                <a:cxnLst>
                  <a:cxn ang="0">
                    <a:pos x="connsiteX0" y="connsiteY0"/>
                  </a:cxn>
                  <a:cxn ang="0">
                    <a:pos x="connsiteX1" y="connsiteY1"/>
                  </a:cxn>
                  <a:cxn ang="0">
                    <a:pos x="connsiteX2" y="connsiteY2"/>
                  </a:cxn>
                </a:cxnLst>
                <a:rect l="l" t="t" r="r" b="b"/>
                <a:pathLst>
                  <a:path w="2307304" h="1153652">
                    <a:moveTo>
                      <a:pt x="2307304" y="0"/>
                    </a:moveTo>
                    <a:cubicBezTo>
                      <a:pt x="2307304" y="637144"/>
                      <a:pt x="1790796" y="1153652"/>
                      <a:pt x="1153652" y="1153652"/>
                    </a:cubicBezTo>
                    <a:cubicBezTo>
                      <a:pt x="516508" y="1153652"/>
                      <a:pt x="0" y="637144"/>
                      <a:pt x="0" y="0"/>
                    </a:cubicBezTo>
                  </a:path>
                </a:pathLst>
              </a:custGeom>
              <a:noFill/>
              <a:ln w="9525">
                <a:solidFill>
                  <a:srgbClr val="DD1C3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dirty="0">
                  <a:solidFill>
                    <a:schemeClr val="tx1"/>
                  </a:solidFill>
                </a:endParaRPr>
              </a:p>
            </p:txBody>
          </p:sp>
          <p:sp>
            <p:nvSpPr>
              <p:cNvPr id="28" name="椭圆 28"/>
              <p:cNvSpPr/>
              <p:nvPr/>
            </p:nvSpPr>
            <p:spPr>
              <a:xfrm flipV="1">
                <a:off x="7764534" y="2752056"/>
                <a:ext cx="1785893" cy="892510"/>
              </a:xfrm>
              <a:custGeom>
                <a:avLst/>
                <a:gdLst>
                  <a:gd name="connsiteX0" fmla="*/ 0 w 2307304"/>
                  <a:gd name="connsiteY0" fmla="*/ 1153652 h 2307304"/>
                  <a:gd name="connsiteX1" fmla="*/ 1153652 w 2307304"/>
                  <a:gd name="connsiteY1" fmla="*/ 0 h 2307304"/>
                  <a:gd name="connsiteX2" fmla="*/ 2307304 w 2307304"/>
                  <a:gd name="connsiteY2" fmla="*/ 1153652 h 2307304"/>
                  <a:gd name="connsiteX3" fmla="*/ 1153652 w 2307304"/>
                  <a:gd name="connsiteY3" fmla="*/ 2307304 h 2307304"/>
                  <a:gd name="connsiteX4" fmla="*/ 0 w 2307304"/>
                  <a:gd name="connsiteY4" fmla="*/ 1153652 h 2307304"/>
                  <a:gd name="connsiteX0" fmla="*/ 2307304 w 2398744"/>
                  <a:gd name="connsiteY0" fmla="*/ 1153652 h 2307304"/>
                  <a:gd name="connsiteX1" fmla="*/ 1153652 w 2398744"/>
                  <a:gd name="connsiteY1" fmla="*/ 2307304 h 2307304"/>
                  <a:gd name="connsiteX2" fmla="*/ 0 w 2398744"/>
                  <a:gd name="connsiteY2" fmla="*/ 1153652 h 2307304"/>
                  <a:gd name="connsiteX3" fmla="*/ 1153652 w 2398744"/>
                  <a:gd name="connsiteY3" fmla="*/ 0 h 2307304"/>
                  <a:gd name="connsiteX4" fmla="*/ 2398744 w 2398744"/>
                  <a:gd name="connsiteY4" fmla="*/ 1245092 h 2307304"/>
                  <a:gd name="connsiteX0" fmla="*/ 2307304 w 2307304"/>
                  <a:gd name="connsiteY0" fmla="*/ 1153652 h 2307304"/>
                  <a:gd name="connsiteX1" fmla="*/ 1153652 w 2307304"/>
                  <a:gd name="connsiteY1" fmla="*/ 2307304 h 2307304"/>
                  <a:gd name="connsiteX2" fmla="*/ 0 w 2307304"/>
                  <a:gd name="connsiteY2" fmla="*/ 1153652 h 2307304"/>
                  <a:gd name="connsiteX3" fmla="*/ 1153652 w 2307304"/>
                  <a:gd name="connsiteY3" fmla="*/ 0 h 2307304"/>
                  <a:gd name="connsiteX0" fmla="*/ 2307304 w 2307304"/>
                  <a:gd name="connsiteY0" fmla="*/ 0 h 1153652"/>
                  <a:gd name="connsiteX1" fmla="*/ 1153652 w 2307304"/>
                  <a:gd name="connsiteY1" fmla="*/ 1153652 h 1153652"/>
                  <a:gd name="connsiteX2" fmla="*/ 0 w 2307304"/>
                  <a:gd name="connsiteY2" fmla="*/ 0 h 1153652"/>
                </a:gdLst>
                <a:ahLst/>
                <a:cxnLst>
                  <a:cxn ang="0">
                    <a:pos x="connsiteX0" y="connsiteY0"/>
                  </a:cxn>
                  <a:cxn ang="0">
                    <a:pos x="connsiteX1" y="connsiteY1"/>
                  </a:cxn>
                  <a:cxn ang="0">
                    <a:pos x="connsiteX2" y="connsiteY2"/>
                  </a:cxn>
                </a:cxnLst>
                <a:rect l="l" t="t" r="r" b="b"/>
                <a:pathLst>
                  <a:path w="2307304" h="1153652">
                    <a:moveTo>
                      <a:pt x="2307304" y="0"/>
                    </a:moveTo>
                    <a:cubicBezTo>
                      <a:pt x="2307304" y="637144"/>
                      <a:pt x="1790796" y="1153652"/>
                      <a:pt x="1153652" y="1153652"/>
                    </a:cubicBezTo>
                    <a:cubicBezTo>
                      <a:pt x="516508" y="1153652"/>
                      <a:pt x="0" y="637144"/>
                      <a:pt x="0" y="0"/>
                    </a:cubicBezTo>
                  </a:path>
                </a:pathLst>
              </a:custGeom>
              <a:noFill/>
              <a:ln w="9525">
                <a:solidFill>
                  <a:srgbClr val="DD1C3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dirty="0">
                  <a:solidFill>
                    <a:schemeClr val="tx1"/>
                  </a:solidFill>
                </a:endParaRPr>
              </a:p>
            </p:txBody>
          </p:sp>
          <p:cxnSp>
            <p:nvCxnSpPr>
              <p:cNvPr id="29" name="直接连接符 28"/>
              <p:cNvCxnSpPr/>
              <p:nvPr/>
            </p:nvCxnSpPr>
            <p:spPr>
              <a:xfrm>
                <a:off x="9552016" y="3641390"/>
                <a:ext cx="1128684" cy="0"/>
              </a:xfrm>
              <a:prstGeom prst="line">
                <a:avLst/>
              </a:prstGeom>
              <a:ln w="9525">
                <a:solidFill>
                  <a:srgbClr val="DD1C3E"/>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1278168" y="3642979"/>
                <a:ext cx="1128684" cy="0"/>
              </a:xfrm>
              <a:prstGeom prst="line">
                <a:avLst/>
              </a:prstGeom>
              <a:ln w="9525">
                <a:solidFill>
                  <a:srgbClr val="DD1C3E"/>
                </a:solidFill>
                <a:headEnd type="oval"/>
              </a:ln>
            </p:spPr>
            <p:style>
              <a:lnRef idx="1">
                <a:schemeClr val="accent1"/>
              </a:lnRef>
              <a:fillRef idx="0">
                <a:schemeClr val="accent1"/>
              </a:fillRef>
              <a:effectRef idx="0">
                <a:schemeClr val="accent1"/>
              </a:effectRef>
              <a:fontRef idx="minor">
                <a:schemeClr val="tx1"/>
              </a:fontRef>
            </p:style>
          </p:cxnSp>
        </p:grpSp>
        <p:grpSp>
          <p:nvGrpSpPr>
            <p:cNvPr id="13" name="组合 12"/>
            <p:cNvGrpSpPr/>
            <p:nvPr/>
          </p:nvGrpSpPr>
          <p:grpSpPr>
            <a:xfrm>
              <a:off x="1999647" y="3520931"/>
              <a:ext cx="1997013" cy="1997011"/>
              <a:chOff x="2389188" y="2700655"/>
              <a:chExt cx="1815465" cy="1815465"/>
            </a:xfrm>
          </p:grpSpPr>
          <p:sp>
            <p:nvSpPr>
              <p:cNvPr id="23" name="矩形 22"/>
              <p:cNvSpPr/>
              <p:nvPr/>
            </p:nvSpPr>
            <p:spPr>
              <a:xfrm rot="16200000">
                <a:off x="2389188" y="2700655"/>
                <a:ext cx="1815465" cy="18154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8580" tIns="64290" rIns="128580" bIns="6429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24" name="空心弧 23"/>
              <p:cNvSpPr/>
              <p:nvPr/>
            </p:nvSpPr>
            <p:spPr>
              <a:xfrm rot="19800000">
                <a:off x="2398394" y="2704383"/>
                <a:ext cx="1797050" cy="1797050"/>
              </a:xfrm>
              <a:prstGeom prst="blockArc">
                <a:avLst>
                  <a:gd name="adj1" fmla="val 10782304"/>
                  <a:gd name="adj2" fmla="val 12569082"/>
                  <a:gd name="adj3" fmla="val 2151"/>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grpSp>
          <p:nvGrpSpPr>
            <p:cNvPr id="14" name="组合 13"/>
            <p:cNvGrpSpPr/>
            <p:nvPr/>
          </p:nvGrpSpPr>
          <p:grpSpPr>
            <a:xfrm>
              <a:off x="3984039" y="3509755"/>
              <a:ext cx="1997013" cy="1997012"/>
              <a:chOff x="4166508" y="2732405"/>
              <a:chExt cx="1815465" cy="1815465"/>
            </a:xfrm>
          </p:grpSpPr>
          <p:sp>
            <p:nvSpPr>
              <p:cNvPr id="21" name="矩形 20"/>
              <p:cNvSpPr/>
              <p:nvPr/>
            </p:nvSpPr>
            <p:spPr>
              <a:xfrm rot="16200000">
                <a:off x="4166508" y="2732405"/>
                <a:ext cx="1815465" cy="18154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8580" tIns="64290" rIns="128580" bIns="6429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22" name="空心弧 21"/>
              <p:cNvSpPr/>
              <p:nvPr/>
            </p:nvSpPr>
            <p:spPr>
              <a:xfrm>
                <a:off x="4178300" y="2746375"/>
                <a:ext cx="1797050" cy="1797050"/>
              </a:xfrm>
              <a:prstGeom prst="blockArc">
                <a:avLst>
                  <a:gd name="adj1" fmla="val 10861918"/>
                  <a:gd name="adj2" fmla="val 12575204"/>
                  <a:gd name="adj3" fmla="val 2129"/>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grpSp>
          <p:nvGrpSpPr>
            <p:cNvPr id="15" name="组合 14"/>
            <p:cNvGrpSpPr/>
            <p:nvPr/>
          </p:nvGrpSpPr>
          <p:grpSpPr>
            <a:xfrm>
              <a:off x="5973764" y="3518136"/>
              <a:ext cx="1997013" cy="1997012"/>
              <a:chOff x="5975350" y="2740024"/>
              <a:chExt cx="1815465" cy="1815465"/>
            </a:xfrm>
          </p:grpSpPr>
          <p:sp>
            <p:nvSpPr>
              <p:cNvPr id="19" name="矩形 18"/>
              <p:cNvSpPr/>
              <p:nvPr/>
            </p:nvSpPr>
            <p:spPr>
              <a:xfrm rot="14400000">
                <a:off x="5975350" y="2740024"/>
                <a:ext cx="1815465" cy="18154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8580" tIns="64290" rIns="128580" bIns="6429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20" name="空心弧 19"/>
              <p:cNvSpPr/>
              <p:nvPr/>
            </p:nvSpPr>
            <p:spPr>
              <a:xfrm rot="19800000">
                <a:off x="5983288" y="2751138"/>
                <a:ext cx="1797050" cy="1797050"/>
              </a:xfrm>
              <a:prstGeom prst="blockArc">
                <a:avLst>
                  <a:gd name="adj1" fmla="val 10800000"/>
                  <a:gd name="adj2" fmla="val 12569082"/>
                  <a:gd name="adj3" fmla="val 2151"/>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grpSp>
          <p:nvGrpSpPr>
            <p:cNvPr id="16" name="组合 15"/>
            <p:cNvGrpSpPr/>
            <p:nvPr/>
          </p:nvGrpSpPr>
          <p:grpSpPr>
            <a:xfrm>
              <a:off x="7930612" y="3516740"/>
              <a:ext cx="1997013" cy="1997012"/>
              <a:chOff x="7754303" y="2738755"/>
              <a:chExt cx="1815465" cy="1815465"/>
            </a:xfrm>
          </p:grpSpPr>
          <p:sp>
            <p:nvSpPr>
              <p:cNvPr id="17" name="矩形 16"/>
              <p:cNvSpPr/>
              <p:nvPr/>
            </p:nvSpPr>
            <p:spPr>
              <a:xfrm rot="10800000">
                <a:off x="7754303" y="2738755"/>
                <a:ext cx="1815465" cy="18154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8580" tIns="64290" rIns="128580" bIns="6429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8" name="空心弧 17"/>
              <p:cNvSpPr/>
              <p:nvPr/>
            </p:nvSpPr>
            <p:spPr>
              <a:xfrm>
                <a:off x="7759700" y="2746375"/>
                <a:ext cx="1797050" cy="1797050"/>
              </a:xfrm>
              <a:prstGeom prst="blockArc">
                <a:avLst>
                  <a:gd name="adj1" fmla="val 10861918"/>
                  <a:gd name="adj2" fmla="val 12575204"/>
                  <a:gd name="adj3" fmla="val 2129"/>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grpSp>
      <p:grpSp>
        <p:nvGrpSpPr>
          <p:cNvPr id="31" name="组合 30"/>
          <p:cNvGrpSpPr/>
          <p:nvPr/>
        </p:nvGrpSpPr>
        <p:grpSpPr>
          <a:xfrm>
            <a:off x="4516700" y="3211830"/>
            <a:ext cx="1637654" cy="1637656"/>
            <a:chOff x="4248468" y="3748642"/>
            <a:chExt cx="1500029" cy="1500029"/>
          </a:xfrm>
        </p:grpSpPr>
        <p:sp>
          <p:nvSpPr>
            <p:cNvPr id="32" name="椭圆 31"/>
            <p:cNvSpPr/>
            <p:nvPr/>
          </p:nvSpPr>
          <p:spPr>
            <a:xfrm>
              <a:off x="4248468" y="3748642"/>
              <a:ext cx="1500029" cy="1500029"/>
            </a:xfrm>
            <a:prstGeom prst="ellipse">
              <a:avLst/>
            </a:prstGeom>
            <a:solidFill>
              <a:srgbClr val="424A53"/>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nvGrpSpPr>
            <p:cNvPr id="33" name="组合 32"/>
            <p:cNvGrpSpPr/>
            <p:nvPr/>
          </p:nvGrpSpPr>
          <p:grpSpPr>
            <a:xfrm>
              <a:off x="4692956" y="4211422"/>
              <a:ext cx="663471" cy="603155"/>
              <a:chOff x="1725613" y="5659438"/>
              <a:chExt cx="498475" cy="498475"/>
            </a:xfrm>
            <a:noFill/>
          </p:grpSpPr>
          <p:sp>
            <p:nvSpPr>
              <p:cNvPr id="34" name="Freeform 564"/>
              <p:cNvSpPr>
                <a:spLocks/>
              </p:cNvSpPr>
              <p:nvPr/>
            </p:nvSpPr>
            <p:spPr bwMode="auto">
              <a:xfrm>
                <a:off x="2132013" y="5659438"/>
                <a:ext cx="92075" cy="104775"/>
              </a:xfrm>
              <a:custGeom>
                <a:avLst/>
                <a:gdLst>
                  <a:gd name="T0" fmla="*/ 2147483646 w 40"/>
                  <a:gd name="T1" fmla="*/ 2147483646 h 45"/>
                  <a:gd name="T2" fmla="*/ 2147483646 w 40"/>
                  <a:gd name="T3" fmla="*/ 2147483646 h 45"/>
                  <a:gd name="T4" fmla="*/ 2147483646 w 40"/>
                  <a:gd name="T5" fmla="*/ 2147483646 h 45"/>
                  <a:gd name="T6" fmla="*/ 2147483646 w 40"/>
                  <a:gd name="T7" fmla="*/ 2147483646 h 45"/>
                  <a:gd name="T8" fmla="*/ 2147483646 w 40"/>
                  <a:gd name="T9" fmla="*/ 2147483646 h 45"/>
                  <a:gd name="T10" fmla="*/ 2147483646 w 40"/>
                  <a:gd name="T11" fmla="*/ 2147483646 h 45"/>
                  <a:gd name="T12" fmla="*/ 2147483646 w 40"/>
                  <a:gd name="T13" fmla="*/ 2147483646 h 45"/>
                  <a:gd name="T14" fmla="*/ 2147483646 w 40"/>
                  <a:gd name="T15" fmla="*/ 2147483646 h 45"/>
                  <a:gd name="T16" fmla="*/ 2147483646 w 40"/>
                  <a:gd name="T17" fmla="*/ 2147483646 h 45"/>
                  <a:gd name="T18" fmla="*/ 2147483646 w 40"/>
                  <a:gd name="T19" fmla="*/ 2147483646 h 45"/>
                  <a:gd name="T20" fmla="*/ 0 w 40"/>
                  <a:gd name="T21" fmla="*/ 2147483646 h 45"/>
                  <a:gd name="T22" fmla="*/ 2147483646 w 40"/>
                  <a:gd name="T23" fmla="*/ 0 h 45"/>
                  <a:gd name="T24" fmla="*/ 2147483646 w 40"/>
                  <a:gd name="T25" fmla="*/ 0 h 45"/>
                  <a:gd name="T26" fmla="*/ 2147483646 w 40"/>
                  <a:gd name="T27" fmla="*/ 0 h 45"/>
                  <a:gd name="T28" fmla="*/ 2147483646 w 40"/>
                  <a:gd name="T29" fmla="*/ 0 h 45"/>
                  <a:gd name="T30" fmla="*/ 2147483646 w 40"/>
                  <a:gd name="T31" fmla="*/ 0 h 45"/>
                  <a:gd name="T32" fmla="*/ 2147483646 w 40"/>
                  <a:gd name="T33" fmla="*/ 0 h 45"/>
                  <a:gd name="T34" fmla="*/ 2147483646 w 40"/>
                  <a:gd name="T35" fmla="*/ 2147483646 h 45"/>
                  <a:gd name="T36" fmla="*/ 2147483646 w 40"/>
                  <a:gd name="T37" fmla="*/ 2147483646 h 45"/>
                  <a:gd name="T38" fmla="*/ 2147483646 w 40"/>
                  <a:gd name="T39" fmla="*/ 2147483646 h 4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45">
                    <a:moveTo>
                      <a:pt x="40" y="40"/>
                    </a:moveTo>
                    <a:cubicBezTo>
                      <a:pt x="40" y="43"/>
                      <a:pt x="38" y="45"/>
                      <a:pt x="35" y="45"/>
                    </a:cubicBezTo>
                    <a:cubicBezTo>
                      <a:pt x="32" y="45"/>
                      <a:pt x="30" y="43"/>
                      <a:pt x="30" y="40"/>
                    </a:cubicBezTo>
                    <a:cubicBezTo>
                      <a:pt x="30" y="40"/>
                      <a:pt x="30" y="40"/>
                      <a:pt x="30" y="40"/>
                    </a:cubicBezTo>
                    <a:cubicBezTo>
                      <a:pt x="30" y="20"/>
                      <a:pt x="30" y="20"/>
                      <a:pt x="30" y="20"/>
                    </a:cubicBezTo>
                    <a:cubicBezTo>
                      <a:pt x="30" y="14"/>
                      <a:pt x="25" y="10"/>
                      <a:pt x="20" y="10"/>
                    </a:cubicBezTo>
                    <a:cubicBezTo>
                      <a:pt x="12" y="10"/>
                      <a:pt x="12" y="10"/>
                      <a:pt x="12" y="10"/>
                    </a:cubicBezTo>
                    <a:cubicBezTo>
                      <a:pt x="12" y="10"/>
                      <a:pt x="12" y="10"/>
                      <a:pt x="12" y="10"/>
                    </a:cubicBezTo>
                    <a:cubicBezTo>
                      <a:pt x="5" y="10"/>
                      <a:pt x="5" y="10"/>
                      <a:pt x="5" y="10"/>
                    </a:cubicBezTo>
                    <a:cubicBezTo>
                      <a:pt x="5" y="10"/>
                      <a:pt x="5" y="10"/>
                      <a:pt x="5" y="10"/>
                    </a:cubicBezTo>
                    <a:cubicBezTo>
                      <a:pt x="2" y="10"/>
                      <a:pt x="0" y="7"/>
                      <a:pt x="0" y="5"/>
                    </a:cubicBezTo>
                    <a:cubicBezTo>
                      <a:pt x="0" y="2"/>
                      <a:pt x="2" y="0"/>
                      <a:pt x="5" y="0"/>
                    </a:cubicBezTo>
                    <a:cubicBezTo>
                      <a:pt x="5" y="0"/>
                      <a:pt x="5" y="0"/>
                      <a:pt x="5" y="0"/>
                    </a:cubicBezTo>
                    <a:cubicBezTo>
                      <a:pt x="5" y="0"/>
                      <a:pt x="5" y="0"/>
                      <a:pt x="5" y="0"/>
                    </a:cubicBezTo>
                    <a:cubicBezTo>
                      <a:pt x="22" y="0"/>
                      <a:pt x="22" y="0"/>
                      <a:pt x="22" y="0"/>
                    </a:cubicBezTo>
                    <a:cubicBezTo>
                      <a:pt x="22" y="0"/>
                      <a:pt x="22" y="0"/>
                      <a:pt x="22" y="0"/>
                    </a:cubicBezTo>
                    <a:cubicBezTo>
                      <a:pt x="25" y="0"/>
                      <a:pt x="25" y="0"/>
                      <a:pt x="25" y="0"/>
                    </a:cubicBezTo>
                    <a:cubicBezTo>
                      <a:pt x="33" y="0"/>
                      <a:pt x="40" y="6"/>
                      <a:pt x="40" y="15"/>
                    </a:cubicBezTo>
                    <a:cubicBezTo>
                      <a:pt x="40" y="40"/>
                      <a:pt x="40" y="40"/>
                      <a:pt x="40" y="40"/>
                    </a:cubicBezTo>
                    <a:cubicBezTo>
                      <a:pt x="40" y="40"/>
                      <a:pt x="40" y="40"/>
                      <a:pt x="40" y="40"/>
                    </a:cubicBezTo>
                    <a:close/>
                  </a:path>
                </a:pathLst>
              </a:custGeom>
              <a:grpFill/>
              <a:ln w="9525">
                <a:solidFill>
                  <a:schemeClr val="bg1"/>
                </a:solidFill>
                <a:round/>
                <a:headEnd/>
                <a:tailEnd/>
              </a:ln>
            </p:spPr>
            <p:txBody>
              <a:bodyPr/>
              <a:lstStyle/>
              <a:p>
                <a:endParaRPr lang="zh-CN" altLang="en-US"/>
              </a:p>
            </p:txBody>
          </p:sp>
          <p:sp>
            <p:nvSpPr>
              <p:cNvPr id="35" name="Rectangle 565"/>
              <p:cNvSpPr>
                <a:spLocks noChangeArrowheads="1"/>
              </p:cNvSpPr>
              <p:nvPr/>
            </p:nvSpPr>
            <p:spPr bwMode="auto">
              <a:xfrm>
                <a:off x="2132013" y="5764213"/>
                <a:ext cx="22225" cy="173037"/>
              </a:xfrm>
              <a:prstGeom prst="rect">
                <a:avLst/>
              </a:prstGeom>
              <a:grpFill/>
              <a:ln w="9525">
                <a:solidFill>
                  <a:schemeClr val="bg1"/>
                </a:solidFill>
                <a:miter lim="800000"/>
                <a:headEnd/>
                <a:tailEnd/>
              </a:ln>
            </p:spPr>
            <p:txBody>
              <a:bodyPr/>
              <a:lstStyle/>
              <a:p>
                <a:endParaRPr lang="zh-CN" altLang="en-US"/>
              </a:p>
            </p:txBody>
          </p:sp>
          <p:sp>
            <p:nvSpPr>
              <p:cNvPr id="36" name="Rectangle 566"/>
              <p:cNvSpPr>
                <a:spLocks noChangeArrowheads="1"/>
              </p:cNvSpPr>
              <p:nvPr/>
            </p:nvSpPr>
            <p:spPr bwMode="auto">
              <a:xfrm>
                <a:off x="2097088" y="5764213"/>
                <a:ext cx="11112" cy="173037"/>
              </a:xfrm>
              <a:prstGeom prst="rect">
                <a:avLst/>
              </a:prstGeom>
              <a:grpFill/>
              <a:ln w="9525">
                <a:solidFill>
                  <a:schemeClr val="bg1"/>
                </a:solidFill>
                <a:miter lim="800000"/>
                <a:headEnd/>
                <a:tailEnd/>
              </a:ln>
            </p:spPr>
            <p:txBody>
              <a:bodyPr/>
              <a:lstStyle/>
              <a:p>
                <a:endParaRPr lang="zh-CN" altLang="en-US"/>
              </a:p>
            </p:txBody>
          </p:sp>
          <p:sp>
            <p:nvSpPr>
              <p:cNvPr id="37" name="Rectangle 567"/>
              <p:cNvSpPr>
                <a:spLocks noChangeArrowheads="1"/>
              </p:cNvSpPr>
              <p:nvPr/>
            </p:nvSpPr>
            <p:spPr bwMode="auto">
              <a:xfrm>
                <a:off x="2051050" y="5764213"/>
                <a:ext cx="11113" cy="173037"/>
              </a:xfrm>
              <a:prstGeom prst="rect">
                <a:avLst/>
              </a:prstGeom>
              <a:grpFill/>
              <a:ln w="9525">
                <a:solidFill>
                  <a:schemeClr val="bg1"/>
                </a:solidFill>
                <a:miter lim="800000"/>
                <a:headEnd/>
                <a:tailEnd/>
              </a:ln>
            </p:spPr>
            <p:txBody>
              <a:bodyPr/>
              <a:lstStyle/>
              <a:p>
                <a:endParaRPr lang="zh-CN" altLang="en-US"/>
              </a:p>
            </p:txBody>
          </p:sp>
          <p:sp>
            <p:nvSpPr>
              <p:cNvPr id="38" name="Rectangle 568"/>
              <p:cNvSpPr>
                <a:spLocks noChangeArrowheads="1"/>
              </p:cNvSpPr>
              <p:nvPr/>
            </p:nvSpPr>
            <p:spPr bwMode="auto">
              <a:xfrm>
                <a:off x="2001838" y="5764213"/>
                <a:ext cx="25400" cy="173037"/>
              </a:xfrm>
              <a:prstGeom prst="rect">
                <a:avLst/>
              </a:prstGeom>
              <a:grpFill/>
              <a:ln w="9525">
                <a:solidFill>
                  <a:schemeClr val="bg1"/>
                </a:solidFill>
                <a:miter lim="800000"/>
                <a:headEnd/>
                <a:tailEnd/>
              </a:ln>
            </p:spPr>
            <p:txBody>
              <a:bodyPr/>
              <a:lstStyle/>
              <a:p>
                <a:endParaRPr lang="zh-CN" altLang="en-US"/>
              </a:p>
            </p:txBody>
          </p:sp>
          <p:sp>
            <p:nvSpPr>
              <p:cNvPr id="39" name="Rectangle 569"/>
              <p:cNvSpPr>
                <a:spLocks noChangeArrowheads="1"/>
              </p:cNvSpPr>
              <p:nvPr/>
            </p:nvSpPr>
            <p:spPr bwMode="auto">
              <a:xfrm>
                <a:off x="1920875" y="5764213"/>
                <a:ext cx="38100" cy="173037"/>
              </a:xfrm>
              <a:prstGeom prst="rect">
                <a:avLst/>
              </a:prstGeom>
              <a:grpFill/>
              <a:ln w="9525">
                <a:solidFill>
                  <a:schemeClr val="bg1"/>
                </a:solidFill>
                <a:miter lim="800000"/>
                <a:headEnd/>
                <a:tailEnd/>
              </a:ln>
            </p:spPr>
            <p:txBody>
              <a:bodyPr/>
              <a:lstStyle/>
              <a:p>
                <a:endParaRPr lang="zh-CN" altLang="en-US"/>
              </a:p>
            </p:txBody>
          </p:sp>
          <p:sp>
            <p:nvSpPr>
              <p:cNvPr id="40" name="Rectangle 570"/>
              <p:cNvSpPr>
                <a:spLocks noChangeArrowheads="1"/>
              </p:cNvSpPr>
              <p:nvPr/>
            </p:nvSpPr>
            <p:spPr bwMode="auto">
              <a:xfrm>
                <a:off x="1885950" y="5764213"/>
                <a:ext cx="12700" cy="173037"/>
              </a:xfrm>
              <a:prstGeom prst="rect">
                <a:avLst/>
              </a:prstGeom>
              <a:grpFill/>
              <a:ln w="9525">
                <a:solidFill>
                  <a:schemeClr val="bg1"/>
                </a:solidFill>
                <a:miter lim="800000"/>
                <a:headEnd/>
                <a:tailEnd/>
              </a:ln>
            </p:spPr>
            <p:txBody>
              <a:bodyPr/>
              <a:lstStyle/>
              <a:p>
                <a:endParaRPr lang="zh-CN" altLang="en-US"/>
              </a:p>
            </p:txBody>
          </p:sp>
          <p:sp>
            <p:nvSpPr>
              <p:cNvPr id="41" name="Rectangle 571"/>
              <p:cNvSpPr>
                <a:spLocks noChangeArrowheads="1"/>
              </p:cNvSpPr>
              <p:nvPr/>
            </p:nvSpPr>
            <p:spPr bwMode="auto">
              <a:xfrm>
                <a:off x="1839913" y="5764213"/>
                <a:ext cx="12700" cy="173037"/>
              </a:xfrm>
              <a:prstGeom prst="rect">
                <a:avLst/>
              </a:prstGeom>
              <a:grpFill/>
              <a:ln w="9525">
                <a:solidFill>
                  <a:schemeClr val="bg1"/>
                </a:solidFill>
                <a:miter lim="800000"/>
                <a:headEnd/>
                <a:tailEnd/>
              </a:ln>
            </p:spPr>
            <p:txBody>
              <a:bodyPr/>
              <a:lstStyle/>
              <a:p>
                <a:endParaRPr lang="zh-CN" altLang="en-US"/>
              </a:p>
            </p:txBody>
          </p:sp>
          <p:sp>
            <p:nvSpPr>
              <p:cNvPr id="42" name="Freeform 572"/>
              <p:cNvSpPr>
                <a:spLocks/>
              </p:cNvSpPr>
              <p:nvPr/>
            </p:nvSpPr>
            <p:spPr bwMode="auto">
              <a:xfrm>
                <a:off x="1725613" y="5659438"/>
                <a:ext cx="92075" cy="104775"/>
              </a:xfrm>
              <a:custGeom>
                <a:avLst/>
                <a:gdLst>
                  <a:gd name="T0" fmla="*/ 2147483646 w 40"/>
                  <a:gd name="T1" fmla="*/ 2147483646 h 45"/>
                  <a:gd name="T2" fmla="*/ 2147483646 w 40"/>
                  <a:gd name="T3" fmla="*/ 2147483646 h 45"/>
                  <a:gd name="T4" fmla="*/ 2147483646 w 40"/>
                  <a:gd name="T5" fmla="*/ 2147483646 h 45"/>
                  <a:gd name="T6" fmla="*/ 2147483646 w 40"/>
                  <a:gd name="T7" fmla="*/ 2147483646 h 45"/>
                  <a:gd name="T8" fmla="*/ 2147483646 w 40"/>
                  <a:gd name="T9" fmla="*/ 2147483646 h 45"/>
                  <a:gd name="T10" fmla="*/ 2147483646 w 40"/>
                  <a:gd name="T11" fmla="*/ 2147483646 h 45"/>
                  <a:gd name="T12" fmla="*/ 2147483646 w 40"/>
                  <a:gd name="T13" fmla="*/ 2147483646 h 45"/>
                  <a:gd name="T14" fmla="*/ 2147483646 w 40"/>
                  <a:gd name="T15" fmla="*/ 2147483646 h 45"/>
                  <a:gd name="T16" fmla="*/ 2147483646 w 40"/>
                  <a:gd name="T17" fmla="*/ 2147483646 h 45"/>
                  <a:gd name="T18" fmla="*/ 0 w 40"/>
                  <a:gd name="T19" fmla="*/ 2147483646 h 45"/>
                  <a:gd name="T20" fmla="*/ 0 w 40"/>
                  <a:gd name="T21" fmla="*/ 2147483646 h 45"/>
                  <a:gd name="T22" fmla="*/ 0 w 40"/>
                  <a:gd name="T23" fmla="*/ 2147483646 h 45"/>
                  <a:gd name="T24" fmla="*/ 2147483646 w 40"/>
                  <a:gd name="T25" fmla="*/ 0 h 45"/>
                  <a:gd name="T26" fmla="*/ 2147483646 w 40"/>
                  <a:gd name="T27" fmla="*/ 0 h 45"/>
                  <a:gd name="T28" fmla="*/ 2147483646 w 40"/>
                  <a:gd name="T29" fmla="*/ 0 h 45"/>
                  <a:gd name="T30" fmla="*/ 2147483646 w 40"/>
                  <a:gd name="T31" fmla="*/ 0 h 45"/>
                  <a:gd name="T32" fmla="*/ 2147483646 w 40"/>
                  <a:gd name="T33" fmla="*/ 0 h 45"/>
                  <a:gd name="T34" fmla="*/ 2147483646 w 40"/>
                  <a:gd name="T35" fmla="*/ 0 h 45"/>
                  <a:gd name="T36" fmla="*/ 2147483646 w 40"/>
                  <a:gd name="T37" fmla="*/ 2147483646 h 45"/>
                  <a:gd name="T38" fmla="*/ 2147483646 w 40"/>
                  <a:gd name="T39" fmla="*/ 2147483646 h 4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45">
                    <a:moveTo>
                      <a:pt x="35" y="10"/>
                    </a:moveTo>
                    <a:cubicBezTo>
                      <a:pt x="35" y="10"/>
                      <a:pt x="35" y="10"/>
                      <a:pt x="35" y="10"/>
                    </a:cubicBezTo>
                    <a:cubicBezTo>
                      <a:pt x="33" y="10"/>
                      <a:pt x="33" y="10"/>
                      <a:pt x="33" y="10"/>
                    </a:cubicBezTo>
                    <a:cubicBezTo>
                      <a:pt x="33" y="10"/>
                      <a:pt x="33" y="10"/>
                      <a:pt x="33" y="10"/>
                    </a:cubicBezTo>
                    <a:cubicBezTo>
                      <a:pt x="20" y="10"/>
                      <a:pt x="20" y="10"/>
                      <a:pt x="20" y="10"/>
                    </a:cubicBezTo>
                    <a:cubicBezTo>
                      <a:pt x="15" y="10"/>
                      <a:pt x="10" y="14"/>
                      <a:pt x="10" y="20"/>
                    </a:cubicBezTo>
                    <a:cubicBezTo>
                      <a:pt x="10" y="40"/>
                      <a:pt x="10" y="40"/>
                      <a:pt x="10" y="40"/>
                    </a:cubicBezTo>
                    <a:cubicBezTo>
                      <a:pt x="10" y="40"/>
                      <a:pt x="10" y="40"/>
                      <a:pt x="10" y="40"/>
                    </a:cubicBezTo>
                    <a:cubicBezTo>
                      <a:pt x="10" y="43"/>
                      <a:pt x="8" y="45"/>
                      <a:pt x="5" y="45"/>
                    </a:cubicBezTo>
                    <a:cubicBezTo>
                      <a:pt x="2" y="45"/>
                      <a:pt x="0" y="43"/>
                      <a:pt x="0" y="40"/>
                    </a:cubicBezTo>
                    <a:cubicBezTo>
                      <a:pt x="0" y="40"/>
                      <a:pt x="0" y="40"/>
                      <a:pt x="0" y="40"/>
                    </a:cubicBezTo>
                    <a:cubicBezTo>
                      <a:pt x="0" y="15"/>
                      <a:pt x="0" y="15"/>
                      <a:pt x="0" y="15"/>
                    </a:cubicBezTo>
                    <a:cubicBezTo>
                      <a:pt x="0" y="6"/>
                      <a:pt x="7" y="0"/>
                      <a:pt x="15" y="0"/>
                    </a:cubicBezTo>
                    <a:cubicBezTo>
                      <a:pt x="19" y="0"/>
                      <a:pt x="19" y="0"/>
                      <a:pt x="19" y="0"/>
                    </a:cubicBezTo>
                    <a:cubicBezTo>
                      <a:pt x="19" y="0"/>
                      <a:pt x="19" y="0"/>
                      <a:pt x="19" y="0"/>
                    </a:cubicBezTo>
                    <a:cubicBezTo>
                      <a:pt x="35" y="0"/>
                      <a:pt x="35" y="0"/>
                      <a:pt x="35" y="0"/>
                    </a:cubicBezTo>
                    <a:cubicBezTo>
                      <a:pt x="35" y="0"/>
                      <a:pt x="35" y="0"/>
                      <a:pt x="35" y="0"/>
                    </a:cubicBezTo>
                    <a:cubicBezTo>
                      <a:pt x="35" y="0"/>
                      <a:pt x="35" y="0"/>
                      <a:pt x="35" y="0"/>
                    </a:cubicBezTo>
                    <a:cubicBezTo>
                      <a:pt x="38" y="0"/>
                      <a:pt x="40" y="2"/>
                      <a:pt x="40" y="5"/>
                    </a:cubicBezTo>
                    <a:cubicBezTo>
                      <a:pt x="40" y="7"/>
                      <a:pt x="38" y="10"/>
                      <a:pt x="35" y="10"/>
                    </a:cubicBezTo>
                    <a:close/>
                  </a:path>
                </a:pathLst>
              </a:custGeom>
              <a:grpFill/>
              <a:ln w="9525">
                <a:solidFill>
                  <a:schemeClr val="bg1"/>
                </a:solidFill>
                <a:round/>
                <a:headEnd/>
                <a:tailEnd/>
              </a:ln>
            </p:spPr>
            <p:txBody>
              <a:bodyPr/>
              <a:lstStyle/>
              <a:p>
                <a:endParaRPr lang="zh-CN" altLang="en-US"/>
              </a:p>
            </p:txBody>
          </p:sp>
          <p:sp>
            <p:nvSpPr>
              <p:cNvPr id="43" name="Rectangle 573"/>
              <p:cNvSpPr>
                <a:spLocks noChangeArrowheads="1"/>
              </p:cNvSpPr>
              <p:nvPr/>
            </p:nvSpPr>
            <p:spPr bwMode="auto">
              <a:xfrm>
                <a:off x="1793875" y="5764213"/>
                <a:ext cx="23813" cy="173037"/>
              </a:xfrm>
              <a:prstGeom prst="rect">
                <a:avLst/>
              </a:prstGeom>
              <a:grpFill/>
              <a:ln w="9525">
                <a:solidFill>
                  <a:schemeClr val="bg1"/>
                </a:solidFill>
                <a:miter lim="800000"/>
                <a:headEnd/>
                <a:tailEnd/>
              </a:ln>
            </p:spPr>
            <p:txBody>
              <a:bodyPr/>
              <a:lstStyle/>
              <a:p>
                <a:endParaRPr lang="zh-CN" altLang="en-US"/>
              </a:p>
            </p:txBody>
          </p:sp>
          <p:sp>
            <p:nvSpPr>
              <p:cNvPr id="44" name="Rectangle 574"/>
              <p:cNvSpPr>
                <a:spLocks noChangeArrowheads="1"/>
              </p:cNvSpPr>
              <p:nvPr/>
            </p:nvSpPr>
            <p:spPr bwMode="auto">
              <a:xfrm>
                <a:off x="1793875" y="5937250"/>
                <a:ext cx="23813" cy="114300"/>
              </a:xfrm>
              <a:prstGeom prst="rect">
                <a:avLst/>
              </a:prstGeom>
              <a:grpFill/>
              <a:ln w="9525">
                <a:solidFill>
                  <a:schemeClr val="bg1"/>
                </a:solidFill>
                <a:miter lim="800000"/>
                <a:headEnd/>
                <a:tailEnd/>
              </a:ln>
            </p:spPr>
            <p:txBody>
              <a:bodyPr/>
              <a:lstStyle/>
              <a:p>
                <a:endParaRPr lang="zh-CN" altLang="en-US"/>
              </a:p>
            </p:txBody>
          </p:sp>
          <p:sp>
            <p:nvSpPr>
              <p:cNvPr id="45" name="Freeform 575"/>
              <p:cNvSpPr>
                <a:spLocks/>
              </p:cNvSpPr>
              <p:nvPr/>
            </p:nvSpPr>
            <p:spPr bwMode="auto">
              <a:xfrm>
                <a:off x="1725613" y="6051550"/>
                <a:ext cx="92075" cy="106363"/>
              </a:xfrm>
              <a:custGeom>
                <a:avLst/>
                <a:gdLst>
                  <a:gd name="T0" fmla="*/ 0 w 40"/>
                  <a:gd name="T1" fmla="*/ 2147483646 h 46"/>
                  <a:gd name="T2" fmla="*/ 2147483646 w 40"/>
                  <a:gd name="T3" fmla="*/ 0 h 46"/>
                  <a:gd name="T4" fmla="*/ 2147483646 w 40"/>
                  <a:gd name="T5" fmla="*/ 2147483646 h 46"/>
                  <a:gd name="T6" fmla="*/ 2147483646 w 40"/>
                  <a:gd name="T7" fmla="*/ 2147483646 h 46"/>
                  <a:gd name="T8" fmla="*/ 2147483646 w 40"/>
                  <a:gd name="T9" fmla="*/ 2147483646 h 46"/>
                  <a:gd name="T10" fmla="*/ 2147483646 w 40"/>
                  <a:gd name="T11" fmla="*/ 2147483646 h 46"/>
                  <a:gd name="T12" fmla="*/ 2147483646 w 40"/>
                  <a:gd name="T13" fmla="*/ 2147483646 h 46"/>
                  <a:gd name="T14" fmla="*/ 2147483646 w 40"/>
                  <a:gd name="T15" fmla="*/ 2147483646 h 46"/>
                  <a:gd name="T16" fmla="*/ 2147483646 w 40"/>
                  <a:gd name="T17" fmla="*/ 2147483646 h 46"/>
                  <a:gd name="T18" fmla="*/ 2147483646 w 40"/>
                  <a:gd name="T19" fmla="*/ 2147483646 h 46"/>
                  <a:gd name="T20" fmla="*/ 2147483646 w 40"/>
                  <a:gd name="T21" fmla="*/ 2147483646 h 46"/>
                  <a:gd name="T22" fmla="*/ 2147483646 w 40"/>
                  <a:gd name="T23" fmla="*/ 2147483646 h 46"/>
                  <a:gd name="T24" fmla="*/ 2147483646 w 40"/>
                  <a:gd name="T25" fmla="*/ 2147483646 h 46"/>
                  <a:gd name="T26" fmla="*/ 2147483646 w 40"/>
                  <a:gd name="T27" fmla="*/ 2147483646 h 46"/>
                  <a:gd name="T28" fmla="*/ 2147483646 w 40"/>
                  <a:gd name="T29" fmla="*/ 2147483646 h 46"/>
                  <a:gd name="T30" fmla="*/ 2147483646 w 40"/>
                  <a:gd name="T31" fmla="*/ 2147483646 h 46"/>
                  <a:gd name="T32" fmla="*/ 0 w 40"/>
                  <a:gd name="T33" fmla="*/ 2147483646 h 46"/>
                  <a:gd name="T34" fmla="*/ 0 w 40"/>
                  <a:gd name="T35" fmla="*/ 2147483646 h 46"/>
                  <a:gd name="T36" fmla="*/ 0 w 40"/>
                  <a:gd name="T37" fmla="*/ 21474836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46">
                    <a:moveTo>
                      <a:pt x="0" y="5"/>
                    </a:moveTo>
                    <a:cubicBezTo>
                      <a:pt x="0" y="3"/>
                      <a:pt x="2" y="0"/>
                      <a:pt x="5" y="0"/>
                    </a:cubicBezTo>
                    <a:cubicBezTo>
                      <a:pt x="8" y="0"/>
                      <a:pt x="10" y="3"/>
                      <a:pt x="10" y="5"/>
                    </a:cubicBezTo>
                    <a:cubicBezTo>
                      <a:pt x="10" y="5"/>
                      <a:pt x="10" y="5"/>
                      <a:pt x="10" y="6"/>
                    </a:cubicBezTo>
                    <a:cubicBezTo>
                      <a:pt x="10" y="25"/>
                      <a:pt x="10" y="25"/>
                      <a:pt x="10" y="25"/>
                    </a:cubicBezTo>
                    <a:cubicBezTo>
                      <a:pt x="10" y="31"/>
                      <a:pt x="14" y="35"/>
                      <a:pt x="19" y="35"/>
                    </a:cubicBezTo>
                    <a:cubicBezTo>
                      <a:pt x="19" y="35"/>
                      <a:pt x="19" y="35"/>
                      <a:pt x="19" y="35"/>
                    </a:cubicBezTo>
                    <a:cubicBezTo>
                      <a:pt x="35" y="35"/>
                      <a:pt x="35" y="35"/>
                      <a:pt x="35" y="35"/>
                    </a:cubicBezTo>
                    <a:cubicBezTo>
                      <a:pt x="35" y="35"/>
                      <a:pt x="35" y="35"/>
                      <a:pt x="35" y="35"/>
                    </a:cubicBezTo>
                    <a:cubicBezTo>
                      <a:pt x="35" y="35"/>
                      <a:pt x="35" y="35"/>
                      <a:pt x="35" y="35"/>
                    </a:cubicBezTo>
                    <a:cubicBezTo>
                      <a:pt x="38" y="35"/>
                      <a:pt x="40" y="38"/>
                      <a:pt x="40" y="40"/>
                    </a:cubicBezTo>
                    <a:cubicBezTo>
                      <a:pt x="40" y="43"/>
                      <a:pt x="38" y="45"/>
                      <a:pt x="35" y="45"/>
                    </a:cubicBezTo>
                    <a:cubicBezTo>
                      <a:pt x="35" y="45"/>
                      <a:pt x="35" y="45"/>
                      <a:pt x="35" y="45"/>
                    </a:cubicBezTo>
                    <a:cubicBezTo>
                      <a:pt x="33" y="45"/>
                      <a:pt x="33" y="45"/>
                      <a:pt x="33" y="45"/>
                    </a:cubicBezTo>
                    <a:cubicBezTo>
                      <a:pt x="33" y="46"/>
                      <a:pt x="33" y="46"/>
                      <a:pt x="33" y="46"/>
                    </a:cubicBezTo>
                    <a:cubicBezTo>
                      <a:pt x="15" y="46"/>
                      <a:pt x="15" y="46"/>
                      <a:pt x="15" y="46"/>
                    </a:cubicBezTo>
                    <a:cubicBezTo>
                      <a:pt x="7" y="46"/>
                      <a:pt x="0" y="39"/>
                      <a:pt x="0" y="30"/>
                    </a:cubicBezTo>
                    <a:cubicBezTo>
                      <a:pt x="0" y="5"/>
                      <a:pt x="0" y="5"/>
                      <a:pt x="0" y="5"/>
                    </a:cubicBezTo>
                    <a:cubicBezTo>
                      <a:pt x="0" y="5"/>
                      <a:pt x="0" y="5"/>
                      <a:pt x="0" y="5"/>
                    </a:cubicBezTo>
                    <a:close/>
                  </a:path>
                </a:pathLst>
              </a:custGeom>
              <a:grpFill/>
              <a:ln w="9525">
                <a:solidFill>
                  <a:schemeClr val="bg1"/>
                </a:solidFill>
                <a:round/>
                <a:headEnd/>
                <a:tailEnd/>
              </a:ln>
            </p:spPr>
            <p:txBody>
              <a:bodyPr/>
              <a:lstStyle/>
              <a:p>
                <a:endParaRPr lang="zh-CN" altLang="en-US"/>
              </a:p>
            </p:txBody>
          </p:sp>
          <p:sp>
            <p:nvSpPr>
              <p:cNvPr id="46" name="Rectangle 576"/>
              <p:cNvSpPr>
                <a:spLocks noChangeArrowheads="1"/>
              </p:cNvSpPr>
              <p:nvPr/>
            </p:nvSpPr>
            <p:spPr bwMode="auto">
              <a:xfrm>
                <a:off x="1839913" y="5937250"/>
                <a:ext cx="12700" cy="68263"/>
              </a:xfrm>
              <a:prstGeom prst="rect">
                <a:avLst/>
              </a:prstGeom>
              <a:grpFill/>
              <a:ln w="9525">
                <a:solidFill>
                  <a:schemeClr val="bg1"/>
                </a:solidFill>
                <a:miter lim="800000"/>
                <a:headEnd/>
                <a:tailEnd/>
              </a:ln>
            </p:spPr>
            <p:txBody>
              <a:bodyPr/>
              <a:lstStyle/>
              <a:p>
                <a:endParaRPr lang="zh-CN" altLang="en-US"/>
              </a:p>
            </p:txBody>
          </p:sp>
          <p:sp>
            <p:nvSpPr>
              <p:cNvPr id="47" name="Rectangle 577"/>
              <p:cNvSpPr>
                <a:spLocks noChangeArrowheads="1"/>
              </p:cNvSpPr>
              <p:nvPr/>
            </p:nvSpPr>
            <p:spPr bwMode="auto">
              <a:xfrm>
                <a:off x="1839913" y="6029325"/>
                <a:ext cx="23812" cy="22225"/>
              </a:xfrm>
              <a:prstGeom prst="rect">
                <a:avLst/>
              </a:prstGeom>
              <a:grpFill/>
              <a:ln w="9525">
                <a:solidFill>
                  <a:schemeClr val="bg1"/>
                </a:solidFill>
                <a:miter lim="800000"/>
                <a:headEnd/>
                <a:tailEnd/>
              </a:ln>
            </p:spPr>
            <p:txBody>
              <a:bodyPr/>
              <a:lstStyle/>
              <a:p>
                <a:endParaRPr lang="zh-CN" altLang="en-US"/>
              </a:p>
            </p:txBody>
          </p:sp>
          <p:sp>
            <p:nvSpPr>
              <p:cNvPr id="48" name="Rectangle 578"/>
              <p:cNvSpPr>
                <a:spLocks noChangeArrowheads="1"/>
              </p:cNvSpPr>
              <p:nvPr/>
            </p:nvSpPr>
            <p:spPr bwMode="auto">
              <a:xfrm>
                <a:off x="1885950" y="5937250"/>
                <a:ext cx="12700" cy="68263"/>
              </a:xfrm>
              <a:prstGeom prst="rect">
                <a:avLst/>
              </a:prstGeom>
              <a:grpFill/>
              <a:ln w="9525">
                <a:solidFill>
                  <a:schemeClr val="bg1"/>
                </a:solidFill>
                <a:miter lim="800000"/>
                <a:headEnd/>
                <a:tailEnd/>
              </a:ln>
            </p:spPr>
            <p:txBody>
              <a:bodyPr/>
              <a:lstStyle/>
              <a:p>
                <a:endParaRPr lang="zh-CN" altLang="en-US"/>
              </a:p>
            </p:txBody>
          </p:sp>
          <p:sp>
            <p:nvSpPr>
              <p:cNvPr id="49" name="Rectangle 579"/>
              <p:cNvSpPr>
                <a:spLocks noChangeArrowheads="1"/>
              </p:cNvSpPr>
              <p:nvPr/>
            </p:nvSpPr>
            <p:spPr bwMode="auto">
              <a:xfrm>
                <a:off x="1885950" y="6029325"/>
                <a:ext cx="23813" cy="22225"/>
              </a:xfrm>
              <a:prstGeom prst="rect">
                <a:avLst/>
              </a:prstGeom>
              <a:grpFill/>
              <a:ln w="9525">
                <a:solidFill>
                  <a:schemeClr val="bg1"/>
                </a:solidFill>
                <a:miter lim="800000"/>
                <a:headEnd/>
                <a:tailEnd/>
              </a:ln>
            </p:spPr>
            <p:txBody>
              <a:bodyPr/>
              <a:lstStyle/>
              <a:p>
                <a:endParaRPr lang="zh-CN" altLang="en-US"/>
              </a:p>
            </p:txBody>
          </p:sp>
          <p:sp>
            <p:nvSpPr>
              <p:cNvPr id="50" name="Rectangle 580"/>
              <p:cNvSpPr>
                <a:spLocks noChangeArrowheads="1"/>
              </p:cNvSpPr>
              <p:nvPr/>
            </p:nvSpPr>
            <p:spPr bwMode="auto">
              <a:xfrm>
                <a:off x="1920875" y="5937250"/>
                <a:ext cx="38100" cy="68263"/>
              </a:xfrm>
              <a:prstGeom prst="rect">
                <a:avLst/>
              </a:prstGeom>
              <a:grpFill/>
              <a:ln w="9525">
                <a:solidFill>
                  <a:schemeClr val="bg1"/>
                </a:solidFill>
                <a:miter lim="800000"/>
                <a:headEnd/>
                <a:tailEnd/>
              </a:ln>
            </p:spPr>
            <p:txBody>
              <a:bodyPr/>
              <a:lstStyle/>
              <a:p>
                <a:endParaRPr lang="zh-CN" altLang="en-US"/>
              </a:p>
            </p:txBody>
          </p:sp>
          <p:sp>
            <p:nvSpPr>
              <p:cNvPr id="51" name="Rectangle 581"/>
              <p:cNvSpPr>
                <a:spLocks noChangeArrowheads="1"/>
              </p:cNvSpPr>
              <p:nvPr/>
            </p:nvSpPr>
            <p:spPr bwMode="auto">
              <a:xfrm>
                <a:off x="1933575" y="6029325"/>
                <a:ext cx="22225" cy="22225"/>
              </a:xfrm>
              <a:prstGeom prst="rect">
                <a:avLst/>
              </a:prstGeom>
              <a:grpFill/>
              <a:ln w="9525">
                <a:solidFill>
                  <a:schemeClr val="bg1"/>
                </a:solidFill>
                <a:miter lim="800000"/>
                <a:headEnd/>
                <a:tailEnd/>
              </a:ln>
            </p:spPr>
            <p:txBody>
              <a:bodyPr/>
              <a:lstStyle/>
              <a:p>
                <a:endParaRPr lang="zh-CN" altLang="en-US"/>
              </a:p>
            </p:txBody>
          </p:sp>
          <p:sp>
            <p:nvSpPr>
              <p:cNvPr id="52" name="Rectangle 582"/>
              <p:cNvSpPr>
                <a:spLocks noChangeArrowheads="1"/>
              </p:cNvSpPr>
              <p:nvPr/>
            </p:nvSpPr>
            <p:spPr bwMode="auto">
              <a:xfrm>
                <a:off x="2001838" y="5937250"/>
                <a:ext cx="25400" cy="68263"/>
              </a:xfrm>
              <a:prstGeom prst="rect">
                <a:avLst/>
              </a:prstGeom>
              <a:grpFill/>
              <a:ln w="9525">
                <a:solidFill>
                  <a:schemeClr val="bg1"/>
                </a:solidFill>
                <a:miter lim="800000"/>
                <a:headEnd/>
                <a:tailEnd/>
              </a:ln>
            </p:spPr>
            <p:txBody>
              <a:bodyPr/>
              <a:lstStyle/>
              <a:p>
                <a:endParaRPr lang="zh-CN" altLang="en-US"/>
              </a:p>
            </p:txBody>
          </p:sp>
          <p:sp>
            <p:nvSpPr>
              <p:cNvPr id="53" name="Rectangle 583"/>
              <p:cNvSpPr>
                <a:spLocks noChangeArrowheads="1"/>
              </p:cNvSpPr>
              <p:nvPr/>
            </p:nvSpPr>
            <p:spPr bwMode="auto">
              <a:xfrm>
                <a:off x="1979613" y="6029325"/>
                <a:ext cx="22225" cy="22225"/>
              </a:xfrm>
              <a:prstGeom prst="rect">
                <a:avLst/>
              </a:prstGeom>
              <a:grpFill/>
              <a:ln w="9525">
                <a:solidFill>
                  <a:schemeClr val="bg1"/>
                </a:solidFill>
                <a:miter lim="800000"/>
                <a:headEnd/>
                <a:tailEnd/>
              </a:ln>
            </p:spPr>
            <p:txBody>
              <a:bodyPr/>
              <a:lstStyle/>
              <a:p>
                <a:endParaRPr lang="zh-CN" altLang="en-US"/>
              </a:p>
            </p:txBody>
          </p:sp>
          <p:sp>
            <p:nvSpPr>
              <p:cNvPr id="54" name="Rectangle 584"/>
              <p:cNvSpPr>
                <a:spLocks noChangeArrowheads="1"/>
              </p:cNvSpPr>
              <p:nvPr/>
            </p:nvSpPr>
            <p:spPr bwMode="auto">
              <a:xfrm>
                <a:off x="2051050" y="5937250"/>
                <a:ext cx="11113" cy="68263"/>
              </a:xfrm>
              <a:prstGeom prst="rect">
                <a:avLst/>
              </a:prstGeom>
              <a:grpFill/>
              <a:ln w="9525">
                <a:solidFill>
                  <a:schemeClr val="bg1"/>
                </a:solidFill>
                <a:miter lim="800000"/>
                <a:headEnd/>
                <a:tailEnd/>
              </a:ln>
            </p:spPr>
            <p:txBody>
              <a:bodyPr/>
              <a:lstStyle/>
              <a:p>
                <a:endParaRPr lang="zh-CN" altLang="en-US"/>
              </a:p>
            </p:txBody>
          </p:sp>
          <p:sp>
            <p:nvSpPr>
              <p:cNvPr id="55" name="Rectangle 585"/>
              <p:cNvSpPr>
                <a:spLocks noChangeArrowheads="1"/>
              </p:cNvSpPr>
              <p:nvPr/>
            </p:nvSpPr>
            <p:spPr bwMode="auto">
              <a:xfrm>
                <a:off x="2038350" y="6029325"/>
                <a:ext cx="23813" cy="22225"/>
              </a:xfrm>
              <a:prstGeom prst="rect">
                <a:avLst/>
              </a:prstGeom>
              <a:grpFill/>
              <a:ln w="9525">
                <a:solidFill>
                  <a:schemeClr val="bg1"/>
                </a:solidFill>
                <a:miter lim="800000"/>
                <a:headEnd/>
                <a:tailEnd/>
              </a:ln>
            </p:spPr>
            <p:txBody>
              <a:bodyPr/>
              <a:lstStyle/>
              <a:p>
                <a:endParaRPr lang="zh-CN" altLang="en-US"/>
              </a:p>
            </p:txBody>
          </p:sp>
          <p:sp>
            <p:nvSpPr>
              <p:cNvPr id="56" name="Rectangle 586"/>
              <p:cNvSpPr>
                <a:spLocks noChangeArrowheads="1"/>
              </p:cNvSpPr>
              <p:nvPr/>
            </p:nvSpPr>
            <p:spPr bwMode="auto">
              <a:xfrm>
                <a:off x="2097088" y="5937250"/>
                <a:ext cx="11112" cy="68263"/>
              </a:xfrm>
              <a:prstGeom prst="rect">
                <a:avLst/>
              </a:prstGeom>
              <a:grpFill/>
              <a:ln w="9525">
                <a:solidFill>
                  <a:schemeClr val="bg1"/>
                </a:solidFill>
                <a:miter lim="800000"/>
                <a:headEnd/>
                <a:tailEnd/>
              </a:ln>
            </p:spPr>
            <p:txBody>
              <a:bodyPr/>
              <a:lstStyle/>
              <a:p>
                <a:endParaRPr lang="zh-CN" altLang="en-US"/>
              </a:p>
            </p:txBody>
          </p:sp>
          <p:sp>
            <p:nvSpPr>
              <p:cNvPr id="57" name="Rectangle 587"/>
              <p:cNvSpPr>
                <a:spLocks noChangeArrowheads="1"/>
              </p:cNvSpPr>
              <p:nvPr/>
            </p:nvSpPr>
            <p:spPr bwMode="auto">
              <a:xfrm>
                <a:off x="2085975" y="6029325"/>
                <a:ext cx="22225" cy="22225"/>
              </a:xfrm>
              <a:prstGeom prst="rect">
                <a:avLst/>
              </a:prstGeom>
              <a:grpFill/>
              <a:ln w="9525">
                <a:solidFill>
                  <a:schemeClr val="bg1"/>
                </a:solidFill>
                <a:miter lim="800000"/>
                <a:headEnd/>
                <a:tailEnd/>
              </a:ln>
            </p:spPr>
            <p:txBody>
              <a:bodyPr/>
              <a:lstStyle/>
              <a:p>
                <a:endParaRPr lang="zh-CN" altLang="en-US"/>
              </a:p>
            </p:txBody>
          </p:sp>
          <p:sp>
            <p:nvSpPr>
              <p:cNvPr id="58" name="Rectangle 588"/>
              <p:cNvSpPr>
                <a:spLocks noChangeArrowheads="1"/>
              </p:cNvSpPr>
              <p:nvPr/>
            </p:nvSpPr>
            <p:spPr bwMode="auto">
              <a:xfrm>
                <a:off x="2132013" y="5937250"/>
                <a:ext cx="22225" cy="114300"/>
              </a:xfrm>
              <a:prstGeom prst="rect">
                <a:avLst/>
              </a:prstGeom>
              <a:grpFill/>
              <a:ln w="9525">
                <a:solidFill>
                  <a:schemeClr val="bg1"/>
                </a:solidFill>
                <a:miter lim="800000"/>
                <a:headEnd/>
                <a:tailEnd/>
              </a:ln>
            </p:spPr>
            <p:txBody>
              <a:bodyPr/>
              <a:lstStyle/>
              <a:p>
                <a:endParaRPr lang="zh-CN" altLang="en-US"/>
              </a:p>
            </p:txBody>
          </p:sp>
          <p:sp>
            <p:nvSpPr>
              <p:cNvPr id="59" name="Freeform 589"/>
              <p:cNvSpPr>
                <a:spLocks/>
              </p:cNvSpPr>
              <p:nvPr/>
            </p:nvSpPr>
            <p:spPr bwMode="auto">
              <a:xfrm>
                <a:off x="2132013" y="6051550"/>
                <a:ext cx="92075" cy="106363"/>
              </a:xfrm>
              <a:custGeom>
                <a:avLst/>
                <a:gdLst>
                  <a:gd name="T0" fmla="*/ 2147483646 w 40"/>
                  <a:gd name="T1" fmla="*/ 2147483646 h 46"/>
                  <a:gd name="T2" fmla="*/ 2147483646 w 40"/>
                  <a:gd name="T3" fmla="*/ 2147483646 h 46"/>
                  <a:gd name="T4" fmla="*/ 2147483646 w 40"/>
                  <a:gd name="T5" fmla="*/ 2147483646 h 46"/>
                  <a:gd name="T6" fmla="*/ 2147483646 w 40"/>
                  <a:gd name="T7" fmla="*/ 2147483646 h 46"/>
                  <a:gd name="T8" fmla="*/ 2147483646 w 40"/>
                  <a:gd name="T9" fmla="*/ 2147483646 h 46"/>
                  <a:gd name="T10" fmla="*/ 2147483646 w 40"/>
                  <a:gd name="T11" fmla="*/ 2147483646 h 46"/>
                  <a:gd name="T12" fmla="*/ 2147483646 w 40"/>
                  <a:gd name="T13" fmla="*/ 2147483646 h 46"/>
                  <a:gd name="T14" fmla="*/ 2147483646 w 40"/>
                  <a:gd name="T15" fmla="*/ 2147483646 h 46"/>
                  <a:gd name="T16" fmla="*/ 2147483646 w 40"/>
                  <a:gd name="T17" fmla="*/ 0 h 46"/>
                  <a:gd name="T18" fmla="*/ 2147483646 w 40"/>
                  <a:gd name="T19" fmla="*/ 2147483646 h 46"/>
                  <a:gd name="T20" fmla="*/ 2147483646 w 40"/>
                  <a:gd name="T21" fmla="*/ 2147483646 h 46"/>
                  <a:gd name="T22" fmla="*/ 2147483646 w 40"/>
                  <a:gd name="T23" fmla="*/ 2147483646 h 46"/>
                  <a:gd name="T24" fmla="*/ 2147483646 w 40"/>
                  <a:gd name="T25" fmla="*/ 2147483646 h 46"/>
                  <a:gd name="T26" fmla="*/ 2147483646 w 40"/>
                  <a:gd name="T27" fmla="*/ 2147483646 h 46"/>
                  <a:gd name="T28" fmla="*/ 2147483646 w 40"/>
                  <a:gd name="T29" fmla="*/ 2147483646 h 46"/>
                  <a:gd name="T30" fmla="*/ 2147483646 w 40"/>
                  <a:gd name="T31" fmla="*/ 2147483646 h 46"/>
                  <a:gd name="T32" fmla="*/ 2147483646 w 40"/>
                  <a:gd name="T33" fmla="*/ 2147483646 h 46"/>
                  <a:gd name="T34" fmla="*/ 0 w 40"/>
                  <a:gd name="T35" fmla="*/ 2147483646 h 46"/>
                  <a:gd name="T36" fmla="*/ 2147483646 w 40"/>
                  <a:gd name="T37" fmla="*/ 21474836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46">
                    <a:moveTo>
                      <a:pt x="5" y="35"/>
                    </a:moveTo>
                    <a:cubicBezTo>
                      <a:pt x="5" y="35"/>
                      <a:pt x="5" y="35"/>
                      <a:pt x="5" y="35"/>
                    </a:cubicBezTo>
                    <a:cubicBezTo>
                      <a:pt x="5" y="35"/>
                      <a:pt x="5" y="35"/>
                      <a:pt x="5" y="35"/>
                    </a:cubicBezTo>
                    <a:cubicBezTo>
                      <a:pt x="22" y="35"/>
                      <a:pt x="22" y="35"/>
                      <a:pt x="22" y="35"/>
                    </a:cubicBezTo>
                    <a:cubicBezTo>
                      <a:pt x="22" y="35"/>
                      <a:pt x="22" y="35"/>
                      <a:pt x="22" y="35"/>
                    </a:cubicBezTo>
                    <a:cubicBezTo>
                      <a:pt x="26" y="35"/>
                      <a:pt x="30" y="30"/>
                      <a:pt x="30" y="25"/>
                    </a:cubicBezTo>
                    <a:cubicBezTo>
                      <a:pt x="30" y="6"/>
                      <a:pt x="30" y="6"/>
                      <a:pt x="30" y="6"/>
                    </a:cubicBezTo>
                    <a:cubicBezTo>
                      <a:pt x="30" y="5"/>
                      <a:pt x="30" y="5"/>
                      <a:pt x="30" y="5"/>
                    </a:cubicBezTo>
                    <a:cubicBezTo>
                      <a:pt x="30" y="3"/>
                      <a:pt x="32" y="0"/>
                      <a:pt x="35" y="0"/>
                    </a:cubicBezTo>
                    <a:cubicBezTo>
                      <a:pt x="38" y="0"/>
                      <a:pt x="40" y="3"/>
                      <a:pt x="40" y="5"/>
                    </a:cubicBezTo>
                    <a:cubicBezTo>
                      <a:pt x="40" y="5"/>
                      <a:pt x="40" y="5"/>
                      <a:pt x="40" y="5"/>
                    </a:cubicBezTo>
                    <a:cubicBezTo>
                      <a:pt x="40" y="30"/>
                      <a:pt x="40" y="30"/>
                      <a:pt x="40" y="30"/>
                    </a:cubicBezTo>
                    <a:cubicBezTo>
                      <a:pt x="40" y="39"/>
                      <a:pt x="33" y="46"/>
                      <a:pt x="25" y="46"/>
                    </a:cubicBezTo>
                    <a:cubicBezTo>
                      <a:pt x="12" y="46"/>
                      <a:pt x="12" y="46"/>
                      <a:pt x="12" y="46"/>
                    </a:cubicBezTo>
                    <a:cubicBezTo>
                      <a:pt x="12" y="45"/>
                      <a:pt x="12" y="45"/>
                      <a:pt x="12" y="45"/>
                    </a:cubicBezTo>
                    <a:cubicBezTo>
                      <a:pt x="5" y="45"/>
                      <a:pt x="5" y="45"/>
                      <a:pt x="5" y="45"/>
                    </a:cubicBezTo>
                    <a:cubicBezTo>
                      <a:pt x="5" y="45"/>
                      <a:pt x="5" y="45"/>
                      <a:pt x="5" y="45"/>
                    </a:cubicBezTo>
                    <a:cubicBezTo>
                      <a:pt x="2" y="45"/>
                      <a:pt x="0" y="43"/>
                      <a:pt x="0" y="40"/>
                    </a:cubicBezTo>
                    <a:cubicBezTo>
                      <a:pt x="0" y="38"/>
                      <a:pt x="2" y="35"/>
                      <a:pt x="5" y="35"/>
                    </a:cubicBezTo>
                    <a:close/>
                  </a:path>
                </a:pathLst>
              </a:custGeom>
              <a:grpFill/>
              <a:ln w="9525">
                <a:solidFill>
                  <a:schemeClr val="bg1"/>
                </a:solidFill>
                <a:round/>
                <a:headEnd/>
                <a:tailEnd/>
              </a:ln>
            </p:spPr>
            <p:txBody>
              <a:bodyPr/>
              <a:lstStyle/>
              <a:p>
                <a:endParaRPr lang="zh-CN" altLang="en-US"/>
              </a:p>
            </p:txBody>
          </p:sp>
        </p:grpSp>
      </p:grpSp>
      <p:grpSp>
        <p:nvGrpSpPr>
          <p:cNvPr id="60" name="组合 59"/>
          <p:cNvGrpSpPr/>
          <p:nvPr/>
        </p:nvGrpSpPr>
        <p:grpSpPr>
          <a:xfrm>
            <a:off x="2366206" y="3204204"/>
            <a:ext cx="1637654" cy="1637656"/>
            <a:chOff x="2278698" y="3741657"/>
            <a:chExt cx="1500029" cy="1500029"/>
          </a:xfrm>
        </p:grpSpPr>
        <p:sp>
          <p:nvSpPr>
            <p:cNvPr id="61" name="椭圆 60"/>
            <p:cNvSpPr/>
            <p:nvPr/>
          </p:nvSpPr>
          <p:spPr>
            <a:xfrm>
              <a:off x="2278698" y="3741657"/>
              <a:ext cx="1500029" cy="1500029"/>
            </a:xfrm>
            <a:prstGeom prst="ellipse">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sz="6750" dirty="0">
                <a:solidFill>
                  <a:schemeClr val="tx1"/>
                </a:solidFill>
                <a:latin typeface="Chelsea" panose="02000500000000000000" pitchFamily="2" charset="0"/>
              </a:endParaRPr>
            </a:p>
          </p:txBody>
        </p:sp>
        <p:grpSp>
          <p:nvGrpSpPr>
            <p:cNvPr id="62" name="组合 61"/>
            <p:cNvGrpSpPr/>
            <p:nvPr/>
          </p:nvGrpSpPr>
          <p:grpSpPr>
            <a:xfrm>
              <a:off x="2662538" y="4134603"/>
              <a:ext cx="693436" cy="691515"/>
              <a:chOff x="2722713" y="3648225"/>
              <a:chExt cx="573087" cy="571500"/>
            </a:xfrm>
          </p:grpSpPr>
          <p:sp>
            <p:nvSpPr>
              <p:cNvPr id="63" name="Freeform 178"/>
              <p:cNvSpPr>
                <a:spLocks/>
              </p:cNvSpPr>
              <p:nvPr/>
            </p:nvSpPr>
            <p:spPr bwMode="auto">
              <a:xfrm>
                <a:off x="2722713" y="3648225"/>
                <a:ext cx="573087" cy="571500"/>
              </a:xfrm>
              <a:custGeom>
                <a:avLst/>
                <a:gdLst>
                  <a:gd name="T0" fmla="*/ 2147483646 w 248"/>
                  <a:gd name="T1" fmla="*/ 0 h 248"/>
                  <a:gd name="T2" fmla="*/ 2147483646 w 248"/>
                  <a:gd name="T3" fmla="*/ 2147483646 h 248"/>
                  <a:gd name="T4" fmla="*/ 2147483646 w 248"/>
                  <a:gd name="T5" fmla="*/ 2147483646 h 248"/>
                  <a:gd name="T6" fmla="*/ 2147483646 w 248"/>
                  <a:gd name="T7" fmla="*/ 2147483646 h 248"/>
                  <a:gd name="T8" fmla="*/ 2147483646 w 248"/>
                  <a:gd name="T9" fmla="*/ 2147483646 h 248"/>
                  <a:gd name="T10" fmla="*/ 2147483646 w 248"/>
                  <a:gd name="T11" fmla="*/ 2147483646 h 248"/>
                  <a:gd name="T12" fmla="*/ 2147483646 w 248"/>
                  <a:gd name="T13" fmla="*/ 2147483646 h 248"/>
                  <a:gd name="T14" fmla="*/ 2147483646 w 248"/>
                  <a:gd name="T15" fmla="*/ 2147483646 h 248"/>
                  <a:gd name="T16" fmla="*/ 0 w 248"/>
                  <a:gd name="T17" fmla="*/ 2147483646 h 248"/>
                  <a:gd name="T18" fmla="*/ 2147483646 w 248"/>
                  <a:gd name="T19" fmla="*/ 2147483646 h 248"/>
                  <a:gd name="T20" fmla="*/ 2147483646 w 248"/>
                  <a:gd name="T21" fmla="*/ 2147483646 h 248"/>
                  <a:gd name="T22" fmla="*/ 2147483646 w 248"/>
                  <a:gd name="T23" fmla="*/ 2147483646 h 248"/>
                  <a:gd name="T24" fmla="*/ 2147483646 w 248"/>
                  <a:gd name="T25" fmla="*/ 2147483646 h 248"/>
                  <a:gd name="T26" fmla="*/ 2147483646 w 248"/>
                  <a:gd name="T27" fmla="*/ 2147483646 h 248"/>
                  <a:gd name="T28" fmla="*/ 2147483646 w 248"/>
                  <a:gd name="T29" fmla="*/ 2147483646 h 248"/>
                  <a:gd name="T30" fmla="*/ 2147483646 w 248"/>
                  <a:gd name="T31" fmla="*/ 2147483646 h 248"/>
                  <a:gd name="T32" fmla="*/ 2147483646 w 248"/>
                  <a:gd name="T33" fmla="*/ 2147483646 h 248"/>
                  <a:gd name="T34" fmla="*/ 2147483646 w 248"/>
                  <a:gd name="T35" fmla="*/ 2147483646 h 248"/>
                  <a:gd name="T36" fmla="*/ 2147483646 w 248"/>
                  <a:gd name="T37" fmla="*/ 2147483646 h 248"/>
                  <a:gd name="T38" fmla="*/ 2147483646 w 248"/>
                  <a:gd name="T39" fmla="*/ 2147483646 h 248"/>
                  <a:gd name="T40" fmla="*/ 2147483646 w 248"/>
                  <a:gd name="T41" fmla="*/ 2147483646 h 248"/>
                  <a:gd name="T42" fmla="*/ 2147483646 w 248"/>
                  <a:gd name="T43" fmla="*/ 2147483646 h 248"/>
                  <a:gd name="T44" fmla="*/ 2147483646 w 248"/>
                  <a:gd name="T45" fmla="*/ 2147483646 h 248"/>
                  <a:gd name="T46" fmla="*/ 2147483646 w 248"/>
                  <a:gd name="T47" fmla="*/ 2147483646 h 248"/>
                  <a:gd name="T48" fmla="*/ 2147483646 w 248"/>
                  <a:gd name="T49" fmla="*/ 2147483646 h 248"/>
                  <a:gd name="T50" fmla="*/ 2147483646 w 248"/>
                  <a:gd name="T51" fmla="*/ 2147483646 h 248"/>
                  <a:gd name="T52" fmla="*/ 2147483646 w 248"/>
                  <a:gd name="T53" fmla="*/ 2147483646 h 248"/>
                  <a:gd name="T54" fmla="*/ 2147483646 w 248"/>
                  <a:gd name="T55" fmla="*/ 2147483646 h 248"/>
                  <a:gd name="T56" fmla="*/ 2147483646 w 248"/>
                  <a:gd name="T57" fmla="*/ 2147483646 h 248"/>
                  <a:gd name="T58" fmla="*/ 2147483646 w 248"/>
                  <a:gd name="T59" fmla="*/ 2147483646 h 248"/>
                  <a:gd name="T60" fmla="*/ 2147483646 w 248"/>
                  <a:gd name="T61" fmla="*/ 2147483646 h 248"/>
                  <a:gd name="T62" fmla="*/ 2147483646 w 248"/>
                  <a:gd name="T63" fmla="*/ 2147483646 h 248"/>
                  <a:gd name="T64" fmla="*/ 2147483646 w 248"/>
                  <a:gd name="T65" fmla="*/ 0 h 2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48" h="248">
                    <a:moveTo>
                      <a:pt x="124" y="0"/>
                    </a:moveTo>
                    <a:cubicBezTo>
                      <a:pt x="112" y="0"/>
                      <a:pt x="112" y="0"/>
                      <a:pt x="112" y="0"/>
                    </a:cubicBezTo>
                    <a:cubicBezTo>
                      <a:pt x="105" y="0"/>
                      <a:pt x="100" y="5"/>
                      <a:pt x="100" y="12"/>
                    </a:cubicBezTo>
                    <a:cubicBezTo>
                      <a:pt x="100" y="27"/>
                      <a:pt x="100" y="27"/>
                      <a:pt x="100" y="27"/>
                    </a:cubicBezTo>
                    <a:cubicBezTo>
                      <a:pt x="100" y="33"/>
                      <a:pt x="97" y="37"/>
                      <a:pt x="92" y="39"/>
                    </a:cubicBezTo>
                    <a:cubicBezTo>
                      <a:pt x="83" y="42"/>
                      <a:pt x="83" y="42"/>
                      <a:pt x="83" y="42"/>
                    </a:cubicBezTo>
                    <a:cubicBezTo>
                      <a:pt x="79" y="43"/>
                      <a:pt x="74" y="42"/>
                      <a:pt x="71" y="39"/>
                    </a:cubicBezTo>
                    <a:cubicBezTo>
                      <a:pt x="60" y="28"/>
                      <a:pt x="60" y="28"/>
                      <a:pt x="60" y="28"/>
                    </a:cubicBezTo>
                    <a:cubicBezTo>
                      <a:pt x="56" y="24"/>
                      <a:pt x="48" y="24"/>
                      <a:pt x="44" y="28"/>
                    </a:cubicBezTo>
                    <a:cubicBezTo>
                      <a:pt x="28" y="44"/>
                      <a:pt x="28" y="44"/>
                      <a:pt x="28" y="44"/>
                    </a:cubicBezTo>
                    <a:cubicBezTo>
                      <a:pt x="24" y="48"/>
                      <a:pt x="24" y="56"/>
                      <a:pt x="28" y="60"/>
                    </a:cubicBezTo>
                    <a:cubicBezTo>
                      <a:pt x="39" y="71"/>
                      <a:pt x="39" y="71"/>
                      <a:pt x="39" y="71"/>
                    </a:cubicBezTo>
                    <a:cubicBezTo>
                      <a:pt x="42" y="74"/>
                      <a:pt x="43" y="79"/>
                      <a:pt x="42" y="83"/>
                    </a:cubicBezTo>
                    <a:cubicBezTo>
                      <a:pt x="39" y="92"/>
                      <a:pt x="39" y="92"/>
                      <a:pt x="39" y="92"/>
                    </a:cubicBezTo>
                    <a:cubicBezTo>
                      <a:pt x="37" y="97"/>
                      <a:pt x="33" y="100"/>
                      <a:pt x="27" y="100"/>
                    </a:cubicBezTo>
                    <a:cubicBezTo>
                      <a:pt x="12" y="100"/>
                      <a:pt x="12" y="100"/>
                      <a:pt x="12" y="100"/>
                    </a:cubicBezTo>
                    <a:cubicBezTo>
                      <a:pt x="5" y="100"/>
                      <a:pt x="0" y="105"/>
                      <a:pt x="0" y="112"/>
                    </a:cubicBezTo>
                    <a:cubicBezTo>
                      <a:pt x="0" y="136"/>
                      <a:pt x="0" y="136"/>
                      <a:pt x="0" y="136"/>
                    </a:cubicBezTo>
                    <a:cubicBezTo>
                      <a:pt x="0" y="143"/>
                      <a:pt x="5" y="148"/>
                      <a:pt x="12" y="148"/>
                    </a:cubicBezTo>
                    <a:cubicBezTo>
                      <a:pt x="27" y="148"/>
                      <a:pt x="27" y="148"/>
                      <a:pt x="27" y="148"/>
                    </a:cubicBezTo>
                    <a:cubicBezTo>
                      <a:pt x="33" y="148"/>
                      <a:pt x="37" y="151"/>
                      <a:pt x="39" y="156"/>
                    </a:cubicBezTo>
                    <a:cubicBezTo>
                      <a:pt x="42" y="165"/>
                      <a:pt x="42" y="165"/>
                      <a:pt x="42" y="165"/>
                    </a:cubicBezTo>
                    <a:cubicBezTo>
                      <a:pt x="43" y="169"/>
                      <a:pt x="42" y="174"/>
                      <a:pt x="39" y="177"/>
                    </a:cubicBezTo>
                    <a:cubicBezTo>
                      <a:pt x="28" y="188"/>
                      <a:pt x="28" y="188"/>
                      <a:pt x="28" y="188"/>
                    </a:cubicBezTo>
                    <a:cubicBezTo>
                      <a:pt x="24" y="192"/>
                      <a:pt x="24" y="200"/>
                      <a:pt x="28" y="204"/>
                    </a:cubicBezTo>
                    <a:cubicBezTo>
                      <a:pt x="44" y="220"/>
                      <a:pt x="44" y="220"/>
                      <a:pt x="44" y="220"/>
                    </a:cubicBezTo>
                    <a:cubicBezTo>
                      <a:pt x="48" y="224"/>
                      <a:pt x="56" y="224"/>
                      <a:pt x="60" y="220"/>
                    </a:cubicBezTo>
                    <a:cubicBezTo>
                      <a:pt x="71" y="209"/>
                      <a:pt x="71" y="209"/>
                      <a:pt x="71" y="209"/>
                    </a:cubicBezTo>
                    <a:cubicBezTo>
                      <a:pt x="74" y="206"/>
                      <a:pt x="79" y="205"/>
                      <a:pt x="83" y="206"/>
                    </a:cubicBezTo>
                    <a:cubicBezTo>
                      <a:pt x="92" y="209"/>
                      <a:pt x="92" y="209"/>
                      <a:pt x="92" y="209"/>
                    </a:cubicBezTo>
                    <a:cubicBezTo>
                      <a:pt x="97" y="211"/>
                      <a:pt x="100" y="215"/>
                      <a:pt x="100" y="221"/>
                    </a:cubicBezTo>
                    <a:cubicBezTo>
                      <a:pt x="100" y="236"/>
                      <a:pt x="100" y="236"/>
                      <a:pt x="100" y="236"/>
                    </a:cubicBezTo>
                    <a:cubicBezTo>
                      <a:pt x="100" y="243"/>
                      <a:pt x="105" y="248"/>
                      <a:pt x="112" y="248"/>
                    </a:cubicBezTo>
                    <a:cubicBezTo>
                      <a:pt x="124" y="248"/>
                      <a:pt x="124" y="248"/>
                      <a:pt x="124" y="248"/>
                    </a:cubicBezTo>
                    <a:cubicBezTo>
                      <a:pt x="136" y="248"/>
                      <a:pt x="136" y="248"/>
                      <a:pt x="136" y="248"/>
                    </a:cubicBezTo>
                    <a:cubicBezTo>
                      <a:pt x="143" y="248"/>
                      <a:pt x="148" y="243"/>
                      <a:pt x="148" y="236"/>
                    </a:cubicBezTo>
                    <a:cubicBezTo>
                      <a:pt x="148" y="221"/>
                      <a:pt x="148" y="221"/>
                      <a:pt x="148" y="221"/>
                    </a:cubicBezTo>
                    <a:cubicBezTo>
                      <a:pt x="148" y="215"/>
                      <a:pt x="151" y="211"/>
                      <a:pt x="156" y="209"/>
                    </a:cubicBezTo>
                    <a:cubicBezTo>
                      <a:pt x="165" y="206"/>
                      <a:pt x="165" y="206"/>
                      <a:pt x="165" y="206"/>
                    </a:cubicBezTo>
                    <a:cubicBezTo>
                      <a:pt x="169" y="205"/>
                      <a:pt x="174" y="206"/>
                      <a:pt x="177" y="209"/>
                    </a:cubicBezTo>
                    <a:cubicBezTo>
                      <a:pt x="188" y="220"/>
                      <a:pt x="188" y="220"/>
                      <a:pt x="188" y="220"/>
                    </a:cubicBezTo>
                    <a:cubicBezTo>
                      <a:pt x="192" y="224"/>
                      <a:pt x="200" y="224"/>
                      <a:pt x="204" y="220"/>
                    </a:cubicBezTo>
                    <a:cubicBezTo>
                      <a:pt x="220" y="204"/>
                      <a:pt x="220" y="204"/>
                      <a:pt x="220" y="204"/>
                    </a:cubicBezTo>
                    <a:cubicBezTo>
                      <a:pt x="224" y="200"/>
                      <a:pt x="224" y="192"/>
                      <a:pt x="220" y="188"/>
                    </a:cubicBezTo>
                    <a:cubicBezTo>
                      <a:pt x="209" y="177"/>
                      <a:pt x="209" y="177"/>
                      <a:pt x="209" y="177"/>
                    </a:cubicBezTo>
                    <a:cubicBezTo>
                      <a:pt x="206" y="174"/>
                      <a:pt x="205" y="169"/>
                      <a:pt x="206" y="165"/>
                    </a:cubicBezTo>
                    <a:cubicBezTo>
                      <a:pt x="209" y="156"/>
                      <a:pt x="209" y="156"/>
                      <a:pt x="209" y="156"/>
                    </a:cubicBezTo>
                    <a:cubicBezTo>
                      <a:pt x="211" y="151"/>
                      <a:pt x="215" y="148"/>
                      <a:pt x="221" y="148"/>
                    </a:cubicBezTo>
                    <a:cubicBezTo>
                      <a:pt x="236" y="148"/>
                      <a:pt x="236" y="148"/>
                      <a:pt x="236" y="148"/>
                    </a:cubicBezTo>
                    <a:cubicBezTo>
                      <a:pt x="243" y="148"/>
                      <a:pt x="248" y="143"/>
                      <a:pt x="248" y="136"/>
                    </a:cubicBezTo>
                    <a:cubicBezTo>
                      <a:pt x="248" y="112"/>
                      <a:pt x="248" y="112"/>
                      <a:pt x="248" y="112"/>
                    </a:cubicBezTo>
                    <a:cubicBezTo>
                      <a:pt x="248" y="105"/>
                      <a:pt x="243" y="100"/>
                      <a:pt x="236" y="100"/>
                    </a:cubicBezTo>
                    <a:cubicBezTo>
                      <a:pt x="221" y="100"/>
                      <a:pt x="221" y="100"/>
                      <a:pt x="221" y="100"/>
                    </a:cubicBezTo>
                    <a:cubicBezTo>
                      <a:pt x="215" y="100"/>
                      <a:pt x="211" y="97"/>
                      <a:pt x="209" y="92"/>
                    </a:cubicBezTo>
                    <a:cubicBezTo>
                      <a:pt x="206" y="83"/>
                      <a:pt x="206" y="83"/>
                      <a:pt x="206" y="83"/>
                    </a:cubicBezTo>
                    <a:cubicBezTo>
                      <a:pt x="205" y="79"/>
                      <a:pt x="206" y="74"/>
                      <a:pt x="209" y="71"/>
                    </a:cubicBezTo>
                    <a:cubicBezTo>
                      <a:pt x="220" y="60"/>
                      <a:pt x="220" y="60"/>
                      <a:pt x="220" y="60"/>
                    </a:cubicBezTo>
                    <a:cubicBezTo>
                      <a:pt x="224" y="56"/>
                      <a:pt x="224" y="48"/>
                      <a:pt x="220" y="44"/>
                    </a:cubicBezTo>
                    <a:cubicBezTo>
                      <a:pt x="204" y="28"/>
                      <a:pt x="204" y="28"/>
                      <a:pt x="204" y="28"/>
                    </a:cubicBezTo>
                    <a:cubicBezTo>
                      <a:pt x="200" y="24"/>
                      <a:pt x="192" y="24"/>
                      <a:pt x="188" y="28"/>
                    </a:cubicBezTo>
                    <a:cubicBezTo>
                      <a:pt x="177" y="39"/>
                      <a:pt x="177" y="39"/>
                      <a:pt x="177" y="39"/>
                    </a:cubicBezTo>
                    <a:cubicBezTo>
                      <a:pt x="174" y="42"/>
                      <a:pt x="169" y="43"/>
                      <a:pt x="165" y="42"/>
                    </a:cubicBezTo>
                    <a:cubicBezTo>
                      <a:pt x="156" y="39"/>
                      <a:pt x="156" y="39"/>
                      <a:pt x="156" y="39"/>
                    </a:cubicBezTo>
                    <a:cubicBezTo>
                      <a:pt x="151" y="37"/>
                      <a:pt x="148" y="33"/>
                      <a:pt x="148" y="27"/>
                    </a:cubicBezTo>
                    <a:cubicBezTo>
                      <a:pt x="148" y="12"/>
                      <a:pt x="148" y="12"/>
                      <a:pt x="148" y="12"/>
                    </a:cubicBezTo>
                    <a:cubicBezTo>
                      <a:pt x="148" y="5"/>
                      <a:pt x="143" y="0"/>
                      <a:pt x="136" y="0"/>
                    </a:cubicBezTo>
                    <a:lnTo>
                      <a:pt x="124" y="0"/>
                    </a:lnTo>
                    <a:close/>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 name="Freeform 179"/>
              <p:cNvSpPr>
                <a:spLocks/>
              </p:cNvSpPr>
              <p:nvPr/>
            </p:nvSpPr>
            <p:spPr bwMode="auto">
              <a:xfrm>
                <a:off x="2946550" y="3872063"/>
                <a:ext cx="125413" cy="125412"/>
              </a:xfrm>
              <a:custGeom>
                <a:avLst/>
                <a:gdLst>
                  <a:gd name="T0" fmla="*/ 2147483646 w 54"/>
                  <a:gd name="T1" fmla="*/ 2147483646 h 54"/>
                  <a:gd name="T2" fmla="*/ 2147483646 w 54"/>
                  <a:gd name="T3" fmla="*/ 2147483646 h 54"/>
                  <a:gd name="T4" fmla="*/ 2147483646 w 54"/>
                  <a:gd name="T5" fmla="*/ 2147483646 h 54"/>
                  <a:gd name="T6" fmla="*/ 2147483646 w 54"/>
                  <a:gd name="T7" fmla="*/ 2147483646 h 54"/>
                  <a:gd name="T8" fmla="*/ 2147483646 w 54"/>
                  <a:gd name="T9" fmla="*/ 2147483646 h 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54">
                    <a:moveTo>
                      <a:pt x="50" y="32"/>
                    </a:moveTo>
                    <a:cubicBezTo>
                      <a:pt x="54" y="15"/>
                      <a:pt x="39" y="0"/>
                      <a:pt x="22" y="4"/>
                    </a:cubicBezTo>
                    <a:cubicBezTo>
                      <a:pt x="13" y="6"/>
                      <a:pt x="6" y="13"/>
                      <a:pt x="4" y="22"/>
                    </a:cubicBezTo>
                    <a:cubicBezTo>
                      <a:pt x="0" y="39"/>
                      <a:pt x="15" y="54"/>
                      <a:pt x="32" y="50"/>
                    </a:cubicBezTo>
                    <a:cubicBezTo>
                      <a:pt x="41" y="48"/>
                      <a:pt x="48" y="41"/>
                      <a:pt x="50" y="32"/>
                    </a:cubicBezTo>
                    <a:close/>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65" name="组合 64"/>
          <p:cNvGrpSpPr/>
          <p:nvPr/>
        </p:nvGrpSpPr>
        <p:grpSpPr>
          <a:xfrm>
            <a:off x="6655756" y="3204204"/>
            <a:ext cx="1637654" cy="1637656"/>
            <a:chOff x="6207761" y="3741657"/>
            <a:chExt cx="1500029" cy="1500029"/>
          </a:xfrm>
        </p:grpSpPr>
        <p:sp>
          <p:nvSpPr>
            <p:cNvPr id="66" name="椭圆 65"/>
            <p:cNvSpPr/>
            <p:nvPr/>
          </p:nvSpPr>
          <p:spPr>
            <a:xfrm>
              <a:off x="6207761" y="3741657"/>
              <a:ext cx="1500029" cy="1500029"/>
            </a:xfrm>
            <a:prstGeom prst="ellipse">
              <a:avLst/>
            </a:prstGeom>
            <a:solidFill>
              <a:srgbClr val="DD1C3E"/>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nvGrpSpPr>
            <p:cNvPr id="67" name="组合 66"/>
            <p:cNvGrpSpPr/>
            <p:nvPr/>
          </p:nvGrpSpPr>
          <p:grpSpPr>
            <a:xfrm>
              <a:off x="6652054" y="4156692"/>
              <a:ext cx="647335" cy="647336"/>
              <a:chOff x="1830388" y="2073275"/>
              <a:chExt cx="534987" cy="534988"/>
            </a:xfrm>
          </p:grpSpPr>
          <p:sp>
            <p:nvSpPr>
              <p:cNvPr id="68" name="Freeform 24"/>
              <p:cNvSpPr>
                <a:spLocks/>
              </p:cNvSpPr>
              <p:nvPr/>
            </p:nvSpPr>
            <p:spPr bwMode="auto">
              <a:xfrm>
                <a:off x="2000250" y="2119313"/>
                <a:ext cx="365125" cy="109537"/>
              </a:xfrm>
              <a:custGeom>
                <a:avLst/>
                <a:gdLst>
                  <a:gd name="T0" fmla="*/ 2147483646 w 158"/>
                  <a:gd name="T1" fmla="*/ 2147483646 h 48"/>
                  <a:gd name="T2" fmla="*/ 2147483646 w 158"/>
                  <a:gd name="T3" fmla="*/ 2147483646 h 48"/>
                  <a:gd name="T4" fmla="*/ 0 w 158"/>
                  <a:gd name="T5" fmla="*/ 2147483646 h 48"/>
                  <a:gd name="T6" fmla="*/ 0 w 158"/>
                  <a:gd name="T7" fmla="*/ 2147483646 h 48"/>
                  <a:gd name="T8" fmla="*/ 2147483646 w 158"/>
                  <a:gd name="T9" fmla="*/ 0 h 48"/>
                  <a:gd name="T10" fmla="*/ 2147483646 w 158"/>
                  <a:gd name="T11" fmla="*/ 0 h 48"/>
                  <a:gd name="T12" fmla="*/ 2147483646 w 158"/>
                  <a:gd name="T13" fmla="*/ 2147483646 h 48"/>
                  <a:gd name="T14" fmla="*/ 2147483646 w 158"/>
                  <a:gd name="T15" fmla="*/ 2147483646 h 48"/>
                  <a:gd name="T16" fmla="*/ 2147483646 w 158"/>
                  <a:gd name="T17" fmla="*/ 2147483646 h 48"/>
                  <a:gd name="T18" fmla="*/ 2147483646 w 158"/>
                  <a:gd name="T19" fmla="*/ 2147483646 h 48"/>
                  <a:gd name="T20" fmla="*/ 2147483646 w 158"/>
                  <a:gd name="T21" fmla="*/ 2147483646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8" h="48">
                    <a:moveTo>
                      <a:pt x="130" y="48"/>
                    </a:moveTo>
                    <a:cubicBezTo>
                      <a:pt x="9" y="48"/>
                      <a:pt x="9" y="48"/>
                      <a:pt x="9" y="48"/>
                    </a:cubicBezTo>
                    <a:cubicBezTo>
                      <a:pt x="4" y="48"/>
                      <a:pt x="0" y="44"/>
                      <a:pt x="0" y="40"/>
                    </a:cubicBezTo>
                    <a:cubicBezTo>
                      <a:pt x="0" y="8"/>
                      <a:pt x="0" y="8"/>
                      <a:pt x="0" y="8"/>
                    </a:cubicBezTo>
                    <a:cubicBezTo>
                      <a:pt x="0" y="4"/>
                      <a:pt x="4" y="0"/>
                      <a:pt x="9" y="0"/>
                    </a:cubicBezTo>
                    <a:cubicBezTo>
                      <a:pt x="130" y="0"/>
                      <a:pt x="130" y="0"/>
                      <a:pt x="130" y="0"/>
                    </a:cubicBezTo>
                    <a:cubicBezTo>
                      <a:pt x="132" y="0"/>
                      <a:pt x="134" y="1"/>
                      <a:pt x="135" y="2"/>
                    </a:cubicBezTo>
                    <a:cubicBezTo>
                      <a:pt x="154" y="18"/>
                      <a:pt x="154" y="18"/>
                      <a:pt x="154" y="18"/>
                    </a:cubicBezTo>
                    <a:cubicBezTo>
                      <a:pt x="158" y="21"/>
                      <a:pt x="158" y="27"/>
                      <a:pt x="154" y="30"/>
                    </a:cubicBezTo>
                    <a:cubicBezTo>
                      <a:pt x="135" y="46"/>
                      <a:pt x="135" y="46"/>
                      <a:pt x="135" y="46"/>
                    </a:cubicBezTo>
                    <a:cubicBezTo>
                      <a:pt x="134" y="47"/>
                      <a:pt x="132" y="48"/>
                      <a:pt x="130" y="48"/>
                    </a:cubicBezTo>
                    <a:close/>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 name="Freeform 25"/>
              <p:cNvSpPr>
                <a:spLocks/>
              </p:cNvSpPr>
              <p:nvPr/>
            </p:nvSpPr>
            <p:spPr bwMode="auto">
              <a:xfrm>
                <a:off x="1830388" y="2266950"/>
                <a:ext cx="355600" cy="109538"/>
              </a:xfrm>
              <a:custGeom>
                <a:avLst/>
                <a:gdLst>
                  <a:gd name="T0" fmla="*/ 2147483646 w 154"/>
                  <a:gd name="T1" fmla="*/ 0 h 48"/>
                  <a:gd name="T2" fmla="*/ 2147483646 w 154"/>
                  <a:gd name="T3" fmla="*/ 0 h 48"/>
                  <a:gd name="T4" fmla="*/ 2147483646 w 154"/>
                  <a:gd name="T5" fmla="*/ 2147483646 h 48"/>
                  <a:gd name="T6" fmla="*/ 2147483646 w 154"/>
                  <a:gd name="T7" fmla="*/ 2147483646 h 48"/>
                  <a:gd name="T8" fmla="*/ 2147483646 w 154"/>
                  <a:gd name="T9" fmla="*/ 2147483646 h 48"/>
                  <a:gd name="T10" fmla="*/ 2147483646 w 154"/>
                  <a:gd name="T11" fmla="*/ 2147483646 h 48"/>
                  <a:gd name="T12" fmla="*/ 2147483646 w 154"/>
                  <a:gd name="T13" fmla="*/ 2147483646 h 48"/>
                  <a:gd name="T14" fmla="*/ 2147483646 w 154"/>
                  <a:gd name="T15" fmla="*/ 2147483646 h 48"/>
                  <a:gd name="T16" fmla="*/ 2147483646 w 154"/>
                  <a:gd name="T17" fmla="*/ 2147483646 h 48"/>
                  <a:gd name="T18" fmla="*/ 2147483646 w 154"/>
                  <a:gd name="T19" fmla="*/ 2147483646 h 48"/>
                  <a:gd name="T20" fmla="*/ 2147483646 w 154"/>
                  <a:gd name="T21" fmla="*/ 0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4" h="48">
                    <a:moveTo>
                      <a:pt x="27" y="0"/>
                    </a:moveTo>
                    <a:cubicBezTo>
                      <a:pt x="144" y="0"/>
                      <a:pt x="144" y="0"/>
                      <a:pt x="144" y="0"/>
                    </a:cubicBezTo>
                    <a:cubicBezTo>
                      <a:pt x="150" y="0"/>
                      <a:pt x="154" y="6"/>
                      <a:pt x="154" y="12"/>
                    </a:cubicBezTo>
                    <a:cubicBezTo>
                      <a:pt x="154" y="36"/>
                      <a:pt x="154" y="36"/>
                      <a:pt x="154" y="36"/>
                    </a:cubicBezTo>
                    <a:cubicBezTo>
                      <a:pt x="154" y="42"/>
                      <a:pt x="150" y="48"/>
                      <a:pt x="144" y="48"/>
                    </a:cubicBezTo>
                    <a:cubicBezTo>
                      <a:pt x="27" y="48"/>
                      <a:pt x="27" y="48"/>
                      <a:pt x="27" y="48"/>
                    </a:cubicBezTo>
                    <a:cubicBezTo>
                      <a:pt x="25" y="48"/>
                      <a:pt x="22" y="47"/>
                      <a:pt x="20" y="45"/>
                    </a:cubicBezTo>
                    <a:cubicBezTo>
                      <a:pt x="5" y="32"/>
                      <a:pt x="5" y="32"/>
                      <a:pt x="5" y="32"/>
                    </a:cubicBezTo>
                    <a:cubicBezTo>
                      <a:pt x="0" y="28"/>
                      <a:pt x="0" y="20"/>
                      <a:pt x="5" y="16"/>
                    </a:cubicBezTo>
                    <a:cubicBezTo>
                      <a:pt x="20" y="3"/>
                      <a:pt x="20" y="3"/>
                      <a:pt x="20" y="3"/>
                    </a:cubicBezTo>
                    <a:cubicBezTo>
                      <a:pt x="22" y="1"/>
                      <a:pt x="25" y="0"/>
                      <a:pt x="27" y="0"/>
                    </a:cubicBezTo>
                    <a:close/>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 name="Line 26"/>
              <p:cNvSpPr>
                <a:spLocks noChangeShapeType="1"/>
              </p:cNvSpPr>
              <p:nvPr/>
            </p:nvSpPr>
            <p:spPr bwMode="auto">
              <a:xfrm>
                <a:off x="2093913" y="2376488"/>
                <a:ext cx="0" cy="222250"/>
              </a:xfrm>
              <a:prstGeom prst="line">
                <a:avLst/>
              </a:prstGeom>
              <a:noFill/>
              <a:ln w="17463" cap="rnd">
                <a:solidFill>
                  <a:schemeClr val="bg1"/>
                </a:solidFill>
                <a:miter lim="800000"/>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 name="Line 27"/>
              <p:cNvSpPr>
                <a:spLocks noChangeShapeType="1"/>
              </p:cNvSpPr>
              <p:nvPr/>
            </p:nvSpPr>
            <p:spPr bwMode="auto">
              <a:xfrm flipV="1">
                <a:off x="2093913" y="2228850"/>
                <a:ext cx="0" cy="38100"/>
              </a:xfrm>
              <a:prstGeom prst="line">
                <a:avLst/>
              </a:prstGeom>
              <a:noFill/>
              <a:ln w="17463" cap="rnd">
                <a:solidFill>
                  <a:schemeClr val="bg1"/>
                </a:solidFill>
                <a:miter lim="800000"/>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 name="Line 28"/>
              <p:cNvSpPr>
                <a:spLocks noChangeShapeType="1"/>
              </p:cNvSpPr>
              <p:nvPr/>
            </p:nvSpPr>
            <p:spPr bwMode="auto">
              <a:xfrm flipV="1">
                <a:off x="2093913" y="2073275"/>
                <a:ext cx="0" cy="46038"/>
              </a:xfrm>
              <a:prstGeom prst="line">
                <a:avLst/>
              </a:prstGeom>
              <a:noFill/>
              <a:ln w="17463" cap="rnd">
                <a:solidFill>
                  <a:schemeClr val="bg1"/>
                </a:solidFill>
                <a:miter lim="800000"/>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 name="Line 29"/>
              <p:cNvSpPr>
                <a:spLocks noChangeShapeType="1"/>
              </p:cNvSpPr>
              <p:nvPr/>
            </p:nvSpPr>
            <p:spPr bwMode="auto">
              <a:xfrm>
                <a:off x="2020888" y="2608263"/>
                <a:ext cx="149225" cy="0"/>
              </a:xfrm>
              <a:prstGeom prst="line">
                <a:avLst/>
              </a:prstGeom>
              <a:noFill/>
              <a:ln w="17463" cap="rnd">
                <a:solidFill>
                  <a:schemeClr val="bg1"/>
                </a:solidFill>
                <a:miter lim="800000"/>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74" name="组合 73"/>
          <p:cNvGrpSpPr/>
          <p:nvPr/>
        </p:nvGrpSpPr>
        <p:grpSpPr>
          <a:xfrm>
            <a:off x="8808156" y="3211830"/>
            <a:ext cx="1637654" cy="1637656"/>
            <a:chOff x="8179277" y="3748642"/>
            <a:chExt cx="1500028" cy="1500029"/>
          </a:xfrm>
        </p:grpSpPr>
        <p:sp>
          <p:nvSpPr>
            <p:cNvPr id="75" name="椭圆 74"/>
            <p:cNvSpPr/>
            <p:nvPr/>
          </p:nvSpPr>
          <p:spPr>
            <a:xfrm>
              <a:off x="8179277" y="3748642"/>
              <a:ext cx="1500028" cy="1500029"/>
            </a:xfrm>
            <a:prstGeom prst="ellipse">
              <a:avLst/>
            </a:prstGeom>
            <a:solidFill>
              <a:srgbClr val="424A53"/>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solidFill>
                  <a:schemeClr val="tx1"/>
                </a:solidFill>
              </a:endParaRPr>
            </a:p>
          </p:txBody>
        </p:sp>
        <p:grpSp>
          <p:nvGrpSpPr>
            <p:cNvPr id="76" name="组合 75"/>
            <p:cNvGrpSpPr/>
            <p:nvPr/>
          </p:nvGrpSpPr>
          <p:grpSpPr>
            <a:xfrm>
              <a:off x="8605283" y="4234099"/>
              <a:ext cx="630396" cy="548323"/>
              <a:chOff x="11250613" y="919163"/>
              <a:chExt cx="573087" cy="498475"/>
            </a:xfrm>
          </p:grpSpPr>
          <p:sp>
            <p:nvSpPr>
              <p:cNvPr id="77" name="Freeform 193"/>
              <p:cNvSpPr>
                <a:spLocks/>
              </p:cNvSpPr>
              <p:nvPr/>
            </p:nvSpPr>
            <p:spPr bwMode="auto">
              <a:xfrm>
                <a:off x="11250613" y="919163"/>
                <a:ext cx="573087" cy="498475"/>
              </a:xfrm>
              <a:custGeom>
                <a:avLst/>
                <a:gdLst>
                  <a:gd name="T0" fmla="*/ 0 w 248"/>
                  <a:gd name="T1" fmla="*/ 2147483646 h 216"/>
                  <a:gd name="T2" fmla="*/ 2147483646 w 248"/>
                  <a:gd name="T3" fmla="*/ 2147483646 h 216"/>
                  <a:gd name="T4" fmla="*/ 2147483646 w 248"/>
                  <a:gd name="T5" fmla="*/ 2147483646 h 216"/>
                  <a:gd name="T6" fmla="*/ 2147483646 w 248"/>
                  <a:gd name="T7" fmla="*/ 0 h 216"/>
                  <a:gd name="T8" fmla="*/ 2147483646 w 248"/>
                  <a:gd name="T9" fmla="*/ 2147483646 h 216"/>
                  <a:gd name="T10" fmla="*/ 2147483646 w 248"/>
                  <a:gd name="T11" fmla="*/ 0 h 216"/>
                  <a:gd name="T12" fmla="*/ 0 w 248"/>
                  <a:gd name="T13" fmla="*/ 2147483646 h 2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8" h="216">
                    <a:moveTo>
                      <a:pt x="0" y="64"/>
                    </a:moveTo>
                    <a:cubicBezTo>
                      <a:pt x="0" y="144"/>
                      <a:pt x="124" y="216"/>
                      <a:pt x="124" y="216"/>
                    </a:cubicBezTo>
                    <a:cubicBezTo>
                      <a:pt x="124" y="216"/>
                      <a:pt x="248" y="144"/>
                      <a:pt x="248" y="64"/>
                    </a:cubicBezTo>
                    <a:cubicBezTo>
                      <a:pt x="248" y="31"/>
                      <a:pt x="224" y="0"/>
                      <a:pt x="188" y="0"/>
                    </a:cubicBezTo>
                    <a:cubicBezTo>
                      <a:pt x="155" y="0"/>
                      <a:pt x="124" y="23"/>
                      <a:pt x="124" y="56"/>
                    </a:cubicBezTo>
                    <a:cubicBezTo>
                      <a:pt x="124" y="23"/>
                      <a:pt x="93" y="0"/>
                      <a:pt x="60" y="0"/>
                    </a:cubicBezTo>
                    <a:cubicBezTo>
                      <a:pt x="24" y="0"/>
                      <a:pt x="0" y="31"/>
                      <a:pt x="0" y="64"/>
                    </a:cubicBezTo>
                    <a:close/>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 name="Freeform 194"/>
              <p:cNvSpPr>
                <a:spLocks/>
              </p:cNvSpPr>
              <p:nvPr/>
            </p:nvSpPr>
            <p:spPr bwMode="auto">
              <a:xfrm>
                <a:off x="11676063" y="984250"/>
                <a:ext cx="87312" cy="92075"/>
              </a:xfrm>
              <a:custGeom>
                <a:avLst/>
                <a:gdLst>
                  <a:gd name="T0" fmla="*/ 2147483646 w 38"/>
                  <a:gd name="T1" fmla="*/ 2147483646 h 40"/>
                  <a:gd name="T2" fmla="*/ 0 w 38"/>
                  <a:gd name="T3" fmla="*/ 0 h 40"/>
                  <a:gd name="T4" fmla="*/ 0 60000 65536"/>
                  <a:gd name="T5" fmla="*/ 0 60000 65536"/>
                </a:gdLst>
                <a:ahLst/>
                <a:cxnLst>
                  <a:cxn ang="T4">
                    <a:pos x="T0" y="T1"/>
                  </a:cxn>
                  <a:cxn ang="T5">
                    <a:pos x="T2" y="T3"/>
                  </a:cxn>
                </a:cxnLst>
                <a:rect l="0" t="0" r="r" b="b"/>
                <a:pathLst>
                  <a:path w="38" h="40">
                    <a:moveTo>
                      <a:pt x="38" y="40"/>
                    </a:moveTo>
                    <a:cubicBezTo>
                      <a:pt x="38" y="19"/>
                      <a:pt x="23" y="0"/>
                      <a:pt x="0" y="0"/>
                    </a:cubicBezTo>
                  </a:path>
                </a:pathLst>
              </a:custGeom>
              <a:noFill/>
              <a:ln w="17463" cap="rnd">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79" name="矩形 78"/>
          <p:cNvSpPr/>
          <p:nvPr/>
        </p:nvSpPr>
        <p:spPr>
          <a:xfrm>
            <a:off x="1767598" y="1793723"/>
            <a:ext cx="2834870" cy="746358"/>
          </a:xfrm>
          <a:prstGeom prst="rect">
            <a:avLst/>
          </a:prstGeom>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80" name="矩形 79"/>
          <p:cNvSpPr/>
          <p:nvPr/>
        </p:nvSpPr>
        <p:spPr>
          <a:xfrm>
            <a:off x="4003860" y="5368701"/>
            <a:ext cx="2834870" cy="746358"/>
          </a:xfrm>
          <a:prstGeom prst="rect">
            <a:avLst/>
          </a:prstGeom>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81" name="矩形 80"/>
          <p:cNvSpPr/>
          <p:nvPr/>
        </p:nvSpPr>
        <p:spPr>
          <a:xfrm>
            <a:off x="6057148" y="1793723"/>
            <a:ext cx="2834870" cy="746358"/>
          </a:xfrm>
          <a:prstGeom prst="rect">
            <a:avLst/>
          </a:prstGeom>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82" name="矩形 81"/>
          <p:cNvSpPr/>
          <p:nvPr/>
        </p:nvSpPr>
        <p:spPr>
          <a:xfrm>
            <a:off x="8209548" y="5368701"/>
            <a:ext cx="2834870" cy="746358"/>
          </a:xfrm>
          <a:prstGeom prst="rect">
            <a:avLst/>
          </a:prstGeom>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Tree>
    <p:extLst>
      <p:ext uri="{BB962C8B-B14F-4D97-AF65-F5344CB8AC3E}">
        <p14:creationId xmlns:p14="http://schemas.microsoft.com/office/powerpoint/2010/main" val="4208156144"/>
      </p:ext>
    </p:extLst>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2100"/>
                                            <p:tgtEl>
                                              <p:spTgt spid="11"/>
                                            </p:tgtEl>
                                          </p:cBhvr>
                                        </p:animEffect>
                                      </p:childTnLst>
                                    </p:cTn>
                                  </p:par>
                                  <p:par>
                                    <p:cTn id="22" presetID="2" presetClass="entr" presetSubtype="1" fill="hold" nodeType="withEffect">
                                      <p:stCondLst>
                                        <p:cond delay="700"/>
                                      </p:stCondLst>
                                      <p:childTnLst>
                                        <p:set>
                                          <p:cBhvr>
                                            <p:cTn id="23" dur="1" fill="hold">
                                              <p:stCondLst>
                                                <p:cond delay="0"/>
                                              </p:stCondLst>
                                            </p:cTn>
                                            <p:tgtEl>
                                              <p:spTgt spid="60"/>
                                            </p:tgtEl>
                                            <p:attrNameLst>
                                              <p:attrName>style.visibility</p:attrName>
                                            </p:attrNameLst>
                                          </p:cBhvr>
                                          <p:to>
                                            <p:strVal val="visible"/>
                                          </p:to>
                                        </p:set>
                                        <p:anim calcmode="lin" valueType="num">
                                          <p:cBhvr additive="base">
                                            <p:cTn id="24" dur="500" fill="hold"/>
                                            <p:tgtEl>
                                              <p:spTgt spid="60"/>
                                            </p:tgtEl>
                                            <p:attrNameLst>
                                              <p:attrName>ppt_x</p:attrName>
                                            </p:attrNameLst>
                                          </p:cBhvr>
                                          <p:tavLst>
                                            <p:tav tm="0">
                                              <p:val>
                                                <p:strVal val="#ppt_x"/>
                                              </p:val>
                                            </p:tav>
                                            <p:tav tm="100000">
                                              <p:val>
                                                <p:strVal val="#ppt_x"/>
                                              </p:val>
                                            </p:tav>
                                          </p:tavLst>
                                        </p:anim>
                                        <p:anim calcmode="lin" valueType="num">
                                          <p:cBhvr additive="base">
                                            <p:cTn id="25" dur="500" fill="hold"/>
                                            <p:tgtEl>
                                              <p:spTgt spid="60"/>
                                            </p:tgtEl>
                                            <p:attrNameLst>
                                              <p:attrName>ppt_y</p:attrName>
                                            </p:attrNameLst>
                                          </p:cBhvr>
                                          <p:tavLst>
                                            <p:tav tm="0">
                                              <p:val>
                                                <p:strVal val="0-#ppt_h/2"/>
                                              </p:val>
                                            </p:tav>
                                            <p:tav tm="100000">
                                              <p:val>
                                                <p:strVal val="#ppt_y"/>
                                              </p:val>
                                            </p:tav>
                                          </p:tavLst>
                                        </p:anim>
                                      </p:childTnLst>
                                    </p:cTn>
                                  </p:par>
                                  <p:par>
                                    <p:cTn id="26" presetID="2" presetClass="entr" presetSubtype="4" fill="hold" nodeType="withEffect">
                                      <p:stCondLst>
                                        <p:cond delay="900"/>
                                      </p:stCondLst>
                                      <p:childTnLst>
                                        <p:set>
                                          <p:cBhvr>
                                            <p:cTn id="27" dur="1" fill="hold">
                                              <p:stCondLst>
                                                <p:cond delay="0"/>
                                              </p:stCondLst>
                                            </p:cTn>
                                            <p:tgtEl>
                                              <p:spTgt spid="31"/>
                                            </p:tgtEl>
                                            <p:attrNameLst>
                                              <p:attrName>style.visibility</p:attrName>
                                            </p:attrNameLst>
                                          </p:cBhvr>
                                          <p:to>
                                            <p:strVal val="visible"/>
                                          </p:to>
                                        </p:set>
                                        <p:anim calcmode="lin" valueType="num">
                                          <p:cBhvr additive="base">
                                            <p:cTn id="28" dur="500" fill="hold"/>
                                            <p:tgtEl>
                                              <p:spTgt spid="31"/>
                                            </p:tgtEl>
                                            <p:attrNameLst>
                                              <p:attrName>ppt_x</p:attrName>
                                            </p:attrNameLst>
                                          </p:cBhvr>
                                          <p:tavLst>
                                            <p:tav tm="0">
                                              <p:val>
                                                <p:strVal val="#ppt_x"/>
                                              </p:val>
                                            </p:tav>
                                            <p:tav tm="100000">
                                              <p:val>
                                                <p:strVal val="#ppt_x"/>
                                              </p:val>
                                            </p:tav>
                                          </p:tavLst>
                                        </p:anim>
                                        <p:anim calcmode="lin" valueType="num">
                                          <p:cBhvr additive="base">
                                            <p:cTn id="29" dur="500" fill="hold"/>
                                            <p:tgtEl>
                                              <p:spTgt spid="31"/>
                                            </p:tgtEl>
                                            <p:attrNameLst>
                                              <p:attrName>ppt_y</p:attrName>
                                            </p:attrNameLst>
                                          </p:cBhvr>
                                          <p:tavLst>
                                            <p:tav tm="0">
                                              <p:val>
                                                <p:strVal val="1+#ppt_h/2"/>
                                              </p:val>
                                            </p:tav>
                                            <p:tav tm="100000">
                                              <p:val>
                                                <p:strVal val="#ppt_y"/>
                                              </p:val>
                                            </p:tav>
                                          </p:tavLst>
                                        </p:anim>
                                      </p:childTnLst>
                                    </p:cTn>
                                  </p:par>
                                  <p:par>
                                    <p:cTn id="30" presetID="2" presetClass="entr" presetSubtype="1" fill="hold" nodeType="withEffect">
                                      <p:stCondLst>
                                        <p:cond delay="1100"/>
                                      </p:stCondLst>
                                      <p:childTnLst>
                                        <p:set>
                                          <p:cBhvr>
                                            <p:cTn id="31" dur="1" fill="hold">
                                              <p:stCondLst>
                                                <p:cond delay="0"/>
                                              </p:stCondLst>
                                            </p:cTn>
                                            <p:tgtEl>
                                              <p:spTgt spid="65"/>
                                            </p:tgtEl>
                                            <p:attrNameLst>
                                              <p:attrName>style.visibility</p:attrName>
                                            </p:attrNameLst>
                                          </p:cBhvr>
                                          <p:to>
                                            <p:strVal val="visible"/>
                                          </p:to>
                                        </p:set>
                                        <p:anim calcmode="lin" valueType="num">
                                          <p:cBhvr additive="base">
                                            <p:cTn id="32" dur="500" fill="hold"/>
                                            <p:tgtEl>
                                              <p:spTgt spid="65"/>
                                            </p:tgtEl>
                                            <p:attrNameLst>
                                              <p:attrName>ppt_x</p:attrName>
                                            </p:attrNameLst>
                                          </p:cBhvr>
                                          <p:tavLst>
                                            <p:tav tm="0">
                                              <p:val>
                                                <p:strVal val="#ppt_x"/>
                                              </p:val>
                                            </p:tav>
                                            <p:tav tm="100000">
                                              <p:val>
                                                <p:strVal val="#ppt_x"/>
                                              </p:val>
                                            </p:tav>
                                          </p:tavLst>
                                        </p:anim>
                                        <p:anim calcmode="lin" valueType="num">
                                          <p:cBhvr additive="base">
                                            <p:cTn id="33" dur="500" fill="hold"/>
                                            <p:tgtEl>
                                              <p:spTgt spid="65"/>
                                            </p:tgtEl>
                                            <p:attrNameLst>
                                              <p:attrName>ppt_y</p:attrName>
                                            </p:attrNameLst>
                                          </p:cBhvr>
                                          <p:tavLst>
                                            <p:tav tm="0">
                                              <p:val>
                                                <p:strVal val="0-#ppt_h/2"/>
                                              </p:val>
                                            </p:tav>
                                            <p:tav tm="100000">
                                              <p:val>
                                                <p:strVal val="#ppt_y"/>
                                              </p:val>
                                            </p:tav>
                                          </p:tavLst>
                                        </p:anim>
                                      </p:childTnLst>
                                    </p:cTn>
                                  </p:par>
                                  <p:par>
                                    <p:cTn id="34" presetID="2" presetClass="entr" presetSubtype="4" fill="hold" nodeType="withEffect">
                                      <p:stCondLst>
                                        <p:cond delay="1300"/>
                                      </p:stCondLst>
                                      <p:childTnLst>
                                        <p:set>
                                          <p:cBhvr>
                                            <p:cTn id="35" dur="1" fill="hold">
                                              <p:stCondLst>
                                                <p:cond delay="0"/>
                                              </p:stCondLst>
                                            </p:cTn>
                                            <p:tgtEl>
                                              <p:spTgt spid="74"/>
                                            </p:tgtEl>
                                            <p:attrNameLst>
                                              <p:attrName>style.visibility</p:attrName>
                                            </p:attrNameLst>
                                          </p:cBhvr>
                                          <p:to>
                                            <p:strVal val="visible"/>
                                          </p:to>
                                        </p:set>
                                        <p:anim calcmode="lin" valueType="num">
                                          <p:cBhvr additive="base">
                                            <p:cTn id="36" dur="500" fill="hold"/>
                                            <p:tgtEl>
                                              <p:spTgt spid="74"/>
                                            </p:tgtEl>
                                            <p:attrNameLst>
                                              <p:attrName>ppt_x</p:attrName>
                                            </p:attrNameLst>
                                          </p:cBhvr>
                                          <p:tavLst>
                                            <p:tav tm="0">
                                              <p:val>
                                                <p:strVal val="#ppt_x"/>
                                              </p:val>
                                            </p:tav>
                                            <p:tav tm="100000">
                                              <p:val>
                                                <p:strVal val="#ppt_x"/>
                                              </p:val>
                                            </p:tav>
                                          </p:tavLst>
                                        </p:anim>
                                        <p:anim calcmode="lin" valueType="num">
                                          <p:cBhvr additive="base">
                                            <p:cTn id="37" dur="500" fill="hold"/>
                                            <p:tgtEl>
                                              <p:spTgt spid="74"/>
                                            </p:tgtEl>
                                            <p:attrNameLst>
                                              <p:attrName>ppt_y</p:attrName>
                                            </p:attrNameLst>
                                          </p:cBhvr>
                                          <p:tavLst>
                                            <p:tav tm="0">
                                              <p:val>
                                                <p:strVal val="1+#ppt_h/2"/>
                                              </p:val>
                                            </p:tav>
                                            <p:tav tm="100000">
                                              <p:val>
                                                <p:strVal val="#ppt_y"/>
                                              </p:val>
                                            </p:tav>
                                          </p:tavLst>
                                        </p:anim>
                                      </p:childTnLst>
                                    </p:cTn>
                                  </p:par>
                                </p:childTnLst>
                              </p:cTn>
                            </p:par>
                            <p:par>
                              <p:cTn id="38" fill="hold">
                                <p:stCondLst>
                                  <p:cond delay="3100"/>
                                </p:stCondLst>
                                <p:childTnLst>
                                  <p:par>
                                    <p:cTn id="39" presetID="2" presetClass="entr" presetSubtype="2" fill="hold" grpId="0" nodeType="afterEffect" p14:presetBounceEnd="56667">
                                      <p:stCondLst>
                                        <p:cond delay="0"/>
                                      </p:stCondLst>
                                      <p:childTnLst>
                                        <p:set>
                                          <p:cBhvr>
                                            <p:cTn id="40" dur="1" fill="hold">
                                              <p:stCondLst>
                                                <p:cond delay="0"/>
                                              </p:stCondLst>
                                            </p:cTn>
                                            <p:tgtEl>
                                              <p:spTgt spid="79"/>
                                            </p:tgtEl>
                                            <p:attrNameLst>
                                              <p:attrName>style.visibility</p:attrName>
                                            </p:attrNameLst>
                                          </p:cBhvr>
                                          <p:to>
                                            <p:strVal val="visible"/>
                                          </p:to>
                                        </p:set>
                                        <p:anim calcmode="lin" valueType="num" p14:bounceEnd="56667">
                                          <p:cBhvr additive="base">
                                            <p:cTn id="41" dur="300" fill="hold"/>
                                            <p:tgtEl>
                                              <p:spTgt spid="79"/>
                                            </p:tgtEl>
                                            <p:attrNameLst>
                                              <p:attrName>ppt_x</p:attrName>
                                            </p:attrNameLst>
                                          </p:cBhvr>
                                          <p:tavLst>
                                            <p:tav tm="0">
                                              <p:val>
                                                <p:strVal val="1+#ppt_w/2"/>
                                              </p:val>
                                            </p:tav>
                                            <p:tav tm="100000">
                                              <p:val>
                                                <p:strVal val="#ppt_x"/>
                                              </p:val>
                                            </p:tav>
                                          </p:tavLst>
                                        </p:anim>
                                        <p:anim calcmode="lin" valueType="num" p14:bounceEnd="56667">
                                          <p:cBhvr additive="base">
                                            <p:cTn id="42" dur="300" fill="hold"/>
                                            <p:tgtEl>
                                              <p:spTgt spid="79"/>
                                            </p:tgtEl>
                                            <p:attrNameLst>
                                              <p:attrName>ppt_y</p:attrName>
                                            </p:attrNameLst>
                                          </p:cBhvr>
                                          <p:tavLst>
                                            <p:tav tm="0">
                                              <p:val>
                                                <p:strVal val="#ppt_y"/>
                                              </p:val>
                                            </p:tav>
                                            <p:tav tm="100000">
                                              <p:val>
                                                <p:strVal val="#ppt_y"/>
                                              </p:val>
                                            </p:tav>
                                          </p:tavLst>
                                        </p:anim>
                                      </p:childTnLst>
                                    </p:cTn>
                                  </p:par>
                                </p:childTnLst>
                              </p:cTn>
                            </p:par>
                            <p:par>
                              <p:cTn id="43" fill="hold">
                                <p:stCondLst>
                                  <p:cond delay="3400"/>
                                </p:stCondLst>
                                <p:childTnLst>
                                  <p:par>
                                    <p:cTn id="44" presetID="2" presetClass="entr" presetSubtype="2" fill="hold" grpId="0" nodeType="afterEffect" p14:presetBounceEnd="56667">
                                      <p:stCondLst>
                                        <p:cond delay="0"/>
                                      </p:stCondLst>
                                      <p:childTnLst>
                                        <p:set>
                                          <p:cBhvr>
                                            <p:cTn id="45" dur="1" fill="hold">
                                              <p:stCondLst>
                                                <p:cond delay="0"/>
                                              </p:stCondLst>
                                            </p:cTn>
                                            <p:tgtEl>
                                              <p:spTgt spid="80"/>
                                            </p:tgtEl>
                                            <p:attrNameLst>
                                              <p:attrName>style.visibility</p:attrName>
                                            </p:attrNameLst>
                                          </p:cBhvr>
                                          <p:to>
                                            <p:strVal val="visible"/>
                                          </p:to>
                                        </p:set>
                                        <p:anim calcmode="lin" valueType="num" p14:bounceEnd="56667">
                                          <p:cBhvr additive="base">
                                            <p:cTn id="46" dur="300" fill="hold"/>
                                            <p:tgtEl>
                                              <p:spTgt spid="80"/>
                                            </p:tgtEl>
                                            <p:attrNameLst>
                                              <p:attrName>ppt_x</p:attrName>
                                            </p:attrNameLst>
                                          </p:cBhvr>
                                          <p:tavLst>
                                            <p:tav tm="0">
                                              <p:val>
                                                <p:strVal val="1+#ppt_w/2"/>
                                              </p:val>
                                            </p:tav>
                                            <p:tav tm="100000">
                                              <p:val>
                                                <p:strVal val="#ppt_x"/>
                                              </p:val>
                                            </p:tav>
                                          </p:tavLst>
                                        </p:anim>
                                        <p:anim calcmode="lin" valueType="num" p14:bounceEnd="56667">
                                          <p:cBhvr additive="base">
                                            <p:cTn id="47" dur="300" fill="hold"/>
                                            <p:tgtEl>
                                              <p:spTgt spid="80"/>
                                            </p:tgtEl>
                                            <p:attrNameLst>
                                              <p:attrName>ppt_y</p:attrName>
                                            </p:attrNameLst>
                                          </p:cBhvr>
                                          <p:tavLst>
                                            <p:tav tm="0">
                                              <p:val>
                                                <p:strVal val="#ppt_y"/>
                                              </p:val>
                                            </p:tav>
                                            <p:tav tm="100000">
                                              <p:val>
                                                <p:strVal val="#ppt_y"/>
                                              </p:val>
                                            </p:tav>
                                          </p:tavLst>
                                        </p:anim>
                                      </p:childTnLst>
                                    </p:cTn>
                                  </p:par>
                                </p:childTnLst>
                              </p:cTn>
                            </p:par>
                            <p:par>
                              <p:cTn id="48" fill="hold">
                                <p:stCondLst>
                                  <p:cond delay="3700"/>
                                </p:stCondLst>
                                <p:childTnLst>
                                  <p:par>
                                    <p:cTn id="49" presetID="2" presetClass="entr" presetSubtype="2" fill="hold" grpId="0" nodeType="afterEffect" p14:presetBounceEnd="56667">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14:bounceEnd="56667">
                                          <p:cBhvr additive="base">
                                            <p:cTn id="51" dur="300" fill="hold"/>
                                            <p:tgtEl>
                                              <p:spTgt spid="81"/>
                                            </p:tgtEl>
                                            <p:attrNameLst>
                                              <p:attrName>ppt_x</p:attrName>
                                            </p:attrNameLst>
                                          </p:cBhvr>
                                          <p:tavLst>
                                            <p:tav tm="0">
                                              <p:val>
                                                <p:strVal val="1+#ppt_w/2"/>
                                              </p:val>
                                            </p:tav>
                                            <p:tav tm="100000">
                                              <p:val>
                                                <p:strVal val="#ppt_x"/>
                                              </p:val>
                                            </p:tav>
                                          </p:tavLst>
                                        </p:anim>
                                        <p:anim calcmode="lin" valueType="num" p14:bounceEnd="56667">
                                          <p:cBhvr additive="base">
                                            <p:cTn id="52" dur="300" fill="hold"/>
                                            <p:tgtEl>
                                              <p:spTgt spid="81"/>
                                            </p:tgtEl>
                                            <p:attrNameLst>
                                              <p:attrName>ppt_y</p:attrName>
                                            </p:attrNameLst>
                                          </p:cBhvr>
                                          <p:tavLst>
                                            <p:tav tm="0">
                                              <p:val>
                                                <p:strVal val="#ppt_y"/>
                                              </p:val>
                                            </p:tav>
                                            <p:tav tm="100000">
                                              <p:val>
                                                <p:strVal val="#ppt_y"/>
                                              </p:val>
                                            </p:tav>
                                          </p:tavLst>
                                        </p:anim>
                                      </p:childTnLst>
                                    </p:cTn>
                                  </p:par>
                                </p:childTnLst>
                              </p:cTn>
                            </p:par>
                            <p:par>
                              <p:cTn id="53" fill="hold">
                                <p:stCondLst>
                                  <p:cond delay="4000"/>
                                </p:stCondLst>
                                <p:childTnLst>
                                  <p:par>
                                    <p:cTn id="54" presetID="2" presetClass="entr" presetSubtype="2" fill="hold" grpId="0" nodeType="afterEffect" p14:presetBounceEnd="56667">
                                      <p:stCondLst>
                                        <p:cond delay="0"/>
                                      </p:stCondLst>
                                      <p:childTnLst>
                                        <p:set>
                                          <p:cBhvr>
                                            <p:cTn id="55" dur="1" fill="hold">
                                              <p:stCondLst>
                                                <p:cond delay="0"/>
                                              </p:stCondLst>
                                            </p:cTn>
                                            <p:tgtEl>
                                              <p:spTgt spid="82"/>
                                            </p:tgtEl>
                                            <p:attrNameLst>
                                              <p:attrName>style.visibility</p:attrName>
                                            </p:attrNameLst>
                                          </p:cBhvr>
                                          <p:to>
                                            <p:strVal val="visible"/>
                                          </p:to>
                                        </p:set>
                                        <p:anim calcmode="lin" valueType="num" p14:bounceEnd="56667">
                                          <p:cBhvr additive="base">
                                            <p:cTn id="56" dur="300" fill="hold"/>
                                            <p:tgtEl>
                                              <p:spTgt spid="82"/>
                                            </p:tgtEl>
                                            <p:attrNameLst>
                                              <p:attrName>ppt_x</p:attrName>
                                            </p:attrNameLst>
                                          </p:cBhvr>
                                          <p:tavLst>
                                            <p:tav tm="0">
                                              <p:val>
                                                <p:strVal val="1+#ppt_w/2"/>
                                              </p:val>
                                            </p:tav>
                                            <p:tav tm="100000">
                                              <p:val>
                                                <p:strVal val="#ppt_x"/>
                                              </p:val>
                                            </p:tav>
                                          </p:tavLst>
                                        </p:anim>
                                        <p:anim calcmode="lin" valueType="num" p14:bounceEnd="56667">
                                          <p:cBhvr additive="base">
                                            <p:cTn id="57" dur="300" fill="hold"/>
                                            <p:tgtEl>
                                              <p:spTgt spid="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9" grpId="0"/>
          <p:bldP spid="80" grpId="0"/>
          <p:bldP spid="81" grpId="0"/>
          <p:bldP spid="82"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2100"/>
                                            <p:tgtEl>
                                              <p:spTgt spid="11"/>
                                            </p:tgtEl>
                                          </p:cBhvr>
                                        </p:animEffect>
                                      </p:childTnLst>
                                    </p:cTn>
                                  </p:par>
                                  <p:par>
                                    <p:cTn id="22" presetID="2" presetClass="entr" presetSubtype="1" fill="hold" nodeType="withEffect">
                                      <p:stCondLst>
                                        <p:cond delay="700"/>
                                      </p:stCondLst>
                                      <p:childTnLst>
                                        <p:set>
                                          <p:cBhvr>
                                            <p:cTn id="23" dur="1" fill="hold">
                                              <p:stCondLst>
                                                <p:cond delay="0"/>
                                              </p:stCondLst>
                                            </p:cTn>
                                            <p:tgtEl>
                                              <p:spTgt spid="60"/>
                                            </p:tgtEl>
                                            <p:attrNameLst>
                                              <p:attrName>style.visibility</p:attrName>
                                            </p:attrNameLst>
                                          </p:cBhvr>
                                          <p:to>
                                            <p:strVal val="visible"/>
                                          </p:to>
                                        </p:set>
                                        <p:anim calcmode="lin" valueType="num">
                                          <p:cBhvr additive="base">
                                            <p:cTn id="24" dur="500" fill="hold"/>
                                            <p:tgtEl>
                                              <p:spTgt spid="60"/>
                                            </p:tgtEl>
                                            <p:attrNameLst>
                                              <p:attrName>ppt_x</p:attrName>
                                            </p:attrNameLst>
                                          </p:cBhvr>
                                          <p:tavLst>
                                            <p:tav tm="0">
                                              <p:val>
                                                <p:strVal val="#ppt_x"/>
                                              </p:val>
                                            </p:tav>
                                            <p:tav tm="100000">
                                              <p:val>
                                                <p:strVal val="#ppt_x"/>
                                              </p:val>
                                            </p:tav>
                                          </p:tavLst>
                                        </p:anim>
                                        <p:anim calcmode="lin" valueType="num">
                                          <p:cBhvr additive="base">
                                            <p:cTn id="25" dur="500" fill="hold"/>
                                            <p:tgtEl>
                                              <p:spTgt spid="60"/>
                                            </p:tgtEl>
                                            <p:attrNameLst>
                                              <p:attrName>ppt_y</p:attrName>
                                            </p:attrNameLst>
                                          </p:cBhvr>
                                          <p:tavLst>
                                            <p:tav tm="0">
                                              <p:val>
                                                <p:strVal val="0-#ppt_h/2"/>
                                              </p:val>
                                            </p:tav>
                                            <p:tav tm="100000">
                                              <p:val>
                                                <p:strVal val="#ppt_y"/>
                                              </p:val>
                                            </p:tav>
                                          </p:tavLst>
                                        </p:anim>
                                      </p:childTnLst>
                                    </p:cTn>
                                  </p:par>
                                  <p:par>
                                    <p:cTn id="26" presetID="2" presetClass="entr" presetSubtype="4" fill="hold" nodeType="withEffect">
                                      <p:stCondLst>
                                        <p:cond delay="900"/>
                                      </p:stCondLst>
                                      <p:childTnLst>
                                        <p:set>
                                          <p:cBhvr>
                                            <p:cTn id="27" dur="1" fill="hold">
                                              <p:stCondLst>
                                                <p:cond delay="0"/>
                                              </p:stCondLst>
                                            </p:cTn>
                                            <p:tgtEl>
                                              <p:spTgt spid="31"/>
                                            </p:tgtEl>
                                            <p:attrNameLst>
                                              <p:attrName>style.visibility</p:attrName>
                                            </p:attrNameLst>
                                          </p:cBhvr>
                                          <p:to>
                                            <p:strVal val="visible"/>
                                          </p:to>
                                        </p:set>
                                        <p:anim calcmode="lin" valueType="num">
                                          <p:cBhvr additive="base">
                                            <p:cTn id="28" dur="500" fill="hold"/>
                                            <p:tgtEl>
                                              <p:spTgt spid="31"/>
                                            </p:tgtEl>
                                            <p:attrNameLst>
                                              <p:attrName>ppt_x</p:attrName>
                                            </p:attrNameLst>
                                          </p:cBhvr>
                                          <p:tavLst>
                                            <p:tav tm="0">
                                              <p:val>
                                                <p:strVal val="#ppt_x"/>
                                              </p:val>
                                            </p:tav>
                                            <p:tav tm="100000">
                                              <p:val>
                                                <p:strVal val="#ppt_x"/>
                                              </p:val>
                                            </p:tav>
                                          </p:tavLst>
                                        </p:anim>
                                        <p:anim calcmode="lin" valueType="num">
                                          <p:cBhvr additive="base">
                                            <p:cTn id="29" dur="500" fill="hold"/>
                                            <p:tgtEl>
                                              <p:spTgt spid="31"/>
                                            </p:tgtEl>
                                            <p:attrNameLst>
                                              <p:attrName>ppt_y</p:attrName>
                                            </p:attrNameLst>
                                          </p:cBhvr>
                                          <p:tavLst>
                                            <p:tav tm="0">
                                              <p:val>
                                                <p:strVal val="1+#ppt_h/2"/>
                                              </p:val>
                                            </p:tav>
                                            <p:tav tm="100000">
                                              <p:val>
                                                <p:strVal val="#ppt_y"/>
                                              </p:val>
                                            </p:tav>
                                          </p:tavLst>
                                        </p:anim>
                                      </p:childTnLst>
                                    </p:cTn>
                                  </p:par>
                                  <p:par>
                                    <p:cTn id="30" presetID="2" presetClass="entr" presetSubtype="1" fill="hold" nodeType="withEffect">
                                      <p:stCondLst>
                                        <p:cond delay="1100"/>
                                      </p:stCondLst>
                                      <p:childTnLst>
                                        <p:set>
                                          <p:cBhvr>
                                            <p:cTn id="31" dur="1" fill="hold">
                                              <p:stCondLst>
                                                <p:cond delay="0"/>
                                              </p:stCondLst>
                                            </p:cTn>
                                            <p:tgtEl>
                                              <p:spTgt spid="65"/>
                                            </p:tgtEl>
                                            <p:attrNameLst>
                                              <p:attrName>style.visibility</p:attrName>
                                            </p:attrNameLst>
                                          </p:cBhvr>
                                          <p:to>
                                            <p:strVal val="visible"/>
                                          </p:to>
                                        </p:set>
                                        <p:anim calcmode="lin" valueType="num">
                                          <p:cBhvr additive="base">
                                            <p:cTn id="32" dur="500" fill="hold"/>
                                            <p:tgtEl>
                                              <p:spTgt spid="65"/>
                                            </p:tgtEl>
                                            <p:attrNameLst>
                                              <p:attrName>ppt_x</p:attrName>
                                            </p:attrNameLst>
                                          </p:cBhvr>
                                          <p:tavLst>
                                            <p:tav tm="0">
                                              <p:val>
                                                <p:strVal val="#ppt_x"/>
                                              </p:val>
                                            </p:tav>
                                            <p:tav tm="100000">
                                              <p:val>
                                                <p:strVal val="#ppt_x"/>
                                              </p:val>
                                            </p:tav>
                                          </p:tavLst>
                                        </p:anim>
                                        <p:anim calcmode="lin" valueType="num">
                                          <p:cBhvr additive="base">
                                            <p:cTn id="33" dur="500" fill="hold"/>
                                            <p:tgtEl>
                                              <p:spTgt spid="65"/>
                                            </p:tgtEl>
                                            <p:attrNameLst>
                                              <p:attrName>ppt_y</p:attrName>
                                            </p:attrNameLst>
                                          </p:cBhvr>
                                          <p:tavLst>
                                            <p:tav tm="0">
                                              <p:val>
                                                <p:strVal val="0-#ppt_h/2"/>
                                              </p:val>
                                            </p:tav>
                                            <p:tav tm="100000">
                                              <p:val>
                                                <p:strVal val="#ppt_y"/>
                                              </p:val>
                                            </p:tav>
                                          </p:tavLst>
                                        </p:anim>
                                      </p:childTnLst>
                                    </p:cTn>
                                  </p:par>
                                  <p:par>
                                    <p:cTn id="34" presetID="2" presetClass="entr" presetSubtype="4" fill="hold" nodeType="withEffect">
                                      <p:stCondLst>
                                        <p:cond delay="1300"/>
                                      </p:stCondLst>
                                      <p:childTnLst>
                                        <p:set>
                                          <p:cBhvr>
                                            <p:cTn id="35" dur="1" fill="hold">
                                              <p:stCondLst>
                                                <p:cond delay="0"/>
                                              </p:stCondLst>
                                            </p:cTn>
                                            <p:tgtEl>
                                              <p:spTgt spid="74"/>
                                            </p:tgtEl>
                                            <p:attrNameLst>
                                              <p:attrName>style.visibility</p:attrName>
                                            </p:attrNameLst>
                                          </p:cBhvr>
                                          <p:to>
                                            <p:strVal val="visible"/>
                                          </p:to>
                                        </p:set>
                                        <p:anim calcmode="lin" valueType="num">
                                          <p:cBhvr additive="base">
                                            <p:cTn id="36" dur="500" fill="hold"/>
                                            <p:tgtEl>
                                              <p:spTgt spid="74"/>
                                            </p:tgtEl>
                                            <p:attrNameLst>
                                              <p:attrName>ppt_x</p:attrName>
                                            </p:attrNameLst>
                                          </p:cBhvr>
                                          <p:tavLst>
                                            <p:tav tm="0">
                                              <p:val>
                                                <p:strVal val="#ppt_x"/>
                                              </p:val>
                                            </p:tav>
                                            <p:tav tm="100000">
                                              <p:val>
                                                <p:strVal val="#ppt_x"/>
                                              </p:val>
                                            </p:tav>
                                          </p:tavLst>
                                        </p:anim>
                                        <p:anim calcmode="lin" valueType="num">
                                          <p:cBhvr additive="base">
                                            <p:cTn id="37" dur="500" fill="hold"/>
                                            <p:tgtEl>
                                              <p:spTgt spid="74"/>
                                            </p:tgtEl>
                                            <p:attrNameLst>
                                              <p:attrName>ppt_y</p:attrName>
                                            </p:attrNameLst>
                                          </p:cBhvr>
                                          <p:tavLst>
                                            <p:tav tm="0">
                                              <p:val>
                                                <p:strVal val="1+#ppt_h/2"/>
                                              </p:val>
                                            </p:tav>
                                            <p:tav tm="100000">
                                              <p:val>
                                                <p:strVal val="#ppt_y"/>
                                              </p:val>
                                            </p:tav>
                                          </p:tavLst>
                                        </p:anim>
                                      </p:childTnLst>
                                    </p:cTn>
                                  </p:par>
                                </p:childTnLst>
                              </p:cTn>
                            </p:par>
                            <p:par>
                              <p:cTn id="38" fill="hold">
                                <p:stCondLst>
                                  <p:cond delay="3100"/>
                                </p:stCondLst>
                                <p:childTnLst>
                                  <p:par>
                                    <p:cTn id="39" presetID="2" presetClass="entr" presetSubtype="2" fill="hold" grpId="0" nodeType="afterEffect">
                                      <p:stCondLst>
                                        <p:cond delay="0"/>
                                      </p:stCondLst>
                                      <p:childTnLst>
                                        <p:set>
                                          <p:cBhvr>
                                            <p:cTn id="40" dur="1" fill="hold">
                                              <p:stCondLst>
                                                <p:cond delay="0"/>
                                              </p:stCondLst>
                                            </p:cTn>
                                            <p:tgtEl>
                                              <p:spTgt spid="79"/>
                                            </p:tgtEl>
                                            <p:attrNameLst>
                                              <p:attrName>style.visibility</p:attrName>
                                            </p:attrNameLst>
                                          </p:cBhvr>
                                          <p:to>
                                            <p:strVal val="visible"/>
                                          </p:to>
                                        </p:set>
                                        <p:anim calcmode="lin" valueType="num">
                                          <p:cBhvr additive="base">
                                            <p:cTn id="41" dur="300" fill="hold"/>
                                            <p:tgtEl>
                                              <p:spTgt spid="79"/>
                                            </p:tgtEl>
                                            <p:attrNameLst>
                                              <p:attrName>ppt_x</p:attrName>
                                            </p:attrNameLst>
                                          </p:cBhvr>
                                          <p:tavLst>
                                            <p:tav tm="0">
                                              <p:val>
                                                <p:strVal val="1+#ppt_w/2"/>
                                              </p:val>
                                            </p:tav>
                                            <p:tav tm="100000">
                                              <p:val>
                                                <p:strVal val="#ppt_x"/>
                                              </p:val>
                                            </p:tav>
                                          </p:tavLst>
                                        </p:anim>
                                        <p:anim calcmode="lin" valueType="num">
                                          <p:cBhvr additive="base">
                                            <p:cTn id="42" dur="300" fill="hold"/>
                                            <p:tgtEl>
                                              <p:spTgt spid="79"/>
                                            </p:tgtEl>
                                            <p:attrNameLst>
                                              <p:attrName>ppt_y</p:attrName>
                                            </p:attrNameLst>
                                          </p:cBhvr>
                                          <p:tavLst>
                                            <p:tav tm="0">
                                              <p:val>
                                                <p:strVal val="#ppt_y"/>
                                              </p:val>
                                            </p:tav>
                                            <p:tav tm="100000">
                                              <p:val>
                                                <p:strVal val="#ppt_y"/>
                                              </p:val>
                                            </p:tav>
                                          </p:tavLst>
                                        </p:anim>
                                      </p:childTnLst>
                                    </p:cTn>
                                  </p:par>
                                </p:childTnLst>
                              </p:cTn>
                            </p:par>
                            <p:par>
                              <p:cTn id="43" fill="hold">
                                <p:stCondLst>
                                  <p:cond delay="3400"/>
                                </p:stCondLst>
                                <p:childTnLst>
                                  <p:par>
                                    <p:cTn id="44" presetID="2" presetClass="entr" presetSubtype="2"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anim calcmode="lin" valueType="num">
                                          <p:cBhvr additive="base">
                                            <p:cTn id="46" dur="300" fill="hold"/>
                                            <p:tgtEl>
                                              <p:spTgt spid="80"/>
                                            </p:tgtEl>
                                            <p:attrNameLst>
                                              <p:attrName>ppt_x</p:attrName>
                                            </p:attrNameLst>
                                          </p:cBhvr>
                                          <p:tavLst>
                                            <p:tav tm="0">
                                              <p:val>
                                                <p:strVal val="1+#ppt_w/2"/>
                                              </p:val>
                                            </p:tav>
                                            <p:tav tm="100000">
                                              <p:val>
                                                <p:strVal val="#ppt_x"/>
                                              </p:val>
                                            </p:tav>
                                          </p:tavLst>
                                        </p:anim>
                                        <p:anim calcmode="lin" valueType="num">
                                          <p:cBhvr additive="base">
                                            <p:cTn id="47" dur="300" fill="hold"/>
                                            <p:tgtEl>
                                              <p:spTgt spid="80"/>
                                            </p:tgtEl>
                                            <p:attrNameLst>
                                              <p:attrName>ppt_y</p:attrName>
                                            </p:attrNameLst>
                                          </p:cBhvr>
                                          <p:tavLst>
                                            <p:tav tm="0">
                                              <p:val>
                                                <p:strVal val="#ppt_y"/>
                                              </p:val>
                                            </p:tav>
                                            <p:tav tm="100000">
                                              <p:val>
                                                <p:strVal val="#ppt_y"/>
                                              </p:val>
                                            </p:tav>
                                          </p:tavLst>
                                        </p:anim>
                                      </p:childTnLst>
                                    </p:cTn>
                                  </p:par>
                                </p:childTnLst>
                              </p:cTn>
                            </p:par>
                            <p:par>
                              <p:cTn id="48" fill="hold">
                                <p:stCondLst>
                                  <p:cond delay="3700"/>
                                </p:stCondLst>
                                <p:childTnLst>
                                  <p:par>
                                    <p:cTn id="49" presetID="2" presetClass="entr" presetSubtype="2" fill="hold" grpId="0" nodeType="after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additive="base">
                                            <p:cTn id="51" dur="300" fill="hold"/>
                                            <p:tgtEl>
                                              <p:spTgt spid="81"/>
                                            </p:tgtEl>
                                            <p:attrNameLst>
                                              <p:attrName>ppt_x</p:attrName>
                                            </p:attrNameLst>
                                          </p:cBhvr>
                                          <p:tavLst>
                                            <p:tav tm="0">
                                              <p:val>
                                                <p:strVal val="1+#ppt_w/2"/>
                                              </p:val>
                                            </p:tav>
                                            <p:tav tm="100000">
                                              <p:val>
                                                <p:strVal val="#ppt_x"/>
                                              </p:val>
                                            </p:tav>
                                          </p:tavLst>
                                        </p:anim>
                                        <p:anim calcmode="lin" valueType="num">
                                          <p:cBhvr additive="base">
                                            <p:cTn id="52" dur="300" fill="hold"/>
                                            <p:tgtEl>
                                              <p:spTgt spid="81"/>
                                            </p:tgtEl>
                                            <p:attrNameLst>
                                              <p:attrName>ppt_y</p:attrName>
                                            </p:attrNameLst>
                                          </p:cBhvr>
                                          <p:tavLst>
                                            <p:tav tm="0">
                                              <p:val>
                                                <p:strVal val="#ppt_y"/>
                                              </p:val>
                                            </p:tav>
                                            <p:tav tm="100000">
                                              <p:val>
                                                <p:strVal val="#ppt_y"/>
                                              </p:val>
                                            </p:tav>
                                          </p:tavLst>
                                        </p:anim>
                                      </p:childTnLst>
                                    </p:cTn>
                                  </p:par>
                                </p:childTnLst>
                              </p:cTn>
                            </p:par>
                            <p:par>
                              <p:cTn id="53" fill="hold">
                                <p:stCondLst>
                                  <p:cond delay="4000"/>
                                </p:stCondLst>
                                <p:childTnLst>
                                  <p:par>
                                    <p:cTn id="54" presetID="2" presetClass="entr" presetSubtype="2" fill="hold" grpId="0" nodeType="afterEffect">
                                      <p:stCondLst>
                                        <p:cond delay="0"/>
                                      </p:stCondLst>
                                      <p:childTnLst>
                                        <p:set>
                                          <p:cBhvr>
                                            <p:cTn id="55" dur="1" fill="hold">
                                              <p:stCondLst>
                                                <p:cond delay="0"/>
                                              </p:stCondLst>
                                            </p:cTn>
                                            <p:tgtEl>
                                              <p:spTgt spid="82"/>
                                            </p:tgtEl>
                                            <p:attrNameLst>
                                              <p:attrName>style.visibility</p:attrName>
                                            </p:attrNameLst>
                                          </p:cBhvr>
                                          <p:to>
                                            <p:strVal val="visible"/>
                                          </p:to>
                                        </p:set>
                                        <p:anim calcmode="lin" valueType="num">
                                          <p:cBhvr additive="base">
                                            <p:cTn id="56" dur="300" fill="hold"/>
                                            <p:tgtEl>
                                              <p:spTgt spid="82"/>
                                            </p:tgtEl>
                                            <p:attrNameLst>
                                              <p:attrName>ppt_x</p:attrName>
                                            </p:attrNameLst>
                                          </p:cBhvr>
                                          <p:tavLst>
                                            <p:tav tm="0">
                                              <p:val>
                                                <p:strVal val="1+#ppt_w/2"/>
                                              </p:val>
                                            </p:tav>
                                            <p:tav tm="100000">
                                              <p:val>
                                                <p:strVal val="#ppt_x"/>
                                              </p:val>
                                            </p:tav>
                                          </p:tavLst>
                                        </p:anim>
                                        <p:anim calcmode="lin" valueType="num">
                                          <p:cBhvr additive="base">
                                            <p:cTn id="57" dur="300" fill="hold"/>
                                            <p:tgtEl>
                                              <p:spTgt spid="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9" grpId="0"/>
          <p:bldP spid="80" grpId="0"/>
          <p:bldP spid="81" grpId="0"/>
          <p:bldP spid="82"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7788881" y="2160507"/>
            <a:ext cx="3931766" cy="3987212"/>
            <a:chOff x="1331640" y="1707654"/>
            <a:chExt cx="2796076" cy="2835506"/>
          </a:xfrm>
          <a:solidFill>
            <a:srgbClr val="471B0E"/>
          </a:solidFill>
        </p:grpSpPr>
        <p:sp>
          <p:nvSpPr>
            <p:cNvPr id="12" name="等腰三角形 5"/>
            <p:cNvSpPr/>
            <p:nvPr/>
          </p:nvSpPr>
          <p:spPr>
            <a:xfrm>
              <a:off x="1608861" y="1707654"/>
              <a:ext cx="1247249" cy="1186339"/>
            </a:xfrm>
            <a:custGeom>
              <a:avLst/>
              <a:gdLst>
                <a:gd name="connsiteX0" fmla="*/ 0 w 936104"/>
                <a:gd name="connsiteY0" fmla="*/ 432048 h 432048"/>
                <a:gd name="connsiteX1" fmla="*/ 468052 w 936104"/>
                <a:gd name="connsiteY1" fmla="*/ 0 h 432048"/>
                <a:gd name="connsiteX2" fmla="*/ 936104 w 936104"/>
                <a:gd name="connsiteY2" fmla="*/ 432048 h 432048"/>
                <a:gd name="connsiteX3" fmla="*/ 0 w 936104"/>
                <a:gd name="connsiteY3" fmla="*/ 432048 h 432048"/>
                <a:gd name="connsiteX0" fmla="*/ 0 w 2405548"/>
                <a:gd name="connsiteY0" fmla="*/ 553019 h 553019"/>
                <a:gd name="connsiteX1" fmla="*/ 1937496 w 2405548"/>
                <a:gd name="connsiteY1" fmla="*/ 0 h 553019"/>
                <a:gd name="connsiteX2" fmla="*/ 2405548 w 2405548"/>
                <a:gd name="connsiteY2" fmla="*/ 432048 h 553019"/>
                <a:gd name="connsiteX3" fmla="*/ 0 w 2405548"/>
                <a:gd name="connsiteY3" fmla="*/ 553019 h 553019"/>
                <a:gd name="connsiteX0" fmla="*/ 0 w 2405548"/>
                <a:gd name="connsiteY0" fmla="*/ 1186339 h 1186339"/>
                <a:gd name="connsiteX1" fmla="*/ 1247249 w 2405548"/>
                <a:gd name="connsiteY1" fmla="*/ 0 h 1186339"/>
                <a:gd name="connsiteX2" fmla="*/ 2405548 w 2405548"/>
                <a:gd name="connsiteY2" fmla="*/ 1065368 h 1186339"/>
                <a:gd name="connsiteX3" fmla="*/ 0 w 2405548"/>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Lst>
              <a:ahLst/>
              <a:cxnLst>
                <a:cxn ang="0">
                  <a:pos x="connsiteX0" y="connsiteY0"/>
                </a:cxn>
                <a:cxn ang="0">
                  <a:pos x="connsiteX1" y="connsiteY1"/>
                </a:cxn>
                <a:cxn ang="0">
                  <a:pos x="connsiteX2" y="connsiteY2"/>
                </a:cxn>
                <a:cxn ang="0">
                  <a:pos x="connsiteX3" y="connsiteY3"/>
                </a:cxn>
              </a:cxnLst>
              <a:rect l="l" t="t" r="r" b="b"/>
              <a:pathLst>
                <a:path w="1247249" h="1186339">
                  <a:moveTo>
                    <a:pt x="0" y="1186339"/>
                  </a:moveTo>
                  <a:cubicBezTo>
                    <a:pt x="177366" y="310566"/>
                    <a:pt x="852847" y="57437"/>
                    <a:pt x="1247249" y="0"/>
                  </a:cubicBezTo>
                  <a:cubicBezTo>
                    <a:pt x="1055770" y="225850"/>
                    <a:pt x="1081329" y="426793"/>
                    <a:pt x="1231416" y="638411"/>
                  </a:cubicBezTo>
                  <a:cubicBezTo>
                    <a:pt x="597978" y="633668"/>
                    <a:pt x="270525" y="877981"/>
                    <a:pt x="0" y="1186339"/>
                  </a:cubicBezTo>
                  <a:close/>
                </a:path>
              </a:pathLst>
            </a:custGeom>
            <a:solidFill>
              <a:srgbClr val="DD1C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 name="等腰三角形 5"/>
            <p:cNvSpPr/>
            <p:nvPr/>
          </p:nvSpPr>
          <p:spPr>
            <a:xfrm>
              <a:off x="1619672" y="2445005"/>
              <a:ext cx="1234974" cy="634853"/>
            </a:xfrm>
            <a:custGeom>
              <a:avLst/>
              <a:gdLst>
                <a:gd name="connsiteX0" fmla="*/ 0 w 936104"/>
                <a:gd name="connsiteY0" fmla="*/ 432048 h 432048"/>
                <a:gd name="connsiteX1" fmla="*/ 468052 w 936104"/>
                <a:gd name="connsiteY1" fmla="*/ 0 h 432048"/>
                <a:gd name="connsiteX2" fmla="*/ 936104 w 936104"/>
                <a:gd name="connsiteY2" fmla="*/ 432048 h 432048"/>
                <a:gd name="connsiteX3" fmla="*/ 0 w 936104"/>
                <a:gd name="connsiteY3" fmla="*/ 432048 h 432048"/>
                <a:gd name="connsiteX0" fmla="*/ 0 w 2405548"/>
                <a:gd name="connsiteY0" fmla="*/ 553019 h 553019"/>
                <a:gd name="connsiteX1" fmla="*/ 1937496 w 2405548"/>
                <a:gd name="connsiteY1" fmla="*/ 0 h 553019"/>
                <a:gd name="connsiteX2" fmla="*/ 2405548 w 2405548"/>
                <a:gd name="connsiteY2" fmla="*/ 432048 h 553019"/>
                <a:gd name="connsiteX3" fmla="*/ 0 w 2405548"/>
                <a:gd name="connsiteY3" fmla="*/ 553019 h 553019"/>
                <a:gd name="connsiteX0" fmla="*/ 0 w 2405548"/>
                <a:gd name="connsiteY0" fmla="*/ 1186339 h 1186339"/>
                <a:gd name="connsiteX1" fmla="*/ 1247249 w 2405548"/>
                <a:gd name="connsiteY1" fmla="*/ 0 h 1186339"/>
                <a:gd name="connsiteX2" fmla="*/ 2405548 w 2405548"/>
                <a:gd name="connsiteY2" fmla="*/ 1065368 h 1186339"/>
                <a:gd name="connsiteX3" fmla="*/ 0 w 2405548"/>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0133"/>
                <a:gd name="connsiteY0" fmla="*/ 652643 h 652643"/>
                <a:gd name="connsiteX1" fmla="*/ 1240133 w 1240133"/>
                <a:gd name="connsiteY1" fmla="*/ 0 h 652643"/>
                <a:gd name="connsiteX2" fmla="*/ 1224300 w 1240133"/>
                <a:gd name="connsiteY2" fmla="*/ 638411 h 652643"/>
                <a:gd name="connsiteX3" fmla="*/ 0 w 1240133"/>
                <a:gd name="connsiteY3" fmla="*/ 652643 h 652643"/>
                <a:gd name="connsiteX0" fmla="*/ 0 w 1233017"/>
                <a:gd name="connsiteY0" fmla="*/ 629932 h 629932"/>
                <a:gd name="connsiteX1" fmla="*/ 1233017 w 1233017"/>
                <a:gd name="connsiteY1" fmla="*/ 9311 h 629932"/>
                <a:gd name="connsiteX2" fmla="*/ 1224300 w 1233017"/>
                <a:gd name="connsiteY2" fmla="*/ 615700 h 629932"/>
                <a:gd name="connsiteX3" fmla="*/ 0 w 1233017"/>
                <a:gd name="connsiteY3" fmla="*/ 629932 h 629932"/>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0606"/>
                <a:gd name="connsiteX1" fmla="*/ 1233017 w 1233017"/>
                <a:gd name="connsiteY1" fmla="*/ 9311 h 640606"/>
                <a:gd name="connsiteX2" fmla="*/ 1227858 w 1233017"/>
                <a:gd name="connsiteY2" fmla="*/ 640606 h 640606"/>
                <a:gd name="connsiteX3" fmla="*/ 0 w 1233017"/>
                <a:gd name="connsiteY3" fmla="*/ 629932 h 640606"/>
                <a:gd name="connsiteX0" fmla="*/ 0 w 1225901"/>
                <a:gd name="connsiteY0" fmla="*/ 632363 h 639479"/>
                <a:gd name="connsiteX1" fmla="*/ 1225901 w 1225901"/>
                <a:gd name="connsiteY1" fmla="*/ 8184 h 639479"/>
                <a:gd name="connsiteX2" fmla="*/ 1220742 w 1225901"/>
                <a:gd name="connsiteY2" fmla="*/ 639479 h 639479"/>
                <a:gd name="connsiteX3" fmla="*/ 0 w 1225901"/>
                <a:gd name="connsiteY3" fmla="*/ 632363 h 639479"/>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18785"/>
                <a:gd name="connsiteY0" fmla="*/ 631295 h 631295"/>
                <a:gd name="connsiteX1" fmla="*/ 1218785 w 1218785"/>
                <a:gd name="connsiteY1" fmla="*/ 0 h 631295"/>
                <a:gd name="connsiteX2" fmla="*/ 1213626 w 1218785"/>
                <a:gd name="connsiteY2" fmla="*/ 631295 h 631295"/>
                <a:gd name="connsiteX3" fmla="*/ 0 w 1218785"/>
                <a:gd name="connsiteY3" fmla="*/ 631295 h 631295"/>
                <a:gd name="connsiteX0" fmla="*/ 0 w 1229459"/>
                <a:gd name="connsiteY0" fmla="*/ 631295 h 631295"/>
                <a:gd name="connsiteX1" fmla="*/ 1229459 w 1229459"/>
                <a:gd name="connsiteY1" fmla="*/ 0 h 631295"/>
                <a:gd name="connsiteX2" fmla="*/ 1224300 w 1229459"/>
                <a:gd name="connsiteY2" fmla="*/ 631295 h 631295"/>
                <a:gd name="connsiteX3" fmla="*/ 0 w 1229459"/>
                <a:gd name="connsiteY3" fmla="*/ 631295 h 631295"/>
                <a:gd name="connsiteX0" fmla="*/ 0 w 1231416"/>
                <a:gd name="connsiteY0" fmla="*/ 631295 h 634853"/>
                <a:gd name="connsiteX1" fmla="*/ 1229459 w 1231416"/>
                <a:gd name="connsiteY1" fmla="*/ 0 h 634853"/>
                <a:gd name="connsiteX2" fmla="*/ 1231416 w 1231416"/>
                <a:gd name="connsiteY2" fmla="*/ 634853 h 634853"/>
                <a:gd name="connsiteX3" fmla="*/ 0 w 1231416"/>
                <a:gd name="connsiteY3" fmla="*/ 631295 h 634853"/>
                <a:gd name="connsiteX0" fmla="*/ 0 w 1234974"/>
                <a:gd name="connsiteY0" fmla="*/ 634853 h 634853"/>
                <a:gd name="connsiteX1" fmla="*/ 1233017 w 1234974"/>
                <a:gd name="connsiteY1" fmla="*/ 0 h 634853"/>
                <a:gd name="connsiteX2" fmla="*/ 1234974 w 1234974"/>
                <a:gd name="connsiteY2" fmla="*/ 634853 h 634853"/>
                <a:gd name="connsiteX3" fmla="*/ 0 w 1234974"/>
                <a:gd name="connsiteY3" fmla="*/ 634853 h 634853"/>
              </a:gdLst>
              <a:ahLst/>
              <a:cxnLst>
                <a:cxn ang="0">
                  <a:pos x="connsiteX0" y="connsiteY0"/>
                </a:cxn>
                <a:cxn ang="0">
                  <a:pos x="connsiteX1" y="connsiteY1"/>
                </a:cxn>
                <a:cxn ang="0">
                  <a:pos x="connsiteX2" y="connsiteY2"/>
                </a:cxn>
                <a:cxn ang="0">
                  <a:pos x="connsiteX3" y="connsiteY3"/>
                </a:cxn>
              </a:cxnLst>
              <a:rect l="l" t="t" r="r" b="b"/>
              <a:pathLst>
                <a:path w="1234974" h="634853">
                  <a:moveTo>
                    <a:pt x="0" y="634853"/>
                  </a:moveTo>
                  <a:cubicBezTo>
                    <a:pt x="291221" y="118435"/>
                    <a:pt x="835057" y="509"/>
                    <a:pt x="1233017" y="0"/>
                  </a:cubicBezTo>
                  <a:cubicBezTo>
                    <a:pt x="1041538" y="225850"/>
                    <a:pt x="1084887" y="423235"/>
                    <a:pt x="1234974" y="634853"/>
                  </a:cubicBezTo>
                  <a:lnTo>
                    <a:pt x="0" y="634853"/>
                  </a:lnTo>
                  <a:close/>
                </a:path>
              </a:pathLst>
            </a:custGeom>
            <a:solidFill>
              <a:srgbClr val="424A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 name="等腰三角形 5"/>
            <p:cNvSpPr/>
            <p:nvPr/>
          </p:nvSpPr>
          <p:spPr>
            <a:xfrm flipV="1">
              <a:off x="1608861" y="3167482"/>
              <a:ext cx="1234974" cy="634853"/>
            </a:xfrm>
            <a:custGeom>
              <a:avLst/>
              <a:gdLst>
                <a:gd name="connsiteX0" fmla="*/ 0 w 936104"/>
                <a:gd name="connsiteY0" fmla="*/ 432048 h 432048"/>
                <a:gd name="connsiteX1" fmla="*/ 468052 w 936104"/>
                <a:gd name="connsiteY1" fmla="*/ 0 h 432048"/>
                <a:gd name="connsiteX2" fmla="*/ 936104 w 936104"/>
                <a:gd name="connsiteY2" fmla="*/ 432048 h 432048"/>
                <a:gd name="connsiteX3" fmla="*/ 0 w 936104"/>
                <a:gd name="connsiteY3" fmla="*/ 432048 h 432048"/>
                <a:gd name="connsiteX0" fmla="*/ 0 w 2405548"/>
                <a:gd name="connsiteY0" fmla="*/ 553019 h 553019"/>
                <a:gd name="connsiteX1" fmla="*/ 1937496 w 2405548"/>
                <a:gd name="connsiteY1" fmla="*/ 0 h 553019"/>
                <a:gd name="connsiteX2" fmla="*/ 2405548 w 2405548"/>
                <a:gd name="connsiteY2" fmla="*/ 432048 h 553019"/>
                <a:gd name="connsiteX3" fmla="*/ 0 w 2405548"/>
                <a:gd name="connsiteY3" fmla="*/ 553019 h 553019"/>
                <a:gd name="connsiteX0" fmla="*/ 0 w 2405548"/>
                <a:gd name="connsiteY0" fmla="*/ 1186339 h 1186339"/>
                <a:gd name="connsiteX1" fmla="*/ 1247249 w 2405548"/>
                <a:gd name="connsiteY1" fmla="*/ 0 h 1186339"/>
                <a:gd name="connsiteX2" fmla="*/ 2405548 w 2405548"/>
                <a:gd name="connsiteY2" fmla="*/ 1065368 h 1186339"/>
                <a:gd name="connsiteX3" fmla="*/ 0 w 2405548"/>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0133"/>
                <a:gd name="connsiteY0" fmla="*/ 652643 h 652643"/>
                <a:gd name="connsiteX1" fmla="*/ 1240133 w 1240133"/>
                <a:gd name="connsiteY1" fmla="*/ 0 h 652643"/>
                <a:gd name="connsiteX2" fmla="*/ 1224300 w 1240133"/>
                <a:gd name="connsiteY2" fmla="*/ 638411 h 652643"/>
                <a:gd name="connsiteX3" fmla="*/ 0 w 1240133"/>
                <a:gd name="connsiteY3" fmla="*/ 652643 h 652643"/>
                <a:gd name="connsiteX0" fmla="*/ 0 w 1233017"/>
                <a:gd name="connsiteY0" fmla="*/ 629932 h 629932"/>
                <a:gd name="connsiteX1" fmla="*/ 1233017 w 1233017"/>
                <a:gd name="connsiteY1" fmla="*/ 9311 h 629932"/>
                <a:gd name="connsiteX2" fmla="*/ 1224300 w 1233017"/>
                <a:gd name="connsiteY2" fmla="*/ 615700 h 629932"/>
                <a:gd name="connsiteX3" fmla="*/ 0 w 1233017"/>
                <a:gd name="connsiteY3" fmla="*/ 629932 h 629932"/>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4164"/>
                <a:gd name="connsiteX1" fmla="*/ 1233017 w 1233017"/>
                <a:gd name="connsiteY1" fmla="*/ 9311 h 644164"/>
                <a:gd name="connsiteX2" fmla="*/ 1224300 w 1233017"/>
                <a:gd name="connsiteY2" fmla="*/ 644164 h 644164"/>
                <a:gd name="connsiteX3" fmla="*/ 0 w 1233017"/>
                <a:gd name="connsiteY3" fmla="*/ 629932 h 644164"/>
                <a:gd name="connsiteX0" fmla="*/ 0 w 1233017"/>
                <a:gd name="connsiteY0" fmla="*/ 629932 h 640606"/>
                <a:gd name="connsiteX1" fmla="*/ 1233017 w 1233017"/>
                <a:gd name="connsiteY1" fmla="*/ 9311 h 640606"/>
                <a:gd name="connsiteX2" fmla="*/ 1227858 w 1233017"/>
                <a:gd name="connsiteY2" fmla="*/ 640606 h 640606"/>
                <a:gd name="connsiteX3" fmla="*/ 0 w 1233017"/>
                <a:gd name="connsiteY3" fmla="*/ 629932 h 640606"/>
                <a:gd name="connsiteX0" fmla="*/ 0 w 1225901"/>
                <a:gd name="connsiteY0" fmla="*/ 632363 h 639479"/>
                <a:gd name="connsiteX1" fmla="*/ 1225901 w 1225901"/>
                <a:gd name="connsiteY1" fmla="*/ 8184 h 639479"/>
                <a:gd name="connsiteX2" fmla="*/ 1220742 w 1225901"/>
                <a:gd name="connsiteY2" fmla="*/ 639479 h 639479"/>
                <a:gd name="connsiteX3" fmla="*/ 0 w 1225901"/>
                <a:gd name="connsiteY3" fmla="*/ 632363 h 639479"/>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25901"/>
                <a:gd name="connsiteY0" fmla="*/ 624179 h 631295"/>
                <a:gd name="connsiteX1" fmla="*/ 1225901 w 1225901"/>
                <a:gd name="connsiteY1" fmla="*/ 0 h 631295"/>
                <a:gd name="connsiteX2" fmla="*/ 1220742 w 1225901"/>
                <a:gd name="connsiteY2" fmla="*/ 631295 h 631295"/>
                <a:gd name="connsiteX3" fmla="*/ 0 w 1225901"/>
                <a:gd name="connsiteY3" fmla="*/ 624179 h 631295"/>
                <a:gd name="connsiteX0" fmla="*/ 0 w 1218785"/>
                <a:gd name="connsiteY0" fmla="*/ 631295 h 631295"/>
                <a:gd name="connsiteX1" fmla="*/ 1218785 w 1218785"/>
                <a:gd name="connsiteY1" fmla="*/ 0 h 631295"/>
                <a:gd name="connsiteX2" fmla="*/ 1213626 w 1218785"/>
                <a:gd name="connsiteY2" fmla="*/ 631295 h 631295"/>
                <a:gd name="connsiteX3" fmla="*/ 0 w 1218785"/>
                <a:gd name="connsiteY3" fmla="*/ 631295 h 631295"/>
                <a:gd name="connsiteX0" fmla="*/ 0 w 1229459"/>
                <a:gd name="connsiteY0" fmla="*/ 631295 h 631295"/>
                <a:gd name="connsiteX1" fmla="*/ 1229459 w 1229459"/>
                <a:gd name="connsiteY1" fmla="*/ 0 h 631295"/>
                <a:gd name="connsiteX2" fmla="*/ 1224300 w 1229459"/>
                <a:gd name="connsiteY2" fmla="*/ 631295 h 631295"/>
                <a:gd name="connsiteX3" fmla="*/ 0 w 1229459"/>
                <a:gd name="connsiteY3" fmla="*/ 631295 h 631295"/>
                <a:gd name="connsiteX0" fmla="*/ 0 w 1231416"/>
                <a:gd name="connsiteY0" fmla="*/ 631295 h 634853"/>
                <a:gd name="connsiteX1" fmla="*/ 1229459 w 1231416"/>
                <a:gd name="connsiteY1" fmla="*/ 0 h 634853"/>
                <a:gd name="connsiteX2" fmla="*/ 1231416 w 1231416"/>
                <a:gd name="connsiteY2" fmla="*/ 634853 h 634853"/>
                <a:gd name="connsiteX3" fmla="*/ 0 w 1231416"/>
                <a:gd name="connsiteY3" fmla="*/ 631295 h 634853"/>
                <a:gd name="connsiteX0" fmla="*/ 0 w 1234974"/>
                <a:gd name="connsiteY0" fmla="*/ 634853 h 634853"/>
                <a:gd name="connsiteX1" fmla="*/ 1233017 w 1234974"/>
                <a:gd name="connsiteY1" fmla="*/ 0 h 634853"/>
                <a:gd name="connsiteX2" fmla="*/ 1234974 w 1234974"/>
                <a:gd name="connsiteY2" fmla="*/ 634853 h 634853"/>
                <a:gd name="connsiteX3" fmla="*/ 0 w 1234974"/>
                <a:gd name="connsiteY3" fmla="*/ 634853 h 634853"/>
              </a:gdLst>
              <a:ahLst/>
              <a:cxnLst>
                <a:cxn ang="0">
                  <a:pos x="connsiteX0" y="connsiteY0"/>
                </a:cxn>
                <a:cxn ang="0">
                  <a:pos x="connsiteX1" y="connsiteY1"/>
                </a:cxn>
                <a:cxn ang="0">
                  <a:pos x="connsiteX2" y="connsiteY2"/>
                </a:cxn>
                <a:cxn ang="0">
                  <a:pos x="connsiteX3" y="connsiteY3"/>
                </a:cxn>
              </a:cxnLst>
              <a:rect l="l" t="t" r="r" b="b"/>
              <a:pathLst>
                <a:path w="1234974" h="634853">
                  <a:moveTo>
                    <a:pt x="0" y="634853"/>
                  </a:moveTo>
                  <a:cubicBezTo>
                    <a:pt x="291221" y="118435"/>
                    <a:pt x="835057" y="509"/>
                    <a:pt x="1233017" y="0"/>
                  </a:cubicBezTo>
                  <a:cubicBezTo>
                    <a:pt x="1041538" y="225850"/>
                    <a:pt x="1084887" y="423235"/>
                    <a:pt x="1234974" y="634853"/>
                  </a:cubicBezTo>
                  <a:lnTo>
                    <a:pt x="0" y="634853"/>
                  </a:lnTo>
                  <a:close/>
                </a:path>
              </a:pathLst>
            </a:custGeom>
            <a:solidFill>
              <a:srgbClr val="DD1C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等腰三角形 5"/>
            <p:cNvSpPr/>
            <p:nvPr/>
          </p:nvSpPr>
          <p:spPr>
            <a:xfrm flipV="1">
              <a:off x="1619672" y="3356821"/>
              <a:ext cx="1247249" cy="1186339"/>
            </a:xfrm>
            <a:custGeom>
              <a:avLst/>
              <a:gdLst>
                <a:gd name="connsiteX0" fmla="*/ 0 w 936104"/>
                <a:gd name="connsiteY0" fmla="*/ 432048 h 432048"/>
                <a:gd name="connsiteX1" fmla="*/ 468052 w 936104"/>
                <a:gd name="connsiteY1" fmla="*/ 0 h 432048"/>
                <a:gd name="connsiteX2" fmla="*/ 936104 w 936104"/>
                <a:gd name="connsiteY2" fmla="*/ 432048 h 432048"/>
                <a:gd name="connsiteX3" fmla="*/ 0 w 936104"/>
                <a:gd name="connsiteY3" fmla="*/ 432048 h 432048"/>
                <a:gd name="connsiteX0" fmla="*/ 0 w 2405548"/>
                <a:gd name="connsiteY0" fmla="*/ 553019 h 553019"/>
                <a:gd name="connsiteX1" fmla="*/ 1937496 w 2405548"/>
                <a:gd name="connsiteY1" fmla="*/ 0 h 553019"/>
                <a:gd name="connsiteX2" fmla="*/ 2405548 w 2405548"/>
                <a:gd name="connsiteY2" fmla="*/ 432048 h 553019"/>
                <a:gd name="connsiteX3" fmla="*/ 0 w 2405548"/>
                <a:gd name="connsiteY3" fmla="*/ 553019 h 553019"/>
                <a:gd name="connsiteX0" fmla="*/ 0 w 2405548"/>
                <a:gd name="connsiteY0" fmla="*/ 1186339 h 1186339"/>
                <a:gd name="connsiteX1" fmla="*/ 1247249 w 2405548"/>
                <a:gd name="connsiteY1" fmla="*/ 0 h 1186339"/>
                <a:gd name="connsiteX2" fmla="*/ 2405548 w 2405548"/>
                <a:gd name="connsiteY2" fmla="*/ 1065368 h 1186339"/>
                <a:gd name="connsiteX3" fmla="*/ 0 w 2405548"/>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27858 w 1247249"/>
                <a:gd name="connsiteY2" fmla="*/ 634853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 name="connsiteX0" fmla="*/ 0 w 1247249"/>
                <a:gd name="connsiteY0" fmla="*/ 1186339 h 1186339"/>
                <a:gd name="connsiteX1" fmla="*/ 1247249 w 1247249"/>
                <a:gd name="connsiteY1" fmla="*/ 0 h 1186339"/>
                <a:gd name="connsiteX2" fmla="*/ 1231416 w 1247249"/>
                <a:gd name="connsiteY2" fmla="*/ 638411 h 1186339"/>
                <a:gd name="connsiteX3" fmla="*/ 0 w 1247249"/>
                <a:gd name="connsiteY3" fmla="*/ 1186339 h 1186339"/>
              </a:gdLst>
              <a:ahLst/>
              <a:cxnLst>
                <a:cxn ang="0">
                  <a:pos x="connsiteX0" y="connsiteY0"/>
                </a:cxn>
                <a:cxn ang="0">
                  <a:pos x="connsiteX1" y="connsiteY1"/>
                </a:cxn>
                <a:cxn ang="0">
                  <a:pos x="connsiteX2" y="connsiteY2"/>
                </a:cxn>
                <a:cxn ang="0">
                  <a:pos x="connsiteX3" y="connsiteY3"/>
                </a:cxn>
              </a:cxnLst>
              <a:rect l="l" t="t" r="r" b="b"/>
              <a:pathLst>
                <a:path w="1247249" h="1186339">
                  <a:moveTo>
                    <a:pt x="0" y="1186339"/>
                  </a:moveTo>
                  <a:cubicBezTo>
                    <a:pt x="177366" y="310566"/>
                    <a:pt x="852847" y="57437"/>
                    <a:pt x="1247249" y="0"/>
                  </a:cubicBezTo>
                  <a:cubicBezTo>
                    <a:pt x="1055770" y="225850"/>
                    <a:pt x="1081329" y="426793"/>
                    <a:pt x="1231416" y="638411"/>
                  </a:cubicBezTo>
                  <a:cubicBezTo>
                    <a:pt x="597978" y="633668"/>
                    <a:pt x="270525" y="877981"/>
                    <a:pt x="0" y="1186339"/>
                  </a:cubicBezTo>
                  <a:close/>
                </a:path>
              </a:pathLst>
            </a:custGeom>
            <a:solidFill>
              <a:srgbClr val="424A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 name="圆角矩形 11"/>
            <p:cNvSpPr/>
            <p:nvPr/>
          </p:nvSpPr>
          <p:spPr>
            <a:xfrm>
              <a:off x="1331640" y="3079858"/>
              <a:ext cx="198918" cy="87624"/>
            </a:xfrm>
            <a:custGeom>
              <a:avLst/>
              <a:gdLst/>
              <a:ahLst/>
              <a:cxnLst/>
              <a:rect l="l" t="t" r="r" b="b"/>
              <a:pathLst>
                <a:path w="198918" h="87624">
                  <a:moveTo>
                    <a:pt x="43812" y="0"/>
                  </a:moveTo>
                  <a:lnTo>
                    <a:pt x="198918" y="0"/>
                  </a:lnTo>
                  <a:lnTo>
                    <a:pt x="198918" y="87624"/>
                  </a:lnTo>
                  <a:lnTo>
                    <a:pt x="43812" y="87624"/>
                  </a:lnTo>
                  <a:cubicBezTo>
                    <a:pt x="19615" y="87624"/>
                    <a:pt x="0" y="68009"/>
                    <a:pt x="0" y="43812"/>
                  </a:cubicBezTo>
                  <a:cubicBezTo>
                    <a:pt x="0" y="19615"/>
                    <a:pt x="19615" y="0"/>
                    <a:pt x="43812" y="0"/>
                  </a:cubicBezTo>
                  <a:close/>
                </a:path>
              </a:pathLst>
            </a:custGeom>
            <a:solidFill>
              <a:srgbClr val="DD1C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 name="空心弧 15"/>
            <p:cNvSpPr/>
            <p:nvPr/>
          </p:nvSpPr>
          <p:spPr>
            <a:xfrm rot="5400000">
              <a:off x="3312321" y="2346812"/>
              <a:ext cx="509372" cy="1121419"/>
            </a:xfrm>
            <a:custGeom>
              <a:avLst/>
              <a:gdLst/>
              <a:ahLst/>
              <a:cxnLst/>
              <a:rect l="l" t="t" r="r" b="b"/>
              <a:pathLst>
                <a:path w="509372" h="1121419">
                  <a:moveTo>
                    <a:pt x="507512" y="1121419"/>
                  </a:moveTo>
                  <a:lnTo>
                    <a:pt x="509372" y="1119300"/>
                  </a:lnTo>
                  <a:lnTo>
                    <a:pt x="509372" y="1121419"/>
                  </a:lnTo>
                  <a:close/>
                  <a:moveTo>
                    <a:pt x="430106" y="1116802"/>
                  </a:moveTo>
                  <a:lnTo>
                    <a:pt x="434159" y="1121419"/>
                  </a:lnTo>
                  <a:lnTo>
                    <a:pt x="430599" y="1121419"/>
                  </a:lnTo>
                  <a:cubicBezTo>
                    <a:pt x="430325" y="1119896"/>
                    <a:pt x="430214" y="1118353"/>
                    <a:pt x="430106" y="1116802"/>
                  </a:cubicBezTo>
                  <a:close/>
                  <a:moveTo>
                    <a:pt x="0" y="259419"/>
                  </a:moveTo>
                  <a:lnTo>
                    <a:pt x="832" y="257324"/>
                  </a:lnTo>
                  <a:lnTo>
                    <a:pt x="0" y="257324"/>
                  </a:lnTo>
                  <a:cubicBezTo>
                    <a:pt x="0" y="161091"/>
                    <a:pt x="53696" y="72900"/>
                    <a:pt x="139188" y="28721"/>
                  </a:cubicBezTo>
                  <a:cubicBezTo>
                    <a:pt x="224680" y="-15459"/>
                    <a:pt x="327679" y="-8244"/>
                    <a:pt x="406177" y="47423"/>
                  </a:cubicBezTo>
                  <a:cubicBezTo>
                    <a:pt x="466571" y="90252"/>
                    <a:pt x="504696" y="156253"/>
                    <a:pt x="509372" y="227993"/>
                  </a:cubicBezTo>
                  <a:lnTo>
                    <a:pt x="509372" y="1073841"/>
                  </a:lnTo>
                  <a:cubicBezTo>
                    <a:pt x="502538" y="1059565"/>
                    <a:pt x="487753" y="1050433"/>
                    <a:pt x="470835" y="1050433"/>
                  </a:cubicBezTo>
                  <a:cubicBezTo>
                    <a:pt x="451854" y="1050433"/>
                    <a:pt x="435559" y="1061928"/>
                    <a:pt x="428567" y="1078352"/>
                  </a:cubicBezTo>
                  <a:cubicBezTo>
                    <a:pt x="427251" y="1065847"/>
                    <a:pt x="427023" y="1052948"/>
                    <a:pt x="427023" y="1039779"/>
                  </a:cubicBezTo>
                  <a:lnTo>
                    <a:pt x="427023" y="281216"/>
                  </a:lnTo>
                  <a:lnTo>
                    <a:pt x="427023" y="281216"/>
                  </a:lnTo>
                  <a:lnTo>
                    <a:pt x="427023" y="236015"/>
                  </a:lnTo>
                  <a:lnTo>
                    <a:pt x="426558" y="236015"/>
                  </a:lnTo>
                  <a:cubicBezTo>
                    <a:pt x="420904" y="189157"/>
                    <a:pt x="395728" y="146071"/>
                    <a:pt x="356132" y="117992"/>
                  </a:cubicBezTo>
                  <a:cubicBezTo>
                    <a:pt x="304025" y="81040"/>
                    <a:pt x="235655" y="76251"/>
                    <a:pt x="178905" y="105577"/>
                  </a:cubicBezTo>
                  <a:cubicBezTo>
                    <a:pt x="122253" y="134854"/>
                    <a:pt x="86634" y="193244"/>
                    <a:pt x="86558" y="256996"/>
                  </a:cubicBezTo>
                  <a:cubicBezTo>
                    <a:pt x="87499" y="257768"/>
                    <a:pt x="87520" y="258591"/>
                    <a:pt x="87520" y="259419"/>
                  </a:cubicBezTo>
                  <a:cubicBezTo>
                    <a:pt x="87520" y="284619"/>
                    <a:pt x="67928" y="305047"/>
                    <a:pt x="43760" y="305047"/>
                  </a:cubicBezTo>
                  <a:cubicBezTo>
                    <a:pt x="19592" y="305047"/>
                    <a:pt x="0" y="284619"/>
                    <a:pt x="0" y="259419"/>
                  </a:cubicBezTo>
                  <a:close/>
                </a:path>
              </a:pathLst>
            </a:custGeom>
            <a:solidFill>
              <a:srgbClr val="DD1C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18" name="矩形 1"/>
          <p:cNvSpPr>
            <a:spLocks noChangeArrowheads="1"/>
          </p:cNvSpPr>
          <p:nvPr/>
        </p:nvSpPr>
        <p:spPr bwMode="auto">
          <a:xfrm>
            <a:off x="1467846" y="2365636"/>
            <a:ext cx="4961529" cy="525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19" name="矩形 1"/>
          <p:cNvSpPr>
            <a:spLocks noChangeArrowheads="1"/>
          </p:cNvSpPr>
          <p:nvPr/>
        </p:nvSpPr>
        <p:spPr bwMode="auto">
          <a:xfrm>
            <a:off x="1467846" y="3395088"/>
            <a:ext cx="4961529"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20" name="矩形 1"/>
          <p:cNvSpPr>
            <a:spLocks noChangeArrowheads="1"/>
          </p:cNvSpPr>
          <p:nvPr/>
        </p:nvSpPr>
        <p:spPr bwMode="auto">
          <a:xfrm>
            <a:off x="1467846" y="4424540"/>
            <a:ext cx="4961529"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sp>
        <p:nvSpPr>
          <p:cNvPr id="21" name="矩形 1"/>
          <p:cNvSpPr>
            <a:spLocks noChangeArrowheads="1"/>
          </p:cNvSpPr>
          <p:nvPr/>
        </p:nvSpPr>
        <p:spPr bwMode="auto">
          <a:xfrm>
            <a:off x="1467846" y="5453993"/>
            <a:ext cx="4961529"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lnSpc>
                <a:spcPts val="1687"/>
              </a:lnSpc>
            </a:pPr>
            <a:r>
              <a:rPr lang="zh-CN" altLang="en-US" sz="1406"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cxnSp>
        <p:nvCxnSpPr>
          <p:cNvPr id="22" name="直接连接符 21"/>
          <p:cNvCxnSpPr/>
          <p:nvPr/>
        </p:nvCxnSpPr>
        <p:spPr>
          <a:xfrm flipH="1">
            <a:off x="6556612" y="2668390"/>
            <a:ext cx="1113811" cy="0"/>
          </a:xfrm>
          <a:prstGeom prst="line">
            <a:avLst/>
          </a:prstGeom>
          <a:ln w="6350">
            <a:solidFill>
              <a:srgbClr val="DD1C3E"/>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flipH="1">
            <a:off x="6556612" y="3690695"/>
            <a:ext cx="1113811" cy="0"/>
          </a:xfrm>
          <a:prstGeom prst="line">
            <a:avLst/>
          </a:prstGeom>
          <a:ln w="6350">
            <a:solidFill>
              <a:srgbClr val="41514E"/>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flipH="1">
            <a:off x="6556612" y="4712999"/>
            <a:ext cx="1113811" cy="0"/>
          </a:xfrm>
          <a:prstGeom prst="line">
            <a:avLst/>
          </a:prstGeom>
          <a:ln w="6350">
            <a:solidFill>
              <a:srgbClr val="DD1C3E"/>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flipH="1">
            <a:off x="6556612" y="5735305"/>
            <a:ext cx="1113811" cy="0"/>
          </a:xfrm>
          <a:prstGeom prst="line">
            <a:avLst/>
          </a:prstGeom>
          <a:ln w="6350">
            <a:solidFill>
              <a:srgbClr val="41514E"/>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1078734"/>
      </p:ext>
    </p:extLst>
  </p:cSld>
  <p:clrMapOvr>
    <a:masterClrMapping/>
  </p:clrMapOvr>
  <p:transition spd="slow" advTm="0">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 presetClass="entr" presetSubtype="2"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1+#ppt_w/2"/>
                                              </p:val>
                                            </p:tav>
                                            <p:tav tm="100000">
                                              <p:val>
                                                <p:strVal val="#ppt_x"/>
                                              </p:val>
                                            </p:tav>
                                          </p:tavLst>
                                        </p:anim>
                                        <p:anim calcmode="lin" valueType="num">
                                          <p:cBhvr additive="base">
                                            <p:cTn id="22" dur="500" fill="hold"/>
                                            <p:tgtEl>
                                              <p:spTgt spid="11"/>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2" presetClass="entr" presetSubtype="2"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right)">
                                          <p:cBhvr>
                                            <p:cTn id="26" dur="500"/>
                                            <p:tgtEl>
                                              <p:spTgt spid="22"/>
                                            </p:tgtEl>
                                          </p:cBhvr>
                                        </p:animEffect>
                                      </p:childTnLst>
                                    </p:cTn>
                                  </p:par>
                                  <p:par>
                                    <p:cTn id="27" presetID="2" presetClass="entr" presetSubtype="8" fill="hold" grpId="0" nodeType="withEffect" p14:presetBounceEnd="50000">
                                      <p:stCondLst>
                                        <p:cond delay="300"/>
                                      </p:stCondLst>
                                      <p:childTnLst>
                                        <p:set>
                                          <p:cBhvr>
                                            <p:cTn id="28" dur="1" fill="hold">
                                              <p:stCondLst>
                                                <p:cond delay="0"/>
                                              </p:stCondLst>
                                            </p:cTn>
                                            <p:tgtEl>
                                              <p:spTgt spid="18"/>
                                            </p:tgtEl>
                                            <p:attrNameLst>
                                              <p:attrName>style.visibility</p:attrName>
                                            </p:attrNameLst>
                                          </p:cBhvr>
                                          <p:to>
                                            <p:strVal val="visible"/>
                                          </p:to>
                                        </p:set>
                                        <p:anim calcmode="lin" valueType="num" p14:bounceEnd="50000">
                                          <p:cBhvr additive="base">
                                            <p:cTn id="29" dur="300" fill="hold"/>
                                            <p:tgtEl>
                                              <p:spTgt spid="18"/>
                                            </p:tgtEl>
                                            <p:attrNameLst>
                                              <p:attrName>ppt_x</p:attrName>
                                            </p:attrNameLst>
                                          </p:cBhvr>
                                          <p:tavLst>
                                            <p:tav tm="0">
                                              <p:val>
                                                <p:strVal val="0-#ppt_w/2"/>
                                              </p:val>
                                            </p:tav>
                                            <p:tav tm="100000">
                                              <p:val>
                                                <p:strVal val="#ppt_x"/>
                                              </p:val>
                                            </p:tav>
                                          </p:tavLst>
                                        </p:anim>
                                        <p:anim calcmode="lin" valueType="num" p14:bounceEnd="50000">
                                          <p:cBhvr additive="base">
                                            <p:cTn id="30" dur="300" fill="hold"/>
                                            <p:tgtEl>
                                              <p:spTgt spid="18"/>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22" presetClass="entr" presetSubtype="2" fill="hold"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wipe(right)">
                                          <p:cBhvr>
                                            <p:cTn id="34" dur="500"/>
                                            <p:tgtEl>
                                              <p:spTgt spid="23"/>
                                            </p:tgtEl>
                                          </p:cBhvr>
                                        </p:animEffect>
                                      </p:childTnLst>
                                    </p:cTn>
                                  </p:par>
                                  <p:par>
                                    <p:cTn id="35" presetID="2" presetClass="entr" presetSubtype="8" fill="hold" grpId="0" nodeType="withEffect" p14:presetBounceEnd="50000">
                                      <p:stCondLst>
                                        <p:cond delay="300"/>
                                      </p:stCondLst>
                                      <p:childTnLst>
                                        <p:set>
                                          <p:cBhvr>
                                            <p:cTn id="36" dur="1" fill="hold">
                                              <p:stCondLst>
                                                <p:cond delay="0"/>
                                              </p:stCondLst>
                                            </p:cTn>
                                            <p:tgtEl>
                                              <p:spTgt spid="19"/>
                                            </p:tgtEl>
                                            <p:attrNameLst>
                                              <p:attrName>style.visibility</p:attrName>
                                            </p:attrNameLst>
                                          </p:cBhvr>
                                          <p:to>
                                            <p:strVal val="visible"/>
                                          </p:to>
                                        </p:set>
                                        <p:anim calcmode="lin" valueType="num" p14:bounceEnd="50000">
                                          <p:cBhvr additive="base">
                                            <p:cTn id="37" dur="300" fill="hold"/>
                                            <p:tgtEl>
                                              <p:spTgt spid="19"/>
                                            </p:tgtEl>
                                            <p:attrNameLst>
                                              <p:attrName>ppt_x</p:attrName>
                                            </p:attrNameLst>
                                          </p:cBhvr>
                                          <p:tavLst>
                                            <p:tav tm="0">
                                              <p:val>
                                                <p:strVal val="0-#ppt_w/2"/>
                                              </p:val>
                                            </p:tav>
                                            <p:tav tm="100000">
                                              <p:val>
                                                <p:strVal val="#ppt_x"/>
                                              </p:val>
                                            </p:tav>
                                          </p:tavLst>
                                        </p:anim>
                                        <p:anim calcmode="lin" valueType="num" p14:bounceEnd="50000">
                                          <p:cBhvr additive="base">
                                            <p:cTn id="38" dur="300" fill="hold"/>
                                            <p:tgtEl>
                                              <p:spTgt spid="19"/>
                                            </p:tgtEl>
                                            <p:attrNameLst>
                                              <p:attrName>ppt_y</p:attrName>
                                            </p:attrNameLst>
                                          </p:cBhvr>
                                          <p:tavLst>
                                            <p:tav tm="0">
                                              <p:val>
                                                <p:strVal val="#ppt_y"/>
                                              </p:val>
                                            </p:tav>
                                            <p:tav tm="100000">
                                              <p:val>
                                                <p:strVal val="#ppt_y"/>
                                              </p:val>
                                            </p:tav>
                                          </p:tavLst>
                                        </p:anim>
                                      </p:childTnLst>
                                    </p:cTn>
                                  </p:par>
                                </p:childTnLst>
                              </p:cTn>
                            </p:par>
                            <p:par>
                              <p:cTn id="39" fill="hold">
                                <p:stCondLst>
                                  <p:cond delay="2700"/>
                                </p:stCondLst>
                                <p:childTnLst>
                                  <p:par>
                                    <p:cTn id="40" presetID="22" presetClass="entr" presetSubtype="2"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right)">
                                          <p:cBhvr>
                                            <p:cTn id="42" dur="500"/>
                                            <p:tgtEl>
                                              <p:spTgt spid="24"/>
                                            </p:tgtEl>
                                          </p:cBhvr>
                                        </p:animEffect>
                                      </p:childTnLst>
                                    </p:cTn>
                                  </p:par>
                                  <p:par>
                                    <p:cTn id="43" presetID="2" presetClass="entr" presetSubtype="8" fill="hold" grpId="0" nodeType="withEffect" p14:presetBounceEnd="50000">
                                      <p:stCondLst>
                                        <p:cond delay="300"/>
                                      </p:stCondLst>
                                      <p:childTnLst>
                                        <p:set>
                                          <p:cBhvr>
                                            <p:cTn id="44" dur="1" fill="hold">
                                              <p:stCondLst>
                                                <p:cond delay="0"/>
                                              </p:stCondLst>
                                            </p:cTn>
                                            <p:tgtEl>
                                              <p:spTgt spid="20"/>
                                            </p:tgtEl>
                                            <p:attrNameLst>
                                              <p:attrName>style.visibility</p:attrName>
                                            </p:attrNameLst>
                                          </p:cBhvr>
                                          <p:to>
                                            <p:strVal val="visible"/>
                                          </p:to>
                                        </p:set>
                                        <p:anim calcmode="lin" valueType="num" p14:bounceEnd="50000">
                                          <p:cBhvr additive="base">
                                            <p:cTn id="45" dur="300" fill="hold"/>
                                            <p:tgtEl>
                                              <p:spTgt spid="20"/>
                                            </p:tgtEl>
                                            <p:attrNameLst>
                                              <p:attrName>ppt_x</p:attrName>
                                            </p:attrNameLst>
                                          </p:cBhvr>
                                          <p:tavLst>
                                            <p:tav tm="0">
                                              <p:val>
                                                <p:strVal val="0-#ppt_w/2"/>
                                              </p:val>
                                            </p:tav>
                                            <p:tav tm="100000">
                                              <p:val>
                                                <p:strVal val="#ppt_x"/>
                                              </p:val>
                                            </p:tav>
                                          </p:tavLst>
                                        </p:anim>
                                        <p:anim calcmode="lin" valueType="num" p14:bounceEnd="50000">
                                          <p:cBhvr additive="base">
                                            <p:cTn id="46" dur="300" fill="hold"/>
                                            <p:tgtEl>
                                              <p:spTgt spid="20"/>
                                            </p:tgtEl>
                                            <p:attrNameLst>
                                              <p:attrName>ppt_y</p:attrName>
                                            </p:attrNameLst>
                                          </p:cBhvr>
                                          <p:tavLst>
                                            <p:tav tm="0">
                                              <p:val>
                                                <p:strVal val="#ppt_y"/>
                                              </p:val>
                                            </p:tav>
                                            <p:tav tm="100000">
                                              <p:val>
                                                <p:strVal val="#ppt_y"/>
                                              </p:val>
                                            </p:tav>
                                          </p:tavLst>
                                        </p:anim>
                                      </p:childTnLst>
                                    </p:cTn>
                                  </p:par>
                                </p:childTnLst>
                              </p:cTn>
                            </p:par>
                            <p:par>
                              <p:cTn id="47" fill="hold">
                                <p:stCondLst>
                                  <p:cond delay="3300"/>
                                </p:stCondLst>
                                <p:childTnLst>
                                  <p:par>
                                    <p:cTn id="48" presetID="22" presetClass="entr" presetSubtype="2" fill="hold" nodeType="after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right)">
                                          <p:cBhvr>
                                            <p:cTn id="50" dur="500"/>
                                            <p:tgtEl>
                                              <p:spTgt spid="25"/>
                                            </p:tgtEl>
                                          </p:cBhvr>
                                        </p:animEffect>
                                      </p:childTnLst>
                                    </p:cTn>
                                  </p:par>
                                  <p:par>
                                    <p:cTn id="51" presetID="2" presetClass="entr" presetSubtype="8" fill="hold" grpId="0" nodeType="withEffect" p14:presetBounceEnd="50000">
                                      <p:stCondLst>
                                        <p:cond delay="300"/>
                                      </p:stCondLst>
                                      <p:childTnLst>
                                        <p:set>
                                          <p:cBhvr>
                                            <p:cTn id="52" dur="1" fill="hold">
                                              <p:stCondLst>
                                                <p:cond delay="0"/>
                                              </p:stCondLst>
                                            </p:cTn>
                                            <p:tgtEl>
                                              <p:spTgt spid="21"/>
                                            </p:tgtEl>
                                            <p:attrNameLst>
                                              <p:attrName>style.visibility</p:attrName>
                                            </p:attrNameLst>
                                          </p:cBhvr>
                                          <p:to>
                                            <p:strVal val="visible"/>
                                          </p:to>
                                        </p:set>
                                        <p:anim calcmode="lin" valueType="num" p14:bounceEnd="50000">
                                          <p:cBhvr additive="base">
                                            <p:cTn id="53" dur="300" fill="hold"/>
                                            <p:tgtEl>
                                              <p:spTgt spid="21"/>
                                            </p:tgtEl>
                                            <p:attrNameLst>
                                              <p:attrName>ppt_x</p:attrName>
                                            </p:attrNameLst>
                                          </p:cBhvr>
                                          <p:tavLst>
                                            <p:tav tm="0">
                                              <p:val>
                                                <p:strVal val="0-#ppt_w/2"/>
                                              </p:val>
                                            </p:tav>
                                            <p:tav tm="100000">
                                              <p:val>
                                                <p:strVal val="#ppt_x"/>
                                              </p:val>
                                            </p:tav>
                                          </p:tavLst>
                                        </p:anim>
                                        <p:anim calcmode="lin" valueType="num" p14:bounceEnd="50000">
                                          <p:cBhvr additive="base">
                                            <p:cTn id="54" dur="3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8" grpId="0"/>
          <p:bldP spid="19" grpId="0"/>
          <p:bldP spid="20" grpId="0"/>
          <p:bldP spid="21"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 presetClass="entr" presetSubtype="2"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1+#ppt_w/2"/>
                                              </p:val>
                                            </p:tav>
                                            <p:tav tm="100000">
                                              <p:val>
                                                <p:strVal val="#ppt_x"/>
                                              </p:val>
                                            </p:tav>
                                          </p:tavLst>
                                        </p:anim>
                                        <p:anim calcmode="lin" valueType="num">
                                          <p:cBhvr additive="base">
                                            <p:cTn id="22" dur="500" fill="hold"/>
                                            <p:tgtEl>
                                              <p:spTgt spid="11"/>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2" presetClass="entr" presetSubtype="2"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right)">
                                          <p:cBhvr>
                                            <p:cTn id="26" dur="500"/>
                                            <p:tgtEl>
                                              <p:spTgt spid="22"/>
                                            </p:tgtEl>
                                          </p:cBhvr>
                                        </p:animEffect>
                                      </p:childTnLst>
                                    </p:cTn>
                                  </p:par>
                                  <p:par>
                                    <p:cTn id="27" presetID="2" presetClass="entr" presetSubtype="8" fill="hold" grpId="0" nodeType="withEffect">
                                      <p:stCondLst>
                                        <p:cond delay="30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300" fill="hold"/>
                                            <p:tgtEl>
                                              <p:spTgt spid="18"/>
                                            </p:tgtEl>
                                            <p:attrNameLst>
                                              <p:attrName>ppt_x</p:attrName>
                                            </p:attrNameLst>
                                          </p:cBhvr>
                                          <p:tavLst>
                                            <p:tav tm="0">
                                              <p:val>
                                                <p:strVal val="0-#ppt_w/2"/>
                                              </p:val>
                                            </p:tav>
                                            <p:tav tm="100000">
                                              <p:val>
                                                <p:strVal val="#ppt_x"/>
                                              </p:val>
                                            </p:tav>
                                          </p:tavLst>
                                        </p:anim>
                                        <p:anim calcmode="lin" valueType="num">
                                          <p:cBhvr additive="base">
                                            <p:cTn id="30" dur="300" fill="hold"/>
                                            <p:tgtEl>
                                              <p:spTgt spid="18"/>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22" presetClass="entr" presetSubtype="2" fill="hold"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wipe(right)">
                                          <p:cBhvr>
                                            <p:cTn id="34" dur="500"/>
                                            <p:tgtEl>
                                              <p:spTgt spid="23"/>
                                            </p:tgtEl>
                                          </p:cBhvr>
                                        </p:animEffect>
                                      </p:childTnLst>
                                    </p:cTn>
                                  </p:par>
                                  <p:par>
                                    <p:cTn id="35" presetID="2" presetClass="entr" presetSubtype="8" fill="hold" grpId="0" nodeType="withEffect">
                                      <p:stCondLst>
                                        <p:cond delay="30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300" fill="hold"/>
                                            <p:tgtEl>
                                              <p:spTgt spid="19"/>
                                            </p:tgtEl>
                                            <p:attrNameLst>
                                              <p:attrName>ppt_x</p:attrName>
                                            </p:attrNameLst>
                                          </p:cBhvr>
                                          <p:tavLst>
                                            <p:tav tm="0">
                                              <p:val>
                                                <p:strVal val="0-#ppt_w/2"/>
                                              </p:val>
                                            </p:tav>
                                            <p:tav tm="100000">
                                              <p:val>
                                                <p:strVal val="#ppt_x"/>
                                              </p:val>
                                            </p:tav>
                                          </p:tavLst>
                                        </p:anim>
                                        <p:anim calcmode="lin" valueType="num">
                                          <p:cBhvr additive="base">
                                            <p:cTn id="38" dur="300" fill="hold"/>
                                            <p:tgtEl>
                                              <p:spTgt spid="19"/>
                                            </p:tgtEl>
                                            <p:attrNameLst>
                                              <p:attrName>ppt_y</p:attrName>
                                            </p:attrNameLst>
                                          </p:cBhvr>
                                          <p:tavLst>
                                            <p:tav tm="0">
                                              <p:val>
                                                <p:strVal val="#ppt_y"/>
                                              </p:val>
                                            </p:tav>
                                            <p:tav tm="100000">
                                              <p:val>
                                                <p:strVal val="#ppt_y"/>
                                              </p:val>
                                            </p:tav>
                                          </p:tavLst>
                                        </p:anim>
                                      </p:childTnLst>
                                    </p:cTn>
                                  </p:par>
                                </p:childTnLst>
                              </p:cTn>
                            </p:par>
                            <p:par>
                              <p:cTn id="39" fill="hold">
                                <p:stCondLst>
                                  <p:cond delay="2700"/>
                                </p:stCondLst>
                                <p:childTnLst>
                                  <p:par>
                                    <p:cTn id="40" presetID="22" presetClass="entr" presetSubtype="2"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right)">
                                          <p:cBhvr>
                                            <p:cTn id="42" dur="500"/>
                                            <p:tgtEl>
                                              <p:spTgt spid="24"/>
                                            </p:tgtEl>
                                          </p:cBhvr>
                                        </p:animEffect>
                                      </p:childTnLst>
                                    </p:cTn>
                                  </p:par>
                                  <p:par>
                                    <p:cTn id="43" presetID="2" presetClass="entr" presetSubtype="8" fill="hold" grpId="0" nodeType="withEffect">
                                      <p:stCondLst>
                                        <p:cond delay="300"/>
                                      </p:stCondLst>
                                      <p:childTnLst>
                                        <p:set>
                                          <p:cBhvr>
                                            <p:cTn id="44" dur="1" fill="hold">
                                              <p:stCondLst>
                                                <p:cond delay="0"/>
                                              </p:stCondLst>
                                            </p:cTn>
                                            <p:tgtEl>
                                              <p:spTgt spid="20"/>
                                            </p:tgtEl>
                                            <p:attrNameLst>
                                              <p:attrName>style.visibility</p:attrName>
                                            </p:attrNameLst>
                                          </p:cBhvr>
                                          <p:to>
                                            <p:strVal val="visible"/>
                                          </p:to>
                                        </p:set>
                                        <p:anim calcmode="lin" valueType="num">
                                          <p:cBhvr additive="base">
                                            <p:cTn id="45" dur="300" fill="hold"/>
                                            <p:tgtEl>
                                              <p:spTgt spid="20"/>
                                            </p:tgtEl>
                                            <p:attrNameLst>
                                              <p:attrName>ppt_x</p:attrName>
                                            </p:attrNameLst>
                                          </p:cBhvr>
                                          <p:tavLst>
                                            <p:tav tm="0">
                                              <p:val>
                                                <p:strVal val="0-#ppt_w/2"/>
                                              </p:val>
                                            </p:tav>
                                            <p:tav tm="100000">
                                              <p:val>
                                                <p:strVal val="#ppt_x"/>
                                              </p:val>
                                            </p:tav>
                                          </p:tavLst>
                                        </p:anim>
                                        <p:anim calcmode="lin" valueType="num">
                                          <p:cBhvr additive="base">
                                            <p:cTn id="46" dur="300" fill="hold"/>
                                            <p:tgtEl>
                                              <p:spTgt spid="20"/>
                                            </p:tgtEl>
                                            <p:attrNameLst>
                                              <p:attrName>ppt_y</p:attrName>
                                            </p:attrNameLst>
                                          </p:cBhvr>
                                          <p:tavLst>
                                            <p:tav tm="0">
                                              <p:val>
                                                <p:strVal val="#ppt_y"/>
                                              </p:val>
                                            </p:tav>
                                            <p:tav tm="100000">
                                              <p:val>
                                                <p:strVal val="#ppt_y"/>
                                              </p:val>
                                            </p:tav>
                                          </p:tavLst>
                                        </p:anim>
                                      </p:childTnLst>
                                    </p:cTn>
                                  </p:par>
                                </p:childTnLst>
                              </p:cTn>
                            </p:par>
                            <p:par>
                              <p:cTn id="47" fill="hold">
                                <p:stCondLst>
                                  <p:cond delay="3300"/>
                                </p:stCondLst>
                                <p:childTnLst>
                                  <p:par>
                                    <p:cTn id="48" presetID="22" presetClass="entr" presetSubtype="2" fill="hold" nodeType="after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right)">
                                          <p:cBhvr>
                                            <p:cTn id="50" dur="500"/>
                                            <p:tgtEl>
                                              <p:spTgt spid="25"/>
                                            </p:tgtEl>
                                          </p:cBhvr>
                                        </p:animEffect>
                                      </p:childTnLst>
                                    </p:cTn>
                                  </p:par>
                                  <p:par>
                                    <p:cTn id="51" presetID="2" presetClass="entr" presetSubtype="8" fill="hold" grpId="0" nodeType="withEffect">
                                      <p:stCondLst>
                                        <p:cond delay="300"/>
                                      </p:stCondLst>
                                      <p:childTnLst>
                                        <p:set>
                                          <p:cBhvr>
                                            <p:cTn id="52" dur="1" fill="hold">
                                              <p:stCondLst>
                                                <p:cond delay="0"/>
                                              </p:stCondLst>
                                            </p:cTn>
                                            <p:tgtEl>
                                              <p:spTgt spid="21"/>
                                            </p:tgtEl>
                                            <p:attrNameLst>
                                              <p:attrName>style.visibility</p:attrName>
                                            </p:attrNameLst>
                                          </p:cBhvr>
                                          <p:to>
                                            <p:strVal val="visible"/>
                                          </p:to>
                                        </p:set>
                                        <p:anim calcmode="lin" valueType="num">
                                          <p:cBhvr additive="base">
                                            <p:cTn id="53" dur="300" fill="hold"/>
                                            <p:tgtEl>
                                              <p:spTgt spid="21"/>
                                            </p:tgtEl>
                                            <p:attrNameLst>
                                              <p:attrName>ppt_x</p:attrName>
                                            </p:attrNameLst>
                                          </p:cBhvr>
                                          <p:tavLst>
                                            <p:tav tm="0">
                                              <p:val>
                                                <p:strVal val="0-#ppt_w/2"/>
                                              </p:val>
                                            </p:tav>
                                            <p:tav tm="100000">
                                              <p:val>
                                                <p:strVal val="#ppt_x"/>
                                              </p:val>
                                            </p:tav>
                                          </p:tavLst>
                                        </p:anim>
                                        <p:anim calcmode="lin" valueType="num">
                                          <p:cBhvr additive="base">
                                            <p:cTn id="54" dur="3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8" grpId="0"/>
          <p:bldP spid="19" grpId="0"/>
          <p:bldP spid="20" grpId="0"/>
          <p:bldP spid="21"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1384973" y="2628668"/>
            <a:ext cx="2131000" cy="2136185"/>
            <a:chOff x="1312099" y="2614471"/>
            <a:chExt cx="2020615" cy="2025531"/>
          </a:xfrm>
          <a:solidFill>
            <a:srgbClr val="DD1C3E"/>
          </a:solidFill>
        </p:grpSpPr>
        <p:sp>
          <p:nvSpPr>
            <p:cNvPr id="12" name="Freeform 7"/>
            <p:cNvSpPr>
              <a:spLocks noEditPoints="1"/>
            </p:cNvSpPr>
            <p:nvPr/>
          </p:nvSpPr>
          <p:spPr bwMode="auto">
            <a:xfrm>
              <a:off x="1312099" y="2614471"/>
              <a:ext cx="2020615" cy="2025531"/>
            </a:xfrm>
            <a:custGeom>
              <a:avLst/>
              <a:gdLst>
                <a:gd name="T0" fmla="*/ 174 w 348"/>
                <a:gd name="T1" fmla="*/ 349 h 349"/>
                <a:gd name="T2" fmla="*/ 0 w 348"/>
                <a:gd name="T3" fmla="*/ 175 h 349"/>
                <a:gd name="T4" fmla="*/ 174 w 348"/>
                <a:gd name="T5" fmla="*/ 0 h 349"/>
                <a:gd name="T6" fmla="*/ 348 w 348"/>
                <a:gd name="T7" fmla="*/ 175 h 349"/>
                <a:gd name="T8" fmla="*/ 174 w 348"/>
                <a:gd name="T9" fmla="*/ 349 h 349"/>
                <a:gd name="T10" fmla="*/ 174 w 348"/>
                <a:gd name="T11" fmla="*/ 10 h 349"/>
                <a:gd name="T12" fmla="*/ 9 w 348"/>
                <a:gd name="T13" fmla="*/ 175 h 349"/>
                <a:gd name="T14" fmla="*/ 174 w 348"/>
                <a:gd name="T15" fmla="*/ 339 h 349"/>
                <a:gd name="T16" fmla="*/ 339 w 348"/>
                <a:gd name="T17" fmla="*/ 175 h 349"/>
                <a:gd name="T18" fmla="*/ 174 w 348"/>
                <a:gd name="T19" fmla="*/ 1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8" h="349">
                  <a:moveTo>
                    <a:pt x="174" y="349"/>
                  </a:moveTo>
                  <a:cubicBezTo>
                    <a:pt x="78" y="349"/>
                    <a:pt x="0" y="270"/>
                    <a:pt x="0" y="175"/>
                  </a:cubicBezTo>
                  <a:cubicBezTo>
                    <a:pt x="0" y="79"/>
                    <a:pt x="78" y="0"/>
                    <a:pt x="174" y="0"/>
                  </a:cubicBezTo>
                  <a:cubicBezTo>
                    <a:pt x="270" y="0"/>
                    <a:pt x="348" y="79"/>
                    <a:pt x="348" y="175"/>
                  </a:cubicBezTo>
                  <a:cubicBezTo>
                    <a:pt x="348" y="270"/>
                    <a:pt x="270" y="349"/>
                    <a:pt x="174" y="349"/>
                  </a:cubicBezTo>
                  <a:close/>
                  <a:moveTo>
                    <a:pt x="174" y="10"/>
                  </a:moveTo>
                  <a:cubicBezTo>
                    <a:pt x="83" y="10"/>
                    <a:pt x="9" y="84"/>
                    <a:pt x="9" y="175"/>
                  </a:cubicBezTo>
                  <a:cubicBezTo>
                    <a:pt x="9" y="265"/>
                    <a:pt x="83" y="339"/>
                    <a:pt x="174" y="339"/>
                  </a:cubicBezTo>
                  <a:cubicBezTo>
                    <a:pt x="265" y="339"/>
                    <a:pt x="339" y="265"/>
                    <a:pt x="339" y="175"/>
                  </a:cubicBezTo>
                  <a:cubicBezTo>
                    <a:pt x="339" y="84"/>
                    <a:pt x="265" y="10"/>
                    <a:pt x="17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3" name="Rectangle 8"/>
            <p:cNvSpPr>
              <a:spLocks noChangeArrowheads="1"/>
            </p:cNvSpPr>
            <p:nvPr/>
          </p:nvSpPr>
          <p:spPr bwMode="auto">
            <a:xfrm>
              <a:off x="2322407" y="2816041"/>
              <a:ext cx="12292" cy="2335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4" name="Rectangle 9"/>
            <p:cNvSpPr>
              <a:spLocks noChangeArrowheads="1"/>
            </p:cNvSpPr>
            <p:nvPr/>
          </p:nvSpPr>
          <p:spPr bwMode="auto">
            <a:xfrm>
              <a:off x="2322407" y="4187699"/>
              <a:ext cx="12292" cy="23844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5" name="Rectangle 10"/>
            <p:cNvSpPr>
              <a:spLocks noChangeArrowheads="1"/>
            </p:cNvSpPr>
            <p:nvPr/>
          </p:nvSpPr>
          <p:spPr bwMode="auto">
            <a:xfrm>
              <a:off x="1525960"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6" name="Freeform 12"/>
            <p:cNvSpPr>
              <a:spLocks/>
            </p:cNvSpPr>
            <p:nvPr/>
          </p:nvSpPr>
          <p:spPr bwMode="auto">
            <a:xfrm>
              <a:off x="2637053" y="2914368"/>
              <a:ext cx="98327" cy="157323"/>
            </a:xfrm>
            <a:custGeom>
              <a:avLst/>
              <a:gdLst>
                <a:gd name="T0" fmla="*/ 4 w 40"/>
                <a:gd name="T1" fmla="*/ 64 h 64"/>
                <a:gd name="T2" fmla="*/ 0 w 40"/>
                <a:gd name="T3" fmla="*/ 60 h 64"/>
                <a:gd name="T4" fmla="*/ 35 w 40"/>
                <a:gd name="T5" fmla="*/ 0 h 64"/>
                <a:gd name="T6" fmla="*/ 40 w 40"/>
                <a:gd name="T7" fmla="*/ 3 h 64"/>
                <a:gd name="T8" fmla="*/ 4 w 40"/>
                <a:gd name="T9" fmla="*/ 64 h 64"/>
              </a:gdLst>
              <a:ahLst/>
              <a:cxnLst>
                <a:cxn ang="0">
                  <a:pos x="T0" y="T1"/>
                </a:cxn>
                <a:cxn ang="0">
                  <a:pos x="T2" y="T3"/>
                </a:cxn>
                <a:cxn ang="0">
                  <a:pos x="T4" y="T5"/>
                </a:cxn>
                <a:cxn ang="0">
                  <a:pos x="T6" y="T7"/>
                </a:cxn>
                <a:cxn ang="0">
                  <a:pos x="T8" y="T9"/>
                </a:cxn>
              </a:cxnLst>
              <a:rect l="0" t="0" r="r" b="b"/>
              <a:pathLst>
                <a:path w="40" h="64">
                  <a:moveTo>
                    <a:pt x="4" y="64"/>
                  </a:moveTo>
                  <a:lnTo>
                    <a:pt x="0" y="60"/>
                  </a:lnTo>
                  <a:lnTo>
                    <a:pt x="35" y="0"/>
                  </a:lnTo>
                  <a:lnTo>
                    <a:pt x="40" y="3"/>
                  </a:lnTo>
                  <a:lnTo>
                    <a:pt x="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7" name="Freeform 13"/>
            <p:cNvSpPr>
              <a:spLocks/>
            </p:cNvSpPr>
            <p:nvPr/>
          </p:nvSpPr>
          <p:spPr bwMode="auto">
            <a:xfrm>
              <a:off x="2880411" y="3211807"/>
              <a:ext cx="149949" cy="93410"/>
            </a:xfrm>
            <a:custGeom>
              <a:avLst/>
              <a:gdLst>
                <a:gd name="T0" fmla="*/ 2 w 61"/>
                <a:gd name="T1" fmla="*/ 38 h 38"/>
                <a:gd name="T2" fmla="*/ 0 w 61"/>
                <a:gd name="T3" fmla="*/ 33 h 38"/>
                <a:gd name="T4" fmla="*/ 56 w 61"/>
                <a:gd name="T5" fmla="*/ 0 h 38"/>
                <a:gd name="T6" fmla="*/ 61 w 61"/>
                <a:gd name="T7" fmla="*/ 5 h 38"/>
                <a:gd name="T8" fmla="*/ 2 w 61"/>
                <a:gd name="T9" fmla="*/ 38 h 38"/>
              </a:gdLst>
              <a:ahLst/>
              <a:cxnLst>
                <a:cxn ang="0">
                  <a:pos x="T0" y="T1"/>
                </a:cxn>
                <a:cxn ang="0">
                  <a:pos x="T2" y="T3"/>
                </a:cxn>
                <a:cxn ang="0">
                  <a:pos x="T4" y="T5"/>
                </a:cxn>
                <a:cxn ang="0">
                  <a:pos x="T6" y="T7"/>
                </a:cxn>
                <a:cxn ang="0">
                  <a:pos x="T8" y="T9"/>
                </a:cxn>
              </a:cxnLst>
              <a:rect l="0" t="0" r="r" b="b"/>
              <a:pathLst>
                <a:path w="61" h="38">
                  <a:moveTo>
                    <a:pt x="2" y="38"/>
                  </a:moveTo>
                  <a:lnTo>
                    <a:pt x="0" y="33"/>
                  </a:lnTo>
                  <a:lnTo>
                    <a:pt x="56" y="0"/>
                  </a:lnTo>
                  <a:lnTo>
                    <a:pt x="61" y="5"/>
                  </a:lnTo>
                  <a:lnTo>
                    <a:pt x="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8" name="Freeform 14"/>
            <p:cNvSpPr>
              <a:spLocks/>
            </p:cNvSpPr>
            <p:nvPr/>
          </p:nvSpPr>
          <p:spPr bwMode="auto">
            <a:xfrm>
              <a:off x="1916809" y="4170493"/>
              <a:ext cx="98327" cy="149949"/>
            </a:xfrm>
            <a:custGeom>
              <a:avLst/>
              <a:gdLst>
                <a:gd name="T0" fmla="*/ 4 w 40"/>
                <a:gd name="T1" fmla="*/ 61 h 61"/>
                <a:gd name="T2" fmla="*/ 0 w 40"/>
                <a:gd name="T3" fmla="*/ 56 h 61"/>
                <a:gd name="T4" fmla="*/ 35 w 40"/>
                <a:gd name="T5" fmla="*/ 0 h 61"/>
                <a:gd name="T6" fmla="*/ 40 w 40"/>
                <a:gd name="T7" fmla="*/ 2 h 61"/>
                <a:gd name="T8" fmla="*/ 4 w 40"/>
                <a:gd name="T9" fmla="*/ 61 h 61"/>
              </a:gdLst>
              <a:ahLst/>
              <a:cxnLst>
                <a:cxn ang="0">
                  <a:pos x="T0" y="T1"/>
                </a:cxn>
                <a:cxn ang="0">
                  <a:pos x="T2" y="T3"/>
                </a:cxn>
                <a:cxn ang="0">
                  <a:pos x="T4" y="T5"/>
                </a:cxn>
                <a:cxn ang="0">
                  <a:pos x="T6" y="T7"/>
                </a:cxn>
                <a:cxn ang="0">
                  <a:pos x="T8" y="T9"/>
                </a:cxn>
              </a:cxnLst>
              <a:rect l="0" t="0" r="r" b="b"/>
              <a:pathLst>
                <a:path w="40" h="61">
                  <a:moveTo>
                    <a:pt x="4" y="61"/>
                  </a:moveTo>
                  <a:lnTo>
                    <a:pt x="0" y="56"/>
                  </a:lnTo>
                  <a:lnTo>
                    <a:pt x="35" y="0"/>
                  </a:lnTo>
                  <a:lnTo>
                    <a:pt x="40" y="2"/>
                  </a:lnTo>
                  <a:lnTo>
                    <a:pt x="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19" name="Freeform 15"/>
            <p:cNvSpPr>
              <a:spLocks/>
            </p:cNvSpPr>
            <p:nvPr/>
          </p:nvSpPr>
          <p:spPr bwMode="auto">
            <a:xfrm>
              <a:off x="1631661" y="3932049"/>
              <a:ext cx="149949" cy="93410"/>
            </a:xfrm>
            <a:custGeom>
              <a:avLst/>
              <a:gdLst>
                <a:gd name="T0" fmla="*/ 2 w 61"/>
                <a:gd name="T1" fmla="*/ 38 h 38"/>
                <a:gd name="T2" fmla="*/ 0 w 61"/>
                <a:gd name="T3" fmla="*/ 35 h 38"/>
                <a:gd name="T4" fmla="*/ 59 w 61"/>
                <a:gd name="T5" fmla="*/ 0 h 38"/>
                <a:gd name="T6" fmla="*/ 61 w 61"/>
                <a:gd name="T7" fmla="*/ 5 h 38"/>
                <a:gd name="T8" fmla="*/ 2 w 61"/>
                <a:gd name="T9" fmla="*/ 38 h 38"/>
              </a:gdLst>
              <a:ahLst/>
              <a:cxnLst>
                <a:cxn ang="0">
                  <a:pos x="T0" y="T1"/>
                </a:cxn>
                <a:cxn ang="0">
                  <a:pos x="T2" y="T3"/>
                </a:cxn>
                <a:cxn ang="0">
                  <a:pos x="T4" y="T5"/>
                </a:cxn>
                <a:cxn ang="0">
                  <a:pos x="T6" y="T7"/>
                </a:cxn>
                <a:cxn ang="0">
                  <a:pos x="T8" y="T9"/>
                </a:cxn>
              </a:cxnLst>
              <a:rect l="0" t="0" r="r" b="b"/>
              <a:pathLst>
                <a:path w="61" h="38">
                  <a:moveTo>
                    <a:pt x="2" y="38"/>
                  </a:moveTo>
                  <a:lnTo>
                    <a:pt x="0" y="35"/>
                  </a:lnTo>
                  <a:lnTo>
                    <a:pt x="59" y="0"/>
                  </a:lnTo>
                  <a:lnTo>
                    <a:pt x="61" y="5"/>
                  </a:lnTo>
                  <a:lnTo>
                    <a:pt x="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0" name="Freeform 16"/>
            <p:cNvSpPr>
              <a:spLocks/>
            </p:cNvSpPr>
            <p:nvPr/>
          </p:nvSpPr>
          <p:spPr bwMode="auto">
            <a:xfrm>
              <a:off x="1631661" y="3211807"/>
              <a:ext cx="149949" cy="98327"/>
            </a:xfrm>
            <a:custGeom>
              <a:avLst/>
              <a:gdLst>
                <a:gd name="T0" fmla="*/ 59 w 61"/>
                <a:gd name="T1" fmla="*/ 40 h 40"/>
                <a:gd name="T2" fmla="*/ 0 w 61"/>
                <a:gd name="T3" fmla="*/ 5 h 40"/>
                <a:gd name="T4" fmla="*/ 2 w 61"/>
                <a:gd name="T5" fmla="*/ 0 h 40"/>
                <a:gd name="T6" fmla="*/ 61 w 61"/>
                <a:gd name="T7" fmla="*/ 35 h 40"/>
                <a:gd name="T8" fmla="*/ 59 w 61"/>
                <a:gd name="T9" fmla="*/ 40 h 40"/>
              </a:gdLst>
              <a:ahLst/>
              <a:cxnLst>
                <a:cxn ang="0">
                  <a:pos x="T0" y="T1"/>
                </a:cxn>
                <a:cxn ang="0">
                  <a:pos x="T2" y="T3"/>
                </a:cxn>
                <a:cxn ang="0">
                  <a:pos x="T4" y="T5"/>
                </a:cxn>
                <a:cxn ang="0">
                  <a:pos x="T6" y="T7"/>
                </a:cxn>
                <a:cxn ang="0">
                  <a:pos x="T8" y="T9"/>
                </a:cxn>
              </a:cxnLst>
              <a:rect l="0" t="0" r="r" b="b"/>
              <a:pathLst>
                <a:path w="61" h="40">
                  <a:moveTo>
                    <a:pt x="59" y="40"/>
                  </a:moveTo>
                  <a:lnTo>
                    <a:pt x="0" y="5"/>
                  </a:lnTo>
                  <a:lnTo>
                    <a:pt x="2" y="0"/>
                  </a:lnTo>
                  <a:lnTo>
                    <a:pt x="61" y="35"/>
                  </a:lnTo>
                  <a:lnTo>
                    <a:pt x="5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1" name="Freeform 17"/>
            <p:cNvSpPr>
              <a:spLocks/>
            </p:cNvSpPr>
            <p:nvPr/>
          </p:nvSpPr>
          <p:spPr bwMode="auto">
            <a:xfrm>
              <a:off x="2880411" y="3932049"/>
              <a:ext cx="145033" cy="93410"/>
            </a:xfrm>
            <a:custGeom>
              <a:avLst/>
              <a:gdLst>
                <a:gd name="T0" fmla="*/ 56 w 59"/>
                <a:gd name="T1" fmla="*/ 38 h 38"/>
                <a:gd name="T2" fmla="*/ 0 w 59"/>
                <a:gd name="T3" fmla="*/ 5 h 38"/>
                <a:gd name="T4" fmla="*/ 2 w 59"/>
                <a:gd name="T5" fmla="*/ 0 h 38"/>
                <a:gd name="T6" fmla="*/ 59 w 59"/>
                <a:gd name="T7" fmla="*/ 35 h 38"/>
                <a:gd name="T8" fmla="*/ 56 w 59"/>
                <a:gd name="T9" fmla="*/ 38 h 38"/>
              </a:gdLst>
              <a:ahLst/>
              <a:cxnLst>
                <a:cxn ang="0">
                  <a:pos x="T0" y="T1"/>
                </a:cxn>
                <a:cxn ang="0">
                  <a:pos x="T2" y="T3"/>
                </a:cxn>
                <a:cxn ang="0">
                  <a:pos x="T4" y="T5"/>
                </a:cxn>
                <a:cxn ang="0">
                  <a:pos x="T6" y="T7"/>
                </a:cxn>
                <a:cxn ang="0">
                  <a:pos x="T8" y="T9"/>
                </a:cxn>
              </a:cxnLst>
              <a:rect l="0" t="0" r="r" b="b"/>
              <a:pathLst>
                <a:path w="59" h="38">
                  <a:moveTo>
                    <a:pt x="56" y="38"/>
                  </a:moveTo>
                  <a:lnTo>
                    <a:pt x="0" y="5"/>
                  </a:lnTo>
                  <a:lnTo>
                    <a:pt x="2" y="0"/>
                  </a:lnTo>
                  <a:lnTo>
                    <a:pt x="59" y="35"/>
                  </a:lnTo>
                  <a:lnTo>
                    <a:pt x="56"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2" name="Freeform 18"/>
            <p:cNvSpPr>
              <a:spLocks/>
            </p:cNvSpPr>
            <p:nvPr/>
          </p:nvSpPr>
          <p:spPr bwMode="auto">
            <a:xfrm>
              <a:off x="2624761" y="4180325"/>
              <a:ext cx="93410" cy="152406"/>
            </a:xfrm>
            <a:custGeom>
              <a:avLst/>
              <a:gdLst>
                <a:gd name="T0" fmla="*/ 33 w 38"/>
                <a:gd name="T1" fmla="*/ 62 h 62"/>
                <a:gd name="T2" fmla="*/ 0 w 38"/>
                <a:gd name="T3" fmla="*/ 3 h 62"/>
                <a:gd name="T4" fmla="*/ 5 w 38"/>
                <a:gd name="T5" fmla="*/ 0 h 62"/>
                <a:gd name="T6" fmla="*/ 38 w 38"/>
                <a:gd name="T7" fmla="*/ 59 h 62"/>
                <a:gd name="T8" fmla="*/ 33 w 38"/>
                <a:gd name="T9" fmla="*/ 62 h 62"/>
              </a:gdLst>
              <a:ahLst/>
              <a:cxnLst>
                <a:cxn ang="0">
                  <a:pos x="T0" y="T1"/>
                </a:cxn>
                <a:cxn ang="0">
                  <a:pos x="T2" y="T3"/>
                </a:cxn>
                <a:cxn ang="0">
                  <a:pos x="T4" y="T5"/>
                </a:cxn>
                <a:cxn ang="0">
                  <a:pos x="T6" y="T7"/>
                </a:cxn>
                <a:cxn ang="0">
                  <a:pos x="T8" y="T9"/>
                </a:cxn>
              </a:cxnLst>
              <a:rect l="0" t="0" r="r" b="b"/>
              <a:pathLst>
                <a:path w="38" h="62">
                  <a:moveTo>
                    <a:pt x="33" y="62"/>
                  </a:moveTo>
                  <a:lnTo>
                    <a:pt x="0" y="3"/>
                  </a:lnTo>
                  <a:lnTo>
                    <a:pt x="5" y="0"/>
                  </a:lnTo>
                  <a:lnTo>
                    <a:pt x="38" y="59"/>
                  </a:lnTo>
                  <a:lnTo>
                    <a:pt x="3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3" name="Freeform 19"/>
            <p:cNvSpPr>
              <a:spLocks/>
            </p:cNvSpPr>
            <p:nvPr/>
          </p:nvSpPr>
          <p:spPr bwMode="auto">
            <a:xfrm>
              <a:off x="1899602" y="2934033"/>
              <a:ext cx="98327" cy="149949"/>
            </a:xfrm>
            <a:custGeom>
              <a:avLst/>
              <a:gdLst>
                <a:gd name="T0" fmla="*/ 35 w 40"/>
                <a:gd name="T1" fmla="*/ 61 h 61"/>
                <a:gd name="T2" fmla="*/ 0 w 40"/>
                <a:gd name="T3" fmla="*/ 2 h 61"/>
                <a:gd name="T4" fmla="*/ 4 w 40"/>
                <a:gd name="T5" fmla="*/ 0 h 61"/>
                <a:gd name="T6" fmla="*/ 40 w 40"/>
                <a:gd name="T7" fmla="*/ 59 h 61"/>
                <a:gd name="T8" fmla="*/ 35 w 40"/>
                <a:gd name="T9" fmla="*/ 61 h 61"/>
              </a:gdLst>
              <a:ahLst/>
              <a:cxnLst>
                <a:cxn ang="0">
                  <a:pos x="T0" y="T1"/>
                </a:cxn>
                <a:cxn ang="0">
                  <a:pos x="T2" y="T3"/>
                </a:cxn>
                <a:cxn ang="0">
                  <a:pos x="T4" y="T5"/>
                </a:cxn>
                <a:cxn ang="0">
                  <a:pos x="T6" y="T7"/>
                </a:cxn>
                <a:cxn ang="0">
                  <a:pos x="T8" y="T9"/>
                </a:cxn>
              </a:cxnLst>
              <a:rect l="0" t="0" r="r" b="b"/>
              <a:pathLst>
                <a:path w="40" h="61">
                  <a:moveTo>
                    <a:pt x="35" y="61"/>
                  </a:moveTo>
                  <a:lnTo>
                    <a:pt x="0" y="2"/>
                  </a:lnTo>
                  <a:lnTo>
                    <a:pt x="4" y="0"/>
                  </a:lnTo>
                  <a:lnTo>
                    <a:pt x="40" y="59"/>
                  </a:lnTo>
                  <a:lnTo>
                    <a:pt x="35"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4" name="Rectangle 10"/>
            <p:cNvSpPr>
              <a:spLocks noChangeArrowheads="1"/>
            </p:cNvSpPr>
            <p:nvPr/>
          </p:nvSpPr>
          <p:spPr bwMode="auto">
            <a:xfrm>
              <a:off x="2935710"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grpSp>
      <p:grpSp>
        <p:nvGrpSpPr>
          <p:cNvPr id="25" name="组合 24"/>
          <p:cNvGrpSpPr/>
          <p:nvPr/>
        </p:nvGrpSpPr>
        <p:grpSpPr>
          <a:xfrm rot="16200000">
            <a:off x="1991603" y="3228305"/>
            <a:ext cx="917733" cy="111477"/>
            <a:chOff x="2275701" y="3565783"/>
            <a:chExt cx="870194" cy="105702"/>
          </a:xfrm>
          <a:solidFill>
            <a:srgbClr val="41514E"/>
          </a:solidFill>
        </p:grpSpPr>
        <p:sp>
          <p:nvSpPr>
            <p:cNvPr id="26" name="Rectangle 11"/>
            <p:cNvSpPr>
              <a:spLocks noChangeArrowheads="1"/>
            </p:cNvSpPr>
            <p:nvPr/>
          </p:nvSpPr>
          <p:spPr bwMode="auto">
            <a:xfrm>
              <a:off x="2897619"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7" name="Rectangle 20"/>
            <p:cNvSpPr>
              <a:spLocks noChangeArrowheads="1"/>
            </p:cNvSpPr>
            <p:nvPr/>
          </p:nvSpPr>
          <p:spPr bwMode="auto">
            <a:xfrm>
              <a:off x="2327324" y="3612487"/>
              <a:ext cx="818571" cy="221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28" name="Oval 21"/>
            <p:cNvSpPr>
              <a:spLocks noChangeArrowheads="1"/>
            </p:cNvSpPr>
            <p:nvPr/>
          </p:nvSpPr>
          <p:spPr bwMode="auto">
            <a:xfrm>
              <a:off x="2275701" y="3565783"/>
              <a:ext cx="105702" cy="1057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grpSp>
      <p:grpSp>
        <p:nvGrpSpPr>
          <p:cNvPr id="29" name="组合 28"/>
          <p:cNvGrpSpPr/>
          <p:nvPr/>
        </p:nvGrpSpPr>
        <p:grpSpPr>
          <a:xfrm>
            <a:off x="2393652" y="3631950"/>
            <a:ext cx="917733" cy="111477"/>
            <a:chOff x="2275701" y="3565783"/>
            <a:chExt cx="870194" cy="105702"/>
          </a:xfrm>
          <a:solidFill>
            <a:srgbClr val="41514E"/>
          </a:solidFill>
        </p:grpSpPr>
        <p:sp>
          <p:nvSpPr>
            <p:cNvPr id="30" name="Rectangle 11"/>
            <p:cNvSpPr>
              <a:spLocks noChangeArrowheads="1"/>
            </p:cNvSpPr>
            <p:nvPr/>
          </p:nvSpPr>
          <p:spPr bwMode="auto">
            <a:xfrm>
              <a:off x="2897619"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31" name="Rectangle 20"/>
            <p:cNvSpPr>
              <a:spLocks noChangeArrowheads="1"/>
            </p:cNvSpPr>
            <p:nvPr/>
          </p:nvSpPr>
          <p:spPr bwMode="auto">
            <a:xfrm>
              <a:off x="2327324" y="3612487"/>
              <a:ext cx="818571" cy="221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32" name="Oval 21"/>
            <p:cNvSpPr>
              <a:spLocks noChangeArrowheads="1"/>
            </p:cNvSpPr>
            <p:nvPr/>
          </p:nvSpPr>
          <p:spPr bwMode="auto">
            <a:xfrm>
              <a:off x="2275701" y="3565783"/>
              <a:ext cx="105702" cy="1057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grpSp>
      <p:grpSp>
        <p:nvGrpSpPr>
          <p:cNvPr id="33" name="组合 32"/>
          <p:cNvGrpSpPr/>
          <p:nvPr/>
        </p:nvGrpSpPr>
        <p:grpSpPr>
          <a:xfrm rot="18000000">
            <a:off x="2195379" y="3279854"/>
            <a:ext cx="917733" cy="111477"/>
            <a:chOff x="2275701" y="3565783"/>
            <a:chExt cx="870194" cy="105702"/>
          </a:xfrm>
          <a:solidFill>
            <a:srgbClr val="41514E"/>
          </a:solidFill>
        </p:grpSpPr>
        <p:sp>
          <p:nvSpPr>
            <p:cNvPr id="34" name="Rectangle 11"/>
            <p:cNvSpPr>
              <a:spLocks noChangeArrowheads="1"/>
            </p:cNvSpPr>
            <p:nvPr/>
          </p:nvSpPr>
          <p:spPr bwMode="auto">
            <a:xfrm>
              <a:off x="2897619"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35" name="Rectangle 20"/>
            <p:cNvSpPr>
              <a:spLocks noChangeArrowheads="1"/>
            </p:cNvSpPr>
            <p:nvPr/>
          </p:nvSpPr>
          <p:spPr bwMode="auto">
            <a:xfrm>
              <a:off x="2327324" y="3612487"/>
              <a:ext cx="818571" cy="221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36" name="Oval 21"/>
            <p:cNvSpPr>
              <a:spLocks noChangeArrowheads="1"/>
            </p:cNvSpPr>
            <p:nvPr/>
          </p:nvSpPr>
          <p:spPr bwMode="auto">
            <a:xfrm>
              <a:off x="2275701" y="3565783"/>
              <a:ext cx="105702" cy="1057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grpSp>
      <p:grpSp>
        <p:nvGrpSpPr>
          <p:cNvPr id="37" name="组合 36"/>
          <p:cNvGrpSpPr/>
          <p:nvPr/>
        </p:nvGrpSpPr>
        <p:grpSpPr>
          <a:xfrm rot="19800000">
            <a:off x="2343362" y="3426753"/>
            <a:ext cx="917733" cy="111477"/>
            <a:chOff x="2275701" y="3565783"/>
            <a:chExt cx="870194" cy="105702"/>
          </a:xfrm>
          <a:solidFill>
            <a:srgbClr val="41514E"/>
          </a:solidFill>
        </p:grpSpPr>
        <p:sp>
          <p:nvSpPr>
            <p:cNvPr id="38" name="Rectangle 11"/>
            <p:cNvSpPr>
              <a:spLocks noChangeArrowheads="1"/>
            </p:cNvSpPr>
            <p:nvPr/>
          </p:nvSpPr>
          <p:spPr bwMode="auto">
            <a:xfrm>
              <a:off x="2897619" y="3612487"/>
              <a:ext cx="238443" cy="122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39" name="Rectangle 20"/>
            <p:cNvSpPr>
              <a:spLocks noChangeArrowheads="1"/>
            </p:cNvSpPr>
            <p:nvPr/>
          </p:nvSpPr>
          <p:spPr bwMode="auto">
            <a:xfrm>
              <a:off x="2327324" y="3612487"/>
              <a:ext cx="818571" cy="221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sp>
          <p:nvSpPr>
            <p:cNvPr id="40" name="Oval 21"/>
            <p:cNvSpPr>
              <a:spLocks noChangeArrowheads="1"/>
            </p:cNvSpPr>
            <p:nvPr/>
          </p:nvSpPr>
          <p:spPr bwMode="auto">
            <a:xfrm>
              <a:off x="2275701" y="3565783"/>
              <a:ext cx="105702" cy="1057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424"/>
            </a:p>
          </p:txBody>
        </p:sp>
      </p:grpSp>
      <p:sp>
        <p:nvSpPr>
          <p:cNvPr id="41" name="TextBox 39"/>
          <p:cNvSpPr txBox="1"/>
          <p:nvPr/>
        </p:nvSpPr>
        <p:spPr>
          <a:xfrm>
            <a:off x="1392286" y="4985822"/>
            <a:ext cx="2127505" cy="481799"/>
          </a:xfrm>
          <a:prstGeom prst="rect">
            <a:avLst/>
          </a:prstGeom>
          <a:noFill/>
        </p:spPr>
        <p:txBody>
          <a:bodyPr wrap="none" rtlCol="0" anchor="ctr">
            <a:spAutoFit/>
          </a:bodyPr>
          <a:lstStyle/>
          <a:p>
            <a:r>
              <a:rPr lang="zh-CN" altLang="en-US" sz="2531" dirty="0">
                <a:effectLst>
                  <a:outerShdw blurRad="266700" algn="tl" rotWithShape="0">
                    <a:schemeClr val="tx2">
                      <a:lumMod val="40000"/>
                      <a:lumOff val="60000"/>
                      <a:alpha val="55000"/>
                    </a:schemeClr>
                  </a:outerShdw>
                </a:effectLst>
                <a:latin typeface="微软雅黑" pitchFamily="34" charset="-122"/>
                <a:ea typeface="微软雅黑" pitchFamily="34" charset="-122"/>
              </a:rPr>
              <a:t>点击添加标题</a:t>
            </a:r>
          </a:p>
        </p:txBody>
      </p:sp>
      <p:cxnSp>
        <p:nvCxnSpPr>
          <p:cNvPr id="42" name="直接连接符 41"/>
          <p:cNvCxnSpPr>
            <a:stCxn id="12" idx="2"/>
          </p:cNvCxnSpPr>
          <p:nvPr/>
        </p:nvCxnSpPr>
        <p:spPr>
          <a:xfrm flipV="1">
            <a:off x="2450470" y="1793724"/>
            <a:ext cx="898277" cy="834945"/>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3348747" y="1793723"/>
            <a:ext cx="1409910" cy="0"/>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sp>
        <p:nvSpPr>
          <p:cNvPr id="44" name="TextBox 44"/>
          <p:cNvSpPr txBox="1"/>
          <p:nvPr/>
        </p:nvSpPr>
        <p:spPr>
          <a:xfrm>
            <a:off x="6148339" y="1428199"/>
            <a:ext cx="4070771" cy="683392"/>
          </a:xfrm>
          <a:prstGeom prst="rect">
            <a:avLst/>
          </a:prstGeom>
          <a:noFill/>
        </p:spPr>
        <p:txBody>
          <a:bodyPr wrap="square" rtlCol="0">
            <a:spAutoFit/>
          </a:bodyPr>
          <a:lstStyle/>
          <a:p>
            <a:pPr>
              <a:lnSpc>
                <a:spcPct val="130000"/>
              </a:lnSpc>
            </a:pPr>
            <a:r>
              <a:rPr lang="zh-CN" altLang="en-US" sz="1477" dirty="0">
                <a:latin typeface="微软雅黑" pitchFamily="34" charset="-122"/>
                <a:ea typeface="微软雅黑" pitchFamily="34" charset="-122"/>
              </a:rPr>
              <a:t>您的内容打在这里，或者通过复制您的文本后，在此框中选择粘贴，并选择只保留文字。</a:t>
            </a:r>
          </a:p>
        </p:txBody>
      </p:sp>
      <p:sp>
        <p:nvSpPr>
          <p:cNvPr id="45" name="TextBox 45"/>
          <p:cNvSpPr txBox="1"/>
          <p:nvPr/>
        </p:nvSpPr>
        <p:spPr>
          <a:xfrm>
            <a:off x="4929405" y="1590791"/>
            <a:ext cx="1268296" cy="416909"/>
          </a:xfrm>
          <a:prstGeom prst="rect">
            <a:avLst/>
          </a:prstGeom>
          <a:noFill/>
        </p:spPr>
        <p:txBody>
          <a:bodyPr wrap="none" rtlCol="0">
            <a:spAutoFit/>
          </a:bodyPr>
          <a:lstStyle/>
          <a:p>
            <a:pPr algn="ctr"/>
            <a:r>
              <a:rPr lang="zh-CN" altLang="en-US" sz="2109">
                <a:latin typeface="微软雅黑" pitchFamily="34" charset="-122"/>
                <a:ea typeface="微软雅黑" pitchFamily="34" charset="-122"/>
              </a:rPr>
              <a:t>添加标题</a:t>
            </a:r>
          </a:p>
        </p:txBody>
      </p:sp>
      <p:cxnSp>
        <p:nvCxnSpPr>
          <p:cNvPr id="46" name="直接连接符 45"/>
          <p:cNvCxnSpPr/>
          <p:nvPr/>
        </p:nvCxnSpPr>
        <p:spPr>
          <a:xfrm flipV="1">
            <a:off x="2967638" y="2503095"/>
            <a:ext cx="333380" cy="290089"/>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3301015" y="2503093"/>
            <a:ext cx="1525669" cy="0"/>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sp>
        <p:nvSpPr>
          <p:cNvPr id="48" name="TextBox 51"/>
          <p:cNvSpPr txBox="1"/>
          <p:nvPr/>
        </p:nvSpPr>
        <p:spPr>
          <a:xfrm>
            <a:off x="6148339" y="2173431"/>
            <a:ext cx="4070771" cy="683392"/>
          </a:xfrm>
          <a:prstGeom prst="rect">
            <a:avLst/>
          </a:prstGeom>
          <a:noFill/>
        </p:spPr>
        <p:txBody>
          <a:bodyPr wrap="square" rtlCol="0">
            <a:spAutoFit/>
          </a:bodyPr>
          <a:lstStyle/>
          <a:p>
            <a:pPr>
              <a:lnSpc>
                <a:spcPct val="130000"/>
              </a:lnSpc>
            </a:pPr>
            <a:r>
              <a:rPr lang="zh-CN" altLang="en-US" sz="1477" dirty="0">
                <a:latin typeface="微软雅黑" pitchFamily="34" charset="-122"/>
                <a:ea typeface="微软雅黑" pitchFamily="34" charset="-122"/>
              </a:rPr>
              <a:t>您的内容打在这里，或者通过复制您的文本后，在此框中</a:t>
            </a:r>
            <a:r>
              <a:rPr lang="zh-CN" altLang="en-US" sz="1477">
                <a:latin typeface="微软雅黑" pitchFamily="34" charset="-122"/>
                <a:ea typeface="微软雅黑" pitchFamily="34" charset="-122"/>
              </a:rPr>
              <a:t>选择粘贴，并选择只保留文字。</a:t>
            </a:r>
          </a:p>
        </p:txBody>
      </p:sp>
      <p:sp>
        <p:nvSpPr>
          <p:cNvPr id="49" name="TextBox 52"/>
          <p:cNvSpPr txBox="1"/>
          <p:nvPr/>
        </p:nvSpPr>
        <p:spPr>
          <a:xfrm>
            <a:off x="4929405" y="2336024"/>
            <a:ext cx="1268296" cy="416909"/>
          </a:xfrm>
          <a:prstGeom prst="rect">
            <a:avLst/>
          </a:prstGeom>
          <a:noFill/>
        </p:spPr>
        <p:txBody>
          <a:bodyPr wrap="none" rtlCol="0">
            <a:spAutoFit/>
          </a:bodyPr>
          <a:lstStyle/>
          <a:p>
            <a:pPr algn="ctr"/>
            <a:r>
              <a:rPr lang="zh-CN" altLang="en-US" sz="2109">
                <a:latin typeface="微软雅黑" pitchFamily="34" charset="-122"/>
                <a:ea typeface="微软雅黑" pitchFamily="34" charset="-122"/>
              </a:rPr>
              <a:t>添加标题</a:t>
            </a:r>
          </a:p>
        </p:txBody>
      </p:sp>
      <p:cxnSp>
        <p:nvCxnSpPr>
          <p:cNvPr id="50" name="直接连接符 49"/>
          <p:cNvCxnSpPr/>
          <p:nvPr/>
        </p:nvCxnSpPr>
        <p:spPr>
          <a:xfrm>
            <a:off x="3391704" y="3266572"/>
            <a:ext cx="1434980" cy="0"/>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sp>
        <p:nvSpPr>
          <p:cNvPr id="51" name="TextBox 57"/>
          <p:cNvSpPr txBox="1"/>
          <p:nvPr/>
        </p:nvSpPr>
        <p:spPr>
          <a:xfrm>
            <a:off x="6148339" y="2936910"/>
            <a:ext cx="4070771" cy="683392"/>
          </a:xfrm>
          <a:prstGeom prst="rect">
            <a:avLst/>
          </a:prstGeom>
          <a:noFill/>
        </p:spPr>
        <p:txBody>
          <a:bodyPr wrap="square" rtlCol="0">
            <a:spAutoFit/>
          </a:bodyPr>
          <a:lstStyle/>
          <a:p>
            <a:pPr>
              <a:lnSpc>
                <a:spcPct val="130000"/>
              </a:lnSpc>
            </a:pPr>
            <a:r>
              <a:rPr lang="zh-CN" altLang="en-US" sz="1477" dirty="0">
                <a:latin typeface="微软雅黑" pitchFamily="34" charset="-122"/>
                <a:ea typeface="微软雅黑" pitchFamily="34" charset="-122"/>
              </a:rPr>
              <a:t>您的内容打在这里，或者通过复制您的文本后，在此框中</a:t>
            </a:r>
            <a:r>
              <a:rPr lang="zh-CN" altLang="en-US" sz="1477">
                <a:latin typeface="微软雅黑" pitchFamily="34" charset="-122"/>
                <a:ea typeface="微软雅黑" pitchFamily="34" charset="-122"/>
              </a:rPr>
              <a:t>选择粘贴，并选择只保留文字。</a:t>
            </a:r>
          </a:p>
        </p:txBody>
      </p:sp>
      <p:sp>
        <p:nvSpPr>
          <p:cNvPr id="52" name="TextBox 58"/>
          <p:cNvSpPr txBox="1"/>
          <p:nvPr/>
        </p:nvSpPr>
        <p:spPr>
          <a:xfrm>
            <a:off x="4929405" y="3099502"/>
            <a:ext cx="1268296" cy="416909"/>
          </a:xfrm>
          <a:prstGeom prst="rect">
            <a:avLst/>
          </a:prstGeom>
          <a:noFill/>
        </p:spPr>
        <p:txBody>
          <a:bodyPr wrap="none" rtlCol="0">
            <a:spAutoFit/>
          </a:bodyPr>
          <a:lstStyle/>
          <a:p>
            <a:pPr algn="ctr"/>
            <a:r>
              <a:rPr lang="zh-CN" altLang="en-US" sz="2109">
                <a:latin typeface="微软雅黑" pitchFamily="34" charset="-122"/>
                <a:ea typeface="微软雅黑" pitchFamily="34" charset="-122"/>
              </a:rPr>
              <a:t>添加标题</a:t>
            </a:r>
          </a:p>
        </p:txBody>
      </p:sp>
      <p:cxnSp>
        <p:nvCxnSpPr>
          <p:cNvPr id="53" name="直接连接符 52"/>
          <p:cNvCxnSpPr/>
          <p:nvPr/>
        </p:nvCxnSpPr>
        <p:spPr>
          <a:xfrm>
            <a:off x="3510598" y="3698932"/>
            <a:ext cx="543105" cy="368549"/>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4063849" y="4067242"/>
            <a:ext cx="762835" cy="0"/>
          </a:xfrm>
          <a:prstGeom prst="line">
            <a:avLst/>
          </a:prstGeom>
          <a:ln>
            <a:solidFill>
              <a:srgbClr val="41514E"/>
            </a:solidFill>
          </a:ln>
        </p:spPr>
        <p:style>
          <a:lnRef idx="1">
            <a:schemeClr val="accent1"/>
          </a:lnRef>
          <a:fillRef idx="0">
            <a:schemeClr val="accent1"/>
          </a:fillRef>
          <a:effectRef idx="0">
            <a:schemeClr val="accent1"/>
          </a:effectRef>
          <a:fontRef idx="minor">
            <a:schemeClr val="tx1"/>
          </a:fontRef>
        </p:style>
      </p:cxnSp>
      <p:sp>
        <p:nvSpPr>
          <p:cNvPr id="55" name="TextBox 67"/>
          <p:cNvSpPr txBox="1"/>
          <p:nvPr/>
        </p:nvSpPr>
        <p:spPr>
          <a:xfrm>
            <a:off x="6148339" y="3737580"/>
            <a:ext cx="4070771" cy="683392"/>
          </a:xfrm>
          <a:prstGeom prst="rect">
            <a:avLst/>
          </a:prstGeom>
          <a:noFill/>
        </p:spPr>
        <p:txBody>
          <a:bodyPr wrap="square" rtlCol="0">
            <a:spAutoFit/>
          </a:bodyPr>
          <a:lstStyle/>
          <a:p>
            <a:pPr>
              <a:lnSpc>
                <a:spcPct val="130000"/>
              </a:lnSpc>
            </a:pPr>
            <a:r>
              <a:rPr lang="zh-CN" altLang="en-US" sz="1477" dirty="0">
                <a:latin typeface="微软雅黑" pitchFamily="34" charset="-122"/>
                <a:ea typeface="微软雅黑" pitchFamily="34" charset="-122"/>
              </a:rPr>
              <a:t>您的内容打在这里，或者通过复制您的文本后，在此框中</a:t>
            </a:r>
            <a:r>
              <a:rPr lang="zh-CN" altLang="en-US" sz="1477">
                <a:latin typeface="微软雅黑" pitchFamily="34" charset="-122"/>
                <a:ea typeface="微软雅黑" pitchFamily="34" charset="-122"/>
              </a:rPr>
              <a:t>选择粘贴，并选择只保留文字。</a:t>
            </a:r>
          </a:p>
        </p:txBody>
      </p:sp>
      <p:sp>
        <p:nvSpPr>
          <p:cNvPr id="56" name="TextBox 68"/>
          <p:cNvSpPr txBox="1"/>
          <p:nvPr/>
        </p:nvSpPr>
        <p:spPr>
          <a:xfrm>
            <a:off x="4929405" y="3856261"/>
            <a:ext cx="1268296" cy="416909"/>
          </a:xfrm>
          <a:prstGeom prst="rect">
            <a:avLst/>
          </a:prstGeom>
          <a:noFill/>
        </p:spPr>
        <p:txBody>
          <a:bodyPr wrap="none" rtlCol="0">
            <a:spAutoFit/>
          </a:bodyPr>
          <a:lstStyle/>
          <a:p>
            <a:pPr algn="ctr"/>
            <a:r>
              <a:rPr lang="zh-CN" altLang="en-US" sz="2109">
                <a:latin typeface="微软雅黑" pitchFamily="34" charset="-122"/>
                <a:ea typeface="微软雅黑" pitchFamily="34" charset="-122"/>
              </a:rPr>
              <a:t>添加标题</a:t>
            </a:r>
          </a:p>
        </p:txBody>
      </p:sp>
      <p:pic>
        <p:nvPicPr>
          <p:cNvPr id="57" name="Picture 3"/>
          <p:cNvPicPr>
            <a:picLocks noChangeAspect="1" noChangeArrowheads="1"/>
          </p:cNvPicPr>
          <p:nvPr/>
        </p:nvPicPr>
        <p:blipFill>
          <a:blip r:embed="rId2" cstate="screen">
            <a:extLst>
              <a:ext uri="{28A0092B-C50C-407E-A947-70E740481C1C}">
                <a14:useLocalDpi xmlns:a14="http://schemas.microsoft.com/office/drawing/2010/main"/>
              </a:ext>
            </a:extLst>
          </a:blip>
          <a:stretch>
            <a:fillRect/>
          </a:stretch>
        </p:blipFill>
        <p:spPr bwMode="auto">
          <a:xfrm>
            <a:off x="7996624" y="4908618"/>
            <a:ext cx="2676809" cy="1538391"/>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4"/>
          <p:cNvPicPr>
            <a:picLocks noChangeAspect="1" noChangeArrowheads="1"/>
          </p:cNvPicPr>
          <p:nvPr/>
        </p:nvPicPr>
        <p:blipFill>
          <a:blip r:embed="rId3" cstate="screen">
            <a:extLst>
              <a:ext uri="{28A0092B-C50C-407E-A947-70E740481C1C}">
                <a14:useLocalDpi xmlns:a14="http://schemas.microsoft.com/office/drawing/2010/main"/>
              </a:ext>
            </a:extLst>
          </a:blip>
          <a:stretch>
            <a:fillRect/>
          </a:stretch>
        </p:blipFill>
        <p:spPr bwMode="auto">
          <a:xfrm>
            <a:off x="4631047" y="4920320"/>
            <a:ext cx="2670516" cy="1526689"/>
          </a:xfrm>
          <a:prstGeom prst="rect">
            <a:avLst/>
          </a:prstGeom>
          <a:blipFill>
            <a:blip r:embed="rId4" cstate="screen">
              <a:extLst>
                <a:ext uri="{28A0092B-C50C-407E-A947-70E740481C1C}">
                  <a14:useLocalDpi xmlns:a14="http://schemas.microsoft.com/office/drawing/2010/main"/>
                </a:ext>
              </a:extLst>
            </a:blip>
            <a:stretch>
              <a:fillRect/>
            </a:stretch>
          </a:blipFill>
        </p:spPr>
      </p:pic>
    </p:spTree>
    <p:extLst>
      <p:ext uri="{BB962C8B-B14F-4D97-AF65-F5344CB8AC3E}">
        <p14:creationId xmlns:p14="http://schemas.microsoft.com/office/powerpoint/2010/main" val="940853390"/>
      </p:ext>
    </p:extLst>
  </p:cSld>
  <p:clrMapOvr>
    <a:masterClrMapping/>
  </p:clrMapOvr>
  <mc:AlternateContent xmlns:mc="http://schemas.openxmlformats.org/markup-compatibility/2006" xmlns:p14="http://schemas.microsoft.com/office/powerpoint/2010/main">
    <mc:Choice Requires="p14">
      <p:transition spd="slow" p14:dur="1250" advTm="0">
        <p14:switch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 presetClass="entr" presetSubtype="2" decel="100000"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1+#ppt_w/2"/>
                                          </p:val>
                                        </p:tav>
                                        <p:tav tm="100000">
                                          <p:val>
                                            <p:strVal val="#ppt_x"/>
                                          </p:val>
                                        </p:tav>
                                      </p:tavLst>
                                    </p:anim>
                                    <p:anim calcmode="lin" valueType="num">
                                      <p:cBhvr additive="base">
                                        <p:cTn id="22" dur="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additive="base">
                                        <p:cTn id="25" dur="500" fill="hold"/>
                                        <p:tgtEl>
                                          <p:spTgt spid="25"/>
                                        </p:tgtEl>
                                        <p:attrNameLst>
                                          <p:attrName>ppt_x</p:attrName>
                                        </p:attrNameLst>
                                      </p:cBhvr>
                                      <p:tavLst>
                                        <p:tav tm="0">
                                          <p:val>
                                            <p:strVal val="1+#ppt_w/2"/>
                                          </p:val>
                                        </p:tav>
                                        <p:tav tm="100000">
                                          <p:val>
                                            <p:strVal val="#ppt_x"/>
                                          </p:val>
                                        </p:tav>
                                      </p:tavLst>
                                    </p:anim>
                                    <p:anim calcmode="lin" valueType="num">
                                      <p:cBhvr additive="base">
                                        <p:cTn id="26" dur="500" fill="hold"/>
                                        <p:tgtEl>
                                          <p:spTgt spid="25"/>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10" presetClass="entr" presetSubtype="0" fill="hold" grpId="0" nodeType="afterEffect">
                                  <p:stCondLst>
                                    <p:cond delay="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500"/>
                                        <p:tgtEl>
                                          <p:spTgt spid="4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wipe(down)">
                                      <p:cBhvr>
                                        <p:cTn id="35" dur="200"/>
                                        <p:tgtEl>
                                          <p:spTgt spid="42"/>
                                        </p:tgtEl>
                                      </p:cBhvr>
                                    </p:animEffect>
                                  </p:childTnLst>
                                </p:cTn>
                              </p:par>
                            </p:childTnLst>
                          </p:cTn>
                        </p:par>
                        <p:par>
                          <p:cTn id="36" fill="hold">
                            <p:stCondLst>
                              <p:cond delay="200"/>
                            </p:stCondLst>
                            <p:childTnLst>
                              <p:par>
                                <p:cTn id="37" presetID="22" presetClass="entr" presetSubtype="8" fill="hold"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wipe(left)">
                                      <p:cBhvr>
                                        <p:cTn id="39" dur="200"/>
                                        <p:tgtEl>
                                          <p:spTgt spid="43"/>
                                        </p:tgtEl>
                                      </p:cBhvr>
                                    </p:animEffect>
                                  </p:childTnLst>
                                </p:cTn>
                              </p:par>
                            </p:childTnLst>
                          </p:cTn>
                        </p:par>
                        <p:par>
                          <p:cTn id="40" fill="hold">
                            <p:stCondLst>
                              <p:cond delay="400"/>
                            </p:stCondLst>
                            <p:childTnLst>
                              <p:par>
                                <p:cTn id="41" presetID="10" presetClass="entr" presetSubtype="0" fill="hold" grpId="0" nodeType="afterEffect">
                                  <p:stCondLst>
                                    <p:cond delay="0"/>
                                  </p:stCondLst>
                                  <p:iterate type="lt">
                                    <p:tmPct val="10000"/>
                                  </p:iterate>
                                  <p:childTnLst>
                                    <p:set>
                                      <p:cBhvr>
                                        <p:cTn id="42" dur="1" fill="hold">
                                          <p:stCondLst>
                                            <p:cond delay="0"/>
                                          </p:stCondLst>
                                        </p:cTn>
                                        <p:tgtEl>
                                          <p:spTgt spid="45"/>
                                        </p:tgtEl>
                                        <p:attrNameLst>
                                          <p:attrName>style.visibility</p:attrName>
                                        </p:attrNameLst>
                                      </p:cBhvr>
                                      <p:to>
                                        <p:strVal val="visible"/>
                                      </p:to>
                                    </p:set>
                                    <p:animEffect transition="in" filter="fade">
                                      <p:cBhvr>
                                        <p:cTn id="43" dur="100"/>
                                        <p:tgtEl>
                                          <p:spTgt spid="45"/>
                                        </p:tgtEl>
                                      </p:cBhvr>
                                    </p:animEffect>
                                  </p:childTnLst>
                                </p:cTn>
                              </p:par>
                            </p:childTnLst>
                          </p:cTn>
                        </p:par>
                        <p:par>
                          <p:cTn id="44" fill="hold">
                            <p:stCondLst>
                              <p:cond delay="530"/>
                            </p:stCondLst>
                            <p:childTnLst>
                              <p:par>
                                <p:cTn id="45" presetID="22" presetClass="entr" presetSubtype="8" fill="hold" grpId="0" nodeType="afterEffect">
                                  <p:stCondLst>
                                    <p:cond delay="0"/>
                                  </p:stCondLst>
                                  <p:iterate type="lt">
                                    <p:tmPct val="10000"/>
                                  </p:iterate>
                                  <p:childTnLst>
                                    <p:set>
                                      <p:cBhvr>
                                        <p:cTn id="46" dur="1" fill="hold">
                                          <p:stCondLst>
                                            <p:cond delay="0"/>
                                          </p:stCondLst>
                                        </p:cTn>
                                        <p:tgtEl>
                                          <p:spTgt spid="44"/>
                                        </p:tgtEl>
                                        <p:attrNameLst>
                                          <p:attrName>style.visibility</p:attrName>
                                        </p:attrNameLst>
                                      </p:cBhvr>
                                      <p:to>
                                        <p:strVal val="visible"/>
                                      </p:to>
                                    </p:set>
                                    <p:animEffect transition="in" filter="wipe(left)">
                                      <p:cBhvr>
                                        <p:cTn id="47" dur="100"/>
                                        <p:tgtEl>
                                          <p:spTgt spid="4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childTnLst>
                                </p:cTn>
                              </p:par>
                              <p:par>
                                <p:cTn id="53" presetID="10" presetClass="exit" presetSubtype="0" fill="hold" nodeType="withEffect">
                                  <p:stCondLst>
                                    <p:cond delay="0"/>
                                  </p:stCondLst>
                                  <p:childTnLst>
                                    <p:animEffect transition="out" filter="fade">
                                      <p:cBhvr>
                                        <p:cTn id="54" dur="500"/>
                                        <p:tgtEl>
                                          <p:spTgt spid="25"/>
                                        </p:tgtEl>
                                      </p:cBhvr>
                                    </p:animEffect>
                                    <p:set>
                                      <p:cBhvr>
                                        <p:cTn id="55" dur="1" fill="hold">
                                          <p:stCondLst>
                                            <p:cond delay="499"/>
                                          </p:stCondLst>
                                        </p:cTn>
                                        <p:tgtEl>
                                          <p:spTgt spid="25"/>
                                        </p:tgtEl>
                                        <p:attrNameLst>
                                          <p:attrName>style.visibility</p:attrName>
                                        </p:attrNameLst>
                                      </p:cBhvr>
                                      <p:to>
                                        <p:strVal val="hidden"/>
                                      </p:to>
                                    </p:set>
                                  </p:childTnLst>
                                </p:cTn>
                              </p:par>
                              <p:par>
                                <p:cTn id="56" presetID="22" presetClass="entr" presetSubtype="4" fill="hold" nodeType="withEffect">
                                  <p:stCondLst>
                                    <p:cond delay="0"/>
                                  </p:stCondLst>
                                  <p:childTnLst>
                                    <p:set>
                                      <p:cBhvr>
                                        <p:cTn id="57" dur="1" fill="hold">
                                          <p:stCondLst>
                                            <p:cond delay="0"/>
                                          </p:stCondLst>
                                        </p:cTn>
                                        <p:tgtEl>
                                          <p:spTgt spid="46"/>
                                        </p:tgtEl>
                                        <p:attrNameLst>
                                          <p:attrName>style.visibility</p:attrName>
                                        </p:attrNameLst>
                                      </p:cBhvr>
                                      <p:to>
                                        <p:strVal val="visible"/>
                                      </p:to>
                                    </p:set>
                                    <p:animEffect transition="in" filter="wipe(down)">
                                      <p:cBhvr>
                                        <p:cTn id="58" dur="200"/>
                                        <p:tgtEl>
                                          <p:spTgt spid="46"/>
                                        </p:tgtEl>
                                      </p:cBhvr>
                                    </p:animEffect>
                                  </p:childTnLst>
                                </p:cTn>
                              </p:par>
                            </p:childTnLst>
                          </p:cTn>
                        </p:par>
                        <p:par>
                          <p:cTn id="59" fill="hold">
                            <p:stCondLst>
                              <p:cond delay="500"/>
                            </p:stCondLst>
                            <p:childTnLst>
                              <p:par>
                                <p:cTn id="60" presetID="22" presetClass="entr" presetSubtype="8" fill="hold" nodeType="after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wipe(left)">
                                      <p:cBhvr>
                                        <p:cTn id="62" dur="200"/>
                                        <p:tgtEl>
                                          <p:spTgt spid="47"/>
                                        </p:tgtEl>
                                      </p:cBhvr>
                                    </p:animEffect>
                                  </p:childTnLst>
                                </p:cTn>
                              </p:par>
                            </p:childTnLst>
                          </p:cTn>
                        </p:par>
                        <p:par>
                          <p:cTn id="63" fill="hold">
                            <p:stCondLst>
                              <p:cond delay="700"/>
                            </p:stCondLst>
                            <p:childTnLst>
                              <p:par>
                                <p:cTn id="64" presetID="10" presetClass="entr" presetSubtype="0" fill="hold" grpId="0" nodeType="afterEffect">
                                  <p:stCondLst>
                                    <p:cond delay="0"/>
                                  </p:stCondLst>
                                  <p:iterate type="lt">
                                    <p:tmPct val="10000"/>
                                  </p:iterate>
                                  <p:childTnLst>
                                    <p:set>
                                      <p:cBhvr>
                                        <p:cTn id="65" dur="1" fill="hold">
                                          <p:stCondLst>
                                            <p:cond delay="0"/>
                                          </p:stCondLst>
                                        </p:cTn>
                                        <p:tgtEl>
                                          <p:spTgt spid="49"/>
                                        </p:tgtEl>
                                        <p:attrNameLst>
                                          <p:attrName>style.visibility</p:attrName>
                                        </p:attrNameLst>
                                      </p:cBhvr>
                                      <p:to>
                                        <p:strVal val="visible"/>
                                      </p:to>
                                    </p:set>
                                    <p:animEffect transition="in" filter="fade">
                                      <p:cBhvr>
                                        <p:cTn id="66" dur="100"/>
                                        <p:tgtEl>
                                          <p:spTgt spid="49"/>
                                        </p:tgtEl>
                                      </p:cBhvr>
                                    </p:animEffect>
                                  </p:childTnLst>
                                </p:cTn>
                              </p:par>
                            </p:childTnLst>
                          </p:cTn>
                        </p:par>
                        <p:par>
                          <p:cTn id="67" fill="hold">
                            <p:stCondLst>
                              <p:cond delay="830"/>
                            </p:stCondLst>
                            <p:childTnLst>
                              <p:par>
                                <p:cTn id="68" presetID="10" presetClass="entr" presetSubtype="0" fill="hold" grpId="0" nodeType="afterEffect">
                                  <p:stCondLst>
                                    <p:cond delay="0"/>
                                  </p:stCondLst>
                                  <p:iterate type="lt">
                                    <p:tmPct val="10000"/>
                                  </p:iterate>
                                  <p:childTnLst>
                                    <p:set>
                                      <p:cBhvr>
                                        <p:cTn id="69" dur="1" fill="hold">
                                          <p:stCondLst>
                                            <p:cond delay="0"/>
                                          </p:stCondLst>
                                        </p:cTn>
                                        <p:tgtEl>
                                          <p:spTgt spid="48"/>
                                        </p:tgtEl>
                                        <p:attrNameLst>
                                          <p:attrName>style.visibility</p:attrName>
                                        </p:attrNameLst>
                                      </p:cBhvr>
                                      <p:to>
                                        <p:strVal val="visible"/>
                                      </p:to>
                                    </p:set>
                                    <p:animEffect transition="in" filter="fade">
                                      <p:cBhvr>
                                        <p:cTn id="70" dur="100"/>
                                        <p:tgtEl>
                                          <p:spTgt spid="48"/>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37"/>
                                        </p:tgtEl>
                                        <p:attrNameLst>
                                          <p:attrName>style.visibility</p:attrName>
                                        </p:attrNameLst>
                                      </p:cBhvr>
                                      <p:to>
                                        <p:strVal val="visible"/>
                                      </p:to>
                                    </p:set>
                                    <p:animEffect transition="in" filter="fade">
                                      <p:cBhvr>
                                        <p:cTn id="75" dur="500"/>
                                        <p:tgtEl>
                                          <p:spTgt spid="37"/>
                                        </p:tgtEl>
                                      </p:cBhvr>
                                    </p:animEffect>
                                  </p:childTnLst>
                                </p:cTn>
                              </p:par>
                              <p:par>
                                <p:cTn id="76" presetID="10" presetClass="exit" presetSubtype="0" fill="hold" nodeType="withEffect">
                                  <p:stCondLst>
                                    <p:cond delay="0"/>
                                  </p:stCondLst>
                                  <p:childTnLst>
                                    <p:animEffect transition="out" filter="fade">
                                      <p:cBhvr>
                                        <p:cTn id="77" dur="500"/>
                                        <p:tgtEl>
                                          <p:spTgt spid="33"/>
                                        </p:tgtEl>
                                      </p:cBhvr>
                                    </p:animEffect>
                                    <p:set>
                                      <p:cBhvr>
                                        <p:cTn id="78" dur="1" fill="hold">
                                          <p:stCondLst>
                                            <p:cond delay="499"/>
                                          </p:stCondLst>
                                        </p:cTn>
                                        <p:tgtEl>
                                          <p:spTgt spid="33"/>
                                        </p:tgtEl>
                                        <p:attrNameLst>
                                          <p:attrName>style.visibility</p:attrName>
                                        </p:attrNameLst>
                                      </p:cBhvr>
                                      <p:to>
                                        <p:strVal val="hidden"/>
                                      </p:to>
                                    </p:set>
                                  </p:childTnLst>
                                </p:cTn>
                              </p:par>
                              <p:par>
                                <p:cTn id="79" presetID="22" presetClass="entr" presetSubtype="8" fill="hold" nodeType="withEffect">
                                  <p:stCondLst>
                                    <p:cond delay="0"/>
                                  </p:stCondLst>
                                  <p:childTnLst>
                                    <p:set>
                                      <p:cBhvr>
                                        <p:cTn id="80" dur="1" fill="hold">
                                          <p:stCondLst>
                                            <p:cond delay="0"/>
                                          </p:stCondLst>
                                        </p:cTn>
                                        <p:tgtEl>
                                          <p:spTgt spid="50"/>
                                        </p:tgtEl>
                                        <p:attrNameLst>
                                          <p:attrName>style.visibility</p:attrName>
                                        </p:attrNameLst>
                                      </p:cBhvr>
                                      <p:to>
                                        <p:strVal val="visible"/>
                                      </p:to>
                                    </p:set>
                                    <p:animEffect transition="in" filter="wipe(left)">
                                      <p:cBhvr>
                                        <p:cTn id="81" dur="200"/>
                                        <p:tgtEl>
                                          <p:spTgt spid="50"/>
                                        </p:tgtEl>
                                      </p:cBhvr>
                                    </p:animEffect>
                                  </p:childTnLst>
                                </p:cTn>
                              </p:par>
                            </p:childTnLst>
                          </p:cTn>
                        </p:par>
                        <p:par>
                          <p:cTn id="82" fill="hold">
                            <p:stCondLst>
                              <p:cond delay="500"/>
                            </p:stCondLst>
                            <p:childTnLst>
                              <p:par>
                                <p:cTn id="83" presetID="10" presetClass="entr" presetSubtype="0" fill="hold" grpId="0" nodeType="afterEffect">
                                  <p:stCondLst>
                                    <p:cond delay="0"/>
                                  </p:stCondLst>
                                  <p:iterate type="lt">
                                    <p:tmPct val="10000"/>
                                  </p:iterate>
                                  <p:childTnLst>
                                    <p:set>
                                      <p:cBhvr>
                                        <p:cTn id="84" dur="1" fill="hold">
                                          <p:stCondLst>
                                            <p:cond delay="0"/>
                                          </p:stCondLst>
                                        </p:cTn>
                                        <p:tgtEl>
                                          <p:spTgt spid="52"/>
                                        </p:tgtEl>
                                        <p:attrNameLst>
                                          <p:attrName>style.visibility</p:attrName>
                                        </p:attrNameLst>
                                      </p:cBhvr>
                                      <p:to>
                                        <p:strVal val="visible"/>
                                      </p:to>
                                    </p:set>
                                    <p:animEffect transition="in" filter="fade">
                                      <p:cBhvr>
                                        <p:cTn id="85" dur="100"/>
                                        <p:tgtEl>
                                          <p:spTgt spid="52"/>
                                        </p:tgtEl>
                                      </p:cBhvr>
                                    </p:animEffect>
                                  </p:childTnLst>
                                </p:cTn>
                              </p:par>
                            </p:childTnLst>
                          </p:cTn>
                        </p:par>
                        <p:par>
                          <p:cTn id="86" fill="hold">
                            <p:stCondLst>
                              <p:cond delay="630"/>
                            </p:stCondLst>
                            <p:childTnLst>
                              <p:par>
                                <p:cTn id="87" presetID="10" presetClass="entr" presetSubtype="0" fill="hold" grpId="0" nodeType="afterEffect">
                                  <p:stCondLst>
                                    <p:cond delay="0"/>
                                  </p:stCondLst>
                                  <p:iterate type="lt">
                                    <p:tmPct val="10000"/>
                                  </p:iterate>
                                  <p:childTnLst>
                                    <p:set>
                                      <p:cBhvr>
                                        <p:cTn id="88" dur="1" fill="hold">
                                          <p:stCondLst>
                                            <p:cond delay="0"/>
                                          </p:stCondLst>
                                        </p:cTn>
                                        <p:tgtEl>
                                          <p:spTgt spid="51"/>
                                        </p:tgtEl>
                                        <p:attrNameLst>
                                          <p:attrName>style.visibility</p:attrName>
                                        </p:attrNameLst>
                                      </p:cBhvr>
                                      <p:to>
                                        <p:strVal val="visible"/>
                                      </p:to>
                                    </p:set>
                                    <p:animEffect transition="in" filter="fade">
                                      <p:cBhvr>
                                        <p:cTn id="89" dur="100"/>
                                        <p:tgtEl>
                                          <p:spTgt spid="5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par>
                                <p:cTn id="95" presetID="10" presetClass="exit" presetSubtype="0" fill="hold" nodeType="withEffect">
                                  <p:stCondLst>
                                    <p:cond delay="0"/>
                                  </p:stCondLst>
                                  <p:childTnLst>
                                    <p:animEffect transition="out" filter="fade">
                                      <p:cBhvr>
                                        <p:cTn id="96" dur="500"/>
                                        <p:tgtEl>
                                          <p:spTgt spid="37"/>
                                        </p:tgtEl>
                                      </p:cBhvr>
                                    </p:animEffect>
                                    <p:set>
                                      <p:cBhvr>
                                        <p:cTn id="97" dur="1" fill="hold">
                                          <p:stCondLst>
                                            <p:cond delay="499"/>
                                          </p:stCondLst>
                                        </p:cTn>
                                        <p:tgtEl>
                                          <p:spTgt spid="37"/>
                                        </p:tgtEl>
                                        <p:attrNameLst>
                                          <p:attrName>style.visibility</p:attrName>
                                        </p:attrNameLst>
                                      </p:cBhvr>
                                      <p:to>
                                        <p:strVal val="hidden"/>
                                      </p:to>
                                    </p:set>
                                  </p:childTnLst>
                                </p:cTn>
                              </p:par>
                              <p:par>
                                <p:cTn id="98" presetID="22" presetClass="entr" presetSubtype="1" fill="hold" nodeType="with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wipe(up)">
                                      <p:cBhvr>
                                        <p:cTn id="100" dur="200"/>
                                        <p:tgtEl>
                                          <p:spTgt spid="53"/>
                                        </p:tgtEl>
                                      </p:cBhvr>
                                    </p:animEffect>
                                  </p:childTnLst>
                                </p:cTn>
                              </p:par>
                            </p:childTnLst>
                          </p:cTn>
                        </p:par>
                        <p:par>
                          <p:cTn id="101" fill="hold">
                            <p:stCondLst>
                              <p:cond delay="500"/>
                            </p:stCondLst>
                            <p:childTnLst>
                              <p:par>
                                <p:cTn id="102" presetID="22" presetClass="entr" presetSubtype="8" fill="hold" nodeType="afterEffect">
                                  <p:stCondLst>
                                    <p:cond delay="0"/>
                                  </p:stCondLst>
                                  <p:childTnLst>
                                    <p:set>
                                      <p:cBhvr>
                                        <p:cTn id="103" dur="1" fill="hold">
                                          <p:stCondLst>
                                            <p:cond delay="0"/>
                                          </p:stCondLst>
                                        </p:cTn>
                                        <p:tgtEl>
                                          <p:spTgt spid="54"/>
                                        </p:tgtEl>
                                        <p:attrNameLst>
                                          <p:attrName>style.visibility</p:attrName>
                                        </p:attrNameLst>
                                      </p:cBhvr>
                                      <p:to>
                                        <p:strVal val="visible"/>
                                      </p:to>
                                    </p:set>
                                    <p:animEffect transition="in" filter="wipe(left)">
                                      <p:cBhvr>
                                        <p:cTn id="104" dur="200"/>
                                        <p:tgtEl>
                                          <p:spTgt spid="54"/>
                                        </p:tgtEl>
                                      </p:cBhvr>
                                    </p:animEffect>
                                  </p:childTnLst>
                                </p:cTn>
                              </p:par>
                            </p:childTnLst>
                          </p:cTn>
                        </p:par>
                        <p:par>
                          <p:cTn id="105" fill="hold">
                            <p:stCondLst>
                              <p:cond delay="700"/>
                            </p:stCondLst>
                            <p:childTnLst>
                              <p:par>
                                <p:cTn id="106" presetID="10" presetClass="entr" presetSubtype="0" fill="hold" grpId="0" nodeType="afterEffect">
                                  <p:stCondLst>
                                    <p:cond delay="0"/>
                                  </p:stCondLst>
                                  <p:iterate type="lt">
                                    <p:tmPct val="10000"/>
                                  </p:iterate>
                                  <p:childTnLst>
                                    <p:set>
                                      <p:cBhvr>
                                        <p:cTn id="107" dur="1" fill="hold">
                                          <p:stCondLst>
                                            <p:cond delay="0"/>
                                          </p:stCondLst>
                                        </p:cTn>
                                        <p:tgtEl>
                                          <p:spTgt spid="56"/>
                                        </p:tgtEl>
                                        <p:attrNameLst>
                                          <p:attrName>style.visibility</p:attrName>
                                        </p:attrNameLst>
                                      </p:cBhvr>
                                      <p:to>
                                        <p:strVal val="visible"/>
                                      </p:to>
                                    </p:set>
                                    <p:animEffect transition="in" filter="fade">
                                      <p:cBhvr>
                                        <p:cTn id="108" dur="100"/>
                                        <p:tgtEl>
                                          <p:spTgt spid="56"/>
                                        </p:tgtEl>
                                      </p:cBhvr>
                                    </p:animEffect>
                                  </p:childTnLst>
                                </p:cTn>
                              </p:par>
                            </p:childTnLst>
                          </p:cTn>
                        </p:par>
                        <p:par>
                          <p:cTn id="109" fill="hold">
                            <p:stCondLst>
                              <p:cond delay="830"/>
                            </p:stCondLst>
                            <p:childTnLst>
                              <p:par>
                                <p:cTn id="110" presetID="10" presetClass="entr" presetSubtype="0" fill="hold" grpId="0" nodeType="afterEffect">
                                  <p:stCondLst>
                                    <p:cond delay="0"/>
                                  </p:stCondLst>
                                  <p:iterate type="lt">
                                    <p:tmPct val="10000"/>
                                  </p:iterate>
                                  <p:childTnLst>
                                    <p:set>
                                      <p:cBhvr>
                                        <p:cTn id="111" dur="1" fill="hold">
                                          <p:stCondLst>
                                            <p:cond delay="0"/>
                                          </p:stCondLst>
                                        </p:cTn>
                                        <p:tgtEl>
                                          <p:spTgt spid="55"/>
                                        </p:tgtEl>
                                        <p:attrNameLst>
                                          <p:attrName>style.visibility</p:attrName>
                                        </p:attrNameLst>
                                      </p:cBhvr>
                                      <p:to>
                                        <p:strVal val="visible"/>
                                      </p:to>
                                    </p:set>
                                    <p:animEffect transition="in" filter="fade">
                                      <p:cBhvr>
                                        <p:cTn id="112" dur="100"/>
                                        <p:tgtEl>
                                          <p:spTgt spid="55"/>
                                        </p:tgtEl>
                                      </p:cBhvr>
                                    </p:animEffect>
                                  </p:childTnLst>
                                </p:cTn>
                              </p:par>
                              <p:par>
                                <p:cTn id="113" presetID="2" presetClass="entr" presetSubtype="4" decel="100000" fill="hold" nodeType="withEffect">
                                  <p:stCondLst>
                                    <p:cond delay="0"/>
                                  </p:stCondLst>
                                  <p:childTnLst>
                                    <p:set>
                                      <p:cBhvr>
                                        <p:cTn id="114" dur="1" fill="hold">
                                          <p:stCondLst>
                                            <p:cond delay="0"/>
                                          </p:stCondLst>
                                        </p:cTn>
                                        <p:tgtEl>
                                          <p:spTgt spid="58"/>
                                        </p:tgtEl>
                                        <p:attrNameLst>
                                          <p:attrName>style.visibility</p:attrName>
                                        </p:attrNameLst>
                                      </p:cBhvr>
                                      <p:to>
                                        <p:strVal val="visible"/>
                                      </p:to>
                                    </p:set>
                                    <p:anim calcmode="lin" valueType="num">
                                      <p:cBhvr additive="base">
                                        <p:cTn id="115" dur="500" fill="hold"/>
                                        <p:tgtEl>
                                          <p:spTgt spid="58"/>
                                        </p:tgtEl>
                                        <p:attrNameLst>
                                          <p:attrName>ppt_x</p:attrName>
                                        </p:attrNameLst>
                                      </p:cBhvr>
                                      <p:tavLst>
                                        <p:tav tm="0">
                                          <p:val>
                                            <p:strVal val="#ppt_x"/>
                                          </p:val>
                                        </p:tav>
                                        <p:tav tm="100000">
                                          <p:val>
                                            <p:strVal val="#ppt_x"/>
                                          </p:val>
                                        </p:tav>
                                      </p:tavLst>
                                    </p:anim>
                                    <p:anim calcmode="lin" valueType="num">
                                      <p:cBhvr additive="base">
                                        <p:cTn id="116" dur="500" fill="hold"/>
                                        <p:tgtEl>
                                          <p:spTgt spid="58"/>
                                        </p:tgtEl>
                                        <p:attrNameLst>
                                          <p:attrName>ppt_y</p:attrName>
                                        </p:attrNameLst>
                                      </p:cBhvr>
                                      <p:tavLst>
                                        <p:tav tm="0">
                                          <p:val>
                                            <p:strVal val="1+#ppt_h/2"/>
                                          </p:val>
                                        </p:tav>
                                        <p:tav tm="100000">
                                          <p:val>
                                            <p:strVal val="#ppt_y"/>
                                          </p:val>
                                        </p:tav>
                                      </p:tavLst>
                                    </p:anim>
                                  </p:childTnLst>
                                </p:cTn>
                              </p:par>
                              <p:par>
                                <p:cTn id="117" presetID="2" presetClass="entr" presetSubtype="4" decel="100000" fill="hold" nodeType="withEffect">
                                  <p:stCondLst>
                                    <p:cond delay="0"/>
                                  </p:stCondLst>
                                  <p:childTnLst>
                                    <p:set>
                                      <p:cBhvr>
                                        <p:cTn id="118" dur="1" fill="hold">
                                          <p:stCondLst>
                                            <p:cond delay="0"/>
                                          </p:stCondLst>
                                        </p:cTn>
                                        <p:tgtEl>
                                          <p:spTgt spid="57"/>
                                        </p:tgtEl>
                                        <p:attrNameLst>
                                          <p:attrName>style.visibility</p:attrName>
                                        </p:attrNameLst>
                                      </p:cBhvr>
                                      <p:to>
                                        <p:strVal val="visible"/>
                                      </p:to>
                                    </p:set>
                                    <p:anim calcmode="lin" valueType="num">
                                      <p:cBhvr additive="base">
                                        <p:cTn id="119" dur="500" fill="hold"/>
                                        <p:tgtEl>
                                          <p:spTgt spid="57"/>
                                        </p:tgtEl>
                                        <p:attrNameLst>
                                          <p:attrName>ppt_x</p:attrName>
                                        </p:attrNameLst>
                                      </p:cBhvr>
                                      <p:tavLst>
                                        <p:tav tm="0">
                                          <p:val>
                                            <p:strVal val="#ppt_x"/>
                                          </p:val>
                                        </p:tav>
                                        <p:tav tm="100000">
                                          <p:val>
                                            <p:strVal val="#ppt_x"/>
                                          </p:val>
                                        </p:tav>
                                      </p:tavLst>
                                    </p:anim>
                                    <p:anim calcmode="lin" valueType="num">
                                      <p:cBhvr additive="base">
                                        <p:cTn id="120"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1" grpId="0"/>
      <p:bldP spid="44" grpId="0"/>
      <p:bldP spid="45" grpId="0"/>
      <p:bldP spid="48" grpId="0"/>
      <p:bldP spid="49" grpId="0"/>
      <p:bldP spid="51" grpId="0"/>
      <p:bldP spid="52" grpId="0"/>
      <p:bldP spid="55" grpId="0"/>
      <p:bldP spid="56"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4759108" y="2401257"/>
            <a:ext cx="3492873" cy="3543949"/>
            <a:chOff x="3384187" y="1491630"/>
            <a:chExt cx="2483957" cy="2520280"/>
          </a:xfrm>
        </p:grpSpPr>
        <p:sp>
          <p:nvSpPr>
            <p:cNvPr id="12" name="泪滴形 11"/>
            <p:cNvSpPr/>
            <p:nvPr/>
          </p:nvSpPr>
          <p:spPr>
            <a:xfrm>
              <a:off x="4716016" y="1491630"/>
              <a:ext cx="1152128" cy="1152128"/>
            </a:xfrm>
            <a:prstGeom prst="teardrop">
              <a:avLst/>
            </a:prstGeom>
            <a:solidFill>
              <a:schemeClr val="tx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泪滴形 12"/>
            <p:cNvSpPr/>
            <p:nvPr/>
          </p:nvSpPr>
          <p:spPr>
            <a:xfrm flipH="1">
              <a:off x="3384187" y="1491630"/>
              <a:ext cx="1152128" cy="1152128"/>
            </a:xfrm>
            <a:prstGeom prst="teardrop">
              <a:avLst/>
            </a:prstGeom>
            <a:solidFill>
              <a:schemeClr val="tx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泪滴形 13"/>
            <p:cNvSpPr/>
            <p:nvPr/>
          </p:nvSpPr>
          <p:spPr>
            <a:xfrm flipV="1">
              <a:off x="4716016" y="2859782"/>
              <a:ext cx="1152128" cy="1152128"/>
            </a:xfrm>
            <a:prstGeom prst="teardrop">
              <a:avLst/>
            </a:prstGeom>
            <a:solidFill>
              <a:schemeClr val="tx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泪滴形 14"/>
            <p:cNvSpPr/>
            <p:nvPr/>
          </p:nvSpPr>
          <p:spPr>
            <a:xfrm flipH="1" flipV="1">
              <a:off x="3384187" y="2859782"/>
              <a:ext cx="1152128" cy="1152128"/>
            </a:xfrm>
            <a:prstGeom prst="teardrop">
              <a:avLst/>
            </a:prstGeom>
            <a:solidFill>
              <a:schemeClr val="tx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p:cNvSpPr/>
            <p:nvPr/>
          </p:nvSpPr>
          <p:spPr>
            <a:xfrm>
              <a:off x="3990050" y="2117998"/>
              <a:ext cx="1245840" cy="1245840"/>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p:cNvSpPr/>
            <p:nvPr/>
          </p:nvSpPr>
          <p:spPr>
            <a:xfrm>
              <a:off x="4104887" y="2247555"/>
              <a:ext cx="986726" cy="986726"/>
            </a:xfrm>
            <a:prstGeom prst="ellipse">
              <a:avLst/>
            </a:prstGeom>
            <a:solidFill>
              <a:srgbClr val="D2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 name="组合 17"/>
          <p:cNvGrpSpPr/>
          <p:nvPr/>
        </p:nvGrpSpPr>
        <p:grpSpPr>
          <a:xfrm>
            <a:off x="5011795" y="2615396"/>
            <a:ext cx="811590" cy="814796"/>
            <a:chOff x="6470831" y="836733"/>
            <a:chExt cx="871174" cy="874617"/>
          </a:xfrm>
        </p:grpSpPr>
        <p:grpSp>
          <p:nvGrpSpPr>
            <p:cNvPr id="19" name="组合 18"/>
            <p:cNvGrpSpPr/>
            <p:nvPr/>
          </p:nvGrpSpPr>
          <p:grpSpPr>
            <a:xfrm>
              <a:off x="6676237" y="1067480"/>
              <a:ext cx="514350" cy="386732"/>
              <a:chOff x="2231238" y="1865312"/>
              <a:chExt cx="514350" cy="386732"/>
            </a:xfrm>
          </p:grpSpPr>
          <p:sp>
            <p:nvSpPr>
              <p:cNvPr id="21" name="Freeform 11">
                <a:hlinkClick r:id="rId2"/>
              </p:cNvPr>
              <p:cNvSpPr>
                <a:spLocks/>
              </p:cNvSpPr>
              <p:nvPr/>
            </p:nvSpPr>
            <p:spPr bwMode="auto">
              <a:xfrm>
                <a:off x="2231238" y="1993281"/>
                <a:ext cx="514350" cy="258763"/>
              </a:xfrm>
              <a:custGeom>
                <a:avLst/>
                <a:gdLst>
                  <a:gd name="T0" fmla="*/ 324 w 324"/>
                  <a:gd name="T1" fmla="*/ 0 h 163"/>
                  <a:gd name="T2" fmla="*/ 270 w 324"/>
                  <a:gd name="T3" fmla="*/ 163 h 163"/>
                  <a:gd name="T4" fmla="*/ 0 w 324"/>
                  <a:gd name="T5" fmla="*/ 163 h 163"/>
                  <a:gd name="T6" fmla="*/ 54 w 324"/>
                  <a:gd name="T7" fmla="*/ 0 h 163"/>
                  <a:gd name="T8" fmla="*/ 324 w 324"/>
                  <a:gd name="T9" fmla="*/ 0 h 163"/>
                </a:gdLst>
                <a:ahLst/>
                <a:cxnLst>
                  <a:cxn ang="0">
                    <a:pos x="T0" y="T1"/>
                  </a:cxn>
                  <a:cxn ang="0">
                    <a:pos x="T2" y="T3"/>
                  </a:cxn>
                  <a:cxn ang="0">
                    <a:pos x="T4" y="T5"/>
                  </a:cxn>
                  <a:cxn ang="0">
                    <a:pos x="T6" y="T7"/>
                  </a:cxn>
                  <a:cxn ang="0">
                    <a:pos x="T8" y="T9"/>
                  </a:cxn>
                </a:cxnLst>
                <a:rect l="0" t="0" r="r" b="b"/>
                <a:pathLst>
                  <a:path w="324" h="163">
                    <a:moveTo>
                      <a:pt x="324" y="0"/>
                    </a:moveTo>
                    <a:lnTo>
                      <a:pt x="270" y="163"/>
                    </a:lnTo>
                    <a:lnTo>
                      <a:pt x="0" y="163"/>
                    </a:lnTo>
                    <a:lnTo>
                      <a:pt x="54" y="0"/>
                    </a:lnTo>
                    <a:lnTo>
                      <a:pt x="324" y="0"/>
                    </a:lnTo>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sp>
            <p:nvSpPr>
              <p:cNvPr id="22" name="Freeform 12"/>
              <p:cNvSpPr>
                <a:spLocks/>
              </p:cNvSpPr>
              <p:nvPr/>
            </p:nvSpPr>
            <p:spPr bwMode="auto">
              <a:xfrm>
                <a:off x="2236788" y="1865312"/>
                <a:ext cx="449262" cy="338138"/>
              </a:xfrm>
              <a:custGeom>
                <a:avLst/>
                <a:gdLst>
                  <a:gd name="T0" fmla="*/ 44 w 283"/>
                  <a:gd name="T1" fmla="*/ 81 h 213"/>
                  <a:gd name="T2" fmla="*/ 49 w 283"/>
                  <a:gd name="T3" fmla="*/ 71 h 213"/>
                  <a:gd name="T4" fmla="*/ 59 w 283"/>
                  <a:gd name="T5" fmla="*/ 71 h 213"/>
                  <a:gd name="T6" fmla="*/ 283 w 283"/>
                  <a:gd name="T7" fmla="*/ 71 h 213"/>
                  <a:gd name="T8" fmla="*/ 283 w 283"/>
                  <a:gd name="T9" fmla="*/ 43 h 213"/>
                  <a:gd name="T10" fmla="*/ 184 w 283"/>
                  <a:gd name="T11" fmla="*/ 43 h 213"/>
                  <a:gd name="T12" fmla="*/ 149 w 283"/>
                  <a:gd name="T13" fmla="*/ 0 h 213"/>
                  <a:gd name="T14" fmla="*/ 18 w 283"/>
                  <a:gd name="T15" fmla="*/ 0 h 213"/>
                  <a:gd name="T16" fmla="*/ 0 w 283"/>
                  <a:gd name="T17" fmla="*/ 43 h 213"/>
                  <a:gd name="T18" fmla="*/ 0 w 283"/>
                  <a:gd name="T19" fmla="*/ 213 h 213"/>
                  <a:gd name="T20" fmla="*/ 44 w 283"/>
                  <a:gd name="T21" fmla="*/ 8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213">
                    <a:moveTo>
                      <a:pt x="44" y="81"/>
                    </a:moveTo>
                    <a:lnTo>
                      <a:pt x="49" y="71"/>
                    </a:lnTo>
                    <a:lnTo>
                      <a:pt x="59" y="71"/>
                    </a:lnTo>
                    <a:lnTo>
                      <a:pt x="283" y="71"/>
                    </a:lnTo>
                    <a:lnTo>
                      <a:pt x="283" y="43"/>
                    </a:lnTo>
                    <a:lnTo>
                      <a:pt x="184" y="43"/>
                    </a:lnTo>
                    <a:lnTo>
                      <a:pt x="149" y="0"/>
                    </a:lnTo>
                    <a:lnTo>
                      <a:pt x="18" y="0"/>
                    </a:lnTo>
                    <a:lnTo>
                      <a:pt x="0" y="43"/>
                    </a:lnTo>
                    <a:lnTo>
                      <a:pt x="0" y="213"/>
                    </a:lnTo>
                    <a:lnTo>
                      <a:pt x="44" y="81"/>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grpSp>
        <p:sp>
          <p:nvSpPr>
            <p:cNvPr id="20" name="Oval 9"/>
            <p:cNvSpPr>
              <a:spLocks noChangeArrowheads="1"/>
            </p:cNvSpPr>
            <p:nvPr/>
          </p:nvSpPr>
          <p:spPr bwMode="auto">
            <a:xfrm>
              <a:off x="6470831" y="836733"/>
              <a:ext cx="871174" cy="874617"/>
            </a:xfrm>
            <a:prstGeom prst="ellipse">
              <a:avLst/>
            </a:prstGeom>
            <a:noFill/>
            <a:ln>
              <a:solidFill>
                <a:schemeClr val="bg1"/>
              </a:solidFill>
            </a:ln>
          </p:spPr>
          <p:txBody>
            <a:bodyPr vert="horz" wrap="square" lIns="128580" tIns="64290" rIns="128580" bIns="64290" numCol="1" anchor="t" anchorCtr="0" compatLnSpc="1">
              <a:prstTxWarp prst="textNoShape">
                <a:avLst/>
              </a:prstTxWarp>
            </a:bodyPr>
            <a:lstStyle/>
            <a:p>
              <a:pPr defTabSz="964372"/>
              <a:endParaRPr lang="zh-CN" altLang="en-US" sz="1898">
                <a:solidFill>
                  <a:prstClr val="white"/>
                </a:solidFill>
              </a:endParaRPr>
            </a:p>
          </p:txBody>
        </p:sp>
      </p:grpSp>
      <p:grpSp>
        <p:nvGrpSpPr>
          <p:cNvPr id="23" name="组合 22"/>
          <p:cNvGrpSpPr/>
          <p:nvPr/>
        </p:nvGrpSpPr>
        <p:grpSpPr>
          <a:xfrm>
            <a:off x="7136621" y="4919286"/>
            <a:ext cx="811590" cy="814796"/>
            <a:chOff x="5268255" y="1947116"/>
            <a:chExt cx="871174" cy="874617"/>
          </a:xfrm>
        </p:grpSpPr>
        <p:grpSp>
          <p:nvGrpSpPr>
            <p:cNvPr id="24" name="组合 23"/>
            <p:cNvGrpSpPr/>
            <p:nvPr/>
          </p:nvGrpSpPr>
          <p:grpSpPr>
            <a:xfrm>
              <a:off x="5436439" y="2172492"/>
              <a:ext cx="577850" cy="423863"/>
              <a:chOff x="6527800" y="3987800"/>
              <a:chExt cx="577850" cy="423863"/>
            </a:xfrm>
          </p:grpSpPr>
          <p:sp>
            <p:nvSpPr>
              <p:cNvPr id="26" name="Freeform 7">
                <a:hlinkClick r:id="rId2"/>
              </p:cNvPr>
              <p:cNvSpPr>
                <a:spLocks/>
              </p:cNvSpPr>
              <p:nvPr/>
            </p:nvSpPr>
            <p:spPr bwMode="auto">
              <a:xfrm>
                <a:off x="6527800" y="3987800"/>
                <a:ext cx="401637" cy="382588"/>
              </a:xfrm>
              <a:custGeom>
                <a:avLst/>
                <a:gdLst>
                  <a:gd name="T0" fmla="*/ 39 w 107"/>
                  <a:gd name="T1" fmla="*/ 75 h 102"/>
                  <a:gd name="T2" fmla="*/ 39 w 107"/>
                  <a:gd name="T3" fmla="*/ 75 h 102"/>
                  <a:gd name="T4" fmla="*/ 38 w 107"/>
                  <a:gd name="T5" fmla="*/ 75 h 102"/>
                  <a:gd name="T6" fmla="*/ 24 w 107"/>
                  <a:gd name="T7" fmla="*/ 81 h 102"/>
                  <a:gd name="T8" fmla="*/ 28 w 107"/>
                  <a:gd name="T9" fmla="*/ 71 h 102"/>
                  <a:gd name="T10" fmla="*/ 25 w 107"/>
                  <a:gd name="T11" fmla="*/ 69 h 102"/>
                  <a:gd name="T12" fmla="*/ 10 w 107"/>
                  <a:gd name="T13" fmla="*/ 44 h 102"/>
                  <a:gd name="T14" fmla="*/ 58 w 107"/>
                  <a:gd name="T15" fmla="*/ 9 h 102"/>
                  <a:gd name="T16" fmla="*/ 94 w 107"/>
                  <a:gd name="T17" fmla="*/ 21 h 102"/>
                  <a:gd name="T18" fmla="*/ 101 w 107"/>
                  <a:gd name="T19" fmla="*/ 21 h 102"/>
                  <a:gd name="T20" fmla="*/ 107 w 107"/>
                  <a:gd name="T21" fmla="*/ 21 h 102"/>
                  <a:gd name="T22" fmla="*/ 58 w 107"/>
                  <a:gd name="T23" fmla="*/ 0 h 102"/>
                  <a:gd name="T24" fmla="*/ 0 w 107"/>
                  <a:gd name="T25" fmla="*/ 44 h 102"/>
                  <a:gd name="T26" fmla="*/ 16 w 107"/>
                  <a:gd name="T27" fmla="*/ 74 h 102"/>
                  <a:gd name="T28" fmla="*/ 6 w 107"/>
                  <a:gd name="T29" fmla="*/ 102 h 102"/>
                  <a:gd name="T30" fmla="*/ 18 w 107"/>
                  <a:gd name="T31" fmla="*/ 95 h 102"/>
                  <a:gd name="T32" fmla="*/ 38 w 107"/>
                  <a:gd name="T33" fmla="*/ 85 h 102"/>
                  <a:gd name="T34" fmla="*/ 51 w 107"/>
                  <a:gd name="T35" fmla="*/ 88 h 102"/>
                  <a:gd name="T36" fmla="*/ 45 w 107"/>
                  <a:gd name="T37" fmla="*/ 77 h 102"/>
                  <a:gd name="T38" fmla="*/ 39 w 107"/>
                  <a:gd name="T39" fmla="*/ 7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 h="102">
                    <a:moveTo>
                      <a:pt x="39" y="75"/>
                    </a:moveTo>
                    <a:cubicBezTo>
                      <a:pt x="39" y="75"/>
                      <a:pt x="39" y="75"/>
                      <a:pt x="39" y="75"/>
                    </a:cubicBezTo>
                    <a:cubicBezTo>
                      <a:pt x="38" y="75"/>
                      <a:pt x="38" y="75"/>
                      <a:pt x="38" y="75"/>
                    </a:cubicBezTo>
                    <a:cubicBezTo>
                      <a:pt x="37" y="75"/>
                      <a:pt x="35" y="75"/>
                      <a:pt x="24" y="81"/>
                    </a:cubicBezTo>
                    <a:cubicBezTo>
                      <a:pt x="28" y="71"/>
                      <a:pt x="28" y="71"/>
                      <a:pt x="28" y="71"/>
                    </a:cubicBezTo>
                    <a:cubicBezTo>
                      <a:pt x="25" y="69"/>
                      <a:pt x="25" y="69"/>
                      <a:pt x="25" y="69"/>
                    </a:cubicBezTo>
                    <a:cubicBezTo>
                      <a:pt x="15" y="62"/>
                      <a:pt x="10" y="53"/>
                      <a:pt x="10" y="44"/>
                    </a:cubicBezTo>
                    <a:cubicBezTo>
                      <a:pt x="10" y="25"/>
                      <a:pt x="31" y="9"/>
                      <a:pt x="58" y="9"/>
                    </a:cubicBezTo>
                    <a:cubicBezTo>
                      <a:pt x="72" y="9"/>
                      <a:pt x="85" y="14"/>
                      <a:pt x="94" y="21"/>
                    </a:cubicBezTo>
                    <a:cubicBezTo>
                      <a:pt x="96" y="21"/>
                      <a:pt x="98" y="21"/>
                      <a:pt x="101" y="21"/>
                    </a:cubicBezTo>
                    <a:cubicBezTo>
                      <a:pt x="103" y="21"/>
                      <a:pt x="105" y="21"/>
                      <a:pt x="107" y="21"/>
                    </a:cubicBezTo>
                    <a:cubicBezTo>
                      <a:pt x="97" y="8"/>
                      <a:pt x="79" y="0"/>
                      <a:pt x="58" y="0"/>
                    </a:cubicBezTo>
                    <a:cubicBezTo>
                      <a:pt x="26" y="0"/>
                      <a:pt x="0" y="19"/>
                      <a:pt x="0" y="44"/>
                    </a:cubicBezTo>
                    <a:cubicBezTo>
                      <a:pt x="0" y="55"/>
                      <a:pt x="6" y="66"/>
                      <a:pt x="16" y="74"/>
                    </a:cubicBezTo>
                    <a:cubicBezTo>
                      <a:pt x="6" y="102"/>
                      <a:pt x="6" y="102"/>
                      <a:pt x="6" y="102"/>
                    </a:cubicBezTo>
                    <a:cubicBezTo>
                      <a:pt x="18" y="95"/>
                      <a:pt x="18" y="95"/>
                      <a:pt x="18" y="95"/>
                    </a:cubicBezTo>
                    <a:cubicBezTo>
                      <a:pt x="25" y="91"/>
                      <a:pt x="35" y="86"/>
                      <a:pt x="38" y="85"/>
                    </a:cubicBezTo>
                    <a:cubicBezTo>
                      <a:pt x="42" y="86"/>
                      <a:pt x="47" y="87"/>
                      <a:pt x="51" y="88"/>
                    </a:cubicBezTo>
                    <a:cubicBezTo>
                      <a:pt x="48" y="84"/>
                      <a:pt x="46" y="81"/>
                      <a:pt x="45" y="77"/>
                    </a:cubicBezTo>
                    <a:cubicBezTo>
                      <a:pt x="43" y="76"/>
                      <a:pt x="41" y="76"/>
                      <a:pt x="39" y="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sp>
            <p:nvSpPr>
              <p:cNvPr id="27" name="Freeform 8">
                <a:hlinkClick r:id="rId2"/>
              </p:cNvPr>
              <p:cNvSpPr>
                <a:spLocks noEditPoints="1"/>
              </p:cNvSpPr>
              <p:nvPr/>
            </p:nvSpPr>
            <p:spPr bwMode="auto">
              <a:xfrm>
                <a:off x="6707188" y="4084638"/>
                <a:ext cx="398462" cy="327025"/>
              </a:xfrm>
              <a:custGeom>
                <a:avLst/>
                <a:gdLst>
                  <a:gd name="T0" fmla="*/ 106 w 106"/>
                  <a:gd name="T1" fmla="*/ 39 h 87"/>
                  <a:gd name="T2" fmla="*/ 53 w 106"/>
                  <a:gd name="T3" fmla="*/ 0 h 87"/>
                  <a:gd name="T4" fmla="*/ 0 w 106"/>
                  <a:gd name="T5" fmla="*/ 39 h 87"/>
                  <a:gd name="T6" fmla="*/ 53 w 106"/>
                  <a:gd name="T7" fmla="*/ 78 h 87"/>
                  <a:gd name="T8" fmla="*/ 73 w 106"/>
                  <a:gd name="T9" fmla="*/ 75 h 87"/>
                  <a:gd name="T10" fmla="*/ 95 w 106"/>
                  <a:gd name="T11" fmla="*/ 87 h 87"/>
                  <a:gd name="T12" fmla="*/ 88 w 106"/>
                  <a:gd name="T13" fmla="*/ 68 h 87"/>
                  <a:gd name="T14" fmla="*/ 106 w 106"/>
                  <a:gd name="T15" fmla="*/ 39 h 87"/>
                  <a:gd name="T16" fmla="*/ 81 w 106"/>
                  <a:gd name="T17" fmla="*/ 52 h 87"/>
                  <a:gd name="T18" fmla="*/ 26 w 106"/>
                  <a:gd name="T19" fmla="*/ 52 h 87"/>
                  <a:gd name="T20" fmla="*/ 26 w 106"/>
                  <a:gd name="T21" fmla="*/ 47 h 87"/>
                  <a:gd name="T22" fmla="*/ 81 w 106"/>
                  <a:gd name="T23" fmla="*/ 47 h 87"/>
                  <a:gd name="T24" fmla="*/ 81 w 106"/>
                  <a:gd name="T25" fmla="*/ 52 h 87"/>
                  <a:gd name="T26" fmla="*/ 81 w 106"/>
                  <a:gd name="T27" fmla="*/ 41 h 87"/>
                  <a:gd name="T28" fmla="*/ 26 w 106"/>
                  <a:gd name="T29" fmla="*/ 41 h 87"/>
                  <a:gd name="T30" fmla="*/ 26 w 106"/>
                  <a:gd name="T31" fmla="*/ 36 h 87"/>
                  <a:gd name="T32" fmla="*/ 81 w 106"/>
                  <a:gd name="T33" fmla="*/ 36 h 87"/>
                  <a:gd name="T34" fmla="*/ 81 w 106"/>
                  <a:gd name="T35" fmla="*/ 41 h 87"/>
                  <a:gd name="T36" fmla="*/ 81 w 106"/>
                  <a:gd name="T37" fmla="*/ 31 h 87"/>
                  <a:gd name="T38" fmla="*/ 26 w 106"/>
                  <a:gd name="T39" fmla="*/ 31 h 87"/>
                  <a:gd name="T40" fmla="*/ 26 w 106"/>
                  <a:gd name="T41" fmla="*/ 26 h 87"/>
                  <a:gd name="T42" fmla="*/ 81 w 106"/>
                  <a:gd name="T43" fmla="*/ 26 h 87"/>
                  <a:gd name="T44" fmla="*/ 81 w 106"/>
                  <a:gd name="T45"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87">
                    <a:moveTo>
                      <a:pt x="106" y="39"/>
                    </a:moveTo>
                    <a:cubicBezTo>
                      <a:pt x="106" y="17"/>
                      <a:pt x="82" y="0"/>
                      <a:pt x="53" y="0"/>
                    </a:cubicBezTo>
                    <a:cubicBezTo>
                      <a:pt x="23" y="0"/>
                      <a:pt x="0" y="17"/>
                      <a:pt x="0" y="39"/>
                    </a:cubicBezTo>
                    <a:cubicBezTo>
                      <a:pt x="0" y="61"/>
                      <a:pt x="23" y="78"/>
                      <a:pt x="53" y="78"/>
                    </a:cubicBezTo>
                    <a:cubicBezTo>
                      <a:pt x="60" y="78"/>
                      <a:pt x="66" y="77"/>
                      <a:pt x="73" y="75"/>
                    </a:cubicBezTo>
                    <a:cubicBezTo>
                      <a:pt x="75" y="75"/>
                      <a:pt x="95" y="87"/>
                      <a:pt x="95" y="87"/>
                    </a:cubicBezTo>
                    <a:cubicBezTo>
                      <a:pt x="88" y="68"/>
                      <a:pt x="88" y="68"/>
                      <a:pt x="88" y="68"/>
                    </a:cubicBezTo>
                    <a:cubicBezTo>
                      <a:pt x="99" y="61"/>
                      <a:pt x="106" y="50"/>
                      <a:pt x="106" y="39"/>
                    </a:cubicBezTo>
                    <a:close/>
                    <a:moveTo>
                      <a:pt x="81" y="52"/>
                    </a:moveTo>
                    <a:cubicBezTo>
                      <a:pt x="26" y="52"/>
                      <a:pt x="26" y="52"/>
                      <a:pt x="26" y="52"/>
                    </a:cubicBezTo>
                    <a:cubicBezTo>
                      <a:pt x="26" y="47"/>
                      <a:pt x="26" y="47"/>
                      <a:pt x="26" y="47"/>
                    </a:cubicBezTo>
                    <a:cubicBezTo>
                      <a:pt x="81" y="47"/>
                      <a:pt x="81" y="47"/>
                      <a:pt x="81" y="47"/>
                    </a:cubicBezTo>
                    <a:lnTo>
                      <a:pt x="81" y="52"/>
                    </a:lnTo>
                    <a:close/>
                    <a:moveTo>
                      <a:pt x="81" y="41"/>
                    </a:moveTo>
                    <a:cubicBezTo>
                      <a:pt x="26" y="41"/>
                      <a:pt x="26" y="41"/>
                      <a:pt x="26" y="41"/>
                    </a:cubicBezTo>
                    <a:cubicBezTo>
                      <a:pt x="26" y="36"/>
                      <a:pt x="26" y="36"/>
                      <a:pt x="26" y="36"/>
                    </a:cubicBezTo>
                    <a:cubicBezTo>
                      <a:pt x="81" y="36"/>
                      <a:pt x="81" y="36"/>
                      <a:pt x="81" y="36"/>
                    </a:cubicBezTo>
                    <a:lnTo>
                      <a:pt x="81" y="41"/>
                    </a:lnTo>
                    <a:close/>
                    <a:moveTo>
                      <a:pt x="81" y="31"/>
                    </a:moveTo>
                    <a:cubicBezTo>
                      <a:pt x="26" y="31"/>
                      <a:pt x="26" y="31"/>
                      <a:pt x="26" y="31"/>
                    </a:cubicBezTo>
                    <a:cubicBezTo>
                      <a:pt x="26" y="26"/>
                      <a:pt x="26" y="26"/>
                      <a:pt x="26" y="26"/>
                    </a:cubicBezTo>
                    <a:cubicBezTo>
                      <a:pt x="81" y="26"/>
                      <a:pt x="81" y="26"/>
                      <a:pt x="81" y="26"/>
                    </a:cubicBezTo>
                    <a:lnTo>
                      <a:pt x="81" y="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grpSp>
        <p:sp>
          <p:nvSpPr>
            <p:cNvPr id="25" name="Oval 9"/>
            <p:cNvSpPr>
              <a:spLocks noChangeArrowheads="1"/>
            </p:cNvSpPr>
            <p:nvPr/>
          </p:nvSpPr>
          <p:spPr bwMode="auto">
            <a:xfrm>
              <a:off x="5268255" y="1947116"/>
              <a:ext cx="871174" cy="874617"/>
            </a:xfrm>
            <a:prstGeom prst="ellipse">
              <a:avLst/>
            </a:prstGeom>
            <a:noFill/>
            <a:ln>
              <a:solidFill>
                <a:schemeClr val="bg1"/>
              </a:solidFill>
            </a:ln>
          </p:spPr>
          <p:txBody>
            <a:bodyPr vert="horz" wrap="square" lIns="128580" tIns="64290" rIns="128580" bIns="64290" numCol="1" anchor="t" anchorCtr="0" compatLnSpc="1">
              <a:prstTxWarp prst="textNoShape">
                <a:avLst/>
              </a:prstTxWarp>
            </a:bodyPr>
            <a:lstStyle/>
            <a:p>
              <a:pPr defTabSz="964372"/>
              <a:endParaRPr lang="zh-CN" altLang="en-US" sz="1898">
                <a:solidFill>
                  <a:prstClr val="white"/>
                </a:solidFill>
              </a:endParaRPr>
            </a:p>
          </p:txBody>
        </p:sp>
      </p:grpSp>
      <p:grpSp>
        <p:nvGrpSpPr>
          <p:cNvPr id="28" name="组合 27"/>
          <p:cNvGrpSpPr/>
          <p:nvPr/>
        </p:nvGrpSpPr>
        <p:grpSpPr>
          <a:xfrm>
            <a:off x="5011795" y="4919286"/>
            <a:ext cx="811590" cy="814796"/>
            <a:chOff x="5280206" y="3148807"/>
            <a:chExt cx="871174" cy="874617"/>
          </a:xfrm>
        </p:grpSpPr>
        <p:sp>
          <p:nvSpPr>
            <p:cNvPr id="29" name="Freeform 6">
              <a:hlinkClick r:id="rId2"/>
            </p:cNvPr>
            <p:cNvSpPr>
              <a:spLocks noEditPoints="1"/>
            </p:cNvSpPr>
            <p:nvPr/>
          </p:nvSpPr>
          <p:spPr bwMode="auto">
            <a:xfrm>
              <a:off x="5498895" y="3317033"/>
              <a:ext cx="503237" cy="538163"/>
            </a:xfrm>
            <a:custGeom>
              <a:avLst/>
              <a:gdLst>
                <a:gd name="T0" fmla="*/ 134 w 134"/>
                <a:gd name="T1" fmla="*/ 130 h 143"/>
                <a:gd name="T2" fmla="*/ 130 w 134"/>
                <a:gd name="T3" fmla="*/ 125 h 143"/>
                <a:gd name="T4" fmla="*/ 119 w 134"/>
                <a:gd name="T5" fmla="*/ 132 h 143"/>
                <a:gd name="T6" fmla="*/ 118 w 134"/>
                <a:gd name="T7" fmla="*/ 134 h 143"/>
                <a:gd name="T8" fmla="*/ 114 w 134"/>
                <a:gd name="T9" fmla="*/ 134 h 143"/>
                <a:gd name="T10" fmla="*/ 109 w 134"/>
                <a:gd name="T11" fmla="*/ 130 h 143"/>
                <a:gd name="T12" fmla="*/ 113 w 134"/>
                <a:gd name="T13" fmla="*/ 129 h 143"/>
                <a:gd name="T14" fmla="*/ 123 w 134"/>
                <a:gd name="T15" fmla="*/ 119 h 143"/>
                <a:gd name="T16" fmla="*/ 116 w 134"/>
                <a:gd name="T17" fmla="*/ 117 h 143"/>
                <a:gd name="T18" fmla="*/ 106 w 134"/>
                <a:gd name="T19" fmla="*/ 126 h 143"/>
                <a:gd name="T20" fmla="*/ 98 w 134"/>
                <a:gd name="T21" fmla="*/ 120 h 143"/>
                <a:gd name="T22" fmla="*/ 106 w 134"/>
                <a:gd name="T23" fmla="*/ 115 h 143"/>
                <a:gd name="T24" fmla="*/ 105 w 134"/>
                <a:gd name="T25" fmla="*/ 91 h 143"/>
                <a:gd name="T26" fmla="*/ 76 w 134"/>
                <a:gd name="T27" fmla="*/ 83 h 143"/>
                <a:gd name="T28" fmla="*/ 74 w 134"/>
                <a:gd name="T29" fmla="*/ 86 h 143"/>
                <a:gd name="T30" fmla="*/ 97 w 134"/>
                <a:gd name="T31" fmla="*/ 93 h 143"/>
                <a:gd name="T32" fmla="*/ 99 w 134"/>
                <a:gd name="T33" fmla="*/ 97 h 143"/>
                <a:gd name="T34" fmla="*/ 97 w 134"/>
                <a:gd name="T35" fmla="*/ 95 h 143"/>
                <a:gd name="T36" fmla="*/ 71 w 134"/>
                <a:gd name="T37" fmla="*/ 89 h 143"/>
                <a:gd name="T38" fmla="*/ 67 w 134"/>
                <a:gd name="T39" fmla="*/ 90 h 143"/>
                <a:gd name="T40" fmla="*/ 49 w 134"/>
                <a:gd name="T41" fmla="*/ 73 h 143"/>
                <a:gd name="T42" fmla="*/ 36 w 134"/>
                <a:gd name="T43" fmla="*/ 52 h 143"/>
                <a:gd name="T44" fmla="*/ 46 w 134"/>
                <a:gd name="T45" fmla="*/ 46 h 143"/>
                <a:gd name="T46" fmla="*/ 29 w 134"/>
                <a:gd name="T47" fmla="*/ 1 h 143"/>
                <a:gd name="T48" fmla="*/ 24 w 134"/>
                <a:gd name="T49" fmla="*/ 1 h 143"/>
                <a:gd name="T50" fmla="*/ 20 w 134"/>
                <a:gd name="T51" fmla="*/ 4 h 143"/>
                <a:gd name="T52" fmla="*/ 38 w 134"/>
                <a:gd name="T53" fmla="*/ 32 h 143"/>
                <a:gd name="T54" fmla="*/ 16 w 134"/>
                <a:gd name="T55" fmla="*/ 7 h 143"/>
                <a:gd name="T56" fmla="*/ 6 w 134"/>
                <a:gd name="T57" fmla="*/ 22 h 143"/>
                <a:gd name="T58" fmla="*/ 23 w 134"/>
                <a:gd name="T59" fmla="*/ 78 h 143"/>
                <a:gd name="T60" fmla="*/ 32 w 134"/>
                <a:gd name="T61" fmla="*/ 90 h 143"/>
                <a:gd name="T62" fmla="*/ 34 w 134"/>
                <a:gd name="T63" fmla="*/ 92 h 143"/>
                <a:gd name="T64" fmla="*/ 87 w 134"/>
                <a:gd name="T65" fmla="*/ 123 h 143"/>
                <a:gd name="T66" fmla="*/ 95 w 134"/>
                <a:gd name="T67" fmla="*/ 121 h 143"/>
                <a:gd name="T68" fmla="*/ 106 w 134"/>
                <a:gd name="T69" fmla="*/ 130 h 143"/>
                <a:gd name="T70" fmla="*/ 114 w 134"/>
                <a:gd name="T71" fmla="*/ 137 h 143"/>
                <a:gd name="T72" fmla="*/ 116 w 134"/>
                <a:gd name="T73" fmla="*/ 137 h 143"/>
                <a:gd name="T74" fmla="*/ 117 w 134"/>
                <a:gd name="T75" fmla="*/ 140 h 143"/>
                <a:gd name="T76" fmla="*/ 124 w 134"/>
                <a:gd name="T77" fmla="*/ 143 h 143"/>
                <a:gd name="T78" fmla="*/ 131 w 134"/>
                <a:gd name="T79" fmla="*/ 141 h 143"/>
                <a:gd name="T80" fmla="*/ 132 w 134"/>
                <a:gd name="T81" fmla="*/ 141 h 143"/>
                <a:gd name="T82" fmla="*/ 133 w 134"/>
                <a:gd name="T83" fmla="*/ 139 h 143"/>
                <a:gd name="T84" fmla="*/ 131 w 134"/>
                <a:gd name="T85" fmla="*/ 138 h 143"/>
                <a:gd name="T86" fmla="*/ 130 w 134"/>
                <a:gd name="T87" fmla="*/ 138 h 143"/>
                <a:gd name="T88" fmla="*/ 124 w 134"/>
                <a:gd name="T89" fmla="*/ 140 h 143"/>
                <a:gd name="T90" fmla="*/ 120 w 134"/>
                <a:gd name="T91" fmla="*/ 138 h 143"/>
                <a:gd name="T92" fmla="*/ 120 w 134"/>
                <a:gd name="T93" fmla="*/ 137 h 143"/>
                <a:gd name="T94" fmla="*/ 134 w 134"/>
                <a:gd name="T95" fmla="*/ 130 h 143"/>
                <a:gd name="T96" fmla="*/ 116 w 134"/>
                <a:gd name="T97" fmla="*/ 120 h 143"/>
                <a:gd name="T98" fmla="*/ 117 w 134"/>
                <a:gd name="T99" fmla="*/ 120 h 143"/>
                <a:gd name="T100" fmla="*/ 119 w 134"/>
                <a:gd name="T101" fmla="*/ 120 h 143"/>
                <a:gd name="T102" fmla="*/ 112 w 134"/>
                <a:gd name="T103" fmla="*/ 126 h 143"/>
                <a:gd name="T104" fmla="*/ 109 w 134"/>
                <a:gd name="T105" fmla="*/ 127 h 143"/>
                <a:gd name="T106" fmla="*/ 116 w 134"/>
                <a:gd name="T107" fmla="*/ 120 h 143"/>
                <a:gd name="T108" fmla="*/ 121 w 134"/>
                <a:gd name="T109" fmla="*/ 134 h 143"/>
                <a:gd name="T110" fmla="*/ 121 w 134"/>
                <a:gd name="T111" fmla="*/ 134 h 143"/>
                <a:gd name="T112" fmla="*/ 129 w 134"/>
                <a:gd name="T113" fmla="*/ 128 h 143"/>
                <a:gd name="T114" fmla="*/ 129 w 134"/>
                <a:gd name="T115" fmla="*/ 128 h 143"/>
                <a:gd name="T116" fmla="*/ 131 w 134"/>
                <a:gd name="T117" fmla="*/ 129 h 143"/>
                <a:gd name="T118" fmla="*/ 121 w 134"/>
                <a:gd name="T119"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4" h="143">
                  <a:moveTo>
                    <a:pt x="134" y="130"/>
                  </a:moveTo>
                  <a:cubicBezTo>
                    <a:pt x="134" y="128"/>
                    <a:pt x="133" y="126"/>
                    <a:pt x="130" y="125"/>
                  </a:cubicBezTo>
                  <a:cubicBezTo>
                    <a:pt x="126" y="125"/>
                    <a:pt x="122" y="128"/>
                    <a:pt x="119" y="132"/>
                  </a:cubicBezTo>
                  <a:cubicBezTo>
                    <a:pt x="118" y="133"/>
                    <a:pt x="118" y="133"/>
                    <a:pt x="118" y="134"/>
                  </a:cubicBezTo>
                  <a:cubicBezTo>
                    <a:pt x="116" y="134"/>
                    <a:pt x="115" y="134"/>
                    <a:pt x="114" y="134"/>
                  </a:cubicBezTo>
                  <a:cubicBezTo>
                    <a:pt x="111" y="133"/>
                    <a:pt x="109" y="132"/>
                    <a:pt x="109" y="130"/>
                  </a:cubicBezTo>
                  <a:cubicBezTo>
                    <a:pt x="110" y="130"/>
                    <a:pt x="111" y="130"/>
                    <a:pt x="113" y="129"/>
                  </a:cubicBezTo>
                  <a:cubicBezTo>
                    <a:pt x="120" y="127"/>
                    <a:pt x="123" y="123"/>
                    <a:pt x="123" y="119"/>
                  </a:cubicBezTo>
                  <a:cubicBezTo>
                    <a:pt x="122" y="118"/>
                    <a:pt x="120" y="116"/>
                    <a:pt x="116" y="117"/>
                  </a:cubicBezTo>
                  <a:cubicBezTo>
                    <a:pt x="111" y="117"/>
                    <a:pt x="107" y="122"/>
                    <a:pt x="106" y="126"/>
                  </a:cubicBezTo>
                  <a:cubicBezTo>
                    <a:pt x="103" y="125"/>
                    <a:pt x="100" y="122"/>
                    <a:pt x="98" y="120"/>
                  </a:cubicBezTo>
                  <a:cubicBezTo>
                    <a:pt x="101" y="118"/>
                    <a:pt x="103" y="117"/>
                    <a:pt x="106" y="115"/>
                  </a:cubicBezTo>
                  <a:cubicBezTo>
                    <a:pt x="116" y="107"/>
                    <a:pt x="108" y="94"/>
                    <a:pt x="105" y="91"/>
                  </a:cubicBezTo>
                  <a:cubicBezTo>
                    <a:pt x="94" y="79"/>
                    <a:pt x="77" y="81"/>
                    <a:pt x="76" y="83"/>
                  </a:cubicBezTo>
                  <a:cubicBezTo>
                    <a:pt x="75" y="84"/>
                    <a:pt x="75" y="85"/>
                    <a:pt x="74" y="86"/>
                  </a:cubicBezTo>
                  <a:cubicBezTo>
                    <a:pt x="78" y="85"/>
                    <a:pt x="89" y="85"/>
                    <a:pt x="97" y="93"/>
                  </a:cubicBezTo>
                  <a:cubicBezTo>
                    <a:pt x="98" y="94"/>
                    <a:pt x="99" y="95"/>
                    <a:pt x="99" y="97"/>
                  </a:cubicBezTo>
                  <a:cubicBezTo>
                    <a:pt x="99" y="96"/>
                    <a:pt x="98" y="95"/>
                    <a:pt x="97" y="95"/>
                  </a:cubicBezTo>
                  <a:cubicBezTo>
                    <a:pt x="88" y="86"/>
                    <a:pt x="75" y="87"/>
                    <a:pt x="71" y="89"/>
                  </a:cubicBezTo>
                  <a:cubicBezTo>
                    <a:pt x="70" y="90"/>
                    <a:pt x="69" y="90"/>
                    <a:pt x="67" y="90"/>
                  </a:cubicBezTo>
                  <a:cubicBezTo>
                    <a:pt x="64" y="90"/>
                    <a:pt x="54" y="79"/>
                    <a:pt x="49" y="73"/>
                  </a:cubicBezTo>
                  <a:cubicBezTo>
                    <a:pt x="45" y="68"/>
                    <a:pt x="35" y="56"/>
                    <a:pt x="36" y="52"/>
                  </a:cubicBezTo>
                  <a:cubicBezTo>
                    <a:pt x="37" y="46"/>
                    <a:pt x="43" y="48"/>
                    <a:pt x="46" y="46"/>
                  </a:cubicBezTo>
                  <a:cubicBezTo>
                    <a:pt x="50" y="43"/>
                    <a:pt x="50" y="11"/>
                    <a:pt x="29" y="1"/>
                  </a:cubicBezTo>
                  <a:cubicBezTo>
                    <a:pt x="28" y="0"/>
                    <a:pt x="26" y="0"/>
                    <a:pt x="24" y="1"/>
                  </a:cubicBezTo>
                  <a:cubicBezTo>
                    <a:pt x="23" y="2"/>
                    <a:pt x="22" y="3"/>
                    <a:pt x="20" y="4"/>
                  </a:cubicBezTo>
                  <a:cubicBezTo>
                    <a:pt x="32" y="10"/>
                    <a:pt x="38" y="25"/>
                    <a:pt x="38" y="32"/>
                  </a:cubicBezTo>
                  <a:cubicBezTo>
                    <a:pt x="34" y="23"/>
                    <a:pt x="27" y="12"/>
                    <a:pt x="16" y="7"/>
                  </a:cubicBezTo>
                  <a:cubicBezTo>
                    <a:pt x="12" y="11"/>
                    <a:pt x="8" y="15"/>
                    <a:pt x="6" y="22"/>
                  </a:cubicBezTo>
                  <a:cubicBezTo>
                    <a:pt x="4" y="31"/>
                    <a:pt x="0" y="45"/>
                    <a:pt x="23" y="78"/>
                  </a:cubicBezTo>
                  <a:cubicBezTo>
                    <a:pt x="24" y="81"/>
                    <a:pt x="27" y="85"/>
                    <a:pt x="32" y="90"/>
                  </a:cubicBezTo>
                  <a:cubicBezTo>
                    <a:pt x="32" y="91"/>
                    <a:pt x="33" y="91"/>
                    <a:pt x="34" y="92"/>
                  </a:cubicBezTo>
                  <a:cubicBezTo>
                    <a:pt x="63" y="124"/>
                    <a:pt x="78" y="123"/>
                    <a:pt x="87" y="123"/>
                  </a:cubicBezTo>
                  <a:cubicBezTo>
                    <a:pt x="90" y="122"/>
                    <a:pt x="92" y="122"/>
                    <a:pt x="95" y="121"/>
                  </a:cubicBezTo>
                  <a:cubicBezTo>
                    <a:pt x="97" y="125"/>
                    <a:pt x="101" y="128"/>
                    <a:pt x="106" y="130"/>
                  </a:cubicBezTo>
                  <a:cubicBezTo>
                    <a:pt x="106" y="132"/>
                    <a:pt x="107" y="136"/>
                    <a:pt x="114" y="137"/>
                  </a:cubicBezTo>
                  <a:cubicBezTo>
                    <a:pt x="115" y="137"/>
                    <a:pt x="116" y="137"/>
                    <a:pt x="116" y="137"/>
                  </a:cubicBezTo>
                  <a:cubicBezTo>
                    <a:pt x="116" y="138"/>
                    <a:pt x="117" y="139"/>
                    <a:pt x="117" y="140"/>
                  </a:cubicBezTo>
                  <a:cubicBezTo>
                    <a:pt x="118" y="142"/>
                    <a:pt x="120" y="143"/>
                    <a:pt x="124" y="143"/>
                  </a:cubicBezTo>
                  <a:cubicBezTo>
                    <a:pt x="127" y="143"/>
                    <a:pt x="130" y="142"/>
                    <a:pt x="131" y="141"/>
                  </a:cubicBezTo>
                  <a:cubicBezTo>
                    <a:pt x="132" y="141"/>
                    <a:pt x="132" y="141"/>
                    <a:pt x="132" y="141"/>
                  </a:cubicBezTo>
                  <a:cubicBezTo>
                    <a:pt x="133" y="141"/>
                    <a:pt x="133" y="140"/>
                    <a:pt x="133" y="139"/>
                  </a:cubicBezTo>
                  <a:cubicBezTo>
                    <a:pt x="133" y="138"/>
                    <a:pt x="132" y="138"/>
                    <a:pt x="131" y="138"/>
                  </a:cubicBezTo>
                  <a:cubicBezTo>
                    <a:pt x="130" y="138"/>
                    <a:pt x="130" y="138"/>
                    <a:pt x="130" y="138"/>
                  </a:cubicBezTo>
                  <a:cubicBezTo>
                    <a:pt x="129" y="139"/>
                    <a:pt x="127" y="140"/>
                    <a:pt x="124" y="140"/>
                  </a:cubicBezTo>
                  <a:cubicBezTo>
                    <a:pt x="122" y="140"/>
                    <a:pt x="120" y="139"/>
                    <a:pt x="120" y="138"/>
                  </a:cubicBezTo>
                  <a:cubicBezTo>
                    <a:pt x="120" y="138"/>
                    <a:pt x="120" y="138"/>
                    <a:pt x="120" y="137"/>
                  </a:cubicBezTo>
                  <a:cubicBezTo>
                    <a:pt x="128" y="137"/>
                    <a:pt x="133" y="133"/>
                    <a:pt x="134" y="130"/>
                  </a:cubicBezTo>
                  <a:close/>
                  <a:moveTo>
                    <a:pt x="116" y="120"/>
                  </a:moveTo>
                  <a:cubicBezTo>
                    <a:pt x="117" y="120"/>
                    <a:pt x="117" y="120"/>
                    <a:pt x="117" y="120"/>
                  </a:cubicBezTo>
                  <a:cubicBezTo>
                    <a:pt x="119" y="120"/>
                    <a:pt x="119" y="120"/>
                    <a:pt x="119" y="120"/>
                  </a:cubicBezTo>
                  <a:cubicBezTo>
                    <a:pt x="120" y="121"/>
                    <a:pt x="118" y="124"/>
                    <a:pt x="112" y="126"/>
                  </a:cubicBezTo>
                  <a:cubicBezTo>
                    <a:pt x="111" y="127"/>
                    <a:pt x="110" y="127"/>
                    <a:pt x="109" y="127"/>
                  </a:cubicBezTo>
                  <a:cubicBezTo>
                    <a:pt x="110" y="124"/>
                    <a:pt x="113" y="120"/>
                    <a:pt x="116" y="120"/>
                  </a:cubicBezTo>
                  <a:close/>
                  <a:moveTo>
                    <a:pt x="121" y="134"/>
                  </a:moveTo>
                  <a:cubicBezTo>
                    <a:pt x="121" y="134"/>
                    <a:pt x="121" y="134"/>
                    <a:pt x="121" y="134"/>
                  </a:cubicBezTo>
                  <a:cubicBezTo>
                    <a:pt x="124" y="131"/>
                    <a:pt x="127" y="128"/>
                    <a:pt x="129" y="128"/>
                  </a:cubicBezTo>
                  <a:cubicBezTo>
                    <a:pt x="129" y="128"/>
                    <a:pt x="129" y="128"/>
                    <a:pt x="129" y="128"/>
                  </a:cubicBezTo>
                  <a:cubicBezTo>
                    <a:pt x="130" y="129"/>
                    <a:pt x="131" y="129"/>
                    <a:pt x="131" y="129"/>
                  </a:cubicBezTo>
                  <a:cubicBezTo>
                    <a:pt x="130" y="131"/>
                    <a:pt x="127" y="133"/>
                    <a:pt x="121" y="13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sp>
          <p:nvSpPr>
            <p:cNvPr id="30" name="Oval 9"/>
            <p:cNvSpPr>
              <a:spLocks noChangeArrowheads="1"/>
            </p:cNvSpPr>
            <p:nvPr/>
          </p:nvSpPr>
          <p:spPr bwMode="auto">
            <a:xfrm>
              <a:off x="5280206" y="3148807"/>
              <a:ext cx="871174" cy="874617"/>
            </a:xfrm>
            <a:prstGeom prst="ellipse">
              <a:avLst/>
            </a:prstGeom>
            <a:noFill/>
            <a:ln>
              <a:solidFill>
                <a:schemeClr val="bg1"/>
              </a:solidFill>
            </a:ln>
          </p:spPr>
          <p:txBody>
            <a:bodyPr vert="horz" wrap="square" lIns="128580" tIns="64290" rIns="128580" bIns="64290" numCol="1" anchor="t" anchorCtr="0" compatLnSpc="1">
              <a:prstTxWarp prst="textNoShape">
                <a:avLst/>
              </a:prstTxWarp>
            </a:bodyPr>
            <a:lstStyle/>
            <a:p>
              <a:pPr defTabSz="964372"/>
              <a:endParaRPr lang="zh-CN" altLang="en-US" sz="1898">
                <a:solidFill>
                  <a:prstClr val="white"/>
                </a:solidFill>
              </a:endParaRPr>
            </a:p>
          </p:txBody>
        </p:sp>
      </p:grpSp>
      <p:grpSp>
        <p:nvGrpSpPr>
          <p:cNvPr id="31" name="组合 30"/>
          <p:cNvGrpSpPr/>
          <p:nvPr/>
        </p:nvGrpSpPr>
        <p:grpSpPr>
          <a:xfrm>
            <a:off x="7160040" y="2615396"/>
            <a:ext cx="811590" cy="814796"/>
            <a:chOff x="7562234" y="1947116"/>
            <a:chExt cx="871174" cy="874617"/>
          </a:xfrm>
        </p:grpSpPr>
        <p:sp>
          <p:nvSpPr>
            <p:cNvPr id="32" name="Oval 9"/>
            <p:cNvSpPr>
              <a:spLocks noChangeArrowheads="1"/>
            </p:cNvSpPr>
            <p:nvPr/>
          </p:nvSpPr>
          <p:spPr bwMode="auto">
            <a:xfrm>
              <a:off x="7562234" y="1947116"/>
              <a:ext cx="871174" cy="874617"/>
            </a:xfrm>
            <a:prstGeom prst="ellipse">
              <a:avLst/>
            </a:prstGeom>
            <a:noFill/>
            <a:ln>
              <a:solidFill>
                <a:schemeClr val="bg1"/>
              </a:solidFill>
            </a:ln>
          </p:spPr>
          <p:txBody>
            <a:bodyPr vert="horz" wrap="square" lIns="128580" tIns="64290" rIns="128580" bIns="64290" numCol="1" anchor="t" anchorCtr="0" compatLnSpc="1">
              <a:prstTxWarp prst="textNoShape">
                <a:avLst/>
              </a:prstTxWarp>
            </a:bodyPr>
            <a:lstStyle/>
            <a:p>
              <a:pPr defTabSz="964372"/>
              <a:endParaRPr lang="zh-CN" altLang="en-US" sz="1898">
                <a:solidFill>
                  <a:prstClr val="white"/>
                </a:solidFill>
              </a:endParaRPr>
            </a:p>
          </p:txBody>
        </p:sp>
        <p:sp>
          <p:nvSpPr>
            <p:cNvPr id="33" name="Freeform 17">
              <a:hlinkClick r:id="rId2"/>
            </p:cNvPr>
            <p:cNvSpPr>
              <a:spLocks/>
            </p:cNvSpPr>
            <p:nvPr/>
          </p:nvSpPr>
          <p:spPr bwMode="auto">
            <a:xfrm>
              <a:off x="7748583" y="2149884"/>
              <a:ext cx="500063" cy="465138"/>
            </a:xfrm>
            <a:custGeom>
              <a:avLst/>
              <a:gdLst>
                <a:gd name="T0" fmla="*/ 124 w 133"/>
                <a:gd name="T1" fmla="*/ 84 h 123"/>
                <a:gd name="T2" fmla="*/ 133 w 133"/>
                <a:gd name="T3" fmla="*/ 75 h 123"/>
                <a:gd name="T4" fmla="*/ 124 w 133"/>
                <a:gd name="T5" fmla="*/ 67 h 123"/>
                <a:gd name="T6" fmla="*/ 113 w 133"/>
                <a:gd name="T7" fmla="*/ 67 h 123"/>
                <a:gd name="T8" fmla="*/ 113 w 133"/>
                <a:gd name="T9" fmla="*/ 64 h 123"/>
                <a:gd name="T10" fmla="*/ 124 w 133"/>
                <a:gd name="T11" fmla="*/ 64 h 123"/>
                <a:gd name="T12" fmla="*/ 132 w 133"/>
                <a:gd name="T13" fmla="*/ 56 h 123"/>
                <a:gd name="T14" fmla="*/ 124 w 133"/>
                <a:gd name="T15" fmla="*/ 47 h 123"/>
                <a:gd name="T16" fmla="*/ 90 w 133"/>
                <a:gd name="T17" fmla="*/ 47 h 123"/>
                <a:gd name="T18" fmla="*/ 74 w 133"/>
                <a:gd name="T19" fmla="*/ 23 h 123"/>
                <a:gd name="T20" fmla="*/ 64 w 133"/>
                <a:gd name="T21" fmla="*/ 0 h 123"/>
                <a:gd name="T22" fmla="*/ 54 w 133"/>
                <a:gd name="T23" fmla="*/ 5 h 123"/>
                <a:gd name="T24" fmla="*/ 48 w 133"/>
                <a:gd name="T25" fmla="*/ 33 h 123"/>
                <a:gd name="T26" fmla="*/ 29 w 133"/>
                <a:gd name="T27" fmla="*/ 57 h 123"/>
                <a:gd name="T28" fmla="*/ 0 w 133"/>
                <a:gd name="T29" fmla="*/ 57 h 123"/>
                <a:gd name="T30" fmla="*/ 0 w 133"/>
                <a:gd name="T31" fmla="*/ 114 h 123"/>
                <a:gd name="T32" fmla="*/ 31 w 133"/>
                <a:gd name="T33" fmla="*/ 114 h 123"/>
                <a:gd name="T34" fmla="*/ 54 w 133"/>
                <a:gd name="T35" fmla="*/ 122 h 123"/>
                <a:gd name="T36" fmla="*/ 76 w 133"/>
                <a:gd name="T37" fmla="*/ 123 h 123"/>
                <a:gd name="T38" fmla="*/ 79 w 133"/>
                <a:gd name="T39" fmla="*/ 123 h 123"/>
                <a:gd name="T40" fmla="*/ 105 w 133"/>
                <a:gd name="T41" fmla="*/ 123 h 123"/>
                <a:gd name="T42" fmla="*/ 114 w 133"/>
                <a:gd name="T43" fmla="*/ 114 h 123"/>
                <a:gd name="T44" fmla="*/ 105 w 133"/>
                <a:gd name="T45" fmla="*/ 105 h 123"/>
                <a:gd name="T46" fmla="*/ 103 w 133"/>
                <a:gd name="T47" fmla="*/ 105 h 123"/>
                <a:gd name="T48" fmla="*/ 104 w 133"/>
                <a:gd name="T49" fmla="*/ 103 h 123"/>
                <a:gd name="T50" fmla="*/ 117 w 133"/>
                <a:gd name="T51" fmla="*/ 103 h 123"/>
                <a:gd name="T52" fmla="*/ 125 w 133"/>
                <a:gd name="T53" fmla="*/ 95 h 123"/>
                <a:gd name="T54" fmla="*/ 117 w 133"/>
                <a:gd name="T55" fmla="*/ 86 h 123"/>
                <a:gd name="T56" fmla="*/ 109 w 133"/>
                <a:gd name="T57" fmla="*/ 86 h 123"/>
                <a:gd name="T58" fmla="*/ 110 w 133"/>
                <a:gd name="T59" fmla="*/ 84 h 123"/>
                <a:gd name="T60" fmla="*/ 124 w 133"/>
                <a:gd name="T61" fmla="*/ 8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3" h="123">
                  <a:moveTo>
                    <a:pt x="124" y="84"/>
                  </a:moveTo>
                  <a:cubicBezTo>
                    <a:pt x="129" y="84"/>
                    <a:pt x="133" y="80"/>
                    <a:pt x="133" y="75"/>
                  </a:cubicBezTo>
                  <a:cubicBezTo>
                    <a:pt x="133" y="71"/>
                    <a:pt x="129" y="67"/>
                    <a:pt x="124" y="67"/>
                  </a:cubicBezTo>
                  <a:cubicBezTo>
                    <a:pt x="113" y="67"/>
                    <a:pt x="113" y="67"/>
                    <a:pt x="113" y="67"/>
                  </a:cubicBezTo>
                  <a:cubicBezTo>
                    <a:pt x="113" y="66"/>
                    <a:pt x="113" y="65"/>
                    <a:pt x="113" y="64"/>
                  </a:cubicBezTo>
                  <a:cubicBezTo>
                    <a:pt x="124" y="64"/>
                    <a:pt x="124" y="64"/>
                    <a:pt x="124" y="64"/>
                  </a:cubicBezTo>
                  <a:cubicBezTo>
                    <a:pt x="129" y="64"/>
                    <a:pt x="132" y="61"/>
                    <a:pt x="132" y="56"/>
                  </a:cubicBezTo>
                  <a:cubicBezTo>
                    <a:pt x="132" y="51"/>
                    <a:pt x="129" y="47"/>
                    <a:pt x="124" y="47"/>
                  </a:cubicBezTo>
                  <a:cubicBezTo>
                    <a:pt x="90" y="47"/>
                    <a:pt x="90" y="47"/>
                    <a:pt x="90" y="47"/>
                  </a:cubicBezTo>
                  <a:cubicBezTo>
                    <a:pt x="66" y="45"/>
                    <a:pt x="73" y="31"/>
                    <a:pt x="74" y="23"/>
                  </a:cubicBezTo>
                  <a:cubicBezTo>
                    <a:pt x="75" y="8"/>
                    <a:pt x="69" y="0"/>
                    <a:pt x="64" y="0"/>
                  </a:cubicBezTo>
                  <a:cubicBezTo>
                    <a:pt x="63" y="0"/>
                    <a:pt x="53" y="1"/>
                    <a:pt x="54" y="5"/>
                  </a:cubicBezTo>
                  <a:cubicBezTo>
                    <a:pt x="54" y="8"/>
                    <a:pt x="56" y="24"/>
                    <a:pt x="48" y="33"/>
                  </a:cubicBezTo>
                  <a:cubicBezTo>
                    <a:pt x="42" y="40"/>
                    <a:pt x="33" y="52"/>
                    <a:pt x="29" y="57"/>
                  </a:cubicBezTo>
                  <a:cubicBezTo>
                    <a:pt x="0" y="57"/>
                    <a:pt x="0" y="57"/>
                    <a:pt x="0" y="57"/>
                  </a:cubicBezTo>
                  <a:cubicBezTo>
                    <a:pt x="0" y="114"/>
                    <a:pt x="0" y="114"/>
                    <a:pt x="0" y="114"/>
                  </a:cubicBezTo>
                  <a:cubicBezTo>
                    <a:pt x="31" y="114"/>
                    <a:pt x="31" y="114"/>
                    <a:pt x="31" y="114"/>
                  </a:cubicBezTo>
                  <a:cubicBezTo>
                    <a:pt x="38" y="119"/>
                    <a:pt x="46" y="121"/>
                    <a:pt x="54" y="122"/>
                  </a:cubicBezTo>
                  <a:cubicBezTo>
                    <a:pt x="61" y="122"/>
                    <a:pt x="69" y="122"/>
                    <a:pt x="76" y="123"/>
                  </a:cubicBezTo>
                  <a:cubicBezTo>
                    <a:pt x="77" y="123"/>
                    <a:pt x="78" y="123"/>
                    <a:pt x="79" y="123"/>
                  </a:cubicBezTo>
                  <a:cubicBezTo>
                    <a:pt x="105" y="123"/>
                    <a:pt x="105" y="123"/>
                    <a:pt x="105" y="123"/>
                  </a:cubicBezTo>
                  <a:cubicBezTo>
                    <a:pt x="110" y="123"/>
                    <a:pt x="114" y="119"/>
                    <a:pt x="114" y="114"/>
                  </a:cubicBezTo>
                  <a:cubicBezTo>
                    <a:pt x="114" y="109"/>
                    <a:pt x="110" y="105"/>
                    <a:pt x="105" y="105"/>
                  </a:cubicBezTo>
                  <a:cubicBezTo>
                    <a:pt x="103" y="105"/>
                    <a:pt x="103" y="105"/>
                    <a:pt x="103" y="105"/>
                  </a:cubicBezTo>
                  <a:cubicBezTo>
                    <a:pt x="103" y="105"/>
                    <a:pt x="103" y="104"/>
                    <a:pt x="104" y="103"/>
                  </a:cubicBezTo>
                  <a:cubicBezTo>
                    <a:pt x="117" y="103"/>
                    <a:pt x="117" y="103"/>
                    <a:pt x="117" y="103"/>
                  </a:cubicBezTo>
                  <a:cubicBezTo>
                    <a:pt x="122" y="103"/>
                    <a:pt x="125" y="99"/>
                    <a:pt x="125" y="95"/>
                  </a:cubicBezTo>
                  <a:cubicBezTo>
                    <a:pt x="125" y="90"/>
                    <a:pt x="122" y="86"/>
                    <a:pt x="117" y="86"/>
                  </a:cubicBezTo>
                  <a:cubicBezTo>
                    <a:pt x="109" y="86"/>
                    <a:pt x="109" y="86"/>
                    <a:pt x="109" y="86"/>
                  </a:cubicBezTo>
                  <a:cubicBezTo>
                    <a:pt x="109" y="85"/>
                    <a:pt x="110" y="85"/>
                    <a:pt x="110" y="84"/>
                  </a:cubicBezTo>
                  <a:lnTo>
                    <a:pt x="124" y="8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a:endParaRPr lang="zh-CN" altLang="en-US" sz="1898">
                <a:solidFill>
                  <a:prstClr val="white"/>
                </a:solidFill>
              </a:endParaRPr>
            </a:p>
          </p:txBody>
        </p:sp>
      </p:grpSp>
      <p:sp>
        <p:nvSpPr>
          <p:cNvPr id="34" name="TextBox 32"/>
          <p:cNvSpPr txBox="1"/>
          <p:nvPr/>
        </p:nvSpPr>
        <p:spPr>
          <a:xfrm>
            <a:off x="9062023" y="2789542"/>
            <a:ext cx="3240182" cy="1130822"/>
          </a:xfrm>
          <a:prstGeom prst="rect">
            <a:avLst/>
          </a:prstGeom>
          <a:noFill/>
          <a:ln>
            <a:noFill/>
            <a:prstDash val="sysDash"/>
          </a:ln>
        </p:spPr>
        <p:txBody>
          <a:bodyPr wrap="square" rtlCol="0">
            <a:spAutoFit/>
          </a:bodyPr>
          <a:lstStyle/>
          <a:p>
            <a:pPr algn="just"/>
            <a:r>
              <a:rPr lang="zh-CN" altLang="en-US" sz="1687" dirty="0">
                <a:solidFill>
                  <a:schemeClr val="tx1">
                    <a:lumMod val="75000"/>
                    <a:lumOff val="25000"/>
                  </a:schemeClr>
                </a:solidFill>
                <a:latin typeface="微软雅黑" pitchFamily="34" charset="-122"/>
                <a:ea typeface="微软雅黑" panose="020B0503020204020204" pitchFamily="34" charset="-122"/>
              </a:rPr>
              <a:t>输入你的文字输入你的文字 输入你的文字 输入你的文字 输入你的文字 输入你的文字 输入你的文字</a:t>
            </a:r>
          </a:p>
        </p:txBody>
      </p:sp>
      <p:sp>
        <p:nvSpPr>
          <p:cNvPr id="35" name="TextBox 33"/>
          <p:cNvSpPr txBox="1"/>
          <p:nvPr/>
        </p:nvSpPr>
        <p:spPr>
          <a:xfrm>
            <a:off x="8960767" y="5036354"/>
            <a:ext cx="3240182" cy="1130822"/>
          </a:xfrm>
          <a:prstGeom prst="rect">
            <a:avLst/>
          </a:prstGeom>
          <a:noFill/>
          <a:ln>
            <a:noFill/>
            <a:prstDash val="sysDash"/>
          </a:ln>
        </p:spPr>
        <p:txBody>
          <a:bodyPr wrap="square" rtlCol="0">
            <a:spAutoFit/>
          </a:bodyPr>
          <a:lstStyle/>
          <a:p>
            <a:pPr algn="just"/>
            <a:r>
              <a:rPr lang="zh-CN" altLang="en-US" sz="1687" dirty="0">
                <a:solidFill>
                  <a:schemeClr val="tx1">
                    <a:lumMod val="75000"/>
                    <a:lumOff val="25000"/>
                  </a:schemeClr>
                </a:solidFill>
                <a:latin typeface="微软雅黑" pitchFamily="34" charset="-122"/>
                <a:ea typeface="微软雅黑" panose="020B0503020204020204" pitchFamily="34" charset="-122"/>
              </a:rPr>
              <a:t>输入你的文字输入你的文字 输入你的文字 输入你的文字 输入你的文字 输入你的文字 输入你的文字</a:t>
            </a:r>
          </a:p>
        </p:txBody>
      </p:sp>
      <p:sp>
        <p:nvSpPr>
          <p:cNvPr id="36" name="TextBox 34"/>
          <p:cNvSpPr txBox="1"/>
          <p:nvPr/>
        </p:nvSpPr>
        <p:spPr>
          <a:xfrm>
            <a:off x="1265335" y="2789542"/>
            <a:ext cx="3240182" cy="871201"/>
          </a:xfrm>
          <a:prstGeom prst="rect">
            <a:avLst/>
          </a:prstGeom>
          <a:noFill/>
          <a:ln>
            <a:noFill/>
            <a:prstDash val="sysDash"/>
          </a:ln>
        </p:spPr>
        <p:txBody>
          <a:bodyPr wrap="square" rtlCol="0">
            <a:spAutoFit/>
          </a:bodyPr>
          <a:lstStyle/>
          <a:p>
            <a:pPr algn="just"/>
            <a:r>
              <a:rPr lang="zh-CN" altLang="en-US" sz="1687" dirty="0">
                <a:solidFill>
                  <a:schemeClr val="tx1">
                    <a:lumMod val="75000"/>
                    <a:lumOff val="25000"/>
                  </a:schemeClr>
                </a:solidFill>
                <a:latin typeface="微软雅黑" pitchFamily="34" charset="-122"/>
                <a:ea typeface="微软雅黑" panose="020B0503020204020204" pitchFamily="34" charset="-122"/>
              </a:rPr>
              <a:t>输入你的文字输入你的文字 输入你的文字 输入你的文字 输入你的文字 输入你的文字</a:t>
            </a:r>
          </a:p>
        </p:txBody>
      </p:sp>
      <p:sp>
        <p:nvSpPr>
          <p:cNvPr id="37" name="TextBox 35"/>
          <p:cNvSpPr txBox="1"/>
          <p:nvPr/>
        </p:nvSpPr>
        <p:spPr>
          <a:xfrm>
            <a:off x="1265335" y="5036354"/>
            <a:ext cx="3240182" cy="1130822"/>
          </a:xfrm>
          <a:prstGeom prst="rect">
            <a:avLst/>
          </a:prstGeom>
          <a:noFill/>
          <a:ln>
            <a:noFill/>
            <a:prstDash val="sysDash"/>
          </a:ln>
        </p:spPr>
        <p:txBody>
          <a:bodyPr wrap="square" rtlCol="0">
            <a:spAutoFit/>
          </a:bodyPr>
          <a:lstStyle/>
          <a:p>
            <a:pPr algn="just"/>
            <a:r>
              <a:rPr lang="zh-CN" altLang="en-US" sz="1687" dirty="0">
                <a:solidFill>
                  <a:schemeClr val="tx1">
                    <a:lumMod val="75000"/>
                    <a:lumOff val="25000"/>
                  </a:schemeClr>
                </a:solidFill>
                <a:latin typeface="微软雅黑" pitchFamily="34" charset="-122"/>
                <a:ea typeface="微软雅黑" panose="020B0503020204020204" pitchFamily="34" charset="-122"/>
              </a:rPr>
              <a:t>输入你的文字输入你的文字 输入你的文字 输入你的文字 输入你的文字 输入你的文字 输入你的文字</a:t>
            </a:r>
          </a:p>
        </p:txBody>
      </p:sp>
      <p:sp>
        <p:nvSpPr>
          <p:cNvPr id="38" name="矩形 37"/>
          <p:cNvSpPr/>
          <p:nvPr/>
        </p:nvSpPr>
        <p:spPr>
          <a:xfrm>
            <a:off x="1265334" y="2313475"/>
            <a:ext cx="3138927" cy="438582"/>
          </a:xfrm>
          <a:prstGeom prst="rect">
            <a:avLst/>
          </a:prstGeom>
          <a:noFill/>
          <a:ln>
            <a:noFill/>
          </a:ln>
        </p:spPr>
        <p:txBody>
          <a:bodyPr wrap="square">
            <a:spAutoFit/>
          </a:bodyPr>
          <a:lstStyle/>
          <a:p>
            <a:r>
              <a:rPr lang="zh-CN" altLang="en-US" sz="2250" dirty="0">
                <a:solidFill>
                  <a:schemeClr val="tx1">
                    <a:lumMod val="75000"/>
                    <a:lumOff val="25000"/>
                  </a:schemeClr>
                </a:solidFill>
                <a:latin typeface="微软雅黑" panose="020B0503020204020204" pitchFamily="34" charset="-122"/>
                <a:ea typeface="微软雅黑" panose="020B0503020204020204" pitchFamily="34" charset="-122"/>
              </a:rPr>
              <a:t>这里添加标题</a:t>
            </a:r>
          </a:p>
        </p:txBody>
      </p:sp>
      <p:sp>
        <p:nvSpPr>
          <p:cNvPr id="39" name="矩形 38"/>
          <p:cNvSpPr/>
          <p:nvPr/>
        </p:nvSpPr>
        <p:spPr>
          <a:xfrm>
            <a:off x="1265334" y="4564381"/>
            <a:ext cx="3138927" cy="438582"/>
          </a:xfrm>
          <a:prstGeom prst="rect">
            <a:avLst/>
          </a:prstGeom>
          <a:noFill/>
          <a:ln>
            <a:noFill/>
          </a:ln>
        </p:spPr>
        <p:txBody>
          <a:bodyPr wrap="square">
            <a:spAutoFit/>
          </a:bodyPr>
          <a:lstStyle/>
          <a:p>
            <a:r>
              <a:rPr lang="zh-CN" altLang="en-US" sz="2250" dirty="0">
                <a:solidFill>
                  <a:schemeClr val="tx1">
                    <a:lumMod val="75000"/>
                    <a:lumOff val="25000"/>
                  </a:schemeClr>
                </a:solidFill>
                <a:latin typeface="微软雅黑" panose="020B0503020204020204" pitchFamily="34" charset="-122"/>
                <a:ea typeface="微软雅黑" panose="020B0503020204020204" pitchFamily="34" charset="-122"/>
              </a:rPr>
              <a:t>这里添加标题</a:t>
            </a:r>
          </a:p>
        </p:txBody>
      </p:sp>
      <p:sp>
        <p:nvSpPr>
          <p:cNvPr id="40" name="矩形 39"/>
          <p:cNvSpPr/>
          <p:nvPr/>
        </p:nvSpPr>
        <p:spPr>
          <a:xfrm>
            <a:off x="9770813" y="2313475"/>
            <a:ext cx="2126370" cy="438582"/>
          </a:xfrm>
          <a:prstGeom prst="rect">
            <a:avLst/>
          </a:prstGeom>
          <a:noFill/>
          <a:ln>
            <a:noFill/>
          </a:ln>
        </p:spPr>
        <p:txBody>
          <a:bodyPr wrap="square">
            <a:spAutoFit/>
          </a:bodyPr>
          <a:lstStyle/>
          <a:p>
            <a:r>
              <a:rPr lang="zh-CN" altLang="en-US" sz="2250" dirty="0">
                <a:solidFill>
                  <a:schemeClr val="tx1">
                    <a:lumMod val="75000"/>
                    <a:lumOff val="25000"/>
                  </a:schemeClr>
                </a:solidFill>
                <a:latin typeface="微软雅黑" panose="020B0503020204020204" pitchFamily="34" charset="-122"/>
                <a:ea typeface="微软雅黑" panose="020B0503020204020204" pitchFamily="34" charset="-122"/>
              </a:rPr>
              <a:t>这里添加标题</a:t>
            </a:r>
          </a:p>
        </p:txBody>
      </p:sp>
      <p:sp>
        <p:nvSpPr>
          <p:cNvPr id="41" name="矩形 40"/>
          <p:cNvSpPr/>
          <p:nvPr/>
        </p:nvSpPr>
        <p:spPr>
          <a:xfrm>
            <a:off x="9770813" y="4564381"/>
            <a:ext cx="2126370" cy="438582"/>
          </a:xfrm>
          <a:prstGeom prst="rect">
            <a:avLst/>
          </a:prstGeom>
          <a:noFill/>
          <a:ln>
            <a:noFill/>
          </a:ln>
        </p:spPr>
        <p:txBody>
          <a:bodyPr wrap="square">
            <a:spAutoFit/>
          </a:bodyPr>
          <a:lstStyle/>
          <a:p>
            <a:r>
              <a:rPr lang="zh-CN" altLang="en-US" sz="2250" dirty="0">
                <a:solidFill>
                  <a:schemeClr val="tx1">
                    <a:lumMod val="75000"/>
                    <a:lumOff val="25000"/>
                  </a:schemeClr>
                </a:solidFill>
                <a:latin typeface="微软雅黑" panose="020B0503020204020204" pitchFamily="34" charset="-122"/>
                <a:ea typeface="微软雅黑" panose="020B0503020204020204" pitchFamily="34" charset="-122"/>
              </a:rPr>
              <a:t>这里添加标题</a:t>
            </a:r>
          </a:p>
        </p:txBody>
      </p:sp>
      <p:sp>
        <p:nvSpPr>
          <p:cNvPr id="42" name="TextBox 30"/>
          <p:cNvSpPr txBox="1"/>
          <p:nvPr/>
        </p:nvSpPr>
        <p:spPr>
          <a:xfrm>
            <a:off x="5996495" y="3660265"/>
            <a:ext cx="906017" cy="957826"/>
          </a:xfrm>
          <a:prstGeom prst="rect">
            <a:avLst/>
          </a:prstGeom>
          <a:noFill/>
        </p:spPr>
        <p:txBody>
          <a:bodyPr wrap="none" rtlCol="0">
            <a:spAutoFit/>
          </a:bodyPr>
          <a:lstStyle/>
          <a:p>
            <a:r>
              <a:rPr lang="zh-CN" altLang="en-US" sz="2812" dirty="0">
                <a:solidFill>
                  <a:schemeClr val="bg1"/>
                </a:solidFill>
                <a:latin typeface="微软雅黑" panose="020B0503020204020204" pitchFamily="34" charset="-122"/>
                <a:ea typeface="微软雅黑" panose="020B0503020204020204" pitchFamily="34" charset="-122"/>
              </a:rPr>
              <a:t>插入</a:t>
            </a:r>
            <a:endParaRPr lang="en-US" altLang="zh-CN" sz="2812" dirty="0">
              <a:solidFill>
                <a:schemeClr val="bg1"/>
              </a:solidFill>
              <a:latin typeface="微软雅黑" panose="020B0503020204020204" pitchFamily="34" charset="-122"/>
              <a:ea typeface="微软雅黑" panose="020B0503020204020204" pitchFamily="34" charset="-122"/>
            </a:endParaRPr>
          </a:p>
          <a:p>
            <a:r>
              <a:rPr lang="zh-CN" altLang="en-US" sz="2812" dirty="0">
                <a:solidFill>
                  <a:schemeClr val="bg1"/>
                </a:solidFill>
                <a:latin typeface="微软雅黑" panose="020B0503020204020204" pitchFamily="34" charset="-122"/>
                <a:ea typeface="微软雅黑" panose="020B0503020204020204" pitchFamily="34" charset="-122"/>
              </a:rPr>
              <a:t>标签</a:t>
            </a:r>
          </a:p>
        </p:txBody>
      </p:sp>
    </p:spTree>
    <p:extLst>
      <p:ext uri="{BB962C8B-B14F-4D97-AF65-F5344CB8AC3E}">
        <p14:creationId xmlns:p14="http://schemas.microsoft.com/office/powerpoint/2010/main" val="1120922751"/>
      </p:ext>
    </p:extLst>
  </p:cSld>
  <p:clrMapOvr>
    <a:masterClrMapping/>
  </p:clrMapOvr>
  <mc:AlternateContent xmlns:mc="http://schemas.openxmlformats.org/markup-compatibility/2006" xmlns:p14="http://schemas.microsoft.com/office/powerpoint/2010/main">
    <mc:Choice Requires="p14">
      <p:transition spd="slow" p14:dur="1250" advTm="0">
        <p14:switch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par>
                                <p:cTn id="18" presetID="49" presetClass="entr" presetSubtype="0" decel="100000" fill="hold" nodeType="withEffect">
                                  <p:stCondLst>
                                    <p:cond delay="500"/>
                                  </p:stCondLst>
                                  <p:childTnLst>
                                    <p:set>
                                      <p:cBhvr>
                                        <p:cTn id="19" dur="1" fill="hold">
                                          <p:stCondLst>
                                            <p:cond delay="0"/>
                                          </p:stCondLst>
                                        </p:cTn>
                                        <p:tgtEl>
                                          <p:spTgt spid="11"/>
                                        </p:tgtEl>
                                        <p:attrNameLst>
                                          <p:attrName>style.visibility</p:attrName>
                                        </p:attrNameLst>
                                      </p:cBhvr>
                                      <p:to>
                                        <p:strVal val="visible"/>
                                      </p:to>
                                    </p:set>
                                    <p:anim calcmode="lin" valueType="num">
                                      <p:cBhvr>
                                        <p:cTn id="20" dur="500" fill="hold"/>
                                        <p:tgtEl>
                                          <p:spTgt spid="11"/>
                                        </p:tgtEl>
                                        <p:attrNameLst>
                                          <p:attrName>ppt_w</p:attrName>
                                        </p:attrNameLst>
                                      </p:cBhvr>
                                      <p:tavLst>
                                        <p:tav tm="0">
                                          <p:val>
                                            <p:fltVal val="0"/>
                                          </p:val>
                                        </p:tav>
                                        <p:tav tm="100000">
                                          <p:val>
                                            <p:strVal val="#ppt_w"/>
                                          </p:val>
                                        </p:tav>
                                      </p:tavLst>
                                    </p:anim>
                                    <p:anim calcmode="lin" valueType="num">
                                      <p:cBhvr>
                                        <p:cTn id="21" dur="500" fill="hold"/>
                                        <p:tgtEl>
                                          <p:spTgt spid="11"/>
                                        </p:tgtEl>
                                        <p:attrNameLst>
                                          <p:attrName>ppt_h</p:attrName>
                                        </p:attrNameLst>
                                      </p:cBhvr>
                                      <p:tavLst>
                                        <p:tav tm="0">
                                          <p:val>
                                            <p:fltVal val="0"/>
                                          </p:val>
                                        </p:tav>
                                        <p:tav tm="100000">
                                          <p:val>
                                            <p:strVal val="#ppt_h"/>
                                          </p:val>
                                        </p:tav>
                                      </p:tavLst>
                                    </p:anim>
                                    <p:anim calcmode="lin" valueType="num">
                                      <p:cBhvr>
                                        <p:cTn id="22" dur="500" fill="hold"/>
                                        <p:tgtEl>
                                          <p:spTgt spid="11"/>
                                        </p:tgtEl>
                                        <p:attrNameLst>
                                          <p:attrName>style.rotation</p:attrName>
                                        </p:attrNameLst>
                                      </p:cBhvr>
                                      <p:tavLst>
                                        <p:tav tm="0">
                                          <p:val>
                                            <p:fltVal val="360"/>
                                          </p:val>
                                        </p:tav>
                                        <p:tav tm="100000">
                                          <p:val>
                                            <p:fltVal val="0"/>
                                          </p:val>
                                        </p:tav>
                                      </p:tavLst>
                                    </p:anim>
                                    <p:animEffect transition="in" filter="fade">
                                      <p:cBhvr>
                                        <p:cTn id="23" dur="500"/>
                                        <p:tgtEl>
                                          <p:spTgt spid="11"/>
                                        </p:tgtEl>
                                      </p:cBhvr>
                                    </p:animEffect>
                                  </p:childTnLst>
                                </p:cTn>
                              </p:par>
                              <p:par>
                                <p:cTn id="24" presetID="53" presetClass="entr" presetSubtype="16" fill="hold" nodeType="withEffect">
                                  <p:stCondLst>
                                    <p:cond delay="1000"/>
                                  </p:stCondLst>
                                  <p:childTnLst>
                                    <p:set>
                                      <p:cBhvr>
                                        <p:cTn id="25" dur="1" fill="hold">
                                          <p:stCondLst>
                                            <p:cond delay="0"/>
                                          </p:stCondLst>
                                        </p:cTn>
                                        <p:tgtEl>
                                          <p:spTgt spid="18"/>
                                        </p:tgtEl>
                                        <p:attrNameLst>
                                          <p:attrName>style.visibility</p:attrName>
                                        </p:attrNameLst>
                                      </p:cBhvr>
                                      <p:to>
                                        <p:strVal val="visible"/>
                                      </p:to>
                                    </p:set>
                                    <p:anim calcmode="lin" valueType="num">
                                      <p:cBhvr>
                                        <p:cTn id="26" dur="500" fill="hold"/>
                                        <p:tgtEl>
                                          <p:spTgt spid="18"/>
                                        </p:tgtEl>
                                        <p:attrNameLst>
                                          <p:attrName>ppt_w</p:attrName>
                                        </p:attrNameLst>
                                      </p:cBhvr>
                                      <p:tavLst>
                                        <p:tav tm="0">
                                          <p:val>
                                            <p:fltVal val="0"/>
                                          </p:val>
                                        </p:tav>
                                        <p:tav tm="100000">
                                          <p:val>
                                            <p:strVal val="#ppt_w"/>
                                          </p:val>
                                        </p:tav>
                                      </p:tavLst>
                                    </p:anim>
                                    <p:anim calcmode="lin" valueType="num">
                                      <p:cBhvr>
                                        <p:cTn id="27" dur="500" fill="hold"/>
                                        <p:tgtEl>
                                          <p:spTgt spid="18"/>
                                        </p:tgtEl>
                                        <p:attrNameLst>
                                          <p:attrName>ppt_h</p:attrName>
                                        </p:attrNameLst>
                                      </p:cBhvr>
                                      <p:tavLst>
                                        <p:tav tm="0">
                                          <p:val>
                                            <p:fltVal val="0"/>
                                          </p:val>
                                        </p:tav>
                                        <p:tav tm="100000">
                                          <p:val>
                                            <p:strVal val="#ppt_h"/>
                                          </p:val>
                                        </p:tav>
                                      </p:tavLst>
                                    </p:anim>
                                    <p:animEffect transition="in" filter="fade">
                                      <p:cBhvr>
                                        <p:cTn id="28" dur="500"/>
                                        <p:tgtEl>
                                          <p:spTgt spid="18"/>
                                        </p:tgtEl>
                                      </p:cBhvr>
                                    </p:animEffect>
                                  </p:childTnLst>
                                </p:cTn>
                              </p:par>
                              <p:par>
                                <p:cTn id="29" presetID="53" presetClass="entr" presetSubtype="16" fill="hold" nodeType="withEffect">
                                  <p:stCondLst>
                                    <p:cond delay="100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Effect transition="in" filter="fade">
                                      <p:cBhvr>
                                        <p:cTn id="33" dur="500"/>
                                        <p:tgtEl>
                                          <p:spTgt spid="31"/>
                                        </p:tgtEl>
                                      </p:cBhvr>
                                    </p:animEffect>
                                  </p:childTnLst>
                                </p:cTn>
                              </p:par>
                              <p:par>
                                <p:cTn id="34" presetID="53" presetClass="entr" presetSubtype="16" fill="hold" nodeType="withEffect">
                                  <p:stCondLst>
                                    <p:cond delay="1000"/>
                                  </p:stCondLst>
                                  <p:childTnLst>
                                    <p:set>
                                      <p:cBhvr>
                                        <p:cTn id="35" dur="1" fill="hold">
                                          <p:stCondLst>
                                            <p:cond delay="0"/>
                                          </p:stCondLst>
                                        </p:cTn>
                                        <p:tgtEl>
                                          <p:spTgt spid="28"/>
                                        </p:tgtEl>
                                        <p:attrNameLst>
                                          <p:attrName>style.visibility</p:attrName>
                                        </p:attrNameLst>
                                      </p:cBhvr>
                                      <p:to>
                                        <p:strVal val="visible"/>
                                      </p:to>
                                    </p:set>
                                    <p:anim calcmode="lin" valueType="num">
                                      <p:cBhvr>
                                        <p:cTn id="36" dur="500" fill="hold"/>
                                        <p:tgtEl>
                                          <p:spTgt spid="28"/>
                                        </p:tgtEl>
                                        <p:attrNameLst>
                                          <p:attrName>ppt_w</p:attrName>
                                        </p:attrNameLst>
                                      </p:cBhvr>
                                      <p:tavLst>
                                        <p:tav tm="0">
                                          <p:val>
                                            <p:fltVal val="0"/>
                                          </p:val>
                                        </p:tav>
                                        <p:tav tm="100000">
                                          <p:val>
                                            <p:strVal val="#ppt_w"/>
                                          </p:val>
                                        </p:tav>
                                      </p:tavLst>
                                    </p:anim>
                                    <p:anim calcmode="lin" valueType="num">
                                      <p:cBhvr>
                                        <p:cTn id="37" dur="500" fill="hold"/>
                                        <p:tgtEl>
                                          <p:spTgt spid="28"/>
                                        </p:tgtEl>
                                        <p:attrNameLst>
                                          <p:attrName>ppt_h</p:attrName>
                                        </p:attrNameLst>
                                      </p:cBhvr>
                                      <p:tavLst>
                                        <p:tav tm="0">
                                          <p:val>
                                            <p:fltVal val="0"/>
                                          </p:val>
                                        </p:tav>
                                        <p:tav tm="100000">
                                          <p:val>
                                            <p:strVal val="#ppt_h"/>
                                          </p:val>
                                        </p:tav>
                                      </p:tavLst>
                                    </p:anim>
                                    <p:animEffect transition="in" filter="fade">
                                      <p:cBhvr>
                                        <p:cTn id="38" dur="500"/>
                                        <p:tgtEl>
                                          <p:spTgt spid="28"/>
                                        </p:tgtEl>
                                      </p:cBhvr>
                                    </p:animEffect>
                                  </p:childTnLst>
                                </p:cTn>
                              </p:par>
                              <p:par>
                                <p:cTn id="39" presetID="53" presetClass="entr" presetSubtype="16" fill="hold" nodeType="withEffect">
                                  <p:stCondLst>
                                    <p:cond delay="1000"/>
                                  </p:stCondLst>
                                  <p:childTnLst>
                                    <p:set>
                                      <p:cBhvr>
                                        <p:cTn id="40" dur="1" fill="hold">
                                          <p:stCondLst>
                                            <p:cond delay="0"/>
                                          </p:stCondLst>
                                        </p:cTn>
                                        <p:tgtEl>
                                          <p:spTgt spid="23"/>
                                        </p:tgtEl>
                                        <p:attrNameLst>
                                          <p:attrName>style.visibility</p:attrName>
                                        </p:attrNameLst>
                                      </p:cBhvr>
                                      <p:to>
                                        <p:strVal val="visible"/>
                                      </p:to>
                                    </p:set>
                                    <p:anim calcmode="lin" valueType="num">
                                      <p:cBhvr>
                                        <p:cTn id="41" dur="500" fill="hold"/>
                                        <p:tgtEl>
                                          <p:spTgt spid="23"/>
                                        </p:tgtEl>
                                        <p:attrNameLst>
                                          <p:attrName>ppt_w</p:attrName>
                                        </p:attrNameLst>
                                      </p:cBhvr>
                                      <p:tavLst>
                                        <p:tav tm="0">
                                          <p:val>
                                            <p:fltVal val="0"/>
                                          </p:val>
                                        </p:tav>
                                        <p:tav tm="100000">
                                          <p:val>
                                            <p:strVal val="#ppt_w"/>
                                          </p:val>
                                        </p:tav>
                                      </p:tavLst>
                                    </p:anim>
                                    <p:anim calcmode="lin" valueType="num">
                                      <p:cBhvr>
                                        <p:cTn id="42" dur="500" fill="hold"/>
                                        <p:tgtEl>
                                          <p:spTgt spid="23"/>
                                        </p:tgtEl>
                                        <p:attrNameLst>
                                          <p:attrName>ppt_h</p:attrName>
                                        </p:attrNameLst>
                                      </p:cBhvr>
                                      <p:tavLst>
                                        <p:tav tm="0">
                                          <p:val>
                                            <p:fltVal val="0"/>
                                          </p:val>
                                        </p:tav>
                                        <p:tav tm="100000">
                                          <p:val>
                                            <p:strVal val="#ppt_h"/>
                                          </p:val>
                                        </p:tav>
                                      </p:tavLst>
                                    </p:anim>
                                    <p:animEffect transition="in" filter="fade">
                                      <p:cBhvr>
                                        <p:cTn id="43" dur="500"/>
                                        <p:tgtEl>
                                          <p:spTgt spid="23"/>
                                        </p:tgtEl>
                                      </p:cBhvr>
                                    </p:animEffect>
                                  </p:childTnLst>
                                </p:cTn>
                              </p:par>
                              <p:par>
                                <p:cTn id="44" presetID="53" presetClass="entr" presetSubtype="16" fill="hold" grpId="0" nodeType="withEffect">
                                  <p:stCondLst>
                                    <p:cond delay="1000"/>
                                  </p:stCondLst>
                                  <p:childTnLst>
                                    <p:set>
                                      <p:cBhvr>
                                        <p:cTn id="45" dur="1" fill="hold">
                                          <p:stCondLst>
                                            <p:cond delay="0"/>
                                          </p:stCondLst>
                                        </p:cTn>
                                        <p:tgtEl>
                                          <p:spTgt spid="42"/>
                                        </p:tgtEl>
                                        <p:attrNameLst>
                                          <p:attrName>style.visibility</p:attrName>
                                        </p:attrNameLst>
                                      </p:cBhvr>
                                      <p:to>
                                        <p:strVal val="visible"/>
                                      </p:to>
                                    </p:set>
                                    <p:anim calcmode="lin" valueType="num">
                                      <p:cBhvr>
                                        <p:cTn id="46" dur="500" fill="hold"/>
                                        <p:tgtEl>
                                          <p:spTgt spid="42"/>
                                        </p:tgtEl>
                                        <p:attrNameLst>
                                          <p:attrName>ppt_w</p:attrName>
                                        </p:attrNameLst>
                                      </p:cBhvr>
                                      <p:tavLst>
                                        <p:tav tm="0">
                                          <p:val>
                                            <p:fltVal val="0"/>
                                          </p:val>
                                        </p:tav>
                                        <p:tav tm="100000">
                                          <p:val>
                                            <p:strVal val="#ppt_w"/>
                                          </p:val>
                                        </p:tav>
                                      </p:tavLst>
                                    </p:anim>
                                    <p:anim calcmode="lin" valueType="num">
                                      <p:cBhvr>
                                        <p:cTn id="47" dur="500" fill="hold"/>
                                        <p:tgtEl>
                                          <p:spTgt spid="42"/>
                                        </p:tgtEl>
                                        <p:attrNameLst>
                                          <p:attrName>ppt_h</p:attrName>
                                        </p:attrNameLst>
                                      </p:cBhvr>
                                      <p:tavLst>
                                        <p:tav tm="0">
                                          <p:val>
                                            <p:fltVal val="0"/>
                                          </p:val>
                                        </p:tav>
                                        <p:tav tm="100000">
                                          <p:val>
                                            <p:strVal val="#ppt_h"/>
                                          </p:val>
                                        </p:tav>
                                      </p:tavLst>
                                    </p:anim>
                                    <p:animEffect transition="in" filter="fade">
                                      <p:cBhvr>
                                        <p:cTn id="48" dur="500"/>
                                        <p:tgtEl>
                                          <p:spTgt spid="42"/>
                                        </p:tgtEl>
                                      </p:cBhvr>
                                    </p:animEffect>
                                  </p:childTnLst>
                                </p:cTn>
                              </p:par>
                              <p:par>
                                <p:cTn id="49" presetID="22" presetClass="entr" presetSubtype="8" fill="hold" grpId="0" nodeType="withEffect">
                                  <p:stCondLst>
                                    <p:cond delay="175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par>
                                <p:cTn id="52" presetID="22" presetClass="entr" presetSubtype="8" fill="hold" grpId="0" nodeType="withEffect">
                                  <p:stCondLst>
                                    <p:cond delay="1750"/>
                                  </p:stCondLst>
                                  <p:childTnLst>
                                    <p:set>
                                      <p:cBhvr>
                                        <p:cTn id="53" dur="1" fill="hold">
                                          <p:stCondLst>
                                            <p:cond delay="0"/>
                                          </p:stCondLst>
                                        </p:cTn>
                                        <p:tgtEl>
                                          <p:spTgt spid="35"/>
                                        </p:tgtEl>
                                        <p:attrNameLst>
                                          <p:attrName>style.visibility</p:attrName>
                                        </p:attrNameLst>
                                      </p:cBhvr>
                                      <p:to>
                                        <p:strVal val="visible"/>
                                      </p:to>
                                    </p:set>
                                    <p:animEffect transition="in" filter="wipe(left)">
                                      <p:cBhvr>
                                        <p:cTn id="54" dur="500"/>
                                        <p:tgtEl>
                                          <p:spTgt spid="35"/>
                                        </p:tgtEl>
                                      </p:cBhvr>
                                    </p:animEffect>
                                  </p:childTnLst>
                                </p:cTn>
                              </p:par>
                              <p:par>
                                <p:cTn id="55" presetID="22" presetClass="entr" presetSubtype="8" fill="hold" grpId="0" nodeType="withEffect">
                                  <p:stCondLst>
                                    <p:cond delay="1750"/>
                                  </p:stCondLst>
                                  <p:childTnLst>
                                    <p:set>
                                      <p:cBhvr>
                                        <p:cTn id="56" dur="1" fill="hold">
                                          <p:stCondLst>
                                            <p:cond delay="0"/>
                                          </p:stCondLst>
                                        </p:cTn>
                                        <p:tgtEl>
                                          <p:spTgt spid="40"/>
                                        </p:tgtEl>
                                        <p:attrNameLst>
                                          <p:attrName>style.visibility</p:attrName>
                                        </p:attrNameLst>
                                      </p:cBhvr>
                                      <p:to>
                                        <p:strVal val="visible"/>
                                      </p:to>
                                    </p:set>
                                    <p:animEffect transition="in" filter="wipe(left)">
                                      <p:cBhvr>
                                        <p:cTn id="57" dur="500"/>
                                        <p:tgtEl>
                                          <p:spTgt spid="40"/>
                                        </p:tgtEl>
                                      </p:cBhvr>
                                    </p:animEffect>
                                  </p:childTnLst>
                                </p:cTn>
                              </p:par>
                              <p:par>
                                <p:cTn id="58" presetID="22" presetClass="entr" presetSubtype="8" fill="hold" grpId="0" nodeType="withEffect">
                                  <p:stCondLst>
                                    <p:cond delay="1750"/>
                                  </p:stCondLst>
                                  <p:childTnLst>
                                    <p:set>
                                      <p:cBhvr>
                                        <p:cTn id="59" dur="1" fill="hold">
                                          <p:stCondLst>
                                            <p:cond delay="0"/>
                                          </p:stCondLst>
                                        </p:cTn>
                                        <p:tgtEl>
                                          <p:spTgt spid="41"/>
                                        </p:tgtEl>
                                        <p:attrNameLst>
                                          <p:attrName>style.visibility</p:attrName>
                                        </p:attrNameLst>
                                      </p:cBhvr>
                                      <p:to>
                                        <p:strVal val="visible"/>
                                      </p:to>
                                    </p:set>
                                    <p:animEffect transition="in" filter="wipe(left)">
                                      <p:cBhvr>
                                        <p:cTn id="60" dur="500"/>
                                        <p:tgtEl>
                                          <p:spTgt spid="41"/>
                                        </p:tgtEl>
                                      </p:cBhvr>
                                    </p:animEffect>
                                  </p:childTnLst>
                                </p:cTn>
                              </p:par>
                              <p:par>
                                <p:cTn id="61" presetID="22" presetClass="entr" presetSubtype="2" fill="hold" grpId="0" nodeType="withEffect">
                                  <p:stCondLst>
                                    <p:cond delay="1750"/>
                                  </p:stCondLst>
                                  <p:childTnLst>
                                    <p:set>
                                      <p:cBhvr>
                                        <p:cTn id="62" dur="1" fill="hold">
                                          <p:stCondLst>
                                            <p:cond delay="0"/>
                                          </p:stCondLst>
                                        </p:cTn>
                                        <p:tgtEl>
                                          <p:spTgt spid="36"/>
                                        </p:tgtEl>
                                        <p:attrNameLst>
                                          <p:attrName>style.visibility</p:attrName>
                                        </p:attrNameLst>
                                      </p:cBhvr>
                                      <p:to>
                                        <p:strVal val="visible"/>
                                      </p:to>
                                    </p:set>
                                    <p:animEffect transition="in" filter="wipe(right)">
                                      <p:cBhvr>
                                        <p:cTn id="63" dur="500"/>
                                        <p:tgtEl>
                                          <p:spTgt spid="36"/>
                                        </p:tgtEl>
                                      </p:cBhvr>
                                    </p:animEffect>
                                  </p:childTnLst>
                                </p:cTn>
                              </p:par>
                              <p:par>
                                <p:cTn id="64" presetID="22" presetClass="entr" presetSubtype="2" fill="hold" grpId="0" nodeType="withEffect">
                                  <p:stCondLst>
                                    <p:cond delay="1750"/>
                                  </p:stCondLst>
                                  <p:childTnLst>
                                    <p:set>
                                      <p:cBhvr>
                                        <p:cTn id="65" dur="1" fill="hold">
                                          <p:stCondLst>
                                            <p:cond delay="0"/>
                                          </p:stCondLst>
                                        </p:cTn>
                                        <p:tgtEl>
                                          <p:spTgt spid="37"/>
                                        </p:tgtEl>
                                        <p:attrNameLst>
                                          <p:attrName>style.visibility</p:attrName>
                                        </p:attrNameLst>
                                      </p:cBhvr>
                                      <p:to>
                                        <p:strVal val="visible"/>
                                      </p:to>
                                    </p:set>
                                    <p:animEffect transition="in" filter="wipe(right)">
                                      <p:cBhvr>
                                        <p:cTn id="66" dur="500"/>
                                        <p:tgtEl>
                                          <p:spTgt spid="37"/>
                                        </p:tgtEl>
                                      </p:cBhvr>
                                    </p:animEffect>
                                  </p:childTnLst>
                                </p:cTn>
                              </p:par>
                              <p:par>
                                <p:cTn id="67" presetID="22" presetClass="entr" presetSubtype="2" fill="hold" grpId="0" nodeType="withEffect">
                                  <p:stCondLst>
                                    <p:cond delay="1750"/>
                                  </p:stCondLst>
                                  <p:childTnLst>
                                    <p:set>
                                      <p:cBhvr>
                                        <p:cTn id="68" dur="1" fill="hold">
                                          <p:stCondLst>
                                            <p:cond delay="0"/>
                                          </p:stCondLst>
                                        </p:cTn>
                                        <p:tgtEl>
                                          <p:spTgt spid="38"/>
                                        </p:tgtEl>
                                        <p:attrNameLst>
                                          <p:attrName>style.visibility</p:attrName>
                                        </p:attrNameLst>
                                      </p:cBhvr>
                                      <p:to>
                                        <p:strVal val="visible"/>
                                      </p:to>
                                    </p:set>
                                    <p:animEffect transition="in" filter="wipe(right)">
                                      <p:cBhvr>
                                        <p:cTn id="69" dur="500"/>
                                        <p:tgtEl>
                                          <p:spTgt spid="38"/>
                                        </p:tgtEl>
                                      </p:cBhvr>
                                    </p:animEffect>
                                  </p:childTnLst>
                                </p:cTn>
                              </p:par>
                              <p:par>
                                <p:cTn id="70" presetID="22" presetClass="entr" presetSubtype="2" fill="hold" grpId="0" nodeType="withEffect">
                                  <p:stCondLst>
                                    <p:cond delay="1750"/>
                                  </p:stCondLst>
                                  <p:childTnLst>
                                    <p:set>
                                      <p:cBhvr>
                                        <p:cTn id="71" dur="1" fill="hold">
                                          <p:stCondLst>
                                            <p:cond delay="0"/>
                                          </p:stCondLst>
                                        </p:cTn>
                                        <p:tgtEl>
                                          <p:spTgt spid="39"/>
                                        </p:tgtEl>
                                        <p:attrNameLst>
                                          <p:attrName>style.visibility</p:attrName>
                                        </p:attrNameLst>
                                      </p:cBhvr>
                                      <p:to>
                                        <p:strVal val="visible"/>
                                      </p:to>
                                    </p:set>
                                    <p:animEffect transition="in" filter="wipe(right)">
                                      <p:cBhvr>
                                        <p:cTn id="7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4" grpId="0"/>
      <p:bldP spid="35" grpId="0"/>
      <p:bldP spid="36" grpId="0"/>
      <p:bldP spid="37" grpId="0"/>
      <p:bldP spid="38" grpId="0"/>
      <p:bldP spid="39" grpId="0"/>
      <p:bldP spid="40" grpId="0"/>
      <p:bldP spid="41" grpId="0"/>
      <p:bldP spid="4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矩形 14"/>
          <p:cNvSpPr/>
          <p:nvPr/>
        </p:nvSpPr>
        <p:spPr>
          <a:xfrm flipV="1">
            <a:off x="357" y="3515071"/>
            <a:ext cx="4335184" cy="259145"/>
          </a:xfrm>
          <a:custGeom>
            <a:avLst/>
            <a:gdLst/>
            <a:ahLst/>
            <a:cxnLst/>
            <a:rect l="l" t="t" r="r" b="b"/>
            <a:pathLst>
              <a:path w="4571707" h="242218">
                <a:moveTo>
                  <a:pt x="0" y="242218"/>
                </a:moveTo>
                <a:lnTo>
                  <a:pt x="4571707" y="242218"/>
                </a:lnTo>
                <a:lnTo>
                  <a:pt x="4571707" y="0"/>
                </a:lnTo>
                <a:lnTo>
                  <a:pt x="0" y="0"/>
                </a:lnTo>
                <a:close/>
              </a:path>
            </a:pathLst>
          </a:custGeom>
          <a:solidFill>
            <a:srgbClr val="424A53"/>
          </a:solidFill>
          <a:ln>
            <a:solidFill>
              <a:srgbClr val="41514E"/>
            </a:solidFill>
          </a:ln>
        </p:spPr>
        <p:style>
          <a:lnRef idx="2">
            <a:schemeClr val="accent5">
              <a:shade val="50000"/>
            </a:schemeClr>
          </a:lnRef>
          <a:fillRef idx="1">
            <a:schemeClr val="accent5"/>
          </a:fillRef>
          <a:effectRef idx="0">
            <a:schemeClr val="accent5"/>
          </a:effectRef>
          <a:fontRef idx="minor">
            <a:schemeClr val="lt1"/>
          </a:fontRef>
        </p:style>
        <p:txBody>
          <a:bodyPr lIns="96435" tIns="48218" rIns="96435" bIns="48218" rtlCol="0" anchor="ctr"/>
          <a:lstStyle/>
          <a:p>
            <a:pPr algn="ctr"/>
            <a:endParaRPr lang="en-US">
              <a:solidFill>
                <a:schemeClr val="lt1"/>
              </a:solidFill>
            </a:endParaRPr>
          </a:p>
        </p:txBody>
      </p:sp>
      <p:grpSp>
        <p:nvGrpSpPr>
          <p:cNvPr id="12" name="组合 11"/>
          <p:cNvGrpSpPr/>
          <p:nvPr/>
        </p:nvGrpSpPr>
        <p:grpSpPr>
          <a:xfrm>
            <a:off x="3411391" y="3514501"/>
            <a:ext cx="1830824" cy="1829079"/>
            <a:chOff x="3225639" y="4543565"/>
            <a:chExt cx="1735762" cy="1734334"/>
          </a:xfrm>
        </p:grpSpPr>
        <p:sp>
          <p:nvSpPr>
            <p:cNvPr id="13" name="椭圆 12"/>
            <p:cNvSpPr/>
            <p:nvPr/>
          </p:nvSpPr>
          <p:spPr>
            <a:xfrm flipV="1">
              <a:off x="3225639" y="4543565"/>
              <a:ext cx="1735762" cy="1734334"/>
            </a:xfrm>
            <a:prstGeom prst="ellipse">
              <a:avLst/>
            </a:prstGeom>
            <a:solidFill>
              <a:srgbClr val="424A53"/>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solidFill>
                  <a:srgbClr val="414455"/>
                </a:solidFill>
                <a:latin typeface="微软雅黑" panose="020B0503020204020204" pitchFamily="34" charset="-122"/>
                <a:ea typeface="微软雅黑" panose="020B0503020204020204" pitchFamily="34" charset="-122"/>
              </a:endParaRPr>
            </a:p>
          </p:txBody>
        </p:sp>
        <p:sp>
          <p:nvSpPr>
            <p:cNvPr id="14" name="椭圆 13"/>
            <p:cNvSpPr/>
            <p:nvPr/>
          </p:nvSpPr>
          <p:spPr>
            <a:xfrm rot="10800000" flipV="1">
              <a:off x="3467830" y="4786206"/>
              <a:ext cx="1284515" cy="1284516"/>
            </a:xfrm>
            <a:prstGeom prst="ellipse">
              <a:avLst/>
            </a:prstGeom>
            <a:solidFill>
              <a:sysClr val="window" lastClr="FFFFFF"/>
            </a:solidFill>
            <a:ln w="25400" cap="flat" cmpd="sng" algn="ctr">
              <a:noFill/>
              <a:prstDash val="solid"/>
            </a:ln>
            <a:effectLst/>
          </p:spPr>
          <p:txBody>
            <a:bodyPr tIns="50622" anchor="ctr" anchorCtr="1"/>
            <a:lstStyle/>
            <a:p>
              <a:pPr lvl="0" algn="ctr">
                <a:defRPr/>
              </a:pPr>
              <a:r>
                <a:rPr lang="en-US" altLang="zh-CN" sz="4219" b="1" kern="0" dirty="0">
                  <a:solidFill>
                    <a:srgbClr val="414455"/>
                  </a:solidFill>
                  <a:latin typeface="微软雅黑" panose="020B0503020204020204" pitchFamily="34" charset="-122"/>
                  <a:ea typeface="微软雅黑" panose="020B0503020204020204" pitchFamily="34" charset="-122"/>
                </a:rPr>
                <a:t>02</a:t>
              </a:r>
              <a:endParaRPr lang="zh-CN" altLang="en-US" sz="4219" b="1" kern="0" dirty="0">
                <a:solidFill>
                  <a:srgbClr val="414455"/>
                </a:solidFill>
                <a:latin typeface="微软雅黑" panose="020B0503020204020204" pitchFamily="34" charset="-122"/>
                <a:ea typeface="微软雅黑" panose="020B0503020204020204" pitchFamily="34" charset="-122"/>
              </a:endParaRPr>
            </a:p>
          </p:txBody>
        </p:sp>
      </p:grpSp>
      <p:sp>
        <p:nvSpPr>
          <p:cNvPr id="15" name="矩形 14"/>
          <p:cNvSpPr/>
          <p:nvPr/>
        </p:nvSpPr>
        <p:spPr>
          <a:xfrm>
            <a:off x="353" y="2952159"/>
            <a:ext cx="7492345" cy="259145"/>
          </a:xfrm>
          <a:custGeom>
            <a:avLst/>
            <a:gdLst/>
            <a:ahLst/>
            <a:cxnLst/>
            <a:rect l="l" t="t" r="r" b="b"/>
            <a:pathLst>
              <a:path w="4571707" h="242218">
                <a:moveTo>
                  <a:pt x="0" y="0"/>
                </a:moveTo>
                <a:lnTo>
                  <a:pt x="4571707" y="0"/>
                </a:lnTo>
                <a:lnTo>
                  <a:pt x="4571707" y="242218"/>
                </a:lnTo>
                <a:lnTo>
                  <a:pt x="0" y="242218"/>
                </a:lnTo>
                <a:close/>
              </a:path>
            </a:pathLst>
          </a:custGeom>
          <a:solidFill>
            <a:srgbClr val="DD1C3E"/>
          </a:solidFill>
          <a:ln>
            <a:noFill/>
          </a:ln>
        </p:spPr>
        <p:style>
          <a:lnRef idx="2">
            <a:schemeClr val="accent6">
              <a:shade val="50000"/>
            </a:schemeClr>
          </a:lnRef>
          <a:fillRef idx="1">
            <a:schemeClr val="accent6"/>
          </a:fillRef>
          <a:effectRef idx="0">
            <a:schemeClr val="accent6"/>
          </a:effectRef>
          <a:fontRef idx="minor">
            <a:schemeClr val="lt1"/>
          </a:fontRef>
        </p:style>
        <p:txBody>
          <a:bodyPr lIns="96435" tIns="48218" rIns="96435" bIns="48218" rtlCol="0" anchor="ctr"/>
          <a:lstStyle/>
          <a:p>
            <a:pPr algn="ctr"/>
            <a:endParaRPr lang="en-US">
              <a:solidFill>
                <a:schemeClr val="lt1"/>
              </a:solidFill>
            </a:endParaRPr>
          </a:p>
        </p:txBody>
      </p:sp>
      <p:grpSp>
        <p:nvGrpSpPr>
          <p:cNvPr id="16" name="组合 15"/>
          <p:cNvGrpSpPr/>
          <p:nvPr/>
        </p:nvGrpSpPr>
        <p:grpSpPr>
          <a:xfrm>
            <a:off x="6467150" y="1388700"/>
            <a:ext cx="1830824" cy="1830587"/>
            <a:chOff x="6131016" y="674750"/>
            <a:chExt cx="1735762" cy="1735763"/>
          </a:xfrm>
        </p:grpSpPr>
        <p:sp>
          <p:nvSpPr>
            <p:cNvPr id="17" name="椭圆 16"/>
            <p:cNvSpPr/>
            <p:nvPr/>
          </p:nvSpPr>
          <p:spPr>
            <a:xfrm>
              <a:off x="6131016" y="674750"/>
              <a:ext cx="1735762" cy="1735763"/>
            </a:xfrm>
            <a:prstGeom prst="ellipse">
              <a:avLst/>
            </a:prstGeom>
            <a:solidFill>
              <a:srgbClr val="DD1C3E"/>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a:solidFill>
                  <a:srgbClr val="414455"/>
                </a:solidFill>
                <a:latin typeface="微软雅黑" panose="020B0503020204020204" pitchFamily="34" charset="-122"/>
                <a:ea typeface="微软雅黑" panose="020B0503020204020204" pitchFamily="34" charset="-122"/>
              </a:endParaRPr>
            </a:p>
          </p:txBody>
        </p:sp>
        <p:sp>
          <p:nvSpPr>
            <p:cNvPr id="18" name="椭圆 17"/>
            <p:cNvSpPr/>
            <p:nvPr/>
          </p:nvSpPr>
          <p:spPr>
            <a:xfrm>
              <a:off x="6373207" y="882392"/>
              <a:ext cx="1284515" cy="1284516"/>
            </a:xfrm>
            <a:prstGeom prst="ellipse">
              <a:avLst/>
            </a:prstGeom>
            <a:solidFill>
              <a:sysClr val="window" lastClr="FFFFFF"/>
            </a:solidFill>
            <a:ln w="25400" cap="flat" cmpd="sng" algn="ctr">
              <a:noFill/>
              <a:prstDash val="solid"/>
            </a:ln>
            <a:effectLst/>
          </p:spPr>
          <p:txBody>
            <a:bodyPr tIns="50622" anchor="ctr"/>
            <a:lstStyle/>
            <a:p>
              <a:pPr lvl="0" algn="ctr">
                <a:defRPr/>
              </a:pPr>
              <a:r>
                <a:rPr lang="en-US" altLang="zh-CN" sz="4219" b="1" kern="0" dirty="0">
                  <a:solidFill>
                    <a:srgbClr val="414455"/>
                  </a:solidFill>
                  <a:latin typeface="微软雅黑" panose="020B0503020204020204" pitchFamily="34" charset="-122"/>
                  <a:ea typeface="微软雅黑" panose="020B0503020204020204" pitchFamily="34" charset="-122"/>
                </a:rPr>
                <a:t>01</a:t>
              </a:r>
              <a:endParaRPr lang="zh-CN" altLang="en-US" sz="4219" b="1" kern="0" dirty="0">
                <a:solidFill>
                  <a:srgbClr val="414455"/>
                </a:solidFill>
                <a:latin typeface="微软雅黑" panose="020B0503020204020204" pitchFamily="34" charset="-122"/>
                <a:ea typeface="微软雅黑" panose="020B0503020204020204" pitchFamily="34" charset="-122"/>
              </a:endParaRPr>
            </a:p>
          </p:txBody>
        </p:sp>
      </p:grpSp>
      <p:sp>
        <p:nvSpPr>
          <p:cNvPr id="19" name="矩形 14"/>
          <p:cNvSpPr/>
          <p:nvPr/>
        </p:nvSpPr>
        <p:spPr>
          <a:xfrm flipV="1">
            <a:off x="6429380" y="3515071"/>
            <a:ext cx="6430871" cy="259145"/>
          </a:xfrm>
          <a:custGeom>
            <a:avLst/>
            <a:gdLst/>
            <a:ahLst/>
            <a:cxnLst/>
            <a:rect l="l" t="t" r="r" b="b"/>
            <a:pathLst>
              <a:path w="4571707" h="242218">
                <a:moveTo>
                  <a:pt x="0" y="242218"/>
                </a:moveTo>
                <a:lnTo>
                  <a:pt x="4571707" y="242218"/>
                </a:lnTo>
                <a:lnTo>
                  <a:pt x="4571707" y="0"/>
                </a:lnTo>
                <a:lnTo>
                  <a:pt x="0" y="0"/>
                </a:lnTo>
                <a:close/>
              </a:path>
            </a:pathLst>
          </a:custGeom>
          <a:solidFill>
            <a:srgbClr val="424A53"/>
          </a:solidFill>
          <a:ln>
            <a:noFill/>
          </a:ln>
        </p:spPr>
        <p:style>
          <a:lnRef idx="2">
            <a:schemeClr val="dk1">
              <a:shade val="50000"/>
            </a:schemeClr>
          </a:lnRef>
          <a:fillRef idx="1">
            <a:schemeClr val="dk1"/>
          </a:fillRef>
          <a:effectRef idx="0">
            <a:schemeClr val="dk1"/>
          </a:effectRef>
          <a:fontRef idx="minor">
            <a:schemeClr val="lt1"/>
          </a:fontRef>
        </p:style>
        <p:txBody>
          <a:bodyPr lIns="96435" tIns="48218" rIns="96435" bIns="48218" rtlCol="0" anchor="ctr"/>
          <a:lstStyle/>
          <a:p>
            <a:pPr algn="ctr"/>
            <a:endParaRPr lang="en-US">
              <a:solidFill>
                <a:schemeClr val="lt1"/>
              </a:solidFill>
            </a:endParaRPr>
          </a:p>
        </p:txBody>
      </p:sp>
      <p:grpSp>
        <p:nvGrpSpPr>
          <p:cNvPr id="20" name="组合 19"/>
          <p:cNvGrpSpPr/>
          <p:nvPr/>
        </p:nvGrpSpPr>
        <p:grpSpPr>
          <a:xfrm>
            <a:off x="5513966" y="3514501"/>
            <a:ext cx="1830824" cy="1829079"/>
            <a:chOff x="5227325" y="4543565"/>
            <a:chExt cx="1735762" cy="1734334"/>
          </a:xfrm>
        </p:grpSpPr>
        <p:sp>
          <p:nvSpPr>
            <p:cNvPr id="21" name="椭圆 20"/>
            <p:cNvSpPr/>
            <p:nvPr/>
          </p:nvSpPr>
          <p:spPr>
            <a:xfrm flipV="1">
              <a:off x="5227325" y="4543565"/>
              <a:ext cx="1735762" cy="1734334"/>
            </a:xfrm>
            <a:prstGeom prst="ellipse">
              <a:avLst/>
            </a:prstGeom>
            <a:solidFill>
              <a:srgbClr val="424A53"/>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srgbClr val="414455"/>
                </a:solidFill>
                <a:latin typeface="微软雅黑" panose="020B0503020204020204" pitchFamily="34" charset="-122"/>
                <a:ea typeface="微软雅黑" panose="020B0503020204020204" pitchFamily="34" charset="-122"/>
              </a:endParaRPr>
            </a:p>
          </p:txBody>
        </p:sp>
        <p:sp>
          <p:nvSpPr>
            <p:cNvPr id="22" name="椭圆 21"/>
            <p:cNvSpPr/>
            <p:nvPr/>
          </p:nvSpPr>
          <p:spPr>
            <a:xfrm rot="10800000" flipV="1">
              <a:off x="5469516" y="4786206"/>
              <a:ext cx="1284515" cy="1284516"/>
            </a:xfrm>
            <a:prstGeom prst="ellipse">
              <a:avLst/>
            </a:prstGeom>
            <a:solidFill>
              <a:sysClr val="window" lastClr="FFFFFF"/>
            </a:solidFill>
            <a:ln w="25400" cap="flat" cmpd="sng" algn="ctr">
              <a:noFill/>
              <a:prstDash val="solid"/>
            </a:ln>
            <a:effectLst/>
          </p:spPr>
          <p:txBody>
            <a:bodyPr tIns="50622" anchor="ctr"/>
            <a:lstStyle/>
            <a:p>
              <a:pPr lvl="0" algn="ctr">
                <a:defRPr/>
              </a:pPr>
              <a:r>
                <a:rPr lang="en-US" altLang="zh-CN" sz="4219" b="1" kern="0">
                  <a:solidFill>
                    <a:srgbClr val="414455"/>
                  </a:solidFill>
                  <a:latin typeface="微软雅黑" panose="020B0503020204020204" pitchFamily="34" charset="-122"/>
                  <a:ea typeface="微软雅黑" panose="020B0503020204020204" pitchFamily="34" charset="-122"/>
                </a:rPr>
                <a:t>03</a:t>
              </a:r>
              <a:endParaRPr lang="zh-CN" altLang="en-US" sz="4219" b="1" kern="0">
                <a:solidFill>
                  <a:srgbClr val="414455"/>
                </a:solidFill>
                <a:latin typeface="微软雅黑" panose="020B0503020204020204" pitchFamily="34" charset="-122"/>
                <a:ea typeface="微软雅黑" panose="020B0503020204020204" pitchFamily="34" charset="-122"/>
              </a:endParaRPr>
            </a:p>
          </p:txBody>
        </p:sp>
      </p:grpSp>
      <p:sp>
        <p:nvSpPr>
          <p:cNvPr id="23" name="TextBox 54"/>
          <p:cNvSpPr txBox="1"/>
          <p:nvPr/>
        </p:nvSpPr>
        <p:spPr>
          <a:xfrm>
            <a:off x="2016301" y="1825491"/>
            <a:ext cx="4071301" cy="716393"/>
          </a:xfrm>
          <a:prstGeom prst="rect">
            <a:avLst/>
          </a:prstGeom>
          <a:noFill/>
        </p:spPr>
        <p:txBody>
          <a:bodyPr wrap="square" lIns="96435" tIns="48218" rIns="96435" bIns="48218" rtlCol="0">
            <a:spAutoFit/>
          </a:bodyPr>
          <a:lstStyle/>
          <a:p>
            <a:pPr>
              <a:lnSpc>
                <a:spcPct val="130000"/>
              </a:lnSpc>
            </a:pPr>
            <a:r>
              <a:rPr lang="zh-CN" altLang="en-US" sz="1547" dirty="0">
                <a:latin typeface="微软雅黑" pitchFamily="34" charset="-122"/>
                <a:ea typeface="微软雅黑" pitchFamily="34" charset="-122"/>
              </a:rPr>
              <a:t>您的内容打在这里，或者通过复制您的文本后，在此框中选择粘贴，并选择只保留文字</a:t>
            </a:r>
          </a:p>
        </p:txBody>
      </p:sp>
      <p:sp>
        <p:nvSpPr>
          <p:cNvPr id="24" name="TextBox 55"/>
          <p:cNvSpPr txBox="1"/>
          <p:nvPr/>
        </p:nvSpPr>
        <p:spPr>
          <a:xfrm>
            <a:off x="2024182" y="1403522"/>
            <a:ext cx="1348916" cy="443626"/>
          </a:xfrm>
          <a:prstGeom prst="rect">
            <a:avLst/>
          </a:prstGeom>
          <a:noFill/>
        </p:spPr>
        <p:txBody>
          <a:bodyPr wrap="none" lIns="96435" tIns="48218" rIns="96435" bIns="48218" rtlCol="0">
            <a:spAutoFit/>
          </a:bodyPr>
          <a:lstStyle/>
          <a:p>
            <a:pPr fontAlgn="base">
              <a:spcBef>
                <a:spcPct val="0"/>
              </a:spcBef>
              <a:spcAft>
                <a:spcPct val="0"/>
              </a:spcAft>
            </a:pPr>
            <a:r>
              <a:rPr lang="zh-CN" altLang="en-US" sz="2250" b="1" dirty="0">
                <a:solidFill>
                  <a:prstClr val="black"/>
                </a:solidFill>
                <a:latin typeface="微软雅黑" panose="020B0503020204020204" pitchFamily="34" charset="-122"/>
                <a:ea typeface="微软雅黑" panose="020B0503020204020204" pitchFamily="34" charset="-122"/>
              </a:rPr>
              <a:t>添加标题</a:t>
            </a:r>
            <a:endParaRPr lang="en-US" altLang="zh-CN" sz="2250" b="1" dirty="0">
              <a:solidFill>
                <a:prstClr val="black"/>
              </a:solidFill>
              <a:latin typeface="微软雅黑" panose="020B0503020204020204" pitchFamily="34" charset="-122"/>
              <a:ea typeface="微软雅黑" panose="020B0503020204020204" pitchFamily="34" charset="-122"/>
            </a:endParaRPr>
          </a:p>
        </p:txBody>
      </p:sp>
      <p:sp>
        <p:nvSpPr>
          <p:cNvPr id="25" name="TextBox 56"/>
          <p:cNvSpPr txBox="1"/>
          <p:nvPr/>
        </p:nvSpPr>
        <p:spPr>
          <a:xfrm>
            <a:off x="626976" y="4466126"/>
            <a:ext cx="2674095" cy="716393"/>
          </a:xfrm>
          <a:prstGeom prst="rect">
            <a:avLst/>
          </a:prstGeom>
          <a:noFill/>
        </p:spPr>
        <p:txBody>
          <a:bodyPr wrap="square" lIns="96435" tIns="48218" rIns="96435" bIns="48218" rtlCol="0">
            <a:spAutoFit/>
          </a:bodyPr>
          <a:lstStyle/>
          <a:p>
            <a:pPr>
              <a:lnSpc>
                <a:spcPct val="130000"/>
              </a:lnSpc>
            </a:pPr>
            <a:r>
              <a:rPr lang="zh-CN" altLang="en-US" sz="1547" dirty="0">
                <a:latin typeface="微软雅黑" pitchFamily="34" charset="-122"/>
                <a:ea typeface="微软雅黑" pitchFamily="34" charset="-122"/>
              </a:rPr>
              <a:t>您的内容打在这里，或者通过复制您的文本后，在此框</a:t>
            </a:r>
          </a:p>
        </p:txBody>
      </p:sp>
      <p:sp>
        <p:nvSpPr>
          <p:cNvPr id="26" name="TextBox 57"/>
          <p:cNvSpPr txBox="1"/>
          <p:nvPr/>
        </p:nvSpPr>
        <p:spPr>
          <a:xfrm>
            <a:off x="634852" y="4044159"/>
            <a:ext cx="1348916" cy="443626"/>
          </a:xfrm>
          <a:prstGeom prst="rect">
            <a:avLst/>
          </a:prstGeom>
          <a:noFill/>
        </p:spPr>
        <p:txBody>
          <a:bodyPr wrap="none" lIns="96435" tIns="48218" rIns="96435" bIns="48218" rtlCol="0">
            <a:spAutoFit/>
          </a:bodyPr>
          <a:lstStyle/>
          <a:p>
            <a:pPr fontAlgn="base">
              <a:spcBef>
                <a:spcPct val="0"/>
              </a:spcBef>
              <a:spcAft>
                <a:spcPct val="0"/>
              </a:spcAft>
            </a:pPr>
            <a:r>
              <a:rPr lang="zh-CN" altLang="en-US" sz="2250" b="1" dirty="0">
                <a:solidFill>
                  <a:prstClr val="black"/>
                </a:solidFill>
                <a:latin typeface="微软雅黑" panose="020B0503020204020204" pitchFamily="34" charset="-122"/>
                <a:ea typeface="微软雅黑" panose="020B0503020204020204" pitchFamily="34" charset="-122"/>
              </a:rPr>
              <a:t>添加标题</a:t>
            </a:r>
            <a:endParaRPr lang="en-US" altLang="zh-CN" sz="2250" b="1" dirty="0">
              <a:solidFill>
                <a:prstClr val="black"/>
              </a:solidFill>
              <a:latin typeface="微软雅黑" panose="020B0503020204020204" pitchFamily="34" charset="-122"/>
              <a:ea typeface="微软雅黑" panose="020B0503020204020204" pitchFamily="34" charset="-122"/>
            </a:endParaRPr>
          </a:p>
        </p:txBody>
      </p:sp>
      <p:sp>
        <p:nvSpPr>
          <p:cNvPr id="27" name="TextBox 58"/>
          <p:cNvSpPr txBox="1"/>
          <p:nvPr/>
        </p:nvSpPr>
        <p:spPr>
          <a:xfrm>
            <a:off x="7609161" y="4477656"/>
            <a:ext cx="4071301" cy="716393"/>
          </a:xfrm>
          <a:prstGeom prst="rect">
            <a:avLst/>
          </a:prstGeom>
          <a:noFill/>
        </p:spPr>
        <p:txBody>
          <a:bodyPr wrap="square" lIns="96435" tIns="48218" rIns="96435" bIns="48218" rtlCol="0">
            <a:spAutoFit/>
          </a:bodyPr>
          <a:lstStyle/>
          <a:p>
            <a:pPr>
              <a:lnSpc>
                <a:spcPct val="130000"/>
              </a:lnSpc>
            </a:pPr>
            <a:r>
              <a:rPr lang="zh-CN" altLang="en-US" sz="1547" dirty="0">
                <a:latin typeface="微软雅黑" pitchFamily="34" charset="-122"/>
                <a:ea typeface="微软雅黑" pitchFamily="34" charset="-122"/>
              </a:rPr>
              <a:t>您的内容打在这里，或者通过复制您的文本后，在此框中选择粘贴，并选择只保留文字</a:t>
            </a:r>
          </a:p>
        </p:txBody>
      </p:sp>
      <p:sp>
        <p:nvSpPr>
          <p:cNvPr id="28" name="TextBox 59"/>
          <p:cNvSpPr txBox="1"/>
          <p:nvPr/>
        </p:nvSpPr>
        <p:spPr>
          <a:xfrm>
            <a:off x="7617041" y="4055688"/>
            <a:ext cx="1348916" cy="443626"/>
          </a:xfrm>
          <a:prstGeom prst="rect">
            <a:avLst/>
          </a:prstGeom>
          <a:noFill/>
        </p:spPr>
        <p:txBody>
          <a:bodyPr wrap="none" lIns="96435" tIns="48218" rIns="96435" bIns="48218" rtlCol="0">
            <a:spAutoFit/>
          </a:bodyPr>
          <a:lstStyle/>
          <a:p>
            <a:pPr fontAlgn="base">
              <a:spcBef>
                <a:spcPct val="0"/>
              </a:spcBef>
              <a:spcAft>
                <a:spcPct val="0"/>
              </a:spcAft>
            </a:pPr>
            <a:r>
              <a:rPr lang="zh-CN" altLang="en-US" sz="2250" b="1" dirty="0">
                <a:solidFill>
                  <a:prstClr val="black"/>
                </a:solidFill>
                <a:latin typeface="微软雅黑" panose="020B0503020204020204" pitchFamily="34" charset="-122"/>
                <a:ea typeface="微软雅黑" panose="020B0503020204020204" pitchFamily="34" charset="-122"/>
              </a:rPr>
              <a:t>添加标题</a:t>
            </a:r>
            <a:endParaRPr lang="en-US" altLang="zh-CN" sz="2250" b="1" dirty="0">
              <a:solidFill>
                <a:prstClr val="black"/>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8755246"/>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ipe(left)">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00"/>
                                        <p:tgtEl>
                                          <p:spTgt spid="16"/>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2500"/>
                            </p:stCondLst>
                            <p:childTnLst>
                              <p:par>
                                <p:cTn id="31" presetID="22" presetClass="entr" presetSubtype="1"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up)">
                                      <p:cBhvr>
                                        <p:cTn id="33" dur="500"/>
                                        <p:tgtEl>
                                          <p:spTgt spid="12"/>
                                        </p:tgtEl>
                                      </p:cBhvr>
                                    </p:animEffect>
                                  </p:childTnLst>
                                </p:cTn>
                              </p:par>
                            </p:childTnLst>
                          </p:cTn>
                        </p:par>
                        <p:par>
                          <p:cTn id="34" fill="hold">
                            <p:stCondLst>
                              <p:cond delay="3000"/>
                            </p:stCondLst>
                            <p:childTnLst>
                              <p:par>
                                <p:cTn id="35" presetID="22" presetClass="entr" presetSubtype="2" fill="hold" grpId="0" nodeType="after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wipe(right)">
                                      <p:cBhvr>
                                        <p:cTn id="37" dur="500"/>
                                        <p:tgtEl>
                                          <p:spTgt spid="19"/>
                                        </p:tgtEl>
                                      </p:cBhvr>
                                    </p:animEffect>
                                  </p:childTnLst>
                                </p:cTn>
                              </p:par>
                            </p:childTnLst>
                          </p:cTn>
                        </p:par>
                        <p:par>
                          <p:cTn id="38" fill="hold">
                            <p:stCondLst>
                              <p:cond delay="3500"/>
                            </p:stCondLst>
                            <p:childTnLst>
                              <p:par>
                                <p:cTn id="39" presetID="22" presetClass="entr" presetSubtype="1" fill="hold"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up)">
                                      <p:cBhvr>
                                        <p:cTn id="41" dur="500"/>
                                        <p:tgtEl>
                                          <p:spTgt spid="20"/>
                                        </p:tgtEl>
                                      </p:cBhvr>
                                    </p:animEffect>
                                  </p:childTnLst>
                                </p:cTn>
                              </p:par>
                            </p:childTnLst>
                          </p:cTn>
                        </p:par>
                        <p:par>
                          <p:cTn id="42" fill="hold">
                            <p:stCondLst>
                              <p:cond delay="4000"/>
                            </p:stCondLst>
                            <p:childTnLst>
                              <p:par>
                                <p:cTn id="43" presetID="17" presetClass="entr" presetSubtype="1" fill="hold" grpId="0" nodeType="afterEffect">
                                  <p:stCondLst>
                                    <p:cond delay="0"/>
                                  </p:stCondLst>
                                  <p:iterate type="lt">
                                    <p:tmPct val="40000"/>
                                  </p:iterate>
                                  <p:childTnLst>
                                    <p:set>
                                      <p:cBhvr>
                                        <p:cTn id="44" dur="1" fill="hold">
                                          <p:stCondLst>
                                            <p:cond delay="0"/>
                                          </p:stCondLst>
                                        </p:cTn>
                                        <p:tgtEl>
                                          <p:spTgt spid="24"/>
                                        </p:tgtEl>
                                        <p:attrNameLst>
                                          <p:attrName>style.visibility</p:attrName>
                                        </p:attrNameLst>
                                      </p:cBhvr>
                                      <p:to>
                                        <p:strVal val="visible"/>
                                      </p:to>
                                    </p:set>
                                    <p:anim calcmode="lin" valueType="num">
                                      <p:cBhvr>
                                        <p:cTn id="45" dur="250" fill="hold"/>
                                        <p:tgtEl>
                                          <p:spTgt spid="24"/>
                                        </p:tgtEl>
                                        <p:attrNameLst>
                                          <p:attrName>ppt_x</p:attrName>
                                        </p:attrNameLst>
                                      </p:cBhvr>
                                      <p:tavLst>
                                        <p:tav tm="0">
                                          <p:val>
                                            <p:strVal val="#ppt_x"/>
                                          </p:val>
                                        </p:tav>
                                        <p:tav tm="100000">
                                          <p:val>
                                            <p:strVal val="#ppt_x"/>
                                          </p:val>
                                        </p:tav>
                                      </p:tavLst>
                                    </p:anim>
                                    <p:anim calcmode="lin" valueType="num">
                                      <p:cBhvr>
                                        <p:cTn id="46" dur="250" fill="hold"/>
                                        <p:tgtEl>
                                          <p:spTgt spid="24"/>
                                        </p:tgtEl>
                                        <p:attrNameLst>
                                          <p:attrName>ppt_y</p:attrName>
                                        </p:attrNameLst>
                                      </p:cBhvr>
                                      <p:tavLst>
                                        <p:tav tm="0">
                                          <p:val>
                                            <p:strVal val="#ppt_y-#ppt_h/2"/>
                                          </p:val>
                                        </p:tav>
                                        <p:tav tm="100000">
                                          <p:val>
                                            <p:strVal val="#ppt_y"/>
                                          </p:val>
                                        </p:tav>
                                      </p:tavLst>
                                    </p:anim>
                                    <p:anim calcmode="lin" valueType="num">
                                      <p:cBhvr>
                                        <p:cTn id="47" dur="250" fill="hold"/>
                                        <p:tgtEl>
                                          <p:spTgt spid="24"/>
                                        </p:tgtEl>
                                        <p:attrNameLst>
                                          <p:attrName>ppt_w</p:attrName>
                                        </p:attrNameLst>
                                      </p:cBhvr>
                                      <p:tavLst>
                                        <p:tav tm="0">
                                          <p:val>
                                            <p:strVal val="#ppt_w"/>
                                          </p:val>
                                        </p:tav>
                                        <p:tav tm="100000">
                                          <p:val>
                                            <p:strVal val="#ppt_w"/>
                                          </p:val>
                                        </p:tav>
                                      </p:tavLst>
                                    </p:anim>
                                    <p:anim calcmode="lin" valueType="num">
                                      <p:cBhvr>
                                        <p:cTn id="48" dur="250" fill="hold"/>
                                        <p:tgtEl>
                                          <p:spTgt spid="24"/>
                                        </p:tgtEl>
                                        <p:attrNameLst>
                                          <p:attrName>ppt_h</p:attrName>
                                        </p:attrNameLst>
                                      </p:cBhvr>
                                      <p:tavLst>
                                        <p:tav tm="0">
                                          <p:val>
                                            <p:fltVal val="0"/>
                                          </p:val>
                                        </p:tav>
                                        <p:tav tm="100000">
                                          <p:val>
                                            <p:strVal val="#ppt_h"/>
                                          </p:val>
                                        </p:tav>
                                      </p:tavLst>
                                    </p:anim>
                                  </p:childTnLst>
                                </p:cTn>
                              </p:par>
                            </p:childTnLst>
                          </p:cTn>
                        </p:par>
                        <p:par>
                          <p:cTn id="49" fill="hold">
                            <p:stCondLst>
                              <p:cond delay="4550"/>
                            </p:stCondLst>
                            <p:childTnLst>
                              <p:par>
                                <p:cTn id="50" presetID="22" presetClass="entr" presetSubtype="8" fill="hold" grpId="0" nodeType="after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wipe(left)">
                                      <p:cBhvr>
                                        <p:cTn id="52" dur="500"/>
                                        <p:tgtEl>
                                          <p:spTgt spid="23"/>
                                        </p:tgtEl>
                                      </p:cBhvr>
                                    </p:animEffect>
                                  </p:childTnLst>
                                </p:cTn>
                              </p:par>
                            </p:childTnLst>
                          </p:cTn>
                        </p:par>
                        <p:par>
                          <p:cTn id="53" fill="hold">
                            <p:stCondLst>
                              <p:cond delay="5050"/>
                            </p:stCondLst>
                            <p:childTnLst>
                              <p:par>
                                <p:cTn id="54" presetID="17" presetClass="entr" presetSubtype="1" fill="hold" grpId="0" nodeType="afterEffect">
                                  <p:stCondLst>
                                    <p:cond delay="0"/>
                                  </p:stCondLst>
                                  <p:iterate type="lt">
                                    <p:tmPct val="40000"/>
                                  </p:iterate>
                                  <p:childTnLst>
                                    <p:set>
                                      <p:cBhvr>
                                        <p:cTn id="55" dur="1" fill="hold">
                                          <p:stCondLst>
                                            <p:cond delay="0"/>
                                          </p:stCondLst>
                                        </p:cTn>
                                        <p:tgtEl>
                                          <p:spTgt spid="26"/>
                                        </p:tgtEl>
                                        <p:attrNameLst>
                                          <p:attrName>style.visibility</p:attrName>
                                        </p:attrNameLst>
                                      </p:cBhvr>
                                      <p:to>
                                        <p:strVal val="visible"/>
                                      </p:to>
                                    </p:set>
                                    <p:anim calcmode="lin" valueType="num">
                                      <p:cBhvr>
                                        <p:cTn id="56" dur="250" fill="hold"/>
                                        <p:tgtEl>
                                          <p:spTgt spid="26"/>
                                        </p:tgtEl>
                                        <p:attrNameLst>
                                          <p:attrName>ppt_x</p:attrName>
                                        </p:attrNameLst>
                                      </p:cBhvr>
                                      <p:tavLst>
                                        <p:tav tm="0">
                                          <p:val>
                                            <p:strVal val="#ppt_x"/>
                                          </p:val>
                                        </p:tav>
                                        <p:tav tm="100000">
                                          <p:val>
                                            <p:strVal val="#ppt_x"/>
                                          </p:val>
                                        </p:tav>
                                      </p:tavLst>
                                    </p:anim>
                                    <p:anim calcmode="lin" valueType="num">
                                      <p:cBhvr>
                                        <p:cTn id="57" dur="250" fill="hold"/>
                                        <p:tgtEl>
                                          <p:spTgt spid="26"/>
                                        </p:tgtEl>
                                        <p:attrNameLst>
                                          <p:attrName>ppt_y</p:attrName>
                                        </p:attrNameLst>
                                      </p:cBhvr>
                                      <p:tavLst>
                                        <p:tav tm="0">
                                          <p:val>
                                            <p:strVal val="#ppt_y-#ppt_h/2"/>
                                          </p:val>
                                        </p:tav>
                                        <p:tav tm="100000">
                                          <p:val>
                                            <p:strVal val="#ppt_y"/>
                                          </p:val>
                                        </p:tav>
                                      </p:tavLst>
                                    </p:anim>
                                    <p:anim calcmode="lin" valueType="num">
                                      <p:cBhvr>
                                        <p:cTn id="58" dur="250" fill="hold"/>
                                        <p:tgtEl>
                                          <p:spTgt spid="26"/>
                                        </p:tgtEl>
                                        <p:attrNameLst>
                                          <p:attrName>ppt_w</p:attrName>
                                        </p:attrNameLst>
                                      </p:cBhvr>
                                      <p:tavLst>
                                        <p:tav tm="0">
                                          <p:val>
                                            <p:strVal val="#ppt_w"/>
                                          </p:val>
                                        </p:tav>
                                        <p:tav tm="100000">
                                          <p:val>
                                            <p:strVal val="#ppt_w"/>
                                          </p:val>
                                        </p:tav>
                                      </p:tavLst>
                                    </p:anim>
                                    <p:anim calcmode="lin" valueType="num">
                                      <p:cBhvr>
                                        <p:cTn id="59" dur="250" fill="hold"/>
                                        <p:tgtEl>
                                          <p:spTgt spid="26"/>
                                        </p:tgtEl>
                                        <p:attrNameLst>
                                          <p:attrName>ppt_h</p:attrName>
                                        </p:attrNameLst>
                                      </p:cBhvr>
                                      <p:tavLst>
                                        <p:tav tm="0">
                                          <p:val>
                                            <p:fltVal val="0"/>
                                          </p:val>
                                        </p:tav>
                                        <p:tav tm="100000">
                                          <p:val>
                                            <p:strVal val="#ppt_h"/>
                                          </p:val>
                                        </p:tav>
                                      </p:tavLst>
                                    </p:anim>
                                  </p:childTnLst>
                                </p:cTn>
                              </p:par>
                            </p:childTnLst>
                          </p:cTn>
                        </p:par>
                        <p:par>
                          <p:cTn id="60" fill="hold">
                            <p:stCondLst>
                              <p:cond delay="5600"/>
                            </p:stCondLst>
                            <p:childTnLst>
                              <p:par>
                                <p:cTn id="61" presetID="22" presetClass="entr" presetSubtype="8" fill="hold" grpId="0"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wipe(left)">
                                      <p:cBhvr>
                                        <p:cTn id="63" dur="500"/>
                                        <p:tgtEl>
                                          <p:spTgt spid="25"/>
                                        </p:tgtEl>
                                      </p:cBhvr>
                                    </p:animEffect>
                                  </p:childTnLst>
                                </p:cTn>
                              </p:par>
                            </p:childTnLst>
                          </p:cTn>
                        </p:par>
                        <p:par>
                          <p:cTn id="64" fill="hold">
                            <p:stCondLst>
                              <p:cond delay="6100"/>
                            </p:stCondLst>
                            <p:childTnLst>
                              <p:par>
                                <p:cTn id="65" presetID="17" presetClass="entr" presetSubtype="1" fill="hold" grpId="0" nodeType="afterEffect">
                                  <p:stCondLst>
                                    <p:cond delay="0"/>
                                  </p:stCondLst>
                                  <p:iterate type="lt">
                                    <p:tmPct val="40000"/>
                                  </p:iterate>
                                  <p:childTnLst>
                                    <p:set>
                                      <p:cBhvr>
                                        <p:cTn id="66" dur="1" fill="hold">
                                          <p:stCondLst>
                                            <p:cond delay="0"/>
                                          </p:stCondLst>
                                        </p:cTn>
                                        <p:tgtEl>
                                          <p:spTgt spid="28"/>
                                        </p:tgtEl>
                                        <p:attrNameLst>
                                          <p:attrName>style.visibility</p:attrName>
                                        </p:attrNameLst>
                                      </p:cBhvr>
                                      <p:to>
                                        <p:strVal val="visible"/>
                                      </p:to>
                                    </p:set>
                                    <p:anim calcmode="lin" valueType="num">
                                      <p:cBhvr>
                                        <p:cTn id="67" dur="250" fill="hold"/>
                                        <p:tgtEl>
                                          <p:spTgt spid="28"/>
                                        </p:tgtEl>
                                        <p:attrNameLst>
                                          <p:attrName>ppt_x</p:attrName>
                                        </p:attrNameLst>
                                      </p:cBhvr>
                                      <p:tavLst>
                                        <p:tav tm="0">
                                          <p:val>
                                            <p:strVal val="#ppt_x"/>
                                          </p:val>
                                        </p:tav>
                                        <p:tav tm="100000">
                                          <p:val>
                                            <p:strVal val="#ppt_x"/>
                                          </p:val>
                                        </p:tav>
                                      </p:tavLst>
                                    </p:anim>
                                    <p:anim calcmode="lin" valueType="num">
                                      <p:cBhvr>
                                        <p:cTn id="68" dur="250" fill="hold"/>
                                        <p:tgtEl>
                                          <p:spTgt spid="28"/>
                                        </p:tgtEl>
                                        <p:attrNameLst>
                                          <p:attrName>ppt_y</p:attrName>
                                        </p:attrNameLst>
                                      </p:cBhvr>
                                      <p:tavLst>
                                        <p:tav tm="0">
                                          <p:val>
                                            <p:strVal val="#ppt_y-#ppt_h/2"/>
                                          </p:val>
                                        </p:tav>
                                        <p:tav tm="100000">
                                          <p:val>
                                            <p:strVal val="#ppt_y"/>
                                          </p:val>
                                        </p:tav>
                                      </p:tavLst>
                                    </p:anim>
                                    <p:anim calcmode="lin" valueType="num">
                                      <p:cBhvr>
                                        <p:cTn id="69" dur="250" fill="hold"/>
                                        <p:tgtEl>
                                          <p:spTgt spid="28"/>
                                        </p:tgtEl>
                                        <p:attrNameLst>
                                          <p:attrName>ppt_w</p:attrName>
                                        </p:attrNameLst>
                                      </p:cBhvr>
                                      <p:tavLst>
                                        <p:tav tm="0">
                                          <p:val>
                                            <p:strVal val="#ppt_w"/>
                                          </p:val>
                                        </p:tav>
                                        <p:tav tm="100000">
                                          <p:val>
                                            <p:strVal val="#ppt_w"/>
                                          </p:val>
                                        </p:tav>
                                      </p:tavLst>
                                    </p:anim>
                                    <p:anim calcmode="lin" valueType="num">
                                      <p:cBhvr>
                                        <p:cTn id="70" dur="250" fill="hold"/>
                                        <p:tgtEl>
                                          <p:spTgt spid="28"/>
                                        </p:tgtEl>
                                        <p:attrNameLst>
                                          <p:attrName>ppt_h</p:attrName>
                                        </p:attrNameLst>
                                      </p:cBhvr>
                                      <p:tavLst>
                                        <p:tav tm="0">
                                          <p:val>
                                            <p:fltVal val="0"/>
                                          </p:val>
                                        </p:tav>
                                        <p:tav tm="100000">
                                          <p:val>
                                            <p:strVal val="#ppt_h"/>
                                          </p:val>
                                        </p:tav>
                                      </p:tavLst>
                                    </p:anim>
                                  </p:childTnLst>
                                </p:cTn>
                              </p:par>
                            </p:childTnLst>
                          </p:cTn>
                        </p:par>
                        <p:par>
                          <p:cTn id="71" fill="hold">
                            <p:stCondLst>
                              <p:cond delay="6650"/>
                            </p:stCondLst>
                            <p:childTnLst>
                              <p:par>
                                <p:cTn id="72" presetID="22" presetClass="entr" presetSubtype="8" fill="hold" grpId="0" nodeType="after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wipe(left)">
                                      <p:cBhvr>
                                        <p:cTn id="74"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5" grpId="0" animBg="1"/>
      <p:bldP spid="19" grpId="0" animBg="1"/>
      <p:bldP spid="23" grpId="0"/>
      <p:bldP spid="24" grpId="0"/>
      <p:bldP spid="25" grpId="0"/>
      <p:bldP spid="26" grpId="0"/>
      <p:bldP spid="27" grpId="0"/>
      <p:bldP spid="2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椭圆 10"/>
          <p:cNvSpPr/>
          <p:nvPr/>
        </p:nvSpPr>
        <p:spPr>
          <a:xfrm>
            <a:off x="9008556" y="2599997"/>
            <a:ext cx="1090195" cy="1017000"/>
          </a:xfrm>
          <a:prstGeom prst="ellipse">
            <a:avLst/>
          </a:prstGeom>
          <a:solidFill>
            <a:srgbClr val="DD1C3E"/>
          </a:solidFill>
          <a:ln w="25400" cap="flat" cmpd="sng" algn="ctr">
            <a:noFill/>
            <a:prstDash val="solid"/>
          </a:ln>
          <a:effectLst/>
        </p:spPr>
        <p:txBody>
          <a:bodyPr lIns="96435" tIns="48218" rIns="96435" bIns="48218" anchor="ctr"/>
          <a:lstStyle/>
          <a:p>
            <a:pPr algn="ctr" fontAlgn="auto">
              <a:spcBef>
                <a:spcPts val="0"/>
              </a:spcBef>
              <a:spcAft>
                <a:spcPts val="0"/>
              </a:spcAft>
              <a:defRPr/>
            </a:pPr>
            <a:r>
              <a:rPr lang="en-US" altLang="zh-CN" sz="3375" b="1" kern="0" dirty="0">
                <a:solidFill>
                  <a:schemeClr val="bg1">
                    <a:lumMod val="85000"/>
                  </a:schemeClr>
                </a:solidFill>
                <a:latin typeface="微软雅黑" panose="020B0503020204020204" pitchFamily="34" charset="-122"/>
                <a:ea typeface="微软雅黑" panose="020B0503020204020204" pitchFamily="34" charset="-122"/>
              </a:rPr>
              <a:t>05</a:t>
            </a:r>
            <a:endParaRPr lang="zh-CN" altLang="en-US" sz="3375" b="1" kern="0" dirty="0">
              <a:solidFill>
                <a:schemeClr val="bg1">
                  <a:lumMod val="85000"/>
                </a:schemeClr>
              </a:solidFill>
              <a:latin typeface="微软雅黑" panose="020B0503020204020204" pitchFamily="34" charset="-122"/>
              <a:ea typeface="微软雅黑" panose="020B0503020204020204" pitchFamily="34" charset="-122"/>
            </a:endParaRPr>
          </a:p>
        </p:txBody>
      </p:sp>
      <p:sp>
        <p:nvSpPr>
          <p:cNvPr id="12" name="椭圆 11"/>
          <p:cNvSpPr/>
          <p:nvPr/>
        </p:nvSpPr>
        <p:spPr>
          <a:xfrm>
            <a:off x="7457838" y="2701330"/>
            <a:ext cx="1090195" cy="1017000"/>
          </a:xfrm>
          <a:prstGeom prst="ellipse">
            <a:avLst/>
          </a:prstGeom>
          <a:solidFill>
            <a:srgbClr val="424A53"/>
          </a:solidFill>
          <a:ln w="25400" cap="flat" cmpd="sng" algn="ctr">
            <a:noFill/>
            <a:prstDash val="solid"/>
          </a:ln>
          <a:effectLst/>
        </p:spPr>
        <p:txBody>
          <a:bodyPr lIns="96435" tIns="48218" rIns="96435" bIns="48218" anchor="ctr"/>
          <a:lstStyle/>
          <a:p>
            <a:pPr algn="ctr" fontAlgn="auto">
              <a:spcBef>
                <a:spcPts val="0"/>
              </a:spcBef>
              <a:spcAft>
                <a:spcPts val="0"/>
              </a:spcAft>
              <a:defRPr/>
            </a:pPr>
            <a:r>
              <a:rPr lang="en-US" altLang="zh-CN" sz="3375" b="1" kern="0" dirty="0">
                <a:solidFill>
                  <a:schemeClr val="bg1">
                    <a:lumMod val="85000"/>
                  </a:schemeClr>
                </a:solidFill>
                <a:latin typeface="微软雅黑" panose="020B0503020204020204" pitchFamily="34" charset="-122"/>
                <a:ea typeface="微软雅黑" panose="020B0503020204020204" pitchFamily="34" charset="-122"/>
              </a:rPr>
              <a:t>04</a:t>
            </a:r>
            <a:endParaRPr lang="zh-CN" altLang="en-US" sz="3375" b="1" kern="0" dirty="0">
              <a:solidFill>
                <a:schemeClr val="bg1">
                  <a:lumMod val="85000"/>
                </a:schemeClr>
              </a:solidFill>
              <a:latin typeface="微软雅黑" panose="020B0503020204020204" pitchFamily="34" charset="-122"/>
              <a:ea typeface="微软雅黑" panose="020B0503020204020204" pitchFamily="34" charset="-122"/>
            </a:endParaRPr>
          </a:p>
        </p:txBody>
      </p:sp>
      <p:sp>
        <p:nvSpPr>
          <p:cNvPr id="13" name="椭圆 12"/>
          <p:cNvSpPr/>
          <p:nvPr/>
        </p:nvSpPr>
        <p:spPr>
          <a:xfrm>
            <a:off x="5907571" y="2599997"/>
            <a:ext cx="1090195" cy="1017000"/>
          </a:xfrm>
          <a:prstGeom prst="ellipse">
            <a:avLst/>
          </a:prstGeom>
          <a:solidFill>
            <a:srgbClr val="DD1C3E"/>
          </a:solidFill>
          <a:ln w="25400" cap="flat" cmpd="sng" algn="ctr">
            <a:noFill/>
            <a:prstDash val="solid"/>
          </a:ln>
          <a:effectLst/>
        </p:spPr>
        <p:txBody>
          <a:bodyPr lIns="96435" tIns="48218" rIns="96435" bIns="48218" anchor="ctr"/>
          <a:lstStyle/>
          <a:p>
            <a:pPr algn="ctr" fontAlgn="auto">
              <a:spcBef>
                <a:spcPts val="0"/>
              </a:spcBef>
              <a:spcAft>
                <a:spcPts val="0"/>
              </a:spcAft>
              <a:defRPr/>
            </a:pPr>
            <a:r>
              <a:rPr lang="en-US" altLang="zh-CN" sz="3375" b="1" kern="0" dirty="0">
                <a:solidFill>
                  <a:schemeClr val="bg1">
                    <a:lumMod val="85000"/>
                  </a:schemeClr>
                </a:solidFill>
                <a:latin typeface="微软雅黑" panose="020B0503020204020204" pitchFamily="34" charset="-122"/>
                <a:ea typeface="微软雅黑" panose="020B0503020204020204" pitchFamily="34" charset="-122"/>
              </a:rPr>
              <a:t>03</a:t>
            </a:r>
            <a:endParaRPr lang="zh-CN" altLang="en-US" sz="3375" b="1" kern="0" dirty="0">
              <a:solidFill>
                <a:schemeClr val="bg1">
                  <a:lumMod val="85000"/>
                </a:schemeClr>
              </a:solidFill>
              <a:latin typeface="微软雅黑" panose="020B0503020204020204" pitchFamily="34" charset="-122"/>
              <a:ea typeface="微软雅黑" panose="020B0503020204020204" pitchFamily="34" charset="-122"/>
            </a:endParaRPr>
          </a:p>
        </p:txBody>
      </p:sp>
      <p:sp>
        <p:nvSpPr>
          <p:cNvPr id="14" name="椭圆 13"/>
          <p:cNvSpPr/>
          <p:nvPr/>
        </p:nvSpPr>
        <p:spPr>
          <a:xfrm>
            <a:off x="4336295" y="2701330"/>
            <a:ext cx="1090195" cy="1017000"/>
          </a:xfrm>
          <a:prstGeom prst="ellipse">
            <a:avLst/>
          </a:prstGeom>
          <a:solidFill>
            <a:srgbClr val="424A53"/>
          </a:solidFill>
          <a:ln w="25400" cap="flat" cmpd="sng" algn="ctr">
            <a:noFill/>
            <a:prstDash val="solid"/>
          </a:ln>
          <a:effectLst/>
        </p:spPr>
        <p:txBody>
          <a:bodyPr lIns="96435" tIns="48218" rIns="96435" bIns="48218" anchor="ctr"/>
          <a:lstStyle/>
          <a:p>
            <a:pPr algn="ctr" fontAlgn="auto">
              <a:spcBef>
                <a:spcPts val="0"/>
              </a:spcBef>
              <a:spcAft>
                <a:spcPts val="0"/>
              </a:spcAft>
              <a:defRPr/>
            </a:pPr>
            <a:r>
              <a:rPr lang="en-US" altLang="zh-CN" sz="3375" b="1" kern="0" dirty="0">
                <a:solidFill>
                  <a:schemeClr val="bg1">
                    <a:lumMod val="85000"/>
                  </a:schemeClr>
                </a:solidFill>
                <a:latin typeface="微软雅黑" panose="020B0503020204020204" pitchFamily="34" charset="-122"/>
                <a:ea typeface="微软雅黑" panose="020B0503020204020204" pitchFamily="34" charset="-122"/>
              </a:rPr>
              <a:t>02</a:t>
            </a:r>
            <a:endParaRPr lang="zh-CN" altLang="en-US" sz="3375" b="1" kern="0" dirty="0">
              <a:solidFill>
                <a:schemeClr val="bg1">
                  <a:lumMod val="85000"/>
                </a:schemeClr>
              </a:solidFill>
              <a:latin typeface="微软雅黑" panose="020B0503020204020204" pitchFamily="34" charset="-122"/>
              <a:ea typeface="微软雅黑" panose="020B0503020204020204" pitchFamily="34" charset="-122"/>
            </a:endParaRPr>
          </a:p>
        </p:txBody>
      </p:sp>
      <p:sp>
        <p:nvSpPr>
          <p:cNvPr id="15" name="椭圆 14"/>
          <p:cNvSpPr/>
          <p:nvPr/>
        </p:nvSpPr>
        <p:spPr>
          <a:xfrm>
            <a:off x="2772880" y="2599997"/>
            <a:ext cx="1090195" cy="1017000"/>
          </a:xfrm>
          <a:prstGeom prst="ellipse">
            <a:avLst/>
          </a:prstGeom>
          <a:solidFill>
            <a:srgbClr val="DD1C3E"/>
          </a:solidFill>
          <a:ln w="25400" cap="flat" cmpd="sng" algn="ctr">
            <a:noFill/>
            <a:prstDash val="solid"/>
          </a:ln>
          <a:effectLst/>
        </p:spPr>
        <p:txBody>
          <a:bodyPr lIns="96435" tIns="48218" rIns="96435" bIns="48218" anchor="ctr"/>
          <a:lstStyle/>
          <a:p>
            <a:pPr algn="ctr" fontAlgn="auto">
              <a:spcBef>
                <a:spcPts val="0"/>
              </a:spcBef>
              <a:spcAft>
                <a:spcPts val="0"/>
              </a:spcAft>
              <a:defRPr/>
            </a:pPr>
            <a:r>
              <a:rPr lang="en-US" altLang="zh-CN" sz="3375" b="1" kern="0" dirty="0">
                <a:solidFill>
                  <a:schemeClr val="bg1">
                    <a:lumMod val="85000"/>
                  </a:schemeClr>
                </a:solidFill>
                <a:latin typeface="微软雅黑" panose="020B0503020204020204" pitchFamily="34" charset="-122"/>
                <a:ea typeface="微软雅黑" panose="020B0503020204020204" pitchFamily="34" charset="-122"/>
              </a:rPr>
              <a:t>01</a:t>
            </a:r>
            <a:endParaRPr lang="zh-CN" altLang="en-US" sz="3797" b="1" kern="0" dirty="0">
              <a:solidFill>
                <a:schemeClr val="bg1">
                  <a:lumMod val="85000"/>
                </a:schemeClr>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1149035" y="2334237"/>
            <a:ext cx="10545640" cy="1644201"/>
            <a:chOff x="816883" y="2006375"/>
            <a:chExt cx="7499533" cy="1169274"/>
          </a:xfrm>
          <a:solidFill>
            <a:srgbClr val="DD1C3E"/>
          </a:solidFill>
        </p:grpSpPr>
        <p:sp>
          <p:nvSpPr>
            <p:cNvPr id="17" name="燕尾形 16"/>
            <p:cNvSpPr/>
            <p:nvPr/>
          </p:nvSpPr>
          <p:spPr>
            <a:xfrm>
              <a:off x="1170998" y="2011281"/>
              <a:ext cx="171799"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sp>
          <p:nvSpPr>
            <p:cNvPr id="18" name="燕尾形 17"/>
            <p:cNvSpPr/>
            <p:nvPr/>
          </p:nvSpPr>
          <p:spPr>
            <a:xfrm>
              <a:off x="999200" y="2011281"/>
              <a:ext cx="171799"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sp>
          <p:nvSpPr>
            <p:cNvPr id="19" name="燕尾形 18"/>
            <p:cNvSpPr/>
            <p:nvPr/>
          </p:nvSpPr>
          <p:spPr>
            <a:xfrm>
              <a:off x="816883" y="2011281"/>
              <a:ext cx="171799"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sp>
          <p:nvSpPr>
            <p:cNvPr id="20" name="椭圆 1"/>
            <p:cNvSpPr/>
            <p:nvPr/>
          </p:nvSpPr>
          <p:spPr>
            <a:xfrm flipV="1">
              <a:off x="1341043" y="2008011"/>
              <a:ext cx="6489778" cy="1167638"/>
            </a:xfrm>
            <a:custGeom>
              <a:avLst/>
              <a:gdLst/>
              <a:ahLst/>
              <a:cxnLst/>
              <a:rect l="l" t="t" r="r" b="b"/>
              <a:pathLst>
                <a:path w="7835363" h="1509993">
                  <a:moveTo>
                    <a:pt x="0" y="1509993"/>
                  </a:moveTo>
                  <a:cubicBezTo>
                    <a:pt x="374580" y="1465544"/>
                    <a:pt x="665607" y="1149153"/>
                    <a:pt x="669884" y="763727"/>
                  </a:cubicBezTo>
                  <a:lnTo>
                    <a:pt x="671649" y="763727"/>
                  </a:lnTo>
                  <a:cubicBezTo>
                    <a:pt x="674225" y="450458"/>
                    <a:pt x="929142" y="197478"/>
                    <a:pt x="1243147" y="197478"/>
                  </a:cubicBezTo>
                  <a:cubicBezTo>
                    <a:pt x="1557152" y="197478"/>
                    <a:pt x="1812070" y="450458"/>
                    <a:pt x="1814645" y="763727"/>
                  </a:cubicBezTo>
                  <a:lnTo>
                    <a:pt x="1819709" y="763727"/>
                  </a:lnTo>
                  <a:cubicBezTo>
                    <a:pt x="1830248" y="1175133"/>
                    <a:pt x="2167291" y="1505145"/>
                    <a:pt x="2581412" y="1505145"/>
                  </a:cubicBezTo>
                  <a:cubicBezTo>
                    <a:pt x="2995850" y="1505145"/>
                    <a:pt x="3333092" y="1174627"/>
                    <a:pt x="3343163" y="762782"/>
                  </a:cubicBezTo>
                  <a:lnTo>
                    <a:pt x="3346747" y="762782"/>
                  </a:lnTo>
                  <a:cubicBezTo>
                    <a:pt x="3349323" y="449513"/>
                    <a:pt x="3604240" y="196533"/>
                    <a:pt x="3918245" y="196533"/>
                  </a:cubicBezTo>
                  <a:cubicBezTo>
                    <a:pt x="4232250" y="196533"/>
                    <a:pt x="4487168" y="449513"/>
                    <a:pt x="4489743" y="762782"/>
                  </a:cubicBezTo>
                  <a:lnTo>
                    <a:pt x="4492190" y="762782"/>
                  </a:lnTo>
                  <a:cubicBezTo>
                    <a:pt x="4502730" y="1174188"/>
                    <a:pt x="4839772" y="1504200"/>
                    <a:pt x="5253893" y="1504200"/>
                  </a:cubicBezTo>
                  <a:cubicBezTo>
                    <a:pt x="5668014" y="1504200"/>
                    <a:pt x="6005057" y="1174188"/>
                    <a:pt x="6015596" y="762782"/>
                  </a:cubicBezTo>
                  <a:lnTo>
                    <a:pt x="6018043" y="762782"/>
                  </a:lnTo>
                  <a:cubicBezTo>
                    <a:pt x="6020619" y="449513"/>
                    <a:pt x="6275536" y="196533"/>
                    <a:pt x="6589541" y="196533"/>
                  </a:cubicBezTo>
                  <a:cubicBezTo>
                    <a:pt x="6903546" y="196533"/>
                    <a:pt x="7158464" y="449513"/>
                    <a:pt x="7161039" y="762782"/>
                  </a:cubicBezTo>
                  <a:lnTo>
                    <a:pt x="7166200" y="762782"/>
                  </a:lnTo>
                  <a:cubicBezTo>
                    <a:pt x="7173663" y="1144717"/>
                    <a:pt x="7463295" y="1457174"/>
                    <a:pt x="7835363" y="1501325"/>
                  </a:cubicBezTo>
                  <a:cubicBezTo>
                    <a:pt x="7825227" y="1499858"/>
                    <a:pt x="7737557" y="1376550"/>
                    <a:pt x="7738498" y="1380622"/>
                  </a:cubicBezTo>
                  <a:cubicBezTo>
                    <a:pt x="7737557" y="1370912"/>
                    <a:pt x="7830766" y="1294742"/>
                    <a:pt x="7835363" y="1301647"/>
                  </a:cubicBezTo>
                  <a:cubicBezTo>
                    <a:pt x="7564830" y="1259668"/>
                    <a:pt x="7358105" y="1026556"/>
                    <a:pt x="7355787" y="744607"/>
                  </a:cubicBezTo>
                  <a:lnTo>
                    <a:pt x="7351406" y="744607"/>
                  </a:lnTo>
                  <a:cubicBezTo>
                    <a:pt x="7342448" y="331721"/>
                    <a:pt x="7004734" y="0"/>
                    <a:pt x="6589541" y="0"/>
                  </a:cubicBezTo>
                  <a:cubicBezTo>
                    <a:pt x="6175420" y="0"/>
                    <a:pt x="5838378" y="330012"/>
                    <a:pt x="5827838" y="741418"/>
                  </a:cubicBezTo>
                  <a:lnTo>
                    <a:pt x="5825391" y="741418"/>
                  </a:lnTo>
                  <a:cubicBezTo>
                    <a:pt x="5822816" y="1054687"/>
                    <a:pt x="5567898" y="1307667"/>
                    <a:pt x="5253893" y="1307667"/>
                  </a:cubicBezTo>
                  <a:cubicBezTo>
                    <a:pt x="4939888" y="1307667"/>
                    <a:pt x="4684971" y="1054687"/>
                    <a:pt x="4682395" y="741418"/>
                  </a:cubicBezTo>
                  <a:lnTo>
                    <a:pt x="4679948" y="741418"/>
                  </a:lnTo>
                  <a:cubicBezTo>
                    <a:pt x="4669409" y="330012"/>
                    <a:pt x="4332366" y="0"/>
                    <a:pt x="3918245" y="0"/>
                  </a:cubicBezTo>
                  <a:cubicBezTo>
                    <a:pt x="3503807" y="0"/>
                    <a:pt x="3166565" y="330518"/>
                    <a:pt x="3156494" y="742363"/>
                  </a:cubicBezTo>
                  <a:lnTo>
                    <a:pt x="3152910" y="742363"/>
                  </a:lnTo>
                  <a:cubicBezTo>
                    <a:pt x="3150335" y="1055632"/>
                    <a:pt x="2895417" y="1308612"/>
                    <a:pt x="2581412" y="1308612"/>
                  </a:cubicBezTo>
                  <a:cubicBezTo>
                    <a:pt x="2267407" y="1308612"/>
                    <a:pt x="2012490" y="1055632"/>
                    <a:pt x="2009914" y="742363"/>
                  </a:cubicBezTo>
                  <a:lnTo>
                    <a:pt x="2004850" y="742363"/>
                  </a:lnTo>
                  <a:cubicBezTo>
                    <a:pt x="1994310" y="330957"/>
                    <a:pt x="1657268" y="945"/>
                    <a:pt x="1243147" y="945"/>
                  </a:cubicBezTo>
                  <a:cubicBezTo>
                    <a:pt x="825366" y="945"/>
                    <a:pt x="486031" y="336817"/>
                    <a:pt x="480893" y="753275"/>
                  </a:cubicBezTo>
                  <a:lnTo>
                    <a:pt x="479576" y="753275"/>
                  </a:lnTo>
                  <a:cubicBezTo>
                    <a:pt x="477258" y="1035224"/>
                    <a:pt x="270533" y="1268336"/>
                    <a:pt x="0" y="1310315"/>
                  </a:cubicBezTo>
                  <a:cubicBezTo>
                    <a:pt x="4598" y="1303410"/>
                    <a:pt x="97806" y="1379580"/>
                    <a:pt x="96865" y="1389290"/>
                  </a:cubicBezTo>
                  <a:lnTo>
                    <a:pt x="93389" y="1393247"/>
                  </a:lnTo>
                  <a:cubicBezTo>
                    <a:pt x="77100" y="1414141"/>
                    <a:pt x="8869" y="1508710"/>
                    <a:pt x="0" y="1509993"/>
                  </a:cubicBezTo>
                  <a:close/>
                </a:path>
              </a:pathLst>
            </a:cu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 lastClr="FFFFFF"/>
                </a:solidFill>
                <a:latin typeface="Calibri"/>
                <a:ea typeface="微软雅黑" panose="020B0503020204020204" pitchFamily="34" charset="-122"/>
              </a:endParaRPr>
            </a:p>
          </p:txBody>
        </p:sp>
        <p:sp>
          <p:nvSpPr>
            <p:cNvPr id="21" name="燕尾形 20"/>
            <p:cNvSpPr/>
            <p:nvPr/>
          </p:nvSpPr>
          <p:spPr>
            <a:xfrm flipH="1">
              <a:off x="7822056" y="2006375"/>
              <a:ext cx="173551"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sp>
          <p:nvSpPr>
            <p:cNvPr id="22" name="燕尾形 21"/>
            <p:cNvSpPr/>
            <p:nvPr/>
          </p:nvSpPr>
          <p:spPr>
            <a:xfrm flipH="1">
              <a:off x="7979830" y="2006375"/>
              <a:ext cx="173551"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sp>
          <p:nvSpPr>
            <p:cNvPr id="23" name="燕尾形 22"/>
            <p:cNvSpPr/>
            <p:nvPr/>
          </p:nvSpPr>
          <p:spPr>
            <a:xfrm flipH="1">
              <a:off x="8144617" y="2006375"/>
              <a:ext cx="171799" cy="160264"/>
            </a:xfrm>
            <a:prstGeom prst="chevron">
              <a:avLst/>
            </a:prstGeom>
            <a:grpFill/>
            <a:ln w="25400" cap="flat" cmpd="sng" algn="ctr">
              <a:noFill/>
              <a:prstDash val="solid"/>
            </a:ln>
            <a:effectLst/>
          </p:spPr>
          <p:txBody>
            <a:bodyPr lIns="96435" tIns="48218" rIns="96435" bIns="48218" anchor="ctr"/>
            <a:lstStyle/>
            <a:p>
              <a:pPr algn="ctr" fontAlgn="auto">
                <a:spcBef>
                  <a:spcPts val="0"/>
                </a:spcBef>
                <a:spcAft>
                  <a:spcPts val="0"/>
                </a:spcAft>
                <a:defRPr/>
              </a:pPr>
              <a:endParaRPr lang="zh-CN" altLang="en-US" sz="1898" kern="0" dirty="0">
                <a:solidFill>
                  <a:sysClr val="windowText" lastClr="000000"/>
                </a:solidFill>
                <a:latin typeface="Calibri"/>
                <a:ea typeface="微软雅黑" panose="020B0503020204020204" pitchFamily="34" charset="-122"/>
              </a:endParaRPr>
            </a:p>
          </p:txBody>
        </p:sp>
      </p:grpSp>
      <p:sp>
        <p:nvSpPr>
          <p:cNvPr id="24" name="文本框 1"/>
          <p:cNvSpPr txBox="1"/>
          <p:nvPr/>
        </p:nvSpPr>
        <p:spPr>
          <a:xfrm>
            <a:off x="2566615" y="4660515"/>
            <a:ext cx="1529124" cy="880241"/>
          </a:xfrm>
          <a:prstGeom prst="rect">
            <a:avLst/>
          </a:prstGeom>
          <a:noFill/>
        </p:spPr>
        <p:txBody>
          <a:bodyPr wrap="square" anchor="ctr">
            <a:spAutoFit/>
          </a:bodyPr>
          <a:lstStyle/>
          <a:p>
            <a:pPr fontAlgn="auto">
              <a:lnSpc>
                <a:spcPct val="130000"/>
              </a:lnSpc>
              <a:spcBef>
                <a:spcPts val="0"/>
              </a:spcBef>
              <a:spcAft>
                <a:spcPts val="0"/>
              </a:spcAft>
              <a:defRPr/>
            </a:pPr>
            <a:r>
              <a:rPr lang="zh-CN" altLang="en-US" sz="1969" dirty="0">
                <a:latin typeface="微软雅黑" pitchFamily="34" charset="-122"/>
                <a:ea typeface="微软雅黑" pitchFamily="34" charset="-122"/>
              </a:rPr>
              <a:t>请在此处输入您的文本</a:t>
            </a:r>
          </a:p>
        </p:txBody>
      </p:sp>
      <p:sp>
        <p:nvSpPr>
          <p:cNvPr id="25" name="文本框 33"/>
          <p:cNvSpPr txBox="1"/>
          <p:nvPr/>
        </p:nvSpPr>
        <p:spPr>
          <a:xfrm>
            <a:off x="4129479" y="4660515"/>
            <a:ext cx="1529124" cy="880241"/>
          </a:xfrm>
          <a:prstGeom prst="rect">
            <a:avLst/>
          </a:prstGeom>
          <a:noFill/>
        </p:spPr>
        <p:txBody>
          <a:bodyPr wrap="square" anchor="ctr">
            <a:spAutoFit/>
          </a:bodyPr>
          <a:lstStyle/>
          <a:p>
            <a:pPr fontAlgn="auto">
              <a:lnSpc>
                <a:spcPct val="130000"/>
              </a:lnSpc>
              <a:spcBef>
                <a:spcPts val="0"/>
              </a:spcBef>
              <a:spcAft>
                <a:spcPts val="0"/>
              </a:spcAft>
              <a:defRPr/>
            </a:pPr>
            <a:r>
              <a:rPr lang="zh-CN" altLang="en-US" sz="1969" dirty="0">
                <a:latin typeface="微软雅黑" pitchFamily="34" charset="-122"/>
                <a:ea typeface="微软雅黑" pitchFamily="34" charset="-122"/>
              </a:rPr>
              <a:t>请在此处输入您的文本</a:t>
            </a:r>
          </a:p>
        </p:txBody>
      </p:sp>
      <p:sp>
        <p:nvSpPr>
          <p:cNvPr id="26" name="文本框 34"/>
          <p:cNvSpPr txBox="1"/>
          <p:nvPr/>
        </p:nvSpPr>
        <p:spPr>
          <a:xfrm>
            <a:off x="5699736" y="4660515"/>
            <a:ext cx="1533623" cy="880241"/>
          </a:xfrm>
          <a:prstGeom prst="rect">
            <a:avLst/>
          </a:prstGeom>
          <a:noFill/>
        </p:spPr>
        <p:txBody>
          <a:bodyPr wrap="square" anchor="ctr">
            <a:spAutoFit/>
          </a:bodyPr>
          <a:lstStyle/>
          <a:p>
            <a:pPr fontAlgn="auto">
              <a:lnSpc>
                <a:spcPct val="130000"/>
              </a:lnSpc>
              <a:spcBef>
                <a:spcPts val="0"/>
              </a:spcBef>
              <a:spcAft>
                <a:spcPts val="0"/>
              </a:spcAft>
              <a:defRPr/>
            </a:pPr>
            <a:r>
              <a:rPr lang="zh-CN" altLang="en-US" sz="1969" dirty="0">
                <a:latin typeface="微软雅黑" pitchFamily="34" charset="-122"/>
                <a:ea typeface="微软雅黑" pitchFamily="34" charset="-122"/>
              </a:rPr>
              <a:t>请在此处输入您的文本</a:t>
            </a:r>
          </a:p>
        </p:txBody>
      </p:sp>
      <p:sp>
        <p:nvSpPr>
          <p:cNvPr id="27" name="文本框 35"/>
          <p:cNvSpPr txBox="1"/>
          <p:nvPr/>
        </p:nvSpPr>
        <p:spPr>
          <a:xfrm>
            <a:off x="7250279" y="4660515"/>
            <a:ext cx="1529124" cy="880241"/>
          </a:xfrm>
          <a:prstGeom prst="rect">
            <a:avLst/>
          </a:prstGeom>
          <a:noFill/>
        </p:spPr>
        <p:txBody>
          <a:bodyPr wrap="square" anchor="ctr">
            <a:spAutoFit/>
          </a:bodyPr>
          <a:lstStyle/>
          <a:p>
            <a:pPr fontAlgn="auto">
              <a:lnSpc>
                <a:spcPct val="130000"/>
              </a:lnSpc>
              <a:spcBef>
                <a:spcPts val="0"/>
              </a:spcBef>
              <a:spcAft>
                <a:spcPts val="0"/>
              </a:spcAft>
              <a:defRPr/>
            </a:pPr>
            <a:r>
              <a:rPr lang="zh-CN" altLang="en-US" sz="1969" dirty="0">
                <a:latin typeface="微软雅黑" pitchFamily="34" charset="-122"/>
                <a:ea typeface="微软雅黑" pitchFamily="34" charset="-122"/>
              </a:rPr>
              <a:t>请在此处输入您的文本</a:t>
            </a:r>
          </a:p>
        </p:txBody>
      </p:sp>
      <p:sp>
        <p:nvSpPr>
          <p:cNvPr id="28" name="文本框 36"/>
          <p:cNvSpPr txBox="1"/>
          <p:nvPr/>
        </p:nvSpPr>
        <p:spPr>
          <a:xfrm>
            <a:off x="8800815" y="4660515"/>
            <a:ext cx="1533623" cy="880241"/>
          </a:xfrm>
          <a:prstGeom prst="rect">
            <a:avLst/>
          </a:prstGeom>
          <a:noFill/>
        </p:spPr>
        <p:txBody>
          <a:bodyPr wrap="square" anchor="ctr">
            <a:spAutoFit/>
          </a:bodyPr>
          <a:lstStyle/>
          <a:p>
            <a:pPr fontAlgn="auto">
              <a:lnSpc>
                <a:spcPct val="130000"/>
              </a:lnSpc>
              <a:spcBef>
                <a:spcPts val="0"/>
              </a:spcBef>
              <a:spcAft>
                <a:spcPts val="0"/>
              </a:spcAft>
              <a:defRPr/>
            </a:pPr>
            <a:r>
              <a:rPr lang="zh-CN" altLang="en-US" sz="1969" dirty="0">
                <a:latin typeface="微软雅黑" pitchFamily="34" charset="-122"/>
                <a:ea typeface="微软雅黑" pitchFamily="34" charset="-122"/>
              </a:rPr>
              <a:t>请在此处输入您的文本</a:t>
            </a:r>
          </a:p>
        </p:txBody>
      </p:sp>
    </p:spTree>
    <p:extLst>
      <p:ext uri="{BB962C8B-B14F-4D97-AF65-F5344CB8AC3E}">
        <p14:creationId xmlns:p14="http://schemas.microsoft.com/office/powerpoint/2010/main" val="3041274622"/>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wipe(left)">
                                      <p:cBhvr>
                                        <p:cTn id="21" dur="1250"/>
                                        <p:tgtEl>
                                          <p:spTgt spid="16"/>
                                        </p:tgtEl>
                                      </p:cBhvr>
                                    </p:animEffect>
                                  </p:childTnLst>
                                </p:cTn>
                              </p:par>
                            </p:childTnLst>
                          </p:cTn>
                        </p:par>
                        <p:par>
                          <p:cTn id="22" fill="hold">
                            <p:stCondLst>
                              <p:cond delay="2250"/>
                            </p:stCondLst>
                            <p:childTnLst>
                              <p:par>
                                <p:cTn id="23" presetID="53" presetClass="entr" presetSubtype="16"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p:cTn id="25" dur="500" fill="hold"/>
                                        <p:tgtEl>
                                          <p:spTgt spid="15"/>
                                        </p:tgtEl>
                                        <p:attrNameLst>
                                          <p:attrName>ppt_w</p:attrName>
                                        </p:attrNameLst>
                                      </p:cBhvr>
                                      <p:tavLst>
                                        <p:tav tm="0">
                                          <p:val>
                                            <p:fltVal val="0"/>
                                          </p:val>
                                        </p:tav>
                                        <p:tav tm="100000">
                                          <p:val>
                                            <p:strVal val="#ppt_w"/>
                                          </p:val>
                                        </p:tav>
                                      </p:tavLst>
                                    </p:anim>
                                    <p:anim calcmode="lin" valueType="num">
                                      <p:cBhvr>
                                        <p:cTn id="26" dur="500" fill="hold"/>
                                        <p:tgtEl>
                                          <p:spTgt spid="15"/>
                                        </p:tgtEl>
                                        <p:attrNameLst>
                                          <p:attrName>ppt_h</p:attrName>
                                        </p:attrNameLst>
                                      </p:cBhvr>
                                      <p:tavLst>
                                        <p:tav tm="0">
                                          <p:val>
                                            <p:fltVal val="0"/>
                                          </p:val>
                                        </p:tav>
                                        <p:tav tm="100000">
                                          <p:val>
                                            <p:strVal val="#ppt_h"/>
                                          </p:val>
                                        </p:tav>
                                      </p:tavLst>
                                    </p:anim>
                                    <p:animEffect transition="in" filter="fade">
                                      <p:cBhvr>
                                        <p:cTn id="27" dur="500"/>
                                        <p:tgtEl>
                                          <p:spTgt spid="15"/>
                                        </p:tgtEl>
                                      </p:cBhvr>
                                    </p:animEffect>
                                  </p:childTnLst>
                                </p:cTn>
                              </p:par>
                            </p:childTnLst>
                          </p:cTn>
                        </p:par>
                        <p:par>
                          <p:cTn id="28" fill="hold">
                            <p:stCondLst>
                              <p:cond delay="2750"/>
                            </p:stCondLst>
                            <p:childTnLst>
                              <p:par>
                                <p:cTn id="29" presetID="53" presetClass="entr" presetSubtype="16"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 calcmode="lin" valueType="num">
                                      <p:cBhvr>
                                        <p:cTn id="31" dur="500" fill="hold"/>
                                        <p:tgtEl>
                                          <p:spTgt spid="24"/>
                                        </p:tgtEl>
                                        <p:attrNameLst>
                                          <p:attrName>ppt_w</p:attrName>
                                        </p:attrNameLst>
                                      </p:cBhvr>
                                      <p:tavLst>
                                        <p:tav tm="0">
                                          <p:val>
                                            <p:fltVal val="0"/>
                                          </p:val>
                                        </p:tav>
                                        <p:tav tm="100000">
                                          <p:val>
                                            <p:strVal val="#ppt_w"/>
                                          </p:val>
                                        </p:tav>
                                      </p:tavLst>
                                    </p:anim>
                                    <p:anim calcmode="lin" valueType="num">
                                      <p:cBhvr>
                                        <p:cTn id="32" dur="500" fill="hold"/>
                                        <p:tgtEl>
                                          <p:spTgt spid="24"/>
                                        </p:tgtEl>
                                        <p:attrNameLst>
                                          <p:attrName>ppt_h</p:attrName>
                                        </p:attrNameLst>
                                      </p:cBhvr>
                                      <p:tavLst>
                                        <p:tav tm="0">
                                          <p:val>
                                            <p:fltVal val="0"/>
                                          </p:val>
                                        </p:tav>
                                        <p:tav tm="100000">
                                          <p:val>
                                            <p:strVal val="#ppt_h"/>
                                          </p:val>
                                        </p:tav>
                                      </p:tavLst>
                                    </p:anim>
                                    <p:animEffect transition="in" filter="fade">
                                      <p:cBhvr>
                                        <p:cTn id="33" dur="500"/>
                                        <p:tgtEl>
                                          <p:spTgt spid="24"/>
                                        </p:tgtEl>
                                      </p:cBhvr>
                                    </p:animEffect>
                                  </p:childTnLst>
                                </p:cTn>
                              </p:par>
                            </p:childTnLst>
                          </p:cTn>
                        </p:par>
                        <p:par>
                          <p:cTn id="34" fill="hold">
                            <p:stCondLst>
                              <p:cond delay="3250"/>
                            </p:stCondLst>
                            <p:childTnLst>
                              <p:par>
                                <p:cTn id="35" presetID="53" presetClass="entr" presetSubtype="16"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500" fill="hold"/>
                                        <p:tgtEl>
                                          <p:spTgt spid="14"/>
                                        </p:tgtEl>
                                        <p:attrNameLst>
                                          <p:attrName>ppt_w</p:attrName>
                                        </p:attrNameLst>
                                      </p:cBhvr>
                                      <p:tavLst>
                                        <p:tav tm="0">
                                          <p:val>
                                            <p:fltVal val="0"/>
                                          </p:val>
                                        </p:tav>
                                        <p:tav tm="100000">
                                          <p:val>
                                            <p:strVal val="#ppt_w"/>
                                          </p:val>
                                        </p:tav>
                                      </p:tavLst>
                                    </p:anim>
                                    <p:anim calcmode="lin" valueType="num">
                                      <p:cBhvr>
                                        <p:cTn id="38" dur="500" fill="hold"/>
                                        <p:tgtEl>
                                          <p:spTgt spid="14"/>
                                        </p:tgtEl>
                                        <p:attrNameLst>
                                          <p:attrName>ppt_h</p:attrName>
                                        </p:attrNameLst>
                                      </p:cBhvr>
                                      <p:tavLst>
                                        <p:tav tm="0">
                                          <p:val>
                                            <p:fltVal val="0"/>
                                          </p:val>
                                        </p:tav>
                                        <p:tav tm="100000">
                                          <p:val>
                                            <p:strVal val="#ppt_h"/>
                                          </p:val>
                                        </p:tav>
                                      </p:tavLst>
                                    </p:anim>
                                    <p:animEffect transition="in" filter="fade">
                                      <p:cBhvr>
                                        <p:cTn id="39" dur="500"/>
                                        <p:tgtEl>
                                          <p:spTgt spid="14"/>
                                        </p:tgtEl>
                                      </p:cBhvr>
                                    </p:animEffect>
                                  </p:childTnLst>
                                </p:cTn>
                              </p:par>
                            </p:childTnLst>
                          </p:cTn>
                        </p:par>
                        <p:par>
                          <p:cTn id="40" fill="hold">
                            <p:stCondLst>
                              <p:cond delay="375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250"/>
                            </p:stCondLst>
                            <p:childTnLst>
                              <p:par>
                                <p:cTn id="47" presetID="53" presetClass="entr" presetSubtype="16" fill="hold" grpId="0"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p:cTn id="49" dur="500" fill="hold"/>
                                        <p:tgtEl>
                                          <p:spTgt spid="13"/>
                                        </p:tgtEl>
                                        <p:attrNameLst>
                                          <p:attrName>ppt_w</p:attrName>
                                        </p:attrNameLst>
                                      </p:cBhvr>
                                      <p:tavLst>
                                        <p:tav tm="0">
                                          <p:val>
                                            <p:fltVal val="0"/>
                                          </p:val>
                                        </p:tav>
                                        <p:tav tm="100000">
                                          <p:val>
                                            <p:strVal val="#ppt_w"/>
                                          </p:val>
                                        </p:tav>
                                      </p:tavLst>
                                    </p:anim>
                                    <p:anim calcmode="lin" valueType="num">
                                      <p:cBhvr>
                                        <p:cTn id="50" dur="500" fill="hold"/>
                                        <p:tgtEl>
                                          <p:spTgt spid="13"/>
                                        </p:tgtEl>
                                        <p:attrNameLst>
                                          <p:attrName>ppt_h</p:attrName>
                                        </p:attrNameLst>
                                      </p:cBhvr>
                                      <p:tavLst>
                                        <p:tav tm="0">
                                          <p:val>
                                            <p:fltVal val="0"/>
                                          </p:val>
                                        </p:tav>
                                        <p:tav tm="100000">
                                          <p:val>
                                            <p:strVal val="#ppt_h"/>
                                          </p:val>
                                        </p:tav>
                                      </p:tavLst>
                                    </p:anim>
                                    <p:animEffect transition="in" filter="fade">
                                      <p:cBhvr>
                                        <p:cTn id="51" dur="500"/>
                                        <p:tgtEl>
                                          <p:spTgt spid="13"/>
                                        </p:tgtEl>
                                      </p:cBhvr>
                                    </p:animEffect>
                                  </p:childTnLst>
                                </p:cTn>
                              </p:par>
                            </p:childTnLst>
                          </p:cTn>
                        </p:par>
                        <p:par>
                          <p:cTn id="52" fill="hold">
                            <p:stCondLst>
                              <p:cond delay="4750"/>
                            </p:stCondLst>
                            <p:childTnLst>
                              <p:par>
                                <p:cTn id="53" presetID="53" presetClass="entr" presetSubtype="16"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p:cTn id="55" dur="500" fill="hold"/>
                                        <p:tgtEl>
                                          <p:spTgt spid="26"/>
                                        </p:tgtEl>
                                        <p:attrNameLst>
                                          <p:attrName>ppt_w</p:attrName>
                                        </p:attrNameLst>
                                      </p:cBhvr>
                                      <p:tavLst>
                                        <p:tav tm="0">
                                          <p:val>
                                            <p:fltVal val="0"/>
                                          </p:val>
                                        </p:tav>
                                        <p:tav tm="100000">
                                          <p:val>
                                            <p:strVal val="#ppt_w"/>
                                          </p:val>
                                        </p:tav>
                                      </p:tavLst>
                                    </p:anim>
                                    <p:anim calcmode="lin" valueType="num">
                                      <p:cBhvr>
                                        <p:cTn id="56" dur="500" fill="hold"/>
                                        <p:tgtEl>
                                          <p:spTgt spid="26"/>
                                        </p:tgtEl>
                                        <p:attrNameLst>
                                          <p:attrName>ppt_h</p:attrName>
                                        </p:attrNameLst>
                                      </p:cBhvr>
                                      <p:tavLst>
                                        <p:tav tm="0">
                                          <p:val>
                                            <p:fltVal val="0"/>
                                          </p:val>
                                        </p:tav>
                                        <p:tav tm="100000">
                                          <p:val>
                                            <p:strVal val="#ppt_h"/>
                                          </p:val>
                                        </p:tav>
                                      </p:tavLst>
                                    </p:anim>
                                    <p:animEffect transition="in" filter="fade">
                                      <p:cBhvr>
                                        <p:cTn id="57" dur="500"/>
                                        <p:tgtEl>
                                          <p:spTgt spid="26"/>
                                        </p:tgtEl>
                                      </p:cBhvr>
                                    </p:animEffect>
                                  </p:childTnLst>
                                </p:cTn>
                              </p:par>
                            </p:childTnLst>
                          </p:cTn>
                        </p:par>
                        <p:par>
                          <p:cTn id="58" fill="hold">
                            <p:stCondLst>
                              <p:cond delay="5250"/>
                            </p:stCondLst>
                            <p:childTnLst>
                              <p:par>
                                <p:cTn id="59" presetID="53" presetClass="entr" presetSubtype="16" fill="hold" grpId="0" nodeType="after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p:cTn id="61" dur="500" fill="hold"/>
                                        <p:tgtEl>
                                          <p:spTgt spid="12"/>
                                        </p:tgtEl>
                                        <p:attrNameLst>
                                          <p:attrName>ppt_w</p:attrName>
                                        </p:attrNameLst>
                                      </p:cBhvr>
                                      <p:tavLst>
                                        <p:tav tm="0">
                                          <p:val>
                                            <p:fltVal val="0"/>
                                          </p:val>
                                        </p:tav>
                                        <p:tav tm="100000">
                                          <p:val>
                                            <p:strVal val="#ppt_w"/>
                                          </p:val>
                                        </p:tav>
                                      </p:tavLst>
                                    </p:anim>
                                    <p:anim calcmode="lin" valueType="num">
                                      <p:cBhvr>
                                        <p:cTn id="62" dur="500" fill="hold"/>
                                        <p:tgtEl>
                                          <p:spTgt spid="12"/>
                                        </p:tgtEl>
                                        <p:attrNameLst>
                                          <p:attrName>ppt_h</p:attrName>
                                        </p:attrNameLst>
                                      </p:cBhvr>
                                      <p:tavLst>
                                        <p:tav tm="0">
                                          <p:val>
                                            <p:fltVal val="0"/>
                                          </p:val>
                                        </p:tav>
                                        <p:tav tm="100000">
                                          <p:val>
                                            <p:strVal val="#ppt_h"/>
                                          </p:val>
                                        </p:tav>
                                      </p:tavLst>
                                    </p:anim>
                                    <p:animEffect transition="in" filter="fade">
                                      <p:cBhvr>
                                        <p:cTn id="63" dur="500"/>
                                        <p:tgtEl>
                                          <p:spTgt spid="12"/>
                                        </p:tgtEl>
                                      </p:cBhvr>
                                    </p:animEffect>
                                  </p:childTnLst>
                                </p:cTn>
                              </p:par>
                            </p:childTnLst>
                          </p:cTn>
                        </p:par>
                        <p:par>
                          <p:cTn id="64" fill="hold">
                            <p:stCondLst>
                              <p:cond delay="5750"/>
                            </p:stCondLst>
                            <p:childTnLst>
                              <p:par>
                                <p:cTn id="65" presetID="53" presetClass="entr" presetSubtype="16" fill="hold" grpId="0" nodeType="after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p:cTn id="67" dur="500" fill="hold"/>
                                        <p:tgtEl>
                                          <p:spTgt spid="27"/>
                                        </p:tgtEl>
                                        <p:attrNameLst>
                                          <p:attrName>ppt_w</p:attrName>
                                        </p:attrNameLst>
                                      </p:cBhvr>
                                      <p:tavLst>
                                        <p:tav tm="0">
                                          <p:val>
                                            <p:fltVal val="0"/>
                                          </p:val>
                                        </p:tav>
                                        <p:tav tm="100000">
                                          <p:val>
                                            <p:strVal val="#ppt_w"/>
                                          </p:val>
                                        </p:tav>
                                      </p:tavLst>
                                    </p:anim>
                                    <p:anim calcmode="lin" valueType="num">
                                      <p:cBhvr>
                                        <p:cTn id="68" dur="500" fill="hold"/>
                                        <p:tgtEl>
                                          <p:spTgt spid="27"/>
                                        </p:tgtEl>
                                        <p:attrNameLst>
                                          <p:attrName>ppt_h</p:attrName>
                                        </p:attrNameLst>
                                      </p:cBhvr>
                                      <p:tavLst>
                                        <p:tav tm="0">
                                          <p:val>
                                            <p:fltVal val="0"/>
                                          </p:val>
                                        </p:tav>
                                        <p:tav tm="100000">
                                          <p:val>
                                            <p:strVal val="#ppt_h"/>
                                          </p:val>
                                        </p:tav>
                                      </p:tavLst>
                                    </p:anim>
                                    <p:animEffect transition="in" filter="fade">
                                      <p:cBhvr>
                                        <p:cTn id="69" dur="500"/>
                                        <p:tgtEl>
                                          <p:spTgt spid="27"/>
                                        </p:tgtEl>
                                      </p:cBhvr>
                                    </p:animEffect>
                                  </p:childTnLst>
                                </p:cTn>
                              </p:par>
                            </p:childTnLst>
                          </p:cTn>
                        </p:par>
                        <p:par>
                          <p:cTn id="70" fill="hold">
                            <p:stCondLst>
                              <p:cond delay="6250"/>
                            </p:stCondLst>
                            <p:childTnLst>
                              <p:par>
                                <p:cTn id="71" presetID="53" presetClass="entr" presetSubtype="16" fill="hold" grpId="0" nodeType="afterEffect">
                                  <p:stCondLst>
                                    <p:cond delay="0"/>
                                  </p:stCondLst>
                                  <p:childTnLst>
                                    <p:set>
                                      <p:cBhvr>
                                        <p:cTn id="72" dur="1" fill="hold">
                                          <p:stCondLst>
                                            <p:cond delay="0"/>
                                          </p:stCondLst>
                                        </p:cTn>
                                        <p:tgtEl>
                                          <p:spTgt spid="11"/>
                                        </p:tgtEl>
                                        <p:attrNameLst>
                                          <p:attrName>style.visibility</p:attrName>
                                        </p:attrNameLst>
                                      </p:cBhvr>
                                      <p:to>
                                        <p:strVal val="visible"/>
                                      </p:to>
                                    </p:set>
                                    <p:anim calcmode="lin" valueType="num">
                                      <p:cBhvr>
                                        <p:cTn id="73" dur="500" fill="hold"/>
                                        <p:tgtEl>
                                          <p:spTgt spid="11"/>
                                        </p:tgtEl>
                                        <p:attrNameLst>
                                          <p:attrName>ppt_w</p:attrName>
                                        </p:attrNameLst>
                                      </p:cBhvr>
                                      <p:tavLst>
                                        <p:tav tm="0">
                                          <p:val>
                                            <p:fltVal val="0"/>
                                          </p:val>
                                        </p:tav>
                                        <p:tav tm="100000">
                                          <p:val>
                                            <p:strVal val="#ppt_w"/>
                                          </p:val>
                                        </p:tav>
                                      </p:tavLst>
                                    </p:anim>
                                    <p:anim calcmode="lin" valueType="num">
                                      <p:cBhvr>
                                        <p:cTn id="74" dur="500" fill="hold"/>
                                        <p:tgtEl>
                                          <p:spTgt spid="11"/>
                                        </p:tgtEl>
                                        <p:attrNameLst>
                                          <p:attrName>ppt_h</p:attrName>
                                        </p:attrNameLst>
                                      </p:cBhvr>
                                      <p:tavLst>
                                        <p:tav tm="0">
                                          <p:val>
                                            <p:fltVal val="0"/>
                                          </p:val>
                                        </p:tav>
                                        <p:tav tm="100000">
                                          <p:val>
                                            <p:strVal val="#ppt_h"/>
                                          </p:val>
                                        </p:tav>
                                      </p:tavLst>
                                    </p:anim>
                                    <p:animEffect transition="in" filter="fade">
                                      <p:cBhvr>
                                        <p:cTn id="75" dur="500"/>
                                        <p:tgtEl>
                                          <p:spTgt spid="11"/>
                                        </p:tgtEl>
                                      </p:cBhvr>
                                    </p:animEffect>
                                  </p:childTnLst>
                                </p:cTn>
                              </p:par>
                            </p:childTnLst>
                          </p:cTn>
                        </p:par>
                        <p:par>
                          <p:cTn id="76" fill="hold">
                            <p:stCondLst>
                              <p:cond delay="6750"/>
                            </p:stCondLst>
                            <p:childTnLst>
                              <p:par>
                                <p:cTn id="77" presetID="53" presetClass="entr" presetSubtype="16" fill="hold" grpId="0" nodeType="afterEffect">
                                  <p:stCondLst>
                                    <p:cond delay="0"/>
                                  </p:stCondLst>
                                  <p:childTnLst>
                                    <p:set>
                                      <p:cBhvr>
                                        <p:cTn id="78" dur="1" fill="hold">
                                          <p:stCondLst>
                                            <p:cond delay="0"/>
                                          </p:stCondLst>
                                        </p:cTn>
                                        <p:tgtEl>
                                          <p:spTgt spid="28"/>
                                        </p:tgtEl>
                                        <p:attrNameLst>
                                          <p:attrName>style.visibility</p:attrName>
                                        </p:attrNameLst>
                                      </p:cBhvr>
                                      <p:to>
                                        <p:strVal val="visible"/>
                                      </p:to>
                                    </p:set>
                                    <p:anim calcmode="lin" valueType="num">
                                      <p:cBhvr>
                                        <p:cTn id="79" dur="500" fill="hold"/>
                                        <p:tgtEl>
                                          <p:spTgt spid="28"/>
                                        </p:tgtEl>
                                        <p:attrNameLst>
                                          <p:attrName>ppt_w</p:attrName>
                                        </p:attrNameLst>
                                      </p:cBhvr>
                                      <p:tavLst>
                                        <p:tav tm="0">
                                          <p:val>
                                            <p:fltVal val="0"/>
                                          </p:val>
                                        </p:tav>
                                        <p:tav tm="100000">
                                          <p:val>
                                            <p:strVal val="#ppt_w"/>
                                          </p:val>
                                        </p:tav>
                                      </p:tavLst>
                                    </p:anim>
                                    <p:anim calcmode="lin" valueType="num">
                                      <p:cBhvr>
                                        <p:cTn id="80" dur="500" fill="hold"/>
                                        <p:tgtEl>
                                          <p:spTgt spid="28"/>
                                        </p:tgtEl>
                                        <p:attrNameLst>
                                          <p:attrName>ppt_h</p:attrName>
                                        </p:attrNameLst>
                                      </p:cBhvr>
                                      <p:tavLst>
                                        <p:tav tm="0">
                                          <p:val>
                                            <p:fltVal val="0"/>
                                          </p:val>
                                        </p:tav>
                                        <p:tav tm="100000">
                                          <p:val>
                                            <p:strVal val="#ppt_h"/>
                                          </p:val>
                                        </p:tav>
                                      </p:tavLst>
                                    </p:anim>
                                    <p:animEffect transition="in" filter="fade">
                                      <p:cBhvr>
                                        <p:cTn id="8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P spid="14" grpId="0" animBg="1"/>
      <p:bldP spid="15" grpId="0" animBg="1"/>
      <p:bldP spid="24" grpId="0"/>
      <p:bldP spid="25" grpId="0"/>
      <p:bldP spid="26" grpId="0"/>
      <p:bldP spid="27" grpId="0"/>
      <p:bldP spid="2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任意多边形 35"/>
          <p:cNvSpPr>
            <a:spLocks noChangeArrowheads="1"/>
          </p:cNvSpPr>
          <p:nvPr/>
        </p:nvSpPr>
        <p:spPr bwMode="auto">
          <a:xfrm>
            <a:off x="2526761" y="3529264"/>
            <a:ext cx="1426440" cy="1841648"/>
          </a:xfrm>
          <a:custGeom>
            <a:avLst/>
            <a:gdLst>
              <a:gd name="T0" fmla="*/ 901473 w 1352638"/>
              <a:gd name="T1" fmla="*/ 16 h 1747217"/>
              <a:gd name="T2" fmla="*/ 974192 w 1352638"/>
              <a:gd name="T3" fmla="*/ 31619 h 1747217"/>
              <a:gd name="T4" fmla="*/ 1352550 w 1352638"/>
              <a:gd name="T5" fmla="*/ 423231 h 1747217"/>
              <a:gd name="T6" fmla="*/ 948292 w 1352638"/>
              <a:gd name="T7" fmla="*/ 813428 h 1747217"/>
              <a:gd name="T8" fmla="*/ 945734 w 1352638"/>
              <a:gd name="T9" fmla="*/ 959852 h 1747217"/>
              <a:gd name="T10" fmla="*/ 1312064 w 1352638"/>
              <a:gd name="T11" fmla="*/ 1339012 h 1747217"/>
              <a:gd name="T12" fmla="*/ 920260 w 1352638"/>
              <a:gd name="T13" fmla="*/ 1717186 h 1747217"/>
              <a:gd name="T14" fmla="*/ 773764 w 1352638"/>
              <a:gd name="T15" fmla="*/ 1714631 h 1747217"/>
              <a:gd name="T16" fmla="*/ 29077 w 1352638"/>
              <a:gd name="T17" fmla="*/ 943861 h 1747217"/>
              <a:gd name="T18" fmla="*/ 15 w 1352638"/>
              <a:gd name="T19" fmla="*/ 870119 h 1747217"/>
              <a:gd name="T20" fmla="*/ 31634 w 1352638"/>
              <a:gd name="T21" fmla="*/ 797436 h 1747217"/>
              <a:gd name="T22" fmla="*/ 827695 w 1352638"/>
              <a:gd name="T23" fmla="*/ 29064 h 1747217"/>
              <a:gd name="T24" fmla="*/ 901473 w 1352638"/>
              <a:gd name="T25" fmla="*/ 16 h 17472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52638"/>
              <a:gd name="T40" fmla="*/ 0 h 1747217"/>
              <a:gd name="T41" fmla="*/ 1352638 w 1352638"/>
              <a:gd name="T42" fmla="*/ 1747217 h 17472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52638" h="1747217">
                <a:moveTo>
                  <a:pt x="901532" y="16"/>
                </a:moveTo>
                <a:cubicBezTo>
                  <a:pt x="928044" y="479"/>
                  <a:pt x="954380" y="11056"/>
                  <a:pt x="974255" y="31637"/>
                </a:cubicBezTo>
                <a:lnTo>
                  <a:pt x="1352638" y="423465"/>
                </a:lnTo>
                <a:lnTo>
                  <a:pt x="948354" y="813878"/>
                </a:lnTo>
                <a:cubicBezTo>
                  <a:pt x="907190" y="853629"/>
                  <a:pt x="906046" y="919221"/>
                  <a:pt x="945796" y="960384"/>
                </a:cubicBezTo>
                <a:lnTo>
                  <a:pt x="1312149" y="1339753"/>
                </a:lnTo>
                <a:lnTo>
                  <a:pt x="920320" y="1718137"/>
                </a:lnTo>
                <a:cubicBezTo>
                  <a:pt x="879157" y="1757888"/>
                  <a:pt x="813565" y="1756743"/>
                  <a:pt x="773814" y="1715580"/>
                </a:cubicBezTo>
                <a:lnTo>
                  <a:pt x="29079" y="944384"/>
                </a:lnTo>
                <a:cubicBezTo>
                  <a:pt x="9203" y="923802"/>
                  <a:pt x="-448" y="897114"/>
                  <a:pt x="15" y="870601"/>
                </a:cubicBezTo>
                <a:cubicBezTo>
                  <a:pt x="478" y="844089"/>
                  <a:pt x="11055" y="817753"/>
                  <a:pt x="31636" y="797878"/>
                </a:cubicBezTo>
                <a:lnTo>
                  <a:pt x="827749" y="29080"/>
                </a:lnTo>
                <a:cubicBezTo>
                  <a:pt x="848331" y="9205"/>
                  <a:pt x="875020" y="-446"/>
                  <a:pt x="901532" y="16"/>
                </a:cubicBezTo>
                <a:close/>
              </a:path>
            </a:pathLst>
          </a:custGeom>
          <a:solidFill>
            <a:srgbClr val="424A53"/>
          </a:solidFill>
          <a:ln>
            <a:noFill/>
          </a:ln>
        </p:spPr>
        <p:txBody>
          <a:bodyPr lIns="227800" tIns="0" rIns="0" bIns="0" anchor="ctr"/>
          <a:lstStyle/>
          <a:p>
            <a:pPr>
              <a:defRPr/>
            </a:pPr>
            <a:r>
              <a:rPr lang="zh-CN" altLang="en-US" sz="2109" b="1" kern="0">
                <a:solidFill>
                  <a:schemeClr val="bg1"/>
                </a:solidFill>
                <a:latin typeface="微软雅黑" pitchFamily="34" charset="-122"/>
                <a:ea typeface="微软雅黑" pitchFamily="34" charset="-122"/>
              </a:rPr>
              <a:t>标题</a:t>
            </a:r>
          </a:p>
        </p:txBody>
      </p:sp>
      <p:sp>
        <p:nvSpPr>
          <p:cNvPr id="12" name="任意多边形 36"/>
          <p:cNvSpPr>
            <a:spLocks noChangeArrowheads="1"/>
          </p:cNvSpPr>
          <p:nvPr/>
        </p:nvSpPr>
        <p:spPr bwMode="auto">
          <a:xfrm>
            <a:off x="2560243" y="2516362"/>
            <a:ext cx="1844996" cy="1418068"/>
          </a:xfrm>
          <a:custGeom>
            <a:avLst/>
            <a:gdLst>
              <a:gd name="T0" fmla="*/ 861672 w 1747878"/>
              <a:gd name="T1" fmla="*/ 0 h 1344614"/>
              <a:gd name="T2" fmla="*/ 934935 w 1747878"/>
              <a:gd name="T3" fmla="*/ 30347 h 1344614"/>
              <a:gd name="T4" fmla="*/ 1717492 w 1747878"/>
              <a:gd name="T5" fmla="*/ 812921 h 1344614"/>
              <a:gd name="T6" fmla="*/ 1717492 w 1747878"/>
              <a:gd name="T7" fmla="*/ 959449 h 1344614"/>
              <a:gd name="T8" fmla="*/ 1332337 w 1747878"/>
              <a:gd name="T9" fmla="*/ 1344613 h 1344614"/>
              <a:gd name="T10" fmla="*/ 934936 w 1747878"/>
              <a:gd name="T11" fmla="*/ 947204 h 1344614"/>
              <a:gd name="T12" fmla="*/ 788411 w 1747878"/>
              <a:gd name="T13" fmla="*/ 947204 h 1344614"/>
              <a:gd name="T14" fmla="*/ 415502 w 1747878"/>
              <a:gd name="T15" fmla="*/ 1320121 h 1344614"/>
              <a:gd name="T16" fmla="*/ 30346 w 1747878"/>
              <a:gd name="T17" fmla="*/ 934956 h 1344614"/>
              <a:gd name="T18" fmla="*/ 30346 w 1747878"/>
              <a:gd name="T19" fmla="*/ 788428 h 1344614"/>
              <a:gd name="T20" fmla="*/ 788410 w 1747878"/>
              <a:gd name="T21" fmla="*/ 30347 h 1344614"/>
              <a:gd name="T22" fmla="*/ 861672 w 1747878"/>
              <a:gd name="T23" fmla="*/ 0 h 13446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47878"/>
              <a:gd name="T37" fmla="*/ 0 h 1344614"/>
              <a:gd name="T38" fmla="*/ 1747878 w 1747878"/>
              <a:gd name="T39" fmla="*/ 1344614 h 13446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47878" h="1344614">
                <a:moveTo>
                  <a:pt x="861692" y="0"/>
                </a:moveTo>
                <a:cubicBezTo>
                  <a:pt x="888209" y="0"/>
                  <a:pt x="914725" y="10116"/>
                  <a:pt x="934956" y="30347"/>
                </a:cubicBezTo>
                <a:lnTo>
                  <a:pt x="1717531" y="812922"/>
                </a:lnTo>
                <a:cubicBezTo>
                  <a:pt x="1757994" y="853385"/>
                  <a:pt x="1757994" y="918988"/>
                  <a:pt x="1717531" y="959450"/>
                </a:cubicBezTo>
                <a:lnTo>
                  <a:pt x="1332367" y="1344614"/>
                </a:lnTo>
                <a:lnTo>
                  <a:pt x="934957" y="947205"/>
                </a:lnTo>
                <a:cubicBezTo>
                  <a:pt x="894494" y="906741"/>
                  <a:pt x="828892" y="906742"/>
                  <a:pt x="788429" y="947205"/>
                </a:cubicBezTo>
                <a:lnTo>
                  <a:pt x="415512" y="1320122"/>
                </a:lnTo>
                <a:lnTo>
                  <a:pt x="30347" y="934957"/>
                </a:lnTo>
                <a:cubicBezTo>
                  <a:pt x="-10116" y="894494"/>
                  <a:pt x="-10116" y="828891"/>
                  <a:pt x="30347" y="788429"/>
                </a:cubicBezTo>
                <a:lnTo>
                  <a:pt x="788428" y="30347"/>
                </a:lnTo>
                <a:cubicBezTo>
                  <a:pt x="808660" y="10115"/>
                  <a:pt x="835176" y="0"/>
                  <a:pt x="861692" y="0"/>
                </a:cubicBezTo>
                <a:close/>
              </a:path>
            </a:pathLst>
          </a:custGeom>
          <a:solidFill>
            <a:srgbClr val="DD1C3E"/>
          </a:solidFill>
          <a:ln>
            <a:noFill/>
          </a:ln>
        </p:spPr>
        <p:txBody>
          <a:bodyPr lIns="0" tIns="0" rIns="0" bIns="227800" anchor="ctr"/>
          <a:lstStyle/>
          <a:p>
            <a:pPr algn="ctr">
              <a:defRPr/>
            </a:pPr>
            <a:r>
              <a:rPr lang="zh-CN" altLang="en-US" sz="2109" b="1" kern="0" dirty="0">
                <a:solidFill>
                  <a:schemeClr val="bg1"/>
                </a:solidFill>
                <a:latin typeface="微软雅黑" pitchFamily="34" charset="-122"/>
                <a:ea typeface="微软雅黑" pitchFamily="34" charset="-122"/>
              </a:rPr>
              <a:t>标题</a:t>
            </a:r>
          </a:p>
        </p:txBody>
      </p:sp>
      <p:sp>
        <p:nvSpPr>
          <p:cNvPr id="13" name="任意多边形 37"/>
          <p:cNvSpPr>
            <a:spLocks noChangeArrowheads="1"/>
          </p:cNvSpPr>
          <p:nvPr/>
        </p:nvSpPr>
        <p:spPr bwMode="auto">
          <a:xfrm>
            <a:off x="4000079" y="2549846"/>
            <a:ext cx="1426440" cy="1843321"/>
          </a:xfrm>
          <a:custGeom>
            <a:avLst/>
            <a:gdLst>
              <a:gd name="T0" fmla="*/ 506068 w 1352638"/>
              <a:gd name="T1" fmla="*/ 15 h 1747216"/>
              <a:gd name="T2" fmla="*/ 578786 w 1352638"/>
              <a:gd name="T3" fmla="*/ 31647 h 1747216"/>
              <a:gd name="T4" fmla="*/ 1323474 w 1352638"/>
              <a:gd name="T5" fmla="*/ 803119 h 1747216"/>
              <a:gd name="T6" fmla="*/ 1352535 w 1352638"/>
              <a:gd name="T7" fmla="*/ 876927 h 1747216"/>
              <a:gd name="T8" fmla="*/ 1320917 w 1352638"/>
              <a:gd name="T9" fmla="*/ 949676 h 1747216"/>
              <a:gd name="T10" fmla="*/ 524855 w 1352638"/>
              <a:gd name="T11" fmla="*/ 1718748 h 1747216"/>
              <a:gd name="T12" fmla="*/ 378358 w 1352638"/>
              <a:gd name="T13" fmla="*/ 1716190 h 1747216"/>
              <a:gd name="T14" fmla="*/ 0 w 1352638"/>
              <a:gd name="T15" fmla="*/ 1324223 h 1747216"/>
              <a:gd name="T16" fmla="*/ 404259 w 1352638"/>
              <a:gd name="T17" fmla="*/ 933670 h 1747216"/>
              <a:gd name="T18" fmla="*/ 406816 w 1352638"/>
              <a:gd name="T19" fmla="*/ 787113 h 1747216"/>
              <a:gd name="T20" fmla="*/ 40487 w 1352638"/>
              <a:gd name="T21" fmla="*/ 407608 h 1747216"/>
              <a:gd name="T22" fmla="*/ 432290 w 1352638"/>
              <a:gd name="T23" fmla="*/ 29089 h 1747216"/>
              <a:gd name="T24" fmla="*/ 506068 w 1352638"/>
              <a:gd name="T25" fmla="*/ 15 h 1747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52638"/>
              <a:gd name="T40" fmla="*/ 0 h 1747216"/>
              <a:gd name="T41" fmla="*/ 1352638 w 1352638"/>
              <a:gd name="T42" fmla="*/ 1747216 h 1747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52638" h="1747216">
                <a:moveTo>
                  <a:pt x="506101" y="15"/>
                </a:moveTo>
                <a:cubicBezTo>
                  <a:pt x="532613" y="478"/>
                  <a:pt x="558949" y="11055"/>
                  <a:pt x="578824" y="31636"/>
                </a:cubicBezTo>
                <a:lnTo>
                  <a:pt x="1323560" y="802833"/>
                </a:lnTo>
                <a:cubicBezTo>
                  <a:pt x="1343435" y="823414"/>
                  <a:pt x="1353086" y="850103"/>
                  <a:pt x="1352623" y="876615"/>
                </a:cubicBezTo>
                <a:cubicBezTo>
                  <a:pt x="1352161" y="903128"/>
                  <a:pt x="1341584" y="929463"/>
                  <a:pt x="1321003" y="949338"/>
                </a:cubicBezTo>
                <a:lnTo>
                  <a:pt x="524889" y="1718136"/>
                </a:lnTo>
                <a:cubicBezTo>
                  <a:pt x="483726" y="1757887"/>
                  <a:pt x="418134" y="1756742"/>
                  <a:pt x="378383" y="1715579"/>
                </a:cubicBezTo>
                <a:lnTo>
                  <a:pt x="0" y="1323752"/>
                </a:lnTo>
                <a:lnTo>
                  <a:pt x="404285" y="933338"/>
                </a:lnTo>
                <a:cubicBezTo>
                  <a:pt x="445448" y="893587"/>
                  <a:pt x="446593" y="827995"/>
                  <a:pt x="406842" y="786833"/>
                </a:cubicBezTo>
                <a:lnTo>
                  <a:pt x="40490" y="407463"/>
                </a:lnTo>
                <a:lnTo>
                  <a:pt x="432318" y="29079"/>
                </a:lnTo>
                <a:cubicBezTo>
                  <a:pt x="452900" y="9204"/>
                  <a:pt x="479589" y="-448"/>
                  <a:pt x="506101" y="15"/>
                </a:cubicBezTo>
                <a:close/>
              </a:path>
            </a:pathLst>
          </a:custGeom>
          <a:solidFill>
            <a:srgbClr val="424A53"/>
          </a:solidFill>
          <a:ln>
            <a:noFill/>
          </a:ln>
        </p:spPr>
        <p:txBody>
          <a:bodyPr lIns="0" tIns="0" rIns="227800" bIns="0" anchor="ctr"/>
          <a:lstStyle/>
          <a:p>
            <a:pPr algn="r">
              <a:defRPr/>
            </a:pPr>
            <a:r>
              <a:rPr lang="zh-CN" altLang="en-US" sz="2109" b="1" kern="0">
                <a:solidFill>
                  <a:schemeClr val="bg1"/>
                </a:solidFill>
                <a:latin typeface="微软雅黑" pitchFamily="34" charset="-122"/>
                <a:ea typeface="微软雅黑" pitchFamily="34" charset="-122"/>
              </a:rPr>
              <a:t>标题</a:t>
            </a:r>
          </a:p>
        </p:txBody>
      </p:sp>
      <p:sp>
        <p:nvSpPr>
          <p:cNvPr id="14" name="任意多边形 38"/>
          <p:cNvSpPr>
            <a:spLocks noChangeArrowheads="1"/>
          </p:cNvSpPr>
          <p:nvPr/>
        </p:nvSpPr>
        <p:spPr bwMode="auto">
          <a:xfrm>
            <a:off x="3541340" y="3991353"/>
            <a:ext cx="1844996" cy="1426440"/>
          </a:xfrm>
          <a:custGeom>
            <a:avLst/>
            <a:gdLst>
              <a:gd name="T0" fmla="*/ 423615 w 1747216"/>
              <a:gd name="T1" fmla="*/ 0 h 1352638"/>
              <a:gd name="T2" fmla="*/ 814167 w 1747216"/>
              <a:gd name="T3" fmla="*/ 404259 h 1352638"/>
              <a:gd name="T4" fmla="*/ 960725 w 1747216"/>
              <a:gd name="T5" fmla="*/ 406816 h 1352638"/>
              <a:gd name="T6" fmla="*/ 1340229 w 1747216"/>
              <a:gd name="T7" fmla="*/ 40487 h 1352638"/>
              <a:gd name="T8" fmla="*/ 1718748 w 1747216"/>
              <a:gd name="T9" fmla="*/ 432290 h 1352638"/>
              <a:gd name="T10" fmla="*/ 1716190 w 1747216"/>
              <a:gd name="T11" fmla="*/ 578786 h 1352638"/>
              <a:gd name="T12" fmla="*/ 944719 w 1747216"/>
              <a:gd name="T13" fmla="*/ 1323474 h 1352638"/>
              <a:gd name="T14" fmla="*/ 870910 w 1747216"/>
              <a:gd name="T15" fmla="*/ 1352535 h 1352638"/>
              <a:gd name="T16" fmla="*/ 798161 w 1747216"/>
              <a:gd name="T17" fmla="*/ 1320917 h 1352638"/>
              <a:gd name="T18" fmla="*/ 29089 w 1747216"/>
              <a:gd name="T19" fmla="*/ 524855 h 1352638"/>
              <a:gd name="T20" fmla="*/ 31647 w 1747216"/>
              <a:gd name="T21" fmla="*/ 378358 h 13526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47216"/>
              <a:gd name="T34" fmla="*/ 0 h 1352638"/>
              <a:gd name="T35" fmla="*/ 1747216 w 1747216"/>
              <a:gd name="T36" fmla="*/ 1352638 h 13526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47216" h="1352638">
                <a:moveTo>
                  <a:pt x="423464" y="0"/>
                </a:moveTo>
                <a:lnTo>
                  <a:pt x="813877" y="404285"/>
                </a:lnTo>
                <a:cubicBezTo>
                  <a:pt x="853628" y="445448"/>
                  <a:pt x="919220" y="446592"/>
                  <a:pt x="960383" y="406842"/>
                </a:cubicBezTo>
                <a:lnTo>
                  <a:pt x="1339752" y="40490"/>
                </a:lnTo>
                <a:lnTo>
                  <a:pt x="1718136" y="432318"/>
                </a:lnTo>
                <a:cubicBezTo>
                  <a:pt x="1757887" y="473481"/>
                  <a:pt x="1756742" y="539074"/>
                  <a:pt x="1715579" y="578824"/>
                </a:cubicBezTo>
                <a:lnTo>
                  <a:pt x="944383" y="1323560"/>
                </a:lnTo>
                <a:cubicBezTo>
                  <a:pt x="923801" y="1343435"/>
                  <a:pt x="897113" y="1353086"/>
                  <a:pt x="870600" y="1352623"/>
                </a:cubicBezTo>
                <a:cubicBezTo>
                  <a:pt x="844088" y="1352161"/>
                  <a:pt x="817752" y="1341584"/>
                  <a:pt x="797877" y="1321003"/>
                </a:cubicBezTo>
                <a:lnTo>
                  <a:pt x="29079" y="524889"/>
                </a:lnTo>
                <a:cubicBezTo>
                  <a:pt x="-10671" y="483726"/>
                  <a:pt x="-9526" y="418134"/>
                  <a:pt x="31636" y="378383"/>
                </a:cubicBezTo>
                <a:lnTo>
                  <a:pt x="423464" y="0"/>
                </a:lnTo>
                <a:close/>
              </a:path>
            </a:pathLst>
          </a:custGeom>
          <a:solidFill>
            <a:srgbClr val="DD1C3E"/>
          </a:solidFill>
          <a:ln>
            <a:noFill/>
          </a:ln>
        </p:spPr>
        <p:txBody>
          <a:bodyPr lIns="0" tIns="227800" rIns="0" bIns="0" anchor="ctr"/>
          <a:lstStyle/>
          <a:p>
            <a:pPr algn="ctr">
              <a:defRPr/>
            </a:pPr>
            <a:r>
              <a:rPr lang="zh-CN" altLang="en-US" sz="2109" b="1" kern="0">
                <a:solidFill>
                  <a:schemeClr val="bg1"/>
                </a:solidFill>
                <a:latin typeface="微软雅黑" pitchFamily="34" charset="-122"/>
                <a:ea typeface="微软雅黑" pitchFamily="34" charset="-122"/>
              </a:rPr>
              <a:t>标题</a:t>
            </a:r>
          </a:p>
        </p:txBody>
      </p:sp>
      <p:sp>
        <p:nvSpPr>
          <p:cNvPr id="15" name="矩形 39"/>
          <p:cNvSpPr>
            <a:spLocks noChangeArrowheads="1"/>
          </p:cNvSpPr>
          <p:nvPr/>
        </p:nvSpPr>
        <p:spPr bwMode="auto">
          <a:xfrm>
            <a:off x="5470048" y="3152567"/>
            <a:ext cx="1908617" cy="63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nchor="ctr"/>
          <a:lstStyle/>
          <a:p>
            <a:pP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a:p>
            <a:pP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p:txBody>
      </p:sp>
      <p:sp>
        <p:nvSpPr>
          <p:cNvPr id="16" name="矩形 40"/>
          <p:cNvSpPr>
            <a:spLocks noChangeArrowheads="1"/>
          </p:cNvSpPr>
          <p:nvPr/>
        </p:nvSpPr>
        <p:spPr bwMode="auto">
          <a:xfrm>
            <a:off x="3501160" y="5514898"/>
            <a:ext cx="1908617" cy="637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nchor="ctr"/>
          <a:lstStyle/>
          <a:p>
            <a:pPr algn="ct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a:p>
            <a:pPr algn="ct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p:txBody>
      </p:sp>
      <p:sp>
        <p:nvSpPr>
          <p:cNvPr id="17" name="矩形 41"/>
          <p:cNvSpPr>
            <a:spLocks noChangeArrowheads="1"/>
          </p:cNvSpPr>
          <p:nvPr/>
        </p:nvSpPr>
        <p:spPr bwMode="auto">
          <a:xfrm>
            <a:off x="2510019" y="1816536"/>
            <a:ext cx="1908617" cy="63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nchor="ctr"/>
          <a:lstStyle/>
          <a:p>
            <a:pPr algn="ct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a:p>
            <a:pPr algn="ct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p:txBody>
      </p:sp>
      <p:sp>
        <p:nvSpPr>
          <p:cNvPr id="18" name="矩形 42"/>
          <p:cNvSpPr>
            <a:spLocks noChangeArrowheads="1"/>
          </p:cNvSpPr>
          <p:nvPr/>
        </p:nvSpPr>
        <p:spPr bwMode="auto">
          <a:xfrm>
            <a:off x="554526" y="4126966"/>
            <a:ext cx="1905267" cy="639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nchor="ctr"/>
          <a:lstStyle/>
          <a:p>
            <a:pPr algn="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a:p>
            <a:pPr algn="r">
              <a:lnSpc>
                <a:spcPct val="120000"/>
              </a:lnSpc>
              <a:defRPr/>
            </a:pPr>
            <a:r>
              <a:rPr lang="zh-CN" altLang="en-US" sz="1687" kern="0" dirty="0">
                <a:latin typeface="微软雅黑" pitchFamily="34" charset="-122"/>
                <a:ea typeface="微软雅黑" pitchFamily="34" charset="-122"/>
              </a:rPr>
              <a:t>此处输入文本</a:t>
            </a:r>
            <a:endParaRPr lang="en-US" sz="1687" kern="0" dirty="0">
              <a:latin typeface="微软雅黑" pitchFamily="34" charset="-122"/>
              <a:ea typeface="微软雅黑" pitchFamily="34" charset="-122"/>
            </a:endParaRPr>
          </a:p>
        </p:txBody>
      </p:sp>
      <p:grpSp>
        <p:nvGrpSpPr>
          <p:cNvPr id="19" name="Group 18"/>
          <p:cNvGrpSpPr>
            <a:grpSpLocks/>
          </p:cNvGrpSpPr>
          <p:nvPr/>
        </p:nvGrpSpPr>
        <p:grpSpPr bwMode="auto">
          <a:xfrm>
            <a:off x="7765407" y="1960519"/>
            <a:ext cx="4059995" cy="918905"/>
            <a:chOff x="0" y="0"/>
            <a:chExt cx="3850501" cy="872559"/>
          </a:xfrm>
        </p:grpSpPr>
        <p:sp>
          <p:nvSpPr>
            <p:cNvPr id="20" name="文本框 44"/>
            <p:cNvSpPr txBox="1">
              <a:spLocks noChangeArrowheads="1"/>
            </p:cNvSpPr>
            <p:nvPr/>
          </p:nvSpPr>
          <p:spPr bwMode="auto">
            <a:xfrm>
              <a:off x="0" y="0"/>
              <a:ext cx="2674843" cy="3137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21" name="文本框 20"/>
            <p:cNvSpPr txBox="1">
              <a:spLocks noChangeArrowheads="1"/>
            </p:cNvSpPr>
            <p:nvPr/>
          </p:nvSpPr>
          <p:spPr bwMode="auto">
            <a:xfrm>
              <a:off x="0" y="353200"/>
              <a:ext cx="3850501" cy="519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grpSp>
        <p:nvGrpSpPr>
          <p:cNvPr id="22" name="Group 21"/>
          <p:cNvGrpSpPr>
            <a:grpSpLocks/>
          </p:cNvGrpSpPr>
          <p:nvPr/>
        </p:nvGrpSpPr>
        <p:grpSpPr bwMode="auto">
          <a:xfrm>
            <a:off x="7765407" y="3465647"/>
            <a:ext cx="4059995" cy="919535"/>
            <a:chOff x="0" y="0"/>
            <a:chExt cx="3850501" cy="871681"/>
          </a:xfrm>
        </p:grpSpPr>
        <p:sp>
          <p:nvSpPr>
            <p:cNvPr id="23" name="文本框 47"/>
            <p:cNvSpPr txBox="1">
              <a:spLocks noChangeArrowheads="1"/>
            </p:cNvSpPr>
            <p:nvPr/>
          </p:nvSpPr>
          <p:spPr bwMode="auto">
            <a:xfrm>
              <a:off x="0" y="0"/>
              <a:ext cx="2674843" cy="31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24" name="文本框 14"/>
            <p:cNvSpPr txBox="1">
              <a:spLocks noChangeArrowheads="1"/>
            </p:cNvSpPr>
            <p:nvPr/>
          </p:nvSpPr>
          <p:spPr bwMode="auto">
            <a:xfrm>
              <a:off x="0" y="353200"/>
              <a:ext cx="3850501" cy="518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grpSp>
        <p:nvGrpSpPr>
          <p:cNvPr id="25" name="Group 24"/>
          <p:cNvGrpSpPr>
            <a:grpSpLocks/>
          </p:cNvGrpSpPr>
          <p:nvPr/>
        </p:nvGrpSpPr>
        <p:grpSpPr bwMode="auto">
          <a:xfrm>
            <a:off x="7765407" y="4972450"/>
            <a:ext cx="4059995" cy="919535"/>
            <a:chOff x="0" y="0"/>
            <a:chExt cx="3850501" cy="871681"/>
          </a:xfrm>
        </p:grpSpPr>
        <p:sp>
          <p:nvSpPr>
            <p:cNvPr id="26" name="文本框 50"/>
            <p:cNvSpPr txBox="1">
              <a:spLocks noChangeArrowheads="1"/>
            </p:cNvSpPr>
            <p:nvPr/>
          </p:nvSpPr>
          <p:spPr bwMode="auto">
            <a:xfrm>
              <a:off x="0" y="0"/>
              <a:ext cx="2674843" cy="31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27" name="文本框 14"/>
            <p:cNvSpPr txBox="1">
              <a:spLocks noChangeArrowheads="1"/>
            </p:cNvSpPr>
            <p:nvPr/>
          </p:nvSpPr>
          <p:spPr bwMode="auto">
            <a:xfrm>
              <a:off x="0" y="353200"/>
              <a:ext cx="3850501" cy="518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spTree>
    <p:extLst>
      <p:ext uri="{BB962C8B-B14F-4D97-AF65-F5344CB8AC3E}">
        <p14:creationId xmlns:p14="http://schemas.microsoft.com/office/powerpoint/2010/main" val="2688059451"/>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53" presetClass="entr" presetSubtype="16"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p:cTn id="21" dur="500" fill="hold"/>
                                        <p:tgtEl>
                                          <p:spTgt spid="12"/>
                                        </p:tgtEl>
                                        <p:attrNameLst>
                                          <p:attrName>ppt_w</p:attrName>
                                        </p:attrNameLst>
                                      </p:cBhvr>
                                      <p:tavLst>
                                        <p:tav tm="0">
                                          <p:val>
                                            <p:fltVal val="0"/>
                                          </p:val>
                                        </p:tav>
                                        <p:tav tm="100000">
                                          <p:val>
                                            <p:strVal val="#ppt_w"/>
                                          </p:val>
                                        </p:tav>
                                      </p:tavLst>
                                    </p:anim>
                                    <p:anim calcmode="lin" valueType="num">
                                      <p:cBhvr>
                                        <p:cTn id="22" dur="500" fill="hold"/>
                                        <p:tgtEl>
                                          <p:spTgt spid="12"/>
                                        </p:tgtEl>
                                        <p:attrNameLst>
                                          <p:attrName>ppt_h</p:attrName>
                                        </p:attrNameLst>
                                      </p:cBhvr>
                                      <p:tavLst>
                                        <p:tav tm="0">
                                          <p:val>
                                            <p:fltVal val="0"/>
                                          </p:val>
                                        </p:tav>
                                        <p:tav tm="100000">
                                          <p:val>
                                            <p:strVal val="#ppt_h"/>
                                          </p:val>
                                        </p:tav>
                                      </p:tavLst>
                                    </p:anim>
                                    <p:animEffect transition="in" filter="fade">
                                      <p:cBhvr>
                                        <p:cTn id="23" dur="500"/>
                                        <p:tgtEl>
                                          <p:spTgt spid="12"/>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Effect transition="in" filter="fade">
                                      <p:cBhvr>
                                        <p:cTn id="28" dur="500"/>
                                        <p:tgtEl>
                                          <p:spTgt spid="13"/>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500" fill="hold"/>
                                        <p:tgtEl>
                                          <p:spTgt spid="11"/>
                                        </p:tgtEl>
                                        <p:attrNameLst>
                                          <p:attrName>ppt_w</p:attrName>
                                        </p:attrNameLst>
                                      </p:cBhvr>
                                      <p:tavLst>
                                        <p:tav tm="0">
                                          <p:val>
                                            <p:fltVal val="0"/>
                                          </p:val>
                                        </p:tav>
                                        <p:tav tm="100000">
                                          <p:val>
                                            <p:strVal val="#ppt_w"/>
                                          </p:val>
                                        </p:tav>
                                      </p:tavLst>
                                    </p:anim>
                                    <p:anim calcmode="lin" valueType="num">
                                      <p:cBhvr>
                                        <p:cTn id="32" dur="500" fill="hold"/>
                                        <p:tgtEl>
                                          <p:spTgt spid="11"/>
                                        </p:tgtEl>
                                        <p:attrNameLst>
                                          <p:attrName>ppt_h</p:attrName>
                                        </p:attrNameLst>
                                      </p:cBhvr>
                                      <p:tavLst>
                                        <p:tav tm="0">
                                          <p:val>
                                            <p:fltVal val="0"/>
                                          </p:val>
                                        </p:tav>
                                        <p:tav tm="100000">
                                          <p:val>
                                            <p:strVal val="#ppt_h"/>
                                          </p:val>
                                        </p:tav>
                                      </p:tavLst>
                                    </p:anim>
                                    <p:animEffect transition="in" filter="fade">
                                      <p:cBhvr>
                                        <p:cTn id="33" dur="500"/>
                                        <p:tgtEl>
                                          <p:spTgt spid="11"/>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p:cTn id="36" dur="500" fill="hold"/>
                                        <p:tgtEl>
                                          <p:spTgt spid="14"/>
                                        </p:tgtEl>
                                        <p:attrNameLst>
                                          <p:attrName>ppt_w</p:attrName>
                                        </p:attrNameLst>
                                      </p:cBhvr>
                                      <p:tavLst>
                                        <p:tav tm="0">
                                          <p:val>
                                            <p:fltVal val="0"/>
                                          </p:val>
                                        </p:tav>
                                        <p:tav tm="100000">
                                          <p:val>
                                            <p:strVal val="#ppt_w"/>
                                          </p:val>
                                        </p:tav>
                                      </p:tavLst>
                                    </p:anim>
                                    <p:anim calcmode="lin" valueType="num">
                                      <p:cBhvr>
                                        <p:cTn id="37" dur="500" fill="hold"/>
                                        <p:tgtEl>
                                          <p:spTgt spid="14"/>
                                        </p:tgtEl>
                                        <p:attrNameLst>
                                          <p:attrName>ppt_h</p:attrName>
                                        </p:attrNameLst>
                                      </p:cBhvr>
                                      <p:tavLst>
                                        <p:tav tm="0">
                                          <p:val>
                                            <p:fltVal val="0"/>
                                          </p:val>
                                        </p:tav>
                                        <p:tav tm="100000">
                                          <p:val>
                                            <p:strVal val="#ppt_h"/>
                                          </p:val>
                                        </p:tav>
                                      </p:tavLst>
                                    </p:anim>
                                    <p:animEffect transition="in" filter="fade">
                                      <p:cBhvr>
                                        <p:cTn id="38" dur="500"/>
                                        <p:tgtEl>
                                          <p:spTgt spid="14"/>
                                        </p:tgtEl>
                                      </p:cBhvr>
                                    </p:animEffect>
                                  </p:childTnLst>
                                </p:cTn>
                              </p:par>
                            </p:childTnLst>
                          </p:cTn>
                        </p:par>
                        <p:par>
                          <p:cTn id="39" fill="hold">
                            <p:stCondLst>
                              <p:cond delay="1500"/>
                            </p:stCondLst>
                            <p:childTnLst>
                              <p:par>
                                <p:cTn id="40" presetID="12" presetClass="entr" presetSubtype="4" fill="hold" grpId="0" nodeType="after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500"/>
                                        <p:tgtEl>
                                          <p:spTgt spid="17"/>
                                        </p:tgtEl>
                                        <p:attrNameLst>
                                          <p:attrName>ppt_y</p:attrName>
                                        </p:attrNameLst>
                                      </p:cBhvr>
                                      <p:tavLst>
                                        <p:tav tm="0">
                                          <p:val>
                                            <p:strVal val="#ppt_y+#ppt_h*1.125000"/>
                                          </p:val>
                                        </p:tav>
                                        <p:tav tm="100000">
                                          <p:val>
                                            <p:strVal val="#ppt_y"/>
                                          </p:val>
                                        </p:tav>
                                      </p:tavLst>
                                    </p:anim>
                                    <p:animEffect transition="in" filter="wipe(up)">
                                      <p:cBhvr>
                                        <p:cTn id="43" dur="500"/>
                                        <p:tgtEl>
                                          <p:spTgt spid="17"/>
                                        </p:tgtEl>
                                      </p:cBhvr>
                                    </p:animEffect>
                                  </p:childTnLst>
                                </p:cTn>
                              </p:par>
                              <p:par>
                                <p:cTn id="44" presetID="1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500"/>
                                        <p:tgtEl>
                                          <p:spTgt spid="18"/>
                                        </p:tgtEl>
                                        <p:attrNameLst>
                                          <p:attrName>ppt_x</p:attrName>
                                        </p:attrNameLst>
                                      </p:cBhvr>
                                      <p:tavLst>
                                        <p:tav tm="0">
                                          <p:val>
                                            <p:strVal val="#ppt_x+#ppt_w*1.125000"/>
                                          </p:val>
                                        </p:tav>
                                        <p:tav tm="100000">
                                          <p:val>
                                            <p:strVal val="#ppt_x"/>
                                          </p:val>
                                        </p:tav>
                                      </p:tavLst>
                                    </p:anim>
                                    <p:animEffect transition="in" filter="wipe(left)">
                                      <p:cBhvr>
                                        <p:cTn id="47" dur="500"/>
                                        <p:tgtEl>
                                          <p:spTgt spid="18"/>
                                        </p:tgtEl>
                                      </p:cBhvr>
                                    </p:animEffect>
                                  </p:childTnLst>
                                </p:cTn>
                              </p:par>
                              <p:par>
                                <p:cTn id="48" presetID="12" presetClass="entr" presetSubtype="1"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
                                        <p:tgtEl>
                                          <p:spTgt spid="16"/>
                                        </p:tgtEl>
                                        <p:attrNameLst>
                                          <p:attrName>ppt_y</p:attrName>
                                        </p:attrNameLst>
                                      </p:cBhvr>
                                      <p:tavLst>
                                        <p:tav tm="0">
                                          <p:val>
                                            <p:strVal val="#ppt_y-#ppt_h*1.125000"/>
                                          </p:val>
                                        </p:tav>
                                        <p:tav tm="100000">
                                          <p:val>
                                            <p:strVal val="#ppt_y"/>
                                          </p:val>
                                        </p:tav>
                                      </p:tavLst>
                                    </p:anim>
                                    <p:animEffect transition="in" filter="wipe(down)">
                                      <p:cBhvr>
                                        <p:cTn id="51" dur="500"/>
                                        <p:tgtEl>
                                          <p:spTgt spid="16"/>
                                        </p:tgtEl>
                                      </p:cBhvr>
                                    </p:animEffect>
                                  </p:childTnLst>
                                </p:cTn>
                              </p:par>
                              <p:par>
                                <p:cTn id="52" presetID="12" presetClass="entr" presetSubtype="8"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500"/>
                                        <p:tgtEl>
                                          <p:spTgt spid="15"/>
                                        </p:tgtEl>
                                        <p:attrNameLst>
                                          <p:attrName>ppt_x</p:attrName>
                                        </p:attrNameLst>
                                      </p:cBhvr>
                                      <p:tavLst>
                                        <p:tav tm="0">
                                          <p:val>
                                            <p:strVal val="#ppt_x-#ppt_w*1.125000"/>
                                          </p:val>
                                        </p:tav>
                                        <p:tav tm="100000">
                                          <p:val>
                                            <p:strVal val="#ppt_x"/>
                                          </p:val>
                                        </p:tav>
                                      </p:tavLst>
                                    </p:anim>
                                    <p:animEffect transition="in" filter="wipe(right)">
                                      <p:cBhvr>
                                        <p:cTn id="55" dur="500"/>
                                        <p:tgtEl>
                                          <p:spTgt spid="15"/>
                                        </p:tgtEl>
                                      </p:cBhvr>
                                    </p:animEffect>
                                  </p:childTnLst>
                                </p:cTn>
                              </p:par>
                            </p:childTnLst>
                          </p:cTn>
                        </p:par>
                        <p:par>
                          <p:cTn id="56" fill="hold">
                            <p:stCondLst>
                              <p:cond delay="2000"/>
                            </p:stCondLst>
                            <p:childTnLst>
                              <p:par>
                                <p:cTn id="57" presetID="22" presetClass="entr" presetSubtype="8" fill="hold" nodeType="after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wipe(left)">
                                      <p:cBhvr>
                                        <p:cTn id="59" dur="500"/>
                                        <p:tgtEl>
                                          <p:spTgt spid="19"/>
                                        </p:tgtEl>
                                      </p:cBhvr>
                                    </p:animEffect>
                                  </p:childTnLst>
                                </p:cTn>
                              </p:par>
                            </p:childTnLst>
                          </p:cTn>
                        </p:par>
                        <p:par>
                          <p:cTn id="60" fill="hold">
                            <p:stCondLst>
                              <p:cond delay="2500"/>
                            </p:stCondLst>
                            <p:childTnLst>
                              <p:par>
                                <p:cTn id="61" presetID="22" presetClass="entr" presetSubtype="8" fill="hold" nodeType="after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wipe(left)">
                                      <p:cBhvr>
                                        <p:cTn id="63" dur="500"/>
                                        <p:tgtEl>
                                          <p:spTgt spid="22"/>
                                        </p:tgtEl>
                                      </p:cBhvr>
                                    </p:animEffect>
                                  </p:childTnLst>
                                </p:cTn>
                              </p:par>
                            </p:childTnLst>
                          </p:cTn>
                        </p:par>
                        <p:par>
                          <p:cTn id="64" fill="hold">
                            <p:stCondLst>
                              <p:cond delay="3000"/>
                            </p:stCondLst>
                            <p:childTnLst>
                              <p:par>
                                <p:cTn id="65" presetID="22" presetClass="entr" presetSubtype="8" fill="hold"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wipe(left)">
                                      <p:cBhvr>
                                        <p:cTn id="6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P spid="14" grpId="0" animBg="1"/>
      <p:bldP spid="15" grpId="0"/>
      <p:bldP spid="16" grpId="0"/>
      <p:bldP spid="17" grpId="0"/>
      <p:bldP spid="1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Freeform 6"/>
          <p:cNvSpPr>
            <a:spLocks/>
          </p:cNvSpPr>
          <p:nvPr/>
        </p:nvSpPr>
        <p:spPr bwMode="auto">
          <a:xfrm flipH="1">
            <a:off x="8653073" y="5849524"/>
            <a:ext cx="942454" cy="202756"/>
          </a:xfrm>
          <a:custGeom>
            <a:avLst/>
            <a:gdLst>
              <a:gd name="T0" fmla="*/ 20 w 23"/>
              <a:gd name="T1" fmla="*/ 0 h 5"/>
              <a:gd name="T2" fmla="*/ 3 w 23"/>
              <a:gd name="T3" fmla="*/ 0 h 5"/>
              <a:gd name="T4" fmla="*/ 0 w 23"/>
              <a:gd name="T5" fmla="*/ 2 h 5"/>
              <a:gd name="T6" fmla="*/ 3 w 23"/>
              <a:gd name="T7" fmla="*/ 5 h 5"/>
              <a:gd name="T8" fmla="*/ 20 w 23"/>
              <a:gd name="T9" fmla="*/ 5 h 5"/>
              <a:gd name="T10" fmla="*/ 23 w 23"/>
              <a:gd name="T11" fmla="*/ 2 h 5"/>
              <a:gd name="T12" fmla="*/ 20 w 2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3" h="5">
                <a:moveTo>
                  <a:pt x="20" y="0"/>
                </a:moveTo>
                <a:cubicBezTo>
                  <a:pt x="3" y="0"/>
                  <a:pt x="3" y="0"/>
                  <a:pt x="3" y="0"/>
                </a:cubicBezTo>
                <a:cubicBezTo>
                  <a:pt x="1" y="0"/>
                  <a:pt x="0" y="1"/>
                  <a:pt x="0" y="2"/>
                </a:cubicBezTo>
                <a:cubicBezTo>
                  <a:pt x="0" y="4"/>
                  <a:pt x="1" y="5"/>
                  <a:pt x="3" y="5"/>
                </a:cubicBezTo>
                <a:cubicBezTo>
                  <a:pt x="20" y="5"/>
                  <a:pt x="20" y="5"/>
                  <a:pt x="20" y="5"/>
                </a:cubicBezTo>
                <a:cubicBezTo>
                  <a:pt x="22" y="5"/>
                  <a:pt x="23" y="4"/>
                  <a:pt x="23" y="2"/>
                </a:cubicBezTo>
                <a:cubicBezTo>
                  <a:pt x="23" y="1"/>
                  <a:pt x="22" y="0"/>
                  <a:pt x="20" y="0"/>
                </a:cubicBez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4"/>
          </a:p>
        </p:txBody>
      </p:sp>
      <p:sp>
        <p:nvSpPr>
          <p:cNvPr id="12" name="Freeform 24"/>
          <p:cNvSpPr/>
          <p:nvPr/>
        </p:nvSpPr>
        <p:spPr>
          <a:xfrm flipH="1">
            <a:off x="8406054" y="5430759"/>
            <a:ext cx="1436494" cy="418764"/>
          </a:xfrm>
          <a:custGeom>
            <a:avLst/>
            <a:gdLst>
              <a:gd name="connsiteX0" fmla="*/ 0 w 2645228"/>
              <a:gd name="connsiteY0" fmla="*/ 0 h 496975"/>
              <a:gd name="connsiteX1" fmla="*/ 2645228 w 2645228"/>
              <a:gd name="connsiteY1" fmla="*/ 0 h 496975"/>
              <a:gd name="connsiteX2" fmla="*/ 2645228 w 2645228"/>
              <a:gd name="connsiteY2" fmla="*/ 56095 h 496975"/>
              <a:gd name="connsiteX3" fmla="*/ 2204348 w 2645228"/>
              <a:gd name="connsiteY3" fmla="*/ 496975 h 496975"/>
              <a:gd name="connsiteX4" fmla="*/ 440880 w 2645228"/>
              <a:gd name="connsiteY4" fmla="*/ 496975 h 496975"/>
              <a:gd name="connsiteX5" fmla="*/ 0 w 2645228"/>
              <a:gd name="connsiteY5" fmla="*/ 56095 h 496975"/>
              <a:gd name="connsiteX6" fmla="*/ 0 w 2645228"/>
              <a:gd name="connsiteY6" fmla="*/ 0 h 49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5228" h="496975">
                <a:moveTo>
                  <a:pt x="0" y="0"/>
                </a:moveTo>
                <a:lnTo>
                  <a:pt x="2645228" y="0"/>
                </a:lnTo>
                <a:lnTo>
                  <a:pt x="2645228" y="56095"/>
                </a:lnTo>
                <a:cubicBezTo>
                  <a:pt x="2645228" y="299586"/>
                  <a:pt x="2447839" y="496975"/>
                  <a:pt x="2204348" y="496975"/>
                </a:cubicBezTo>
                <a:lnTo>
                  <a:pt x="440880" y="496975"/>
                </a:lnTo>
                <a:cubicBezTo>
                  <a:pt x="197389" y="496975"/>
                  <a:pt x="0" y="299586"/>
                  <a:pt x="0" y="56095"/>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23"/>
          </a:p>
        </p:txBody>
      </p:sp>
      <p:sp>
        <p:nvSpPr>
          <p:cNvPr id="13" name="Freeform 25"/>
          <p:cNvSpPr/>
          <p:nvPr/>
        </p:nvSpPr>
        <p:spPr>
          <a:xfrm flipH="1">
            <a:off x="8803899" y="6136803"/>
            <a:ext cx="640801" cy="136794"/>
          </a:xfrm>
          <a:custGeom>
            <a:avLst/>
            <a:gdLst>
              <a:gd name="connsiteX0" fmla="*/ 0 w 694404"/>
              <a:gd name="connsiteY0" fmla="*/ 0 h 288475"/>
              <a:gd name="connsiteX1" fmla="*/ 694404 w 694404"/>
              <a:gd name="connsiteY1" fmla="*/ 0 h 288475"/>
              <a:gd name="connsiteX2" fmla="*/ 693800 w 694404"/>
              <a:gd name="connsiteY2" fmla="*/ 5989 h 288475"/>
              <a:gd name="connsiteX3" fmla="*/ 347202 w 694404"/>
              <a:gd name="connsiteY3" fmla="*/ 288475 h 288475"/>
              <a:gd name="connsiteX4" fmla="*/ 604 w 694404"/>
              <a:gd name="connsiteY4" fmla="*/ 5989 h 288475"/>
              <a:gd name="connsiteX5" fmla="*/ 0 w 694404"/>
              <a:gd name="connsiteY5" fmla="*/ 0 h 28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404" h="288475">
                <a:moveTo>
                  <a:pt x="0" y="0"/>
                </a:moveTo>
                <a:lnTo>
                  <a:pt x="694404" y="0"/>
                </a:lnTo>
                <a:lnTo>
                  <a:pt x="693800" y="5989"/>
                </a:lnTo>
                <a:cubicBezTo>
                  <a:pt x="660811" y="167204"/>
                  <a:pt x="518169" y="288475"/>
                  <a:pt x="347202" y="288475"/>
                </a:cubicBezTo>
                <a:cubicBezTo>
                  <a:pt x="176235" y="288475"/>
                  <a:pt x="33593" y="167204"/>
                  <a:pt x="604" y="5989"/>
                </a:cubicBezTo>
                <a:lnTo>
                  <a:pt x="0" y="0"/>
                </a:lnTo>
                <a:close/>
              </a:path>
            </a:pathLst>
          </a:cu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23"/>
          </a:p>
        </p:txBody>
      </p:sp>
      <p:sp>
        <p:nvSpPr>
          <p:cNvPr id="14" name="Freeform 5"/>
          <p:cNvSpPr>
            <a:spLocks/>
          </p:cNvSpPr>
          <p:nvPr/>
        </p:nvSpPr>
        <p:spPr bwMode="auto">
          <a:xfrm>
            <a:off x="9009026" y="4621632"/>
            <a:ext cx="187464" cy="554025"/>
          </a:xfrm>
          <a:custGeom>
            <a:avLst/>
            <a:gdLst>
              <a:gd name="T0" fmla="*/ 77 w 112"/>
              <a:gd name="T1" fmla="*/ 270 h 331"/>
              <a:gd name="T2" fmla="*/ 44 w 112"/>
              <a:gd name="T3" fmla="*/ 331 h 331"/>
              <a:gd name="T4" fmla="*/ 15 w 112"/>
              <a:gd name="T5" fmla="*/ 328 h 331"/>
              <a:gd name="T6" fmla="*/ 0 w 112"/>
              <a:gd name="T7" fmla="*/ 261 h 331"/>
              <a:gd name="T8" fmla="*/ 35 w 112"/>
              <a:gd name="T9" fmla="*/ 0 h 331"/>
              <a:gd name="T10" fmla="*/ 112 w 112"/>
              <a:gd name="T11" fmla="*/ 11 h 331"/>
              <a:gd name="T12" fmla="*/ 77 w 112"/>
              <a:gd name="T13" fmla="*/ 270 h 331"/>
            </a:gdLst>
            <a:ahLst/>
            <a:cxnLst>
              <a:cxn ang="0">
                <a:pos x="T0" y="T1"/>
              </a:cxn>
              <a:cxn ang="0">
                <a:pos x="T2" y="T3"/>
              </a:cxn>
              <a:cxn ang="0">
                <a:pos x="T4" y="T5"/>
              </a:cxn>
              <a:cxn ang="0">
                <a:pos x="T6" y="T7"/>
              </a:cxn>
              <a:cxn ang="0">
                <a:pos x="T8" y="T9"/>
              </a:cxn>
              <a:cxn ang="0">
                <a:pos x="T10" y="T11"/>
              </a:cxn>
              <a:cxn ang="0">
                <a:pos x="T12" y="T13"/>
              </a:cxn>
            </a:cxnLst>
            <a:rect l="0" t="0" r="r" b="b"/>
            <a:pathLst>
              <a:path w="112" h="331">
                <a:moveTo>
                  <a:pt x="77" y="270"/>
                </a:moveTo>
                <a:lnTo>
                  <a:pt x="44" y="331"/>
                </a:lnTo>
                <a:lnTo>
                  <a:pt x="15" y="328"/>
                </a:lnTo>
                <a:lnTo>
                  <a:pt x="0" y="261"/>
                </a:lnTo>
                <a:lnTo>
                  <a:pt x="35" y="0"/>
                </a:lnTo>
                <a:lnTo>
                  <a:pt x="112" y="11"/>
                </a:lnTo>
                <a:lnTo>
                  <a:pt x="77" y="27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5" name="Freeform 6"/>
          <p:cNvSpPr>
            <a:spLocks/>
          </p:cNvSpPr>
          <p:nvPr/>
        </p:nvSpPr>
        <p:spPr bwMode="auto">
          <a:xfrm>
            <a:off x="9062583" y="4522878"/>
            <a:ext cx="147294" cy="170726"/>
          </a:xfrm>
          <a:custGeom>
            <a:avLst/>
            <a:gdLst>
              <a:gd name="T0" fmla="*/ 58 w 64"/>
              <a:gd name="T1" fmla="*/ 48 h 74"/>
              <a:gd name="T2" fmla="*/ 27 w 64"/>
              <a:gd name="T3" fmla="*/ 72 h 74"/>
              <a:gd name="T4" fmla="*/ 26 w 64"/>
              <a:gd name="T5" fmla="*/ 72 h 74"/>
              <a:gd name="T6" fmla="*/ 2 w 64"/>
              <a:gd name="T7" fmla="*/ 41 h 74"/>
              <a:gd name="T8" fmla="*/ 6 w 64"/>
              <a:gd name="T9" fmla="*/ 15 h 74"/>
              <a:gd name="T10" fmla="*/ 35 w 64"/>
              <a:gd name="T11" fmla="*/ 7 h 74"/>
              <a:gd name="T12" fmla="*/ 36 w 64"/>
              <a:gd name="T13" fmla="*/ 7 h 74"/>
              <a:gd name="T14" fmla="*/ 62 w 64"/>
              <a:gd name="T15" fmla="*/ 22 h 74"/>
              <a:gd name="T16" fmla="*/ 58 w 64"/>
              <a:gd name="T17" fmla="*/ 4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4">
                <a:moveTo>
                  <a:pt x="58" y="48"/>
                </a:moveTo>
                <a:cubicBezTo>
                  <a:pt x="56" y="63"/>
                  <a:pt x="42" y="74"/>
                  <a:pt x="27" y="72"/>
                </a:cubicBezTo>
                <a:cubicBezTo>
                  <a:pt x="26" y="72"/>
                  <a:pt x="26" y="72"/>
                  <a:pt x="26" y="72"/>
                </a:cubicBezTo>
                <a:cubicBezTo>
                  <a:pt x="11" y="70"/>
                  <a:pt x="0" y="56"/>
                  <a:pt x="2" y="41"/>
                </a:cubicBezTo>
                <a:cubicBezTo>
                  <a:pt x="6" y="15"/>
                  <a:pt x="6" y="15"/>
                  <a:pt x="6" y="15"/>
                </a:cubicBezTo>
                <a:cubicBezTo>
                  <a:pt x="8" y="0"/>
                  <a:pt x="20" y="5"/>
                  <a:pt x="35" y="7"/>
                </a:cubicBezTo>
                <a:cubicBezTo>
                  <a:pt x="36" y="7"/>
                  <a:pt x="36" y="7"/>
                  <a:pt x="36" y="7"/>
                </a:cubicBezTo>
                <a:cubicBezTo>
                  <a:pt x="51" y="9"/>
                  <a:pt x="64" y="7"/>
                  <a:pt x="62" y="22"/>
                </a:cubicBezTo>
                <a:lnTo>
                  <a:pt x="58" y="48"/>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6" name="Freeform 7"/>
          <p:cNvSpPr>
            <a:spLocks/>
          </p:cNvSpPr>
          <p:nvPr/>
        </p:nvSpPr>
        <p:spPr bwMode="auto">
          <a:xfrm>
            <a:off x="9045847" y="4584806"/>
            <a:ext cx="160683" cy="155663"/>
          </a:xfrm>
          <a:custGeom>
            <a:avLst/>
            <a:gdLst>
              <a:gd name="T0" fmla="*/ 85 w 96"/>
              <a:gd name="T1" fmla="*/ 93 h 93"/>
              <a:gd name="T2" fmla="*/ 0 w 96"/>
              <a:gd name="T3" fmla="*/ 81 h 93"/>
              <a:gd name="T4" fmla="*/ 11 w 96"/>
              <a:gd name="T5" fmla="*/ 0 h 93"/>
              <a:gd name="T6" fmla="*/ 96 w 96"/>
              <a:gd name="T7" fmla="*/ 12 h 93"/>
              <a:gd name="T8" fmla="*/ 85 w 96"/>
              <a:gd name="T9" fmla="*/ 93 h 93"/>
            </a:gdLst>
            <a:ahLst/>
            <a:cxnLst>
              <a:cxn ang="0">
                <a:pos x="T0" y="T1"/>
              </a:cxn>
              <a:cxn ang="0">
                <a:pos x="T2" y="T3"/>
              </a:cxn>
              <a:cxn ang="0">
                <a:pos x="T4" y="T5"/>
              </a:cxn>
              <a:cxn ang="0">
                <a:pos x="T6" y="T7"/>
              </a:cxn>
              <a:cxn ang="0">
                <a:pos x="T8" y="T9"/>
              </a:cxn>
            </a:cxnLst>
            <a:rect l="0" t="0" r="r" b="b"/>
            <a:pathLst>
              <a:path w="96" h="93">
                <a:moveTo>
                  <a:pt x="85" y="93"/>
                </a:moveTo>
                <a:lnTo>
                  <a:pt x="0" y="81"/>
                </a:lnTo>
                <a:lnTo>
                  <a:pt x="11" y="0"/>
                </a:lnTo>
                <a:lnTo>
                  <a:pt x="96" y="12"/>
                </a:lnTo>
                <a:lnTo>
                  <a:pt x="85" y="93"/>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7" name="Freeform 8"/>
          <p:cNvSpPr>
            <a:spLocks/>
          </p:cNvSpPr>
          <p:nvPr/>
        </p:nvSpPr>
        <p:spPr bwMode="auto">
          <a:xfrm>
            <a:off x="9034129" y="5155569"/>
            <a:ext cx="48541" cy="80342"/>
          </a:xfrm>
          <a:custGeom>
            <a:avLst/>
            <a:gdLst>
              <a:gd name="T0" fmla="*/ 0 w 21"/>
              <a:gd name="T1" fmla="*/ 5 h 35"/>
              <a:gd name="T2" fmla="*/ 5 w 21"/>
              <a:gd name="T3" fmla="*/ 26 h 35"/>
              <a:gd name="T4" fmla="*/ 21 w 21"/>
              <a:gd name="T5" fmla="*/ 9 h 35"/>
              <a:gd name="T6" fmla="*/ 0 w 21"/>
              <a:gd name="T7" fmla="*/ 5 h 35"/>
            </a:gdLst>
            <a:ahLst/>
            <a:cxnLst>
              <a:cxn ang="0">
                <a:pos x="T0" y="T1"/>
              </a:cxn>
              <a:cxn ang="0">
                <a:pos x="T2" y="T3"/>
              </a:cxn>
              <a:cxn ang="0">
                <a:pos x="T4" y="T5"/>
              </a:cxn>
              <a:cxn ang="0">
                <a:pos x="T6" y="T7"/>
              </a:cxn>
            </a:cxnLst>
            <a:rect l="0" t="0" r="r" b="b"/>
            <a:pathLst>
              <a:path w="21" h="35">
                <a:moveTo>
                  <a:pt x="0" y="5"/>
                </a:moveTo>
                <a:cubicBezTo>
                  <a:pt x="0" y="5"/>
                  <a:pt x="3" y="22"/>
                  <a:pt x="5" y="26"/>
                </a:cubicBezTo>
                <a:cubicBezTo>
                  <a:pt x="6" y="31"/>
                  <a:pt x="9" y="35"/>
                  <a:pt x="21" y="9"/>
                </a:cubicBezTo>
                <a:cubicBezTo>
                  <a:pt x="21" y="9"/>
                  <a:pt x="13" y="0"/>
                  <a:pt x="0" y="5"/>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8" name="Freeform 9"/>
          <p:cNvSpPr>
            <a:spLocks/>
          </p:cNvSpPr>
          <p:nvPr/>
        </p:nvSpPr>
        <p:spPr bwMode="auto">
          <a:xfrm>
            <a:off x="9203186" y="4619958"/>
            <a:ext cx="185791" cy="554025"/>
          </a:xfrm>
          <a:custGeom>
            <a:avLst/>
            <a:gdLst>
              <a:gd name="T0" fmla="*/ 75 w 111"/>
              <a:gd name="T1" fmla="*/ 269 h 331"/>
              <a:gd name="T2" fmla="*/ 44 w 111"/>
              <a:gd name="T3" fmla="*/ 331 h 331"/>
              <a:gd name="T4" fmla="*/ 15 w 111"/>
              <a:gd name="T5" fmla="*/ 326 h 331"/>
              <a:gd name="T6" fmla="*/ 0 w 111"/>
              <a:gd name="T7" fmla="*/ 259 h 331"/>
              <a:gd name="T8" fmla="*/ 34 w 111"/>
              <a:gd name="T9" fmla="*/ 0 h 331"/>
              <a:gd name="T10" fmla="*/ 111 w 111"/>
              <a:gd name="T11" fmla="*/ 9 h 331"/>
              <a:gd name="T12" fmla="*/ 75 w 111"/>
              <a:gd name="T13" fmla="*/ 269 h 331"/>
            </a:gdLst>
            <a:ahLst/>
            <a:cxnLst>
              <a:cxn ang="0">
                <a:pos x="T0" y="T1"/>
              </a:cxn>
              <a:cxn ang="0">
                <a:pos x="T2" y="T3"/>
              </a:cxn>
              <a:cxn ang="0">
                <a:pos x="T4" y="T5"/>
              </a:cxn>
              <a:cxn ang="0">
                <a:pos x="T6" y="T7"/>
              </a:cxn>
              <a:cxn ang="0">
                <a:pos x="T8" y="T9"/>
              </a:cxn>
              <a:cxn ang="0">
                <a:pos x="T10" y="T11"/>
              </a:cxn>
              <a:cxn ang="0">
                <a:pos x="T12" y="T13"/>
              </a:cxn>
            </a:cxnLst>
            <a:rect l="0" t="0" r="r" b="b"/>
            <a:pathLst>
              <a:path w="111" h="331">
                <a:moveTo>
                  <a:pt x="75" y="269"/>
                </a:moveTo>
                <a:lnTo>
                  <a:pt x="44" y="331"/>
                </a:lnTo>
                <a:lnTo>
                  <a:pt x="15" y="326"/>
                </a:lnTo>
                <a:lnTo>
                  <a:pt x="0" y="259"/>
                </a:lnTo>
                <a:lnTo>
                  <a:pt x="34" y="0"/>
                </a:lnTo>
                <a:lnTo>
                  <a:pt x="111" y="9"/>
                </a:lnTo>
                <a:lnTo>
                  <a:pt x="75" y="269"/>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9" name="Freeform 10"/>
          <p:cNvSpPr>
            <a:spLocks/>
          </p:cNvSpPr>
          <p:nvPr/>
        </p:nvSpPr>
        <p:spPr bwMode="auto">
          <a:xfrm>
            <a:off x="9255069" y="4517856"/>
            <a:ext cx="147294" cy="170726"/>
          </a:xfrm>
          <a:custGeom>
            <a:avLst/>
            <a:gdLst>
              <a:gd name="T0" fmla="*/ 58 w 64"/>
              <a:gd name="T1" fmla="*/ 48 h 74"/>
              <a:gd name="T2" fmla="*/ 27 w 64"/>
              <a:gd name="T3" fmla="*/ 72 h 74"/>
              <a:gd name="T4" fmla="*/ 26 w 64"/>
              <a:gd name="T5" fmla="*/ 72 h 74"/>
              <a:gd name="T6" fmla="*/ 2 w 64"/>
              <a:gd name="T7" fmla="*/ 41 h 74"/>
              <a:gd name="T8" fmla="*/ 6 w 64"/>
              <a:gd name="T9" fmla="*/ 15 h 74"/>
              <a:gd name="T10" fmla="*/ 35 w 64"/>
              <a:gd name="T11" fmla="*/ 7 h 74"/>
              <a:gd name="T12" fmla="*/ 36 w 64"/>
              <a:gd name="T13" fmla="*/ 7 h 74"/>
              <a:gd name="T14" fmla="*/ 61 w 64"/>
              <a:gd name="T15" fmla="*/ 23 h 74"/>
              <a:gd name="T16" fmla="*/ 58 w 64"/>
              <a:gd name="T17" fmla="*/ 4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4">
                <a:moveTo>
                  <a:pt x="58" y="48"/>
                </a:moveTo>
                <a:cubicBezTo>
                  <a:pt x="56" y="64"/>
                  <a:pt x="42" y="74"/>
                  <a:pt x="27" y="72"/>
                </a:cubicBezTo>
                <a:cubicBezTo>
                  <a:pt x="26" y="72"/>
                  <a:pt x="26" y="72"/>
                  <a:pt x="26" y="72"/>
                </a:cubicBezTo>
                <a:cubicBezTo>
                  <a:pt x="11" y="70"/>
                  <a:pt x="0" y="56"/>
                  <a:pt x="2" y="41"/>
                </a:cubicBezTo>
                <a:cubicBezTo>
                  <a:pt x="6" y="15"/>
                  <a:pt x="6" y="15"/>
                  <a:pt x="6" y="15"/>
                </a:cubicBezTo>
                <a:cubicBezTo>
                  <a:pt x="8" y="0"/>
                  <a:pt x="20" y="5"/>
                  <a:pt x="35" y="7"/>
                </a:cubicBezTo>
                <a:cubicBezTo>
                  <a:pt x="36" y="7"/>
                  <a:pt x="36" y="7"/>
                  <a:pt x="36" y="7"/>
                </a:cubicBezTo>
                <a:cubicBezTo>
                  <a:pt x="51" y="9"/>
                  <a:pt x="64" y="7"/>
                  <a:pt x="61" y="23"/>
                </a:cubicBezTo>
                <a:lnTo>
                  <a:pt x="58" y="48"/>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0" name="Freeform 11"/>
          <p:cNvSpPr>
            <a:spLocks/>
          </p:cNvSpPr>
          <p:nvPr/>
        </p:nvSpPr>
        <p:spPr bwMode="auto">
          <a:xfrm>
            <a:off x="9240005" y="4583133"/>
            <a:ext cx="160683" cy="153989"/>
          </a:xfrm>
          <a:custGeom>
            <a:avLst/>
            <a:gdLst>
              <a:gd name="T0" fmla="*/ 85 w 96"/>
              <a:gd name="T1" fmla="*/ 92 h 92"/>
              <a:gd name="T2" fmla="*/ 0 w 96"/>
              <a:gd name="T3" fmla="*/ 81 h 92"/>
              <a:gd name="T4" fmla="*/ 11 w 96"/>
              <a:gd name="T5" fmla="*/ 0 h 92"/>
              <a:gd name="T6" fmla="*/ 96 w 96"/>
              <a:gd name="T7" fmla="*/ 11 h 92"/>
              <a:gd name="T8" fmla="*/ 85 w 96"/>
              <a:gd name="T9" fmla="*/ 92 h 92"/>
            </a:gdLst>
            <a:ahLst/>
            <a:cxnLst>
              <a:cxn ang="0">
                <a:pos x="T0" y="T1"/>
              </a:cxn>
              <a:cxn ang="0">
                <a:pos x="T2" y="T3"/>
              </a:cxn>
              <a:cxn ang="0">
                <a:pos x="T4" y="T5"/>
              </a:cxn>
              <a:cxn ang="0">
                <a:pos x="T6" y="T7"/>
              </a:cxn>
              <a:cxn ang="0">
                <a:pos x="T8" y="T9"/>
              </a:cxn>
            </a:cxnLst>
            <a:rect l="0" t="0" r="r" b="b"/>
            <a:pathLst>
              <a:path w="96" h="92">
                <a:moveTo>
                  <a:pt x="85" y="92"/>
                </a:moveTo>
                <a:lnTo>
                  <a:pt x="0" y="81"/>
                </a:lnTo>
                <a:lnTo>
                  <a:pt x="11" y="0"/>
                </a:lnTo>
                <a:lnTo>
                  <a:pt x="96" y="11"/>
                </a:lnTo>
                <a:lnTo>
                  <a:pt x="85" y="92"/>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1" name="Freeform 12"/>
          <p:cNvSpPr>
            <a:spLocks/>
          </p:cNvSpPr>
          <p:nvPr/>
        </p:nvSpPr>
        <p:spPr bwMode="auto">
          <a:xfrm>
            <a:off x="9228289" y="5150549"/>
            <a:ext cx="48541" cy="80342"/>
          </a:xfrm>
          <a:custGeom>
            <a:avLst/>
            <a:gdLst>
              <a:gd name="T0" fmla="*/ 0 w 21"/>
              <a:gd name="T1" fmla="*/ 6 h 35"/>
              <a:gd name="T2" fmla="*/ 5 w 21"/>
              <a:gd name="T3" fmla="*/ 27 h 35"/>
              <a:gd name="T4" fmla="*/ 21 w 21"/>
              <a:gd name="T5" fmla="*/ 10 h 35"/>
              <a:gd name="T6" fmla="*/ 0 w 21"/>
              <a:gd name="T7" fmla="*/ 6 h 35"/>
            </a:gdLst>
            <a:ahLst/>
            <a:cxnLst>
              <a:cxn ang="0">
                <a:pos x="T0" y="T1"/>
              </a:cxn>
              <a:cxn ang="0">
                <a:pos x="T2" y="T3"/>
              </a:cxn>
              <a:cxn ang="0">
                <a:pos x="T4" y="T5"/>
              </a:cxn>
              <a:cxn ang="0">
                <a:pos x="T6" y="T7"/>
              </a:cxn>
            </a:cxnLst>
            <a:rect l="0" t="0" r="r" b="b"/>
            <a:pathLst>
              <a:path w="21" h="35">
                <a:moveTo>
                  <a:pt x="0" y="6"/>
                </a:moveTo>
                <a:cubicBezTo>
                  <a:pt x="0" y="6"/>
                  <a:pt x="3" y="22"/>
                  <a:pt x="5" y="27"/>
                </a:cubicBezTo>
                <a:cubicBezTo>
                  <a:pt x="6" y="31"/>
                  <a:pt x="9" y="35"/>
                  <a:pt x="21" y="10"/>
                </a:cubicBezTo>
                <a:cubicBezTo>
                  <a:pt x="21" y="10"/>
                  <a:pt x="13" y="0"/>
                  <a:pt x="0" y="6"/>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2" name="Freeform 13"/>
          <p:cNvSpPr>
            <a:spLocks/>
          </p:cNvSpPr>
          <p:nvPr/>
        </p:nvSpPr>
        <p:spPr bwMode="auto">
          <a:xfrm>
            <a:off x="9372236" y="4623304"/>
            <a:ext cx="43518" cy="281197"/>
          </a:xfrm>
          <a:custGeom>
            <a:avLst/>
            <a:gdLst>
              <a:gd name="T0" fmla="*/ 4 w 19"/>
              <a:gd name="T1" fmla="*/ 0 h 122"/>
              <a:gd name="T2" fmla="*/ 19 w 19"/>
              <a:gd name="T3" fmla="*/ 16 h 122"/>
              <a:gd name="T4" fmla="*/ 7 w 19"/>
              <a:gd name="T5" fmla="*/ 115 h 122"/>
              <a:gd name="T6" fmla="*/ 0 w 19"/>
              <a:gd name="T7" fmla="*/ 121 h 122"/>
              <a:gd name="T8" fmla="*/ 10 w 19"/>
              <a:gd name="T9" fmla="*/ 43 h 122"/>
              <a:gd name="T10" fmla="*/ 5 w 19"/>
              <a:gd name="T11" fmla="*/ 34 h 122"/>
              <a:gd name="T12" fmla="*/ 4 w 19"/>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19" h="122">
                <a:moveTo>
                  <a:pt x="4" y="0"/>
                </a:moveTo>
                <a:cubicBezTo>
                  <a:pt x="4" y="0"/>
                  <a:pt x="18" y="10"/>
                  <a:pt x="19" y="16"/>
                </a:cubicBezTo>
                <a:cubicBezTo>
                  <a:pt x="19" y="21"/>
                  <a:pt x="7" y="115"/>
                  <a:pt x="7" y="115"/>
                </a:cubicBezTo>
                <a:cubicBezTo>
                  <a:pt x="7" y="115"/>
                  <a:pt x="8" y="122"/>
                  <a:pt x="0" y="121"/>
                </a:cubicBezTo>
                <a:cubicBezTo>
                  <a:pt x="10" y="43"/>
                  <a:pt x="10" y="43"/>
                  <a:pt x="10" y="43"/>
                </a:cubicBezTo>
                <a:cubicBezTo>
                  <a:pt x="5" y="34"/>
                  <a:pt x="5" y="34"/>
                  <a:pt x="5" y="34"/>
                </a:cubicBezTo>
                <a:cubicBezTo>
                  <a:pt x="4" y="0"/>
                  <a:pt x="4" y="0"/>
                  <a:pt x="4" y="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nvGrpSpPr>
          <p:cNvPr id="23" name="Group 123"/>
          <p:cNvGrpSpPr/>
          <p:nvPr/>
        </p:nvGrpSpPr>
        <p:grpSpPr>
          <a:xfrm>
            <a:off x="8070031" y="4494004"/>
            <a:ext cx="862002" cy="654453"/>
            <a:chOff x="7170738" y="4168775"/>
            <a:chExt cx="817563" cy="620713"/>
          </a:xfrm>
          <a:solidFill>
            <a:srgbClr val="D20000"/>
          </a:solidFill>
        </p:grpSpPr>
        <p:sp>
          <p:nvSpPr>
            <p:cNvPr id="24" name="Freeform 14"/>
            <p:cNvSpPr>
              <a:spLocks/>
            </p:cNvSpPr>
            <p:nvPr/>
          </p:nvSpPr>
          <p:spPr bwMode="auto">
            <a:xfrm>
              <a:off x="7170738" y="4168775"/>
              <a:ext cx="785813" cy="354013"/>
            </a:xfrm>
            <a:custGeom>
              <a:avLst/>
              <a:gdLst>
                <a:gd name="T0" fmla="*/ 246 w 495"/>
                <a:gd name="T1" fmla="*/ 223 h 223"/>
                <a:gd name="T2" fmla="*/ 0 w 495"/>
                <a:gd name="T3" fmla="*/ 111 h 223"/>
                <a:gd name="T4" fmla="*/ 252 w 495"/>
                <a:gd name="T5" fmla="*/ 0 h 223"/>
                <a:gd name="T6" fmla="*/ 495 w 495"/>
                <a:gd name="T7" fmla="*/ 109 h 223"/>
                <a:gd name="T8" fmla="*/ 246 w 495"/>
                <a:gd name="T9" fmla="*/ 223 h 223"/>
              </a:gdLst>
              <a:ahLst/>
              <a:cxnLst>
                <a:cxn ang="0">
                  <a:pos x="T0" y="T1"/>
                </a:cxn>
                <a:cxn ang="0">
                  <a:pos x="T2" y="T3"/>
                </a:cxn>
                <a:cxn ang="0">
                  <a:pos x="T4" y="T5"/>
                </a:cxn>
                <a:cxn ang="0">
                  <a:pos x="T6" y="T7"/>
                </a:cxn>
                <a:cxn ang="0">
                  <a:pos x="T8" y="T9"/>
                </a:cxn>
              </a:cxnLst>
              <a:rect l="0" t="0" r="r" b="b"/>
              <a:pathLst>
                <a:path w="495" h="223">
                  <a:moveTo>
                    <a:pt x="246" y="223"/>
                  </a:moveTo>
                  <a:lnTo>
                    <a:pt x="0" y="111"/>
                  </a:lnTo>
                  <a:lnTo>
                    <a:pt x="252" y="0"/>
                  </a:lnTo>
                  <a:lnTo>
                    <a:pt x="495" y="109"/>
                  </a:lnTo>
                  <a:lnTo>
                    <a:pt x="246"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5" name="Rectangle 15"/>
            <p:cNvSpPr>
              <a:spLocks noChangeArrowheads="1"/>
            </p:cNvSpPr>
            <p:nvPr/>
          </p:nvSpPr>
          <p:spPr bwMode="auto">
            <a:xfrm>
              <a:off x="7924800" y="4335463"/>
              <a:ext cx="23813" cy="257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6" name="Oval 16"/>
            <p:cNvSpPr>
              <a:spLocks noChangeArrowheads="1"/>
            </p:cNvSpPr>
            <p:nvPr/>
          </p:nvSpPr>
          <p:spPr bwMode="auto">
            <a:xfrm>
              <a:off x="7897813" y="4564063"/>
              <a:ext cx="76200" cy="77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7" name="Freeform 17"/>
            <p:cNvSpPr>
              <a:spLocks/>
            </p:cNvSpPr>
            <p:nvPr/>
          </p:nvSpPr>
          <p:spPr bwMode="auto">
            <a:xfrm>
              <a:off x="7888288" y="4605338"/>
              <a:ext cx="55563" cy="171450"/>
            </a:xfrm>
            <a:custGeom>
              <a:avLst/>
              <a:gdLst>
                <a:gd name="T0" fmla="*/ 14 w 26"/>
                <a:gd name="T1" fmla="*/ 4 h 79"/>
                <a:gd name="T2" fmla="*/ 6 w 26"/>
                <a:gd name="T3" fmla="*/ 79 h 79"/>
                <a:gd name="T4" fmla="*/ 26 w 26"/>
                <a:gd name="T5" fmla="*/ 79 h 79"/>
                <a:gd name="T6" fmla="*/ 26 w 26"/>
                <a:gd name="T7" fmla="*/ 0 h 79"/>
                <a:gd name="T8" fmla="*/ 14 w 26"/>
                <a:gd name="T9" fmla="*/ 4 h 79"/>
              </a:gdLst>
              <a:ahLst/>
              <a:cxnLst>
                <a:cxn ang="0">
                  <a:pos x="T0" y="T1"/>
                </a:cxn>
                <a:cxn ang="0">
                  <a:pos x="T2" y="T3"/>
                </a:cxn>
                <a:cxn ang="0">
                  <a:pos x="T4" y="T5"/>
                </a:cxn>
                <a:cxn ang="0">
                  <a:pos x="T6" y="T7"/>
                </a:cxn>
                <a:cxn ang="0">
                  <a:pos x="T8" y="T9"/>
                </a:cxn>
              </a:cxnLst>
              <a:rect l="0" t="0" r="r" b="b"/>
              <a:pathLst>
                <a:path w="26" h="79">
                  <a:moveTo>
                    <a:pt x="14" y="4"/>
                  </a:moveTo>
                  <a:cubicBezTo>
                    <a:pt x="14" y="4"/>
                    <a:pt x="0" y="34"/>
                    <a:pt x="6" y="79"/>
                  </a:cubicBezTo>
                  <a:cubicBezTo>
                    <a:pt x="26" y="79"/>
                    <a:pt x="26" y="79"/>
                    <a:pt x="26" y="79"/>
                  </a:cubicBezTo>
                  <a:cubicBezTo>
                    <a:pt x="26" y="0"/>
                    <a:pt x="26" y="0"/>
                    <a:pt x="26" y="0"/>
                  </a:cubicBezTo>
                  <a:cubicBezTo>
                    <a:pt x="26" y="0"/>
                    <a:pt x="14" y="7"/>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8" name="Freeform 18"/>
            <p:cNvSpPr>
              <a:spLocks/>
            </p:cNvSpPr>
            <p:nvPr/>
          </p:nvSpPr>
          <p:spPr bwMode="auto">
            <a:xfrm>
              <a:off x="7932738" y="4605338"/>
              <a:ext cx="55563" cy="171450"/>
            </a:xfrm>
            <a:custGeom>
              <a:avLst/>
              <a:gdLst>
                <a:gd name="T0" fmla="*/ 11 w 25"/>
                <a:gd name="T1" fmla="*/ 4 h 79"/>
                <a:gd name="T2" fmla="*/ 20 w 25"/>
                <a:gd name="T3" fmla="*/ 79 h 79"/>
                <a:gd name="T4" fmla="*/ 0 w 25"/>
                <a:gd name="T5" fmla="*/ 79 h 79"/>
                <a:gd name="T6" fmla="*/ 0 w 25"/>
                <a:gd name="T7" fmla="*/ 0 h 79"/>
                <a:gd name="T8" fmla="*/ 11 w 25"/>
                <a:gd name="T9" fmla="*/ 4 h 79"/>
              </a:gdLst>
              <a:ahLst/>
              <a:cxnLst>
                <a:cxn ang="0">
                  <a:pos x="T0" y="T1"/>
                </a:cxn>
                <a:cxn ang="0">
                  <a:pos x="T2" y="T3"/>
                </a:cxn>
                <a:cxn ang="0">
                  <a:pos x="T4" y="T5"/>
                </a:cxn>
                <a:cxn ang="0">
                  <a:pos x="T6" y="T7"/>
                </a:cxn>
                <a:cxn ang="0">
                  <a:pos x="T8" y="T9"/>
                </a:cxn>
              </a:cxnLst>
              <a:rect l="0" t="0" r="r" b="b"/>
              <a:pathLst>
                <a:path w="25" h="79">
                  <a:moveTo>
                    <a:pt x="11" y="4"/>
                  </a:moveTo>
                  <a:cubicBezTo>
                    <a:pt x="11" y="4"/>
                    <a:pt x="25" y="34"/>
                    <a:pt x="20" y="79"/>
                  </a:cubicBezTo>
                  <a:cubicBezTo>
                    <a:pt x="0" y="79"/>
                    <a:pt x="0" y="79"/>
                    <a:pt x="0" y="79"/>
                  </a:cubicBezTo>
                  <a:cubicBezTo>
                    <a:pt x="0" y="0"/>
                    <a:pt x="0" y="0"/>
                    <a:pt x="0" y="0"/>
                  </a:cubicBezTo>
                  <a:cubicBezTo>
                    <a:pt x="0" y="0"/>
                    <a:pt x="11" y="7"/>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29" name="Freeform 19"/>
            <p:cNvSpPr>
              <a:spLocks/>
            </p:cNvSpPr>
            <p:nvPr/>
          </p:nvSpPr>
          <p:spPr bwMode="auto">
            <a:xfrm>
              <a:off x="7327900" y="4449763"/>
              <a:ext cx="455613" cy="339725"/>
            </a:xfrm>
            <a:custGeom>
              <a:avLst/>
              <a:gdLst>
                <a:gd name="T0" fmla="*/ 209 w 209"/>
                <a:gd name="T1" fmla="*/ 0 h 156"/>
                <a:gd name="T2" fmla="*/ 104 w 209"/>
                <a:gd name="T3" fmla="*/ 49 h 156"/>
                <a:gd name="T4" fmla="*/ 0 w 209"/>
                <a:gd name="T5" fmla="*/ 0 h 156"/>
                <a:gd name="T6" fmla="*/ 0 w 209"/>
                <a:gd name="T7" fmla="*/ 120 h 156"/>
                <a:gd name="T8" fmla="*/ 102 w 209"/>
                <a:gd name="T9" fmla="*/ 156 h 156"/>
                <a:gd name="T10" fmla="*/ 102 w 209"/>
                <a:gd name="T11" fmla="*/ 156 h 156"/>
                <a:gd name="T12" fmla="*/ 104 w 209"/>
                <a:gd name="T13" fmla="*/ 156 h 156"/>
                <a:gd name="T14" fmla="*/ 107 w 209"/>
                <a:gd name="T15" fmla="*/ 156 h 156"/>
                <a:gd name="T16" fmla="*/ 107 w 209"/>
                <a:gd name="T17" fmla="*/ 156 h 156"/>
                <a:gd name="T18" fmla="*/ 209 w 209"/>
                <a:gd name="T19" fmla="*/ 120 h 156"/>
                <a:gd name="T20" fmla="*/ 209 w 209"/>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 h="156">
                  <a:moveTo>
                    <a:pt x="209" y="0"/>
                  </a:moveTo>
                  <a:cubicBezTo>
                    <a:pt x="209" y="1"/>
                    <a:pt x="121" y="41"/>
                    <a:pt x="104" y="49"/>
                  </a:cubicBezTo>
                  <a:cubicBezTo>
                    <a:pt x="87" y="41"/>
                    <a:pt x="0" y="1"/>
                    <a:pt x="0" y="0"/>
                  </a:cubicBezTo>
                  <a:cubicBezTo>
                    <a:pt x="0" y="120"/>
                    <a:pt x="0" y="120"/>
                    <a:pt x="0" y="120"/>
                  </a:cubicBezTo>
                  <a:cubicBezTo>
                    <a:pt x="28" y="150"/>
                    <a:pt x="84" y="155"/>
                    <a:pt x="102" y="156"/>
                  </a:cubicBezTo>
                  <a:cubicBezTo>
                    <a:pt x="102" y="156"/>
                    <a:pt x="102" y="156"/>
                    <a:pt x="102" y="156"/>
                  </a:cubicBezTo>
                  <a:cubicBezTo>
                    <a:pt x="102" y="156"/>
                    <a:pt x="103" y="156"/>
                    <a:pt x="104" y="156"/>
                  </a:cubicBezTo>
                  <a:cubicBezTo>
                    <a:pt x="106" y="156"/>
                    <a:pt x="107" y="156"/>
                    <a:pt x="107" y="156"/>
                  </a:cubicBezTo>
                  <a:cubicBezTo>
                    <a:pt x="107" y="156"/>
                    <a:pt x="107" y="156"/>
                    <a:pt x="107" y="156"/>
                  </a:cubicBezTo>
                  <a:cubicBezTo>
                    <a:pt x="125" y="155"/>
                    <a:pt x="181" y="150"/>
                    <a:pt x="209" y="120"/>
                  </a:cubicBezTo>
                  <a:lnTo>
                    <a:pt x="20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sp>
        <p:nvSpPr>
          <p:cNvPr id="30" name="Freeform 20"/>
          <p:cNvSpPr>
            <a:spLocks noEditPoints="1"/>
          </p:cNvSpPr>
          <p:nvPr/>
        </p:nvSpPr>
        <p:spPr bwMode="auto">
          <a:xfrm>
            <a:off x="7368713" y="2259915"/>
            <a:ext cx="503811" cy="530591"/>
          </a:xfrm>
          <a:custGeom>
            <a:avLst/>
            <a:gdLst>
              <a:gd name="T0" fmla="*/ 168 w 219"/>
              <a:gd name="T1" fmla="*/ 224 h 231"/>
              <a:gd name="T2" fmla="*/ 197 w 219"/>
              <a:gd name="T3" fmla="*/ 212 h 231"/>
              <a:gd name="T4" fmla="*/ 168 w 219"/>
              <a:gd name="T5" fmla="*/ 132 h 231"/>
              <a:gd name="T6" fmla="*/ 168 w 219"/>
              <a:gd name="T7" fmla="*/ 150 h 231"/>
              <a:gd name="T8" fmla="*/ 192 w 219"/>
              <a:gd name="T9" fmla="*/ 190 h 231"/>
              <a:gd name="T10" fmla="*/ 168 w 219"/>
              <a:gd name="T11" fmla="*/ 209 h 231"/>
              <a:gd name="T12" fmla="*/ 168 w 219"/>
              <a:gd name="T13" fmla="*/ 224 h 231"/>
              <a:gd name="T14" fmla="*/ 168 w 219"/>
              <a:gd name="T15" fmla="*/ 203 h 231"/>
              <a:gd name="T16" fmla="*/ 168 w 219"/>
              <a:gd name="T17" fmla="*/ 157 h 231"/>
              <a:gd name="T18" fmla="*/ 181 w 219"/>
              <a:gd name="T19" fmla="*/ 187 h 231"/>
              <a:gd name="T20" fmla="*/ 168 w 219"/>
              <a:gd name="T21" fmla="*/ 203 h 231"/>
              <a:gd name="T22" fmla="*/ 146 w 219"/>
              <a:gd name="T23" fmla="*/ 112 h 231"/>
              <a:gd name="T24" fmla="*/ 141 w 219"/>
              <a:gd name="T25" fmla="*/ 98 h 231"/>
              <a:gd name="T26" fmla="*/ 141 w 219"/>
              <a:gd name="T27" fmla="*/ 44 h 231"/>
              <a:gd name="T28" fmla="*/ 146 w 219"/>
              <a:gd name="T29" fmla="*/ 37 h 231"/>
              <a:gd name="T30" fmla="*/ 148 w 219"/>
              <a:gd name="T31" fmla="*/ 37 h 231"/>
              <a:gd name="T32" fmla="*/ 148 w 219"/>
              <a:gd name="T33" fmla="*/ 14 h 231"/>
              <a:gd name="T34" fmla="*/ 146 w 219"/>
              <a:gd name="T35" fmla="*/ 14 h 231"/>
              <a:gd name="T36" fmla="*/ 146 w 219"/>
              <a:gd name="T37" fmla="*/ 13 h 231"/>
              <a:gd name="T38" fmla="*/ 114 w 219"/>
              <a:gd name="T39" fmla="*/ 0 h 231"/>
              <a:gd name="T40" fmla="*/ 81 w 219"/>
              <a:gd name="T41" fmla="*/ 13 h 231"/>
              <a:gd name="T42" fmla="*/ 81 w 219"/>
              <a:gd name="T43" fmla="*/ 14 h 231"/>
              <a:gd name="T44" fmla="*/ 80 w 219"/>
              <a:gd name="T45" fmla="*/ 14 h 231"/>
              <a:gd name="T46" fmla="*/ 80 w 219"/>
              <a:gd name="T47" fmla="*/ 37 h 231"/>
              <a:gd name="T48" fmla="*/ 81 w 219"/>
              <a:gd name="T49" fmla="*/ 37 h 231"/>
              <a:gd name="T50" fmla="*/ 90 w 219"/>
              <a:gd name="T51" fmla="*/ 45 h 231"/>
              <a:gd name="T52" fmla="*/ 90 w 219"/>
              <a:gd name="T53" fmla="*/ 98 h 231"/>
              <a:gd name="T54" fmla="*/ 83 w 219"/>
              <a:gd name="T55" fmla="*/ 112 h 231"/>
              <a:gd name="T56" fmla="*/ 31 w 219"/>
              <a:gd name="T57" fmla="*/ 212 h 231"/>
              <a:gd name="T58" fmla="*/ 114 w 219"/>
              <a:gd name="T59" fmla="*/ 230 h 231"/>
              <a:gd name="T60" fmla="*/ 168 w 219"/>
              <a:gd name="T61" fmla="*/ 224 h 231"/>
              <a:gd name="T62" fmla="*/ 168 w 219"/>
              <a:gd name="T63" fmla="*/ 209 h 231"/>
              <a:gd name="T64" fmla="*/ 144 w 219"/>
              <a:gd name="T65" fmla="*/ 212 h 231"/>
              <a:gd name="T66" fmla="*/ 144 w 219"/>
              <a:gd name="T67" fmla="*/ 212 h 231"/>
              <a:gd name="T68" fmla="*/ 168 w 219"/>
              <a:gd name="T69" fmla="*/ 203 h 231"/>
              <a:gd name="T70" fmla="*/ 168 w 219"/>
              <a:gd name="T71" fmla="*/ 157 h 231"/>
              <a:gd name="T72" fmla="*/ 149 w 219"/>
              <a:gd name="T73" fmla="*/ 134 h 231"/>
              <a:gd name="T74" fmla="*/ 168 w 219"/>
              <a:gd name="T75" fmla="*/ 150 h 231"/>
              <a:gd name="T76" fmla="*/ 168 w 219"/>
              <a:gd name="T77" fmla="*/ 132 h 231"/>
              <a:gd name="T78" fmla="*/ 146 w 219"/>
              <a:gd name="T79" fmla="*/ 11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9" h="231">
                <a:moveTo>
                  <a:pt x="168" y="224"/>
                </a:moveTo>
                <a:cubicBezTo>
                  <a:pt x="179" y="221"/>
                  <a:pt x="189" y="217"/>
                  <a:pt x="197" y="212"/>
                </a:cubicBezTo>
                <a:cubicBezTo>
                  <a:pt x="219" y="196"/>
                  <a:pt x="191" y="157"/>
                  <a:pt x="168" y="132"/>
                </a:cubicBezTo>
                <a:cubicBezTo>
                  <a:pt x="168" y="150"/>
                  <a:pt x="168" y="150"/>
                  <a:pt x="168" y="150"/>
                </a:cubicBezTo>
                <a:cubicBezTo>
                  <a:pt x="180" y="162"/>
                  <a:pt x="193" y="177"/>
                  <a:pt x="192" y="190"/>
                </a:cubicBezTo>
                <a:cubicBezTo>
                  <a:pt x="192" y="201"/>
                  <a:pt x="180" y="207"/>
                  <a:pt x="168" y="209"/>
                </a:cubicBezTo>
                <a:cubicBezTo>
                  <a:pt x="168" y="224"/>
                  <a:pt x="168" y="224"/>
                  <a:pt x="168" y="224"/>
                </a:cubicBezTo>
                <a:close/>
                <a:moveTo>
                  <a:pt x="168" y="203"/>
                </a:moveTo>
                <a:cubicBezTo>
                  <a:pt x="168" y="157"/>
                  <a:pt x="168" y="157"/>
                  <a:pt x="168" y="157"/>
                </a:cubicBezTo>
                <a:cubicBezTo>
                  <a:pt x="175" y="167"/>
                  <a:pt x="182" y="179"/>
                  <a:pt x="181" y="187"/>
                </a:cubicBezTo>
                <a:cubicBezTo>
                  <a:pt x="180" y="194"/>
                  <a:pt x="175" y="199"/>
                  <a:pt x="168" y="203"/>
                </a:cubicBezTo>
                <a:close/>
                <a:moveTo>
                  <a:pt x="146" y="112"/>
                </a:moveTo>
                <a:cubicBezTo>
                  <a:pt x="146" y="112"/>
                  <a:pt x="141" y="109"/>
                  <a:pt x="141" y="98"/>
                </a:cubicBezTo>
                <a:cubicBezTo>
                  <a:pt x="141" y="90"/>
                  <a:pt x="141" y="56"/>
                  <a:pt x="141" y="44"/>
                </a:cubicBezTo>
                <a:cubicBezTo>
                  <a:pt x="144" y="43"/>
                  <a:pt x="146" y="40"/>
                  <a:pt x="146" y="37"/>
                </a:cubicBezTo>
                <a:cubicBezTo>
                  <a:pt x="148" y="37"/>
                  <a:pt x="148" y="37"/>
                  <a:pt x="148" y="37"/>
                </a:cubicBezTo>
                <a:cubicBezTo>
                  <a:pt x="148" y="14"/>
                  <a:pt x="148" y="14"/>
                  <a:pt x="148" y="14"/>
                </a:cubicBezTo>
                <a:cubicBezTo>
                  <a:pt x="146" y="14"/>
                  <a:pt x="146" y="14"/>
                  <a:pt x="146" y="14"/>
                </a:cubicBezTo>
                <a:cubicBezTo>
                  <a:pt x="146" y="14"/>
                  <a:pt x="146" y="13"/>
                  <a:pt x="146" y="13"/>
                </a:cubicBezTo>
                <a:cubicBezTo>
                  <a:pt x="146" y="6"/>
                  <a:pt x="132" y="0"/>
                  <a:pt x="114" y="0"/>
                </a:cubicBezTo>
                <a:cubicBezTo>
                  <a:pt x="95" y="0"/>
                  <a:pt x="81" y="6"/>
                  <a:pt x="81" y="13"/>
                </a:cubicBezTo>
                <a:cubicBezTo>
                  <a:pt x="81" y="13"/>
                  <a:pt x="81" y="14"/>
                  <a:pt x="81" y="14"/>
                </a:cubicBezTo>
                <a:cubicBezTo>
                  <a:pt x="80" y="14"/>
                  <a:pt x="80" y="14"/>
                  <a:pt x="80" y="14"/>
                </a:cubicBezTo>
                <a:cubicBezTo>
                  <a:pt x="80" y="37"/>
                  <a:pt x="80" y="37"/>
                  <a:pt x="80" y="37"/>
                </a:cubicBezTo>
                <a:cubicBezTo>
                  <a:pt x="81" y="37"/>
                  <a:pt x="81" y="37"/>
                  <a:pt x="81" y="37"/>
                </a:cubicBezTo>
                <a:cubicBezTo>
                  <a:pt x="81" y="40"/>
                  <a:pt x="84" y="43"/>
                  <a:pt x="90" y="45"/>
                </a:cubicBezTo>
                <a:cubicBezTo>
                  <a:pt x="90" y="56"/>
                  <a:pt x="90" y="90"/>
                  <a:pt x="90" y="98"/>
                </a:cubicBezTo>
                <a:cubicBezTo>
                  <a:pt x="90" y="109"/>
                  <a:pt x="83" y="112"/>
                  <a:pt x="83" y="112"/>
                </a:cubicBezTo>
                <a:cubicBezTo>
                  <a:pt x="71" y="119"/>
                  <a:pt x="0" y="190"/>
                  <a:pt x="31" y="212"/>
                </a:cubicBezTo>
                <a:cubicBezTo>
                  <a:pt x="58" y="231"/>
                  <a:pt x="105" y="230"/>
                  <a:pt x="114" y="230"/>
                </a:cubicBezTo>
                <a:cubicBezTo>
                  <a:pt x="121" y="230"/>
                  <a:pt x="145" y="230"/>
                  <a:pt x="168" y="224"/>
                </a:cubicBezTo>
                <a:cubicBezTo>
                  <a:pt x="168" y="209"/>
                  <a:pt x="168" y="209"/>
                  <a:pt x="168" y="209"/>
                </a:cubicBezTo>
                <a:cubicBezTo>
                  <a:pt x="156" y="212"/>
                  <a:pt x="144" y="212"/>
                  <a:pt x="144" y="212"/>
                </a:cubicBezTo>
                <a:cubicBezTo>
                  <a:pt x="144" y="212"/>
                  <a:pt x="144" y="212"/>
                  <a:pt x="144" y="212"/>
                </a:cubicBezTo>
                <a:cubicBezTo>
                  <a:pt x="144" y="212"/>
                  <a:pt x="158" y="210"/>
                  <a:pt x="168" y="203"/>
                </a:cubicBezTo>
                <a:cubicBezTo>
                  <a:pt x="168" y="157"/>
                  <a:pt x="168" y="157"/>
                  <a:pt x="168" y="157"/>
                </a:cubicBezTo>
                <a:cubicBezTo>
                  <a:pt x="159" y="144"/>
                  <a:pt x="149" y="134"/>
                  <a:pt x="149" y="134"/>
                </a:cubicBezTo>
                <a:cubicBezTo>
                  <a:pt x="149" y="134"/>
                  <a:pt x="158" y="141"/>
                  <a:pt x="168" y="150"/>
                </a:cubicBezTo>
                <a:cubicBezTo>
                  <a:pt x="168" y="132"/>
                  <a:pt x="168" y="132"/>
                  <a:pt x="168" y="132"/>
                </a:cubicBezTo>
                <a:cubicBezTo>
                  <a:pt x="159" y="122"/>
                  <a:pt x="150" y="114"/>
                  <a:pt x="146" y="112"/>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1" name="Oval 21"/>
          <p:cNvSpPr>
            <a:spLocks noChangeArrowheads="1"/>
          </p:cNvSpPr>
          <p:nvPr/>
        </p:nvSpPr>
        <p:spPr bwMode="auto">
          <a:xfrm>
            <a:off x="10584059" y="2136053"/>
            <a:ext cx="148967" cy="148967"/>
          </a:xfrm>
          <a:prstGeom prst="ellipse">
            <a:avLst/>
          </a:pr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2" name="Freeform 22"/>
          <p:cNvSpPr>
            <a:spLocks/>
          </p:cNvSpPr>
          <p:nvPr/>
        </p:nvSpPr>
        <p:spPr bwMode="auto">
          <a:xfrm>
            <a:off x="10637619" y="2246524"/>
            <a:ext cx="234330" cy="488746"/>
          </a:xfrm>
          <a:custGeom>
            <a:avLst/>
            <a:gdLst>
              <a:gd name="T0" fmla="*/ 0 w 102"/>
              <a:gd name="T1" fmla="*/ 6 h 213"/>
              <a:gd name="T2" fmla="*/ 68 w 102"/>
              <a:gd name="T3" fmla="*/ 184 h 213"/>
              <a:gd name="T4" fmla="*/ 99 w 102"/>
              <a:gd name="T5" fmla="*/ 213 h 213"/>
              <a:gd name="T6" fmla="*/ 23 w 102"/>
              <a:gd name="T7" fmla="*/ 0 h 213"/>
              <a:gd name="T8" fmla="*/ 0 w 102"/>
              <a:gd name="T9" fmla="*/ 6 h 213"/>
            </a:gdLst>
            <a:ahLst/>
            <a:cxnLst>
              <a:cxn ang="0">
                <a:pos x="T0" y="T1"/>
              </a:cxn>
              <a:cxn ang="0">
                <a:pos x="T2" y="T3"/>
              </a:cxn>
              <a:cxn ang="0">
                <a:pos x="T4" y="T5"/>
              </a:cxn>
              <a:cxn ang="0">
                <a:pos x="T6" y="T7"/>
              </a:cxn>
              <a:cxn ang="0">
                <a:pos x="T8" y="T9"/>
              </a:cxn>
            </a:cxnLst>
            <a:rect l="0" t="0" r="r" b="b"/>
            <a:pathLst>
              <a:path w="102" h="213">
                <a:moveTo>
                  <a:pt x="0" y="6"/>
                </a:moveTo>
                <a:cubicBezTo>
                  <a:pt x="0" y="7"/>
                  <a:pt x="68" y="184"/>
                  <a:pt x="68" y="184"/>
                </a:cubicBezTo>
                <a:cubicBezTo>
                  <a:pt x="68" y="184"/>
                  <a:pt x="96" y="213"/>
                  <a:pt x="99" y="213"/>
                </a:cubicBezTo>
                <a:cubicBezTo>
                  <a:pt x="102" y="213"/>
                  <a:pt x="23" y="0"/>
                  <a:pt x="23" y="0"/>
                </a:cubicBezTo>
                <a:lnTo>
                  <a:pt x="0" y="6"/>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3" name="Freeform 23"/>
          <p:cNvSpPr>
            <a:spLocks/>
          </p:cNvSpPr>
          <p:nvPr/>
        </p:nvSpPr>
        <p:spPr bwMode="auto">
          <a:xfrm>
            <a:off x="10431744" y="2246525"/>
            <a:ext cx="251068" cy="482052"/>
          </a:xfrm>
          <a:custGeom>
            <a:avLst/>
            <a:gdLst>
              <a:gd name="T0" fmla="*/ 149 w 150"/>
              <a:gd name="T1" fmla="*/ 14 h 288"/>
              <a:gd name="T2" fmla="*/ 40 w 150"/>
              <a:gd name="T3" fmla="*/ 248 h 288"/>
              <a:gd name="T4" fmla="*/ 0 w 150"/>
              <a:gd name="T5" fmla="*/ 288 h 288"/>
              <a:gd name="T6" fmla="*/ 11 w 150"/>
              <a:gd name="T7" fmla="*/ 233 h 288"/>
              <a:gd name="T8" fmla="*/ 117 w 150"/>
              <a:gd name="T9" fmla="*/ 0 h 288"/>
              <a:gd name="T10" fmla="*/ 150 w 150"/>
              <a:gd name="T11" fmla="*/ 11 h 288"/>
              <a:gd name="T12" fmla="*/ 149 w 150"/>
              <a:gd name="T13" fmla="*/ 14 h 288"/>
            </a:gdLst>
            <a:ahLst/>
            <a:cxnLst>
              <a:cxn ang="0">
                <a:pos x="T0" y="T1"/>
              </a:cxn>
              <a:cxn ang="0">
                <a:pos x="T2" y="T3"/>
              </a:cxn>
              <a:cxn ang="0">
                <a:pos x="T4" y="T5"/>
              </a:cxn>
              <a:cxn ang="0">
                <a:pos x="T6" y="T7"/>
              </a:cxn>
              <a:cxn ang="0">
                <a:pos x="T8" y="T9"/>
              </a:cxn>
              <a:cxn ang="0">
                <a:pos x="T10" y="T11"/>
              </a:cxn>
              <a:cxn ang="0">
                <a:pos x="T12" y="T13"/>
              </a:cxn>
            </a:cxnLst>
            <a:rect l="0" t="0" r="r" b="b"/>
            <a:pathLst>
              <a:path w="150" h="288">
                <a:moveTo>
                  <a:pt x="149" y="14"/>
                </a:moveTo>
                <a:lnTo>
                  <a:pt x="40" y="248"/>
                </a:lnTo>
                <a:lnTo>
                  <a:pt x="0" y="288"/>
                </a:lnTo>
                <a:lnTo>
                  <a:pt x="11" y="233"/>
                </a:lnTo>
                <a:lnTo>
                  <a:pt x="117" y="0"/>
                </a:lnTo>
                <a:lnTo>
                  <a:pt x="150" y="11"/>
                </a:lnTo>
                <a:lnTo>
                  <a:pt x="149" y="14"/>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4" name="Freeform 24"/>
          <p:cNvSpPr>
            <a:spLocks/>
          </p:cNvSpPr>
          <p:nvPr/>
        </p:nvSpPr>
        <p:spPr bwMode="auto">
          <a:xfrm>
            <a:off x="10651013" y="2082493"/>
            <a:ext cx="26781" cy="83690"/>
          </a:xfrm>
          <a:custGeom>
            <a:avLst/>
            <a:gdLst>
              <a:gd name="T0" fmla="*/ 12 w 12"/>
              <a:gd name="T1" fmla="*/ 30 h 36"/>
              <a:gd name="T2" fmla="*/ 6 w 12"/>
              <a:gd name="T3" fmla="*/ 36 h 36"/>
              <a:gd name="T4" fmla="*/ 0 w 12"/>
              <a:gd name="T5" fmla="*/ 30 h 36"/>
              <a:gd name="T6" fmla="*/ 0 w 12"/>
              <a:gd name="T7" fmla="*/ 6 h 36"/>
              <a:gd name="T8" fmla="*/ 6 w 12"/>
              <a:gd name="T9" fmla="*/ 0 h 36"/>
              <a:gd name="T10" fmla="*/ 12 w 12"/>
              <a:gd name="T11" fmla="*/ 6 h 36"/>
              <a:gd name="T12" fmla="*/ 12 w 12"/>
              <a:gd name="T13" fmla="*/ 30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12" y="30"/>
                </a:moveTo>
                <a:cubicBezTo>
                  <a:pt x="12" y="33"/>
                  <a:pt x="10" y="36"/>
                  <a:pt x="6" y="36"/>
                </a:cubicBezTo>
                <a:cubicBezTo>
                  <a:pt x="3" y="36"/>
                  <a:pt x="0" y="33"/>
                  <a:pt x="0" y="30"/>
                </a:cubicBezTo>
                <a:cubicBezTo>
                  <a:pt x="0" y="6"/>
                  <a:pt x="0" y="6"/>
                  <a:pt x="0" y="6"/>
                </a:cubicBezTo>
                <a:cubicBezTo>
                  <a:pt x="0" y="3"/>
                  <a:pt x="3" y="0"/>
                  <a:pt x="6" y="0"/>
                </a:cubicBezTo>
                <a:cubicBezTo>
                  <a:pt x="10" y="0"/>
                  <a:pt x="12" y="3"/>
                  <a:pt x="12" y="6"/>
                </a:cubicBezTo>
                <a:lnTo>
                  <a:pt x="12" y="3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5" name="Freeform 25"/>
          <p:cNvSpPr>
            <a:spLocks noEditPoints="1"/>
          </p:cNvSpPr>
          <p:nvPr/>
        </p:nvSpPr>
        <p:spPr bwMode="auto">
          <a:xfrm>
            <a:off x="9452581" y="1722630"/>
            <a:ext cx="237678" cy="642735"/>
          </a:xfrm>
          <a:custGeom>
            <a:avLst/>
            <a:gdLst>
              <a:gd name="T0" fmla="*/ 51 w 103"/>
              <a:gd name="T1" fmla="*/ 280 h 280"/>
              <a:gd name="T2" fmla="*/ 103 w 103"/>
              <a:gd name="T3" fmla="*/ 140 h 280"/>
              <a:gd name="T4" fmla="*/ 51 w 103"/>
              <a:gd name="T5" fmla="*/ 0 h 280"/>
              <a:gd name="T6" fmla="*/ 51 w 103"/>
              <a:gd name="T7" fmla="*/ 22 h 280"/>
              <a:gd name="T8" fmla="*/ 94 w 103"/>
              <a:gd name="T9" fmla="*/ 140 h 280"/>
              <a:gd name="T10" fmla="*/ 51 w 103"/>
              <a:gd name="T11" fmla="*/ 257 h 280"/>
              <a:gd name="T12" fmla="*/ 51 w 103"/>
              <a:gd name="T13" fmla="*/ 280 h 280"/>
              <a:gd name="T14" fmla="*/ 51 w 103"/>
              <a:gd name="T15" fmla="*/ 0 h 280"/>
              <a:gd name="T16" fmla="*/ 0 w 103"/>
              <a:gd name="T17" fmla="*/ 140 h 280"/>
              <a:gd name="T18" fmla="*/ 51 w 103"/>
              <a:gd name="T19" fmla="*/ 280 h 280"/>
              <a:gd name="T20" fmla="*/ 51 w 103"/>
              <a:gd name="T21" fmla="*/ 280 h 280"/>
              <a:gd name="T22" fmla="*/ 51 w 103"/>
              <a:gd name="T23" fmla="*/ 257 h 280"/>
              <a:gd name="T24" fmla="*/ 51 w 103"/>
              <a:gd name="T25" fmla="*/ 257 h 280"/>
              <a:gd name="T26" fmla="*/ 51 w 103"/>
              <a:gd name="T27" fmla="*/ 257 h 280"/>
              <a:gd name="T28" fmla="*/ 8 w 103"/>
              <a:gd name="T29" fmla="*/ 140 h 280"/>
              <a:gd name="T30" fmla="*/ 51 w 103"/>
              <a:gd name="T31" fmla="*/ 22 h 280"/>
              <a:gd name="T32" fmla="*/ 51 w 103"/>
              <a:gd name="T33" fmla="*/ 22 h 280"/>
              <a:gd name="T34" fmla="*/ 51 w 103"/>
              <a:gd name="T35"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280">
                <a:moveTo>
                  <a:pt x="51" y="280"/>
                </a:moveTo>
                <a:cubicBezTo>
                  <a:pt x="80" y="280"/>
                  <a:pt x="103" y="217"/>
                  <a:pt x="103" y="140"/>
                </a:cubicBezTo>
                <a:cubicBezTo>
                  <a:pt x="103" y="62"/>
                  <a:pt x="80" y="0"/>
                  <a:pt x="51" y="0"/>
                </a:cubicBezTo>
                <a:cubicBezTo>
                  <a:pt x="51" y="22"/>
                  <a:pt x="51" y="22"/>
                  <a:pt x="51" y="22"/>
                </a:cubicBezTo>
                <a:cubicBezTo>
                  <a:pt x="75" y="22"/>
                  <a:pt x="94" y="75"/>
                  <a:pt x="94" y="140"/>
                </a:cubicBezTo>
                <a:cubicBezTo>
                  <a:pt x="94" y="204"/>
                  <a:pt x="75" y="257"/>
                  <a:pt x="51" y="257"/>
                </a:cubicBezTo>
                <a:lnTo>
                  <a:pt x="51" y="280"/>
                </a:lnTo>
                <a:close/>
                <a:moveTo>
                  <a:pt x="51" y="0"/>
                </a:moveTo>
                <a:cubicBezTo>
                  <a:pt x="23" y="0"/>
                  <a:pt x="0" y="62"/>
                  <a:pt x="0" y="140"/>
                </a:cubicBezTo>
                <a:cubicBezTo>
                  <a:pt x="0" y="217"/>
                  <a:pt x="23" y="280"/>
                  <a:pt x="51" y="280"/>
                </a:cubicBezTo>
                <a:cubicBezTo>
                  <a:pt x="51" y="280"/>
                  <a:pt x="51" y="280"/>
                  <a:pt x="51" y="280"/>
                </a:cubicBezTo>
                <a:cubicBezTo>
                  <a:pt x="51" y="257"/>
                  <a:pt x="51" y="257"/>
                  <a:pt x="51" y="257"/>
                </a:cubicBezTo>
                <a:cubicBezTo>
                  <a:pt x="51" y="257"/>
                  <a:pt x="51" y="257"/>
                  <a:pt x="51" y="257"/>
                </a:cubicBezTo>
                <a:cubicBezTo>
                  <a:pt x="51" y="257"/>
                  <a:pt x="51" y="257"/>
                  <a:pt x="51" y="257"/>
                </a:cubicBezTo>
                <a:cubicBezTo>
                  <a:pt x="27" y="257"/>
                  <a:pt x="8" y="204"/>
                  <a:pt x="8" y="140"/>
                </a:cubicBezTo>
                <a:cubicBezTo>
                  <a:pt x="8" y="75"/>
                  <a:pt x="27" y="22"/>
                  <a:pt x="51" y="22"/>
                </a:cubicBezTo>
                <a:cubicBezTo>
                  <a:pt x="51" y="22"/>
                  <a:pt x="51" y="22"/>
                  <a:pt x="51" y="22"/>
                </a:cubicBezTo>
                <a:cubicBezTo>
                  <a:pt x="51" y="0"/>
                  <a:pt x="51" y="0"/>
                  <a:pt x="51" y="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6" name="Freeform 26"/>
          <p:cNvSpPr>
            <a:spLocks noEditPoints="1"/>
          </p:cNvSpPr>
          <p:nvPr/>
        </p:nvSpPr>
        <p:spPr bwMode="auto">
          <a:xfrm>
            <a:off x="9248375" y="1925157"/>
            <a:ext cx="644410" cy="236005"/>
          </a:xfrm>
          <a:custGeom>
            <a:avLst/>
            <a:gdLst>
              <a:gd name="T0" fmla="*/ 280 w 280"/>
              <a:gd name="T1" fmla="*/ 52 h 103"/>
              <a:gd name="T2" fmla="*/ 140 w 280"/>
              <a:gd name="T3" fmla="*/ 0 h 103"/>
              <a:gd name="T4" fmla="*/ 140 w 280"/>
              <a:gd name="T5" fmla="*/ 8 h 103"/>
              <a:gd name="T6" fmla="*/ 257 w 280"/>
              <a:gd name="T7" fmla="*/ 52 h 103"/>
              <a:gd name="T8" fmla="*/ 140 w 280"/>
              <a:gd name="T9" fmla="*/ 95 h 103"/>
              <a:gd name="T10" fmla="*/ 140 w 280"/>
              <a:gd name="T11" fmla="*/ 103 h 103"/>
              <a:gd name="T12" fmla="*/ 280 w 280"/>
              <a:gd name="T13" fmla="*/ 52 h 103"/>
              <a:gd name="T14" fmla="*/ 140 w 280"/>
              <a:gd name="T15" fmla="*/ 0 h 103"/>
              <a:gd name="T16" fmla="*/ 140 w 280"/>
              <a:gd name="T17" fmla="*/ 0 h 103"/>
              <a:gd name="T18" fmla="*/ 0 w 280"/>
              <a:gd name="T19" fmla="*/ 52 h 103"/>
              <a:gd name="T20" fmla="*/ 140 w 280"/>
              <a:gd name="T21" fmla="*/ 103 h 103"/>
              <a:gd name="T22" fmla="*/ 140 w 280"/>
              <a:gd name="T23" fmla="*/ 103 h 103"/>
              <a:gd name="T24" fmla="*/ 140 w 280"/>
              <a:gd name="T25" fmla="*/ 95 h 103"/>
              <a:gd name="T26" fmla="*/ 140 w 280"/>
              <a:gd name="T27" fmla="*/ 95 h 103"/>
              <a:gd name="T28" fmla="*/ 23 w 280"/>
              <a:gd name="T29" fmla="*/ 52 h 103"/>
              <a:gd name="T30" fmla="*/ 23 w 280"/>
              <a:gd name="T31" fmla="*/ 52 h 103"/>
              <a:gd name="T32" fmla="*/ 140 w 280"/>
              <a:gd name="T33" fmla="*/ 8 h 103"/>
              <a:gd name="T34" fmla="*/ 140 w 280"/>
              <a:gd name="T35" fmla="*/ 8 h 103"/>
              <a:gd name="T36" fmla="*/ 140 w 280"/>
              <a:gd name="T3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0" h="103">
                <a:moveTo>
                  <a:pt x="280" y="52"/>
                </a:moveTo>
                <a:cubicBezTo>
                  <a:pt x="280" y="23"/>
                  <a:pt x="217" y="0"/>
                  <a:pt x="140" y="0"/>
                </a:cubicBezTo>
                <a:cubicBezTo>
                  <a:pt x="140" y="8"/>
                  <a:pt x="140" y="8"/>
                  <a:pt x="140" y="8"/>
                </a:cubicBezTo>
                <a:cubicBezTo>
                  <a:pt x="205" y="8"/>
                  <a:pt x="257" y="28"/>
                  <a:pt x="257" y="52"/>
                </a:cubicBezTo>
                <a:cubicBezTo>
                  <a:pt x="257" y="75"/>
                  <a:pt x="205" y="95"/>
                  <a:pt x="140" y="95"/>
                </a:cubicBezTo>
                <a:cubicBezTo>
                  <a:pt x="140" y="103"/>
                  <a:pt x="140" y="103"/>
                  <a:pt x="140" y="103"/>
                </a:cubicBezTo>
                <a:cubicBezTo>
                  <a:pt x="217" y="103"/>
                  <a:pt x="280" y="80"/>
                  <a:pt x="280" y="52"/>
                </a:cubicBezTo>
                <a:close/>
                <a:moveTo>
                  <a:pt x="140" y="0"/>
                </a:moveTo>
                <a:cubicBezTo>
                  <a:pt x="140" y="0"/>
                  <a:pt x="140" y="0"/>
                  <a:pt x="140" y="0"/>
                </a:cubicBezTo>
                <a:cubicBezTo>
                  <a:pt x="63" y="0"/>
                  <a:pt x="0" y="23"/>
                  <a:pt x="0" y="52"/>
                </a:cubicBezTo>
                <a:cubicBezTo>
                  <a:pt x="0" y="80"/>
                  <a:pt x="63" y="103"/>
                  <a:pt x="140" y="103"/>
                </a:cubicBezTo>
                <a:cubicBezTo>
                  <a:pt x="140" y="103"/>
                  <a:pt x="140" y="103"/>
                  <a:pt x="140" y="103"/>
                </a:cubicBezTo>
                <a:cubicBezTo>
                  <a:pt x="140" y="95"/>
                  <a:pt x="140" y="95"/>
                  <a:pt x="140" y="95"/>
                </a:cubicBezTo>
                <a:cubicBezTo>
                  <a:pt x="140" y="95"/>
                  <a:pt x="140" y="95"/>
                  <a:pt x="140" y="95"/>
                </a:cubicBezTo>
                <a:cubicBezTo>
                  <a:pt x="75" y="95"/>
                  <a:pt x="23" y="75"/>
                  <a:pt x="23" y="52"/>
                </a:cubicBezTo>
                <a:cubicBezTo>
                  <a:pt x="23" y="52"/>
                  <a:pt x="23" y="52"/>
                  <a:pt x="23" y="52"/>
                </a:cubicBezTo>
                <a:cubicBezTo>
                  <a:pt x="23" y="28"/>
                  <a:pt x="75" y="8"/>
                  <a:pt x="140" y="8"/>
                </a:cubicBezTo>
                <a:cubicBezTo>
                  <a:pt x="140" y="8"/>
                  <a:pt x="140" y="8"/>
                  <a:pt x="140" y="8"/>
                </a:cubicBezTo>
                <a:lnTo>
                  <a:pt x="140"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7" name="Freeform 27"/>
          <p:cNvSpPr>
            <a:spLocks noEditPoints="1"/>
          </p:cNvSpPr>
          <p:nvPr/>
        </p:nvSpPr>
        <p:spPr bwMode="auto">
          <a:xfrm>
            <a:off x="9296918" y="1779539"/>
            <a:ext cx="547329" cy="525570"/>
          </a:xfrm>
          <a:custGeom>
            <a:avLst/>
            <a:gdLst>
              <a:gd name="T0" fmla="*/ 218 w 238"/>
              <a:gd name="T1" fmla="*/ 16 h 229"/>
              <a:gd name="T2" fmla="*/ 119 w 238"/>
              <a:gd name="T3" fmla="*/ 46 h 229"/>
              <a:gd name="T4" fmla="*/ 119 w 238"/>
              <a:gd name="T5" fmla="*/ 57 h 229"/>
              <a:gd name="T6" fmla="*/ 202 w 238"/>
              <a:gd name="T7" fmla="*/ 32 h 229"/>
              <a:gd name="T8" fmla="*/ 150 w 238"/>
              <a:gd name="T9" fmla="*/ 145 h 229"/>
              <a:gd name="T10" fmla="*/ 119 w 238"/>
              <a:gd name="T11" fmla="*/ 172 h 229"/>
              <a:gd name="T12" fmla="*/ 119 w 238"/>
              <a:gd name="T13" fmla="*/ 183 h 229"/>
              <a:gd name="T14" fmla="*/ 156 w 238"/>
              <a:gd name="T15" fmla="*/ 151 h 229"/>
              <a:gd name="T16" fmla="*/ 218 w 238"/>
              <a:gd name="T17" fmla="*/ 16 h 229"/>
              <a:gd name="T18" fmla="*/ 119 w 238"/>
              <a:gd name="T19" fmla="*/ 46 h 229"/>
              <a:gd name="T20" fmla="*/ 83 w 238"/>
              <a:gd name="T21" fmla="*/ 78 h 229"/>
              <a:gd name="T22" fmla="*/ 20 w 238"/>
              <a:gd name="T23" fmla="*/ 214 h 229"/>
              <a:gd name="T24" fmla="*/ 119 w 238"/>
              <a:gd name="T25" fmla="*/ 183 h 229"/>
              <a:gd name="T26" fmla="*/ 119 w 238"/>
              <a:gd name="T27" fmla="*/ 172 h 229"/>
              <a:gd name="T28" fmla="*/ 36 w 238"/>
              <a:gd name="T29" fmla="*/ 197 h 229"/>
              <a:gd name="T30" fmla="*/ 36 w 238"/>
              <a:gd name="T31" fmla="*/ 197 h 229"/>
              <a:gd name="T32" fmla="*/ 89 w 238"/>
              <a:gd name="T33" fmla="*/ 84 h 229"/>
              <a:gd name="T34" fmla="*/ 119 w 238"/>
              <a:gd name="T35" fmla="*/ 57 h 229"/>
              <a:gd name="T36" fmla="*/ 119 w 238"/>
              <a:gd name="T37" fmla="*/ 4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229">
                <a:moveTo>
                  <a:pt x="218" y="16"/>
                </a:moveTo>
                <a:cubicBezTo>
                  <a:pt x="202" y="0"/>
                  <a:pt x="162" y="13"/>
                  <a:pt x="119" y="46"/>
                </a:cubicBezTo>
                <a:cubicBezTo>
                  <a:pt x="119" y="57"/>
                  <a:pt x="119" y="57"/>
                  <a:pt x="119" y="57"/>
                </a:cubicBezTo>
                <a:cubicBezTo>
                  <a:pt x="155" y="30"/>
                  <a:pt x="189" y="19"/>
                  <a:pt x="202" y="32"/>
                </a:cubicBezTo>
                <a:cubicBezTo>
                  <a:pt x="219" y="49"/>
                  <a:pt x="195" y="99"/>
                  <a:pt x="150" y="145"/>
                </a:cubicBezTo>
                <a:cubicBezTo>
                  <a:pt x="140" y="155"/>
                  <a:pt x="129" y="164"/>
                  <a:pt x="119" y="172"/>
                </a:cubicBezTo>
                <a:cubicBezTo>
                  <a:pt x="119" y="183"/>
                  <a:pt x="119" y="183"/>
                  <a:pt x="119" y="183"/>
                </a:cubicBezTo>
                <a:cubicBezTo>
                  <a:pt x="131" y="174"/>
                  <a:pt x="144" y="163"/>
                  <a:pt x="156" y="151"/>
                </a:cubicBezTo>
                <a:cubicBezTo>
                  <a:pt x="210" y="96"/>
                  <a:pt x="238" y="36"/>
                  <a:pt x="218" y="16"/>
                </a:cubicBezTo>
                <a:close/>
                <a:moveTo>
                  <a:pt x="119" y="46"/>
                </a:moveTo>
                <a:cubicBezTo>
                  <a:pt x="107" y="55"/>
                  <a:pt x="95" y="66"/>
                  <a:pt x="83" y="78"/>
                </a:cubicBezTo>
                <a:cubicBezTo>
                  <a:pt x="28" y="133"/>
                  <a:pt x="0" y="193"/>
                  <a:pt x="20" y="214"/>
                </a:cubicBezTo>
                <a:cubicBezTo>
                  <a:pt x="36" y="229"/>
                  <a:pt x="76" y="216"/>
                  <a:pt x="119" y="183"/>
                </a:cubicBezTo>
                <a:cubicBezTo>
                  <a:pt x="119" y="172"/>
                  <a:pt x="119" y="172"/>
                  <a:pt x="119" y="172"/>
                </a:cubicBezTo>
                <a:cubicBezTo>
                  <a:pt x="83" y="199"/>
                  <a:pt x="49" y="211"/>
                  <a:pt x="36" y="197"/>
                </a:cubicBezTo>
                <a:cubicBezTo>
                  <a:pt x="36" y="197"/>
                  <a:pt x="36" y="197"/>
                  <a:pt x="36" y="197"/>
                </a:cubicBezTo>
                <a:cubicBezTo>
                  <a:pt x="19" y="181"/>
                  <a:pt x="43" y="130"/>
                  <a:pt x="89" y="84"/>
                </a:cubicBezTo>
                <a:cubicBezTo>
                  <a:pt x="99" y="74"/>
                  <a:pt x="109" y="65"/>
                  <a:pt x="119" y="57"/>
                </a:cubicBezTo>
                <a:lnTo>
                  <a:pt x="119" y="46"/>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8" name="Freeform 28"/>
          <p:cNvSpPr>
            <a:spLocks noEditPoints="1"/>
          </p:cNvSpPr>
          <p:nvPr/>
        </p:nvSpPr>
        <p:spPr bwMode="auto">
          <a:xfrm>
            <a:off x="9296918" y="1779539"/>
            <a:ext cx="547329" cy="525570"/>
          </a:xfrm>
          <a:custGeom>
            <a:avLst/>
            <a:gdLst>
              <a:gd name="T0" fmla="*/ 218 w 238"/>
              <a:gd name="T1" fmla="*/ 214 h 229"/>
              <a:gd name="T2" fmla="*/ 156 w 238"/>
              <a:gd name="T3" fmla="*/ 78 h 229"/>
              <a:gd name="T4" fmla="*/ 119 w 238"/>
              <a:gd name="T5" fmla="*/ 46 h 229"/>
              <a:gd name="T6" fmla="*/ 119 w 238"/>
              <a:gd name="T7" fmla="*/ 57 h 229"/>
              <a:gd name="T8" fmla="*/ 150 w 238"/>
              <a:gd name="T9" fmla="*/ 84 h 229"/>
              <a:gd name="T10" fmla="*/ 202 w 238"/>
              <a:gd name="T11" fmla="*/ 197 h 229"/>
              <a:gd name="T12" fmla="*/ 119 w 238"/>
              <a:gd name="T13" fmla="*/ 172 h 229"/>
              <a:gd name="T14" fmla="*/ 119 w 238"/>
              <a:gd name="T15" fmla="*/ 183 h 229"/>
              <a:gd name="T16" fmla="*/ 218 w 238"/>
              <a:gd name="T17" fmla="*/ 214 h 229"/>
              <a:gd name="T18" fmla="*/ 119 w 238"/>
              <a:gd name="T19" fmla="*/ 46 h 229"/>
              <a:gd name="T20" fmla="*/ 20 w 238"/>
              <a:gd name="T21" fmla="*/ 16 h 229"/>
              <a:gd name="T22" fmla="*/ 83 w 238"/>
              <a:gd name="T23" fmla="*/ 151 h 229"/>
              <a:gd name="T24" fmla="*/ 119 w 238"/>
              <a:gd name="T25" fmla="*/ 183 h 229"/>
              <a:gd name="T26" fmla="*/ 119 w 238"/>
              <a:gd name="T27" fmla="*/ 172 h 229"/>
              <a:gd name="T28" fmla="*/ 89 w 238"/>
              <a:gd name="T29" fmla="*/ 145 h 229"/>
              <a:gd name="T30" fmla="*/ 36 w 238"/>
              <a:gd name="T31" fmla="*/ 32 h 229"/>
              <a:gd name="T32" fmla="*/ 36 w 238"/>
              <a:gd name="T33" fmla="*/ 32 h 229"/>
              <a:gd name="T34" fmla="*/ 119 w 238"/>
              <a:gd name="T35" fmla="*/ 57 h 229"/>
              <a:gd name="T36" fmla="*/ 119 w 238"/>
              <a:gd name="T37" fmla="*/ 4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229">
                <a:moveTo>
                  <a:pt x="218" y="214"/>
                </a:moveTo>
                <a:cubicBezTo>
                  <a:pt x="238" y="193"/>
                  <a:pt x="210" y="133"/>
                  <a:pt x="156" y="78"/>
                </a:cubicBezTo>
                <a:cubicBezTo>
                  <a:pt x="144" y="66"/>
                  <a:pt x="131" y="55"/>
                  <a:pt x="119" y="46"/>
                </a:cubicBezTo>
                <a:cubicBezTo>
                  <a:pt x="119" y="57"/>
                  <a:pt x="119" y="57"/>
                  <a:pt x="119" y="57"/>
                </a:cubicBezTo>
                <a:cubicBezTo>
                  <a:pt x="129" y="65"/>
                  <a:pt x="140" y="74"/>
                  <a:pt x="150" y="84"/>
                </a:cubicBezTo>
                <a:cubicBezTo>
                  <a:pt x="195" y="130"/>
                  <a:pt x="219" y="181"/>
                  <a:pt x="202" y="197"/>
                </a:cubicBezTo>
                <a:cubicBezTo>
                  <a:pt x="189" y="211"/>
                  <a:pt x="155" y="199"/>
                  <a:pt x="119" y="172"/>
                </a:cubicBezTo>
                <a:cubicBezTo>
                  <a:pt x="119" y="183"/>
                  <a:pt x="119" y="183"/>
                  <a:pt x="119" y="183"/>
                </a:cubicBezTo>
                <a:cubicBezTo>
                  <a:pt x="162" y="216"/>
                  <a:pt x="202" y="229"/>
                  <a:pt x="218" y="214"/>
                </a:cubicBezTo>
                <a:close/>
                <a:moveTo>
                  <a:pt x="119" y="46"/>
                </a:moveTo>
                <a:cubicBezTo>
                  <a:pt x="76" y="13"/>
                  <a:pt x="36" y="0"/>
                  <a:pt x="20" y="16"/>
                </a:cubicBezTo>
                <a:cubicBezTo>
                  <a:pt x="0" y="36"/>
                  <a:pt x="28" y="96"/>
                  <a:pt x="83" y="151"/>
                </a:cubicBezTo>
                <a:cubicBezTo>
                  <a:pt x="95" y="163"/>
                  <a:pt x="107" y="174"/>
                  <a:pt x="119" y="183"/>
                </a:cubicBezTo>
                <a:cubicBezTo>
                  <a:pt x="119" y="172"/>
                  <a:pt x="119" y="172"/>
                  <a:pt x="119" y="172"/>
                </a:cubicBezTo>
                <a:cubicBezTo>
                  <a:pt x="109" y="164"/>
                  <a:pt x="99" y="155"/>
                  <a:pt x="89" y="145"/>
                </a:cubicBezTo>
                <a:cubicBezTo>
                  <a:pt x="43" y="99"/>
                  <a:pt x="19" y="49"/>
                  <a:pt x="36" y="32"/>
                </a:cubicBezTo>
                <a:cubicBezTo>
                  <a:pt x="36" y="32"/>
                  <a:pt x="36" y="32"/>
                  <a:pt x="36" y="32"/>
                </a:cubicBezTo>
                <a:cubicBezTo>
                  <a:pt x="49" y="19"/>
                  <a:pt x="83" y="30"/>
                  <a:pt x="119" y="57"/>
                </a:cubicBezTo>
                <a:lnTo>
                  <a:pt x="119" y="46"/>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39" name="Oval 29"/>
          <p:cNvSpPr>
            <a:spLocks noChangeArrowheads="1"/>
          </p:cNvSpPr>
          <p:nvPr/>
        </p:nvSpPr>
        <p:spPr bwMode="auto">
          <a:xfrm>
            <a:off x="9522880" y="1993784"/>
            <a:ext cx="98754" cy="98754"/>
          </a:xfrm>
          <a:prstGeom prst="ellipse">
            <a:avLst/>
          </a:pr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0" name="Freeform 30"/>
          <p:cNvSpPr>
            <a:spLocks noEditPoints="1"/>
          </p:cNvSpPr>
          <p:nvPr/>
        </p:nvSpPr>
        <p:spPr bwMode="auto">
          <a:xfrm>
            <a:off x="10281105" y="1540184"/>
            <a:ext cx="271154" cy="513854"/>
          </a:xfrm>
          <a:custGeom>
            <a:avLst/>
            <a:gdLst>
              <a:gd name="T0" fmla="*/ 67 w 162"/>
              <a:gd name="T1" fmla="*/ 307 h 307"/>
              <a:gd name="T2" fmla="*/ 162 w 162"/>
              <a:gd name="T3" fmla="*/ 307 h 307"/>
              <a:gd name="T4" fmla="*/ 67 w 162"/>
              <a:gd name="T5" fmla="*/ 127 h 307"/>
              <a:gd name="T6" fmla="*/ 67 w 162"/>
              <a:gd name="T7" fmla="*/ 193 h 307"/>
              <a:gd name="T8" fmla="*/ 110 w 162"/>
              <a:gd name="T9" fmla="*/ 267 h 307"/>
              <a:gd name="T10" fmla="*/ 67 w 162"/>
              <a:gd name="T11" fmla="*/ 267 h 307"/>
              <a:gd name="T12" fmla="*/ 67 w 162"/>
              <a:gd name="T13" fmla="*/ 307 h 307"/>
              <a:gd name="T14" fmla="*/ 0 w 162"/>
              <a:gd name="T15" fmla="*/ 0 h 307"/>
              <a:gd name="T16" fmla="*/ 0 w 162"/>
              <a:gd name="T17" fmla="*/ 307 h 307"/>
              <a:gd name="T18" fmla="*/ 67 w 162"/>
              <a:gd name="T19" fmla="*/ 307 h 307"/>
              <a:gd name="T20" fmla="*/ 67 w 162"/>
              <a:gd name="T21" fmla="*/ 267 h 307"/>
              <a:gd name="T22" fmla="*/ 24 w 162"/>
              <a:gd name="T23" fmla="*/ 267 h 307"/>
              <a:gd name="T24" fmla="*/ 24 w 162"/>
              <a:gd name="T25" fmla="*/ 120 h 307"/>
              <a:gd name="T26" fmla="*/ 24 w 162"/>
              <a:gd name="T27" fmla="*/ 120 h 307"/>
              <a:gd name="T28" fmla="*/ 67 w 162"/>
              <a:gd name="T29" fmla="*/ 193 h 307"/>
              <a:gd name="T30" fmla="*/ 67 w 162"/>
              <a:gd name="T31" fmla="*/ 127 h 307"/>
              <a:gd name="T32" fmla="*/ 0 w 162"/>
              <a:gd name="T33"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307">
                <a:moveTo>
                  <a:pt x="67" y="307"/>
                </a:moveTo>
                <a:lnTo>
                  <a:pt x="162" y="307"/>
                </a:lnTo>
                <a:lnTo>
                  <a:pt x="67" y="127"/>
                </a:lnTo>
                <a:lnTo>
                  <a:pt x="67" y="193"/>
                </a:lnTo>
                <a:lnTo>
                  <a:pt x="110" y="267"/>
                </a:lnTo>
                <a:lnTo>
                  <a:pt x="67" y="267"/>
                </a:lnTo>
                <a:lnTo>
                  <a:pt x="67" y="307"/>
                </a:lnTo>
                <a:close/>
                <a:moveTo>
                  <a:pt x="0" y="0"/>
                </a:moveTo>
                <a:lnTo>
                  <a:pt x="0" y="307"/>
                </a:lnTo>
                <a:lnTo>
                  <a:pt x="67" y="307"/>
                </a:lnTo>
                <a:lnTo>
                  <a:pt x="67" y="267"/>
                </a:lnTo>
                <a:lnTo>
                  <a:pt x="24" y="267"/>
                </a:lnTo>
                <a:lnTo>
                  <a:pt x="24" y="120"/>
                </a:lnTo>
                <a:lnTo>
                  <a:pt x="24" y="120"/>
                </a:lnTo>
                <a:lnTo>
                  <a:pt x="67" y="193"/>
                </a:lnTo>
                <a:lnTo>
                  <a:pt x="67" y="127"/>
                </a:lnTo>
                <a:lnTo>
                  <a:pt x="0"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1" name="Rectangle 31"/>
          <p:cNvSpPr>
            <a:spLocks noChangeArrowheads="1"/>
          </p:cNvSpPr>
          <p:nvPr/>
        </p:nvSpPr>
        <p:spPr bwMode="auto">
          <a:xfrm>
            <a:off x="10145529" y="1538513"/>
            <a:ext cx="68625" cy="500464"/>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2" name="Freeform 32"/>
          <p:cNvSpPr>
            <a:spLocks noEditPoints="1"/>
          </p:cNvSpPr>
          <p:nvPr/>
        </p:nvSpPr>
        <p:spPr bwMode="auto">
          <a:xfrm>
            <a:off x="7922735" y="4059237"/>
            <a:ext cx="592522" cy="433512"/>
          </a:xfrm>
          <a:custGeom>
            <a:avLst/>
            <a:gdLst>
              <a:gd name="T0" fmla="*/ 213 w 258"/>
              <a:gd name="T1" fmla="*/ 31 h 189"/>
              <a:gd name="T2" fmla="*/ 204 w 258"/>
              <a:gd name="T3" fmla="*/ 69 h 189"/>
              <a:gd name="T4" fmla="*/ 228 w 258"/>
              <a:gd name="T5" fmla="*/ 109 h 189"/>
              <a:gd name="T6" fmla="*/ 204 w 258"/>
              <a:gd name="T7" fmla="*/ 146 h 189"/>
              <a:gd name="T8" fmla="*/ 204 w 258"/>
              <a:gd name="T9" fmla="*/ 27 h 189"/>
              <a:gd name="T10" fmla="*/ 91 w 258"/>
              <a:gd name="T11" fmla="*/ 14 h 189"/>
              <a:gd name="T12" fmla="*/ 97 w 258"/>
              <a:gd name="T13" fmla="*/ 15 h 189"/>
              <a:gd name="T14" fmla="*/ 91 w 258"/>
              <a:gd name="T15" fmla="*/ 42 h 189"/>
              <a:gd name="T16" fmla="*/ 91 w 258"/>
              <a:gd name="T17" fmla="*/ 162 h 189"/>
              <a:gd name="T18" fmla="*/ 166 w 258"/>
              <a:gd name="T19" fmla="*/ 145 h 189"/>
              <a:gd name="T20" fmla="*/ 204 w 258"/>
              <a:gd name="T21" fmla="*/ 125 h 189"/>
              <a:gd name="T22" fmla="*/ 191 w 258"/>
              <a:gd name="T23" fmla="*/ 122 h 189"/>
              <a:gd name="T24" fmla="*/ 204 w 258"/>
              <a:gd name="T25" fmla="*/ 69 h 189"/>
              <a:gd name="T26" fmla="*/ 91 w 258"/>
              <a:gd name="T27" fmla="*/ 6 h 189"/>
              <a:gd name="T28" fmla="*/ 78 w 258"/>
              <a:gd name="T29" fmla="*/ 24 h 189"/>
              <a:gd name="T30" fmla="*/ 91 w 258"/>
              <a:gd name="T31" fmla="*/ 14 h 189"/>
              <a:gd name="T32" fmla="*/ 78 w 258"/>
              <a:gd name="T33" fmla="*/ 188 h 189"/>
              <a:gd name="T34" fmla="*/ 91 w 258"/>
              <a:gd name="T35" fmla="*/ 162 h 189"/>
              <a:gd name="T36" fmla="*/ 78 w 258"/>
              <a:gd name="T37" fmla="*/ 176 h 189"/>
              <a:gd name="T38" fmla="*/ 91 w 258"/>
              <a:gd name="T39" fmla="*/ 42 h 189"/>
              <a:gd name="T40" fmla="*/ 80 w 258"/>
              <a:gd name="T41" fmla="*/ 134 h 189"/>
              <a:gd name="T42" fmla="*/ 78 w 258"/>
              <a:gd name="T43" fmla="*/ 64 h 189"/>
              <a:gd name="T44" fmla="*/ 78 w 258"/>
              <a:gd name="T45" fmla="*/ 33 h 189"/>
              <a:gd name="T46" fmla="*/ 91 w 258"/>
              <a:gd name="T47" fmla="*/ 42 h 189"/>
              <a:gd name="T48" fmla="*/ 60 w 258"/>
              <a:gd name="T49" fmla="*/ 18 h 189"/>
              <a:gd name="T50" fmla="*/ 68 w 258"/>
              <a:gd name="T51" fmla="*/ 42 h 189"/>
              <a:gd name="T52" fmla="*/ 78 w 258"/>
              <a:gd name="T53" fmla="*/ 33 h 189"/>
              <a:gd name="T54" fmla="*/ 78 w 258"/>
              <a:gd name="T55" fmla="*/ 9 h 189"/>
              <a:gd name="T56" fmla="*/ 78 w 258"/>
              <a:gd name="T57" fmla="*/ 188 h 189"/>
              <a:gd name="T58" fmla="*/ 60 w 258"/>
              <a:gd name="T59" fmla="*/ 176 h 189"/>
              <a:gd name="T60" fmla="*/ 78 w 258"/>
              <a:gd name="T61" fmla="*/ 64 h 189"/>
              <a:gd name="T62" fmla="*/ 60 w 258"/>
              <a:gd name="T63" fmla="*/ 134 h 189"/>
              <a:gd name="T64" fmla="*/ 70 w 258"/>
              <a:gd name="T65" fmla="*/ 116 h 189"/>
              <a:gd name="T66" fmla="*/ 60 w 258"/>
              <a:gd name="T67" fmla="*/ 87 h 189"/>
              <a:gd name="T68" fmla="*/ 76 w 258"/>
              <a:gd name="T69" fmla="*/ 68 h 189"/>
              <a:gd name="T70" fmla="*/ 60 w 258"/>
              <a:gd name="T71" fmla="*/ 18 h 189"/>
              <a:gd name="T72" fmla="*/ 60 w 258"/>
              <a:gd name="T73" fmla="*/ 187 h 189"/>
              <a:gd name="T74" fmla="*/ 59 w 258"/>
              <a:gd name="T75" fmla="*/ 175 h 189"/>
              <a:gd name="T76" fmla="*/ 49 w 258"/>
              <a:gd name="T77" fmla="*/ 144 h 189"/>
              <a:gd name="T78" fmla="*/ 60 w 258"/>
              <a:gd name="T79" fmla="*/ 125 h 189"/>
              <a:gd name="T80" fmla="*/ 41 w 258"/>
              <a:gd name="T81" fmla="*/ 125 h 189"/>
              <a:gd name="T82" fmla="*/ 60 w 258"/>
              <a:gd name="T83" fmla="*/ 87 h 189"/>
              <a:gd name="T84" fmla="*/ 51 w 258"/>
              <a:gd name="T85" fmla="*/ 76 h 189"/>
              <a:gd name="T86" fmla="*/ 43 w 258"/>
              <a:gd name="T87" fmla="*/ 51 h 189"/>
              <a:gd name="T88" fmla="*/ 60 w 258"/>
              <a:gd name="T89" fmla="*/ 1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8" h="189">
                <a:moveTo>
                  <a:pt x="253" y="104"/>
                </a:moveTo>
                <a:cubicBezTo>
                  <a:pt x="258" y="60"/>
                  <a:pt x="213" y="31"/>
                  <a:pt x="213" y="31"/>
                </a:cubicBezTo>
                <a:cubicBezTo>
                  <a:pt x="210" y="30"/>
                  <a:pt x="207" y="28"/>
                  <a:pt x="204" y="27"/>
                </a:cubicBezTo>
                <a:cubicBezTo>
                  <a:pt x="204" y="69"/>
                  <a:pt x="204" y="69"/>
                  <a:pt x="204" y="69"/>
                </a:cubicBezTo>
                <a:cubicBezTo>
                  <a:pt x="208" y="69"/>
                  <a:pt x="212" y="70"/>
                  <a:pt x="216" y="72"/>
                </a:cubicBezTo>
                <a:cubicBezTo>
                  <a:pt x="230" y="79"/>
                  <a:pt x="235" y="95"/>
                  <a:pt x="228" y="109"/>
                </a:cubicBezTo>
                <a:cubicBezTo>
                  <a:pt x="224" y="119"/>
                  <a:pt x="214" y="125"/>
                  <a:pt x="204" y="125"/>
                </a:cubicBezTo>
                <a:cubicBezTo>
                  <a:pt x="204" y="146"/>
                  <a:pt x="204" y="146"/>
                  <a:pt x="204" y="146"/>
                </a:cubicBezTo>
                <a:cubicBezTo>
                  <a:pt x="230" y="144"/>
                  <a:pt x="249" y="134"/>
                  <a:pt x="253" y="104"/>
                </a:cubicBezTo>
                <a:close/>
                <a:moveTo>
                  <a:pt x="204" y="27"/>
                </a:moveTo>
                <a:cubicBezTo>
                  <a:pt x="156" y="5"/>
                  <a:pt x="119" y="0"/>
                  <a:pt x="91" y="6"/>
                </a:cubicBezTo>
                <a:cubicBezTo>
                  <a:pt x="91" y="14"/>
                  <a:pt x="91" y="14"/>
                  <a:pt x="91" y="14"/>
                </a:cubicBezTo>
                <a:cubicBezTo>
                  <a:pt x="93" y="14"/>
                  <a:pt x="95" y="14"/>
                  <a:pt x="97" y="15"/>
                </a:cubicBezTo>
                <a:cubicBezTo>
                  <a:pt x="97" y="15"/>
                  <a:pt x="97" y="15"/>
                  <a:pt x="97" y="15"/>
                </a:cubicBezTo>
                <a:cubicBezTo>
                  <a:pt x="104" y="19"/>
                  <a:pt x="107" y="27"/>
                  <a:pt x="103" y="34"/>
                </a:cubicBezTo>
                <a:cubicBezTo>
                  <a:pt x="101" y="39"/>
                  <a:pt x="96" y="42"/>
                  <a:pt x="91" y="42"/>
                </a:cubicBezTo>
                <a:cubicBezTo>
                  <a:pt x="91" y="146"/>
                  <a:pt x="91" y="146"/>
                  <a:pt x="91" y="146"/>
                </a:cubicBezTo>
                <a:cubicBezTo>
                  <a:pt x="93" y="151"/>
                  <a:pt x="93" y="157"/>
                  <a:pt x="91" y="162"/>
                </a:cubicBezTo>
                <a:cubicBezTo>
                  <a:pt x="91" y="185"/>
                  <a:pt x="91" y="185"/>
                  <a:pt x="91" y="185"/>
                </a:cubicBezTo>
                <a:cubicBezTo>
                  <a:pt x="117" y="174"/>
                  <a:pt x="138" y="143"/>
                  <a:pt x="166" y="145"/>
                </a:cubicBezTo>
                <a:cubicBezTo>
                  <a:pt x="179" y="147"/>
                  <a:pt x="192" y="147"/>
                  <a:pt x="204" y="146"/>
                </a:cubicBezTo>
                <a:cubicBezTo>
                  <a:pt x="204" y="125"/>
                  <a:pt x="204" y="125"/>
                  <a:pt x="204" y="125"/>
                </a:cubicBezTo>
                <a:cubicBezTo>
                  <a:pt x="199" y="125"/>
                  <a:pt x="195" y="124"/>
                  <a:pt x="191" y="122"/>
                </a:cubicBezTo>
                <a:cubicBezTo>
                  <a:pt x="191" y="122"/>
                  <a:pt x="191" y="122"/>
                  <a:pt x="191" y="122"/>
                </a:cubicBezTo>
                <a:cubicBezTo>
                  <a:pt x="177" y="115"/>
                  <a:pt x="172" y="98"/>
                  <a:pt x="179" y="84"/>
                </a:cubicBezTo>
                <a:cubicBezTo>
                  <a:pt x="184" y="74"/>
                  <a:pt x="193" y="69"/>
                  <a:pt x="204" y="69"/>
                </a:cubicBezTo>
                <a:lnTo>
                  <a:pt x="204" y="27"/>
                </a:lnTo>
                <a:close/>
                <a:moveTo>
                  <a:pt x="91" y="6"/>
                </a:moveTo>
                <a:cubicBezTo>
                  <a:pt x="86" y="6"/>
                  <a:pt x="82" y="8"/>
                  <a:pt x="78" y="9"/>
                </a:cubicBezTo>
                <a:cubicBezTo>
                  <a:pt x="78" y="24"/>
                  <a:pt x="78" y="24"/>
                  <a:pt x="78" y="24"/>
                </a:cubicBezTo>
                <a:cubicBezTo>
                  <a:pt x="78" y="23"/>
                  <a:pt x="78" y="22"/>
                  <a:pt x="78" y="22"/>
                </a:cubicBezTo>
                <a:cubicBezTo>
                  <a:pt x="81" y="17"/>
                  <a:pt x="86" y="14"/>
                  <a:pt x="91" y="14"/>
                </a:cubicBezTo>
                <a:cubicBezTo>
                  <a:pt x="91" y="6"/>
                  <a:pt x="91" y="6"/>
                  <a:pt x="91" y="6"/>
                </a:cubicBezTo>
                <a:close/>
                <a:moveTo>
                  <a:pt x="78" y="188"/>
                </a:moveTo>
                <a:cubicBezTo>
                  <a:pt x="82" y="188"/>
                  <a:pt x="87" y="187"/>
                  <a:pt x="91" y="185"/>
                </a:cubicBezTo>
                <a:cubicBezTo>
                  <a:pt x="91" y="162"/>
                  <a:pt x="91" y="162"/>
                  <a:pt x="91" y="162"/>
                </a:cubicBezTo>
                <a:cubicBezTo>
                  <a:pt x="90" y="163"/>
                  <a:pt x="90" y="164"/>
                  <a:pt x="90" y="165"/>
                </a:cubicBezTo>
                <a:cubicBezTo>
                  <a:pt x="87" y="170"/>
                  <a:pt x="83" y="174"/>
                  <a:pt x="78" y="176"/>
                </a:cubicBezTo>
                <a:cubicBezTo>
                  <a:pt x="78" y="188"/>
                  <a:pt x="78" y="188"/>
                  <a:pt x="78" y="188"/>
                </a:cubicBezTo>
                <a:close/>
                <a:moveTo>
                  <a:pt x="91" y="42"/>
                </a:moveTo>
                <a:cubicBezTo>
                  <a:pt x="91" y="146"/>
                  <a:pt x="91" y="146"/>
                  <a:pt x="91" y="146"/>
                </a:cubicBezTo>
                <a:cubicBezTo>
                  <a:pt x="89" y="141"/>
                  <a:pt x="85" y="136"/>
                  <a:pt x="80" y="134"/>
                </a:cubicBezTo>
                <a:cubicBezTo>
                  <a:pt x="79" y="133"/>
                  <a:pt x="78" y="133"/>
                  <a:pt x="78" y="133"/>
                </a:cubicBezTo>
                <a:cubicBezTo>
                  <a:pt x="78" y="64"/>
                  <a:pt x="78" y="64"/>
                  <a:pt x="78" y="64"/>
                </a:cubicBezTo>
                <a:cubicBezTo>
                  <a:pt x="79" y="61"/>
                  <a:pt x="79" y="57"/>
                  <a:pt x="78" y="54"/>
                </a:cubicBezTo>
                <a:cubicBezTo>
                  <a:pt x="78" y="33"/>
                  <a:pt x="78" y="33"/>
                  <a:pt x="78" y="33"/>
                </a:cubicBezTo>
                <a:cubicBezTo>
                  <a:pt x="79" y="36"/>
                  <a:pt x="81" y="39"/>
                  <a:pt x="84" y="41"/>
                </a:cubicBezTo>
                <a:cubicBezTo>
                  <a:pt x="86" y="42"/>
                  <a:pt x="89" y="42"/>
                  <a:pt x="91" y="42"/>
                </a:cubicBezTo>
                <a:close/>
                <a:moveTo>
                  <a:pt x="78" y="9"/>
                </a:moveTo>
                <a:cubicBezTo>
                  <a:pt x="71" y="11"/>
                  <a:pt x="65" y="14"/>
                  <a:pt x="60" y="18"/>
                </a:cubicBezTo>
                <a:cubicBezTo>
                  <a:pt x="60" y="40"/>
                  <a:pt x="60" y="40"/>
                  <a:pt x="60" y="40"/>
                </a:cubicBezTo>
                <a:cubicBezTo>
                  <a:pt x="62" y="40"/>
                  <a:pt x="65" y="41"/>
                  <a:pt x="68" y="42"/>
                </a:cubicBezTo>
                <a:cubicBezTo>
                  <a:pt x="73" y="45"/>
                  <a:pt x="76" y="49"/>
                  <a:pt x="78" y="54"/>
                </a:cubicBezTo>
                <a:cubicBezTo>
                  <a:pt x="78" y="33"/>
                  <a:pt x="78" y="33"/>
                  <a:pt x="78" y="33"/>
                </a:cubicBezTo>
                <a:cubicBezTo>
                  <a:pt x="77" y="30"/>
                  <a:pt x="77" y="27"/>
                  <a:pt x="78" y="24"/>
                </a:cubicBezTo>
                <a:cubicBezTo>
                  <a:pt x="78" y="9"/>
                  <a:pt x="78" y="9"/>
                  <a:pt x="78" y="9"/>
                </a:cubicBezTo>
                <a:close/>
                <a:moveTo>
                  <a:pt x="60" y="187"/>
                </a:moveTo>
                <a:cubicBezTo>
                  <a:pt x="66" y="188"/>
                  <a:pt x="72" y="189"/>
                  <a:pt x="78" y="188"/>
                </a:cubicBezTo>
                <a:cubicBezTo>
                  <a:pt x="78" y="176"/>
                  <a:pt x="78" y="176"/>
                  <a:pt x="78" y="176"/>
                </a:cubicBezTo>
                <a:cubicBezTo>
                  <a:pt x="72" y="178"/>
                  <a:pt x="65" y="178"/>
                  <a:pt x="60" y="176"/>
                </a:cubicBezTo>
                <a:cubicBezTo>
                  <a:pt x="60" y="187"/>
                  <a:pt x="60" y="187"/>
                  <a:pt x="60" y="187"/>
                </a:cubicBezTo>
                <a:close/>
                <a:moveTo>
                  <a:pt x="78" y="64"/>
                </a:moveTo>
                <a:cubicBezTo>
                  <a:pt x="78" y="133"/>
                  <a:pt x="78" y="133"/>
                  <a:pt x="78" y="133"/>
                </a:cubicBezTo>
                <a:cubicBezTo>
                  <a:pt x="72" y="131"/>
                  <a:pt x="65" y="131"/>
                  <a:pt x="60" y="134"/>
                </a:cubicBezTo>
                <a:cubicBezTo>
                  <a:pt x="60" y="125"/>
                  <a:pt x="60" y="125"/>
                  <a:pt x="60" y="125"/>
                </a:cubicBezTo>
                <a:cubicBezTo>
                  <a:pt x="64" y="123"/>
                  <a:pt x="67" y="120"/>
                  <a:pt x="70" y="116"/>
                </a:cubicBezTo>
                <a:cubicBezTo>
                  <a:pt x="75" y="105"/>
                  <a:pt x="71" y="92"/>
                  <a:pt x="60" y="87"/>
                </a:cubicBezTo>
                <a:cubicBezTo>
                  <a:pt x="60" y="87"/>
                  <a:pt x="60" y="87"/>
                  <a:pt x="60" y="87"/>
                </a:cubicBezTo>
                <a:cubicBezTo>
                  <a:pt x="60" y="78"/>
                  <a:pt x="60" y="78"/>
                  <a:pt x="60" y="78"/>
                </a:cubicBezTo>
                <a:cubicBezTo>
                  <a:pt x="66" y="78"/>
                  <a:pt x="73" y="74"/>
                  <a:pt x="76" y="68"/>
                </a:cubicBezTo>
                <a:cubicBezTo>
                  <a:pt x="77" y="66"/>
                  <a:pt x="77" y="65"/>
                  <a:pt x="78" y="64"/>
                </a:cubicBezTo>
                <a:close/>
                <a:moveTo>
                  <a:pt x="60" y="18"/>
                </a:moveTo>
                <a:cubicBezTo>
                  <a:pt x="0" y="56"/>
                  <a:pt x="10" y="159"/>
                  <a:pt x="46" y="180"/>
                </a:cubicBezTo>
                <a:cubicBezTo>
                  <a:pt x="51" y="183"/>
                  <a:pt x="55" y="185"/>
                  <a:pt x="60" y="187"/>
                </a:cubicBezTo>
                <a:cubicBezTo>
                  <a:pt x="60" y="176"/>
                  <a:pt x="60" y="176"/>
                  <a:pt x="60" y="176"/>
                </a:cubicBezTo>
                <a:cubicBezTo>
                  <a:pt x="59" y="175"/>
                  <a:pt x="59" y="175"/>
                  <a:pt x="59" y="175"/>
                </a:cubicBezTo>
                <a:cubicBezTo>
                  <a:pt x="59" y="175"/>
                  <a:pt x="59" y="175"/>
                  <a:pt x="59" y="175"/>
                </a:cubicBezTo>
                <a:cubicBezTo>
                  <a:pt x="48" y="170"/>
                  <a:pt x="43" y="156"/>
                  <a:pt x="49" y="144"/>
                </a:cubicBezTo>
                <a:cubicBezTo>
                  <a:pt x="51" y="139"/>
                  <a:pt x="55" y="136"/>
                  <a:pt x="60" y="134"/>
                </a:cubicBezTo>
                <a:cubicBezTo>
                  <a:pt x="60" y="125"/>
                  <a:pt x="60" y="125"/>
                  <a:pt x="60" y="125"/>
                </a:cubicBezTo>
                <a:cubicBezTo>
                  <a:pt x="54" y="128"/>
                  <a:pt x="47" y="128"/>
                  <a:pt x="41" y="125"/>
                </a:cubicBezTo>
                <a:cubicBezTo>
                  <a:pt x="41" y="125"/>
                  <a:pt x="41" y="125"/>
                  <a:pt x="41" y="125"/>
                </a:cubicBezTo>
                <a:cubicBezTo>
                  <a:pt x="31" y="120"/>
                  <a:pt x="26" y="107"/>
                  <a:pt x="32" y="97"/>
                </a:cubicBezTo>
                <a:cubicBezTo>
                  <a:pt x="37" y="86"/>
                  <a:pt x="49" y="82"/>
                  <a:pt x="60" y="87"/>
                </a:cubicBezTo>
                <a:cubicBezTo>
                  <a:pt x="60" y="78"/>
                  <a:pt x="60" y="78"/>
                  <a:pt x="60" y="78"/>
                </a:cubicBezTo>
                <a:cubicBezTo>
                  <a:pt x="57" y="78"/>
                  <a:pt x="54" y="77"/>
                  <a:pt x="51" y="76"/>
                </a:cubicBezTo>
                <a:cubicBezTo>
                  <a:pt x="42" y="71"/>
                  <a:pt x="38" y="60"/>
                  <a:pt x="43" y="51"/>
                </a:cubicBezTo>
                <a:cubicBezTo>
                  <a:pt x="43" y="51"/>
                  <a:pt x="43" y="51"/>
                  <a:pt x="43" y="51"/>
                </a:cubicBezTo>
                <a:cubicBezTo>
                  <a:pt x="46" y="44"/>
                  <a:pt x="53" y="40"/>
                  <a:pt x="60" y="40"/>
                </a:cubicBezTo>
                <a:lnTo>
                  <a:pt x="60" y="18"/>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nvGrpSpPr>
          <p:cNvPr id="43" name="Group 127"/>
          <p:cNvGrpSpPr/>
          <p:nvPr/>
        </p:nvGrpSpPr>
        <p:grpSpPr>
          <a:xfrm>
            <a:off x="9588154" y="4492748"/>
            <a:ext cx="535614" cy="689601"/>
            <a:chOff x="8610600" y="4127500"/>
            <a:chExt cx="508001" cy="654050"/>
          </a:xfrm>
          <a:solidFill>
            <a:srgbClr val="D20000"/>
          </a:solidFill>
        </p:grpSpPr>
        <p:sp>
          <p:nvSpPr>
            <p:cNvPr id="44" name="Freeform 33"/>
            <p:cNvSpPr>
              <a:spLocks/>
            </p:cNvSpPr>
            <p:nvPr/>
          </p:nvSpPr>
          <p:spPr bwMode="auto">
            <a:xfrm>
              <a:off x="8618538" y="4127500"/>
              <a:ext cx="500063" cy="503238"/>
            </a:xfrm>
            <a:custGeom>
              <a:avLst/>
              <a:gdLst>
                <a:gd name="T0" fmla="*/ 169 w 230"/>
                <a:gd name="T1" fmla="*/ 12 h 231"/>
                <a:gd name="T2" fmla="*/ 215 w 230"/>
                <a:gd name="T3" fmla="*/ 103 h 231"/>
                <a:gd name="T4" fmla="*/ 102 w 230"/>
                <a:gd name="T5" fmla="*/ 216 h 231"/>
                <a:gd name="T6" fmla="*/ 12 w 230"/>
                <a:gd name="T7" fmla="*/ 171 h 231"/>
                <a:gd name="T8" fmla="*/ 0 w 230"/>
                <a:gd name="T9" fmla="*/ 181 h 231"/>
                <a:gd name="T10" fmla="*/ 102 w 230"/>
                <a:gd name="T11" fmla="*/ 231 h 231"/>
                <a:gd name="T12" fmla="*/ 230 w 230"/>
                <a:gd name="T13" fmla="*/ 103 h 231"/>
                <a:gd name="T14" fmla="*/ 178 w 230"/>
                <a:gd name="T15" fmla="*/ 0 h 231"/>
                <a:gd name="T16" fmla="*/ 169 w 230"/>
                <a:gd name="T17" fmla="*/ 1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1">
                  <a:moveTo>
                    <a:pt x="169" y="12"/>
                  </a:moveTo>
                  <a:cubicBezTo>
                    <a:pt x="197" y="32"/>
                    <a:pt x="215" y="65"/>
                    <a:pt x="215" y="103"/>
                  </a:cubicBezTo>
                  <a:cubicBezTo>
                    <a:pt x="215" y="165"/>
                    <a:pt x="165" y="216"/>
                    <a:pt x="102" y="216"/>
                  </a:cubicBezTo>
                  <a:cubicBezTo>
                    <a:pt x="65" y="216"/>
                    <a:pt x="33" y="198"/>
                    <a:pt x="12" y="171"/>
                  </a:cubicBezTo>
                  <a:cubicBezTo>
                    <a:pt x="0" y="181"/>
                    <a:pt x="0" y="181"/>
                    <a:pt x="0" y="181"/>
                  </a:cubicBezTo>
                  <a:cubicBezTo>
                    <a:pt x="24" y="211"/>
                    <a:pt x="61" y="231"/>
                    <a:pt x="102" y="231"/>
                  </a:cubicBezTo>
                  <a:cubicBezTo>
                    <a:pt x="173" y="231"/>
                    <a:pt x="230" y="174"/>
                    <a:pt x="230" y="103"/>
                  </a:cubicBezTo>
                  <a:cubicBezTo>
                    <a:pt x="230" y="61"/>
                    <a:pt x="210" y="23"/>
                    <a:pt x="178" y="0"/>
                  </a:cubicBezTo>
                  <a:lnTo>
                    <a:pt x="169"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5" name="Freeform 34"/>
            <p:cNvSpPr>
              <a:spLocks noEditPoints="1"/>
            </p:cNvSpPr>
            <p:nvPr/>
          </p:nvSpPr>
          <p:spPr bwMode="auto">
            <a:xfrm>
              <a:off x="8621713" y="4137025"/>
              <a:ext cx="442913" cy="441325"/>
            </a:xfrm>
            <a:custGeom>
              <a:avLst/>
              <a:gdLst>
                <a:gd name="T0" fmla="*/ 102 w 203"/>
                <a:gd name="T1" fmla="*/ 203 h 203"/>
                <a:gd name="T2" fmla="*/ 203 w 203"/>
                <a:gd name="T3" fmla="*/ 101 h 203"/>
                <a:gd name="T4" fmla="*/ 102 w 203"/>
                <a:gd name="T5" fmla="*/ 0 h 203"/>
                <a:gd name="T6" fmla="*/ 102 w 203"/>
                <a:gd name="T7" fmla="*/ 5 h 203"/>
                <a:gd name="T8" fmla="*/ 198 w 203"/>
                <a:gd name="T9" fmla="*/ 101 h 203"/>
                <a:gd name="T10" fmla="*/ 102 w 203"/>
                <a:gd name="T11" fmla="*/ 198 h 203"/>
                <a:gd name="T12" fmla="*/ 102 w 203"/>
                <a:gd name="T13" fmla="*/ 203 h 203"/>
                <a:gd name="T14" fmla="*/ 102 w 203"/>
                <a:gd name="T15" fmla="*/ 0 h 203"/>
                <a:gd name="T16" fmla="*/ 0 w 203"/>
                <a:gd name="T17" fmla="*/ 101 h 203"/>
                <a:gd name="T18" fmla="*/ 102 w 203"/>
                <a:gd name="T19" fmla="*/ 203 h 203"/>
                <a:gd name="T20" fmla="*/ 102 w 203"/>
                <a:gd name="T21" fmla="*/ 203 h 203"/>
                <a:gd name="T22" fmla="*/ 102 w 203"/>
                <a:gd name="T23" fmla="*/ 198 h 203"/>
                <a:gd name="T24" fmla="*/ 102 w 203"/>
                <a:gd name="T25" fmla="*/ 198 h 203"/>
                <a:gd name="T26" fmla="*/ 102 w 203"/>
                <a:gd name="T27" fmla="*/ 198 h 203"/>
                <a:gd name="T28" fmla="*/ 5 w 203"/>
                <a:gd name="T29" fmla="*/ 101 h 203"/>
                <a:gd name="T30" fmla="*/ 102 w 203"/>
                <a:gd name="T31" fmla="*/ 5 h 203"/>
                <a:gd name="T32" fmla="*/ 102 w 203"/>
                <a:gd name="T33" fmla="*/ 5 h 203"/>
                <a:gd name="T34" fmla="*/ 102 w 203"/>
                <a:gd name="T3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3" h="203">
                  <a:moveTo>
                    <a:pt x="102" y="203"/>
                  </a:moveTo>
                  <a:cubicBezTo>
                    <a:pt x="158" y="203"/>
                    <a:pt x="203" y="157"/>
                    <a:pt x="203" y="101"/>
                  </a:cubicBezTo>
                  <a:cubicBezTo>
                    <a:pt x="203" y="45"/>
                    <a:pt x="158" y="0"/>
                    <a:pt x="102" y="0"/>
                  </a:cubicBezTo>
                  <a:cubicBezTo>
                    <a:pt x="102" y="5"/>
                    <a:pt x="102" y="5"/>
                    <a:pt x="102" y="5"/>
                  </a:cubicBezTo>
                  <a:cubicBezTo>
                    <a:pt x="155" y="5"/>
                    <a:pt x="198" y="48"/>
                    <a:pt x="198" y="101"/>
                  </a:cubicBezTo>
                  <a:cubicBezTo>
                    <a:pt x="198" y="155"/>
                    <a:pt x="155" y="198"/>
                    <a:pt x="102" y="198"/>
                  </a:cubicBezTo>
                  <a:lnTo>
                    <a:pt x="102" y="203"/>
                  </a:lnTo>
                  <a:close/>
                  <a:moveTo>
                    <a:pt x="102" y="0"/>
                  </a:moveTo>
                  <a:cubicBezTo>
                    <a:pt x="46" y="0"/>
                    <a:pt x="0" y="45"/>
                    <a:pt x="0" y="101"/>
                  </a:cubicBezTo>
                  <a:cubicBezTo>
                    <a:pt x="0" y="157"/>
                    <a:pt x="46" y="203"/>
                    <a:pt x="102" y="203"/>
                  </a:cubicBezTo>
                  <a:cubicBezTo>
                    <a:pt x="102" y="203"/>
                    <a:pt x="102" y="203"/>
                    <a:pt x="102" y="203"/>
                  </a:cubicBezTo>
                  <a:cubicBezTo>
                    <a:pt x="102" y="198"/>
                    <a:pt x="102" y="198"/>
                    <a:pt x="102" y="198"/>
                  </a:cubicBezTo>
                  <a:cubicBezTo>
                    <a:pt x="102" y="198"/>
                    <a:pt x="102" y="198"/>
                    <a:pt x="102" y="198"/>
                  </a:cubicBezTo>
                  <a:cubicBezTo>
                    <a:pt x="102" y="198"/>
                    <a:pt x="102" y="198"/>
                    <a:pt x="102" y="198"/>
                  </a:cubicBezTo>
                  <a:cubicBezTo>
                    <a:pt x="48" y="198"/>
                    <a:pt x="5" y="155"/>
                    <a:pt x="5" y="101"/>
                  </a:cubicBezTo>
                  <a:cubicBezTo>
                    <a:pt x="5" y="48"/>
                    <a:pt x="48" y="5"/>
                    <a:pt x="102" y="5"/>
                  </a:cubicBezTo>
                  <a:cubicBezTo>
                    <a:pt x="102" y="5"/>
                    <a:pt x="102" y="5"/>
                    <a:pt x="102" y="5"/>
                  </a:cubicBezTo>
                  <a:cubicBezTo>
                    <a:pt x="102" y="0"/>
                    <a:pt x="102" y="0"/>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6" name="Freeform 35"/>
            <p:cNvSpPr>
              <a:spLocks/>
            </p:cNvSpPr>
            <p:nvPr/>
          </p:nvSpPr>
          <p:spPr bwMode="auto">
            <a:xfrm>
              <a:off x="8610600" y="4144963"/>
              <a:ext cx="496888" cy="433388"/>
            </a:xfrm>
            <a:custGeom>
              <a:avLst/>
              <a:gdLst>
                <a:gd name="T0" fmla="*/ 65 w 228"/>
                <a:gd name="T1" fmla="*/ 15 h 199"/>
                <a:gd name="T2" fmla="*/ 61 w 228"/>
                <a:gd name="T3" fmla="*/ 23 h 199"/>
                <a:gd name="T4" fmla="*/ 57 w 228"/>
                <a:gd name="T5" fmla="*/ 29 h 199"/>
                <a:gd name="T6" fmla="*/ 54 w 228"/>
                <a:gd name="T7" fmla="*/ 26 h 199"/>
                <a:gd name="T8" fmla="*/ 52 w 228"/>
                <a:gd name="T9" fmla="*/ 32 h 199"/>
                <a:gd name="T10" fmla="*/ 42 w 228"/>
                <a:gd name="T11" fmla="*/ 34 h 199"/>
                <a:gd name="T12" fmla="*/ 36 w 228"/>
                <a:gd name="T13" fmla="*/ 41 h 199"/>
                <a:gd name="T14" fmla="*/ 27 w 228"/>
                <a:gd name="T15" fmla="*/ 53 h 199"/>
                <a:gd name="T16" fmla="*/ 21 w 228"/>
                <a:gd name="T17" fmla="*/ 61 h 199"/>
                <a:gd name="T18" fmla="*/ 27 w 228"/>
                <a:gd name="T19" fmla="*/ 67 h 199"/>
                <a:gd name="T20" fmla="*/ 27 w 228"/>
                <a:gd name="T21" fmla="*/ 70 h 199"/>
                <a:gd name="T22" fmla="*/ 22 w 228"/>
                <a:gd name="T23" fmla="*/ 65 h 199"/>
                <a:gd name="T24" fmla="*/ 18 w 228"/>
                <a:gd name="T25" fmla="*/ 60 h 199"/>
                <a:gd name="T26" fmla="*/ 16 w 228"/>
                <a:gd name="T27" fmla="*/ 69 h 199"/>
                <a:gd name="T28" fmla="*/ 17 w 228"/>
                <a:gd name="T29" fmla="*/ 83 h 199"/>
                <a:gd name="T30" fmla="*/ 24 w 228"/>
                <a:gd name="T31" fmla="*/ 80 h 199"/>
                <a:gd name="T32" fmla="*/ 32 w 228"/>
                <a:gd name="T33" fmla="*/ 88 h 199"/>
                <a:gd name="T34" fmla="*/ 41 w 228"/>
                <a:gd name="T35" fmla="*/ 98 h 199"/>
                <a:gd name="T36" fmla="*/ 50 w 228"/>
                <a:gd name="T37" fmla="*/ 105 h 199"/>
                <a:gd name="T38" fmla="*/ 61 w 228"/>
                <a:gd name="T39" fmla="*/ 117 h 199"/>
                <a:gd name="T40" fmla="*/ 58 w 228"/>
                <a:gd name="T41" fmla="*/ 134 h 199"/>
                <a:gd name="T42" fmla="*/ 49 w 228"/>
                <a:gd name="T43" fmla="*/ 155 h 199"/>
                <a:gd name="T44" fmla="*/ 52 w 228"/>
                <a:gd name="T45" fmla="*/ 170 h 199"/>
                <a:gd name="T46" fmla="*/ 46 w 228"/>
                <a:gd name="T47" fmla="*/ 171 h 199"/>
                <a:gd name="T48" fmla="*/ 32 w 228"/>
                <a:gd name="T49" fmla="*/ 148 h 199"/>
                <a:gd name="T50" fmla="*/ 16 w 228"/>
                <a:gd name="T51" fmla="*/ 113 h 199"/>
                <a:gd name="T52" fmla="*/ 11 w 228"/>
                <a:gd name="T53" fmla="*/ 87 h 199"/>
                <a:gd name="T54" fmla="*/ 73 w 228"/>
                <a:gd name="T55" fmla="*/ 183 h 199"/>
                <a:gd name="T56" fmla="*/ 89 w 228"/>
                <a:gd name="T57" fmla="*/ 181 h 199"/>
                <a:gd name="T58" fmla="*/ 110 w 228"/>
                <a:gd name="T59" fmla="*/ 178 h 199"/>
                <a:gd name="T60" fmla="*/ 108 w 228"/>
                <a:gd name="T61" fmla="*/ 187 h 199"/>
                <a:gd name="T62" fmla="*/ 121 w 228"/>
                <a:gd name="T63" fmla="*/ 186 h 199"/>
                <a:gd name="T64" fmla="*/ 139 w 228"/>
                <a:gd name="T65" fmla="*/ 184 h 199"/>
                <a:gd name="T66" fmla="*/ 137 w 228"/>
                <a:gd name="T67" fmla="*/ 3 h 199"/>
                <a:gd name="T68" fmla="*/ 197 w 228"/>
                <a:gd name="T69" fmla="*/ 64 h 199"/>
                <a:gd name="T70" fmla="*/ 189 w 228"/>
                <a:gd name="T71" fmla="*/ 58 h 199"/>
                <a:gd name="T72" fmla="*/ 181 w 228"/>
                <a:gd name="T73" fmla="*/ 74 h 199"/>
                <a:gd name="T74" fmla="*/ 170 w 228"/>
                <a:gd name="T75" fmla="*/ 59 h 199"/>
                <a:gd name="T76" fmla="*/ 174 w 228"/>
                <a:gd name="T77" fmla="*/ 75 h 199"/>
                <a:gd name="T78" fmla="*/ 186 w 228"/>
                <a:gd name="T79" fmla="*/ 79 h 199"/>
                <a:gd name="T80" fmla="*/ 181 w 228"/>
                <a:gd name="T81" fmla="*/ 100 h 199"/>
                <a:gd name="T82" fmla="*/ 175 w 228"/>
                <a:gd name="T83" fmla="*/ 122 h 199"/>
                <a:gd name="T84" fmla="*/ 168 w 228"/>
                <a:gd name="T85" fmla="*/ 137 h 199"/>
                <a:gd name="T86" fmla="*/ 147 w 228"/>
                <a:gd name="T87" fmla="*/ 154 h 199"/>
                <a:gd name="T88" fmla="*/ 141 w 228"/>
                <a:gd name="T89" fmla="*/ 139 h 199"/>
                <a:gd name="T90" fmla="*/ 142 w 228"/>
                <a:gd name="T91" fmla="*/ 121 h 199"/>
                <a:gd name="T92" fmla="*/ 135 w 228"/>
                <a:gd name="T93" fmla="*/ 101 h 199"/>
                <a:gd name="T94" fmla="*/ 125 w 228"/>
                <a:gd name="T95" fmla="*/ 89 h 199"/>
                <a:gd name="T96" fmla="*/ 99 w 228"/>
                <a:gd name="T97" fmla="*/ 90 h 199"/>
                <a:gd name="T98" fmla="*/ 89 w 228"/>
                <a:gd name="T99" fmla="*/ 76 h 199"/>
                <a:gd name="T100" fmla="*/ 100 w 228"/>
                <a:gd name="T101" fmla="*/ 49 h 199"/>
                <a:gd name="T102" fmla="*/ 119 w 228"/>
                <a:gd name="T103" fmla="*/ 41 h 199"/>
                <a:gd name="T104" fmla="*/ 130 w 228"/>
                <a:gd name="T105" fmla="*/ 46 h 199"/>
                <a:gd name="T106" fmla="*/ 146 w 228"/>
                <a:gd name="T107" fmla="*/ 46 h 199"/>
                <a:gd name="T108" fmla="*/ 162 w 228"/>
                <a:gd name="T109" fmla="*/ 44 h 199"/>
                <a:gd name="T110" fmla="*/ 147 w 228"/>
                <a:gd name="T111" fmla="*/ 37 h 199"/>
                <a:gd name="T112" fmla="*/ 146 w 228"/>
                <a:gd name="T113" fmla="*/ 32 h 199"/>
                <a:gd name="T114" fmla="*/ 127 w 228"/>
                <a:gd name="T115" fmla="*/ 32 h 199"/>
                <a:gd name="T116" fmla="*/ 111 w 228"/>
                <a:gd name="T117" fmla="*/ 37 h 199"/>
                <a:gd name="T118" fmla="*/ 107 w 228"/>
                <a:gd name="T119" fmla="*/ 21 h 199"/>
                <a:gd name="T120" fmla="*/ 96 w 228"/>
                <a:gd name="T121" fmla="*/ 11 h 199"/>
                <a:gd name="T122" fmla="*/ 109 w 228"/>
                <a:gd name="T123"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8" h="199">
                  <a:moveTo>
                    <a:pt x="92" y="0"/>
                  </a:moveTo>
                  <a:cubicBezTo>
                    <a:pt x="92" y="0"/>
                    <a:pt x="58" y="5"/>
                    <a:pt x="35" y="31"/>
                  </a:cubicBezTo>
                  <a:cubicBezTo>
                    <a:pt x="35" y="31"/>
                    <a:pt x="53" y="13"/>
                    <a:pt x="64" y="13"/>
                  </a:cubicBezTo>
                  <a:cubicBezTo>
                    <a:pt x="66" y="14"/>
                    <a:pt x="66" y="14"/>
                    <a:pt x="66" y="14"/>
                  </a:cubicBezTo>
                  <a:cubicBezTo>
                    <a:pt x="66" y="14"/>
                    <a:pt x="66" y="15"/>
                    <a:pt x="65" y="15"/>
                  </a:cubicBezTo>
                  <a:cubicBezTo>
                    <a:pt x="65" y="16"/>
                    <a:pt x="64" y="17"/>
                    <a:pt x="64" y="18"/>
                  </a:cubicBezTo>
                  <a:cubicBezTo>
                    <a:pt x="64" y="18"/>
                    <a:pt x="64" y="20"/>
                    <a:pt x="64" y="20"/>
                  </a:cubicBezTo>
                  <a:cubicBezTo>
                    <a:pt x="63" y="21"/>
                    <a:pt x="63" y="21"/>
                    <a:pt x="63" y="21"/>
                  </a:cubicBezTo>
                  <a:cubicBezTo>
                    <a:pt x="63" y="21"/>
                    <a:pt x="62" y="21"/>
                    <a:pt x="62" y="22"/>
                  </a:cubicBezTo>
                  <a:cubicBezTo>
                    <a:pt x="62" y="22"/>
                    <a:pt x="61" y="22"/>
                    <a:pt x="61" y="23"/>
                  </a:cubicBezTo>
                  <a:cubicBezTo>
                    <a:pt x="61" y="24"/>
                    <a:pt x="61" y="25"/>
                    <a:pt x="61" y="25"/>
                  </a:cubicBezTo>
                  <a:cubicBezTo>
                    <a:pt x="62" y="27"/>
                    <a:pt x="62" y="27"/>
                    <a:pt x="62" y="27"/>
                  </a:cubicBezTo>
                  <a:cubicBezTo>
                    <a:pt x="61" y="28"/>
                    <a:pt x="61" y="28"/>
                    <a:pt x="61" y="28"/>
                  </a:cubicBezTo>
                  <a:cubicBezTo>
                    <a:pt x="59" y="29"/>
                    <a:pt x="59" y="29"/>
                    <a:pt x="59" y="29"/>
                  </a:cubicBezTo>
                  <a:cubicBezTo>
                    <a:pt x="59" y="29"/>
                    <a:pt x="58" y="29"/>
                    <a:pt x="57" y="29"/>
                  </a:cubicBezTo>
                  <a:cubicBezTo>
                    <a:pt x="56" y="29"/>
                    <a:pt x="56" y="27"/>
                    <a:pt x="56" y="27"/>
                  </a:cubicBezTo>
                  <a:cubicBezTo>
                    <a:pt x="58" y="26"/>
                    <a:pt x="58" y="26"/>
                    <a:pt x="58" y="26"/>
                  </a:cubicBezTo>
                  <a:cubicBezTo>
                    <a:pt x="58" y="26"/>
                    <a:pt x="58" y="26"/>
                    <a:pt x="58" y="25"/>
                  </a:cubicBezTo>
                  <a:cubicBezTo>
                    <a:pt x="57" y="25"/>
                    <a:pt x="57" y="24"/>
                    <a:pt x="56" y="24"/>
                  </a:cubicBezTo>
                  <a:cubicBezTo>
                    <a:pt x="55" y="24"/>
                    <a:pt x="54" y="26"/>
                    <a:pt x="54" y="26"/>
                  </a:cubicBezTo>
                  <a:cubicBezTo>
                    <a:pt x="52" y="27"/>
                    <a:pt x="52" y="27"/>
                    <a:pt x="52" y="27"/>
                  </a:cubicBezTo>
                  <a:cubicBezTo>
                    <a:pt x="52" y="27"/>
                    <a:pt x="51" y="29"/>
                    <a:pt x="51" y="29"/>
                  </a:cubicBezTo>
                  <a:cubicBezTo>
                    <a:pt x="52" y="29"/>
                    <a:pt x="53" y="29"/>
                    <a:pt x="53" y="29"/>
                  </a:cubicBezTo>
                  <a:cubicBezTo>
                    <a:pt x="53" y="29"/>
                    <a:pt x="53" y="30"/>
                    <a:pt x="53" y="31"/>
                  </a:cubicBezTo>
                  <a:cubicBezTo>
                    <a:pt x="53" y="31"/>
                    <a:pt x="52" y="32"/>
                    <a:pt x="52" y="32"/>
                  </a:cubicBezTo>
                  <a:cubicBezTo>
                    <a:pt x="52" y="32"/>
                    <a:pt x="52" y="33"/>
                    <a:pt x="51" y="33"/>
                  </a:cubicBezTo>
                  <a:cubicBezTo>
                    <a:pt x="50" y="32"/>
                    <a:pt x="49" y="32"/>
                    <a:pt x="48" y="32"/>
                  </a:cubicBezTo>
                  <a:cubicBezTo>
                    <a:pt x="47" y="32"/>
                    <a:pt x="46" y="31"/>
                    <a:pt x="46" y="32"/>
                  </a:cubicBezTo>
                  <a:cubicBezTo>
                    <a:pt x="45" y="32"/>
                    <a:pt x="45" y="32"/>
                    <a:pt x="45" y="32"/>
                  </a:cubicBezTo>
                  <a:cubicBezTo>
                    <a:pt x="45" y="33"/>
                    <a:pt x="42" y="34"/>
                    <a:pt x="42" y="34"/>
                  </a:cubicBezTo>
                  <a:cubicBezTo>
                    <a:pt x="42" y="34"/>
                    <a:pt x="41" y="35"/>
                    <a:pt x="41" y="35"/>
                  </a:cubicBezTo>
                  <a:cubicBezTo>
                    <a:pt x="41" y="35"/>
                    <a:pt x="41" y="37"/>
                    <a:pt x="41" y="37"/>
                  </a:cubicBezTo>
                  <a:cubicBezTo>
                    <a:pt x="41" y="37"/>
                    <a:pt x="40" y="38"/>
                    <a:pt x="38" y="38"/>
                  </a:cubicBezTo>
                  <a:cubicBezTo>
                    <a:pt x="37" y="39"/>
                    <a:pt x="36" y="39"/>
                    <a:pt x="36" y="39"/>
                  </a:cubicBezTo>
                  <a:cubicBezTo>
                    <a:pt x="36" y="41"/>
                    <a:pt x="36" y="41"/>
                    <a:pt x="36" y="41"/>
                  </a:cubicBezTo>
                  <a:cubicBezTo>
                    <a:pt x="36" y="41"/>
                    <a:pt x="34" y="42"/>
                    <a:pt x="34" y="43"/>
                  </a:cubicBezTo>
                  <a:cubicBezTo>
                    <a:pt x="33" y="44"/>
                    <a:pt x="30" y="46"/>
                    <a:pt x="30" y="46"/>
                  </a:cubicBezTo>
                  <a:cubicBezTo>
                    <a:pt x="30" y="46"/>
                    <a:pt x="29" y="47"/>
                    <a:pt x="28" y="48"/>
                  </a:cubicBezTo>
                  <a:cubicBezTo>
                    <a:pt x="28" y="49"/>
                    <a:pt x="28" y="50"/>
                    <a:pt x="28" y="51"/>
                  </a:cubicBezTo>
                  <a:cubicBezTo>
                    <a:pt x="28" y="51"/>
                    <a:pt x="27" y="52"/>
                    <a:pt x="27" y="53"/>
                  </a:cubicBezTo>
                  <a:cubicBezTo>
                    <a:pt x="27" y="54"/>
                    <a:pt x="26" y="55"/>
                    <a:pt x="26" y="56"/>
                  </a:cubicBezTo>
                  <a:cubicBezTo>
                    <a:pt x="25" y="56"/>
                    <a:pt x="25" y="57"/>
                    <a:pt x="24" y="57"/>
                  </a:cubicBezTo>
                  <a:cubicBezTo>
                    <a:pt x="24" y="57"/>
                    <a:pt x="22" y="58"/>
                    <a:pt x="21" y="58"/>
                  </a:cubicBezTo>
                  <a:cubicBezTo>
                    <a:pt x="20" y="59"/>
                    <a:pt x="20" y="60"/>
                    <a:pt x="20" y="60"/>
                  </a:cubicBezTo>
                  <a:cubicBezTo>
                    <a:pt x="20" y="60"/>
                    <a:pt x="21" y="61"/>
                    <a:pt x="21" y="61"/>
                  </a:cubicBezTo>
                  <a:cubicBezTo>
                    <a:pt x="22" y="61"/>
                    <a:pt x="23" y="62"/>
                    <a:pt x="23" y="62"/>
                  </a:cubicBezTo>
                  <a:cubicBezTo>
                    <a:pt x="23" y="62"/>
                    <a:pt x="23" y="63"/>
                    <a:pt x="23" y="64"/>
                  </a:cubicBezTo>
                  <a:cubicBezTo>
                    <a:pt x="23" y="64"/>
                    <a:pt x="22" y="66"/>
                    <a:pt x="23" y="66"/>
                  </a:cubicBezTo>
                  <a:cubicBezTo>
                    <a:pt x="24" y="66"/>
                    <a:pt x="25" y="66"/>
                    <a:pt x="25" y="66"/>
                  </a:cubicBezTo>
                  <a:cubicBezTo>
                    <a:pt x="27" y="67"/>
                    <a:pt x="27" y="67"/>
                    <a:pt x="27" y="67"/>
                  </a:cubicBezTo>
                  <a:cubicBezTo>
                    <a:pt x="28" y="68"/>
                    <a:pt x="28" y="68"/>
                    <a:pt x="28" y="68"/>
                  </a:cubicBezTo>
                  <a:cubicBezTo>
                    <a:pt x="29" y="68"/>
                    <a:pt x="29" y="68"/>
                    <a:pt x="29" y="68"/>
                  </a:cubicBezTo>
                  <a:cubicBezTo>
                    <a:pt x="29" y="68"/>
                    <a:pt x="29" y="69"/>
                    <a:pt x="29" y="70"/>
                  </a:cubicBezTo>
                  <a:cubicBezTo>
                    <a:pt x="28" y="70"/>
                    <a:pt x="28" y="71"/>
                    <a:pt x="28" y="71"/>
                  </a:cubicBezTo>
                  <a:cubicBezTo>
                    <a:pt x="27" y="71"/>
                    <a:pt x="27" y="71"/>
                    <a:pt x="27" y="70"/>
                  </a:cubicBezTo>
                  <a:cubicBezTo>
                    <a:pt x="27" y="69"/>
                    <a:pt x="27" y="69"/>
                    <a:pt x="26" y="68"/>
                  </a:cubicBezTo>
                  <a:cubicBezTo>
                    <a:pt x="25" y="68"/>
                    <a:pt x="24" y="69"/>
                    <a:pt x="24" y="69"/>
                  </a:cubicBezTo>
                  <a:cubicBezTo>
                    <a:pt x="24" y="69"/>
                    <a:pt x="23" y="69"/>
                    <a:pt x="23" y="68"/>
                  </a:cubicBezTo>
                  <a:cubicBezTo>
                    <a:pt x="22" y="67"/>
                    <a:pt x="22" y="68"/>
                    <a:pt x="22" y="67"/>
                  </a:cubicBezTo>
                  <a:cubicBezTo>
                    <a:pt x="22" y="66"/>
                    <a:pt x="23" y="66"/>
                    <a:pt x="22" y="65"/>
                  </a:cubicBezTo>
                  <a:cubicBezTo>
                    <a:pt x="22" y="65"/>
                    <a:pt x="21" y="64"/>
                    <a:pt x="21" y="64"/>
                  </a:cubicBezTo>
                  <a:cubicBezTo>
                    <a:pt x="20" y="64"/>
                    <a:pt x="21" y="65"/>
                    <a:pt x="20" y="64"/>
                  </a:cubicBezTo>
                  <a:cubicBezTo>
                    <a:pt x="20" y="63"/>
                    <a:pt x="19" y="63"/>
                    <a:pt x="19" y="63"/>
                  </a:cubicBezTo>
                  <a:cubicBezTo>
                    <a:pt x="19" y="63"/>
                    <a:pt x="18" y="63"/>
                    <a:pt x="18" y="62"/>
                  </a:cubicBezTo>
                  <a:cubicBezTo>
                    <a:pt x="18" y="62"/>
                    <a:pt x="18" y="61"/>
                    <a:pt x="18" y="60"/>
                  </a:cubicBezTo>
                  <a:cubicBezTo>
                    <a:pt x="18" y="60"/>
                    <a:pt x="19" y="59"/>
                    <a:pt x="19" y="58"/>
                  </a:cubicBezTo>
                  <a:cubicBezTo>
                    <a:pt x="19" y="58"/>
                    <a:pt x="19" y="55"/>
                    <a:pt x="19" y="55"/>
                  </a:cubicBezTo>
                  <a:cubicBezTo>
                    <a:pt x="19" y="55"/>
                    <a:pt x="16" y="61"/>
                    <a:pt x="15" y="66"/>
                  </a:cubicBezTo>
                  <a:cubicBezTo>
                    <a:pt x="15" y="66"/>
                    <a:pt x="16" y="65"/>
                    <a:pt x="16" y="66"/>
                  </a:cubicBezTo>
                  <a:cubicBezTo>
                    <a:pt x="16" y="67"/>
                    <a:pt x="17" y="68"/>
                    <a:pt x="16" y="69"/>
                  </a:cubicBezTo>
                  <a:cubicBezTo>
                    <a:pt x="16" y="69"/>
                    <a:pt x="16" y="69"/>
                    <a:pt x="16" y="72"/>
                  </a:cubicBezTo>
                  <a:cubicBezTo>
                    <a:pt x="16" y="74"/>
                    <a:pt x="17" y="75"/>
                    <a:pt x="17" y="76"/>
                  </a:cubicBezTo>
                  <a:cubicBezTo>
                    <a:pt x="16" y="76"/>
                    <a:pt x="16" y="77"/>
                    <a:pt x="16" y="78"/>
                  </a:cubicBezTo>
                  <a:cubicBezTo>
                    <a:pt x="16" y="79"/>
                    <a:pt x="16" y="82"/>
                    <a:pt x="17" y="82"/>
                  </a:cubicBezTo>
                  <a:cubicBezTo>
                    <a:pt x="17" y="82"/>
                    <a:pt x="17" y="83"/>
                    <a:pt x="17" y="83"/>
                  </a:cubicBezTo>
                  <a:cubicBezTo>
                    <a:pt x="18" y="84"/>
                    <a:pt x="17" y="85"/>
                    <a:pt x="18" y="84"/>
                  </a:cubicBezTo>
                  <a:cubicBezTo>
                    <a:pt x="19" y="82"/>
                    <a:pt x="20" y="81"/>
                    <a:pt x="20" y="81"/>
                  </a:cubicBezTo>
                  <a:cubicBezTo>
                    <a:pt x="20" y="80"/>
                    <a:pt x="20" y="80"/>
                    <a:pt x="20" y="80"/>
                  </a:cubicBezTo>
                  <a:cubicBezTo>
                    <a:pt x="20" y="80"/>
                    <a:pt x="20" y="79"/>
                    <a:pt x="22" y="79"/>
                  </a:cubicBezTo>
                  <a:cubicBezTo>
                    <a:pt x="23" y="79"/>
                    <a:pt x="24" y="79"/>
                    <a:pt x="24" y="80"/>
                  </a:cubicBezTo>
                  <a:cubicBezTo>
                    <a:pt x="25" y="80"/>
                    <a:pt x="23" y="82"/>
                    <a:pt x="24" y="82"/>
                  </a:cubicBezTo>
                  <a:cubicBezTo>
                    <a:pt x="25" y="82"/>
                    <a:pt x="27" y="81"/>
                    <a:pt x="28" y="81"/>
                  </a:cubicBezTo>
                  <a:cubicBezTo>
                    <a:pt x="29" y="81"/>
                    <a:pt x="29" y="82"/>
                    <a:pt x="30" y="83"/>
                  </a:cubicBezTo>
                  <a:cubicBezTo>
                    <a:pt x="30" y="84"/>
                    <a:pt x="30" y="85"/>
                    <a:pt x="31" y="86"/>
                  </a:cubicBezTo>
                  <a:cubicBezTo>
                    <a:pt x="32" y="86"/>
                    <a:pt x="31" y="87"/>
                    <a:pt x="32" y="88"/>
                  </a:cubicBezTo>
                  <a:cubicBezTo>
                    <a:pt x="32" y="89"/>
                    <a:pt x="34" y="90"/>
                    <a:pt x="35" y="90"/>
                  </a:cubicBezTo>
                  <a:cubicBezTo>
                    <a:pt x="35" y="90"/>
                    <a:pt x="37" y="90"/>
                    <a:pt x="38" y="90"/>
                  </a:cubicBezTo>
                  <a:cubicBezTo>
                    <a:pt x="39" y="91"/>
                    <a:pt x="38" y="92"/>
                    <a:pt x="39" y="92"/>
                  </a:cubicBezTo>
                  <a:cubicBezTo>
                    <a:pt x="40" y="92"/>
                    <a:pt x="41" y="95"/>
                    <a:pt x="41" y="95"/>
                  </a:cubicBezTo>
                  <a:cubicBezTo>
                    <a:pt x="41" y="95"/>
                    <a:pt x="41" y="97"/>
                    <a:pt x="41" y="98"/>
                  </a:cubicBezTo>
                  <a:cubicBezTo>
                    <a:pt x="41" y="98"/>
                    <a:pt x="41" y="99"/>
                    <a:pt x="42" y="100"/>
                  </a:cubicBezTo>
                  <a:cubicBezTo>
                    <a:pt x="42" y="100"/>
                    <a:pt x="44" y="100"/>
                    <a:pt x="44" y="100"/>
                  </a:cubicBezTo>
                  <a:cubicBezTo>
                    <a:pt x="44" y="100"/>
                    <a:pt x="43" y="102"/>
                    <a:pt x="45" y="102"/>
                  </a:cubicBezTo>
                  <a:cubicBezTo>
                    <a:pt x="47" y="103"/>
                    <a:pt x="48" y="103"/>
                    <a:pt x="49" y="104"/>
                  </a:cubicBezTo>
                  <a:cubicBezTo>
                    <a:pt x="49" y="104"/>
                    <a:pt x="48" y="105"/>
                    <a:pt x="50" y="105"/>
                  </a:cubicBezTo>
                  <a:cubicBezTo>
                    <a:pt x="52" y="105"/>
                    <a:pt x="54" y="105"/>
                    <a:pt x="55" y="106"/>
                  </a:cubicBezTo>
                  <a:cubicBezTo>
                    <a:pt x="56" y="106"/>
                    <a:pt x="55" y="107"/>
                    <a:pt x="57" y="109"/>
                  </a:cubicBezTo>
                  <a:cubicBezTo>
                    <a:pt x="60" y="110"/>
                    <a:pt x="60" y="111"/>
                    <a:pt x="61" y="111"/>
                  </a:cubicBezTo>
                  <a:cubicBezTo>
                    <a:pt x="62" y="111"/>
                    <a:pt x="63" y="111"/>
                    <a:pt x="63" y="113"/>
                  </a:cubicBezTo>
                  <a:cubicBezTo>
                    <a:pt x="62" y="115"/>
                    <a:pt x="62" y="116"/>
                    <a:pt x="61" y="117"/>
                  </a:cubicBezTo>
                  <a:cubicBezTo>
                    <a:pt x="60" y="118"/>
                    <a:pt x="59" y="120"/>
                    <a:pt x="58" y="121"/>
                  </a:cubicBezTo>
                  <a:cubicBezTo>
                    <a:pt x="58" y="122"/>
                    <a:pt x="57" y="123"/>
                    <a:pt x="58" y="124"/>
                  </a:cubicBezTo>
                  <a:cubicBezTo>
                    <a:pt x="58" y="126"/>
                    <a:pt x="59" y="127"/>
                    <a:pt x="59" y="128"/>
                  </a:cubicBezTo>
                  <a:cubicBezTo>
                    <a:pt x="59" y="129"/>
                    <a:pt x="59" y="131"/>
                    <a:pt x="59" y="132"/>
                  </a:cubicBezTo>
                  <a:cubicBezTo>
                    <a:pt x="58" y="133"/>
                    <a:pt x="58" y="134"/>
                    <a:pt x="58" y="134"/>
                  </a:cubicBezTo>
                  <a:cubicBezTo>
                    <a:pt x="58" y="134"/>
                    <a:pt x="59" y="136"/>
                    <a:pt x="58" y="137"/>
                  </a:cubicBezTo>
                  <a:cubicBezTo>
                    <a:pt x="57" y="138"/>
                    <a:pt x="55" y="140"/>
                    <a:pt x="54" y="140"/>
                  </a:cubicBezTo>
                  <a:cubicBezTo>
                    <a:pt x="53" y="140"/>
                    <a:pt x="51" y="142"/>
                    <a:pt x="51" y="142"/>
                  </a:cubicBezTo>
                  <a:cubicBezTo>
                    <a:pt x="51" y="142"/>
                    <a:pt x="51" y="146"/>
                    <a:pt x="51" y="147"/>
                  </a:cubicBezTo>
                  <a:cubicBezTo>
                    <a:pt x="51" y="147"/>
                    <a:pt x="47" y="154"/>
                    <a:pt x="49" y="155"/>
                  </a:cubicBezTo>
                  <a:cubicBezTo>
                    <a:pt x="50" y="156"/>
                    <a:pt x="50" y="158"/>
                    <a:pt x="50" y="159"/>
                  </a:cubicBezTo>
                  <a:cubicBezTo>
                    <a:pt x="49" y="160"/>
                    <a:pt x="49" y="160"/>
                    <a:pt x="49" y="160"/>
                  </a:cubicBezTo>
                  <a:cubicBezTo>
                    <a:pt x="48" y="161"/>
                    <a:pt x="46" y="161"/>
                    <a:pt x="47" y="163"/>
                  </a:cubicBezTo>
                  <a:cubicBezTo>
                    <a:pt x="49" y="165"/>
                    <a:pt x="50" y="165"/>
                    <a:pt x="50" y="167"/>
                  </a:cubicBezTo>
                  <a:cubicBezTo>
                    <a:pt x="51" y="168"/>
                    <a:pt x="51" y="168"/>
                    <a:pt x="52" y="170"/>
                  </a:cubicBezTo>
                  <a:cubicBezTo>
                    <a:pt x="53" y="171"/>
                    <a:pt x="53" y="172"/>
                    <a:pt x="54" y="173"/>
                  </a:cubicBezTo>
                  <a:cubicBezTo>
                    <a:pt x="55" y="174"/>
                    <a:pt x="56" y="175"/>
                    <a:pt x="56" y="176"/>
                  </a:cubicBezTo>
                  <a:cubicBezTo>
                    <a:pt x="56" y="177"/>
                    <a:pt x="59" y="179"/>
                    <a:pt x="56" y="177"/>
                  </a:cubicBezTo>
                  <a:cubicBezTo>
                    <a:pt x="53" y="175"/>
                    <a:pt x="56" y="177"/>
                    <a:pt x="52" y="174"/>
                  </a:cubicBezTo>
                  <a:cubicBezTo>
                    <a:pt x="49" y="171"/>
                    <a:pt x="48" y="173"/>
                    <a:pt x="46" y="171"/>
                  </a:cubicBezTo>
                  <a:cubicBezTo>
                    <a:pt x="45" y="169"/>
                    <a:pt x="47" y="175"/>
                    <a:pt x="44" y="168"/>
                  </a:cubicBezTo>
                  <a:cubicBezTo>
                    <a:pt x="41" y="160"/>
                    <a:pt x="40" y="161"/>
                    <a:pt x="39" y="159"/>
                  </a:cubicBezTo>
                  <a:cubicBezTo>
                    <a:pt x="39" y="157"/>
                    <a:pt x="39" y="159"/>
                    <a:pt x="37" y="155"/>
                  </a:cubicBezTo>
                  <a:cubicBezTo>
                    <a:pt x="35" y="151"/>
                    <a:pt x="37" y="154"/>
                    <a:pt x="35" y="151"/>
                  </a:cubicBezTo>
                  <a:cubicBezTo>
                    <a:pt x="33" y="149"/>
                    <a:pt x="33" y="152"/>
                    <a:pt x="32" y="148"/>
                  </a:cubicBezTo>
                  <a:cubicBezTo>
                    <a:pt x="31" y="143"/>
                    <a:pt x="31" y="146"/>
                    <a:pt x="30" y="141"/>
                  </a:cubicBezTo>
                  <a:cubicBezTo>
                    <a:pt x="28" y="136"/>
                    <a:pt x="31" y="136"/>
                    <a:pt x="28" y="133"/>
                  </a:cubicBezTo>
                  <a:cubicBezTo>
                    <a:pt x="25" y="131"/>
                    <a:pt x="25" y="132"/>
                    <a:pt x="24" y="131"/>
                  </a:cubicBezTo>
                  <a:cubicBezTo>
                    <a:pt x="23" y="129"/>
                    <a:pt x="25" y="130"/>
                    <a:pt x="22" y="126"/>
                  </a:cubicBezTo>
                  <a:cubicBezTo>
                    <a:pt x="20" y="122"/>
                    <a:pt x="16" y="120"/>
                    <a:pt x="16" y="113"/>
                  </a:cubicBezTo>
                  <a:cubicBezTo>
                    <a:pt x="16" y="105"/>
                    <a:pt x="16" y="104"/>
                    <a:pt x="16" y="104"/>
                  </a:cubicBezTo>
                  <a:cubicBezTo>
                    <a:pt x="16" y="104"/>
                    <a:pt x="13" y="101"/>
                    <a:pt x="14" y="97"/>
                  </a:cubicBezTo>
                  <a:cubicBezTo>
                    <a:pt x="15" y="92"/>
                    <a:pt x="16" y="94"/>
                    <a:pt x="15" y="92"/>
                  </a:cubicBezTo>
                  <a:cubicBezTo>
                    <a:pt x="15" y="91"/>
                    <a:pt x="14" y="91"/>
                    <a:pt x="13" y="89"/>
                  </a:cubicBezTo>
                  <a:cubicBezTo>
                    <a:pt x="12" y="88"/>
                    <a:pt x="12" y="88"/>
                    <a:pt x="11" y="87"/>
                  </a:cubicBezTo>
                  <a:cubicBezTo>
                    <a:pt x="11" y="86"/>
                    <a:pt x="11" y="83"/>
                    <a:pt x="11" y="83"/>
                  </a:cubicBezTo>
                  <a:cubicBezTo>
                    <a:pt x="10" y="84"/>
                    <a:pt x="10" y="84"/>
                    <a:pt x="10" y="84"/>
                  </a:cubicBezTo>
                  <a:cubicBezTo>
                    <a:pt x="10" y="84"/>
                    <a:pt x="0" y="182"/>
                    <a:pt x="97" y="197"/>
                  </a:cubicBezTo>
                  <a:cubicBezTo>
                    <a:pt x="97" y="197"/>
                    <a:pt x="75" y="192"/>
                    <a:pt x="73" y="187"/>
                  </a:cubicBezTo>
                  <a:cubicBezTo>
                    <a:pt x="73" y="187"/>
                    <a:pt x="72" y="183"/>
                    <a:pt x="73" y="183"/>
                  </a:cubicBezTo>
                  <a:cubicBezTo>
                    <a:pt x="74" y="183"/>
                    <a:pt x="76" y="184"/>
                    <a:pt x="77" y="183"/>
                  </a:cubicBezTo>
                  <a:cubicBezTo>
                    <a:pt x="79" y="181"/>
                    <a:pt x="80" y="180"/>
                    <a:pt x="80" y="180"/>
                  </a:cubicBezTo>
                  <a:cubicBezTo>
                    <a:pt x="80" y="182"/>
                    <a:pt x="80" y="182"/>
                    <a:pt x="80" y="182"/>
                  </a:cubicBezTo>
                  <a:cubicBezTo>
                    <a:pt x="80" y="182"/>
                    <a:pt x="79" y="182"/>
                    <a:pt x="83" y="181"/>
                  </a:cubicBezTo>
                  <a:cubicBezTo>
                    <a:pt x="88" y="181"/>
                    <a:pt x="88" y="181"/>
                    <a:pt x="89" y="181"/>
                  </a:cubicBezTo>
                  <a:cubicBezTo>
                    <a:pt x="91" y="180"/>
                    <a:pt x="93" y="176"/>
                    <a:pt x="94" y="178"/>
                  </a:cubicBezTo>
                  <a:cubicBezTo>
                    <a:pt x="95" y="181"/>
                    <a:pt x="93" y="180"/>
                    <a:pt x="95" y="181"/>
                  </a:cubicBezTo>
                  <a:cubicBezTo>
                    <a:pt x="97" y="181"/>
                    <a:pt x="101" y="180"/>
                    <a:pt x="101" y="180"/>
                  </a:cubicBezTo>
                  <a:cubicBezTo>
                    <a:pt x="101" y="180"/>
                    <a:pt x="108" y="181"/>
                    <a:pt x="108" y="180"/>
                  </a:cubicBezTo>
                  <a:cubicBezTo>
                    <a:pt x="109" y="179"/>
                    <a:pt x="109" y="178"/>
                    <a:pt x="110" y="178"/>
                  </a:cubicBezTo>
                  <a:cubicBezTo>
                    <a:pt x="111" y="178"/>
                    <a:pt x="112" y="180"/>
                    <a:pt x="112" y="180"/>
                  </a:cubicBezTo>
                  <a:cubicBezTo>
                    <a:pt x="108" y="182"/>
                    <a:pt x="108" y="182"/>
                    <a:pt x="108" y="182"/>
                  </a:cubicBezTo>
                  <a:cubicBezTo>
                    <a:pt x="105" y="185"/>
                    <a:pt x="105" y="185"/>
                    <a:pt x="105" y="185"/>
                  </a:cubicBezTo>
                  <a:cubicBezTo>
                    <a:pt x="105" y="185"/>
                    <a:pt x="103" y="185"/>
                    <a:pt x="105" y="186"/>
                  </a:cubicBezTo>
                  <a:cubicBezTo>
                    <a:pt x="106" y="187"/>
                    <a:pt x="107" y="187"/>
                    <a:pt x="108" y="187"/>
                  </a:cubicBezTo>
                  <a:cubicBezTo>
                    <a:pt x="110" y="187"/>
                    <a:pt x="114" y="190"/>
                    <a:pt x="115" y="188"/>
                  </a:cubicBezTo>
                  <a:cubicBezTo>
                    <a:pt x="116" y="186"/>
                    <a:pt x="116" y="186"/>
                    <a:pt x="117" y="185"/>
                  </a:cubicBezTo>
                  <a:cubicBezTo>
                    <a:pt x="117" y="184"/>
                    <a:pt x="117" y="182"/>
                    <a:pt x="119" y="182"/>
                  </a:cubicBezTo>
                  <a:cubicBezTo>
                    <a:pt x="120" y="182"/>
                    <a:pt x="122" y="183"/>
                    <a:pt x="122" y="183"/>
                  </a:cubicBezTo>
                  <a:cubicBezTo>
                    <a:pt x="121" y="186"/>
                    <a:pt x="121" y="186"/>
                    <a:pt x="121" y="186"/>
                  </a:cubicBezTo>
                  <a:cubicBezTo>
                    <a:pt x="121" y="186"/>
                    <a:pt x="123" y="186"/>
                    <a:pt x="125" y="186"/>
                  </a:cubicBezTo>
                  <a:cubicBezTo>
                    <a:pt x="126" y="186"/>
                    <a:pt x="126" y="188"/>
                    <a:pt x="128" y="186"/>
                  </a:cubicBezTo>
                  <a:cubicBezTo>
                    <a:pt x="129" y="184"/>
                    <a:pt x="129" y="184"/>
                    <a:pt x="131" y="184"/>
                  </a:cubicBezTo>
                  <a:cubicBezTo>
                    <a:pt x="133" y="184"/>
                    <a:pt x="135" y="183"/>
                    <a:pt x="136" y="183"/>
                  </a:cubicBezTo>
                  <a:cubicBezTo>
                    <a:pt x="136" y="184"/>
                    <a:pt x="138" y="184"/>
                    <a:pt x="139" y="184"/>
                  </a:cubicBezTo>
                  <a:cubicBezTo>
                    <a:pt x="139" y="184"/>
                    <a:pt x="143" y="186"/>
                    <a:pt x="143" y="186"/>
                  </a:cubicBezTo>
                  <a:cubicBezTo>
                    <a:pt x="144" y="185"/>
                    <a:pt x="148" y="186"/>
                    <a:pt x="148" y="186"/>
                  </a:cubicBezTo>
                  <a:cubicBezTo>
                    <a:pt x="148" y="186"/>
                    <a:pt x="137" y="196"/>
                    <a:pt x="113" y="197"/>
                  </a:cubicBezTo>
                  <a:cubicBezTo>
                    <a:pt x="113" y="197"/>
                    <a:pt x="167" y="199"/>
                    <a:pt x="197" y="146"/>
                  </a:cubicBezTo>
                  <a:cubicBezTo>
                    <a:pt x="228" y="94"/>
                    <a:pt x="206" y="26"/>
                    <a:pt x="137" y="3"/>
                  </a:cubicBezTo>
                  <a:cubicBezTo>
                    <a:pt x="137" y="3"/>
                    <a:pt x="189" y="22"/>
                    <a:pt x="203" y="71"/>
                  </a:cubicBezTo>
                  <a:cubicBezTo>
                    <a:pt x="202" y="72"/>
                    <a:pt x="202" y="72"/>
                    <a:pt x="202" y="72"/>
                  </a:cubicBezTo>
                  <a:cubicBezTo>
                    <a:pt x="201" y="71"/>
                    <a:pt x="201" y="72"/>
                    <a:pt x="200" y="69"/>
                  </a:cubicBezTo>
                  <a:cubicBezTo>
                    <a:pt x="199" y="67"/>
                    <a:pt x="199" y="68"/>
                    <a:pt x="199" y="66"/>
                  </a:cubicBezTo>
                  <a:cubicBezTo>
                    <a:pt x="198" y="64"/>
                    <a:pt x="198" y="65"/>
                    <a:pt x="197" y="64"/>
                  </a:cubicBezTo>
                  <a:cubicBezTo>
                    <a:pt x="195" y="62"/>
                    <a:pt x="195" y="62"/>
                    <a:pt x="194" y="61"/>
                  </a:cubicBezTo>
                  <a:cubicBezTo>
                    <a:pt x="193" y="61"/>
                    <a:pt x="192" y="58"/>
                    <a:pt x="192" y="57"/>
                  </a:cubicBezTo>
                  <a:cubicBezTo>
                    <a:pt x="191" y="56"/>
                    <a:pt x="189" y="55"/>
                    <a:pt x="188" y="55"/>
                  </a:cubicBezTo>
                  <a:cubicBezTo>
                    <a:pt x="187" y="55"/>
                    <a:pt x="188" y="54"/>
                    <a:pt x="187" y="55"/>
                  </a:cubicBezTo>
                  <a:cubicBezTo>
                    <a:pt x="187" y="56"/>
                    <a:pt x="189" y="58"/>
                    <a:pt x="189" y="58"/>
                  </a:cubicBezTo>
                  <a:cubicBezTo>
                    <a:pt x="189" y="62"/>
                    <a:pt x="189" y="62"/>
                    <a:pt x="189" y="62"/>
                  </a:cubicBezTo>
                  <a:cubicBezTo>
                    <a:pt x="189" y="62"/>
                    <a:pt x="190" y="65"/>
                    <a:pt x="190" y="66"/>
                  </a:cubicBezTo>
                  <a:cubicBezTo>
                    <a:pt x="190" y="67"/>
                    <a:pt x="189" y="70"/>
                    <a:pt x="189" y="70"/>
                  </a:cubicBezTo>
                  <a:cubicBezTo>
                    <a:pt x="189" y="70"/>
                    <a:pt x="188" y="72"/>
                    <a:pt x="187" y="73"/>
                  </a:cubicBezTo>
                  <a:cubicBezTo>
                    <a:pt x="186" y="73"/>
                    <a:pt x="181" y="74"/>
                    <a:pt x="181" y="74"/>
                  </a:cubicBezTo>
                  <a:cubicBezTo>
                    <a:pt x="181" y="74"/>
                    <a:pt x="179" y="72"/>
                    <a:pt x="179" y="71"/>
                  </a:cubicBezTo>
                  <a:cubicBezTo>
                    <a:pt x="178" y="69"/>
                    <a:pt x="175" y="69"/>
                    <a:pt x="174" y="68"/>
                  </a:cubicBezTo>
                  <a:cubicBezTo>
                    <a:pt x="174" y="67"/>
                    <a:pt x="175" y="66"/>
                    <a:pt x="173" y="64"/>
                  </a:cubicBezTo>
                  <a:cubicBezTo>
                    <a:pt x="172" y="62"/>
                    <a:pt x="173" y="63"/>
                    <a:pt x="172" y="61"/>
                  </a:cubicBezTo>
                  <a:cubicBezTo>
                    <a:pt x="170" y="59"/>
                    <a:pt x="170" y="59"/>
                    <a:pt x="170" y="59"/>
                  </a:cubicBezTo>
                  <a:cubicBezTo>
                    <a:pt x="170" y="59"/>
                    <a:pt x="166" y="58"/>
                    <a:pt x="167" y="60"/>
                  </a:cubicBezTo>
                  <a:cubicBezTo>
                    <a:pt x="168" y="63"/>
                    <a:pt x="167" y="65"/>
                    <a:pt x="168" y="65"/>
                  </a:cubicBezTo>
                  <a:cubicBezTo>
                    <a:pt x="169" y="66"/>
                    <a:pt x="170" y="65"/>
                    <a:pt x="171" y="67"/>
                  </a:cubicBezTo>
                  <a:cubicBezTo>
                    <a:pt x="172" y="69"/>
                    <a:pt x="172" y="70"/>
                    <a:pt x="172" y="71"/>
                  </a:cubicBezTo>
                  <a:cubicBezTo>
                    <a:pt x="173" y="71"/>
                    <a:pt x="173" y="74"/>
                    <a:pt x="174" y="75"/>
                  </a:cubicBezTo>
                  <a:cubicBezTo>
                    <a:pt x="175" y="75"/>
                    <a:pt x="178" y="75"/>
                    <a:pt x="178" y="76"/>
                  </a:cubicBezTo>
                  <a:cubicBezTo>
                    <a:pt x="177" y="77"/>
                    <a:pt x="176" y="78"/>
                    <a:pt x="178" y="79"/>
                  </a:cubicBezTo>
                  <a:cubicBezTo>
                    <a:pt x="179" y="79"/>
                    <a:pt x="179" y="80"/>
                    <a:pt x="180" y="80"/>
                  </a:cubicBezTo>
                  <a:cubicBezTo>
                    <a:pt x="181" y="80"/>
                    <a:pt x="181" y="80"/>
                    <a:pt x="182" y="79"/>
                  </a:cubicBezTo>
                  <a:cubicBezTo>
                    <a:pt x="184" y="79"/>
                    <a:pt x="186" y="79"/>
                    <a:pt x="186" y="79"/>
                  </a:cubicBezTo>
                  <a:cubicBezTo>
                    <a:pt x="186" y="79"/>
                    <a:pt x="188" y="80"/>
                    <a:pt x="188" y="81"/>
                  </a:cubicBezTo>
                  <a:cubicBezTo>
                    <a:pt x="188" y="82"/>
                    <a:pt x="187" y="86"/>
                    <a:pt x="187" y="86"/>
                  </a:cubicBezTo>
                  <a:cubicBezTo>
                    <a:pt x="185" y="90"/>
                    <a:pt x="185" y="90"/>
                    <a:pt x="185" y="90"/>
                  </a:cubicBezTo>
                  <a:cubicBezTo>
                    <a:pt x="185" y="90"/>
                    <a:pt x="185" y="97"/>
                    <a:pt x="184" y="97"/>
                  </a:cubicBezTo>
                  <a:cubicBezTo>
                    <a:pt x="183" y="97"/>
                    <a:pt x="182" y="100"/>
                    <a:pt x="181" y="100"/>
                  </a:cubicBezTo>
                  <a:cubicBezTo>
                    <a:pt x="180" y="101"/>
                    <a:pt x="180" y="105"/>
                    <a:pt x="180" y="105"/>
                  </a:cubicBezTo>
                  <a:cubicBezTo>
                    <a:pt x="178" y="108"/>
                    <a:pt x="178" y="108"/>
                    <a:pt x="178" y="108"/>
                  </a:cubicBezTo>
                  <a:cubicBezTo>
                    <a:pt x="178" y="108"/>
                    <a:pt x="178" y="111"/>
                    <a:pt x="178" y="112"/>
                  </a:cubicBezTo>
                  <a:cubicBezTo>
                    <a:pt x="178" y="113"/>
                    <a:pt x="179" y="117"/>
                    <a:pt x="178" y="119"/>
                  </a:cubicBezTo>
                  <a:cubicBezTo>
                    <a:pt x="178" y="121"/>
                    <a:pt x="175" y="122"/>
                    <a:pt x="175" y="122"/>
                  </a:cubicBezTo>
                  <a:cubicBezTo>
                    <a:pt x="175" y="122"/>
                    <a:pt x="179" y="126"/>
                    <a:pt x="177" y="126"/>
                  </a:cubicBezTo>
                  <a:cubicBezTo>
                    <a:pt x="175" y="127"/>
                    <a:pt x="173" y="129"/>
                    <a:pt x="173" y="130"/>
                  </a:cubicBezTo>
                  <a:cubicBezTo>
                    <a:pt x="172" y="131"/>
                    <a:pt x="172" y="132"/>
                    <a:pt x="171" y="132"/>
                  </a:cubicBezTo>
                  <a:cubicBezTo>
                    <a:pt x="170" y="133"/>
                    <a:pt x="168" y="133"/>
                    <a:pt x="168" y="134"/>
                  </a:cubicBezTo>
                  <a:cubicBezTo>
                    <a:pt x="168" y="134"/>
                    <a:pt x="168" y="137"/>
                    <a:pt x="168" y="137"/>
                  </a:cubicBezTo>
                  <a:cubicBezTo>
                    <a:pt x="164" y="142"/>
                    <a:pt x="164" y="142"/>
                    <a:pt x="164" y="142"/>
                  </a:cubicBezTo>
                  <a:cubicBezTo>
                    <a:pt x="160" y="146"/>
                    <a:pt x="160" y="146"/>
                    <a:pt x="160" y="146"/>
                  </a:cubicBezTo>
                  <a:cubicBezTo>
                    <a:pt x="160" y="146"/>
                    <a:pt x="160" y="149"/>
                    <a:pt x="159" y="149"/>
                  </a:cubicBezTo>
                  <a:cubicBezTo>
                    <a:pt x="158" y="149"/>
                    <a:pt x="153" y="151"/>
                    <a:pt x="152" y="152"/>
                  </a:cubicBezTo>
                  <a:cubicBezTo>
                    <a:pt x="152" y="152"/>
                    <a:pt x="148" y="154"/>
                    <a:pt x="147" y="154"/>
                  </a:cubicBezTo>
                  <a:cubicBezTo>
                    <a:pt x="146" y="154"/>
                    <a:pt x="148" y="157"/>
                    <a:pt x="146" y="154"/>
                  </a:cubicBezTo>
                  <a:cubicBezTo>
                    <a:pt x="144" y="151"/>
                    <a:pt x="145" y="153"/>
                    <a:pt x="144" y="149"/>
                  </a:cubicBezTo>
                  <a:cubicBezTo>
                    <a:pt x="142" y="145"/>
                    <a:pt x="142" y="148"/>
                    <a:pt x="142" y="145"/>
                  </a:cubicBezTo>
                  <a:cubicBezTo>
                    <a:pt x="142" y="143"/>
                    <a:pt x="142" y="145"/>
                    <a:pt x="142" y="143"/>
                  </a:cubicBezTo>
                  <a:cubicBezTo>
                    <a:pt x="142" y="140"/>
                    <a:pt x="143" y="142"/>
                    <a:pt x="141" y="139"/>
                  </a:cubicBezTo>
                  <a:cubicBezTo>
                    <a:pt x="140" y="136"/>
                    <a:pt x="140" y="137"/>
                    <a:pt x="138" y="135"/>
                  </a:cubicBezTo>
                  <a:cubicBezTo>
                    <a:pt x="136" y="133"/>
                    <a:pt x="135" y="135"/>
                    <a:pt x="136" y="132"/>
                  </a:cubicBezTo>
                  <a:cubicBezTo>
                    <a:pt x="137" y="129"/>
                    <a:pt x="137" y="132"/>
                    <a:pt x="137" y="129"/>
                  </a:cubicBezTo>
                  <a:cubicBezTo>
                    <a:pt x="138" y="126"/>
                    <a:pt x="137" y="125"/>
                    <a:pt x="139" y="124"/>
                  </a:cubicBezTo>
                  <a:cubicBezTo>
                    <a:pt x="141" y="123"/>
                    <a:pt x="142" y="122"/>
                    <a:pt x="142" y="121"/>
                  </a:cubicBezTo>
                  <a:cubicBezTo>
                    <a:pt x="142" y="119"/>
                    <a:pt x="142" y="118"/>
                    <a:pt x="142" y="117"/>
                  </a:cubicBezTo>
                  <a:cubicBezTo>
                    <a:pt x="141" y="116"/>
                    <a:pt x="139" y="114"/>
                    <a:pt x="139" y="113"/>
                  </a:cubicBezTo>
                  <a:cubicBezTo>
                    <a:pt x="139" y="112"/>
                    <a:pt x="139" y="113"/>
                    <a:pt x="137" y="111"/>
                  </a:cubicBezTo>
                  <a:cubicBezTo>
                    <a:pt x="136" y="109"/>
                    <a:pt x="135" y="108"/>
                    <a:pt x="135" y="108"/>
                  </a:cubicBezTo>
                  <a:cubicBezTo>
                    <a:pt x="135" y="108"/>
                    <a:pt x="135" y="103"/>
                    <a:pt x="135" y="101"/>
                  </a:cubicBezTo>
                  <a:cubicBezTo>
                    <a:pt x="135" y="99"/>
                    <a:pt x="134" y="102"/>
                    <a:pt x="135" y="99"/>
                  </a:cubicBezTo>
                  <a:cubicBezTo>
                    <a:pt x="135" y="96"/>
                    <a:pt x="135" y="94"/>
                    <a:pt x="135" y="94"/>
                  </a:cubicBezTo>
                  <a:cubicBezTo>
                    <a:pt x="135" y="94"/>
                    <a:pt x="132" y="92"/>
                    <a:pt x="131" y="92"/>
                  </a:cubicBezTo>
                  <a:cubicBezTo>
                    <a:pt x="129" y="92"/>
                    <a:pt x="129" y="94"/>
                    <a:pt x="127" y="93"/>
                  </a:cubicBezTo>
                  <a:cubicBezTo>
                    <a:pt x="125" y="91"/>
                    <a:pt x="126" y="90"/>
                    <a:pt x="125" y="89"/>
                  </a:cubicBezTo>
                  <a:cubicBezTo>
                    <a:pt x="124" y="89"/>
                    <a:pt x="123" y="89"/>
                    <a:pt x="122" y="90"/>
                  </a:cubicBezTo>
                  <a:cubicBezTo>
                    <a:pt x="121" y="91"/>
                    <a:pt x="118" y="91"/>
                    <a:pt x="116" y="91"/>
                  </a:cubicBezTo>
                  <a:cubicBezTo>
                    <a:pt x="114" y="92"/>
                    <a:pt x="113" y="92"/>
                    <a:pt x="110" y="92"/>
                  </a:cubicBezTo>
                  <a:cubicBezTo>
                    <a:pt x="108" y="92"/>
                    <a:pt x="104" y="93"/>
                    <a:pt x="102" y="92"/>
                  </a:cubicBezTo>
                  <a:cubicBezTo>
                    <a:pt x="100" y="91"/>
                    <a:pt x="100" y="92"/>
                    <a:pt x="99" y="90"/>
                  </a:cubicBezTo>
                  <a:cubicBezTo>
                    <a:pt x="98" y="88"/>
                    <a:pt x="99" y="88"/>
                    <a:pt x="97" y="87"/>
                  </a:cubicBezTo>
                  <a:cubicBezTo>
                    <a:pt x="95" y="86"/>
                    <a:pt x="94" y="87"/>
                    <a:pt x="94" y="85"/>
                  </a:cubicBezTo>
                  <a:cubicBezTo>
                    <a:pt x="94" y="82"/>
                    <a:pt x="95" y="83"/>
                    <a:pt x="93" y="81"/>
                  </a:cubicBezTo>
                  <a:cubicBezTo>
                    <a:pt x="92" y="79"/>
                    <a:pt x="94" y="82"/>
                    <a:pt x="92" y="79"/>
                  </a:cubicBezTo>
                  <a:cubicBezTo>
                    <a:pt x="89" y="76"/>
                    <a:pt x="88" y="79"/>
                    <a:pt x="89" y="76"/>
                  </a:cubicBezTo>
                  <a:cubicBezTo>
                    <a:pt x="90" y="74"/>
                    <a:pt x="91" y="75"/>
                    <a:pt x="91" y="73"/>
                  </a:cubicBezTo>
                  <a:cubicBezTo>
                    <a:pt x="91" y="70"/>
                    <a:pt x="95" y="74"/>
                    <a:pt x="92" y="68"/>
                  </a:cubicBezTo>
                  <a:cubicBezTo>
                    <a:pt x="90" y="63"/>
                    <a:pt x="89" y="64"/>
                    <a:pt x="92" y="60"/>
                  </a:cubicBezTo>
                  <a:cubicBezTo>
                    <a:pt x="94" y="55"/>
                    <a:pt x="97" y="54"/>
                    <a:pt x="98" y="53"/>
                  </a:cubicBezTo>
                  <a:cubicBezTo>
                    <a:pt x="98" y="52"/>
                    <a:pt x="99" y="50"/>
                    <a:pt x="100" y="49"/>
                  </a:cubicBezTo>
                  <a:cubicBezTo>
                    <a:pt x="101" y="48"/>
                    <a:pt x="100" y="48"/>
                    <a:pt x="102" y="48"/>
                  </a:cubicBezTo>
                  <a:cubicBezTo>
                    <a:pt x="104" y="48"/>
                    <a:pt x="107" y="47"/>
                    <a:pt x="108" y="46"/>
                  </a:cubicBezTo>
                  <a:cubicBezTo>
                    <a:pt x="109" y="45"/>
                    <a:pt x="111" y="42"/>
                    <a:pt x="112" y="42"/>
                  </a:cubicBezTo>
                  <a:cubicBezTo>
                    <a:pt x="113" y="42"/>
                    <a:pt x="113" y="42"/>
                    <a:pt x="115" y="42"/>
                  </a:cubicBezTo>
                  <a:cubicBezTo>
                    <a:pt x="117" y="41"/>
                    <a:pt x="117" y="41"/>
                    <a:pt x="119" y="41"/>
                  </a:cubicBezTo>
                  <a:cubicBezTo>
                    <a:pt x="120" y="41"/>
                    <a:pt x="117" y="42"/>
                    <a:pt x="121" y="41"/>
                  </a:cubicBezTo>
                  <a:cubicBezTo>
                    <a:pt x="125" y="40"/>
                    <a:pt x="124" y="40"/>
                    <a:pt x="125" y="40"/>
                  </a:cubicBezTo>
                  <a:cubicBezTo>
                    <a:pt x="126" y="40"/>
                    <a:pt x="126" y="41"/>
                    <a:pt x="127" y="41"/>
                  </a:cubicBezTo>
                  <a:cubicBezTo>
                    <a:pt x="129" y="41"/>
                    <a:pt x="129" y="38"/>
                    <a:pt x="129" y="41"/>
                  </a:cubicBezTo>
                  <a:cubicBezTo>
                    <a:pt x="129" y="45"/>
                    <a:pt x="128" y="46"/>
                    <a:pt x="130" y="46"/>
                  </a:cubicBezTo>
                  <a:cubicBezTo>
                    <a:pt x="133" y="47"/>
                    <a:pt x="130" y="47"/>
                    <a:pt x="133" y="47"/>
                  </a:cubicBezTo>
                  <a:cubicBezTo>
                    <a:pt x="136" y="47"/>
                    <a:pt x="135" y="47"/>
                    <a:pt x="137" y="48"/>
                  </a:cubicBezTo>
                  <a:cubicBezTo>
                    <a:pt x="138" y="48"/>
                    <a:pt x="139" y="49"/>
                    <a:pt x="141" y="49"/>
                  </a:cubicBezTo>
                  <a:cubicBezTo>
                    <a:pt x="143" y="49"/>
                    <a:pt x="140" y="52"/>
                    <a:pt x="143" y="49"/>
                  </a:cubicBezTo>
                  <a:cubicBezTo>
                    <a:pt x="146" y="46"/>
                    <a:pt x="141" y="46"/>
                    <a:pt x="146" y="46"/>
                  </a:cubicBezTo>
                  <a:cubicBezTo>
                    <a:pt x="151" y="47"/>
                    <a:pt x="152" y="48"/>
                    <a:pt x="153" y="48"/>
                  </a:cubicBezTo>
                  <a:cubicBezTo>
                    <a:pt x="154" y="47"/>
                    <a:pt x="154" y="48"/>
                    <a:pt x="156" y="47"/>
                  </a:cubicBezTo>
                  <a:cubicBezTo>
                    <a:pt x="159" y="46"/>
                    <a:pt x="159" y="46"/>
                    <a:pt x="160" y="46"/>
                  </a:cubicBezTo>
                  <a:cubicBezTo>
                    <a:pt x="161" y="47"/>
                    <a:pt x="161" y="49"/>
                    <a:pt x="162" y="47"/>
                  </a:cubicBezTo>
                  <a:cubicBezTo>
                    <a:pt x="163" y="45"/>
                    <a:pt x="165" y="45"/>
                    <a:pt x="162" y="44"/>
                  </a:cubicBezTo>
                  <a:cubicBezTo>
                    <a:pt x="159" y="42"/>
                    <a:pt x="158" y="44"/>
                    <a:pt x="158" y="42"/>
                  </a:cubicBezTo>
                  <a:cubicBezTo>
                    <a:pt x="157" y="40"/>
                    <a:pt x="160" y="41"/>
                    <a:pt x="157" y="40"/>
                  </a:cubicBezTo>
                  <a:cubicBezTo>
                    <a:pt x="154" y="40"/>
                    <a:pt x="155" y="40"/>
                    <a:pt x="153" y="39"/>
                  </a:cubicBezTo>
                  <a:cubicBezTo>
                    <a:pt x="151" y="38"/>
                    <a:pt x="149" y="41"/>
                    <a:pt x="148" y="39"/>
                  </a:cubicBezTo>
                  <a:cubicBezTo>
                    <a:pt x="147" y="37"/>
                    <a:pt x="143" y="41"/>
                    <a:pt x="147" y="37"/>
                  </a:cubicBezTo>
                  <a:cubicBezTo>
                    <a:pt x="151" y="34"/>
                    <a:pt x="149" y="32"/>
                    <a:pt x="152" y="33"/>
                  </a:cubicBezTo>
                  <a:cubicBezTo>
                    <a:pt x="155" y="34"/>
                    <a:pt x="154" y="36"/>
                    <a:pt x="155" y="35"/>
                  </a:cubicBezTo>
                  <a:cubicBezTo>
                    <a:pt x="157" y="33"/>
                    <a:pt x="160" y="32"/>
                    <a:pt x="157" y="30"/>
                  </a:cubicBezTo>
                  <a:cubicBezTo>
                    <a:pt x="154" y="28"/>
                    <a:pt x="156" y="29"/>
                    <a:pt x="153" y="28"/>
                  </a:cubicBezTo>
                  <a:cubicBezTo>
                    <a:pt x="150" y="26"/>
                    <a:pt x="147" y="33"/>
                    <a:pt x="146" y="32"/>
                  </a:cubicBezTo>
                  <a:cubicBezTo>
                    <a:pt x="145" y="31"/>
                    <a:pt x="144" y="30"/>
                    <a:pt x="143" y="31"/>
                  </a:cubicBezTo>
                  <a:cubicBezTo>
                    <a:pt x="142" y="31"/>
                    <a:pt x="142" y="34"/>
                    <a:pt x="142" y="36"/>
                  </a:cubicBezTo>
                  <a:cubicBezTo>
                    <a:pt x="142" y="38"/>
                    <a:pt x="143" y="38"/>
                    <a:pt x="140" y="37"/>
                  </a:cubicBezTo>
                  <a:cubicBezTo>
                    <a:pt x="137" y="35"/>
                    <a:pt x="144" y="36"/>
                    <a:pt x="137" y="33"/>
                  </a:cubicBezTo>
                  <a:cubicBezTo>
                    <a:pt x="130" y="31"/>
                    <a:pt x="128" y="31"/>
                    <a:pt x="127" y="32"/>
                  </a:cubicBezTo>
                  <a:cubicBezTo>
                    <a:pt x="126" y="33"/>
                    <a:pt x="125" y="33"/>
                    <a:pt x="124" y="34"/>
                  </a:cubicBezTo>
                  <a:cubicBezTo>
                    <a:pt x="123" y="35"/>
                    <a:pt x="126" y="36"/>
                    <a:pt x="123" y="35"/>
                  </a:cubicBezTo>
                  <a:cubicBezTo>
                    <a:pt x="120" y="33"/>
                    <a:pt x="118" y="35"/>
                    <a:pt x="118" y="35"/>
                  </a:cubicBezTo>
                  <a:cubicBezTo>
                    <a:pt x="118" y="35"/>
                    <a:pt x="117" y="35"/>
                    <a:pt x="116" y="36"/>
                  </a:cubicBezTo>
                  <a:cubicBezTo>
                    <a:pt x="114" y="37"/>
                    <a:pt x="112" y="38"/>
                    <a:pt x="111" y="37"/>
                  </a:cubicBezTo>
                  <a:cubicBezTo>
                    <a:pt x="109" y="37"/>
                    <a:pt x="106" y="38"/>
                    <a:pt x="109" y="34"/>
                  </a:cubicBezTo>
                  <a:cubicBezTo>
                    <a:pt x="111" y="31"/>
                    <a:pt x="109" y="33"/>
                    <a:pt x="113" y="31"/>
                  </a:cubicBezTo>
                  <a:cubicBezTo>
                    <a:pt x="117" y="30"/>
                    <a:pt x="123" y="29"/>
                    <a:pt x="118" y="28"/>
                  </a:cubicBezTo>
                  <a:cubicBezTo>
                    <a:pt x="113" y="27"/>
                    <a:pt x="121" y="27"/>
                    <a:pt x="114" y="24"/>
                  </a:cubicBezTo>
                  <a:cubicBezTo>
                    <a:pt x="107" y="21"/>
                    <a:pt x="107" y="25"/>
                    <a:pt x="107" y="21"/>
                  </a:cubicBezTo>
                  <a:cubicBezTo>
                    <a:pt x="108" y="16"/>
                    <a:pt x="107" y="16"/>
                    <a:pt x="106" y="16"/>
                  </a:cubicBezTo>
                  <a:cubicBezTo>
                    <a:pt x="104" y="16"/>
                    <a:pt x="100" y="17"/>
                    <a:pt x="98" y="18"/>
                  </a:cubicBezTo>
                  <a:cubicBezTo>
                    <a:pt x="97" y="18"/>
                    <a:pt x="99" y="19"/>
                    <a:pt x="96" y="17"/>
                  </a:cubicBezTo>
                  <a:cubicBezTo>
                    <a:pt x="92" y="15"/>
                    <a:pt x="91" y="18"/>
                    <a:pt x="92" y="15"/>
                  </a:cubicBezTo>
                  <a:cubicBezTo>
                    <a:pt x="94" y="13"/>
                    <a:pt x="94" y="12"/>
                    <a:pt x="96" y="11"/>
                  </a:cubicBezTo>
                  <a:cubicBezTo>
                    <a:pt x="98" y="9"/>
                    <a:pt x="97" y="3"/>
                    <a:pt x="102" y="5"/>
                  </a:cubicBezTo>
                  <a:cubicBezTo>
                    <a:pt x="106" y="8"/>
                    <a:pt x="105" y="7"/>
                    <a:pt x="108" y="7"/>
                  </a:cubicBezTo>
                  <a:cubicBezTo>
                    <a:pt x="112" y="7"/>
                    <a:pt x="114" y="7"/>
                    <a:pt x="114" y="6"/>
                  </a:cubicBezTo>
                  <a:cubicBezTo>
                    <a:pt x="114" y="5"/>
                    <a:pt x="109" y="3"/>
                    <a:pt x="109" y="3"/>
                  </a:cubicBezTo>
                  <a:cubicBezTo>
                    <a:pt x="109" y="3"/>
                    <a:pt x="108" y="4"/>
                    <a:pt x="109" y="3"/>
                  </a:cubicBezTo>
                  <a:cubicBezTo>
                    <a:pt x="109" y="2"/>
                    <a:pt x="110" y="1"/>
                    <a:pt x="110" y="1"/>
                  </a:cubicBezTo>
                  <a:cubicBezTo>
                    <a:pt x="109" y="0"/>
                    <a:pt x="109" y="0"/>
                    <a:pt x="109" y="0"/>
                  </a:cubicBezTo>
                  <a:cubicBezTo>
                    <a:pt x="109" y="0"/>
                    <a:pt x="96" y="0"/>
                    <a:pt x="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7" name="Freeform 36"/>
            <p:cNvSpPr>
              <a:spLocks/>
            </p:cNvSpPr>
            <p:nvPr/>
          </p:nvSpPr>
          <p:spPr bwMode="auto">
            <a:xfrm>
              <a:off x="8729663" y="4613275"/>
              <a:ext cx="141288" cy="168275"/>
            </a:xfrm>
            <a:custGeom>
              <a:avLst/>
              <a:gdLst>
                <a:gd name="T0" fmla="*/ 45 w 65"/>
                <a:gd name="T1" fmla="*/ 5 h 77"/>
                <a:gd name="T2" fmla="*/ 45 w 65"/>
                <a:gd name="T3" fmla="*/ 28 h 77"/>
                <a:gd name="T4" fmla="*/ 25 w 65"/>
                <a:gd name="T5" fmla="*/ 45 h 77"/>
                <a:gd name="T6" fmla="*/ 1 w 65"/>
                <a:gd name="T7" fmla="*/ 64 h 77"/>
                <a:gd name="T8" fmla="*/ 65 w 65"/>
                <a:gd name="T9" fmla="*/ 77 h 77"/>
                <a:gd name="T10" fmla="*/ 65 w 65"/>
                <a:gd name="T11" fmla="*/ 0 h 77"/>
                <a:gd name="T12" fmla="*/ 45 w 65"/>
                <a:gd name="T13" fmla="*/ 5 h 77"/>
              </a:gdLst>
              <a:ahLst/>
              <a:cxnLst>
                <a:cxn ang="0">
                  <a:pos x="T0" y="T1"/>
                </a:cxn>
                <a:cxn ang="0">
                  <a:pos x="T2" y="T3"/>
                </a:cxn>
                <a:cxn ang="0">
                  <a:pos x="T4" y="T5"/>
                </a:cxn>
                <a:cxn ang="0">
                  <a:pos x="T6" y="T7"/>
                </a:cxn>
                <a:cxn ang="0">
                  <a:pos x="T8" y="T9"/>
                </a:cxn>
                <a:cxn ang="0">
                  <a:pos x="T10" y="T11"/>
                </a:cxn>
                <a:cxn ang="0">
                  <a:pos x="T12" y="T13"/>
                </a:cxn>
              </a:cxnLst>
              <a:rect l="0" t="0" r="r" b="b"/>
              <a:pathLst>
                <a:path w="65" h="77">
                  <a:moveTo>
                    <a:pt x="45" y="5"/>
                  </a:moveTo>
                  <a:cubicBezTo>
                    <a:pt x="45" y="28"/>
                    <a:pt x="45" y="28"/>
                    <a:pt x="45" y="28"/>
                  </a:cubicBezTo>
                  <a:cubicBezTo>
                    <a:pt x="45" y="28"/>
                    <a:pt x="39" y="40"/>
                    <a:pt x="25" y="45"/>
                  </a:cubicBezTo>
                  <a:cubicBezTo>
                    <a:pt x="12" y="49"/>
                    <a:pt x="0" y="56"/>
                    <a:pt x="1" y="64"/>
                  </a:cubicBezTo>
                  <a:cubicBezTo>
                    <a:pt x="2" y="71"/>
                    <a:pt x="18" y="77"/>
                    <a:pt x="65" y="77"/>
                  </a:cubicBezTo>
                  <a:cubicBezTo>
                    <a:pt x="65" y="0"/>
                    <a:pt x="65" y="0"/>
                    <a:pt x="65" y="0"/>
                  </a:cubicBezTo>
                  <a:lnTo>
                    <a:pt x="4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8" name="Freeform 37"/>
            <p:cNvSpPr>
              <a:spLocks/>
            </p:cNvSpPr>
            <p:nvPr/>
          </p:nvSpPr>
          <p:spPr bwMode="auto">
            <a:xfrm>
              <a:off x="8855075" y="4613275"/>
              <a:ext cx="134938" cy="168275"/>
            </a:xfrm>
            <a:custGeom>
              <a:avLst/>
              <a:gdLst>
                <a:gd name="T0" fmla="*/ 14 w 62"/>
                <a:gd name="T1" fmla="*/ 5 h 77"/>
                <a:gd name="T2" fmla="*/ 14 w 62"/>
                <a:gd name="T3" fmla="*/ 28 h 77"/>
                <a:gd name="T4" fmla="*/ 32 w 62"/>
                <a:gd name="T5" fmla="*/ 45 h 77"/>
                <a:gd name="T6" fmla="*/ 61 w 62"/>
                <a:gd name="T7" fmla="*/ 64 h 77"/>
                <a:gd name="T8" fmla="*/ 0 w 62"/>
                <a:gd name="T9" fmla="*/ 77 h 77"/>
                <a:gd name="T10" fmla="*/ 0 w 62"/>
                <a:gd name="T11" fmla="*/ 0 h 77"/>
                <a:gd name="T12" fmla="*/ 14 w 62"/>
                <a:gd name="T13" fmla="*/ 5 h 77"/>
              </a:gdLst>
              <a:ahLst/>
              <a:cxnLst>
                <a:cxn ang="0">
                  <a:pos x="T0" y="T1"/>
                </a:cxn>
                <a:cxn ang="0">
                  <a:pos x="T2" y="T3"/>
                </a:cxn>
                <a:cxn ang="0">
                  <a:pos x="T4" y="T5"/>
                </a:cxn>
                <a:cxn ang="0">
                  <a:pos x="T6" y="T7"/>
                </a:cxn>
                <a:cxn ang="0">
                  <a:pos x="T8" y="T9"/>
                </a:cxn>
                <a:cxn ang="0">
                  <a:pos x="T10" y="T11"/>
                </a:cxn>
                <a:cxn ang="0">
                  <a:pos x="T12" y="T13"/>
                </a:cxn>
              </a:cxnLst>
              <a:rect l="0" t="0" r="r" b="b"/>
              <a:pathLst>
                <a:path w="62" h="77">
                  <a:moveTo>
                    <a:pt x="14" y="5"/>
                  </a:moveTo>
                  <a:cubicBezTo>
                    <a:pt x="14" y="28"/>
                    <a:pt x="14" y="28"/>
                    <a:pt x="14" y="28"/>
                  </a:cubicBezTo>
                  <a:cubicBezTo>
                    <a:pt x="14" y="28"/>
                    <a:pt x="19" y="40"/>
                    <a:pt x="32" y="45"/>
                  </a:cubicBezTo>
                  <a:cubicBezTo>
                    <a:pt x="46" y="49"/>
                    <a:pt x="62" y="56"/>
                    <a:pt x="61" y="64"/>
                  </a:cubicBezTo>
                  <a:cubicBezTo>
                    <a:pt x="60" y="71"/>
                    <a:pt x="34" y="77"/>
                    <a:pt x="0" y="77"/>
                  </a:cubicBezTo>
                  <a:cubicBezTo>
                    <a:pt x="0" y="0"/>
                    <a:pt x="0" y="0"/>
                    <a:pt x="0"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49" name="Freeform 38"/>
            <p:cNvSpPr>
              <a:spLocks/>
            </p:cNvSpPr>
            <p:nvPr/>
          </p:nvSpPr>
          <p:spPr bwMode="auto">
            <a:xfrm>
              <a:off x="8618538" y="4127500"/>
              <a:ext cx="500063" cy="503238"/>
            </a:xfrm>
            <a:custGeom>
              <a:avLst/>
              <a:gdLst>
                <a:gd name="T0" fmla="*/ 169 w 230"/>
                <a:gd name="T1" fmla="*/ 12 h 231"/>
                <a:gd name="T2" fmla="*/ 215 w 230"/>
                <a:gd name="T3" fmla="*/ 103 h 231"/>
                <a:gd name="T4" fmla="*/ 102 w 230"/>
                <a:gd name="T5" fmla="*/ 216 h 231"/>
                <a:gd name="T6" fmla="*/ 12 w 230"/>
                <a:gd name="T7" fmla="*/ 171 h 231"/>
                <a:gd name="T8" fmla="*/ 0 w 230"/>
                <a:gd name="T9" fmla="*/ 181 h 231"/>
                <a:gd name="T10" fmla="*/ 102 w 230"/>
                <a:gd name="T11" fmla="*/ 231 h 231"/>
                <a:gd name="T12" fmla="*/ 230 w 230"/>
                <a:gd name="T13" fmla="*/ 103 h 231"/>
                <a:gd name="T14" fmla="*/ 178 w 230"/>
                <a:gd name="T15" fmla="*/ 0 h 231"/>
                <a:gd name="T16" fmla="*/ 169 w 230"/>
                <a:gd name="T17" fmla="*/ 1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1">
                  <a:moveTo>
                    <a:pt x="169" y="12"/>
                  </a:moveTo>
                  <a:cubicBezTo>
                    <a:pt x="197" y="32"/>
                    <a:pt x="215" y="65"/>
                    <a:pt x="215" y="103"/>
                  </a:cubicBezTo>
                  <a:cubicBezTo>
                    <a:pt x="215" y="165"/>
                    <a:pt x="165" y="216"/>
                    <a:pt x="102" y="216"/>
                  </a:cubicBezTo>
                  <a:cubicBezTo>
                    <a:pt x="65" y="216"/>
                    <a:pt x="33" y="198"/>
                    <a:pt x="12" y="171"/>
                  </a:cubicBezTo>
                  <a:cubicBezTo>
                    <a:pt x="0" y="181"/>
                    <a:pt x="0" y="181"/>
                    <a:pt x="0" y="181"/>
                  </a:cubicBezTo>
                  <a:cubicBezTo>
                    <a:pt x="24" y="211"/>
                    <a:pt x="61" y="231"/>
                    <a:pt x="102" y="231"/>
                  </a:cubicBezTo>
                  <a:cubicBezTo>
                    <a:pt x="173" y="231"/>
                    <a:pt x="230" y="174"/>
                    <a:pt x="230" y="103"/>
                  </a:cubicBezTo>
                  <a:cubicBezTo>
                    <a:pt x="230" y="61"/>
                    <a:pt x="210" y="23"/>
                    <a:pt x="178" y="0"/>
                  </a:cubicBezTo>
                  <a:lnTo>
                    <a:pt x="169"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0" name="Freeform 39"/>
            <p:cNvSpPr>
              <a:spLocks noEditPoints="1"/>
            </p:cNvSpPr>
            <p:nvPr/>
          </p:nvSpPr>
          <p:spPr bwMode="auto">
            <a:xfrm>
              <a:off x="8621713" y="4137025"/>
              <a:ext cx="442913" cy="441325"/>
            </a:xfrm>
            <a:custGeom>
              <a:avLst/>
              <a:gdLst>
                <a:gd name="T0" fmla="*/ 102 w 203"/>
                <a:gd name="T1" fmla="*/ 203 h 203"/>
                <a:gd name="T2" fmla="*/ 203 w 203"/>
                <a:gd name="T3" fmla="*/ 101 h 203"/>
                <a:gd name="T4" fmla="*/ 102 w 203"/>
                <a:gd name="T5" fmla="*/ 0 h 203"/>
                <a:gd name="T6" fmla="*/ 102 w 203"/>
                <a:gd name="T7" fmla="*/ 5 h 203"/>
                <a:gd name="T8" fmla="*/ 198 w 203"/>
                <a:gd name="T9" fmla="*/ 101 h 203"/>
                <a:gd name="T10" fmla="*/ 102 w 203"/>
                <a:gd name="T11" fmla="*/ 198 h 203"/>
                <a:gd name="T12" fmla="*/ 102 w 203"/>
                <a:gd name="T13" fmla="*/ 203 h 203"/>
                <a:gd name="T14" fmla="*/ 102 w 203"/>
                <a:gd name="T15" fmla="*/ 0 h 203"/>
                <a:gd name="T16" fmla="*/ 0 w 203"/>
                <a:gd name="T17" fmla="*/ 101 h 203"/>
                <a:gd name="T18" fmla="*/ 102 w 203"/>
                <a:gd name="T19" fmla="*/ 203 h 203"/>
                <a:gd name="T20" fmla="*/ 102 w 203"/>
                <a:gd name="T21" fmla="*/ 203 h 203"/>
                <a:gd name="T22" fmla="*/ 102 w 203"/>
                <a:gd name="T23" fmla="*/ 198 h 203"/>
                <a:gd name="T24" fmla="*/ 102 w 203"/>
                <a:gd name="T25" fmla="*/ 198 h 203"/>
                <a:gd name="T26" fmla="*/ 102 w 203"/>
                <a:gd name="T27" fmla="*/ 198 h 203"/>
                <a:gd name="T28" fmla="*/ 5 w 203"/>
                <a:gd name="T29" fmla="*/ 101 h 203"/>
                <a:gd name="T30" fmla="*/ 102 w 203"/>
                <a:gd name="T31" fmla="*/ 5 h 203"/>
                <a:gd name="T32" fmla="*/ 102 w 203"/>
                <a:gd name="T33" fmla="*/ 5 h 203"/>
                <a:gd name="T34" fmla="*/ 102 w 203"/>
                <a:gd name="T3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3" h="203">
                  <a:moveTo>
                    <a:pt x="102" y="203"/>
                  </a:moveTo>
                  <a:cubicBezTo>
                    <a:pt x="158" y="203"/>
                    <a:pt x="203" y="157"/>
                    <a:pt x="203" y="101"/>
                  </a:cubicBezTo>
                  <a:cubicBezTo>
                    <a:pt x="203" y="45"/>
                    <a:pt x="158" y="0"/>
                    <a:pt x="102" y="0"/>
                  </a:cubicBezTo>
                  <a:cubicBezTo>
                    <a:pt x="102" y="5"/>
                    <a:pt x="102" y="5"/>
                    <a:pt x="102" y="5"/>
                  </a:cubicBezTo>
                  <a:cubicBezTo>
                    <a:pt x="155" y="5"/>
                    <a:pt x="198" y="48"/>
                    <a:pt x="198" y="101"/>
                  </a:cubicBezTo>
                  <a:cubicBezTo>
                    <a:pt x="198" y="155"/>
                    <a:pt x="155" y="198"/>
                    <a:pt x="102" y="198"/>
                  </a:cubicBezTo>
                  <a:lnTo>
                    <a:pt x="102" y="203"/>
                  </a:lnTo>
                  <a:close/>
                  <a:moveTo>
                    <a:pt x="102" y="0"/>
                  </a:moveTo>
                  <a:cubicBezTo>
                    <a:pt x="46" y="0"/>
                    <a:pt x="0" y="45"/>
                    <a:pt x="0" y="101"/>
                  </a:cubicBezTo>
                  <a:cubicBezTo>
                    <a:pt x="0" y="157"/>
                    <a:pt x="46" y="203"/>
                    <a:pt x="102" y="203"/>
                  </a:cubicBezTo>
                  <a:cubicBezTo>
                    <a:pt x="102" y="203"/>
                    <a:pt x="102" y="203"/>
                    <a:pt x="102" y="203"/>
                  </a:cubicBezTo>
                  <a:cubicBezTo>
                    <a:pt x="102" y="198"/>
                    <a:pt x="102" y="198"/>
                    <a:pt x="102" y="198"/>
                  </a:cubicBezTo>
                  <a:cubicBezTo>
                    <a:pt x="102" y="198"/>
                    <a:pt x="102" y="198"/>
                    <a:pt x="102" y="198"/>
                  </a:cubicBezTo>
                  <a:cubicBezTo>
                    <a:pt x="102" y="198"/>
                    <a:pt x="102" y="198"/>
                    <a:pt x="102" y="198"/>
                  </a:cubicBezTo>
                  <a:cubicBezTo>
                    <a:pt x="48" y="198"/>
                    <a:pt x="5" y="155"/>
                    <a:pt x="5" y="101"/>
                  </a:cubicBezTo>
                  <a:cubicBezTo>
                    <a:pt x="5" y="48"/>
                    <a:pt x="48" y="5"/>
                    <a:pt x="102" y="5"/>
                  </a:cubicBezTo>
                  <a:cubicBezTo>
                    <a:pt x="102" y="5"/>
                    <a:pt x="102" y="5"/>
                    <a:pt x="102" y="5"/>
                  </a:cubicBezTo>
                  <a:cubicBezTo>
                    <a:pt x="102" y="0"/>
                    <a:pt x="102" y="0"/>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1" name="Freeform 40"/>
            <p:cNvSpPr>
              <a:spLocks/>
            </p:cNvSpPr>
            <p:nvPr/>
          </p:nvSpPr>
          <p:spPr bwMode="auto">
            <a:xfrm>
              <a:off x="8610600" y="4144963"/>
              <a:ext cx="496888" cy="433388"/>
            </a:xfrm>
            <a:custGeom>
              <a:avLst/>
              <a:gdLst>
                <a:gd name="T0" fmla="*/ 65 w 228"/>
                <a:gd name="T1" fmla="*/ 15 h 199"/>
                <a:gd name="T2" fmla="*/ 61 w 228"/>
                <a:gd name="T3" fmla="*/ 23 h 199"/>
                <a:gd name="T4" fmla="*/ 57 w 228"/>
                <a:gd name="T5" fmla="*/ 29 h 199"/>
                <a:gd name="T6" fmla="*/ 54 w 228"/>
                <a:gd name="T7" fmla="*/ 26 h 199"/>
                <a:gd name="T8" fmla="*/ 52 w 228"/>
                <a:gd name="T9" fmla="*/ 32 h 199"/>
                <a:gd name="T10" fmla="*/ 42 w 228"/>
                <a:gd name="T11" fmla="*/ 34 h 199"/>
                <a:gd name="T12" fmla="*/ 36 w 228"/>
                <a:gd name="T13" fmla="*/ 41 h 199"/>
                <a:gd name="T14" fmla="*/ 27 w 228"/>
                <a:gd name="T15" fmla="*/ 53 h 199"/>
                <a:gd name="T16" fmla="*/ 21 w 228"/>
                <a:gd name="T17" fmla="*/ 61 h 199"/>
                <a:gd name="T18" fmla="*/ 27 w 228"/>
                <a:gd name="T19" fmla="*/ 67 h 199"/>
                <a:gd name="T20" fmla="*/ 27 w 228"/>
                <a:gd name="T21" fmla="*/ 70 h 199"/>
                <a:gd name="T22" fmla="*/ 22 w 228"/>
                <a:gd name="T23" fmla="*/ 65 h 199"/>
                <a:gd name="T24" fmla="*/ 18 w 228"/>
                <a:gd name="T25" fmla="*/ 60 h 199"/>
                <a:gd name="T26" fmla="*/ 16 w 228"/>
                <a:gd name="T27" fmla="*/ 69 h 199"/>
                <a:gd name="T28" fmla="*/ 17 w 228"/>
                <a:gd name="T29" fmla="*/ 83 h 199"/>
                <a:gd name="T30" fmla="*/ 24 w 228"/>
                <a:gd name="T31" fmla="*/ 80 h 199"/>
                <a:gd name="T32" fmla="*/ 32 w 228"/>
                <a:gd name="T33" fmla="*/ 88 h 199"/>
                <a:gd name="T34" fmla="*/ 41 w 228"/>
                <a:gd name="T35" fmla="*/ 98 h 199"/>
                <a:gd name="T36" fmla="*/ 50 w 228"/>
                <a:gd name="T37" fmla="*/ 105 h 199"/>
                <a:gd name="T38" fmla="*/ 61 w 228"/>
                <a:gd name="T39" fmla="*/ 117 h 199"/>
                <a:gd name="T40" fmla="*/ 58 w 228"/>
                <a:gd name="T41" fmla="*/ 134 h 199"/>
                <a:gd name="T42" fmla="*/ 49 w 228"/>
                <a:gd name="T43" fmla="*/ 155 h 199"/>
                <a:gd name="T44" fmla="*/ 52 w 228"/>
                <a:gd name="T45" fmla="*/ 170 h 199"/>
                <a:gd name="T46" fmla="*/ 46 w 228"/>
                <a:gd name="T47" fmla="*/ 171 h 199"/>
                <a:gd name="T48" fmla="*/ 32 w 228"/>
                <a:gd name="T49" fmla="*/ 148 h 199"/>
                <a:gd name="T50" fmla="*/ 16 w 228"/>
                <a:gd name="T51" fmla="*/ 113 h 199"/>
                <a:gd name="T52" fmla="*/ 11 w 228"/>
                <a:gd name="T53" fmla="*/ 87 h 199"/>
                <a:gd name="T54" fmla="*/ 73 w 228"/>
                <a:gd name="T55" fmla="*/ 183 h 199"/>
                <a:gd name="T56" fmla="*/ 89 w 228"/>
                <a:gd name="T57" fmla="*/ 181 h 199"/>
                <a:gd name="T58" fmla="*/ 110 w 228"/>
                <a:gd name="T59" fmla="*/ 178 h 199"/>
                <a:gd name="T60" fmla="*/ 108 w 228"/>
                <a:gd name="T61" fmla="*/ 187 h 199"/>
                <a:gd name="T62" fmla="*/ 121 w 228"/>
                <a:gd name="T63" fmla="*/ 186 h 199"/>
                <a:gd name="T64" fmla="*/ 139 w 228"/>
                <a:gd name="T65" fmla="*/ 184 h 199"/>
                <a:gd name="T66" fmla="*/ 137 w 228"/>
                <a:gd name="T67" fmla="*/ 3 h 199"/>
                <a:gd name="T68" fmla="*/ 197 w 228"/>
                <a:gd name="T69" fmla="*/ 64 h 199"/>
                <a:gd name="T70" fmla="*/ 189 w 228"/>
                <a:gd name="T71" fmla="*/ 58 h 199"/>
                <a:gd name="T72" fmla="*/ 181 w 228"/>
                <a:gd name="T73" fmla="*/ 74 h 199"/>
                <a:gd name="T74" fmla="*/ 170 w 228"/>
                <a:gd name="T75" fmla="*/ 59 h 199"/>
                <a:gd name="T76" fmla="*/ 174 w 228"/>
                <a:gd name="T77" fmla="*/ 75 h 199"/>
                <a:gd name="T78" fmla="*/ 186 w 228"/>
                <a:gd name="T79" fmla="*/ 79 h 199"/>
                <a:gd name="T80" fmla="*/ 181 w 228"/>
                <a:gd name="T81" fmla="*/ 100 h 199"/>
                <a:gd name="T82" fmla="*/ 175 w 228"/>
                <a:gd name="T83" fmla="*/ 122 h 199"/>
                <a:gd name="T84" fmla="*/ 168 w 228"/>
                <a:gd name="T85" fmla="*/ 137 h 199"/>
                <a:gd name="T86" fmla="*/ 147 w 228"/>
                <a:gd name="T87" fmla="*/ 154 h 199"/>
                <a:gd name="T88" fmla="*/ 141 w 228"/>
                <a:gd name="T89" fmla="*/ 139 h 199"/>
                <a:gd name="T90" fmla="*/ 142 w 228"/>
                <a:gd name="T91" fmla="*/ 121 h 199"/>
                <a:gd name="T92" fmla="*/ 135 w 228"/>
                <a:gd name="T93" fmla="*/ 101 h 199"/>
                <a:gd name="T94" fmla="*/ 125 w 228"/>
                <a:gd name="T95" fmla="*/ 89 h 199"/>
                <a:gd name="T96" fmla="*/ 99 w 228"/>
                <a:gd name="T97" fmla="*/ 90 h 199"/>
                <a:gd name="T98" fmla="*/ 89 w 228"/>
                <a:gd name="T99" fmla="*/ 76 h 199"/>
                <a:gd name="T100" fmla="*/ 100 w 228"/>
                <a:gd name="T101" fmla="*/ 49 h 199"/>
                <a:gd name="T102" fmla="*/ 119 w 228"/>
                <a:gd name="T103" fmla="*/ 41 h 199"/>
                <a:gd name="T104" fmla="*/ 130 w 228"/>
                <a:gd name="T105" fmla="*/ 46 h 199"/>
                <a:gd name="T106" fmla="*/ 146 w 228"/>
                <a:gd name="T107" fmla="*/ 46 h 199"/>
                <a:gd name="T108" fmla="*/ 162 w 228"/>
                <a:gd name="T109" fmla="*/ 44 h 199"/>
                <a:gd name="T110" fmla="*/ 147 w 228"/>
                <a:gd name="T111" fmla="*/ 37 h 199"/>
                <a:gd name="T112" fmla="*/ 146 w 228"/>
                <a:gd name="T113" fmla="*/ 32 h 199"/>
                <a:gd name="T114" fmla="*/ 127 w 228"/>
                <a:gd name="T115" fmla="*/ 32 h 199"/>
                <a:gd name="T116" fmla="*/ 111 w 228"/>
                <a:gd name="T117" fmla="*/ 37 h 199"/>
                <a:gd name="T118" fmla="*/ 107 w 228"/>
                <a:gd name="T119" fmla="*/ 21 h 199"/>
                <a:gd name="T120" fmla="*/ 96 w 228"/>
                <a:gd name="T121" fmla="*/ 11 h 199"/>
                <a:gd name="T122" fmla="*/ 109 w 228"/>
                <a:gd name="T123"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8" h="199">
                  <a:moveTo>
                    <a:pt x="92" y="0"/>
                  </a:moveTo>
                  <a:cubicBezTo>
                    <a:pt x="92" y="0"/>
                    <a:pt x="58" y="5"/>
                    <a:pt x="35" y="31"/>
                  </a:cubicBezTo>
                  <a:cubicBezTo>
                    <a:pt x="35" y="31"/>
                    <a:pt x="53" y="13"/>
                    <a:pt x="64" y="13"/>
                  </a:cubicBezTo>
                  <a:cubicBezTo>
                    <a:pt x="66" y="14"/>
                    <a:pt x="66" y="14"/>
                    <a:pt x="66" y="14"/>
                  </a:cubicBezTo>
                  <a:cubicBezTo>
                    <a:pt x="66" y="14"/>
                    <a:pt x="66" y="15"/>
                    <a:pt x="65" y="15"/>
                  </a:cubicBezTo>
                  <a:cubicBezTo>
                    <a:pt x="65" y="16"/>
                    <a:pt x="64" y="17"/>
                    <a:pt x="64" y="18"/>
                  </a:cubicBezTo>
                  <a:cubicBezTo>
                    <a:pt x="64" y="18"/>
                    <a:pt x="64" y="20"/>
                    <a:pt x="64" y="20"/>
                  </a:cubicBezTo>
                  <a:cubicBezTo>
                    <a:pt x="63" y="21"/>
                    <a:pt x="63" y="21"/>
                    <a:pt x="63" y="21"/>
                  </a:cubicBezTo>
                  <a:cubicBezTo>
                    <a:pt x="63" y="21"/>
                    <a:pt x="62" y="21"/>
                    <a:pt x="62" y="22"/>
                  </a:cubicBezTo>
                  <a:cubicBezTo>
                    <a:pt x="62" y="22"/>
                    <a:pt x="61" y="22"/>
                    <a:pt x="61" y="23"/>
                  </a:cubicBezTo>
                  <a:cubicBezTo>
                    <a:pt x="61" y="24"/>
                    <a:pt x="61" y="25"/>
                    <a:pt x="61" y="25"/>
                  </a:cubicBezTo>
                  <a:cubicBezTo>
                    <a:pt x="62" y="27"/>
                    <a:pt x="62" y="27"/>
                    <a:pt x="62" y="27"/>
                  </a:cubicBezTo>
                  <a:cubicBezTo>
                    <a:pt x="61" y="28"/>
                    <a:pt x="61" y="28"/>
                    <a:pt x="61" y="28"/>
                  </a:cubicBezTo>
                  <a:cubicBezTo>
                    <a:pt x="59" y="29"/>
                    <a:pt x="59" y="29"/>
                    <a:pt x="59" y="29"/>
                  </a:cubicBezTo>
                  <a:cubicBezTo>
                    <a:pt x="59" y="29"/>
                    <a:pt x="58" y="29"/>
                    <a:pt x="57" y="29"/>
                  </a:cubicBezTo>
                  <a:cubicBezTo>
                    <a:pt x="56" y="29"/>
                    <a:pt x="56" y="27"/>
                    <a:pt x="56" y="27"/>
                  </a:cubicBezTo>
                  <a:cubicBezTo>
                    <a:pt x="58" y="26"/>
                    <a:pt x="58" y="26"/>
                    <a:pt x="58" y="26"/>
                  </a:cubicBezTo>
                  <a:cubicBezTo>
                    <a:pt x="58" y="26"/>
                    <a:pt x="58" y="26"/>
                    <a:pt x="58" y="25"/>
                  </a:cubicBezTo>
                  <a:cubicBezTo>
                    <a:pt x="57" y="25"/>
                    <a:pt x="57" y="24"/>
                    <a:pt x="56" y="24"/>
                  </a:cubicBezTo>
                  <a:cubicBezTo>
                    <a:pt x="55" y="24"/>
                    <a:pt x="54" y="26"/>
                    <a:pt x="54" y="26"/>
                  </a:cubicBezTo>
                  <a:cubicBezTo>
                    <a:pt x="52" y="27"/>
                    <a:pt x="52" y="27"/>
                    <a:pt x="52" y="27"/>
                  </a:cubicBezTo>
                  <a:cubicBezTo>
                    <a:pt x="52" y="27"/>
                    <a:pt x="51" y="29"/>
                    <a:pt x="51" y="29"/>
                  </a:cubicBezTo>
                  <a:cubicBezTo>
                    <a:pt x="52" y="29"/>
                    <a:pt x="53" y="29"/>
                    <a:pt x="53" y="29"/>
                  </a:cubicBezTo>
                  <a:cubicBezTo>
                    <a:pt x="53" y="29"/>
                    <a:pt x="53" y="30"/>
                    <a:pt x="53" y="31"/>
                  </a:cubicBezTo>
                  <a:cubicBezTo>
                    <a:pt x="53" y="31"/>
                    <a:pt x="52" y="32"/>
                    <a:pt x="52" y="32"/>
                  </a:cubicBezTo>
                  <a:cubicBezTo>
                    <a:pt x="52" y="32"/>
                    <a:pt x="52" y="33"/>
                    <a:pt x="51" y="33"/>
                  </a:cubicBezTo>
                  <a:cubicBezTo>
                    <a:pt x="50" y="32"/>
                    <a:pt x="49" y="32"/>
                    <a:pt x="48" y="32"/>
                  </a:cubicBezTo>
                  <a:cubicBezTo>
                    <a:pt x="47" y="32"/>
                    <a:pt x="46" y="31"/>
                    <a:pt x="46" y="32"/>
                  </a:cubicBezTo>
                  <a:cubicBezTo>
                    <a:pt x="45" y="32"/>
                    <a:pt x="45" y="32"/>
                    <a:pt x="45" y="32"/>
                  </a:cubicBezTo>
                  <a:cubicBezTo>
                    <a:pt x="45" y="33"/>
                    <a:pt x="42" y="34"/>
                    <a:pt x="42" y="34"/>
                  </a:cubicBezTo>
                  <a:cubicBezTo>
                    <a:pt x="42" y="34"/>
                    <a:pt x="41" y="35"/>
                    <a:pt x="41" y="35"/>
                  </a:cubicBezTo>
                  <a:cubicBezTo>
                    <a:pt x="41" y="35"/>
                    <a:pt x="41" y="37"/>
                    <a:pt x="41" y="37"/>
                  </a:cubicBezTo>
                  <a:cubicBezTo>
                    <a:pt x="41" y="37"/>
                    <a:pt x="40" y="38"/>
                    <a:pt x="38" y="38"/>
                  </a:cubicBezTo>
                  <a:cubicBezTo>
                    <a:pt x="37" y="39"/>
                    <a:pt x="36" y="39"/>
                    <a:pt x="36" y="39"/>
                  </a:cubicBezTo>
                  <a:cubicBezTo>
                    <a:pt x="36" y="41"/>
                    <a:pt x="36" y="41"/>
                    <a:pt x="36" y="41"/>
                  </a:cubicBezTo>
                  <a:cubicBezTo>
                    <a:pt x="36" y="41"/>
                    <a:pt x="34" y="42"/>
                    <a:pt x="34" y="43"/>
                  </a:cubicBezTo>
                  <a:cubicBezTo>
                    <a:pt x="33" y="44"/>
                    <a:pt x="30" y="46"/>
                    <a:pt x="30" y="46"/>
                  </a:cubicBezTo>
                  <a:cubicBezTo>
                    <a:pt x="30" y="46"/>
                    <a:pt x="29" y="47"/>
                    <a:pt x="28" y="48"/>
                  </a:cubicBezTo>
                  <a:cubicBezTo>
                    <a:pt x="28" y="49"/>
                    <a:pt x="28" y="50"/>
                    <a:pt x="28" y="51"/>
                  </a:cubicBezTo>
                  <a:cubicBezTo>
                    <a:pt x="28" y="51"/>
                    <a:pt x="27" y="52"/>
                    <a:pt x="27" y="53"/>
                  </a:cubicBezTo>
                  <a:cubicBezTo>
                    <a:pt x="27" y="54"/>
                    <a:pt x="26" y="55"/>
                    <a:pt x="26" y="56"/>
                  </a:cubicBezTo>
                  <a:cubicBezTo>
                    <a:pt x="25" y="56"/>
                    <a:pt x="25" y="57"/>
                    <a:pt x="24" y="57"/>
                  </a:cubicBezTo>
                  <a:cubicBezTo>
                    <a:pt x="24" y="57"/>
                    <a:pt x="22" y="58"/>
                    <a:pt x="21" y="58"/>
                  </a:cubicBezTo>
                  <a:cubicBezTo>
                    <a:pt x="20" y="59"/>
                    <a:pt x="20" y="60"/>
                    <a:pt x="20" y="60"/>
                  </a:cubicBezTo>
                  <a:cubicBezTo>
                    <a:pt x="20" y="60"/>
                    <a:pt x="21" y="61"/>
                    <a:pt x="21" y="61"/>
                  </a:cubicBezTo>
                  <a:cubicBezTo>
                    <a:pt x="22" y="61"/>
                    <a:pt x="23" y="62"/>
                    <a:pt x="23" y="62"/>
                  </a:cubicBezTo>
                  <a:cubicBezTo>
                    <a:pt x="23" y="62"/>
                    <a:pt x="23" y="63"/>
                    <a:pt x="23" y="64"/>
                  </a:cubicBezTo>
                  <a:cubicBezTo>
                    <a:pt x="23" y="64"/>
                    <a:pt x="22" y="66"/>
                    <a:pt x="23" y="66"/>
                  </a:cubicBezTo>
                  <a:cubicBezTo>
                    <a:pt x="24" y="66"/>
                    <a:pt x="25" y="66"/>
                    <a:pt x="25" y="66"/>
                  </a:cubicBezTo>
                  <a:cubicBezTo>
                    <a:pt x="27" y="67"/>
                    <a:pt x="27" y="67"/>
                    <a:pt x="27" y="67"/>
                  </a:cubicBezTo>
                  <a:cubicBezTo>
                    <a:pt x="28" y="68"/>
                    <a:pt x="28" y="68"/>
                    <a:pt x="28" y="68"/>
                  </a:cubicBezTo>
                  <a:cubicBezTo>
                    <a:pt x="29" y="68"/>
                    <a:pt x="29" y="68"/>
                    <a:pt x="29" y="68"/>
                  </a:cubicBezTo>
                  <a:cubicBezTo>
                    <a:pt x="29" y="68"/>
                    <a:pt x="29" y="69"/>
                    <a:pt x="29" y="70"/>
                  </a:cubicBezTo>
                  <a:cubicBezTo>
                    <a:pt x="28" y="70"/>
                    <a:pt x="28" y="71"/>
                    <a:pt x="28" y="71"/>
                  </a:cubicBezTo>
                  <a:cubicBezTo>
                    <a:pt x="27" y="71"/>
                    <a:pt x="27" y="71"/>
                    <a:pt x="27" y="70"/>
                  </a:cubicBezTo>
                  <a:cubicBezTo>
                    <a:pt x="27" y="69"/>
                    <a:pt x="27" y="69"/>
                    <a:pt x="26" y="68"/>
                  </a:cubicBezTo>
                  <a:cubicBezTo>
                    <a:pt x="25" y="68"/>
                    <a:pt x="24" y="69"/>
                    <a:pt x="24" y="69"/>
                  </a:cubicBezTo>
                  <a:cubicBezTo>
                    <a:pt x="24" y="69"/>
                    <a:pt x="23" y="69"/>
                    <a:pt x="23" y="68"/>
                  </a:cubicBezTo>
                  <a:cubicBezTo>
                    <a:pt x="22" y="67"/>
                    <a:pt x="22" y="68"/>
                    <a:pt x="22" y="67"/>
                  </a:cubicBezTo>
                  <a:cubicBezTo>
                    <a:pt x="22" y="66"/>
                    <a:pt x="23" y="66"/>
                    <a:pt x="22" y="65"/>
                  </a:cubicBezTo>
                  <a:cubicBezTo>
                    <a:pt x="22" y="65"/>
                    <a:pt x="21" y="64"/>
                    <a:pt x="21" y="64"/>
                  </a:cubicBezTo>
                  <a:cubicBezTo>
                    <a:pt x="20" y="64"/>
                    <a:pt x="21" y="65"/>
                    <a:pt x="20" y="64"/>
                  </a:cubicBezTo>
                  <a:cubicBezTo>
                    <a:pt x="20" y="63"/>
                    <a:pt x="19" y="63"/>
                    <a:pt x="19" y="63"/>
                  </a:cubicBezTo>
                  <a:cubicBezTo>
                    <a:pt x="19" y="63"/>
                    <a:pt x="18" y="63"/>
                    <a:pt x="18" y="62"/>
                  </a:cubicBezTo>
                  <a:cubicBezTo>
                    <a:pt x="18" y="62"/>
                    <a:pt x="18" y="61"/>
                    <a:pt x="18" y="60"/>
                  </a:cubicBezTo>
                  <a:cubicBezTo>
                    <a:pt x="18" y="60"/>
                    <a:pt x="19" y="59"/>
                    <a:pt x="19" y="58"/>
                  </a:cubicBezTo>
                  <a:cubicBezTo>
                    <a:pt x="19" y="58"/>
                    <a:pt x="19" y="55"/>
                    <a:pt x="19" y="55"/>
                  </a:cubicBezTo>
                  <a:cubicBezTo>
                    <a:pt x="19" y="55"/>
                    <a:pt x="16" y="61"/>
                    <a:pt x="15" y="66"/>
                  </a:cubicBezTo>
                  <a:cubicBezTo>
                    <a:pt x="15" y="66"/>
                    <a:pt x="16" y="65"/>
                    <a:pt x="16" y="66"/>
                  </a:cubicBezTo>
                  <a:cubicBezTo>
                    <a:pt x="16" y="67"/>
                    <a:pt x="17" y="68"/>
                    <a:pt x="16" y="69"/>
                  </a:cubicBezTo>
                  <a:cubicBezTo>
                    <a:pt x="16" y="69"/>
                    <a:pt x="16" y="69"/>
                    <a:pt x="16" y="72"/>
                  </a:cubicBezTo>
                  <a:cubicBezTo>
                    <a:pt x="16" y="74"/>
                    <a:pt x="17" y="75"/>
                    <a:pt x="17" y="76"/>
                  </a:cubicBezTo>
                  <a:cubicBezTo>
                    <a:pt x="16" y="76"/>
                    <a:pt x="16" y="77"/>
                    <a:pt x="16" y="78"/>
                  </a:cubicBezTo>
                  <a:cubicBezTo>
                    <a:pt x="16" y="79"/>
                    <a:pt x="16" y="82"/>
                    <a:pt x="17" y="82"/>
                  </a:cubicBezTo>
                  <a:cubicBezTo>
                    <a:pt x="17" y="82"/>
                    <a:pt x="17" y="83"/>
                    <a:pt x="17" y="83"/>
                  </a:cubicBezTo>
                  <a:cubicBezTo>
                    <a:pt x="18" y="84"/>
                    <a:pt x="17" y="85"/>
                    <a:pt x="18" y="84"/>
                  </a:cubicBezTo>
                  <a:cubicBezTo>
                    <a:pt x="19" y="82"/>
                    <a:pt x="20" y="81"/>
                    <a:pt x="20" y="81"/>
                  </a:cubicBezTo>
                  <a:cubicBezTo>
                    <a:pt x="20" y="80"/>
                    <a:pt x="20" y="80"/>
                    <a:pt x="20" y="80"/>
                  </a:cubicBezTo>
                  <a:cubicBezTo>
                    <a:pt x="20" y="80"/>
                    <a:pt x="20" y="79"/>
                    <a:pt x="22" y="79"/>
                  </a:cubicBezTo>
                  <a:cubicBezTo>
                    <a:pt x="23" y="79"/>
                    <a:pt x="24" y="79"/>
                    <a:pt x="24" y="80"/>
                  </a:cubicBezTo>
                  <a:cubicBezTo>
                    <a:pt x="25" y="80"/>
                    <a:pt x="23" y="82"/>
                    <a:pt x="24" y="82"/>
                  </a:cubicBezTo>
                  <a:cubicBezTo>
                    <a:pt x="25" y="82"/>
                    <a:pt x="27" y="81"/>
                    <a:pt x="28" y="81"/>
                  </a:cubicBezTo>
                  <a:cubicBezTo>
                    <a:pt x="29" y="81"/>
                    <a:pt x="29" y="82"/>
                    <a:pt x="30" y="83"/>
                  </a:cubicBezTo>
                  <a:cubicBezTo>
                    <a:pt x="30" y="84"/>
                    <a:pt x="30" y="85"/>
                    <a:pt x="31" y="86"/>
                  </a:cubicBezTo>
                  <a:cubicBezTo>
                    <a:pt x="32" y="86"/>
                    <a:pt x="31" y="87"/>
                    <a:pt x="32" y="88"/>
                  </a:cubicBezTo>
                  <a:cubicBezTo>
                    <a:pt x="32" y="89"/>
                    <a:pt x="34" y="90"/>
                    <a:pt x="35" y="90"/>
                  </a:cubicBezTo>
                  <a:cubicBezTo>
                    <a:pt x="35" y="90"/>
                    <a:pt x="37" y="90"/>
                    <a:pt x="38" y="90"/>
                  </a:cubicBezTo>
                  <a:cubicBezTo>
                    <a:pt x="39" y="91"/>
                    <a:pt x="38" y="92"/>
                    <a:pt x="39" y="92"/>
                  </a:cubicBezTo>
                  <a:cubicBezTo>
                    <a:pt x="40" y="92"/>
                    <a:pt x="41" y="95"/>
                    <a:pt x="41" y="95"/>
                  </a:cubicBezTo>
                  <a:cubicBezTo>
                    <a:pt x="41" y="95"/>
                    <a:pt x="41" y="97"/>
                    <a:pt x="41" y="98"/>
                  </a:cubicBezTo>
                  <a:cubicBezTo>
                    <a:pt x="41" y="98"/>
                    <a:pt x="41" y="99"/>
                    <a:pt x="42" y="100"/>
                  </a:cubicBezTo>
                  <a:cubicBezTo>
                    <a:pt x="42" y="100"/>
                    <a:pt x="44" y="100"/>
                    <a:pt x="44" y="100"/>
                  </a:cubicBezTo>
                  <a:cubicBezTo>
                    <a:pt x="44" y="100"/>
                    <a:pt x="43" y="102"/>
                    <a:pt x="45" y="102"/>
                  </a:cubicBezTo>
                  <a:cubicBezTo>
                    <a:pt x="47" y="103"/>
                    <a:pt x="48" y="103"/>
                    <a:pt x="49" y="104"/>
                  </a:cubicBezTo>
                  <a:cubicBezTo>
                    <a:pt x="49" y="104"/>
                    <a:pt x="48" y="105"/>
                    <a:pt x="50" y="105"/>
                  </a:cubicBezTo>
                  <a:cubicBezTo>
                    <a:pt x="52" y="105"/>
                    <a:pt x="54" y="105"/>
                    <a:pt x="55" y="106"/>
                  </a:cubicBezTo>
                  <a:cubicBezTo>
                    <a:pt x="56" y="106"/>
                    <a:pt x="55" y="107"/>
                    <a:pt x="57" y="109"/>
                  </a:cubicBezTo>
                  <a:cubicBezTo>
                    <a:pt x="60" y="110"/>
                    <a:pt x="60" y="111"/>
                    <a:pt x="61" y="111"/>
                  </a:cubicBezTo>
                  <a:cubicBezTo>
                    <a:pt x="62" y="111"/>
                    <a:pt x="63" y="111"/>
                    <a:pt x="63" y="113"/>
                  </a:cubicBezTo>
                  <a:cubicBezTo>
                    <a:pt x="62" y="115"/>
                    <a:pt x="62" y="116"/>
                    <a:pt x="61" y="117"/>
                  </a:cubicBezTo>
                  <a:cubicBezTo>
                    <a:pt x="60" y="118"/>
                    <a:pt x="59" y="120"/>
                    <a:pt x="58" y="121"/>
                  </a:cubicBezTo>
                  <a:cubicBezTo>
                    <a:pt x="58" y="122"/>
                    <a:pt x="57" y="123"/>
                    <a:pt x="58" y="124"/>
                  </a:cubicBezTo>
                  <a:cubicBezTo>
                    <a:pt x="58" y="126"/>
                    <a:pt x="59" y="127"/>
                    <a:pt x="59" y="128"/>
                  </a:cubicBezTo>
                  <a:cubicBezTo>
                    <a:pt x="59" y="129"/>
                    <a:pt x="59" y="131"/>
                    <a:pt x="59" y="132"/>
                  </a:cubicBezTo>
                  <a:cubicBezTo>
                    <a:pt x="58" y="133"/>
                    <a:pt x="58" y="134"/>
                    <a:pt x="58" y="134"/>
                  </a:cubicBezTo>
                  <a:cubicBezTo>
                    <a:pt x="58" y="134"/>
                    <a:pt x="59" y="136"/>
                    <a:pt x="58" y="137"/>
                  </a:cubicBezTo>
                  <a:cubicBezTo>
                    <a:pt x="57" y="138"/>
                    <a:pt x="55" y="140"/>
                    <a:pt x="54" y="140"/>
                  </a:cubicBezTo>
                  <a:cubicBezTo>
                    <a:pt x="53" y="140"/>
                    <a:pt x="51" y="142"/>
                    <a:pt x="51" y="142"/>
                  </a:cubicBezTo>
                  <a:cubicBezTo>
                    <a:pt x="51" y="142"/>
                    <a:pt x="51" y="146"/>
                    <a:pt x="51" y="147"/>
                  </a:cubicBezTo>
                  <a:cubicBezTo>
                    <a:pt x="51" y="147"/>
                    <a:pt x="47" y="154"/>
                    <a:pt x="49" y="155"/>
                  </a:cubicBezTo>
                  <a:cubicBezTo>
                    <a:pt x="50" y="156"/>
                    <a:pt x="50" y="158"/>
                    <a:pt x="50" y="159"/>
                  </a:cubicBezTo>
                  <a:cubicBezTo>
                    <a:pt x="49" y="160"/>
                    <a:pt x="49" y="160"/>
                    <a:pt x="49" y="160"/>
                  </a:cubicBezTo>
                  <a:cubicBezTo>
                    <a:pt x="48" y="161"/>
                    <a:pt x="46" y="161"/>
                    <a:pt x="47" y="163"/>
                  </a:cubicBezTo>
                  <a:cubicBezTo>
                    <a:pt x="49" y="165"/>
                    <a:pt x="50" y="165"/>
                    <a:pt x="50" y="167"/>
                  </a:cubicBezTo>
                  <a:cubicBezTo>
                    <a:pt x="51" y="168"/>
                    <a:pt x="51" y="168"/>
                    <a:pt x="52" y="170"/>
                  </a:cubicBezTo>
                  <a:cubicBezTo>
                    <a:pt x="53" y="171"/>
                    <a:pt x="53" y="172"/>
                    <a:pt x="54" y="173"/>
                  </a:cubicBezTo>
                  <a:cubicBezTo>
                    <a:pt x="55" y="174"/>
                    <a:pt x="56" y="175"/>
                    <a:pt x="56" y="176"/>
                  </a:cubicBezTo>
                  <a:cubicBezTo>
                    <a:pt x="56" y="177"/>
                    <a:pt x="59" y="179"/>
                    <a:pt x="56" y="177"/>
                  </a:cubicBezTo>
                  <a:cubicBezTo>
                    <a:pt x="53" y="175"/>
                    <a:pt x="56" y="177"/>
                    <a:pt x="52" y="174"/>
                  </a:cubicBezTo>
                  <a:cubicBezTo>
                    <a:pt x="49" y="171"/>
                    <a:pt x="48" y="173"/>
                    <a:pt x="46" y="171"/>
                  </a:cubicBezTo>
                  <a:cubicBezTo>
                    <a:pt x="45" y="169"/>
                    <a:pt x="47" y="175"/>
                    <a:pt x="44" y="168"/>
                  </a:cubicBezTo>
                  <a:cubicBezTo>
                    <a:pt x="41" y="160"/>
                    <a:pt x="40" y="161"/>
                    <a:pt x="39" y="159"/>
                  </a:cubicBezTo>
                  <a:cubicBezTo>
                    <a:pt x="39" y="157"/>
                    <a:pt x="39" y="159"/>
                    <a:pt x="37" y="155"/>
                  </a:cubicBezTo>
                  <a:cubicBezTo>
                    <a:pt x="35" y="151"/>
                    <a:pt x="37" y="154"/>
                    <a:pt x="35" y="151"/>
                  </a:cubicBezTo>
                  <a:cubicBezTo>
                    <a:pt x="33" y="149"/>
                    <a:pt x="33" y="152"/>
                    <a:pt x="32" y="148"/>
                  </a:cubicBezTo>
                  <a:cubicBezTo>
                    <a:pt x="31" y="143"/>
                    <a:pt x="31" y="146"/>
                    <a:pt x="30" y="141"/>
                  </a:cubicBezTo>
                  <a:cubicBezTo>
                    <a:pt x="28" y="136"/>
                    <a:pt x="31" y="136"/>
                    <a:pt x="28" y="133"/>
                  </a:cubicBezTo>
                  <a:cubicBezTo>
                    <a:pt x="25" y="131"/>
                    <a:pt x="25" y="132"/>
                    <a:pt x="24" y="131"/>
                  </a:cubicBezTo>
                  <a:cubicBezTo>
                    <a:pt x="23" y="129"/>
                    <a:pt x="25" y="130"/>
                    <a:pt x="22" y="126"/>
                  </a:cubicBezTo>
                  <a:cubicBezTo>
                    <a:pt x="20" y="122"/>
                    <a:pt x="16" y="120"/>
                    <a:pt x="16" y="113"/>
                  </a:cubicBezTo>
                  <a:cubicBezTo>
                    <a:pt x="16" y="105"/>
                    <a:pt x="16" y="104"/>
                    <a:pt x="16" y="104"/>
                  </a:cubicBezTo>
                  <a:cubicBezTo>
                    <a:pt x="16" y="104"/>
                    <a:pt x="13" y="101"/>
                    <a:pt x="14" y="97"/>
                  </a:cubicBezTo>
                  <a:cubicBezTo>
                    <a:pt x="15" y="92"/>
                    <a:pt x="16" y="94"/>
                    <a:pt x="15" y="92"/>
                  </a:cubicBezTo>
                  <a:cubicBezTo>
                    <a:pt x="15" y="91"/>
                    <a:pt x="14" y="91"/>
                    <a:pt x="13" y="89"/>
                  </a:cubicBezTo>
                  <a:cubicBezTo>
                    <a:pt x="12" y="88"/>
                    <a:pt x="12" y="88"/>
                    <a:pt x="11" y="87"/>
                  </a:cubicBezTo>
                  <a:cubicBezTo>
                    <a:pt x="11" y="86"/>
                    <a:pt x="11" y="83"/>
                    <a:pt x="11" y="83"/>
                  </a:cubicBezTo>
                  <a:cubicBezTo>
                    <a:pt x="10" y="84"/>
                    <a:pt x="10" y="84"/>
                    <a:pt x="10" y="84"/>
                  </a:cubicBezTo>
                  <a:cubicBezTo>
                    <a:pt x="10" y="84"/>
                    <a:pt x="0" y="182"/>
                    <a:pt x="97" y="197"/>
                  </a:cubicBezTo>
                  <a:cubicBezTo>
                    <a:pt x="97" y="197"/>
                    <a:pt x="75" y="192"/>
                    <a:pt x="73" y="187"/>
                  </a:cubicBezTo>
                  <a:cubicBezTo>
                    <a:pt x="73" y="187"/>
                    <a:pt x="72" y="183"/>
                    <a:pt x="73" y="183"/>
                  </a:cubicBezTo>
                  <a:cubicBezTo>
                    <a:pt x="74" y="183"/>
                    <a:pt x="76" y="184"/>
                    <a:pt x="77" y="183"/>
                  </a:cubicBezTo>
                  <a:cubicBezTo>
                    <a:pt x="79" y="181"/>
                    <a:pt x="80" y="180"/>
                    <a:pt x="80" y="180"/>
                  </a:cubicBezTo>
                  <a:cubicBezTo>
                    <a:pt x="80" y="182"/>
                    <a:pt x="80" y="182"/>
                    <a:pt x="80" y="182"/>
                  </a:cubicBezTo>
                  <a:cubicBezTo>
                    <a:pt x="80" y="182"/>
                    <a:pt x="79" y="182"/>
                    <a:pt x="83" y="181"/>
                  </a:cubicBezTo>
                  <a:cubicBezTo>
                    <a:pt x="88" y="181"/>
                    <a:pt x="88" y="181"/>
                    <a:pt x="89" y="181"/>
                  </a:cubicBezTo>
                  <a:cubicBezTo>
                    <a:pt x="91" y="180"/>
                    <a:pt x="93" y="176"/>
                    <a:pt x="94" y="178"/>
                  </a:cubicBezTo>
                  <a:cubicBezTo>
                    <a:pt x="95" y="181"/>
                    <a:pt x="93" y="180"/>
                    <a:pt x="95" y="181"/>
                  </a:cubicBezTo>
                  <a:cubicBezTo>
                    <a:pt x="97" y="181"/>
                    <a:pt x="101" y="180"/>
                    <a:pt x="101" y="180"/>
                  </a:cubicBezTo>
                  <a:cubicBezTo>
                    <a:pt x="101" y="180"/>
                    <a:pt x="108" y="181"/>
                    <a:pt x="108" y="180"/>
                  </a:cubicBezTo>
                  <a:cubicBezTo>
                    <a:pt x="109" y="179"/>
                    <a:pt x="109" y="178"/>
                    <a:pt x="110" y="178"/>
                  </a:cubicBezTo>
                  <a:cubicBezTo>
                    <a:pt x="111" y="178"/>
                    <a:pt x="112" y="180"/>
                    <a:pt x="112" y="180"/>
                  </a:cubicBezTo>
                  <a:cubicBezTo>
                    <a:pt x="108" y="182"/>
                    <a:pt x="108" y="182"/>
                    <a:pt x="108" y="182"/>
                  </a:cubicBezTo>
                  <a:cubicBezTo>
                    <a:pt x="105" y="185"/>
                    <a:pt x="105" y="185"/>
                    <a:pt x="105" y="185"/>
                  </a:cubicBezTo>
                  <a:cubicBezTo>
                    <a:pt x="105" y="185"/>
                    <a:pt x="103" y="185"/>
                    <a:pt x="105" y="186"/>
                  </a:cubicBezTo>
                  <a:cubicBezTo>
                    <a:pt x="106" y="187"/>
                    <a:pt x="107" y="187"/>
                    <a:pt x="108" y="187"/>
                  </a:cubicBezTo>
                  <a:cubicBezTo>
                    <a:pt x="110" y="187"/>
                    <a:pt x="114" y="190"/>
                    <a:pt x="115" y="188"/>
                  </a:cubicBezTo>
                  <a:cubicBezTo>
                    <a:pt x="116" y="186"/>
                    <a:pt x="116" y="186"/>
                    <a:pt x="117" y="185"/>
                  </a:cubicBezTo>
                  <a:cubicBezTo>
                    <a:pt x="117" y="184"/>
                    <a:pt x="117" y="182"/>
                    <a:pt x="119" y="182"/>
                  </a:cubicBezTo>
                  <a:cubicBezTo>
                    <a:pt x="120" y="182"/>
                    <a:pt x="122" y="183"/>
                    <a:pt x="122" y="183"/>
                  </a:cubicBezTo>
                  <a:cubicBezTo>
                    <a:pt x="121" y="186"/>
                    <a:pt x="121" y="186"/>
                    <a:pt x="121" y="186"/>
                  </a:cubicBezTo>
                  <a:cubicBezTo>
                    <a:pt x="121" y="186"/>
                    <a:pt x="123" y="186"/>
                    <a:pt x="125" y="186"/>
                  </a:cubicBezTo>
                  <a:cubicBezTo>
                    <a:pt x="126" y="186"/>
                    <a:pt x="126" y="188"/>
                    <a:pt x="128" y="186"/>
                  </a:cubicBezTo>
                  <a:cubicBezTo>
                    <a:pt x="129" y="184"/>
                    <a:pt x="129" y="184"/>
                    <a:pt x="131" y="184"/>
                  </a:cubicBezTo>
                  <a:cubicBezTo>
                    <a:pt x="133" y="184"/>
                    <a:pt x="135" y="183"/>
                    <a:pt x="136" y="183"/>
                  </a:cubicBezTo>
                  <a:cubicBezTo>
                    <a:pt x="136" y="184"/>
                    <a:pt x="138" y="184"/>
                    <a:pt x="139" y="184"/>
                  </a:cubicBezTo>
                  <a:cubicBezTo>
                    <a:pt x="139" y="184"/>
                    <a:pt x="143" y="186"/>
                    <a:pt x="143" y="186"/>
                  </a:cubicBezTo>
                  <a:cubicBezTo>
                    <a:pt x="144" y="185"/>
                    <a:pt x="148" y="186"/>
                    <a:pt x="148" y="186"/>
                  </a:cubicBezTo>
                  <a:cubicBezTo>
                    <a:pt x="148" y="186"/>
                    <a:pt x="137" y="196"/>
                    <a:pt x="113" y="197"/>
                  </a:cubicBezTo>
                  <a:cubicBezTo>
                    <a:pt x="113" y="197"/>
                    <a:pt x="167" y="199"/>
                    <a:pt x="197" y="146"/>
                  </a:cubicBezTo>
                  <a:cubicBezTo>
                    <a:pt x="228" y="94"/>
                    <a:pt x="206" y="26"/>
                    <a:pt x="137" y="3"/>
                  </a:cubicBezTo>
                  <a:cubicBezTo>
                    <a:pt x="137" y="3"/>
                    <a:pt x="189" y="22"/>
                    <a:pt x="203" y="71"/>
                  </a:cubicBezTo>
                  <a:cubicBezTo>
                    <a:pt x="202" y="72"/>
                    <a:pt x="202" y="72"/>
                    <a:pt x="202" y="72"/>
                  </a:cubicBezTo>
                  <a:cubicBezTo>
                    <a:pt x="201" y="71"/>
                    <a:pt x="201" y="72"/>
                    <a:pt x="200" y="69"/>
                  </a:cubicBezTo>
                  <a:cubicBezTo>
                    <a:pt x="199" y="67"/>
                    <a:pt x="199" y="68"/>
                    <a:pt x="199" y="66"/>
                  </a:cubicBezTo>
                  <a:cubicBezTo>
                    <a:pt x="198" y="64"/>
                    <a:pt x="198" y="65"/>
                    <a:pt x="197" y="64"/>
                  </a:cubicBezTo>
                  <a:cubicBezTo>
                    <a:pt x="195" y="62"/>
                    <a:pt x="195" y="62"/>
                    <a:pt x="194" y="61"/>
                  </a:cubicBezTo>
                  <a:cubicBezTo>
                    <a:pt x="193" y="61"/>
                    <a:pt x="192" y="58"/>
                    <a:pt x="192" y="57"/>
                  </a:cubicBezTo>
                  <a:cubicBezTo>
                    <a:pt x="191" y="56"/>
                    <a:pt x="189" y="55"/>
                    <a:pt x="188" y="55"/>
                  </a:cubicBezTo>
                  <a:cubicBezTo>
                    <a:pt x="187" y="55"/>
                    <a:pt x="188" y="54"/>
                    <a:pt x="187" y="55"/>
                  </a:cubicBezTo>
                  <a:cubicBezTo>
                    <a:pt x="187" y="56"/>
                    <a:pt x="189" y="58"/>
                    <a:pt x="189" y="58"/>
                  </a:cubicBezTo>
                  <a:cubicBezTo>
                    <a:pt x="189" y="62"/>
                    <a:pt x="189" y="62"/>
                    <a:pt x="189" y="62"/>
                  </a:cubicBezTo>
                  <a:cubicBezTo>
                    <a:pt x="189" y="62"/>
                    <a:pt x="190" y="65"/>
                    <a:pt x="190" y="66"/>
                  </a:cubicBezTo>
                  <a:cubicBezTo>
                    <a:pt x="190" y="67"/>
                    <a:pt x="189" y="70"/>
                    <a:pt x="189" y="70"/>
                  </a:cubicBezTo>
                  <a:cubicBezTo>
                    <a:pt x="189" y="70"/>
                    <a:pt x="188" y="72"/>
                    <a:pt x="187" y="73"/>
                  </a:cubicBezTo>
                  <a:cubicBezTo>
                    <a:pt x="186" y="73"/>
                    <a:pt x="181" y="74"/>
                    <a:pt x="181" y="74"/>
                  </a:cubicBezTo>
                  <a:cubicBezTo>
                    <a:pt x="181" y="74"/>
                    <a:pt x="179" y="72"/>
                    <a:pt x="179" y="71"/>
                  </a:cubicBezTo>
                  <a:cubicBezTo>
                    <a:pt x="178" y="69"/>
                    <a:pt x="175" y="69"/>
                    <a:pt x="174" y="68"/>
                  </a:cubicBezTo>
                  <a:cubicBezTo>
                    <a:pt x="174" y="67"/>
                    <a:pt x="175" y="66"/>
                    <a:pt x="173" y="64"/>
                  </a:cubicBezTo>
                  <a:cubicBezTo>
                    <a:pt x="172" y="62"/>
                    <a:pt x="173" y="63"/>
                    <a:pt x="172" y="61"/>
                  </a:cubicBezTo>
                  <a:cubicBezTo>
                    <a:pt x="170" y="59"/>
                    <a:pt x="170" y="59"/>
                    <a:pt x="170" y="59"/>
                  </a:cubicBezTo>
                  <a:cubicBezTo>
                    <a:pt x="170" y="59"/>
                    <a:pt x="166" y="58"/>
                    <a:pt x="167" y="60"/>
                  </a:cubicBezTo>
                  <a:cubicBezTo>
                    <a:pt x="168" y="63"/>
                    <a:pt x="167" y="65"/>
                    <a:pt x="168" y="65"/>
                  </a:cubicBezTo>
                  <a:cubicBezTo>
                    <a:pt x="169" y="66"/>
                    <a:pt x="170" y="65"/>
                    <a:pt x="171" y="67"/>
                  </a:cubicBezTo>
                  <a:cubicBezTo>
                    <a:pt x="172" y="69"/>
                    <a:pt x="172" y="70"/>
                    <a:pt x="172" y="71"/>
                  </a:cubicBezTo>
                  <a:cubicBezTo>
                    <a:pt x="173" y="71"/>
                    <a:pt x="173" y="74"/>
                    <a:pt x="174" y="75"/>
                  </a:cubicBezTo>
                  <a:cubicBezTo>
                    <a:pt x="175" y="75"/>
                    <a:pt x="178" y="75"/>
                    <a:pt x="178" y="76"/>
                  </a:cubicBezTo>
                  <a:cubicBezTo>
                    <a:pt x="177" y="77"/>
                    <a:pt x="176" y="78"/>
                    <a:pt x="178" y="79"/>
                  </a:cubicBezTo>
                  <a:cubicBezTo>
                    <a:pt x="179" y="79"/>
                    <a:pt x="179" y="80"/>
                    <a:pt x="180" y="80"/>
                  </a:cubicBezTo>
                  <a:cubicBezTo>
                    <a:pt x="181" y="80"/>
                    <a:pt x="181" y="80"/>
                    <a:pt x="182" y="79"/>
                  </a:cubicBezTo>
                  <a:cubicBezTo>
                    <a:pt x="184" y="79"/>
                    <a:pt x="186" y="79"/>
                    <a:pt x="186" y="79"/>
                  </a:cubicBezTo>
                  <a:cubicBezTo>
                    <a:pt x="186" y="79"/>
                    <a:pt x="188" y="80"/>
                    <a:pt x="188" y="81"/>
                  </a:cubicBezTo>
                  <a:cubicBezTo>
                    <a:pt x="188" y="82"/>
                    <a:pt x="187" y="86"/>
                    <a:pt x="187" y="86"/>
                  </a:cubicBezTo>
                  <a:cubicBezTo>
                    <a:pt x="185" y="90"/>
                    <a:pt x="185" y="90"/>
                    <a:pt x="185" y="90"/>
                  </a:cubicBezTo>
                  <a:cubicBezTo>
                    <a:pt x="185" y="90"/>
                    <a:pt x="185" y="97"/>
                    <a:pt x="184" y="97"/>
                  </a:cubicBezTo>
                  <a:cubicBezTo>
                    <a:pt x="183" y="97"/>
                    <a:pt x="182" y="100"/>
                    <a:pt x="181" y="100"/>
                  </a:cubicBezTo>
                  <a:cubicBezTo>
                    <a:pt x="180" y="101"/>
                    <a:pt x="180" y="105"/>
                    <a:pt x="180" y="105"/>
                  </a:cubicBezTo>
                  <a:cubicBezTo>
                    <a:pt x="178" y="108"/>
                    <a:pt x="178" y="108"/>
                    <a:pt x="178" y="108"/>
                  </a:cubicBezTo>
                  <a:cubicBezTo>
                    <a:pt x="178" y="108"/>
                    <a:pt x="178" y="111"/>
                    <a:pt x="178" y="112"/>
                  </a:cubicBezTo>
                  <a:cubicBezTo>
                    <a:pt x="178" y="113"/>
                    <a:pt x="179" y="117"/>
                    <a:pt x="178" y="119"/>
                  </a:cubicBezTo>
                  <a:cubicBezTo>
                    <a:pt x="178" y="121"/>
                    <a:pt x="175" y="122"/>
                    <a:pt x="175" y="122"/>
                  </a:cubicBezTo>
                  <a:cubicBezTo>
                    <a:pt x="175" y="122"/>
                    <a:pt x="179" y="126"/>
                    <a:pt x="177" y="126"/>
                  </a:cubicBezTo>
                  <a:cubicBezTo>
                    <a:pt x="175" y="127"/>
                    <a:pt x="173" y="129"/>
                    <a:pt x="173" y="130"/>
                  </a:cubicBezTo>
                  <a:cubicBezTo>
                    <a:pt x="172" y="131"/>
                    <a:pt x="172" y="132"/>
                    <a:pt x="171" y="132"/>
                  </a:cubicBezTo>
                  <a:cubicBezTo>
                    <a:pt x="170" y="133"/>
                    <a:pt x="168" y="133"/>
                    <a:pt x="168" y="134"/>
                  </a:cubicBezTo>
                  <a:cubicBezTo>
                    <a:pt x="168" y="134"/>
                    <a:pt x="168" y="137"/>
                    <a:pt x="168" y="137"/>
                  </a:cubicBezTo>
                  <a:cubicBezTo>
                    <a:pt x="164" y="142"/>
                    <a:pt x="164" y="142"/>
                    <a:pt x="164" y="142"/>
                  </a:cubicBezTo>
                  <a:cubicBezTo>
                    <a:pt x="160" y="146"/>
                    <a:pt x="160" y="146"/>
                    <a:pt x="160" y="146"/>
                  </a:cubicBezTo>
                  <a:cubicBezTo>
                    <a:pt x="160" y="146"/>
                    <a:pt x="160" y="149"/>
                    <a:pt x="159" y="149"/>
                  </a:cubicBezTo>
                  <a:cubicBezTo>
                    <a:pt x="158" y="149"/>
                    <a:pt x="153" y="151"/>
                    <a:pt x="152" y="152"/>
                  </a:cubicBezTo>
                  <a:cubicBezTo>
                    <a:pt x="152" y="152"/>
                    <a:pt x="148" y="154"/>
                    <a:pt x="147" y="154"/>
                  </a:cubicBezTo>
                  <a:cubicBezTo>
                    <a:pt x="146" y="154"/>
                    <a:pt x="148" y="157"/>
                    <a:pt x="146" y="154"/>
                  </a:cubicBezTo>
                  <a:cubicBezTo>
                    <a:pt x="144" y="151"/>
                    <a:pt x="145" y="153"/>
                    <a:pt x="144" y="149"/>
                  </a:cubicBezTo>
                  <a:cubicBezTo>
                    <a:pt x="142" y="145"/>
                    <a:pt x="142" y="148"/>
                    <a:pt x="142" y="145"/>
                  </a:cubicBezTo>
                  <a:cubicBezTo>
                    <a:pt x="142" y="143"/>
                    <a:pt x="142" y="145"/>
                    <a:pt x="142" y="143"/>
                  </a:cubicBezTo>
                  <a:cubicBezTo>
                    <a:pt x="142" y="140"/>
                    <a:pt x="143" y="142"/>
                    <a:pt x="141" y="139"/>
                  </a:cubicBezTo>
                  <a:cubicBezTo>
                    <a:pt x="140" y="136"/>
                    <a:pt x="140" y="137"/>
                    <a:pt x="138" y="135"/>
                  </a:cubicBezTo>
                  <a:cubicBezTo>
                    <a:pt x="136" y="133"/>
                    <a:pt x="135" y="135"/>
                    <a:pt x="136" y="132"/>
                  </a:cubicBezTo>
                  <a:cubicBezTo>
                    <a:pt x="137" y="129"/>
                    <a:pt x="137" y="132"/>
                    <a:pt x="137" y="129"/>
                  </a:cubicBezTo>
                  <a:cubicBezTo>
                    <a:pt x="138" y="126"/>
                    <a:pt x="137" y="125"/>
                    <a:pt x="139" y="124"/>
                  </a:cubicBezTo>
                  <a:cubicBezTo>
                    <a:pt x="141" y="123"/>
                    <a:pt x="142" y="122"/>
                    <a:pt x="142" y="121"/>
                  </a:cubicBezTo>
                  <a:cubicBezTo>
                    <a:pt x="142" y="119"/>
                    <a:pt x="142" y="118"/>
                    <a:pt x="142" y="117"/>
                  </a:cubicBezTo>
                  <a:cubicBezTo>
                    <a:pt x="141" y="116"/>
                    <a:pt x="139" y="114"/>
                    <a:pt x="139" y="113"/>
                  </a:cubicBezTo>
                  <a:cubicBezTo>
                    <a:pt x="139" y="112"/>
                    <a:pt x="139" y="113"/>
                    <a:pt x="137" y="111"/>
                  </a:cubicBezTo>
                  <a:cubicBezTo>
                    <a:pt x="136" y="109"/>
                    <a:pt x="135" y="108"/>
                    <a:pt x="135" y="108"/>
                  </a:cubicBezTo>
                  <a:cubicBezTo>
                    <a:pt x="135" y="108"/>
                    <a:pt x="135" y="103"/>
                    <a:pt x="135" y="101"/>
                  </a:cubicBezTo>
                  <a:cubicBezTo>
                    <a:pt x="135" y="99"/>
                    <a:pt x="134" y="102"/>
                    <a:pt x="135" y="99"/>
                  </a:cubicBezTo>
                  <a:cubicBezTo>
                    <a:pt x="135" y="96"/>
                    <a:pt x="135" y="94"/>
                    <a:pt x="135" y="94"/>
                  </a:cubicBezTo>
                  <a:cubicBezTo>
                    <a:pt x="135" y="94"/>
                    <a:pt x="132" y="92"/>
                    <a:pt x="131" y="92"/>
                  </a:cubicBezTo>
                  <a:cubicBezTo>
                    <a:pt x="129" y="92"/>
                    <a:pt x="129" y="94"/>
                    <a:pt x="127" y="93"/>
                  </a:cubicBezTo>
                  <a:cubicBezTo>
                    <a:pt x="125" y="91"/>
                    <a:pt x="126" y="90"/>
                    <a:pt x="125" y="89"/>
                  </a:cubicBezTo>
                  <a:cubicBezTo>
                    <a:pt x="124" y="89"/>
                    <a:pt x="123" y="89"/>
                    <a:pt x="122" y="90"/>
                  </a:cubicBezTo>
                  <a:cubicBezTo>
                    <a:pt x="121" y="91"/>
                    <a:pt x="118" y="91"/>
                    <a:pt x="116" y="91"/>
                  </a:cubicBezTo>
                  <a:cubicBezTo>
                    <a:pt x="114" y="92"/>
                    <a:pt x="113" y="92"/>
                    <a:pt x="110" y="92"/>
                  </a:cubicBezTo>
                  <a:cubicBezTo>
                    <a:pt x="108" y="92"/>
                    <a:pt x="104" y="93"/>
                    <a:pt x="102" y="92"/>
                  </a:cubicBezTo>
                  <a:cubicBezTo>
                    <a:pt x="100" y="91"/>
                    <a:pt x="100" y="92"/>
                    <a:pt x="99" y="90"/>
                  </a:cubicBezTo>
                  <a:cubicBezTo>
                    <a:pt x="98" y="88"/>
                    <a:pt x="99" y="88"/>
                    <a:pt x="97" y="87"/>
                  </a:cubicBezTo>
                  <a:cubicBezTo>
                    <a:pt x="95" y="86"/>
                    <a:pt x="94" y="87"/>
                    <a:pt x="94" y="85"/>
                  </a:cubicBezTo>
                  <a:cubicBezTo>
                    <a:pt x="94" y="82"/>
                    <a:pt x="95" y="83"/>
                    <a:pt x="93" y="81"/>
                  </a:cubicBezTo>
                  <a:cubicBezTo>
                    <a:pt x="92" y="79"/>
                    <a:pt x="94" y="82"/>
                    <a:pt x="92" y="79"/>
                  </a:cubicBezTo>
                  <a:cubicBezTo>
                    <a:pt x="89" y="76"/>
                    <a:pt x="88" y="79"/>
                    <a:pt x="89" y="76"/>
                  </a:cubicBezTo>
                  <a:cubicBezTo>
                    <a:pt x="90" y="74"/>
                    <a:pt x="91" y="75"/>
                    <a:pt x="91" y="73"/>
                  </a:cubicBezTo>
                  <a:cubicBezTo>
                    <a:pt x="91" y="70"/>
                    <a:pt x="95" y="74"/>
                    <a:pt x="92" y="68"/>
                  </a:cubicBezTo>
                  <a:cubicBezTo>
                    <a:pt x="90" y="63"/>
                    <a:pt x="89" y="64"/>
                    <a:pt x="92" y="60"/>
                  </a:cubicBezTo>
                  <a:cubicBezTo>
                    <a:pt x="94" y="55"/>
                    <a:pt x="97" y="54"/>
                    <a:pt x="98" y="53"/>
                  </a:cubicBezTo>
                  <a:cubicBezTo>
                    <a:pt x="98" y="52"/>
                    <a:pt x="99" y="50"/>
                    <a:pt x="100" y="49"/>
                  </a:cubicBezTo>
                  <a:cubicBezTo>
                    <a:pt x="101" y="48"/>
                    <a:pt x="100" y="48"/>
                    <a:pt x="102" y="48"/>
                  </a:cubicBezTo>
                  <a:cubicBezTo>
                    <a:pt x="104" y="48"/>
                    <a:pt x="107" y="47"/>
                    <a:pt x="108" y="46"/>
                  </a:cubicBezTo>
                  <a:cubicBezTo>
                    <a:pt x="109" y="45"/>
                    <a:pt x="111" y="42"/>
                    <a:pt x="112" y="42"/>
                  </a:cubicBezTo>
                  <a:cubicBezTo>
                    <a:pt x="113" y="42"/>
                    <a:pt x="113" y="42"/>
                    <a:pt x="115" y="42"/>
                  </a:cubicBezTo>
                  <a:cubicBezTo>
                    <a:pt x="117" y="41"/>
                    <a:pt x="117" y="41"/>
                    <a:pt x="119" y="41"/>
                  </a:cubicBezTo>
                  <a:cubicBezTo>
                    <a:pt x="120" y="41"/>
                    <a:pt x="117" y="42"/>
                    <a:pt x="121" y="41"/>
                  </a:cubicBezTo>
                  <a:cubicBezTo>
                    <a:pt x="125" y="40"/>
                    <a:pt x="124" y="40"/>
                    <a:pt x="125" y="40"/>
                  </a:cubicBezTo>
                  <a:cubicBezTo>
                    <a:pt x="126" y="40"/>
                    <a:pt x="126" y="41"/>
                    <a:pt x="127" y="41"/>
                  </a:cubicBezTo>
                  <a:cubicBezTo>
                    <a:pt x="129" y="41"/>
                    <a:pt x="129" y="38"/>
                    <a:pt x="129" y="41"/>
                  </a:cubicBezTo>
                  <a:cubicBezTo>
                    <a:pt x="129" y="45"/>
                    <a:pt x="128" y="46"/>
                    <a:pt x="130" y="46"/>
                  </a:cubicBezTo>
                  <a:cubicBezTo>
                    <a:pt x="133" y="47"/>
                    <a:pt x="130" y="47"/>
                    <a:pt x="133" y="47"/>
                  </a:cubicBezTo>
                  <a:cubicBezTo>
                    <a:pt x="136" y="47"/>
                    <a:pt x="135" y="47"/>
                    <a:pt x="137" y="48"/>
                  </a:cubicBezTo>
                  <a:cubicBezTo>
                    <a:pt x="138" y="48"/>
                    <a:pt x="139" y="49"/>
                    <a:pt x="141" y="49"/>
                  </a:cubicBezTo>
                  <a:cubicBezTo>
                    <a:pt x="143" y="49"/>
                    <a:pt x="140" y="52"/>
                    <a:pt x="143" y="49"/>
                  </a:cubicBezTo>
                  <a:cubicBezTo>
                    <a:pt x="146" y="46"/>
                    <a:pt x="141" y="46"/>
                    <a:pt x="146" y="46"/>
                  </a:cubicBezTo>
                  <a:cubicBezTo>
                    <a:pt x="151" y="47"/>
                    <a:pt x="152" y="48"/>
                    <a:pt x="153" y="48"/>
                  </a:cubicBezTo>
                  <a:cubicBezTo>
                    <a:pt x="154" y="47"/>
                    <a:pt x="154" y="48"/>
                    <a:pt x="156" y="47"/>
                  </a:cubicBezTo>
                  <a:cubicBezTo>
                    <a:pt x="159" y="46"/>
                    <a:pt x="159" y="46"/>
                    <a:pt x="160" y="46"/>
                  </a:cubicBezTo>
                  <a:cubicBezTo>
                    <a:pt x="161" y="47"/>
                    <a:pt x="161" y="49"/>
                    <a:pt x="162" y="47"/>
                  </a:cubicBezTo>
                  <a:cubicBezTo>
                    <a:pt x="163" y="45"/>
                    <a:pt x="165" y="45"/>
                    <a:pt x="162" y="44"/>
                  </a:cubicBezTo>
                  <a:cubicBezTo>
                    <a:pt x="159" y="42"/>
                    <a:pt x="158" y="44"/>
                    <a:pt x="158" y="42"/>
                  </a:cubicBezTo>
                  <a:cubicBezTo>
                    <a:pt x="157" y="40"/>
                    <a:pt x="160" y="41"/>
                    <a:pt x="157" y="40"/>
                  </a:cubicBezTo>
                  <a:cubicBezTo>
                    <a:pt x="154" y="40"/>
                    <a:pt x="155" y="40"/>
                    <a:pt x="153" y="39"/>
                  </a:cubicBezTo>
                  <a:cubicBezTo>
                    <a:pt x="151" y="38"/>
                    <a:pt x="149" y="41"/>
                    <a:pt x="148" y="39"/>
                  </a:cubicBezTo>
                  <a:cubicBezTo>
                    <a:pt x="147" y="37"/>
                    <a:pt x="143" y="41"/>
                    <a:pt x="147" y="37"/>
                  </a:cubicBezTo>
                  <a:cubicBezTo>
                    <a:pt x="151" y="34"/>
                    <a:pt x="149" y="32"/>
                    <a:pt x="152" y="33"/>
                  </a:cubicBezTo>
                  <a:cubicBezTo>
                    <a:pt x="155" y="34"/>
                    <a:pt x="154" y="36"/>
                    <a:pt x="155" y="35"/>
                  </a:cubicBezTo>
                  <a:cubicBezTo>
                    <a:pt x="157" y="33"/>
                    <a:pt x="160" y="32"/>
                    <a:pt x="157" y="30"/>
                  </a:cubicBezTo>
                  <a:cubicBezTo>
                    <a:pt x="154" y="28"/>
                    <a:pt x="156" y="29"/>
                    <a:pt x="153" y="28"/>
                  </a:cubicBezTo>
                  <a:cubicBezTo>
                    <a:pt x="150" y="26"/>
                    <a:pt x="147" y="33"/>
                    <a:pt x="146" y="32"/>
                  </a:cubicBezTo>
                  <a:cubicBezTo>
                    <a:pt x="145" y="31"/>
                    <a:pt x="144" y="30"/>
                    <a:pt x="143" y="31"/>
                  </a:cubicBezTo>
                  <a:cubicBezTo>
                    <a:pt x="142" y="31"/>
                    <a:pt x="142" y="34"/>
                    <a:pt x="142" y="36"/>
                  </a:cubicBezTo>
                  <a:cubicBezTo>
                    <a:pt x="142" y="38"/>
                    <a:pt x="143" y="38"/>
                    <a:pt x="140" y="37"/>
                  </a:cubicBezTo>
                  <a:cubicBezTo>
                    <a:pt x="137" y="35"/>
                    <a:pt x="144" y="36"/>
                    <a:pt x="137" y="33"/>
                  </a:cubicBezTo>
                  <a:cubicBezTo>
                    <a:pt x="130" y="31"/>
                    <a:pt x="128" y="31"/>
                    <a:pt x="127" y="32"/>
                  </a:cubicBezTo>
                  <a:cubicBezTo>
                    <a:pt x="126" y="33"/>
                    <a:pt x="125" y="33"/>
                    <a:pt x="124" y="34"/>
                  </a:cubicBezTo>
                  <a:cubicBezTo>
                    <a:pt x="123" y="35"/>
                    <a:pt x="126" y="36"/>
                    <a:pt x="123" y="35"/>
                  </a:cubicBezTo>
                  <a:cubicBezTo>
                    <a:pt x="120" y="33"/>
                    <a:pt x="118" y="35"/>
                    <a:pt x="118" y="35"/>
                  </a:cubicBezTo>
                  <a:cubicBezTo>
                    <a:pt x="118" y="35"/>
                    <a:pt x="117" y="35"/>
                    <a:pt x="116" y="36"/>
                  </a:cubicBezTo>
                  <a:cubicBezTo>
                    <a:pt x="114" y="37"/>
                    <a:pt x="112" y="38"/>
                    <a:pt x="111" y="37"/>
                  </a:cubicBezTo>
                  <a:cubicBezTo>
                    <a:pt x="109" y="37"/>
                    <a:pt x="106" y="38"/>
                    <a:pt x="109" y="34"/>
                  </a:cubicBezTo>
                  <a:cubicBezTo>
                    <a:pt x="111" y="31"/>
                    <a:pt x="109" y="33"/>
                    <a:pt x="113" y="31"/>
                  </a:cubicBezTo>
                  <a:cubicBezTo>
                    <a:pt x="117" y="30"/>
                    <a:pt x="123" y="29"/>
                    <a:pt x="118" y="28"/>
                  </a:cubicBezTo>
                  <a:cubicBezTo>
                    <a:pt x="113" y="27"/>
                    <a:pt x="121" y="27"/>
                    <a:pt x="114" y="24"/>
                  </a:cubicBezTo>
                  <a:cubicBezTo>
                    <a:pt x="107" y="21"/>
                    <a:pt x="107" y="25"/>
                    <a:pt x="107" y="21"/>
                  </a:cubicBezTo>
                  <a:cubicBezTo>
                    <a:pt x="108" y="16"/>
                    <a:pt x="107" y="16"/>
                    <a:pt x="106" y="16"/>
                  </a:cubicBezTo>
                  <a:cubicBezTo>
                    <a:pt x="104" y="16"/>
                    <a:pt x="100" y="17"/>
                    <a:pt x="98" y="18"/>
                  </a:cubicBezTo>
                  <a:cubicBezTo>
                    <a:pt x="97" y="18"/>
                    <a:pt x="99" y="19"/>
                    <a:pt x="96" y="17"/>
                  </a:cubicBezTo>
                  <a:cubicBezTo>
                    <a:pt x="92" y="15"/>
                    <a:pt x="91" y="18"/>
                    <a:pt x="92" y="15"/>
                  </a:cubicBezTo>
                  <a:cubicBezTo>
                    <a:pt x="94" y="13"/>
                    <a:pt x="94" y="12"/>
                    <a:pt x="96" y="11"/>
                  </a:cubicBezTo>
                  <a:cubicBezTo>
                    <a:pt x="98" y="9"/>
                    <a:pt x="97" y="3"/>
                    <a:pt x="102" y="5"/>
                  </a:cubicBezTo>
                  <a:cubicBezTo>
                    <a:pt x="106" y="8"/>
                    <a:pt x="105" y="7"/>
                    <a:pt x="108" y="7"/>
                  </a:cubicBezTo>
                  <a:cubicBezTo>
                    <a:pt x="112" y="7"/>
                    <a:pt x="114" y="7"/>
                    <a:pt x="114" y="6"/>
                  </a:cubicBezTo>
                  <a:cubicBezTo>
                    <a:pt x="114" y="5"/>
                    <a:pt x="109" y="3"/>
                    <a:pt x="109" y="3"/>
                  </a:cubicBezTo>
                  <a:cubicBezTo>
                    <a:pt x="109" y="3"/>
                    <a:pt x="108" y="4"/>
                    <a:pt x="109" y="3"/>
                  </a:cubicBezTo>
                  <a:cubicBezTo>
                    <a:pt x="109" y="2"/>
                    <a:pt x="110" y="1"/>
                    <a:pt x="110" y="1"/>
                  </a:cubicBezTo>
                  <a:cubicBezTo>
                    <a:pt x="109" y="0"/>
                    <a:pt x="109" y="0"/>
                    <a:pt x="109" y="0"/>
                  </a:cubicBezTo>
                  <a:cubicBezTo>
                    <a:pt x="109" y="0"/>
                    <a:pt x="96" y="0"/>
                    <a:pt x="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sp>
        <p:nvSpPr>
          <p:cNvPr id="52" name="Freeform 41"/>
          <p:cNvSpPr>
            <a:spLocks noEditPoints="1"/>
          </p:cNvSpPr>
          <p:nvPr/>
        </p:nvSpPr>
        <p:spPr bwMode="auto">
          <a:xfrm>
            <a:off x="10031712" y="3796454"/>
            <a:ext cx="451923" cy="411751"/>
          </a:xfrm>
          <a:custGeom>
            <a:avLst/>
            <a:gdLst>
              <a:gd name="T0" fmla="*/ 116 w 196"/>
              <a:gd name="T1" fmla="*/ 2 h 179"/>
              <a:gd name="T2" fmla="*/ 98 w 196"/>
              <a:gd name="T3" fmla="*/ 0 h 179"/>
              <a:gd name="T4" fmla="*/ 98 w 196"/>
              <a:gd name="T5" fmla="*/ 17 h 179"/>
              <a:gd name="T6" fmla="*/ 113 w 196"/>
              <a:gd name="T7" fmla="*/ 18 h 179"/>
              <a:gd name="T8" fmla="*/ 169 w 196"/>
              <a:gd name="T9" fmla="*/ 105 h 179"/>
              <a:gd name="T10" fmla="*/ 98 w 196"/>
              <a:gd name="T11" fmla="*/ 163 h 179"/>
              <a:gd name="T12" fmla="*/ 98 w 196"/>
              <a:gd name="T13" fmla="*/ 179 h 179"/>
              <a:gd name="T14" fmla="*/ 185 w 196"/>
              <a:gd name="T15" fmla="*/ 108 h 179"/>
              <a:gd name="T16" fmla="*/ 116 w 196"/>
              <a:gd name="T17" fmla="*/ 2 h 179"/>
              <a:gd name="T18" fmla="*/ 98 w 196"/>
              <a:gd name="T19" fmla="*/ 0 h 179"/>
              <a:gd name="T20" fmla="*/ 10 w 196"/>
              <a:gd name="T21" fmla="*/ 71 h 179"/>
              <a:gd name="T22" fmla="*/ 79 w 196"/>
              <a:gd name="T23" fmla="*/ 177 h 179"/>
              <a:gd name="T24" fmla="*/ 98 w 196"/>
              <a:gd name="T25" fmla="*/ 179 h 179"/>
              <a:gd name="T26" fmla="*/ 98 w 196"/>
              <a:gd name="T27" fmla="*/ 163 h 179"/>
              <a:gd name="T28" fmla="*/ 83 w 196"/>
              <a:gd name="T29" fmla="*/ 161 h 179"/>
              <a:gd name="T30" fmla="*/ 83 w 196"/>
              <a:gd name="T31" fmla="*/ 161 h 179"/>
              <a:gd name="T32" fmla="*/ 26 w 196"/>
              <a:gd name="T33" fmla="*/ 75 h 179"/>
              <a:gd name="T34" fmla="*/ 98 w 196"/>
              <a:gd name="T35" fmla="*/ 17 h 179"/>
              <a:gd name="T36" fmla="*/ 98 w 196"/>
              <a:gd name="T3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179">
                <a:moveTo>
                  <a:pt x="116" y="2"/>
                </a:moveTo>
                <a:cubicBezTo>
                  <a:pt x="110" y="1"/>
                  <a:pt x="104" y="0"/>
                  <a:pt x="98" y="0"/>
                </a:cubicBezTo>
                <a:cubicBezTo>
                  <a:pt x="98" y="17"/>
                  <a:pt x="98" y="17"/>
                  <a:pt x="98" y="17"/>
                </a:cubicBezTo>
                <a:cubicBezTo>
                  <a:pt x="103" y="17"/>
                  <a:pt x="108" y="17"/>
                  <a:pt x="113" y="18"/>
                </a:cubicBezTo>
                <a:cubicBezTo>
                  <a:pt x="152" y="27"/>
                  <a:pt x="177" y="65"/>
                  <a:pt x="169" y="105"/>
                </a:cubicBezTo>
                <a:cubicBezTo>
                  <a:pt x="162" y="139"/>
                  <a:pt x="131" y="163"/>
                  <a:pt x="98" y="163"/>
                </a:cubicBezTo>
                <a:cubicBezTo>
                  <a:pt x="98" y="179"/>
                  <a:pt x="98" y="179"/>
                  <a:pt x="98" y="179"/>
                </a:cubicBezTo>
                <a:cubicBezTo>
                  <a:pt x="139" y="179"/>
                  <a:pt x="177" y="150"/>
                  <a:pt x="185" y="108"/>
                </a:cubicBezTo>
                <a:cubicBezTo>
                  <a:pt x="196" y="60"/>
                  <a:pt x="165" y="12"/>
                  <a:pt x="116" y="2"/>
                </a:cubicBezTo>
                <a:close/>
                <a:moveTo>
                  <a:pt x="98" y="0"/>
                </a:moveTo>
                <a:cubicBezTo>
                  <a:pt x="56" y="0"/>
                  <a:pt x="19" y="29"/>
                  <a:pt x="10" y="71"/>
                </a:cubicBezTo>
                <a:cubicBezTo>
                  <a:pt x="0" y="120"/>
                  <a:pt x="31" y="167"/>
                  <a:pt x="79" y="177"/>
                </a:cubicBezTo>
                <a:cubicBezTo>
                  <a:pt x="85" y="179"/>
                  <a:pt x="92" y="179"/>
                  <a:pt x="98" y="179"/>
                </a:cubicBezTo>
                <a:cubicBezTo>
                  <a:pt x="98" y="163"/>
                  <a:pt x="98" y="163"/>
                  <a:pt x="98" y="163"/>
                </a:cubicBezTo>
                <a:cubicBezTo>
                  <a:pt x="93" y="163"/>
                  <a:pt x="88" y="162"/>
                  <a:pt x="83" y="161"/>
                </a:cubicBezTo>
                <a:cubicBezTo>
                  <a:pt x="83" y="161"/>
                  <a:pt x="83" y="161"/>
                  <a:pt x="83" y="161"/>
                </a:cubicBezTo>
                <a:cubicBezTo>
                  <a:pt x="43" y="153"/>
                  <a:pt x="18" y="114"/>
                  <a:pt x="26" y="75"/>
                </a:cubicBezTo>
                <a:cubicBezTo>
                  <a:pt x="33" y="40"/>
                  <a:pt x="64" y="17"/>
                  <a:pt x="98" y="17"/>
                </a:cubicBezTo>
                <a:lnTo>
                  <a:pt x="98"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3" name="Freeform 42"/>
          <p:cNvSpPr>
            <a:spLocks/>
          </p:cNvSpPr>
          <p:nvPr/>
        </p:nvSpPr>
        <p:spPr bwMode="auto">
          <a:xfrm>
            <a:off x="10148874" y="4176402"/>
            <a:ext cx="97079" cy="209224"/>
          </a:xfrm>
          <a:custGeom>
            <a:avLst/>
            <a:gdLst>
              <a:gd name="T0" fmla="*/ 33 w 58"/>
              <a:gd name="T1" fmla="*/ 125 h 125"/>
              <a:gd name="T2" fmla="*/ 0 w 58"/>
              <a:gd name="T3" fmla="*/ 118 h 125"/>
              <a:gd name="T4" fmla="*/ 25 w 58"/>
              <a:gd name="T5" fmla="*/ 0 h 125"/>
              <a:gd name="T6" fmla="*/ 58 w 58"/>
              <a:gd name="T7" fmla="*/ 7 h 125"/>
              <a:gd name="T8" fmla="*/ 33 w 58"/>
              <a:gd name="T9" fmla="*/ 125 h 125"/>
            </a:gdLst>
            <a:ahLst/>
            <a:cxnLst>
              <a:cxn ang="0">
                <a:pos x="T0" y="T1"/>
              </a:cxn>
              <a:cxn ang="0">
                <a:pos x="T2" y="T3"/>
              </a:cxn>
              <a:cxn ang="0">
                <a:pos x="T4" y="T5"/>
              </a:cxn>
              <a:cxn ang="0">
                <a:pos x="T6" y="T7"/>
              </a:cxn>
              <a:cxn ang="0">
                <a:pos x="T8" y="T9"/>
              </a:cxn>
            </a:cxnLst>
            <a:rect l="0" t="0" r="r" b="b"/>
            <a:pathLst>
              <a:path w="58" h="125">
                <a:moveTo>
                  <a:pt x="33" y="125"/>
                </a:moveTo>
                <a:lnTo>
                  <a:pt x="0" y="118"/>
                </a:lnTo>
                <a:lnTo>
                  <a:pt x="25" y="0"/>
                </a:lnTo>
                <a:lnTo>
                  <a:pt x="58" y="7"/>
                </a:lnTo>
                <a:lnTo>
                  <a:pt x="33" y="125"/>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4" name="Freeform 43"/>
          <p:cNvSpPr>
            <a:spLocks/>
          </p:cNvSpPr>
          <p:nvPr/>
        </p:nvSpPr>
        <p:spPr bwMode="auto">
          <a:xfrm>
            <a:off x="10108702" y="4240005"/>
            <a:ext cx="137251" cy="282871"/>
          </a:xfrm>
          <a:custGeom>
            <a:avLst/>
            <a:gdLst>
              <a:gd name="T0" fmla="*/ 40 w 60"/>
              <a:gd name="T1" fmla="*/ 106 h 123"/>
              <a:gd name="T2" fmla="*/ 18 w 60"/>
              <a:gd name="T3" fmla="*/ 121 h 123"/>
              <a:gd name="T4" fmla="*/ 3 w 60"/>
              <a:gd name="T5" fmla="*/ 98 h 123"/>
              <a:gd name="T6" fmla="*/ 20 w 60"/>
              <a:gd name="T7" fmla="*/ 17 h 123"/>
              <a:gd name="T8" fmla="*/ 42 w 60"/>
              <a:gd name="T9" fmla="*/ 2 h 123"/>
              <a:gd name="T10" fmla="*/ 57 w 60"/>
              <a:gd name="T11" fmla="*/ 25 h 123"/>
              <a:gd name="T12" fmla="*/ 40 w 60"/>
              <a:gd name="T13" fmla="*/ 106 h 123"/>
            </a:gdLst>
            <a:ahLst/>
            <a:cxnLst>
              <a:cxn ang="0">
                <a:pos x="T0" y="T1"/>
              </a:cxn>
              <a:cxn ang="0">
                <a:pos x="T2" y="T3"/>
              </a:cxn>
              <a:cxn ang="0">
                <a:pos x="T4" y="T5"/>
              </a:cxn>
              <a:cxn ang="0">
                <a:pos x="T6" y="T7"/>
              </a:cxn>
              <a:cxn ang="0">
                <a:pos x="T8" y="T9"/>
              </a:cxn>
              <a:cxn ang="0">
                <a:pos x="T10" y="T11"/>
              </a:cxn>
              <a:cxn ang="0">
                <a:pos x="T12" y="T13"/>
              </a:cxn>
            </a:cxnLst>
            <a:rect l="0" t="0" r="r" b="b"/>
            <a:pathLst>
              <a:path w="60" h="123">
                <a:moveTo>
                  <a:pt x="40" y="106"/>
                </a:moveTo>
                <a:cubicBezTo>
                  <a:pt x="38" y="116"/>
                  <a:pt x="28" y="123"/>
                  <a:pt x="18" y="121"/>
                </a:cubicBezTo>
                <a:cubicBezTo>
                  <a:pt x="7" y="118"/>
                  <a:pt x="0" y="108"/>
                  <a:pt x="3" y="98"/>
                </a:cubicBezTo>
                <a:cubicBezTo>
                  <a:pt x="20" y="17"/>
                  <a:pt x="20" y="17"/>
                  <a:pt x="20" y="17"/>
                </a:cubicBezTo>
                <a:cubicBezTo>
                  <a:pt x="22" y="6"/>
                  <a:pt x="32" y="0"/>
                  <a:pt x="42" y="2"/>
                </a:cubicBezTo>
                <a:cubicBezTo>
                  <a:pt x="53" y="4"/>
                  <a:pt x="60" y="14"/>
                  <a:pt x="57" y="25"/>
                </a:cubicBezTo>
                <a:lnTo>
                  <a:pt x="40" y="106"/>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5" name="Freeform 44"/>
          <p:cNvSpPr>
            <a:spLocks/>
          </p:cNvSpPr>
          <p:nvPr/>
        </p:nvSpPr>
        <p:spPr bwMode="auto">
          <a:xfrm>
            <a:off x="8855035" y="1071524"/>
            <a:ext cx="552350" cy="505484"/>
          </a:xfrm>
          <a:custGeom>
            <a:avLst/>
            <a:gdLst>
              <a:gd name="T0" fmla="*/ 117 w 240"/>
              <a:gd name="T1" fmla="*/ 220 h 220"/>
              <a:gd name="T2" fmla="*/ 0 w 240"/>
              <a:gd name="T3" fmla="*/ 219 h 220"/>
              <a:gd name="T4" fmla="*/ 0 w 240"/>
              <a:gd name="T5" fmla="*/ 44 h 220"/>
              <a:gd name="T6" fmla="*/ 120 w 240"/>
              <a:gd name="T7" fmla="*/ 44 h 220"/>
              <a:gd name="T8" fmla="*/ 240 w 240"/>
              <a:gd name="T9" fmla="*/ 44 h 220"/>
              <a:gd name="T10" fmla="*/ 240 w 240"/>
              <a:gd name="T11" fmla="*/ 219 h 220"/>
              <a:gd name="T12" fmla="*/ 117 w 240"/>
              <a:gd name="T13" fmla="*/ 220 h 220"/>
            </a:gdLst>
            <a:ahLst/>
            <a:cxnLst>
              <a:cxn ang="0">
                <a:pos x="T0" y="T1"/>
              </a:cxn>
              <a:cxn ang="0">
                <a:pos x="T2" y="T3"/>
              </a:cxn>
              <a:cxn ang="0">
                <a:pos x="T4" y="T5"/>
              </a:cxn>
              <a:cxn ang="0">
                <a:pos x="T6" y="T7"/>
              </a:cxn>
              <a:cxn ang="0">
                <a:pos x="T8" y="T9"/>
              </a:cxn>
              <a:cxn ang="0">
                <a:pos x="T10" y="T11"/>
              </a:cxn>
              <a:cxn ang="0">
                <a:pos x="T12" y="T13"/>
              </a:cxn>
            </a:cxnLst>
            <a:rect l="0" t="0" r="r" b="b"/>
            <a:pathLst>
              <a:path w="240" h="220">
                <a:moveTo>
                  <a:pt x="117" y="220"/>
                </a:moveTo>
                <a:cubicBezTo>
                  <a:pt x="117" y="220"/>
                  <a:pt x="76" y="179"/>
                  <a:pt x="0" y="219"/>
                </a:cubicBezTo>
                <a:cubicBezTo>
                  <a:pt x="0" y="44"/>
                  <a:pt x="0" y="44"/>
                  <a:pt x="0" y="44"/>
                </a:cubicBezTo>
                <a:cubicBezTo>
                  <a:pt x="0" y="44"/>
                  <a:pt x="78" y="0"/>
                  <a:pt x="120" y="44"/>
                </a:cubicBezTo>
                <a:cubicBezTo>
                  <a:pt x="240" y="44"/>
                  <a:pt x="240" y="44"/>
                  <a:pt x="240" y="44"/>
                </a:cubicBezTo>
                <a:cubicBezTo>
                  <a:pt x="240" y="219"/>
                  <a:pt x="240" y="219"/>
                  <a:pt x="240" y="219"/>
                </a:cubicBezTo>
                <a:lnTo>
                  <a:pt x="117" y="220"/>
                </a:ln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56" name="Freeform 45"/>
          <p:cNvSpPr>
            <a:spLocks noEditPoints="1"/>
          </p:cNvSpPr>
          <p:nvPr/>
        </p:nvSpPr>
        <p:spPr bwMode="auto">
          <a:xfrm>
            <a:off x="8691006" y="3876795"/>
            <a:ext cx="672864" cy="557372"/>
          </a:xfrm>
          <a:custGeom>
            <a:avLst/>
            <a:gdLst>
              <a:gd name="T0" fmla="*/ 199 w 293"/>
              <a:gd name="T1" fmla="*/ 192 h 242"/>
              <a:gd name="T2" fmla="*/ 219 w 293"/>
              <a:gd name="T3" fmla="*/ 205 h 242"/>
              <a:gd name="T4" fmla="*/ 219 w 293"/>
              <a:gd name="T5" fmla="*/ 214 h 242"/>
              <a:gd name="T6" fmla="*/ 199 w 293"/>
              <a:gd name="T7" fmla="*/ 214 h 242"/>
              <a:gd name="T8" fmla="*/ 219 w 293"/>
              <a:gd name="T9" fmla="*/ 242 h 242"/>
              <a:gd name="T10" fmla="*/ 242 w 293"/>
              <a:gd name="T11" fmla="*/ 216 h 242"/>
              <a:gd name="T12" fmla="*/ 199 w 293"/>
              <a:gd name="T13" fmla="*/ 170 h 242"/>
              <a:gd name="T14" fmla="*/ 293 w 293"/>
              <a:gd name="T15" fmla="*/ 147 h 242"/>
              <a:gd name="T16" fmla="*/ 269 w 293"/>
              <a:gd name="T17" fmla="*/ 0 h 242"/>
              <a:gd name="T18" fmla="*/ 199 w 293"/>
              <a:gd name="T19" fmla="*/ 16 h 242"/>
              <a:gd name="T20" fmla="*/ 275 w 293"/>
              <a:gd name="T21" fmla="*/ 35 h 242"/>
              <a:gd name="T22" fmla="*/ 256 w 293"/>
              <a:gd name="T23" fmla="*/ 154 h 242"/>
              <a:gd name="T24" fmla="*/ 199 w 293"/>
              <a:gd name="T25" fmla="*/ 170 h 242"/>
              <a:gd name="T26" fmla="*/ 175 w 293"/>
              <a:gd name="T27" fmla="*/ 192 h 242"/>
              <a:gd name="T28" fmla="*/ 199 w 293"/>
              <a:gd name="T29" fmla="*/ 170 h 242"/>
              <a:gd name="T30" fmla="*/ 146 w 293"/>
              <a:gd name="T31" fmla="*/ 154 h 242"/>
              <a:gd name="T32" fmla="*/ 199 w 293"/>
              <a:gd name="T33" fmla="*/ 242 h 242"/>
              <a:gd name="T34" fmla="*/ 179 w 293"/>
              <a:gd name="T35" fmla="*/ 214 h 242"/>
              <a:gd name="T36" fmla="*/ 179 w 293"/>
              <a:gd name="T37" fmla="*/ 205 h 242"/>
              <a:gd name="T38" fmla="*/ 199 w 293"/>
              <a:gd name="T39" fmla="*/ 192 h 242"/>
              <a:gd name="T40" fmla="*/ 146 w 293"/>
              <a:gd name="T41" fmla="*/ 0 h 242"/>
              <a:gd name="T42" fmla="*/ 199 w 293"/>
              <a:gd name="T43" fmla="*/ 16 h 242"/>
              <a:gd name="T44" fmla="*/ 146 w 293"/>
              <a:gd name="T45" fmla="*/ 0 h 242"/>
              <a:gd name="T46" fmla="*/ 0 w 293"/>
              <a:gd name="T47" fmla="*/ 24 h 242"/>
              <a:gd name="T48" fmla="*/ 23 w 293"/>
              <a:gd name="T49" fmla="*/ 170 h 242"/>
              <a:gd name="T50" fmla="*/ 117 w 293"/>
              <a:gd name="T51" fmla="*/ 192 h 242"/>
              <a:gd name="T52" fmla="*/ 52 w 293"/>
              <a:gd name="T53" fmla="*/ 216 h 242"/>
              <a:gd name="T54" fmla="*/ 75 w 293"/>
              <a:gd name="T55" fmla="*/ 242 h 242"/>
              <a:gd name="T56" fmla="*/ 146 w 293"/>
              <a:gd name="T57" fmla="*/ 154 h 242"/>
              <a:gd name="T58" fmla="*/ 37 w 293"/>
              <a:gd name="T59" fmla="*/ 154 h 242"/>
              <a:gd name="T60" fmla="*/ 17 w 293"/>
              <a:gd name="T61" fmla="*/ 35 h 242"/>
              <a:gd name="T62" fmla="*/ 146 w 293"/>
              <a:gd name="T63" fmla="*/ 1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3" h="242">
                <a:moveTo>
                  <a:pt x="219" y="192"/>
                </a:moveTo>
                <a:cubicBezTo>
                  <a:pt x="199" y="192"/>
                  <a:pt x="199" y="192"/>
                  <a:pt x="199" y="192"/>
                </a:cubicBezTo>
                <a:cubicBezTo>
                  <a:pt x="199" y="205"/>
                  <a:pt x="199" y="205"/>
                  <a:pt x="199" y="205"/>
                </a:cubicBezTo>
                <a:cubicBezTo>
                  <a:pt x="219" y="205"/>
                  <a:pt x="219" y="205"/>
                  <a:pt x="219" y="205"/>
                </a:cubicBezTo>
                <a:cubicBezTo>
                  <a:pt x="221" y="205"/>
                  <a:pt x="223" y="207"/>
                  <a:pt x="223" y="209"/>
                </a:cubicBezTo>
                <a:cubicBezTo>
                  <a:pt x="223" y="212"/>
                  <a:pt x="221" y="214"/>
                  <a:pt x="219" y="214"/>
                </a:cubicBezTo>
                <a:cubicBezTo>
                  <a:pt x="219" y="214"/>
                  <a:pt x="219" y="214"/>
                  <a:pt x="219" y="214"/>
                </a:cubicBezTo>
                <a:cubicBezTo>
                  <a:pt x="199" y="214"/>
                  <a:pt x="199" y="214"/>
                  <a:pt x="199" y="214"/>
                </a:cubicBezTo>
                <a:cubicBezTo>
                  <a:pt x="199" y="242"/>
                  <a:pt x="199" y="242"/>
                  <a:pt x="199" y="242"/>
                </a:cubicBezTo>
                <a:cubicBezTo>
                  <a:pt x="219" y="242"/>
                  <a:pt x="219" y="242"/>
                  <a:pt x="219" y="242"/>
                </a:cubicBezTo>
                <a:cubicBezTo>
                  <a:pt x="232" y="242"/>
                  <a:pt x="242" y="232"/>
                  <a:pt x="242" y="219"/>
                </a:cubicBezTo>
                <a:cubicBezTo>
                  <a:pt x="242" y="216"/>
                  <a:pt x="242" y="216"/>
                  <a:pt x="242" y="216"/>
                </a:cubicBezTo>
                <a:cubicBezTo>
                  <a:pt x="242" y="203"/>
                  <a:pt x="232" y="192"/>
                  <a:pt x="219" y="192"/>
                </a:cubicBezTo>
                <a:close/>
                <a:moveTo>
                  <a:pt x="199" y="170"/>
                </a:moveTo>
                <a:cubicBezTo>
                  <a:pt x="269" y="170"/>
                  <a:pt x="269" y="170"/>
                  <a:pt x="269" y="170"/>
                </a:cubicBezTo>
                <a:cubicBezTo>
                  <a:pt x="282" y="170"/>
                  <a:pt x="293" y="160"/>
                  <a:pt x="293" y="147"/>
                </a:cubicBezTo>
                <a:cubicBezTo>
                  <a:pt x="293" y="24"/>
                  <a:pt x="293" y="24"/>
                  <a:pt x="293" y="24"/>
                </a:cubicBezTo>
                <a:cubicBezTo>
                  <a:pt x="293" y="11"/>
                  <a:pt x="282" y="0"/>
                  <a:pt x="269" y="0"/>
                </a:cubicBezTo>
                <a:cubicBezTo>
                  <a:pt x="199" y="0"/>
                  <a:pt x="199" y="0"/>
                  <a:pt x="199" y="0"/>
                </a:cubicBezTo>
                <a:cubicBezTo>
                  <a:pt x="199" y="16"/>
                  <a:pt x="199" y="16"/>
                  <a:pt x="199" y="16"/>
                </a:cubicBezTo>
                <a:cubicBezTo>
                  <a:pt x="256" y="16"/>
                  <a:pt x="256" y="16"/>
                  <a:pt x="256" y="16"/>
                </a:cubicBezTo>
                <a:cubicBezTo>
                  <a:pt x="267" y="16"/>
                  <a:pt x="275" y="24"/>
                  <a:pt x="275" y="35"/>
                </a:cubicBezTo>
                <a:cubicBezTo>
                  <a:pt x="275" y="135"/>
                  <a:pt x="275" y="135"/>
                  <a:pt x="275" y="135"/>
                </a:cubicBezTo>
                <a:cubicBezTo>
                  <a:pt x="275" y="146"/>
                  <a:pt x="267" y="154"/>
                  <a:pt x="256" y="154"/>
                </a:cubicBezTo>
                <a:cubicBezTo>
                  <a:pt x="199" y="154"/>
                  <a:pt x="199" y="154"/>
                  <a:pt x="199" y="154"/>
                </a:cubicBezTo>
                <a:lnTo>
                  <a:pt x="199" y="170"/>
                </a:lnTo>
                <a:close/>
                <a:moveTo>
                  <a:pt x="199" y="192"/>
                </a:moveTo>
                <a:cubicBezTo>
                  <a:pt x="175" y="192"/>
                  <a:pt x="175" y="192"/>
                  <a:pt x="175" y="192"/>
                </a:cubicBezTo>
                <a:cubicBezTo>
                  <a:pt x="175" y="170"/>
                  <a:pt x="175" y="170"/>
                  <a:pt x="175" y="170"/>
                </a:cubicBezTo>
                <a:cubicBezTo>
                  <a:pt x="199" y="170"/>
                  <a:pt x="199" y="170"/>
                  <a:pt x="199" y="170"/>
                </a:cubicBezTo>
                <a:cubicBezTo>
                  <a:pt x="199" y="154"/>
                  <a:pt x="199" y="154"/>
                  <a:pt x="199" y="154"/>
                </a:cubicBezTo>
                <a:cubicBezTo>
                  <a:pt x="146" y="154"/>
                  <a:pt x="146" y="154"/>
                  <a:pt x="146" y="154"/>
                </a:cubicBezTo>
                <a:cubicBezTo>
                  <a:pt x="146" y="242"/>
                  <a:pt x="146" y="242"/>
                  <a:pt x="146" y="242"/>
                </a:cubicBezTo>
                <a:cubicBezTo>
                  <a:pt x="199" y="242"/>
                  <a:pt x="199" y="242"/>
                  <a:pt x="199" y="242"/>
                </a:cubicBezTo>
                <a:cubicBezTo>
                  <a:pt x="199" y="214"/>
                  <a:pt x="199" y="214"/>
                  <a:pt x="199" y="214"/>
                </a:cubicBezTo>
                <a:cubicBezTo>
                  <a:pt x="179" y="214"/>
                  <a:pt x="179" y="214"/>
                  <a:pt x="179" y="214"/>
                </a:cubicBezTo>
                <a:cubicBezTo>
                  <a:pt x="177" y="214"/>
                  <a:pt x="175" y="212"/>
                  <a:pt x="175" y="209"/>
                </a:cubicBezTo>
                <a:cubicBezTo>
                  <a:pt x="175" y="207"/>
                  <a:pt x="177" y="205"/>
                  <a:pt x="179" y="205"/>
                </a:cubicBezTo>
                <a:cubicBezTo>
                  <a:pt x="199" y="205"/>
                  <a:pt x="199" y="205"/>
                  <a:pt x="199" y="205"/>
                </a:cubicBezTo>
                <a:cubicBezTo>
                  <a:pt x="199" y="192"/>
                  <a:pt x="199" y="192"/>
                  <a:pt x="199" y="192"/>
                </a:cubicBezTo>
                <a:close/>
                <a:moveTo>
                  <a:pt x="199" y="0"/>
                </a:moveTo>
                <a:cubicBezTo>
                  <a:pt x="146" y="0"/>
                  <a:pt x="146" y="0"/>
                  <a:pt x="146" y="0"/>
                </a:cubicBezTo>
                <a:cubicBezTo>
                  <a:pt x="146" y="16"/>
                  <a:pt x="146" y="16"/>
                  <a:pt x="146" y="16"/>
                </a:cubicBezTo>
                <a:cubicBezTo>
                  <a:pt x="199" y="16"/>
                  <a:pt x="199" y="16"/>
                  <a:pt x="199" y="16"/>
                </a:cubicBezTo>
                <a:lnTo>
                  <a:pt x="199" y="0"/>
                </a:lnTo>
                <a:close/>
                <a:moveTo>
                  <a:pt x="146" y="0"/>
                </a:moveTo>
                <a:cubicBezTo>
                  <a:pt x="23" y="0"/>
                  <a:pt x="23" y="0"/>
                  <a:pt x="23" y="0"/>
                </a:cubicBezTo>
                <a:cubicBezTo>
                  <a:pt x="10" y="0"/>
                  <a:pt x="0" y="11"/>
                  <a:pt x="0" y="24"/>
                </a:cubicBezTo>
                <a:cubicBezTo>
                  <a:pt x="0" y="147"/>
                  <a:pt x="0" y="147"/>
                  <a:pt x="0" y="147"/>
                </a:cubicBezTo>
                <a:cubicBezTo>
                  <a:pt x="0" y="160"/>
                  <a:pt x="10" y="170"/>
                  <a:pt x="23" y="170"/>
                </a:cubicBezTo>
                <a:cubicBezTo>
                  <a:pt x="117" y="170"/>
                  <a:pt x="117" y="170"/>
                  <a:pt x="117" y="170"/>
                </a:cubicBezTo>
                <a:cubicBezTo>
                  <a:pt x="117" y="192"/>
                  <a:pt x="117" y="192"/>
                  <a:pt x="117" y="192"/>
                </a:cubicBezTo>
                <a:cubicBezTo>
                  <a:pt x="75" y="192"/>
                  <a:pt x="75" y="192"/>
                  <a:pt x="75" y="192"/>
                </a:cubicBezTo>
                <a:cubicBezTo>
                  <a:pt x="62" y="192"/>
                  <a:pt x="52" y="203"/>
                  <a:pt x="52" y="216"/>
                </a:cubicBezTo>
                <a:cubicBezTo>
                  <a:pt x="52" y="219"/>
                  <a:pt x="52" y="219"/>
                  <a:pt x="52" y="219"/>
                </a:cubicBezTo>
                <a:cubicBezTo>
                  <a:pt x="52" y="232"/>
                  <a:pt x="62" y="242"/>
                  <a:pt x="75" y="242"/>
                </a:cubicBezTo>
                <a:cubicBezTo>
                  <a:pt x="146" y="242"/>
                  <a:pt x="146" y="242"/>
                  <a:pt x="146" y="242"/>
                </a:cubicBezTo>
                <a:cubicBezTo>
                  <a:pt x="146" y="154"/>
                  <a:pt x="146" y="154"/>
                  <a:pt x="146" y="154"/>
                </a:cubicBezTo>
                <a:cubicBezTo>
                  <a:pt x="37" y="154"/>
                  <a:pt x="37" y="154"/>
                  <a:pt x="37" y="154"/>
                </a:cubicBezTo>
                <a:cubicBezTo>
                  <a:pt x="37" y="154"/>
                  <a:pt x="37" y="154"/>
                  <a:pt x="37" y="154"/>
                </a:cubicBezTo>
                <a:cubicBezTo>
                  <a:pt x="26" y="154"/>
                  <a:pt x="17" y="146"/>
                  <a:pt x="17" y="135"/>
                </a:cubicBezTo>
                <a:cubicBezTo>
                  <a:pt x="17" y="35"/>
                  <a:pt x="17" y="35"/>
                  <a:pt x="17" y="35"/>
                </a:cubicBezTo>
                <a:cubicBezTo>
                  <a:pt x="17" y="24"/>
                  <a:pt x="26" y="16"/>
                  <a:pt x="37" y="16"/>
                </a:cubicBezTo>
                <a:cubicBezTo>
                  <a:pt x="146" y="16"/>
                  <a:pt x="146" y="16"/>
                  <a:pt x="146" y="16"/>
                </a:cubicBezTo>
                <a:lnTo>
                  <a:pt x="146"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57" name="Freeform 46"/>
          <p:cNvSpPr>
            <a:spLocks noEditPoints="1"/>
          </p:cNvSpPr>
          <p:nvPr/>
        </p:nvSpPr>
        <p:spPr bwMode="auto">
          <a:xfrm>
            <a:off x="9881070" y="2767071"/>
            <a:ext cx="863676" cy="1007621"/>
          </a:xfrm>
          <a:custGeom>
            <a:avLst/>
            <a:gdLst>
              <a:gd name="T0" fmla="*/ 376 w 376"/>
              <a:gd name="T1" fmla="*/ 43 h 438"/>
              <a:gd name="T2" fmla="*/ 324 w 376"/>
              <a:gd name="T3" fmla="*/ 32 h 438"/>
              <a:gd name="T4" fmla="*/ 334 w 376"/>
              <a:gd name="T5" fmla="*/ 54 h 438"/>
              <a:gd name="T6" fmla="*/ 324 w 376"/>
              <a:gd name="T7" fmla="*/ 59 h 438"/>
              <a:gd name="T8" fmla="*/ 272 w 376"/>
              <a:gd name="T9" fmla="*/ 63 h 438"/>
              <a:gd name="T10" fmla="*/ 304 w 376"/>
              <a:gd name="T11" fmla="*/ 98 h 438"/>
              <a:gd name="T12" fmla="*/ 256 w 376"/>
              <a:gd name="T13" fmla="*/ 81 h 438"/>
              <a:gd name="T14" fmla="*/ 271 w 376"/>
              <a:gd name="T15" fmla="*/ 103 h 438"/>
              <a:gd name="T16" fmla="*/ 241 w 376"/>
              <a:gd name="T17" fmla="*/ 100 h 438"/>
              <a:gd name="T18" fmla="*/ 256 w 376"/>
              <a:gd name="T19" fmla="*/ 122 h 438"/>
              <a:gd name="T20" fmla="*/ 226 w 376"/>
              <a:gd name="T21" fmla="*/ 119 h 438"/>
              <a:gd name="T22" fmla="*/ 240 w 376"/>
              <a:gd name="T23" fmla="*/ 140 h 438"/>
              <a:gd name="T24" fmla="*/ 210 w 376"/>
              <a:gd name="T25" fmla="*/ 138 h 438"/>
              <a:gd name="T26" fmla="*/ 242 w 376"/>
              <a:gd name="T27" fmla="*/ 173 h 438"/>
              <a:gd name="T28" fmla="*/ 195 w 376"/>
              <a:gd name="T29" fmla="*/ 156 h 438"/>
              <a:gd name="T30" fmla="*/ 210 w 376"/>
              <a:gd name="T31" fmla="*/ 178 h 438"/>
              <a:gd name="T32" fmla="*/ 180 w 376"/>
              <a:gd name="T33" fmla="*/ 175 h 438"/>
              <a:gd name="T34" fmla="*/ 194 w 376"/>
              <a:gd name="T35" fmla="*/ 197 h 438"/>
              <a:gd name="T36" fmla="*/ 164 w 376"/>
              <a:gd name="T37" fmla="*/ 194 h 438"/>
              <a:gd name="T38" fmla="*/ 179 w 376"/>
              <a:gd name="T39" fmla="*/ 215 h 438"/>
              <a:gd name="T40" fmla="*/ 149 w 376"/>
              <a:gd name="T41" fmla="*/ 213 h 438"/>
              <a:gd name="T42" fmla="*/ 181 w 376"/>
              <a:gd name="T43" fmla="*/ 248 h 438"/>
              <a:gd name="T44" fmla="*/ 134 w 376"/>
              <a:gd name="T45" fmla="*/ 232 h 438"/>
              <a:gd name="T46" fmla="*/ 148 w 376"/>
              <a:gd name="T47" fmla="*/ 253 h 438"/>
              <a:gd name="T48" fmla="*/ 118 w 376"/>
              <a:gd name="T49" fmla="*/ 250 h 438"/>
              <a:gd name="T50" fmla="*/ 133 w 376"/>
              <a:gd name="T51" fmla="*/ 272 h 438"/>
              <a:gd name="T52" fmla="*/ 103 w 376"/>
              <a:gd name="T53" fmla="*/ 269 h 438"/>
              <a:gd name="T54" fmla="*/ 117 w 376"/>
              <a:gd name="T55" fmla="*/ 290 h 438"/>
              <a:gd name="T56" fmla="*/ 88 w 376"/>
              <a:gd name="T57" fmla="*/ 288 h 438"/>
              <a:gd name="T58" fmla="*/ 119 w 376"/>
              <a:gd name="T59" fmla="*/ 323 h 438"/>
              <a:gd name="T60" fmla="*/ 72 w 376"/>
              <a:gd name="T61" fmla="*/ 307 h 438"/>
              <a:gd name="T62" fmla="*/ 87 w 376"/>
              <a:gd name="T63" fmla="*/ 328 h 438"/>
              <a:gd name="T64" fmla="*/ 57 w 376"/>
              <a:gd name="T65" fmla="*/ 325 h 438"/>
              <a:gd name="T66" fmla="*/ 71 w 376"/>
              <a:gd name="T67" fmla="*/ 347 h 438"/>
              <a:gd name="T68" fmla="*/ 42 w 376"/>
              <a:gd name="T69" fmla="*/ 344 h 438"/>
              <a:gd name="T70" fmla="*/ 56 w 376"/>
              <a:gd name="T71" fmla="*/ 366 h 438"/>
              <a:gd name="T72" fmla="*/ 26 w 376"/>
              <a:gd name="T73" fmla="*/ 363 h 438"/>
              <a:gd name="T74" fmla="*/ 58 w 376"/>
              <a:gd name="T75" fmla="*/ 398 h 438"/>
              <a:gd name="T76" fmla="*/ 0 w 376"/>
              <a:gd name="T77" fmla="*/ 395 h 438"/>
              <a:gd name="T78" fmla="*/ 324 w 376"/>
              <a:gd name="T79" fmla="*/ 106 h 438"/>
              <a:gd name="T80" fmla="*/ 316 w 376"/>
              <a:gd name="T81" fmla="*/ 56 h 438"/>
              <a:gd name="T82" fmla="*/ 324 w 376"/>
              <a:gd name="T83" fmla="*/ 32 h 438"/>
              <a:gd name="T84" fmla="*/ 323 w 376"/>
              <a:gd name="T85"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6" h="438">
                <a:moveTo>
                  <a:pt x="324" y="106"/>
                </a:moveTo>
                <a:cubicBezTo>
                  <a:pt x="376" y="43"/>
                  <a:pt x="376" y="43"/>
                  <a:pt x="376" y="43"/>
                </a:cubicBezTo>
                <a:cubicBezTo>
                  <a:pt x="324" y="1"/>
                  <a:pt x="324" y="1"/>
                  <a:pt x="324" y="1"/>
                </a:cubicBezTo>
                <a:cubicBezTo>
                  <a:pt x="324" y="32"/>
                  <a:pt x="324" y="32"/>
                  <a:pt x="324" y="32"/>
                </a:cubicBezTo>
                <a:cubicBezTo>
                  <a:pt x="327" y="32"/>
                  <a:pt x="330" y="33"/>
                  <a:pt x="332" y="35"/>
                </a:cubicBezTo>
                <a:cubicBezTo>
                  <a:pt x="338" y="40"/>
                  <a:pt x="339" y="49"/>
                  <a:pt x="334" y="54"/>
                </a:cubicBezTo>
                <a:cubicBezTo>
                  <a:pt x="334" y="54"/>
                  <a:pt x="334" y="54"/>
                  <a:pt x="334" y="54"/>
                </a:cubicBezTo>
                <a:cubicBezTo>
                  <a:pt x="332" y="57"/>
                  <a:pt x="328" y="59"/>
                  <a:pt x="324" y="59"/>
                </a:cubicBezTo>
                <a:lnTo>
                  <a:pt x="324" y="106"/>
                </a:lnTo>
                <a:close/>
                <a:moveTo>
                  <a:pt x="272" y="63"/>
                </a:moveTo>
                <a:cubicBezTo>
                  <a:pt x="308" y="92"/>
                  <a:pt x="308" y="92"/>
                  <a:pt x="308" y="92"/>
                </a:cubicBezTo>
                <a:cubicBezTo>
                  <a:pt x="304" y="98"/>
                  <a:pt x="304" y="98"/>
                  <a:pt x="304" y="98"/>
                </a:cubicBezTo>
                <a:cubicBezTo>
                  <a:pt x="267" y="68"/>
                  <a:pt x="267" y="68"/>
                  <a:pt x="267" y="68"/>
                </a:cubicBezTo>
                <a:cubicBezTo>
                  <a:pt x="256" y="81"/>
                  <a:pt x="256" y="81"/>
                  <a:pt x="256" y="81"/>
                </a:cubicBezTo>
                <a:cubicBezTo>
                  <a:pt x="276" y="97"/>
                  <a:pt x="276" y="97"/>
                  <a:pt x="276" y="97"/>
                </a:cubicBezTo>
                <a:cubicBezTo>
                  <a:pt x="271" y="103"/>
                  <a:pt x="271" y="103"/>
                  <a:pt x="271" y="103"/>
                </a:cubicBezTo>
                <a:cubicBezTo>
                  <a:pt x="252" y="87"/>
                  <a:pt x="252" y="87"/>
                  <a:pt x="252" y="87"/>
                </a:cubicBezTo>
                <a:cubicBezTo>
                  <a:pt x="241" y="100"/>
                  <a:pt x="241" y="100"/>
                  <a:pt x="241" y="100"/>
                </a:cubicBezTo>
                <a:cubicBezTo>
                  <a:pt x="260" y="116"/>
                  <a:pt x="260" y="116"/>
                  <a:pt x="260" y="116"/>
                </a:cubicBezTo>
                <a:cubicBezTo>
                  <a:pt x="256" y="122"/>
                  <a:pt x="256" y="122"/>
                  <a:pt x="256" y="122"/>
                </a:cubicBezTo>
                <a:cubicBezTo>
                  <a:pt x="236" y="106"/>
                  <a:pt x="236" y="106"/>
                  <a:pt x="236" y="106"/>
                </a:cubicBezTo>
                <a:cubicBezTo>
                  <a:pt x="226" y="119"/>
                  <a:pt x="226" y="119"/>
                  <a:pt x="226" y="119"/>
                </a:cubicBezTo>
                <a:cubicBezTo>
                  <a:pt x="245" y="135"/>
                  <a:pt x="245" y="135"/>
                  <a:pt x="245" y="135"/>
                </a:cubicBezTo>
                <a:cubicBezTo>
                  <a:pt x="240" y="140"/>
                  <a:pt x="240" y="140"/>
                  <a:pt x="240" y="140"/>
                </a:cubicBezTo>
                <a:cubicBezTo>
                  <a:pt x="221" y="125"/>
                  <a:pt x="221" y="125"/>
                  <a:pt x="221" y="125"/>
                </a:cubicBezTo>
                <a:cubicBezTo>
                  <a:pt x="210" y="138"/>
                  <a:pt x="210" y="138"/>
                  <a:pt x="210" y="138"/>
                </a:cubicBezTo>
                <a:cubicBezTo>
                  <a:pt x="247" y="167"/>
                  <a:pt x="247" y="167"/>
                  <a:pt x="247" y="167"/>
                </a:cubicBezTo>
                <a:cubicBezTo>
                  <a:pt x="242" y="173"/>
                  <a:pt x="242" y="173"/>
                  <a:pt x="242" y="173"/>
                </a:cubicBezTo>
                <a:cubicBezTo>
                  <a:pt x="206" y="143"/>
                  <a:pt x="206" y="143"/>
                  <a:pt x="206" y="143"/>
                </a:cubicBezTo>
                <a:cubicBezTo>
                  <a:pt x="195" y="156"/>
                  <a:pt x="195" y="156"/>
                  <a:pt x="195" y="156"/>
                </a:cubicBezTo>
                <a:cubicBezTo>
                  <a:pt x="214" y="172"/>
                  <a:pt x="214" y="172"/>
                  <a:pt x="214" y="172"/>
                </a:cubicBezTo>
                <a:cubicBezTo>
                  <a:pt x="210" y="178"/>
                  <a:pt x="210" y="178"/>
                  <a:pt x="210" y="178"/>
                </a:cubicBezTo>
                <a:cubicBezTo>
                  <a:pt x="190" y="162"/>
                  <a:pt x="190" y="162"/>
                  <a:pt x="190" y="162"/>
                </a:cubicBezTo>
                <a:cubicBezTo>
                  <a:pt x="180" y="175"/>
                  <a:pt x="180" y="175"/>
                  <a:pt x="180" y="175"/>
                </a:cubicBezTo>
                <a:cubicBezTo>
                  <a:pt x="199" y="191"/>
                  <a:pt x="199" y="191"/>
                  <a:pt x="199" y="191"/>
                </a:cubicBezTo>
                <a:cubicBezTo>
                  <a:pt x="194" y="197"/>
                  <a:pt x="194" y="197"/>
                  <a:pt x="194" y="197"/>
                </a:cubicBezTo>
                <a:cubicBezTo>
                  <a:pt x="175" y="181"/>
                  <a:pt x="175" y="181"/>
                  <a:pt x="175" y="181"/>
                </a:cubicBezTo>
                <a:cubicBezTo>
                  <a:pt x="164" y="194"/>
                  <a:pt x="164" y="194"/>
                  <a:pt x="164" y="194"/>
                </a:cubicBezTo>
                <a:cubicBezTo>
                  <a:pt x="184" y="210"/>
                  <a:pt x="184" y="210"/>
                  <a:pt x="184" y="210"/>
                </a:cubicBezTo>
                <a:cubicBezTo>
                  <a:pt x="179" y="215"/>
                  <a:pt x="179" y="215"/>
                  <a:pt x="179" y="215"/>
                </a:cubicBezTo>
                <a:cubicBezTo>
                  <a:pt x="160" y="200"/>
                  <a:pt x="160" y="200"/>
                  <a:pt x="160" y="200"/>
                </a:cubicBezTo>
                <a:cubicBezTo>
                  <a:pt x="149" y="213"/>
                  <a:pt x="149" y="213"/>
                  <a:pt x="149" y="213"/>
                </a:cubicBezTo>
                <a:cubicBezTo>
                  <a:pt x="185" y="243"/>
                  <a:pt x="185" y="243"/>
                  <a:pt x="185" y="243"/>
                </a:cubicBezTo>
                <a:cubicBezTo>
                  <a:pt x="181" y="248"/>
                  <a:pt x="181" y="248"/>
                  <a:pt x="181" y="248"/>
                </a:cubicBezTo>
                <a:cubicBezTo>
                  <a:pt x="144" y="218"/>
                  <a:pt x="144" y="218"/>
                  <a:pt x="144" y="218"/>
                </a:cubicBezTo>
                <a:cubicBezTo>
                  <a:pt x="134" y="232"/>
                  <a:pt x="134" y="232"/>
                  <a:pt x="134" y="232"/>
                </a:cubicBezTo>
                <a:cubicBezTo>
                  <a:pt x="153" y="247"/>
                  <a:pt x="153" y="247"/>
                  <a:pt x="153" y="247"/>
                </a:cubicBezTo>
                <a:cubicBezTo>
                  <a:pt x="148" y="253"/>
                  <a:pt x="148" y="253"/>
                  <a:pt x="148" y="253"/>
                </a:cubicBezTo>
                <a:cubicBezTo>
                  <a:pt x="129" y="237"/>
                  <a:pt x="129" y="237"/>
                  <a:pt x="129" y="237"/>
                </a:cubicBezTo>
                <a:cubicBezTo>
                  <a:pt x="118" y="250"/>
                  <a:pt x="118" y="250"/>
                  <a:pt x="118" y="250"/>
                </a:cubicBezTo>
                <a:cubicBezTo>
                  <a:pt x="137" y="266"/>
                  <a:pt x="137" y="266"/>
                  <a:pt x="137" y="266"/>
                </a:cubicBezTo>
                <a:cubicBezTo>
                  <a:pt x="133" y="272"/>
                  <a:pt x="133" y="272"/>
                  <a:pt x="133" y="272"/>
                </a:cubicBezTo>
                <a:cubicBezTo>
                  <a:pt x="114" y="256"/>
                  <a:pt x="114" y="256"/>
                  <a:pt x="114" y="256"/>
                </a:cubicBezTo>
                <a:cubicBezTo>
                  <a:pt x="103" y="269"/>
                  <a:pt x="103" y="269"/>
                  <a:pt x="103" y="269"/>
                </a:cubicBezTo>
                <a:cubicBezTo>
                  <a:pt x="122" y="285"/>
                  <a:pt x="122" y="285"/>
                  <a:pt x="122" y="285"/>
                </a:cubicBezTo>
                <a:cubicBezTo>
                  <a:pt x="117" y="290"/>
                  <a:pt x="117" y="290"/>
                  <a:pt x="117" y="290"/>
                </a:cubicBezTo>
                <a:cubicBezTo>
                  <a:pt x="98" y="275"/>
                  <a:pt x="98" y="275"/>
                  <a:pt x="98" y="275"/>
                </a:cubicBezTo>
                <a:cubicBezTo>
                  <a:pt x="88" y="288"/>
                  <a:pt x="88" y="288"/>
                  <a:pt x="88" y="288"/>
                </a:cubicBezTo>
                <a:cubicBezTo>
                  <a:pt x="124" y="318"/>
                  <a:pt x="124" y="318"/>
                  <a:pt x="124" y="318"/>
                </a:cubicBezTo>
                <a:cubicBezTo>
                  <a:pt x="119" y="323"/>
                  <a:pt x="119" y="323"/>
                  <a:pt x="119" y="323"/>
                </a:cubicBezTo>
                <a:cubicBezTo>
                  <a:pt x="83" y="294"/>
                  <a:pt x="83" y="294"/>
                  <a:pt x="83" y="294"/>
                </a:cubicBezTo>
                <a:cubicBezTo>
                  <a:pt x="72" y="307"/>
                  <a:pt x="72" y="307"/>
                  <a:pt x="72" y="307"/>
                </a:cubicBezTo>
                <a:cubicBezTo>
                  <a:pt x="91" y="322"/>
                  <a:pt x="91" y="322"/>
                  <a:pt x="91" y="322"/>
                </a:cubicBezTo>
                <a:cubicBezTo>
                  <a:pt x="87" y="328"/>
                  <a:pt x="87" y="328"/>
                  <a:pt x="87" y="328"/>
                </a:cubicBezTo>
                <a:cubicBezTo>
                  <a:pt x="68" y="312"/>
                  <a:pt x="68" y="312"/>
                  <a:pt x="68" y="312"/>
                </a:cubicBezTo>
                <a:cubicBezTo>
                  <a:pt x="57" y="325"/>
                  <a:pt x="57" y="325"/>
                  <a:pt x="57" y="325"/>
                </a:cubicBezTo>
                <a:cubicBezTo>
                  <a:pt x="76" y="341"/>
                  <a:pt x="76" y="341"/>
                  <a:pt x="76" y="341"/>
                </a:cubicBezTo>
                <a:cubicBezTo>
                  <a:pt x="71" y="347"/>
                  <a:pt x="71" y="347"/>
                  <a:pt x="71" y="347"/>
                </a:cubicBezTo>
                <a:cubicBezTo>
                  <a:pt x="52" y="331"/>
                  <a:pt x="52" y="331"/>
                  <a:pt x="52" y="331"/>
                </a:cubicBezTo>
                <a:cubicBezTo>
                  <a:pt x="42" y="344"/>
                  <a:pt x="42" y="344"/>
                  <a:pt x="42" y="344"/>
                </a:cubicBezTo>
                <a:cubicBezTo>
                  <a:pt x="61" y="360"/>
                  <a:pt x="61" y="360"/>
                  <a:pt x="61" y="360"/>
                </a:cubicBezTo>
                <a:cubicBezTo>
                  <a:pt x="56" y="366"/>
                  <a:pt x="56" y="366"/>
                  <a:pt x="56" y="366"/>
                </a:cubicBezTo>
                <a:cubicBezTo>
                  <a:pt x="37" y="350"/>
                  <a:pt x="37" y="350"/>
                  <a:pt x="37" y="350"/>
                </a:cubicBezTo>
                <a:cubicBezTo>
                  <a:pt x="26" y="363"/>
                  <a:pt x="26" y="363"/>
                  <a:pt x="26" y="363"/>
                </a:cubicBezTo>
                <a:cubicBezTo>
                  <a:pt x="63" y="393"/>
                  <a:pt x="63" y="393"/>
                  <a:pt x="63" y="393"/>
                </a:cubicBezTo>
                <a:cubicBezTo>
                  <a:pt x="58" y="398"/>
                  <a:pt x="58" y="398"/>
                  <a:pt x="58" y="398"/>
                </a:cubicBezTo>
                <a:cubicBezTo>
                  <a:pt x="22" y="369"/>
                  <a:pt x="22" y="369"/>
                  <a:pt x="22" y="369"/>
                </a:cubicBezTo>
                <a:cubicBezTo>
                  <a:pt x="0" y="395"/>
                  <a:pt x="0" y="395"/>
                  <a:pt x="0" y="395"/>
                </a:cubicBezTo>
                <a:cubicBezTo>
                  <a:pt x="53" y="438"/>
                  <a:pt x="53" y="438"/>
                  <a:pt x="53" y="438"/>
                </a:cubicBezTo>
                <a:cubicBezTo>
                  <a:pt x="324" y="106"/>
                  <a:pt x="324" y="106"/>
                  <a:pt x="324" y="106"/>
                </a:cubicBezTo>
                <a:cubicBezTo>
                  <a:pt x="324" y="59"/>
                  <a:pt x="324" y="59"/>
                  <a:pt x="324" y="59"/>
                </a:cubicBezTo>
                <a:cubicBezTo>
                  <a:pt x="321" y="59"/>
                  <a:pt x="318" y="58"/>
                  <a:pt x="316" y="56"/>
                </a:cubicBezTo>
                <a:cubicBezTo>
                  <a:pt x="310" y="51"/>
                  <a:pt x="309" y="43"/>
                  <a:pt x="314" y="37"/>
                </a:cubicBezTo>
                <a:cubicBezTo>
                  <a:pt x="316" y="34"/>
                  <a:pt x="320" y="32"/>
                  <a:pt x="324" y="32"/>
                </a:cubicBezTo>
                <a:cubicBezTo>
                  <a:pt x="324" y="1"/>
                  <a:pt x="324" y="1"/>
                  <a:pt x="324" y="1"/>
                </a:cubicBezTo>
                <a:cubicBezTo>
                  <a:pt x="323" y="0"/>
                  <a:pt x="323" y="0"/>
                  <a:pt x="323" y="0"/>
                </a:cubicBezTo>
                <a:lnTo>
                  <a:pt x="272" y="63"/>
                </a:ln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58" name="Freeform 47"/>
          <p:cNvSpPr>
            <a:spLocks noEditPoints="1"/>
          </p:cNvSpPr>
          <p:nvPr/>
        </p:nvSpPr>
        <p:spPr bwMode="auto">
          <a:xfrm>
            <a:off x="10535521" y="3061659"/>
            <a:ext cx="373256" cy="733119"/>
          </a:xfrm>
          <a:custGeom>
            <a:avLst/>
            <a:gdLst>
              <a:gd name="T0" fmla="*/ 121 w 162"/>
              <a:gd name="T1" fmla="*/ 144 h 319"/>
              <a:gd name="T2" fmla="*/ 128 w 162"/>
              <a:gd name="T3" fmla="*/ 138 h 319"/>
              <a:gd name="T4" fmla="*/ 150 w 162"/>
              <a:gd name="T5" fmla="*/ 80 h 319"/>
              <a:gd name="T6" fmla="*/ 147 w 162"/>
              <a:gd name="T7" fmla="*/ 69 h 319"/>
              <a:gd name="T8" fmla="*/ 156 w 162"/>
              <a:gd name="T9" fmla="*/ 46 h 319"/>
              <a:gd name="T10" fmla="*/ 137 w 162"/>
              <a:gd name="T11" fmla="*/ 3 h 319"/>
              <a:gd name="T12" fmla="*/ 121 w 162"/>
              <a:gd name="T13" fmla="*/ 1 h 319"/>
              <a:gd name="T14" fmla="*/ 121 w 162"/>
              <a:gd name="T15" fmla="*/ 58 h 319"/>
              <a:gd name="T16" fmla="*/ 126 w 162"/>
              <a:gd name="T17" fmla="*/ 61 h 319"/>
              <a:gd name="T18" fmla="*/ 121 w 162"/>
              <a:gd name="T19" fmla="*/ 59 h 319"/>
              <a:gd name="T20" fmla="*/ 121 w 162"/>
              <a:gd name="T21" fmla="*/ 85 h 319"/>
              <a:gd name="T22" fmla="*/ 125 w 162"/>
              <a:gd name="T23" fmla="*/ 75 h 319"/>
              <a:gd name="T24" fmla="*/ 123 w 162"/>
              <a:gd name="T25" fmla="*/ 66 h 319"/>
              <a:gd name="T26" fmla="*/ 139 w 162"/>
              <a:gd name="T27" fmla="*/ 72 h 319"/>
              <a:gd name="T28" fmla="*/ 144 w 162"/>
              <a:gd name="T29" fmla="*/ 83 h 319"/>
              <a:gd name="T30" fmla="*/ 125 w 162"/>
              <a:gd name="T31" fmla="*/ 132 h 319"/>
              <a:gd name="T32" fmla="*/ 121 w 162"/>
              <a:gd name="T33" fmla="*/ 136 h 319"/>
              <a:gd name="T34" fmla="*/ 121 w 162"/>
              <a:gd name="T35" fmla="*/ 144 h 319"/>
              <a:gd name="T36" fmla="*/ 66 w 162"/>
              <a:gd name="T37" fmla="*/ 284 h 319"/>
              <a:gd name="T38" fmla="*/ 121 w 162"/>
              <a:gd name="T39" fmla="*/ 144 h 319"/>
              <a:gd name="T40" fmla="*/ 121 w 162"/>
              <a:gd name="T41" fmla="*/ 144 h 319"/>
              <a:gd name="T42" fmla="*/ 121 w 162"/>
              <a:gd name="T43" fmla="*/ 136 h 319"/>
              <a:gd name="T44" fmla="*/ 114 w 162"/>
              <a:gd name="T45" fmla="*/ 137 h 319"/>
              <a:gd name="T46" fmla="*/ 98 w 162"/>
              <a:gd name="T47" fmla="*/ 130 h 319"/>
              <a:gd name="T48" fmla="*/ 98 w 162"/>
              <a:gd name="T49" fmla="*/ 130 h 319"/>
              <a:gd name="T50" fmla="*/ 106 w 162"/>
              <a:gd name="T51" fmla="*/ 125 h 319"/>
              <a:gd name="T52" fmla="*/ 121 w 162"/>
              <a:gd name="T53" fmla="*/ 85 h 319"/>
              <a:gd name="T54" fmla="*/ 121 w 162"/>
              <a:gd name="T55" fmla="*/ 59 h 319"/>
              <a:gd name="T56" fmla="*/ 85 w 162"/>
              <a:gd name="T57" fmla="*/ 45 h 319"/>
              <a:gd name="T58" fmla="*/ 74 w 162"/>
              <a:gd name="T59" fmla="*/ 51 h 319"/>
              <a:gd name="T60" fmla="*/ 52 w 162"/>
              <a:gd name="T61" fmla="*/ 108 h 319"/>
              <a:gd name="T62" fmla="*/ 54 w 162"/>
              <a:gd name="T63" fmla="*/ 118 h 319"/>
              <a:gd name="T64" fmla="*/ 35 w 162"/>
              <a:gd name="T65" fmla="*/ 168 h 319"/>
              <a:gd name="T66" fmla="*/ 35 w 162"/>
              <a:gd name="T67" fmla="*/ 256 h 319"/>
              <a:gd name="T68" fmla="*/ 39 w 162"/>
              <a:gd name="T69" fmla="*/ 257 h 319"/>
              <a:gd name="T70" fmla="*/ 45 w 162"/>
              <a:gd name="T71" fmla="*/ 268 h 319"/>
              <a:gd name="T72" fmla="*/ 58 w 162"/>
              <a:gd name="T73" fmla="*/ 264 h 319"/>
              <a:gd name="T74" fmla="*/ 64 w 162"/>
              <a:gd name="T75" fmla="*/ 278 h 319"/>
              <a:gd name="T76" fmla="*/ 63 w 162"/>
              <a:gd name="T77" fmla="*/ 281 h 319"/>
              <a:gd name="T78" fmla="*/ 35 w 162"/>
              <a:gd name="T79" fmla="*/ 300 h 319"/>
              <a:gd name="T80" fmla="*/ 35 w 162"/>
              <a:gd name="T81" fmla="*/ 306 h 319"/>
              <a:gd name="T82" fmla="*/ 66 w 162"/>
              <a:gd name="T83" fmla="*/ 284 h 319"/>
              <a:gd name="T84" fmla="*/ 121 w 162"/>
              <a:gd name="T85" fmla="*/ 1 h 319"/>
              <a:gd name="T86" fmla="*/ 121 w 162"/>
              <a:gd name="T87" fmla="*/ 58 h 319"/>
              <a:gd name="T88" fmla="*/ 88 w 162"/>
              <a:gd name="T89" fmla="*/ 36 h 319"/>
              <a:gd name="T90" fmla="*/ 94 w 162"/>
              <a:gd name="T91" fmla="*/ 22 h 319"/>
              <a:gd name="T92" fmla="*/ 121 w 162"/>
              <a:gd name="T93" fmla="*/ 1 h 319"/>
              <a:gd name="T94" fmla="*/ 35 w 162"/>
              <a:gd name="T95" fmla="*/ 168 h 319"/>
              <a:gd name="T96" fmla="*/ 0 w 162"/>
              <a:gd name="T97" fmla="*/ 258 h 319"/>
              <a:gd name="T98" fmla="*/ 15 w 162"/>
              <a:gd name="T99" fmla="*/ 319 h 319"/>
              <a:gd name="T100" fmla="*/ 35 w 162"/>
              <a:gd name="T101" fmla="*/ 306 h 319"/>
              <a:gd name="T102" fmla="*/ 35 w 162"/>
              <a:gd name="T103" fmla="*/ 300 h 319"/>
              <a:gd name="T104" fmla="*/ 33 w 162"/>
              <a:gd name="T105" fmla="*/ 301 h 319"/>
              <a:gd name="T106" fmla="*/ 13 w 162"/>
              <a:gd name="T107" fmla="*/ 294 h 319"/>
              <a:gd name="T108" fmla="*/ 5 w 162"/>
              <a:gd name="T109" fmla="*/ 259 h 319"/>
              <a:gd name="T110" fmla="*/ 5 w 162"/>
              <a:gd name="T111" fmla="*/ 259 h 319"/>
              <a:gd name="T112" fmla="*/ 6 w 162"/>
              <a:gd name="T113" fmla="*/ 256 h 319"/>
              <a:gd name="T114" fmla="*/ 19 w 162"/>
              <a:gd name="T115" fmla="*/ 250 h 319"/>
              <a:gd name="T116" fmla="*/ 26 w 162"/>
              <a:gd name="T117" fmla="*/ 261 h 319"/>
              <a:gd name="T118" fmla="*/ 35 w 162"/>
              <a:gd name="T119" fmla="*/ 256 h 319"/>
              <a:gd name="T120" fmla="*/ 35 w 162"/>
              <a:gd name="T121" fmla="*/ 16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319">
                <a:moveTo>
                  <a:pt x="121" y="144"/>
                </a:moveTo>
                <a:cubicBezTo>
                  <a:pt x="124" y="143"/>
                  <a:pt x="127" y="141"/>
                  <a:pt x="128" y="138"/>
                </a:cubicBezTo>
                <a:cubicBezTo>
                  <a:pt x="150" y="80"/>
                  <a:pt x="150" y="80"/>
                  <a:pt x="150" y="80"/>
                </a:cubicBezTo>
                <a:cubicBezTo>
                  <a:pt x="152" y="76"/>
                  <a:pt x="150" y="71"/>
                  <a:pt x="147" y="69"/>
                </a:cubicBezTo>
                <a:cubicBezTo>
                  <a:pt x="156" y="46"/>
                  <a:pt x="156" y="46"/>
                  <a:pt x="156" y="46"/>
                </a:cubicBezTo>
                <a:cubicBezTo>
                  <a:pt x="162" y="29"/>
                  <a:pt x="154" y="9"/>
                  <a:pt x="137" y="3"/>
                </a:cubicBezTo>
                <a:cubicBezTo>
                  <a:pt x="132" y="1"/>
                  <a:pt x="126" y="0"/>
                  <a:pt x="121" y="1"/>
                </a:cubicBezTo>
                <a:cubicBezTo>
                  <a:pt x="121" y="58"/>
                  <a:pt x="121" y="58"/>
                  <a:pt x="121" y="58"/>
                </a:cubicBezTo>
                <a:cubicBezTo>
                  <a:pt x="126" y="61"/>
                  <a:pt x="126" y="61"/>
                  <a:pt x="126" y="61"/>
                </a:cubicBezTo>
                <a:cubicBezTo>
                  <a:pt x="121" y="59"/>
                  <a:pt x="121" y="59"/>
                  <a:pt x="121" y="59"/>
                </a:cubicBezTo>
                <a:cubicBezTo>
                  <a:pt x="121" y="85"/>
                  <a:pt x="121" y="85"/>
                  <a:pt x="121" y="85"/>
                </a:cubicBezTo>
                <a:cubicBezTo>
                  <a:pt x="125" y="75"/>
                  <a:pt x="125" y="75"/>
                  <a:pt x="125" y="75"/>
                </a:cubicBezTo>
                <a:cubicBezTo>
                  <a:pt x="126" y="72"/>
                  <a:pt x="126" y="68"/>
                  <a:pt x="123" y="66"/>
                </a:cubicBezTo>
                <a:cubicBezTo>
                  <a:pt x="139" y="72"/>
                  <a:pt x="139" y="72"/>
                  <a:pt x="139" y="72"/>
                </a:cubicBezTo>
                <a:cubicBezTo>
                  <a:pt x="143" y="73"/>
                  <a:pt x="146" y="78"/>
                  <a:pt x="144" y="83"/>
                </a:cubicBezTo>
                <a:cubicBezTo>
                  <a:pt x="125" y="132"/>
                  <a:pt x="125" y="132"/>
                  <a:pt x="125" y="132"/>
                </a:cubicBezTo>
                <a:cubicBezTo>
                  <a:pt x="124" y="134"/>
                  <a:pt x="123" y="135"/>
                  <a:pt x="121" y="136"/>
                </a:cubicBezTo>
                <a:lnTo>
                  <a:pt x="121" y="144"/>
                </a:lnTo>
                <a:close/>
                <a:moveTo>
                  <a:pt x="66" y="284"/>
                </a:moveTo>
                <a:cubicBezTo>
                  <a:pt x="121" y="144"/>
                  <a:pt x="121" y="144"/>
                  <a:pt x="121" y="144"/>
                </a:cubicBezTo>
                <a:cubicBezTo>
                  <a:pt x="121" y="144"/>
                  <a:pt x="121" y="144"/>
                  <a:pt x="121" y="144"/>
                </a:cubicBezTo>
                <a:cubicBezTo>
                  <a:pt x="121" y="136"/>
                  <a:pt x="121" y="136"/>
                  <a:pt x="121" y="136"/>
                </a:cubicBezTo>
                <a:cubicBezTo>
                  <a:pt x="119" y="137"/>
                  <a:pt x="117" y="137"/>
                  <a:pt x="114" y="137"/>
                </a:cubicBezTo>
                <a:cubicBezTo>
                  <a:pt x="98" y="130"/>
                  <a:pt x="98" y="130"/>
                  <a:pt x="98" y="130"/>
                </a:cubicBezTo>
                <a:cubicBezTo>
                  <a:pt x="98" y="130"/>
                  <a:pt x="98" y="130"/>
                  <a:pt x="98" y="130"/>
                </a:cubicBezTo>
                <a:cubicBezTo>
                  <a:pt x="102" y="130"/>
                  <a:pt x="105" y="128"/>
                  <a:pt x="106" y="125"/>
                </a:cubicBezTo>
                <a:cubicBezTo>
                  <a:pt x="121" y="85"/>
                  <a:pt x="121" y="85"/>
                  <a:pt x="121" y="85"/>
                </a:cubicBezTo>
                <a:cubicBezTo>
                  <a:pt x="121" y="59"/>
                  <a:pt x="121" y="59"/>
                  <a:pt x="121" y="59"/>
                </a:cubicBezTo>
                <a:cubicBezTo>
                  <a:pt x="85" y="45"/>
                  <a:pt x="85" y="45"/>
                  <a:pt x="85" y="45"/>
                </a:cubicBezTo>
                <a:cubicBezTo>
                  <a:pt x="80" y="44"/>
                  <a:pt x="76" y="47"/>
                  <a:pt x="74" y="51"/>
                </a:cubicBezTo>
                <a:cubicBezTo>
                  <a:pt x="52" y="108"/>
                  <a:pt x="52" y="108"/>
                  <a:pt x="52" y="108"/>
                </a:cubicBezTo>
                <a:cubicBezTo>
                  <a:pt x="51" y="112"/>
                  <a:pt x="52" y="115"/>
                  <a:pt x="54" y="118"/>
                </a:cubicBezTo>
                <a:cubicBezTo>
                  <a:pt x="35" y="168"/>
                  <a:pt x="35" y="168"/>
                  <a:pt x="35" y="168"/>
                </a:cubicBezTo>
                <a:cubicBezTo>
                  <a:pt x="35" y="256"/>
                  <a:pt x="35" y="256"/>
                  <a:pt x="35" y="256"/>
                </a:cubicBezTo>
                <a:cubicBezTo>
                  <a:pt x="36" y="256"/>
                  <a:pt x="37" y="257"/>
                  <a:pt x="39" y="257"/>
                </a:cubicBezTo>
                <a:cubicBezTo>
                  <a:pt x="43" y="259"/>
                  <a:pt x="46" y="264"/>
                  <a:pt x="45" y="268"/>
                </a:cubicBezTo>
                <a:cubicBezTo>
                  <a:pt x="48" y="264"/>
                  <a:pt x="53" y="263"/>
                  <a:pt x="58" y="264"/>
                </a:cubicBezTo>
                <a:cubicBezTo>
                  <a:pt x="63" y="267"/>
                  <a:pt x="66" y="273"/>
                  <a:pt x="64" y="278"/>
                </a:cubicBezTo>
                <a:cubicBezTo>
                  <a:pt x="63" y="281"/>
                  <a:pt x="63" y="281"/>
                  <a:pt x="63" y="281"/>
                </a:cubicBezTo>
                <a:cubicBezTo>
                  <a:pt x="35" y="300"/>
                  <a:pt x="35" y="300"/>
                  <a:pt x="35" y="300"/>
                </a:cubicBezTo>
                <a:cubicBezTo>
                  <a:pt x="35" y="306"/>
                  <a:pt x="35" y="306"/>
                  <a:pt x="35" y="306"/>
                </a:cubicBezTo>
                <a:cubicBezTo>
                  <a:pt x="66" y="284"/>
                  <a:pt x="66" y="284"/>
                  <a:pt x="66" y="284"/>
                </a:cubicBezTo>
                <a:close/>
                <a:moveTo>
                  <a:pt x="121" y="1"/>
                </a:moveTo>
                <a:cubicBezTo>
                  <a:pt x="121" y="58"/>
                  <a:pt x="121" y="58"/>
                  <a:pt x="121" y="58"/>
                </a:cubicBezTo>
                <a:cubicBezTo>
                  <a:pt x="88" y="36"/>
                  <a:pt x="88" y="36"/>
                  <a:pt x="88" y="36"/>
                </a:cubicBezTo>
                <a:cubicBezTo>
                  <a:pt x="94" y="22"/>
                  <a:pt x="94" y="22"/>
                  <a:pt x="94" y="22"/>
                </a:cubicBezTo>
                <a:cubicBezTo>
                  <a:pt x="98" y="10"/>
                  <a:pt x="109" y="2"/>
                  <a:pt x="121" y="1"/>
                </a:cubicBezTo>
                <a:close/>
                <a:moveTo>
                  <a:pt x="35" y="168"/>
                </a:moveTo>
                <a:cubicBezTo>
                  <a:pt x="0" y="258"/>
                  <a:pt x="0" y="258"/>
                  <a:pt x="0" y="258"/>
                </a:cubicBezTo>
                <a:cubicBezTo>
                  <a:pt x="15" y="319"/>
                  <a:pt x="15" y="319"/>
                  <a:pt x="15" y="319"/>
                </a:cubicBezTo>
                <a:cubicBezTo>
                  <a:pt x="35" y="306"/>
                  <a:pt x="35" y="306"/>
                  <a:pt x="35" y="306"/>
                </a:cubicBezTo>
                <a:cubicBezTo>
                  <a:pt x="35" y="300"/>
                  <a:pt x="35" y="300"/>
                  <a:pt x="35" y="300"/>
                </a:cubicBezTo>
                <a:cubicBezTo>
                  <a:pt x="33" y="301"/>
                  <a:pt x="33" y="301"/>
                  <a:pt x="33" y="301"/>
                </a:cubicBezTo>
                <a:cubicBezTo>
                  <a:pt x="13" y="294"/>
                  <a:pt x="13" y="294"/>
                  <a:pt x="13" y="294"/>
                </a:cubicBezTo>
                <a:cubicBezTo>
                  <a:pt x="5" y="259"/>
                  <a:pt x="5" y="259"/>
                  <a:pt x="5" y="259"/>
                </a:cubicBezTo>
                <a:cubicBezTo>
                  <a:pt x="5" y="259"/>
                  <a:pt x="5" y="259"/>
                  <a:pt x="5" y="259"/>
                </a:cubicBezTo>
                <a:cubicBezTo>
                  <a:pt x="6" y="256"/>
                  <a:pt x="6" y="256"/>
                  <a:pt x="6" y="256"/>
                </a:cubicBezTo>
                <a:cubicBezTo>
                  <a:pt x="8" y="250"/>
                  <a:pt x="14" y="248"/>
                  <a:pt x="19" y="250"/>
                </a:cubicBezTo>
                <a:cubicBezTo>
                  <a:pt x="24" y="251"/>
                  <a:pt x="27" y="256"/>
                  <a:pt x="26" y="261"/>
                </a:cubicBezTo>
                <a:cubicBezTo>
                  <a:pt x="28" y="258"/>
                  <a:pt x="31" y="256"/>
                  <a:pt x="35" y="256"/>
                </a:cubicBezTo>
                <a:lnTo>
                  <a:pt x="35" y="168"/>
                </a:ln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59" name="Freeform 48"/>
          <p:cNvSpPr>
            <a:spLocks noEditPoints="1"/>
          </p:cNvSpPr>
          <p:nvPr/>
        </p:nvSpPr>
        <p:spPr bwMode="auto">
          <a:xfrm>
            <a:off x="9233314" y="3155393"/>
            <a:ext cx="610933" cy="610933"/>
          </a:xfrm>
          <a:custGeom>
            <a:avLst/>
            <a:gdLst>
              <a:gd name="T0" fmla="*/ 133 w 266"/>
              <a:gd name="T1" fmla="*/ 0 h 266"/>
              <a:gd name="T2" fmla="*/ 133 w 266"/>
              <a:gd name="T3" fmla="*/ 0 h 266"/>
              <a:gd name="T4" fmla="*/ 133 w 266"/>
              <a:gd name="T5" fmla="*/ 35 h 266"/>
              <a:gd name="T6" fmla="*/ 150 w 266"/>
              <a:gd name="T7" fmla="*/ 24 h 266"/>
              <a:gd name="T8" fmla="*/ 242 w 266"/>
              <a:gd name="T9" fmla="*/ 117 h 266"/>
              <a:gd name="T10" fmla="*/ 231 w 266"/>
              <a:gd name="T11" fmla="*/ 133 h 266"/>
              <a:gd name="T12" fmla="*/ 242 w 266"/>
              <a:gd name="T13" fmla="*/ 149 h 266"/>
              <a:gd name="T14" fmla="*/ 150 w 266"/>
              <a:gd name="T15" fmla="*/ 242 h 266"/>
              <a:gd name="T16" fmla="*/ 150 w 266"/>
              <a:gd name="T17" fmla="*/ 242 h 266"/>
              <a:gd name="T18" fmla="*/ 133 w 266"/>
              <a:gd name="T19" fmla="*/ 231 h 266"/>
              <a:gd name="T20" fmla="*/ 133 w 266"/>
              <a:gd name="T21" fmla="*/ 266 h 266"/>
              <a:gd name="T22" fmla="*/ 133 w 266"/>
              <a:gd name="T23" fmla="*/ 266 h 266"/>
              <a:gd name="T24" fmla="*/ 266 w 266"/>
              <a:gd name="T25" fmla="*/ 133 h 266"/>
              <a:gd name="T26" fmla="*/ 133 w 266"/>
              <a:gd name="T27" fmla="*/ 0 h 266"/>
              <a:gd name="T28" fmla="*/ 133 w 266"/>
              <a:gd name="T29" fmla="*/ 0 h 266"/>
              <a:gd name="T30" fmla="*/ 133 w 266"/>
              <a:gd name="T31" fmla="*/ 0 h 266"/>
              <a:gd name="T32" fmla="*/ 0 w 266"/>
              <a:gd name="T33" fmla="*/ 133 h 266"/>
              <a:gd name="T34" fmla="*/ 133 w 266"/>
              <a:gd name="T35" fmla="*/ 266 h 266"/>
              <a:gd name="T36" fmla="*/ 133 w 266"/>
              <a:gd name="T37" fmla="*/ 266 h 266"/>
              <a:gd name="T38" fmla="*/ 133 w 266"/>
              <a:gd name="T39" fmla="*/ 231 h 266"/>
              <a:gd name="T40" fmla="*/ 133 w 266"/>
              <a:gd name="T41" fmla="*/ 231 h 266"/>
              <a:gd name="T42" fmla="*/ 117 w 266"/>
              <a:gd name="T43" fmla="*/ 242 h 266"/>
              <a:gd name="T44" fmla="*/ 24 w 266"/>
              <a:gd name="T45" fmla="*/ 149 h 266"/>
              <a:gd name="T46" fmla="*/ 35 w 266"/>
              <a:gd name="T47" fmla="*/ 133 h 266"/>
              <a:gd name="T48" fmla="*/ 24 w 266"/>
              <a:gd name="T49" fmla="*/ 117 h 266"/>
              <a:gd name="T50" fmla="*/ 117 w 266"/>
              <a:gd name="T51" fmla="*/ 24 h 266"/>
              <a:gd name="T52" fmla="*/ 133 w 266"/>
              <a:gd name="T53" fmla="*/ 35 h 266"/>
              <a:gd name="T54" fmla="*/ 133 w 266"/>
              <a:gd name="T55" fmla="*/ 35 h 266"/>
              <a:gd name="T56" fmla="*/ 133 w 266"/>
              <a:gd name="T5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6" h="266">
                <a:moveTo>
                  <a:pt x="133" y="0"/>
                </a:moveTo>
                <a:cubicBezTo>
                  <a:pt x="133" y="0"/>
                  <a:pt x="133" y="0"/>
                  <a:pt x="133" y="0"/>
                </a:cubicBezTo>
                <a:cubicBezTo>
                  <a:pt x="133" y="35"/>
                  <a:pt x="133" y="35"/>
                  <a:pt x="133" y="35"/>
                </a:cubicBezTo>
                <a:cubicBezTo>
                  <a:pt x="141" y="35"/>
                  <a:pt x="147" y="30"/>
                  <a:pt x="150" y="24"/>
                </a:cubicBezTo>
                <a:cubicBezTo>
                  <a:pt x="197" y="31"/>
                  <a:pt x="235" y="69"/>
                  <a:pt x="242" y="117"/>
                </a:cubicBezTo>
                <a:cubicBezTo>
                  <a:pt x="236" y="119"/>
                  <a:pt x="231" y="125"/>
                  <a:pt x="231" y="133"/>
                </a:cubicBezTo>
                <a:cubicBezTo>
                  <a:pt x="231" y="140"/>
                  <a:pt x="236" y="147"/>
                  <a:pt x="242" y="149"/>
                </a:cubicBezTo>
                <a:cubicBezTo>
                  <a:pt x="235" y="197"/>
                  <a:pt x="197" y="235"/>
                  <a:pt x="150" y="242"/>
                </a:cubicBezTo>
                <a:cubicBezTo>
                  <a:pt x="150" y="242"/>
                  <a:pt x="150" y="242"/>
                  <a:pt x="150" y="242"/>
                </a:cubicBezTo>
                <a:cubicBezTo>
                  <a:pt x="147" y="236"/>
                  <a:pt x="141" y="231"/>
                  <a:pt x="133" y="231"/>
                </a:cubicBezTo>
                <a:cubicBezTo>
                  <a:pt x="133" y="266"/>
                  <a:pt x="133" y="266"/>
                  <a:pt x="133" y="266"/>
                </a:cubicBezTo>
                <a:cubicBezTo>
                  <a:pt x="133" y="266"/>
                  <a:pt x="133" y="266"/>
                  <a:pt x="133" y="266"/>
                </a:cubicBezTo>
                <a:cubicBezTo>
                  <a:pt x="207" y="266"/>
                  <a:pt x="266" y="206"/>
                  <a:pt x="266" y="133"/>
                </a:cubicBezTo>
                <a:cubicBezTo>
                  <a:pt x="266" y="59"/>
                  <a:pt x="207" y="0"/>
                  <a:pt x="133" y="0"/>
                </a:cubicBezTo>
                <a:close/>
                <a:moveTo>
                  <a:pt x="133" y="0"/>
                </a:moveTo>
                <a:cubicBezTo>
                  <a:pt x="133" y="0"/>
                  <a:pt x="133" y="0"/>
                  <a:pt x="133" y="0"/>
                </a:cubicBezTo>
                <a:cubicBezTo>
                  <a:pt x="60" y="0"/>
                  <a:pt x="0" y="59"/>
                  <a:pt x="0" y="133"/>
                </a:cubicBezTo>
                <a:cubicBezTo>
                  <a:pt x="0" y="206"/>
                  <a:pt x="60" y="266"/>
                  <a:pt x="133" y="266"/>
                </a:cubicBezTo>
                <a:cubicBezTo>
                  <a:pt x="133" y="266"/>
                  <a:pt x="133" y="266"/>
                  <a:pt x="133" y="266"/>
                </a:cubicBezTo>
                <a:cubicBezTo>
                  <a:pt x="133" y="231"/>
                  <a:pt x="133" y="231"/>
                  <a:pt x="133" y="231"/>
                </a:cubicBezTo>
                <a:cubicBezTo>
                  <a:pt x="133" y="231"/>
                  <a:pt x="133" y="231"/>
                  <a:pt x="133" y="231"/>
                </a:cubicBezTo>
                <a:cubicBezTo>
                  <a:pt x="126" y="231"/>
                  <a:pt x="120" y="236"/>
                  <a:pt x="117" y="242"/>
                </a:cubicBezTo>
                <a:cubicBezTo>
                  <a:pt x="69" y="235"/>
                  <a:pt x="31" y="197"/>
                  <a:pt x="24" y="149"/>
                </a:cubicBezTo>
                <a:cubicBezTo>
                  <a:pt x="31" y="147"/>
                  <a:pt x="35" y="140"/>
                  <a:pt x="35" y="133"/>
                </a:cubicBezTo>
                <a:cubicBezTo>
                  <a:pt x="35" y="125"/>
                  <a:pt x="31" y="119"/>
                  <a:pt x="24" y="117"/>
                </a:cubicBezTo>
                <a:cubicBezTo>
                  <a:pt x="31" y="69"/>
                  <a:pt x="69" y="31"/>
                  <a:pt x="117" y="24"/>
                </a:cubicBezTo>
                <a:cubicBezTo>
                  <a:pt x="120" y="30"/>
                  <a:pt x="126" y="35"/>
                  <a:pt x="133" y="35"/>
                </a:cubicBezTo>
                <a:cubicBezTo>
                  <a:pt x="133" y="35"/>
                  <a:pt x="133" y="35"/>
                  <a:pt x="133" y="35"/>
                </a:cubicBezTo>
                <a:lnTo>
                  <a:pt x="133"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0" name="Freeform 49"/>
          <p:cNvSpPr>
            <a:spLocks/>
          </p:cNvSpPr>
          <p:nvPr/>
        </p:nvSpPr>
        <p:spPr bwMode="auto">
          <a:xfrm>
            <a:off x="9345459" y="3349550"/>
            <a:ext cx="304629" cy="160683"/>
          </a:xfrm>
          <a:custGeom>
            <a:avLst/>
            <a:gdLst>
              <a:gd name="T0" fmla="*/ 124 w 133"/>
              <a:gd name="T1" fmla="*/ 0 h 70"/>
              <a:gd name="T2" fmla="*/ 93 w 133"/>
              <a:gd name="T3" fmla="*/ 30 h 70"/>
              <a:gd name="T4" fmla="*/ 84 w 133"/>
              <a:gd name="T5" fmla="*/ 28 h 70"/>
              <a:gd name="T6" fmla="*/ 65 w 133"/>
              <a:gd name="T7" fmla="*/ 42 h 70"/>
              <a:gd name="T8" fmla="*/ 0 w 133"/>
              <a:gd name="T9" fmla="*/ 42 h 70"/>
              <a:gd name="T10" fmla="*/ 0 w 133"/>
              <a:gd name="T11" fmla="*/ 56 h 70"/>
              <a:gd name="T12" fmla="*/ 65 w 133"/>
              <a:gd name="T13" fmla="*/ 56 h 70"/>
              <a:gd name="T14" fmla="*/ 84 w 133"/>
              <a:gd name="T15" fmla="*/ 70 h 70"/>
              <a:gd name="T16" fmla="*/ 105 w 133"/>
              <a:gd name="T17" fmla="*/ 49 h 70"/>
              <a:gd name="T18" fmla="*/ 103 w 133"/>
              <a:gd name="T19" fmla="*/ 40 h 70"/>
              <a:gd name="T20" fmla="*/ 133 w 133"/>
              <a:gd name="T21" fmla="*/ 9 h 70"/>
              <a:gd name="T22" fmla="*/ 124 w 133"/>
              <a:gd name="T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70">
                <a:moveTo>
                  <a:pt x="124" y="0"/>
                </a:moveTo>
                <a:cubicBezTo>
                  <a:pt x="93" y="30"/>
                  <a:pt x="93" y="30"/>
                  <a:pt x="93" y="30"/>
                </a:cubicBezTo>
                <a:cubicBezTo>
                  <a:pt x="91" y="29"/>
                  <a:pt x="88" y="28"/>
                  <a:pt x="84" y="28"/>
                </a:cubicBezTo>
                <a:cubicBezTo>
                  <a:pt x="75" y="28"/>
                  <a:pt x="67" y="34"/>
                  <a:pt x="65" y="42"/>
                </a:cubicBezTo>
                <a:cubicBezTo>
                  <a:pt x="0" y="42"/>
                  <a:pt x="0" y="42"/>
                  <a:pt x="0" y="42"/>
                </a:cubicBezTo>
                <a:cubicBezTo>
                  <a:pt x="0" y="56"/>
                  <a:pt x="0" y="56"/>
                  <a:pt x="0" y="56"/>
                </a:cubicBezTo>
                <a:cubicBezTo>
                  <a:pt x="65" y="56"/>
                  <a:pt x="65" y="56"/>
                  <a:pt x="65" y="56"/>
                </a:cubicBezTo>
                <a:cubicBezTo>
                  <a:pt x="67" y="64"/>
                  <a:pt x="75" y="70"/>
                  <a:pt x="84" y="70"/>
                </a:cubicBezTo>
                <a:cubicBezTo>
                  <a:pt x="96" y="70"/>
                  <a:pt x="105" y="60"/>
                  <a:pt x="105" y="49"/>
                </a:cubicBezTo>
                <a:cubicBezTo>
                  <a:pt x="105" y="46"/>
                  <a:pt x="104" y="43"/>
                  <a:pt x="103" y="40"/>
                </a:cubicBezTo>
                <a:cubicBezTo>
                  <a:pt x="133" y="9"/>
                  <a:pt x="133" y="9"/>
                  <a:pt x="133" y="9"/>
                </a:cubicBezTo>
                <a:lnTo>
                  <a:pt x="124"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nvGrpSpPr>
          <p:cNvPr id="61" name="Group 126"/>
          <p:cNvGrpSpPr/>
          <p:nvPr/>
        </p:nvGrpSpPr>
        <p:grpSpPr>
          <a:xfrm>
            <a:off x="9477684" y="3942071"/>
            <a:ext cx="478703" cy="455271"/>
            <a:chOff x="8505825" y="3605213"/>
            <a:chExt cx="454025" cy="431800"/>
          </a:xfrm>
        </p:grpSpPr>
        <p:sp>
          <p:nvSpPr>
            <p:cNvPr id="62" name="Freeform 50"/>
            <p:cNvSpPr>
              <a:spLocks/>
            </p:cNvSpPr>
            <p:nvPr/>
          </p:nvSpPr>
          <p:spPr bwMode="auto">
            <a:xfrm>
              <a:off x="8505825" y="3694113"/>
              <a:ext cx="454025" cy="342900"/>
            </a:xfrm>
            <a:custGeom>
              <a:avLst/>
              <a:gdLst>
                <a:gd name="T0" fmla="*/ 146 w 208"/>
                <a:gd name="T1" fmla="*/ 0 h 157"/>
                <a:gd name="T2" fmla="*/ 104 w 208"/>
                <a:gd name="T3" fmla="*/ 15 h 157"/>
                <a:gd name="T4" fmla="*/ 62 w 208"/>
                <a:gd name="T5" fmla="*/ 0 h 157"/>
                <a:gd name="T6" fmla="*/ 0 w 208"/>
                <a:gd name="T7" fmla="*/ 60 h 157"/>
                <a:gd name="T8" fmla="*/ 107 w 208"/>
                <a:gd name="T9" fmla="*/ 157 h 157"/>
                <a:gd name="T10" fmla="*/ 208 w 208"/>
                <a:gd name="T11" fmla="*/ 60 h 157"/>
                <a:gd name="T12" fmla="*/ 146 w 208"/>
                <a:gd name="T13" fmla="*/ 0 h 157"/>
              </a:gdLst>
              <a:ahLst/>
              <a:cxnLst>
                <a:cxn ang="0">
                  <a:pos x="T0" y="T1"/>
                </a:cxn>
                <a:cxn ang="0">
                  <a:pos x="T2" y="T3"/>
                </a:cxn>
                <a:cxn ang="0">
                  <a:pos x="T4" y="T5"/>
                </a:cxn>
                <a:cxn ang="0">
                  <a:pos x="T6" y="T7"/>
                </a:cxn>
                <a:cxn ang="0">
                  <a:pos x="T8" y="T9"/>
                </a:cxn>
                <a:cxn ang="0">
                  <a:pos x="T10" y="T11"/>
                </a:cxn>
                <a:cxn ang="0">
                  <a:pos x="T12" y="T13"/>
                </a:cxn>
              </a:cxnLst>
              <a:rect l="0" t="0" r="r" b="b"/>
              <a:pathLst>
                <a:path w="208" h="157">
                  <a:moveTo>
                    <a:pt x="146" y="0"/>
                  </a:moveTo>
                  <a:cubicBezTo>
                    <a:pt x="130" y="0"/>
                    <a:pt x="115" y="6"/>
                    <a:pt x="104" y="15"/>
                  </a:cubicBezTo>
                  <a:cubicBezTo>
                    <a:pt x="93" y="6"/>
                    <a:pt x="78" y="0"/>
                    <a:pt x="62" y="0"/>
                  </a:cubicBezTo>
                  <a:cubicBezTo>
                    <a:pt x="28" y="0"/>
                    <a:pt x="0" y="27"/>
                    <a:pt x="0" y="60"/>
                  </a:cubicBezTo>
                  <a:cubicBezTo>
                    <a:pt x="0" y="98"/>
                    <a:pt x="31" y="157"/>
                    <a:pt x="107" y="157"/>
                  </a:cubicBezTo>
                  <a:cubicBezTo>
                    <a:pt x="185" y="157"/>
                    <a:pt x="208" y="95"/>
                    <a:pt x="208" y="60"/>
                  </a:cubicBezTo>
                  <a:cubicBezTo>
                    <a:pt x="208" y="27"/>
                    <a:pt x="180" y="0"/>
                    <a:pt x="146" y="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3" name="Freeform 51"/>
            <p:cNvSpPr>
              <a:spLocks/>
            </p:cNvSpPr>
            <p:nvPr/>
          </p:nvSpPr>
          <p:spPr bwMode="auto">
            <a:xfrm>
              <a:off x="8709025" y="3605213"/>
              <a:ext cx="123825" cy="157163"/>
            </a:xfrm>
            <a:custGeom>
              <a:avLst/>
              <a:gdLst>
                <a:gd name="T0" fmla="*/ 12 w 57"/>
                <a:gd name="T1" fmla="*/ 72 h 72"/>
                <a:gd name="T2" fmla="*/ 27 w 57"/>
                <a:gd name="T3" fmla="*/ 0 h 72"/>
                <a:gd name="T4" fmla="*/ 57 w 57"/>
                <a:gd name="T5" fmla="*/ 6 h 72"/>
                <a:gd name="T6" fmla="*/ 12 w 57"/>
                <a:gd name="T7" fmla="*/ 72 h 72"/>
              </a:gdLst>
              <a:ahLst/>
              <a:cxnLst>
                <a:cxn ang="0">
                  <a:pos x="T0" y="T1"/>
                </a:cxn>
                <a:cxn ang="0">
                  <a:pos x="T2" y="T3"/>
                </a:cxn>
                <a:cxn ang="0">
                  <a:pos x="T4" y="T5"/>
                </a:cxn>
                <a:cxn ang="0">
                  <a:pos x="T6" y="T7"/>
                </a:cxn>
              </a:cxnLst>
              <a:rect l="0" t="0" r="r" b="b"/>
              <a:pathLst>
                <a:path w="57" h="72">
                  <a:moveTo>
                    <a:pt x="12" y="72"/>
                  </a:moveTo>
                  <a:cubicBezTo>
                    <a:pt x="0" y="48"/>
                    <a:pt x="7" y="20"/>
                    <a:pt x="27" y="0"/>
                  </a:cubicBezTo>
                  <a:cubicBezTo>
                    <a:pt x="57" y="6"/>
                    <a:pt x="57" y="6"/>
                    <a:pt x="57" y="6"/>
                  </a:cubicBezTo>
                  <a:cubicBezTo>
                    <a:pt x="29" y="21"/>
                    <a:pt x="12" y="37"/>
                    <a:pt x="12" y="72"/>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grpSp>
      <p:sp>
        <p:nvSpPr>
          <p:cNvPr id="64" name="Freeform 52"/>
          <p:cNvSpPr>
            <a:spLocks/>
          </p:cNvSpPr>
          <p:nvPr/>
        </p:nvSpPr>
        <p:spPr bwMode="auto">
          <a:xfrm>
            <a:off x="8001405" y="1232208"/>
            <a:ext cx="716382" cy="582479"/>
          </a:xfrm>
          <a:custGeom>
            <a:avLst/>
            <a:gdLst>
              <a:gd name="T0" fmla="*/ 312 w 312"/>
              <a:gd name="T1" fmla="*/ 86 h 253"/>
              <a:gd name="T2" fmla="*/ 305 w 312"/>
              <a:gd name="T3" fmla="*/ 75 h 253"/>
              <a:gd name="T4" fmla="*/ 79 w 312"/>
              <a:gd name="T5" fmla="*/ 226 h 253"/>
              <a:gd name="T6" fmla="*/ 28 w 312"/>
              <a:gd name="T7" fmla="*/ 214 h 253"/>
              <a:gd name="T8" fmla="*/ 35 w 312"/>
              <a:gd name="T9" fmla="*/ 162 h 253"/>
              <a:gd name="T10" fmla="*/ 262 w 312"/>
              <a:gd name="T11" fmla="*/ 11 h 253"/>
              <a:gd name="T12" fmla="*/ 254 w 312"/>
              <a:gd name="T13" fmla="*/ 0 h 253"/>
              <a:gd name="T14" fmla="*/ 26 w 312"/>
              <a:gd name="T15" fmla="*/ 153 h 253"/>
              <a:gd name="T16" fmla="*/ 15 w 312"/>
              <a:gd name="T17" fmla="*/ 222 h 253"/>
              <a:gd name="T18" fmla="*/ 83 w 312"/>
              <a:gd name="T19" fmla="*/ 239 h 253"/>
              <a:gd name="T20" fmla="*/ 312 w 312"/>
              <a:gd name="T21" fmla="*/ 8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2" h="253">
                <a:moveTo>
                  <a:pt x="312" y="86"/>
                </a:moveTo>
                <a:cubicBezTo>
                  <a:pt x="305" y="75"/>
                  <a:pt x="305" y="75"/>
                  <a:pt x="305" y="75"/>
                </a:cubicBezTo>
                <a:cubicBezTo>
                  <a:pt x="79" y="226"/>
                  <a:pt x="79" y="226"/>
                  <a:pt x="79" y="226"/>
                </a:cubicBezTo>
                <a:cubicBezTo>
                  <a:pt x="63" y="237"/>
                  <a:pt x="40" y="231"/>
                  <a:pt x="28" y="214"/>
                </a:cubicBezTo>
                <a:cubicBezTo>
                  <a:pt x="16" y="196"/>
                  <a:pt x="19" y="173"/>
                  <a:pt x="35" y="162"/>
                </a:cubicBezTo>
                <a:cubicBezTo>
                  <a:pt x="262" y="11"/>
                  <a:pt x="262" y="11"/>
                  <a:pt x="262" y="11"/>
                </a:cubicBezTo>
                <a:cubicBezTo>
                  <a:pt x="254" y="0"/>
                  <a:pt x="254" y="0"/>
                  <a:pt x="254" y="0"/>
                </a:cubicBezTo>
                <a:cubicBezTo>
                  <a:pt x="26" y="153"/>
                  <a:pt x="26" y="153"/>
                  <a:pt x="26" y="153"/>
                </a:cubicBezTo>
                <a:cubicBezTo>
                  <a:pt x="4" y="167"/>
                  <a:pt x="0" y="198"/>
                  <a:pt x="15" y="222"/>
                </a:cubicBezTo>
                <a:cubicBezTo>
                  <a:pt x="31" y="246"/>
                  <a:pt x="62" y="253"/>
                  <a:pt x="83" y="239"/>
                </a:cubicBezTo>
                <a:lnTo>
                  <a:pt x="312" y="86"/>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5" name="Freeform 53"/>
          <p:cNvSpPr>
            <a:spLocks/>
          </p:cNvSpPr>
          <p:nvPr/>
        </p:nvSpPr>
        <p:spPr bwMode="auto">
          <a:xfrm>
            <a:off x="8545385" y="1200408"/>
            <a:ext cx="197507" cy="271154"/>
          </a:xfrm>
          <a:custGeom>
            <a:avLst/>
            <a:gdLst>
              <a:gd name="T0" fmla="*/ 80 w 86"/>
              <a:gd name="T1" fmla="*/ 115 h 118"/>
              <a:gd name="T2" fmla="*/ 68 w 86"/>
              <a:gd name="T3" fmla="*/ 113 h 118"/>
              <a:gd name="T4" fmla="*/ 3 w 86"/>
              <a:gd name="T5" fmla="*/ 16 h 118"/>
              <a:gd name="T6" fmla="*/ 6 w 86"/>
              <a:gd name="T7" fmla="*/ 3 h 118"/>
              <a:gd name="T8" fmla="*/ 19 w 86"/>
              <a:gd name="T9" fmla="*/ 6 h 118"/>
              <a:gd name="T10" fmla="*/ 83 w 86"/>
              <a:gd name="T11" fmla="*/ 102 h 118"/>
              <a:gd name="T12" fmla="*/ 80 w 86"/>
              <a:gd name="T13" fmla="*/ 115 h 118"/>
            </a:gdLst>
            <a:ahLst/>
            <a:cxnLst>
              <a:cxn ang="0">
                <a:pos x="T0" y="T1"/>
              </a:cxn>
              <a:cxn ang="0">
                <a:pos x="T2" y="T3"/>
              </a:cxn>
              <a:cxn ang="0">
                <a:pos x="T4" y="T5"/>
              </a:cxn>
              <a:cxn ang="0">
                <a:pos x="T6" y="T7"/>
              </a:cxn>
              <a:cxn ang="0">
                <a:pos x="T8" y="T9"/>
              </a:cxn>
              <a:cxn ang="0">
                <a:pos x="T10" y="T11"/>
              </a:cxn>
              <a:cxn ang="0">
                <a:pos x="T12" y="T13"/>
              </a:cxn>
            </a:cxnLst>
            <a:rect l="0" t="0" r="r" b="b"/>
            <a:pathLst>
              <a:path w="86" h="118">
                <a:moveTo>
                  <a:pt x="80" y="115"/>
                </a:moveTo>
                <a:cubicBezTo>
                  <a:pt x="76" y="118"/>
                  <a:pt x="70" y="117"/>
                  <a:pt x="68" y="113"/>
                </a:cubicBezTo>
                <a:cubicBezTo>
                  <a:pt x="3" y="16"/>
                  <a:pt x="3" y="16"/>
                  <a:pt x="3" y="16"/>
                </a:cubicBezTo>
                <a:cubicBezTo>
                  <a:pt x="0" y="12"/>
                  <a:pt x="1" y="6"/>
                  <a:pt x="6" y="3"/>
                </a:cubicBezTo>
                <a:cubicBezTo>
                  <a:pt x="10" y="0"/>
                  <a:pt x="16" y="2"/>
                  <a:pt x="19" y="6"/>
                </a:cubicBezTo>
                <a:cubicBezTo>
                  <a:pt x="83" y="102"/>
                  <a:pt x="83" y="102"/>
                  <a:pt x="83" y="102"/>
                </a:cubicBezTo>
                <a:cubicBezTo>
                  <a:pt x="86" y="107"/>
                  <a:pt x="85" y="112"/>
                  <a:pt x="80" y="115"/>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6" name="Freeform 54"/>
          <p:cNvSpPr>
            <a:spLocks/>
          </p:cNvSpPr>
          <p:nvPr/>
        </p:nvSpPr>
        <p:spPr bwMode="auto">
          <a:xfrm>
            <a:off x="8095135" y="1386198"/>
            <a:ext cx="542307" cy="354843"/>
          </a:xfrm>
          <a:custGeom>
            <a:avLst/>
            <a:gdLst>
              <a:gd name="T0" fmla="*/ 236 w 236"/>
              <a:gd name="T1" fmla="*/ 13 h 154"/>
              <a:gd name="T2" fmla="*/ 227 w 236"/>
              <a:gd name="T3" fmla="*/ 0 h 154"/>
              <a:gd name="T4" fmla="*/ 25 w 236"/>
              <a:gd name="T5" fmla="*/ 135 h 154"/>
              <a:gd name="T6" fmla="*/ 0 w 236"/>
              <a:gd name="T7" fmla="*/ 136 h 154"/>
              <a:gd name="T8" fmla="*/ 1 w 236"/>
              <a:gd name="T9" fmla="*/ 138 h 154"/>
              <a:gd name="T10" fmla="*/ 36 w 236"/>
              <a:gd name="T11" fmla="*/ 146 h 154"/>
              <a:gd name="T12" fmla="*/ 236 w 236"/>
              <a:gd name="T13" fmla="*/ 13 h 154"/>
            </a:gdLst>
            <a:ahLst/>
            <a:cxnLst>
              <a:cxn ang="0">
                <a:pos x="T0" y="T1"/>
              </a:cxn>
              <a:cxn ang="0">
                <a:pos x="T2" y="T3"/>
              </a:cxn>
              <a:cxn ang="0">
                <a:pos x="T4" y="T5"/>
              </a:cxn>
              <a:cxn ang="0">
                <a:pos x="T6" y="T7"/>
              </a:cxn>
              <a:cxn ang="0">
                <a:pos x="T8" y="T9"/>
              </a:cxn>
              <a:cxn ang="0">
                <a:pos x="T10" y="T11"/>
              </a:cxn>
              <a:cxn ang="0">
                <a:pos x="T12" y="T13"/>
              </a:cxn>
            </a:cxnLst>
            <a:rect l="0" t="0" r="r" b="b"/>
            <a:pathLst>
              <a:path w="236" h="154">
                <a:moveTo>
                  <a:pt x="236" y="13"/>
                </a:moveTo>
                <a:cubicBezTo>
                  <a:pt x="227" y="0"/>
                  <a:pt x="227" y="0"/>
                  <a:pt x="227" y="0"/>
                </a:cubicBezTo>
                <a:cubicBezTo>
                  <a:pt x="25" y="135"/>
                  <a:pt x="25" y="135"/>
                  <a:pt x="25" y="135"/>
                </a:cubicBezTo>
                <a:cubicBezTo>
                  <a:pt x="17" y="140"/>
                  <a:pt x="8" y="140"/>
                  <a:pt x="0" y="136"/>
                </a:cubicBezTo>
                <a:cubicBezTo>
                  <a:pt x="0" y="137"/>
                  <a:pt x="0" y="137"/>
                  <a:pt x="1" y="138"/>
                </a:cubicBezTo>
                <a:cubicBezTo>
                  <a:pt x="9" y="150"/>
                  <a:pt x="25" y="154"/>
                  <a:pt x="36" y="146"/>
                </a:cubicBezTo>
                <a:lnTo>
                  <a:pt x="236" y="13"/>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7" name="Freeform 55"/>
          <p:cNvSpPr>
            <a:spLocks noEditPoints="1"/>
          </p:cNvSpPr>
          <p:nvPr/>
        </p:nvSpPr>
        <p:spPr bwMode="auto">
          <a:xfrm>
            <a:off x="7653258" y="1697523"/>
            <a:ext cx="312999" cy="549002"/>
          </a:xfrm>
          <a:custGeom>
            <a:avLst/>
            <a:gdLst>
              <a:gd name="T0" fmla="*/ 59 w 136"/>
              <a:gd name="T1" fmla="*/ 203 h 239"/>
              <a:gd name="T2" fmla="*/ 54 w 136"/>
              <a:gd name="T3" fmla="*/ 203 h 239"/>
              <a:gd name="T4" fmla="*/ 54 w 136"/>
              <a:gd name="T5" fmla="*/ 239 h 239"/>
              <a:gd name="T6" fmla="*/ 72 w 136"/>
              <a:gd name="T7" fmla="*/ 226 h 239"/>
              <a:gd name="T8" fmla="*/ 59 w 136"/>
              <a:gd name="T9" fmla="*/ 203 h 239"/>
              <a:gd name="T10" fmla="*/ 54 w 136"/>
              <a:gd name="T11" fmla="*/ 187 h 239"/>
              <a:gd name="T12" fmla="*/ 54 w 136"/>
              <a:gd name="T13" fmla="*/ 82 h 239"/>
              <a:gd name="T14" fmla="*/ 81 w 136"/>
              <a:gd name="T15" fmla="*/ 74 h 239"/>
              <a:gd name="T16" fmla="*/ 97 w 136"/>
              <a:gd name="T17" fmla="*/ 13 h 239"/>
              <a:gd name="T18" fmla="*/ 114 w 136"/>
              <a:gd name="T19" fmla="*/ 2 h 239"/>
              <a:gd name="T20" fmla="*/ 124 w 136"/>
              <a:gd name="T21" fmla="*/ 20 h 239"/>
              <a:gd name="T22" fmla="*/ 109 w 136"/>
              <a:gd name="T23" fmla="*/ 81 h 239"/>
              <a:gd name="T24" fmla="*/ 130 w 136"/>
              <a:gd name="T25" fmla="*/ 134 h 239"/>
              <a:gd name="T26" fmla="*/ 122 w 136"/>
              <a:gd name="T27" fmla="*/ 164 h 239"/>
              <a:gd name="T28" fmla="*/ 122 w 136"/>
              <a:gd name="T29" fmla="*/ 164 h 239"/>
              <a:gd name="T30" fmla="*/ 136 w 136"/>
              <a:gd name="T31" fmla="*/ 187 h 239"/>
              <a:gd name="T32" fmla="*/ 131 w 136"/>
              <a:gd name="T33" fmla="*/ 207 h 239"/>
              <a:gd name="T34" fmla="*/ 54 w 136"/>
              <a:gd name="T35" fmla="*/ 187 h 239"/>
              <a:gd name="T36" fmla="*/ 54 w 136"/>
              <a:gd name="T37" fmla="*/ 203 h 239"/>
              <a:gd name="T38" fmla="*/ 36 w 136"/>
              <a:gd name="T39" fmla="*/ 216 h 239"/>
              <a:gd name="T40" fmla="*/ 50 w 136"/>
              <a:gd name="T41" fmla="*/ 239 h 239"/>
              <a:gd name="T42" fmla="*/ 54 w 136"/>
              <a:gd name="T43" fmla="*/ 239 h 239"/>
              <a:gd name="T44" fmla="*/ 54 w 136"/>
              <a:gd name="T45" fmla="*/ 203 h 239"/>
              <a:gd name="T46" fmla="*/ 54 w 136"/>
              <a:gd name="T47" fmla="*/ 82 h 239"/>
              <a:gd name="T48" fmla="*/ 54 w 136"/>
              <a:gd name="T49" fmla="*/ 187 h 239"/>
              <a:gd name="T50" fmla="*/ 0 w 136"/>
              <a:gd name="T51" fmla="*/ 173 h 239"/>
              <a:gd name="T52" fmla="*/ 5 w 136"/>
              <a:gd name="T53" fmla="*/ 152 h 239"/>
              <a:gd name="T54" fmla="*/ 29 w 136"/>
              <a:gd name="T55" fmla="*/ 140 h 239"/>
              <a:gd name="T56" fmla="*/ 37 w 136"/>
              <a:gd name="T57" fmla="*/ 109 h 239"/>
              <a:gd name="T58" fmla="*/ 54 w 136"/>
              <a:gd name="T59" fmla="*/ 8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6" h="239">
                <a:moveTo>
                  <a:pt x="59" y="203"/>
                </a:moveTo>
                <a:cubicBezTo>
                  <a:pt x="57" y="203"/>
                  <a:pt x="56" y="203"/>
                  <a:pt x="54" y="203"/>
                </a:cubicBezTo>
                <a:cubicBezTo>
                  <a:pt x="54" y="239"/>
                  <a:pt x="54" y="239"/>
                  <a:pt x="54" y="239"/>
                </a:cubicBezTo>
                <a:cubicBezTo>
                  <a:pt x="62" y="239"/>
                  <a:pt x="70" y="234"/>
                  <a:pt x="72" y="226"/>
                </a:cubicBezTo>
                <a:cubicBezTo>
                  <a:pt x="74" y="216"/>
                  <a:pt x="69" y="206"/>
                  <a:pt x="59" y="203"/>
                </a:cubicBezTo>
                <a:close/>
                <a:moveTo>
                  <a:pt x="54" y="187"/>
                </a:moveTo>
                <a:cubicBezTo>
                  <a:pt x="54" y="82"/>
                  <a:pt x="54" y="82"/>
                  <a:pt x="54" y="82"/>
                </a:cubicBezTo>
                <a:cubicBezTo>
                  <a:pt x="62" y="76"/>
                  <a:pt x="71" y="74"/>
                  <a:pt x="81" y="74"/>
                </a:cubicBezTo>
                <a:cubicBezTo>
                  <a:pt x="97" y="13"/>
                  <a:pt x="97" y="13"/>
                  <a:pt x="97" y="13"/>
                </a:cubicBezTo>
                <a:cubicBezTo>
                  <a:pt x="99" y="5"/>
                  <a:pt x="107" y="0"/>
                  <a:pt x="114" y="2"/>
                </a:cubicBezTo>
                <a:cubicBezTo>
                  <a:pt x="122" y="4"/>
                  <a:pt x="126" y="12"/>
                  <a:pt x="124" y="20"/>
                </a:cubicBezTo>
                <a:cubicBezTo>
                  <a:pt x="109" y="81"/>
                  <a:pt x="109" y="81"/>
                  <a:pt x="109" y="81"/>
                </a:cubicBezTo>
                <a:cubicBezTo>
                  <a:pt x="125" y="90"/>
                  <a:pt x="136" y="109"/>
                  <a:pt x="130" y="134"/>
                </a:cubicBezTo>
                <a:cubicBezTo>
                  <a:pt x="130" y="134"/>
                  <a:pt x="125" y="154"/>
                  <a:pt x="122" y="164"/>
                </a:cubicBezTo>
                <a:cubicBezTo>
                  <a:pt x="122" y="164"/>
                  <a:pt x="122" y="164"/>
                  <a:pt x="122" y="164"/>
                </a:cubicBezTo>
                <a:cubicBezTo>
                  <a:pt x="118" y="178"/>
                  <a:pt x="136" y="187"/>
                  <a:pt x="136" y="187"/>
                </a:cubicBezTo>
                <a:cubicBezTo>
                  <a:pt x="131" y="207"/>
                  <a:pt x="131" y="207"/>
                  <a:pt x="131" y="207"/>
                </a:cubicBezTo>
                <a:lnTo>
                  <a:pt x="54" y="187"/>
                </a:lnTo>
                <a:close/>
                <a:moveTo>
                  <a:pt x="54" y="203"/>
                </a:moveTo>
                <a:cubicBezTo>
                  <a:pt x="46" y="203"/>
                  <a:pt x="38" y="208"/>
                  <a:pt x="36" y="216"/>
                </a:cubicBezTo>
                <a:cubicBezTo>
                  <a:pt x="34" y="226"/>
                  <a:pt x="40" y="236"/>
                  <a:pt x="50" y="239"/>
                </a:cubicBezTo>
                <a:cubicBezTo>
                  <a:pt x="51" y="239"/>
                  <a:pt x="53" y="239"/>
                  <a:pt x="54" y="239"/>
                </a:cubicBezTo>
                <a:cubicBezTo>
                  <a:pt x="54" y="203"/>
                  <a:pt x="54" y="203"/>
                  <a:pt x="54" y="203"/>
                </a:cubicBezTo>
                <a:close/>
                <a:moveTo>
                  <a:pt x="54" y="82"/>
                </a:moveTo>
                <a:cubicBezTo>
                  <a:pt x="54" y="187"/>
                  <a:pt x="54" y="187"/>
                  <a:pt x="54" y="187"/>
                </a:cubicBezTo>
                <a:cubicBezTo>
                  <a:pt x="0" y="173"/>
                  <a:pt x="0" y="173"/>
                  <a:pt x="0" y="173"/>
                </a:cubicBezTo>
                <a:cubicBezTo>
                  <a:pt x="5" y="152"/>
                  <a:pt x="5" y="152"/>
                  <a:pt x="5" y="152"/>
                </a:cubicBezTo>
                <a:cubicBezTo>
                  <a:pt x="5" y="152"/>
                  <a:pt x="25" y="154"/>
                  <a:pt x="29" y="140"/>
                </a:cubicBezTo>
                <a:cubicBezTo>
                  <a:pt x="32" y="128"/>
                  <a:pt x="37" y="109"/>
                  <a:pt x="37" y="109"/>
                </a:cubicBezTo>
                <a:cubicBezTo>
                  <a:pt x="40" y="97"/>
                  <a:pt x="46" y="88"/>
                  <a:pt x="54" y="82"/>
                </a:cubicBez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68" name="Freeform 56"/>
          <p:cNvSpPr>
            <a:spLocks noEditPoints="1"/>
          </p:cNvSpPr>
          <p:nvPr/>
        </p:nvSpPr>
        <p:spPr bwMode="auto">
          <a:xfrm>
            <a:off x="7368710" y="2847414"/>
            <a:ext cx="585826" cy="637713"/>
          </a:xfrm>
          <a:custGeom>
            <a:avLst/>
            <a:gdLst>
              <a:gd name="T0" fmla="*/ 198 w 255"/>
              <a:gd name="T1" fmla="*/ 128 h 277"/>
              <a:gd name="T2" fmla="*/ 191 w 255"/>
              <a:gd name="T3" fmla="*/ 158 h 277"/>
              <a:gd name="T4" fmla="*/ 191 w 255"/>
              <a:gd name="T5" fmla="*/ 185 h 277"/>
              <a:gd name="T6" fmla="*/ 196 w 255"/>
              <a:gd name="T7" fmla="*/ 187 h 277"/>
              <a:gd name="T8" fmla="*/ 218 w 255"/>
              <a:gd name="T9" fmla="*/ 218 h 277"/>
              <a:gd name="T10" fmla="*/ 191 w 255"/>
              <a:gd name="T11" fmla="*/ 201 h 277"/>
              <a:gd name="T12" fmla="*/ 191 w 255"/>
              <a:gd name="T13" fmla="*/ 55 h 277"/>
              <a:gd name="T14" fmla="*/ 218 w 255"/>
              <a:gd name="T15" fmla="*/ 38 h 277"/>
              <a:gd name="T16" fmla="*/ 196 w 255"/>
              <a:gd name="T17" fmla="*/ 69 h 277"/>
              <a:gd name="T18" fmla="*/ 191 w 255"/>
              <a:gd name="T19" fmla="*/ 71 h 277"/>
              <a:gd name="T20" fmla="*/ 249 w 255"/>
              <a:gd name="T21" fmla="*/ 121 h 277"/>
              <a:gd name="T22" fmla="*/ 211 w 255"/>
              <a:gd name="T23" fmla="*/ 128 h 277"/>
              <a:gd name="T24" fmla="*/ 249 w 255"/>
              <a:gd name="T25" fmla="*/ 134 h 277"/>
              <a:gd name="T26" fmla="*/ 249 w 255"/>
              <a:gd name="T27" fmla="*/ 121 h 277"/>
              <a:gd name="T28" fmla="*/ 132 w 255"/>
              <a:gd name="T29" fmla="*/ 277 h 277"/>
              <a:gd name="T30" fmla="*/ 167 w 255"/>
              <a:gd name="T31" fmla="*/ 186 h 277"/>
              <a:gd name="T32" fmla="*/ 191 w 255"/>
              <a:gd name="T33" fmla="*/ 98 h 277"/>
              <a:gd name="T34" fmla="*/ 127 w 255"/>
              <a:gd name="T35" fmla="*/ 72 h 277"/>
              <a:gd name="T36" fmla="*/ 183 w 255"/>
              <a:gd name="T37" fmla="*/ 128 h 277"/>
              <a:gd name="T38" fmla="*/ 156 w 255"/>
              <a:gd name="T39" fmla="*/ 176 h 277"/>
              <a:gd name="T40" fmla="*/ 153 w 255"/>
              <a:gd name="T41" fmla="*/ 214 h 277"/>
              <a:gd name="T42" fmla="*/ 127 w 255"/>
              <a:gd name="T43" fmla="*/ 277 h 277"/>
              <a:gd name="T44" fmla="*/ 191 w 255"/>
              <a:gd name="T45" fmla="*/ 71 h 277"/>
              <a:gd name="T46" fmla="*/ 186 w 255"/>
              <a:gd name="T47" fmla="*/ 60 h 277"/>
              <a:gd name="T48" fmla="*/ 191 w 255"/>
              <a:gd name="T49" fmla="*/ 185 h 277"/>
              <a:gd name="T50" fmla="*/ 186 w 255"/>
              <a:gd name="T51" fmla="*/ 196 h 277"/>
              <a:gd name="T52" fmla="*/ 191 w 255"/>
              <a:gd name="T53" fmla="*/ 185 h 277"/>
              <a:gd name="T54" fmla="*/ 127 w 255"/>
              <a:gd name="T55" fmla="*/ 0 h 277"/>
              <a:gd name="T56" fmla="*/ 134 w 255"/>
              <a:gd name="T57" fmla="*/ 7 h 277"/>
              <a:gd name="T58" fmla="*/ 128 w 255"/>
              <a:gd name="T59" fmla="*/ 45 h 277"/>
              <a:gd name="T60" fmla="*/ 127 w 255"/>
              <a:gd name="T61" fmla="*/ 45 h 277"/>
              <a:gd name="T62" fmla="*/ 64 w 255"/>
              <a:gd name="T63" fmla="*/ 97 h 277"/>
              <a:gd name="T64" fmla="*/ 89 w 255"/>
              <a:gd name="T65" fmla="*/ 187 h 277"/>
              <a:gd name="T66" fmla="*/ 124 w 255"/>
              <a:gd name="T67" fmla="*/ 277 h 277"/>
              <a:gd name="T68" fmla="*/ 127 w 255"/>
              <a:gd name="T69" fmla="*/ 214 h 277"/>
              <a:gd name="T70" fmla="*/ 103 w 255"/>
              <a:gd name="T71" fmla="*/ 183 h 277"/>
              <a:gd name="T72" fmla="*/ 71 w 255"/>
              <a:gd name="T73" fmla="*/ 128 h 277"/>
              <a:gd name="T74" fmla="*/ 127 w 255"/>
              <a:gd name="T75" fmla="*/ 72 h 277"/>
              <a:gd name="T76" fmla="*/ 127 w 255"/>
              <a:gd name="T77" fmla="*/ 57 h 277"/>
              <a:gd name="T78" fmla="*/ 127 w 255"/>
              <a:gd name="T79" fmla="*/ 0 h 277"/>
              <a:gd name="T80" fmla="*/ 121 w 255"/>
              <a:gd name="T81" fmla="*/ 38 h 277"/>
              <a:gd name="T82" fmla="*/ 127 w 255"/>
              <a:gd name="T83" fmla="*/ 0 h 277"/>
              <a:gd name="T84" fmla="*/ 64 w 255"/>
              <a:gd name="T85" fmla="*/ 185 h 277"/>
              <a:gd name="T86" fmla="*/ 69 w 255"/>
              <a:gd name="T87" fmla="*/ 196 h 277"/>
              <a:gd name="T88" fmla="*/ 64 w 255"/>
              <a:gd name="T89" fmla="*/ 71 h 277"/>
              <a:gd name="T90" fmla="*/ 69 w 255"/>
              <a:gd name="T91" fmla="*/ 60 h 277"/>
              <a:gd name="T92" fmla="*/ 64 w 255"/>
              <a:gd name="T93" fmla="*/ 71 h 277"/>
              <a:gd name="T94" fmla="*/ 57 w 255"/>
              <a:gd name="T95" fmla="*/ 128 h 277"/>
              <a:gd name="T96" fmla="*/ 64 w 255"/>
              <a:gd name="T97" fmla="*/ 97 h 277"/>
              <a:gd name="T98" fmla="*/ 64 w 255"/>
              <a:gd name="T99" fmla="*/ 71 h 277"/>
              <a:gd name="T100" fmla="*/ 60 w 255"/>
              <a:gd name="T101" fmla="*/ 69 h 277"/>
              <a:gd name="T102" fmla="*/ 38 w 255"/>
              <a:gd name="T103" fmla="*/ 38 h 277"/>
              <a:gd name="T104" fmla="*/ 64 w 255"/>
              <a:gd name="T105" fmla="*/ 55 h 277"/>
              <a:gd name="T106" fmla="*/ 64 w 255"/>
              <a:gd name="T107" fmla="*/ 201 h 277"/>
              <a:gd name="T108" fmla="*/ 38 w 255"/>
              <a:gd name="T109" fmla="*/ 218 h 277"/>
              <a:gd name="T110" fmla="*/ 60 w 255"/>
              <a:gd name="T111" fmla="*/ 187 h 277"/>
              <a:gd name="T112" fmla="*/ 64 w 255"/>
              <a:gd name="T113" fmla="*/ 185 h 277"/>
              <a:gd name="T114" fmla="*/ 45 w 255"/>
              <a:gd name="T115" fmla="*/ 128 h 277"/>
              <a:gd name="T116" fmla="*/ 7 w 255"/>
              <a:gd name="T117" fmla="*/ 121 h 277"/>
              <a:gd name="T118" fmla="*/ 7 w 255"/>
              <a:gd name="T119" fmla="*/ 134 h 277"/>
              <a:gd name="T120" fmla="*/ 45 w 255"/>
              <a:gd name="T121" fmla="*/ 12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277">
                <a:moveTo>
                  <a:pt x="191" y="158"/>
                </a:moveTo>
                <a:cubicBezTo>
                  <a:pt x="195" y="149"/>
                  <a:pt x="198" y="139"/>
                  <a:pt x="198" y="128"/>
                </a:cubicBezTo>
                <a:cubicBezTo>
                  <a:pt x="198" y="117"/>
                  <a:pt x="195" y="107"/>
                  <a:pt x="191" y="98"/>
                </a:cubicBezTo>
                <a:cubicBezTo>
                  <a:pt x="191" y="158"/>
                  <a:pt x="191" y="158"/>
                  <a:pt x="191" y="158"/>
                </a:cubicBezTo>
                <a:close/>
                <a:moveTo>
                  <a:pt x="191" y="201"/>
                </a:moveTo>
                <a:cubicBezTo>
                  <a:pt x="191" y="185"/>
                  <a:pt x="191" y="185"/>
                  <a:pt x="191" y="185"/>
                </a:cubicBezTo>
                <a:cubicBezTo>
                  <a:pt x="193" y="185"/>
                  <a:pt x="194" y="185"/>
                  <a:pt x="196" y="187"/>
                </a:cubicBezTo>
                <a:cubicBezTo>
                  <a:pt x="196" y="187"/>
                  <a:pt x="196" y="187"/>
                  <a:pt x="196" y="187"/>
                </a:cubicBezTo>
                <a:cubicBezTo>
                  <a:pt x="218" y="209"/>
                  <a:pt x="218" y="209"/>
                  <a:pt x="218" y="209"/>
                </a:cubicBezTo>
                <a:cubicBezTo>
                  <a:pt x="220" y="211"/>
                  <a:pt x="220" y="216"/>
                  <a:pt x="218" y="218"/>
                </a:cubicBezTo>
                <a:cubicBezTo>
                  <a:pt x="215" y="221"/>
                  <a:pt x="211" y="221"/>
                  <a:pt x="209" y="218"/>
                </a:cubicBezTo>
                <a:cubicBezTo>
                  <a:pt x="191" y="201"/>
                  <a:pt x="191" y="201"/>
                  <a:pt x="191" y="201"/>
                </a:cubicBezTo>
                <a:close/>
                <a:moveTo>
                  <a:pt x="191" y="71"/>
                </a:moveTo>
                <a:cubicBezTo>
                  <a:pt x="191" y="55"/>
                  <a:pt x="191" y="55"/>
                  <a:pt x="191" y="55"/>
                </a:cubicBezTo>
                <a:cubicBezTo>
                  <a:pt x="209" y="38"/>
                  <a:pt x="209" y="38"/>
                  <a:pt x="209" y="38"/>
                </a:cubicBezTo>
                <a:cubicBezTo>
                  <a:pt x="211" y="35"/>
                  <a:pt x="215" y="35"/>
                  <a:pt x="218" y="38"/>
                </a:cubicBezTo>
                <a:cubicBezTo>
                  <a:pt x="220" y="40"/>
                  <a:pt x="220" y="44"/>
                  <a:pt x="218" y="47"/>
                </a:cubicBezTo>
                <a:cubicBezTo>
                  <a:pt x="196" y="69"/>
                  <a:pt x="196" y="69"/>
                  <a:pt x="196" y="69"/>
                </a:cubicBezTo>
                <a:cubicBezTo>
                  <a:pt x="196" y="69"/>
                  <a:pt x="196" y="69"/>
                  <a:pt x="196" y="69"/>
                </a:cubicBezTo>
                <a:cubicBezTo>
                  <a:pt x="194" y="71"/>
                  <a:pt x="193" y="71"/>
                  <a:pt x="191" y="71"/>
                </a:cubicBezTo>
                <a:close/>
                <a:moveTo>
                  <a:pt x="249" y="121"/>
                </a:moveTo>
                <a:cubicBezTo>
                  <a:pt x="249" y="121"/>
                  <a:pt x="249" y="121"/>
                  <a:pt x="249" y="121"/>
                </a:cubicBezTo>
                <a:cubicBezTo>
                  <a:pt x="217" y="121"/>
                  <a:pt x="217" y="121"/>
                  <a:pt x="217" y="121"/>
                </a:cubicBezTo>
                <a:cubicBezTo>
                  <a:pt x="214" y="121"/>
                  <a:pt x="211" y="124"/>
                  <a:pt x="211" y="128"/>
                </a:cubicBezTo>
                <a:cubicBezTo>
                  <a:pt x="211" y="132"/>
                  <a:pt x="214" y="134"/>
                  <a:pt x="217" y="134"/>
                </a:cubicBezTo>
                <a:cubicBezTo>
                  <a:pt x="249" y="134"/>
                  <a:pt x="249" y="134"/>
                  <a:pt x="249" y="134"/>
                </a:cubicBezTo>
                <a:cubicBezTo>
                  <a:pt x="252" y="134"/>
                  <a:pt x="255" y="132"/>
                  <a:pt x="255" y="128"/>
                </a:cubicBezTo>
                <a:cubicBezTo>
                  <a:pt x="255" y="124"/>
                  <a:pt x="252" y="121"/>
                  <a:pt x="249" y="121"/>
                </a:cubicBezTo>
                <a:close/>
                <a:moveTo>
                  <a:pt x="127" y="277"/>
                </a:moveTo>
                <a:cubicBezTo>
                  <a:pt x="132" y="277"/>
                  <a:pt x="132" y="277"/>
                  <a:pt x="132" y="277"/>
                </a:cubicBezTo>
                <a:cubicBezTo>
                  <a:pt x="151" y="277"/>
                  <a:pt x="167" y="262"/>
                  <a:pt x="167" y="242"/>
                </a:cubicBezTo>
                <a:cubicBezTo>
                  <a:pt x="167" y="186"/>
                  <a:pt x="167" y="186"/>
                  <a:pt x="167" y="186"/>
                </a:cubicBezTo>
                <a:cubicBezTo>
                  <a:pt x="177" y="179"/>
                  <a:pt x="186" y="169"/>
                  <a:pt x="191" y="158"/>
                </a:cubicBezTo>
                <a:cubicBezTo>
                  <a:pt x="191" y="98"/>
                  <a:pt x="191" y="98"/>
                  <a:pt x="191" y="98"/>
                </a:cubicBezTo>
                <a:cubicBezTo>
                  <a:pt x="180" y="74"/>
                  <a:pt x="156" y="57"/>
                  <a:pt x="127" y="57"/>
                </a:cubicBezTo>
                <a:cubicBezTo>
                  <a:pt x="127" y="72"/>
                  <a:pt x="127" y="72"/>
                  <a:pt x="127" y="72"/>
                </a:cubicBezTo>
                <a:cubicBezTo>
                  <a:pt x="143" y="72"/>
                  <a:pt x="157" y="78"/>
                  <a:pt x="167" y="88"/>
                </a:cubicBezTo>
                <a:cubicBezTo>
                  <a:pt x="177" y="98"/>
                  <a:pt x="183" y="112"/>
                  <a:pt x="183" y="128"/>
                </a:cubicBezTo>
                <a:cubicBezTo>
                  <a:pt x="183" y="148"/>
                  <a:pt x="172" y="166"/>
                  <a:pt x="156" y="176"/>
                </a:cubicBezTo>
                <a:cubicBezTo>
                  <a:pt x="156" y="176"/>
                  <a:pt x="156" y="176"/>
                  <a:pt x="156" y="176"/>
                </a:cubicBezTo>
                <a:cubicBezTo>
                  <a:pt x="154" y="177"/>
                  <a:pt x="153" y="180"/>
                  <a:pt x="153" y="182"/>
                </a:cubicBezTo>
                <a:cubicBezTo>
                  <a:pt x="153" y="214"/>
                  <a:pt x="153" y="214"/>
                  <a:pt x="153" y="214"/>
                </a:cubicBezTo>
                <a:cubicBezTo>
                  <a:pt x="127" y="214"/>
                  <a:pt x="127" y="214"/>
                  <a:pt x="127" y="214"/>
                </a:cubicBezTo>
                <a:cubicBezTo>
                  <a:pt x="127" y="277"/>
                  <a:pt x="127" y="277"/>
                  <a:pt x="127" y="277"/>
                </a:cubicBezTo>
                <a:close/>
                <a:moveTo>
                  <a:pt x="191" y="55"/>
                </a:moveTo>
                <a:cubicBezTo>
                  <a:pt x="191" y="71"/>
                  <a:pt x="191" y="71"/>
                  <a:pt x="191" y="71"/>
                </a:cubicBezTo>
                <a:cubicBezTo>
                  <a:pt x="189" y="71"/>
                  <a:pt x="188" y="71"/>
                  <a:pt x="186" y="69"/>
                </a:cubicBezTo>
                <a:cubicBezTo>
                  <a:pt x="184" y="67"/>
                  <a:pt x="184" y="63"/>
                  <a:pt x="186" y="60"/>
                </a:cubicBezTo>
                <a:cubicBezTo>
                  <a:pt x="191" y="55"/>
                  <a:pt x="191" y="55"/>
                  <a:pt x="191" y="55"/>
                </a:cubicBezTo>
                <a:close/>
                <a:moveTo>
                  <a:pt x="191" y="185"/>
                </a:moveTo>
                <a:cubicBezTo>
                  <a:pt x="191" y="201"/>
                  <a:pt x="191" y="201"/>
                  <a:pt x="191" y="201"/>
                </a:cubicBezTo>
                <a:cubicBezTo>
                  <a:pt x="186" y="196"/>
                  <a:pt x="186" y="196"/>
                  <a:pt x="186" y="196"/>
                </a:cubicBezTo>
                <a:cubicBezTo>
                  <a:pt x="184" y="193"/>
                  <a:pt x="184" y="189"/>
                  <a:pt x="186" y="187"/>
                </a:cubicBezTo>
                <a:cubicBezTo>
                  <a:pt x="188" y="185"/>
                  <a:pt x="189" y="185"/>
                  <a:pt x="191" y="185"/>
                </a:cubicBezTo>
                <a:close/>
                <a:moveTo>
                  <a:pt x="127" y="45"/>
                </a:moveTo>
                <a:cubicBezTo>
                  <a:pt x="127" y="0"/>
                  <a:pt x="127" y="0"/>
                  <a:pt x="127" y="0"/>
                </a:cubicBezTo>
                <a:cubicBezTo>
                  <a:pt x="127" y="0"/>
                  <a:pt x="128" y="0"/>
                  <a:pt x="128" y="0"/>
                </a:cubicBezTo>
                <a:cubicBezTo>
                  <a:pt x="131" y="0"/>
                  <a:pt x="134" y="3"/>
                  <a:pt x="134" y="7"/>
                </a:cubicBezTo>
                <a:cubicBezTo>
                  <a:pt x="134" y="38"/>
                  <a:pt x="134" y="38"/>
                  <a:pt x="134" y="38"/>
                </a:cubicBezTo>
                <a:cubicBezTo>
                  <a:pt x="134" y="42"/>
                  <a:pt x="131" y="45"/>
                  <a:pt x="128" y="45"/>
                </a:cubicBezTo>
                <a:cubicBezTo>
                  <a:pt x="128" y="45"/>
                  <a:pt x="128" y="45"/>
                  <a:pt x="128" y="45"/>
                </a:cubicBezTo>
                <a:cubicBezTo>
                  <a:pt x="128" y="45"/>
                  <a:pt x="127" y="45"/>
                  <a:pt x="127" y="45"/>
                </a:cubicBezTo>
                <a:close/>
                <a:moveTo>
                  <a:pt x="127" y="57"/>
                </a:moveTo>
                <a:cubicBezTo>
                  <a:pt x="99" y="57"/>
                  <a:pt x="75" y="74"/>
                  <a:pt x="64" y="97"/>
                </a:cubicBezTo>
                <a:cubicBezTo>
                  <a:pt x="64" y="159"/>
                  <a:pt x="64" y="159"/>
                  <a:pt x="64" y="159"/>
                </a:cubicBezTo>
                <a:cubicBezTo>
                  <a:pt x="70" y="170"/>
                  <a:pt x="78" y="180"/>
                  <a:pt x="89" y="187"/>
                </a:cubicBezTo>
                <a:cubicBezTo>
                  <a:pt x="89" y="242"/>
                  <a:pt x="89" y="242"/>
                  <a:pt x="89" y="242"/>
                </a:cubicBezTo>
                <a:cubicBezTo>
                  <a:pt x="89" y="262"/>
                  <a:pt x="104" y="277"/>
                  <a:pt x="124" y="277"/>
                </a:cubicBezTo>
                <a:cubicBezTo>
                  <a:pt x="127" y="277"/>
                  <a:pt x="127" y="277"/>
                  <a:pt x="127" y="277"/>
                </a:cubicBezTo>
                <a:cubicBezTo>
                  <a:pt x="127" y="214"/>
                  <a:pt x="127" y="214"/>
                  <a:pt x="127" y="214"/>
                </a:cubicBezTo>
                <a:cubicBezTo>
                  <a:pt x="103" y="214"/>
                  <a:pt x="103" y="214"/>
                  <a:pt x="103" y="214"/>
                </a:cubicBezTo>
                <a:cubicBezTo>
                  <a:pt x="103" y="183"/>
                  <a:pt x="103" y="183"/>
                  <a:pt x="103" y="183"/>
                </a:cubicBezTo>
                <a:cubicBezTo>
                  <a:pt x="103" y="180"/>
                  <a:pt x="102" y="178"/>
                  <a:pt x="100" y="176"/>
                </a:cubicBezTo>
                <a:cubicBezTo>
                  <a:pt x="83" y="167"/>
                  <a:pt x="71" y="149"/>
                  <a:pt x="71" y="128"/>
                </a:cubicBezTo>
                <a:cubicBezTo>
                  <a:pt x="71" y="112"/>
                  <a:pt x="78" y="98"/>
                  <a:pt x="88" y="88"/>
                </a:cubicBezTo>
                <a:cubicBezTo>
                  <a:pt x="98" y="78"/>
                  <a:pt x="112" y="72"/>
                  <a:pt x="127" y="72"/>
                </a:cubicBezTo>
                <a:cubicBezTo>
                  <a:pt x="127" y="72"/>
                  <a:pt x="127" y="72"/>
                  <a:pt x="127" y="72"/>
                </a:cubicBezTo>
                <a:cubicBezTo>
                  <a:pt x="127" y="57"/>
                  <a:pt x="127" y="57"/>
                  <a:pt x="127" y="57"/>
                </a:cubicBezTo>
                <a:cubicBezTo>
                  <a:pt x="127" y="57"/>
                  <a:pt x="127" y="57"/>
                  <a:pt x="127" y="57"/>
                </a:cubicBezTo>
                <a:close/>
                <a:moveTo>
                  <a:pt x="127" y="0"/>
                </a:moveTo>
                <a:cubicBezTo>
                  <a:pt x="127" y="45"/>
                  <a:pt x="127" y="45"/>
                  <a:pt x="127" y="45"/>
                </a:cubicBezTo>
                <a:cubicBezTo>
                  <a:pt x="124" y="45"/>
                  <a:pt x="121" y="42"/>
                  <a:pt x="121" y="38"/>
                </a:cubicBezTo>
                <a:cubicBezTo>
                  <a:pt x="121" y="7"/>
                  <a:pt x="121" y="7"/>
                  <a:pt x="121" y="7"/>
                </a:cubicBezTo>
                <a:cubicBezTo>
                  <a:pt x="121" y="4"/>
                  <a:pt x="124" y="1"/>
                  <a:pt x="127" y="0"/>
                </a:cubicBezTo>
                <a:close/>
                <a:moveTo>
                  <a:pt x="64" y="201"/>
                </a:moveTo>
                <a:cubicBezTo>
                  <a:pt x="64" y="185"/>
                  <a:pt x="64" y="185"/>
                  <a:pt x="64" y="185"/>
                </a:cubicBezTo>
                <a:cubicBezTo>
                  <a:pt x="66" y="185"/>
                  <a:pt x="68" y="185"/>
                  <a:pt x="69" y="187"/>
                </a:cubicBezTo>
                <a:cubicBezTo>
                  <a:pt x="72" y="189"/>
                  <a:pt x="72" y="193"/>
                  <a:pt x="69" y="196"/>
                </a:cubicBezTo>
                <a:cubicBezTo>
                  <a:pt x="64" y="201"/>
                  <a:pt x="64" y="201"/>
                  <a:pt x="64" y="201"/>
                </a:cubicBezTo>
                <a:close/>
                <a:moveTo>
                  <a:pt x="64" y="71"/>
                </a:moveTo>
                <a:cubicBezTo>
                  <a:pt x="64" y="55"/>
                  <a:pt x="64" y="55"/>
                  <a:pt x="64" y="55"/>
                </a:cubicBezTo>
                <a:cubicBezTo>
                  <a:pt x="69" y="60"/>
                  <a:pt x="69" y="60"/>
                  <a:pt x="69" y="60"/>
                </a:cubicBezTo>
                <a:cubicBezTo>
                  <a:pt x="72" y="63"/>
                  <a:pt x="72" y="67"/>
                  <a:pt x="69" y="69"/>
                </a:cubicBezTo>
                <a:cubicBezTo>
                  <a:pt x="68" y="71"/>
                  <a:pt x="66" y="71"/>
                  <a:pt x="64" y="71"/>
                </a:cubicBezTo>
                <a:close/>
                <a:moveTo>
                  <a:pt x="64" y="97"/>
                </a:moveTo>
                <a:cubicBezTo>
                  <a:pt x="59" y="106"/>
                  <a:pt x="57" y="117"/>
                  <a:pt x="57" y="128"/>
                </a:cubicBezTo>
                <a:cubicBezTo>
                  <a:pt x="57" y="139"/>
                  <a:pt x="59" y="149"/>
                  <a:pt x="64" y="159"/>
                </a:cubicBezTo>
                <a:cubicBezTo>
                  <a:pt x="64" y="97"/>
                  <a:pt x="64" y="97"/>
                  <a:pt x="64" y="97"/>
                </a:cubicBezTo>
                <a:close/>
                <a:moveTo>
                  <a:pt x="64" y="55"/>
                </a:moveTo>
                <a:cubicBezTo>
                  <a:pt x="64" y="71"/>
                  <a:pt x="64" y="71"/>
                  <a:pt x="64" y="71"/>
                </a:cubicBezTo>
                <a:cubicBezTo>
                  <a:pt x="62" y="71"/>
                  <a:pt x="61" y="70"/>
                  <a:pt x="60" y="69"/>
                </a:cubicBezTo>
                <a:cubicBezTo>
                  <a:pt x="60" y="69"/>
                  <a:pt x="60" y="69"/>
                  <a:pt x="60" y="69"/>
                </a:cubicBezTo>
                <a:cubicBezTo>
                  <a:pt x="38" y="47"/>
                  <a:pt x="38" y="47"/>
                  <a:pt x="38" y="47"/>
                </a:cubicBezTo>
                <a:cubicBezTo>
                  <a:pt x="35" y="44"/>
                  <a:pt x="35" y="40"/>
                  <a:pt x="38" y="38"/>
                </a:cubicBezTo>
                <a:cubicBezTo>
                  <a:pt x="40" y="35"/>
                  <a:pt x="44" y="35"/>
                  <a:pt x="47" y="38"/>
                </a:cubicBezTo>
                <a:cubicBezTo>
                  <a:pt x="64" y="55"/>
                  <a:pt x="64" y="55"/>
                  <a:pt x="64" y="55"/>
                </a:cubicBezTo>
                <a:close/>
                <a:moveTo>
                  <a:pt x="64" y="185"/>
                </a:moveTo>
                <a:cubicBezTo>
                  <a:pt x="64" y="201"/>
                  <a:pt x="64" y="201"/>
                  <a:pt x="64" y="201"/>
                </a:cubicBezTo>
                <a:cubicBezTo>
                  <a:pt x="47" y="218"/>
                  <a:pt x="47" y="218"/>
                  <a:pt x="47" y="218"/>
                </a:cubicBezTo>
                <a:cubicBezTo>
                  <a:pt x="44" y="221"/>
                  <a:pt x="40" y="221"/>
                  <a:pt x="38" y="218"/>
                </a:cubicBezTo>
                <a:cubicBezTo>
                  <a:pt x="35" y="216"/>
                  <a:pt x="35" y="211"/>
                  <a:pt x="38" y="209"/>
                </a:cubicBezTo>
                <a:cubicBezTo>
                  <a:pt x="60" y="187"/>
                  <a:pt x="60" y="187"/>
                  <a:pt x="60" y="187"/>
                </a:cubicBezTo>
                <a:cubicBezTo>
                  <a:pt x="60" y="187"/>
                  <a:pt x="60" y="187"/>
                  <a:pt x="60" y="187"/>
                </a:cubicBezTo>
                <a:cubicBezTo>
                  <a:pt x="61" y="185"/>
                  <a:pt x="62" y="185"/>
                  <a:pt x="64" y="185"/>
                </a:cubicBezTo>
                <a:close/>
                <a:moveTo>
                  <a:pt x="45" y="128"/>
                </a:moveTo>
                <a:cubicBezTo>
                  <a:pt x="45" y="128"/>
                  <a:pt x="45" y="128"/>
                  <a:pt x="45" y="128"/>
                </a:cubicBezTo>
                <a:cubicBezTo>
                  <a:pt x="45" y="124"/>
                  <a:pt x="42" y="121"/>
                  <a:pt x="38" y="121"/>
                </a:cubicBezTo>
                <a:cubicBezTo>
                  <a:pt x="7" y="121"/>
                  <a:pt x="7" y="121"/>
                  <a:pt x="7" y="121"/>
                </a:cubicBezTo>
                <a:cubicBezTo>
                  <a:pt x="3" y="121"/>
                  <a:pt x="0" y="124"/>
                  <a:pt x="0" y="128"/>
                </a:cubicBezTo>
                <a:cubicBezTo>
                  <a:pt x="0" y="132"/>
                  <a:pt x="3" y="134"/>
                  <a:pt x="7" y="134"/>
                </a:cubicBezTo>
                <a:cubicBezTo>
                  <a:pt x="38" y="134"/>
                  <a:pt x="38" y="134"/>
                  <a:pt x="38" y="134"/>
                </a:cubicBezTo>
                <a:cubicBezTo>
                  <a:pt x="42" y="134"/>
                  <a:pt x="45" y="132"/>
                  <a:pt x="45" y="128"/>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69" name="Freeform 57"/>
          <p:cNvSpPr>
            <a:spLocks noEditPoints="1"/>
          </p:cNvSpPr>
          <p:nvPr/>
        </p:nvSpPr>
        <p:spPr bwMode="auto">
          <a:xfrm>
            <a:off x="9529575" y="1198733"/>
            <a:ext cx="557372" cy="547329"/>
          </a:xfrm>
          <a:custGeom>
            <a:avLst/>
            <a:gdLst>
              <a:gd name="T0" fmla="*/ 231 w 243"/>
              <a:gd name="T1" fmla="*/ 92 h 238"/>
              <a:gd name="T2" fmla="*/ 214 w 243"/>
              <a:gd name="T3" fmla="*/ 83 h 238"/>
              <a:gd name="T4" fmla="*/ 206 w 243"/>
              <a:gd name="T5" fmla="*/ 71 h 238"/>
              <a:gd name="T6" fmla="*/ 192 w 243"/>
              <a:gd name="T7" fmla="*/ 82 h 238"/>
              <a:gd name="T8" fmla="*/ 194 w 243"/>
              <a:gd name="T9" fmla="*/ 64 h 238"/>
              <a:gd name="T10" fmla="*/ 179 w 243"/>
              <a:gd name="T11" fmla="*/ 64 h 238"/>
              <a:gd name="T12" fmla="*/ 162 w 243"/>
              <a:gd name="T13" fmla="*/ 54 h 238"/>
              <a:gd name="T14" fmla="*/ 154 w 243"/>
              <a:gd name="T15" fmla="*/ 42 h 238"/>
              <a:gd name="T16" fmla="*/ 140 w 243"/>
              <a:gd name="T17" fmla="*/ 53 h 238"/>
              <a:gd name="T18" fmla="*/ 142 w 243"/>
              <a:gd name="T19" fmla="*/ 35 h 238"/>
              <a:gd name="T20" fmla="*/ 128 w 243"/>
              <a:gd name="T21" fmla="*/ 35 h 238"/>
              <a:gd name="T22" fmla="*/ 110 w 243"/>
              <a:gd name="T23" fmla="*/ 25 h 238"/>
              <a:gd name="T24" fmla="*/ 102 w 243"/>
              <a:gd name="T25" fmla="*/ 13 h 238"/>
              <a:gd name="T26" fmla="*/ 101 w 243"/>
              <a:gd name="T27" fmla="*/ 22 h 238"/>
              <a:gd name="T28" fmla="*/ 208 w 243"/>
              <a:gd name="T29" fmla="*/ 128 h 238"/>
              <a:gd name="T30" fmla="*/ 206 w 243"/>
              <a:gd name="T31" fmla="*/ 132 h 238"/>
              <a:gd name="T32" fmla="*/ 101 w 243"/>
              <a:gd name="T33" fmla="*/ 74 h 238"/>
              <a:gd name="T34" fmla="*/ 196 w 243"/>
              <a:gd name="T35" fmla="*/ 149 h 238"/>
              <a:gd name="T36" fmla="*/ 194 w 243"/>
              <a:gd name="T37" fmla="*/ 153 h 238"/>
              <a:gd name="T38" fmla="*/ 101 w 243"/>
              <a:gd name="T39" fmla="*/ 101 h 238"/>
              <a:gd name="T40" fmla="*/ 185 w 243"/>
              <a:gd name="T41" fmla="*/ 170 h 238"/>
              <a:gd name="T42" fmla="*/ 182 w 243"/>
              <a:gd name="T43" fmla="*/ 174 h 238"/>
              <a:gd name="T44" fmla="*/ 101 w 243"/>
              <a:gd name="T45" fmla="*/ 129 h 238"/>
              <a:gd name="T46" fmla="*/ 173 w 243"/>
              <a:gd name="T47" fmla="*/ 191 h 238"/>
              <a:gd name="T48" fmla="*/ 171 w 243"/>
              <a:gd name="T49" fmla="*/ 195 h 238"/>
              <a:gd name="T50" fmla="*/ 101 w 243"/>
              <a:gd name="T51" fmla="*/ 156 h 238"/>
              <a:gd name="T52" fmla="*/ 138 w 243"/>
              <a:gd name="T53" fmla="*/ 231 h 238"/>
              <a:gd name="T54" fmla="*/ 243 w 243"/>
              <a:gd name="T55" fmla="*/ 91 h 238"/>
              <a:gd name="T56" fmla="*/ 101 w 243"/>
              <a:gd name="T57" fmla="*/ 22 h 238"/>
              <a:gd name="T58" fmla="*/ 85 w 243"/>
              <a:gd name="T59" fmla="*/ 11 h 238"/>
              <a:gd name="T60" fmla="*/ 78 w 243"/>
              <a:gd name="T61" fmla="*/ 0 h 238"/>
              <a:gd name="T62" fmla="*/ 15 w 243"/>
              <a:gd name="T63" fmla="*/ 163 h 238"/>
              <a:gd name="T64" fmla="*/ 101 w 243"/>
              <a:gd name="T65" fmla="*/ 156 h 238"/>
              <a:gd name="T66" fmla="*/ 27 w 243"/>
              <a:gd name="T67" fmla="*/ 113 h 238"/>
              <a:gd name="T68" fmla="*/ 101 w 243"/>
              <a:gd name="T69" fmla="*/ 151 h 238"/>
              <a:gd name="T70" fmla="*/ 40 w 243"/>
              <a:gd name="T71" fmla="*/ 95 h 238"/>
              <a:gd name="T72" fmla="*/ 42 w 243"/>
              <a:gd name="T73" fmla="*/ 91 h 238"/>
              <a:gd name="T74" fmla="*/ 101 w 243"/>
              <a:gd name="T75" fmla="*/ 101 h 238"/>
              <a:gd name="T76" fmla="*/ 51 w 243"/>
              <a:gd name="T77" fmla="*/ 71 h 238"/>
              <a:gd name="T78" fmla="*/ 101 w 243"/>
              <a:gd name="T79" fmla="*/ 96 h 238"/>
              <a:gd name="T80" fmla="*/ 63 w 243"/>
              <a:gd name="T81" fmla="*/ 53 h 238"/>
              <a:gd name="T82" fmla="*/ 65 w 243"/>
              <a:gd name="T83" fmla="*/ 49 h 238"/>
              <a:gd name="T84" fmla="*/ 101 w 243"/>
              <a:gd name="T85" fmla="*/ 2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3" h="238">
                <a:moveTo>
                  <a:pt x="232" y="85"/>
                </a:moveTo>
                <a:cubicBezTo>
                  <a:pt x="233" y="87"/>
                  <a:pt x="233" y="90"/>
                  <a:pt x="231" y="92"/>
                </a:cubicBezTo>
                <a:cubicBezTo>
                  <a:pt x="229" y="97"/>
                  <a:pt x="223" y="99"/>
                  <a:pt x="218" y="96"/>
                </a:cubicBezTo>
                <a:cubicBezTo>
                  <a:pt x="213" y="94"/>
                  <a:pt x="212" y="88"/>
                  <a:pt x="214" y="83"/>
                </a:cubicBezTo>
                <a:cubicBezTo>
                  <a:pt x="216" y="81"/>
                  <a:pt x="218" y="79"/>
                  <a:pt x="220" y="78"/>
                </a:cubicBezTo>
                <a:cubicBezTo>
                  <a:pt x="206" y="71"/>
                  <a:pt x="206" y="71"/>
                  <a:pt x="206" y="71"/>
                </a:cubicBezTo>
                <a:cubicBezTo>
                  <a:pt x="207" y="73"/>
                  <a:pt x="207" y="76"/>
                  <a:pt x="205" y="78"/>
                </a:cubicBezTo>
                <a:cubicBezTo>
                  <a:pt x="203" y="83"/>
                  <a:pt x="197" y="84"/>
                  <a:pt x="192" y="82"/>
                </a:cubicBezTo>
                <a:cubicBezTo>
                  <a:pt x="188" y="79"/>
                  <a:pt x="186" y="73"/>
                  <a:pt x="188" y="69"/>
                </a:cubicBezTo>
                <a:cubicBezTo>
                  <a:pt x="190" y="66"/>
                  <a:pt x="192" y="65"/>
                  <a:pt x="194" y="64"/>
                </a:cubicBezTo>
                <a:cubicBezTo>
                  <a:pt x="180" y="56"/>
                  <a:pt x="180" y="56"/>
                  <a:pt x="180" y="56"/>
                </a:cubicBezTo>
                <a:cubicBezTo>
                  <a:pt x="181" y="59"/>
                  <a:pt x="181" y="61"/>
                  <a:pt x="179" y="64"/>
                </a:cubicBezTo>
                <a:cubicBezTo>
                  <a:pt x="177" y="68"/>
                  <a:pt x="171" y="70"/>
                  <a:pt x="166" y="67"/>
                </a:cubicBezTo>
                <a:cubicBezTo>
                  <a:pt x="161" y="65"/>
                  <a:pt x="160" y="59"/>
                  <a:pt x="162" y="54"/>
                </a:cubicBezTo>
                <a:cubicBezTo>
                  <a:pt x="164" y="52"/>
                  <a:pt x="166" y="50"/>
                  <a:pt x="168" y="50"/>
                </a:cubicBezTo>
                <a:cubicBezTo>
                  <a:pt x="154" y="42"/>
                  <a:pt x="154" y="42"/>
                  <a:pt x="154" y="42"/>
                </a:cubicBezTo>
                <a:cubicBezTo>
                  <a:pt x="155" y="44"/>
                  <a:pt x="155" y="47"/>
                  <a:pt x="153" y="49"/>
                </a:cubicBezTo>
                <a:cubicBezTo>
                  <a:pt x="151" y="54"/>
                  <a:pt x="145" y="56"/>
                  <a:pt x="140" y="53"/>
                </a:cubicBezTo>
                <a:cubicBezTo>
                  <a:pt x="136" y="50"/>
                  <a:pt x="134" y="45"/>
                  <a:pt x="136" y="40"/>
                </a:cubicBezTo>
                <a:cubicBezTo>
                  <a:pt x="138" y="37"/>
                  <a:pt x="140" y="36"/>
                  <a:pt x="142" y="35"/>
                </a:cubicBezTo>
                <a:cubicBezTo>
                  <a:pt x="128" y="28"/>
                  <a:pt x="128" y="28"/>
                  <a:pt x="128" y="28"/>
                </a:cubicBezTo>
                <a:cubicBezTo>
                  <a:pt x="129" y="30"/>
                  <a:pt x="129" y="33"/>
                  <a:pt x="128" y="35"/>
                </a:cubicBezTo>
                <a:cubicBezTo>
                  <a:pt x="125" y="40"/>
                  <a:pt x="119" y="41"/>
                  <a:pt x="114" y="39"/>
                </a:cubicBezTo>
                <a:cubicBezTo>
                  <a:pt x="110" y="36"/>
                  <a:pt x="108" y="30"/>
                  <a:pt x="110" y="25"/>
                </a:cubicBezTo>
                <a:cubicBezTo>
                  <a:pt x="112" y="23"/>
                  <a:pt x="114" y="22"/>
                  <a:pt x="116" y="21"/>
                </a:cubicBezTo>
                <a:cubicBezTo>
                  <a:pt x="102" y="13"/>
                  <a:pt x="102" y="13"/>
                  <a:pt x="102" y="13"/>
                </a:cubicBezTo>
                <a:cubicBezTo>
                  <a:pt x="103" y="16"/>
                  <a:pt x="103" y="18"/>
                  <a:pt x="102" y="21"/>
                </a:cubicBezTo>
                <a:cubicBezTo>
                  <a:pt x="101" y="21"/>
                  <a:pt x="101" y="22"/>
                  <a:pt x="101" y="22"/>
                </a:cubicBezTo>
                <a:cubicBezTo>
                  <a:pt x="101" y="69"/>
                  <a:pt x="101" y="69"/>
                  <a:pt x="101" y="69"/>
                </a:cubicBezTo>
                <a:cubicBezTo>
                  <a:pt x="208" y="128"/>
                  <a:pt x="208" y="128"/>
                  <a:pt x="208" y="128"/>
                </a:cubicBezTo>
                <a:cubicBezTo>
                  <a:pt x="209" y="129"/>
                  <a:pt x="209" y="130"/>
                  <a:pt x="209" y="131"/>
                </a:cubicBezTo>
                <a:cubicBezTo>
                  <a:pt x="208" y="132"/>
                  <a:pt x="207" y="133"/>
                  <a:pt x="206" y="132"/>
                </a:cubicBezTo>
                <a:cubicBezTo>
                  <a:pt x="206" y="132"/>
                  <a:pt x="206" y="132"/>
                  <a:pt x="206" y="132"/>
                </a:cubicBezTo>
                <a:cubicBezTo>
                  <a:pt x="101" y="74"/>
                  <a:pt x="101" y="74"/>
                  <a:pt x="101" y="74"/>
                </a:cubicBezTo>
                <a:cubicBezTo>
                  <a:pt x="101" y="96"/>
                  <a:pt x="101" y="96"/>
                  <a:pt x="101" y="96"/>
                </a:cubicBezTo>
                <a:cubicBezTo>
                  <a:pt x="196" y="149"/>
                  <a:pt x="196" y="149"/>
                  <a:pt x="196" y="149"/>
                </a:cubicBezTo>
                <a:cubicBezTo>
                  <a:pt x="197" y="150"/>
                  <a:pt x="198" y="151"/>
                  <a:pt x="197" y="152"/>
                </a:cubicBezTo>
                <a:cubicBezTo>
                  <a:pt x="197" y="153"/>
                  <a:pt x="195" y="154"/>
                  <a:pt x="194" y="153"/>
                </a:cubicBezTo>
                <a:cubicBezTo>
                  <a:pt x="194" y="153"/>
                  <a:pt x="194" y="153"/>
                  <a:pt x="194" y="153"/>
                </a:cubicBezTo>
                <a:cubicBezTo>
                  <a:pt x="101" y="101"/>
                  <a:pt x="101" y="101"/>
                  <a:pt x="101" y="101"/>
                </a:cubicBezTo>
                <a:cubicBezTo>
                  <a:pt x="101" y="124"/>
                  <a:pt x="101" y="124"/>
                  <a:pt x="101" y="124"/>
                </a:cubicBezTo>
                <a:cubicBezTo>
                  <a:pt x="185" y="170"/>
                  <a:pt x="185" y="170"/>
                  <a:pt x="185" y="170"/>
                </a:cubicBezTo>
                <a:cubicBezTo>
                  <a:pt x="186" y="171"/>
                  <a:pt x="186" y="172"/>
                  <a:pt x="186" y="173"/>
                </a:cubicBezTo>
                <a:cubicBezTo>
                  <a:pt x="185" y="174"/>
                  <a:pt x="184" y="175"/>
                  <a:pt x="182" y="174"/>
                </a:cubicBezTo>
                <a:cubicBezTo>
                  <a:pt x="182" y="174"/>
                  <a:pt x="182" y="174"/>
                  <a:pt x="182" y="174"/>
                </a:cubicBezTo>
                <a:cubicBezTo>
                  <a:pt x="101" y="129"/>
                  <a:pt x="101" y="129"/>
                  <a:pt x="101" y="129"/>
                </a:cubicBezTo>
                <a:cubicBezTo>
                  <a:pt x="101" y="151"/>
                  <a:pt x="101" y="151"/>
                  <a:pt x="101" y="151"/>
                </a:cubicBezTo>
                <a:cubicBezTo>
                  <a:pt x="173" y="191"/>
                  <a:pt x="173" y="191"/>
                  <a:pt x="173" y="191"/>
                </a:cubicBezTo>
                <a:cubicBezTo>
                  <a:pt x="174" y="192"/>
                  <a:pt x="174" y="193"/>
                  <a:pt x="174" y="194"/>
                </a:cubicBezTo>
                <a:cubicBezTo>
                  <a:pt x="173" y="196"/>
                  <a:pt x="172" y="196"/>
                  <a:pt x="171" y="195"/>
                </a:cubicBezTo>
                <a:cubicBezTo>
                  <a:pt x="171" y="195"/>
                  <a:pt x="171" y="195"/>
                  <a:pt x="171" y="195"/>
                </a:cubicBezTo>
                <a:cubicBezTo>
                  <a:pt x="101" y="156"/>
                  <a:pt x="101" y="156"/>
                  <a:pt x="101" y="156"/>
                </a:cubicBezTo>
                <a:cubicBezTo>
                  <a:pt x="101" y="210"/>
                  <a:pt x="101" y="210"/>
                  <a:pt x="101" y="210"/>
                </a:cubicBezTo>
                <a:cubicBezTo>
                  <a:pt x="138" y="231"/>
                  <a:pt x="138" y="231"/>
                  <a:pt x="138" y="231"/>
                </a:cubicBezTo>
                <a:cubicBezTo>
                  <a:pt x="150" y="238"/>
                  <a:pt x="164" y="233"/>
                  <a:pt x="171" y="222"/>
                </a:cubicBezTo>
                <a:cubicBezTo>
                  <a:pt x="243" y="91"/>
                  <a:pt x="243" y="91"/>
                  <a:pt x="243" y="91"/>
                </a:cubicBezTo>
                <a:lnTo>
                  <a:pt x="232" y="85"/>
                </a:lnTo>
                <a:close/>
                <a:moveTo>
                  <a:pt x="101" y="22"/>
                </a:moveTo>
                <a:cubicBezTo>
                  <a:pt x="98" y="26"/>
                  <a:pt x="93" y="27"/>
                  <a:pt x="88" y="24"/>
                </a:cubicBezTo>
                <a:cubicBezTo>
                  <a:pt x="84" y="22"/>
                  <a:pt x="82" y="16"/>
                  <a:pt x="85" y="11"/>
                </a:cubicBezTo>
                <a:cubicBezTo>
                  <a:pt x="86" y="9"/>
                  <a:pt x="88" y="7"/>
                  <a:pt x="90" y="6"/>
                </a:cubicBezTo>
                <a:cubicBezTo>
                  <a:pt x="78" y="0"/>
                  <a:pt x="78" y="0"/>
                  <a:pt x="78" y="0"/>
                </a:cubicBezTo>
                <a:cubicBezTo>
                  <a:pt x="6" y="130"/>
                  <a:pt x="6" y="130"/>
                  <a:pt x="6" y="130"/>
                </a:cubicBezTo>
                <a:cubicBezTo>
                  <a:pt x="0" y="142"/>
                  <a:pt x="4" y="157"/>
                  <a:pt x="15" y="163"/>
                </a:cubicBezTo>
                <a:cubicBezTo>
                  <a:pt x="101" y="210"/>
                  <a:pt x="101" y="210"/>
                  <a:pt x="101" y="210"/>
                </a:cubicBezTo>
                <a:cubicBezTo>
                  <a:pt x="101" y="156"/>
                  <a:pt x="101" y="156"/>
                  <a:pt x="101" y="156"/>
                </a:cubicBezTo>
                <a:cubicBezTo>
                  <a:pt x="28" y="116"/>
                  <a:pt x="28" y="116"/>
                  <a:pt x="28" y="116"/>
                </a:cubicBezTo>
                <a:cubicBezTo>
                  <a:pt x="27" y="116"/>
                  <a:pt x="27" y="114"/>
                  <a:pt x="27" y="113"/>
                </a:cubicBezTo>
                <a:cubicBezTo>
                  <a:pt x="28" y="112"/>
                  <a:pt x="29" y="112"/>
                  <a:pt x="30" y="112"/>
                </a:cubicBezTo>
                <a:cubicBezTo>
                  <a:pt x="101" y="151"/>
                  <a:pt x="101" y="151"/>
                  <a:pt x="101" y="151"/>
                </a:cubicBezTo>
                <a:cubicBezTo>
                  <a:pt x="101" y="129"/>
                  <a:pt x="101" y="129"/>
                  <a:pt x="101" y="129"/>
                </a:cubicBezTo>
                <a:cubicBezTo>
                  <a:pt x="40" y="95"/>
                  <a:pt x="40" y="95"/>
                  <a:pt x="40" y="95"/>
                </a:cubicBezTo>
                <a:cubicBezTo>
                  <a:pt x="39" y="95"/>
                  <a:pt x="38" y="93"/>
                  <a:pt x="39" y="92"/>
                </a:cubicBezTo>
                <a:cubicBezTo>
                  <a:pt x="40" y="91"/>
                  <a:pt x="41" y="91"/>
                  <a:pt x="42" y="91"/>
                </a:cubicBezTo>
                <a:cubicBezTo>
                  <a:pt x="101" y="124"/>
                  <a:pt x="101" y="124"/>
                  <a:pt x="101" y="124"/>
                </a:cubicBezTo>
                <a:cubicBezTo>
                  <a:pt x="101" y="101"/>
                  <a:pt x="101" y="101"/>
                  <a:pt x="101" y="101"/>
                </a:cubicBezTo>
                <a:cubicBezTo>
                  <a:pt x="51" y="74"/>
                  <a:pt x="51" y="74"/>
                  <a:pt x="51" y="74"/>
                </a:cubicBezTo>
                <a:cubicBezTo>
                  <a:pt x="50" y="74"/>
                  <a:pt x="50" y="72"/>
                  <a:pt x="51" y="71"/>
                </a:cubicBezTo>
                <a:cubicBezTo>
                  <a:pt x="51" y="70"/>
                  <a:pt x="53" y="70"/>
                  <a:pt x="54" y="70"/>
                </a:cubicBezTo>
                <a:cubicBezTo>
                  <a:pt x="101" y="96"/>
                  <a:pt x="101" y="96"/>
                  <a:pt x="101" y="96"/>
                </a:cubicBezTo>
                <a:cubicBezTo>
                  <a:pt x="101" y="74"/>
                  <a:pt x="101" y="74"/>
                  <a:pt x="101" y="74"/>
                </a:cubicBezTo>
                <a:cubicBezTo>
                  <a:pt x="63" y="53"/>
                  <a:pt x="63" y="53"/>
                  <a:pt x="63" y="53"/>
                </a:cubicBezTo>
                <a:cubicBezTo>
                  <a:pt x="62" y="53"/>
                  <a:pt x="62" y="51"/>
                  <a:pt x="62" y="50"/>
                </a:cubicBezTo>
                <a:cubicBezTo>
                  <a:pt x="63" y="49"/>
                  <a:pt x="64" y="49"/>
                  <a:pt x="65" y="49"/>
                </a:cubicBezTo>
                <a:cubicBezTo>
                  <a:pt x="101" y="69"/>
                  <a:pt x="101" y="69"/>
                  <a:pt x="101" y="69"/>
                </a:cubicBezTo>
                <a:lnTo>
                  <a:pt x="101" y="22"/>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0" name="Freeform 58"/>
          <p:cNvSpPr>
            <a:spLocks noEditPoints="1"/>
          </p:cNvSpPr>
          <p:nvPr/>
        </p:nvSpPr>
        <p:spPr bwMode="auto">
          <a:xfrm>
            <a:off x="7560661" y="3482070"/>
            <a:ext cx="542307" cy="549002"/>
          </a:xfrm>
          <a:custGeom>
            <a:avLst/>
            <a:gdLst>
              <a:gd name="T0" fmla="*/ 189 w 236"/>
              <a:gd name="T1" fmla="*/ 60 h 239"/>
              <a:gd name="T2" fmla="*/ 196 w 236"/>
              <a:gd name="T3" fmla="*/ 122 h 239"/>
              <a:gd name="T4" fmla="*/ 198 w 236"/>
              <a:gd name="T5" fmla="*/ 136 h 239"/>
              <a:gd name="T6" fmla="*/ 208 w 236"/>
              <a:gd name="T7" fmla="*/ 157 h 239"/>
              <a:gd name="T8" fmla="*/ 189 w 236"/>
              <a:gd name="T9" fmla="*/ 195 h 239"/>
              <a:gd name="T10" fmla="*/ 168 w 236"/>
              <a:gd name="T11" fmla="*/ 156 h 239"/>
              <a:gd name="T12" fmla="*/ 168 w 236"/>
              <a:gd name="T13" fmla="*/ 78 h 239"/>
              <a:gd name="T14" fmla="*/ 182 w 236"/>
              <a:gd name="T15" fmla="*/ 92 h 239"/>
              <a:gd name="T16" fmla="*/ 185 w 236"/>
              <a:gd name="T17" fmla="*/ 107 h 239"/>
              <a:gd name="T18" fmla="*/ 189 w 236"/>
              <a:gd name="T19" fmla="*/ 141 h 239"/>
              <a:gd name="T20" fmla="*/ 189 w 236"/>
              <a:gd name="T21" fmla="*/ 130 h 239"/>
              <a:gd name="T22" fmla="*/ 168 w 236"/>
              <a:gd name="T23" fmla="*/ 155 h 239"/>
              <a:gd name="T24" fmla="*/ 160 w 236"/>
              <a:gd name="T25" fmla="*/ 138 h 239"/>
              <a:gd name="T26" fmla="*/ 165 w 236"/>
              <a:gd name="T27" fmla="*/ 172 h 239"/>
              <a:gd name="T28" fmla="*/ 168 w 236"/>
              <a:gd name="T29" fmla="*/ 16 h 239"/>
              <a:gd name="T30" fmla="*/ 163 w 236"/>
              <a:gd name="T31" fmla="*/ 49 h 239"/>
              <a:gd name="T32" fmla="*/ 168 w 236"/>
              <a:gd name="T33" fmla="*/ 78 h 239"/>
              <a:gd name="T34" fmla="*/ 159 w 236"/>
              <a:gd name="T35" fmla="*/ 118 h 239"/>
              <a:gd name="T36" fmla="*/ 159 w 236"/>
              <a:gd name="T37" fmla="*/ 209 h 239"/>
              <a:gd name="T38" fmla="*/ 159 w 236"/>
              <a:gd name="T39" fmla="*/ 5 h 239"/>
              <a:gd name="T40" fmla="*/ 159 w 236"/>
              <a:gd name="T41" fmla="*/ 40 h 239"/>
              <a:gd name="T42" fmla="*/ 144 w 236"/>
              <a:gd name="T43" fmla="*/ 89 h 239"/>
              <a:gd name="T44" fmla="*/ 159 w 236"/>
              <a:gd name="T45" fmla="*/ 108 h 239"/>
              <a:gd name="T46" fmla="*/ 159 w 236"/>
              <a:gd name="T47" fmla="*/ 136 h 239"/>
              <a:gd name="T48" fmla="*/ 144 w 236"/>
              <a:gd name="T49" fmla="*/ 162 h 239"/>
              <a:gd name="T50" fmla="*/ 151 w 236"/>
              <a:gd name="T51" fmla="*/ 143 h 239"/>
              <a:gd name="T52" fmla="*/ 146 w 236"/>
              <a:gd name="T53" fmla="*/ 109 h 239"/>
              <a:gd name="T54" fmla="*/ 123 w 236"/>
              <a:gd name="T55" fmla="*/ 7 h 239"/>
              <a:gd name="T56" fmla="*/ 144 w 236"/>
              <a:gd name="T57" fmla="*/ 0 h 239"/>
              <a:gd name="T58" fmla="*/ 144 w 236"/>
              <a:gd name="T59" fmla="*/ 187 h 239"/>
              <a:gd name="T60" fmla="*/ 123 w 236"/>
              <a:gd name="T61" fmla="*/ 225 h 239"/>
              <a:gd name="T62" fmla="*/ 140 w 236"/>
              <a:gd name="T63" fmla="*/ 96 h 239"/>
              <a:gd name="T64" fmla="*/ 123 w 236"/>
              <a:gd name="T65" fmla="*/ 135 h 239"/>
              <a:gd name="T66" fmla="*/ 137 w 236"/>
              <a:gd name="T67" fmla="*/ 113 h 239"/>
              <a:gd name="T68" fmla="*/ 123 w 236"/>
              <a:gd name="T69" fmla="*/ 82 h 239"/>
              <a:gd name="T70" fmla="*/ 125 w 236"/>
              <a:gd name="T71" fmla="*/ 171 h 239"/>
              <a:gd name="T72" fmla="*/ 123 w 236"/>
              <a:gd name="T73" fmla="*/ 7 h 239"/>
              <a:gd name="T74" fmla="*/ 123 w 236"/>
              <a:gd name="T75" fmla="*/ 7 h 239"/>
              <a:gd name="T76" fmla="*/ 123 w 236"/>
              <a:gd name="T77" fmla="*/ 177 h 239"/>
              <a:gd name="T78" fmla="*/ 121 w 236"/>
              <a:gd name="T79" fmla="*/ 162 h 239"/>
              <a:gd name="T80" fmla="*/ 123 w 236"/>
              <a:gd name="T81" fmla="*/ 135 h 239"/>
              <a:gd name="T82" fmla="*/ 99 w 236"/>
              <a:gd name="T83" fmla="*/ 124 h 239"/>
              <a:gd name="T84" fmla="*/ 106 w 236"/>
              <a:gd name="T85" fmla="*/ 164 h 239"/>
              <a:gd name="T86" fmla="*/ 108 w 236"/>
              <a:gd name="T87" fmla="*/ 179 h 239"/>
              <a:gd name="T88" fmla="*/ 118 w 236"/>
              <a:gd name="T89" fmla="*/ 199 h 239"/>
              <a:gd name="T90" fmla="*/ 123 w 236"/>
              <a:gd name="T91" fmla="*/ 99 h 239"/>
              <a:gd name="T92" fmla="*/ 99 w 236"/>
              <a:gd name="T93" fmla="*/ 18 h 239"/>
              <a:gd name="T94" fmla="*/ 99 w 236"/>
              <a:gd name="T95" fmla="*/ 18 h 239"/>
              <a:gd name="T96" fmla="*/ 89 w 236"/>
              <a:gd name="T97" fmla="*/ 212 h 239"/>
              <a:gd name="T98" fmla="*/ 99 w 236"/>
              <a:gd name="T99" fmla="*/ 183 h 239"/>
              <a:gd name="T100" fmla="*/ 71 w 236"/>
              <a:gd name="T101" fmla="*/ 227 h 239"/>
              <a:gd name="T102" fmla="*/ 95 w 236"/>
              <a:gd name="T103" fmla="*/ 117 h 239"/>
              <a:gd name="T104" fmla="*/ 71 w 236"/>
              <a:gd name="T105" fmla="*/ 160 h 239"/>
              <a:gd name="T106" fmla="*/ 92 w 236"/>
              <a:gd name="T107" fmla="*/ 134 h 239"/>
              <a:gd name="T108" fmla="*/ 71 w 236"/>
              <a:gd name="T109" fmla="*/ 107 h 239"/>
              <a:gd name="T110" fmla="*/ 7 w 236"/>
              <a:gd name="T111" fmla="*/ 91 h 239"/>
              <a:gd name="T112" fmla="*/ 70 w 236"/>
              <a:gd name="T113" fmla="*/ 181 h 239"/>
              <a:gd name="T114" fmla="*/ 71 w 236"/>
              <a:gd name="T115" fmla="*/ 149 h 239"/>
              <a:gd name="T116" fmla="*/ 52 w 236"/>
              <a:gd name="T117" fmla="*/ 133 h 239"/>
              <a:gd name="T118" fmla="*/ 35 w 236"/>
              <a:gd name="T119" fmla="*/ 109 h 239"/>
              <a:gd name="T120" fmla="*/ 71 w 236"/>
              <a:gd name="T121" fmla="*/ 3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239">
                <a:moveTo>
                  <a:pt x="189" y="195"/>
                </a:moveTo>
                <a:cubicBezTo>
                  <a:pt x="216" y="182"/>
                  <a:pt x="216" y="182"/>
                  <a:pt x="216" y="182"/>
                </a:cubicBezTo>
                <a:cubicBezTo>
                  <a:pt x="230" y="176"/>
                  <a:pt x="236" y="159"/>
                  <a:pt x="229" y="146"/>
                </a:cubicBezTo>
                <a:cubicBezTo>
                  <a:pt x="189" y="60"/>
                  <a:pt x="189" y="60"/>
                  <a:pt x="189" y="60"/>
                </a:cubicBezTo>
                <a:cubicBezTo>
                  <a:pt x="189" y="107"/>
                  <a:pt x="189" y="107"/>
                  <a:pt x="189" y="107"/>
                </a:cubicBezTo>
                <a:cubicBezTo>
                  <a:pt x="190" y="108"/>
                  <a:pt x="190" y="108"/>
                  <a:pt x="190" y="109"/>
                </a:cubicBezTo>
                <a:cubicBezTo>
                  <a:pt x="196" y="122"/>
                  <a:pt x="196" y="122"/>
                  <a:pt x="196" y="122"/>
                </a:cubicBezTo>
                <a:cubicBezTo>
                  <a:pt x="196" y="122"/>
                  <a:pt x="196" y="122"/>
                  <a:pt x="196" y="122"/>
                </a:cubicBezTo>
                <a:cubicBezTo>
                  <a:pt x="197" y="124"/>
                  <a:pt x="196" y="126"/>
                  <a:pt x="194" y="127"/>
                </a:cubicBezTo>
                <a:cubicBezTo>
                  <a:pt x="189" y="130"/>
                  <a:pt x="189" y="130"/>
                  <a:pt x="189" y="130"/>
                </a:cubicBezTo>
                <a:cubicBezTo>
                  <a:pt x="189" y="141"/>
                  <a:pt x="189" y="141"/>
                  <a:pt x="189" y="141"/>
                </a:cubicBezTo>
                <a:cubicBezTo>
                  <a:pt x="198" y="136"/>
                  <a:pt x="198" y="136"/>
                  <a:pt x="198" y="136"/>
                </a:cubicBezTo>
                <a:cubicBezTo>
                  <a:pt x="201" y="135"/>
                  <a:pt x="203" y="136"/>
                  <a:pt x="204" y="138"/>
                </a:cubicBezTo>
                <a:cubicBezTo>
                  <a:pt x="210" y="151"/>
                  <a:pt x="210" y="151"/>
                  <a:pt x="210" y="151"/>
                </a:cubicBezTo>
                <a:cubicBezTo>
                  <a:pt x="210" y="151"/>
                  <a:pt x="210" y="151"/>
                  <a:pt x="210" y="151"/>
                </a:cubicBezTo>
                <a:cubicBezTo>
                  <a:pt x="211" y="153"/>
                  <a:pt x="210" y="156"/>
                  <a:pt x="208" y="157"/>
                </a:cubicBezTo>
                <a:cubicBezTo>
                  <a:pt x="189" y="166"/>
                  <a:pt x="189" y="166"/>
                  <a:pt x="189" y="166"/>
                </a:cubicBezTo>
                <a:lnTo>
                  <a:pt x="189" y="195"/>
                </a:lnTo>
                <a:close/>
                <a:moveTo>
                  <a:pt x="168" y="204"/>
                </a:moveTo>
                <a:cubicBezTo>
                  <a:pt x="189" y="195"/>
                  <a:pt x="189" y="195"/>
                  <a:pt x="189" y="195"/>
                </a:cubicBezTo>
                <a:cubicBezTo>
                  <a:pt x="189" y="166"/>
                  <a:pt x="189" y="166"/>
                  <a:pt x="189" y="166"/>
                </a:cubicBezTo>
                <a:cubicBezTo>
                  <a:pt x="180" y="170"/>
                  <a:pt x="180" y="170"/>
                  <a:pt x="180" y="170"/>
                </a:cubicBezTo>
                <a:cubicBezTo>
                  <a:pt x="178" y="171"/>
                  <a:pt x="175" y="170"/>
                  <a:pt x="174" y="168"/>
                </a:cubicBezTo>
                <a:cubicBezTo>
                  <a:pt x="168" y="156"/>
                  <a:pt x="168" y="156"/>
                  <a:pt x="168" y="156"/>
                </a:cubicBezTo>
                <a:cubicBezTo>
                  <a:pt x="168" y="204"/>
                  <a:pt x="168" y="204"/>
                  <a:pt x="168" y="204"/>
                </a:cubicBezTo>
                <a:close/>
                <a:moveTo>
                  <a:pt x="189" y="60"/>
                </a:moveTo>
                <a:cubicBezTo>
                  <a:pt x="168" y="16"/>
                  <a:pt x="168" y="16"/>
                  <a:pt x="168" y="16"/>
                </a:cubicBezTo>
                <a:cubicBezTo>
                  <a:pt x="168" y="78"/>
                  <a:pt x="168" y="78"/>
                  <a:pt x="168" y="78"/>
                </a:cubicBezTo>
                <a:cubicBezTo>
                  <a:pt x="171" y="77"/>
                  <a:pt x="171" y="77"/>
                  <a:pt x="171" y="77"/>
                </a:cubicBezTo>
                <a:cubicBezTo>
                  <a:pt x="173" y="76"/>
                  <a:pt x="175" y="77"/>
                  <a:pt x="176" y="79"/>
                </a:cubicBezTo>
                <a:cubicBezTo>
                  <a:pt x="182" y="92"/>
                  <a:pt x="182" y="92"/>
                  <a:pt x="182" y="92"/>
                </a:cubicBezTo>
                <a:cubicBezTo>
                  <a:pt x="182" y="92"/>
                  <a:pt x="182" y="92"/>
                  <a:pt x="182" y="92"/>
                </a:cubicBezTo>
                <a:cubicBezTo>
                  <a:pt x="183" y="94"/>
                  <a:pt x="182" y="97"/>
                  <a:pt x="180" y="98"/>
                </a:cubicBezTo>
                <a:cubicBezTo>
                  <a:pt x="168" y="103"/>
                  <a:pt x="168" y="103"/>
                  <a:pt x="168" y="103"/>
                </a:cubicBezTo>
                <a:cubicBezTo>
                  <a:pt x="168" y="114"/>
                  <a:pt x="168" y="114"/>
                  <a:pt x="168" y="114"/>
                </a:cubicBezTo>
                <a:cubicBezTo>
                  <a:pt x="185" y="107"/>
                  <a:pt x="185" y="107"/>
                  <a:pt x="185" y="107"/>
                </a:cubicBezTo>
                <a:cubicBezTo>
                  <a:pt x="186" y="106"/>
                  <a:pt x="188" y="106"/>
                  <a:pt x="189" y="107"/>
                </a:cubicBezTo>
                <a:cubicBezTo>
                  <a:pt x="189" y="60"/>
                  <a:pt x="189" y="60"/>
                  <a:pt x="189" y="60"/>
                </a:cubicBezTo>
                <a:close/>
                <a:moveTo>
                  <a:pt x="189" y="130"/>
                </a:moveTo>
                <a:cubicBezTo>
                  <a:pt x="189" y="141"/>
                  <a:pt x="189" y="141"/>
                  <a:pt x="189" y="141"/>
                </a:cubicBezTo>
                <a:cubicBezTo>
                  <a:pt x="170" y="150"/>
                  <a:pt x="170" y="150"/>
                  <a:pt x="170" y="150"/>
                </a:cubicBezTo>
                <a:cubicBezTo>
                  <a:pt x="169" y="150"/>
                  <a:pt x="169" y="151"/>
                  <a:pt x="168" y="151"/>
                </a:cubicBezTo>
                <a:cubicBezTo>
                  <a:pt x="168" y="139"/>
                  <a:pt x="168" y="139"/>
                  <a:pt x="168" y="139"/>
                </a:cubicBezTo>
                <a:lnTo>
                  <a:pt x="189" y="130"/>
                </a:lnTo>
                <a:close/>
                <a:moveTo>
                  <a:pt x="159" y="209"/>
                </a:moveTo>
                <a:cubicBezTo>
                  <a:pt x="168" y="204"/>
                  <a:pt x="168" y="204"/>
                  <a:pt x="168" y="204"/>
                </a:cubicBezTo>
                <a:cubicBezTo>
                  <a:pt x="168" y="156"/>
                  <a:pt x="168" y="156"/>
                  <a:pt x="168" y="156"/>
                </a:cubicBezTo>
                <a:cubicBezTo>
                  <a:pt x="168" y="155"/>
                  <a:pt x="168" y="155"/>
                  <a:pt x="168" y="155"/>
                </a:cubicBezTo>
                <a:cubicBezTo>
                  <a:pt x="168" y="154"/>
                  <a:pt x="168" y="152"/>
                  <a:pt x="168" y="151"/>
                </a:cubicBezTo>
                <a:cubicBezTo>
                  <a:pt x="168" y="139"/>
                  <a:pt x="168" y="139"/>
                  <a:pt x="168" y="139"/>
                </a:cubicBezTo>
                <a:cubicBezTo>
                  <a:pt x="166" y="141"/>
                  <a:pt x="166" y="141"/>
                  <a:pt x="166" y="141"/>
                </a:cubicBezTo>
                <a:cubicBezTo>
                  <a:pt x="164" y="142"/>
                  <a:pt x="161" y="141"/>
                  <a:pt x="160" y="138"/>
                </a:cubicBezTo>
                <a:cubicBezTo>
                  <a:pt x="159" y="136"/>
                  <a:pt x="159" y="136"/>
                  <a:pt x="159" y="136"/>
                </a:cubicBezTo>
                <a:cubicBezTo>
                  <a:pt x="159" y="160"/>
                  <a:pt x="159" y="160"/>
                  <a:pt x="159" y="160"/>
                </a:cubicBezTo>
                <a:cubicBezTo>
                  <a:pt x="165" y="172"/>
                  <a:pt x="165" y="172"/>
                  <a:pt x="165" y="172"/>
                </a:cubicBezTo>
                <a:cubicBezTo>
                  <a:pt x="165" y="172"/>
                  <a:pt x="165" y="172"/>
                  <a:pt x="165" y="172"/>
                </a:cubicBezTo>
                <a:cubicBezTo>
                  <a:pt x="166" y="175"/>
                  <a:pt x="165" y="177"/>
                  <a:pt x="163" y="178"/>
                </a:cubicBezTo>
                <a:cubicBezTo>
                  <a:pt x="159" y="180"/>
                  <a:pt x="159" y="180"/>
                  <a:pt x="159" y="180"/>
                </a:cubicBezTo>
                <a:cubicBezTo>
                  <a:pt x="159" y="209"/>
                  <a:pt x="159" y="209"/>
                  <a:pt x="159" y="209"/>
                </a:cubicBezTo>
                <a:close/>
                <a:moveTo>
                  <a:pt x="168" y="16"/>
                </a:moveTo>
                <a:cubicBezTo>
                  <a:pt x="168" y="15"/>
                  <a:pt x="168" y="15"/>
                  <a:pt x="168" y="15"/>
                </a:cubicBezTo>
                <a:cubicBezTo>
                  <a:pt x="166" y="11"/>
                  <a:pt x="163" y="7"/>
                  <a:pt x="159" y="5"/>
                </a:cubicBezTo>
                <a:cubicBezTo>
                  <a:pt x="159" y="40"/>
                  <a:pt x="159" y="40"/>
                  <a:pt x="159" y="40"/>
                </a:cubicBezTo>
                <a:cubicBezTo>
                  <a:pt x="163" y="49"/>
                  <a:pt x="163" y="49"/>
                  <a:pt x="163" y="49"/>
                </a:cubicBezTo>
                <a:cubicBezTo>
                  <a:pt x="163" y="49"/>
                  <a:pt x="163" y="49"/>
                  <a:pt x="163" y="49"/>
                </a:cubicBezTo>
                <a:cubicBezTo>
                  <a:pt x="166" y="55"/>
                  <a:pt x="164" y="61"/>
                  <a:pt x="159" y="65"/>
                </a:cubicBezTo>
                <a:cubicBezTo>
                  <a:pt x="159" y="82"/>
                  <a:pt x="159" y="82"/>
                  <a:pt x="159" y="82"/>
                </a:cubicBezTo>
                <a:cubicBezTo>
                  <a:pt x="168" y="78"/>
                  <a:pt x="168" y="78"/>
                  <a:pt x="168" y="78"/>
                </a:cubicBezTo>
                <a:cubicBezTo>
                  <a:pt x="168" y="16"/>
                  <a:pt x="168" y="16"/>
                  <a:pt x="168" y="16"/>
                </a:cubicBezTo>
                <a:close/>
                <a:moveTo>
                  <a:pt x="168" y="103"/>
                </a:moveTo>
                <a:cubicBezTo>
                  <a:pt x="168" y="114"/>
                  <a:pt x="168" y="114"/>
                  <a:pt x="168" y="114"/>
                </a:cubicBezTo>
                <a:cubicBezTo>
                  <a:pt x="159" y="118"/>
                  <a:pt x="159" y="118"/>
                  <a:pt x="159" y="118"/>
                </a:cubicBezTo>
                <a:cubicBezTo>
                  <a:pt x="159" y="108"/>
                  <a:pt x="159" y="108"/>
                  <a:pt x="159" y="108"/>
                </a:cubicBezTo>
                <a:lnTo>
                  <a:pt x="168" y="103"/>
                </a:lnTo>
                <a:close/>
                <a:moveTo>
                  <a:pt x="144" y="216"/>
                </a:moveTo>
                <a:cubicBezTo>
                  <a:pt x="159" y="209"/>
                  <a:pt x="159" y="209"/>
                  <a:pt x="159" y="209"/>
                </a:cubicBezTo>
                <a:cubicBezTo>
                  <a:pt x="159" y="180"/>
                  <a:pt x="159" y="180"/>
                  <a:pt x="159" y="180"/>
                </a:cubicBezTo>
                <a:cubicBezTo>
                  <a:pt x="144" y="187"/>
                  <a:pt x="144" y="187"/>
                  <a:pt x="144" y="187"/>
                </a:cubicBezTo>
                <a:cubicBezTo>
                  <a:pt x="144" y="216"/>
                  <a:pt x="144" y="216"/>
                  <a:pt x="144" y="216"/>
                </a:cubicBezTo>
                <a:close/>
                <a:moveTo>
                  <a:pt x="159" y="5"/>
                </a:moveTo>
                <a:cubicBezTo>
                  <a:pt x="155" y="2"/>
                  <a:pt x="149" y="0"/>
                  <a:pt x="144" y="0"/>
                </a:cubicBezTo>
                <a:cubicBezTo>
                  <a:pt x="144" y="22"/>
                  <a:pt x="144" y="22"/>
                  <a:pt x="144" y="22"/>
                </a:cubicBezTo>
                <a:cubicBezTo>
                  <a:pt x="148" y="23"/>
                  <a:pt x="152" y="25"/>
                  <a:pt x="154" y="30"/>
                </a:cubicBezTo>
                <a:cubicBezTo>
                  <a:pt x="159" y="40"/>
                  <a:pt x="159" y="40"/>
                  <a:pt x="159" y="40"/>
                </a:cubicBezTo>
                <a:cubicBezTo>
                  <a:pt x="159" y="5"/>
                  <a:pt x="159" y="5"/>
                  <a:pt x="159" y="5"/>
                </a:cubicBezTo>
                <a:close/>
                <a:moveTo>
                  <a:pt x="159" y="65"/>
                </a:moveTo>
                <a:cubicBezTo>
                  <a:pt x="159" y="82"/>
                  <a:pt x="159" y="82"/>
                  <a:pt x="159" y="82"/>
                </a:cubicBezTo>
                <a:cubicBezTo>
                  <a:pt x="144" y="89"/>
                  <a:pt x="144" y="89"/>
                  <a:pt x="144" y="89"/>
                </a:cubicBezTo>
                <a:cubicBezTo>
                  <a:pt x="144" y="72"/>
                  <a:pt x="144" y="72"/>
                  <a:pt x="144" y="72"/>
                </a:cubicBezTo>
                <a:cubicBezTo>
                  <a:pt x="157" y="66"/>
                  <a:pt x="157" y="66"/>
                  <a:pt x="157" y="66"/>
                </a:cubicBezTo>
                <a:cubicBezTo>
                  <a:pt x="158" y="66"/>
                  <a:pt x="159" y="66"/>
                  <a:pt x="159" y="65"/>
                </a:cubicBezTo>
                <a:close/>
                <a:moveTo>
                  <a:pt x="159" y="108"/>
                </a:moveTo>
                <a:cubicBezTo>
                  <a:pt x="159" y="118"/>
                  <a:pt x="159" y="118"/>
                  <a:pt x="159" y="118"/>
                </a:cubicBezTo>
                <a:cubicBezTo>
                  <a:pt x="156" y="120"/>
                  <a:pt x="156" y="120"/>
                  <a:pt x="156" y="120"/>
                </a:cubicBezTo>
                <a:cubicBezTo>
                  <a:pt x="154" y="121"/>
                  <a:pt x="153" y="123"/>
                  <a:pt x="154" y="126"/>
                </a:cubicBezTo>
                <a:cubicBezTo>
                  <a:pt x="159" y="136"/>
                  <a:pt x="159" y="136"/>
                  <a:pt x="159" y="136"/>
                </a:cubicBezTo>
                <a:cubicBezTo>
                  <a:pt x="159" y="160"/>
                  <a:pt x="159" y="160"/>
                  <a:pt x="159" y="160"/>
                </a:cubicBezTo>
                <a:cubicBezTo>
                  <a:pt x="159" y="159"/>
                  <a:pt x="159" y="159"/>
                  <a:pt x="159" y="159"/>
                </a:cubicBezTo>
                <a:cubicBezTo>
                  <a:pt x="158" y="157"/>
                  <a:pt x="155" y="156"/>
                  <a:pt x="153" y="157"/>
                </a:cubicBezTo>
                <a:cubicBezTo>
                  <a:pt x="144" y="162"/>
                  <a:pt x="144" y="162"/>
                  <a:pt x="144" y="162"/>
                </a:cubicBezTo>
                <a:cubicBezTo>
                  <a:pt x="144" y="151"/>
                  <a:pt x="144" y="151"/>
                  <a:pt x="144" y="151"/>
                </a:cubicBezTo>
                <a:cubicBezTo>
                  <a:pt x="149" y="148"/>
                  <a:pt x="149" y="148"/>
                  <a:pt x="149" y="148"/>
                </a:cubicBezTo>
                <a:cubicBezTo>
                  <a:pt x="151" y="147"/>
                  <a:pt x="152" y="145"/>
                  <a:pt x="151" y="143"/>
                </a:cubicBezTo>
                <a:cubicBezTo>
                  <a:pt x="151" y="143"/>
                  <a:pt x="151" y="143"/>
                  <a:pt x="151" y="143"/>
                </a:cubicBezTo>
                <a:cubicBezTo>
                  <a:pt x="145" y="130"/>
                  <a:pt x="145" y="130"/>
                  <a:pt x="145" y="130"/>
                </a:cubicBezTo>
                <a:cubicBezTo>
                  <a:pt x="145" y="129"/>
                  <a:pt x="144" y="129"/>
                  <a:pt x="144" y="128"/>
                </a:cubicBezTo>
                <a:cubicBezTo>
                  <a:pt x="144" y="104"/>
                  <a:pt x="144" y="104"/>
                  <a:pt x="144" y="104"/>
                </a:cubicBezTo>
                <a:cubicBezTo>
                  <a:pt x="146" y="109"/>
                  <a:pt x="146" y="109"/>
                  <a:pt x="146" y="109"/>
                </a:cubicBezTo>
                <a:cubicBezTo>
                  <a:pt x="147" y="111"/>
                  <a:pt x="150" y="112"/>
                  <a:pt x="152" y="111"/>
                </a:cubicBezTo>
                <a:lnTo>
                  <a:pt x="159" y="108"/>
                </a:lnTo>
                <a:close/>
                <a:moveTo>
                  <a:pt x="132" y="2"/>
                </a:moveTo>
                <a:cubicBezTo>
                  <a:pt x="123" y="7"/>
                  <a:pt x="123" y="7"/>
                  <a:pt x="123" y="7"/>
                </a:cubicBezTo>
                <a:cubicBezTo>
                  <a:pt x="123" y="30"/>
                  <a:pt x="123" y="30"/>
                  <a:pt x="123" y="30"/>
                </a:cubicBezTo>
                <a:cubicBezTo>
                  <a:pt x="137" y="23"/>
                  <a:pt x="137" y="23"/>
                  <a:pt x="137" y="23"/>
                </a:cubicBezTo>
                <a:cubicBezTo>
                  <a:pt x="139" y="22"/>
                  <a:pt x="142" y="22"/>
                  <a:pt x="144" y="22"/>
                </a:cubicBezTo>
                <a:cubicBezTo>
                  <a:pt x="144" y="0"/>
                  <a:pt x="144" y="0"/>
                  <a:pt x="144" y="0"/>
                </a:cubicBezTo>
                <a:cubicBezTo>
                  <a:pt x="140" y="0"/>
                  <a:pt x="136" y="1"/>
                  <a:pt x="132" y="2"/>
                </a:cubicBezTo>
                <a:close/>
                <a:moveTo>
                  <a:pt x="123" y="225"/>
                </a:moveTo>
                <a:cubicBezTo>
                  <a:pt x="144" y="216"/>
                  <a:pt x="144" y="216"/>
                  <a:pt x="144" y="216"/>
                </a:cubicBezTo>
                <a:cubicBezTo>
                  <a:pt x="144" y="187"/>
                  <a:pt x="144" y="187"/>
                  <a:pt x="144" y="187"/>
                </a:cubicBezTo>
                <a:cubicBezTo>
                  <a:pt x="135" y="191"/>
                  <a:pt x="135" y="191"/>
                  <a:pt x="135" y="191"/>
                </a:cubicBezTo>
                <a:cubicBezTo>
                  <a:pt x="133" y="192"/>
                  <a:pt x="130" y="191"/>
                  <a:pt x="129" y="189"/>
                </a:cubicBezTo>
                <a:cubicBezTo>
                  <a:pt x="123" y="177"/>
                  <a:pt x="123" y="177"/>
                  <a:pt x="123" y="177"/>
                </a:cubicBezTo>
                <a:cubicBezTo>
                  <a:pt x="123" y="225"/>
                  <a:pt x="123" y="225"/>
                  <a:pt x="123" y="225"/>
                </a:cubicBezTo>
                <a:close/>
                <a:moveTo>
                  <a:pt x="144" y="72"/>
                </a:moveTo>
                <a:cubicBezTo>
                  <a:pt x="144" y="89"/>
                  <a:pt x="144" y="89"/>
                  <a:pt x="144" y="89"/>
                </a:cubicBezTo>
                <a:cubicBezTo>
                  <a:pt x="142" y="90"/>
                  <a:pt x="142" y="90"/>
                  <a:pt x="142" y="90"/>
                </a:cubicBezTo>
                <a:cubicBezTo>
                  <a:pt x="140" y="91"/>
                  <a:pt x="139" y="94"/>
                  <a:pt x="140" y="96"/>
                </a:cubicBezTo>
                <a:cubicBezTo>
                  <a:pt x="144" y="104"/>
                  <a:pt x="144" y="104"/>
                  <a:pt x="144" y="104"/>
                </a:cubicBezTo>
                <a:cubicBezTo>
                  <a:pt x="144" y="128"/>
                  <a:pt x="144" y="128"/>
                  <a:pt x="144" y="128"/>
                </a:cubicBezTo>
                <a:cubicBezTo>
                  <a:pt x="143" y="127"/>
                  <a:pt x="141" y="127"/>
                  <a:pt x="139" y="128"/>
                </a:cubicBezTo>
                <a:cubicBezTo>
                  <a:pt x="123" y="135"/>
                  <a:pt x="123" y="135"/>
                  <a:pt x="123" y="135"/>
                </a:cubicBezTo>
                <a:cubicBezTo>
                  <a:pt x="123" y="125"/>
                  <a:pt x="123" y="125"/>
                  <a:pt x="123" y="125"/>
                </a:cubicBezTo>
                <a:cubicBezTo>
                  <a:pt x="135" y="119"/>
                  <a:pt x="135" y="119"/>
                  <a:pt x="135" y="119"/>
                </a:cubicBezTo>
                <a:cubicBezTo>
                  <a:pt x="137" y="118"/>
                  <a:pt x="138" y="115"/>
                  <a:pt x="137" y="113"/>
                </a:cubicBezTo>
                <a:cubicBezTo>
                  <a:pt x="137" y="113"/>
                  <a:pt x="137" y="113"/>
                  <a:pt x="137" y="113"/>
                </a:cubicBezTo>
                <a:cubicBezTo>
                  <a:pt x="131" y="100"/>
                  <a:pt x="131" y="100"/>
                  <a:pt x="131" y="100"/>
                </a:cubicBezTo>
                <a:cubicBezTo>
                  <a:pt x="130" y="98"/>
                  <a:pt x="128" y="97"/>
                  <a:pt x="126" y="98"/>
                </a:cubicBezTo>
                <a:cubicBezTo>
                  <a:pt x="123" y="99"/>
                  <a:pt x="123" y="99"/>
                  <a:pt x="123" y="99"/>
                </a:cubicBezTo>
                <a:cubicBezTo>
                  <a:pt x="123" y="82"/>
                  <a:pt x="123" y="82"/>
                  <a:pt x="123" y="82"/>
                </a:cubicBezTo>
                <a:cubicBezTo>
                  <a:pt x="144" y="72"/>
                  <a:pt x="144" y="72"/>
                  <a:pt x="144" y="72"/>
                </a:cubicBezTo>
                <a:close/>
                <a:moveTo>
                  <a:pt x="144" y="151"/>
                </a:moveTo>
                <a:cubicBezTo>
                  <a:pt x="144" y="162"/>
                  <a:pt x="144" y="162"/>
                  <a:pt x="144" y="162"/>
                </a:cubicBezTo>
                <a:cubicBezTo>
                  <a:pt x="125" y="171"/>
                  <a:pt x="125" y="171"/>
                  <a:pt x="125" y="171"/>
                </a:cubicBezTo>
                <a:cubicBezTo>
                  <a:pt x="124" y="171"/>
                  <a:pt x="124" y="172"/>
                  <a:pt x="123" y="172"/>
                </a:cubicBezTo>
                <a:cubicBezTo>
                  <a:pt x="123" y="161"/>
                  <a:pt x="123" y="161"/>
                  <a:pt x="123" y="161"/>
                </a:cubicBezTo>
                <a:lnTo>
                  <a:pt x="144" y="151"/>
                </a:lnTo>
                <a:close/>
                <a:moveTo>
                  <a:pt x="123" y="7"/>
                </a:moveTo>
                <a:cubicBezTo>
                  <a:pt x="99" y="18"/>
                  <a:pt x="99" y="18"/>
                  <a:pt x="99" y="18"/>
                </a:cubicBezTo>
                <a:cubicBezTo>
                  <a:pt x="99" y="41"/>
                  <a:pt x="99" y="41"/>
                  <a:pt x="99" y="41"/>
                </a:cubicBezTo>
                <a:cubicBezTo>
                  <a:pt x="123" y="30"/>
                  <a:pt x="123" y="30"/>
                  <a:pt x="123" y="30"/>
                </a:cubicBezTo>
                <a:cubicBezTo>
                  <a:pt x="123" y="7"/>
                  <a:pt x="123" y="7"/>
                  <a:pt x="123" y="7"/>
                </a:cubicBezTo>
                <a:close/>
                <a:moveTo>
                  <a:pt x="99" y="236"/>
                </a:moveTo>
                <a:cubicBezTo>
                  <a:pt x="100" y="236"/>
                  <a:pt x="102" y="235"/>
                  <a:pt x="103" y="235"/>
                </a:cubicBezTo>
                <a:cubicBezTo>
                  <a:pt x="123" y="225"/>
                  <a:pt x="123" y="225"/>
                  <a:pt x="123" y="225"/>
                </a:cubicBezTo>
                <a:cubicBezTo>
                  <a:pt x="123" y="177"/>
                  <a:pt x="123" y="177"/>
                  <a:pt x="123" y="177"/>
                </a:cubicBezTo>
                <a:cubicBezTo>
                  <a:pt x="123" y="176"/>
                  <a:pt x="123" y="176"/>
                  <a:pt x="123" y="176"/>
                </a:cubicBezTo>
                <a:cubicBezTo>
                  <a:pt x="122" y="175"/>
                  <a:pt x="123" y="174"/>
                  <a:pt x="123" y="172"/>
                </a:cubicBezTo>
                <a:cubicBezTo>
                  <a:pt x="123" y="161"/>
                  <a:pt x="123" y="161"/>
                  <a:pt x="123" y="161"/>
                </a:cubicBezTo>
                <a:cubicBezTo>
                  <a:pt x="121" y="162"/>
                  <a:pt x="121" y="162"/>
                  <a:pt x="121" y="162"/>
                </a:cubicBezTo>
                <a:cubicBezTo>
                  <a:pt x="119" y="163"/>
                  <a:pt x="116" y="162"/>
                  <a:pt x="115" y="159"/>
                </a:cubicBezTo>
                <a:cubicBezTo>
                  <a:pt x="109" y="147"/>
                  <a:pt x="109" y="147"/>
                  <a:pt x="109" y="147"/>
                </a:cubicBezTo>
                <a:cubicBezTo>
                  <a:pt x="108" y="145"/>
                  <a:pt x="109" y="142"/>
                  <a:pt x="111" y="141"/>
                </a:cubicBezTo>
                <a:cubicBezTo>
                  <a:pt x="123" y="135"/>
                  <a:pt x="123" y="135"/>
                  <a:pt x="123" y="135"/>
                </a:cubicBezTo>
                <a:cubicBezTo>
                  <a:pt x="123" y="125"/>
                  <a:pt x="123" y="125"/>
                  <a:pt x="123" y="125"/>
                </a:cubicBezTo>
                <a:cubicBezTo>
                  <a:pt x="107" y="132"/>
                  <a:pt x="107" y="132"/>
                  <a:pt x="107" y="132"/>
                </a:cubicBezTo>
                <a:cubicBezTo>
                  <a:pt x="105" y="133"/>
                  <a:pt x="102" y="132"/>
                  <a:pt x="101" y="130"/>
                </a:cubicBezTo>
                <a:cubicBezTo>
                  <a:pt x="99" y="124"/>
                  <a:pt x="99" y="124"/>
                  <a:pt x="99" y="124"/>
                </a:cubicBezTo>
                <a:cubicBezTo>
                  <a:pt x="99" y="150"/>
                  <a:pt x="99" y="150"/>
                  <a:pt x="99" y="150"/>
                </a:cubicBezTo>
                <a:cubicBezTo>
                  <a:pt x="99" y="150"/>
                  <a:pt x="99" y="151"/>
                  <a:pt x="100" y="151"/>
                </a:cubicBezTo>
                <a:cubicBezTo>
                  <a:pt x="106" y="164"/>
                  <a:pt x="106" y="164"/>
                  <a:pt x="106" y="164"/>
                </a:cubicBezTo>
                <a:cubicBezTo>
                  <a:pt x="106" y="164"/>
                  <a:pt x="106" y="164"/>
                  <a:pt x="106" y="164"/>
                </a:cubicBezTo>
                <a:cubicBezTo>
                  <a:pt x="107" y="166"/>
                  <a:pt x="106" y="169"/>
                  <a:pt x="104" y="170"/>
                </a:cubicBezTo>
                <a:cubicBezTo>
                  <a:pt x="99" y="172"/>
                  <a:pt x="99" y="172"/>
                  <a:pt x="99" y="172"/>
                </a:cubicBezTo>
                <a:cubicBezTo>
                  <a:pt x="99" y="183"/>
                  <a:pt x="99" y="183"/>
                  <a:pt x="99" y="183"/>
                </a:cubicBezTo>
                <a:cubicBezTo>
                  <a:pt x="108" y="179"/>
                  <a:pt x="108" y="179"/>
                  <a:pt x="108" y="179"/>
                </a:cubicBezTo>
                <a:cubicBezTo>
                  <a:pt x="110" y="178"/>
                  <a:pt x="113" y="179"/>
                  <a:pt x="114" y="181"/>
                </a:cubicBezTo>
                <a:cubicBezTo>
                  <a:pt x="120" y="194"/>
                  <a:pt x="120" y="194"/>
                  <a:pt x="120" y="194"/>
                </a:cubicBezTo>
                <a:cubicBezTo>
                  <a:pt x="120" y="194"/>
                  <a:pt x="120" y="194"/>
                  <a:pt x="120" y="194"/>
                </a:cubicBezTo>
                <a:cubicBezTo>
                  <a:pt x="121" y="196"/>
                  <a:pt x="120" y="198"/>
                  <a:pt x="118" y="199"/>
                </a:cubicBezTo>
                <a:cubicBezTo>
                  <a:pt x="99" y="208"/>
                  <a:pt x="99" y="208"/>
                  <a:pt x="99" y="208"/>
                </a:cubicBezTo>
                <a:cubicBezTo>
                  <a:pt x="99" y="236"/>
                  <a:pt x="99" y="236"/>
                  <a:pt x="99" y="236"/>
                </a:cubicBezTo>
                <a:close/>
                <a:moveTo>
                  <a:pt x="123" y="82"/>
                </a:moveTo>
                <a:cubicBezTo>
                  <a:pt x="123" y="99"/>
                  <a:pt x="123" y="99"/>
                  <a:pt x="123" y="99"/>
                </a:cubicBezTo>
                <a:cubicBezTo>
                  <a:pt x="99" y="111"/>
                  <a:pt x="99" y="111"/>
                  <a:pt x="99" y="111"/>
                </a:cubicBezTo>
                <a:cubicBezTo>
                  <a:pt x="99" y="94"/>
                  <a:pt x="99" y="94"/>
                  <a:pt x="99" y="94"/>
                </a:cubicBezTo>
                <a:lnTo>
                  <a:pt x="123" y="82"/>
                </a:lnTo>
                <a:close/>
                <a:moveTo>
                  <a:pt x="99" y="18"/>
                </a:moveTo>
                <a:cubicBezTo>
                  <a:pt x="71" y="31"/>
                  <a:pt x="71" y="31"/>
                  <a:pt x="71" y="31"/>
                </a:cubicBezTo>
                <a:cubicBezTo>
                  <a:pt x="71" y="54"/>
                  <a:pt x="71" y="54"/>
                  <a:pt x="71" y="54"/>
                </a:cubicBezTo>
                <a:cubicBezTo>
                  <a:pt x="99" y="41"/>
                  <a:pt x="99" y="41"/>
                  <a:pt x="99" y="41"/>
                </a:cubicBezTo>
                <a:cubicBezTo>
                  <a:pt x="99" y="18"/>
                  <a:pt x="99" y="18"/>
                  <a:pt x="99" y="18"/>
                </a:cubicBezTo>
                <a:close/>
                <a:moveTo>
                  <a:pt x="71" y="227"/>
                </a:moveTo>
                <a:cubicBezTo>
                  <a:pt x="77" y="235"/>
                  <a:pt x="88" y="239"/>
                  <a:pt x="99" y="236"/>
                </a:cubicBezTo>
                <a:cubicBezTo>
                  <a:pt x="99" y="208"/>
                  <a:pt x="99" y="208"/>
                  <a:pt x="99" y="208"/>
                </a:cubicBezTo>
                <a:cubicBezTo>
                  <a:pt x="89" y="212"/>
                  <a:pt x="89" y="212"/>
                  <a:pt x="89" y="212"/>
                </a:cubicBezTo>
                <a:cubicBezTo>
                  <a:pt x="87" y="213"/>
                  <a:pt x="85" y="213"/>
                  <a:pt x="84" y="210"/>
                </a:cubicBezTo>
                <a:cubicBezTo>
                  <a:pt x="78" y="197"/>
                  <a:pt x="78" y="197"/>
                  <a:pt x="78" y="197"/>
                </a:cubicBezTo>
                <a:cubicBezTo>
                  <a:pt x="77" y="195"/>
                  <a:pt x="78" y="193"/>
                  <a:pt x="80" y="192"/>
                </a:cubicBezTo>
                <a:cubicBezTo>
                  <a:pt x="99" y="183"/>
                  <a:pt x="99" y="183"/>
                  <a:pt x="99" y="183"/>
                </a:cubicBezTo>
                <a:cubicBezTo>
                  <a:pt x="99" y="172"/>
                  <a:pt x="99" y="172"/>
                  <a:pt x="99" y="172"/>
                </a:cubicBezTo>
                <a:cubicBezTo>
                  <a:pt x="75" y="183"/>
                  <a:pt x="75" y="183"/>
                  <a:pt x="75" y="183"/>
                </a:cubicBezTo>
                <a:cubicBezTo>
                  <a:pt x="74" y="184"/>
                  <a:pt x="72" y="183"/>
                  <a:pt x="71" y="182"/>
                </a:cubicBezTo>
                <a:cubicBezTo>
                  <a:pt x="71" y="227"/>
                  <a:pt x="71" y="227"/>
                  <a:pt x="71" y="227"/>
                </a:cubicBezTo>
                <a:close/>
                <a:moveTo>
                  <a:pt x="99" y="94"/>
                </a:moveTo>
                <a:cubicBezTo>
                  <a:pt x="99" y="111"/>
                  <a:pt x="99" y="111"/>
                  <a:pt x="99" y="111"/>
                </a:cubicBezTo>
                <a:cubicBezTo>
                  <a:pt x="97" y="111"/>
                  <a:pt x="97" y="111"/>
                  <a:pt x="97" y="111"/>
                </a:cubicBezTo>
                <a:cubicBezTo>
                  <a:pt x="95" y="112"/>
                  <a:pt x="94" y="115"/>
                  <a:pt x="95" y="117"/>
                </a:cubicBezTo>
                <a:cubicBezTo>
                  <a:pt x="99" y="124"/>
                  <a:pt x="99" y="124"/>
                  <a:pt x="99" y="124"/>
                </a:cubicBezTo>
                <a:cubicBezTo>
                  <a:pt x="99" y="150"/>
                  <a:pt x="99" y="150"/>
                  <a:pt x="99" y="150"/>
                </a:cubicBezTo>
                <a:cubicBezTo>
                  <a:pt x="97" y="149"/>
                  <a:pt x="96" y="148"/>
                  <a:pt x="94" y="149"/>
                </a:cubicBezTo>
                <a:cubicBezTo>
                  <a:pt x="71" y="160"/>
                  <a:pt x="71" y="160"/>
                  <a:pt x="71" y="160"/>
                </a:cubicBezTo>
                <a:cubicBezTo>
                  <a:pt x="71" y="149"/>
                  <a:pt x="71" y="149"/>
                  <a:pt x="71" y="149"/>
                </a:cubicBezTo>
                <a:cubicBezTo>
                  <a:pt x="90" y="140"/>
                  <a:pt x="90" y="140"/>
                  <a:pt x="90" y="140"/>
                </a:cubicBezTo>
                <a:cubicBezTo>
                  <a:pt x="92" y="139"/>
                  <a:pt x="93" y="136"/>
                  <a:pt x="92" y="134"/>
                </a:cubicBezTo>
                <a:cubicBezTo>
                  <a:pt x="92" y="134"/>
                  <a:pt x="92" y="134"/>
                  <a:pt x="92" y="134"/>
                </a:cubicBezTo>
                <a:cubicBezTo>
                  <a:pt x="86" y="122"/>
                  <a:pt x="86" y="122"/>
                  <a:pt x="86" y="122"/>
                </a:cubicBezTo>
                <a:cubicBezTo>
                  <a:pt x="85" y="119"/>
                  <a:pt x="82" y="118"/>
                  <a:pt x="80" y="119"/>
                </a:cubicBezTo>
                <a:cubicBezTo>
                  <a:pt x="71" y="124"/>
                  <a:pt x="71" y="124"/>
                  <a:pt x="71" y="124"/>
                </a:cubicBezTo>
                <a:cubicBezTo>
                  <a:pt x="71" y="107"/>
                  <a:pt x="71" y="107"/>
                  <a:pt x="71" y="107"/>
                </a:cubicBezTo>
                <a:lnTo>
                  <a:pt x="99" y="94"/>
                </a:lnTo>
                <a:close/>
                <a:moveTo>
                  <a:pt x="71" y="31"/>
                </a:moveTo>
                <a:cubicBezTo>
                  <a:pt x="20" y="55"/>
                  <a:pt x="20" y="55"/>
                  <a:pt x="20" y="55"/>
                </a:cubicBezTo>
                <a:cubicBezTo>
                  <a:pt x="6" y="62"/>
                  <a:pt x="0" y="78"/>
                  <a:pt x="7" y="91"/>
                </a:cubicBezTo>
                <a:cubicBezTo>
                  <a:pt x="68" y="222"/>
                  <a:pt x="68" y="222"/>
                  <a:pt x="68" y="222"/>
                </a:cubicBezTo>
                <a:cubicBezTo>
                  <a:pt x="69" y="223"/>
                  <a:pt x="70" y="225"/>
                  <a:pt x="71" y="227"/>
                </a:cubicBezTo>
                <a:cubicBezTo>
                  <a:pt x="71" y="182"/>
                  <a:pt x="71" y="182"/>
                  <a:pt x="71" y="182"/>
                </a:cubicBezTo>
                <a:cubicBezTo>
                  <a:pt x="71" y="182"/>
                  <a:pt x="70" y="181"/>
                  <a:pt x="70" y="181"/>
                </a:cubicBezTo>
                <a:cubicBezTo>
                  <a:pt x="64" y="168"/>
                  <a:pt x="64" y="168"/>
                  <a:pt x="64" y="168"/>
                </a:cubicBezTo>
                <a:cubicBezTo>
                  <a:pt x="63" y="166"/>
                  <a:pt x="64" y="163"/>
                  <a:pt x="66" y="162"/>
                </a:cubicBezTo>
                <a:cubicBezTo>
                  <a:pt x="71" y="160"/>
                  <a:pt x="71" y="160"/>
                  <a:pt x="71" y="160"/>
                </a:cubicBezTo>
                <a:cubicBezTo>
                  <a:pt x="71" y="149"/>
                  <a:pt x="71" y="149"/>
                  <a:pt x="71" y="149"/>
                </a:cubicBezTo>
                <a:cubicBezTo>
                  <a:pt x="62" y="153"/>
                  <a:pt x="62" y="153"/>
                  <a:pt x="62" y="153"/>
                </a:cubicBezTo>
                <a:cubicBezTo>
                  <a:pt x="60" y="154"/>
                  <a:pt x="57" y="153"/>
                  <a:pt x="56" y="151"/>
                </a:cubicBezTo>
                <a:cubicBezTo>
                  <a:pt x="50" y="138"/>
                  <a:pt x="50" y="138"/>
                  <a:pt x="50" y="138"/>
                </a:cubicBezTo>
                <a:cubicBezTo>
                  <a:pt x="49" y="136"/>
                  <a:pt x="50" y="134"/>
                  <a:pt x="52" y="133"/>
                </a:cubicBezTo>
                <a:cubicBezTo>
                  <a:pt x="71" y="124"/>
                  <a:pt x="71" y="124"/>
                  <a:pt x="71" y="124"/>
                </a:cubicBezTo>
                <a:cubicBezTo>
                  <a:pt x="71" y="107"/>
                  <a:pt x="71" y="107"/>
                  <a:pt x="71" y="107"/>
                </a:cubicBezTo>
                <a:cubicBezTo>
                  <a:pt x="53" y="115"/>
                  <a:pt x="53" y="115"/>
                  <a:pt x="53" y="115"/>
                </a:cubicBezTo>
                <a:cubicBezTo>
                  <a:pt x="46" y="118"/>
                  <a:pt x="38" y="116"/>
                  <a:pt x="35" y="109"/>
                </a:cubicBezTo>
                <a:cubicBezTo>
                  <a:pt x="26" y="89"/>
                  <a:pt x="26" y="89"/>
                  <a:pt x="26" y="89"/>
                </a:cubicBezTo>
                <a:cubicBezTo>
                  <a:pt x="23" y="83"/>
                  <a:pt x="26" y="75"/>
                  <a:pt x="33" y="72"/>
                </a:cubicBezTo>
                <a:cubicBezTo>
                  <a:pt x="71" y="54"/>
                  <a:pt x="71" y="54"/>
                  <a:pt x="71" y="54"/>
                </a:cubicBezTo>
                <a:lnTo>
                  <a:pt x="71" y="31"/>
                </a:ln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71" name="Rectangle 59"/>
          <p:cNvSpPr>
            <a:spLocks noChangeArrowheads="1"/>
          </p:cNvSpPr>
          <p:nvPr/>
        </p:nvSpPr>
        <p:spPr bwMode="auto">
          <a:xfrm>
            <a:off x="9665151" y="2961231"/>
            <a:ext cx="661147"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2" name="Rectangle 60"/>
          <p:cNvSpPr>
            <a:spLocks noChangeArrowheads="1"/>
          </p:cNvSpPr>
          <p:nvPr/>
        </p:nvSpPr>
        <p:spPr bwMode="auto">
          <a:xfrm>
            <a:off x="9691932" y="2894279"/>
            <a:ext cx="607586"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3" name="Rectangle 61"/>
          <p:cNvSpPr>
            <a:spLocks noChangeArrowheads="1"/>
          </p:cNvSpPr>
          <p:nvPr/>
        </p:nvSpPr>
        <p:spPr bwMode="auto">
          <a:xfrm>
            <a:off x="9931283" y="2825655"/>
            <a:ext cx="128883"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4" name="Rectangle 62"/>
          <p:cNvSpPr>
            <a:spLocks noChangeArrowheads="1"/>
          </p:cNvSpPr>
          <p:nvPr/>
        </p:nvSpPr>
        <p:spPr bwMode="auto">
          <a:xfrm>
            <a:off x="9954714" y="2579607"/>
            <a:ext cx="82016" cy="267806"/>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5" name="Rectangle 63"/>
          <p:cNvSpPr>
            <a:spLocks noChangeArrowheads="1"/>
          </p:cNvSpPr>
          <p:nvPr/>
        </p:nvSpPr>
        <p:spPr bwMode="auto">
          <a:xfrm>
            <a:off x="9931283" y="2566218"/>
            <a:ext cx="128883"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6" name="Rectangle 64"/>
          <p:cNvSpPr>
            <a:spLocks noChangeArrowheads="1"/>
          </p:cNvSpPr>
          <p:nvPr/>
        </p:nvSpPr>
        <p:spPr bwMode="auto">
          <a:xfrm>
            <a:off x="10127113" y="2825655"/>
            <a:ext cx="125535"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7" name="Rectangle 65"/>
          <p:cNvSpPr>
            <a:spLocks noChangeArrowheads="1"/>
          </p:cNvSpPr>
          <p:nvPr/>
        </p:nvSpPr>
        <p:spPr bwMode="auto">
          <a:xfrm>
            <a:off x="10148876" y="2579607"/>
            <a:ext cx="80342" cy="267806"/>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8" name="Rectangle 66"/>
          <p:cNvSpPr>
            <a:spLocks noChangeArrowheads="1"/>
          </p:cNvSpPr>
          <p:nvPr/>
        </p:nvSpPr>
        <p:spPr bwMode="auto">
          <a:xfrm>
            <a:off x="10127113" y="2566218"/>
            <a:ext cx="125535"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79" name="Rectangle 67"/>
          <p:cNvSpPr>
            <a:spLocks noChangeArrowheads="1"/>
          </p:cNvSpPr>
          <p:nvPr/>
        </p:nvSpPr>
        <p:spPr bwMode="auto">
          <a:xfrm>
            <a:off x="9738798" y="2825655"/>
            <a:ext cx="128883"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0" name="Rectangle 68"/>
          <p:cNvSpPr>
            <a:spLocks noChangeArrowheads="1"/>
          </p:cNvSpPr>
          <p:nvPr/>
        </p:nvSpPr>
        <p:spPr bwMode="auto">
          <a:xfrm>
            <a:off x="9760555" y="2579607"/>
            <a:ext cx="83690" cy="267806"/>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1" name="Rectangle 69"/>
          <p:cNvSpPr>
            <a:spLocks noChangeArrowheads="1"/>
          </p:cNvSpPr>
          <p:nvPr/>
        </p:nvSpPr>
        <p:spPr bwMode="auto">
          <a:xfrm>
            <a:off x="9738798" y="2566218"/>
            <a:ext cx="128883"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2" name="Rectangle 70"/>
          <p:cNvSpPr>
            <a:spLocks noChangeArrowheads="1"/>
          </p:cNvSpPr>
          <p:nvPr/>
        </p:nvSpPr>
        <p:spPr bwMode="auto">
          <a:xfrm>
            <a:off x="9691932" y="2492571"/>
            <a:ext cx="607586" cy="33475"/>
          </a:xfrm>
          <a:prstGeom prst="rect">
            <a:avLst/>
          </a:prstGeom>
          <a:solidFill>
            <a:srgbClr val="C5C5C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3" name="Freeform 71"/>
          <p:cNvSpPr>
            <a:spLocks/>
          </p:cNvSpPr>
          <p:nvPr/>
        </p:nvSpPr>
        <p:spPr bwMode="auto">
          <a:xfrm>
            <a:off x="9691932" y="2298413"/>
            <a:ext cx="607586" cy="194160"/>
          </a:xfrm>
          <a:custGeom>
            <a:avLst/>
            <a:gdLst>
              <a:gd name="T0" fmla="*/ 181 w 363"/>
              <a:gd name="T1" fmla="*/ 0 h 116"/>
              <a:gd name="T2" fmla="*/ 363 w 363"/>
              <a:gd name="T3" fmla="*/ 116 h 116"/>
              <a:gd name="T4" fmla="*/ 0 w 363"/>
              <a:gd name="T5" fmla="*/ 116 h 116"/>
              <a:gd name="T6" fmla="*/ 181 w 363"/>
              <a:gd name="T7" fmla="*/ 0 h 116"/>
            </a:gdLst>
            <a:ahLst/>
            <a:cxnLst>
              <a:cxn ang="0">
                <a:pos x="T0" y="T1"/>
              </a:cxn>
              <a:cxn ang="0">
                <a:pos x="T2" y="T3"/>
              </a:cxn>
              <a:cxn ang="0">
                <a:pos x="T4" y="T5"/>
              </a:cxn>
              <a:cxn ang="0">
                <a:pos x="T6" y="T7"/>
              </a:cxn>
            </a:cxnLst>
            <a:rect l="0" t="0" r="r" b="b"/>
            <a:pathLst>
              <a:path w="363" h="116">
                <a:moveTo>
                  <a:pt x="181" y="0"/>
                </a:moveTo>
                <a:lnTo>
                  <a:pt x="363" y="116"/>
                </a:lnTo>
                <a:lnTo>
                  <a:pt x="0" y="116"/>
                </a:lnTo>
                <a:lnTo>
                  <a:pt x="181"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4" name="Freeform 72"/>
          <p:cNvSpPr>
            <a:spLocks noEditPoints="1"/>
          </p:cNvSpPr>
          <p:nvPr/>
        </p:nvSpPr>
        <p:spPr bwMode="auto">
          <a:xfrm>
            <a:off x="8021491" y="2474158"/>
            <a:ext cx="843590" cy="550677"/>
          </a:xfrm>
          <a:custGeom>
            <a:avLst/>
            <a:gdLst>
              <a:gd name="T0" fmla="*/ 82 w 367"/>
              <a:gd name="T1" fmla="*/ 27 h 240"/>
              <a:gd name="T2" fmla="*/ 367 w 367"/>
              <a:gd name="T3" fmla="*/ 120 h 240"/>
              <a:gd name="T4" fmla="*/ 82 w 367"/>
              <a:gd name="T5" fmla="*/ 213 h 240"/>
              <a:gd name="T6" fmla="*/ 82 w 367"/>
              <a:gd name="T7" fmla="*/ 177 h 240"/>
              <a:gd name="T8" fmla="*/ 127 w 367"/>
              <a:gd name="T9" fmla="*/ 143 h 240"/>
              <a:gd name="T10" fmla="*/ 127 w 367"/>
              <a:gd name="T11" fmla="*/ 87 h 240"/>
              <a:gd name="T12" fmla="*/ 138 w 367"/>
              <a:gd name="T13" fmla="*/ 87 h 240"/>
              <a:gd name="T14" fmla="*/ 138 w 367"/>
              <a:gd name="T15" fmla="*/ 64 h 240"/>
              <a:gd name="T16" fmla="*/ 127 w 367"/>
              <a:gd name="T17" fmla="*/ 64 h 240"/>
              <a:gd name="T18" fmla="*/ 102 w 367"/>
              <a:gd name="T19" fmla="*/ 64 h 240"/>
              <a:gd name="T20" fmla="*/ 91 w 367"/>
              <a:gd name="T21" fmla="*/ 64 h 240"/>
              <a:gd name="T22" fmla="*/ 91 w 367"/>
              <a:gd name="T23" fmla="*/ 87 h 240"/>
              <a:gd name="T24" fmla="*/ 102 w 367"/>
              <a:gd name="T25" fmla="*/ 87 h 240"/>
              <a:gd name="T26" fmla="*/ 102 w 367"/>
              <a:gd name="T27" fmla="*/ 143 h 240"/>
              <a:gd name="T28" fmla="*/ 82 w 367"/>
              <a:gd name="T29" fmla="*/ 156 h 240"/>
              <a:gd name="T30" fmla="*/ 82 w 367"/>
              <a:gd name="T31" fmla="*/ 27 h 240"/>
              <a:gd name="T32" fmla="*/ 0 w 367"/>
              <a:gd name="T33" fmla="*/ 0 h 240"/>
              <a:gd name="T34" fmla="*/ 82 w 367"/>
              <a:gd name="T35" fmla="*/ 27 h 240"/>
              <a:gd name="T36" fmla="*/ 82 w 367"/>
              <a:gd name="T37" fmla="*/ 156 h 240"/>
              <a:gd name="T38" fmla="*/ 82 w 367"/>
              <a:gd name="T39" fmla="*/ 156 h 240"/>
              <a:gd name="T40" fmla="*/ 62 w 367"/>
              <a:gd name="T41" fmla="*/ 143 h 240"/>
              <a:gd name="T42" fmla="*/ 62 w 367"/>
              <a:gd name="T43" fmla="*/ 87 h 240"/>
              <a:gd name="T44" fmla="*/ 73 w 367"/>
              <a:gd name="T45" fmla="*/ 87 h 240"/>
              <a:gd name="T46" fmla="*/ 73 w 367"/>
              <a:gd name="T47" fmla="*/ 64 h 240"/>
              <a:gd name="T48" fmla="*/ 62 w 367"/>
              <a:gd name="T49" fmla="*/ 64 h 240"/>
              <a:gd name="T50" fmla="*/ 37 w 367"/>
              <a:gd name="T51" fmla="*/ 64 h 240"/>
              <a:gd name="T52" fmla="*/ 26 w 367"/>
              <a:gd name="T53" fmla="*/ 64 h 240"/>
              <a:gd name="T54" fmla="*/ 26 w 367"/>
              <a:gd name="T55" fmla="*/ 87 h 240"/>
              <a:gd name="T56" fmla="*/ 37 w 367"/>
              <a:gd name="T57" fmla="*/ 87 h 240"/>
              <a:gd name="T58" fmla="*/ 37 w 367"/>
              <a:gd name="T59" fmla="*/ 143 h 240"/>
              <a:gd name="T60" fmla="*/ 82 w 367"/>
              <a:gd name="T61" fmla="*/ 177 h 240"/>
              <a:gd name="T62" fmla="*/ 82 w 367"/>
              <a:gd name="T63" fmla="*/ 177 h 240"/>
              <a:gd name="T64" fmla="*/ 82 w 367"/>
              <a:gd name="T65" fmla="*/ 213 h 240"/>
              <a:gd name="T66" fmla="*/ 0 w 367"/>
              <a:gd name="T67" fmla="*/ 240 h 240"/>
              <a:gd name="T68" fmla="*/ 0 w 367"/>
              <a:gd name="T69"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240">
                <a:moveTo>
                  <a:pt x="82" y="27"/>
                </a:moveTo>
                <a:cubicBezTo>
                  <a:pt x="367" y="120"/>
                  <a:pt x="367" y="120"/>
                  <a:pt x="367" y="120"/>
                </a:cubicBezTo>
                <a:cubicBezTo>
                  <a:pt x="82" y="213"/>
                  <a:pt x="82" y="213"/>
                  <a:pt x="82" y="213"/>
                </a:cubicBezTo>
                <a:cubicBezTo>
                  <a:pt x="82" y="177"/>
                  <a:pt x="82" y="177"/>
                  <a:pt x="82" y="177"/>
                </a:cubicBezTo>
                <a:cubicBezTo>
                  <a:pt x="107" y="177"/>
                  <a:pt x="127" y="162"/>
                  <a:pt x="127" y="143"/>
                </a:cubicBezTo>
                <a:cubicBezTo>
                  <a:pt x="127" y="87"/>
                  <a:pt x="127" y="87"/>
                  <a:pt x="127" y="87"/>
                </a:cubicBezTo>
                <a:cubicBezTo>
                  <a:pt x="138" y="87"/>
                  <a:pt x="138" y="87"/>
                  <a:pt x="138" y="87"/>
                </a:cubicBezTo>
                <a:cubicBezTo>
                  <a:pt x="138" y="64"/>
                  <a:pt x="138" y="64"/>
                  <a:pt x="138" y="64"/>
                </a:cubicBezTo>
                <a:cubicBezTo>
                  <a:pt x="127" y="64"/>
                  <a:pt x="127" y="64"/>
                  <a:pt x="127" y="64"/>
                </a:cubicBezTo>
                <a:cubicBezTo>
                  <a:pt x="102" y="64"/>
                  <a:pt x="102" y="64"/>
                  <a:pt x="102" y="64"/>
                </a:cubicBezTo>
                <a:cubicBezTo>
                  <a:pt x="91" y="64"/>
                  <a:pt x="91" y="64"/>
                  <a:pt x="91" y="64"/>
                </a:cubicBezTo>
                <a:cubicBezTo>
                  <a:pt x="91" y="87"/>
                  <a:pt x="91" y="87"/>
                  <a:pt x="91" y="87"/>
                </a:cubicBezTo>
                <a:cubicBezTo>
                  <a:pt x="102" y="87"/>
                  <a:pt x="102" y="87"/>
                  <a:pt x="102" y="87"/>
                </a:cubicBezTo>
                <a:cubicBezTo>
                  <a:pt x="102" y="143"/>
                  <a:pt x="102" y="143"/>
                  <a:pt x="102" y="143"/>
                </a:cubicBezTo>
                <a:cubicBezTo>
                  <a:pt x="102" y="150"/>
                  <a:pt x="93" y="156"/>
                  <a:pt x="82" y="156"/>
                </a:cubicBezTo>
                <a:lnTo>
                  <a:pt x="82" y="27"/>
                </a:lnTo>
                <a:close/>
                <a:moveTo>
                  <a:pt x="0" y="0"/>
                </a:moveTo>
                <a:cubicBezTo>
                  <a:pt x="82" y="27"/>
                  <a:pt x="82" y="27"/>
                  <a:pt x="82" y="27"/>
                </a:cubicBezTo>
                <a:cubicBezTo>
                  <a:pt x="82" y="156"/>
                  <a:pt x="82" y="156"/>
                  <a:pt x="82" y="156"/>
                </a:cubicBezTo>
                <a:cubicBezTo>
                  <a:pt x="82" y="156"/>
                  <a:pt x="82" y="156"/>
                  <a:pt x="82" y="156"/>
                </a:cubicBezTo>
                <a:cubicBezTo>
                  <a:pt x="71" y="156"/>
                  <a:pt x="62" y="150"/>
                  <a:pt x="62" y="143"/>
                </a:cubicBezTo>
                <a:cubicBezTo>
                  <a:pt x="62" y="87"/>
                  <a:pt x="62" y="87"/>
                  <a:pt x="62" y="87"/>
                </a:cubicBezTo>
                <a:cubicBezTo>
                  <a:pt x="73" y="87"/>
                  <a:pt x="73" y="87"/>
                  <a:pt x="73" y="87"/>
                </a:cubicBezTo>
                <a:cubicBezTo>
                  <a:pt x="73" y="64"/>
                  <a:pt x="73" y="64"/>
                  <a:pt x="73" y="64"/>
                </a:cubicBezTo>
                <a:cubicBezTo>
                  <a:pt x="62" y="64"/>
                  <a:pt x="62" y="64"/>
                  <a:pt x="62" y="64"/>
                </a:cubicBezTo>
                <a:cubicBezTo>
                  <a:pt x="37" y="64"/>
                  <a:pt x="37" y="64"/>
                  <a:pt x="37" y="64"/>
                </a:cubicBezTo>
                <a:cubicBezTo>
                  <a:pt x="26" y="64"/>
                  <a:pt x="26" y="64"/>
                  <a:pt x="26" y="64"/>
                </a:cubicBezTo>
                <a:cubicBezTo>
                  <a:pt x="26" y="87"/>
                  <a:pt x="26" y="87"/>
                  <a:pt x="26" y="87"/>
                </a:cubicBezTo>
                <a:cubicBezTo>
                  <a:pt x="37" y="87"/>
                  <a:pt x="37" y="87"/>
                  <a:pt x="37" y="87"/>
                </a:cubicBezTo>
                <a:cubicBezTo>
                  <a:pt x="37" y="143"/>
                  <a:pt x="37" y="143"/>
                  <a:pt x="37" y="143"/>
                </a:cubicBezTo>
                <a:cubicBezTo>
                  <a:pt x="37" y="162"/>
                  <a:pt x="57" y="177"/>
                  <a:pt x="82" y="177"/>
                </a:cubicBezTo>
                <a:cubicBezTo>
                  <a:pt x="82" y="177"/>
                  <a:pt x="82" y="177"/>
                  <a:pt x="82" y="177"/>
                </a:cubicBezTo>
                <a:cubicBezTo>
                  <a:pt x="82" y="213"/>
                  <a:pt x="82" y="213"/>
                  <a:pt x="82" y="213"/>
                </a:cubicBezTo>
                <a:cubicBezTo>
                  <a:pt x="0" y="240"/>
                  <a:pt x="0" y="240"/>
                  <a:pt x="0" y="240"/>
                </a:cubicBezTo>
                <a:lnTo>
                  <a:pt x="0"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5" name="Freeform 73"/>
          <p:cNvSpPr>
            <a:spLocks noEditPoints="1"/>
          </p:cNvSpPr>
          <p:nvPr/>
        </p:nvSpPr>
        <p:spPr bwMode="auto">
          <a:xfrm>
            <a:off x="9882743" y="3078398"/>
            <a:ext cx="197507" cy="344801"/>
          </a:xfrm>
          <a:custGeom>
            <a:avLst/>
            <a:gdLst>
              <a:gd name="T0" fmla="*/ 37 w 86"/>
              <a:gd name="T1" fmla="*/ 128 h 150"/>
              <a:gd name="T2" fmla="*/ 34 w 86"/>
              <a:gd name="T3" fmla="*/ 127 h 150"/>
              <a:gd name="T4" fmla="*/ 34 w 86"/>
              <a:gd name="T5" fmla="*/ 150 h 150"/>
              <a:gd name="T6" fmla="*/ 45 w 86"/>
              <a:gd name="T7" fmla="*/ 142 h 150"/>
              <a:gd name="T8" fmla="*/ 37 w 86"/>
              <a:gd name="T9" fmla="*/ 128 h 150"/>
              <a:gd name="T10" fmla="*/ 34 w 86"/>
              <a:gd name="T11" fmla="*/ 118 h 150"/>
              <a:gd name="T12" fmla="*/ 34 w 86"/>
              <a:gd name="T13" fmla="*/ 51 h 150"/>
              <a:gd name="T14" fmla="*/ 51 w 86"/>
              <a:gd name="T15" fmla="*/ 46 h 150"/>
              <a:gd name="T16" fmla="*/ 61 w 86"/>
              <a:gd name="T17" fmla="*/ 8 h 150"/>
              <a:gd name="T18" fmla="*/ 72 w 86"/>
              <a:gd name="T19" fmla="*/ 1 h 150"/>
              <a:gd name="T20" fmla="*/ 78 w 86"/>
              <a:gd name="T21" fmla="*/ 12 h 150"/>
              <a:gd name="T22" fmla="*/ 69 w 86"/>
              <a:gd name="T23" fmla="*/ 51 h 150"/>
              <a:gd name="T24" fmla="*/ 82 w 86"/>
              <a:gd name="T25" fmla="*/ 84 h 150"/>
              <a:gd name="T26" fmla="*/ 77 w 86"/>
              <a:gd name="T27" fmla="*/ 103 h 150"/>
              <a:gd name="T28" fmla="*/ 77 w 86"/>
              <a:gd name="T29" fmla="*/ 103 h 150"/>
              <a:gd name="T30" fmla="*/ 86 w 86"/>
              <a:gd name="T31" fmla="*/ 117 h 150"/>
              <a:gd name="T32" fmla="*/ 83 w 86"/>
              <a:gd name="T33" fmla="*/ 130 h 150"/>
              <a:gd name="T34" fmla="*/ 34 w 86"/>
              <a:gd name="T35" fmla="*/ 118 h 150"/>
              <a:gd name="T36" fmla="*/ 34 w 86"/>
              <a:gd name="T37" fmla="*/ 127 h 150"/>
              <a:gd name="T38" fmla="*/ 23 w 86"/>
              <a:gd name="T39" fmla="*/ 136 h 150"/>
              <a:gd name="T40" fmla="*/ 31 w 86"/>
              <a:gd name="T41" fmla="*/ 150 h 150"/>
              <a:gd name="T42" fmla="*/ 34 w 86"/>
              <a:gd name="T43" fmla="*/ 150 h 150"/>
              <a:gd name="T44" fmla="*/ 34 w 86"/>
              <a:gd name="T45" fmla="*/ 127 h 150"/>
              <a:gd name="T46" fmla="*/ 34 w 86"/>
              <a:gd name="T47" fmla="*/ 51 h 150"/>
              <a:gd name="T48" fmla="*/ 34 w 86"/>
              <a:gd name="T49" fmla="*/ 118 h 150"/>
              <a:gd name="T50" fmla="*/ 0 w 86"/>
              <a:gd name="T51" fmla="*/ 109 h 150"/>
              <a:gd name="T52" fmla="*/ 3 w 86"/>
              <a:gd name="T53" fmla="*/ 96 h 150"/>
              <a:gd name="T54" fmla="*/ 18 w 86"/>
              <a:gd name="T55" fmla="*/ 88 h 150"/>
              <a:gd name="T56" fmla="*/ 23 w 86"/>
              <a:gd name="T57" fmla="*/ 69 h 150"/>
              <a:gd name="T58" fmla="*/ 34 w 86"/>
              <a:gd name="T59" fmla="*/ 5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6" h="150">
                <a:moveTo>
                  <a:pt x="37" y="128"/>
                </a:moveTo>
                <a:cubicBezTo>
                  <a:pt x="36" y="127"/>
                  <a:pt x="35" y="127"/>
                  <a:pt x="34" y="127"/>
                </a:cubicBezTo>
                <a:cubicBezTo>
                  <a:pt x="34" y="150"/>
                  <a:pt x="34" y="150"/>
                  <a:pt x="34" y="150"/>
                </a:cubicBezTo>
                <a:cubicBezTo>
                  <a:pt x="39" y="150"/>
                  <a:pt x="44" y="147"/>
                  <a:pt x="45" y="142"/>
                </a:cubicBezTo>
                <a:cubicBezTo>
                  <a:pt x="47" y="136"/>
                  <a:pt x="43" y="129"/>
                  <a:pt x="37" y="128"/>
                </a:cubicBezTo>
                <a:close/>
                <a:moveTo>
                  <a:pt x="34" y="118"/>
                </a:moveTo>
                <a:cubicBezTo>
                  <a:pt x="34" y="51"/>
                  <a:pt x="34" y="51"/>
                  <a:pt x="34" y="51"/>
                </a:cubicBezTo>
                <a:cubicBezTo>
                  <a:pt x="39" y="48"/>
                  <a:pt x="45" y="46"/>
                  <a:pt x="51" y="46"/>
                </a:cubicBezTo>
                <a:cubicBezTo>
                  <a:pt x="61" y="8"/>
                  <a:pt x="61" y="8"/>
                  <a:pt x="61" y="8"/>
                </a:cubicBezTo>
                <a:cubicBezTo>
                  <a:pt x="62" y="3"/>
                  <a:pt x="67" y="0"/>
                  <a:pt x="72" y="1"/>
                </a:cubicBezTo>
                <a:cubicBezTo>
                  <a:pt x="77" y="2"/>
                  <a:pt x="80" y="7"/>
                  <a:pt x="78" y="12"/>
                </a:cubicBezTo>
                <a:cubicBezTo>
                  <a:pt x="69" y="51"/>
                  <a:pt x="69" y="51"/>
                  <a:pt x="69" y="51"/>
                </a:cubicBezTo>
                <a:cubicBezTo>
                  <a:pt x="79" y="57"/>
                  <a:pt x="86" y="68"/>
                  <a:pt x="82" y="84"/>
                </a:cubicBezTo>
                <a:cubicBezTo>
                  <a:pt x="82" y="84"/>
                  <a:pt x="79" y="97"/>
                  <a:pt x="77" y="103"/>
                </a:cubicBezTo>
                <a:cubicBezTo>
                  <a:pt x="77" y="103"/>
                  <a:pt x="77" y="103"/>
                  <a:pt x="77" y="103"/>
                </a:cubicBezTo>
                <a:cubicBezTo>
                  <a:pt x="75" y="112"/>
                  <a:pt x="86" y="117"/>
                  <a:pt x="86" y="117"/>
                </a:cubicBezTo>
                <a:cubicBezTo>
                  <a:pt x="83" y="130"/>
                  <a:pt x="83" y="130"/>
                  <a:pt x="83" y="130"/>
                </a:cubicBezTo>
                <a:lnTo>
                  <a:pt x="34" y="118"/>
                </a:lnTo>
                <a:close/>
                <a:moveTo>
                  <a:pt x="34" y="127"/>
                </a:moveTo>
                <a:cubicBezTo>
                  <a:pt x="29" y="127"/>
                  <a:pt x="24" y="131"/>
                  <a:pt x="23" y="136"/>
                </a:cubicBezTo>
                <a:cubicBezTo>
                  <a:pt x="21" y="142"/>
                  <a:pt x="25" y="148"/>
                  <a:pt x="31" y="150"/>
                </a:cubicBezTo>
                <a:cubicBezTo>
                  <a:pt x="32" y="150"/>
                  <a:pt x="33" y="150"/>
                  <a:pt x="34" y="150"/>
                </a:cubicBezTo>
                <a:cubicBezTo>
                  <a:pt x="34" y="127"/>
                  <a:pt x="34" y="127"/>
                  <a:pt x="34" y="127"/>
                </a:cubicBezTo>
                <a:close/>
                <a:moveTo>
                  <a:pt x="34" y="51"/>
                </a:moveTo>
                <a:cubicBezTo>
                  <a:pt x="34" y="118"/>
                  <a:pt x="34" y="118"/>
                  <a:pt x="34" y="118"/>
                </a:cubicBezTo>
                <a:cubicBezTo>
                  <a:pt x="0" y="109"/>
                  <a:pt x="0" y="109"/>
                  <a:pt x="0" y="109"/>
                </a:cubicBezTo>
                <a:cubicBezTo>
                  <a:pt x="3" y="96"/>
                  <a:pt x="3" y="96"/>
                  <a:pt x="3" y="96"/>
                </a:cubicBezTo>
                <a:cubicBezTo>
                  <a:pt x="3" y="96"/>
                  <a:pt x="16" y="97"/>
                  <a:pt x="18" y="88"/>
                </a:cubicBezTo>
                <a:cubicBezTo>
                  <a:pt x="20" y="80"/>
                  <a:pt x="23" y="69"/>
                  <a:pt x="23" y="69"/>
                </a:cubicBezTo>
                <a:cubicBezTo>
                  <a:pt x="25" y="61"/>
                  <a:pt x="29" y="55"/>
                  <a:pt x="34" y="51"/>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86" name="Freeform 74"/>
          <p:cNvSpPr>
            <a:spLocks noEditPoints="1"/>
          </p:cNvSpPr>
          <p:nvPr/>
        </p:nvSpPr>
        <p:spPr bwMode="auto">
          <a:xfrm>
            <a:off x="8158741" y="1896704"/>
            <a:ext cx="396688" cy="485398"/>
          </a:xfrm>
          <a:custGeom>
            <a:avLst/>
            <a:gdLst>
              <a:gd name="T0" fmla="*/ 172 w 172"/>
              <a:gd name="T1" fmla="*/ 9 h 211"/>
              <a:gd name="T2" fmla="*/ 121 w 172"/>
              <a:gd name="T3" fmla="*/ 37 h 211"/>
              <a:gd name="T4" fmla="*/ 143 w 172"/>
              <a:gd name="T5" fmla="*/ 211 h 211"/>
              <a:gd name="T6" fmla="*/ 124 w 172"/>
              <a:gd name="T7" fmla="*/ 165 h 211"/>
              <a:gd name="T8" fmla="*/ 131 w 172"/>
              <a:gd name="T9" fmla="*/ 108 h 211"/>
              <a:gd name="T10" fmla="*/ 121 w 172"/>
              <a:gd name="T11" fmla="*/ 86 h 211"/>
              <a:gd name="T12" fmla="*/ 129 w 172"/>
              <a:gd name="T13" fmla="*/ 146 h 211"/>
              <a:gd name="T14" fmla="*/ 127 w 172"/>
              <a:gd name="T15" fmla="*/ 116 h 211"/>
              <a:gd name="T16" fmla="*/ 121 w 172"/>
              <a:gd name="T17" fmla="*/ 156 h 211"/>
              <a:gd name="T18" fmla="*/ 121 w 172"/>
              <a:gd name="T19" fmla="*/ 9 h 211"/>
              <a:gd name="T20" fmla="*/ 98 w 172"/>
              <a:gd name="T21" fmla="*/ 37 h 211"/>
              <a:gd name="T22" fmla="*/ 110 w 172"/>
              <a:gd name="T23" fmla="*/ 88 h 211"/>
              <a:gd name="T24" fmla="*/ 100 w 172"/>
              <a:gd name="T25" fmla="*/ 81 h 211"/>
              <a:gd name="T26" fmla="*/ 121 w 172"/>
              <a:gd name="T27" fmla="*/ 211 h 211"/>
              <a:gd name="T28" fmla="*/ 101 w 172"/>
              <a:gd name="T29" fmla="*/ 163 h 211"/>
              <a:gd name="T30" fmla="*/ 121 w 172"/>
              <a:gd name="T31" fmla="*/ 211 h 211"/>
              <a:gd name="T32" fmla="*/ 113 w 172"/>
              <a:gd name="T33" fmla="*/ 148 h 211"/>
              <a:gd name="T34" fmla="*/ 121 w 172"/>
              <a:gd name="T35" fmla="*/ 156 h 211"/>
              <a:gd name="T36" fmla="*/ 98 w 172"/>
              <a:gd name="T37" fmla="*/ 0 h 211"/>
              <a:gd name="T38" fmla="*/ 71 w 172"/>
              <a:gd name="T39" fmla="*/ 0 h 211"/>
              <a:gd name="T40" fmla="*/ 98 w 172"/>
              <a:gd name="T41" fmla="*/ 80 h 211"/>
              <a:gd name="T42" fmla="*/ 71 w 172"/>
              <a:gd name="T43" fmla="*/ 37 h 211"/>
              <a:gd name="T44" fmla="*/ 71 w 172"/>
              <a:gd name="T45" fmla="*/ 166 h 211"/>
              <a:gd name="T46" fmla="*/ 98 w 172"/>
              <a:gd name="T47" fmla="*/ 141 h 211"/>
              <a:gd name="T48" fmla="*/ 98 w 172"/>
              <a:gd name="T49" fmla="*/ 160 h 211"/>
              <a:gd name="T50" fmla="*/ 74 w 172"/>
              <a:gd name="T51" fmla="*/ 124 h 211"/>
              <a:gd name="T52" fmla="*/ 71 w 172"/>
              <a:gd name="T53" fmla="*/ 118 h 211"/>
              <a:gd name="T54" fmla="*/ 71 w 172"/>
              <a:gd name="T55" fmla="*/ 98 h 211"/>
              <a:gd name="T56" fmla="*/ 71 w 172"/>
              <a:gd name="T57" fmla="*/ 0 h 211"/>
              <a:gd name="T58" fmla="*/ 60 w 172"/>
              <a:gd name="T59" fmla="*/ 0 h 211"/>
              <a:gd name="T60" fmla="*/ 71 w 172"/>
              <a:gd name="T61" fmla="*/ 88 h 211"/>
              <a:gd name="T62" fmla="*/ 60 w 172"/>
              <a:gd name="T63" fmla="*/ 37 h 211"/>
              <a:gd name="T64" fmla="*/ 60 w 172"/>
              <a:gd name="T65" fmla="*/ 120 h 211"/>
              <a:gd name="T66" fmla="*/ 65 w 172"/>
              <a:gd name="T67" fmla="*/ 166 h 211"/>
              <a:gd name="T68" fmla="*/ 71 w 172"/>
              <a:gd name="T69" fmla="*/ 98 h 211"/>
              <a:gd name="T70" fmla="*/ 71 w 172"/>
              <a:gd name="T71" fmla="*/ 98 h 211"/>
              <a:gd name="T72" fmla="*/ 60 w 172"/>
              <a:gd name="T73" fmla="*/ 9 h 211"/>
              <a:gd name="T74" fmla="*/ 12 w 172"/>
              <a:gd name="T75" fmla="*/ 23 h 211"/>
              <a:gd name="T76" fmla="*/ 60 w 172"/>
              <a:gd name="T77" fmla="*/ 100 h 211"/>
              <a:gd name="T78" fmla="*/ 28 w 172"/>
              <a:gd name="T79" fmla="*/ 118 h 211"/>
              <a:gd name="T80" fmla="*/ 29 w 172"/>
              <a:gd name="T81" fmla="*/ 134 h 211"/>
              <a:gd name="T82" fmla="*/ 34 w 172"/>
              <a:gd name="T83" fmla="*/ 127 h 211"/>
              <a:gd name="T84" fmla="*/ 47 w 172"/>
              <a:gd name="T85" fmla="*/ 120 h 211"/>
              <a:gd name="T86" fmla="*/ 36 w 172"/>
              <a:gd name="T87" fmla="*/ 178 h 211"/>
              <a:gd name="T88" fmla="*/ 45 w 172"/>
              <a:gd name="T89" fmla="*/ 163 h 211"/>
              <a:gd name="T90" fmla="*/ 60 w 172"/>
              <a:gd name="T91" fmla="*/ 211 h 211"/>
              <a:gd name="T92" fmla="*/ 0 w 172"/>
              <a:gd name="T93" fmla="*/ 2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2" h="211">
                <a:moveTo>
                  <a:pt x="121" y="0"/>
                </a:moveTo>
                <a:cubicBezTo>
                  <a:pt x="172" y="0"/>
                  <a:pt x="172" y="0"/>
                  <a:pt x="172" y="0"/>
                </a:cubicBezTo>
                <a:cubicBezTo>
                  <a:pt x="172" y="9"/>
                  <a:pt x="172" y="9"/>
                  <a:pt x="172" y="9"/>
                </a:cubicBezTo>
                <a:cubicBezTo>
                  <a:pt x="121" y="9"/>
                  <a:pt x="121" y="9"/>
                  <a:pt x="121" y="9"/>
                </a:cubicBezTo>
                <a:cubicBezTo>
                  <a:pt x="121" y="0"/>
                  <a:pt x="121" y="0"/>
                  <a:pt x="121" y="0"/>
                </a:cubicBezTo>
                <a:close/>
                <a:moveTo>
                  <a:pt x="121" y="37"/>
                </a:moveTo>
                <a:cubicBezTo>
                  <a:pt x="172" y="37"/>
                  <a:pt x="172" y="37"/>
                  <a:pt x="172" y="37"/>
                </a:cubicBezTo>
                <a:cubicBezTo>
                  <a:pt x="172" y="183"/>
                  <a:pt x="172" y="183"/>
                  <a:pt x="172" y="183"/>
                </a:cubicBezTo>
                <a:cubicBezTo>
                  <a:pt x="172" y="198"/>
                  <a:pt x="159" y="211"/>
                  <a:pt x="143" y="211"/>
                </a:cubicBezTo>
                <a:cubicBezTo>
                  <a:pt x="121" y="211"/>
                  <a:pt x="121" y="211"/>
                  <a:pt x="121" y="211"/>
                </a:cubicBezTo>
                <a:cubicBezTo>
                  <a:pt x="121" y="166"/>
                  <a:pt x="121" y="166"/>
                  <a:pt x="121" y="166"/>
                </a:cubicBezTo>
                <a:cubicBezTo>
                  <a:pt x="122" y="166"/>
                  <a:pt x="123" y="166"/>
                  <a:pt x="124" y="165"/>
                </a:cubicBezTo>
                <a:cubicBezTo>
                  <a:pt x="130" y="163"/>
                  <a:pt x="134" y="159"/>
                  <a:pt x="138" y="153"/>
                </a:cubicBezTo>
                <a:cubicBezTo>
                  <a:pt x="142" y="145"/>
                  <a:pt x="145" y="137"/>
                  <a:pt x="145" y="128"/>
                </a:cubicBezTo>
                <a:cubicBezTo>
                  <a:pt x="145" y="115"/>
                  <a:pt x="140" y="108"/>
                  <a:pt x="131" y="108"/>
                </a:cubicBezTo>
                <a:cubicBezTo>
                  <a:pt x="128" y="108"/>
                  <a:pt x="125" y="109"/>
                  <a:pt x="121" y="111"/>
                </a:cubicBezTo>
                <a:cubicBezTo>
                  <a:pt x="127" y="85"/>
                  <a:pt x="127" y="85"/>
                  <a:pt x="127" y="85"/>
                </a:cubicBezTo>
                <a:cubicBezTo>
                  <a:pt x="121" y="86"/>
                  <a:pt x="121" y="86"/>
                  <a:pt x="121" y="86"/>
                </a:cubicBezTo>
                <a:cubicBezTo>
                  <a:pt x="121" y="37"/>
                  <a:pt x="121" y="37"/>
                  <a:pt x="121" y="37"/>
                </a:cubicBezTo>
                <a:close/>
                <a:moveTo>
                  <a:pt x="121" y="156"/>
                </a:moveTo>
                <a:cubicBezTo>
                  <a:pt x="123" y="155"/>
                  <a:pt x="126" y="152"/>
                  <a:pt x="129" y="146"/>
                </a:cubicBezTo>
                <a:cubicBezTo>
                  <a:pt x="131" y="140"/>
                  <a:pt x="133" y="134"/>
                  <a:pt x="133" y="129"/>
                </a:cubicBezTo>
                <a:cubicBezTo>
                  <a:pt x="133" y="123"/>
                  <a:pt x="132" y="119"/>
                  <a:pt x="129" y="117"/>
                </a:cubicBezTo>
                <a:cubicBezTo>
                  <a:pt x="129" y="117"/>
                  <a:pt x="128" y="116"/>
                  <a:pt x="127" y="116"/>
                </a:cubicBezTo>
                <a:cubicBezTo>
                  <a:pt x="126" y="116"/>
                  <a:pt x="124" y="117"/>
                  <a:pt x="123" y="117"/>
                </a:cubicBezTo>
                <a:cubicBezTo>
                  <a:pt x="122" y="117"/>
                  <a:pt x="121" y="117"/>
                  <a:pt x="121" y="118"/>
                </a:cubicBezTo>
                <a:lnTo>
                  <a:pt x="121" y="156"/>
                </a:lnTo>
                <a:close/>
                <a:moveTo>
                  <a:pt x="98" y="0"/>
                </a:moveTo>
                <a:cubicBezTo>
                  <a:pt x="121" y="0"/>
                  <a:pt x="121" y="0"/>
                  <a:pt x="121" y="0"/>
                </a:cubicBezTo>
                <a:cubicBezTo>
                  <a:pt x="121" y="9"/>
                  <a:pt x="121" y="9"/>
                  <a:pt x="121" y="9"/>
                </a:cubicBezTo>
                <a:cubicBezTo>
                  <a:pt x="98" y="9"/>
                  <a:pt x="98" y="9"/>
                  <a:pt x="98" y="9"/>
                </a:cubicBezTo>
                <a:cubicBezTo>
                  <a:pt x="98" y="0"/>
                  <a:pt x="98" y="0"/>
                  <a:pt x="98" y="0"/>
                </a:cubicBezTo>
                <a:close/>
                <a:moveTo>
                  <a:pt x="98" y="37"/>
                </a:moveTo>
                <a:cubicBezTo>
                  <a:pt x="121" y="37"/>
                  <a:pt x="121" y="37"/>
                  <a:pt x="121" y="37"/>
                </a:cubicBezTo>
                <a:cubicBezTo>
                  <a:pt x="121" y="86"/>
                  <a:pt x="121" y="86"/>
                  <a:pt x="121" y="86"/>
                </a:cubicBezTo>
                <a:cubicBezTo>
                  <a:pt x="110" y="88"/>
                  <a:pt x="110" y="88"/>
                  <a:pt x="110" y="88"/>
                </a:cubicBezTo>
                <a:cubicBezTo>
                  <a:pt x="98" y="141"/>
                  <a:pt x="98" y="141"/>
                  <a:pt x="98" y="141"/>
                </a:cubicBezTo>
                <a:cubicBezTo>
                  <a:pt x="98" y="90"/>
                  <a:pt x="98" y="90"/>
                  <a:pt x="98" y="90"/>
                </a:cubicBezTo>
                <a:cubicBezTo>
                  <a:pt x="100" y="81"/>
                  <a:pt x="100" y="81"/>
                  <a:pt x="100" y="81"/>
                </a:cubicBezTo>
                <a:cubicBezTo>
                  <a:pt x="100" y="81"/>
                  <a:pt x="99" y="81"/>
                  <a:pt x="98" y="80"/>
                </a:cubicBezTo>
                <a:cubicBezTo>
                  <a:pt x="98" y="37"/>
                  <a:pt x="98" y="37"/>
                  <a:pt x="98" y="37"/>
                </a:cubicBezTo>
                <a:close/>
                <a:moveTo>
                  <a:pt x="121" y="211"/>
                </a:moveTo>
                <a:cubicBezTo>
                  <a:pt x="98" y="211"/>
                  <a:pt x="98" y="211"/>
                  <a:pt x="98" y="211"/>
                </a:cubicBezTo>
                <a:cubicBezTo>
                  <a:pt x="98" y="160"/>
                  <a:pt x="98" y="160"/>
                  <a:pt x="98" y="160"/>
                </a:cubicBezTo>
                <a:cubicBezTo>
                  <a:pt x="99" y="161"/>
                  <a:pt x="100" y="162"/>
                  <a:pt x="101" y="163"/>
                </a:cubicBezTo>
                <a:cubicBezTo>
                  <a:pt x="103" y="166"/>
                  <a:pt x="107" y="167"/>
                  <a:pt x="112" y="167"/>
                </a:cubicBezTo>
                <a:cubicBezTo>
                  <a:pt x="115" y="167"/>
                  <a:pt x="118" y="167"/>
                  <a:pt x="121" y="166"/>
                </a:cubicBezTo>
                <a:cubicBezTo>
                  <a:pt x="121" y="211"/>
                  <a:pt x="121" y="211"/>
                  <a:pt x="121" y="211"/>
                </a:cubicBezTo>
                <a:close/>
                <a:moveTo>
                  <a:pt x="121" y="118"/>
                </a:moveTo>
                <a:cubicBezTo>
                  <a:pt x="120" y="118"/>
                  <a:pt x="120" y="118"/>
                  <a:pt x="120" y="119"/>
                </a:cubicBezTo>
                <a:cubicBezTo>
                  <a:pt x="113" y="148"/>
                  <a:pt x="113" y="148"/>
                  <a:pt x="113" y="148"/>
                </a:cubicBezTo>
                <a:cubicBezTo>
                  <a:pt x="113" y="149"/>
                  <a:pt x="113" y="150"/>
                  <a:pt x="113" y="151"/>
                </a:cubicBezTo>
                <a:cubicBezTo>
                  <a:pt x="113" y="154"/>
                  <a:pt x="115" y="156"/>
                  <a:pt x="119" y="156"/>
                </a:cubicBezTo>
                <a:cubicBezTo>
                  <a:pt x="120" y="156"/>
                  <a:pt x="120" y="156"/>
                  <a:pt x="121" y="156"/>
                </a:cubicBezTo>
                <a:lnTo>
                  <a:pt x="121" y="118"/>
                </a:lnTo>
                <a:close/>
                <a:moveTo>
                  <a:pt x="71" y="0"/>
                </a:moveTo>
                <a:cubicBezTo>
                  <a:pt x="98" y="0"/>
                  <a:pt x="98" y="0"/>
                  <a:pt x="98" y="0"/>
                </a:cubicBezTo>
                <a:cubicBezTo>
                  <a:pt x="98" y="9"/>
                  <a:pt x="98" y="9"/>
                  <a:pt x="98" y="9"/>
                </a:cubicBezTo>
                <a:cubicBezTo>
                  <a:pt x="71" y="9"/>
                  <a:pt x="71" y="9"/>
                  <a:pt x="71" y="9"/>
                </a:cubicBezTo>
                <a:cubicBezTo>
                  <a:pt x="71" y="0"/>
                  <a:pt x="71" y="0"/>
                  <a:pt x="71" y="0"/>
                </a:cubicBezTo>
                <a:close/>
                <a:moveTo>
                  <a:pt x="71" y="37"/>
                </a:moveTo>
                <a:cubicBezTo>
                  <a:pt x="98" y="37"/>
                  <a:pt x="98" y="37"/>
                  <a:pt x="98" y="37"/>
                </a:cubicBezTo>
                <a:cubicBezTo>
                  <a:pt x="98" y="80"/>
                  <a:pt x="98" y="80"/>
                  <a:pt x="98" y="80"/>
                </a:cubicBezTo>
                <a:cubicBezTo>
                  <a:pt x="96" y="80"/>
                  <a:pt x="94" y="80"/>
                  <a:pt x="91" y="80"/>
                </a:cubicBezTo>
                <a:cubicBezTo>
                  <a:pt x="85" y="80"/>
                  <a:pt x="78" y="83"/>
                  <a:pt x="71" y="88"/>
                </a:cubicBezTo>
                <a:cubicBezTo>
                  <a:pt x="71" y="37"/>
                  <a:pt x="71" y="37"/>
                  <a:pt x="71" y="37"/>
                </a:cubicBezTo>
                <a:close/>
                <a:moveTo>
                  <a:pt x="98" y="211"/>
                </a:moveTo>
                <a:cubicBezTo>
                  <a:pt x="71" y="211"/>
                  <a:pt x="71" y="211"/>
                  <a:pt x="71" y="211"/>
                </a:cubicBezTo>
                <a:cubicBezTo>
                  <a:pt x="71" y="166"/>
                  <a:pt x="71" y="166"/>
                  <a:pt x="71" y="166"/>
                </a:cubicBezTo>
                <a:cubicBezTo>
                  <a:pt x="82" y="166"/>
                  <a:pt x="82" y="166"/>
                  <a:pt x="82" y="166"/>
                </a:cubicBezTo>
                <a:cubicBezTo>
                  <a:pt x="98" y="90"/>
                  <a:pt x="98" y="90"/>
                  <a:pt x="98" y="90"/>
                </a:cubicBezTo>
                <a:cubicBezTo>
                  <a:pt x="98" y="141"/>
                  <a:pt x="98" y="141"/>
                  <a:pt x="98" y="141"/>
                </a:cubicBezTo>
                <a:cubicBezTo>
                  <a:pt x="97" y="146"/>
                  <a:pt x="97" y="146"/>
                  <a:pt x="97" y="146"/>
                </a:cubicBezTo>
                <a:cubicBezTo>
                  <a:pt x="97" y="148"/>
                  <a:pt x="97" y="150"/>
                  <a:pt x="97" y="152"/>
                </a:cubicBezTo>
                <a:cubicBezTo>
                  <a:pt x="97" y="155"/>
                  <a:pt x="97" y="158"/>
                  <a:pt x="98" y="160"/>
                </a:cubicBezTo>
                <a:cubicBezTo>
                  <a:pt x="98" y="211"/>
                  <a:pt x="98" y="211"/>
                  <a:pt x="98" y="211"/>
                </a:cubicBezTo>
                <a:close/>
                <a:moveTo>
                  <a:pt x="71" y="137"/>
                </a:moveTo>
                <a:cubicBezTo>
                  <a:pt x="74" y="124"/>
                  <a:pt x="74" y="124"/>
                  <a:pt x="74" y="124"/>
                </a:cubicBezTo>
                <a:cubicBezTo>
                  <a:pt x="73" y="124"/>
                  <a:pt x="72" y="124"/>
                  <a:pt x="71" y="123"/>
                </a:cubicBezTo>
                <a:cubicBezTo>
                  <a:pt x="71" y="137"/>
                  <a:pt x="71" y="137"/>
                  <a:pt x="71" y="137"/>
                </a:cubicBezTo>
                <a:close/>
                <a:moveTo>
                  <a:pt x="71" y="118"/>
                </a:moveTo>
                <a:cubicBezTo>
                  <a:pt x="73" y="118"/>
                  <a:pt x="74" y="119"/>
                  <a:pt x="75" y="119"/>
                </a:cubicBezTo>
                <a:cubicBezTo>
                  <a:pt x="82" y="88"/>
                  <a:pt x="82" y="88"/>
                  <a:pt x="82" y="88"/>
                </a:cubicBezTo>
                <a:cubicBezTo>
                  <a:pt x="79" y="90"/>
                  <a:pt x="75" y="93"/>
                  <a:pt x="71" y="98"/>
                </a:cubicBezTo>
                <a:lnTo>
                  <a:pt x="71" y="118"/>
                </a:lnTo>
                <a:close/>
                <a:moveTo>
                  <a:pt x="60" y="0"/>
                </a:moveTo>
                <a:cubicBezTo>
                  <a:pt x="71" y="0"/>
                  <a:pt x="71" y="0"/>
                  <a:pt x="71" y="0"/>
                </a:cubicBezTo>
                <a:cubicBezTo>
                  <a:pt x="71" y="9"/>
                  <a:pt x="71" y="9"/>
                  <a:pt x="71" y="9"/>
                </a:cubicBezTo>
                <a:cubicBezTo>
                  <a:pt x="60" y="9"/>
                  <a:pt x="60" y="9"/>
                  <a:pt x="60" y="9"/>
                </a:cubicBezTo>
                <a:cubicBezTo>
                  <a:pt x="60" y="0"/>
                  <a:pt x="60" y="0"/>
                  <a:pt x="60" y="0"/>
                </a:cubicBezTo>
                <a:close/>
                <a:moveTo>
                  <a:pt x="60" y="37"/>
                </a:moveTo>
                <a:cubicBezTo>
                  <a:pt x="71" y="37"/>
                  <a:pt x="71" y="37"/>
                  <a:pt x="71" y="37"/>
                </a:cubicBezTo>
                <a:cubicBezTo>
                  <a:pt x="71" y="88"/>
                  <a:pt x="71" y="88"/>
                  <a:pt x="71" y="88"/>
                </a:cubicBezTo>
                <a:cubicBezTo>
                  <a:pt x="71" y="89"/>
                  <a:pt x="71" y="89"/>
                  <a:pt x="71" y="89"/>
                </a:cubicBezTo>
                <a:cubicBezTo>
                  <a:pt x="67" y="92"/>
                  <a:pt x="64" y="96"/>
                  <a:pt x="60" y="100"/>
                </a:cubicBezTo>
                <a:cubicBezTo>
                  <a:pt x="60" y="37"/>
                  <a:pt x="60" y="37"/>
                  <a:pt x="60" y="37"/>
                </a:cubicBezTo>
                <a:close/>
                <a:moveTo>
                  <a:pt x="71" y="211"/>
                </a:moveTo>
                <a:cubicBezTo>
                  <a:pt x="60" y="211"/>
                  <a:pt x="60" y="211"/>
                  <a:pt x="60" y="211"/>
                </a:cubicBezTo>
                <a:cubicBezTo>
                  <a:pt x="60" y="120"/>
                  <a:pt x="60" y="120"/>
                  <a:pt x="60" y="120"/>
                </a:cubicBezTo>
                <a:cubicBezTo>
                  <a:pt x="64" y="121"/>
                  <a:pt x="68" y="122"/>
                  <a:pt x="71" y="123"/>
                </a:cubicBezTo>
                <a:cubicBezTo>
                  <a:pt x="71" y="137"/>
                  <a:pt x="71" y="137"/>
                  <a:pt x="71" y="137"/>
                </a:cubicBezTo>
                <a:cubicBezTo>
                  <a:pt x="65" y="166"/>
                  <a:pt x="65" y="166"/>
                  <a:pt x="65" y="166"/>
                </a:cubicBezTo>
                <a:cubicBezTo>
                  <a:pt x="71" y="166"/>
                  <a:pt x="71" y="166"/>
                  <a:pt x="71" y="166"/>
                </a:cubicBezTo>
                <a:cubicBezTo>
                  <a:pt x="71" y="211"/>
                  <a:pt x="71" y="211"/>
                  <a:pt x="71" y="211"/>
                </a:cubicBezTo>
                <a:close/>
                <a:moveTo>
                  <a:pt x="71" y="98"/>
                </a:moveTo>
                <a:cubicBezTo>
                  <a:pt x="68" y="102"/>
                  <a:pt x="65" y="108"/>
                  <a:pt x="61" y="115"/>
                </a:cubicBezTo>
                <a:cubicBezTo>
                  <a:pt x="65" y="116"/>
                  <a:pt x="68" y="117"/>
                  <a:pt x="71" y="118"/>
                </a:cubicBezTo>
                <a:lnTo>
                  <a:pt x="71" y="98"/>
                </a:lnTo>
                <a:close/>
                <a:moveTo>
                  <a:pt x="29" y="0"/>
                </a:moveTo>
                <a:cubicBezTo>
                  <a:pt x="60" y="0"/>
                  <a:pt x="60" y="0"/>
                  <a:pt x="60" y="0"/>
                </a:cubicBezTo>
                <a:cubicBezTo>
                  <a:pt x="60" y="9"/>
                  <a:pt x="60" y="9"/>
                  <a:pt x="60" y="9"/>
                </a:cubicBezTo>
                <a:cubicBezTo>
                  <a:pt x="26" y="9"/>
                  <a:pt x="26" y="9"/>
                  <a:pt x="26" y="9"/>
                </a:cubicBezTo>
                <a:cubicBezTo>
                  <a:pt x="18" y="9"/>
                  <a:pt x="12" y="15"/>
                  <a:pt x="12" y="23"/>
                </a:cubicBezTo>
                <a:cubicBezTo>
                  <a:pt x="12" y="23"/>
                  <a:pt x="12" y="23"/>
                  <a:pt x="12" y="23"/>
                </a:cubicBezTo>
                <a:cubicBezTo>
                  <a:pt x="12" y="30"/>
                  <a:pt x="18" y="37"/>
                  <a:pt x="26" y="37"/>
                </a:cubicBezTo>
                <a:cubicBezTo>
                  <a:pt x="60" y="37"/>
                  <a:pt x="60" y="37"/>
                  <a:pt x="60" y="37"/>
                </a:cubicBezTo>
                <a:cubicBezTo>
                  <a:pt x="60" y="100"/>
                  <a:pt x="60" y="100"/>
                  <a:pt x="60" y="100"/>
                </a:cubicBezTo>
                <a:cubicBezTo>
                  <a:pt x="57" y="104"/>
                  <a:pt x="54" y="109"/>
                  <a:pt x="51" y="114"/>
                </a:cubicBezTo>
                <a:cubicBezTo>
                  <a:pt x="48" y="114"/>
                  <a:pt x="46" y="113"/>
                  <a:pt x="45" y="113"/>
                </a:cubicBezTo>
                <a:cubicBezTo>
                  <a:pt x="38" y="113"/>
                  <a:pt x="32" y="115"/>
                  <a:pt x="28" y="118"/>
                </a:cubicBezTo>
                <a:cubicBezTo>
                  <a:pt x="23" y="120"/>
                  <a:pt x="21" y="124"/>
                  <a:pt x="21" y="128"/>
                </a:cubicBezTo>
                <a:cubicBezTo>
                  <a:pt x="21" y="130"/>
                  <a:pt x="22" y="131"/>
                  <a:pt x="23" y="133"/>
                </a:cubicBezTo>
                <a:cubicBezTo>
                  <a:pt x="24" y="134"/>
                  <a:pt x="26" y="134"/>
                  <a:pt x="29" y="134"/>
                </a:cubicBezTo>
                <a:cubicBezTo>
                  <a:pt x="30" y="134"/>
                  <a:pt x="31" y="134"/>
                  <a:pt x="33" y="133"/>
                </a:cubicBezTo>
                <a:cubicBezTo>
                  <a:pt x="34" y="132"/>
                  <a:pt x="35" y="131"/>
                  <a:pt x="35" y="130"/>
                </a:cubicBezTo>
                <a:cubicBezTo>
                  <a:pt x="35" y="129"/>
                  <a:pt x="34" y="128"/>
                  <a:pt x="34" y="127"/>
                </a:cubicBezTo>
                <a:cubicBezTo>
                  <a:pt x="34" y="127"/>
                  <a:pt x="33" y="126"/>
                  <a:pt x="33" y="126"/>
                </a:cubicBezTo>
                <a:cubicBezTo>
                  <a:pt x="34" y="124"/>
                  <a:pt x="35" y="123"/>
                  <a:pt x="38" y="122"/>
                </a:cubicBezTo>
                <a:cubicBezTo>
                  <a:pt x="40" y="121"/>
                  <a:pt x="43" y="120"/>
                  <a:pt x="47" y="120"/>
                </a:cubicBezTo>
                <a:cubicBezTo>
                  <a:pt x="44" y="125"/>
                  <a:pt x="42" y="129"/>
                  <a:pt x="40" y="134"/>
                </a:cubicBezTo>
                <a:cubicBezTo>
                  <a:pt x="33" y="148"/>
                  <a:pt x="30" y="159"/>
                  <a:pt x="30" y="167"/>
                </a:cubicBezTo>
                <a:cubicBezTo>
                  <a:pt x="30" y="173"/>
                  <a:pt x="32" y="176"/>
                  <a:pt x="36" y="178"/>
                </a:cubicBezTo>
                <a:cubicBezTo>
                  <a:pt x="37" y="179"/>
                  <a:pt x="41" y="180"/>
                  <a:pt x="45" y="180"/>
                </a:cubicBezTo>
                <a:cubicBezTo>
                  <a:pt x="44" y="178"/>
                  <a:pt x="44" y="176"/>
                  <a:pt x="44" y="173"/>
                </a:cubicBezTo>
                <a:cubicBezTo>
                  <a:pt x="44" y="170"/>
                  <a:pt x="44" y="167"/>
                  <a:pt x="45" y="163"/>
                </a:cubicBezTo>
                <a:cubicBezTo>
                  <a:pt x="47" y="150"/>
                  <a:pt x="52" y="136"/>
                  <a:pt x="59" y="120"/>
                </a:cubicBezTo>
                <a:cubicBezTo>
                  <a:pt x="59" y="120"/>
                  <a:pt x="60" y="120"/>
                  <a:pt x="60" y="120"/>
                </a:cubicBezTo>
                <a:cubicBezTo>
                  <a:pt x="60" y="211"/>
                  <a:pt x="60" y="211"/>
                  <a:pt x="60" y="211"/>
                </a:cubicBezTo>
                <a:cubicBezTo>
                  <a:pt x="29" y="211"/>
                  <a:pt x="29" y="211"/>
                  <a:pt x="29" y="211"/>
                </a:cubicBezTo>
                <a:cubicBezTo>
                  <a:pt x="13" y="211"/>
                  <a:pt x="0" y="198"/>
                  <a:pt x="0" y="183"/>
                </a:cubicBezTo>
                <a:cubicBezTo>
                  <a:pt x="0" y="29"/>
                  <a:pt x="0" y="29"/>
                  <a:pt x="0" y="29"/>
                </a:cubicBezTo>
                <a:cubicBezTo>
                  <a:pt x="0" y="13"/>
                  <a:pt x="13" y="0"/>
                  <a:pt x="29" y="0"/>
                </a:cubicBez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87" name="Freeform 75"/>
          <p:cNvSpPr>
            <a:spLocks noEditPoints="1"/>
          </p:cNvSpPr>
          <p:nvPr/>
        </p:nvSpPr>
        <p:spPr bwMode="auto">
          <a:xfrm>
            <a:off x="8921990" y="2407208"/>
            <a:ext cx="600890" cy="602563"/>
          </a:xfrm>
          <a:custGeom>
            <a:avLst/>
            <a:gdLst>
              <a:gd name="T0" fmla="*/ 249 w 261"/>
              <a:gd name="T1" fmla="*/ 220 h 262"/>
              <a:gd name="T2" fmla="*/ 261 w 261"/>
              <a:gd name="T3" fmla="*/ 70 h 262"/>
              <a:gd name="T4" fmla="*/ 249 w 261"/>
              <a:gd name="T5" fmla="*/ 70 h 262"/>
              <a:gd name="T6" fmla="*/ 249 w 261"/>
              <a:gd name="T7" fmla="*/ 154 h 262"/>
              <a:gd name="T8" fmla="*/ 227 w 261"/>
              <a:gd name="T9" fmla="*/ 180 h 262"/>
              <a:gd name="T10" fmla="*/ 209 w 261"/>
              <a:gd name="T11" fmla="*/ 262 h 262"/>
              <a:gd name="T12" fmla="*/ 209 w 261"/>
              <a:gd name="T13" fmla="*/ 262 h 262"/>
              <a:gd name="T14" fmla="*/ 209 w 261"/>
              <a:gd name="T15" fmla="*/ 15 h 262"/>
              <a:gd name="T16" fmla="*/ 203 w 261"/>
              <a:gd name="T17" fmla="*/ 28 h 262"/>
              <a:gd name="T18" fmla="*/ 209 w 261"/>
              <a:gd name="T19" fmla="*/ 50 h 262"/>
              <a:gd name="T20" fmla="*/ 201 w 261"/>
              <a:gd name="T21" fmla="*/ 120 h 262"/>
              <a:gd name="T22" fmla="*/ 209 w 261"/>
              <a:gd name="T23" fmla="*/ 197 h 262"/>
              <a:gd name="T24" fmla="*/ 209 w 261"/>
              <a:gd name="T25" fmla="*/ 197 h 262"/>
              <a:gd name="T26" fmla="*/ 195 w 261"/>
              <a:gd name="T27" fmla="*/ 232 h 262"/>
              <a:gd name="T28" fmla="*/ 168 w 261"/>
              <a:gd name="T29" fmla="*/ 36 h 262"/>
              <a:gd name="T30" fmla="*/ 195 w 261"/>
              <a:gd name="T31" fmla="*/ 20 h 262"/>
              <a:gd name="T32" fmla="*/ 195 w 261"/>
              <a:gd name="T33" fmla="*/ 50 h 262"/>
              <a:gd name="T34" fmla="*/ 195 w 261"/>
              <a:gd name="T35" fmla="*/ 120 h 262"/>
              <a:gd name="T36" fmla="*/ 168 w 261"/>
              <a:gd name="T37" fmla="*/ 220 h 262"/>
              <a:gd name="T38" fmla="*/ 192 w 261"/>
              <a:gd name="T39" fmla="*/ 249 h 262"/>
              <a:gd name="T40" fmla="*/ 168 w 261"/>
              <a:gd name="T41" fmla="*/ 21 h 262"/>
              <a:gd name="T42" fmla="*/ 168 w 261"/>
              <a:gd name="T43" fmla="*/ 44 h 262"/>
              <a:gd name="T44" fmla="*/ 135 w 261"/>
              <a:gd name="T45" fmla="*/ 120 h 262"/>
              <a:gd name="T46" fmla="*/ 167 w 261"/>
              <a:gd name="T47" fmla="*/ 198 h 262"/>
              <a:gd name="T48" fmla="*/ 167 w 261"/>
              <a:gd name="T49" fmla="*/ 167 h 262"/>
              <a:gd name="T50" fmla="*/ 130 w 261"/>
              <a:gd name="T51" fmla="*/ 147 h 262"/>
              <a:gd name="T52" fmla="*/ 93 w 261"/>
              <a:gd name="T53" fmla="*/ 44 h 262"/>
              <a:gd name="T54" fmla="*/ 130 w 261"/>
              <a:gd name="T55" fmla="*/ 0 h 262"/>
              <a:gd name="T56" fmla="*/ 126 w 261"/>
              <a:gd name="T57" fmla="*/ 120 h 262"/>
              <a:gd name="T58" fmla="*/ 130 w 261"/>
              <a:gd name="T59" fmla="*/ 159 h 262"/>
              <a:gd name="T60" fmla="*/ 130 w 261"/>
              <a:gd name="T61" fmla="*/ 179 h 262"/>
              <a:gd name="T62" fmla="*/ 130 w 261"/>
              <a:gd name="T63" fmla="*/ 198 h 262"/>
              <a:gd name="T64" fmla="*/ 93 w 261"/>
              <a:gd name="T65" fmla="*/ 3 h 262"/>
              <a:gd name="T66" fmla="*/ 93 w 261"/>
              <a:gd name="T67" fmla="*/ 36 h 262"/>
              <a:gd name="T68" fmla="*/ 67 w 261"/>
              <a:gd name="T69" fmla="*/ 20 h 262"/>
              <a:gd name="T70" fmla="*/ 67 w 261"/>
              <a:gd name="T71" fmla="*/ 70 h 262"/>
              <a:gd name="T72" fmla="*/ 92 w 261"/>
              <a:gd name="T73" fmla="*/ 147 h 262"/>
              <a:gd name="T74" fmla="*/ 92 w 261"/>
              <a:gd name="T75" fmla="*/ 179 h 262"/>
              <a:gd name="T76" fmla="*/ 93 w 261"/>
              <a:gd name="T77" fmla="*/ 198 h 262"/>
              <a:gd name="T78" fmla="*/ 67 w 261"/>
              <a:gd name="T79" fmla="*/ 171 h 262"/>
              <a:gd name="T80" fmla="*/ 69 w 261"/>
              <a:gd name="T81" fmla="*/ 232 h 262"/>
              <a:gd name="T82" fmla="*/ 58 w 261"/>
              <a:gd name="T83" fmla="*/ 28 h 262"/>
              <a:gd name="T84" fmla="*/ 67 w 261"/>
              <a:gd name="T85" fmla="*/ 9 h 262"/>
              <a:gd name="T86" fmla="*/ 67 w 261"/>
              <a:gd name="T87" fmla="*/ 120 h 262"/>
              <a:gd name="T88" fmla="*/ 67 w 261"/>
              <a:gd name="T89" fmla="*/ 188 h 262"/>
              <a:gd name="T90" fmla="*/ 67 w 261"/>
              <a:gd name="T91" fmla="*/ 232 h 262"/>
              <a:gd name="T92" fmla="*/ 67 w 261"/>
              <a:gd name="T93" fmla="*/ 232 h 262"/>
              <a:gd name="T94" fmla="*/ 52 w 261"/>
              <a:gd name="T95" fmla="*/ 50 h 262"/>
              <a:gd name="T96" fmla="*/ 12 w 261"/>
              <a:gd name="T97" fmla="*/ 220 h 262"/>
              <a:gd name="T98" fmla="*/ 52 w 261"/>
              <a:gd name="T99" fmla="*/ 232 h 262"/>
              <a:gd name="T100" fmla="*/ 52 w 261"/>
              <a:gd name="T101" fmla="*/ 232 h 262"/>
              <a:gd name="T102" fmla="*/ 12 w 261"/>
              <a:gd name="T103" fmla="*/ 114 h 262"/>
              <a:gd name="T104" fmla="*/ 0 w 261"/>
              <a:gd name="T105" fmla="*/ 104 h 262"/>
              <a:gd name="T106" fmla="*/ 12 w 261"/>
              <a:gd name="T107" fmla="*/ 15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1" h="262">
                <a:moveTo>
                  <a:pt x="249" y="220"/>
                </a:moveTo>
                <a:cubicBezTo>
                  <a:pt x="249" y="154"/>
                  <a:pt x="249" y="154"/>
                  <a:pt x="249" y="154"/>
                </a:cubicBezTo>
                <a:cubicBezTo>
                  <a:pt x="251" y="157"/>
                  <a:pt x="252" y="160"/>
                  <a:pt x="252" y="164"/>
                </a:cubicBezTo>
                <a:cubicBezTo>
                  <a:pt x="252" y="220"/>
                  <a:pt x="252" y="220"/>
                  <a:pt x="252" y="220"/>
                </a:cubicBezTo>
                <a:cubicBezTo>
                  <a:pt x="249" y="220"/>
                  <a:pt x="249" y="220"/>
                  <a:pt x="249" y="220"/>
                </a:cubicBezTo>
                <a:close/>
                <a:moveTo>
                  <a:pt x="249" y="114"/>
                </a:moveTo>
                <a:cubicBezTo>
                  <a:pt x="249" y="70"/>
                  <a:pt x="249" y="70"/>
                  <a:pt x="249" y="70"/>
                </a:cubicBezTo>
                <a:cubicBezTo>
                  <a:pt x="250" y="70"/>
                  <a:pt x="250" y="70"/>
                  <a:pt x="250" y="69"/>
                </a:cubicBezTo>
                <a:cubicBezTo>
                  <a:pt x="257" y="67"/>
                  <a:pt x="257" y="67"/>
                  <a:pt x="257" y="67"/>
                </a:cubicBezTo>
                <a:cubicBezTo>
                  <a:pt x="259" y="66"/>
                  <a:pt x="261" y="67"/>
                  <a:pt x="261" y="70"/>
                </a:cubicBezTo>
                <a:cubicBezTo>
                  <a:pt x="261" y="104"/>
                  <a:pt x="261" y="104"/>
                  <a:pt x="261" y="104"/>
                </a:cubicBezTo>
                <a:cubicBezTo>
                  <a:pt x="261" y="107"/>
                  <a:pt x="259" y="110"/>
                  <a:pt x="257" y="111"/>
                </a:cubicBezTo>
                <a:cubicBezTo>
                  <a:pt x="250" y="113"/>
                  <a:pt x="250" y="113"/>
                  <a:pt x="250" y="113"/>
                </a:cubicBezTo>
                <a:cubicBezTo>
                  <a:pt x="250" y="114"/>
                  <a:pt x="250" y="114"/>
                  <a:pt x="249" y="114"/>
                </a:cubicBezTo>
                <a:close/>
                <a:moveTo>
                  <a:pt x="249" y="70"/>
                </a:moveTo>
                <a:cubicBezTo>
                  <a:pt x="249" y="114"/>
                  <a:pt x="249" y="114"/>
                  <a:pt x="249" y="114"/>
                </a:cubicBezTo>
                <a:cubicBezTo>
                  <a:pt x="248" y="114"/>
                  <a:pt x="246" y="112"/>
                  <a:pt x="246" y="110"/>
                </a:cubicBezTo>
                <a:cubicBezTo>
                  <a:pt x="246" y="76"/>
                  <a:pt x="246" y="76"/>
                  <a:pt x="246" y="76"/>
                </a:cubicBezTo>
                <a:cubicBezTo>
                  <a:pt x="246" y="74"/>
                  <a:pt x="248" y="71"/>
                  <a:pt x="249" y="70"/>
                </a:cubicBezTo>
                <a:close/>
                <a:moveTo>
                  <a:pt x="249" y="154"/>
                </a:moveTo>
                <a:cubicBezTo>
                  <a:pt x="246" y="150"/>
                  <a:pt x="241" y="146"/>
                  <a:pt x="235" y="146"/>
                </a:cubicBezTo>
                <a:cubicBezTo>
                  <a:pt x="235" y="50"/>
                  <a:pt x="235" y="50"/>
                  <a:pt x="235" y="50"/>
                </a:cubicBezTo>
                <a:cubicBezTo>
                  <a:pt x="209" y="50"/>
                  <a:pt x="209" y="50"/>
                  <a:pt x="209" y="50"/>
                </a:cubicBezTo>
                <a:cubicBezTo>
                  <a:pt x="209" y="162"/>
                  <a:pt x="209" y="162"/>
                  <a:pt x="209" y="162"/>
                </a:cubicBezTo>
                <a:cubicBezTo>
                  <a:pt x="219" y="162"/>
                  <a:pt x="227" y="170"/>
                  <a:pt x="227" y="180"/>
                </a:cubicBezTo>
                <a:cubicBezTo>
                  <a:pt x="227" y="189"/>
                  <a:pt x="219" y="197"/>
                  <a:pt x="209" y="197"/>
                </a:cubicBezTo>
                <a:cubicBezTo>
                  <a:pt x="209" y="220"/>
                  <a:pt x="209" y="220"/>
                  <a:pt x="209" y="220"/>
                </a:cubicBezTo>
                <a:cubicBezTo>
                  <a:pt x="249" y="220"/>
                  <a:pt x="249" y="220"/>
                  <a:pt x="249" y="220"/>
                </a:cubicBezTo>
                <a:cubicBezTo>
                  <a:pt x="249" y="154"/>
                  <a:pt x="249" y="154"/>
                  <a:pt x="249" y="154"/>
                </a:cubicBezTo>
                <a:close/>
                <a:moveTo>
                  <a:pt x="209" y="262"/>
                </a:moveTo>
                <a:cubicBezTo>
                  <a:pt x="209" y="232"/>
                  <a:pt x="209" y="232"/>
                  <a:pt x="209" y="232"/>
                </a:cubicBezTo>
                <a:cubicBezTo>
                  <a:pt x="226" y="232"/>
                  <a:pt x="226" y="232"/>
                  <a:pt x="226" y="232"/>
                </a:cubicBezTo>
                <a:cubicBezTo>
                  <a:pt x="226" y="249"/>
                  <a:pt x="226" y="249"/>
                  <a:pt x="226" y="249"/>
                </a:cubicBezTo>
                <a:cubicBezTo>
                  <a:pt x="226" y="257"/>
                  <a:pt x="220" y="262"/>
                  <a:pt x="213" y="262"/>
                </a:cubicBezTo>
                <a:cubicBezTo>
                  <a:pt x="209" y="262"/>
                  <a:pt x="209" y="262"/>
                  <a:pt x="209" y="262"/>
                </a:cubicBezTo>
                <a:close/>
                <a:moveTo>
                  <a:pt x="209" y="44"/>
                </a:moveTo>
                <a:cubicBezTo>
                  <a:pt x="209" y="15"/>
                  <a:pt x="209" y="15"/>
                  <a:pt x="209" y="15"/>
                </a:cubicBezTo>
                <a:cubicBezTo>
                  <a:pt x="225" y="23"/>
                  <a:pt x="235" y="33"/>
                  <a:pt x="235" y="44"/>
                </a:cubicBezTo>
                <a:lnTo>
                  <a:pt x="209" y="44"/>
                </a:lnTo>
                <a:close/>
                <a:moveTo>
                  <a:pt x="209" y="15"/>
                </a:moveTo>
                <a:cubicBezTo>
                  <a:pt x="209" y="44"/>
                  <a:pt x="209" y="44"/>
                  <a:pt x="209" y="44"/>
                </a:cubicBezTo>
                <a:cubicBezTo>
                  <a:pt x="195" y="44"/>
                  <a:pt x="195" y="44"/>
                  <a:pt x="195" y="44"/>
                </a:cubicBezTo>
                <a:cubicBezTo>
                  <a:pt x="195" y="37"/>
                  <a:pt x="195" y="37"/>
                  <a:pt x="195" y="37"/>
                </a:cubicBezTo>
                <a:cubicBezTo>
                  <a:pt x="195" y="37"/>
                  <a:pt x="195" y="37"/>
                  <a:pt x="195" y="37"/>
                </a:cubicBezTo>
                <a:cubicBezTo>
                  <a:pt x="199" y="37"/>
                  <a:pt x="203" y="33"/>
                  <a:pt x="203" y="28"/>
                </a:cubicBezTo>
                <a:cubicBezTo>
                  <a:pt x="203" y="24"/>
                  <a:pt x="199" y="20"/>
                  <a:pt x="195" y="20"/>
                </a:cubicBezTo>
                <a:cubicBezTo>
                  <a:pt x="195" y="20"/>
                  <a:pt x="195" y="20"/>
                  <a:pt x="195" y="20"/>
                </a:cubicBezTo>
                <a:cubicBezTo>
                  <a:pt x="195" y="9"/>
                  <a:pt x="195" y="9"/>
                  <a:pt x="195" y="9"/>
                </a:cubicBezTo>
                <a:cubicBezTo>
                  <a:pt x="200" y="11"/>
                  <a:pt x="205" y="13"/>
                  <a:pt x="209" y="15"/>
                </a:cubicBezTo>
                <a:close/>
                <a:moveTo>
                  <a:pt x="209" y="50"/>
                </a:moveTo>
                <a:cubicBezTo>
                  <a:pt x="209" y="162"/>
                  <a:pt x="209" y="162"/>
                  <a:pt x="209" y="162"/>
                </a:cubicBezTo>
                <a:cubicBezTo>
                  <a:pt x="209" y="162"/>
                  <a:pt x="209" y="162"/>
                  <a:pt x="209" y="162"/>
                </a:cubicBezTo>
                <a:cubicBezTo>
                  <a:pt x="203" y="162"/>
                  <a:pt x="198" y="166"/>
                  <a:pt x="195" y="171"/>
                </a:cubicBezTo>
                <a:cubicBezTo>
                  <a:pt x="195" y="120"/>
                  <a:pt x="195" y="120"/>
                  <a:pt x="195" y="120"/>
                </a:cubicBezTo>
                <a:cubicBezTo>
                  <a:pt x="201" y="120"/>
                  <a:pt x="201" y="120"/>
                  <a:pt x="201" y="120"/>
                </a:cubicBezTo>
                <a:cubicBezTo>
                  <a:pt x="201" y="70"/>
                  <a:pt x="201" y="70"/>
                  <a:pt x="201" y="70"/>
                </a:cubicBezTo>
                <a:cubicBezTo>
                  <a:pt x="195" y="70"/>
                  <a:pt x="195" y="70"/>
                  <a:pt x="195" y="70"/>
                </a:cubicBezTo>
                <a:cubicBezTo>
                  <a:pt x="195" y="50"/>
                  <a:pt x="195" y="50"/>
                  <a:pt x="195" y="50"/>
                </a:cubicBezTo>
                <a:cubicBezTo>
                  <a:pt x="209" y="50"/>
                  <a:pt x="209" y="50"/>
                  <a:pt x="209" y="50"/>
                </a:cubicBezTo>
                <a:close/>
                <a:moveTo>
                  <a:pt x="209" y="197"/>
                </a:moveTo>
                <a:cubicBezTo>
                  <a:pt x="209" y="220"/>
                  <a:pt x="209" y="220"/>
                  <a:pt x="209" y="220"/>
                </a:cubicBezTo>
                <a:cubicBezTo>
                  <a:pt x="195" y="220"/>
                  <a:pt x="195" y="220"/>
                  <a:pt x="195" y="220"/>
                </a:cubicBezTo>
                <a:cubicBezTo>
                  <a:pt x="195" y="188"/>
                  <a:pt x="195" y="188"/>
                  <a:pt x="195" y="188"/>
                </a:cubicBezTo>
                <a:cubicBezTo>
                  <a:pt x="198" y="193"/>
                  <a:pt x="203" y="197"/>
                  <a:pt x="209" y="197"/>
                </a:cubicBezTo>
                <a:cubicBezTo>
                  <a:pt x="209" y="197"/>
                  <a:pt x="209" y="197"/>
                  <a:pt x="209" y="197"/>
                </a:cubicBezTo>
                <a:close/>
                <a:moveTo>
                  <a:pt x="209" y="232"/>
                </a:moveTo>
                <a:cubicBezTo>
                  <a:pt x="209" y="262"/>
                  <a:pt x="209" y="262"/>
                  <a:pt x="209" y="262"/>
                </a:cubicBezTo>
                <a:cubicBezTo>
                  <a:pt x="206" y="262"/>
                  <a:pt x="206" y="262"/>
                  <a:pt x="206" y="262"/>
                </a:cubicBezTo>
                <a:cubicBezTo>
                  <a:pt x="201" y="262"/>
                  <a:pt x="197" y="260"/>
                  <a:pt x="195" y="257"/>
                </a:cubicBezTo>
                <a:cubicBezTo>
                  <a:pt x="195" y="232"/>
                  <a:pt x="195" y="232"/>
                  <a:pt x="195" y="232"/>
                </a:cubicBezTo>
                <a:lnTo>
                  <a:pt x="209" y="232"/>
                </a:lnTo>
                <a:close/>
                <a:moveTo>
                  <a:pt x="171" y="20"/>
                </a:moveTo>
                <a:cubicBezTo>
                  <a:pt x="175" y="20"/>
                  <a:pt x="179" y="24"/>
                  <a:pt x="179" y="28"/>
                </a:cubicBezTo>
                <a:cubicBezTo>
                  <a:pt x="179" y="33"/>
                  <a:pt x="175" y="37"/>
                  <a:pt x="171" y="37"/>
                </a:cubicBezTo>
                <a:cubicBezTo>
                  <a:pt x="170" y="37"/>
                  <a:pt x="169" y="37"/>
                  <a:pt x="168" y="36"/>
                </a:cubicBezTo>
                <a:cubicBezTo>
                  <a:pt x="168" y="44"/>
                  <a:pt x="168" y="44"/>
                  <a:pt x="168" y="44"/>
                </a:cubicBezTo>
                <a:cubicBezTo>
                  <a:pt x="195" y="44"/>
                  <a:pt x="195" y="44"/>
                  <a:pt x="195" y="44"/>
                </a:cubicBezTo>
                <a:cubicBezTo>
                  <a:pt x="195" y="37"/>
                  <a:pt x="195" y="37"/>
                  <a:pt x="195" y="37"/>
                </a:cubicBezTo>
                <a:cubicBezTo>
                  <a:pt x="190" y="37"/>
                  <a:pt x="186" y="33"/>
                  <a:pt x="186" y="28"/>
                </a:cubicBezTo>
                <a:cubicBezTo>
                  <a:pt x="186" y="24"/>
                  <a:pt x="190" y="20"/>
                  <a:pt x="195" y="20"/>
                </a:cubicBezTo>
                <a:cubicBezTo>
                  <a:pt x="195" y="9"/>
                  <a:pt x="195" y="9"/>
                  <a:pt x="195" y="9"/>
                </a:cubicBezTo>
                <a:cubicBezTo>
                  <a:pt x="187" y="6"/>
                  <a:pt x="178" y="4"/>
                  <a:pt x="168" y="3"/>
                </a:cubicBezTo>
                <a:cubicBezTo>
                  <a:pt x="168" y="21"/>
                  <a:pt x="168" y="21"/>
                  <a:pt x="168" y="21"/>
                </a:cubicBezTo>
                <a:cubicBezTo>
                  <a:pt x="169" y="20"/>
                  <a:pt x="170" y="20"/>
                  <a:pt x="171" y="20"/>
                </a:cubicBezTo>
                <a:close/>
                <a:moveTo>
                  <a:pt x="195" y="50"/>
                </a:moveTo>
                <a:cubicBezTo>
                  <a:pt x="195" y="70"/>
                  <a:pt x="195" y="70"/>
                  <a:pt x="195" y="70"/>
                </a:cubicBezTo>
                <a:cubicBezTo>
                  <a:pt x="168" y="70"/>
                  <a:pt x="168" y="70"/>
                  <a:pt x="168" y="70"/>
                </a:cubicBezTo>
                <a:cubicBezTo>
                  <a:pt x="168" y="50"/>
                  <a:pt x="168" y="50"/>
                  <a:pt x="168" y="50"/>
                </a:cubicBezTo>
                <a:cubicBezTo>
                  <a:pt x="195" y="50"/>
                  <a:pt x="195" y="50"/>
                  <a:pt x="195" y="50"/>
                </a:cubicBezTo>
                <a:close/>
                <a:moveTo>
                  <a:pt x="195" y="120"/>
                </a:moveTo>
                <a:cubicBezTo>
                  <a:pt x="195" y="171"/>
                  <a:pt x="195" y="171"/>
                  <a:pt x="195" y="171"/>
                </a:cubicBezTo>
                <a:cubicBezTo>
                  <a:pt x="193" y="173"/>
                  <a:pt x="192" y="176"/>
                  <a:pt x="192" y="180"/>
                </a:cubicBezTo>
                <a:cubicBezTo>
                  <a:pt x="192" y="183"/>
                  <a:pt x="193" y="186"/>
                  <a:pt x="195" y="188"/>
                </a:cubicBezTo>
                <a:cubicBezTo>
                  <a:pt x="195" y="220"/>
                  <a:pt x="195" y="220"/>
                  <a:pt x="195" y="220"/>
                </a:cubicBezTo>
                <a:cubicBezTo>
                  <a:pt x="168" y="220"/>
                  <a:pt x="168" y="220"/>
                  <a:pt x="168" y="220"/>
                </a:cubicBezTo>
                <a:cubicBezTo>
                  <a:pt x="168" y="120"/>
                  <a:pt x="168" y="120"/>
                  <a:pt x="168" y="120"/>
                </a:cubicBezTo>
                <a:cubicBezTo>
                  <a:pt x="195" y="120"/>
                  <a:pt x="195" y="120"/>
                  <a:pt x="195" y="120"/>
                </a:cubicBezTo>
                <a:close/>
                <a:moveTo>
                  <a:pt x="195" y="232"/>
                </a:moveTo>
                <a:cubicBezTo>
                  <a:pt x="195" y="257"/>
                  <a:pt x="195" y="257"/>
                  <a:pt x="195" y="257"/>
                </a:cubicBezTo>
                <a:cubicBezTo>
                  <a:pt x="193" y="254"/>
                  <a:pt x="192" y="252"/>
                  <a:pt x="192" y="249"/>
                </a:cubicBezTo>
                <a:cubicBezTo>
                  <a:pt x="192" y="232"/>
                  <a:pt x="192" y="232"/>
                  <a:pt x="192" y="232"/>
                </a:cubicBezTo>
                <a:lnTo>
                  <a:pt x="195" y="232"/>
                </a:lnTo>
                <a:close/>
                <a:moveTo>
                  <a:pt x="168" y="36"/>
                </a:moveTo>
                <a:cubicBezTo>
                  <a:pt x="165" y="35"/>
                  <a:pt x="162" y="32"/>
                  <a:pt x="162" y="28"/>
                </a:cubicBezTo>
                <a:cubicBezTo>
                  <a:pt x="162" y="25"/>
                  <a:pt x="165" y="22"/>
                  <a:pt x="168" y="21"/>
                </a:cubicBezTo>
                <a:cubicBezTo>
                  <a:pt x="168" y="3"/>
                  <a:pt x="168" y="3"/>
                  <a:pt x="168" y="3"/>
                </a:cubicBezTo>
                <a:cubicBezTo>
                  <a:pt x="157" y="1"/>
                  <a:pt x="144" y="0"/>
                  <a:pt x="131" y="0"/>
                </a:cubicBezTo>
                <a:cubicBezTo>
                  <a:pt x="130" y="0"/>
                  <a:pt x="130" y="0"/>
                  <a:pt x="130" y="0"/>
                </a:cubicBezTo>
                <a:cubicBezTo>
                  <a:pt x="130" y="44"/>
                  <a:pt x="130" y="44"/>
                  <a:pt x="130" y="44"/>
                </a:cubicBezTo>
                <a:cubicBezTo>
                  <a:pt x="168" y="44"/>
                  <a:pt x="168" y="44"/>
                  <a:pt x="168" y="44"/>
                </a:cubicBezTo>
                <a:cubicBezTo>
                  <a:pt x="168" y="36"/>
                  <a:pt x="168" y="36"/>
                  <a:pt x="168" y="36"/>
                </a:cubicBezTo>
                <a:close/>
                <a:moveTo>
                  <a:pt x="168" y="50"/>
                </a:moveTo>
                <a:cubicBezTo>
                  <a:pt x="168" y="70"/>
                  <a:pt x="168" y="70"/>
                  <a:pt x="168" y="70"/>
                </a:cubicBezTo>
                <a:cubicBezTo>
                  <a:pt x="135" y="70"/>
                  <a:pt x="135" y="70"/>
                  <a:pt x="135" y="70"/>
                </a:cubicBezTo>
                <a:cubicBezTo>
                  <a:pt x="135" y="120"/>
                  <a:pt x="135" y="120"/>
                  <a:pt x="135" y="120"/>
                </a:cubicBezTo>
                <a:cubicBezTo>
                  <a:pt x="168" y="120"/>
                  <a:pt x="168" y="120"/>
                  <a:pt x="168" y="120"/>
                </a:cubicBezTo>
                <a:cubicBezTo>
                  <a:pt x="168" y="220"/>
                  <a:pt x="168" y="220"/>
                  <a:pt x="168" y="220"/>
                </a:cubicBezTo>
                <a:cubicBezTo>
                  <a:pt x="130" y="220"/>
                  <a:pt x="130" y="220"/>
                  <a:pt x="130" y="220"/>
                </a:cubicBezTo>
                <a:cubicBezTo>
                  <a:pt x="130" y="198"/>
                  <a:pt x="130" y="198"/>
                  <a:pt x="130" y="198"/>
                </a:cubicBezTo>
                <a:cubicBezTo>
                  <a:pt x="167" y="198"/>
                  <a:pt x="167" y="198"/>
                  <a:pt x="167" y="198"/>
                </a:cubicBezTo>
                <a:cubicBezTo>
                  <a:pt x="167" y="187"/>
                  <a:pt x="167" y="187"/>
                  <a:pt x="167" y="187"/>
                </a:cubicBezTo>
                <a:cubicBezTo>
                  <a:pt x="130" y="187"/>
                  <a:pt x="130" y="187"/>
                  <a:pt x="130" y="187"/>
                </a:cubicBezTo>
                <a:cubicBezTo>
                  <a:pt x="130" y="179"/>
                  <a:pt x="130" y="179"/>
                  <a:pt x="130" y="179"/>
                </a:cubicBezTo>
                <a:cubicBezTo>
                  <a:pt x="167" y="179"/>
                  <a:pt x="167" y="179"/>
                  <a:pt x="167" y="179"/>
                </a:cubicBezTo>
                <a:cubicBezTo>
                  <a:pt x="167" y="167"/>
                  <a:pt x="167" y="167"/>
                  <a:pt x="167" y="167"/>
                </a:cubicBezTo>
                <a:cubicBezTo>
                  <a:pt x="130" y="167"/>
                  <a:pt x="130" y="167"/>
                  <a:pt x="130" y="167"/>
                </a:cubicBezTo>
                <a:cubicBezTo>
                  <a:pt x="130" y="159"/>
                  <a:pt x="130" y="159"/>
                  <a:pt x="130" y="159"/>
                </a:cubicBezTo>
                <a:cubicBezTo>
                  <a:pt x="167" y="159"/>
                  <a:pt x="167" y="159"/>
                  <a:pt x="167" y="159"/>
                </a:cubicBezTo>
                <a:cubicBezTo>
                  <a:pt x="167" y="147"/>
                  <a:pt x="167" y="147"/>
                  <a:pt x="167" y="147"/>
                </a:cubicBezTo>
                <a:cubicBezTo>
                  <a:pt x="130" y="147"/>
                  <a:pt x="130" y="147"/>
                  <a:pt x="130" y="147"/>
                </a:cubicBezTo>
                <a:cubicBezTo>
                  <a:pt x="130" y="50"/>
                  <a:pt x="130" y="50"/>
                  <a:pt x="130" y="50"/>
                </a:cubicBezTo>
                <a:lnTo>
                  <a:pt x="168" y="50"/>
                </a:lnTo>
                <a:close/>
                <a:moveTo>
                  <a:pt x="130" y="0"/>
                </a:moveTo>
                <a:cubicBezTo>
                  <a:pt x="130" y="44"/>
                  <a:pt x="130" y="44"/>
                  <a:pt x="130" y="44"/>
                </a:cubicBezTo>
                <a:cubicBezTo>
                  <a:pt x="93" y="44"/>
                  <a:pt x="93" y="44"/>
                  <a:pt x="93" y="44"/>
                </a:cubicBezTo>
                <a:cubicBezTo>
                  <a:pt x="93" y="36"/>
                  <a:pt x="93" y="36"/>
                  <a:pt x="93" y="36"/>
                </a:cubicBezTo>
                <a:cubicBezTo>
                  <a:pt x="96" y="35"/>
                  <a:pt x="99" y="32"/>
                  <a:pt x="99" y="28"/>
                </a:cubicBezTo>
                <a:cubicBezTo>
                  <a:pt x="99" y="25"/>
                  <a:pt x="96" y="22"/>
                  <a:pt x="93" y="21"/>
                </a:cubicBezTo>
                <a:cubicBezTo>
                  <a:pt x="93" y="3"/>
                  <a:pt x="93" y="3"/>
                  <a:pt x="93" y="3"/>
                </a:cubicBezTo>
                <a:cubicBezTo>
                  <a:pt x="104" y="1"/>
                  <a:pt x="117" y="0"/>
                  <a:pt x="130" y="0"/>
                </a:cubicBezTo>
                <a:close/>
                <a:moveTo>
                  <a:pt x="130" y="50"/>
                </a:moveTo>
                <a:cubicBezTo>
                  <a:pt x="130" y="147"/>
                  <a:pt x="130" y="147"/>
                  <a:pt x="130" y="147"/>
                </a:cubicBezTo>
                <a:cubicBezTo>
                  <a:pt x="93" y="147"/>
                  <a:pt x="93" y="147"/>
                  <a:pt x="93" y="147"/>
                </a:cubicBezTo>
                <a:cubicBezTo>
                  <a:pt x="93" y="120"/>
                  <a:pt x="93" y="120"/>
                  <a:pt x="93" y="120"/>
                </a:cubicBezTo>
                <a:cubicBezTo>
                  <a:pt x="126" y="120"/>
                  <a:pt x="126" y="120"/>
                  <a:pt x="126" y="120"/>
                </a:cubicBezTo>
                <a:cubicBezTo>
                  <a:pt x="126" y="70"/>
                  <a:pt x="126" y="70"/>
                  <a:pt x="126" y="70"/>
                </a:cubicBezTo>
                <a:cubicBezTo>
                  <a:pt x="93" y="70"/>
                  <a:pt x="93" y="70"/>
                  <a:pt x="93" y="70"/>
                </a:cubicBezTo>
                <a:cubicBezTo>
                  <a:pt x="93" y="50"/>
                  <a:pt x="93" y="50"/>
                  <a:pt x="93" y="50"/>
                </a:cubicBezTo>
                <a:cubicBezTo>
                  <a:pt x="130" y="50"/>
                  <a:pt x="130" y="50"/>
                  <a:pt x="130" y="50"/>
                </a:cubicBezTo>
                <a:close/>
                <a:moveTo>
                  <a:pt x="130" y="159"/>
                </a:moveTo>
                <a:cubicBezTo>
                  <a:pt x="130" y="167"/>
                  <a:pt x="130" y="167"/>
                  <a:pt x="130" y="167"/>
                </a:cubicBezTo>
                <a:cubicBezTo>
                  <a:pt x="93" y="167"/>
                  <a:pt x="93" y="167"/>
                  <a:pt x="93" y="167"/>
                </a:cubicBezTo>
                <a:cubicBezTo>
                  <a:pt x="93" y="159"/>
                  <a:pt x="93" y="159"/>
                  <a:pt x="93" y="159"/>
                </a:cubicBezTo>
                <a:cubicBezTo>
                  <a:pt x="130" y="159"/>
                  <a:pt x="130" y="159"/>
                  <a:pt x="130" y="159"/>
                </a:cubicBezTo>
                <a:close/>
                <a:moveTo>
                  <a:pt x="130" y="179"/>
                </a:moveTo>
                <a:cubicBezTo>
                  <a:pt x="130" y="187"/>
                  <a:pt x="130" y="187"/>
                  <a:pt x="130" y="187"/>
                </a:cubicBezTo>
                <a:cubicBezTo>
                  <a:pt x="93" y="187"/>
                  <a:pt x="93" y="187"/>
                  <a:pt x="93" y="187"/>
                </a:cubicBezTo>
                <a:cubicBezTo>
                  <a:pt x="93" y="179"/>
                  <a:pt x="93" y="179"/>
                  <a:pt x="93" y="179"/>
                </a:cubicBezTo>
                <a:cubicBezTo>
                  <a:pt x="130" y="179"/>
                  <a:pt x="130" y="179"/>
                  <a:pt x="130" y="179"/>
                </a:cubicBezTo>
                <a:close/>
                <a:moveTo>
                  <a:pt x="130" y="198"/>
                </a:moveTo>
                <a:cubicBezTo>
                  <a:pt x="130" y="220"/>
                  <a:pt x="130" y="220"/>
                  <a:pt x="130" y="220"/>
                </a:cubicBezTo>
                <a:cubicBezTo>
                  <a:pt x="93" y="220"/>
                  <a:pt x="93" y="220"/>
                  <a:pt x="93" y="220"/>
                </a:cubicBezTo>
                <a:cubicBezTo>
                  <a:pt x="93" y="198"/>
                  <a:pt x="93" y="198"/>
                  <a:pt x="93" y="198"/>
                </a:cubicBezTo>
                <a:lnTo>
                  <a:pt x="130" y="198"/>
                </a:lnTo>
                <a:close/>
                <a:moveTo>
                  <a:pt x="93" y="3"/>
                </a:moveTo>
                <a:cubicBezTo>
                  <a:pt x="93" y="21"/>
                  <a:pt x="93" y="21"/>
                  <a:pt x="93" y="21"/>
                </a:cubicBezTo>
                <a:cubicBezTo>
                  <a:pt x="92" y="20"/>
                  <a:pt x="92" y="20"/>
                  <a:pt x="91" y="20"/>
                </a:cubicBezTo>
                <a:cubicBezTo>
                  <a:pt x="86" y="20"/>
                  <a:pt x="83" y="24"/>
                  <a:pt x="83" y="28"/>
                </a:cubicBezTo>
                <a:cubicBezTo>
                  <a:pt x="83" y="33"/>
                  <a:pt x="86" y="37"/>
                  <a:pt x="91" y="37"/>
                </a:cubicBezTo>
                <a:cubicBezTo>
                  <a:pt x="92" y="37"/>
                  <a:pt x="92" y="37"/>
                  <a:pt x="93" y="36"/>
                </a:cubicBezTo>
                <a:cubicBezTo>
                  <a:pt x="93" y="44"/>
                  <a:pt x="93" y="44"/>
                  <a:pt x="93" y="44"/>
                </a:cubicBezTo>
                <a:cubicBezTo>
                  <a:pt x="67" y="44"/>
                  <a:pt x="67" y="44"/>
                  <a:pt x="67" y="44"/>
                </a:cubicBezTo>
                <a:cubicBezTo>
                  <a:pt x="67" y="37"/>
                  <a:pt x="67" y="37"/>
                  <a:pt x="67" y="37"/>
                </a:cubicBezTo>
                <a:cubicBezTo>
                  <a:pt x="71" y="37"/>
                  <a:pt x="75" y="33"/>
                  <a:pt x="75" y="28"/>
                </a:cubicBezTo>
                <a:cubicBezTo>
                  <a:pt x="75" y="24"/>
                  <a:pt x="71" y="20"/>
                  <a:pt x="67" y="20"/>
                </a:cubicBezTo>
                <a:cubicBezTo>
                  <a:pt x="67" y="9"/>
                  <a:pt x="67" y="9"/>
                  <a:pt x="67" y="9"/>
                </a:cubicBezTo>
                <a:cubicBezTo>
                  <a:pt x="75" y="6"/>
                  <a:pt x="84" y="4"/>
                  <a:pt x="93" y="3"/>
                </a:cubicBezTo>
                <a:close/>
                <a:moveTo>
                  <a:pt x="93" y="50"/>
                </a:moveTo>
                <a:cubicBezTo>
                  <a:pt x="93" y="70"/>
                  <a:pt x="93" y="70"/>
                  <a:pt x="93" y="70"/>
                </a:cubicBezTo>
                <a:cubicBezTo>
                  <a:pt x="67" y="70"/>
                  <a:pt x="67" y="70"/>
                  <a:pt x="67" y="70"/>
                </a:cubicBezTo>
                <a:cubicBezTo>
                  <a:pt x="67" y="50"/>
                  <a:pt x="67" y="50"/>
                  <a:pt x="67" y="50"/>
                </a:cubicBezTo>
                <a:cubicBezTo>
                  <a:pt x="93" y="50"/>
                  <a:pt x="93" y="50"/>
                  <a:pt x="93" y="50"/>
                </a:cubicBezTo>
                <a:close/>
                <a:moveTo>
                  <a:pt x="93" y="120"/>
                </a:moveTo>
                <a:cubicBezTo>
                  <a:pt x="93" y="147"/>
                  <a:pt x="93" y="147"/>
                  <a:pt x="93" y="147"/>
                </a:cubicBezTo>
                <a:cubicBezTo>
                  <a:pt x="92" y="147"/>
                  <a:pt x="92" y="147"/>
                  <a:pt x="92" y="147"/>
                </a:cubicBezTo>
                <a:cubicBezTo>
                  <a:pt x="92" y="159"/>
                  <a:pt x="92" y="159"/>
                  <a:pt x="92" y="159"/>
                </a:cubicBezTo>
                <a:cubicBezTo>
                  <a:pt x="93" y="159"/>
                  <a:pt x="93" y="159"/>
                  <a:pt x="93" y="159"/>
                </a:cubicBezTo>
                <a:cubicBezTo>
                  <a:pt x="93" y="167"/>
                  <a:pt x="93" y="167"/>
                  <a:pt x="93" y="167"/>
                </a:cubicBezTo>
                <a:cubicBezTo>
                  <a:pt x="92" y="167"/>
                  <a:pt x="92" y="167"/>
                  <a:pt x="92" y="167"/>
                </a:cubicBezTo>
                <a:cubicBezTo>
                  <a:pt x="92" y="179"/>
                  <a:pt x="92" y="179"/>
                  <a:pt x="92" y="179"/>
                </a:cubicBezTo>
                <a:cubicBezTo>
                  <a:pt x="93" y="179"/>
                  <a:pt x="93" y="179"/>
                  <a:pt x="93" y="179"/>
                </a:cubicBezTo>
                <a:cubicBezTo>
                  <a:pt x="93" y="187"/>
                  <a:pt x="93" y="187"/>
                  <a:pt x="93" y="187"/>
                </a:cubicBezTo>
                <a:cubicBezTo>
                  <a:pt x="92" y="187"/>
                  <a:pt x="92" y="187"/>
                  <a:pt x="92" y="187"/>
                </a:cubicBezTo>
                <a:cubicBezTo>
                  <a:pt x="92" y="198"/>
                  <a:pt x="92" y="198"/>
                  <a:pt x="92" y="198"/>
                </a:cubicBezTo>
                <a:cubicBezTo>
                  <a:pt x="93" y="198"/>
                  <a:pt x="93" y="198"/>
                  <a:pt x="93" y="198"/>
                </a:cubicBezTo>
                <a:cubicBezTo>
                  <a:pt x="93" y="220"/>
                  <a:pt x="93" y="220"/>
                  <a:pt x="93" y="220"/>
                </a:cubicBezTo>
                <a:cubicBezTo>
                  <a:pt x="67" y="220"/>
                  <a:pt x="67" y="220"/>
                  <a:pt x="67" y="220"/>
                </a:cubicBezTo>
                <a:cubicBezTo>
                  <a:pt x="67" y="188"/>
                  <a:pt x="67" y="188"/>
                  <a:pt x="67" y="188"/>
                </a:cubicBezTo>
                <a:cubicBezTo>
                  <a:pt x="68" y="186"/>
                  <a:pt x="69" y="183"/>
                  <a:pt x="69" y="180"/>
                </a:cubicBezTo>
                <a:cubicBezTo>
                  <a:pt x="69" y="176"/>
                  <a:pt x="68" y="173"/>
                  <a:pt x="67" y="171"/>
                </a:cubicBezTo>
                <a:cubicBezTo>
                  <a:pt x="67" y="120"/>
                  <a:pt x="67" y="120"/>
                  <a:pt x="67" y="120"/>
                </a:cubicBezTo>
                <a:cubicBezTo>
                  <a:pt x="93" y="120"/>
                  <a:pt x="93" y="120"/>
                  <a:pt x="93" y="120"/>
                </a:cubicBezTo>
                <a:close/>
                <a:moveTo>
                  <a:pt x="67" y="257"/>
                </a:moveTo>
                <a:cubicBezTo>
                  <a:pt x="67" y="232"/>
                  <a:pt x="67" y="232"/>
                  <a:pt x="67" y="232"/>
                </a:cubicBezTo>
                <a:cubicBezTo>
                  <a:pt x="69" y="232"/>
                  <a:pt x="69" y="232"/>
                  <a:pt x="69" y="232"/>
                </a:cubicBezTo>
                <a:cubicBezTo>
                  <a:pt x="69" y="249"/>
                  <a:pt x="69" y="249"/>
                  <a:pt x="69" y="249"/>
                </a:cubicBezTo>
                <a:cubicBezTo>
                  <a:pt x="69" y="252"/>
                  <a:pt x="68" y="254"/>
                  <a:pt x="67" y="257"/>
                </a:cubicBezTo>
                <a:close/>
                <a:moveTo>
                  <a:pt x="67" y="9"/>
                </a:moveTo>
                <a:cubicBezTo>
                  <a:pt x="67" y="20"/>
                  <a:pt x="67" y="20"/>
                  <a:pt x="67" y="20"/>
                </a:cubicBezTo>
                <a:cubicBezTo>
                  <a:pt x="62" y="20"/>
                  <a:pt x="58" y="24"/>
                  <a:pt x="58" y="28"/>
                </a:cubicBezTo>
                <a:cubicBezTo>
                  <a:pt x="58" y="33"/>
                  <a:pt x="62" y="37"/>
                  <a:pt x="67" y="37"/>
                </a:cubicBezTo>
                <a:cubicBezTo>
                  <a:pt x="67" y="44"/>
                  <a:pt x="67" y="44"/>
                  <a:pt x="67" y="44"/>
                </a:cubicBezTo>
                <a:cubicBezTo>
                  <a:pt x="52" y="44"/>
                  <a:pt x="52" y="44"/>
                  <a:pt x="52" y="44"/>
                </a:cubicBezTo>
                <a:cubicBezTo>
                  <a:pt x="52" y="15"/>
                  <a:pt x="52" y="15"/>
                  <a:pt x="52" y="15"/>
                </a:cubicBezTo>
                <a:cubicBezTo>
                  <a:pt x="56" y="13"/>
                  <a:pt x="61" y="11"/>
                  <a:pt x="67" y="9"/>
                </a:cubicBezTo>
                <a:close/>
                <a:moveTo>
                  <a:pt x="67" y="50"/>
                </a:moveTo>
                <a:cubicBezTo>
                  <a:pt x="67" y="70"/>
                  <a:pt x="67" y="70"/>
                  <a:pt x="67" y="70"/>
                </a:cubicBezTo>
                <a:cubicBezTo>
                  <a:pt x="60" y="70"/>
                  <a:pt x="60" y="70"/>
                  <a:pt x="60" y="70"/>
                </a:cubicBezTo>
                <a:cubicBezTo>
                  <a:pt x="60" y="120"/>
                  <a:pt x="60" y="120"/>
                  <a:pt x="60" y="120"/>
                </a:cubicBezTo>
                <a:cubicBezTo>
                  <a:pt x="67" y="120"/>
                  <a:pt x="67" y="120"/>
                  <a:pt x="67" y="120"/>
                </a:cubicBezTo>
                <a:cubicBezTo>
                  <a:pt x="67" y="171"/>
                  <a:pt x="67" y="171"/>
                  <a:pt x="67" y="171"/>
                </a:cubicBezTo>
                <a:cubicBezTo>
                  <a:pt x="64" y="166"/>
                  <a:pt x="58" y="162"/>
                  <a:pt x="52" y="162"/>
                </a:cubicBezTo>
                <a:cubicBezTo>
                  <a:pt x="52" y="50"/>
                  <a:pt x="52" y="50"/>
                  <a:pt x="52" y="50"/>
                </a:cubicBezTo>
                <a:cubicBezTo>
                  <a:pt x="67" y="50"/>
                  <a:pt x="67" y="50"/>
                  <a:pt x="67" y="50"/>
                </a:cubicBezTo>
                <a:close/>
                <a:moveTo>
                  <a:pt x="67" y="188"/>
                </a:moveTo>
                <a:cubicBezTo>
                  <a:pt x="67" y="220"/>
                  <a:pt x="67" y="220"/>
                  <a:pt x="67" y="220"/>
                </a:cubicBezTo>
                <a:cubicBezTo>
                  <a:pt x="52" y="220"/>
                  <a:pt x="52" y="220"/>
                  <a:pt x="52" y="220"/>
                </a:cubicBezTo>
                <a:cubicBezTo>
                  <a:pt x="52" y="197"/>
                  <a:pt x="52" y="197"/>
                  <a:pt x="52" y="197"/>
                </a:cubicBezTo>
                <a:cubicBezTo>
                  <a:pt x="58" y="197"/>
                  <a:pt x="64" y="193"/>
                  <a:pt x="67" y="188"/>
                </a:cubicBezTo>
                <a:close/>
                <a:moveTo>
                  <a:pt x="67" y="232"/>
                </a:moveTo>
                <a:cubicBezTo>
                  <a:pt x="67" y="257"/>
                  <a:pt x="67" y="257"/>
                  <a:pt x="67" y="257"/>
                </a:cubicBezTo>
                <a:cubicBezTo>
                  <a:pt x="64" y="260"/>
                  <a:pt x="60" y="262"/>
                  <a:pt x="56" y="262"/>
                </a:cubicBezTo>
                <a:cubicBezTo>
                  <a:pt x="52" y="262"/>
                  <a:pt x="52" y="262"/>
                  <a:pt x="52" y="262"/>
                </a:cubicBezTo>
                <a:cubicBezTo>
                  <a:pt x="52" y="232"/>
                  <a:pt x="52" y="232"/>
                  <a:pt x="52" y="232"/>
                </a:cubicBezTo>
                <a:lnTo>
                  <a:pt x="67" y="232"/>
                </a:lnTo>
                <a:close/>
                <a:moveTo>
                  <a:pt x="52" y="15"/>
                </a:moveTo>
                <a:cubicBezTo>
                  <a:pt x="52" y="44"/>
                  <a:pt x="52" y="44"/>
                  <a:pt x="52" y="44"/>
                </a:cubicBezTo>
                <a:cubicBezTo>
                  <a:pt x="27" y="44"/>
                  <a:pt x="27" y="44"/>
                  <a:pt x="27" y="44"/>
                </a:cubicBezTo>
                <a:cubicBezTo>
                  <a:pt x="27" y="33"/>
                  <a:pt x="36" y="23"/>
                  <a:pt x="52" y="15"/>
                </a:cubicBezTo>
                <a:close/>
                <a:moveTo>
                  <a:pt x="52" y="50"/>
                </a:moveTo>
                <a:cubicBezTo>
                  <a:pt x="52" y="162"/>
                  <a:pt x="52" y="162"/>
                  <a:pt x="52" y="162"/>
                </a:cubicBezTo>
                <a:cubicBezTo>
                  <a:pt x="42" y="162"/>
                  <a:pt x="35" y="170"/>
                  <a:pt x="35" y="180"/>
                </a:cubicBezTo>
                <a:cubicBezTo>
                  <a:pt x="35" y="189"/>
                  <a:pt x="42" y="197"/>
                  <a:pt x="52" y="197"/>
                </a:cubicBezTo>
                <a:cubicBezTo>
                  <a:pt x="52" y="220"/>
                  <a:pt x="52" y="220"/>
                  <a:pt x="52" y="220"/>
                </a:cubicBezTo>
                <a:cubicBezTo>
                  <a:pt x="12" y="220"/>
                  <a:pt x="12" y="220"/>
                  <a:pt x="12" y="220"/>
                </a:cubicBezTo>
                <a:cubicBezTo>
                  <a:pt x="12" y="154"/>
                  <a:pt x="12" y="154"/>
                  <a:pt x="12" y="154"/>
                </a:cubicBezTo>
                <a:cubicBezTo>
                  <a:pt x="15" y="150"/>
                  <a:pt x="21" y="146"/>
                  <a:pt x="27" y="146"/>
                </a:cubicBezTo>
                <a:cubicBezTo>
                  <a:pt x="27" y="50"/>
                  <a:pt x="27" y="50"/>
                  <a:pt x="27" y="50"/>
                </a:cubicBezTo>
                <a:cubicBezTo>
                  <a:pt x="52" y="50"/>
                  <a:pt x="52" y="50"/>
                  <a:pt x="52" y="50"/>
                </a:cubicBezTo>
                <a:close/>
                <a:moveTo>
                  <a:pt x="52" y="232"/>
                </a:moveTo>
                <a:cubicBezTo>
                  <a:pt x="52" y="262"/>
                  <a:pt x="52" y="262"/>
                  <a:pt x="52" y="262"/>
                </a:cubicBezTo>
                <a:cubicBezTo>
                  <a:pt x="48" y="262"/>
                  <a:pt x="48" y="262"/>
                  <a:pt x="48" y="262"/>
                </a:cubicBezTo>
                <a:cubicBezTo>
                  <a:pt x="41" y="262"/>
                  <a:pt x="35" y="257"/>
                  <a:pt x="35" y="249"/>
                </a:cubicBezTo>
                <a:cubicBezTo>
                  <a:pt x="35" y="232"/>
                  <a:pt x="35" y="232"/>
                  <a:pt x="35" y="232"/>
                </a:cubicBezTo>
                <a:cubicBezTo>
                  <a:pt x="52" y="232"/>
                  <a:pt x="52" y="232"/>
                  <a:pt x="52" y="232"/>
                </a:cubicBezTo>
                <a:close/>
                <a:moveTo>
                  <a:pt x="12" y="114"/>
                </a:moveTo>
                <a:cubicBezTo>
                  <a:pt x="14" y="114"/>
                  <a:pt x="15" y="112"/>
                  <a:pt x="15" y="110"/>
                </a:cubicBezTo>
                <a:cubicBezTo>
                  <a:pt x="15" y="76"/>
                  <a:pt x="15" y="76"/>
                  <a:pt x="15" y="76"/>
                </a:cubicBezTo>
                <a:cubicBezTo>
                  <a:pt x="15" y="74"/>
                  <a:pt x="14" y="71"/>
                  <a:pt x="12" y="70"/>
                </a:cubicBezTo>
                <a:lnTo>
                  <a:pt x="12" y="114"/>
                </a:lnTo>
                <a:close/>
                <a:moveTo>
                  <a:pt x="12" y="70"/>
                </a:moveTo>
                <a:cubicBezTo>
                  <a:pt x="12" y="114"/>
                  <a:pt x="12" y="114"/>
                  <a:pt x="12" y="114"/>
                </a:cubicBezTo>
                <a:cubicBezTo>
                  <a:pt x="12" y="114"/>
                  <a:pt x="11" y="114"/>
                  <a:pt x="11" y="113"/>
                </a:cubicBezTo>
                <a:cubicBezTo>
                  <a:pt x="4" y="111"/>
                  <a:pt x="4" y="111"/>
                  <a:pt x="4" y="111"/>
                </a:cubicBezTo>
                <a:cubicBezTo>
                  <a:pt x="2" y="110"/>
                  <a:pt x="0" y="107"/>
                  <a:pt x="0" y="104"/>
                </a:cubicBezTo>
                <a:cubicBezTo>
                  <a:pt x="0" y="70"/>
                  <a:pt x="0" y="70"/>
                  <a:pt x="0" y="70"/>
                </a:cubicBezTo>
                <a:cubicBezTo>
                  <a:pt x="0" y="67"/>
                  <a:pt x="2" y="66"/>
                  <a:pt x="4" y="67"/>
                </a:cubicBezTo>
                <a:cubicBezTo>
                  <a:pt x="11" y="69"/>
                  <a:pt x="11" y="69"/>
                  <a:pt x="11" y="69"/>
                </a:cubicBezTo>
                <a:cubicBezTo>
                  <a:pt x="11" y="70"/>
                  <a:pt x="12" y="70"/>
                  <a:pt x="12" y="70"/>
                </a:cubicBezTo>
                <a:close/>
                <a:moveTo>
                  <a:pt x="12" y="154"/>
                </a:moveTo>
                <a:cubicBezTo>
                  <a:pt x="12" y="220"/>
                  <a:pt x="12" y="220"/>
                  <a:pt x="12" y="220"/>
                </a:cubicBezTo>
                <a:cubicBezTo>
                  <a:pt x="9" y="220"/>
                  <a:pt x="9" y="220"/>
                  <a:pt x="9" y="220"/>
                </a:cubicBezTo>
                <a:cubicBezTo>
                  <a:pt x="9" y="164"/>
                  <a:pt x="9" y="164"/>
                  <a:pt x="9" y="164"/>
                </a:cubicBezTo>
                <a:cubicBezTo>
                  <a:pt x="9" y="160"/>
                  <a:pt x="10" y="157"/>
                  <a:pt x="12" y="154"/>
                </a:cubicBez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88" name="Freeform 76"/>
          <p:cNvSpPr>
            <a:spLocks noEditPoints="1"/>
          </p:cNvSpPr>
          <p:nvPr/>
        </p:nvSpPr>
        <p:spPr bwMode="auto">
          <a:xfrm>
            <a:off x="8322768" y="3183846"/>
            <a:ext cx="677885" cy="513854"/>
          </a:xfrm>
          <a:custGeom>
            <a:avLst/>
            <a:gdLst>
              <a:gd name="T0" fmla="*/ 271 w 295"/>
              <a:gd name="T1" fmla="*/ 0 h 224"/>
              <a:gd name="T2" fmla="*/ 277 w 295"/>
              <a:gd name="T3" fmla="*/ 35 h 224"/>
              <a:gd name="T4" fmla="*/ 224 w 295"/>
              <a:gd name="T5" fmla="*/ 224 h 224"/>
              <a:gd name="T6" fmla="*/ 248 w 295"/>
              <a:gd name="T7" fmla="*/ 188 h 224"/>
              <a:gd name="T8" fmla="*/ 249 w 295"/>
              <a:gd name="T9" fmla="*/ 29 h 224"/>
              <a:gd name="T10" fmla="*/ 224 w 295"/>
              <a:gd name="T11" fmla="*/ 194 h 224"/>
              <a:gd name="T12" fmla="*/ 224 w 295"/>
              <a:gd name="T13" fmla="*/ 16 h 224"/>
              <a:gd name="T14" fmla="*/ 224 w 295"/>
              <a:gd name="T15" fmla="*/ 208 h 224"/>
              <a:gd name="T16" fmla="*/ 224 w 295"/>
              <a:gd name="T17" fmla="*/ 179 h 224"/>
              <a:gd name="T18" fmla="*/ 224 w 295"/>
              <a:gd name="T19" fmla="*/ 194 h 224"/>
              <a:gd name="T20" fmla="*/ 201 w 295"/>
              <a:gd name="T21" fmla="*/ 128 h 224"/>
              <a:gd name="T22" fmla="*/ 203 w 295"/>
              <a:gd name="T23" fmla="*/ 98 h 224"/>
              <a:gd name="T24" fmla="*/ 195 w 295"/>
              <a:gd name="T25" fmla="*/ 67 h 224"/>
              <a:gd name="T26" fmla="*/ 187 w 295"/>
              <a:gd name="T27" fmla="*/ 128 h 224"/>
              <a:gd name="T28" fmla="*/ 187 w 295"/>
              <a:gd name="T29" fmla="*/ 100 h 224"/>
              <a:gd name="T30" fmla="*/ 190 w 295"/>
              <a:gd name="T31" fmla="*/ 75 h 224"/>
              <a:gd name="T32" fmla="*/ 187 w 295"/>
              <a:gd name="T33" fmla="*/ 0 h 224"/>
              <a:gd name="T34" fmla="*/ 187 w 295"/>
              <a:gd name="T35" fmla="*/ 0 h 224"/>
              <a:gd name="T36" fmla="*/ 147 w 295"/>
              <a:gd name="T37" fmla="*/ 208 h 224"/>
              <a:gd name="T38" fmla="*/ 182 w 295"/>
              <a:gd name="T39" fmla="*/ 67 h 224"/>
              <a:gd name="T40" fmla="*/ 168 w 295"/>
              <a:gd name="T41" fmla="*/ 109 h 224"/>
              <a:gd name="T42" fmla="*/ 187 w 295"/>
              <a:gd name="T43" fmla="*/ 194 h 224"/>
              <a:gd name="T44" fmla="*/ 148 w 295"/>
              <a:gd name="T45" fmla="*/ 125 h 224"/>
              <a:gd name="T46" fmla="*/ 147 w 295"/>
              <a:gd name="T47" fmla="*/ 106 h 224"/>
              <a:gd name="T48" fmla="*/ 184 w 295"/>
              <a:gd name="T49" fmla="*/ 70 h 224"/>
              <a:gd name="T50" fmla="*/ 187 w 295"/>
              <a:gd name="T51" fmla="*/ 91 h 224"/>
              <a:gd name="T52" fmla="*/ 179 w 295"/>
              <a:gd name="T53" fmla="*/ 116 h 224"/>
              <a:gd name="T54" fmla="*/ 187 w 295"/>
              <a:gd name="T55" fmla="*/ 100 h 224"/>
              <a:gd name="T56" fmla="*/ 147 w 295"/>
              <a:gd name="T57" fmla="*/ 16 h 224"/>
              <a:gd name="T58" fmla="*/ 147 w 295"/>
              <a:gd name="T59" fmla="*/ 208 h 224"/>
              <a:gd name="T60" fmla="*/ 147 w 295"/>
              <a:gd name="T61" fmla="*/ 106 h 224"/>
              <a:gd name="T62" fmla="*/ 127 w 295"/>
              <a:gd name="T63" fmla="*/ 121 h 224"/>
              <a:gd name="T64" fmla="*/ 147 w 295"/>
              <a:gd name="T65" fmla="*/ 137 h 224"/>
              <a:gd name="T66" fmla="*/ 102 w 295"/>
              <a:gd name="T67" fmla="*/ 156 h 224"/>
              <a:gd name="T68" fmla="*/ 109 w 295"/>
              <a:gd name="T69" fmla="*/ 113 h 224"/>
              <a:gd name="T70" fmla="*/ 100 w 295"/>
              <a:gd name="T71" fmla="*/ 93 h 224"/>
              <a:gd name="T72" fmla="*/ 111 w 295"/>
              <a:gd name="T73" fmla="*/ 97 h 224"/>
              <a:gd name="T74" fmla="*/ 99 w 295"/>
              <a:gd name="T75" fmla="*/ 88 h 224"/>
              <a:gd name="T76" fmla="*/ 101 w 295"/>
              <a:gd name="T77" fmla="*/ 150 h 224"/>
              <a:gd name="T78" fmla="*/ 99 w 295"/>
              <a:gd name="T79" fmla="*/ 123 h 224"/>
              <a:gd name="T80" fmla="*/ 0 w 295"/>
              <a:gd name="T81" fmla="*/ 23 h 224"/>
              <a:gd name="T82" fmla="*/ 99 w 295"/>
              <a:gd name="T83" fmla="*/ 208 h 224"/>
              <a:gd name="T84" fmla="*/ 17 w 295"/>
              <a:gd name="T85" fmla="*/ 35 h 224"/>
              <a:gd name="T86" fmla="*/ 99 w 295"/>
              <a:gd name="T87" fmla="*/ 29 h 224"/>
              <a:gd name="T88" fmla="*/ 79 w 295"/>
              <a:gd name="T89" fmla="*/ 129 h 224"/>
              <a:gd name="T90" fmla="*/ 99 w 295"/>
              <a:gd name="T91" fmla="*/ 157 h 224"/>
              <a:gd name="T92" fmla="*/ 30 w 295"/>
              <a:gd name="T93" fmla="*/ 45 h 224"/>
              <a:gd name="T94" fmla="*/ 99 w 295"/>
              <a:gd name="T95" fmla="*/ 115 h 224"/>
              <a:gd name="T96" fmla="*/ 99 w 295"/>
              <a:gd name="T97" fmla="*/ 123 h 224"/>
              <a:gd name="T98" fmla="*/ 91 w 295"/>
              <a:gd name="T99" fmla="*/ 13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5" h="224">
                <a:moveTo>
                  <a:pt x="271" y="224"/>
                </a:moveTo>
                <a:cubicBezTo>
                  <a:pt x="284" y="224"/>
                  <a:pt x="295" y="213"/>
                  <a:pt x="295" y="200"/>
                </a:cubicBezTo>
                <a:cubicBezTo>
                  <a:pt x="295" y="23"/>
                  <a:pt x="295" y="23"/>
                  <a:pt x="295" y="23"/>
                </a:cubicBezTo>
                <a:cubicBezTo>
                  <a:pt x="295" y="10"/>
                  <a:pt x="284" y="0"/>
                  <a:pt x="271" y="0"/>
                </a:cubicBezTo>
                <a:cubicBezTo>
                  <a:pt x="224" y="0"/>
                  <a:pt x="224" y="0"/>
                  <a:pt x="224" y="0"/>
                </a:cubicBezTo>
                <a:cubicBezTo>
                  <a:pt x="224" y="16"/>
                  <a:pt x="224" y="16"/>
                  <a:pt x="224" y="16"/>
                </a:cubicBezTo>
                <a:cubicBezTo>
                  <a:pt x="258" y="16"/>
                  <a:pt x="258" y="16"/>
                  <a:pt x="258" y="16"/>
                </a:cubicBezTo>
                <a:cubicBezTo>
                  <a:pt x="268" y="16"/>
                  <a:pt x="277" y="24"/>
                  <a:pt x="277" y="35"/>
                </a:cubicBezTo>
                <a:cubicBezTo>
                  <a:pt x="277" y="189"/>
                  <a:pt x="277" y="189"/>
                  <a:pt x="277" y="189"/>
                </a:cubicBezTo>
                <a:cubicBezTo>
                  <a:pt x="277" y="199"/>
                  <a:pt x="268" y="208"/>
                  <a:pt x="258" y="208"/>
                </a:cubicBezTo>
                <a:cubicBezTo>
                  <a:pt x="224" y="208"/>
                  <a:pt x="224" y="208"/>
                  <a:pt x="224" y="208"/>
                </a:cubicBezTo>
                <a:cubicBezTo>
                  <a:pt x="224" y="224"/>
                  <a:pt x="224" y="224"/>
                  <a:pt x="224" y="224"/>
                </a:cubicBezTo>
                <a:cubicBezTo>
                  <a:pt x="271" y="224"/>
                  <a:pt x="271" y="224"/>
                  <a:pt x="271" y="224"/>
                </a:cubicBezTo>
                <a:close/>
                <a:moveTo>
                  <a:pt x="224" y="194"/>
                </a:moveTo>
                <a:cubicBezTo>
                  <a:pt x="224" y="188"/>
                  <a:pt x="224" y="188"/>
                  <a:pt x="224" y="188"/>
                </a:cubicBezTo>
                <a:cubicBezTo>
                  <a:pt x="248" y="188"/>
                  <a:pt x="248" y="188"/>
                  <a:pt x="248" y="188"/>
                </a:cubicBezTo>
                <a:cubicBezTo>
                  <a:pt x="248" y="179"/>
                  <a:pt x="248" y="179"/>
                  <a:pt x="248" y="179"/>
                </a:cubicBezTo>
                <a:cubicBezTo>
                  <a:pt x="224" y="179"/>
                  <a:pt x="224" y="179"/>
                  <a:pt x="224" y="179"/>
                </a:cubicBezTo>
                <a:cubicBezTo>
                  <a:pt x="224" y="29"/>
                  <a:pt x="224" y="29"/>
                  <a:pt x="224" y="29"/>
                </a:cubicBezTo>
                <a:cubicBezTo>
                  <a:pt x="249" y="29"/>
                  <a:pt x="249" y="29"/>
                  <a:pt x="249" y="29"/>
                </a:cubicBezTo>
                <a:cubicBezTo>
                  <a:pt x="257" y="29"/>
                  <a:pt x="264" y="36"/>
                  <a:pt x="264" y="45"/>
                </a:cubicBezTo>
                <a:cubicBezTo>
                  <a:pt x="264" y="179"/>
                  <a:pt x="264" y="179"/>
                  <a:pt x="264" y="179"/>
                </a:cubicBezTo>
                <a:cubicBezTo>
                  <a:pt x="264" y="187"/>
                  <a:pt x="257" y="194"/>
                  <a:pt x="249" y="194"/>
                </a:cubicBezTo>
                <a:lnTo>
                  <a:pt x="224" y="194"/>
                </a:lnTo>
                <a:close/>
                <a:moveTo>
                  <a:pt x="224" y="0"/>
                </a:moveTo>
                <a:cubicBezTo>
                  <a:pt x="187" y="0"/>
                  <a:pt x="187" y="0"/>
                  <a:pt x="187" y="0"/>
                </a:cubicBezTo>
                <a:cubicBezTo>
                  <a:pt x="187" y="16"/>
                  <a:pt x="187" y="16"/>
                  <a:pt x="187" y="16"/>
                </a:cubicBezTo>
                <a:cubicBezTo>
                  <a:pt x="224" y="16"/>
                  <a:pt x="224" y="16"/>
                  <a:pt x="224" y="16"/>
                </a:cubicBezTo>
                <a:cubicBezTo>
                  <a:pt x="224" y="0"/>
                  <a:pt x="224" y="0"/>
                  <a:pt x="224" y="0"/>
                </a:cubicBezTo>
                <a:close/>
                <a:moveTo>
                  <a:pt x="187" y="224"/>
                </a:moveTo>
                <a:cubicBezTo>
                  <a:pt x="224" y="224"/>
                  <a:pt x="224" y="224"/>
                  <a:pt x="224" y="224"/>
                </a:cubicBezTo>
                <a:cubicBezTo>
                  <a:pt x="224" y="208"/>
                  <a:pt x="224" y="208"/>
                  <a:pt x="224" y="208"/>
                </a:cubicBezTo>
                <a:cubicBezTo>
                  <a:pt x="187" y="208"/>
                  <a:pt x="187" y="208"/>
                  <a:pt x="187" y="208"/>
                </a:cubicBezTo>
                <a:cubicBezTo>
                  <a:pt x="187" y="224"/>
                  <a:pt x="187" y="224"/>
                  <a:pt x="187" y="224"/>
                </a:cubicBezTo>
                <a:close/>
                <a:moveTo>
                  <a:pt x="224" y="29"/>
                </a:moveTo>
                <a:cubicBezTo>
                  <a:pt x="224" y="179"/>
                  <a:pt x="224" y="179"/>
                  <a:pt x="224" y="179"/>
                </a:cubicBezTo>
                <a:cubicBezTo>
                  <a:pt x="200" y="179"/>
                  <a:pt x="200" y="179"/>
                  <a:pt x="200" y="179"/>
                </a:cubicBezTo>
                <a:cubicBezTo>
                  <a:pt x="200" y="188"/>
                  <a:pt x="200" y="188"/>
                  <a:pt x="200" y="188"/>
                </a:cubicBezTo>
                <a:cubicBezTo>
                  <a:pt x="224" y="188"/>
                  <a:pt x="224" y="188"/>
                  <a:pt x="224" y="188"/>
                </a:cubicBezTo>
                <a:cubicBezTo>
                  <a:pt x="224" y="194"/>
                  <a:pt x="224" y="194"/>
                  <a:pt x="224" y="194"/>
                </a:cubicBezTo>
                <a:cubicBezTo>
                  <a:pt x="187" y="194"/>
                  <a:pt x="187" y="194"/>
                  <a:pt x="187" y="194"/>
                </a:cubicBezTo>
                <a:cubicBezTo>
                  <a:pt x="187" y="135"/>
                  <a:pt x="187" y="135"/>
                  <a:pt x="187" y="135"/>
                </a:cubicBezTo>
                <a:cubicBezTo>
                  <a:pt x="188" y="135"/>
                  <a:pt x="189" y="134"/>
                  <a:pt x="189" y="134"/>
                </a:cubicBezTo>
                <a:cubicBezTo>
                  <a:pt x="194" y="133"/>
                  <a:pt x="197" y="131"/>
                  <a:pt x="201" y="128"/>
                </a:cubicBezTo>
                <a:cubicBezTo>
                  <a:pt x="204" y="124"/>
                  <a:pt x="206" y="121"/>
                  <a:pt x="207" y="117"/>
                </a:cubicBezTo>
                <a:cubicBezTo>
                  <a:pt x="208" y="115"/>
                  <a:pt x="208" y="113"/>
                  <a:pt x="208" y="111"/>
                </a:cubicBezTo>
                <a:cubicBezTo>
                  <a:pt x="208" y="109"/>
                  <a:pt x="208" y="107"/>
                  <a:pt x="207" y="104"/>
                </a:cubicBezTo>
                <a:cubicBezTo>
                  <a:pt x="207" y="102"/>
                  <a:pt x="205" y="100"/>
                  <a:pt x="203" y="98"/>
                </a:cubicBezTo>
                <a:cubicBezTo>
                  <a:pt x="200" y="96"/>
                  <a:pt x="197" y="94"/>
                  <a:pt x="193" y="94"/>
                </a:cubicBezTo>
                <a:cubicBezTo>
                  <a:pt x="197" y="91"/>
                  <a:pt x="199" y="88"/>
                  <a:pt x="201" y="85"/>
                </a:cubicBezTo>
                <a:cubicBezTo>
                  <a:pt x="202" y="81"/>
                  <a:pt x="202" y="78"/>
                  <a:pt x="201" y="74"/>
                </a:cubicBezTo>
                <a:cubicBezTo>
                  <a:pt x="200" y="71"/>
                  <a:pt x="198" y="69"/>
                  <a:pt x="195" y="67"/>
                </a:cubicBezTo>
                <a:cubicBezTo>
                  <a:pt x="193" y="66"/>
                  <a:pt x="190" y="66"/>
                  <a:pt x="187" y="66"/>
                </a:cubicBezTo>
                <a:cubicBezTo>
                  <a:pt x="187" y="29"/>
                  <a:pt x="187" y="29"/>
                  <a:pt x="187" y="29"/>
                </a:cubicBezTo>
                <a:cubicBezTo>
                  <a:pt x="224" y="29"/>
                  <a:pt x="224" y="29"/>
                  <a:pt x="224" y="29"/>
                </a:cubicBezTo>
                <a:close/>
                <a:moveTo>
                  <a:pt x="187" y="128"/>
                </a:moveTo>
                <a:cubicBezTo>
                  <a:pt x="187" y="128"/>
                  <a:pt x="188" y="128"/>
                  <a:pt x="188" y="128"/>
                </a:cubicBezTo>
                <a:cubicBezTo>
                  <a:pt x="191" y="127"/>
                  <a:pt x="193" y="125"/>
                  <a:pt x="194" y="122"/>
                </a:cubicBezTo>
                <a:cubicBezTo>
                  <a:pt x="195" y="118"/>
                  <a:pt x="195" y="115"/>
                  <a:pt x="194" y="111"/>
                </a:cubicBezTo>
                <a:cubicBezTo>
                  <a:pt x="193" y="106"/>
                  <a:pt x="191" y="103"/>
                  <a:pt x="187" y="100"/>
                </a:cubicBezTo>
                <a:cubicBezTo>
                  <a:pt x="187" y="128"/>
                  <a:pt x="187" y="128"/>
                  <a:pt x="187" y="128"/>
                </a:cubicBezTo>
                <a:close/>
                <a:moveTo>
                  <a:pt x="187" y="91"/>
                </a:moveTo>
                <a:cubicBezTo>
                  <a:pt x="189" y="87"/>
                  <a:pt x="190" y="84"/>
                  <a:pt x="190" y="80"/>
                </a:cubicBezTo>
                <a:cubicBezTo>
                  <a:pt x="190" y="78"/>
                  <a:pt x="190" y="77"/>
                  <a:pt x="190" y="75"/>
                </a:cubicBezTo>
                <a:cubicBezTo>
                  <a:pt x="189" y="74"/>
                  <a:pt x="189" y="72"/>
                  <a:pt x="188" y="71"/>
                </a:cubicBezTo>
                <a:cubicBezTo>
                  <a:pt x="187" y="71"/>
                  <a:pt x="187" y="71"/>
                  <a:pt x="187" y="71"/>
                </a:cubicBezTo>
                <a:lnTo>
                  <a:pt x="187" y="91"/>
                </a:lnTo>
                <a:close/>
                <a:moveTo>
                  <a:pt x="187" y="0"/>
                </a:moveTo>
                <a:cubicBezTo>
                  <a:pt x="147" y="0"/>
                  <a:pt x="147" y="0"/>
                  <a:pt x="147" y="0"/>
                </a:cubicBezTo>
                <a:cubicBezTo>
                  <a:pt x="147" y="16"/>
                  <a:pt x="147" y="16"/>
                  <a:pt x="147" y="16"/>
                </a:cubicBezTo>
                <a:cubicBezTo>
                  <a:pt x="187" y="16"/>
                  <a:pt x="187" y="16"/>
                  <a:pt x="187" y="16"/>
                </a:cubicBezTo>
                <a:cubicBezTo>
                  <a:pt x="187" y="0"/>
                  <a:pt x="187" y="0"/>
                  <a:pt x="187" y="0"/>
                </a:cubicBezTo>
                <a:close/>
                <a:moveTo>
                  <a:pt x="147" y="224"/>
                </a:moveTo>
                <a:cubicBezTo>
                  <a:pt x="187" y="224"/>
                  <a:pt x="187" y="224"/>
                  <a:pt x="187" y="224"/>
                </a:cubicBezTo>
                <a:cubicBezTo>
                  <a:pt x="187" y="208"/>
                  <a:pt x="187" y="208"/>
                  <a:pt x="187" y="208"/>
                </a:cubicBezTo>
                <a:cubicBezTo>
                  <a:pt x="147" y="208"/>
                  <a:pt x="147" y="208"/>
                  <a:pt x="147" y="208"/>
                </a:cubicBezTo>
                <a:cubicBezTo>
                  <a:pt x="147" y="224"/>
                  <a:pt x="147" y="224"/>
                  <a:pt x="147" y="224"/>
                </a:cubicBezTo>
                <a:close/>
                <a:moveTo>
                  <a:pt x="187" y="29"/>
                </a:moveTo>
                <a:cubicBezTo>
                  <a:pt x="187" y="66"/>
                  <a:pt x="187" y="66"/>
                  <a:pt x="187" y="66"/>
                </a:cubicBezTo>
                <a:cubicBezTo>
                  <a:pt x="185" y="66"/>
                  <a:pt x="184" y="66"/>
                  <a:pt x="182" y="67"/>
                </a:cubicBezTo>
                <a:cubicBezTo>
                  <a:pt x="176" y="68"/>
                  <a:pt x="172" y="71"/>
                  <a:pt x="169" y="75"/>
                </a:cubicBezTo>
                <a:cubicBezTo>
                  <a:pt x="167" y="80"/>
                  <a:pt x="166" y="84"/>
                  <a:pt x="167" y="88"/>
                </a:cubicBezTo>
                <a:cubicBezTo>
                  <a:pt x="168" y="93"/>
                  <a:pt x="172" y="97"/>
                  <a:pt x="177" y="98"/>
                </a:cubicBezTo>
                <a:cubicBezTo>
                  <a:pt x="173" y="101"/>
                  <a:pt x="169" y="105"/>
                  <a:pt x="168" y="109"/>
                </a:cubicBezTo>
                <a:cubicBezTo>
                  <a:pt x="166" y="113"/>
                  <a:pt x="165" y="117"/>
                  <a:pt x="167" y="122"/>
                </a:cubicBezTo>
                <a:cubicBezTo>
                  <a:pt x="168" y="126"/>
                  <a:pt x="170" y="130"/>
                  <a:pt x="175" y="133"/>
                </a:cubicBezTo>
                <a:cubicBezTo>
                  <a:pt x="178" y="135"/>
                  <a:pt x="182" y="135"/>
                  <a:pt x="187" y="135"/>
                </a:cubicBezTo>
                <a:cubicBezTo>
                  <a:pt x="187" y="194"/>
                  <a:pt x="187" y="194"/>
                  <a:pt x="187" y="194"/>
                </a:cubicBezTo>
                <a:cubicBezTo>
                  <a:pt x="147" y="194"/>
                  <a:pt x="147" y="194"/>
                  <a:pt x="147" y="194"/>
                </a:cubicBezTo>
                <a:cubicBezTo>
                  <a:pt x="147" y="137"/>
                  <a:pt x="147" y="137"/>
                  <a:pt x="147" y="137"/>
                </a:cubicBezTo>
                <a:cubicBezTo>
                  <a:pt x="148" y="137"/>
                  <a:pt x="148" y="137"/>
                  <a:pt x="148" y="137"/>
                </a:cubicBezTo>
                <a:cubicBezTo>
                  <a:pt x="148" y="125"/>
                  <a:pt x="148" y="125"/>
                  <a:pt x="148" y="125"/>
                </a:cubicBezTo>
                <a:cubicBezTo>
                  <a:pt x="159" y="123"/>
                  <a:pt x="159" y="123"/>
                  <a:pt x="159" y="123"/>
                </a:cubicBezTo>
                <a:cubicBezTo>
                  <a:pt x="158" y="112"/>
                  <a:pt x="158" y="112"/>
                  <a:pt x="158" y="112"/>
                </a:cubicBezTo>
                <a:cubicBezTo>
                  <a:pt x="147" y="115"/>
                  <a:pt x="147" y="115"/>
                  <a:pt x="147" y="115"/>
                </a:cubicBezTo>
                <a:cubicBezTo>
                  <a:pt x="147" y="106"/>
                  <a:pt x="147" y="106"/>
                  <a:pt x="147" y="106"/>
                </a:cubicBezTo>
                <a:cubicBezTo>
                  <a:pt x="147" y="29"/>
                  <a:pt x="147" y="29"/>
                  <a:pt x="147" y="29"/>
                </a:cubicBezTo>
                <a:cubicBezTo>
                  <a:pt x="187" y="29"/>
                  <a:pt x="187" y="29"/>
                  <a:pt x="187" y="29"/>
                </a:cubicBezTo>
                <a:close/>
                <a:moveTo>
                  <a:pt x="187" y="71"/>
                </a:moveTo>
                <a:cubicBezTo>
                  <a:pt x="186" y="70"/>
                  <a:pt x="185" y="70"/>
                  <a:pt x="184" y="70"/>
                </a:cubicBezTo>
                <a:cubicBezTo>
                  <a:pt x="181" y="71"/>
                  <a:pt x="179" y="73"/>
                  <a:pt x="178" y="76"/>
                </a:cubicBezTo>
                <a:cubicBezTo>
                  <a:pt x="177" y="78"/>
                  <a:pt x="177" y="81"/>
                  <a:pt x="178" y="83"/>
                </a:cubicBezTo>
                <a:cubicBezTo>
                  <a:pt x="179" y="88"/>
                  <a:pt x="181" y="91"/>
                  <a:pt x="185" y="93"/>
                </a:cubicBezTo>
                <a:cubicBezTo>
                  <a:pt x="186" y="92"/>
                  <a:pt x="187" y="91"/>
                  <a:pt x="187" y="91"/>
                </a:cubicBezTo>
                <a:cubicBezTo>
                  <a:pt x="187" y="71"/>
                  <a:pt x="187" y="71"/>
                  <a:pt x="187" y="71"/>
                </a:cubicBezTo>
                <a:close/>
                <a:moveTo>
                  <a:pt x="187" y="100"/>
                </a:moveTo>
                <a:cubicBezTo>
                  <a:pt x="187" y="100"/>
                  <a:pt x="186" y="100"/>
                  <a:pt x="186" y="99"/>
                </a:cubicBezTo>
                <a:cubicBezTo>
                  <a:pt x="181" y="104"/>
                  <a:pt x="179" y="110"/>
                  <a:pt x="179" y="116"/>
                </a:cubicBezTo>
                <a:cubicBezTo>
                  <a:pt x="179" y="118"/>
                  <a:pt x="179" y="120"/>
                  <a:pt x="180" y="121"/>
                </a:cubicBezTo>
                <a:cubicBezTo>
                  <a:pt x="180" y="124"/>
                  <a:pt x="182" y="126"/>
                  <a:pt x="183" y="127"/>
                </a:cubicBezTo>
                <a:cubicBezTo>
                  <a:pt x="184" y="128"/>
                  <a:pt x="186" y="128"/>
                  <a:pt x="187" y="128"/>
                </a:cubicBezTo>
                <a:lnTo>
                  <a:pt x="187" y="100"/>
                </a:lnTo>
                <a:close/>
                <a:moveTo>
                  <a:pt x="147" y="0"/>
                </a:moveTo>
                <a:cubicBezTo>
                  <a:pt x="99" y="0"/>
                  <a:pt x="99" y="0"/>
                  <a:pt x="99" y="0"/>
                </a:cubicBezTo>
                <a:cubicBezTo>
                  <a:pt x="99" y="16"/>
                  <a:pt x="99" y="16"/>
                  <a:pt x="99" y="16"/>
                </a:cubicBezTo>
                <a:cubicBezTo>
                  <a:pt x="147" y="16"/>
                  <a:pt x="147" y="16"/>
                  <a:pt x="147" y="16"/>
                </a:cubicBezTo>
                <a:cubicBezTo>
                  <a:pt x="147" y="0"/>
                  <a:pt x="147" y="0"/>
                  <a:pt x="147" y="0"/>
                </a:cubicBezTo>
                <a:close/>
                <a:moveTo>
                  <a:pt x="99" y="224"/>
                </a:moveTo>
                <a:cubicBezTo>
                  <a:pt x="147" y="224"/>
                  <a:pt x="147" y="224"/>
                  <a:pt x="147" y="224"/>
                </a:cubicBezTo>
                <a:cubicBezTo>
                  <a:pt x="147" y="208"/>
                  <a:pt x="147" y="208"/>
                  <a:pt x="147" y="208"/>
                </a:cubicBezTo>
                <a:cubicBezTo>
                  <a:pt x="99" y="208"/>
                  <a:pt x="99" y="208"/>
                  <a:pt x="99" y="208"/>
                </a:cubicBezTo>
                <a:cubicBezTo>
                  <a:pt x="99" y="224"/>
                  <a:pt x="99" y="224"/>
                  <a:pt x="99" y="224"/>
                </a:cubicBezTo>
                <a:close/>
                <a:moveTo>
                  <a:pt x="147" y="29"/>
                </a:moveTo>
                <a:cubicBezTo>
                  <a:pt x="147" y="106"/>
                  <a:pt x="147" y="106"/>
                  <a:pt x="147" y="106"/>
                </a:cubicBezTo>
                <a:cubicBezTo>
                  <a:pt x="147" y="104"/>
                  <a:pt x="147" y="104"/>
                  <a:pt x="147" y="104"/>
                </a:cubicBezTo>
                <a:cubicBezTo>
                  <a:pt x="137" y="107"/>
                  <a:pt x="137" y="107"/>
                  <a:pt x="137" y="107"/>
                </a:cubicBezTo>
                <a:cubicBezTo>
                  <a:pt x="138" y="118"/>
                  <a:pt x="138" y="118"/>
                  <a:pt x="138" y="118"/>
                </a:cubicBezTo>
                <a:cubicBezTo>
                  <a:pt x="127" y="121"/>
                  <a:pt x="127" y="121"/>
                  <a:pt x="127" y="121"/>
                </a:cubicBezTo>
                <a:cubicBezTo>
                  <a:pt x="127" y="131"/>
                  <a:pt x="127" y="131"/>
                  <a:pt x="127" y="131"/>
                </a:cubicBezTo>
                <a:cubicBezTo>
                  <a:pt x="138" y="128"/>
                  <a:pt x="138" y="128"/>
                  <a:pt x="138" y="128"/>
                </a:cubicBezTo>
                <a:cubicBezTo>
                  <a:pt x="138" y="139"/>
                  <a:pt x="138" y="139"/>
                  <a:pt x="138" y="139"/>
                </a:cubicBezTo>
                <a:cubicBezTo>
                  <a:pt x="147" y="137"/>
                  <a:pt x="147" y="137"/>
                  <a:pt x="147" y="137"/>
                </a:cubicBezTo>
                <a:cubicBezTo>
                  <a:pt x="147" y="194"/>
                  <a:pt x="147" y="194"/>
                  <a:pt x="147" y="194"/>
                </a:cubicBezTo>
                <a:cubicBezTo>
                  <a:pt x="99" y="194"/>
                  <a:pt x="99" y="194"/>
                  <a:pt x="99" y="194"/>
                </a:cubicBezTo>
                <a:cubicBezTo>
                  <a:pt x="99" y="157"/>
                  <a:pt x="99" y="157"/>
                  <a:pt x="99" y="157"/>
                </a:cubicBezTo>
                <a:cubicBezTo>
                  <a:pt x="100" y="157"/>
                  <a:pt x="101" y="157"/>
                  <a:pt x="102" y="156"/>
                </a:cubicBezTo>
                <a:cubicBezTo>
                  <a:pt x="109" y="155"/>
                  <a:pt x="113" y="151"/>
                  <a:pt x="117" y="145"/>
                </a:cubicBezTo>
                <a:cubicBezTo>
                  <a:pt x="120" y="139"/>
                  <a:pt x="121" y="132"/>
                  <a:pt x="119" y="124"/>
                </a:cubicBezTo>
                <a:cubicBezTo>
                  <a:pt x="118" y="120"/>
                  <a:pt x="116" y="117"/>
                  <a:pt x="114" y="115"/>
                </a:cubicBezTo>
                <a:cubicBezTo>
                  <a:pt x="112" y="114"/>
                  <a:pt x="111" y="113"/>
                  <a:pt x="109" y="113"/>
                </a:cubicBezTo>
                <a:cubicBezTo>
                  <a:pt x="108" y="112"/>
                  <a:pt x="105" y="113"/>
                  <a:pt x="103" y="113"/>
                </a:cubicBezTo>
                <a:cubicBezTo>
                  <a:pt x="101" y="114"/>
                  <a:pt x="100" y="114"/>
                  <a:pt x="99" y="115"/>
                </a:cubicBezTo>
                <a:cubicBezTo>
                  <a:pt x="99" y="93"/>
                  <a:pt x="99" y="93"/>
                  <a:pt x="99" y="93"/>
                </a:cubicBezTo>
                <a:cubicBezTo>
                  <a:pt x="100" y="93"/>
                  <a:pt x="100" y="93"/>
                  <a:pt x="100" y="93"/>
                </a:cubicBezTo>
                <a:cubicBezTo>
                  <a:pt x="102" y="93"/>
                  <a:pt x="103" y="93"/>
                  <a:pt x="104" y="94"/>
                </a:cubicBezTo>
                <a:cubicBezTo>
                  <a:pt x="105" y="94"/>
                  <a:pt x="106" y="95"/>
                  <a:pt x="106" y="97"/>
                </a:cubicBezTo>
                <a:cubicBezTo>
                  <a:pt x="106" y="98"/>
                  <a:pt x="106" y="99"/>
                  <a:pt x="105" y="100"/>
                </a:cubicBezTo>
                <a:cubicBezTo>
                  <a:pt x="108" y="99"/>
                  <a:pt x="110" y="98"/>
                  <a:pt x="111" y="97"/>
                </a:cubicBezTo>
                <a:cubicBezTo>
                  <a:pt x="112" y="95"/>
                  <a:pt x="112" y="93"/>
                  <a:pt x="111" y="92"/>
                </a:cubicBezTo>
                <a:cubicBezTo>
                  <a:pt x="111" y="90"/>
                  <a:pt x="110" y="89"/>
                  <a:pt x="107" y="88"/>
                </a:cubicBezTo>
                <a:cubicBezTo>
                  <a:pt x="105" y="87"/>
                  <a:pt x="103" y="87"/>
                  <a:pt x="100" y="88"/>
                </a:cubicBezTo>
                <a:cubicBezTo>
                  <a:pt x="99" y="88"/>
                  <a:pt x="99" y="88"/>
                  <a:pt x="99" y="88"/>
                </a:cubicBezTo>
                <a:cubicBezTo>
                  <a:pt x="99" y="29"/>
                  <a:pt x="99" y="29"/>
                  <a:pt x="99" y="29"/>
                </a:cubicBezTo>
                <a:cubicBezTo>
                  <a:pt x="147" y="29"/>
                  <a:pt x="147" y="29"/>
                  <a:pt x="147" y="29"/>
                </a:cubicBezTo>
                <a:close/>
                <a:moveTo>
                  <a:pt x="99" y="150"/>
                </a:moveTo>
                <a:cubicBezTo>
                  <a:pt x="100" y="150"/>
                  <a:pt x="101" y="150"/>
                  <a:pt x="101" y="150"/>
                </a:cubicBezTo>
                <a:cubicBezTo>
                  <a:pt x="105" y="149"/>
                  <a:pt x="107" y="146"/>
                  <a:pt x="109" y="142"/>
                </a:cubicBezTo>
                <a:cubicBezTo>
                  <a:pt x="110" y="137"/>
                  <a:pt x="111" y="133"/>
                  <a:pt x="110" y="129"/>
                </a:cubicBezTo>
                <a:cubicBezTo>
                  <a:pt x="108" y="123"/>
                  <a:pt x="106" y="120"/>
                  <a:pt x="103" y="121"/>
                </a:cubicBezTo>
                <a:cubicBezTo>
                  <a:pt x="101" y="121"/>
                  <a:pt x="100" y="122"/>
                  <a:pt x="99" y="123"/>
                </a:cubicBezTo>
                <a:lnTo>
                  <a:pt x="99" y="150"/>
                </a:lnTo>
                <a:close/>
                <a:moveTo>
                  <a:pt x="99" y="0"/>
                </a:moveTo>
                <a:cubicBezTo>
                  <a:pt x="23" y="0"/>
                  <a:pt x="23" y="0"/>
                  <a:pt x="23" y="0"/>
                </a:cubicBezTo>
                <a:cubicBezTo>
                  <a:pt x="10" y="0"/>
                  <a:pt x="0" y="10"/>
                  <a:pt x="0" y="23"/>
                </a:cubicBezTo>
                <a:cubicBezTo>
                  <a:pt x="0" y="200"/>
                  <a:pt x="0" y="200"/>
                  <a:pt x="0" y="200"/>
                </a:cubicBezTo>
                <a:cubicBezTo>
                  <a:pt x="0" y="213"/>
                  <a:pt x="10" y="224"/>
                  <a:pt x="23" y="224"/>
                </a:cubicBezTo>
                <a:cubicBezTo>
                  <a:pt x="99" y="224"/>
                  <a:pt x="99" y="224"/>
                  <a:pt x="99" y="224"/>
                </a:cubicBezTo>
                <a:cubicBezTo>
                  <a:pt x="99" y="208"/>
                  <a:pt x="99" y="208"/>
                  <a:pt x="99" y="208"/>
                </a:cubicBezTo>
                <a:cubicBezTo>
                  <a:pt x="37" y="208"/>
                  <a:pt x="37" y="208"/>
                  <a:pt x="37" y="208"/>
                </a:cubicBezTo>
                <a:cubicBezTo>
                  <a:pt x="37" y="208"/>
                  <a:pt x="37" y="208"/>
                  <a:pt x="37" y="208"/>
                </a:cubicBezTo>
                <a:cubicBezTo>
                  <a:pt x="26" y="208"/>
                  <a:pt x="17" y="199"/>
                  <a:pt x="17" y="189"/>
                </a:cubicBezTo>
                <a:cubicBezTo>
                  <a:pt x="17" y="35"/>
                  <a:pt x="17" y="35"/>
                  <a:pt x="17" y="35"/>
                </a:cubicBezTo>
                <a:cubicBezTo>
                  <a:pt x="17" y="24"/>
                  <a:pt x="26" y="16"/>
                  <a:pt x="37" y="16"/>
                </a:cubicBezTo>
                <a:cubicBezTo>
                  <a:pt x="99" y="16"/>
                  <a:pt x="99" y="16"/>
                  <a:pt x="99" y="16"/>
                </a:cubicBezTo>
                <a:cubicBezTo>
                  <a:pt x="99" y="0"/>
                  <a:pt x="99" y="0"/>
                  <a:pt x="99" y="0"/>
                </a:cubicBezTo>
                <a:close/>
                <a:moveTo>
                  <a:pt x="99" y="29"/>
                </a:moveTo>
                <a:cubicBezTo>
                  <a:pt x="99" y="88"/>
                  <a:pt x="99" y="88"/>
                  <a:pt x="99" y="88"/>
                </a:cubicBezTo>
                <a:cubicBezTo>
                  <a:pt x="93" y="89"/>
                  <a:pt x="89" y="93"/>
                  <a:pt x="85" y="97"/>
                </a:cubicBezTo>
                <a:cubicBezTo>
                  <a:pt x="82" y="102"/>
                  <a:pt x="80" y="109"/>
                  <a:pt x="79" y="116"/>
                </a:cubicBezTo>
                <a:cubicBezTo>
                  <a:pt x="78" y="120"/>
                  <a:pt x="78" y="124"/>
                  <a:pt x="79" y="129"/>
                </a:cubicBezTo>
                <a:cubicBezTo>
                  <a:pt x="79" y="134"/>
                  <a:pt x="80" y="138"/>
                  <a:pt x="81" y="142"/>
                </a:cubicBezTo>
                <a:cubicBezTo>
                  <a:pt x="81" y="144"/>
                  <a:pt x="81" y="144"/>
                  <a:pt x="81" y="144"/>
                </a:cubicBezTo>
                <a:cubicBezTo>
                  <a:pt x="82" y="146"/>
                  <a:pt x="82" y="148"/>
                  <a:pt x="83" y="150"/>
                </a:cubicBezTo>
                <a:cubicBezTo>
                  <a:pt x="86" y="156"/>
                  <a:pt x="92" y="158"/>
                  <a:pt x="99" y="157"/>
                </a:cubicBezTo>
                <a:cubicBezTo>
                  <a:pt x="99" y="194"/>
                  <a:pt x="99" y="194"/>
                  <a:pt x="99" y="194"/>
                </a:cubicBezTo>
                <a:cubicBezTo>
                  <a:pt x="46" y="194"/>
                  <a:pt x="46" y="194"/>
                  <a:pt x="46" y="194"/>
                </a:cubicBezTo>
                <a:cubicBezTo>
                  <a:pt x="37" y="194"/>
                  <a:pt x="30" y="187"/>
                  <a:pt x="30" y="179"/>
                </a:cubicBezTo>
                <a:cubicBezTo>
                  <a:pt x="30" y="45"/>
                  <a:pt x="30" y="45"/>
                  <a:pt x="30" y="45"/>
                </a:cubicBezTo>
                <a:cubicBezTo>
                  <a:pt x="30" y="36"/>
                  <a:pt x="37" y="29"/>
                  <a:pt x="46" y="29"/>
                </a:cubicBezTo>
                <a:cubicBezTo>
                  <a:pt x="99" y="29"/>
                  <a:pt x="99" y="29"/>
                  <a:pt x="99" y="29"/>
                </a:cubicBezTo>
                <a:close/>
                <a:moveTo>
                  <a:pt x="99" y="93"/>
                </a:moveTo>
                <a:cubicBezTo>
                  <a:pt x="99" y="115"/>
                  <a:pt x="99" y="115"/>
                  <a:pt x="99" y="115"/>
                </a:cubicBezTo>
                <a:cubicBezTo>
                  <a:pt x="98" y="115"/>
                  <a:pt x="97" y="116"/>
                  <a:pt x="96" y="118"/>
                </a:cubicBezTo>
                <a:cubicBezTo>
                  <a:pt x="94" y="120"/>
                  <a:pt x="93" y="122"/>
                  <a:pt x="94" y="125"/>
                </a:cubicBezTo>
                <a:cubicBezTo>
                  <a:pt x="94" y="127"/>
                  <a:pt x="95" y="128"/>
                  <a:pt x="97" y="129"/>
                </a:cubicBezTo>
                <a:cubicBezTo>
                  <a:pt x="97" y="127"/>
                  <a:pt x="98" y="125"/>
                  <a:pt x="99" y="123"/>
                </a:cubicBezTo>
                <a:cubicBezTo>
                  <a:pt x="99" y="150"/>
                  <a:pt x="99" y="150"/>
                  <a:pt x="99" y="150"/>
                </a:cubicBezTo>
                <a:cubicBezTo>
                  <a:pt x="98" y="150"/>
                  <a:pt x="97" y="149"/>
                  <a:pt x="96" y="149"/>
                </a:cubicBezTo>
                <a:cubicBezTo>
                  <a:pt x="95" y="148"/>
                  <a:pt x="94" y="146"/>
                  <a:pt x="93" y="142"/>
                </a:cubicBezTo>
                <a:cubicBezTo>
                  <a:pt x="92" y="140"/>
                  <a:pt x="92" y="137"/>
                  <a:pt x="91" y="133"/>
                </a:cubicBezTo>
                <a:cubicBezTo>
                  <a:pt x="91" y="128"/>
                  <a:pt x="90" y="124"/>
                  <a:pt x="90" y="119"/>
                </a:cubicBezTo>
                <a:cubicBezTo>
                  <a:pt x="90" y="111"/>
                  <a:pt x="91" y="104"/>
                  <a:pt x="93" y="100"/>
                </a:cubicBezTo>
                <a:cubicBezTo>
                  <a:pt x="95" y="97"/>
                  <a:pt x="97" y="94"/>
                  <a:pt x="99" y="93"/>
                </a:cubicBezTo>
                <a:close/>
              </a:path>
            </a:pathLst>
          </a:custGeom>
          <a:solidFill>
            <a:srgbClr val="D20000"/>
          </a:solidFill>
          <a:ln>
            <a:noFill/>
          </a:ln>
        </p:spPr>
        <p:txBody>
          <a:bodyPr vert="horz" wrap="square" lIns="96410" tIns="48205" rIns="96410" bIns="48205" numCol="1" anchor="t" anchorCtr="0" compatLnSpc="1">
            <a:prstTxWarp prst="textNoShape">
              <a:avLst/>
            </a:prstTxWarp>
          </a:bodyPr>
          <a:lstStyle/>
          <a:p>
            <a:endParaRPr lang="id-ID" sz="1423"/>
          </a:p>
        </p:txBody>
      </p:sp>
      <p:sp>
        <p:nvSpPr>
          <p:cNvPr id="89" name="Freeform 77"/>
          <p:cNvSpPr>
            <a:spLocks/>
          </p:cNvSpPr>
          <p:nvPr/>
        </p:nvSpPr>
        <p:spPr bwMode="auto">
          <a:xfrm>
            <a:off x="8619034" y="2430640"/>
            <a:ext cx="225962" cy="169053"/>
          </a:xfrm>
          <a:custGeom>
            <a:avLst/>
            <a:gdLst>
              <a:gd name="T0" fmla="*/ 69 w 98"/>
              <a:gd name="T1" fmla="*/ 0 h 74"/>
              <a:gd name="T2" fmla="*/ 49 w 98"/>
              <a:gd name="T3" fmla="*/ 8 h 74"/>
              <a:gd name="T4" fmla="*/ 30 w 98"/>
              <a:gd name="T5" fmla="*/ 0 h 74"/>
              <a:gd name="T6" fmla="*/ 0 w 98"/>
              <a:gd name="T7" fmla="*/ 29 h 74"/>
              <a:gd name="T8" fmla="*/ 51 w 98"/>
              <a:gd name="T9" fmla="*/ 74 h 74"/>
              <a:gd name="T10" fmla="*/ 98 w 98"/>
              <a:gd name="T11" fmla="*/ 29 h 74"/>
              <a:gd name="T12" fmla="*/ 69 w 98"/>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98" h="74">
                <a:moveTo>
                  <a:pt x="69" y="0"/>
                </a:moveTo>
                <a:cubicBezTo>
                  <a:pt x="61" y="0"/>
                  <a:pt x="54" y="3"/>
                  <a:pt x="49" y="8"/>
                </a:cubicBezTo>
                <a:cubicBezTo>
                  <a:pt x="44" y="3"/>
                  <a:pt x="37" y="0"/>
                  <a:pt x="30" y="0"/>
                </a:cubicBezTo>
                <a:cubicBezTo>
                  <a:pt x="13" y="0"/>
                  <a:pt x="0" y="13"/>
                  <a:pt x="0" y="29"/>
                </a:cubicBezTo>
                <a:cubicBezTo>
                  <a:pt x="0" y="47"/>
                  <a:pt x="15" y="74"/>
                  <a:pt x="51" y="74"/>
                </a:cubicBezTo>
                <a:cubicBezTo>
                  <a:pt x="88" y="74"/>
                  <a:pt x="98" y="45"/>
                  <a:pt x="98" y="29"/>
                </a:cubicBezTo>
                <a:cubicBezTo>
                  <a:pt x="98" y="13"/>
                  <a:pt x="85" y="0"/>
                  <a:pt x="69" y="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0" name="Freeform 78"/>
          <p:cNvSpPr>
            <a:spLocks/>
          </p:cNvSpPr>
          <p:nvPr/>
        </p:nvSpPr>
        <p:spPr bwMode="auto">
          <a:xfrm>
            <a:off x="8719457" y="2387123"/>
            <a:ext cx="61931" cy="76994"/>
          </a:xfrm>
          <a:custGeom>
            <a:avLst/>
            <a:gdLst>
              <a:gd name="T0" fmla="*/ 6 w 27"/>
              <a:gd name="T1" fmla="*/ 34 h 34"/>
              <a:gd name="T2" fmla="*/ 13 w 27"/>
              <a:gd name="T3" fmla="*/ 0 h 34"/>
              <a:gd name="T4" fmla="*/ 27 w 27"/>
              <a:gd name="T5" fmla="*/ 3 h 34"/>
              <a:gd name="T6" fmla="*/ 6 w 27"/>
              <a:gd name="T7" fmla="*/ 34 h 34"/>
            </a:gdLst>
            <a:ahLst/>
            <a:cxnLst>
              <a:cxn ang="0">
                <a:pos x="T0" y="T1"/>
              </a:cxn>
              <a:cxn ang="0">
                <a:pos x="T2" y="T3"/>
              </a:cxn>
              <a:cxn ang="0">
                <a:pos x="T4" y="T5"/>
              </a:cxn>
              <a:cxn ang="0">
                <a:pos x="T6" y="T7"/>
              </a:cxn>
            </a:cxnLst>
            <a:rect l="0" t="0" r="r" b="b"/>
            <a:pathLst>
              <a:path w="27" h="34">
                <a:moveTo>
                  <a:pt x="6" y="34"/>
                </a:moveTo>
                <a:cubicBezTo>
                  <a:pt x="0" y="22"/>
                  <a:pt x="4" y="9"/>
                  <a:pt x="13" y="0"/>
                </a:cubicBezTo>
                <a:cubicBezTo>
                  <a:pt x="27" y="3"/>
                  <a:pt x="27" y="3"/>
                  <a:pt x="27" y="3"/>
                </a:cubicBezTo>
                <a:cubicBezTo>
                  <a:pt x="14" y="10"/>
                  <a:pt x="6" y="18"/>
                  <a:pt x="6" y="34"/>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1" name="Freeform 79"/>
          <p:cNvSpPr>
            <a:spLocks noEditPoints="1"/>
          </p:cNvSpPr>
          <p:nvPr/>
        </p:nvSpPr>
        <p:spPr bwMode="auto">
          <a:xfrm>
            <a:off x="8367965" y="3796452"/>
            <a:ext cx="237678" cy="329736"/>
          </a:xfrm>
          <a:custGeom>
            <a:avLst/>
            <a:gdLst>
              <a:gd name="T0" fmla="*/ 87 w 103"/>
              <a:gd name="T1" fmla="*/ 88 h 143"/>
              <a:gd name="T2" fmla="*/ 103 w 103"/>
              <a:gd name="T3" fmla="*/ 112 h 143"/>
              <a:gd name="T4" fmla="*/ 102 w 103"/>
              <a:gd name="T5" fmla="*/ 143 h 143"/>
              <a:gd name="T6" fmla="*/ 87 w 103"/>
              <a:gd name="T7" fmla="*/ 137 h 143"/>
              <a:gd name="T8" fmla="*/ 87 w 103"/>
              <a:gd name="T9" fmla="*/ 134 h 143"/>
              <a:gd name="T10" fmla="*/ 91 w 103"/>
              <a:gd name="T11" fmla="*/ 136 h 143"/>
              <a:gd name="T12" fmla="*/ 100 w 103"/>
              <a:gd name="T13" fmla="*/ 130 h 143"/>
              <a:gd name="T14" fmla="*/ 100 w 103"/>
              <a:gd name="T15" fmla="*/ 113 h 143"/>
              <a:gd name="T16" fmla="*/ 100 w 103"/>
              <a:gd name="T17" fmla="*/ 113 h 143"/>
              <a:gd name="T18" fmla="*/ 99 w 103"/>
              <a:gd name="T19" fmla="*/ 111 h 143"/>
              <a:gd name="T20" fmla="*/ 92 w 103"/>
              <a:gd name="T21" fmla="*/ 110 h 143"/>
              <a:gd name="T22" fmla="*/ 90 w 103"/>
              <a:gd name="T23" fmla="*/ 116 h 143"/>
              <a:gd name="T24" fmla="*/ 87 w 103"/>
              <a:gd name="T25" fmla="*/ 115 h 143"/>
              <a:gd name="T26" fmla="*/ 87 w 103"/>
              <a:gd name="T27" fmla="*/ 88 h 143"/>
              <a:gd name="T28" fmla="*/ 73 w 103"/>
              <a:gd name="T29" fmla="*/ 132 h 143"/>
              <a:gd name="T30" fmla="*/ 32 w 103"/>
              <a:gd name="T31" fmla="*/ 70 h 143"/>
              <a:gd name="T32" fmla="*/ 28 w 103"/>
              <a:gd name="T33" fmla="*/ 68 h 143"/>
              <a:gd name="T34" fmla="*/ 28 w 103"/>
              <a:gd name="T35" fmla="*/ 67 h 143"/>
              <a:gd name="T36" fmla="*/ 28 w 103"/>
              <a:gd name="T37" fmla="*/ 63 h 143"/>
              <a:gd name="T38" fmla="*/ 29 w 103"/>
              <a:gd name="T39" fmla="*/ 65 h 143"/>
              <a:gd name="T40" fmla="*/ 34 w 103"/>
              <a:gd name="T41" fmla="*/ 66 h 143"/>
              <a:gd name="T42" fmla="*/ 41 w 103"/>
              <a:gd name="T43" fmla="*/ 61 h 143"/>
              <a:gd name="T44" fmla="*/ 41 w 103"/>
              <a:gd name="T45" fmla="*/ 61 h 143"/>
              <a:gd name="T46" fmla="*/ 37 w 103"/>
              <a:gd name="T47" fmla="*/ 59 h 143"/>
              <a:gd name="T48" fmla="*/ 28 w 103"/>
              <a:gd name="T49" fmla="*/ 45 h 143"/>
              <a:gd name="T50" fmla="*/ 28 w 103"/>
              <a:gd name="T51" fmla="*/ 26 h 143"/>
              <a:gd name="T52" fmla="*/ 39 w 103"/>
              <a:gd name="T53" fmla="*/ 19 h 143"/>
              <a:gd name="T54" fmla="*/ 44 w 103"/>
              <a:gd name="T55" fmla="*/ 21 h 143"/>
              <a:gd name="T56" fmla="*/ 61 w 103"/>
              <a:gd name="T57" fmla="*/ 46 h 143"/>
              <a:gd name="T58" fmla="*/ 61 w 103"/>
              <a:gd name="T59" fmla="*/ 50 h 143"/>
              <a:gd name="T60" fmla="*/ 87 w 103"/>
              <a:gd name="T61" fmla="*/ 88 h 143"/>
              <a:gd name="T62" fmla="*/ 87 w 103"/>
              <a:gd name="T63" fmla="*/ 115 h 143"/>
              <a:gd name="T64" fmla="*/ 84 w 103"/>
              <a:gd name="T65" fmla="*/ 116 h 143"/>
              <a:gd name="T66" fmla="*/ 82 w 103"/>
              <a:gd name="T67" fmla="*/ 122 h 143"/>
              <a:gd name="T68" fmla="*/ 75 w 103"/>
              <a:gd name="T69" fmla="*/ 121 h 143"/>
              <a:gd name="T70" fmla="*/ 74 w 103"/>
              <a:gd name="T71" fmla="*/ 128 h 143"/>
              <a:gd name="T72" fmla="*/ 75 w 103"/>
              <a:gd name="T73" fmla="*/ 130 h 143"/>
              <a:gd name="T74" fmla="*/ 87 w 103"/>
              <a:gd name="T75" fmla="*/ 134 h 143"/>
              <a:gd name="T76" fmla="*/ 87 w 103"/>
              <a:gd name="T77" fmla="*/ 137 h 143"/>
              <a:gd name="T78" fmla="*/ 73 w 103"/>
              <a:gd name="T79" fmla="*/ 132 h 143"/>
              <a:gd name="T80" fmla="*/ 28 w 103"/>
              <a:gd name="T81" fmla="*/ 4 h 143"/>
              <a:gd name="T82" fmla="*/ 28 w 103"/>
              <a:gd name="T83" fmla="*/ 24 h 143"/>
              <a:gd name="T84" fmla="*/ 36 w 103"/>
              <a:gd name="T85" fmla="*/ 15 h 143"/>
              <a:gd name="T86" fmla="*/ 32 w 103"/>
              <a:gd name="T87" fmla="*/ 8 h 143"/>
              <a:gd name="T88" fmla="*/ 28 w 103"/>
              <a:gd name="T89" fmla="*/ 4 h 143"/>
              <a:gd name="T90" fmla="*/ 28 w 103"/>
              <a:gd name="T91" fmla="*/ 67 h 143"/>
              <a:gd name="T92" fmla="*/ 11 w 103"/>
              <a:gd name="T93" fmla="*/ 43 h 143"/>
              <a:gd name="T94" fmla="*/ 11 w 103"/>
              <a:gd name="T95" fmla="*/ 37 h 143"/>
              <a:gd name="T96" fmla="*/ 5 w 103"/>
              <a:gd name="T97" fmla="*/ 27 h 143"/>
              <a:gd name="T98" fmla="*/ 9 w 103"/>
              <a:gd name="T99" fmla="*/ 4 h 143"/>
              <a:gd name="T100" fmla="*/ 28 w 103"/>
              <a:gd name="T101" fmla="*/ 4 h 143"/>
              <a:gd name="T102" fmla="*/ 28 w 103"/>
              <a:gd name="T103" fmla="*/ 24 h 143"/>
              <a:gd name="T104" fmla="*/ 21 w 103"/>
              <a:gd name="T105" fmla="*/ 31 h 143"/>
              <a:gd name="T106" fmla="*/ 28 w 103"/>
              <a:gd name="T107" fmla="*/ 26 h 143"/>
              <a:gd name="T108" fmla="*/ 28 w 103"/>
              <a:gd name="T109" fmla="*/ 45 h 143"/>
              <a:gd name="T110" fmla="*/ 22 w 103"/>
              <a:gd name="T111" fmla="*/ 37 h 143"/>
              <a:gd name="T112" fmla="*/ 22 w 103"/>
              <a:gd name="T113" fmla="*/ 33 h 143"/>
              <a:gd name="T114" fmla="*/ 15 w 103"/>
              <a:gd name="T115" fmla="*/ 37 h 143"/>
              <a:gd name="T116" fmla="*/ 14 w 103"/>
              <a:gd name="T117" fmla="*/ 43 h 143"/>
              <a:gd name="T118" fmla="*/ 28 w 103"/>
              <a:gd name="T119" fmla="*/ 63 h 143"/>
              <a:gd name="T120" fmla="*/ 28 w 103"/>
              <a:gd name="T121" fmla="*/ 6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 h="143">
                <a:moveTo>
                  <a:pt x="87" y="88"/>
                </a:moveTo>
                <a:cubicBezTo>
                  <a:pt x="103" y="112"/>
                  <a:pt x="103" y="112"/>
                  <a:pt x="103" y="112"/>
                </a:cubicBezTo>
                <a:cubicBezTo>
                  <a:pt x="102" y="143"/>
                  <a:pt x="102" y="143"/>
                  <a:pt x="102" y="143"/>
                </a:cubicBezTo>
                <a:cubicBezTo>
                  <a:pt x="87" y="137"/>
                  <a:pt x="87" y="137"/>
                  <a:pt x="87" y="137"/>
                </a:cubicBezTo>
                <a:cubicBezTo>
                  <a:pt x="87" y="134"/>
                  <a:pt x="87" y="134"/>
                  <a:pt x="87" y="134"/>
                </a:cubicBezTo>
                <a:cubicBezTo>
                  <a:pt x="91" y="136"/>
                  <a:pt x="91" y="136"/>
                  <a:pt x="91" y="136"/>
                </a:cubicBezTo>
                <a:cubicBezTo>
                  <a:pt x="100" y="130"/>
                  <a:pt x="100" y="130"/>
                  <a:pt x="100" y="130"/>
                </a:cubicBezTo>
                <a:cubicBezTo>
                  <a:pt x="100" y="113"/>
                  <a:pt x="100" y="113"/>
                  <a:pt x="100" y="113"/>
                </a:cubicBezTo>
                <a:cubicBezTo>
                  <a:pt x="100" y="113"/>
                  <a:pt x="100" y="113"/>
                  <a:pt x="100" y="113"/>
                </a:cubicBezTo>
                <a:cubicBezTo>
                  <a:pt x="99" y="111"/>
                  <a:pt x="99" y="111"/>
                  <a:pt x="99" y="111"/>
                </a:cubicBezTo>
                <a:cubicBezTo>
                  <a:pt x="98" y="109"/>
                  <a:pt x="95" y="108"/>
                  <a:pt x="92" y="110"/>
                </a:cubicBezTo>
                <a:cubicBezTo>
                  <a:pt x="90" y="111"/>
                  <a:pt x="89" y="114"/>
                  <a:pt x="90" y="116"/>
                </a:cubicBezTo>
                <a:cubicBezTo>
                  <a:pt x="89" y="115"/>
                  <a:pt x="88" y="115"/>
                  <a:pt x="87" y="115"/>
                </a:cubicBezTo>
                <a:lnTo>
                  <a:pt x="87" y="88"/>
                </a:lnTo>
                <a:close/>
                <a:moveTo>
                  <a:pt x="73" y="132"/>
                </a:moveTo>
                <a:cubicBezTo>
                  <a:pt x="32" y="70"/>
                  <a:pt x="32" y="70"/>
                  <a:pt x="32" y="70"/>
                </a:cubicBezTo>
                <a:cubicBezTo>
                  <a:pt x="30" y="70"/>
                  <a:pt x="29" y="69"/>
                  <a:pt x="28" y="68"/>
                </a:cubicBezTo>
                <a:cubicBezTo>
                  <a:pt x="28" y="67"/>
                  <a:pt x="28" y="67"/>
                  <a:pt x="28" y="67"/>
                </a:cubicBezTo>
                <a:cubicBezTo>
                  <a:pt x="28" y="63"/>
                  <a:pt x="28" y="63"/>
                  <a:pt x="28" y="63"/>
                </a:cubicBezTo>
                <a:cubicBezTo>
                  <a:pt x="29" y="65"/>
                  <a:pt x="29" y="65"/>
                  <a:pt x="29" y="65"/>
                </a:cubicBezTo>
                <a:cubicBezTo>
                  <a:pt x="30" y="67"/>
                  <a:pt x="33" y="67"/>
                  <a:pt x="34" y="66"/>
                </a:cubicBezTo>
                <a:cubicBezTo>
                  <a:pt x="41" y="61"/>
                  <a:pt x="41" y="61"/>
                  <a:pt x="41" y="61"/>
                </a:cubicBezTo>
                <a:cubicBezTo>
                  <a:pt x="41" y="61"/>
                  <a:pt x="41" y="61"/>
                  <a:pt x="41" y="61"/>
                </a:cubicBezTo>
                <a:cubicBezTo>
                  <a:pt x="40" y="61"/>
                  <a:pt x="38" y="61"/>
                  <a:pt x="37" y="59"/>
                </a:cubicBezTo>
                <a:cubicBezTo>
                  <a:pt x="28" y="45"/>
                  <a:pt x="28" y="45"/>
                  <a:pt x="28" y="45"/>
                </a:cubicBezTo>
                <a:cubicBezTo>
                  <a:pt x="28" y="26"/>
                  <a:pt x="28" y="26"/>
                  <a:pt x="28" y="26"/>
                </a:cubicBezTo>
                <a:cubicBezTo>
                  <a:pt x="39" y="19"/>
                  <a:pt x="39" y="19"/>
                  <a:pt x="39" y="19"/>
                </a:cubicBezTo>
                <a:cubicBezTo>
                  <a:pt x="41" y="18"/>
                  <a:pt x="43" y="19"/>
                  <a:pt x="44" y="21"/>
                </a:cubicBezTo>
                <a:cubicBezTo>
                  <a:pt x="61" y="46"/>
                  <a:pt x="61" y="46"/>
                  <a:pt x="61" y="46"/>
                </a:cubicBezTo>
                <a:cubicBezTo>
                  <a:pt x="62" y="47"/>
                  <a:pt x="62" y="49"/>
                  <a:pt x="61" y="50"/>
                </a:cubicBezTo>
                <a:cubicBezTo>
                  <a:pt x="87" y="88"/>
                  <a:pt x="87" y="88"/>
                  <a:pt x="87" y="88"/>
                </a:cubicBezTo>
                <a:cubicBezTo>
                  <a:pt x="87" y="115"/>
                  <a:pt x="87" y="115"/>
                  <a:pt x="87" y="115"/>
                </a:cubicBezTo>
                <a:cubicBezTo>
                  <a:pt x="86" y="115"/>
                  <a:pt x="85" y="115"/>
                  <a:pt x="84" y="116"/>
                </a:cubicBezTo>
                <a:cubicBezTo>
                  <a:pt x="82" y="117"/>
                  <a:pt x="81" y="120"/>
                  <a:pt x="82" y="122"/>
                </a:cubicBezTo>
                <a:cubicBezTo>
                  <a:pt x="80" y="120"/>
                  <a:pt x="77" y="120"/>
                  <a:pt x="75" y="121"/>
                </a:cubicBezTo>
                <a:cubicBezTo>
                  <a:pt x="73" y="123"/>
                  <a:pt x="72" y="126"/>
                  <a:pt x="74" y="128"/>
                </a:cubicBezTo>
                <a:cubicBezTo>
                  <a:pt x="75" y="130"/>
                  <a:pt x="75" y="130"/>
                  <a:pt x="75" y="130"/>
                </a:cubicBezTo>
                <a:cubicBezTo>
                  <a:pt x="87" y="134"/>
                  <a:pt x="87" y="134"/>
                  <a:pt x="87" y="134"/>
                </a:cubicBezTo>
                <a:cubicBezTo>
                  <a:pt x="87" y="137"/>
                  <a:pt x="87" y="137"/>
                  <a:pt x="87" y="137"/>
                </a:cubicBezTo>
                <a:cubicBezTo>
                  <a:pt x="73" y="132"/>
                  <a:pt x="73" y="132"/>
                  <a:pt x="73" y="132"/>
                </a:cubicBezTo>
                <a:close/>
                <a:moveTo>
                  <a:pt x="28" y="4"/>
                </a:moveTo>
                <a:cubicBezTo>
                  <a:pt x="28" y="24"/>
                  <a:pt x="28" y="24"/>
                  <a:pt x="28" y="24"/>
                </a:cubicBezTo>
                <a:cubicBezTo>
                  <a:pt x="36" y="15"/>
                  <a:pt x="36" y="15"/>
                  <a:pt x="36" y="15"/>
                </a:cubicBezTo>
                <a:cubicBezTo>
                  <a:pt x="32" y="8"/>
                  <a:pt x="32" y="8"/>
                  <a:pt x="32" y="8"/>
                </a:cubicBezTo>
                <a:cubicBezTo>
                  <a:pt x="31" y="7"/>
                  <a:pt x="29" y="5"/>
                  <a:pt x="28" y="4"/>
                </a:cubicBezTo>
                <a:close/>
                <a:moveTo>
                  <a:pt x="28" y="67"/>
                </a:moveTo>
                <a:cubicBezTo>
                  <a:pt x="11" y="43"/>
                  <a:pt x="11" y="43"/>
                  <a:pt x="11" y="43"/>
                </a:cubicBezTo>
                <a:cubicBezTo>
                  <a:pt x="10" y="41"/>
                  <a:pt x="10" y="38"/>
                  <a:pt x="11" y="37"/>
                </a:cubicBezTo>
                <a:cubicBezTo>
                  <a:pt x="5" y="27"/>
                  <a:pt x="5" y="27"/>
                  <a:pt x="5" y="27"/>
                </a:cubicBezTo>
                <a:cubicBezTo>
                  <a:pt x="0" y="19"/>
                  <a:pt x="2" y="9"/>
                  <a:pt x="9" y="4"/>
                </a:cubicBezTo>
                <a:cubicBezTo>
                  <a:pt x="15" y="0"/>
                  <a:pt x="22" y="0"/>
                  <a:pt x="28" y="4"/>
                </a:cubicBezTo>
                <a:cubicBezTo>
                  <a:pt x="28" y="24"/>
                  <a:pt x="28" y="24"/>
                  <a:pt x="28" y="24"/>
                </a:cubicBezTo>
                <a:cubicBezTo>
                  <a:pt x="21" y="31"/>
                  <a:pt x="21" y="31"/>
                  <a:pt x="21" y="31"/>
                </a:cubicBezTo>
                <a:cubicBezTo>
                  <a:pt x="28" y="26"/>
                  <a:pt x="28" y="26"/>
                  <a:pt x="28" y="26"/>
                </a:cubicBezTo>
                <a:cubicBezTo>
                  <a:pt x="28" y="45"/>
                  <a:pt x="28" y="45"/>
                  <a:pt x="28" y="45"/>
                </a:cubicBezTo>
                <a:cubicBezTo>
                  <a:pt x="22" y="37"/>
                  <a:pt x="22" y="37"/>
                  <a:pt x="22" y="37"/>
                </a:cubicBezTo>
                <a:cubicBezTo>
                  <a:pt x="21" y="36"/>
                  <a:pt x="21" y="34"/>
                  <a:pt x="22" y="33"/>
                </a:cubicBezTo>
                <a:cubicBezTo>
                  <a:pt x="15" y="37"/>
                  <a:pt x="15" y="37"/>
                  <a:pt x="15" y="37"/>
                </a:cubicBezTo>
                <a:cubicBezTo>
                  <a:pt x="14" y="39"/>
                  <a:pt x="13" y="41"/>
                  <a:pt x="14" y="43"/>
                </a:cubicBezTo>
                <a:cubicBezTo>
                  <a:pt x="28" y="63"/>
                  <a:pt x="28" y="63"/>
                  <a:pt x="28" y="63"/>
                </a:cubicBezTo>
                <a:lnTo>
                  <a:pt x="28" y="67"/>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2" name="Freeform 80"/>
          <p:cNvSpPr>
            <a:spLocks noEditPoints="1"/>
          </p:cNvSpPr>
          <p:nvPr/>
        </p:nvSpPr>
        <p:spPr bwMode="auto">
          <a:xfrm>
            <a:off x="10194065" y="2105926"/>
            <a:ext cx="297934" cy="326390"/>
          </a:xfrm>
          <a:custGeom>
            <a:avLst/>
            <a:gdLst>
              <a:gd name="T0" fmla="*/ 101 w 130"/>
              <a:gd name="T1" fmla="*/ 65 h 142"/>
              <a:gd name="T2" fmla="*/ 97 w 130"/>
              <a:gd name="T3" fmla="*/ 81 h 142"/>
              <a:gd name="T4" fmla="*/ 97 w 130"/>
              <a:gd name="T5" fmla="*/ 94 h 142"/>
              <a:gd name="T6" fmla="*/ 100 w 130"/>
              <a:gd name="T7" fmla="*/ 95 h 142"/>
              <a:gd name="T8" fmla="*/ 111 w 130"/>
              <a:gd name="T9" fmla="*/ 112 h 142"/>
              <a:gd name="T10" fmla="*/ 97 w 130"/>
              <a:gd name="T11" fmla="*/ 103 h 142"/>
              <a:gd name="T12" fmla="*/ 97 w 130"/>
              <a:gd name="T13" fmla="*/ 28 h 142"/>
              <a:gd name="T14" fmla="*/ 111 w 130"/>
              <a:gd name="T15" fmla="*/ 19 h 142"/>
              <a:gd name="T16" fmla="*/ 100 w 130"/>
              <a:gd name="T17" fmla="*/ 35 h 142"/>
              <a:gd name="T18" fmla="*/ 97 w 130"/>
              <a:gd name="T19" fmla="*/ 36 h 142"/>
              <a:gd name="T20" fmla="*/ 127 w 130"/>
              <a:gd name="T21" fmla="*/ 62 h 142"/>
              <a:gd name="T22" fmla="*/ 108 w 130"/>
              <a:gd name="T23" fmla="*/ 65 h 142"/>
              <a:gd name="T24" fmla="*/ 127 w 130"/>
              <a:gd name="T25" fmla="*/ 69 h 142"/>
              <a:gd name="T26" fmla="*/ 127 w 130"/>
              <a:gd name="T27" fmla="*/ 62 h 142"/>
              <a:gd name="T28" fmla="*/ 67 w 130"/>
              <a:gd name="T29" fmla="*/ 142 h 142"/>
              <a:gd name="T30" fmla="*/ 85 w 130"/>
              <a:gd name="T31" fmla="*/ 95 h 142"/>
              <a:gd name="T32" fmla="*/ 97 w 130"/>
              <a:gd name="T33" fmla="*/ 50 h 142"/>
              <a:gd name="T34" fmla="*/ 65 w 130"/>
              <a:gd name="T35" fmla="*/ 37 h 142"/>
              <a:gd name="T36" fmla="*/ 93 w 130"/>
              <a:gd name="T37" fmla="*/ 65 h 142"/>
              <a:gd name="T38" fmla="*/ 79 w 130"/>
              <a:gd name="T39" fmla="*/ 90 h 142"/>
              <a:gd name="T40" fmla="*/ 78 w 130"/>
              <a:gd name="T41" fmla="*/ 110 h 142"/>
              <a:gd name="T42" fmla="*/ 65 w 130"/>
              <a:gd name="T43" fmla="*/ 142 h 142"/>
              <a:gd name="T44" fmla="*/ 97 w 130"/>
              <a:gd name="T45" fmla="*/ 36 h 142"/>
              <a:gd name="T46" fmla="*/ 95 w 130"/>
              <a:gd name="T47" fmla="*/ 31 h 142"/>
              <a:gd name="T48" fmla="*/ 97 w 130"/>
              <a:gd name="T49" fmla="*/ 94 h 142"/>
              <a:gd name="T50" fmla="*/ 95 w 130"/>
              <a:gd name="T51" fmla="*/ 100 h 142"/>
              <a:gd name="T52" fmla="*/ 97 w 130"/>
              <a:gd name="T53" fmla="*/ 94 h 142"/>
              <a:gd name="T54" fmla="*/ 65 w 130"/>
              <a:gd name="T55" fmla="*/ 0 h 142"/>
              <a:gd name="T56" fmla="*/ 68 w 130"/>
              <a:gd name="T57" fmla="*/ 3 h 142"/>
              <a:gd name="T58" fmla="*/ 65 w 130"/>
              <a:gd name="T59" fmla="*/ 23 h 142"/>
              <a:gd name="T60" fmla="*/ 65 w 130"/>
              <a:gd name="T61" fmla="*/ 23 h 142"/>
              <a:gd name="T62" fmla="*/ 32 w 130"/>
              <a:gd name="T63" fmla="*/ 50 h 142"/>
              <a:gd name="T64" fmla="*/ 45 w 130"/>
              <a:gd name="T65" fmla="*/ 96 h 142"/>
              <a:gd name="T66" fmla="*/ 63 w 130"/>
              <a:gd name="T67" fmla="*/ 142 h 142"/>
              <a:gd name="T68" fmla="*/ 65 w 130"/>
              <a:gd name="T69" fmla="*/ 110 h 142"/>
              <a:gd name="T70" fmla="*/ 52 w 130"/>
              <a:gd name="T71" fmla="*/ 93 h 142"/>
              <a:gd name="T72" fmla="*/ 36 w 130"/>
              <a:gd name="T73" fmla="*/ 65 h 142"/>
              <a:gd name="T74" fmla="*/ 65 w 130"/>
              <a:gd name="T75" fmla="*/ 37 h 142"/>
              <a:gd name="T76" fmla="*/ 65 w 130"/>
              <a:gd name="T77" fmla="*/ 29 h 142"/>
              <a:gd name="T78" fmla="*/ 65 w 130"/>
              <a:gd name="T79" fmla="*/ 0 h 142"/>
              <a:gd name="T80" fmla="*/ 62 w 130"/>
              <a:gd name="T81" fmla="*/ 20 h 142"/>
              <a:gd name="T82" fmla="*/ 65 w 130"/>
              <a:gd name="T83" fmla="*/ 0 h 142"/>
              <a:gd name="T84" fmla="*/ 32 w 130"/>
              <a:gd name="T85" fmla="*/ 94 h 142"/>
              <a:gd name="T86" fmla="*/ 35 w 130"/>
              <a:gd name="T87" fmla="*/ 100 h 142"/>
              <a:gd name="T88" fmla="*/ 32 w 130"/>
              <a:gd name="T89" fmla="*/ 36 h 142"/>
              <a:gd name="T90" fmla="*/ 35 w 130"/>
              <a:gd name="T91" fmla="*/ 31 h 142"/>
              <a:gd name="T92" fmla="*/ 32 w 130"/>
              <a:gd name="T93" fmla="*/ 36 h 142"/>
              <a:gd name="T94" fmla="*/ 29 w 130"/>
              <a:gd name="T95" fmla="*/ 65 h 142"/>
              <a:gd name="T96" fmla="*/ 32 w 130"/>
              <a:gd name="T97" fmla="*/ 50 h 142"/>
              <a:gd name="T98" fmla="*/ 32 w 130"/>
              <a:gd name="T99" fmla="*/ 36 h 142"/>
              <a:gd name="T100" fmla="*/ 30 w 130"/>
              <a:gd name="T101" fmla="*/ 35 h 142"/>
              <a:gd name="T102" fmla="*/ 19 w 130"/>
              <a:gd name="T103" fmla="*/ 19 h 142"/>
              <a:gd name="T104" fmla="*/ 32 w 130"/>
              <a:gd name="T105" fmla="*/ 28 h 142"/>
              <a:gd name="T106" fmla="*/ 32 w 130"/>
              <a:gd name="T107" fmla="*/ 103 h 142"/>
              <a:gd name="T108" fmla="*/ 19 w 130"/>
              <a:gd name="T109" fmla="*/ 112 h 142"/>
              <a:gd name="T110" fmla="*/ 30 w 130"/>
              <a:gd name="T111" fmla="*/ 95 h 142"/>
              <a:gd name="T112" fmla="*/ 32 w 130"/>
              <a:gd name="T113" fmla="*/ 94 h 142"/>
              <a:gd name="T114" fmla="*/ 22 w 130"/>
              <a:gd name="T115" fmla="*/ 65 h 142"/>
              <a:gd name="T116" fmla="*/ 3 w 130"/>
              <a:gd name="T117" fmla="*/ 62 h 142"/>
              <a:gd name="T118" fmla="*/ 3 w 130"/>
              <a:gd name="T119" fmla="*/ 69 h 142"/>
              <a:gd name="T120" fmla="*/ 22 w 130"/>
              <a:gd name="T121" fmla="*/ 6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 h="142">
                <a:moveTo>
                  <a:pt x="97" y="81"/>
                </a:moveTo>
                <a:cubicBezTo>
                  <a:pt x="100" y="76"/>
                  <a:pt x="101" y="71"/>
                  <a:pt x="101" y="65"/>
                </a:cubicBezTo>
                <a:cubicBezTo>
                  <a:pt x="101" y="60"/>
                  <a:pt x="100" y="55"/>
                  <a:pt x="97" y="50"/>
                </a:cubicBezTo>
                <a:cubicBezTo>
                  <a:pt x="97" y="81"/>
                  <a:pt x="97" y="81"/>
                  <a:pt x="97" y="81"/>
                </a:cubicBezTo>
                <a:close/>
                <a:moveTo>
                  <a:pt x="97" y="103"/>
                </a:moveTo>
                <a:cubicBezTo>
                  <a:pt x="97" y="94"/>
                  <a:pt x="97" y="94"/>
                  <a:pt x="97" y="94"/>
                </a:cubicBezTo>
                <a:cubicBezTo>
                  <a:pt x="98" y="94"/>
                  <a:pt x="99" y="95"/>
                  <a:pt x="100" y="95"/>
                </a:cubicBezTo>
                <a:cubicBezTo>
                  <a:pt x="100" y="95"/>
                  <a:pt x="100" y="95"/>
                  <a:pt x="100" y="95"/>
                </a:cubicBezTo>
                <a:cubicBezTo>
                  <a:pt x="111" y="107"/>
                  <a:pt x="111" y="107"/>
                  <a:pt x="111" y="107"/>
                </a:cubicBezTo>
                <a:cubicBezTo>
                  <a:pt x="113" y="108"/>
                  <a:pt x="113" y="110"/>
                  <a:pt x="111" y="112"/>
                </a:cubicBezTo>
                <a:cubicBezTo>
                  <a:pt x="110" y="113"/>
                  <a:pt x="108" y="113"/>
                  <a:pt x="106" y="112"/>
                </a:cubicBezTo>
                <a:cubicBezTo>
                  <a:pt x="97" y="103"/>
                  <a:pt x="97" y="103"/>
                  <a:pt x="97" y="103"/>
                </a:cubicBezTo>
                <a:close/>
                <a:moveTo>
                  <a:pt x="97" y="36"/>
                </a:moveTo>
                <a:cubicBezTo>
                  <a:pt x="97" y="28"/>
                  <a:pt x="97" y="28"/>
                  <a:pt x="97" y="28"/>
                </a:cubicBezTo>
                <a:cubicBezTo>
                  <a:pt x="106" y="19"/>
                  <a:pt x="106" y="19"/>
                  <a:pt x="106" y="19"/>
                </a:cubicBezTo>
                <a:cubicBezTo>
                  <a:pt x="108" y="18"/>
                  <a:pt x="110" y="18"/>
                  <a:pt x="111" y="19"/>
                </a:cubicBezTo>
                <a:cubicBezTo>
                  <a:pt x="113" y="20"/>
                  <a:pt x="113" y="23"/>
                  <a:pt x="111" y="24"/>
                </a:cubicBezTo>
                <a:cubicBezTo>
                  <a:pt x="100" y="35"/>
                  <a:pt x="100" y="35"/>
                  <a:pt x="100" y="35"/>
                </a:cubicBezTo>
                <a:cubicBezTo>
                  <a:pt x="100" y="35"/>
                  <a:pt x="100" y="35"/>
                  <a:pt x="100" y="35"/>
                </a:cubicBezTo>
                <a:cubicBezTo>
                  <a:pt x="99" y="36"/>
                  <a:pt x="98" y="36"/>
                  <a:pt x="97" y="36"/>
                </a:cubicBezTo>
                <a:close/>
                <a:moveTo>
                  <a:pt x="127" y="62"/>
                </a:moveTo>
                <a:cubicBezTo>
                  <a:pt x="127" y="62"/>
                  <a:pt x="127" y="62"/>
                  <a:pt x="127" y="62"/>
                </a:cubicBezTo>
                <a:cubicBezTo>
                  <a:pt x="111" y="62"/>
                  <a:pt x="111" y="62"/>
                  <a:pt x="111" y="62"/>
                </a:cubicBezTo>
                <a:cubicBezTo>
                  <a:pt x="109" y="62"/>
                  <a:pt x="108" y="64"/>
                  <a:pt x="108" y="65"/>
                </a:cubicBezTo>
                <a:cubicBezTo>
                  <a:pt x="108" y="67"/>
                  <a:pt x="109" y="69"/>
                  <a:pt x="111" y="69"/>
                </a:cubicBezTo>
                <a:cubicBezTo>
                  <a:pt x="127" y="69"/>
                  <a:pt x="127" y="69"/>
                  <a:pt x="127" y="69"/>
                </a:cubicBezTo>
                <a:cubicBezTo>
                  <a:pt x="129" y="69"/>
                  <a:pt x="130" y="67"/>
                  <a:pt x="130" y="65"/>
                </a:cubicBezTo>
                <a:cubicBezTo>
                  <a:pt x="130" y="64"/>
                  <a:pt x="129" y="62"/>
                  <a:pt x="127" y="62"/>
                </a:cubicBezTo>
                <a:close/>
                <a:moveTo>
                  <a:pt x="65" y="142"/>
                </a:moveTo>
                <a:cubicBezTo>
                  <a:pt x="67" y="142"/>
                  <a:pt x="67" y="142"/>
                  <a:pt x="67" y="142"/>
                </a:cubicBezTo>
                <a:cubicBezTo>
                  <a:pt x="77" y="142"/>
                  <a:pt x="85" y="134"/>
                  <a:pt x="85" y="124"/>
                </a:cubicBezTo>
                <a:cubicBezTo>
                  <a:pt x="85" y="95"/>
                  <a:pt x="85" y="95"/>
                  <a:pt x="85" y="95"/>
                </a:cubicBezTo>
                <a:cubicBezTo>
                  <a:pt x="90" y="92"/>
                  <a:pt x="95" y="87"/>
                  <a:pt x="97" y="81"/>
                </a:cubicBezTo>
                <a:cubicBezTo>
                  <a:pt x="97" y="50"/>
                  <a:pt x="97" y="50"/>
                  <a:pt x="97" y="50"/>
                </a:cubicBezTo>
                <a:cubicBezTo>
                  <a:pt x="92" y="38"/>
                  <a:pt x="79" y="29"/>
                  <a:pt x="65" y="29"/>
                </a:cubicBezTo>
                <a:cubicBezTo>
                  <a:pt x="65" y="37"/>
                  <a:pt x="65" y="37"/>
                  <a:pt x="65" y="37"/>
                </a:cubicBezTo>
                <a:cubicBezTo>
                  <a:pt x="73" y="37"/>
                  <a:pt x="80" y="40"/>
                  <a:pt x="85" y="45"/>
                </a:cubicBezTo>
                <a:cubicBezTo>
                  <a:pt x="90" y="50"/>
                  <a:pt x="93" y="57"/>
                  <a:pt x="93" y="65"/>
                </a:cubicBezTo>
                <a:cubicBezTo>
                  <a:pt x="93" y="76"/>
                  <a:pt x="88" y="85"/>
                  <a:pt x="79" y="90"/>
                </a:cubicBezTo>
                <a:cubicBezTo>
                  <a:pt x="79" y="90"/>
                  <a:pt x="79" y="90"/>
                  <a:pt x="79" y="90"/>
                </a:cubicBezTo>
                <a:cubicBezTo>
                  <a:pt x="78" y="91"/>
                  <a:pt x="78" y="92"/>
                  <a:pt x="78" y="93"/>
                </a:cubicBezTo>
                <a:cubicBezTo>
                  <a:pt x="78" y="110"/>
                  <a:pt x="78" y="110"/>
                  <a:pt x="78" y="110"/>
                </a:cubicBezTo>
                <a:cubicBezTo>
                  <a:pt x="65" y="110"/>
                  <a:pt x="65" y="110"/>
                  <a:pt x="65" y="110"/>
                </a:cubicBezTo>
                <a:cubicBezTo>
                  <a:pt x="65" y="142"/>
                  <a:pt x="65" y="142"/>
                  <a:pt x="65" y="142"/>
                </a:cubicBezTo>
                <a:close/>
                <a:moveTo>
                  <a:pt x="97" y="28"/>
                </a:moveTo>
                <a:cubicBezTo>
                  <a:pt x="97" y="36"/>
                  <a:pt x="97" y="36"/>
                  <a:pt x="97" y="36"/>
                </a:cubicBezTo>
                <a:cubicBezTo>
                  <a:pt x="97" y="36"/>
                  <a:pt x="96" y="36"/>
                  <a:pt x="95" y="35"/>
                </a:cubicBezTo>
                <a:cubicBezTo>
                  <a:pt x="94" y="34"/>
                  <a:pt x="94" y="32"/>
                  <a:pt x="95" y="31"/>
                </a:cubicBezTo>
                <a:cubicBezTo>
                  <a:pt x="97" y="28"/>
                  <a:pt x="97" y="28"/>
                  <a:pt x="97" y="28"/>
                </a:cubicBezTo>
                <a:close/>
                <a:moveTo>
                  <a:pt x="97" y="94"/>
                </a:moveTo>
                <a:cubicBezTo>
                  <a:pt x="97" y="103"/>
                  <a:pt x="97" y="103"/>
                  <a:pt x="97" y="103"/>
                </a:cubicBezTo>
                <a:cubicBezTo>
                  <a:pt x="95" y="100"/>
                  <a:pt x="95" y="100"/>
                  <a:pt x="95" y="100"/>
                </a:cubicBezTo>
                <a:cubicBezTo>
                  <a:pt x="94" y="99"/>
                  <a:pt x="94" y="97"/>
                  <a:pt x="95" y="95"/>
                </a:cubicBezTo>
                <a:cubicBezTo>
                  <a:pt x="96" y="95"/>
                  <a:pt x="97" y="94"/>
                  <a:pt x="97" y="94"/>
                </a:cubicBezTo>
                <a:close/>
                <a:moveTo>
                  <a:pt x="65" y="23"/>
                </a:moveTo>
                <a:cubicBezTo>
                  <a:pt x="65" y="0"/>
                  <a:pt x="65" y="0"/>
                  <a:pt x="65" y="0"/>
                </a:cubicBezTo>
                <a:cubicBezTo>
                  <a:pt x="65" y="0"/>
                  <a:pt x="65" y="0"/>
                  <a:pt x="65" y="0"/>
                </a:cubicBezTo>
                <a:cubicBezTo>
                  <a:pt x="67" y="0"/>
                  <a:pt x="68" y="2"/>
                  <a:pt x="68" y="3"/>
                </a:cubicBezTo>
                <a:cubicBezTo>
                  <a:pt x="68" y="20"/>
                  <a:pt x="68" y="20"/>
                  <a:pt x="68" y="20"/>
                </a:cubicBezTo>
                <a:cubicBezTo>
                  <a:pt x="68" y="21"/>
                  <a:pt x="67" y="23"/>
                  <a:pt x="65" y="23"/>
                </a:cubicBezTo>
                <a:cubicBezTo>
                  <a:pt x="65" y="23"/>
                  <a:pt x="65" y="23"/>
                  <a:pt x="65" y="23"/>
                </a:cubicBezTo>
                <a:cubicBezTo>
                  <a:pt x="65" y="23"/>
                  <a:pt x="65" y="23"/>
                  <a:pt x="65" y="23"/>
                </a:cubicBezTo>
                <a:close/>
                <a:moveTo>
                  <a:pt x="65" y="29"/>
                </a:moveTo>
                <a:cubicBezTo>
                  <a:pt x="50" y="29"/>
                  <a:pt x="38" y="37"/>
                  <a:pt x="32" y="50"/>
                </a:cubicBezTo>
                <a:cubicBezTo>
                  <a:pt x="32" y="81"/>
                  <a:pt x="32" y="81"/>
                  <a:pt x="32" y="81"/>
                </a:cubicBezTo>
                <a:cubicBezTo>
                  <a:pt x="35" y="87"/>
                  <a:pt x="40" y="92"/>
                  <a:pt x="45" y="96"/>
                </a:cubicBezTo>
                <a:cubicBezTo>
                  <a:pt x="45" y="124"/>
                  <a:pt x="45" y="124"/>
                  <a:pt x="45" y="124"/>
                </a:cubicBezTo>
                <a:cubicBezTo>
                  <a:pt x="45" y="134"/>
                  <a:pt x="53" y="142"/>
                  <a:pt x="63" y="142"/>
                </a:cubicBezTo>
                <a:cubicBezTo>
                  <a:pt x="65" y="142"/>
                  <a:pt x="65" y="142"/>
                  <a:pt x="65" y="142"/>
                </a:cubicBezTo>
                <a:cubicBezTo>
                  <a:pt x="65" y="110"/>
                  <a:pt x="65" y="110"/>
                  <a:pt x="65" y="110"/>
                </a:cubicBezTo>
                <a:cubicBezTo>
                  <a:pt x="52" y="110"/>
                  <a:pt x="52" y="110"/>
                  <a:pt x="52" y="110"/>
                </a:cubicBezTo>
                <a:cubicBezTo>
                  <a:pt x="52" y="93"/>
                  <a:pt x="52" y="93"/>
                  <a:pt x="52" y="93"/>
                </a:cubicBezTo>
                <a:cubicBezTo>
                  <a:pt x="52" y="92"/>
                  <a:pt x="52" y="91"/>
                  <a:pt x="51" y="90"/>
                </a:cubicBezTo>
                <a:cubicBezTo>
                  <a:pt x="42" y="85"/>
                  <a:pt x="36" y="76"/>
                  <a:pt x="36" y="65"/>
                </a:cubicBezTo>
                <a:cubicBezTo>
                  <a:pt x="36" y="57"/>
                  <a:pt x="39" y="50"/>
                  <a:pt x="44" y="45"/>
                </a:cubicBezTo>
                <a:cubicBezTo>
                  <a:pt x="50" y="40"/>
                  <a:pt x="57" y="37"/>
                  <a:pt x="65" y="37"/>
                </a:cubicBezTo>
                <a:cubicBezTo>
                  <a:pt x="65" y="37"/>
                  <a:pt x="65" y="37"/>
                  <a:pt x="65" y="37"/>
                </a:cubicBezTo>
                <a:cubicBezTo>
                  <a:pt x="65" y="29"/>
                  <a:pt x="65" y="29"/>
                  <a:pt x="65" y="29"/>
                </a:cubicBezTo>
                <a:cubicBezTo>
                  <a:pt x="65" y="29"/>
                  <a:pt x="65" y="29"/>
                  <a:pt x="65" y="29"/>
                </a:cubicBezTo>
                <a:close/>
                <a:moveTo>
                  <a:pt x="65" y="0"/>
                </a:moveTo>
                <a:cubicBezTo>
                  <a:pt x="65" y="23"/>
                  <a:pt x="65" y="23"/>
                  <a:pt x="65" y="23"/>
                </a:cubicBezTo>
                <a:cubicBezTo>
                  <a:pt x="63" y="23"/>
                  <a:pt x="62" y="21"/>
                  <a:pt x="62" y="20"/>
                </a:cubicBezTo>
                <a:cubicBezTo>
                  <a:pt x="62" y="3"/>
                  <a:pt x="62" y="3"/>
                  <a:pt x="62" y="3"/>
                </a:cubicBezTo>
                <a:cubicBezTo>
                  <a:pt x="62" y="2"/>
                  <a:pt x="63" y="0"/>
                  <a:pt x="65" y="0"/>
                </a:cubicBezTo>
                <a:close/>
                <a:moveTo>
                  <a:pt x="32" y="103"/>
                </a:moveTo>
                <a:cubicBezTo>
                  <a:pt x="32" y="94"/>
                  <a:pt x="32" y="94"/>
                  <a:pt x="32" y="94"/>
                </a:cubicBezTo>
                <a:cubicBezTo>
                  <a:pt x="33" y="94"/>
                  <a:pt x="34" y="95"/>
                  <a:pt x="35" y="95"/>
                </a:cubicBezTo>
                <a:cubicBezTo>
                  <a:pt x="36" y="97"/>
                  <a:pt x="36" y="99"/>
                  <a:pt x="35" y="100"/>
                </a:cubicBezTo>
                <a:cubicBezTo>
                  <a:pt x="32" y="103"/>
                  <a:pt x="32" y="103"/>
                  <a:pt x="32" y="103"/>
                </a:cubicBezTo>
                <a:close/>
                <a:moveTo>
                  <a:pt x="32" y="36"/>
                </a:moveTo>
                <a:cubicBezTo>
                  <a:pt x="32" y="28"/>
                  <a:pt x="32" y="28"/>
                  <a:pt x="32" y="28"/>
                </a:cubicBezTo>
                <a:cubicBezTo>
                  <a:pt x="35" y="31"/>
                  <a:pt x="35" y="31"/>
                  <a:pt x="35" y="31"/>
                </a:cubicBezTo>
                <a:cubicBezTo>
                  <a:pt x="36" y="32"/>
                  <a:pt x="36" y="34"/>
                  <a:pt x="35" y="35"/>
                </a:cubicBezTo>
                <a:cubicBezTo>
                  <a:pt x="34" y="36"/>
                  <a:pt x="33" y="36"/>
                  <a:pt x="32" y="36"/>
                </a:cubicBezTo>
                <a:close/>
                <a:moveTo>
                  <a:pt x="32" y="50"/>
                </a:moveTo>
                <a:cubicBezTo>
                  <a:pt x="30" y="54"/>
                  <a:pt x="29" y="60"/>
                  <a:pt x="29" y="65"/>
                </a:cubicBezTo>
                <a:cubicBezTo>
                  <a:pt x="29" y="71"/>
                  <a:pt x="30" y="76"/>
                  <a:pt x="32" y="81"/>
                </a:cubicBezTo>
                <a:cubicBezTo>
                  <a:pt x="32" y="50"/>
                  <a:pt x="32" y="50"/>
                  <a:pt x="32" y="50"/>
                </a:cubicBezTo>
                <a:close/>
                <a:moveTo>
                  <a:pt x="32" y="28"/>
                </a:moveTo>
                <a:cubicBezTo>
                  <a:pt x="32" y="36"/>
                  <a:pt x="32" y="36"/>
                  <a:pt x="32" y="36"/>
                </a:cubicBezTo>
                <a:cubicBezTo>
                  <a:pt x="32" y="36"/>
                  <a:pt x="31" y="36"/>
                  <a:pt x="30" y="35"/>
                </a:cubicBezTo>
                <a:cubicBezTo>
                  <a:pt x="30" y="35"/>
                  <a:pt x="30" y="35"/>
                  <a:pt x="30" y="35"/>
                </a:cubicBezTo>
                <a:cubicBezTo>
                  <a:pt x="19" y="24"/>
                  <a:pt x="19" y="24"/>
                  <a:pt x="19" y="24"/>
                </a:cubicBezTo>
                <a:cubicBezTo>
                  <a:pt x="17" y="23"/>
                  <a:pt x="17" y="20"/>
                  <a:pt x="19" y="19"/>
                </a:cubicBezTo>
                <a:cubicBezTo>
                  <a:pt x="20" y="18"/>
                  <a:pt x="22" y="18"/>
                  <a:pt x="24" y="19"/>
                </a:cubicBezTo>
                <a:cubicBezTo>
                  <a:pt x="32" y="28"/>
                  <a:pt x="32" y="28"/>
                  <a:pt x="32" y="28"/>
                </a:cubicBezTo>
                <a:close/>
                <a:moveTo>
                  <a:pt x="32" y="94"/>
                </a:moveTo>
                <a:cubicBezTo>
                  <a:pt x="32" y="103"/>
                  <a:pt x="32" y="103"/>
                  <a:pt x="32" y="103"/>
                </a:cubicBezTo>
                <a:cubicBezTo>
                  <a:pt x="24" y="112"/>
                  <a:pt x="24" y="112"/>
                  <a:pt x="24" y="112"/>
                </a:cubicBezTo>
                <a:cubicBezTo>
                  <a:pt x="22" y="113"/>
                  <a:pt x="20" y="113"/>
                  <a:pt x="19" y="112"/>
                </a:cubicBezTo>
                <a:cubicBezTo>
                  <a:pt x="17" y="110"/>
                  <a:pt x="17" y="108"/>
                  <a:pt x="19" y="107"/>
                </a:cubicBezTo>
                <a:cubicBezTo>
                  <a:pt x="30" y="95"/>
                  <a:pt x="30" y="95"/>
                  <a:pt x="30" y="95"/>
                </a:cubicBezTo>
                <a:cubicBezTo>
                  <a:pt x="30" y="95"/>
                  <a:pt x="30" y="95"/>
                  <a:pt x="30" y="95"/>
                </a:cubicBezTo>
                <a:cubicBezTo>
                  <a:pt x="31" y="95"/>
                  <a:pt x="32" y="95"/>
                  <a:pt x="32" y="94"/>
                </a:cubicBezTo>
                <a:close/>
                <a:moveTo>
                  <a:pt x="22" y="65"/>
                </a:moveTo>
                <a:cubicBezTo>
                  <a:pt x="22" y="65"/>
                  <a:pt x="22" y="65"/>
                  <a:pt x="22" y="65"/>
                </a:cubicBezTo>
                <a:cubicBezTo>
                  <a:pt x="22" y="64"/>
                  <a:pt x="21" y="62"/>
                  <a:pt x="19" y="62"/>
                </a:cubicBezTo>
                <a:cubicBezTo>
                  <a:pt x="3" y="62"/>
                  <a:pt x="3" y="62"/>
                  <a:pt x="3" y="62"/>
                </a:cubicBezTo>
                <a:cubicBezTo>
                  <a:pt x="1" y="62"/>
                  <a:pt x="0" y="64"/>
                  <a:pt x="0" y="65"/>
                </a:cubicBezTo>
                <a:cubicBezTo>
                  <a:pt x="0" y="67"/>
                  <a:pt x="1" y="69"/>
                  <a:pt x="3" y="69"/>
                </a:cubicBezTo>
                <a:cubicBezTo>
                  <a:pt x="19" y="69"/>
                  <a:pt x="19" y="69"/>
                  <a:pt x="19" y="69"/>
                </a:cubicBezTo>
                <a:cubicBezTo>
                  <a:pt x="21" y="69"/>
                  <a:pt x="22" y="67"/>
                  <a:pt x="22" y="65"/>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3" name="Freeform 81"/>
          <p:cNvSpPr>
            <a:spLocks noEditPoints="1"/>
          </p:cNvSpPr>
          <p:nvPr/>
        </p:nvSpPr>
        <p:spPr bwMode="auto">
          <a:xfrm>
            <a:off x="8704396" y="1667392"/>
            <a:ext cx="450250" cy="647756"/>
          </a:xfrm>
          <a:custGeom>
            <a:avLst/>
            <a:gdLst>
              <a:gd name="T0" fmla="*/ 98 w 196"/>
              <a:gd name="T1" fmla="*/ 5 h 282"/>
              <a:gd name="T2" fmla="*/ 113 w 196"/>
              <a:gd name="T3" fmla="*/ 0 h 282"/>
              <a:gd name="T4" fmla="*/ 155 w 196"/>
              <a:gd name="T5" fmla="*/ 128 h 282"/>
              <a:gd name="T6" fmla="*/ 108 w 196"/>
              <a:gd name="T7" fmla="*/ 143 h 282"/>
              <a:gd name="T8" fmla="*/ 98 w 196"/>
              <a:gd name="T9" fmla="*/ 111 h 282"/>
              <a:gd name="T10" fmla="*/ 98 w 196"/>
              <a:gd name="T11" fmla="*/ 5 h 282"/>
              <a:gd name="T12" fmla="*/ 98 w 196"/>
              <a:gd name="T13" fmla="*/ 222 h 282"/>
              <a:gd name="T14" fmla="*/ 136 w 196"/>
              <a:gd name="T15" fmla="*/ 209 h 282"/>
              <a:gd name="T16" fmla="*/ 107 w 196"/>
              <a:gd name="T17" fmla="*/ 209 h 282"/>
              <a:gd name="T18" fmla="*/ 107 w 196"/>
              <a:gd name="T19" fmla="*/ 192 h 282"/>
              <a:gd name="T20" fmla="*/ 152 w 196"/>
              <a:gd name="T21" fmla="*/ 192 h 282"/>
              <a:gd name="T22" fmla="*/ 189 w 196"/>
              <a:gd name="T23" fmla="*/ 192 h 282"/>
              <a:gd name="T24" fmla="*/ 196 w 196"/>
              <a:gd name="T25" fmla="*/ 192 h 282"/>
              <a:gd name="T26" fmla="*/ 196 w 196"/>
              <a:gd name="T27" fmla="*/ 209 h 282"/>
              <a:gd name="T28" fmla="*/ 180 w 196"/>
              <a:gd name="T29" fmla="*/ 209 h 282"/>
              <a:gd name="T30" fmla="*/ 134 w 196"/>
              <a:gd name="T31" fmla="*/ 247 h 282"/>
              <a:gd name="T32" fmla="*/ 169 w 196"/>
              <a:gd name="T33" fmla="*/ 267 h 282"/>
              <a:gd name="T34" fmla="*/ 169 w 196"/>
              <a:gd name="T35" fmla="*/ 282 h 282"/>
              <a:gd name="T36" fmla="*/ 98 w 196"/>
              <a:gd name="T37" fmla="*/ 282 h 282"/>
              <a:gd name="T38" fmla="*/ 98 w 196"/>
              <a:gd name="T39" fmla="*/ 268 h 282"/>
              <a:gd name="T40" fmla="*/ 111 w 196"/>
              <a:gd name="T41" fmla="*/ 255 h 282"/>
              <a:gd name="T42" fmla="*/ 98 w 196"/>
              <a:gd name="T43" fmla="*/ 242 h 282"/>
              <a:gd name="T44" fmla="*/ 98 w 196"/>
              <a:gd name="T45" fmla="*/ 222 h 282"/>
              <a:gd name="T46" fmla="*/ 67 w 196"/>
              <a:gd name="T47" fmla="*/ 15 h 282"/>
              <a:gd name="T48" fmla="*/ 98 w 196"/>
              <a:gd name="T49" fmla="*/ 5 h 282"/>
              <a:gd name="T50" fmla="*/ 98 w 196"/>
              <a:gd name="T51" fmla="*/ 111 h 282"/>
              <a:gd name="T52" fmla="*/ 92 w 196"/>
              <a:gd name="T53" fmla="*/ 92 h 282"/>
              <a:gd name="T54" fmla="*/ 33 w 196"/>
              <a:gd name="T55" fmla="*/ 157 h 282"/>
              <a:gd name="T56" fmla="*/ 98 w 196"/>
              <a:gd name="T57" fmla="*/ 222 h 282"/>
              <a:gd name="T58" fmla="*/ 98 w 196"/>
              <a:gd name="T59" fmla="*/ 222 h 282"/>
              <a:gd name="T60" fmla="*/ 98 w 196"/>
              <a:gd name="T61" fmla="*/ 242 h 282"/>
              <a:gd name="T62" fmla="*/ 85 w 196"/>
              <a:gd name="T63" fmla="*/ 255 h 282"/>
              <a:gd name="T64" fmla="*/ 98 w 196"/>
              <a:gd name="T65" fmla="*/ 268 h 282"/>
              <a:gd name="T66" fmla="*/ 98 w 196"/>
              <a:gd name="T67" fmla="*/ 282 h 282"/>
              <a:gd name="T68" fmla="*/ 27 w 196"/>
              <a:gd name="T69" fmla="*/ 282 h 282"/>
              <a:gd name="T70" fmla="*/ 27 w 196"/>
              <a:gd name="T71" fmla="*/ 267 h 282"/>
              <a:gd name="T72" fmla="*/ 61 w 196"/>
              <a:gd name="T73" fmla="*/ 247 h 282"/>
              <a:gd name="T74" fmla="*/ 0 w 196"/>
              <a:gd name="T75" fmla="*/ 157 h 282"/>
              <a:gd name="T76" fmla="*/ 82 w 196"/>
              <a:gd name="T77" fmla="*/ 61 h 282"/>
              <a:gd name="T78" fmla="*/ 67 w 196"/>
              <a:gd name="T79" fmla="*/ 1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282">
                <a:moveTo>
                  <a:pt x="98" y="5"/>
                </a:moveTo>
                <a:cubicBezTo>
                  <a:pt x="113" y="0"/>
                  <a:pt x="113" y="0"/>
                  <a:pt x="113" y="0"/>
                </a:cubicBezTo>
                <a:cubicBezTo>
                  <a:pt x="155" y="128"/>
                  <a:pt x="155" y="128"/>
                  <a:pt x="155" y="128"/>
                </a:cubicBezTo>
                <a:cubicBezTo>
                  <a:pt x="108" y="143"/>
                  <a:pt x="108" y="143"/>
                  <a:pt x="108" y="143"/>
                </a:cubicBezTo>
                <a:cubicBezTo>
                  <a:pt x="98" y="111"/>
                  <a:pt x="98" y="111"/>
                  <a:pt x="98" y="111"/>
                </a:cubicBezTo>
                <a:cubicBezTo>
                  <a:pt x="98" y="5"/>
                  <a:pt x="98" y="5"/>
                  <a:pt x="98" y="5"/>
                </a:cubicBezTo>
                <a:close/>
                <a:moveTo>
                  <a:pt x="98" y="222"/>
                </a:moveTo>
                <a:cubicBezTo>
                  <a:pt x="112" y="222"/>
                  <a:pt x="125" y="217"/>
                  <a:pt x="136" y="209"/>
                </a:cubicBezTo>
                <a:cubicBezTo>
                  <a:pt x="107" y="209"/>
                  <a:pt x="107" y="209"/>
                  <a:pt x="107" y="209"/>
                </a:cubicBezTo>
                <a:cubicBezTo>
                  <a:pt x="107" y="192"/>
                  <a:pt x="107" y="192"/>
                  <a:pt x="107" y="192"/>
                </a:cubicBezTo>
                <a:cubicBezTo>
                  <a:pt x="152" y="192"/>
                  <a:pt x="152" y="192"/>
                  <a:pt x="152" y="192"/>
                </a:cubicBezTo>
                <a:cubicBezTo>
                  <a:pt x="189" y="192"/>
                  <a:pt x="189" y="192"/>
                  <a:pt x="189" y="192"/>
                </a:cubicBezTo>
                <a:cubicBezTo>
                  <a:pt x="196" y="192"/>
                  <a:pt x="196" y="192"/>
                  <a:pt x="196" y="192"/>
                </a:cubicBezTo>
                <a:cubicBezTo>
                  <a:pt x="196" y="209"/>
                  <a:pt x="196" y="209"/>
                  <a:pt x="196" y="209"/>
                </a:cubicBezTo>
                <a:cubicBezTo>
                  <a:pt x="180" y="209"/>
                  <a:pt x="180" y="209"/>
                  <a:pt x="180" y="209"/>
                </a:cubicBezTo>
                <a:cubicBezTo>
                  <a:pt x="169" y="226"/>
                  <a:pt x="153" y="239"/>
                  <a:pt x="134" y="247"/>
                </a:cubicBezTo>
                <a:cubicBezTo>
                  <a:pt x="154" y="251"/>
                  <a:pt x="169" y="257"/>
                  <a:pt x="169" y="267"/>
                </a:cubicBezTo>
                <a:cubicBezTo>
                  <a:pt x="169" y="282"/>
                  <a:pt x="169" y="282"/>
                  <a:pt x="169" y="282"/>
                </a:cubicBezTo>
                <a:cubicBezTo>
                  <a:pt x="98" y="282"/>
                  <a:pt x="98" y="282"/>
                  <a:pt x="98" y="282"/>
                </a:cubicBezTo>
                <a:cubicBezTo>
                  <a:pt x="98" y="268"/>
                  <a:pt x="98" y="268"/>
                  <a:pt x="98" y="268"/>
                </a:cubicBezTo>
                <a:cubicBezTo>
                  <a:pt x="105" y="268"/>
                  <a:pt x="111" y="262"/>
                  <a:pt x="111" y="255"/>
                </a:cubicBezTo>
                <a:cubicBezTo>
                  <a:pt x="111" y="248"/>
                  <a:pt x="105" y="242"/>
                  <a:pt x="98" y="242"/>
                </a:cubicBezTo>
                <a:lnTo>
                  <a:pt x="98" y="222"/>
                </a:lnTo>
                <a:close/>
                <a:moveTo>
                  <a:pt x="67" y="15"/>
                </a:moveTo>
                <a:cubicBezTo>
                  <a:pt x="98" y="5"/>
                  <a:pt x="98" y="5"/>
                  <a:pt x="98" y="5"/>
                </a:cubicBezTo>
                <a:cubicBezTo>
                  <a:pt x="98" y="111"/>
                  <a:pt x="98" y="111"/>
                  <a:pt x="98" y="111"/>
                </a:cubicBezTo>
                <a:cubicBezTo>
                  <a:pt x="92" y="92"/>
                  <a:pt x="92" y="92"/>
                  <a:pt x="92" y="92"/>
                </a:cubicBezTo>
                <a:cubicBezTo>
                  <a:pt x="59" y="95"/>
                  <a:pt x="33" y="123"/>
                  <a:pt x="33" y="157"/>
                </a:cubicBezTo>
                <a:cubicBezTo>
                  <a:pt x="33" y="193"/>
                  <a:pt x="62" y="222"/>
                  <a:pt x="98" y="222"/>
                </a:cubicBezTo>
                <a:cubicBezTo>
                  <a:pt x="98" y="222"/>
                  <a:pt x="98" y="222"/>
                  <a:pt x="98" y="222"/>
                </a:cubicBezTo>
                <a:cubicBezTo>
                  <a:pt x="98" y="242"/>
                  <a:pt x="98" y="242"/>
                  <a:pt x="98" y="242"/>
                </a:cubicBezTo>
                <a:cubicBezTo>
                  <a:pt x="91" y="242"/>
                  <a:pt x="85" y="248"/>
                  <a:pt x="85" y="255"/>
                </a:cubicBezTo>
                <a:cubicBezTo>
                  <a:pt x="85" y="262"/>
                  <a:pt x="91" y="268"/>
                  <a:pt x="98" y="268"/>
                </a:cubicBezTo>
                <a:cubicBezTo>
                  <a:pt x="98" y="282"/>
                  <a:pt x="98" y="282"/>
                  <a:pt x="98" y="282"/>
                </a:cubicBezTo>
                <a:cubicBezTo>
                  <a:pt x="27" y="282"/>
                  <a:pt x="27" y="282"/>
                  <a:pt x="27" y="282"/>
                </a:cubicBezTo>
                <a:cubicBezTo>
                  <a:pt x="27" y="267"/>
                  <a:pt x="27" y="267"/>
                  <a:pt x="27" y="267"/>
                </a:cubicBezTo>
                <a:cubicBezTo>
                  <a:pt x="27" y="257"/>
                  <a:pt x="41" y="251"/>
                  <a:pt x="61" y="247"/>
                </a:cubicBezTo>
                <a:cubicBezTo>
                  <a:pt x="26" y="233"/>
                  <a:pt x="0" y="198"/>
                  <a:pt x="0" y="157"/>
                </a:cubicBezTo>
                <a:cubicBezTo>
                  <a:pt x="0" y="108"/>
                  <a:pt x="36" y="68"/>
                  <a:pt x="82" y="61"/>
                </a:cubicBezTo>
                <a:lnTo>
                  <a:pt x="67" y="15"/>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4" name="Freeform 82"/>
          <p:cNvSpPr>
            <a:spLocks noEditPoints="1"/>
          </p:cNvSpPr>
          <p:nvPr/>
        </p:nvSpPr>
        <p:spPr bwMode="auto">
          <a:xfrm>
            <a:off x="8543713" y="1575334"/>
            <a:ext cx="259437" cy="229310"/>
          </a:xfrm>
          <a:custGeom>
            <a:avLst/>
            <a:gdLst>
              <a:gd name="T0" fmla="*/ 103 w 113"/>
              <a:gd name="T1" fmla="*/ 31 h 100"/>
              <a:gd name="T2" fmla="*/ 57 w 113"/>
              <a:gd name="T3" fmla="*/ 0 h 100"/>
              <a:gd name="T4" fmla="*/ 57 w 113"/>
              <a:gd name="T5" fmla="*/ 9 h 100"/>
              <a:gd name="T6" fmla="*/ 95 w 113"/>
              <a:gd name="T7" fmla="*/ 35 h 100"/>
              <a:gd name="T8" fmla="*/ 72 w 113"/>
              <a:gd name="T9" fmla="*/ 88 h 100"/>
              <a:gd name="T10" fmla="*/ 57 w 113"/>
              <a:gd name="T11" fmla="*/ 91 h 100"/>
              <a:gd name="T12" fmla="*/ 57 w 113"/>
              <a:gd name="T13" fmla="*/ 100 h 100"/>
              <a:gd name="T14" fmla="*/ 75 w 113"/>
              <a:gd name="T15" fmla="*/ 96 h 100"/>
              <a:gd name="T16" fmla="*/ 103 w 113"/>
              <a:gd name="T17" fmla="*/ 31 h 100"/>
              <a:gd name="T18" fmla="*/ 57 w 113"/>
              <a:gd name="T19" fmla="*/ 0 h 100"/>
              <a:gd name="T20" fmla="*/ 38 w 113"/>
              <a:gd name="T21" fmla="*/ 4 h 100"/>
              <a:gd name="T22" fmla="*/ 11 w 113"/>
              <a:gd name="T23" fmla="*/ 68 h 100"/>
              <a:gd name="T24" fmla="*/ 57 w 113"/>
              <a:gd name="T25" fmla="*/ 100 h 100"/>
              <a:gd name="T26" fmla="*/ 57 w 113"/>
              <a:gd name="T27" fmla="*/ 91 h 100"/>
              <a:gd name="T28" fmla="*/ 19 w 113"/>
              <a:gd name="T29" fmla="*/ 65 h 100"/>
              <a:gd name="T30" fmla="*/ 19 w 113"/>
              <a:gd name="T31" fmla="*/ 65 h 100"/>
              <a:gd name="T32" fmla="*/ 42 w 113"/>
              <a:gd name="T33" fmla="*/ 12 h 100"/>
              <a:gd name="T34" fmla="*/ 57 w 113"/>
              <a:gd name="T35" fmla="*/ 9 h 100"/>
              <a:gd name="T36" fmla="*/ 57 w 113"/>
              <a:gd name="T3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3" h="100">
                <a:moveTo>
                  <a:pt x="103" y="31"/>
                </a:moveTo>
                <a:cubicBezTo>
                  <a:pt x="95" y="12"/>
                  <a:pt x="77" y="0"/>
                  <a:pt x="57" y="0"/>
                </a:cubicBezTo>
                <a:cubicBezTo>
                  <a:pt x="57" y="9"/>
                  <a:pt x="57" y="9"/>
                  <a:pt x="57" y="9"/>
                </a:cubicBezTo>
                <a:cubicBezTo>
                  <a:pt x="73" y="9"/>
                  <a:pt x="88" y="19"/>
                  <a:pt x="95" y="35"/>
                </a:cubicBezTo>
                <a:cubicBezTo>
                  <a:pt x="103" y="56"/>
                  <a:pt x="93" y="79"/>
                  <a:pt x="72" y="88"/>
                </a:cubicBezTo>
                <a:cubicBezTo>
                  <a:pt x="67" y="90"/>
                  <a:pt x="62" y="91"/>
                  <a:pt x="57" y="91"/>
                </a:cubicBezTo>
                <a:cubicBezTo>
                  <a:pt x="57" y="100"/>
                  <a:pt x="57" y="100"/>
                  <a:pt x="57" y="100"/>
                </a:cubicBezTo>
                <a:cubicBezTo>
                  <a:pt x="63" y="100"/>
                  <a:pt x="69" y="99"/>
                  <a:pt x="75" y="96"/>
                </a:cubicBezTo>
                <a:cubicBezTo>
                  <a:pt x="101" y="86"/>
                  <a:pt x="113" y="57"/>
                  <a:pt x="103" y="31"/>
                </a:cubicBezTo>
                <a:close/>
                <a:moveTo>
                  <a:pt x="57" y="0"/>
                </a:moveTo>
                <a:cubicBezTo>
                  <a:pt x="51" y="0"/>
                  <a:pt x="44" y="1"/>
                  <a:pt x="38" y="4"/>
                </a:cubicBezTo>
                <a:cubicBezTo>
                  <a:pt x="13" y="14"/>
                  <a:pt x="0" y="43"/>
                  <a:pt x="11" y="68"/>
                </a:cubicBezTo>
                <a:cubicBezTo>
                  <a:pt x="18" y="88"/>
                  <a:pt x="37" y="100"/>
                  <a:pt x="57" y="100"/>
                </a:cubicBezTo>
                <a:cubicBezTo>
                  <a:pt x="57" y="91"/>
                  <a:pt x="57" y="91"/>
                  <a:pt x="57" y="91"/>
                </a:cubicBezTo>
                <a:cubicBezTo>
                  <a:pt x="41" y="90"/>
                  <a:pt x="26" y="81"/>
                  <a:pt x="19" y="65"/>
                </a:cubicBezTo>
                <a:cubicBezTo>
                  <a:pt x="19" y="65"/>
                  <a:pt x="19" y="65"/>
                  <a:pt x="19" y="65"/>
                </a:cubicBezTo>
                <a:cubicBezTo>
                  <a:pt x="11" y="44"/>
                  <a:pt x="21" y="21"/>
                  <a:pt x="42" y="12"/>
                </a:cubicBezTo>
                <a:cubicBezTo>
                  <a:pt x="47" y="10"/>
                  <a:pt x="52" y="9"/>
                  <a:pt x="57" y="9"/>
                </a:cubicBezTo>
                <a:lnTo>
                  <a:pt x="57"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5" name="Freeform 83"/>
          <p:cNvSpPr>
            <a:spLocks/>
          </p:cNvSpPr>
          <p:nvPr/>
        </p:nvSpPr>
        <p:spPr bwMode="auto">
          <a:xfrm>
            <a:off x="8470066" y="1712586"/>
            <a:ext cx="113817" cy="71974"/>
          </a:xfrm>
          <a:custGeom>
            <a:avLst/>
            <a:gdLst>
              <a:gd name="T0" fmla="*/ 7 w 68"/>
              <a:gd name="T1" fmla="*/ 43 h 43"/>
              <a:gd name="T2" fmla="*/ 0 w 68"/>
              <a:gd name="T3" fmla="*/ 25 h 43"/>
              <a:gd name="T4" fmla="*/ 62 w 68"/>
              <a:gd name="T5" fmla="*/ 0 h 43"/>
              <a:gd name="T6" fmla="*/ 68 w 68"/>
              <a:gd name="T7" fmla="*/ 18 h 43"/>
              <a:gd name="T8" fmla="*/ 7 w 68"/>
              <a:gd name="T9" fmla="*/ 43 h 43"/>
            </a:gdLst>
            <a:ahLst/>
            <a:cxnLst>
              <a:cxn ang="0">
                <a:pos x="T0" y="T1"/>
              </a:cxn>
              <a:cxn ang="0">
                <a:pos x="T2" y="T3"/>
              </a:cxn>
              <a:cxn ang="0">
                <a:pos x="T4" y="T5"/>
              </a:cxn>
              <a:cxn ang="0">
                <a:pos x="T6" y="T7"/>
              </a:cxn>
              <a:cxn ang="0">
                <a:pos x="T8" y="T9"/>
              </a:cxn>
            </a:cxnLst>
            <a:rect l="0" t="0" r="r" b="b"/>
            <a:pathLst>
              <a:path w="68" h="43">
                <a:moveTo>
                  <a:pt x="7" y="43"/>
                </a:moveTo>
                <a:lnTo>
                  <a:pt x="0" y="25"/>
                </a:lnTo>
                <a:lnTo>
                  <a:pt x="62" y="0"/>
                </a:lnTo>
                <a:lnTo>
                  <a:pt x="68" y="18"/>
                </a:lnTo>
                <a:lnTo>
                  <a:pt x="7" y="43"/>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6" name="Freeform 84"/>
          <p:cNvSpPr>
            <a:spLocks/>
          </p:cNvSpPr>
          <p:nvPr/>
        </p:nvSpPr>
        <p:spPr bwMode="auto">
          <a:xfrm>
            <a:off x="8398093" y="1722628"/>
            <a:ext cx="153989" cy="93733"/>
          </a:xfrm>
          <a:custGeom>
            <a:avLst/>
            <a:gdLst>
              <a:gd name="T0" fmla="*/ 16 w 67"/>
              <a:gd name="T1" fmla="*/ 39 h 41"/>
              <a:gd name="T2" fmla="*/ 2 w 67"/>
              <a:gd name="T3" fmla="*/ 33 h 41"/>
              <a:gd name="T4" fmla="*/ 8 w 67"/>
              <a:gd name="T5" fmla="*/ 19 h 41"/>
              <a:gd name="T6" fmla="*/ 50 w 67"/>
              <a:gd name="T7" fmla="*/ 2 h 41"/>
              <a:gd name="T8" fmla="*/ 64 w 67"/>
              <a:gd name="T9" fmla="*/ 8 h 41"/>
              <a:gd name="T10" fmla="*/ 58 w 67"/>
              <a:gd name="T11" fmla="*/ 22 h 41"/>
              <a:gd name="T12" fmla="*/ 16 w 67"/>
              <a:gd name="T13" fmla="*/ 39 h 41"/>
            </a:gdLst>
            <a:ahLst/>
            <a:cxnLst>
              <a:cxn ang="0">
                <a:pos x="T0" y="T1"/>
              </a:cxn>
              <a:cxn ang="0">
                <a:pos x="T2" y="T3"/>
              </a:cxn>
              <a:cxn ang="0">
                <a:pos x="T4" y="T5"/>
              </a:cxn>
              <a:cxn ang="0">
                <a:pos x="T6" y="T7"/>
              </a:cxn>
              <a:cxn ang="0">
                <a:pos x="T8" y="T9"/>
              </a:cxn>
              <a:cxn ang="0">
                <a:pos x="T10" y="T11"/>
              </a:cxn>
              <a:cxn ang="0">
                <a:pos x="T12" y="T13"/>
              </a:cxn>
            </a:cxnLst>
            <a:rect l="0" t="0" r="r" b="b"/>
            <a:pathLst>
              <a:path w="67" h="41">
                <a:moveTo>
                  <a:pt x="16" y="39"/>
                </a:moveTo>
                <a:cubicBezTo>
                  <a:pt x="10" y="41"/>
                  <a:pt x="4" y="39"/>
                  <a:pt x="2" y="33"/>
                </a:cubicBezTo>
                <a:cubicBezTo>
                  <a:pt x="0" y="28"/>
                  <a:pt x="2" y="21"/>
                  <a:pt x="8" y="19"/>
                </a:cubicBezTo>
                <a:cubicBezTo>
                  <a:pt x="50" y="2"/>
                  <a:pt x="50" y="2"/>
                  <a:pt x="50" y="2"/>
                </a:cubicBezTo>
                <a:cubicBezTo>
                  <a:pt x="56" y="0"/>
                  <a:pt x="62" y="3"/>
                  <a:pt x="64" y="8"/>
                </a:cubicBezTo>
                <a:cubicBezTo>
                  <a:pt x="67" y="14"/>
                  <a:pt x="64" y="20"/>
                  <a:pt x="58" y="22"/>
                </a:cubicBezTo>
                <a:lnTo>
                  <a:pt x="16" y="39"/>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7" name="Freeform 85"/>
          <p:cNvSpPr>
            <a:spLocks noEditPoints="1"/>
          </p:cNvSpPr>
          <p:nvPr/>
        </p:nvSpPr>
        <p:spPr bwMode="auto">
          <a:xfrm>
            <a:off x="8309383" y="2944492"/>
            <a:ext cx="470335" cy="167380"/>
          </a:xfrm>
          <a:custGeom>
            <a:avLst/>
            <a:gdLst>
              <a:gd name="T0" fmla="*/ 142 w 205"/>
              <a:gd name="T1" fmla="*/ 5 h 73"/>
              <a:gd name="T2" fmla="*/ 157 w 205"/>
              <a:gd name="T3" fmla="*/ 2 h 73"/>
              <a:gd name="T4" fmla="*/ 164 w 205"/>
              <a:gd name="T5" fmla="*/ 5 h 73"/>
              <a:gd name="T6" fmla="*/ 179 w 205"/>
              <a:gd name="T7" fmla="*/ 2 h 73"/>
              <a:gd name="T8" fmla="*/ 202 w 205"/>
              <a:gd name="T9" fmla="*/ 18 h 73"/>
              <a:gd name="T10" fmla="*/ 187 w 205"/>
              <a:gd name="T11" fmla="*/ 42 h 73"/>
              <a:gd name="T12" fmla="*/ 177 w 205"/>
              <a:gd name="T13" fmla="*/ 43 h 73"/>
              <a:gd name="T14" fmla="*/ 166 w 205"/>
              <a:gd name="T15" fmla="*/ 18 h 73"/>
              <a:gd name="T16" fmla="*/ 172 w 205"/>
              <a:gd name="T17" fmla="*/ 45 h 73"/>
              <a:gd name="T18" fmla="*/ 167 w 205"/>
              <a:gd name="T19" fmla="*/ 50 h 73"/>
              <a:gd name="T20" fmla="*/ 142 w 205"/>
              <a:gd name="T21" fmla="*/ 55 h 73"/>
              <a:gd name="T22" fmla="*/ 142 w 205"/>
              <a:gd name="T23" fmla="*/ 20 h 73"/>
              <a:gd name="T24" fmla="*/ 158 w 205"/>
              <a:gd name="T25" fmla="*/ 17 h 73"/>
              <a:gd name="T26" fmla="*/ 163 w 205"/>
              <a:gd name="T27" fmla="*/ 19 h 73"/>
              <a:gd name="T28" fmla="*/ 161 w 205"/>
              <a:gd name="T29" fmla="*/ 9 h 73"/>
              <a:gd name="T30" fmla="*/ 155 w 205"/>
              <a:gd name="T31" fmla="*/ 5 h 73"/>
              <a:gd name="T32" fmla="*/ 142 w 205"/>
              <a:gd name="T33" fmla="*/ 8 h 73"/>
              <a:gd name="T34" fmla="*/ 142 w 205"/>
              <a:gd name="T35" fmla="*/ 5 h 73"/>
              <a:gd name="T36" fmla="*/ 28 w 205"/>
              <a:gd name="T37" fmla="*/ 30 h 73"/>
              <a:gd name="T38" fmla="*/ 116 w 205"/>
              <a:gd name="T39" fmla="*/ 13 h 73"/>
              <a:gd name="T40" fmla="*/ 121 w 205"/>
              <a:gd name="T41" fmla="*/ 9 h 73"/>
              <a:gd name="T42" fmla="*/ 142 w 205"/>
              <a:gd name="T43" fmla="*/ 5 h 73"/>
              <a:gd name="T44" fmla="*/ 142 w 205"/>
              <a:gd name="T45" fmla="*/ 8 h 73"/>
              <a:gd name="T46" fmla="*/ 124 w 205"/>
              <a:gd name="T47" fmla="*/ 11 h 73"/>
              <a:gd name="T48" fmla="*/ 120 w 205"/>
              <a:gd name="T49" fmla="*/ 17 h 73"/>
              <a:gd name="T50" fmla="*/ 122 w 205"/>
              <a:gd name="T51" fmla="*/ 28 h 73"/>
              <a:gd name="T52" fmla="*/ 122 w 205"/>
              <a:gd name="T53" fmla="*/ 28 h 73"/>
              <a:gd name="T54" fmla="*/ 126 w 205"/>
              <a:gd name="T55" fmla="*/ 24 h 73"/>
              <a:gd name="T56" fmla="*/ 142 w 205"/>
              <a:gd name="T57" fmla="*/ 20 h 73"/>
              <a:gd name="T58" fmla="*/ 142 w 205"/>
              <a:gd name="T59" fmla="*/ 55 h 73"/>
              <a:gd name="T60" fmla="*/ 130 w 205"/>
              <a:gd name="T61" fmla="*/ 57 h 73"/>
              <a:gd name="T62" fmla="*/ 125 w 205"/>
              <a:gd name="T63" fmla="*/ 56 h 73"/>
              <a:gd name="T64" fmla="*/ 35 w 205"/>
              <a:gd name="T65" fmla="*/ 73 h 73"/>
              <a:gd name="T66" fmla="*/ 28 w 205"/>
              <a:gd name="T67" fmla="*/ 70 h 73"/>
              <a:gd name="T68" fmla="*/ 28 w 205"/>
              <a:gd name="T69" fmla="*/ 67 h 73"/>
              <a:gd name="T70" fmla="*/ 35 w 205"/>
              <a:gd name="T71" fmla="*/ 70 h 73"/>
              <a:gd name="T72" fmla="*/ 35 w 205"/>
              <a:gd name="T73" fmla="*/ 70 h 73"/>
              <a:gd name="T74" fmla="*/ 37 w 205"/>
              <a:gd name="T75" fmla="*/ 70 h 73"/>
              <a:gd name="T76" fmla="*/ 42 w 205"/>
              <a:gd name="T77" fmla="*/ 62 h 73"/>
              <a:gd name="T78" fmla="*/ 36 w 205"/>
              <a:gd name="T79" fmla="*/ 57 h 73"/>
              <a:gd name="T80" fmla="*/ 40 w 205"/>
              <a:gd name="T81" fmla="*/ 50 h 73"/>
              <a:gd name="T82" fmla="*/ 34 w 205"/>
              <a:gd name="T83" fmla="*/ 45 h 73"/>
              <a:gd name="T84" fmla="*/ 37 w 205"/>
              <a:gd name="T85" fmla="*/ 38 h 73"/>
              <a:gd name="T86" fmla="*/ 30 w 205"/>
              <a:gd name="T87" fmla="*/ 33 h 73"/>
              <a:gd name="T88" fmla="*/ 28 w 205"/>
              <a:gd name="T89" fmla="*/ 33 h 73"/>
              <a:gd name="T90" fmla="*/ 28 w 205"/>
              <a:gd name="T91" fmla="*/ 34 h 73"/>
              <a:gd name="T92" fmla="*/ 28 w 205"/>
              <a:gd name="T93" fmla="*/ 30 h 73"/>
              <a:gd name="T94" fmla="*/ 26 w 205"/>
              <a:gd name="T95" fmla="*/ 31 h 73"/>
              <a:gd name="T96" fmla="*/ 28 w 205"/>
              <a:gd name="T97" fmla="*/ 30 h 73"/>
              <a:gd name="T98" fmla="*/ 28 w 205"/>
              <a:gd name="T99" fmla="*/ 34 h 73"/>
              <a:gd name="T100" fmla="*/ 13 w 205"/>
              <a:gd name="T101" fmla="*/ 49 h 73"/>
              <a:gd name="T102" fmla="*/ 15 w 205"/>
              <a:gd name="T103" fmla="*/ 62 h 73"/>
              <a:gd name="T104" fmla="*/ 28 w 205"/>
              <a:gd name="T105" fmla="*/ 67 h 73"/>
              <a:gd name="T106" fmla="*/ 28 w 205"/>
              <a:gd name="T107" fmla="*/ 70 h 73"/>
              <a:gd name="T108" fmla="*/ 0 w 205"/>
              <a:gd name="T109" fmla="*/ 58 h 73"/>
              <a:gd name="T110" fmla="*/ 26 w 205"/>
              <a:gd name="T111"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 h="73">
                <a:moveTo>
                  <a:pt x="142" y="5"/>
                </a:moveTo>
                <a:cubicBezTo>
                  <a:pt x="157" y="2"/>
                  <a:pt x="157" y="2"/>
                  <a:pt x="157" y="2"/>
                </a:cubicBezTo>
                <a:cubicBezTo>
                  <a:pt x="160" y="1"/>
                  <a:pt x="163" y="3"/>
                  <a:pt x="164" y="5"/>
                </a:cubicBezTo>
                <a:cubicBezTo>
                  <a:pt x="179" y="2"/>
                  <a:pt x="179" y="2"/>
                  <a:pt x="179" y="2"/>
                </a:cubicBezTo>
                <a:cubicBezTo>
                  <a:pt x="190" y="0"/>
                  <a:pt x="200" y="7"/>
                  <a:pt x="202" y="18"/>
                </a:cubicBezTo>
                <a:cubicBezTo>
                  <a:pt x="205" y="29"/>
                  <a:pt x="197" y="39"/>
                  <a:pt x="187" y="42"/>
                </a:cubicBezTo>
                <a:cubicBezTo>
                  <a:pt x="177" y="43"/>
                  <a:pt x="177" y="43"/>
                  <a:pt x="177" y="43"/>
                </a:cubicBezTo>
                <a:cubicBezTo>
                  <a:pt x="166" y="18"/>
                  <a:pt x="166" y="18"/>
                  <a:pt x="166" y="18"/>
                </a:cubicBezTo>
                <a:cubicBezTo>
                  <a:pt x="172" y="45"/>
                  <a:pt x="172" y="45"/>
                  <a:pt x="172" y="45"/>
                </a:cubicBezTo>
                <a:cubicBezTo>
                  <a:pt x="172" y="47"/>
                  <a:pt x="170" y="50"/>
                  <a:pt x="167" y="50"/>
                </a:cubicBezTo>
                <a:cubicBezTo>
                  <a:pt x="142" y="55"/>
                  <a:pt x="142" y="55"/>
                  <a:pt x="142" y="55"/>
                </a:cubicBezTo>
                <a:cubicBezTo>
                  <a:pt x="142" y="20"/>
                  <a:pt x="142" y="20"/>
                  <a:pt x="142" y="20"/>
                </a:cubicBezTo>
                <a:cubicBezTo>
                  <a:pt x="158" y="17"/>
                  <a:pt x="158" y="17"/>
                  <a:pt x="158" y="17"/>
                </a:cubicBezTo>
                <a:cubicBezTo>
                  <a:pt x="160" y="17"/>
                  <a:pt x="162" y="18"/>
                  <a:pt x="163" y="19"/>
                </a:cubicBezTo>
                <a:cubicBezTo>
                  <a:pt x="161" y="9"/>
                  <a:pt x="161" y="9"/>
                  <a:pt x="161" y="9"/>
                </a:cubicBezTo>
                <a:cubicBezTo>
                  <a:pt x="161" y="6"/>
                  <a:pt x="158" y="5"/>
                  <a:pt x="155" y="5"/>
                </a:cubicBezTo>
                <a:cubicBezTo>
                  <a:pt x="142" y="8"/>
                  <a:pt x="142" y="8"/>
                  <a:pt x="142" y="8"/>
                </a:cubicBezTo>
                <a:lnTo>
                  <a:pt x="142" y="5"/>
                </a:lnTo>
                <a:close/>
                <a:moveTo>
                  <a:pt x="28" y="30"/>
                </a:moveTo>
                <a:cubicBezTo>
                  <a:pt x="116" y="13"/>
                  <a:pt x="116" y="13"/>
                  <a:pt x="116" y="13"/>
                </a:cubicBezTo>
                <a:cubicBezTo>
                  <a:pt x="117" y="11"/>
                  <a:pt x="119" y="9"/>
                  <a:pt x="121" y="9"/>
                </a:cubicBezTo>
                <a:cubicBezTo>
                  <a:pt x="142" y="5"/>
                  <a:pt x="142" y="5"/>
                  <a:pt x="142" y="5"/>
                </a:cubicBezTo>
                <a:cubicBezTo>
                  <a:pt x="142" y="8"/>
                  <a:pt x="142" y="8"/>
                  <a:pt x="142" y="8"/>
                </a:cubicBezTo>
                <a:cubicBezTo>
                  <a:pt x="124" y="11"/>
                  <a:pt x="124" y="11"/>
                  <a:pt x="124" y="11"/>
                </a:cubicBezTo>
                <a:cubicBezTo>
                  <a:pt x="121" y="12"/>
                  <a:pt x="119" y="15"/>
                  <a:pt x="120" y="17"/>
                </a:cubicBezTo>
                <a:cubicBezTo>
                  <a:pt x="122" y="28"/>
                  <a:pt x="122" y="28"/>
                  <a:pt x="122" y="28"/>
                </a:cubicBezTo>
                <a:cubicBezTo>
                  <a:pt x="122" y="28"/>
                  <a:pt x="122" y="28"/>
                  <a:pt x="122" y="28"/>
                </a:cubicBezTo>
                <a:cubicBezTo>
                  <a:pt x="122" y="26"/>
                  <a:pt x="124" y="24"/>
                  <a:pt x="126" y="24"/>
                </a:cubicBezTo>
                <a:cubicBezTo>
                  <a:pt x="142" y="20"/>
                  <a:pt x="142" y="20"/>
                  <a:pt x="142" y="20"/>
                </a:cubicBezTo>
                <a:cubicBezTo>
                  <a:pt x="142" y="55"/>
                  <a:pt x="142" y="55"/>
                  <a:pt x="142" y="55"/>
                </a:cubicBezTo>
                <a:cubicBezTo>
                  <a:pt x="130" y="57"/>
                  <a:pt x="130" y="57"/>
                  <a:pt x="130" y="57"/>
                </a:cubicBezTo>
                <a:cubicBezTo>
                  <a:pt x="128" y="58"/>
                  <a:pt x="126" y="57"/>
                  <a:pt x="125" y="56"/>
                </a:cubicBezTo>
                <a:cubicBezTo>
                  <a:pt x="35" y="73"/>
                  <a:pt x="35" y="73"/>
                  <a:pt x="35" y="73"/>
                </a:cubicBezTo>
                <a:cubicBezTo>
                  <a:pt x="28" y="70"/>
                  <a:pt x="28" y="70"/>
                  <a:pt x="28" y="70"/>
                </a:cubicBezTo>
                <a:cubicBezTo>
                  <a:pt x="28" y="67"/>
                  <a:pt x="28" y="67"/>
                  <a:pt x="28" y="67"/>
                </a:cubicBezTo>
                <a:cubicBezTo>
                  <a:pt x="35" y="70"/>
                  <a:pt x="35" y="70"/>
                  <a:pt x="35" y="70"/>
                </a:cubicBezTo>
                <a:cubicBezTo>
                  <a:pt x="35" y="70"/>
                  <a:pt x="35" y="70"/>
                  <a:pt x="35" y="70"/>
                </a:cubicBezTo>
                <a:cubicBezTo>
                  <a:pt x="37" y="70"/>
                  <a:pt x="37" y="70"/>
                  <a:pt x="37" y="70"/>
                </a:cubicBezTo>
                <a:cubicBezTo>
                  <a:pt x="41" y="69"/>
                  <a:pt x="43" y="66"/>
                  <a:pt x="42" y="62"/>
                </a:cubicBezTo>
                <a:cubicBezTo>
                  <a:pt x="42" y="59"/>
                  <a:pt x="39" y="57"/>
                  <a:pt x="36" y="57"/>
                </a:cubicBezTo>
                <a:cubicBezTo>
                  <a:pt x="39" y="56"/>
                  <a:pt x="40" y="53"/>
                  <a:pt x="40" y="50"/>
                </a:cubicBezTo>
                <a:cubicBezTo>
                  <a:pt x="39" y="47"/>
                  <a:pt x="37" y="45"/>
                  <a:pt x="34" y="45"/>
                </a:cubicBezTo>
                <a:cubicBezTo>
                  <a:pt x="36" y="44"/>
                  <a:pt x="38" y="41"/>
                  <a:pt x="37" y="38"/>
                </a:cubicBezTo>
                <a:cubicBezTo>
                  <a:pt x="37" y="34"/>
                  <a:pt x="33" y="32"/>
                  <a:pt x="30" y="33"/>
                </a:cubicBezTo>
                <a:cubicBezTo>
                  <a:pt x="28" y="33"/>
                  <a:pt x="28" y="33"/>
                  <a:pt x="28" y="33"/>
                </a:cubicBezTo>
                <a:cubicBezTo>
                  <a:pt x="28" y="34"/>
                  <a:pt x="28" y="34"/>
                  <a:pt x="28" y="34"/>
                </a:cubicBezTo>
                <a:lnTo>
                  <a:pt x="28" y="30"/>
                </a:lnTo>
                <a:close/>
                <a:moveTo>
                  <a:pt x="26" y="31"/>
                </a:moveTo>
                <a:cubicBezTo>
                  <a:pt x="28" y="30"/>
                  <a:pt x="28" y="30"/>
                  <a:pt x="28" y="30"/>
                </a:cubicBezTo>
                <a:cubicBezTo>
                  <a:pt x="28" y="34"/>
                  <a:pt x="28" y="34"/>
                  <a:pt x="28" y="34"/>
                </a:cubicBezTo>
                <a:cubicBezTo>
                  <a:pt x="13" y="49"/>
                  <a:pt x="13" y="49"/>
                  <a:pt x="13" y="49"/>
                </a:cubicBezTo>
                <a:cubicBezTo>
                  <a:pt x="15" y="62"/>
                  <a:pt x="15" y="62"/>
                  <a:pt x="15" y="62"/>
                </a:cubicBezTo>
                <a:cubicBezTo>
                  <a:pt x="28" y="67"/>
                  <a:pt x="28" y="67"/>
                  <a:pt x="28" y="67"/>
                </a:cubicBezTo>
                <a:cubicBezTo>
                  <a:pt x="28" y="70"/>
                  <a:pt x="28" y="70"/>
                  <a:pt x="28" y="70"/>
                </a:cubicBezTo>
                <a:cubicBezTo>
                  <a:pt x="0" y="58"/>
                  <a:pt x="0" y="58"/>
                  <a:pt x="0" y="58"/>
                </a:cubicBezTo>
                <a:lnTo>
                  <a:pt x="26" y="31"/>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8" name="Freeform 86"/>
          <p:cNvSpPr>
            <a:spLocks/>
          </p:cNvSpPr>
          <p:nvPr/>
        </p:nvSpPr>
        <p:spPr bwMode="auto">
          <a:xfrm>
            <a:off x="10257673" y="3376333"/>
            <a:ext cx="259437" cy="333084"/>
          </a:xfrm>
          <a:custGeom>
            <a:avLst/>
            <a:gdLst>
              <a:gd name="T0" fmla="*/ 113 w 113"/>
              <a:gd name="T1" fmla="*/ 25 h 145"/>
              <a:gd name="T2" fmla="*/ 108 w 113"/>
              <a:gd name="T3" fmla="*/ 22 h 145"/>
              <a:gd name="T4" fmla="*/ 42 w 113"/>
              <a:gd name="T5" fmla="*/ 128 h 145"/>
              <a:gd name="T6" fmla="*/ 19 w 113"/>
              <a:gd name="T7" fmla="*/ 132 h 145"/>
              <a:gd name="T8" fmla="*/ 12 w 113"/>
              <a:gd name="T9" fmla="*/ 109 h 145"/>
              <a:gd name="T10" fmla="*/ 78 w 113"/>
              <a:gd name="T11" fmla="*/ 3 h 145"/>
              <a:gd name="T12" fmla="*/ 73 w 113"/>
              <a:gd name="T13" fmla="*/ 0 h 145"/>
              <a:gd name="T14" fmla="*/ 6 w 113"/>
              <a:gd name="T15" fmla="*/ 107 h 145"/>
              <a:gd name="T16" fmla="*/ 15 w 113"/>
              <a:gd name="T17" fmla="*/ 138 h 145"/>
              <a:gd name="T18" fmla="*/ 47 w 113"/>
              <a:gd name="T19" fmla="*/ 132 h 145"/>
              <a:gd name="T20" fmla="*/ 113 w 113"/>
              <a:gd name="T21"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45">
                <a:moveTo>
                  <a:pt x="113" y="25"/>
                </a:moveTo>
                <a:cubicBezTo>
                  <a:pt x="108" y="22"/>
                  <a:pt x="108" y="22"/>
                  <a:pt x="108" y="22"/>
                </a:cubicBezTo>
                <a:cubicBezTo>
                  <a:pt x="42" y="128"/>
                  <a:pt x="42" y="128"/>
                  <a:pt x="42" y="128"/>
                </a:cubicBezTo>
                <a:cubicBezTo>
                  <a:pt x="38" y="135"/>
                  <a:pt x="27" y="137"/>
                  <a:pt x="19" y="132"/>
                </a:cubicBezTo>
                <a:cubicBezTo>
                  <a:pt x="11" y="127"/>
                  <a:pt x="8" y="117"/>
                  <a:pt x="12" y="109"/>
                </a:cubicBezTo>
                <a:cubicBezTo>
                  <a:pt x="78" y="3"/>
                  <a:pt x="78" y="3"/>
                  <a:pt x="78" y="3"/>
                </a:cubicBezTo>
                <a:cubicBezTo>
                  <a:pt x="73" y="0"/>
                  <a:pt x="73" y="0"/>
                  <a:pt x="73" y="0"/>
                </a:cubicBezTo>
                <a:cubicBezTo>
                  <a:pt x="6" y="107"/>
                  <a:pt x="6" y="107"/>
                  <a:pt x="6" y="107"/>
                </a:cubicBezTo>
                <a:cubicBezTo>
                  <a:pt x="0" y="117"/>
                  <a:pt x="4" y="131"/>
                  <a:pt x="15" y="138"/>
                </a:cubicBezTo>
                <a:cubicBezTo>
                  <a:pt x="26" y="145"/>
                  <a:pt x="40" y="142"/>
                  <a:pt x="47" y="132"/>
                </a:cubicBezTo>
                <a:lnTo>
                  <a:pt x="113" y="25"/>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99" name="Freeform 87"/>
          <p:cNvSpPr>
            <a:spLocks/>
          </p:cNvSpPr>
          <p:nvPr/>
        </p:nvSpPr>
        <p:spPr bwMode="auto">
          <a:xfrm>
            <a:off x="10404963" y="3364615"/>
            <a:ext cx="125535" cy="87036"/>
          </a:xfrm>
          <a:custGeom>
            <a:avLst/>
            <a:gdLst>
              <a:gd name="T0" fmla="*/ 54 w 55"/>
              <a:gd name="T1" fmla="*/ 35 h 38"/>
              <a:gd name="T2" fmla="*/ 48 w 55"/>
              <a:gd name="T3" fmla="*/ 37 h 38"/>
              <a:gd name="T4" fmla="*/ 3 w 55"/>
              <a:gd name="T5" fmla="*/ 9 h 38"/>
              <a:gd name="T6" fmla="*/ 2 w 55"/>
              <a:gd name="T7" fmla="*/ 3 h 38"/>
              <a:gd name="T8" fmla="*/ 8 w 55"/>
              <a:gd name="T9" fmla="*/ 1 h 38"/>
              <a:gd name="T10" fmla="*/ 53 w 55"/>
              <a:gd name="T11" fmla="*/ 29 h 38"/>
              <a:gd name="T12" fmla="*/ 54 w 55"/>
              <a:gd name="T13" fmla="*/ 35 h 38"/>
            </a:gdLst>
            <a:ahLst/>
            <a:cxnLst>
              <a:cxn ang="0">
                <a:pos x="T0" y="T1"/>
              </a:cxn>
              <a:cxn ang="0">
                <a:pos x="T2" y="T3"/>
              </a:cxn>
              <a:cxn ang="0">
                <a:pos x="T4" y="T5"/>
              </a:cxn>
              <a:cxn ang="0">
                <a:pos x="T6" y="T7"/>
              </a:cxn>
              <a:cxn ang="0">
                <a:pos x="T8" y="T9"/>
              </a:cxn>
              <a:cxn ang="0">
                <a:pos x="T10" y="T11"/>
              </a:cxn>
              <a:cxn ang="0">
                <a:pos x="T12" y="T13"/>
              </a:cxn>
            </a:cxnLst>
            <a:rect l="0" t="0" r="r" b="b"/>
            <a:pathLst>
              <a:path w="55" h="38">
                <a:moveTo>
                  <a:pt x="54" y="35"/>
                </a:moveTo>
                <a:cubicBezTo>
                  <a:pt x="53" y="37"/>
                  <a:pt x="50" y="38"/>
                  <a:pt x="48" y="37"/>
                </a:cubicBezTo>
                <a:cubicBezTo>
                  <a:pt x="3" y="9"/>
                  <a:pt x="3" y="9"/>
                  <a:pt x="3" y="9"/>
                </a:cubicBezTo>
                <a:cubicBezTo>
                  <a:pt x="1" y="7"/>
                  <a:pt x="0" y="5"/>
                  <a:pt x="2" y="3"/>
                </a:cubicBezTo>
                <a:cubicBezTo>
                  <a:pt x="3" y="1"/>
                  <a:pt x="6" y="0"/>
                  <a:pt x="8" y="1"/>
                </a:cubicBezTo>
                <a:cubicBezTo>
                  <a:pt x="53" y="29"/>
                  <a:pt x="53" y="29"/>
                  <a:pt x="53" y="29"/>
                </a:cubicBezTo>
                <a:cubicBezTo>
                  <a:pt x="55" y="31"/>
                  <a:pt x="55" y="33"/>
                  <a:pt x="54" y="35"/>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0" name="Freeform 88"/>
          <p:cNvSpPr>
            <a:spLocks/>
          </p:cNvSpPr>
          <p:nvPr/>
        </p:nvSpPr>
        <p:spPr bwMode="auto">
          <a:xfrm>
            <a:off x="10307886" y="3433242"/>
            <a:ext cx="172401" cy="239352"/>
          </a:xfrm>
          <a:custGeom>
            <a:avLst/>
            <a:gdLst>
              <a:gd name="T0" fmla="*/ 75 w 75"/>
              <a:gd name="T1" fmla="*/ 4 h 104"/>
              <a:gd name="T2" fmla="*/ 69 w 75"/>
              <a:gd name="T3" fmla="*/ 0 h 104"/>
              <a:gd name="T4" fmla="*/ 10 w 75"/>
              <a:gd name="T5" fmla="*/ 95 h 104"/>
              <a:gd name="T6" fmla="*/ 0 w 75"/>
              <a:gd name="T7" fmla="*/ 100 h 104"/>
              <a:gd name="T8" fmla="*/ 1 w 75"/>
              <a:gd name="T9" fmla="*/ 101 h 104"/>
              <a:gd name="T10" fmla="*/ 17 w 75"/>
              <a:gd name="T11" fmla="*/ 98 h 104"/>
              <a:gd name="T12" fmla="*/ 75 w 75"/>
              <a:gd name="T13" fmla="*/ 4 h 104"/>
            </a:gdLst>
            <a:ahLst/>
            <a:cxnLst>
              <a:cxn ang="0">
                <a:pos x="T0" y="T1"/>
              </a:cxn>
              <a:cxn ang="0">
                <a:pos x="T2" y="T3"/>
              </a:cxn>
              <a:cxn ang="0">
                <a:pos x="T4" y="T5"/>
              </a:cxn>
              <a:cxn ang="0">
                <a:pos x="T6" y="T7"/>
              </a:cxn>
              <a:cxn ang="0">
                <a:pos x="T8" y="T9"/>
              </a:cxn>
              <a:cxn ang="0">
                <a:pos x="T10" y="T11"/>
              </a:cxn>
              <a:cxn ang="0">
                <a:pos x="T12" y="T13"/>
              </a:cxn>
            </a:cxnLst>
            <a:rect l="0" t="0" r="r" b="b"/>
            <a:pathLst>
              <a:path w="75" h="104">
                <a:moveTo>
                  <a:pt x="75" y="4"/>
                </a:moveTo>
                <a:cubicBezTo>
                  <a:pt x="69" y="0"/>
                  <a:pt x="69" y="0"/>
                  <a:pt x="69" y="0"/>
                </a:cubicBezTo>
                <a:cubicBezTo>
                  <a:pt x="10" y="95"/>
                  <a:pt x="10" y="95"/>
                  <a:pt x="10" y="95"/>
                </a:cubicBezTo>
                <a:cubicBezTo>
                  <a:pt x="8" y="98"/>
                  <a:pt x="4" y="100"/>
                  <a:pt x="0" y="100"/>
                </a:cubicBezTo>
                <a:cubicBezTo>
                  <a:pt x="0" y="100"/>
                  <a:pt x="1" y="100"/>
                  <a:pt x="1" y="101"/>
                </a:cubicBezTo>
                <a:cubicBezTo>
                  <a:pt x="7" y="104"/>
                  <a:pt x="14" y="103"/>
                  <a:pt x="17" y="98"/>
                </a:cubicBezTo>
                <a:lnTo>
                  <a:pt x="75" y="4"/>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1" name="Freeform 89"/>
          <p:cNvSpPr>
            <a:spLocks noEditPoints="1"/>
          </p:cNvSpPr>
          <p:nvPr/>
        </p:nvSpPr>
        <p:spPr bwMode="auto">
          <a:xfrm>
            <a:off x="9906173" y="2070777"/>
            <a:ext cx="234330" cy="170726"/>
          </a:xfrm>
          <a:custGeom>
            <a:avLst/>
            <a:gdLst>
              <a:gd name="T0" fmla="*/ 84 w 102"/>
              <a:gd name="T1" fmla="*/ 71 h 74"/>
              <a:gd name="T2" fmla="*/ 79 w 102"/>
              <a:gd name="T3" fmla="*/ 69 h 74"/>
              <a:gd name="T4" fmla="*/ 79 w 102"/>
              <a:gd name="T5" fmla="*/ 69 h 74"/>
              <a:gd name="T6" fmla="*/ 79 w 102"/>
              <a:gd name="T7" fmla="*/ 52 h 74"/>
              <a:gd name="T8" fmla="*/ 86 w 102"/>
              <a:gd name="T9" fmla="*/ 49 h 74"/>
              <a:gd name="T10" fmla="*/ 90 w 102"/>
              <a:gd name="T11" fmla="*/ 38 h 74"/>
              <a:gd name="T12" fmla="*/ 79 w 102"/>
              <a:gd name="T13" fmla="*/ 31 h 74"/>
              <a:gd name="T14" fmla="*/ 85 w 102"/>
              <a:gd name="T15" fmla="*/ 20 h 74"/>
              <a:gd name="T16" fmla="*/ 79 w 102"/>
              <a:gd name="T17" fmla="*/ 16 h 74"/>
              <a:gd name="T18" fmla="*/ 72 w 102"/>
              <a:gd name="T19" fmla="*/ 3 h 74"/>
              <a:gd name="T20" fmla="*/ 79 w 102"/>
              <a:gd name="T21" fmla="*/ 16 h 74"/>
              <a:gd name="T22" fmla="*/ 72 w 102"/>
              <a:gd name="T23" fmla="*/ 21 h 74"/>
              <a:gd name="T24" fmla="*/ 72 w 102"/>
              <a:gd name="T25" fmla="*/ 9 h 74"/>
              <a:gd name="T26" fmla="*/ 79 w 102"/>
              <a:gd name="T27" fmla="*/ 73 h 74"/>
              <a:gd name="T28" fmla="*/ 72 w 102"/>
              <a:gd name="T29" fmla="*/ 69 h 74"/>
              <a:gd name="T30" fmla="*/ 79 w 102"/>
              <a:gd name="T31" fmla="*/ 73 h 74"/>
              <a:gd name="T32" fmla="*/ 79 w 102"/>
              <a:gd name="T33" fmla="*/ 34 h 74"/>
              <a:gd name="T34" fmla="*/ 75 w 102"/>
              <a:gd name="T35" fmla="*/ 45 h 74"/>
              <a:gd name="T36" fmla="*/ 79 w 102"/>
              <a:gd name="T37" fmla="*/ 52 h 74"/>
              <a:gd name="T38" fmla="*/ 72 w 102"/>
              <a:gd name="T39" fmla="*/ 25 h 74"/>
              <a:gd name="T40" fmla="*/ 79 w 102"/>
              <a:gd name="T41" fmla="*/ 31 h 74"/>
              <a:gd name="T42" fmla="*/ 72 w 102"/>
              <a:gd name="T43" fmla="*/ 3 h 74"/>
              <a:gd name="T44" fmla="*/ 71 w 102"/>
              <a:gd name="T45" fmla="*/ 8 h 74"/>
              <a:gd name="T46" fmla="*/ 66 w 102"/>
              <a:gd name="T47" fmla="*/ 2 h 74"/>
              <a:gd name="T48" fmla="*/ 66 w 102"/>
              <a:gd name="T49" fmla="*/ 73 h 74"/>
              <a:gd name="T50" fmla="*/ 67 w 102"/>
              <a:gd name="T51" fmla="*/ 65 h 74"/>
              <a:gd name="T52" fmla="*/ 72 w 102"/>
              <a:gd name="T53" fmla="*/ 74 h 74"/>
              <a:gd name="T54" fmla="*/ 72 w 102"/>
              <a:gd name="T55" fmla="*/ 21 h 74"/>
              <a:gd name="T56" fmla="*/ 72 w 102"/>
              <a:gd name="T57" fmla="*/ 52 h 74"/>
              <a:gd name="T58" fmla="*/ 66 w 102"/>
              <a:gd name="T59" fmla="*/ 57 h 74"/>
              <a:gd name="T60" fmla="*/ 69 w 102"/>
              <a:gd name="T61" fmla="*/ 16 h 74"/>
              <a:gd name="T62" fmla="*/ 22 w 102"/>
              <a:gd name="T63" fmla="*/ 10 h 74"/>
              <a:gd name="T64" fmla="*/ 66 w 102"/>
              <a:gd name="T65" fmla="*/ 5 h 74"/>
              <a:gd name="T66" fmla="*/ 64 w 102"/>
              <a:gd name="T67" fmla="*/ 6 h 74"/>
              <a:gd name="T68" fmla="*/ 66 w 102"/>
              <a:gd name="T69" fmla="*/ 16 h 74"/>
              <a:gd name="T70" fmla="*/ 66 w 102"/>
              <a:gd name="T71" fmla="*/ 64 h 74"/>
              <a:gd name="T72" fmla="*/ 37 w 102"/>
              <a:gd name="T73" fmla="*/ 57 h 74"/>
              <a:gd name="T74" fmla="*/ 22 w 102"/>
              <a:gd name="T75" fmla="*/ 49 h 74"/>
              <a:gd name="T76" fmla="*/ 27 w 102"/>
              <a:gd name="T77" fmla="*/ 48 h 74"/>
              <a:gd name="T78" fmla="*/ 22 w 102"/>
              <a:gd name="T79" fmla="*/ 27 h 74"/>
              <a:gd name="T80" fmla="*/ 2 w 102"/>
              <a:gd name="T81" fmla="*/ 41 h 74"/>
              <a:gd name="T82" fmla="*/ 22 w 102"/>
              <a:gd name="T83" fmla="*/ 10 h 74"/>
              <a:gd name="T84" fmla="*/ 17 w 102"/>
              <a:gd name="T85" fmla="*/ 28 h 74"/>
              <a:gd name="T86" fmla="*/ 22 w 102"/>
              <a:gd name="T87" fmla="*/ 49 h 74"/>
              <a:gd name="T88" fmla="*/ 2 w 102"/>
              <a:gd name="T89" fmla="*/ 4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 h="74">
                <a:moveTo>
                  <a:pt x="79" y="7"/>
                </a:moveTo>
                <a:cubicBezTo>
                  <a:pt x="102" y="22"/>
                  <a:pt x="98" y="62"/>
                  <a:pt x="84" y="71"/>
                </a:cubicBezTo>
                <a:cubicBezTo>
                  <a:pt x="82" y="72"/>
                  <a:pt x="80" y="73"/>
                  <a:pt x="79" y="73"/>
                </a:cubicBezTo>
                <a:cubicBezTo>
                  <a:pt x="79" y="69"/>
                  <a:pt x="79" y="69"/>
                  <a:pt x="79" y="69"/>
                </a:cubicBezTo>
                <a:cubicBezTo>
                  <a:pt x="79" y="69"/>
                  <a:pt x="79" y="69"/>
                  <a:pt x="79" y="69"/>
                </a:cubicBezTo>
                <a:cubicBezTo>
                  <a:pt x="79" y="69"/>
                  <a:pt x="79" y="69"/>
                  <a:pt x="79" y="69"/>
                </a:cubicBezTo>
                <a:cubicBezTo>
                  <a:pt x="83" y="67"/>
                  <a:pt x="85" y="61"/>
                  <a:pt x="83" y="57"/>
                </a:cubicBezTo>
                <a:cubicBezTo>
                  <a:pt x="82" y="55"/>
                  <a:pt x="80" y="53"/>
                  <a:pt x="79" y="52"/>
                </a:cubicBezTo>
                <a:cubicBezTo>
                  <a:pt x="79" y="49"/>
                  <a:pt x="79" y="49"/>
                  <a:pt x="79" y="49"/>
                </a:cubicBezTo>
                <a:cubicBezTo>
                  <a:pt x="81" y="50"/>
                  <a:pt x="84" y="50"/>
                  <a:pt x="86" y="49"/>
                </a:cubicBezTo>
                <a:cubicBezTo>
                  <a:pt x="86" y="49"/>
                  <a:pt x="86" y="49"/>
                  <a:pt x="86" y="49"/>
                </a:cubicBezTo>
                <a:cubicBezTo>
                  <a:pt x="90" y="47"/>
                  <a:pt x="92" y="42"/>
                  <a:pt x="90" y="38"/>
                </a:cubicBezTo>
                <a:cubicBezTo>
                  <a:pt x="88" y="34"/>
                  <a:pt x="83" y="32"/>
                  <a:pt x="79" y="34"/>
                </a:cubicBezTo>
                <a:cubicBezTo>
                  <a:pt x="79" y="31"/>
                  <a:pt x="79" y="31"/>
                  <a:pt x="79" y="31"/>
                </a:cubicBezTo>
                <a:cubicBezTo>
                  <a:pt x="80" y="31"/>
                  <a:pt x="81" y="30"/>
                  <a:pt x="82" y="30"/>
                </a:cubicBezTo>
                <a:cubicBezTo>
                  <a:pt x="86" y="28"/>
                  <a:pt x="87" y="24"/>
                  <a:pt x="85" y="20"/>
                </a:cubicBezTo>
                <a:cubicBezTo>
                  <a:pt x="85" y="20"/>
                  <a:pt x="85" y="20"/>
                  <a:pt x="85" y="20"/>
                </a:cubicBezTo>
                <a:cubicBezTo>
                  <a:pt x="84" y="17"/>
                  <a:pt x="81" y="16"/>
                  <a:pt x="79" y="16"/>
                </a:cubicBezTo>
                <a:lnTo>
                  <a:pt x="79" y="7"/>
                </a:lnTo>
                <a:close/>
                <a:moveTo>
                  <a:pt x="72" y="3"/>
                </a:moveTo>
                <a:cubicBezTo>
                  <a:pt x="74" y="4"/>
                  <a:pt x="76" y="5"/>
                  <a:pt x="79" y="7"/>
                </a:cubicBezTo>
                <a:cubicBezTo>
                  <a:pt x="79" y="16"/>
                  <a:pt x="79" y="16"/>
                  <a:pt x="79" y="16"/>
                </a:cubicBezTo>
                <a:cubicBezTo>
                  <a:pt x="77" y="16"/>
                  <a:pt x="76" y="16"/>
                  <a:pt x="75" y="17"/>
                </a:cubicBezTo>
                <a:cubicBezTo>
                  <a:pt x="73" y="17"/>
                  <a:pt x="72" y="19"/>
                  <a:pt x="72" y="21"/>
                </a:cubicBezTo>
                <a:cubicBezTo>
                  <a:pt x="72" y="13"/>
                  <a:pt x="72" y="13"/>
                  <a:pt x="72" y="13"/>
                </a:cubicBezTo>
                <a:cubicBezTo>
                  <a:pt x="72" y="12"/>
                  <a:pt x="72" y="10"/>
                  <a:pt x="72" y="9"/>
                </a:cubicBezTo>
                <a:cubicBezTo>
                  <a:pt x="72" y="3"/>
                  <a:pt x="72" y="3"/>
                  <a:pt x="72" y="3"/>
                </a:cubicBezTo>
                <a:close/>
                <a:moveTo>
                  <a:pt x="79" y="73"/>
                </a:moveTo>
                <a:cubicBezTo>
                  <a:pt x="76" y="74"/>
                  <a:pt x="74" y="74"/>
                  <a:pt x="72" y="74"/>
                </a:cubicBezTo>
                <a:cubicBezTo>
                  <a:pt x="72" y="69"/>
                  <a:pt x="72" y="69"/>
                  <a:pt x="72" y="69"/>
                </a:cubicBezTo>
                <a:cubicBezTo>
                  <a:pt x="74" y="70"/>
                  <a:pt x="76" y="70"/>
                  <a:pt x="79" y="69"/>
                </a:cubicBezTo>
                <a:cubicBezTo>
                  <a:pt x="79" y="73"/>
                  <a:pt x="79" y="73"/>
                  <a:pt x="79" y="73"/>
                </a:cubicBezTo>
                <a:close/>
                <a:moveTo>
                  <a:pt x="79" y="31"/>
                </a:moveTo>
                <a:cubicBezTo>
                  <a:pt x="79" y="34"/>
                  <a:pt x="79" y="34"/>
                  <a:pt x="79" y="34"/>
                </a:cubicBezTo>
                <a:cubicBezTo>
                  <a:pt x="78" y="34"/>
                  <a:pt x="78" y="34"/>
                  <a:pt x="78" y="34"/>
                </a:cubicBezTo>
                <a:cubicBezTo>
                  <a:pt x="74" y="36"/>
                  <a:pt x="73" y="41"/>
                  <a:pt x="75" y="45"/>
                </a:cubicBezTo>
                <a:cubicBezTo>
                  <a:pt x="76" y="47"/>
                  <a:pt x="77" y="48"/>
                  <a:pt x="79" y="49"/>
                </a:cubicBezTo>
                <a:cubicBezTo>
                  <a:pt x="79" y="52"/>
                  <a:pt x="79" y="52"/>
                  <a:pt x="79" y="52"/>
                </a:cubicBezTo>
                <a:cubicBezTo>
                  <a:pt x="76" y="51"/>
                  <a:pt x="74" y="51"/>
                  <a:pt x="72" y="52"/>
                </a:cubicBezTo>
                <a:cubicBezTo>
                  <a:pt x="72" y="25"/>
                  <a:pt x="72" y="25"/>
                  <a:pt x="72" y="25"/>
                </a:cubicBezTo>
                <a:cubicBezTo>
                  <a:pt x="72" y="26"/>
                  <a:pt x="72" y="26"/>
                  <a:pt x="72" y="26"/>
                </a:cubicBezTo>
                <a:cubicBezTo>
                  <a:pt x="73" y="29"/>
                  <a:pt x="76" y="31"/>
                  <a:pt x="79" y="31"/>
                </a:cubicBezTo>
                <a:close/>
                <a:moveTo>
                  <a:pt x="66" y="2"/>
                </a:moveTo>
                <a:cubicBezTo>
                  <a:pt x="68" y="2"/>
                  <a:pt x="70" y="3"/>
                  <a:pt x="72" y="3"/>
                </a:cubicBezTo>
                <a:cubicBezTo>
                  <a:pt x="72" y="9"/>
                  <a:pt x="72" y="9"/>
                  <a:pt x="72" y="9"/>
                </a:cubicBezTo>
                <a:cubicBezTo>
                  <a:pt x="71" y="9"/>
                  <a:pt x="71" y="9"/>
                  <a:pt x="71" y="8"/>
                </a:cubicBezTo>
                <a:cubicBezTo>
                  <a:pt x="70" y="7"/>
                  <a:pt x="68" y="5"/>
                  <a:pt x="66" y="5"/>
                </a:cubicBezTo>
                <a:cubicBezTo>
                  <a:pt x="66" y="2"/>
                  <a:pt x="66" y="2"/>
                  <a:pt x="66" y="2"/>
                </a:cubicBezTo>
                <a:close/>
                <a:moveTo>
                  <a:pt x="72" y="74"/>
                </a:moveTo>
                <a:cubicBezTo>
                  <a:pt x="70" y="74"/>
                  <a:pt x="68" y="73"/>
                  <a:pt x="66" y="73"/>
                </a:cubicBezTo>
                <a:cubicBezTo>
                  <a:pt x="66" y="64"/>
                  <a:pt x="66" y="64"/>
                  <a:pt x="66" y="64"/>
                </a:cubicBezTo>
                <a:cubicBezTo>
                  <a:pt x="66" y="64"/>
                  <a:pt x="67" y="64"/>
                  <a:pt x="67" y="65"/>
                </a:cubicBezTo>
                <a:cubicBezTo>
                  <a:pt x="68" y="67"/>
                  <a:pt x="70" y="68"/>
                  <a:pt x="72" y="69"/>
                </a:cubicBezTo>
                <a:cubicBezTo>
                  <a:pt x="72" y="74"/>
                  <a:pt x="72" y="74"/>
                  <a:pt x="72" y="74"/>
                </a:cubicBezTo>
                <a:close/>
                <a:moveTo>
                  <a:pt x="72" y="13"/>
                </a:moveTo>
                <a:cubicBezTo>
                  <a:pt x="72" y="21"/>
                  <a:pt x="72" y="21"/>
                  <a:pt x="72" y="21"/>
                </a:cubicBezTo>
                <a:cubicBezTo>
                  <a:pt x="71" y="22"/>
                  <a:pt x="71" y="24"/>
                  <a:pt x="72" y="25"/>
                </a:cubicBezTo>
                <a:cubicBezTo>
                  <a:pt x="72" y="52"/>
                  <a:pt x="72" y="52"/>
                  <a:pt x="72" y="52"/>
                </a:cubicBezTo>
                <a:cubicBezTo>
                  <a:pt x="71" y="52"/>
                  <a:pt x="71" y="52"/>
                  <a:pt x="71" y="52"/>
                </a:cubicBezTo>
                <a:cubicBezTo>
                  <a:pt x="69" y="54"/>
                  <a:pt x="67" y="55"/>
                  <a:pt x="66" y="57"/>
                </a:cubicBezTo>
                <a:cubicBezTo>
                  <a:pt x="66" y="16"/>
                  <a:pt x="66" y="16"/>
                  <a:pt x="66" y="16"/>
                </a:cubicBezTo>
                <a:cubicBezTo>
                  <a:pt x="67" y="16"/>
                  <a:pt x="68" y="16"/>
                  <a:pt x="69" y="16"/>
                </a:cubicBezTo>
                <a:cubicBezTo>
                  <a:pt x="70" y="15"/>
                  <a:pt x="71" y="14"/>
                  <a:pt x="72" y="13"/>
                </a:cubicBezTo>
                <a:close/>
                <a:moveTo>
                  <a:pt x="22" y="10"/>
                </a:moveTo>
                <a:cubicBezTo>
                  <a:pt x="41" y="2"/>
                  <a:pt x="55" y="0"/>
                  <a:pt x="66" y="2"/>
                </a:cubicBezTo>
                <a:cubicBezTo>
                  <a:pt x="66" y="5"/>
                  <a:pt x="66" y="5"/>
                  <a:pt x="66" y="5"/>
                </a:cubicBezTo>
                <a:cubicBezTo>
                  <a:pt x="65" y="5"/>
                  <a:pt x="65" y="6"/>
                  <a:pt x="64" y="6"/>
                </a:cubicBezTo>
                <a:cubicBezTo>
                  <a:pt x="64" y="6"/>
                  <a:pt x="64" y="6"/>
                  <a:pt x="64" y="6"/>
                </a:cubicBezTo>
                <a:cubicBezTo>
                  <a:pt x="61" y="7"/>
                  <a:pt x="60" y="11"/>
                  <a:pt x="61" y="13"/>
                </a:cubicBezTo>
                <a:cubicBezTo>
                  <a:pt x="62" y="15"/>
                  <a:pt x="64" y="16"/>
                  <a:pt x="66" y="16"/>
                </a:cubicBezTo>
                <a:cubicBezTo>
                  <a:pt x="66" y="57"/>
                  <a:pt x="66" y="57"/>
                  <a:pt x="66" y="57"/>
                </a:cubicBezTo>
                <a:cubicBezTo>
                  <a:pt x="66" y="59"/>
                  <a:pt x="66" y="62"/>
                  <a:pt x="66" y="64"/>
                </a:cubicBezTo>
                <a:cubicBezTo>
                  <a:pt x="66" y="73"/>
                  <a:pt x="66" y="73"/>
                  <a:pt x="66" y="73"/>
                </a:cubicBezTo>
                <a:cubicBezTo>
                  <a:pt x="56" y="68"/>
                  <a:pt x="48" y="56"/>
                  <a:pt x="37" y="57"/>
                </a:cubicBezTo>
                <a:cubicBezTo>
                  <a:pt x="32" y="57"/>
                  <a:pt x="27" y="58"/>
                  <a:pt x="22" y="57"/>
                </a:cubicBezTo>
                <a:cubicBezTo>
                  <a:pt x="22" y="49"/>
                  <a:pt x="22" y="49"/>
                  <a:pt x="22" y="49"/>
                </a:cubicBezTo>
                <a:cubicBezTo>
                  <a:pt x="24" y="49"/>
                  <a:pt x="25" y="48"/>
                  <a:pt x="27" y="48"/>
                </a:cubicBezTo>
                <a:cubicBezTo>
                  <a:pt x="27" y="48"/>
                  <a:pt x="27" y="48"/>
                  <a:pt x="27" y="48"/>
                </a:cubicBezTo>
                <a:cubicBezTo>
                  <a:pt x="32" y="45"/>
                  <a:pt x="34" y="38"/>
                  <a:pt x="32" y="33"/>
                </a:cubicBezTo>
                <a:cubicBezTo>
                  <a:pt x="30" y="29"/>
                  <a:pt x="26" y="27"/>
                  <a:pt x="22" y="27"/>
                </a:cubicBezTo>
                <a:lnTo>
                  <a:pt x="22" y="10"/>
                </a:lnTo>
                <a:close/>
                <a:moveTo>
                  <a:pt x="2" y="41"/>
                </a:moveTo>
                <a:cubicBezTo>
                  <a:pt x="0" y="23"/>
                  <a:pt x="18" y="12"/>
                  <a:pt x="18" y="12"/>
                </a:cubicBezTo>
                <a:cubicBezTo>
                  <a:pt x="20" y="12"/>
                  <a:pt x="21" y="11"/>
                  <a:pt x="22" y="10"/>
                </a:cubicBezTo>
                <a:cubicBezTo>
                  <a:pt x="22" y="27"/>
                  <a:pt x="22" y="27"/>
                  <a:pt x="22" y="27"/>
                </a:cubicBezTo>
                <a:cubicBezTo>
                  <a:pt x="20" y="27"/>
                  <a:pt x="19" y="27"/>
                  <a:pt x="17" y="28"/>
                </a:cubicBezTo>
                <a:cubicBezTo>
                  <a:pt x="12" y="31"/>
                  <a:pt x="9" y="37"/>
                  <a:pt x="12" y="43"/>
                </a:cubicBezTo>
                <a:cubicBezTo>
                  <a:pt x="14" y="47"/>
                  <a:pt x="18" y="49"/>
                  <a:pt x="22" y="49"/>
                </a:cubicBezTo>
                <a:cubicBezTo>
                  <a:pt x="22" y="57"/>
                  <a:pt x="22" y="57"/>
                  <a:pt x="22" y="57"/>
                </a:cubicBezTo>
                <a:cubicBezTo>
                  <a:pt x="12" y="57"/>
                  <a:pt x="4" y="53"/>
                  <a:pt x="2" y="41"/>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2" name="Freeform 90"/>
          <p:cNvSpPr>
            <a:spLocks/>
          </p:cNvSpPr>
          <p:nvPr/>
        </p:nvSpPr>
        <p:spPr bwMode="auto">
          <a:xfrm>
            <a:off x="7952865" y="3188869"/>
            <a:ext cx="217593" cy="281197"/>
          </a:xfrm>
          <a:custGeom>
            <a:avLst/>
            <a:gdLst>
              <a:gd name="T0" fmla="*/ 0 w 95"/>
              <a:gd name="T1" fmla="*/ 21 h 123"/>
              <a:gd name="T2" fmla="*/ 4 w 95"/>
              <a:gd name="T3" fmla="*/ 19 h 123"/>
              <a:gd name="T4" fmla="*/ 59 w 95"/>
              <a:gd name="T5" fmla="*/ 109 h 123"/>
              <a:gd name="T6" fmla="*/ 79 w 95"/>
              <a:gd name="T7" fmla="*/ 112 h 123"/>
              <a:gd name="T8" fmla="*/ 85 w 95"/>
              <a:gd name="T9" fmla="*/ 93 h 123"/>
              <a:gd name="T10" fmla="*/ 29 w 95"/>
              <a:gd name="T11" fmla="*/ 3 h 123"/>
              <a:gd name="T12" fmla="*/ 34 w 95"/>
              <a:gd name="T13" fmla="*/ 0 h 123"/>
              <a:gd name="T14" fmla="*/ 90 w 95"/>
              <a:gd name="T15" fmla="*/ 91 h 123"/>
              <a:gd name="T16" fmla="*/ 82 w 95"/>
              <a:gd name="T17" fmla="*/ 117 h 123"/>
              <a:gd name="T18" fmla="*/ 56 w 95"/>
              <a:gd name="T19" fmla="*/ 112 h 123"/>
              <a:gd name="T20" fmla="*/ 0 w 95"/>
              <a:gd name="T21" fmla="*/ 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23">
                <a:moveTo>
                  <a:pt x="0" y="21"/>
                </a:moveTo>
                <a:cubicBezTo>
                  <a:pt x="4" y="19"/>
                  <a:pt x="4" y="19"/>
                  <a:pt x="4" y="19"/>
                </a:cubicBezTo>
                <a:cubicBezTo>
                  <a:pt x="59" y="109"/>
                  <a:pt x="59" y="109"/>
                  <a:pt x="59" y="109"/>
                </a:cubicBezTo>
                <a:cubicBezTo>
                  <a:pt x="63" y="115"/>
                  <a:pt x="72" y="117"/>
                  <a:pt x="79" y="112"/>
                </a:cubicBezTo>
                <a:cubicBezTo>
                  <a:pt x="87" y="108"/>
                  <a:pt x="89" y="99"/>
                  <a:pt x="85" y="93"/>
                </a:cubicBezTo>
                <a:cubicBezTo>
                  <a:pt x="29" y="3"/>
                  <a:pt x="29" y="3"/>
                  <a:pt x="29" y="3"/>
                </a:cubicBezTo>
                <a:cubicBezTo>
                  <a:pt x="34" y="0"/>
                  <a:pt x="34" y="0"/>
                  <a:pt x="34" y="0"/>
                </a:cubicBezTo>
                <a:cubicBezTo>
                  <a:pt x="90" y="91"/>
                  <a:pt x="90" y="91"/>
                  <a:pt x="90" y="91"/>
                </a:cubicBezTo>
                <a:cubicBezTo>
                  <a:pt x="95" y="100"/>
                  <a:pt x="92" y="111"/>
                  <a:pt x="82" y="117"/>
                </a:cubicBezTo>
                <a:cubicBezTo>
                  <a:pt x="73" y="123"/>
                  <a:pt x="61" y="121"/>
                  <a:pt x="56" y="112"/>
                </a:cubicBezTo>
                <a:lnTo>
                  <a:pt x="0" y="21"/>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3" name="Freeform 91"/>
          <p:cNvSpPr>
            <a:spLocks/>
          </p:cNvSpPr>
          <p:nvPr/>
        </p:nvSpPr>
        <p:spPr bwMode="auto">
          <a:xfrm>
            <a:off x="7939473" y="3178824"/>
            <a:ext cx="107122" cy="73647"/>
          </a:xfrm>
          <a:custGeom>
            <a:avLst/>
            <a:gdLst>
              <a:gd name="T0" fmla="*/ 1 w 47"/>
              <a:gd name="T1" fmla="*/ 30 h 32"/>
              <a:gd name="T2" fmla="*/ 6 w 47"/>
              <a:gd name="T3" fmla="*/ 31 h 32"/>
              <a:gd name="T4" fmla="*/ 44 w 47"/>
              <a:gd name="T5" fmla="*/ 7 h 32"/>
              <a:gd name="T6" fmla="*/ 46 w 47"/>
              <a:gd name="T7" fmla="*/ 2 h 32"/>
              <a:gd name="T8" fmla="*/ 41 w 47"/>
              <a:gd name="T9" fmla="*/ 1 h 32"/>
              <a:gd name="T10" fmla="*/ 2 w 47"/>
              <a:gd name="T11" fmla="*/ 25 h 32"/>
              <a:gd name="T12" fmla="*/ 1 w 47"/>
              <a:gd name="T13" fmla="*/ 30 h 32"/>
            </a:gdLst>
            <a:ahLst/>
            <a:cxnLst>
              <a:cxn ang="0">
                <a:pos x="T0" y="T1"/>
              </a:cxn>
              <a:cxn ang="0">
                <a:pos x="T2" y="T3"/>
              </a:cxn>
              <a:cxn ang="0">
                <a:pos x="T4" y="T5"/>
              </a:cxn>
              <a:cxn ang="0">
                <a:pos x="T6" y="T7"/>
              </a:cxn>
              <a:cxn ang="0">
                <a:pos x="T8" y="T9"/>
              </a:cxn>
              <a:cxn ang="0">
                <a:pos x="T10" y="T11"/>
              </a:cxn>
              <a:cxn ang="0">
                <a:pos x="T12" y="T13"/>
              </a:cxn>
            </a:cxnLst>
            <a:rect l="0" t="0" r="r" b="b"/>
            <a:pathLst>
              <a:path w="47" h="32">
                <a:moveTo>
                  <a:pt x="1" y="30"/>
                </a:moveTo>
                <a:cubicBezTo>
                  <a:pt x="2" y="32"/>
                  <a:pt x="4" y="32"/>
                  <a:pt x="6" y="31"/>
                </a:cubicBezTo>
                <a:cubicBezTo>
                  <a:pt x="44" y="7"/>
                  <a:pt x="44" y="7"/>
                  <a:pt x="44" y="7"/>
                </a:cubicBezTo>
                <a:cubicBezTo>
                  <a:pt x="46" y="6"/>
                  <a:pt x="47" y="4"/>
                  <a:pt x="46" y="2"/>
                </a:cubicBezTo>
                <a:cubicBezTo>
                  <a:pt x="45" y="1"/>
                  <a:pt x="42" y="0"/>
                  <a:pt x="41" y="1"/>
                </a:cubicBezTo>
                <a:cubicBezTo>
                  <a:pt x="2" y="25"/>
                  <a:pt x="2" y="25"/>
                  <a:pt x="2" y="25"/>
                </a:cubicBezTo>
                <a:cubicBezTo>
                  <a:pt x="1" y="26"/>
                  <a:pt x="0" y="28"/>
                  <a:pt x="1" y="3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4" name="Freeform 92"/>
          <p:cNvSpPr>
            <a:spLocks/>
          </p:cNvSpPr>
          <p:nvPr/>
        </p:nvSpPr>
        <p:spPr bwMode="auto">
          <a:xfrm>
            <a:off x="7982991" y="3239080"/>
            <a:ext cx="147294" cy="202528"/>
          </a:xfrm>
          <a:custGeom>
            <a:avLst/>
            <a:gdLst>
              <a:gd name="T0" fmla="*/ 0 w 64"/>
              <a:gd name="T1" fmla="*/ 3 h 88"/>
              <a:gd name="T2" fmla="*/ 5 w 64"/>
              <a:gd name="T3" fmla="*/ 0 h 88"/>
              <a:gd name="T4" fmla="*/ 55 w 64"/>
              <a:gd name="T5" fmla="*/ 80 h 88"/>
              <a:gd name="T6" fmla="*/ 64 w 64"/>
              <a:gd name="T7" fmla="*/ 85 h 88"/>
              <a:gd name="T8" fmla="*/ 63 w 64"/>
              <a:gd name="T9" fmla="*/ 85 h 88"/>
              <a:gd name="T10" fmla="*/ 49 w 64"/>
              <a:gd name="T11" fmla="*/ 82 h 88"/>
              <a:gd name="T12" fmla="*/ 0 w 64"/>
              <a:gd name="T13" fmla="*/ 3 h 88"/>
            </a:gdLst>
            <a:ahLst/>
            <a:cxnLst>
              <a:cxn ang="0">
                <a:pos x="T0" y="T1"/>
              </a:cxn>
              <a:cxn ang="0">
                <a:pos x="T2" y="T3"/>
              </a:cxn>
              <a:cxn ang="0">
                <a:pos x="T4" y="T5"/>
              </a:cxn>
              <a:cxn ang="0">
                <a:pos x="T6" y="T7"/>
              </a:cxn>
              <a:cxn ang="0">
                <a:pos x="T8" y="T9"/>
              </a:cxn>
              <a:cxn ang="0">
                <a:pos x="T10" y="T11"/>
              </a:cxn>
              <a:cxn ang="0">
                <a:pos x="T12" y="T13"/>
              </a:cxn>
            </a:cxnLst>
            <a:rect l="0" t="0" r="r" b="b"/>
            <a:pathLst>
              <a:path w="64" h="88">
                <a:moveTo>
                  <a:pt x="0" y="3"/>
                </a:moveTo>
                <a:cubicBezTo>
                  <a:pt x="5" y="0"/>
                  <a:pt x="5" y="0"/>
                  <a:pt x="5" y="0"/>
                </a:cubicBezTo>
                <a:cubicBezTo>
                  <a:pt x="55" y="80"/>
                  <a:pt x="55" y="80"/>
                  <a:pt x="55" y="80"/>
                </a:cubicBezTo>
                <a:cubicBezTo>
                  <a:pt x="57" y="83"/>
                  <a:pt x="60" y="85"/>
                  <a:pt x="64" y="85"/>
                </a:cubicBezTo>
                <a:cubicBezTo>
                  <a:pt x="63" y="85"/>
                  <a:pt x="63" y="85"/>
                  <a:pt x="63" y="85"/>
                </a:cubicBezTo>
                <a:cubicBezTo>
                  <a:pt x="58" y="88"/>
                  <a:pt x="52" y="87"/>
                  <a:pt x="49" y="82"/>
                </a:cubicBezTo>
                <a:lnTo>
                  <a:pt x="0" y="3"/>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5" name="Freeform 93"/>
          <p:cNvSpPr>
            <a:spLocks noEditPoints="1"/>
          </p:cNvSpPr>
          <p:nvPr/>
        </p:nvSpPr>
        <p:spPr bwMode="auto">
          <a:xfrm>
            <a:off x="9387303" y="4929609"/>
            <a:ext cx="230982" cy="252743"/>
          </a:xfrm>
          <a:custGeom>
            <a:avLst/>
            <a:gdLst>
              <a:gd name="T0" fmla="*/ 78 w 101"/>
              <a:gd name="T1" fmla="*/ 51 h 110"/>
              <a:gd name="T2" fmla="*/ 75 w 101"/>
              <a:gd name="T3" fmla="*/ 63 h 110"/>
              <a:gd name="T4" fmla="*/ 75 w 101"/>
              <a:gd name="T5" fmla="*/ 73 h 110"/>
              <a:gd name="T6" fmla="*/ 77 w 101"/>
              <a:gd name="T7" fmla="*/ 74 h 110"/>
              <a:gd name="T8" fmla="*/ 86 w 101"/>
              <a:gd name="T9" fmla="*/ 86 h 110"/>
              <a:gd name="T10" fmla="*/ 75 w 101"/>
              <a:gd name="T11" fmla="*/ 80 h 110"/>
              <a:gd name="T12" fmla="*/ 75 w 101"/>
              <a:gd name="T13" fmla="*/ 22 h 110"/>
              <a:gd name="T14" fmla="*/ 86 w 101"/>
              <a:gd name="T15" fmla="*/ 15 h 110"/>
              <a:gd name="T16" fmla="*/ 77 w 101"/>
              <a:gd name="T17" fmla="*/ 28 h 110"/>
              <a:gd name="T18" fmla="*/ 75 w 101"/>
              <a:gd name="T19" fmla="*/ 28 h 110"/>
              <a:gd name="T20" fmla="*/ 98 w 101"/>
              <a:gd name="T21" fmla="*/ 48 h 110"/>
              <a:gd name="T22" fmla="*/ 83 w 101"/>
              <a:gd name="T23" fmla="*/ 51 h 110"/>
              <a:gd name="T24" fmla="*/ 98 w 101"/>
              <a:gd name="T25" fmla="*/ 53 h 110"/>
              <a:gd name="T26" fmla="*/ 98 w 101"/>
              <a:gd name="T27" fmla="*/ 48 h 110"/>
              <a:gd name="T28" fmla="*/ 52 w 101"/>
              <a:gd name="T29" fmla="*/ 110 h 110"/>
              <a:gd name="T30" fmla="*/ 66 w 101"/>
              <a:gd name="T31" fmla="*/ 74 h 110"/>
              <a:gd name="T32" fmla="*/ 75 w 101"/>
              <a:gd name="T33" fmla="*/ 39 h 110"/>
              <a:gd name="T34" fmla="*/ 50 w 101"/>
              <a:gd name="T35" fmla="*/ 29 h 110"/>
              <a:gd name="T36" fmla="*/ 72 w 101"/>
              <a:gd name="T37" fmla="*/ 51 h 110"/>
              <a:gd name="T38" fmla="*/ 62 w 101"/>
              <a:gd name="T39" fmla="*/ 70 h 110"/>
              <a:gd name="T40" fmla="*/ 60 w 101"/>
              <a:gd name="T41" fmla="*/ 85 h 110"/>
              <a:gd name="T42" fmla="*/ 50 w 101"/>
              <a:gd name="T43" fmla="*/ 110 h 110"/>
              <a:gd name="T44" fmla="*/ 75 w 101"/>
              <a:gd name="T45" fmla="*/ 28 h 110"/>
              <a:gd name="T46" fmla="*/ 74 w 101"/>
              <a:gd name="T47" fmla="*/ 24 h 110"/>
              <a:gd name="T48" fmla="*/ 75 w 101"/>
              <a:gd name="T49" fmla="*/ 73 h 110"/>
              <a:gd name="T50" fmla="*/ 74 w 101"/>
              <a:gd name="T51" fmla="*/ 78 h 110"/>
              <a:gd name="T52" fmla="*/ 75 w 101"/>
              <a:gd name="T53" fmla="*/ 73 h 110"/>
              <a:gd name="T54" fmla="*/ 50 w 101"/>
              <a:gd name="T55" fmla="*/ 0 h 110"/>
              <a:gd name="T56" fmla="*/ 53 w 101"/>
              <a:gd name="T57" fmla="*/ 3 h 110"/>
              <a:gd name="T58" fmla="*/ 50 w 101"/>
              <a:gd name="T59" fmla="*/ 18 h 110"/>
              <a:gd name="T60" fmla="*/ 50 w 101"/>
              <a:gd name="T61" fmla="*/ 23 h 110"/>
              <a:gd name="T62" fmla="*/ 25 w 101"/>
              <a:gd name="T63" fmla="*/ 63 h 110"/>
              <a:gd name="T64" fmla="*/ 35 w 101"/>
              <a:gd name="T65" fmla="*/ 96 h 110"/>
              <a:gd name="T66" fmla="*/ 50 w 101"/>
              <a:gd name="T67" fmla="*/ 110 h 110"/>
              <a:gd name="T68" fmla="*/ 41 w 101"/>
              <a:gd name="T69" fmla="*/ 85 h 110"/>
              <a:gd name="T70" fmla="*/ 39 w 101"/>
              <a:gd name="T71" fmla="*/ 70 h 110"/>
              <a:gd name="T72" fmla="*/ 34 w 101"/>
              <a:gd name="T73" fmla="*/ 35 h 110"/>
              <a:gd name="T74" fmla="*/ 50 w 101"/>
              <a:gd name="T75" fmla="*/ 23 h 110"/>
              <a:gd name="T76" fmla="*/ 50 w 101"/>
              <a:gd name="T77" fmla="*/ 18 h 110"/>
              <a:gd name="T78" fmla="*/ 48 w 101"/>
              <a:gd name="T79" fmla="*/ 3 h 110"/>
              <a:gd name="T80" fmla="*/ 25 w 101"/>
              <a:gd name="T81" fmla="*/ 80 h 110"/>
              <a:gd name="T82" fmla="*/ 27 w 101"/>
              <a:gd name="T83" fmla="*/ 74 h 110"/>
              <a:gd name="T84" fmla="*/ 25 w 101"/>
              <a:gd name="T85" fmla="*/ 80 h 110"/>
              <a:gd name="T86" fmla="*/ 25 w 101"/>
              <a:gd name="T87" fmla="*/ 22 h 110"/>
              <a:gd name="T88" fmla="*/ 27 w 101"/>
              <a:gd name="T89" fmla="*/ 28 h 110"/>
              <a:gd name="T90" fmla="*/ 25 w 101"/>
              <a:gd name="T91" fmla="*/ 39 h 110"/>
              <a:gd name="T92" fmla="*/ 25 w 101"/>
              <a:gd name="T93" fmla="*/ 63 h 110"/>
              <a:gd name="T94" fmla="*/ 25 w 101"/>
              <a:gd name="T95" fmla="*/ 22 h 110"/>
              <a:gd name="T96" fmla="*/ 23 w 101"/>
              <a:gd name="T97" fmla="*/ 28 h 110"/>
              <a:gd name="T98" fmla="*/ 15 w 101"/>
              <a:gd name="T99" fmla="*/ 19 h 110"/>
              <a:gd name="T100" fmla="*/ 18 w 101"/>
              <a:gd name="T101" fmla="*/ 15 h 110"/>
              <a:gd name="T102" fmla="*/ 25 w 101"/>
              <a:gd name="T103" fmla="*/ 73 h 110"/>
              <a:gd name="T104" fmla="*/ 18 w 101"/>
              <a:gd name="T105" fmla="*/ 86 h 110"/>
              <a:gd name="T106" fmla="*/ 15 w 101"/>
              <a:gd name="T107" fmla="*/ 83 h 110"/>
              <a:gd name="T108" fmla="*/ 23 w 101"/>
              <a:gd name="T109" fmla="*/ 74 h 110"/>
              <a:gd name="T110" fmla="*/ 18 w 101"/>
              <a:gd name="T111" fmla="*/ 51 h 110"/>
              <a:gd name="T112" fmla="*/ 15 w 101"/>
              <a:gd name="T113" fmla="*/ 48 h 110"/>
              <a:gd name="T114" fmla="*/ 0 w 101"/>
              <a:gd name="T115" fmla="*/ 51 h 110"/>
              <a:gd name="T116" fmla="*/ 15 w 101"/>
              <a:gd name="T117" fmla="*/ 5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10">
                <a:moveTo>
                  <a:pt x="75" y="63"/>
                </a:moveTo>
                <a:cubicBezTo>
                  <a:pt x="77" y="59"/>
                  <a:pt x="78" y="55"/>
                  <a:pt x="78" y="51"/>
                </a:cubicBezTo>
                <a:cubicBezTo>
                  <a:pt x="78" y="47"/>
                  <a:pt x="77" y="43"/>
                  <a:pt x="75" y="39"/>
                </a:cubicBezTo>
                <a:cubicBezTo>
                  <a:pt x="75" y="63"/>
                  <a:pt x="75" y="63"/>
                  <a:pt x="75" y="63"/>
                </a:cubicBezTo>
                <a:close/>
                <a:moveTo>
                  <a:pt x="75" y="80"/>
                </a:moveTo>
                <a:cubicBezTo>
                  <a:pt x="75" y="73"/>
                  <a:pt x="75" y="73"/>
                  <a:pt x="75" y="73"/>
                </a:cubicBezTo>
                <a:cubicBezTo>
                  <a:pt x="76" y="73"/>
                  <a:pt x="77" y="73"/>
                  <a:pt x="77" y="74"/>
                </a:cubicBezTo>
                <a:cubicBezTo>
                  <a:pt x="77" y="74"/>
                  <a:pt x="77" y="74"/>
                  <a:pt x="77" y="74"/>
                </a:cubicBezTo>
                <a:cubicBezTo>
                  <a:pt x="86" y="83"/>
                  <a:pt x="86" y="83"/>
                  <a:pt x="86" y="83"/>
                </a:cubicBezTo>
                <a:cubicBezTo>
                  <a:pt x="87" y="84"/>
                  <a:pt x="87" y="85"/>
                  <a:pt x="86" y="86"/>
                </a:cubicBezTo>
                <a:cubicBezTo>
                  <a:pt x="85" y="87"/>
                  <a:pt x="83" y="87"/>
                  <a:pt x="82" y="86"/>
                </a:cubicBezTo>
                <a:cubicBezTo>
                  <a:pt x="75" y="80"/>
                  <a:pt x="75" y="80"/>
                  <a:pt x="75" y="80"/>
                </a:cubicBezTo>
                <a:close/>
                <a:moveTo>
                  <a:pt x="75" y="28"/>
                </a:moveTo>
                <a:cubicBezTo>
                  <a:pt x="75" y="22"/>
                  <a:pt x="75" y="22"/>
                  <a:pt x="75" y="22"/>
                </a:cubicBezTo>
                <a:cubicBezTo>
                  <a:pt x="82" y="15"/>
                  <a:pt x="82" y="15"/>
                  <a:pt x="82" y="15"/>
                </a:cubicBezTo>
                <a:cubicBezTo>
                  <a:pt x="83" y="14"/>
                  <a:pt x="85" y="14"/>
                  <a:pt x="86" y="15"/>
                </a:cubicBezTo>
                <a:cubicBezTo>
                  <a:pt x="87" y="16"/>
                  <a:pt x="87" y="18"/>
                  <a:pt x="86" y="19"/>
                </a:cubicBezTo>
                <a:cubicBezTo>
                  <a:pt x="77" y="28"/>
                  <a:pt x="77" y="28"/>
                  <a:pt x="77" y="28"/>
                </a:cubicBezTo>
                <a:cubicBezTo>
                  <a:pt x="77" y="28"/>
                  <a:pt x="77" y="28"/>
                  <a:pt x="77" y="28"/>
                </a:cubicBezTo>
                <a:cubicBezTo>
                  <a:pt x="77" y="28"/>
                  <a:pt x="76" y="28"/>
                  <a:pt x="75" y="28"/>
                </a:cubicBezTo>
                <a:close/>
                <a:moveTo>
                  <a:pt x="98" y="48"/>
                </a:moveTo>
                <a:cubicBezTo>
                  <a:pt x="98" y="48"/>
                  <a:pt x="98" y="48"/>
                  <a:pt x="98" y="48"/>
                </a:cubicBezTo>
                <a:cubicBezTo>
                  <a:pt x="86" y="48"/>
                  <a:pt x="86" y="48"/>
                  <a:pt x="86" y="48"/>
                </a:cubicBezTo>
                <a:cubicBezTo>
                  <a:pt x="84" y="48"/>
                  <a:pt x="83" y="49"/>
                  <a:pt x="83" y="51"/>
                </a:cubicBezTo>
                <a:cubicBezTo>
                  <a:pt x="83" y="52"/>
                  <a:pt x="84" y="53"/>
                  <a:pt x="86" y="53"/>
                </a:cubicBezTo>
                <a:cubicBezTo>
                  <a:pt x="98" y="53"/>
                  <a:pt x="98" y="53"/>
                  <a:pt x="98" y="53"/>
                </a:cubicBezTo>
                <a:cubicBezTo>
                  <a:pt x="100" y="53"/>
                  <a:pt x="101" y="52"/>
                  <a:pt x="101" y="51"/>
                </a:cubicBezTo>
                <a:cubicBezTo>
                  <a:pt x="101" y="49"/>
                  <a:pt x="100" y="48"/>
                  <a:pt x="98" y="48"/>
                </a:cubicBezTo>
                <a:close/>
                <a:moveTo>
                  <a:pt x="50" y="110"/>
                </a:moveTo>
                <a:cubicBezTo>
                  <a:pt x="52" y="110"/>
                  <a:pt x="52" y="110"/>
                  <a:pt x="52" y="110"/>
                </a:cubicBezTo>
                <a:cubicBezTo>
                  <a:pt x="60" y="110"/>
                  <a:pt x="66" y="104"/>
                  <a:pt x="66" y="96"/>
                </a:cubicBezTo>
                <a:cubicBezTo>
                  <a:pt x="66" y="74"/>
                  <a:pt x="66" y="74"/>
                  <a:pt x="66" y="74"/>
                </a:cubicBezTo>
                <a:cubicBezTo>
                  <a:pt x="70" y="71"/>
                  <a:pt x="73" y="67"/>
                  <a:pt x="75" y="63"/>
                </a:cubicBezTo>
                <a:cubicBezTo>
                  <a:pt x="75" y="39"/>
                  <a:pt x="75" y="39"/>
                  <a:pt x="75" y="39"/>
                </a:cubicBezTo>
                <a:cubicBezTo>
                  <a:pt x="71" y="29"/>
                  <a:pt x="61" y="23"/>
                  <a:pt x="50" y="23"/>
                </a:cubicBezTo>
                <a:cubicBezTo>
                  <a:pt x="50" y="29"/>
                  <a:pt x="50" y="29"/>
                  <a:pt x="50" y="29"/>
                </a:cubicBezTo>
                <a:cubicBezTo>
                  <a:pt x="56" y="29"/>
                  <a:pt x="62" y="31"/>
                  <a:pt x="66" y="35"/>
                </a:cubicBezTo>
                <a:cubicBezTo>
                  <a:pt x="70" y="39"/>
                  <a:pt x="72" y="45"/>
                  <a:pt x="72" y="51"/>
                </a:cubicBezTo>
                <a:cubicBezTo>
                  <a:pt x="72" y="59"/>
                  <a:pt x="68" y="66"/>
                  <a:pt x="62" y="70"/>
                </a:cubicBezTo>
                <a:cubicBezTo>
                  <a:pt x="62" y="70"/>
                  <a:pt x="62" y="70"/>
                  <a:pt x="62" y="70"/>
                </a:cubicBezTo>
                <a:cubicBezTo>
                  <a:pt x="61" y="70"/>
                  <a:pt x="60" y="71"/>
                  <a:pt x="60" y="72"/>
                </a:cubicBezTo>
                <a:cubicBezTo>
                  <a:pt x="60" y="85"/>
                  <a:pt x="60" y="85"/>
                  <a:pt x="60" y="85"/>
                </a:cubicBezTo>
                <a:cubicBezTo>
                  <a:pt x="50" y="85"/>
                  <a:pt x="50" y="85"/>
                  <a:pt x="50" y="85"/>
                </a:cubicBezTo>
                <a:cubicBezTo>
                  <a:pt x="50" y="110"/>
                  <a:pt x="50" y="110"/>
                  <a:pt x="50" y="110"/>
                </a:cubicBezTo>
                <a:close/>
                <a:moveTo>
                  <a:pt x="75" y="22"/>
                </a:moveTo>
                <a:cubicBezTo>
                  <a:pt x="75" y="28"/>
                  <a:pt x="75" y="28"/>
                  <a:pt x="75" y="28"/>
                </a:cubicBezTo>
                <a:cubicBezTo>
                  <a:pt x="75" y="28"/>
                  <a:pt x="74" y="28"/>
                  <a:pt x="74" y="28"/>
                </a:cubicBezTo>
                <a:cubicBezTo>
                  <a:pt x="72" y="27"/>
                  <a:pt x="72" y="25"/>
                  <a:pt x="74" y="24"/>
                </a:cubicBezTo>
                <a:cubicBezTo>
                  <a:pt x="75" y="22"/>
                  <a:pt x="75" y="22"/>
                  <a:pt x="75" y="22"/>
                </a:cubicBezTo>
                <a:close/>
                <a:moveTo>
                  <a:pt x="75" y="73"/>
                </a:moveTo>
                <a:cubicBezTo>
                  <a:pt x="75" y="80"/>
                  <a:pt x="75" y="80"/>
                  <a:pt x="75" y="80"/>
                </a:cubicBezTo>
                <a:cubicBezTo>
                  <a:pt x="74" y="78"/>
                  <a:pt x="74" y="78"/>
                  <a:pt x="74" y="78"/>
                </a:cubicBezTo>
                <a:cubicBezTo>
                  <a:pt x="72" y="77"/>
                  <a:pt x="72" y="75"/>
                  <a:pt x="74" y="74"/>
                </a:cubicBezTo>
                <a:cubicBezTo>
                  <a:pt x="74" y="73"/>
                  <a:pt x="75" y="73"/>
                  <a:pt x="75" y="73"/>
                </a:cubicBezTo>
                <a:close/>
                <a:moveTo>
                  <a:pt x="50" y="18"/>
                </a:moveTo>
                <a:cubicBezTo>
                  <a:pt x="50" y="0"/>
                  <a:pt x="50" y="0"/>
                  <a:pt x="50" y="0"/>
                </a:cubicBezTo>
                <a:cubicBezTo>
                  <a:pt x="50" y="0"/>
                  <a:pt x="50" y="0"/>
                  <a:pt x="50" y="0"/>
                </a:cubicBezTo>
                <a:cubicBezTo>
                  <a:pt x="52" y="0"/>
                  <a:pt x="53" y="2"/>
                  <a:pt x="53" y="3"/>
                </a:cubicBezTo>
                <a:cubicBezTo>
                  <a:pt x="53" y="15"/>
                  <a:pt x="53" y="15"/>
                  <a:pt x="53" y="15"/>
                </a:cubicBezTo>
                <a:cubicBezTo>
                  <a:pt x="53" y="17"/>
                  <a:pt x="52" y="18"/>
                  <a:pt x="50" y="18"/>
                </a:cubicBezTo>
                <a:cubicBezTo>
                  <a:pt x="50" y="18"/>
                  <a:pt x="50" y="18"/>
                  <a:pt x="50" y="18"/>
                </a:cubicBezTo>
                <a:close/>
                <a:moveTo>
                  <a:pt x="50" y="23"/>
                </a:moveTo>
                <a:cubicBezTo>
                  <a:pt x="39" y="23"/>
                  <a:pt x="30" y="29"/>
                  <a:pt x="25" y="39"/>
                </a:cubicBezTo>
                <a:cubicBezTo>
                  <a:pt x="25" y="63"/>
                  <a:pt x="25" y="63"/>
                  <a:pt x="25" y="63"/>
                </a:cubicBezTo>
                <a:cubicBezTo>
                  <a:pt x="27" y="68"/>
                  <a:pt x="31" y="71"/>
                  <a:pt x="35" y="74"/>
                </a:cubicBezTo>
                <a:cubicBezTo>
                  <a:pt x="35" y="96"/>
                  <a:pt x="35" y="96"/>
                  <a:pt x="35" y="96"/>
                </a:cubicBezTo>
                <a:cubicBezTo>
                  <a:pt x="35" y="104"/>
                  <a:pt x="41" y="110"/>
                  <a:pt x="49" y="110"/>
                </a:cubicBezTo>
                <a:cubicBezTo>
                  <a:pt x="50" y="110"/>
                  <a:pt x="50" y="110"/>
                  <a:pt x="50" y="110"/>
                </a:cubicBezTo>
                <a:cubicBezTo>
                  <a:pt x="50" y="85"/>
                  <a:pt x="50" y="85"/>
                  <a:pt x="50" y="85"/>
                </a:cubicBezTo>
                <a:cubicBezTo>
                  <a:pt x="41" y="85"/>
                  <a:pt x="41" y="85"/>
                  <a:pt x="41" y="85"/>
                </a:cubicBezTo>
                <a:cubicBezTo>
                  <a:pt x="41" y="72"/>
                  <a:pt x="41" y="72"/>
                  <a:pt x="41" y="72"/>
                </a:cubicBezTo>
                <a:cubicBezTo>
                  <a:pt x="41" y="71"/>
                  <a:pt x="40" y="71"/>
                  <a:pt x="39" y="70"/>
                </a:cubicBezTo>
                <a:cubicBezTo>
                  <a:pt x="33" y="66"/>
                  <a:pt x="28" y="59"/>
                  <a:pt x="28" y="51"/>
                </a:cubicBezTo>
                <a:cubicBezTo>
                  <a:pt x="28" y="45"/>
                  <a:pt x="30" y="39"/>
                  <a:pt x="34" y="35"/>
                </a:cubicBezTo>
                <a:cubicBezTo>
                  <a:pt x="39" y="31"/>
                  <a:pt x="44" y="29"/>
                  <a:pt x="50" y="29"/>
                </a:cubicBezTo>
                <a:cubicBezTo>
                  <a:pt x="50" y="23"/>
                  <a:pt x="50" y="23"/>
                  <a:pt x="50" y="23"/>
                </a:cubicBezTo>
                <a:close/>
                <a:moveTo>
                  <a:pt x="50" y="0"/>
                </a:moveTo>
                <a:cubicBezTo>
                  <a:pt x="50" y="18"/>
                  <a:pt x="50" y="18"/>
                  <a:pt x="50" y="18"/>
                </a:cubicBezTo>
                <a:cubicBezTo>
                  <a:pt x="49" y="18"/>
                  <a:pt x="48" y="17"/>
                  <a:pt x="48" y="15"/>
                </a:cubicBezTo>
                <a:cubicBezTo>
                  <a:pt x="48" y="3"/>
                  <a:pt x="48" y="3"/>
                  <a:pt x="48" y="3"/>
                </a:cubicBezTo>
                <a:cubicBezTo>
                  <a:pt x="48" y="2"/>
                  <a:pt x="49" y="1"/>
                  <a:pt x="50" y="0"/>
                </a:cubicBezTo>
                <a:close/>
                <a:moveTo>
                  <a:pt x="25" y="80"/>
                </a:moveTo>
                <a:cubicBezTo>
                  <a:pt x="25" y="73"/>
                  <a:pt x="25" y="73"/>
                  <a:pt x="25" y="73"/>
                </a:cubicBezTo>
                <a:cubicBezTo>
                  <a:pt x="26" y="73"/>
                  <a:pt x="27" y="73"/>
                  <a:pt x="27" y="74"/>
                </a:cubicBezTo>
                <a:cubicBezTo>
                  <a:pt x="28" y="75"/>
                  <a:pt x="28" y="77"/>
                  <a:pt x="27" y="78"/>
                </a:cubicBezTo>
                <a:cubicBezTo>
                  <a:pt x="25" y="80"/>
                  <a:pt x="25" y="80"/>
                  <a:pt x="25" y="80"/>
                </a:cubicBezTo>
                <a:close/>
                <a:moveTo>
                  <a:pt x="25" y="28"/>
                </a:moveTo>
                <a:cubicBezTo>
                  <a:pt x="25" y="22"/>
                  <a:pt x="25" y="22"/>
                  <a:pt x="25" y="22"/>
                </a:cubicBezTo>
                <a:cubicBezTo>
                  <a:pt x="27" y="24"/>
                  <a:pt x="27" y="24"/>
                  <a:pt x="27" y="24"/>
                </a:cubicBezTo>
                <a:cubicBezTo>
                  <a:pt x="28" y="25"/>
                  <a:pt x="28" y="27"/>
                  <a:pt x="27" y="28"/>
                </a:cubicBezTo>
                <a:cubicBezTo>
                  <a:pt x="27" y="28"/>
                  <a:pt x="26" y="28"/>
                  <a:pt x="25" y="28"/>
                </a:cubicBezTo>
                <a:close/>
                <a:moveTo>
                  <a:pt x="25" y="39"/>
                </a:moveTo>
                <a:cubicBezTo>
                  <a:pt x="23" y="42"/>
                  <a:pt x="22" y="46"/>
                  <a:pt x="22" y="51"/>
                </a:cubicBezTo>
                <a:cubicBezTo>
                  <a:pt x="22" y="55"/>
                  <a:pt x="23" y="59"/>
                  <a:pt x="25" y="63"/>
                </a:cubicBezTo>
                <a:cubicBezTo>
                  <a:pt x="25" y="39"/>
                  <a:pt x="25" y="39"/>
                  <a:pt x="25" y="39"/>
                </a:cubicBezTo>
                <a:close/>
                <a:moveTo>
                  <a:pt x="25" y="22"/>
                </a:moveTo>
                <a:cubicBezTo>
                  <a:pt x="25" y="28"/>
                  <a:pt x="25" y="28"/>
                  <a:pt x="25" y="28"/>
                </a:cubicBezTo>
                <a:cubicBezTo>
                  <a:pt x="25" y="28"/>
                  <a:pt x="24" y="28"/>
                  <a:pt x="23" y="28"/>
                </a:cubicBezTo>
                <a:cubicBezTo>
                  <a:pt x="23" y="28"/>
                  <a:pt x="23" y="28"/>
                  <a:pt x="23" y="28"/>
                </a:cubicBezTo>
                <a:cubicBezTo>
                  <a:pt x="15" y="19"/>
                  <a:pt x="15" y="19"/>
                  <a:pt x="15" y="19"/>
                </a:cubicBezTo>
                <a:cubicBezTo>
                  <a:pt x="14" y="18"/>
                  <a:pt x="14" y="16"/>
                  <a:pt x="15" y="15"/>
                </a:cubicBezTo>
                <a:cubicBezTo>
                  <a:pt x="16" y="14"/>
                  <a:pt x="17" y="14"/>
                  <a:pt x="18" y="15"/>
                </a:cubicBezTo>
                <a:cubicBezTo>
                  <a:pt x="25" y="22"/>
                  <a:pt x="25" y="22"/>
                  <a:pt x="25" y="22"/>
                </a:cubicBezTo>
                <a:close/>
                <a:moveTo>
                  <a:pt x="25" y="73"/>
                </a:moveTo>
                <a:cubicBezTo>
                  <a:pt x="25" y="80"/>
                  <a:pt x="25" y="80"/>
                  <a:pt x="25" y="80"/>
                </a:cubicBezTo>
                <a:cubicBezTo>
                  <a:pt x="18" y="86"/>
                  <a:pt x="18" y="86"/>
                  <a:pt x="18" y="86"/>
                </a:cubicBezTo>
                <a:cubicBezTo>
                  <a:pt x="17" y="87"/>
                  <a:pt x="16" y="87"/>
                  <a:pt x="15" y="86"/>
                </a:cubicBezTo>
                <a:cubicBezTo>
                  <a:pt x="14" y="85"/>
                  <a:pt x="14" y="84"/>
                  <a:pt x="15" y="83"/>
                </a:cubicBezTo>
                <a:cubicBezTo>
                  <a:pt x="23" y="74"/>
                  <a:pt x="23" y="74"/>
                  <a:pt x="23" y="74"/>
                </a:cubicBezTo>
                <a:cubicBezTo>
                  <a:pt x="23" y="74"/>
                  <a:pt x="23" y="74"/>
                  <a:pt x="23" y="74"/>
                </a:cubicBezTo>
                <a:cubicBezTo>
                  <a:pt x="24" y="74"/>
                  <a:pt x="25" y="73"/>
                  <a:pt x="25" y="73"/>
                </a:cubicBezTo>
                <a:close/>
                <a:moveTo>
                  <a:pt x="18" y="51"/>
                </a:moveTo>
                <a:cubicBezTo>
                  <a:pt x="18" y="51"/>
                  <a:pt x="18" y="51"/>
                  <a:pt x="18" y="51"/>
                </a:cubicBezTo>
                <a:cubicBezTo>
                  <a:pt x="18" y="49"/>
                  <a:pt x="16" y="48"/>
                  <a:pt x="15" y="48"/>
                </a:cubicBezTo>
                <a:cubicBezTo>
                  <a:pt x="3" y="48"/>
                  <a:pt x="3" y="48"/>
                  <a:pt x="3" y="48"/>
                </a:cubicBezTo>
                <a:cubicBezTo>
                  <a:pt x="1" y="48"/>
                  <a:pt x="0" y="49"/>
                  <a:pt x="0" y="51"/>
                </a:cubicBezTo>
                <a:cubicBezTo>
                  <a:pt x="0" y="52"/>
                  <a:pt x="1" y="53"/>
                  <a:pt x="3" y="53"/>
                </a:cubicBezTo>
                <a:cubicBezTo>
                  <a:pt x="15" y="53"/>
                  <a:pt x="15" y="53"/>
                  <a:pt x="15" y="53"/>
                </a:cubicBezTo>
                <a:cubicBezTo>
                  <a:pt x="16" y="53"/>
                  <a:pt x="18" y="52"/>
                  <a:pt x="18" y="51"/>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6" name="Freeform 94"/>
          <p:cNvSpPr>
            <a:spLocks/>
          </p:cNvSpPr>
          <p:nvPr/>
        </p:nvSpPr>
        <p:spPr bwMode="auto">
          <a:xfrm>
            <a:off x="9107778" y="3264188"/>
            <a:ext cx="66952" cy="63604"/>
          </a:xfrm>
          <a:custGeom>
            <a:avLst/>
            <a:gdLst>
              <a:gd name="T0" fmla="*/ 28 w 29"/>
              <a:gd name="T1" fmla="*/ 16 h 28"/>
              <a:gd name="T2" fmla="*/ 12 w 29"/>
              <a:gd name="T3" fmla="*/ 27 h 28"/>
              <a:gd name="T4" fmla="*/ 1 w 29"/>
              <a:gd name="T5" fmla="*/ 12 h 28"/>
              <a:gd name="T6" fmla="*/ 17 w 29"/>
              <a:gd name="T7" fmla="*/ 1 h 28"/>
              <a:gd name="T8" fmla="*/ 28 w 29"/>
              <a:gd name="T9" fmla="*/ 16 h 28"/>
            </a:gdLst>
            <a:ahLst/>
            <a:cxnLst>
              <a:cxn ang="0">
                <a:pos x="T0" y="T1"/>
              </a:cxn>
              <a:cxn ang="0">
                <a:pos x="T2" y="T3"/>
              </a:cxn>
              <a:cxn ang="0">
                <a:pos x="T4" y="T5"/>
              </a:cxn>
              <a:cxn ang="0">
                <a:pos x="T6" y="T7"/>
              </a:cxn>
              <a:cxn ang="0">
                <a:pos x="T8" y="T9"/>
              </a:cxn>
            </a:cxnLst>
            <a:rect l="0" t="0" r="r" b="b"/>
            <a:pathLst>
              <a:path w="29" h="28">
                <a:moveTo>
                  <a:pt x="28" y="16"/>
                </a:moveTo>
                <a:cubicBezTo>
                  <a:pt x="26" y="23"/>
                  <a:pt x="19" y="28"/>
                  <a:pt x="12" y="27"/>
                </a:cubicBezTo>
                <a:cubicBezTo>
                  <a:pt x="5" y="26"/>
                  <a:pt x="0" y="19"/>
                  <a:pt x="1" y="12"/>
                </a:cubicBezTo>
                <a:cubicBezTo>
                  <a:pt x="3" y="4"/>
                  <a:pt x="10" y="0"/>
                  <a:pt x="17" y="1"/>
                </a:cubicBezTo>
                <a:cubicBezTo>
                  <a:pt x="24" y="2"/>
                  <a:pt x="29" y="9"/>
                  <a:pt x="28" y="16"/>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7" name="Freeform 95"/>
          <p:cNvSpPr>
            <a:spLocks/>
          </p:cNvSpPr>
          <p:nvPr/>
        </p:nvSpPr>
        <p:spPr bwMode="auto">
          <a:xfrm>
            <a:off x="9092711" y="3071704"/>
            <a:ext cx="61931" cy="207550"/>
          </a:xfrm>
          <a:custGeom>
            <a:avLst/>
            <a:gdLst>
              <a:gd name="T0" fmla="*/ 27 w 27"/>
              <a:gd name="T1" fmla="*/ 90 h 91"/>
              <a:gd name="T2" fmla="*/ 12 w 27"/>
              <a:gd name="T3" fmla="*/ 14 h 91"/>
              <a:gd name="T4" fmla="*/ 1 w 27"/>
              <a:gd name="T5" fmla="*/ 0 h 91"/>
              <a:gd name="T6" fmla="*/ 17 w 27"/>
              <a:gd name="T7" fmla="*/ 91 h 91"/>
              <a:gd name="T8" fmla="*/ 27 w 27"/>
              <a:gd name="T9" fmla="*/ 90 h 91"/>
            </a:gdLst>
            <a:ahLst/>
            <a:cxnLst>
              <a:cxn ang="0">
                <a:pos x="T0" y="T1"/>
              </a:cxn>
              <a:cxn ang="0">
                <a:pos x="T2" y="T3"/>
              </a:cxn>
              <a:cxn ang="0">
                <a:pos x="T4" y="T5"/>
              </a:cxn>
              <a:cxn ang="0">
                <a:pos x="T6" y="T7"/>
              </a:cxn>
              <a:cxn ang="0">
                <a:pos x="T8" y="T9"/>
              </a:cxn>
            </a:cxnLst>
            <a:rect l="0" t="0" r="r" b="b"/>
            <a:pathLst>
              <a:path w="27" h="91">
                <a:moveTo>
                  <a:pt x="27" y="90"/>
                </a:moveTo>
                <a:cubicBezTo>
                  <a:pt x="27" y="90"/>
                  <a:pt x="12" y="14"/>
                  <a:pt x="12" y="14"/>
                </a:cubicBezTo>
                <a:cubicBezTo>
                  <a:pt x="12" y="14"/>
                  <a:pt x="3" y="0"/>
                  <a:pt x="1" y="0"/>
                </a:cubicBezTo>
                <a:cubicBezTo>
                  <a:pt x="0" y="0"/>
                  <a:pt x="17" y="91"/>
                  <a:pt x="17" y="91"/>
                </a:cubicBezTo>
                <a:lnTo>
                  <a:pt x="27" y="9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8" name="Freeform 96"/>
          <p:cNvSpPr>
            <a:spLocks/>
          </p:cNvSpPr>
          <p:nvPr/>
        </p:nvSpPr>
        <p:spPr bwMode="auto">
          <a:xfrm>
            <a:off x="9136234" y="3105177"/>
            <a:ext cx="133903" cy="179096"/>
          </a:xfrm>
          <a:custGeom>
            <a:avLst/>
            <a:gdLst>
              <a:gd name="T0" fmla="*/ 1 w 80"/>
              <a:gd name="T1" fmla="*/ 99 h 107"/>
              <a:gd name="T2" fmla="*/ 60 w 80"/>
              <a:gd name="T3" fmla="*/ 13 h 107"/>
              <a:gd name="T4" fmla="*/ 80 w 80"/>
              <a:gd name="T5" fmla="*/ 0 h 107"/>
              <a:gd name="T6" fmla="*/ 71 w 80"/>
              <a:gd name="T7" fmla="*/ 21 h 107"/>
              <a:gd name="T8" fmla="*/ 12 w 80"/>
              <a:gd name="T9" fmla="*/ 107 h 107"/>
              <a:gd name="T10" fmla="*/ 0 w 80"/>
              <a:gd name="T11" fmla="*/ 100 h 107"/>
              <a:gd name="T12" fmla="*/ 1 w 80"/>
              <a:gd name="T13" fmla="*/ 99 h 107"/>
            </a:gdLst>
            <a:ahLst/>
            <a:cxnLst>
              <a:cxn ang="0">
                <a:pos x="T0" y="T1"/>
              </a:cxn>
              <a:cxn ang="0">
                <a:pos x="T2" y="T3"/>
              </a:cxn>
              <a:cxn ang="0">
                <a:pos x="T4" y="T5"/>
              </a:cxn>
              <a:cxn ang="0">
                <a:pos x="T6" y="T7"/>
              </a:cxn>
              <a:cxn ang="0">
                <a:pos x="T8" y="T9"/>
              </a:cxn>
              <a:cxn ang="0">
                <a:pos x="T10" y="T11"/>
              </a:cxn>
              <a:cxn ang="0">
                <a:pos x="T12" y="T13"/>
              </a:cxn>
            </a:cxnLst>
            <a:rect l="0" t="0" r="r" b="b"/>
            <a:pathLst>
              <a:path w="80" h="107">
                <a:moveTo>
                  <a:pt x="1" y="99"/>
                </a:moveTo>
                <a:lnTo>
                  <a:pt x="60" y="13"/>
                </a:lnTo>
                <a:lnTo>
                  <a:pt x="80" y="0"/>
                </a:lnTo>
                <a:lnTo>
                  <a:pt x="71" y="21"/>
                </a:lnTo>
                <a:lnTo>
                  <a:pt x="12" y="107"/>
                </a:lnTo>
                <a:lnTo>
                  <a:pt x="0" y="100"/>
                </a:lnTo>
                <a:lnTo>
                  <a:pt x="1" y="99"/>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09" name="Freeform 97"/>
          <p:cNvSpPr>
            <a:spLocks/>
          </p:cNvSpPr>
          <p:nvPr/>
        </p:nvSpPr>
        <p:spPr bwMode="auto">
          <a:xfrm>
            <a:off x="9124518" y="3312727"/>
            <a:ext cx="16738" cy="33475"/>
          </a:xfrm>
          <a:custGeom>
            <a:avLst/>
            <a:gdLst>
              <a:gd name="T0" fmla="*/ 2 w 7"/>
              <a:gd name="T1" fmla="*/ 3 h 15"/>
              <a:gd name="T2" fmla="*/ 5 w 7"/>
              <a:gd name="T3" fmla="*/ 1 h 15"/>
              <a:gd name="T4" fmla="*/ 7 w 7"/>
              <a:gd name="T5" fmla="*/ 3 h 15"/>
              <a:gd name="T6" fmla="*/ 5 w 7"/>
              <a:gd name="T7" fmla="*/ 13 h 15"/>
              <a:gd name="T8" fmla="*/ 3 w 7"/>
              <a:gd name="T9" fmla="*/ 15 h 15"/>
              <a:gd name="T10" fmla="*/ 1 w 7"/>
              <a:gd name="T11" fmla="*/ 12 h 15"/>
              <a:gd name="T12" fmla="*/ 2 w 7"/>
              <a:gd name="T13" fmla="*/ 3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2" y="3"/>
                </a:moveTo>
                <a:cubicBezTo>
                  <a:pt x="3" y="1"/>
                  <a:pt x="4" y="0"/>
                  <a:pt x="5" y="1"/>
                </a:cubicBezTo>
                <a:cubicBezTo>
                  <a:pt x="6" y="1"/>
                  <a:pt x="7" y="2"/>
                  <a:pt x="7" y="3"/>
                </a:cubicBezTo>
                <a:cubicBezTo>
                  <a:pt x="5" y="13"/>
                  <a:pt x="5" y="13"/>
                  <a:pt x="5" y="13"/>
                </a:cubicBezTo>
                <a:cubicBezTo>
                  <a:pt x="5" y="14"/>
                  <a:pt x="4" y="15"/>
                  <a:pt x="3" y="15"/>
                </a:cubicBezTo>
                <a:cubicBezTo>
                  <a:pt x="1" y="15"/>
                  <a:pt x="0" y="13"/>
                  <a:pt x="1" y="12"/>
                </a:cubicBezTo>
                <a:lnTo>
                  <a:pt x="2" y="3"/>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10" name="Freeform 98"/>
          <p:cNvSpPr>
            <a:spLocks noEditPoints="1"/>
          </p:cNvSpPr>
          <p:nvPr/>
        </p:nvSpPr>
        <p:spPr bwMode="auto">
          <a:xfrm>
            <a:off x="9070954" y="1617181"/>
            <a:ext cx="232657" cy="249395"/>
          </a:xfrm>
          <a:custGeom>
            <a:avLst/>
            <a:gdLst>
              <a:gd name="T0" fmla="*/ 78 w 101"/>
              <a:gd name="T1" fmla="*/ 50 h 109"/>
              <a:gd name="T2" fmla="*/ 76 w 101"/>
              <a:gd name="T3" fmla="*/ 62 h 109"/>
              <a:gd name="T4" fmla="*/ 76 w 101"/>
              <a:gd name="T5" fmla="*/ 73 h 109"/>
              <a:gd name="T6" fmla="*/ 78 w 101"/>
              <a:gd name="T7" fmla="*/ 73 h 109"/>
              <a:gd name="T8" fmla="*/ 86 w 101"/>
              <a:gd name="T9" fmla="*/ 86 h 109"/>
              <a:gd name="T10" fmla="*/ 76 w 101"/>
              <a:gd name="T11" fmla="*/ 79 h 109"/>
              <a:gd name="T12" fmla="*/ 76 w 101"/>
              <a:gd name="T13" fmla="*/ 22 h 109"/>
              <a:gd name="T14" fmla="*/ 86 w 101"/>
              <a:gd name="T15" fmla="*/ 15 h 109"/>
              <a:gd name="T16" fmla="*/ 78 w 101"/>
              <a:gd name="T17" fmla="*/ 27 h 109"/>
              <a:gd name="T18" fmla="*/ 76 w 101"/>
              <a:gd name="T19" fmla="*/ 28 h 109"/>
              <a:gd name="T20" fmla="*/ 99 w 101"/>
              <a:gd name="T21" fmla="*/ 48 h 109"/>
              <a:gd name="T22" fmla="*/ 84 w 101"/>
              <a:gd name="T23" fmla="*/ 50 h 109"/>
              <a:gd name="T24" fmla="*/ 99 w 101"/>
              <a:gd name="T25" fmla="*/ 53 h 109"/>
              <a:gd name="T26" fmla="*/ 99 w 101"/>
              <a:gd name="T27" fmla="*/ 48 h 109"/>
              <a:gd name="T28" fmla="*/ 53 w 101"/>
              <a:gd name="T29" fmla="*/ 109 h 109"/>
              <a:gd name="T30" fmla="*/ 66 w 101"/>
              <a:gd name="T31" fmla="*/ 73 h 109"/>
              <a:gd name="T32" fmla="*/ 76 w 101"/>
              <a:gd name="T33" fmla="*/ 38 h 109"/>
              <a:gd name="T34" fmla="*/ 51 w 101"/>
              <a:gd name="T35" fmla="*/ 28 h 109"/>
              <a:gd name="T36" fmla="*/ 73 w 101"/>
              <a:gd name="T37" fmla="*/ 50 h 109"/>
              <a:gd name="T38" fmla="*/ 62 w 101"/>
              <a:gd name="T39" fmla="*/ 69 h 109"/>
              <a:gd name="T40" fmla="*/ 61 w 101"/>
              <a:gd name="T41" fmla="*/ 84 h 109"/>
              <a:gd name="T42" fmla="*/ 51 w 101"/>
              <a:gd name="T43" fmla="*/ 109 h 109"/>
              <a:gd name="T44" fmla="*/ 76 w 101"/>
              <a:gd name="T45" fmla="*/ 28 h 109"/>
              <a:gd name="T46" fmla="*/ 74 w 101"/>
              <a:gd name="T47" fmla="*/ 23 h 109"/>
              <a:gd name="T48" fmla="*/ 76 w 101"/>
              <a:gd name="T49" fmla="*/ 73 h 109"/>
              <a:gd name="T50" fmla="*/ 74 w 101"/>
              <a:gd name="T51" fmla="*/ 77 h 109"/>
              <a:gd name="T52" fmla="*/ 76 w 101"/>
              <a:gd name="T53" fmla="*/ 73 h 109"/>
              <a:gd name="T54" fmla="*/ 51 w 101"/>
              <a:gd name="T55" fmla="*/ 0 h 109"/>
              <a:gd name="T56" fmla="*/ 53 w 101"/>
              <a:gd name="T57" fmla="*/ 2 h 109"/>
              <a:gd name="T58" fmla="*/ 51 w 101"/>
              <a:gd name="T59" fmla="*/ 17 h 109"/>
              <a:gd name="T60" fmla="*/ 51 w 101"/>
              <a:gd name="T61" fmla="*/ 22 h 109"/>
              <a:gd name="T62" fmla="*/ 26 w 101"/>
              <a:gd name="T63" fmla="*/ 62 h 109"/>
              <a:gd name="T64" fmla="*/ 35 w 101"/>
              <a:gd name="T65" fmla="*/ 95 h 109"/>
              <a:gd name="T66" fmla="*/ 51 w 101"/>
              <a:gd name="T67" fmla="*/ 109 h 109"/>
              <a:gd name="T68" fmla="*/ 41 w 101"/>
              <a:gd name="T69" fmla="*/ 84 h 109"/>
              <a:gd name="T70" fmla="*/ 40 w 101"/>
              <a:gd name="T71" fmla="*/ 69 h 109"/>
              <a:gd name="T72" fmla="*/ 35 w 101"/>
              <a:gd name="T73" fmla="*/ 35 h 109"/>
              <a:gd name="T74" fmla="*/ 51 w 101"/>
              <a:gd name="T75" fmla="*/ 22 h 109"/>
              <a:gd name="T76" fmla="*/ 51 w 101"/>
              <a:gd name="T77" fmla="*/ 17 h 109"/>
              <a:gd name="T78" fmla="*/ 48 w 101"/>
              <a:gd name="T79" fmla="*/ 2 h 109"/>
              <a:gd name="T80" fmla="*/ 26 w 101"/>
              <a:gd name="T81" fmla="*/ 79 h 109"/>
              <a:gd name="T82" fmla="*/ 28 w 101"/>
              <a:gd name="T83" fmla="*/ 73 h 109"/>
              <a:gd name="T84" fmla="*/ 26 w 101"/>
              <a:gd name="T85" fmla="*/ 79 h 109"/>
              <a:gd name="T86" fmla="*/ 26 w 101"/>
              <a:gd name="T87" fmla="*/ 21 h 109"/>
              <a:gd name="T88" fmla="*/ 28 w 101"/>
              <a:gd name="T89" fmla="*/ 27 h 109"/>
              <a:gd name="T90" fmla="*/ 26 w 101"/>
              <a:gd name="T91" fmla="*/ 38 h 109"/>
              <a:gd name="T92" fmla="*/ 26 w 101"/>
              <a:gd name="T93" fmla="*/ 62 h 109"/>
              <a:gd name="T94" fmla="*/ 26 w 101"/>
              <a:gd name="T95" fmla="*/ 21 h 109"/>
              <a:gd name="T96" fmla="*/ 24 w 101"/>
              <a:gd name="T97" fmla="*/ 27 h 109"/>
              <a:gd name="T98" fmla="*/ 15 w 101"/>
              <a:gd name="T99" fmla="*/ 18 h 109"/>
              <a:gd name="T100" fmla="*/ 19 w 101"/>
              <a:gd name="T101" fmla="*/ 15 h 109"/>
              <a:gd name="T102" fmla="*/ 26 w 101"/>
              <a:gd name="T103" fmla="*/ 73 h 109"/>
              <a:gd name="T104" fmla="*/ 19 w 101"/>
              <a:gd name="T105" fmla="*/ 86 h 109"/>
              <a:gd name="T106" fmla="*/ 15 w 101"/>
              <a:gd name="T107" fmla="*/ 82 h 109"/>
              <a:gd name="T108" fmla="*/ 24 w 101"/>
              <a:gd name="T109" fmla="*/ 73 h 109"/>
              <a:gd name="T110" fmla="*/ 18 w 101"/>
              <a:gd name="T111" fmla="*/ 50 h 109"/>
              <a:gd name="T112" fmla="*/ 15 w 101"/>
              <a:gd name="T113" fmla="*/ 48 h 109"/>
              <a:gd name="T114" fmla="*/ 0 w 101"/>
              <a:gd name="T115" fmla="*/ 50 h 109"/>
              <a:gd name="T116" fmla="*/ 15 w 101"/>
              <a:gd name="T117"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09">
                <a:moveTo>
                  <a:pt x="76" y="62"/>
                </a:moveTo>
                <a:cubicBezTo>
                  <a:pt x="78" y="58"/>
                  <a:pt x="78" y="54"/>
                  <a:pt x="78" y="50"/>
                </a:cubicBezTo>
                <a:cubicBezTo>
                  <a:pt x="78" y="46"/>
                  <a:pt x="78" y="42"/>
                  <a:pt x="76" y="38"/>
                </a:cubicBezTo>
                <a:cubicBezTo>
                  <a:pt x="76" y="62"/>
                  <a:pt x="76" y="62"/>
                  <a:pt x="76" y="62"/>
                </a:cubicBezTo>
                <a:close/>
                <a:moveTo>
                  <a:pt x="76" y="79"/>
                </a:moveTo>
                <a:cubicBezTo>
                  <a:pt x="76" y="73"/>
                  <a:pt x="76" y="73"/>
                  <a:pt x="76" y="73"/>
                </a:cubicBezTo>
                <a:cubicBezTo>
                  <a:pt x="77" y="73"/>
                  <a:pt x="77" y="73"/>
                  <a:pt x="78" y="73"/>
                </a:cubicBezTo>
                <a:cubicBezTo>
                  <a:pt x="78" y="73"/>
                  <a:pt x="78" y="73"/>
                  <a:pt x="78" y="73"/>
                </a:cubicBezTo>
                <a:cubicBezTo>
                  <a:pt x="86" y="82"/>
                  <a:pt x="86" y="82"/>
                  <a:pt x="86" y="82"/>
                </a:cubicBezTo>
                <a:cubicBezTo>
                  <a:pt x="87" y="83"/>
                  <a:pt x="87" y="85"/>
                  <a:pt x="86" y="86"/>
                </a:cubicBezTo>
                <a:cubicBezTo>
                  <a:pt x="85" y="87"/>
                  <a:pt x="84" y="87"/>
                  <a:pt x="83" y="86"/>
                </a:cubicBezTo>
                <a:cubicBezTo>
                  <a:pt x="76" y="79"/>
                  <a:pt x="76" y="79"/>
                  <a:pt x="76" y="79"/>
                </a:cubicBezTo>
                <a:close/>
                <a:moveTo>
                  <a:pt x="76" y="28"/>
                </a:moveTo>
                <a:cubicBezTo>
                  <a:pt x="76" y="22"/>
                  <a:pt x="76" y="22"/>
                  <a:pt x="76" y="22"/>
                </a:cubicBezTo>
                <a:cubicBezTo>
                  <a:pt x="83" y="15"/>
                  <a:pt x="83" y="15"/>
                  <a:pt x="83" y="15"/>
                </a:cubicBezTo>
                <a:cubicBezTo>
                  <a:pt x="84" y="14"/>
                  <a:pt x="85" y="14"/>
                  <a:pt x="86" y="15"/>
                </a:cubicBezTo>
                <a:cubicBezTo>
                  <a:pt x="87" y="16"/>
                  <a:pt x="87" y="17"/>
                  <a:pt x="86" y="18"/>
                </a:cubicBezTo>
                <a:cubicBezTo>
                  <a:pt x="78" y="27"/>
                  <a:pt x="78" y="27"/>
                  <a:pt x="78" y="27"/>
                </a:cubicBezTo>
                <a:cubicBezTo>
                  <a:pt x="78" y="27"/>
                  <a:pt x="78" y="27"/>
                  <a:pt x="78" y="27"/>
                </a:cubicBezTo>
                <a:cubicBezTo>
                  <a:pt x="77" y="28"/>
                  <a:pt x="77" y="28"/>
                  <a:pt x="76" y="28"/>
                </a:cubicBezTo>
                <a:close/>
                <a:moveTo>
                  <a:pt x="99" y="48"/>
                </a:moveTo>
                <a:cubicBezTo>
                  <a:pt x="99" y="48"/>
                  <a:pt x="99" y="48"/>
                  <a:pt x="99" y="48"/>
                </a:cubicBezTo>
                <a:cubicBezTo>
                  <a:pt x="86" y="48"/>
                  <a:pt x="86" y="48"/>
                  <a:pt x="86" y="48"/>
                </a:cubicBezTo>
                <a:cubicBezTo>
                  <a:pt x="85" y="48"/>
                  <a:pt x="84" y="49"/>
                  <a:pt x="84" y="50"/>
                </a:cubicBezTo>
                <a:cubicBezTo>
                  <a:pt x="84" y="52"/>
                  <a:pt x="85" y="53"/>
                  <a:pt x="86" y="53"/>
                </a:cubicBezTo>
                <a:cubicBezTo>
                  <a:pt x="99" y="53"/>
                  <a:pt x="99" y="53"/>
                  <a:pt x="99" y="53"/>
                </a:cubicBezTo>
                <a:cubicBezTo>
                  <a:pt x="100" y="53"/>
                  <a:pt x="101" y="52"/>
                  <a:pt x="101" y="50"/>
                </a:cubicBezTo>
                <a:cubicBezTo>
                  <a:pt x="101" y="49"/>
                  <a:pt x="100" y="48"/>
                  <a:pt x="99" y="48"/>
                </a:cubicBezTo>
                <a:close/>
                <a:moveTo>
                  <a:pt x="51" y="109"/>
                </a:moveTo>
                <a:cubicBezTo>
                  <a:pt x="53" y="109"/>
                  <a:pt x="53" y="109"/>
                  <a:pt x="53" y="109"/>
                </a:cubicBezTo>
                <a:cubicBezTo>
                  <a:pt x="60" y="109"/>
                  <a:pt x="66" y="103"/>
                  <a:pt x="66" y="95"/>
                </a:cubicBezTo>
                <a:cubicBezTo>
                  <a:pt x="66" y="73"/>
                  <a:pt x="66" y="73"/>
                  <a:pt x="66" y="73"/>
                </a:cubicBezTo>
                <a:cubicBezTo>
                  <a:pt x="70" y="70"/>
                  <a:pt x="74" y="67"/>
                  <a:pt x="76" y="62"/>
                </a:cubicBezTo>
                <a:cubicBezTo>
                  <a:pt x="76" y="38"/>
                  <a:pt x="76" y="38"/>
                  <a:pt x="76" y="38"/>
                </a:cubicBezTo>
                <a:cubicBezTo>
                  <a:pt x="71" y="29"/>
                  <a:pt x="62" y="22"/>
                  <a:pt x="51" y="22"/>
                </a:cubicBezTo>
                <a:cubicBezTo>
                  <a:pt x="51" y="28"/>
                  <a:pt x="51" y="28"/>
                  <a:pt x="51" y="28"/>
                </a:cubicBezTo>
                <a:cubicBezTo>
                  <a:pt x="57" y="28"/>
                  <a:pt x="62" y="31"/>
                  <a:pt x="66" y="35"/>
                </a:cubicBezTo>
                <a:cubicBezTo>
                  <a:pt x="70" y="39"/>
                  <a:pt x="73" y="44"/>
                  <a:pt x="73" y="50"/>
                </a:cubicBezTo>
                <a:cubicBezTo>
                  <a:pt x="73" y="58"/>
                  <a:pt x="68" y="65"/>
                  <a:pt x="62" y="69"/>
                </a:cubicBezTo>
                <a:cubicBezTo>
                  <a:pt x="62" y="69"/>
                  <a:pt x="62" y="69"/>
                  <a:pt x="62" y="69"/>
                </a:cubicBezTo>
                <a:cubicBezTo>
                  <a:pt x="61" y="70"/>
                  <a:pt x="61" y="71"/>
                  <a:pt x="61" y="72"/>
                </a:cubicBezTo>
                <a:cubicBezTo>
                  <a:pt x="61" y="84"/>
                  <a:pt x="61" y="84"/>
                  <a:pt x="61" y="84"/>
                </a:cubicBezTo>
                <a:cubicBezTo>
                  <a:pt x="51" y="84"/>
                  <a:pt x="51" y="84"/>
                  <a:pt x="51" y="84"/>
                </a:cubicBezTo>
                <a:cubicBezTo>
                  <a:pt x="51" y="109"/>
                  <a:pt x="51" y="109"/>
                  <a:pt x="51" y="109"/>
                </a:cubicBezTo>
                <a:close/>
                <a:moveTo>
                  <a:pt x="76" y="22"/>
                </a:moveTo>
                <a:cubicBezTo>
                  <a:pt x="76" y="28"/>
                  <a:pt x="76" y="28"/>
                  <a:pt x="76" y="28"/>
                </a:cubicBezTo>
                <a:cubicBezTo>
                  <a:pt x="75" y="28"/>
                  <a:pt x="75" y="28"/>
                  <a:pt x="74" y="27"/>
                </a:cubicBezTo>
                <a:cubicBezTo>
                  <a:pt x="73" y="26"/>
                  <a:pt x="73" y="24"/>
                  <a:pt x="74" y="23"/>
                </a:cubicBezTo>
                <a:cubicBezTo>
                  <a:pt x="76" y="22"/>
                  <a:pt x="76" y="22"/>
                  <a:pt x="76" y="22"/>
                </a:cubicBezTo>
                <a:close/>
                <a:moveTo>
                  <a:pt x="76" y="73"/>
                </a:moveTo>
                <a:cubicBezTo>
                  <a:pt x="76" y="79"/>
                  <a:pt x="76" y="79"/>
                  <a:pt x="76" y="79"/>
                </a:cubicBezTo>
                <a:cubicBezTo>
                  <a:pt x="74" y="77"/>
                  <a:pt x="74" y="77"/>
                  <a:pt x="74" y="77"/>
                </a:cubicBezTo>
                <a:cubicBezTo>
                  <a:pt x="73" y="76"/>
                  <a:pt x="73" y="74"/>
                  <a:pt x="74" y="73"/>
                </a:cubicBezTo>
                <a:cubicBezTo>
                  <a:pt x="75" y="73"/>
                  <a:pt x="75" y="73"/>
                  <a:pt x="76" y="73"/>
                </a:cubicBezTo>
                <a:close/>
                <a:moveTo>
                  <a:pt x="51" y="17"/>
                </a:moveTo>
                <a:cubicBezTo>
                  <a:pt x="51" y="0"/>
                  <a:pt x="51" y="0"/>
                  <a:pt x="51" y="0"/>
                </a:cubicBezTo>
                <a:cubicBezTo>
                  <a:pt x="51" y="0"/>
                  <a:pt x="51" y="0"/>
                  <a:pt x="51" y="0"/>
                </a:cubicBezTo>
                <a:cubicBezTo>
                  <a:pt x="52" y="0"/>
                  <a:pt x="53" y="1"/>
                  <a:pt x="53" y="2"/>
                </a:cubicBezTo>
                <a:cubicBezTo>
                  <a:pt x="53" y="15"/>
                  <a:pt x="53" y="15"/>
                  <a:pt x="53" y="15"/>
                </a:cubicBezTo>
                <a:cubicBezTo>
                  <a:pt x="53" y="16"/>
                  <a:pt x="52" y="17"/>
                  <a:pt x="51" y="17"/>
                </a:cubicBezTo>
                <a:cubicBezTo>
                  <a:pt x="51" y="17"/>
                  <a:pt x="51" y="17"/>
                  <a:pt x="51" y="17"/>
                </a:cubicBezTo>
                <a:close/>
                <a:moveTo>
                  <a:pt x="51" y="22"/>
                </a:moveTo>
                <a:cubicBezTo>
                  <a:pt x="40" y="22"/>
                  <a:pt x="30" y="29"/>
                  <a:pt x="26" y="38"/>
                </a:cubicBezTo>
                <a:cubicBezTo>
                  <a:pt x="26" y="62"/>
                  <a:pt x="26" y="62"/>
                  <a:pt x="26" y="62"/>
                </a:cubicBezTo>
                <a:cubicBezTo>
                  <a:pt x="28" y="67"/>
                  <a:pt x="31" y="71"/>
                  <a:pt x="35" y="74"/>
                </a:cubicBezTo>
                <a:cubicBezTo>
                  <a:pt x="35" y="95"/>
                  <a:pt x="35" y="95"/>
                  <a:pt x="35" y="95"/>
                </a:cubicBezTo>
                <a:cubicBezTo>
                  <a:pt x="35" y="103"/>
                  <a:pt x="42" y="109"/>
                  <a:pt x="49" y="109"/>
                </a:cubicBezTo>
                <a:cubicBezTo>
                  <a:pt x="51" y="109"/>
                  <a:pt x="51" y="109"/>
                  <a:pt x="51" y="109"/>
                </a:cubicBezTo>
                <a:cubicBezTo>
                  <a:pt x="51" y="84"/>
                  <a:pt x="51" y="84"/>
                  <a:pt x="51" y="84"/>
                </a:cubicBezTo>
                <a:cubicBezTo>
                  <a:pt x="41" y="84"/>
                  <a:pt x="41" y="84"/>
                  <a:pt x="41" y="84"/>
                </a:cubicBezTo>
                <a:cubicBezTo>
                  <a:pt x="41" y="72"/>
                  <a:pt x="41" y="72"/>
                  <a:pt x="41" y="72"/>
                </a:cubicBezTo>
                <a:cubicBezTo>
                  <a:pt x="41" y="71"/>
                  <a:pt x="41" y="70"/>
                  <a:pt x="40" y="69"/>
                </a:cubicBezTo>
                <a:cubicBezTo>
                  <a:pt x="33" y="66"/>
                  <a:pt x="28" y="58"/>
                  <a:pt x="28" y="50"/>
                </a:cubicBezTo>
                <a:cubicBezTo>
                  <a:pt x="28" y="44"/>
                  <a:pt x="31" y="39"/>
                  <a:pt x="35" y="35"/>
                </a:cubicBezTo>
                <a:cubicBezTo>
                  <a:pt x="39" y="31"/>
                  <a:pt x="44" y="28"/>
                  <a:pt x="51" y="28"/>
                </a:cubicBezTo>
                <a:cubicBezTo>
                  <a:pt x="51" y="22"/>
                  <a:pt x="51" y="22"/>
                  <a:pt x="51" y="22"/>
                </a:cubicBezTo>
                <a:close/>
                <a:moveTo>
                  <a:pt x="51" y="0"/>
                </a:moveTo>
                <a:cubicBezTo>
                  <a:pt x="51" y="17"/>
                  <a:pt x="51" y="17"/>
                  <a:pt x="51" y="17"/>
                </a:cubicBezTo>
                <a:cubicBezTo>
                  <a:pt x="49" y="17"/>
                  <a:pt x="48" y="16"/>
                  <a:pt x="48" y="15"/>
                </a:cubicBezTo>
                <a:cubicBezTo>
                  <a:pt x="48" y="2"/>
                  <a:pt x="48" y="2"/>
                  <a:pt x="48" y="2"/>
                </a:cubicBezTo>
                <a:cubicBezTo>
                  <a:pt x="48" y="1"/>
                  <a:pt x="49" y="0"/>
                  <a:pt x="51" y="0"/>
                </a:cubicBezTo>
                <a:close/>
                <a:moveTo>
                  <a:pt x="26" y="79"/>
                </a:moveTo>
                <a:cubicBezTo>
                  <a:pt x="26" y="73"/>
                  <a:pt x="26" y="73"/>
                  <a:pt x="26" y="73"/>
                </a:cubicBezTo>
                <a:cubicBezTo>
                  <a:pt x="26" y="73"/>
                  <a:pt x="27" y="73"/>
                  <a:pt x="28" y="73"/>
                </a:cubicBezTo>
                <a:cubicBezTo>
                  <a:pt x="29" y="74"/>
                  <a:pt x="29" y="76"/>
                  <a:pt x="28" y="77"/>
                </a:cubicBezTo>
                <a:cubicBezTo>
                  <a:pt x="26" y="79"/>
                  <a:pt x="26" y="79"/>
                  <a:pt x="26" y="79"/>
                </a:cubicBezTo>
                <a:close/>
                <a:moveTo>
                  <a:pt x="26" y="28"/>
                </a:moveTo>
                <a:cubicBezTo>
                  <a:pt x="26" y="21"/>
                  <a:pt x="26" y="21"/>
                  <a:pt x="26" y="21"/>
                </a:cubicBezTo>
                <a:cubicBezTo>
                  <a:pt x="28" y="23"/>
                  <a:pt x="28" y="23"/>
                  <a:pt x="28" y="23"/>
                </a:cubicBezTo>
                <a:cubicBezTo>
                  <a:pt x="29" y="24"/>
                  <a:pt x="29" y="26"/>
                  <a:pt x="28" y="27"/>
                </a:cubicBezTo>
                <a:cubicBezTo>
                  <a:pt x="27" y="28"/>
                  <a:pt x="26" y="28"/>
                  <a:pt x="26" y="28"/>
                </a:cubicBezTo>
                <a:close/>
                <a:moveTo>
                  <a:pt x="26" y="38"/>
                </a:moveTo>
                <a:cubicBezTo>
                  <a:pt x="24" y="42"/>
                  <a:pt x="23" y="46"/>
                  <a:pt x="23" y="50"/>
                </a:cubicBezTo>
                <a:cubicBezTo>
                  <a:pt x="23" y="55"/>
                  <a:pt x="24" y="59"/>
                  <a:pt x="26" y="62"/>
                </a:cubicBezTo>
                <a:cubicBezTo>
                  <a:pt x="26" y="38"/>
                  <a:pt x="26" y="38"/>
                  <a:pt x="26" y="38"/>
                </a:cubicBezTo>
                <a:close/>
                <a:moveTo>
                  <a:pt x="26" y="21"/>
                </a:moveTo>
                <a:cubicBezTo>
                  <a:pt x="26" y="28"/>
                  <a:pt x="26" y="28"/>
                  <a:pt x="26" y="28"/>
                </a:cubicBezTo>
                <a:cubicBezTo>
                  <a:pt x="25" y="28"/>
                  <a:pt x="24" y="27"/>
                  <a:pt x="24" y="27"/>
                </a:cubicBezTo>
                <a:cubicBezTo>
                  <a:pt x="24" y="27"/>
                  <a:pt x="24" y="27"/>
                  <a:pt x="24" y="27"/>
                </a:cubicBezTo>
                <a:cubicBezTo>
                  <a:pt x="15" y="18"/>
                  <a:pt x="15" y="18"/>
                  <a:pt x="15" y="18"/>
                </a:cubicBezTo>
                <a:cubicBezTo>
                  <a:pt x="14" y="17"/>
                  <a:pt x="14" y="16"/>
                  <a:pt x="15" y="15"/>
                </a:cubicBezTo>
                <a:cubicBezTo>
                  <a:pt x="16" y="14"/>
                  <a:pt x="18" y="14"/>
                  <a:pt x="19" y="15"/>
                </a:cubicBezTo>
                <a:cubicBezTo>
                  <a:pt x="26" y="21"/>
                  <a:pt x="26" y="21"/>
                  <a:pt x="26" y="21"/>
                </a:cubicBezTo>
                <a:close/>
                <a:moveTo>
                  <a:pt x="26" y="73"/>
                </a:moveTo>
                <a:cubicBezTo>
                  <a:pt x="26" y="79"/>
                  <a:pt x="26" y="79"/>
                  <a:pt x="26" y="79"/>
                </a:cubicBezTo>
                <a:cubicBezTo>
                  <a:pt x="19" y="86"/>
                  <a:pt x="19" y="86"/>
                  <a:pt x="19" y="86"/>
                </a:cubicBezTo>
                <a:cubicBezTo>
                  <a:pt x="18" y="87"/>
                  <a:pt x="16" y="87"/>
                  <a:pt x="15" y="86"/>
                </a:cubicBezTo>
                <a:cubicBezTo>
                  <a:pt x="14" y="85"/>
                  <a:pt x="14" y="83"/>
                  <a:pt x="15" y="82"/>
                </a:cubicBezTo>
                <a:cubicBezTo>
                  <a:pt x="24" y="73"/>
                  <a:pt x="24" y="73"/>
                  <a:pt x="24" y="73"/>
                </a:cubicBezTo>
                <a:cubicBezTo>
                  <a:pt x="24" y="73"/>
                  <a:pt x="24" y="73"/>
                  <a:pt x="24" y="73"/>
                </a:cubicBezTo>
                <a:cubicBezTo>
                  <a:pt x="24" y="73"/>
                  <a:pt x="25" y="73"/>
                  <a:pt x="26" y="73"/>
                </a:cubicBezTo>
                <a:close/>
                <a:moveTo>
                  <a:pt x="18" y="50"/>
                </a:moveTo>
                <a:cubicBezTo>
                  <a:pt x="18" y="50"/>
                  <a:pt x="18" y="50"/>
                  <a:pt x="18" y="50"/>
                </a:cubicBezTo>
                <a:cubicBezTo>
                  <a:pt x="18" y="49"/>
                  <a:pt x="17" y="48"/>
                  <a:pt x="15" y="48"/>
                </a:cubicBezTo>
                <a:cubicBezTo>
                  <a:pt x="3" y="48"/>
                  <a:pt x="3" y="48"/>
                  <a:pt x="3" y="48"/>
                </a:cubicBezTo>
                <a:cubicBezTo>
                  <a:pt x="2" y="48"/>
                  <a:pt x="0" y="49"/>
                  <a:pt x="0" y="50"/>
                </a:cubicBezTo>
                <a:cubicBezTo>
                  <a:pt x="0" y="52"/>
                  <a:pt x="2" y="53"/>
                  <a:pt x="3" y="53"/>
                </a:cubicBezTo>
                <a:cubicBezTo>
                  <a:pt x="15" y="53"/>
                  <a:pt x="15" y="53"/>
                  <a:pt x="15" y="53"/>
                </a:cubicBezTo>
                <a:cubicBezTo>
                  <a:pt x="17" y="53"/>
                  <a:pt x="18" y="52"/>
                  <a:pt x="18" y="50"/>
                </a:cubicBez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10" tIns="48205" rIns="96410" bIns="48205" numCol="1" anchor="t" anchorCtr="0" compatLnSpc="1">
            <a:prstTxWarp prst="textNoShape">
              <a:avLst/>
            </a:prstTxWarp>
          </a:bodyPr>
          <a:lstStyle/>
          <a:p>
            <a:endParaRPr lang="id-ID" sz="1423"/>
          </a:p>
        </p:txBody>
      </p:sp>
      <p:sp>
        <p:nvSpPr>
          <p:cNvPr id="111" name="燕尾形 110"/>
          <p:cNvSpPr/>
          <p:nvPr/>
        </p:nvSpPr>
        <p:spPr>
          <a:xfrm rot="5400000">
            <a:off x="2671238" y="2134431"/>
            <a:ext cx="379610" cy="607377"/>
          </a:xfrm>
          <a:prstGeom prst="chevron">
            <a:avLst/>
          </a:prstGeom>
          <a:solidFill>
            <a:srgbClr val="4B52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3">
              <a:solidFill>
                <a:schemeClr val="tx1"/>
              </a:solidFill>
            </a:endParaRPr>
          </a:p>
        </p:txBody>
      </p:sp>
      <p:cxnSp>
        <p:nvCxnSpPr>
          <p:cNvPr id="112" name="直接连接符 111"/>
          <p:cNvCxnSpPr/>
          <p:nvPr/>
        </p:nvCxnSpPr>
        <p:spPr>
          <a:xfrm>
            <a:off x="2861045" y="2741806"/>
            <a:ext cx="3834061" cy="0"/>
          </a:xfrm>
          <a:prstGeom prst="line">
            <a:avLst/>
          </a:prstGeom>
          <a:ln>
            <a:solidFill>
              <a:schemeClr val="bg1">
                <a:lumMod val="50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3" name="矩形 112"/>
          <p:cNvSpPr/>
          <p:nvPr/>
        </p:nvSpPr>
        <p:spPr>
          <a:xfrm>
            <a:off x="3216361" y="1586092"/>
            <a:ext cx="1387317" cy="454364"/>
          </a:xfrm>
          <a:prstGeom prst="rect">
            <a:avLst/>
          </a:prstGeom>
        </p:spPr>
        <p:txBody>
          <a:bodyPr wrap="none" lIns="96400" tIns="48201" rIns="96400" bIns="48201">
            <a:spAutoFit/>
          </a:bodyPr>
          <a:lstStyle/>
          <a:p>
            <a:r>
              <a:rPr lang="zh-CN" altLang="en-US" sz="2320" b="1" dirty="0">
                <a:solidFill>
                  <a:schemeClr val="tx1">
                    <a:lumMod val="75000"/>
                    <a:lumOff val="25000"/>
                  </a:schemeClr>
                </a:solidFill>
                <a:latin typeface="微软雅黑" pitchFamily="34" charset="-122"/>
                <a:ea typeface="微软雅黑" pitchFamily="34" charset="-122"/>
              </a:rPr>
              <a:t>添加标题</a:t>
            </a:r>
            <a:endParaRPr lang="en-US" altLang="zh-CN" sz="2320" b="1" dirty="0">
              <a:solidFill>
                <a:schemeClr val="tx1">
                  <a:lumMod val="75000"/>
                  <a:lumOff val="25000"/>
                </a:schemeClr>
              </a:solidFill>
              <a:latin typeface="微软雅黑" pitchFamily="34" charset="-122"/>
              <a:ea typeface="微软雅黑" pitchFamily="34" charset="-122"/>
            </a:endParaRPr>
          </a:p>
        </p:txBody>
      </p:sp>
      <p:sp>
        <p:nvSpPr>
          <p:cNvPr id="114" name="矩形 47"/>
          <p:cNvSpPr>
            <a:spLocks noChangeArrowheads="1"/>
          </p:cNvSpPr>
          <p:nvPr/>
        </p:nvSpPr>
        <p:spPr bwMode="auto">
          <a:xfrm>
            <a:off x="3202694" y="2023373"/>
            <a:ext cx="3492412" cy="642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00" tIns="48201" rIns="96400" bIns="48201">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477" dirty="0">
                <a:solidFill>
                  <a:srgbClr val="333333"/>
                </a:solidFill>
                <a:sym typeface="微软雅黑" pitchFamily="34" charset="-122"/>
              </a:rPr>
              <a:t>在此录入上述图表的综合描述说明，在此录入上述图表的综合描述说明。</a:t>
            </a:r>
          </a:p>
        </p:txBody>
      </p:sp>
      <p:sp>
        <p:nvSpPr>
          <p:cNvPr id="115" name="燕尾形 114"/>
          <p:cNvSpPr/>
          <p:nvPr/>
        </p:nvSpPr>
        <p:spPr>
          <a:xfrm rot="5400000">
            <a:off x="2671238" y="3576949"/>
            <a:ext cx="379610" cy="607377"/>
          </a:xfrm>
          <a:prstGeom prst="chevron">
            <a:avLst/>
          </a:prstGeom>
          <a:solidFill>
            <a:srgbClr val="4B52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3">
              <a:solidFill>
                <a:schemeClr val="tx1"/>
              </a:solidFill>
            </a:endParaRPr>
          </a:p>
        </p:txBody>
      </p:sp>
      <p:cxnSp>
        <p:nvCxnSpPr>
          <p:cNvPr id="116" name="直接连接符 115"/>
          <p:cNvCxnSpPr/>
          <p:nvPr/>
        </p:nvCxnSpPr>
        <p:spPr>
          <a:xfrm>
            <a:off x="2861045" y="4184325"/>
            <a:ext cx="3834061" cy="0"/>
          </a:xfrm>
          <a:prstGeom prst="line">
            <a:avLst/>
          </a:prstGeom>
          <a:ln>
            <a:solidFill>
              <a:schemeClr val="bg1">
                <a:lumMod val="50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7" name="矩形 116"/>
          <p:cNvSpPr/>
          <p:nvPr/>
        </p:nvSpPr>
        <p:spPr>
          <a:xfrm>
            <a:off x="3216361" y="3028611"/>
            <a:ext cx="1387317" cy="454364"/>
          </a:xfrm>
          <a:prstGeom prst="rect">
            <a:avLst/>
          </a:prstGeom>
        </p:spPr>
        <p:txBody>
          <a:bodyPr wrap="none" lIns="96400" tIns="48201" rIns="96400" bIns="48201">
            <a:spAutoFit/>
          </a:bodyPr>
          <a:lstStyle/>
          <a:p>
            <a:r>
              <a:rPr lang="zh-CN" altLang="en-US" sz="2320" b="1" dirty="0">
                <a:solidFill>
                  <a:schemeClr val="tx1">
                    <a:lumMod val="75000"/>
                    <a:lumOff val="25000"/>
                  </a:schemeClr>
                </a:solidFill>
                <a:latin typeface="微软雅黑" pitchFamily="34" charset="-122"/>
                <a:ea typeface="微软雅黑" pitchFamily="34" charset="-122"/>
              </a:rPr>
              <a:t>添加标题</a:t>
            </a:r>
            <a:endParaRPr lang="en-US" altLang="zh-CN" sz="2320" b="1" dirty="0">
              <a:solidFill>
                <a:schemeClr val="tx1">
                  <a:lumMod val="75000"/>
                  <a:lumOff val="25000"/>
                </a:schemeClr>
              </a:solidFill>
              <a:latin typeface="微软雅黑" pitchFamily="34" charset="-122"/>
              <a:ea typeface="微软雅黑" pitchFamily="34" charset="-122"/>
            </a:endParaRPr>
          </a:p>
        </p:txBody>
      </p:sp>
      <p:sp>
        <p:nvSpPr>
          <p:cNvPr id="118" name="矩形 47"/>
          <p:cNvSpPr>
            <a:spLocks noChangeArrowheads="1"/>
          </p:cNvSpPr>
          <p:nvPr/>
        </p:nvSpPr>
        <p:spPr bwMode="auto">
          <a:xfrm>
            <a:off x="3202694" y="3465890"/>
            <a:ext cx="3492412" cy="642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00" tIns="48201" rIns="96400" bIns="48201">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477" dirty="0">
                <a:solidFill>
                  <a:srgbClr val="333333"/>
                </a:solidFill>
                <a:sym typeface="微软雅黑" pitchFamily="34" charset="-122"/>
              </a:rPr>
              <a:t>在此录入上述图表的综合描述说明，在此录入上述图表的综合描述说明。</a:t>
            </a:r>
          </a:p>
        </p:txBody>
      </p:sp>
      <p:sp>
        <p:nvSpPr>
          <p:cNvPr id="119" name="燕尾形 118"/>
          <p:cNvSpPr/>
          <p:nvPr/>
        </p:nvSpPr>
        <p:spPr>
          <a:xfrm rot="5400000">
            <a:off x="2671238" y="5095388"/>
            <a:ext cx="379610" cy="607377"/>
          </a:xfrm>
          <a:prstGeom prst="chevron">
            <a:avLst/>
          </a:prstGeom>
          <a:solidFill>
            <a:srgbClr val="4B52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3">
              <a:solidFill>
                <a:schemeClr val="tx1"/>
              </a:solidFill>
            </a:endParaRPr>
          </a:p>
        </p:txBody>
      </p:sp>
      <p:cxnSp>
        <p:nvCxnSpPr>
          <p:cNvPr id="120" name="直接连接符 119"/>
          <p:cNvCxnSpPr/>
          <p:nvPr/>
        </p:nvCxnSpPr>
        <p:spPr>
          <a:xfrm>
            <a:off x="2861045" y="5702765"/>
            <a:ext cx="3834061" cy="0"/>
          </a:xfrm>
          <a:prstGeom prst="line">
            <a:avLst/>
          </a:prstGeom>
          <a:ln>
            <a:solidFill>
              <a:schemeClr val="bg1">
                <a:lumMod val="50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21" name="矩形 120"/>
          <p:cNvSpPr/>
          <p:nvPr/>
        </p:nvSpPr>
        <p:spPr>
          <a:xfrm>
            <a:off x="3216361" y="4547051"/>
            <a:ext cx="1387317" cy="454364"/>
          </a:xfrm>
          <a:prstGeom prst="rect">
            <a:avLst/>
          </a:prstGeom>
        </p:spPr>
        <p:txBody>
          <a:bodyPr wrap="none" lIns="96400" tIns="48201" rIns="96400" bIns="48201">
            <a:spAutoFit/>
          </a:bodyPr>
          <a:lstStyle/>
          <a:p>
            <a:r>
              <a:rPr lang="zh-CN" altLang="en-US" sz="2320" b="1" dirty="0">
                <a:solidFill>
                  <a:schemeClr val="tx1">
                    <a:lumMod val="75000"/>
                    <a:lumOff val="25000"/>
                  </a:schemeClr>
                </a:solidFill>
                <a:latin typeface="微软雅黑" pitchFamily="34" charset="-122"/>
                <a:ea typeface="微软雅黑" pitchFamily="34" charset="-122"/>
              </a:rPr>
              <a:t>添加标题</a:t>
            </a:r>
            <a:endParaRPr lang="en-US" altLang="zh-CN" sz="2320" b="1" dirty="0">
              <a:solidFill>
                <a:schemeClr val="tx1">
                  <a:lumMod val="75000"/>
                  <a:lumOff val="25000"/>
                </a:schemeClr>
              </a:solidFill>
              <a:latin typeface="微软雅黑" pitchFamily="34" charset="-122"/>
              <a:ea typeface="微软雅黑" pitchFamily="34" charset="-122"/>
            </a:endParaRPr>
          </a:p>
        </p:txBody>
      </p:sp>
      <p:sp>
        <p:nvSpPr>
          <p:cNvPr id="122" name="矩形 47"/>
          <p:cNvSpPr>
            <a:spLocks noChangeArrowheads="1"/>
          </p:cNvSpPr>
          <p:nvPr/>
        </p:nvSpPr>
        <p:spPr bwMode="auto">
          <a:xfrm>
            <a:off x="3202694" y="4984330"/>
            <a:ext cx="3492412" cy="642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00" tIns="48201" rIns="96400" bIns="48201">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nSpc>
                <a:spcPct val="120000"/>
              </a:lnSpc>
              <a:spcBef>
                <a:spcPct val="0"/>
              </a:spcBef>
              <a:buNone/>
            </a:pPr>
            <a:r>
              <a:rPr lang="zh-CN" altLang="en-US" sz="1477" dirty="0">
                <a:solidFill>
                  <a:srgbClr val="333333"/>
                </a:solidFill>
                <a:sym typeface="微软雅黑" pitchFamily="34" charset="-122"/>
              </a:rPr>
              <a:t>在此录入上述图表的综合描述说明，在此录入上述图表的综合描述说明。</a:t>
            </a:r>
          </a:p>
        </p:txBody>
      </p:sp>
    </p:spTree>
    <p:extLst>
      <p:ext uri="{BB962C8B-B14F-4D97-AF65-F5344CB8AC3E}">
        <p14:creationId xmlns:p14="http://schemas.microsoft.com/office/powerpoint/2010/main" val="1899490653"/>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 presetClass="entr" presetSubtype="4"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fill="hold" grpId="0" nodeType="after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500" fill="hold"/>
                                        <p:tgtEl>
                                          <p:spTgt spid="11"/>
                                        </p:tgtEl>
                                        <p:attrNameLst>
                                          <p:attrName>ppt_x</p:attrName>
                                        </p:attrNameLst>
                                      </p:cBhvr>
                                      <p:tavLst>
                                        <p:tav tm="0">
                                          <p:val>
                                            <p:strVal val="#ppt_x"/>
                                          </p:val>
                                        </p:tav>
                                        <p:tav tm="100000">
                                          <p:val>
                                            <p:strVal val="#ppt_x"/>
                                          </p:val>
                                        </p:tav>
                                      </p:tavLst>
                                    </p:anim>
                                    <p:anim calcmode="lin" valueType="num">
                                      <p:cBhvr additive="base">
                                        <p:cTn id="27" dur="500" fill="hold"/>
                                        <p:tgtEl>
                                          <p:spTgt spid="11"/>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2" presetClass="entr" presetSubtype="4" fill="hold" grpId="0" nodeType="after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500" fill="hold"/>
                                        <p:tgtEl>
                                          <p:spTgt spid="12"/>
                                        </p:tgtEl>
                                        <p:attrNameLst>
                                          <p:attrName>ppt_x</p:attrName>
                                        </p:attrNameLst>
                                      </p:cBhvr>
                                      <p:tavLst>
                                        <p:tav tm="0">
                                          <p:val>
                                            <p:strVal val="#ppt_x"/>
                                          </p:val>
                                        </p:tav>
                                        <p:tav tm="100000">
                                          <p:val>
                                            <p:strVal val="#ppt_x"/>
                                          </p:val>
                                        </p:tav>
                                      </p:tavLst>
                                    </p:anim>
                                    <p:anim calcmode="lin" valueType="num">
                                      <p:cBhvr additive="base">
                                        <p:cTn id="32" dur="500" fill="hold"/>
                                        <p:tgtEl>
                                          <p:spTgt spid="12"/>
                                        </p:tgtEl>
                                        <p:attrNameLst>
                                          <p:attrName>ppt_y</p:attrName>
                                        </p:attrNameLst>
                                      </p:cBhvr>
                                      <p:tavLst>
                                        <p:tav tm="0">
                                          <p:val>
                                            <p:strVal val="1+#ppt_h/2"/>
                                          </p:val>
                                        </p:tav>
                                        <p:tav tm="100000">
                                          <p:val>
                                            <p:strVal val="#ppt_y"/>
                                          </p:val>
                                        </p:tav>
                                      </p:tavLst>
                                    </p:anim>
                                  </p:childTnLst>
                                </p:cTn>
                              </p:par>
                            </p:childTnLst>
                          </p:cTn>
                        </p:par>
                        <p:par>
                          <p:cTn id="33" fill="hold">
                            <p:stCondLst>
                              <p:cond delay="2500"/>
                            </p:stCondLst>
                            <p:childTnLst>
                              <p:par>
                                <p:cTn id="34" presetID="2" presetClass="entr" presetSubtype="2"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additive="base">
                                        <p:cTn id="36" dur="500" fill="hold"/>
                                        <p:tgtEl>
                                          <p:spTgt spid="14"/>
                                        </p:tgtEl>
                                        <p:attrNameLst>
                                          <p:attrName>ppt_x</p:attrName>
                                        </p:attrNameLst>
                                      </p:cBhvr>
                                      <p:tavLst>
                                        <p:tav tm="0">
                                          <p:val>
                                            <p:strVal val="1+#ppt_w/2"/>
                                          </p:val>
                                        </p:tav>
                                        <p:tav tm="100000">
                                          <p:val>
                                            <p:strVal val="#ppt_x"/>
                                          </p:val>
                                        </p:tav>
                                      </p:tavLst>
                                    </p:anim>
                                    <p:anim calcmode="lin" valueType="num">
                                      <p:cBhvr additive="base">
                                        <p:cTn id="37" dur="500" fill="hold"/>
                                        <p:tgtEl>
                                          <p:spTgt spid="14"/>
                                        </p:tgtEl>
                                        <p:attrNameLst>
                                          <p:attrName>ppt_y</p:attrName>
                                        </p:attrNameLst>
                                      </p:cBhvr>
                                      <p:tavLst>
                                        <p:tav tm="0">
                                          <p:val>
                                            <p:strVal val="#ppt_y"/>
                                          </p:val>
                                        </p:tav>
                                        <p:tav tm="100000">
                                          <p:val>
                                            <p:strVal val="#ppt_y"/>
                                          </p:val>
                                        </p:tav>
                                      </p:tavLst>
                                    </p:anim>
                                  </p:childTnLst>
                                </p:cTn>
                              </p:par>
                              <p:par>
                                <p:cTn id="38" presetID="2" presetClass="entr" presetSubtype="4"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 calcmode="lin" valueType="num">
                                      <p:cBhvr additive="base">
                                        <p:cTn id="40" dur="500" fill="hold"/>
                                        <p:tgtEl>
                                          <p:spTgt spid="15"/>
                                        </p:tgtEl>
                                        <p:attrNameLst>
                                          <p:attrName>ppt_x</p:attrName>
                                        </p:attrNameLst>
                                      </p:cBhvr>
                                      <p:tavLst>
                                        <p:tav tm="0">
                                          <p:val>
                                            <p:strVal val="#ppt_x"/>
                                          </p:val>
                                        </p:tav>
                                        <p:tav tm="100000">
                                          <p:val>
                                            <p:strVal val="#ppt_x"/>
                                          </p:val>
                                        </p:tav>
                                      </p:tavLst>
                                    </p:anim>
                                    <p:anim calcmode="lin" valueType="num">
                                      <p:cBhvr additive="base">
                                        <p:cTn id="41" dur="500" fill="hold"/>
                                        <p:tgtEl>
                                          <p:spTgt spid="15"/>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additive="base">
                                        <p:cTn id="44" dur="500" fill="hold"/>
                                        <p:tgtEl>
                                          <p:spTgt spid="16"/>
                                        </p:tgtEl>
                                        <p:attrNameLst>
                                          <p:attrName>ppt_x</p:attrName>
                                        </p:attrNameLst>
                                      </p:cBhvr>
                                      <p:tavLst>
                                        <p:tav tm="0">
                                          <p:val>
                                            <p:strVal val="#ppt_x"/>
                                          </p:val>
                                        </p:tav>
                                        <p:tav tm="100000">
                                          <p:val>
                                            <p:strVal val="#ppt_x"/>
                                          </p:val>
                                        </p:tav>
                                      </p:tavLst>
                                    </p:anim>
                                    <p:anim calcmode="lin" valueType="num">
                                      <p:cBhvr additive="base">
                                        <p:cTn id="45" dur="500" fill="hold"/>
                                        <p:tgtEl>
                                          <p:spTgt spid="16"/>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17"/>
                                        </p:tgtEl>
                                        <p:attrNameLst>
                                          <p:attrName>style.visibility</p:attrName>
                                        </p:attrNameLst>
                                      </p:cBhvr>
                                      <p:to>
                                        <p:strVal val="visible"/>
                                      </p:to>
                                    </p:set>
                                    <p:anim calcmode="lin" valueType="num">
                                      <p:cBhvr additive="base">
                                        <p:cTn id="48" dur="500" fill="hold"/>
                                        <p:tgtEl>
                                          <p:spTgt spid="17"/>
                                        </p:tgtEl>
                                        <p:attrNameLst>
                                          <p:attrName>ppt_x</p:attrName>
                                        </p:attrNameLst>
                                      </p:cBhvr>
                                      <p:tavLst>
                                        <p:tav tm="0">
                                          <p:val>
                                            <p:strVal val="#ppt_x"/>
                                          </p:val>
                                        </p:tav>
                                        <p:tav tm="100000">
                                          <p:val>
                                            <p:strVal val="#ppt_x"/>
                                          </p:val>
                                        </p:tav>
                                      </p:tavLst>
                                    </p:anim>
                                    <p:anim calcmode="lin" valueType="num">
                                      <p:cBhvr additive="base">
                                        <p:cTn id="49" dur="500" fill="hold"/>
                                        <p:tgtEl>
                                          <p:spTgt spid="17"/>
                                        </p:tgtEl>
                                        <p:attrNameLst>
                                          <p:attrName>ppt_y</p:attrName>
                                        </p:attrNameLst>
                                      </p:cBhvr>
                                      <p:tavLst>
                                        <p:tav tm="0">
                                          <p:val>
                                            <p:strVal val="1+#ppt_h/2"/>
                                          </p:val>
                                        </p:tav>
                                        <p:tav tm="100000">
                                          <p:val>
                                            <p:strVal val="#ppt_y"/>
                                          </p:val>
                                        </p:tav>
                                      </p:tavLst>
                                    </p:anim>
                                  </p:childTnLst>
                                </p:cTn>
                              </p:par>
                              <p:par>
                                <p:cTn id="50" presetID="2" presetClass="entr" presetSubtype="3" fill="hold" grpId="0" nodeType="withEffect">
                                  <p:stCondLst>
                                    <p:cond delay="0"/>
                                  </p:stCondLst>
                                  <p:childTnLst>
                                    <p:set>
                                      <p:cBhvr>
                                        <p:cTn id="51" dur="1" fill="hold">
                                          <p:stCondLst>
                                            <p:cond delay="0"/>
                                          </p:stCondLst>
                                        </p:cTn>
                                        <p:tgtEl>
                                          <p:spTgt spid="18"/>
                                        </p:tgtEl>
                                        <p:attrNameLst>
                                          <p:attrName>style.visibility</p:attrName>
                                        </p:attrNameLst>
                                      </p:cBhvr>
                                      <p:to>
                                        <p:strVal val="visible"/>
                                      </p:to>
                                    </p:set>
                                    <p:anim calcmode="lin" valueType="num">
                                      <p:cBhvr additive="base">
                                        <p:cTn id="52" dur="500" fill="hold"/>
                                        <p:tgtEl>
                                          <p:spTgt spid="18"/>
                                        </p:tgtEl>
                                        <p:attrNameLst>
                                          <p:attrName>ppt_x</p:attrName>
                                        </p:attrNameLst>
                                      </p:cBhvr>
                                      <p:tavLst>
                                        <p:tav tm="0">
                                          <p:val>
                                            <p:strVal val="1+#ppt_w/2"/>
                                          </p:val>
                                        </p:tav>
                                        <p:tav tm="100000">
                                          <p:val>
                                            <p:strVal val="#ppt_x"/>
                                          </p:val>
                                        </p:tav>
                                      </p:tavLst>
                                    </p:anim>
                                    <p:anim calcmode="lin" valueType="num">
                                      <p:cBhvr additive="base">
                                        <p:cTn id="53" dur="500" fill="hold"/>
                                        <p:tgtEl>
                                          <p:spTgt spid="18"/>
                                        </p:tgtEl>
                                        <p:attrNameLst>
                                          <p:attrName>ppt_y</p:attrName>
                                        </p:attrNameLst>
                                      </p:cBhvr>
                                      <p:tavLst>
                                        <p:tav tm="0">
                                          <p:val>
                                            <p:strVal val="0-#ppt_h/2"/>
                                          </p:val>
                                        </p:tav>
                                        <p:tav tm="100000">
                                          <p:val>
                                            <p:strVal val="#ppt_y"/>
                                          </p:val>
                                        </p:tav>
                                      </p:tavLst>
                                    </p:anim>
                                  </p:childTnLst>
                                </p:cTn>
                              </p:par>
                              <p:par>
                                <p:cTn id="54" presetID="2" presetClass="entr" presetSubtype="4" fill="hold" grpId="0" nodeType="withEffect">
                                  <p:stCondLst>
                                    <p:cond delay="0"/>
                                  </p:stCondLst>
                                  <p:childTnLst>
                                    <p:set>
                                      <p:cBhvr>
                                        <p:cTn id="55" dur="1" fill="hold">
                                          <p:stCondLst>
                                            <p:cond delay="0"/>
                                          </p:stCondLst>
                                        </p:cTn>
                                        <p:tgtEl>
                                          <p:spTgt spid="19"/>
                                        </p:tgtEl>
                                        <p:attrNameLst>
                                          <p:attrName>style.visibility</p:attrName>
                                        </p:attrNameLst>
                                      </p:cBhvr>
                                      <p:to>
                                        <p:strVal val="visible"/>
                                      </p:to>
                                    </p:set>
                                    <p:anim calcmode="lin" valueType="num">
                                      <p:cBhvr additive="base">
                                        <p:cTn id="56" dur="500" fill="hold"/>
                                        <p:tgtEl>
                                          <p:spTgt spid="19"/>
                                        </p:tgtEl>
                                        <p:attrNameLst>
                                          <p:attrName>ppt_x</p:attrName>
                                        </p:attrNameLst>
                                      </p:cBhvr>
                                      <p:tavLst>
                                        <p:tav tm="0">
                                          <p:val>
                                            <p:strVal val="#ppt_x"/>
                                          </p:val>
                                        </p:tav>
                                        <p:tav tm="100000">
                                          <p:val>
                                            <p:strVal val="#ppt_x"/>
                                          </p:val>
                                        </p:tav>
                                      </p:tavLst>
                                    </p:anim>
                                    <p:anim calcmode="lin" valueType="num">
                                      <p:cBhvr additive="base">
                                        <p:cTn id="57" dur="500" fill="hold"/>
                                        <p:tgtEl>
                                          <p:spTgt spid="19"/>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20"/>
                                        </p:tgtEl>
                                        <p:attrNameLst>
                                          <p:attrName>style.visibility</p:attrName>
                                        </p:attrNameLst>
                                      </p:cBhvr>
                                      <p:to>
                                        <p:strVal val="visible"/>
                                      </p:to>
                                    </p:set>
                                    <p:anim calcmode="lin" valueType="num">
                                      <p:cBhvr additive="base">
                                        <p:cTn id="60" dur="500" fill="hold"/>
                                        <p:tgtEl>
                                          <p:spTgt spid="20"/>
                                        </p:tgtEl>
                                        <p:attrNameLst>
                                          <p:attrName>ppt_x</p:attrName>
                                        </p:attrNameLst>
                                      </p:cBhvr>
                                      <p:tavLst>
                                        <p:tav tm="0">
                                          <p:val>
                                            <p:strVal val="#ppt_x"/>
                                          </p:val>
                                        </p:tav>
                                        <p:tav tm="100000">
                                          <p:val>
                                            <p:strVal val="#ppt_x"/>
                                          </p:val>
                                        </p:tav>
                                      </p:tavLst>
                                    </p:anim>
                                    <p:anim calcmode="lin" valueType="num">
                                      <p:cBhvr additive="base">
                                        <p:cTn id="61" dur="500" fill="hold"/>
                                        <p:tgtEl>
                                          <p:spTgt spid="20"/>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stCondLst>
                                    <p:cond delay="0"/>
                                  </p:stCondLst>
                                  <p:childTnLst>
                                    <p:set>
                                      <p:cBhvr>
                                        <p:cTn id="63" dur="1" fill="hold">
                                          <p:stCondLst>
                                            <p:cond delay="0"/>
                                          </p:stCondLst>
                                        </p:cTn>
                                        <p:tgtEl>
                                          <p:spTgt spid="21"/>
                                        </p:tgtEl>
                                        <p:attrNameLst>
                                          <p:attrName>style.visibility</p:attrName>
                                        </p:attrNameLst>
                                      </p:cBhvr>
                                      <p:to>
                                        <p:strVal val="visible"/>
                                      </p:to>
                                    </p:set>
                                    <p:anim calcmode="lin" valueType="num">
                                      <p:cBhvr additive="base">
                                        <p:cTn id="64" dur="500" fill="hold"/>
                                        <p:tgtEl>
                                          <p:spTgt spid="21"/>
                                        </p:tgtEl>
                                        <p:attrNameLst>
                                          <p:attrName>ppt_x</p:attrName>
                                        </p:attrNameLst>
                                      </p:cBhvr>
                                      <p:tavLst>
                                        <p:tav tm="0">
                                          <p:val>
                                            <p:strVal val="#ppt_x"/>
                                          </p:val>
                                        </p:tav>
                                        <p:tav tm="100000">
                                          <p:val>
                                            <p:strVal val="#ppt_x"/>
                                          </p:val>
                                        </p:tav>
                                      </p:tavLst>
                                    </p:anim>
                                    <p:anim calcmode="lin" valueType="num">
                                      <p:cBhvr additive="base">
                                        <p:cTn id="65" dur="500" fill="hold"/>
                                        <p:tgtEl>
                                          <p:spTgt spid="21"/>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stCondLst>
                                    <p:cond delay="0"/>
                                  </p:stCondLst>
                                  <p:childTnLst>
                                    <p:set>
                                      <p:cBhvr>
                                        <p:cTn id="67" dur="1" fill="hold">
                                          <p:stCondLst>
                                            <p:cond delay="0"/>
                                          </p:stCondLst>
                                        </p:cTn>
                                        <p:tgtEl>
                                          <p:spTgt spid="22"/>
                                        </p:tgtEl>
                                        <p:attrNameLst>
                                          <p:attrName>style.visibility</p:attrName>
                                        </p:attrNameLst>
                                      </p:cBhvr>
                                      <p:to>
                                        <p:strVal val="visible"/>
                                      </p:to>
                                    </p:set>
                                    <p:anim calcmode="lin" valueType="num">
                                      <p:cBhvr additive="base">
                                        <p:cTn id="68" dur="500" fill="hold"/>
                                        <p:tgtEl>
                                          <p:spTgt spid="22"/>
                                        </p:tgtEl>
                                        <p:attrNameLst>
                                          <p:attrName>ppt_x</p:attrName>
                                        </p:attrNameLst>
                                      </p:cBhvr>
                                      <p:tavLst>
                                        <p:tav tm="0">
                                          <p:val>
                                            <p:strVal val="#ppt_x"/>
                                          </p:val>
                                        </p:tav>
                                        <p:tav tm="100000">
                                          <p:val>
                                            <p:strVal val="#ppt_x"/>
                                          </p:val>
                                        </p:tav>
                                      </p:tavLst>
                                    </p:anim>
                                    <p:anim calcmode="lin" valueType="num">
                                      <p:cBhvr additive="base">
                                        <p:cTn id="69" dur="500" fill="hold"/>
                                        <p:tgtEl>
                                          <p:spTgt spid="22"/>
                                        </p:tgtEl>
                                        <p:attrNameLst>
                                          <p:attrName>ppt_y</p:attrName>
                                        </p:attrNameLst>
                                      </p:cBhvr>
                                      <p:tavLst>
                                        <p:tav tm="0">
                                          <p:val>
                                            <p:strVal val="1+#ppt_h/2"/>
                                          </p:val>
                                        </p:tav>
                                        <p:tav tm="100000">
                                          <p:val>
                                            <p:strVal val="#ppt_y"/>
                                          </p:val>
                                        </p:tav>
                                      </p:tavLst>
                                    </p:anim>
                                  </p:childTnLst>
                                </p:cTn>
                              </p:par>
                              <p:par>
                                <p:cTn id="70" presetID="2" presetClass="entr" presetSubtype="6" fill="hold" nodeType="withEffect">
                                  <p:stCondLst>
                                    <p:cond delay="0"/>
                                  </p:stCondLst>
                                  <p:childTnLst>
                                    <p:set>
                                      <p:cBhvr>
                                        <p:cTn id="71" dur="1" fill="hold">
                                          <p:stCondLst>
                                            <p:cond delay="0"/>
                                          </p:stCondLst>
                                        </p:cTn>
                                        <p:tgtEl>
                                          <p:spTgt spid="23"/>
                                        </p:tgtEl>
                                        <p:attrNameLst>
                                          <p:attrName>style.visibility</p:attrName>
                                        </p:attrNameLst>
                                      </p:cBhvr>
                                      <p:to>
                                        <p:strVal val="visible"/>
                                      </p:to>
                                    </p:set>
                                    <p:anim calcmode="lin" valueType="num">
                                      <p:cBhvr additive="base">
                                        <p:cTn id="72" dur="500" fill="hold"/>
                                        <p:tgtEl>
                                          <p:spTgt spid="23"/>
                                        </p:tgtEl>
                                        <p:attrNameLst>
                                          <p:attrName>ppt_x</p:attrName>
                                        </p:attrNameLst>
                                      </p:cBhvr>
                                      <p:tavLst>
                                        <p:tav tm="0">
                                          <p:val>
                                            <p:strVal val="1+#ppt_w/2"/>
                                          </p:val>
                                        </p:tav>
                                        <p:tav tm="100000">
                                          <p:val>
                                            <p:strVal val="#ppt_x"/>
                                          </p:val>
                                        </p:tav>
                                      </p:tavLst>
                                    </p:anim>
                                    <p:anim calcmode="lin" valueType="num">
                                      <p:cBhvr additive="base">
                                        <p:cTn id="73" dur="500" fill="hold"/>
                                        <p:tgtEl>
                                          <p:spTgt spid="23"/>
                                        </p:tgtEl>
                                        <p:attrNameLst>
                                          <p:attrName>ppt_y</p:attrName>
                                        </p:attrNameLst>
                                      </p:cBhvr>
                                      <p:tavLst>
                                        <p:tav tm="0">
                                          <p:val>
                                            <p:strVal val="1+#ppt_h/2"/>
                                          </p:val>
                                        </p:tav>
                                        <p:tav tm="100000">
                                          <p:val>
                                            <p:strVal val="#ppt_y"/>
                                          </p:val>
                                        </p:tav>
                                      </p:tavLst>
                                    </p:anim>
                                  </p:childTnLst>
                                </p:cTn>
                              </p:par>
                              <p:par>
                                <p:cTn id="74" presetID="2" presetClass="entr" presetSubtype="6" fill="hold" grpId="0" nodeType="withEffect">
                                  <p:stCondLst>
                                    <p:cond delay="0"/>
                                  </p:stCondLst>
                                  <p:childTnLst>
                                    <p:set>
                                      <p:cBhvr>
                                        <p:cTn id="75" dur="1" fill="hold">
                                          <p:stCondLst>
                                            <p:cond delay="0"/>
                                          </p:stCondLst>
                                        </p:cTn>
                                        <p:tgtEl>
                                          <p:spTgt spid="30"/>
                                        </p:tgtEl>
                                        <p:attrNameLst>
                                          <p:attrName>style.visibility</p:attrName>
                                        </p:attrNameLst>
                                      </p:cBhvr>
                                      <p:to>
                                        <p:strVal val="visible"/>
                                      </p:to>
                                    </p:set>
                                    <p:anim calcmode="lin" valueType="num">
                                      <p:cBhvr additive="base">
                                        <p:cTn id="76" dur="500" fill="hold"/>
                                        <p:tgtEl>
                                          <p:spTgt spid="30"/>
                                        </p:tgtEl>
                                        <p:attrNameLst>
                                          <p:attrName>ppt_x</p:attrName>
                                        </p:attrNameLst>
                                      </p:cBhvr>
                                      <p:tavLst>
                                        <p:tav tm="0">
                                          <p:val>
                                            <p:strVal val="1+#ppt_w/2"/>
                                          </p:val>
                                        </p:tav>
                                        <p:tav tm="100000">
                                          <p:val>
                                            <p:strVal val="#ppt_x"/>
                                          </p:val>
                                        </p:tav>
                                      </p:tavLst>
                                    </p:anim>
                                    <p:anim calcmode="lin" valueType="num">
                                      <p:cBhvr additive="base">
                                        <p:cTn id="77" dur="500" fill="hold"/>
                                        <p:tgtEl>
                                          <p:spTgt spid="30"/>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stCondLst>
                                    <p:cond delay="0"/>
                                  </p:stCondLst>
                                  <p:childTnLst>
                                    <p:set>
                                      <p:cBhvr>
                                        <p:cTn id="79" dur="1" fill="hold">
                                          <p:stCondLst>
                                            <p:cond delay="0"/>
                                          </p:stCondLst>
                                        </p:cTn>
                                        <p:tgtEl>
                                          <p:spTgt spid="31"/>
                                        </p:tgtEl>
                                        <p:attrNameLst>
                                          <p:attrName>style.visibility</p:attrName>
                                        </p:attrNameLst>
                                      </p:cBhvr>
                                      <p:to>
                                        <p:strVal val="visible"/>
                                      </p:to>
                                    </p:set>
                                    <p:anim calcmode="lin" valueType="num">
                                      <p:cBhvr additive="base">
                                        <p:cTn id="80" dur="500" fill="hold"/>
                                        <p:tgtEl>
                                          <p:spTgt spid="31"/>
                                        </p:tgtEl>
                                        <p:attrNameLst>
                                          <p:attrName>ppt_x</p:attrName>
                                        </p:attrNameLst>
                                      </p:cBhvr>
                                      <p:tavLst>
                                        <p:tav tm="0">
                                          <p:val>
                                            <p:strVal val="#ppt_x"/>
                                          </p:val>
                                        </p:tav>
                                        <p:tav tm="100000">
                                          <p:val>
                                            <p:strVal val="#ppt_x"/>
                                          </p:val>
                                        </p:tav>
                                      </p:tavLst>
                                    </p:anim>
                                    <p:anim calcmode="lin" valueType="num">
                                      <p:cBhvr additive="base">
                                        <p:cTn id="81" dur="500" fill="hold"/>
                                        <p:tgtEl>
                                          <p:spTgt spid="31"/>
                                        </p:tgtEl>
                                        <p:attrNameLst>
                                          <p:attrName>ppt_y</p:attrName>
                                        </p:attrNameLst>
                                      </p:cBhvr>
                                      <p:tavLst>
                                        <p:tav tm="0">
                                          <p:val>
                                            <p:strVal val="1+#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32"/>
                                        </p:tgtEl>
                                        <p:attrNameLst>
                                          <p:attrName>style.visibility</p:attrName>
                                        </p:attrNameLst>
                                      </p:cBhvr>
                                      <p:to>
                                        <p:strVal val="visible"/>
                                      </p:to>
                                    </p:set>
                                    <p:anim calcmode="lin" valueType="num">
                                      <p:cBhvr additive="base">
                                        <p:cTn id="84" dur="500" fill="hold"/>
                                        <p:tgtEl>
                                          <p:spTgt spid="32"/>
                                        </p:tgtEl>
                                        <p:attrNameLst>
                                          <p:attrName>ppt_x</p:attrName>
                                        </p:attrNameLst>
                                      </p:cBhvr>
                                      <p:tavLst>
                                        <p:tav tm="0">
                                          <p:val>
                                            <p:strVal val="#ppt_x"/>
                                          </p:val>
                                        </p:tav>
                                        <p:tav tm="100000">
                                          <p:val>
                                            <p:strVal val="#ppt_x"/>
                                          </p:val>
                                        </p:tav>
                                      </p:tavLst>
                                    </p:anim>
                                    <p:anim calcmode="lin" valueType="num">
                                      <p:cBhvr additive="base">
                                        <p:cTn id="85" dur="500" fill="hold"/>
                                        <p:tgtEl>
                                          <p:spTgt spid="32"/>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0"/>
                                  </p:stCondLst>
                                  <p:childTnLst>
                                    <p:set>
                                      <p:cBhvr>
                                        <p:cTn id="87" dur="1" fill="hold">
                                          <p:stCondLst>
                                            <p:cond delay="0"/>
                                          </p:stCondLst>
                                        </p:cTn>
                                        <p:tgtEl>
                                          <p:spTgt spid="33"/>
                                        </p:tgtEl>
                                        <p:attrNameLst>
                                          <p:attrName>style.visibility</p:attrName>
                                        </p:attrNameLst>
                                      </p:cBhvr>
                                      <p:to>
                                        <p:strVal val="visible"/>
                                      </p:to>
                                    </p:set>
                                    <p:anim calcmode="lin" valueType="num">
                                      <p:cBhvr additive="base">
                                        <p:cTn id="88" dur="500" fill="hold"/>
                                        <p:tgtEl>
                                          <p:spTgt spid="33"/>
                                        </p:tgtEl>
                                        <p:attrNameLst>
                                          <p:attrName>ppt_x</p:attrName>
                                        </p:attrNameLst>
                                      </p:cBhvr>
                                      <p:tavLst>
                                        <p:tav tm="0">
                                          <p:val>
                                            <p:strVal val="#ppt_x"/>
                                          </p:val>
                                        </p:tav>
                                        <p:tav tm="100000">
                                          <p:val>
                                            <p:strVal val="#ppt_x"/>
                                          </p:val>
                                        </p:tav>
                                      </p:tavLst>
                                    </p:anim>
                                    <p:anim calcmode="lin" valueType="num">
                                      <p:cBhvr additive="base">
                                        <p:cTn id="89" dur="500" fill="hold"/>
                                        <p:tgtEl>
                                          <p:spTgt spid="33"/>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0"/>
                                  </p:stCondLst>
                                  <p:childTnLst>
                                    <p:set>
                                      <p:cBhvr>
                                        <p:cTn id="91" dur="1" fill="hold">
                                          <p:stCondLst>
                                            <p:cond delay="0"/>
                                          </p:stCondLst>
                                        </p:cTn>
                                        <p:tgtEl>
                                          <p:spTgt spid="34"/>
                                        </p:tgtEl>
                                        <p:attrNameLst>
                                          <p:attrName>style.visibility</p:attrName>
                                        </p:attrNameLst>
                                      </p:cBhvr>
                                      <p:to>
                                        <p:strVal val="visible"/>
                                      </p:to>
                                    </p:set>
                                    <p:anim calcmode="lin" valueType="num">
                                      <p:cBhvr additive="base">
                                        <p:cTn id="92" dur="500" fill="hold"/>
                                        <p:tgtEl>
                                          <p:spTgt spid="34"/>
                                        </p:tgtEl>
                                        <p:attrNameLst>
                                          <p:attrName>ppt_x</p:attrName>
                                        </p:attrNameLst>
                                      </p:cBhvr>
                                      <p:tavLst>
                                        <p:tav tm="0">
                                          <p:val>
                                            <p:strVal val="#ppt_x"/>
                                          </p:val>
                                        </p:tav>
                                        <p:tav tm="100000">
                                          <p:val>
                                            <p:strVal val="#ppt_x"/>
                                          </p:val>
                                        </p:tav>
                                      </p:tavLst>
                                    </p:anim>
                                    <p:anim calcmode="lin" valueType="num">
                                      <p:cBhvr additive="base">
                                        <p:cTn id="93" dur="500" fill="hold"/>
                                        <p:tgtEl>
                                          <p:spTgt spid="34"/>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0"/>
                                  </p:stCondLst>
                                  <p:childTnLst>
                                    <p:set>
                                      <p:cBhvr>
                                        <p:cTn id="95" dur="1" fill="hold">
                                          <p:stCondLst>
                                            <p:cond delay="0"/>
                                          </p:stCondLst>
                                        </p:cTn>
                                        <p:tgtEl>
                                          <p:spTgt spid="35"/>
                                        </p:tgtEl>
                                        <p:attrNameLst>
                                          <p:attrName>style.visibility</p:attrName>
                                        </p:attrNameLst>
                                      </p:cBhvr>
                                      <p:to>
                                        <p:strVal val="visible"/>
                                      </p:to>
                                    </p:set>
                                    <p:anim calcmode="lin" valueType="num">
                                      <p:cBhvr additive="base">
                                        <p:cTn id="96" dur="500" fill="hold"/>
                                        <p:tgtEl>
                                          <p:spTgt spid="35"/>
                                        </p:tgtEl>
                                        <p:attrNameLst>
                                          <p:attrName>ppt_x</p:attrName>
                                        </p:attrNameLst>
                                      </p:cBhvr>
                                      <p:tavLst>
                                        <p:tav tm="0">
                                          <p:val>
                                            <p:strVal val="#ppt_x"/>
                                          </p:val>
                                        </p:tav>
                                        <p:tav tm="100000">
                                          <p:val>
                                            <p:strVal val="#ppt_x"/>
                                          </p:val>
                                        </p:tav>
                                      </p:tavLst>
                                    </p:anim>
                                    <p:anim calcmode="lin" valueType="num">
                                      <p:cBhvr additive="base">
                                        <p:cTn id="97" dur="500" fill="hold"/>
                                        <p:tgtEl>
                                          <p:spTgt spid="35"/>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0"/>
                                  </p:stCondLst>
                                  <p:childTnLst>
                                    <p:set>
                                      <p:cBhvr>
                                        <p:cTn id="99" dur="1" fill="hold">
                                          <p:stCondLst>
                                            <p:cond delay="0"/>
                                          </p:stCondLst>
                                        </p:cTn>
                                        <p:tgtEl>
                                          <p:spTgt spid="36"/>
                                        </p:tgtEl>
                                        <p:attrNameLst>
                                          <p:attrName>style.visibility</p:attrName>
                                        </p:attrNameLst>
                                      </p:cBhvr>
                                      <p:to>
                                        <p:strVal val="visible"/>
                                      </p:to>
                                    </p:set>
                                    <p:anim calcmode="lin" valueType="num">
                                      <p:cBhvr additive="base">
                                        <p:cTn id="100" dur="500" fill="hold"/>
                                        <p:tgtEl>
                                          <p:spTgt spid="36"/>
                                        </p:tgtEl>
                                        <p:attrNameLst>
                                          <p:attrName>ppt_x</p:attrName>
                                        </p:attrNameLst>
                                      </p:cBhvr>
                                      <p:tavLst>
                                        <p:tav tm="0">
                                          <p:val>
                                            <p:strVal val="#ppt_x"/>
                                          </p:val>
                                        </p:tav>
                                        <p:tav tm="100000">
                                          <p:val>
                                            <p:strVal val="#ppt_x"/>
                                          </p:val>
                                        </p:tav>
                                      </p:tavLst>
                                    </p:anim>
                                    <p:anim calcmode="lin" valueType="num">
                                      <p:cBhvr additive="base">
                                        <p:cTn id="101" dur="500" fill="hold"/>
                                        <p:tgtEl>
                                          <p:spTgt spid="36"/>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0"/>
                                  </p:stCondLst>
                                  <p:childTnLst>
                                    <p:set>
                                      <p:cBhvr>
                                        <p:cTn id="103" dur="1" fill="hold">
                                          <p:stCondLst>
                                            <p:cond delay="0"/>
                                          </p:stCondLst>
                                        </p:cTn>
                                        <p:tgtEl>
                                          <p:spTgt spid="37"/>
                                        </p:tgtEl>
                                        <p:attrNameLst>
                                          <p:attrName>style.visibility</p:attrName>
                                        </p:attrNameLst>
                                      </p:cBhvr>
                                      <p:to>
                                        <p:strVal val="visible"/>
                                      </p:to>
                                    </p:set>
                                    <p:anim calcmode="lin" valueType="num">
                                      <p:cBhvr additive="base">
                                        <p:cTn id="104" dur="500" fill="hold"/>
                                        <p:tgtEl>
                                          <p:spTgt spid="37"/>
                                        </p:tgtEl>
                                        <p:attrNameLst>
                                          <p:attrName>ppt_x</p:attrName>
                                        </p:attrNameLst>
                                      </p:cBhvr>
                                      <p:tavLst>
                                        <p:tav tm="0">
                                          <p:val>
                                            <p:strVal val="#ppt_x"/>
                                          </p:val>
                                        </p:tav>
                                        <p:tav tm="100000">
                                          <p:val>
                                            <p:strVal val="#ppt_x"/>
                                          </p:val>
                                        </p:tav>
                                      </p:tavLst>
                                    </p:anim>
                                    <p:anim calcmode="lin" valueType="num">
                                      <p:cBhvr additive="base">
                                        <p:cTn id="105" dur="500" fill="hold"/>
                                        <p:tgtEl>
                                          <p:spTgt spid="37"/>
                                        </p:tgtEl>
                                        <p:attrNameLst>
                                          <p:attrName>ppt_y</p:attrName>
                                        </p:attrNameLst>
                                      </p:cBhvr>
                                      <p:tavLst>
                                        <p:tav tm="0">
                                          <p:val>
                                            <p:strVal val="1+#ppt_h/2"/>
                                          </p:val>
                                        </p:tav>
                                        <p:tav tm="100000">
                                          <p:val>
                                            <p:strVal val="#ppt_y"/>
                                          </p:val>
                                        </p:tav>
                                      </p:tavLst>
                                    </p:anim>
                                  </p:childTnLst>
                                </p:cTn>
                              </p:par>
                              <p:par>
                                <p:cTn id="106" presetID="2" presetClass="entr" presetSubtype="1" fill="hold" grpId="0" nodeType="withEffect">
                                  <p:stCondLst>
                                    <p:cond delay="0"/>
                                  </p:stCondLst>
                                  <p:childTnLst>
                                    <p:set>
                                      <p:cBhvr>
                                        <p:cTn id="107" dur="1" fill="hold">
                                          <p:stCondLst>
                                            <p:cond delay="0"/>
                                          </p:stCondLst>
                                        </p:cTn>
                                        <p:tgtEl>
                                          <p:spTgt spid="38"/>
                                        </p:tgtEl>
                                        <p:attrNameLst>
                                          <p:attrName>style.visibility</p:attrName>
                                        </p:attrNameLst>
                                      </p:cBhvr>
                                      <p:to>
                                        <p:strVal val="visible"/>
                                      </p:to>
                                    </p:set>
                                    <p:anim calcmode="lin" valueType="num">
                                      <p:cBhvr additive="base">
                                        <p:cTn id="108" dur="500" fill="hold"/>
                                        <p:tgtEl>
                                          <p:spTgt spid="38"/>
                                        </p:tgtEl>
                                        <p:attrNameLst>
                                          <p:attrName>ppt_x</p:attrName>
                                        </p:attrNameLst>
                                      </p:cBhvr>
                                      <p:tavLst>
                                        <p:tav tm="0">
                                          <p:val>
                                            <p:strVal val="#ppt_x"/>
                                          </p:val>
                                        </p:tav>
                                        <p:tav tm="100000">
                                          <p:val>
                                            <p:strVal val="#ppt_x"/>
                                          </p:val>
                                        </p:tav>
                                      </p:tavLst>
                                    </p:anim>
                                    <p:anim calcmode="lin" valueType="num">
                                      <p:cBhvr additive="base">
                                        <p:cTn id="109" dur="500" fill="hold"/>
                                        <p:tgtEl>
                                          <p:spTgt spid="38"/>
                                        </p:tgtEl>
                                        <p:attrNameLst>
                                          <p:attrName>ppt_y</p:attrName>
                                        </p:attrNameLst>
                                      </p:cBhvr>
                                      <p:tavLst>
                                        <p:tav tm="0">
                                          <p:val>
                                            <p:strVal val="0-#ppt_h/2"/>
                                          </p:val>
                                        </p:tav>
                                        <p:tav tm="100000">
                                          <p:val>
                                            <p:strVal val="#ppt_y"/>
                                          </p:val>
                                        </p:tav>
                                      </p:tavLst>
                                    </p:anim>
                                  </p:childTnLst>
                                </p:cTn>
                              </p:par>
                              <p:par>
                                <p:cTn id="110" presetID="2" presetClass="entr" presetSubtype="4"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additive="base">
                                        <p:cTn id="112" dur="500" fill="hold"/>
                                        <p:tgtEl>
                                          <p:spTgt spid="39"/>
                                        </p:tgtEl>
                                        <p:attrNameLst>
                                          <p:attrName>ppt_x</p:attrName>
                                        </p:attrNameLst>
                                      </p:cBhvr>
                                      <p:tavLst>
                                        <p:tav tm="0">
                                          <p:val>
                                            <p:strVal val="#ppt_x"/>
                                          </p:val>
                                        </p:tav>
                                        <p:tav tm="100000">
                                          <p:val>
                                            <p:strVal val="#ppt_x"/>
                                          </p:val>
                                        </p:tav>
                                      </p:tavLst>
                                    </p:anim>
                                    <p:anim calcmode="lin" valueType="num">
                                      <p:cBhvr additive="base">
                                        <p:cTn id="113" dur="500" fill="hold"/>
                                        <p:tgtEl>
                                          <p:spTgt spid="39"/>
                                        </p:tgtEl>
                                        <p:attrNameLst>
                                          <p:attrName>ppt_y</p:attrName>
                                        </p:attrNameLst>
                                      </p:cBhvr>
                                      <p:tavLst>
                                        <p:tav tm="0">
                                          <p:val>
                                            <p:strVal val="1+#ppt_h/2"/>
                                          </p:val>
                                        </p:tav>
                                        <p:tav tm="100000">
                                          <p:val>
                                            <p:strVal val="#ppt_y"/>
                                          </p:val>
                                        </p:tav>
                                      </p:tavLst>
                                    </p:anim>
                                  </p:childTnLst>
                                </p:cTn>
                              </p:par>
                              <p:par>
                                <p:cTn id="114" presetID="2" presetClass="entr" presetSubtype="9" fill="hold" grpId="0" nodeType="withEffect">
                                  <p:stCondLst>
                                    <p:cond delay="0"/>
                                  </p:stCondLst>
                                  <p:childTnLst>
                                    <p:set>
                                      <p:cBhvr>
                                        <p:cTn id="115" dur="1" fill="hold">
                                          <p:stCondLst>
                                            <p:cond delay="0"/>
                                          </p:stCondLst>
                                        </p:cTn>
                                        <p:tgtEl>
                                          <p:spTgt spid="40"/>
                                        </p:tgtEl>
                                        <p:attrNameLst>
                                          <p:attrName>style.visibility</p:attrName>
                                        </p:attrNameLst>
                                      </p:cBhvr>
                                      <p:to>
                                        <p:strVal val="visible"/>
                                      </p:to>
                                    </p:set>
                                    <p:anim calcmode="lin" valueType="num">
                                      <p:cBhvr additive="base">
                                        <p:cTn id="116" dur="500" fill="hold"/>
                                        <p:tgtEl>
                                          <p:spTgt spid="40"/>
                                        </p:tgtEl>
                                        <p:attrNameLst>
                                          <p:attrName>ppt_x</p:attrName>
                                        </p:attrNameLst>
                                      </p:cBhvr>
                                      <p:tavLst>
                                        <p:tav tm="0">
                                          <p:val>
                                            <p:strVal val="0-#ppt_w/2"/>
                                          </p:val>
                                        </p:tav>
                                        <p:tav tm="100000">
                                          <p:val>
                                            <p:strVal val="#ppt_x"/>
                                          </p:val>
                                        </p:tav>
                                      </p:tavLst>
                                    </p:anim>
                                    <p:anim calcmode="lin" valueType="num">
                                      <p:cBhvr additive="base">
                                        <p:cTn id="117" dur="500" fill="hold"/>
                                        <p:tgtEl>
                                          <p:spTgt spid="40"/>
                                        </p:tgtEl>
                                        <p:attrNameLst>
                                          <p:attrName>ppt_y</p:attrName>
                                        </p:attrNameLst>
                                      </p:cBhvr>
                                      <p:tavLst>
                                        <p:tav tm="0">
                                          <p:val>
                                            <p:strVal val="0-#ppt_h/2"/>
                                          </p:val>
                                        </p:tav>
                                        <p:tav tm="100000">
                                          <p:val>
                                            <p:strVal val="#ppt_y"/>
                                          </p:val>
                                        </p:tav>
                                      </p:tavLst>
                                    </p:anim>
                                  </p:childTnLst>
                                </p:cTn>
                              </p:par>
                              <p:par>
                                <p:cTn id="118" presetID="2" presetClass="entr" presetSubtype="4" fill="hold" grpId="0" nodeType="withEffect">
                                  <p:stCondLst>
                                    <p:cond delay="0"/>
                                  </p:stCondLst>
                                  <p:childTnLst>
                                    <p:set>
                                      <p:cBhvr>
                                        <p:cTn id="119" dur="1" fill="hold">
                                          <p:stCondLst>
                                            <p:cond delay="0"/>
                                          </p:stCondLst>
                                        </p:cTn>
                                        <p:tgtEl>
                                          <p:spTgt spid="41"/>
                                        </p:tgtEl>
                                        <p:attrNameLst>
                                          <p:attrName>style.visibility</p:attrName>
                                        </p:attrNameLst>
                                      </p:cBhvr>
                                      <p:to>
                                        <p:strVal val="visible"/>
                                      </p:to>
                                    </p:set>
                                    <p:anim calcmode="lin" valueType="num">
                                      <p:cBhvr additive="base">
                                        <p:cTn id="120" dur="500" fill="hold"/>
                                        <p:tgtEl>
                                          <p:spTgt spid="41"/>
                                        </p:tgtEl>
                                        <p:attrNameLst>
                                          <p:attrName>ppt_x</p:attrName>
                                        </p:attrNameLst>
                                      </p:cBhvr>
                                      <p:tavLst>
                                        <p:tav tm="0">
                                          <p:val>
                                            <p:strVal val="#ppt_x"/>
                                          </p:val>
                                        </p:tav>
                                        <p:tav tm="100000">
                                          <p:val>
                                            <p:strVal val="#ppt_x"/>
                                          </p:val>
                                        </p:tav>
                                      </p:tavLst>
                                    </p:anim>
                                    <p:anim calcmode="lin" valueType="num">
                                      <p:cBhvr additive="base">
                                        <p:cTn id="121" dur="500" fill="hold"/>
                                        <p:tgtEl>
                                          <p:spTgt spid="41"/>
                                        </p:tgtEl>
                                        <p:attrNameLst>
                                          <p:attrName>ppt_y</p:attrName>
                                        </p:attrNameLst>
                                      </p:cBhvr>
                                      <p:tavLst>
                                        <p:tav tm="0">
                                          <p:val>
                                            <p:strVal val="1+#ppt_h/2"/>
                                          </p:val>
                                        </p:tav>
                                        <p:tav tm="100000">
                                          <p:val>
                                            <p:strVal val="#ppt_y"/>
                                          </p:val>
                                        </p:tav>
                                      </p:tavLst>
                                    </p:anim>
                                  </p:childTnLst>
                                </p:cTn>
                              </p:par>
                              <p:par>
                                <p:cTn id="122" presetID="2" presetClass="entr" presetSubtype="9" fill="hold" grpId="0" nodeType="withEffect">
                                  <p:stCondLst>
                                    <p:cond delay="0"/>
                                  </p:stCondLst>
                                  <p:childTnLst>
                                    <p:set>
                                      <p:cBhvr>
                                        <p:cTn id="123" dur="1" fill="hold">
                                          <p:stCondLst>
                                            <p:cond delay="0"/>
                                          </p:stCondLst>
                                        </p:cTn>
                                        <p:tgtEl>
                                          <p:spTgt spid="42"/>
                                        </p:tgtEl>
                                        <p:attrNameLst>
                                          <p:attrName>style.visibility</p:attrName>
                                        </p:attrNameLst>
                                      </p:cBhvr>
                                      <p:to>
                                        <p:strVal val="visible"/>
                                      </p:to>
                                    </p:set>
                                    <p:anim calcmode="lin" valueType="num">
                                      <p:cBhvr additive="base">
                                        <p:cTn id="124" dur="500" fill="hold"/>
                                        <p:tgtEl>
                                          <p:spTgt spid="42"/>
                                        </p:tgtEl>
                                        <p:attrNameLst>
                                          <p:attrName>ppt_x</p:attrName>
                                        </p:attrNameLst>
                                      </p:cBhvr>
                                      <p:tavLst>
                                        <p:tav tm="0">
                                          <p:val>
                                            <p:strVal val="0-#ppt_w/2"/>
                                          </p:val>
                                        </p:tav>
                                        <p:tav tm="100000">
                                          <p:val>
                                            <p:strVal val="#ppt_x"/>
                                          </p:val>
                                        </p:tav>
                                      </p:tavLst>
                                    </p:anim>
                                    <p:anim calcmode="lin" valueType="num">
                                      <p:cBhvr additive="base">
                                        <p:cTn id="125" dur="500" fill="hold"/>
                                        <p:tgtEl>
                                          <p:spTgt spid="42"/>
                                        </p:tgtEl>
                                        <p:attrNameLst>
                                          <p:attrName>ppt_y</p:attrName>
                                        </p:attrNameLst>
                                      </p:cBhvr>
                                      <p:tavLst>
                                        <p:tav tm="0">
                                          <p:val>
                                            <p:strVal val="0-#ppt_h/2"/>
                                          </p:val>
                                        </p:tav>
                                        <p:tav tm="100000">
                                          <p:val>
                                            <p:strVal val="#ppt_y"/>
                                          </p:val>
                                        </p:tav>
                                      </p:tavLst>
                                    </p:anim>
                                  </p:childTnLst>
                                </p:cTn>
                              </p:par>
                              <p:par>
                                <p:cTn id="126" presetID="2" presetClass="entr" presetSubtype="12" fill="hold" nodeType="withEffect">
                                  <p:stCondLst>
                                    <p:cond delay="0"/>
                                  </p:stCondLst>
                                  <p:childTnLst>
                                    <p:set>
                                      <p:cBhvr>
                                        <p:cTn id="127" dur="1" fill="hold">
                                          <p:stCondLst>
                                            <p:cond delay="0"/>
                                          </p:stCondLst>
                                        </p:cTn>
                                        <p:tgtEl>
                                          <p:spTgt spid="43"/>
                                        </p:tgtEl>
                                        <p:attrNameLst>
                                          <p:attrName>style.visibility</p:attrName>
                                        </p:attrNameLst>
                                      </p:cBhvr>
                                      <p:to>
                                        <p:strVal val="visible"/>
                                      </p:to>
                                    </p:set>
                                    <p:anim calcmode="lin" valueType="num">
                                      <p:cBhvr additive="base">
                                        <p:cTn id="128" dur="500" fill="hold"/>
                                        <p:tgtEl>
                                          <p:spTgt spid="43"/>
                                        </p:tgtEl>
                                        <p:attrNameLst>
                                          <p:attrName>ppt_x</p:attrName>
                                        </p:attrNameLst>
                                      </p:cBhvr>
                                      <p:tavLst>
                                        <p:tav tm="0">
                                          <p:val>
                                            <p:strVal val="0-#ppt_w/2"/>
                                          </p:val>
                                        </p:tav>
                                        <p:tav tm="100000">
                                          <p:val>
                                            <p:strVal val="#ppt_x"/>
                                          </p:val>
                                        </p:tav>
                                      </p:tavLst>
                                    </p:anim>
                                    <p:anim calcmode="lin" valueType="num">
                                      <p:cBhvr additive="base">
                                        <p:cTn id="129" dur="500" fill="hold"/>
                                        <p:tgtEl>
                                          <p:spTgt spid="43"/>
                                        </p:tgtEl>
                                        <p:attrNameLst>
                                          <p:attrName>ppt_y</p:attrName>
                                        </p:attrNameLst>
                                      </p:cBhvr>
                                      <p:tavLst>
                                        <p:tav tm="0">
                                          <p:val>
                                            <p:strVal val="1+#ppt_h/2"/>
                                          </p:val>
                                        </p:tav>
                                        <p:tav tm="100000">
                                          <p:val>
                                            <p:strVal val="#ppt_y"/>
                                          </p:val>
                                        </p:tav>
                                      </p:tavLst>
                                    </p:anim>
                                  </p:childTnLst>
                                </p:cTn>
                              </p:par>
                              <p:par>
                                <p:cTn id="130" presetID="2" presetClass="entr" presetSubtype="4" fill="hold" grpId="0" nodeType="withEffect">
                                  <p:stCondLst>
                                    <p:cond delay="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1+#ppt_h/2"/>
                                          </p:val>
                                        </p:tav>
                                        <p:tav tm="100000">
                                          <p:val>
                                            <p:strVal val="#ppt_y"/>
                                          </p:val>
                                        </p:tav>
                                      </p:tavLst>
                                    </p:anim>
                                  </p:childTnLst>
                                </p:cTn>
                              </p:par>
                              <p:par>
                                <p:cTn id="134" presetID="2" presetClass="entr" presetSubtype="4" fill="hold" grpId="0" nodeType="withEffect">
                                  <p:stCondLst>
                                    <p:cond delay="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1+#ppt_h/2"/>
                                          </p:val>
                                        </p:tav>
                                        <p:tav tm="100000">
                                          <p:val>
                                            <p:strVal val="#ppt_y"/>
                                          </p:val>
                                        </p:tav>
                                      </p:tavLst>
                                    </p:anim>
                                  </p:childTnLst>
                                </p:cTn>
                              </p:par>
                              <p:par>
                                <p:cTn id="138" presetID="2" presetClass="entr" presetSubtype="4" fill="hold" grpId="0" nodeType="withEffect">
                                  <p:stCondLst>
                                    <p:cond delay="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1+#ppt_h/2"/>
                                          </p:val>
                                        </p:tav>
                                        <p:tav tm="100000">
                                          <p:val>
                                            <p:strVal val="#ppt_y"/>
                                          </p:val>
                                        </p:tav>
                                      </p:tavLst>
                                    </p:anim>
                                  </p:childTnLst>
                                </p:cTn>
                              </p:par>
                              <p:par>
                                <p:cTn id="142" presetID="2" presetClass="entr" presetSubtype="12" fill="hold" grpId="0" nodeType="withEffect">
                                  <p:stCondLst>
                                    <p:cond delay="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0-#ppt_w/2"/>
                                          </p:val>
                                        </p:tav>
                                        <p:tav tm="100000">
                                          <p:val>
                                            <p:strVal val="#ppt_x"/>
                                          </p:val>
                                        </p:tav>
                                      </p:tavLst>
                                    </p:anim>
                                    <p:anim calcmode="lin" valueType="num">
                                      <p:cBhvr additive="base">
                                        <p:cTn id="145" dur="500" fill="hold"/>
                                        <p:tgtEl>
                                          <p:spTgt spid="55"/>
                                        </p:tgtEl>
                                        <p:attrNameLst>
                                          <p:attrName>ppt_y</p:attrName>
                                        </p:attrNameLst>
                                      </p:cBhvr>
                                      <p:tavLst>
                                        <p:tav tm="0">
                                          <p:val>
                                            <p:strVal val="1+#ppt_h/2"/>
                                          </p:val>
                                        </p:tav>
                                        <p:tav tm="100000">
                                          <p:val>
                                            <p:strVal val="#ppt_y"/>
                                          </p:val>
                                        </p:tav>
                                      </p:tavLst>
                                    </p:anim>
                                  </p:childTnLst>
                                </p:cTn>
                              </p:par>
                              <p:par>
                                <p:cTn id="146" presetID="2" presetClass="entr" presetSubtype="4" fill="hold" grpId="0" nodeType="withEffect">
                                  <p:stCondLst>
                                    <p:cond delay="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1+#ppt_h/2"/>
                                          </p:val>
                                        </p:tav>
                                        <p:tav tm="100000">
                                          <p:val>
                                            <p:strVal val="#ppt_y"/>
                                          </p:val>
                                        </p:tav>
                                      </p:tavLst>
                                    </p:anim>
                                  </p:childTnLst>
                                </p:cTn>
                              </p:par>
                              <p:par>
                                <p:cTn id="150" presetID="2" presetClass="entr" presetSubtype="12" fill="hold" grpId="0" nodeType="withEffect">
                                  <p:stCondLst>
                                    <p:cond delay="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0-#ppt_w/2"/>
                                          </p:val>
                                        </p:tav>
                                        <p:tav tm="100000">
                                          <p:val>
                                            <p:strVal val="#ppt_x"/>
                                          </p:val>
                                        </p:tav>
                                      </p:tavLst>
                                    </p:anim>
                                    <p:anim calcmode="lin" valueType="num">
                                      <p:cBhvr additive="base">
                                        <p:cTn id="153" dur="500" fill="hold"/>
                                        <p:tgtEl>
                                          <p:spTgt spid="57"/>
                                        </p:tgtEl>
                                        <p:attrNameLst>
                                          <p:attrName>ppt_y</p:attrName>
                                        </p:attrNameLst>
                                      </p:cBhvr>
                                      <p:tavLst>
                                        <p:tav tm="0">
                                          <p:val>
                                            <p:strVal val="1+#ppt_h/2"/>
                                          </p:val>
                                        </p:tav>
                                        <p:tav tm="100000">
                                          <p:val>
                                            <p:strVal val="#ppt_y"/>
                                          </p:val>
                                        </p:tav>
                                      </p:tavLst>
                                    </p:anim>
                                  </p:childTnLst>
                                </p:cTn>
                              </p:par>
                              <p:par>
                                <p:cTn id="154" presetID="2" presetClass="entr" presetSubtype="4" fill="hold" grpId="0" nodeType="withEffect">
                                  <p:stCondLst>
                                    <p:cond delay="0"/>
                                  </p:stCondLst>
                                  <p:childTnLst>
                                    <p:set>
                                      <p:cBhvr>
                                        <p:cTn id="155" dur="1" fill="hold">
                                          <p:stCondLst>
                                            <p:cond delay="0"/>
                                          </p:stCondLst>
                                        </p:cTn>
                                        <p:tgtEl>
                                          <p:spTgt spid="58"/>
                                        </p:tgtEl>
                                        <p:attrNameLst>
                                          <p:attrName>style.visibility</p:attrName>
                                        </p:attrNameLst>
                                      </p:cBhvr>
                                      <p:to>
                                        <p:strVal val="visible"/>
                                      </p:to>
                                    </p:set>
                                    <p:anim calcmode="lin" valueType="num">
                                      <p:cBhvr additive="base">
                                        <p:cTn id="156" dur="500" fill="hold"/>
                                        <p:tgtEl>
                                          <p:spTgt spid="58"/>
                                        </p:tgtEl>
                                        <p:attrNameLst>
                                          <p:attrName>ppt_x</p:attrName>
                                        </p:attrNameLst>
                                      </p:cBhvr>
                                      <p:tavLst>
                                        <p:tav tm="0">
                                          <p:val>
                                            <p:strVal val="#ppt_x"/>
                                          </p:val>
                                        </p:tav>
                                        <p:tav tm="100000">
                                          <p:val>
                                            <p:strVal val="#ppt_x"/>
                                          </p:val>
                                        </p:tav>
                                      </p:tavLst>
                                    </p:anim>
                                    <p:anim calcmode="lin" valueType="num">
                                      <p:cBhvr additive="base">
                                        <p:cTn id="157" dur="500" fill="hold"/>
                                        <p:tgtEl>
                                          <p:spTgt spid="58"/>
                                        </p:tgtEl>
                                        <p:attrNameLst>
                                          <p:attrName>ppt_y</p:attrName>
                                        </p:attrNameLst>
                                      </p:cBhvr>
                                      <p:tavLst>
                                        <p:tav tm="0">
                                          <p:val>
                                            <p:strVal val="1+#ppt_h/2"/>
                                          </p:val>
                                        </p:tav>
                                        <p:tav tm="100000">
                                          <p:val>
                                            <p:strVal val="#ppt_y"/>
                                          </p:val>
                                        </p:tav>
                                      </p:tavLst>
                                    </p:anim>
                                  </p:childTnLst>
                                </p:cTn>
                              </p:par>
                              <p:par>
                                <p:cTn id="158" presetID="2" presetClass="entr" presetSubtype="4" fill="hold" grpId="0" nodeType="withEffect">
                                  <p:stCondLst>
                                    <p:cond delay="0"/>
                                  </p:stCondLst>
                                  <p:childTnLst>
                                    <p:set>
                                      <p:cBhvr>
                                        <p:cTn id="159" dur="1" fill="hold">
                                          <p:stCondLst>
                                            <p:cond delay="0"/>
                                          </p:stCondLst>
                                        </p:cTn>
                                        <p:tgtEl>
                                          <p:spTgt spid="59"/>
                                        </p:tgtEl>
                                        <p:attrNameLst>
                                          <p:attrName>style.visibility</p:attrName>
                                        </p:attrNameLst>
                                      </p:cBhvr>
                                      <p:to>
                                        <p:strVal val="visible"/>
                                      </p:to>
                                    </p:set>
                                    <p:anim calcmode="lin" valueType="num">
                                      <p:cBhvr additive="base">
                                        <p:cTn id="160" dur="500" fill="hold"/>
                                        <p:tgtEl>
                                          <p:spTgt spid="59"/>
                                        </p:tgtEl>
                                        <p:attrNameLst>
                                          <p:attrName>ppt_x</p:attrName>
                                        </p:attrNameLst>
                                      </p:cBhvr>
                                      <p:tavLst>
                                        <p:tav tm="0">
                                          <p:val>
                                            <p:strVal val="#ppt_x"/>
                                          </p:val>
                                        </p:tav>
                                        <p:tav tm="100000">
                                          <p:val>
                                            <p:strVal val="#ppt_x"/>
                                          </p:val>
                                        </p:tav>
                                      </p:tavLst>
                                    </p:anim>
                                    <p:anim calcmode="lin" valueType="num">
                                      <p:cBhvr additive="base">
                                        <p:cTn id="161" dur="500" fill="hold"/>
                                        <p:tgtEl>
                                          <p:spTgt spid="59"/>
                                        </p:tgtEl>
                                        <p:attrNameLst>
                                          <p:attrName>ppt_y</p:attrName>
                                        </p:attrNameLst>
                                      </p:cBhvr>
                                      <p:tavLst>
                                        <p:tav tm="0">
                                          <p:val>
                                            <p:strVal val="1+#ppt_h/2"/>
                                          </p:val>
                                        </p:tav>
                                        <p:tav tm="100000">
                                          <p:val>
                                            <p:strVal val="#ppt_y"/>
                                          </p:val>
                                        </p:tav>
                                      </p:tavLst>
                                    </p:anim>
                                  </p:childTnLst>
                                </p:cTn>
                              </p:par>
                              <p:par>
                                <p:cTn id="162" presetID="2" presetClass="entr" presetSubtype="4" fill="hold" grpId="0" nodeType="withEffect">
                                  <p:stCondLst>
                                    <p:cond delay="0"/>
                                  </p:stCondLst>
                                  <p:childTnLst>
                                    <p:set>
                                      <p:cBhvr>
                                        <p:cTn id="163" dur="1" fill="hold">
                                          <p:stCondLst>
                                            <p:cond delay="0"/>
                                          </p:stCondLst>
                                        </p:cTn>
                                        <p:tgtEl>
                                          <p:spTgt spid="60"/>
                                        </p:tgtEl>
                                        <p:attrNameLst>
                                          <p:attrName>style.visibility</p:attrName>
                                        </p:attrNameLst>
                                      </p:cBhvr>
                                      <p:to>
                                        <p:strVal val="visible"/>
                                      </p:to>
                                    </p:set>
                                    <p:anim calcmode="lin" valueType="num">
                                      <p:cBhvr additive="base">
                                        <p:cTn id="164" dur="500" fill="hold"/>
                                        <p:tgtEl>
                                          <p:spTgt spid="60"/>
                                        </p:tgtEl>
                                        <p:attrNameLst>
                                          <p:attrName>ppt_x</p:attrName>
                                        </p:attrNameLst>
                                      </p:cBhvr>
                                      <p:tavLst>
                                        <p:tav tm="0">
                                          <p:val>
                                            <p:strVal val="#ppt_x"/>
                                          </p:val>
                                        </p:tav>
                                        <p:tav tm="100000">
                                          <p:val>
                                            <p:strVal val="#ppt_x"/>
                                          </p:val>
                                        </p:tav>
                                      </p:tavLst>
                                    </p:anim>
                                    <p:anim calcmode="lin" valueType="num">
                                      <p:cBhvr additive="base">
                                        <p:cTn id="165" dur="500" fill="hold"/>
                                        <p:tgtEl>
                                          <p:spTgt spid="60"/>
                                        </p:tgtEl>
                                        <p:attrNameLst>
                                          <p:attrName>ppt_y</p:attrName>
                                        </p:attrNameLst>
                                      </p:cBhvr>
                                      <p:tavLst>
                                        <p:tav tm="0">
                                          <p:val>
                                            <p:strVal val="1+#ppt_h/2"/>
                                          </p:val>
                                        </p:tav>
                                        <p:tav tm="100000">
                                          <p:val>
                                            <p:strVal val="#ppt_y"/>
                                          </p:val>
                                        </p:tav>
                                      </p:tavLst>
                                    </p:anim>
                                  </p:childTnLst>
                                </p:cTn>
                              </p:par>
                              <p:par>
                                <p:cTn id="166" presetID="2" presetClass="entr" presetSubtype="8" fill="hold" nodeType="withEffect">
                                  <p:stCondLst>
                                    <p:cond delay="0"/>
                                  </p:stCondLst>
                                  <p:childTnLst>
                                    <p:set>
                                      <p:cBhvr>
                                        <p:cTn id="167" dur="1" fill="hold">
                                          <p:stCondLst>
                                            <p:cond delay="0"/>
                                          </p:stCondLst>
                                        </p:cTn>
                                        <p:tgtEl>
                                          <p:spTgt spid="61"/>
                                        </p:tgtEl>
                                        <p:attrNameLst>
                                          <p:attrName>style.visibility</p:attrName>
                                        </p:attrNameLst>
                                      </p:cBhvr>
                                      <p:to>
                                        <p:strVal val="visible"/>
                                      </p:to>
                                    </p:set>
                                    <p:anim calcmode="lin" valueType="num">
                                      <p:cBhvr additive="base">
                                        <p:cTn id="168" dur="500" fill="hold"/>
                                        <p:tgtEl>
                                          <p:spTgt spid="61"/>
                                        </p:tgtEl>
                                        <p:attrNameLst>
                                          <p:attrName>ppt_x</p:attrName>
                                        </p:attrNameLst>
                                      </p:cBhvr>
                                      <p:tavLst>
                                        <p:tav tm="0">
                                          <p:val>
                                            <p:strVal val="0-#ppt_w/2"/>
                                          </p:val>
                                        </p:tav>
                                        <p:tav tm="100000">
                                          <p:val>
                                            <p:strVal val="#ppt_x"/>
                                          </p:val>
                                        </p:tav>
                                      </p:tavLst>
                                    </p:anim>
                                    <p:anim calcmode="lin" valueType="num">
                                      <p:cBhvr additive="base">
                                        <p:cTn id="169" dur="500" fill="hold"/>
                                        <p:tgtEl>
                                          <p:spTgt spid="61"/>
                                        </p:tgtEl>
                                        <p:attrNameLst>
                                          <p:attrName>ppt_y</p:attrName>
                                        </p:attrNameLst>
                                      </p:cBhvr>
                                      <p:tavLst>
                                        <p:tav tm="0">
                                          <p:val>
                                            <p:strVal val="#ppt_y"/>
                                          </p:val>
                                        </p:tav>
                                        <p:tav tm="100000">
                                          <p:val>
                                            <p:strVal val="#ppt_y"/>
                                          </p:val>
                                        </p:tav>
                                      </p:tavLst>
                                    </p:anim>
                                  </p:childTnLst>
                                </p:cTn>
                              </p:par>
                              <p:par>
                                <p:cTn id="170" presetID="2" presetClass="entr" presetSubtype="4" fill="hold" grpId="0" nodeType="withEffect">
                                  <p:stCondLst>
                                    <p:cond delay="0"/>
                                  </p:stCondLst>
                                  <p:childTnLst>
                                    <p:set>
                                      <p:cBhvr>
                                        <p:cTn id="171" dur="1" fill="hold">
                                          <p:stCondLst>
                                            <p:cond delay="0"/>
                                          </p:stCondLst>
                                        </p:cTn>
                                        <p:tgtEl>
                                          <p:spTgt spid="64"/>
                                        </p:tgtEl>
                                        <p:attrNameLst>
                                          <p:attrName>style.visibility</p:attrName>
                                        </p:attrNameLst>
                                      </p:cBhvr>
                                      <p:to>
                                        <p:strVal val="visible"/>
                                      </p:to>
                                    </p:set>
                                    <p:anim calcmode="lin" valueType="num">
                                      <p:cBhvr additive="base">
                                        <p:cTn id="172" dur="500" fill="hold"/>
                                        <p:tgtEl>
                                          <p:spTgt spid="64"/>
                                        </p:tgtEl>
                                        <p:attrNameLst>
                                          <p:attrName>ppt_x</p:attrName>
                                        </p:attrNameLst>
                                      </p:cBhvr>
                                      <p:tavLst>
                                        <p:tav tm="0">
                                          <p:val>
                                            <p:strVal val="#ppt_x"/>
                                          </p:val>
                                        </p:tav>
                                        <p:tav tm="100000">
                                          <p:val>
                                            <p:strVal val="#ppt_x"/>
                                          </p:val>
                                        </p:tav>
                                      </p:tavLst>
                                    </p:anim>
                                    <p:anim calcmode="lin" valueType="num">
                                      <p:cBhvr additive="base">
                                        <p:cTn id="173" dur="500" fill="hold"/>
                                        <p:tgtEl>
                                          <p:spTgt spid="64"/>
                                        </p:tgtEl>
                                        <p:attrNameLst>
                                          <p:attrName>ppt_y</p:attrName>
                                        </p:attrNameLst>
                                      </p:cBhvr>
                                      <p:tavLst>
                                        <p:tav tm="0">
                                          <p:val>
                                            <p:strVal val="1+#ppt_h/2"/>
                                          </p:val>
                                        </p:tav>
                                        <p:tav tm="100000">
                                          <p:val>
                                            <p:strVal val="#ppt_y"/>
                                          </p:val>
                                        </p:tav>
                                      </p:tavLst>
                                    </p:anim>
                                  </p:childTnLst>
                                </p:cTn>
                              </p:par>
                              <p:par>
                                <p:cTn id="174" presetID="2" presetClass="entr" presetSubtype="4" fill="hold" grpId="0" nodeType="withEffect">
                                  <p:stCondLst>
                                    <p:cond delay="0"/>
                                  </p:stCondLst>
                                  <p:childTnLst>
                                    <p:set>
                                      <p:cBhvr>
                                        <p:cTn id="175" dur="1" fill="hold">
                                          <p:stCondLst>
                                            <p:cond delay="0"/>
                                          </p:stCondLst>
                                        </p:cTn>
                                        <p:tgtEl>
                                          <p:spTgt spid="65"/>
                                        </p:tgtEl>
                                        <p:attrNameLst>
                                          <p:attrName>style.visibility</p:attrName>
                                        </p:attrNameLst>
                                      </p:cBhvr>
                                      <p:to>
                                        <p:strVal val="visible"/>
                                      </p:to>
                                    </p:set>
                                    <p:anim calcmode="lin" valueType="num">
                                      <p:cBhvr additive="base">
                                        <p:cTn id="176" dur="500" fill="hold"/>
                                        <p:tgtEl>
                                          <p:spTgt spid="65"/>
                                        </p:tgtEl>
                                        <p:attrNameLst>
                                          <p:attrName>ppt_x</p:attrName>
                                        </p:attrNameLst>
                                      </p:cBhvr>
                                      <p:tavLst>
                                        <p:tav tm="0">
                                          <p:val>
                                            <p:strVal val="#ppt_x"/>
                                          </p:val>
                                        </p:tav>
                                        <p:tav tm="100000">
                                          <p:val>
                                            <p:strVal val="#ppt_x"/>
                                          </p:val>
                                        </p:tav>
                                      </p:tavLst>
                                    </p:anim>
                                    <p:anim calcmode="lin" valueType="num">
                                      <p:cBhvr additive="base">
                                        <p:cTn id="177" dur="500" fill="hold"/>
                                        <p:tgtEl>
                                          <p:spTgt spid="65"/>
                                        </p:tgtEl>
                                        <p:attrNameLst>
                                          <p:attrName>ppt_y</p:attrName>
                                        </p:attrNameLst>
                                      </p:cBhvr>
                                      <p:tavLst>
                                        <p:tav tm="0">
                                          <p:val>
                                            <p:strVal val="1+#ppt_h/2"/>
                                          </p:val>
                                        </p:tav>
                                        <p:tav tm="100000">
                                          <p:val>
                                            <p:strVal val="#ppt_y"/>
                                          </p:val>
                                        </p:tav>
                                      </p:tavLst>
                                    </p:anim>
                                  </p:childTnLst>
                                </p:cTn>
                              </p:par>
                              <p:par>
                                <p:cTn id="178" presetID="2" presetClass="entr" presetSubtype="4" fill="hold" grpId="0" nodeType="withEffect">
                                  <p:stCondLst>
                                    <p:cond delay="0"/>
                                  </p:stCondLst>
                                  <p:childTnLst>
                                    <p:set>
                                      <p:cBhvr>
                                        <p:cTn id="179" dur="1" fill="hold">
                                          <p:stCondLst>
                                            <p:cond delay="0"/>
                                          </p:stCondLst>
                                        </p:cTn>
                                        <p:tgtEl>
                                          <p:spTgt spid="66"/>
                                        </p:tgtEl>
                                        <p:attrNameLst>
                                          <p:attrName>style.visibility</p:attrName>
                                        </p:attrNameLst>
                                      </p:cBhvr>
                                      <p:to>
                                        <p:strVal val="visible"/>
                                      </p:to>
                                    </p:set>
                                    <p:anim calcmode="lin" valueType="num">
                                      <p:cBhvr additive="base">
                                        <p:cTn id="180" dur="500" fill="hold"/>
                                        <p:tgtEl>
                                          <p:spTgt spid="66"/>
                                        </p:tgtEl>
                                        <p:attrNameLst>
                                          <p:attrName>ppt_x</p:attrName>
                                        </p:attrNameLst>
                                      </p:cBhvr>
                                      <p:tavLst>
                                        <p:tav tm="0">
                                          <p:val>
                                            <p:strVal val="#ppt_x"/>
                                          </p:val>
                                        </p:tav>
                                        <p:tav tm="100000">
                                          <p:val>
                                            <p:strVal val="#ppt_x"/>
                                          </p:val>
                                        </p:tav>
                                      </p:tavLst>
                                    </p:anim>
                                    <p:anim calcmode="lin" valueType="num">
                                      <p:cBhvr additive="base">
                                        <p:cTn id="181" dur="500" fill="hold"/>
                                        <p:tgtEl>
                                          <p:spTgt spid="66"/>
                                        </p:tgtEl>
                                        <p:attrNameLst>
                                          <p:attrName>ppt_y</p:attrName>
                                        </p:attrNameLst>
                                      </p:cBhvr>
                                      <p:tavLst>
                                        <p:tav tm="0">
                                          <p:val>
                                            <p:strVal val="1+#ppt_h/2"/>
                                          </p:val>
                                        </p:tav>
                                        <p:tav tm="100000">
                                          <p:val>
                                            <p:strVal val="#ppt_y"/>
                                          </p:val>
                                        </p:tav>
                                      </p:tavLst>
                                    </p:anim>
                                  </p:childTnLst>
                                </p:cTn>
                              </p:par>
                              <p:par>
                                <p:cTn id="182" presetID="2" presetClass="entr" presetSubtype="4" fill="hold" grpId="0" nodeType="withEffect">
                                  <p:stCondLst>
                                    <p:cond delay="0"/>
                                  </p:stCondLst>
                                  <p:childTnLst>
                                    <p:set>
                                      <p:cBhvr>
                                        <p:cTn id="183" dur="1" fill="hold">
                                          <p:stCondLst>
                                            <p:cond delay="0"/>
                                          </p:stCondLst>
                                        </p:cTn>
                                        <p:tgtEl>
                                          <p:spTgt spid="67"/>
                                        </p:tgtEl>
                                        <p:attrNameLst>
                                          <p:attrName>style.visibility</p:attrName>
                                        </p:attrNameLst>
                                      </p:cBhvr>
                                      <p:to>
                                        <p:strVal val="visible"/>
                                      </p:to>
                                    </p:set>
                                    <p:anim calcmode="lin" valueType="num">
                                      <p:cBhvr additive="base">
                                        <p:cTn id="184" dur="500" fill="hold"/>
                                        <p:tgtEl>
                                          <p:spTgt spid="67"/>
                                        </p:tgtEl>
                                        <p:attrNameLst>
                                          <p:attrName>ppt_x</p:attrName>
                                        </p:attrNameLst>
                                      </p:cBhvr>
                                      <p:tavLst>
                                        <p:tav tm="0">
                                          <p:val>
                                            <p:strVal val="#ppt_x"/>
                                          </p:val>
                                        </p:tav>
                                        <p:tav tm="100000">
                                          <p:val>
                                            <p:strVal val="#ppt_x"/>
                                          </p:val>
                                        </p:tav>
                                      </p:tavLst>
                                    </p:anim>
                                    <p:anim calcmode="lin" valueType="num">
                                      <p:cBhvr additive="base">
                                        <p:cTn id="185" dur="500" fill="hold"/>
                                        <p:tgtEl>
                                          <p:spTgt spid="67"/>
                                        </p:tgtEl>
                                        <p:attrNameLst>
                                          <p:attrName>ppt_y</p:attrName>
                                        </p:attrNameLst>
                                      </p:cBhvr>
                                      <p:tavLst>
                                        <p:tav tm="0">
                                          <p:val>
                                            <p:strVal val="1+#ppt_h/2"/>
                                          </p:val>
                                        </p:tav>
                                        <p:tav tm="100000">
                                          <p:val>
                                            <p:strVal val="#ppt_y"/>
                                          </p:val>
                                        </p:tav>
                                      </p:tavLst>
                                    </p:anim>
                                  </p:childTnLst>
                                </p:cTn>
                              </p:par>
                              <p:par>
                                <p:cTn id="186" presetID="2" presetClass="entr" presetSubtype="4" fill="hold" grpId="0" nodeType="withEffect">
                                  <p:stCondLst>
                                    <p:cond delay="0"/>
                                  </p:stCondLst>
                                  <p:childTnLst>
                                    <p:set>
                                      <p:cBhvr>
                                        <p:cTn id="187" dur="1" fill="hold">
                                          <p:stCondLst>
                                            <p:cond delay="0"/>
                                          </p:stCondLst>
                                        </p:cTn>
                                        <p:tgtEl>
                                          <p:spTgt spid="68"/>
                                        </p:tgtEl>
                                        <p:attrNameLst>
                                          <p:attrName>style.visibility</p:attrName>
                                        </p:attrNameLst>
                                      </p:cBhvr>
                                      <p:to>
                                        <p:strVal val="visible"/>
                                      </p:to>
                                    </p:set>
                                    <p:anim calcmode="lin" valueType="num">
                                      <p:cBhvr additive="base">
                                        <p:cTn id="188" dur="500" fill="hold"/>
                                        <p:tgtEl>
                                          <p:spTgt spid="68"/>
                                        </p:tgtEl>
                                        <p:attrNameLst>
                                          <p:attrName>ppt_x</p:attrName>
                                        </p:attrNameLst>
                                      </p:cBhvr>
                                      <p:tavLst>
                                        <p:tav tm="0">
                                          <p:val>
                                            <p:strVal val="#ppt_x"/>
                                          </p:val>
                                        </p:tav>
                                        <p:tav tm="100000">
                                          <p:val>
                                            <p:strVal val="#ppt_x"/>
                                          </p:val>
                                        </p:tav>
                                      </p:tavLst>
                                    </p:anim>
                                    <p:anim calcmode="lin" valueType="num">
                                      <p:cBhvr additive="base">
                                        <p:cTn id="189" dur="500" fill="hold"/>
                                        <p:tgtEl>
                                          <p:spTgt spid="68"/>
                                        </p:tgtEl>
                                        <p:attrNameLst>
                                          <p:attrName>ppt_y</p:attrName>
                                        </p:attrNameLst>
                                      </p:cBhvr>
                                      <p:tavLst>
                                        <p:tav tm="0">
                                          <p:val>
                                            <p:strVal val="1+#ppt_h/2"/>
                                          </p:val>
                                        </p:tav>
                                        <p:tav tm="100000">
                                          <p:val>
                                            <p:strVal val="#ppt_y"/>
                                          </p:val>
                                        </p:tav>
                                      </p:tavLst>
                                    </p:anim>
                                  </p:childTnLst>
                                </p:cTn>
                              </p:par>
                              <p:par>
                                <p:cTn id="190" presetID="2" presetClass="entr" presetSubtype="8" fill="hold" grpId="0" nodeType="withEffect">
                                  <p:stCondLst>
                                    <p:cond delay="0"/>
                                  </p:stCondLst>
                                  <p:childTnLst>
                                    <p:set>
                                      <p:cBhvr>
                                        <p:cTn id="191" dur="1" fill="hold">
                                          <p:stCondLst>
                                            <p:cond delay="0"/>
                                          </p:stCondLst>
                                        </p:cTn>
                                        <p:tgtEl>
                                          <p:spTgt spid="69"/>
                                        </p:tgtEl>
                                        <p:attrNameLst>
                                          <p:attrName>style.visibility</p:attrName>
                                        </p:attrNameLst>
                                      </p:cBhvr>
                                      <p:to>
                                        <p:strVal val="visible"/>
                                      </p:to>
                                    </p:set>
                                    <p:anim calcmode="lin" valueType="num">
                                      <p:cBhvr additive="base">
                                        <p:cTn id="192" dur="500" fill="hold"/>
                                        <p:tgtEl>
                                          <p:spTgt spid="69"/>
                                        </p:tgtEl>
                                        <p:attrNameLst>
                                          <p:attrName>ppt_x</p:attrName>
                                        </p:attrNameLst>
                                      </p:cBhvr>
                                      <p:tavLst>
                                        <p:tav tm="0">
                                          <p:val>
                                            <p:strVal val="0-#ppt_w/2"/>
                                          </p:val>
                                        </p:tav>
                                        <p:tav tm="100000">
                                          <p:val>
                                            <p:strVal val="#ppt_x"/>
                                          </p:val>
                                        </p:tav>
                                      </p:tavLst>
                                    </p:anim>
                                    <p:anim calcmode="lin" valueType="num">
                                      <p:cBhvr additive="base">
                                        <p:cTn id="193" dur="500" fill="hold"/>
                                        <p:tgtEl>
                                          <p:spTgt spid="69"/>
                                        </p:tgtEl>
                                        <p:attrNameLst>
                                          <p:attrName>ppt_y</p:attrName>
                                        </p:attrNameLst>
                                      </p:cBhvr>
                                      <p:tavLst>
                                        <p:tav tm="0">
                                          <p:val>
                                            <p:strVal val="#ppt_y"/>
                                          </p:val>
                                        </p:tav>
                                        <p:tav tm="100000">
                                          <p:val>
                                            <p:strVal val="#ppt_y"/>
                                          </p:val>
                                        </p:tav>
                                      </p:tavLst>
                                    </p:anim>
                                  </p:childTnLst>
                                </p:cTn>
                              </p:par>
                              <p:par>
                                <p:cTn id="194" presetID="2" presetClass="entr" presetSubtype="4" fill="hold" grpId="0" nodeType="withEffect">
                                  <p:stCondLst>
                                    <p:cond delay="0"/>
                                  </p:stCondLst>
                                  <p:childTnLst>
                                    <p:set>
                                      <p:cBhvr>
                                        <p:cTn id="195" dur="1" fill="hold">
                                          <p:stCondLst>
                                            <p:cond delay="0"/>
                                          </p:stCondLst>
                                        </p:cTn>
                                        <p:tgtEl>
                                          <p:spTgt spid="70"/>
                                        </p:tgtEl>
                                        <p:attrNameLst>
                                          <p:attrName>style.visibility</p:attrName>
                                        </p:attrNameLst>
                                      </p:cBhvr>
                                      <p:to>
                                        <p:strVal val="visible"/>
                                      </p:to>
                                    </p:set>
                                    <p:anim calcmode="lin" valueType="num">
                                      <p:cBhvr additive="base">
                                        <p:cTn id="196" dur="500" fill="hold"/>
                                        <p:tgtEl>
                                          <p:spTgt spid="70"/>
                                        </p:tgtEl>
                                        <p:attrNameLst>
                                          <p:attrName>ppt_x</p:attrName>
                                        </p:attrNameLst>
                                      </p:cBhvr>
                                      <p:tavLst>
                                        <p:tav tm="0">
                                          <p:val>
                                            <p:strVal val="#ppt_x"/>
                                          </p:val>
                                        </p:tav>
                                        <p:tav tm="100000">
                                          <p:val>
                                            <p:strVal val="#ppt_x"/>
                                          </p:val>
                                        </p:tav>
                                      </p:tavLst>
                                    </p:anim>
                                    <p:anim calcmode="lin" valueType="num">
                                      <p:cBhvr additive="base">
                                        <p:cTn id="197" dur="500" fill="hold"/>
                                        <p:tgtEl>
                                          <p:spTgt spid="70"/>
                                        </p:tgtEl>
                                        <p:attrNameLst>
                                          <p:attrName>ppt_y</p:attrName>
                                        </p:attrNameLst>
                                      </p:cBhvr>
                                      <p:tavLst>
                                        <p:tav tm="0">
                                          <p:val>
                                            <p:strVal val="1+#ppt_h/2"/>
                                          </p:val>
                                        </p:tav>
                                        <p:tav tm="100000">
                                          <p:val>
                                            <p:strVal val="#ppt_y"/>
                                          </p:val>
                                        </p:tav>
                                      </p:tavLst>
                                    </p:anim>
                                  </p:childTnLst>
                                </p:cTn>
                              </p:par>
                              <p:par>
                                <p:cTn id="198" presetID="2" presetClass="entr" presetSubtype="4" fill="hold" grpId="0" nodeType="withEffect">
                                  <p:stCondLst>
                                    <p:cond delay="0"/>
                                  </p:stCondLst>
                                  <p:childTnLst>
                                    <p:set>
                                      <p:cBhvr>
                                        <p:cTn id="199" dur="1" fill="hold">
                                          <p:stCondLst>
                                            <p:cond delay="0"/>
                                          </p:stCondLst>
                                        </p:cTn>
                                        <p:tgtEl>
                                          <p:spTgt spid="71"/>
                                        </p:tgtEl>
                                        <p:attrNameLst>
                                          <p:attrName>style.visibility</p:attrName>
                                        </p:attrNameLst>
                                      </p:cBhvr>
                                      <p:to>
                                        <p:strVal val="visible"/>
                                      </p:to>
                                    </p:set>
                                    <p:anim calcmode="lin" valueType="num">
                                      <p:cBhvr additive="base">
                                        <p:cTn id="200" dur="500" fill="hold"/>
                                        <p:tgtEl>
                                          <p:spTgt spid="71"/>
                                        </p:tgtEl>
                                        <p:attrNameLst>
                                          <p:attrName>ppt_x</p:attrName>
                                        </p:attrNameLst>
                                      </p:cBhvr>
                                      <p:tavLst>
                                        <p:tav tm="0">
                                          <p:val>
                                            <p:strVal val="#ppt_x"/>
                                          </p:val>
                                        </p:tav>
                                        <p:tav tm="100000">
                                          <p:val>
                                            <p:strVal val="#ppt_x"/>
                                          </p:val>
                                        </p:tav>
                                      </p:tavLst>
                                    </p:anim>
                                    <p:anim calcmode="lin" valueType="num">
                                      <p:cBhvr additive="base">
                                        <p:cTn id="201" dur="500" fill="hold"/>
                                        <p:tgtEl>
                                          <p:spTgt spid="71"/>
                                        </p:tgtEl>
                                        <p:attrNameLst>
                                          <p:attrName>ppt_y</p:attrName>
                                        </p:attrNameLst>
                                      </p:cBhvr>
                                      <p:tavLst>
                                        <p:tav tm="0">
                                          <p:val>
                                            <p:strVal val="1+#ppt_h/2"/>
                                          </p:val>
                                        </p:tav>
                                        <p:tav tm="100000">
                                          <p:val>
                                            <p:strVal val="#ppt_y"/>
                                          </p:val>
                                        </p:tav>
                                      </p:tavLst>
                                    </p:anim>
                                  </p:childTnLst>
                                </p:cTn>
                              </p:par>
                              <p:par>
                                <p:cTn id="202" presetID="2" presetClass="entr" presetSubtype="4" fill="hold" grpId="0" nodeType="withEffect">
                                  <p:stCondLst>
                                    <p:cond delay="0"/>
                                  </p:stCondLst>
                                  <p:childTnLst>
                                    <p:set>
                                      <p:cBhvr>
                                        <p:cTn id="203" dur="1" fill="hold">
                                          <p:stCondLst>
                                            <p:cond delay="0"/>
                                          </p:stCondLst>
                                        </p:cTn>
                                        <p:tgtEl>
                                          <p:spTgt spid="72"/>
                                        </p:tgtEl>
                                        <p:attrNameLst>
                                          <p:attrName>style.visibility</p:attrName>
                                        </p:attrNameLst>
                                      </p:cBhvr>
                                      <p:to>
                                        <p:strVal val="visible"/>
                                      </p:to>
                                    </p:set>
                                    <p:anim calcmode="lin" valueType="num">
                                      <p:cBhvr additive="base">
                                        <p:cTn id="204" dur="500" fill="hold"/>
                                        <p:tgtEl>
                                          <p:spTgt spid="72"/>
                                        </p:tgtEl>
                                        <p:attrNameLst>
                                          <p:attrName>ppt_x</p:attrName>
                                        </p:attrNameLst>
                                      </p:cBhvr>
                                      <p:tavLst>
                                        <p:tav tm="0">
                                          <p:val>
                                            <p:strVal val="#ppt_x"/>
                                          </p:val>
                                        </p:tav>
                                        <p:tav tm="100000">
                                          <p:val>
                                            <p:strVal val="#ppt_x"/>
                                          </p:val>
                                        </p:tav>
                                      </p:tavLst>
                                    </p:anim>
                                    <p:anim calcmode="lin" valueType="num">
                                      <p:cBhvr additive="base">
                                        <p:cTn id="205" dur="500" fill="hold"/>
                                        <p:tgtEl>
                                          <p:spTgt spid="72"/>
                                        </p:tgtEl>
                                        <p:attrNameLst>
                                          <p:attrName>ppt_y</p:attrName>
                                        </p:attrNameLst>
                                      </p:cBhvr>
                                      <p:tavLst>
                                        <p:tav tm="0">
                                          <p:val>
                                            <p:strVal val="1+#ppt_h/2"/>
                                          </p:val>
                                        </p:tav>
                                        <p:tav tm="100000">
                                          <p:val>
                                            <p:strVal val="#ppt_y"/>
                                          </p:val>
                                        </p:tav>
                                      </p:tavLst>
                                    </p:anim>
                                  </p:childTnLst>
                                </p:cTn>
                              </p:par>
                              <p:par>
                                <p:cTn id="206" presetID="2" presetClass="entr" presetSubtype="4" fill="hold" grpId="0" nodeType="withEffect">
                                  <p:stCondLst>
                                    <p:cond delay="0"/>
                                  </p:stCondLst>
                                  <p:childTnLst>
                                    <p:set>
                                      <p:cBhvr>
                                        <p:cTn id="207" dur="1" fill="hold">
                                          <p:stCondLst>
                                            <p:cond delay="0"/>
                                          </p:stCondLst>
                                        </p:cTn>
                                        <p:tgtEl>
                                          <p:spTgt spid="73"/>
                                        </p:tgtEl>
                                        <p:attrNameLst>
                                          <p:attrName>style.visibility</p:attrName>
                                        </p:attrNameLst>
                                      </p:cBhvr>
                                      <p:to>
                                        <p:strVal val="visible"/>
                                      </p:to>
                                    </p:set>
                                    <p:anim calcmode="lin" valueType="num">
                                      <p:cBhvr additive="base">
                                        <p:cTn id="208" dur="500" fill="hold"/>
                                        <p:tgtEl>
                                          <p:spTgt spid="73"/>
                                        </p:tgtEl>
                                        <p:attrNameLst>
                                          <p:attrName>ppt_x</p:attrName>
                                        </p:attrNameLst>
                                      </p:cBhvr>
                                      <p:tavLst>
                                        <p:tav tm="0">
                                          <p:val>
                                            <p:strVal val="#ppt_x"/>
                                          </p:val>
                                        </p:tav>
                                        <p:tav tm="100000">
                                          <p:val>
                                            <p:strVal val="#ppt_x"/>
                                          </p:val>
                                        </p:tav>
                                      </p:tavLst>
                                    </p:anim>
                                    <p:anim calcmode="lin" valueType="num">
                                      <p:cBhvr additive="base">
                                        <p:cTn id="209" dur="500" fill="hold"/>
                                        <p:tgtEl>
                                          <p:spTgt spid="73"/>
                                        </p:tgtEl>
                                        <p:attrNameLst>
                                          <p:attrName>ppt_y</p:attrName>
                                        </p:attrNameLst>
                                      </p:cBhvr>
                                      <p:tavLst>
                                        <p:tav tm="0">
                                          <p:val>
                                            <p:strVal val="1+#ppt_h/2"/>
                                          </p:val>
                                        </p:tav>
                                        <p:tav tm="100000">
                                          <p:val>
                                            <p:strVal val="#ppt_y"/>
                                          </p:val>
                                        </p:tav>
                                      </p:tavLst>
                                    </p:anim>
                                  </p:childTnLst>
                                </p:cTn>
                              </p:par>
                              <p:par>
                                <p:cTn id="210" presetID="2" presetClass="entr" presetSubtype="4" fill="hold" grpId="0" nodeType="withEffect">
                                  <p:stCondLst>
                                    <p:cond delay="0"/>
                                  </p:stCondLst>
                                  <p:childTnLst>
                                    <p:set>
                                      <p:cBhvr>
                                        <p:cTn id="211" dur="1" fill="hold">
                                          <p:stCondLst>
                                            <p:cond delay="0"/>
                                          </p:stCondLst>
                                        </p:cTn>
                                        <p:tgtEl>
                                          <p:spTgt spid="74"/>
                                        </p:tgtEl>
                                        <p:attrNameLst>
                                          <p:attrName>style.visibility</p:attrName>
                                        </p:attrNameLst>
                                      </p:cBhvr>
                                      <p:to>
                                        <p:strVal val="visible"/>
                                      </p:to>
                                    </p:set>
                                    <p:anim calcmode="lin" valueType="num">
                                      <p:cBhvr additive="base">
                                        <p:cTn id="212" dur="500" fill="hold"/>
                                        <p:tgtEl>
                                          <p:spTgt spid="74"/>
                                        </p:tgtEl>
                                        <p:attrNameLst>
                                          <p:attrName>ppt_x</p:attrName>
                                        </p:attrNameLst>
                                      </p:cBhvr>
                                      <p:tavLst>
                                        <p:tav tm="0">
                                          <p:val>
                                            <p:strVal val="#ppt_x"/>
                                          </p:val>
                                        </p:tav>
                                        <p:tav tm="100000">
                                          <p:val>
                                            <p:strVal val="#ppt_x"/>
                                          </p:val>
                                        </p:tav>
                                      </p:tavLst>
                                    </p:anim>
                                    <p:anim calcmode="lin" valueType="num">
                                      <p:cBhvr additive="base">
                                        <p:cTn id="213" dur="500" fill="hold"/>
                                        <p:tgtEl>
                                          <p:spTgt spid="74"/>
                                        </p:tgtEl>
                                        <p:attrNameLst>
                                          <p:attrName>ppt_y</p:attrName>
                                        </p:attrNameLst>
                                      </p:cBhvr>
                                      <p:tavLst>
                                        <p:tav tm="0">
                                          <p:val>
                                            <p:strVal val="1+#ppt_h/2"/>
                                          </p:val>
                                        </p:tav>
                                        <p:tav tm="100000">
                                          <p:val>
                                            <p:strVal val="#ppt_y"/>
                                          </p:val>
                                        </p:tav>
                                      </p:tavLst>
                                    </p:anim>
                                  </p:childTnLst>
                                </p:cTn>
                              </p:par>
                              <p:par>
                                <p:cTn id="214" presetID="2" presetClass="entr" presetSubtype="4" fill="hold" grpId="0" nodeType="withEffect">
                                  <p:stCondLst>
                                    <p:cond delay="0"/>
                                  </p:stCondLst>
                                  <p:childTnLst>
                                    <p:set>
                                      <p:cBhvr>
                                        <p:cTn id="215" dur="1" fill="hold">
                                          <p:stCondLst>
                                            <p:cond delay="0"/>
                                          </p:stCondLst>
                                        </p:cTn>
                                        <p:tgtEl>
                                          <p:spTgt spid="75"/>
                                        </p:tgtEl>
                                        <p:attrNameLst>
                                          <p:attrName>style.visibility</p:attrName>
                                        </p:attrNameLst>
                                      </p:cBhvr>
                                      <p:to>
                                        <p:strVal val="visible"/>
                                      </p:to>
                                    </p:set>
                                    <p:anim calcmode="lin" valueType="num">
                                      <p:cBhvr additive="base">
                                        <p:cTn id="216" dur="500" fill="hold"/>
                                        <p:tgtEl>
                                          <p:spTgt spid="75"/>
                                        </p:tgtEl>
                                        <p:attrNameLst>
                                          <p:attrName>ppt_x</p:attrName>
                                        </p:attrNameLst>
                                      </p:cBhvr>
                                      <p:tavLst>
                                        <p:tav tm="0">
                                          <p:val>
                                            <p:strVal val="#ppt_x"/>
                                          </p:val>
                                        </p:tav>
                                        <p:tav tm="100000">
                                          <p:val>
                                            <p:strVal val="#ppt_x"/>
                                          </p:val>
                                        </p:tav>
                                      </p:tavLst>
                                    </p:anim>
                                    <p:anim calcmode="lin" valueType="num">
                                      <p:cBhvr additive="base">
                                        <p:cTn id="217" dur="500" fill="hold"/>
                                        <p:tgtEl>
                                          <p:spTgt spid="75"/>
                                        </p:tgtEl>
                                        <p:attrNameLst>
                                          <p:attrName>ppt_y</p:attrName>
                                        </p:attrNameLst>
                                      </p:cBhvr>
                                      <p:tavLst>
                                        <p:tav tm="0">
                                          <p:val>
                                            <p:strVal val="1+#ppt_h/2"/>
                                          </p:val>
                                        </p:tav>
                                        <p:tav tm="100000">
                                          <p:val>
                                            <p:strVal val="#ppt_y"/>
                                          </p:val>
                                        </p:tav>
                                      </p:tavLst>
                                    </p:anim>
                                  </p:childTnLst>
                                </p:cTn>
                              </p:par>
                              <p:par>
                                <p:cTn id="218" presetID="2" presetClass="entr" presetSubtype="4" fill="hold" grpId="0" nodeType="withEffect">
                                  <p:stCondLst>
                                    <p:cond delay="0"/>
                                  </p:stCondLst>
                                  <p:childTnLst>
                                    <p:set>
                                      <p:cBhvr>
                                        <p:cTn id="219" dur="1" fill="hold">
                                          <p:stCondLst>
                                            <p:cond delay="0"/>
                                          </p:stCondLst>
                                        </p:cTn>
                                        <p:tgtEl>
                                          <p:spTgt spid="76"/>
                                        </p:tgtEl>
                                        <p:attrNameLst>
                                          <p:attrName>style.visibility</p:attrName>
                                        </p:attrNameLst>
                                      </p:cBhvr>
                                      <p:to>
                                        <p:strVal val="visible"/>
                                      </p:to>
                                    </p:set>
                                    <p:anim calcmode="lin" valueType="num">
                                      <p:cBhvr additive="base">
                                        <p:cTn id="220" dur="500" fill="hold"/>
                                        <p:tgtEl>
                                          <p:spTgt spid="76"/>
                                        </p:tgtEl>
                                        <p:attrNameLst>
                                          <p:attrName>ppt_x</p:attrName>
                                        </p:attrNameLst>
                                      </p:cBhvr>
                                      <p:tavLst>
                                        <p:tav tm="0">
                                          <p:val>
                                            <p:strVal val="#ppt_x"/>
                                          </p:val>
                                        </p:tav>
                                        <p:tav tm="100000">
                                          <p:val>
                                            <p:strVal val="#ppt_x"/>
                                          </p:val>
                                        </p:tav>
                                      </p:tavLst>
                                    </p:anim>
                                    <p:anim calcmode="lin" valueType="num">
                                      <p:cBhvr additive="base">
                                        <p:cTn id="221" dur="500" fill="hold"/>
                                        <p:tgtEl>
                                          <p:spTgt spid="76"/>
                                        </p:tgtEl>
                                        <p:attrNameLst>
                                          <p:attrName>ppt_y</p:attrName>
                                        </p:attrNameLst>
                                      </p:cBhvr>
                                      <p:tavLst>
                                        <p:tav tm="0">
                                          <p:val>
                                            <p:strVal val="1+#ppt_h/2"/>
                                          </p:val>
                                        </p:tav>
                                        <p:tav tm="100000">
                                          <p:val>
                                            <p:strVal val="#ppt_y"/>
                                          </p:val>
                                        </p:tav>
                                      </p:tavLst>
                                    </p:anim>
                                  </p:childTnLst>
                                </p:cTn>
                              </p:par>
                              <p:par>
                                <p:cTn id="222" presetID="2" presetClass="entr" presetSubtype="4" fill="hold" grpId="0" nodeType="withEffect">
                                  <p:stCondLst>
                                    <p:cond delay="0"/>
                                  </p:stCondLst>
                                  <p:childTnLst>
                                    <p:set>
                                      <p:cBhvr>
                                        <p:cTn id="223" dur="1" fill="hold">
                                          <p:stCondLst>
                                            <p:cond delay="0"/>
                                          </p:stCondLst>
                                        </p:cTn>
                                        <p:tgtEl>
                                          <p:spTgt spid="77"/>
                                        </p:tgtEl>
                                        <p:attrNameLst>
                                          <p:attrName>style.visibility</p:attrName>
                                        </p:attrNameLst>
                                      </p:cBhvr>
                                      <p:to>
                                        <p:strVal val="visible"/>
                                      </p:to>
                                    </p:set>
                                    <p:anim calcmode="lin" valueType="num">
                                      <p:cBhvr additive="base">
                                        <p:cTn id="224" dur="500" fill="hold"/>
                                        <p:tgtEl>
                                          <p:spTgt spid="77"/>
                                        </p:tgtEl>
                                        <p:attrNameLst>
                                          <p:attrName>ppt_x</p:attrName>
                                        </p:attrNameLst>
                                      </p:cBhvr>
                                      <p:tavLst>
                                        <p:tav tm="0">
                                          <p:val>
                                            <p:strVal val="#ppt_x"/>
                                          </p:val>
                                        </p:tav>
                                        <p:tav tm="100000">
                                          <p:val>
                                            <p:strVal val="#ppt_x"/>
                                          </p:val>
                                        </p:tav>
                                      </p:tavLst>
                                    </p:anim>
                                    <p:anim calcmode="lin" valueType="num">
                                      <p:cBhvr additive="base">
                                        <p:cTn id="225" dur="500" fill="hold"/>
                                        <p:tgtEl>
                                          <p:spTgt spid="77"/>
                                        </p:tgtEl>
                                        <p:attrNameLst>
                                          <p:attrName>ppt_y</p:attrName>
                                        </p:attrNameLst>
                                      </p:cBhvr>
                                      <p:tavLst>
                                        <p:tav tm="0">
                                          <p:val>
                                            <p:strVal val="1+#ppt_h/2"/>
                                          </p:val>
                                        </p:tav>
                                        <p:tav tm="100000">
                                          <p:val>
                                            <p:strVal val="#ppt_y"/>
                                          </p:val>
                                        </p:tav>
                                      </p:tavLst>
                                    </p:anim>
                                  </p:childTnLst>
                                </p:cTn>
                              </p:par>
                              <p:par>
                                <p:cTn id="226" presetID="2" presetClass="entr" presetSubtype="4" fill="hold" grpId="0" nodeType="withEffect">
                                  <p:stCondLst>
                                    <p:cond delay="0"/>
                                  </p:stCondLst>
                                  <p:childTnLst>
                                    <p:set>
                                      <p:cBhvr>
                                        <p:cTn id="227" dur="1" fill="hold">
                                          <p:stCondLst>
                                            <p:cond delay="0"/>
                                          </p:stCondLst>
                                        </p:cTn>
                                        <p:tgtEl>
                                          <p:spTgt spid="78"/>
                                        </p:tgtEl>
                                        <p:attrNameLst>
                                          <p:attrName>style.visibility</p:attrName>
                                        </p:attrNameLst>
                                      </p:cBhvr>
                                      <p:to>
                                        <p:strVal val="visible"/>
                                      </p:to>
                                    </p:set>
                                    <p:anim calcmode="lin" valueType="num">
                                      <p:cBhvr additive="base">
                                        <p:cTn id="228" dur="500" fill="hold"/>
                                        <p:tgtEl>
                                          <p:spTgt spid="78"/>
                                        </p:tgtEl>
                                        <p:attrNameLst>
                                          <p:attrName>ppt_x</p:attrName>
                                        </p:attrNameLst>
                                      </p:cBhvr>
                                      <p:tavLst>
                                        <p:tav tm="0">
                                          <p:val>
                                            <p:strVal val="#ppt_x"/>
                                          </p:val>
                                        </p:tav>
                                        <p:tav tm="100000">
                                          <p:val>
                                            <p:strVal val="#ppt_x"/>
                                          </p:val>
                                        </p:tav>
                                      </p:tavLst>
                                    </p:anim>
                                    <p:anim calcmode="lin" valueType="num">
                                      <p:cBhvr additive="base">
                                        <p:cTn id="229" dur="500" fill="hold"/>
                                        <p:tgtEl>
                                          <p:spTgt spid="78"/>
                                        </p:tgtEl>
                                        <p:attrNameLst>
                                          <p:attrName>ppt_y</p:attrName>
                                        </p:attrNameLst>
                                      </p:cBhvr>
                                      <p:tavLst>
                                        <p:tav tm="0">
                                          <p:val>
                                            <p:strVal val="1+#ppt_h/2"/>
                                          </p:val>
                                        </p:tav>
                                        <p:tav tm="100000">
                                          <p:val>
                                            <p:strVal val="#ppt_y"/>
                                          </p:val>
                                        </p:tav>
                                      </p:tavLst>
                                    </p:anim>
                                  </p:childTnLst>
                                </p:cTn>
                              </p:par>
                              <p:par>
                                <p:cTn id="230" presetID="2" presetClass="entr" presetSubtype="4" fill="hold" grpId="0" nodeType="withEffect">
                                  <p:stCondLst>
                                    <p:cond delay="0"/>
                                  </p:stCondLst>
                                  <p:childTnLst>
                                    <p:set>
                                      <p:cBhvr>
                                        <p:cTn id="231" dur="1" fill="hold">
                                          <p:stCondLst>
                                            <p:cond delay="0"/>
                                          </p:stCondLst>
                                        </p:cTn>
                                        <p:tgtEl>
                                          <p:spTgt spid="79"/>
                                        </p:tgtEl>
                                        <p:attrNameLst>
                                          <p:attrName>style.visibility</p:attrName>
                                        </p:attrNameLst>
                                      </p:cBhvr>
                                      <p:to>
                                        <p:strVal val="visible"/>
                                      </p:to>
                                    </p:set>
                                    <p:anim calcmode="lin" valueType="num">
                                      <p:cBhvr additive="base">
                                        <p:cTn id="232" dur="500" fill="hold"/>
                                        <p:tgtEl>
                                          <p:spTgt spid="79"/>
                                        </p:tgtEl>
                                        <p:attrNameLst>
                                          <p:attrName>ppt_x</p:attrName>
                                        </p:attrNameLst>
                                      </p:cBhvr>
                                      <p:tavLst>
                                        <p:tav tm="0">
                                          <p:val>
                                            <p:strVal val="#ppt_x"/>
                                          </p:val>
                                        </p:tav>
                                        <p:tav tm="100000">
                                          <p:val>
                                            <p:strVal val="#ppt_x"/>
                                          </p:val>
                                        </p:tav>
                                      </p:tavLst>
                                    </p:anim>
                                    <p:anim calcmode="lin" valueType="num">
                                      <p:cBhvr additive="base">
                                        <p:cTn id="233" dur="500" fill="hold"/>
                                        <p:tgtEl>
                                          <p:spTgt spid="79"/>
                                        </p:tgtEl>
                                        <p:attrNameLst>
                                          <p:attrName>ppt_y</p:attrName>
                                        </p:attrNameLst>
                                      </p:cBhvr>
                                      <p:tavLst>
                                        <p:tav tm="0">
                                          <p:val>
                                            <p:strVal val="1+#ppt_h/2"/>
                                          </p:val>
                                        </p:tav>
                                        <p:tav tm="100000">
                                          <p:val>
                                            <p:strVal val="#ppt_y"/>
                                          </p:val>
                                        </p:tav>
                                      </p:tavLst>
                                    </p:anim>
                                  </p:childTnLst>
                                </p:cTn>
                              </p:par>
                              <p:par>
                                <p:cTn id="234" presetID="2" presetClass="entr" presetSubtype="4" fill="hold" grpId="0" nodeType="withEffect">
                                  <p:stCondLst>
                                    <p:cond delay="0"/>
                                  </p:stCondLst>
                                  <p:childTnLst>
                                    <p:set>
                                      <p:cBhvr>
                                        <p:cTn id="235" dur="1" fill="hold">
                                          <p:stCondLst>
                                            <p:cond delay="0"/>
                                          </p:stCondLst>
                                        </p:cTn>
                                        <p:tgtEl>
                                          <p:spTgt spid="80"/>
                                        </p:tgtEl>
                                        <p:attrNameLst>
                                          <p:attrName>style.visibility</p:attrName>
                                        </p:attrNameLst>
                                      </p:cBhvr>
                                      <p:to>
                                        <p:strVal val="visible"/>
                                      </p:to>
                                    </p:set>
                                    <p:anim calcmode="lin" valueType="num">
                                      <p:cBhvr additive="base">
                                        <p:cTn id="236" dur="500" fill="hold"/>
                                        <p:tgtEl>
                                          <p:spTgt spid="80"/>
                                        </p:tgtEl>
                                        <p:attrNameLst>
                                          <p:attrName>ppt_x</p:attrName>
                                        </p:attrNameLst>
                                      </p:cBhvr>
                                      <p:tavLst>
                                        <p:tav tm="0">
                                          <p:val>
                                            <p:strVal val="#ppt_x"/>
                                          </p:val>
                                        </p:tav>
                                        <p:tav tm="100000">
                                          <p:val>
                                            <p:strVal val="#ppt_x"/>
                                          </p:val>
                                        </p:tav>
                                      </p:tavLst>
                                    </p:anim>
                                    <p:anim calcmode="lin" valueType="num">
                                      <p:cBhvr additive="base">
                                        <p:cTn id="237" dur="500" fill="hold"/>
                                        <p:tgtEl>
                                          <p:spTgt spid="80"/>
                                        </p:tgtEl>
                                        <p:attrNameLst>
                                          <p:attrName>ppt_y</p:attrName>
                                        </p:attrNameLst>
                                      </p:cBhvr>
                                      <p:tavLst>
                                        <p:tav tm="0">
                                          <p:val>
                                            <p:strVal val="1+#ppt_h/2"/>
                                          </p:val>
                                        </p:tav>
                                        <p:tav tm="100000">
                                          <p:val>
                                            <p:strVal val="#ppt_y"/>
                                          </p:val>
                                        </p:tav>
                                      </p:tavLst>
                                    </p:anim>
                                  </p:childTnLst>
                                </p:cTn>
                              </p:par>
                              <p:par>
                                <p:cTn id="238" presetID="2" presetClass="entr" presetSubtype="4" fill="hold" grpId="0" nodeType="withEffect">
                                  <p:stCondLst>
                                    <p:cond delay="0"/>
                                  </p:stCondLst>
                                  <p:childTnLst>
                                    <p:set>
                                      <p:cBhvr>
                                        <p:cTn id="239" dur="1" fill="hold">
                                          <p:stCondLst>
                                            <p:cond delay="0"/>
                                          </p:stCondLst>
                                        </p:cTn>
                                        <p:tgtEl>
                                          <p:spTgt spid="81"/>
                                        </p:tgtEl>
                                        <p:attrNameLst>
                                          <p:attrName>style.visibility</p:attrName>
                                        </p:attrNameLst>
                                      </p:cBhvr>
                                      <p:to>
                                        <p:strVal val="visible"/>
                                      </p:to>
                                    </p:set>
                                    <p:anim calcmode="lin" valueType="num">
                                      <p:cBhvr additive="base">
                                        <p:cTn id="240" dur="500" fill="hold"/>
                                        <p:tgtEl>
                                          <p:spTgt spid="81"/>
                                        </p:tgtEl>
                                        <p:attrNameLst>
                                          <p:attrName>ppt_x</p:attrName>
                                        </p:attrNameLst>
                                      </p:cBhvr>
                                      <p:tavLst>
                                        <p:tav tm="0">
                                          <p:val>
                                            <p:strVal val="#ppt_x"/>
                                          </p:val>
                                        </p:tav>
                                        <p:tav tm="100000">
                                          <p:val>
                                            <p:strVal val="#ppt_x"/>
                                          </p:val>
                                        </p:tav>
                                      </p:tavLst>
                                    </p:anim>
                                    <p:anim calcmode="lin" valueType="num">
                                      <p:cBhvr additive="base">
                                        <p:cTn id="241" dur="500" fill="hold"/>
                                        <p:tgtEl>
                                          <p:spTgt spid="81"/>
                                        </p:tgtEl>
                                        <p:attrNameLst>
                                          <p:attrName>ppt_y</p:attrName>
                                        </p:attrNameLst>
                                      </p:cBhvr>
                                      <p:tavLst>
                                        <p:tav tm="0">
                                          <p:val>
                                            <p:strVal val="1+#ppt_h/2"/>
                                          </p:val>
                                        </p:tav>
                                        <p:tav tm="100000">
                                          <p:val>
                                            <p:strVal val="#ppt_y"/>
                                          </p:val>
                                        </p:tav>
                                      </p:tavLst>
                                    </p:anim>
                                  </p:childTnLst>
                                </p:cTn>
                              </p:par>
                              <p:par>
                                <p:cTn id="242" presetID="2" presetClass="entr" presetSubtype="4" fill="hold" grpId="0" nodeType="withEffect">
                                  <p:stCondLst>
                                    <p:cond delay="0"/>
                                  </p:stCondLst>
                                  <p:childTnLst>
                                    <p:set>
                                      <p:cBhvr>
                                        <p:cTn id="243" dur="1" fill="hold">
                                          <p:stCondLst>
                                            <p:cond delay="0"/>
                                          </p:stCondLst>
                                        </p:cTn>
                                        <p:tgtEl>
                                          <p:spTgt spid="82"/>
                                        </p:tgtEl>
                                        <p:attrNameLst>
                                          <p:attrName>style.visibility</p:attrName>
                                        </p:attrNameLst>
                                      </p:cBhvr>
                                      <p:to>
                                        <p:strVal val="visible"/>
                                      </p:to>
                                    </p:set>
                                    <p:anim calcmode="lin" valueType="num">
                                      <p:cBhvr additive="base">
                                        <p:cTn id="244" dur="500" fill="hold"/>
                                        <p:tgtEl>
                                          <p:spTgt spid="82"/>
                                        </p:tgtEl>
                                        <p:attrNameLst>
                                          <p:attrName>ppt_x</p:attrName>
                                        </p:attrNameLst>
                                      </p:cBhvr>
                                      <p:tavLst>
                                        <p:tav tm="0">
                                          <p:val>
                                            <p:strVal val="#ppt_x"/>
                                          </p:val>
                                        </p:tav>
                                        <p:tav tm="100000">
                                          <p:val>
                                            <p:strVal val="#ppt_x"/>
                                          </p:val>
                                        </p:tav>
                                      </p:tavLst>
                                    </p:anim>
                                    <p:anim calcmode="lin" valueType="num">
                                      <p:cBhvr additive="base">
                                        <p:cTn id="245" dur="500" fill="hold"/>
                                        <p:tgtEl>
                                          <p:spTgt spid="82"/>
                                        </p:tgtEl>
                                        <p:attrNameLst>
                                          <p:attrName>ppt_y</p:attrName>
                                        </p:attrNameLst>
                                      </p:cBhvr>
                                      <p:tavLst>
                                        <p:tav tm="0">
                                          <p:val>
                                            <p:strVal val="1+#ppt_h/2"/>
                                          </p:val>
                                        </p:tav>
                                        <p:tav tm="100000">
                                          <p:val>
                                            <p:strVal val="#ppt_y"/>
                                          </p:val>
                                        </p:tav>
                                      </p:tavLst>
                                    </p:anim>
                                  </p:childTnLst>
                                </p:cTn>
                              </p:par>
                              <p:par>
                                <p:cTn id="246" presetID="2" presetClass="entr" presetSubtype="4" fill="hold" grpId="0" nodeType="withEffect">
                                  <p:stCondLst>
                                    <p:cond delay="0"/>
                                  </p:stCondLst>
                                  <p:childTnLst>
                                    <p:set>
                                      <p:cBhvr>
                                        <p:cTn id="247" dur="1" fill="hold">
                                          <p:stCondLst>
                                            <p:cond delay="0"/>
                                          </p:stCondLst>
                                        </p:cTn>
                                        <p:tgtEl>
                                          <p:spTgt spid="83"/>
                                        </p:tgtEl>
                                        <p:attrNameLst>
                                          <p:attrName>style.visibility</p:attrName>
                                        </p:attrNameLst>
                                      </p:cBhvr>
                                      <p:to>
                                        <p:strVal val="visible"/>
                                      </p:to>
                                    </p:set>
                                    <p:anim calcmode="lin" valueType="num">
                                      <p:cBhvr additive="base">
                                        <p:cTn id="248" dur="500" fill="hold"/>
                                        <p:tgtEl>
                                          <p:spTgt spid="83"/>
                                        </p:tgtEl>
                                        <p:attrNameLst>
                                          <p:attrName>ppt_x</p:attrName>
                                        </p:attrNameLst>
                                      </p:cBhvr>
                                      <p:tavLst>
                                        <p:tav tm="0">
                                          <p:val>
                                            <p:strVal val="#ppt_x"/>
                                          </p:val>
                                        </p:tav>
                                        <p:tav tm="100000">
                                          <p:val>
                                            <p:strVal val="#ppt_x"/>
                                          </p:val>
                                        </p:tav>
                                      </p:tavLst>
                                    </p:anim>
                                    <p:anim calcmode="lin" valueType="num">
                                      <p:cBhvr additive="base">
                                        <p:cTn id="249" dur="500" fill="hold"/>
                                        <p:tgtEl>
                                          <p:spTgt spid="83"/>
                                        </p:tgtEl>
                                        <p:attrNameLst>
                                          <p:attrName>ppt_y</p:attrName>
                                        </p:attrNameLst>
                                      </p:cBhvr>
                                      <p:tavLst>
                                        <p:tav tm="0">
                                          <p:val>
                                            <p:strVal val="1+#ppt_h/2"/>
                                          </p:val>
                                        </p:tav>
                                        <p:tav tm="100000">
                                          <p:val>
                                            <p:strVal val="#ppt_y"/>
                                          </p:val>
                                        </p:tav>
                                      </p:tavLst>
                                    </p:anim>
                                  </p:childTnLst>
                                </p:cTn>
                              </p:par>
                              <p:par>
                                <p:cTn id="250" presetID="2" presetClass="entr" presetSubtype="1" fill="hold" grpId="0" nodeType="withEffect">
                                  <p:stCondLst>
                                    <p:cond delay="0"/>
                                  </p:stCondLst>
                                  <p:childTnLst>
                                    <p:set>
                                      <p:cBhvr>
                                        <p:cTn id="251" dur="1" fill="hold">
                                          <p:stCondLst>
                                            <p:cond delay="0"/>
                                          </p:stCondLst>
                                        </p:cTn>
                                        <p:tgtEl>
                                          <p:spTgt spid="84"/>
                                        </p:tgtEl>
                                        <p:attrNameLst>
                                          <p:attrName>style.visibility</p:attrName>
                                        </p:attrNameLst>
                                      </p:cBhvr>
                                      <p:to>
                                        <p:strVal val="visible"/>
                                      </p:to>
                                    </p:set>
                                    <p:anim calcmode="lin" valueType="num">
                                      <p:cBhvr additive="base">
                                        <p:cTn id="252" dur="500" fill="hold"/>
                                        <p:tgtEl>
                                          <p:spTgt spid="84"/>
                                        </p:tgtEl>
                                        <p:attrNameLst>
                                          <p:attrName>ppt_x</p:attrName>
                                        </p:attrNameLst>
                                      </p:cBhvr>
                                      <p:tavLst>
                                        <p:tav tm="0">
                                          <p:val>
                                            <p:strVal val="#ppt_x"/>
                                          </p:val>
                                        </p:tav>
                                        <p:tav tm="100000">
                                          <p:val>
                                            <p:strVal val="#ppt_x"/>
                                          </p:val>
                                        </p:tav>
                                      </p:tavLst>
                                    </p:anim>
                                    <p:anim calcmode="lin" valueType="num">
                                      <p:cBhvr additive="base">
                                        <p:cTn id="253" dur="500" fill="hold"/>
                                        <p:tgtEl>
                                          <p:spTgt spid="84"/>
                                        </p:tgtEl>
                                        <p:attrNameLst>
                                          <p:attrName>ppt_y</p:attrName>
                                        </p:attrNameLst>
                                      </p:cBhvr>
                                      <p:tavLst>
                                        <p:tav tm="0">
                                          <p:val>
                                            <p:strVal val="0-#ppt_h/2"/>
                                          </p:val>
                                        </p:tav>
                                        <p:tav tm="100000">
                                          <p:val>
                                            <p:strVal val="#ppt_y"/>
                                          </p:val>
                                        </p:tav>
                                      </p:tavLst>
                                    </p:anim>
                                  </p:childTnLst>
                                </p:cTn>
                              </p:par>
                              <p:par>
                                <p:cTn id="254" presetID="2" presetClass="entr" presetSubtype="4" fill="hold" grpId="0" nodeType="withEffect">
                                  <p:stCondLst>
                                    <p:cond delay="0"/>
                                  </p:stCondLst>
                                  <p:childTnLst>
                                    <p:set>
                                      <p:cBhvr>
                                        <p:cTn id="255" dur="1" fill="hold">
                                          <p:stCondLst>
                                            <p:cond delay="0"/>
                                          </p:stCondLst>
                                        </p:cTn>
                                        <p:tgtEl>
                                          <p:spTgt spid="85"/>
                                        </p:tgtEl>
                                        <p:attrNameLst>
                                          <p:attrName>style.visibility</p:attrName>
                                        </p:attrNameLst>
                                      </p:cBhvr>
                                      <p:to>
                                        <p:strVal val="visible"/>
                                      </p:to>
                                    </p:set>
                                    <p:anim calcmode="lin" valueType="num">
                                      <p:cBhvr additive="base">
                                        <p:cTn id="256" dur="500" fill="hold"/>
                                        <p:tgtEl>
                                          <p:spTgt spid="85"/>
                                        </p:tgtEl>
                                        <p:attrNameLst>
                                          <p:attrName>ppt_x</p:attrName>
                                        </p:attrNameLst>
                                      </p:cBhvr>
                                      <p:tavLst>
                                        <p:tav tm="0">
                                          <p:val>
                                            <p:strVal val="#ppt_x"/>
                                          </p:val>
                                        </p:tav>
                                        <p:tav tm="100000">
                                          <p:val>
                                            <p:strVal val="#ppt_x"/>
                                          </p:val>
                                        </p:tav>
                                      </p:tavLst>
                                    </p:anim>
                                    <p:anim calcmode="lin" valueType="num">
                                      <p:cBhvr additive="base">
                                        <p:cTn id="257" dur="500" fill="hold"/>
                                        <p:tgtEl>
                                          <p:spTgt spid="85"/>
                                        </p:tgtEl>
                                        <p:attrNameLst>
                                          <p:attrName>ppt_y</p:attrName>
                                        </p:attrNameLst>
                                      </p:cBhvr>
                                      <p:tavLst>
                                        <p:tav tm="0">
                                          <p:val>
                                            <p:strVal val="1+#ppt_h/2"/>
                                          </p:val>
                                        </p:tav>
                                        <p:tav tm="100000">
                                          <p:val>
                                            <p:strVal val="#ppt_y"/>
                                          </p:val>
                                        </p:tav>
                                      </p:tavLst>
                                    </p:anim>
                                  </p:childTnLst>
                                </p:cTn>
                              </p:par>
                              <p:par>
                                <p:cTn id="258" presetID="2" presetClass="entr" presetSubtype="4" fill="hold" grpId="0" nodeType="withEffect">
                                  <p:stCondLst>
                                    <p:cond delay="0"/>
                                  </p:stCondLst>
                                  <p:childTnLst>
                                    <p:set>
                                      <p:cBhvr>
                                        <p:cTn id="259" dur="1" fill="hold">
                                          <p:stCondLst>
                                            <p:cond delay="0"/>
                                          </p:stCondLst>
                                        </p:cTn>
                                        <p:tgtEl>
                                          <p:spTgt spid="86"/>
                                        </p:tgtEl>
                                        <p:attrNameLst>
                                          <p:attrName>style.visibility</p:attrName>
                                        </p:attrNameLst>
                                      </p:cBhvr>
                                      <p:to>
                                        <p:strVal val="visible"/>
                                      </p:to>
                                    </p:set>
                                    <p:anim calcmode="lin" valueType="num">
                                      <p:cBhvr additive="base">
                                        <p:cTn id="260" dur="500" fill="hold"/>
                                        <p:tgtEl>
                                          <p:spTgt spid="86"/>
                                        </p:tgtEl>
                                        <p:attrNameLst>
                                          <p:attrName>ppt_x</p:attrName>
                                        </p:attrNameLst>
                                      </p:cBhvr>
                                      <p:tavLst>
                                        <p:tav tm="0">
                                          <p:val>
                                            <p:strVal val="#ppt_x"/>
                                          </p:val>
                                        </p:tav>
                                        <p:tav tm="100000">
                                          <p:val>
                                            <p:strVal val="#ppt_x"/>
                                          </p:val>
                                        </p:tav>
                                      </p:tavLst>
                                    </p:anim>
                                    <p:anim calcmode="lin" valueType="num">
                                      <p:cBhvr additive="base">
                                        <p:cTn id="261" dur="500" fill="hold"/>
                                        <p:tgtEl>
                                          <p:spTgt spid="86"/>
                                        </p:tgtEl>
                                        <p:attrNameLst>
                                          <p:attrName>ppt_y</p:attrName>
                                        </p:attrNameLst>
                                      </p:cBhvr>
                                      <p:tavLst>
                                        <p:tav tm="0">
                                          <p:val>
                                            <p:strVal val="1+#ppt_h/2"/>
                                          </p:val>
                                        </p:tav>
                                        <p:tav tm="100000">
                                          <p:val>
                                            <p:strVal val="#ppt_y"/>
                                          </p:val>
                                        </p:tav>
                                      </p:tavLst>
                                    </p:anim>
                                  </p:childTnLst>
                                </p:cTn>
                              </p:par>
                              <p:par>
                                <p:cTn id="262" presetID="2" presetClass="entr" presetSubtype="3" fill="hold" grpId="0" nodeType="withEffect">
                                  <p:stCondLst>
                                    <p:cond delay="0"/>
                                  </p:stCondLst>
                                  <p:childTnLst>
                                    <p:set>
                                      <p:cBhvr>
                                        <p:cTn id="263" dur="1" fill="hold">
                                          <p:stCondLst>
                                            <p:cond delay="0"/>
                                          </p:stCondLst>
                                        </p:cTn>
                                        <p:tgtEl>
                                          <p:spTgt spid="87"/>
                                        </p:tgtEl>
                                        <p:attrNameLst>
                                          <p:attrName>style.visibility</p:attrName>
                                        </p:attrNameLst>
                                      </p:cBhvr>
                                      <p:to>
                                        <p:strVal val="visible"/>
                                      </p:to>
                                    </p:set>
                                    <p:anim calcmode="lin" valueType="num">
                                      <p:cBhvr additive="base">
                                        <p:cTn id="264" dur="500" fill="hold"/>
                                        <p:tgtEl>
                                          <p:spTgt spid="87"/>
                                        </p:tgtEl>
                                        <p:attrNameLst>
                                          <p:attrName>ppt_x</p:attrName>
                                        </p:attrNameLst>
                                      </p:cBhvr>
                                      <p:tavLst>
                                        <p:tav tm="0">
                                          <p:val>
                                            <p:strVal val="1+#ppt_w/2"/>
                                          </p:val>
                                        </p:tav>
                                        <p:tav tm="100000">
                                          <p:val>
                                            <p:strVal val="#ppt_x"/>
                                          </p:val>
                                        </p:tav>
                                      </p:tavLst>
                                    </p:anim>
                                    <p:anim calcmode="lin" valueType="num">
                                      <p:cBhvr additive="base">
                                        <p:cTn id="265" dur="500" fill="hold"/>
                                        <p:tgtEl>
                                          <p:spTgt spid="87"/>
                                        </p:tgtEl>
                                        <p:attrNameLst>
                                          <p:attrName>ppt_y</p:attrName>
                                        </p:attrNameLst>
                                      </p:cBhvr>
                                      <p:tavLst>
                                        <p:tav tm="0">
                                          <p:val>
                                            <p:strVal val="0-#ppt_h/2"/>
                                          </p:val>
                                        </p:tav>
                                        <p:tav tm="100000">
                                          <p:val>
                                            <p:strVal val="#ppt_y"/>
                                          </p:val>
                                        </p:tav>
                                      </p:tavLst>
                                    </p:anim>
                                  </p:childTnLst>
                                </p:cTn>
                              </p:par>
                              <p:par>
                                <p:cTn id="266" presetID="2" presetClass="entr" presetSubtype="2" fill="hold" grpId="0" nodeType="withEffect">
                                  <p:stCondLst>
                                    <p:cond delay="0"/>
                                  </p:stCondLst>
                                  <p:childTnLst>
                                    <p:set>
                                      <p:cBhvr>
                                        <p:cTn id="267" dur="1" fill="hold">
                                          <p:stCondLst>
                                            <p:cond delay="0"/>
                                          </p:stCondLst>
                                        </p:cTn>
                                        <p:tgtEl>
                                          <p:spTgt spid="88"/>
                                        </p:tgtEl>
                                        <p:attrNameLst>
                                          <p:attrName>style.visibility</p:attrName>
                                        </p:attrNameLst>
                                      </p:cBhvr>
                                      <p:to>
                                        <p:strVal val="visible"/>
                                      </p:to>
                                    </p:set>
                                    <p:anim calcmode="lin" valueType="num">
                                      <p:cBhvr additive="base">
                                        <p:cTn id="268" dur="500" fill="hold"/>
                                        <p:tgtEl>
                                          <p:spTgt spid="88"/>
                                        </p:tgtEl>
                                        <p:attrNameLst>
                                          <p:attrName>ppt_x</p:attrName>
                                        </p:attrNameLst>
                                      </p:cBhvr>
                                      <p:tavLst>
                                        <p:tav tm="0">
                                          <p:val>
                                            <p:strVal val="1+#ppt_w/2"/>
                                          </p:val>
                                        </p:tav>
                                        <p:tav tm="100000">
                                          <p:val>
                                            <p:strVal val="#ppt_x"/>
                                          </p:val>
                                        </p:tav>
                                      </p:tavLst>
                                    </p:anim>
                                    <p:anim calcmode="lin" valueType="num">
                                      <p:cBhvr additive="base">
                                        <p:cTn id="269" dur="500" fill="hold"/>
                                        <p:tgtEl>
                                          <p:spTgt spid="88"/>
                                        </p:tgtEl>
                                        <p:attrNameLst>
                                          <p:attrName>ppt_y</p:attrName>
                                        </p:attrNameLst>
                                      </p:cBhvr>
                                      <p:tavLst>
                                        <p:tav tm="0">
                                          <p:val>
                                            <p:strVal val="#ppt_y"/>
                                          </p:val>
                                        </p:tav>
                                        <p:tav tm="100000">
                                          <p:val>
                                            <p:strVal val="#ppt_y"/>
                                          </p:val>
                                        </p:tav>
                                      </p:tavLst>
                                    </p:anim>
                                  </p:childTnLst>
                                </p:cTn>
                              </p:par>
                              <p:par>
                                <p:cTn id="270" presetID="2" presetClass="entr" presetSubtype="12" fill="hold" grpId="0" nodeType="withEffect">
                                  <p:stCondLst>
                                    <p:cond delay="0"/>
                                  </p:stCondLst>
                                  <p:childTnLst>
                                    <p:set>
                                      <p:cBhvr>
                                        <p:cTn id="271" dur="1" fill="hold">
                                          <p:stCondLst>
                                            <p:cond delay="0"/>
                                          </p:stCondLst>
                                        </p:cTn>
                                        <p:tgtEl>
                                          <p:spTgt spid="89"/>
                                        </p:tgtEl>
                                        <p:attrNameLst>
                                          <p:attrName>style.visibility</p:attrName>
                                        </p:attrNameLst>
                                      </p:cBhvr>
                                      <p:to>
                                        <p:strVal val="visible"/>
                                      </p:to>
                                    </p:set>
                                    <p:anim calcmode="lin" valueType="num">
                                      <p:cBhvr additive="base">
                                        <p:cTn id="272" dur="500" fill="hold"/>
                                        <p:tgtEl>
                                          <p:spTgt spid="89"/>
                                        </p:tgtEl>
                                        <p:attrNameLst>
                                          <p:attrName>ppt_x</p:attrName>
                                        </p:attrNameLst>
                                      </p:cBhvr>
                                      <p:tavLst>
                                        <p:tav tm="0">
                                          <p:val>
                                            <p:strVal val="0-#ppt_w/2"/>
                                          </p:val>
                                        </p:tav>
                                        <p:tav tm="100000">
                                          <p:val>
                                            <p:strVal val="#ppt_x"/>
                                          </p:val>
                                        </p:tav>
                                      </p:tavLst>
                                    </p:anim>
                                    <p:anim calcmode="lin" valueType="num">
                                      <p:cBhvr additive="base">
                                        <p:cTn id="273" dur="500" fill="hold"/>
                                        <p:tgtEl>
                                          <p:spTgt spid="89"/>
                                        </p:tgtEl>
                                        <p:attrNameLst>
                                          <p:attrName>ppt_y</p:attrName>
                                        </p:attrNameLst>
                                      </p:cBhvr>
                                      <p:tavLst>
                                        <p:tav tm="0">
                                          <p:val>
                                            <p:strVal val="1+#ppt_h/2"/>
                                          </p:val>
                                        </p:tav>
                                        <p:tav tm="100000">
                                          <p:val>
                                            <p:strVal val="#ppt_y"/>
                                          </p:val>
                                        </p:tav>
                                      </p:tavLst>
                                    </p:anim>
                                  </p:childTnLst>
                                </p:cTn>
                              </p:par>
                              <p:par>
                                <p:cTn id="274" presetID="2" presetClass="entr" presetSubtype="4" fill="hold" grpId="0" nodeType="withEffect">
                                  <p:stCondLst>
                                    <p:cond delay="0"/>
                                  </p:stCondLst>
                                  <p:childTnLst>
                                    <p:set>
                                      <p:cBhvr>
                                        <p:cTn id="275" dur="1" fill="hold">
                                          <p:stCondLst>
                                            <p:cond delay="0"/>
                                          </p:stCondLst>
                                        </p:cTn>
                                        <p:tgtEl>
                                          <p:spTgt spid="90"/>
                                        </p:tgtEl>
                                        <p:attrNameLst>
                                          <p:attrName>style.visibility</p:attrName>
                                        </p:attrNameLst>
                                      </p:cBhvr>
                                      <p:to>
                                        <p:strVal val="visible"/>
                                      </p:to>
                                    </p:set>
                                    <p:anim calcmode="lin" valueType="num">
                                      <p:cBhvr additive="base">
                                        <p:cTn id="276" dur="500" fill="hold"/>
                                        <p:tgtEl>
                                          <p:spTgt spid="90"/>
                                        </p:tgtEl>
                                        <p:attrNameLst>
                                          <p:attrName>ppt_x</p:attrName>
                                        </p:attrNameLst>
                                      </p:cBhvr>
                                      <p:tavLst>
                                        <p:tav tm="0">
                                          <p:val>
                                            <p:strVal val="#ppt_x"/>
                                          </p:val>
                                        </p:tav>
                                        <p:tav tm="100000">
                                          <p:val>
                                            <p:strVal val="#ppt_x"/>
                                          </p:val>
                                        </p:tav>
                                      </p:tavLst>
                                    </p:anim>
                                    <p:anim calcmode="lin" valueType="num">
                                      <p:cBhvr additive="base">
                                        <p:cTn id="277" dur="500" fill="hold"/>
                                        <p:tgtEl>
                                          <p:spTgt spid="90"/>
                                        </p:tgtEl>
                                        <p:attrNameLst>
                                          <p:attrName>ppt_y</p:attrName>
                                        </p:attrNameLst>
                                      </p:cBhvr>
                                      <p:tavLst>
                                        <p:tav tm="0">
                                          <p:val>
                                            <p:strVal val="1+#ppt_h/2"/>
                                          </p:val>
                                        </p:tav>
                                        <p:tav tm="100000">
                                          <p:val>
                                            <p:strVal val="#ppt_y"/>
                                          </p:val>
                                        </p:tav>
                                      </p:tavLst>
                                    </p:anim>
                                  </p:childTnLst>
                                </p:cTn>
                              </p:par>
                              <p:par>
                                <p:cTn id="278" presetID="2" presetClass="entr" presetSubtype="4" fill="hold" grpId="0" nodeType="withEffect">
                                  <p:stCondLst>
                                    <p:cond delay="0"/>
                                  </p:stCondLst>
                                  <p:childTnLst>
                                    <p:set>
                                      <p:cBhvr>
                                        <p:cTn id="279" dur="1" fill="hold">
                                          <p:stCondLst>
                                            <p:cond delay="0"/>
                                          </p:stCondLst>
                                        </p:cTn>
                                        <p:tgtEl>
                                          <p:spTgt spid="91"/>
                                        </p:tgtEl>
                                        <p:attrNameLst>
                                          <p:attrName>style.visibility</p:attrName>
                                        </p:attrNameLst>
                                      </p:cBhvr>
                                      <p:to>
                                        <p:strVal val="visible"/>
                                      </p:to>
                                    </p:set>
                                    <p:anim calcmode="lin" valueType="num">
                                      <p:cBhvr additive="base">
                                        <p:cTn id="280" dur="500" fill="hold"/>
                                        <p:tgtEl>
                                          <p:spTgt spid="91"/>
                                        </p:tgtEl>
                                        <p:attrNameLst>
                                          <p:attrName>ppt_x</p:attrName>
                                        </p:attrNameLst>
                                      </p:cBhvr>
                                      <p:tavLst>
                                        <p:tav tm="0">
                                          <p:val>
                                            <p:strVal val="#ppt_x"/>
                                          </p:val>
                                        </p:tav>
                                        <p:tav tm="100000">
                                          <p:val>
                                            <p:strVal val="#ppt_x"/>
                                          </p:val>
                                        </p:tav>
                                      </p:tavLst>
                                    </p:anim>
                                    <p:anim calcmode="lin" valueType="num">
                                      <p:cBhvr additive="base">
                                        <p:cTn id="281" dur="500" fill="hold"/>
                                        <p:tgtEl>
                                          <p:spTgt spid="91"/>
                                        </p:tgtEl>
                                        <p:attrNameLst>
                                          <p:attrName>ppt_y</p:attrName>
                                        </p:attrNameLst>
                                      </p:cBhvr>
                                      <p:tavLst>
                                        <p:tav tm="0">
                                          <p:val>
                                            <p:strVal val="1+#ppt_h/2"/>
                                          </p:val>
                                        </p:tav>
                                        <p:tav tm="100000">
                                          <p:val>
                                            <p:strVal val="#ppt_y"/>
                                          </p:val>
                                        </p:tav>
                                      </p:tavLst>
                                    </p:anim>
                                  </p:childTnLst>
                                </p:cTn>
                              </p:par>
                              <p:par>
                                <p:cTn id="282" presetID="2" presetClass="entr" presetSubtype="4" fill="hold" grpId="0" nodeType="withEffect">
                                  <p:stCondLst>
                                    <p:cond delay="0"/>
                                  </p:stCondLst>
                                  <p:childTnLst>
                                    <p:set>
                                      <p:cBhvr>
                                        <p:cTn id="283" dur="1" fill="hold">
                                          <p:stCondLst>
                                            <p:cond delay="0"/>
                                          </p:stCondLst>
                                        </p:cTn>
                                        <p:tgtEl>
                                          <p:spTgt spid="92"/>
                                        </p:tgtEl>
                                        <p:attrNameLst>
                                          <p:attrName>style.visibility</p:attrName>
                                        </p:attrNameLst>
                                      </p:cBhvr>
                                      <p:to>
                                        <p:strVal val="visible"/>
                                      </p:to>
                                    </p:set>
                                    <p:anim calcmode="lin" valueType="num">
                                      <p:cBhvr additive="base">
                                        <p:cTn id="284" dur="500" fill="hold"/>
                                        <p:tgtEl>
                                          <p:spTgt spid="92"/>
                                        </p:tgtEl>
                                        <p:attrNameLst>
                                          <p:attrName>ppt_x</p:attrName>
                                        </p:attrNameLst>
                                      </p:cBhvr>
                                      <p:tavLst>
                                        <p:tav tm="0">
                                          <p:val>
                                            <p:strVal val="#ppt_x"/>
                                          </p:val>
                                        </p:tav>
                                        <p:tav tm="100000">
                                          <p:val>
                                            <p:strVal val="#ppt_x"/>
                                          </p:val>
                                        </p:tav>
                                      </p:tavLst>
                                    </p:anim>
                                    <p:anim calcmode="lin" valueType="num">
                                      <p:cBhvr additive="base">
                                        <p:cTn id="285" dur="500" fill="hold"/>
                                        <p:tgtEl>
                                          <p:spTgt spid="92"/>
                                        </p:tgtEl>
                                        <p:attrNameLst>
                                          <p:attrName>ppt_y</p:attrName>
                                        </p:attrNameLst>
                                      </p:cBhvr>
                                      <p:tavLst>
                                        <p:tav tm="0">
                                          <p:val>
                                            <p:strVal val="1+#ppt_h/2"/>
                                          </p:val>
                                        </p:tav>
                                        <p:tav tm="100000">
                                          <p:val>
                                            <p:strVal val="#ppt_y"/>
                                          </p:val>
                                        </p:tav>
                                      </p:tavLst>
                                    </p:anim>
                                  </p:childTnLst>
                                </p:cTn>
                              </p:par>
                              <p:par>
                                <p:cTn id="286" presetID="2" presetClass="entr" presetSubtype="8" fill="hold" grpId="0" nodeType="withEffect">
                                  <p:stCondLst>
                                    <p:cond delay="0"/>
                                  </p:stCondLst>
                                  <p:childTnLst>
                                    <p:set>
                                      <p:cBhvr>
                                        <p:cTn id="287" dur="1" fill="hold">
                                          <p:stCondLst>
                                            <p:cond delay="0"/>
                                          </p:stCondLst>
                                        </p:cTn>
                                        <p:tgtEl>
                                          <p:spTgt spid="93"/>
                                        </p:tgtEl>
                                        <p:attrNameLst>
                                          <p:attrName>style.visibility</p:attrName>
                                        </p:attrNameLst>
                                      </p:cBhvr>
                                      <p:to>
                                        <p:strVal val="visible"/>
                                      </p:to>
                                    </p:set>
                                    <p:anim calcmode="lin" valueType="num">
                                      <p:cBhvr additive="base">
                                        <p:cTn id="288" dur="500" fill="hold"/>
                                        <p:tgtEl>
                                          <p:spTgt spid="93"/>
                                        </p:tgtEl>
                                        <p:attrNameLst>
                                          <p:attrName>ppt_x</p:attrName>
                                        </p:attrNameLst>
                                      </p:cBhvr>
                                      <p:tavLst>
                                        <p:tav tm="0">
                                          <p:val>
                                            <p:strVal val="0-#ppt_w/2"/>
                                          </p:val>
                                        </p:tav>
                                        <p:tav tm="100000">
                                          <p:val>
                                            <p:strVal val="#ppt_x"/>
                                          </p:val>
                                        </p:tav>
                                      </p:tavLst>
                                    </p:anim>
                                    <p:anim calcmode="lin" valueType="num">
                                      <p:cBhvr additive="base">
                                        <p:cTn id="289" dur="500" fill="hold"/>
                                        <p:tgtEl>
                                          <p:spTgt spid="93"/>
                                        </p:tgtEl>
                                        <p:attrNameLst>
                                          <p:attrName>ppt_y</p:attrName>
                                        </p:attrNameLst>
                                      </p:cBhvr>
                                      <p:tavLst>
                                        <p:tav tm="0">
                                          <p:val>
                                            <p:strVal val="#ppt_y"/>
                                          </p:val>
                                        </p:tav>
                                        <p:tav tm="100000">
                                          <p:val>
                                            <p:strVal val="#ppt_y"/>
                                          </p:val>
                                        </p:tav>
                                      </p:tavLst>
                                    </p:anim>
                                  </p:childTnLst>
                                </p:cTn>
                              </p:par>
                              <p:par>
                                <p:cTn id="290" presetID="2" presetClass="entr" presetSubtype="4" fill="hold" grpId="0" nodeType="withEffect">
                                  <p:stCondLst>
                                    <p:cond delay="0"/>
                                  </p:stCondLst>
                                  <p:childTnLst>
                                    <p:set>
                                      <p:cBhvr>
                                        <p:cTn id="291" dur="1" fill="hold">
                                          <p:stCondLst>
                                            <p:cond delay="0"/>
                                          </p:stCondLst>
                                        </p:cTn>
                                        <p:tgtEl>
                                          <p:spTgt spid="94"/>
                                        </p:tgtEl>
                                        <p:attrNameLst>
                                          <p:attrName>style.visibility</p:attrName>
                                        </p:attrNameLst>
                                      </p:cBhvr>
                                      <p:to>
                                        <p:strVal val="visible"/>
                                      </p:to>
                                    </p:set>
                                    <p:anim calcmode="lin" valueType="num">
                                      <p:cBhvr additive="base">
                                        <p:cTn id="292" dur="500" fill="hold"/>
                                        <p:tgtEl>
                                          <p:spTgt spid="94"/>
                                        </p:tgtEl>
                                        <p:attrNameLst>
                                          <p:attrName>ppt_x</p:attrName>
                                        </p:attrNameLst>
                                      </p:cBhvr>
                                      <p:tavLst>
                                        <p:tav tm="0">
                                          <p:val>
                                            <p:strVal val="#ppt_x"/>
                                          </p:val>
                                        </p:tav>
                                        <p:tav tm="100000">
                                          <p:val>
                                            <p:strVal val="#ppt_x"/>
                                          </p:val>
                                        </p:tav>
                                      </p:tavLst>
                                    </p:anim>
                                    <p:anim calcmode="lin" valueType="num">
                                      <p:cBhvr additive="base">
                                        <p:cTn id="293" dur="500" fill="hold"/>
                                        <p:tgtEl>
                                          <p:spTgt spid="94"/>
                                        </p:tgtEl>
                                        <p:attrNameLst>
                                          <p:attrName>ppt_y</p:attrName>
                                        </p:attrNameLst>
                                      </p:cBhvr>
                                      <p:tavLst>
                                        <p:tav tm="0">
                                          <p:val>
                                            <p:strVal val="1+#ppt_h/2"/>
                                          </p:val>
                                        </p:tav>
                                        <p:tav tm="100000">
                                          <p:val>
                                            <p:strVal val="#ppt_y"/>
                                          </p:val>
                                        </p:tav>
                                      </p:tavLst>
                                    </p:anim>
                                  </p:childTnLst>
                                </p:cTn>
                              </p:par>
                              <p:par>
                                <p:cTn id="294" presetID="2" presetClass="entr" presetSubtype="4" fill="hold" grpId="0" nodeType="withEffect">
                                  <p:stCondLst>
                                    <p:cond delay="0"/>
                                  </p:stCondLst>
                                  <p:childTnLst>
                                    <p:set>
                                      <p:cBhvr>
                                        <p:cTn id="295" dur="1" fill="hold">
                                          <p:stCondLst>
                                            <p:cond delay="0"/>
                                          </p:stCondLst>
                                        </p:cTn>
                                        <p:tgtEl>
                                          <p:spTgt spid="95"/>
                                        </p:tgtEl>
                                        <p:attrNameLst>
                                          <p:attrName>style.visibility</p:attrName>
                                        </p:attrNameLst>
                                      </p:cBhvr>
                                      <p:to>
                                        <p:strVal val="visible"/>
                                      </p:to>
                                    </p:set>
                                    <p:anim calcmode="lin" valueType="num">
                                      <p:cBhvr additive="base">
                                        <p:cTn id="296" dur="500" fill="hold"/>
                                        <p:tgtEl>
                                          <p:spTgt spid="95"/>
                                        </p:tgtEl>
                                        <p:attrNameLst>
                                          <p:attrName>ppt_x</p:attrName>
                                        </p:attrNameLst>
                                      </p:cBhvr>
                                      <p:tavLst>
                                        <p:tav tm="0">
                                          <p:val>
                                            <p:strVal val="#ppt_x"/>
                                          </p:val>
                                        </p:tav>
                                        <p:tav tm="100000">
                                          <p:val>
                                            <p:strVal val="#ppt_x"/>
                                          </p:val>
                                        </p:tav>
                                      </p:tavLst>
                                    </p:anim>
                                    <p:anim calcmode="lin" valueType="num">
                                      <p:cBhvr additive="base">
                                        <p:cTn id="297" dur="500" fill="hold"/>
                                        <p:tgtEl>
                                          <p:spTgt spid="95"/>
                                        </p:tgtEl>
                                        <p:attrNameLst>
                                          <p:attrName>ppt_y</p:attrName>
                                        </p:attrNameLst>
                                      </p:cBhvr>
                                      <p:tavLst>
                                        <p:tav tm="0">
                                          <p:val>
                                            <p:strVal val="1+#ppt_h/2"/>
                                          </p:val>
                                        </p:tav>
                                        <p:tav tm="100000">
                                          <p:val>
                                            <p:strVal val="#ppt_y"/>
                                          </p:val>
                                        </p:tav>
                                      </p:tavLst>
                                    </p:anim>
                                  </p:childTnLst>
                                </p:cTn>
                              </p:par>
                              <p:par>
                                <p:cTn id="298" presetID="2" presetClass="entr" presetSubtype="4" fill="hold" grpId="0" nodeType="withEffect">
                                  <p:stCondLst>
                                    <p:cond delay="0"/>
                                  </p:stCondLst>
                                  <p:childTnLst>
                                    <p:set>
                                      <p:cBhvr>
                                        <p:cTn id="299" dur="1" fill="hold">
                                          <p:stCondLst>
                                            <p:cond delay="0"/>
                                          </p:stCondLst>
                                        </p:cTn>
                                        <p:tgtEl>
                                          <p:spTgt spid="96"/>
                                        </p:tgtEl>
                                        <p:attrNameLst>
                                          <p:attrName>style.visibility</p:attrName>
                                        </p:attrNameLst>
                                      </p:cBhvr>
                                      <p:to>
                                        <p:strVal val="visible"/>
                                      </p:to>
                                    </p:set>
                                    <p:anim calcmode="lin" valueType="num">
                                      <p:cBhvr additive="base">
                                        <p:cTn id="300" dur="500" fill="hold"/>
                                        <p:tgtEl>
                                          <p:spTgt spid="96"/>
                                        </p:tgtEl>
                                        <p:attrNameLst>
                                          <p:attrName>ppt_x</p:attrName>
                                        </p:attrNameLst>
                                      </p:cBhvr>
                                      <p:tavLst>
                                        <p:tav tm="0">
                                          <p:val>
                                            <p:strVal val="#ppt_x"/>
                                          </p:val>
                                        </p:tav>
                                        <p:tav tm="100000">
                                          <p:val>
                                            <p:strVal val="#ppt_x"/>
                                          </p:val>
                                        </p:tav>
                                      </p:tavLst>
                                    </p:anim>
                                    <p:anim calcmode="lin" valueType="num">
                                      <p:cBhvr additive="base">
                                        <p:cTn id="301" dur="500" fill="hold"/>
                                        <p:tgtEl>
                                          <p:spTgt spid="96"/>
                                        </p:tgtEl>
                                        <p:attrNameLst>
                                          <p:attrName>ppt_y</p:attrName>
                                        </p:attrNameLst>
                                      </p:cBhvr>
                                      <p:tavLst>
                                        <p:tav tm="0">
                                          <p:val>
                                            <p:strVal val="1+#ppt_h/2"/>
                                          </p:val>
                                        </p:tav>
                                        <p:tav tm="100000">
                                          <p:val>
                                            <p:strVal val="#ppt_y"/>
                                          </p:val>
                                        </p:tav>
                                      </p:tavLst>
                                    </p:anim>
                                  </p:childTnLst>
                                </p:cTn>
                              </p:par>
                              <p:par>
                                <p:cTn id="302" presetID="2" presetClass="entr" presetSubtype="4" fill="hold" grpId="0" nodeType="withEffect">
                                  <p:stCondLst>
                                    <p:cond delay="0"/>
                                  </p:stCondLst>
                                  <p:childTnLst>
                                    <p:set>
                                      <p:cBhvr>
                                        <p:cTn id="303" dur="1" fill="hold">
                                          <p:stCondLst>
                                            <p:cond delay="0"/>
                                          </p:stCondLst>
                                        </p:cTn>
                                        <p:tgtEl>
                                          <p:spTgt spid="97"/>
                                        </p:tgtEl>
                                        <p:attrNameLst>
                                          <p:attrName>style.visibility</p:attrName>
                                        </p:attrNameLst>
                                      </p:cBhvr>
                                      <p:to>
                                        <p:strVal val="visible"/>
                                      </p:to>
                                    </p:set>
                                    <p:anim calcmode="lin" valueType="num">
                                      <p:cBhvr additive="base">
                                        <p:cTn id="304" dur="500" fill="hold"/>
                                        <p:tgtEl>
                                          <p:spTgt spid="97"/>
                                        </p:tgtEl>
                                        <p:attrNameLst>
                                          <p:attrName>ppt_x</p:attrName>
                                        </p:attrNameLst>
                                      </p:cBhvr>
                                      <p:tavLst>
                                        <p:tav tm="0">
                                          <p:val>
                                            <p:strVal val="#ppt_x"/>
                                          </p:val>
                                        </p:tav>
                                        <p:tav tm="100000">
                                          <p:val>
                                            <p:strVal val="#ppt_x"/>
                                          </p:val>
                                        </p:tav>
                                      </p:tavLst>
                                    </p:anim>
                                    <p:anim calcmode="lin" valueType="num">
                                      <p:cBhvr additive="base">
                                        <p:cTn id="305" dur="500" fill="hold"/>
                                        <p:tgtEl>
                                          <p:spTgt spid="97"/>
                                        </p:tgtEl>
                                        <p:attrNameLst>
                                          <p:attrName>ppt_y</p:attrName>
                                        </p:attrNameLst>
                                      </p:cBhvr>
                                      <p:tavLst>
                                        <p:tav tm="0">
                                          <p:val>
                                            <p:strVal val="1+#ppt_h/2"/>
                                          </p:val>
                                        </p:tav>
                                        <p:tav tm="100000">
                                          <p:val>
                                            <p:strVal val="#ppt_y"/>
                                          </p:val>
                                        </p:tav>
                                      </p:tavLst>
                                    </p:anim>
                                  </p:childTnLst>
                                </p:cTn>
                              </p:par>
                              <p:par>
                                <p:cTn id="306" presetID="2" presetClass="entr" presetSubtype="4" fill="hold" grpId="0" nodeType="withEffect">
                                  <p:stCondLst>
                                    <p:cond delay="0"/>
                                  </p:stCondLst>
                                  <p:childTnLst>
                                    <p:set>
                                      <p:cBhvr>
                                        <p:cTn id="307" dur="1" fill="hold">
                                          <p:stCondLst>
                                            <p:cond delay="0"/>
                                          </p:stCondLst>
                                        </p:cTn>
                                        <p:tgtEl>
                                          <p:spTgt spid="98"/>
                                        </p:tgtEl>
                                        <p:attrNameLst>
                                          <p:attrName>style.visibility</p:attrName>
                                        </p:attrNameLst>
                                      </p:cBhvr>
                                      <p:to>
                                        <p:strVal val="visible"/>
                                      </p:to>
                                    </p:set>
                                    <p:anim calcmode="lin" valueType="num">
                                      <p:cBhvr additive="base">
                                        <p:cTn id="308" dur="500" fill="hold"/>
                                        <p:tgtEl>
                                          <p:spTgt spid="98"/>
                                        </p:tgtEl>
                                        <p:attrNameLst>
                                          <p:attrName>ppt_x</p:attrName>
                                        </p:attrNameLst>
                                      </p:cBhvr>
                                      <p:tavLst>
                                        <p:tav tm="0">
                                          <p:val>
                                            <p:strVal val="#ppt_x"/>
                                          </p:val>
                                        </p:tav>
                                        <p:tav tm="100000">
                                          <p:val>
                                            <p:strVal val="#ppt_x"/>
                                          </p:val>
                                        </p:tav>
                                      </p:tavLst>
                                    </p:anim>
                                    <p:anim calcmode="lin" valueType="num">
                                      <p:cBhvr additive="base">
                                        <p:cTn id="309" dur="500" fill="hold"/>
                                        <p:tgtEl>
                                          <p:spTgt spid="98"/>
                                        </p:tgtEl>
                                        <p:attrNameLst>
                                          <p:attrName>ppt_y</p:attrName>
                                        </p:attrNameLst>
                                      </p:cBhvr>
                                      <p:tavLst>
                                        <p:tav tm="0">
                                          <p:val>
                                            <p:strVal val="1+#ppt_h/2"/>
                                          </p:val>
                                        </p:tav>
                                        <p:tav tm="100000">
                                          <p:val>
                                            <p:strVal val="#ppt_y"/>
                                          </p:val>
                                        </p:tav>
                                      </p:tavLst>
                                    </p:anim>
                                  </p:childTnLst>
                                </p:cTn>
                              </p:par>
                              <p:par>
                                <p:cTn id="310" presetID="2" presetClass="entr" presetSubtype="4" fill="hold" grpId="0" nodeType="withEffect">
                                  <p:stCondLst>
                                    <p:cond delay="0"/>
                                  </p:stCondLst>
                                  <p:childTnLst>
                                    <p:set>
                                      <p:cBhvr>
                                        <p:cTn id="311" dur="1" fill="hold">
                                          <p:stCondLst>
                                            <p:cond delay="0"/>
                                          </p:stCondLst>
                                        </p:cTn>
                                        <p:tgtEl>
                                          <p:spTgt spid="99"/>
                                        </p:tgtEl>
                                        <p:attrNameLst>
                                          <p:attrName>style.visibility</p:attrName>
                                        </p:attrNameLst>
                                      </p:cBhvr>
                                      <p:to>
                                        <p:strVal val="visible"/>
                                      </p:to>
                                    </p:set>
                                    <p:anim calcmode="lin" valueType="num">
                                      <p:cBhvr additive="base">
                                        <p:cTn id="312" dur="500" fill="hold"/>
                                        <p:tgtEl>
                                          <p:spTgt spid="99"/>
                                        </p:tgtEl>
                                        <p:attrNameLst>
                                          <p:attrName>ppt_x</p:attrName>
                                        </p:attrNameLst>
                                      </p:cBhvr>
                                      <p:tavLst>
                                        <p:tav tm="0">
                                          <p:val>
                                            <p:strVal val="#ppt_x"/>
                                          </p:val>
                                        </p:tav>
                                        <p:tav tm="100000">
                                          <p:val>
                                            <p:strVal val="#ppt_x"/>
                                          </p:val>
                                        </p:tav>
                                      </p:tavLst>
                                    </p:anim>
                                    <p:anim calcmode="lin" valueType="num">
                                      <p:cBhvr additive="base">
                                        <p:cTn id="313" dur="500" fill="hold"/>
                                        <p:tgtEl>
                                          <p:spTgt spid="99"/>
                                        </p:tgtEl>
                                        <p:attrNameLst>
                                          <p:attrName>ppt_y</p:attrName>
                                        </p:attrNameLst>
                                      </p:cBhvr>
                                      <p:tavLst>
                                        <p:tav tm="0">
                                          <p:val>
                                            <p:strVal val="1+#ppt_h/2"/>
                                          </p:val>
                                        </p:tav>
                                        <p:tav tm="100000">
                                          <p:val>
                                            <p:strVal val="#ppt_y"/>
                                          </p:val>
                                        </p:tav>
                                      </p:tavLst>
                                    </p:anim>
                                  </p:childTnLst>
                                </p:cTn>
                              </p:par>
                              <p:par>
                                <p:cTn id="314" presetID="2" presetClass="entr" presetSubtype="4" fill="hold" grpId="0" nodeType="withEffect">
                                  <p:stCondLst>
                                    <p:cond delay="0"/>
                                  </p:stCondLst>
                                  <p:childTnLst>
                                    <p:set>
                                      <p:cBhvr>
                                        <p:cTn id="315" dur="1" fill="hold">
                                          <p:stCondLst>
                                            <p:cond delay="0"/>
                                          </p:stCondLst>
                                        </p:cTn>
                                        <p:tgtEl>
                                          <p:spTgt spid="100"/>
                                        </p:tgtEl>
                                        <p:attrNameLst>
                                          <p:attrName>style.visibility</p:attrName>
                                        </p:attrNameLst>
                                      </p:cBhvr>
                                      <p:to>
                                        <p:strVal val="visible"/>
                                      </p:to>
                                    </p:set>
                                    <p:anim calcmode="lin" valueType="num">
                                      <p:cBhvr additive="base">
                                        <p:cTn id="316" dur="500" fill="hold"/>
                                        <p:tgtEl>
                                          <p:spTgt spid="100"/>
                                        </p:tgtEl>
                                        <p:attrNameLst>
                                          <p:attrName>ppt_x</p:attrName>
                                        </p:attrNameLst>
                                      </p:cBhvr>
                                      <p:tavLst>
                                        <p:tav tm="0">
                                          <p:val>
                                            <p:strVal val="#ppt_x"/>
                                          </p:val>
                                        </p:tav>
                                        <p:tav tm="100000">
                                          <p:val>
                                            <p:strVal val="#ppt_x"/>
                                          </p:val>
                                        </p:tav>
                                      </p:tavLst>
                                    </p:anim>
                                    <p:anim calcmode="lin" valueType="num">
                                      <p:cBhvr additive="base">
                                        <p:cTn id="317" dur="500" fill="hold"/>
                                        <p:tgtEl>
                                          <p:spTgt spid="100"/>
                                        </p:tgtEl>
                                        <p:attrNameLst>
                                          <p:attrName>ppt_y</p:attrName>
                                        </p:attrNameLst>
                                      </p:cBhvr>
                                      <p:tavLst>
                                        <p:tav tm="0">
                                          <p:val>
                                            <p:strVal val="1+#ppt_h/2"/>
                                          </p:val>
                                        </p:tav>
                                        <p:tav tm="100000">
                                          <p:val>
                                            <p:strVal val="#ppt_y"/>
                                          </p:val>
                                        </p:tav>
                                      </p:tavLst>
                                    </p:anim>
                                  </p:childTnLst>
                                </p:cTn>
                              </p:par>
                              <p:par>
                                <p:cTn id="318" presetID="2" presetClass="entr" presetSubtype="4" fill="hold" grpId="0" nodeType="withEffect">
                                  <p:stCondLst>
                                    <p:cond delay="0"/>
                                  </p:stCondLst>
                                  <p:childTnLst>
                                    <p:set>
                                      <p:cBhvr>
                                        <p:cTn id="319" dur="1" fill="hold">
                                          <p:stCondLst>
                                            <p:cond delay="0"/>
                                          </p:stCondLst>
                                        </p:cTn>
                                        <p:tgtEl>
                                          <p:spTgt spid="101"/>
                                        </p:tgtEl>
                                        <p:attrNameLst>
                                          <p:attrName>style.visibility</p:attrName>
                                        </p:attrNameLst>
                                      </p:cBhvr>
                                      <p:to>
                                        <p:strVal val="visible"/>
                                      </p:to>
                                    </p:set>
                                    <p:anim calcmode="lin" valueType="num">
                                      <p:cBhvr additive="base">
                                        <p:cTn id="320" dur="500" fill="hold"/>
                                        <p:tgtEl>
                                          <p:spTgt spid="101"/>
                                        </p:tgtEl>
                                        <p:attrNameLst>
                                          <p:attrName>ppt_x</p:attrName>
                                        </p:attrNameLst>
                                      </p:cBhvr>
                                      <p:tavLst>
                                        <p:tav tm="0">
                                          <p:val>
                                            <p:strVal val="#ppt_x"/>
                                          </p:val>
                                        </p:tav>
                                        <p:tav tm="100000">
                                          <p:val>
                                            <p:strVal val="#ppt_x"/>
                                          </p:val>
                                        </p:tav>
                                      </p:tavLst>
                                    </p:anim>
                                    <p:anim calcmode="lin" valueType="num">
                                      <p:cBhvr additive="base">
                                        <p:cTn id="321" dur="500" fill="hold"/>
                                        <p:tgtEl>
                                          <p:spTgt spid="101"/>
                                        </p:tgtEl>
                                        <p:attrNameLst>
                                          <p:attrName>ppt_y</p:attrName>
                                        </p:attrNameLst>
                                      </p:cBhvr>
                                      <p:tavLst>
                                        <p:tav tm="0">
                                          <p:val>
                                            <p:strVal val="1+#ppt_h/2"/>
                                          </p:val>
                                        </p:tav>
                                        <p:tav tm="100000">
                                          <p:val>
                                            <p:strVal val="#ppt_y"/>
                                          </p:val>
                                        </p:tav>
                                      </p:tavLst>
                                    </p:anim>
                                  </p:childTnLst>
                                </p:cTn>
                              </p:par>
                              <p:par>
                                <p:cTn id="322" presetID="2" presetClass="entr" presetSubtype="4" fill="hold" grpId="0" nodeType="withEffect">
                                  <p:stCondLst>
                                    <p:cond delay="0"/>
                                  </p:stCondLst>
                                  <p:childTnLst>
                                    <p:set>
                                      <p:cBhvr>
                                        <p:cTn id="323" dur="1" fill="hold">
                                          <p:stCondLst>
                                            <p:cond delay="0"/>
                                          </p:stCondLst>
                                        </p:cTn>
                                        <p:tgtEl>
                                          <p:spTgt spid="102"/>
                                        </p:tgtEl>
                                        <p:attrNameLst>
                                          <p:attrName>style.visibility</p:attrName>
                                        </p:attrNameLst>
                                      </p:cBhvr>
                                      <p:to>
                                        <p:strVal val="visible"/>
                                      </p:to>
                                    </p:set>
                                    <p:anim calcmode="lin" valueType="num">
                                      <p:cBhvr additive="base">
                                        <p:cTn id="324" dur="500" fill="hold"/>
                                        <p:tgtEl>
                                          <p:spTgt spid="102"/>
                                        </p:tgtEl>
                                        <p:attrNameLst>
                                          <p:attrName>ppt_x</p:attrName>
                                        </p:attrNameLst>
                                      </p:cBhvr>
                                      <p:tavLst>
                                        <p:tav tm="0">
                                          <p:val>
                                            <p:strVal val="#ppt_x"/>
                                          </p:val>
                                        </p:tav>
                                        <p:tav tm="100000">
                                          <p:val>
                                            <p:strVal val="#ppt_x"/>
                                          </p:val>
                                        </p:tav>
                                      </p:tavLst>
                                    </p:anim>
                                    <p:anim calcmode="lin" valueType="num">
                                      <p:cBhvr additive="base">
                                        <p:cTn id="325" dur="500" fill="hold"/>
                                        <p:tgtEl>
                                          <p:spTgt spid="102"/>
                                        </p:tgtEl>
                                        <p:attrNameLst>
                                          <p:attrName>ppt_y</p:attrName>
                                        </p:attrNameLst>
                                      </p:cBhvr>
                                      <p:tavLst>
                                        <p:tav tm="0">
                                          <p:val>
                                            <p:strVal val="1+#ppt_h/2"/>
                                          </p:val>
                                        </p:tav>
                                        <p:tav tm="100000">
                                          <p:val>
                                            <p:strVal val="#ppt_y"/>
                                          </p:val>
                                        </p:tav>
                                      </p:tavLst>
                                    </p:anim>
                                  </p:childTnLst>
                                </p:cTn>
                              </p:par>
                              <p:par>
                                <p:cTn id="326" presetID="2" presetClass="entr" presetSubtype="4" fill="hold" grpId="0" nodeType="withEffect">
                                  <p:stCondLst>
                                    <p:cond delay="0"/>
                                  </p:stCondLst>
                                  <p:childTnLst>
                                    <p:set>
                                      <p:cBhvr>
                                        <p:cTn id="327" dur="1" fill="hold">
                                          <p:stCondLst>
                                            <p:cond delay="0"/>
                                          </p:stCondLst>
                                        </p:cTn>
                                        <p:tgtEl>
                                          <p:spTgt spid="103"/>
                                        </p:tgtEl>
                                        <p:attrNameLst>
                                          <p:attrName>style.visibility</p:attrName>
                                        </p:attrNameLst>
                                      </p:cBhvr>
                                      <p:to>
                                        <p:strVal val="visible"/>
                                      </p:to>
                                    </p:set>
                                    <p:anim calcmode="lin" valueType="num">
                                      <p:cBhvr additive="base">
                                        <p:cTn id="328" dur="500" fill="hold"/>
                                        <p:tgtEl>
                                          <p:spTgt spid="103"/>
                                        </p:tgtEl>
                                        <p:attrNameLst>
                                          <p:attrName>ppt_x</p:attrName>
                                        </p:attrNameLst>
                                      </p:cBhvr>
                                      <p:tavLst>
                                        <p:tav tm="0">
                                          <p:val>
                                            <p:strVal val="#ppt_x"/>
                                          </p:val>
                                        </p:tav>
                                        <p:tav tm="100000">
                                          <p:val>
                                            <p:strVal val="#ppt_x"/>
                                          </p:val>
                                        </p:tav>
                                      </p:tavLst>
                                    </p:anim>
                                    <p:anim calcmode="lin" valueType="num">
                                      <p:cBhvr additive="base">
                                        <p:cTn id="329" dur="500" fill="hold"/>
                                        <p:tgtEl>
                                          <p:spTgt spid="103"/>
                                        </p:tgtEl>
                                        <p:attrNameLst>
                                          <p:attrName>ppt_y</p:attrName>
                                        </p:attrNameLst>
                                      </p:cBhvr>
                                      <p:tavLst>
                                        <p:tav tm="0">
                                          <p:val>
                                            <p:strVal val="1+#ppt_h/2"/>
                                          </p:val>
                                        </p:tav>
                                        <p:tav tm="100000">
                                          <p:val>
                                            <p:strVal val="#ppt_y"/>
                                          </p:val>
                                        </p:tav>
                                      </p:tavLst>
                                    </p:anim>
                                  </p:childTnLst>
                                </p:cTn>
                              </p:par>
                              <p:par>
                                <p:cTn id="330" presetID="2" presetClass="entr" presetSubtype="4" fill="hold" grpId="0" nodeType="withEffect">
                                  <p:stCondLst>
                                    <p:cond delay="0"/>
                                  </p:stCondLst>
                                  <p:childTnLst>
                                    <p:set>
                                      <p:cBhvr>
                                        <p:cTn id="331" dur="1" fill="hold">
                                          <p:stCondLst>
                                            <p:cond delay="0"/>
                                          </p:stCondLst>
                                        </p:cTn>
                                        <p:tgtEl>
                                          <p:spTgt spid="104"/>
                                        </p:tgtEl>
                                        <p:attrNameLst>
                                          <p:attrName>style.visibility</p:attrName>
                                        </p:attrNameLst>
                                      </p:cBhvr>
                                      <p:to>
                                        <p:strVal val="visible"/>
                                      </p:to>
                                    </p:set>
                                    <p:anim calcmode="lin" valueType="num">
                                      <p:cBhvr additive="base">
                                        <p:cTn id="332" dur="500" fill="hold"/>
                                        <p:tgtEl>
                                          <p:spTgt spid="104"/>
                                        </p:tgtEl>
                                        <p:attrNameLst>
                                          <p:attrName>ppt_x</p:attrName>
                                        </p:attrNameLst>
                                      </p:cBhvr>
                                      <p:tavLst>
                                        <p:tav tm="0">
                                          <p:val>
                                            <p:strVal val="#ppt_x"/>
                                          </p:val>
                                        </p:tav>
                                        <p:tav tm="100000">
                                          <p:val>
                                            <p:strVal val="#ppt_x"/>
                                          </p:val>
                                        </p:tav>
                                      </p:tavLst>
                                    </p:anim>
                                    <p:anim calcmode="lin" valueType="num">
                                      <p:cBhvr additive="base">
                                        <p:cTn id="333" dur="500" fill="hold"/>
                                        <p:tgtEl>
                                          <p:spTgt spid="104"/>
                                        </p:tgtEl>
                                        <p:attrNameLst>
                                          <p:attrName>ppt_y</p:attrName>
                                        </p:attrNameLst>
                                      </p:cBhvr>
                                      <p:tavLst>
                                        <p:tav tm="0">
                                          <p:val>
                                            <p:strVal val="1+#ppt_h/2"/>
                                          </p:val>
                                        </p:tav>
                                        <p:tav tm="100000">
                                          <p:val>
                                            <p:strVal val="#ppt_y"/>
                                          </p:val>
                                        </p:tav>
                                      </p:tavLst>
                                    </p:anim>
                                  </p:childTnLst>
                                </p:cTn>
                              </p:par>
                              <p:par>
                                <p:cTn id="334" presetID="2" presetClass="entr" presetSubtype="4" fill="hold" grpId="0" nodeType="withEffect">
                                  <p:stCondLst>
                                    <p:cond delay="0"/>
                                  </p:stCondLst>
                                  <p:childTnLst>
                                    <p:set>
                                      <p:cBhvr>
                                        <p:cTn id="335" dur="1" fill="hold">
                                          <p:stCondLst>
                                            <p:cond delay="0"/>
                                          </p:stCondLst>
                                        </p:cTn>
                                        <p:tgtEl>
                                          <p:spTgt spid="105"/>
                                        </p:tgtEl>
                                        <p:attrNameLst>
                                          <p:attrName>style.visibility</p:attrName>
                                        </p:attrNameLst>
                                      </p:cBhvr>
                                      <p:to>
                                        <p:strVal val="visible"/>
                                      </p:to>
                                    </p:set>
                                    <p:anim calcmode="lin" valueType="num">
                                      <p:cBhvr additive="base">
                                        <p:cTn id="336" dur="500" fill="hold"/>
                                        <p:tgtEl>
                                          <p:spTgt spid="105"/>
                                        </p:tgtEl>
                                        <p:attrNameLst>
                                          <p:attrName>ppt_x</p:attrName>
                                        </p:attrNameLst>
                                      </p:cBhvr>
                                      <p:tavLst>
                                        <p:tav tm="0">
                                          <p:val>
                                            <p:strVal val="#ppt_x"/>
                                          </p:val>
                                        </p:tav>
                                        <p:tav tm="100000">
                                          <p:val>
                                            <p:strVal val="#ppt_x"/>
                                          </p:val>
                                        </p:tav>
                                      </p:tavLst>
                                    </p:anim>
                                    <p:anim calcmode="lin" valueType="num">
                                      <p:cBhvr additive="base">
                                        <p:cTn id="337" dur="500" fill="hold"/>
                                        <p:tgtEl>
                                          <p:spTgt spid="105"/>
                                        </p:tgtEl>
                                        <p:attrNameLst>
                                          <p:attrName>ppt_y</p:attrName>
                                        </p:attrNameLst>
                                      </p:cBhvr>
                                      <p:tavLst>
                                        <p:tav tm="0">
                                          <p:val>
                                            <p:strVal val="1+#ppt_h/2"/>
                                          </p:val>
                                        </p:tav>
                                        <p:tav tm="100000">
                                          <p:val>
                                            <p:strVal val="#ppt_y"/>
                                          </p:val>
                                        </p:tav>
                                      </p:tavLst>
                                    </p:anim>
                                  </p:childTnLst>
                                </p:cTn>
                              </p:par>
                              <p:par>
                                <p:cTn id="338" presetID="2" presetClass="entr" presetSubtype="4" fill="hold" grpId="0" nodeType="withEffect">
                                  <p:stCondLst>
                                    <p:cond delay="0"/>
                                  </p:stCondLst>
                                  <p:childTnLst>
                                    <p:set>
                                      <p:cBhvr>
                                        <p:cTn id="339" dur="1" fill="hold">
                                          <p:stCondLst>
                                            <p:cond delay="0"/>
                                          </p:stCondLst>
                                        </p:cTn>
                                        <p:tgtEl>
                                          <p:spTgt spid="106"/>
                                        </p:tgtEl>
                                        <p:attrNameLst>
                                          <p:attrName>style.visibility</p:attrName>
                                        </p:attrNameLst>
                                      </p:cBhvr>
                                      <p:to>
                                        <p:strVal val="visible"/>
                                      </p:to>
                                    </p:set>
                                    <p:anim calcmode="lin" valueType="num">
                                      <p:cBhvr additive="base">
                                        <p:cTn id="340" dur="500" fill="hold"/>
                                        <p:tgtEl>
                                          <p:spTgt spid="106"/>
                                        </p:tgtEl>
                                        <p:attrNameLst>
                                          <p:attrName>ppt_x</p:attrName>
                                        </p:attrNameLst>
                                      </p:cBhvr>
                                      <p:tavLst>
                                        <p:tav tm="0">
                                          <p:val>
                                            <p:strVal val="#ppt_x"/>
                                          </p:val>
                                        </p:tav>
                                        <p:tav tm="100000">
                                          <p:val>
                                            <p:strVal val="#ppt_x"/>
                                          </p:val>
                                        </p:tav>
                                      </p:tavLst>
                                    </p:anim>
                                    <p:anim calcmode="lin" valueType="num">
                                      <p:cBhvr additive="base">
                                        <p:cTn id="341" dur="500" fill="hold"/>
                                        <p:tgtEl>
                                          <p:spTgt spid="106"/>
                                        </p:tgtEl>
                                        <p:attrNameLst>
                                          <p:attrName>ppt_y</p:attrName>
                                        </p:attrNameLst>
                                      </p:cBhvr>
                                      <p:tavLst>
                                        <p:tav tm="0">
                                          <p:val>
                                            <p:strVal val="1+#ppt_h/2"/>
                                          </p:val>
                                        </p:tav>
                                        <p:tav tm="100000">
                                          <p:val>
                                            <p:strVal val="#ppt_y"/>
                                          </p:val>
                                        </p:tav>
                                      </p:tavLst>
                                    </p:anim>
                                  </p:childTnLst>
                                </p:cTn>
                              </p:par>
                              <p:par>
                                <p:cTn id="342" presetID="2" presetClass="entr" presetSubtype="4" fill="hold" grpId="0" nodeType="withEffect">
                                  <p:stCondLst>
                                    <p:cond delay="0"/>
                                  </p:stCondLst>
                                  <p:childTnLst>
                                    <p:set>
                                      <p:cBhvr>
                                        <p:cTn id="343" dur="1" fill="hold">
                                          <p:stCondLst>
                                            <p:cond delay="0"/>
                                          </p:stCondLst>
                                        </p:cTn>
                                        <p:tgtEl>
                                          <p:spTgt spid="107"/>
                                        </p:tgtEl>
                                        <p:attrNameLst>
                                          <p:attrName>style.visibility</p:attrName>
                                        </p:attrNameLst>
                                      </p:cBhvr>
                                      <p:to>
                                        <p:strVal val="visible"/>
                                      </p:to>
                                    </p:set>
                                    <p:anim calcmode="lin" valueType="num">
                                      <p:cBhvr additive="base">
                                        <p:cTn id="344" dur="500" fill="hold"/>
                                        <p:tgtEl>
                                          <p:spTgt spid="107"/>
                                        </p:tgtEl>
                                        <p:attrNameLst>
                                          <p:attrName>ppt_x</p:attrName>
                                        </p:attrNameLst>
                                      </p:cBhvr>
                                      <p:tavLst>
                                        <p:tav tm="0">
                                          <p:val>
                                            <p:strVal val="#ppt_x"/>
                                          </p:val>
                                        </p:tav>
                                        <p:tav tm="100000">
                                          <p:val>
                                            <p:strVal val="#ppt_x"/>
                                          </p:val>
                                        </p:tav>
                                      </p:tavLst>
                                    </p:anim>
                                    <p:anim calcmode="lin" valueType="num">
                                      <p:cBhvr additive="base">
                                        <p:cTn id="345" dur="500" fill="hold"/>
                                        <p:tgtEl>
                                          <p:spTgt spid="107"/>
                                        </p:tgtEl>
                                        <p:attrNameLst>
                                          <p:attrName>ppt_y</p:attrName>
                                        </p:attrNameLst>
                                      </p:cBhvr>
                                      <p:tavLst>
                                        <p:tav tm="0">
                                          <p:val>
                                            <p:strVal val="1+#ppt_h/2"/>
                                          </p:val>
                                        </p:tav>
                                        <p:tav tm="100000">
                                          <p:val>
                                            <p:strVal val="#ppt_y"/>
                                          </p:val>
                                        </p:tav>
                                      </p:tavLst>
                                    </p:anim>
                                  </p:childTnLst>
                                </p:cTn>
                              </p:par>
                              <p:par>
                                <p:cTn id="346" presetID="2" presetClass="entr" presetSubtype="4" fill="hold" grpId="0" nodeType="withEffect">
                                  <p:stCondLst>
                                    <p:cond delay="0"/>
                                  </p:stCondLst>
                                  <p:childTnLst>
                                    <p:set>
                                      <p:cBhvr>
                                        <p:cTn id="347" dur="1" fill="hold">
                                          <p:stCondLst>
                                            <p:cond delay="0"/>
                                          </p:stCondLst>
                                        </p:cTn>
                                        <p:tgtEl>
                                          <p:spTgt spid="108"/>
                                        </p:tgtEl>
                                        <p:attrNameLst>
                                          <p:attrName>style.visibility</p:attrName>
                                        </p:attrNameLst>
                                      </p:cBhvr>
                                      <p:to>
                                        <p:strVal val="visible"/>
                                      </p:to>
                                    </p:set>
                                    <p:anim calcmode="lin" valueType="num">
                                      <p:cBhvr additive="base">
                                        <p:cTn id="348" dur="500" fill="hold"/>
                                        <p:tgtEl>
                                          <p:spTgt spid="108"/>
                                        </p:tgtEl>
                                        <p:attrNameLst>
                                          <p:attrName>ppt_x</p:attrName>
                                        </p:attrNameLst>
                                      </p:cBhvr>
                                      <p:tavLst>
                                        <p:tav tm="0">
                                          <p:val>
                                            <p:strVal val="#ppt_x"/>
                                          </p:val>
                                        </p:tav>
                                        <p:tav tm="100000">
                                          <p:val>
                                            <p:strVal val="#ppt_x"/>
                                          </p:val>
                                        </p:tav>
                                      </p:tavLst>
                                    </p:anim>
                                    <p:anim calcmode="lin" valueType="num">
                                      <p:cBhvr additive="base">
                                        <p:cTn id="349" dur="500" fill="hold"/>
                                        <p:tgtEl>
                                          <p:spTgt spid="108"/>
                                        </p:tgtEl>
                                        <p:attrNameLst>
                                          <p:attrName>ppt_y</p:attrName>
                                        </p:attrNameLst>
                                      </p:cBhvr>
                                      <p:tavLst>
                                        <p:tav tm="0">
                                          <p:val>
                                            <p:strVal val="1+#ppt_h/2"/>
                                          </p:val>
                                        </p:tav>
                                        <p:tav tm="100000">
                                          <p:val>
                                            <p:strVal val="#ppt_y"/>
                                          </p:val>
                                        </p:tav>
                                      </p:tavLst>
                                    </p:anim>
                                  </p:childTnLst>
                                </p:cTn>
                              </p:par>
                              <p:par>
                                <p:cTn id="350" presetID="2" presetClass="entr" presetSubtype="4" fill="hold" grpId="0" nodeType="withEffect">
                                  <p:stCondLst>
                                    <p:cond delay="0"/>
                                  </p:stCondLst>
                                  <p:childTnLst>
                                    <p:set>
                                      <p:cBhvr>
                                        <p:cTn id="351" dur="1" fill="hold">
                                          <p:stCondLst>
                                            <p:cond delay="0"/>
                                          </p:stCondLst>
                                        </p:cTn>
                                        <p:tgtEl>
                                          <p:spTgt spid="109"/>
                                        </p:tgtEl>
                                        <p:attrNameLst>
                                          <p:attrName>style.visibility</p:attrName>
                                        </p:attrNameLst>
                                      </p:cBhvr>
                                      <p:to>
                                        <p:strVal val="visible"/>
                                      </p:to>
                                    </p:set>
                                    <p:anim calcmode="lin" valueType="num">
                                      <p:cBhvr additive="base">
                                        <p:cTn id="352" dur="500" fill="hold"/>
                                        <p:tgtEl>
                                          <p:spTgt spid="109"/>
                                        </p:tgtEl>
                                        <p:attrNameLst>
                                          <p:attrName>ppt_x</p:attrName>
                                        </p:attrNameLst>
                                      </p:cBhvr>
                                      <p:tavLst>
                                        <p:tav tm="0">
                                          <p:val>
                                            <p:strVal val="#ppt_x"/>
                                          </p:val>
                                        </p:tav>
                                        <p:tav tm="100000">
                                          <p:val>
                                            <p:strVal val="#ppt_x"/>
                                          </p:val>
                                        </p:tav>
                                      </p:tavLst>
                                    </p:anim>
                                    <p:anim calcmode="lin" valueType="num">
                                      <p:cBhvr additive="base">
                                        <p:cTn id="353" dur="500" fill="hold"/>
                                        <p:tgtEl>
                                          <p:spTgt spid="109"/>
                                        </p:tgtEl>
                                        <p:attrNameLst>
                                          <p:attrName>ppt_y</p:attrName>
                                        </p:attrNameLst>
                                      </p:cBhvr>
                                      <p:tavLst>
                                        <p:tav tm="0">
                                          <p:val>
                                            <p:strVal val="1+#ppt_h/2"/>
                                          </p:val>
                                        </p:tav>
                                        <p:tav tm="100000">
                                          <p:val>
                                            <p:strVal val="#ppt_y"/>
                                          </p:val>
                                        </p:tav>
                                      </p:tavLst>
                                    </p:anim>
                                  </p:childTnLst>
                                </p:cTn>
                              </p:par>
                              <p:par>
                                <p:cTn id="354" presetID="2" presetClass="entr" presetSubtype="4" fill="hold" grpId="0" nodeType="withEffect">
                                  <p:stCondLst>
                                    <p:cond delay="0"/>
                                  </p:stCondLst>
                                  <p:childTnLst>
                                    <p:set>
                                      <p:cBhvr>
                                        <p:cTn id="355" dur="1" fill="hold">
                                          <p:stCondLst>
                                            <p:cond delay="0"/>
                                          </p:stCondLst>
                                        </p:cTn>
                                        <p:tgtEl>
                                          <p:spTgt spid="110"/>
                                        </p:tgtEl>
                                        <p:attrNameLst>
                                          <p:attrName>style.visibility</p:attrName>
                                        </p:attrNameLst>
                                      </p:cBhvr>
                                      <p:to>
                                        <p:strVal val="visible"/>
                                      </p:to>
                                    </p:set>
                                    <p:anim calcmode="lin" valueType="num">
                                      <p:cBhvr additive="base">
                                        <p:cTn id="356" dur="500" fill="hold"/>
                                        <p:tgtEl>
                                          <p:spTgt spid="110"/>
                                        </p:tgtEl>
                                        <p:attrNameLst>
                                          <p:attrName>ppt_x</p:attrName>
                                        </p:attrNameLst>
                                      </p:cBhvr>
                                      <p:tavLst>
                                        <p:tav tm="0">
                                          <p:val>
                                            <p:strVal val="#ppt_x"/>
                                          </p:val>
                                        </p:tav>
                                        <p:tav tm="100000">
                                          <p:val>
                                            <p:strVal val="#ppt_x"/>
                                          </p:val>
                                        </p:tav>
                                      </p:tavLst>
                                    </p:anim>
                                    <p:anim calcmode="lin" valueType="num">
                                      <p:cBhvr additive="base">
                                        <p:cTn id="357" dur="500" fill="hold"/>
                                        <p:tgtEl>
                                          <p:spTgt spid="110"/>
                                        </p:tgtEl>
                                        <p:attrNameLst>
                                          <p:attrName>ppt_y</p:attrName>
                                        </p:attrNameLst>
                                      </p:cBhvr>
                                      <p:tavLst>
                                        <p:tav tm="0">
                                          <p:val>
                                            <p:strVal val="1+#ppt_h/2"/>
                                          </p:val>
                                        </p:tav>
                                        <p:tav tm="100000">
                                          <p:val>
                                            <p:strVal val="#ppt_y"/>
                                          </p:val>
                                        </p:tav>
                                      </p:tavLst>
                                    </p:anim>
                                  </p:childTnLst>
                                </p:cTn>
                              </p:par>
                            </p:childTnLst>
                          </p:cTn>
                        </p:par>
                        <p:par>
                          <p:cTn id="358" fill="hold">
                            <p:stCondLst>
                              <p:cond delay="3000"/>
                            </p:stCondLst>
                            <p:childTnLst>
                              <p:par>
                                <p:cTn id="359" presetID="47" presetClass="entr" presetSubtype="0" fill="hold" grpId="0" nodeType="afterEffect">
                                  <p:stCondLst>
                                    <p:cond delay="0"/>
                                  </p:stCondLst>
                                  <p:childTnLst>
                                    <p:set>
                                      <p:cBhvr>
                                        <p:cTn id="360" dur="1" fill="hold">
                                          <p:stCondLst>
                                            <p:cond delay="0"/>
                                          </p:stCondLst>
                                        </p:cTn>
                                        <p:tgtEl>
                                          <p:spTgt spid="111"/>
                                        </p:tgtEl>
                                        <p:attrNameLst>
                                          <p:attrName>style.visibility</p:attrName>
                                        </p:attrNameLst>
                                      </p:cBhvr>
                                      <p:to>
                                        <p:strVal val="visible"/>
                                      </p:to>
                                    </p:set>
                                    <p:animEffect transition="in" filter="fade">
                                      <p:cBhvr>
                                        <p:cTn id="361" dur="1000"/>
                                        <p:tgtEl>
                                          <p:spTgt spid="111"/>
                                        </p:tgtEl>
                                      </p:cBhvr>
                                    </p:animEffect>
                                    <p:anim calcmode="lin" valueType="num">
                                      <p:cBhvr>
                                        <p:cTn id="362" dur="1000" fill="hold"/>
                                        <p:tgtEl>
                                          <p:spTgt spid="111"/>
                                        </p:tgtEl>
                                        <p:attrNameLst>
                                          <p:attrName>ppt_x</p:attrName>
                                        </p:attrNameLst>
                                      </p:cBhvr>
                                      <p:tavLst>
                                        <p:tav tm="0">
                                          <p:val>
                                            <p:strVal val="#ppt_x"/>
                                          </p:val>
                                        </p:tav>
                                        <p:tav tm="100000">
                                          <p:val>
                                            <p:strVal val="#ppt_x"/>
                                          </p:val>
                                        </p:tav>
                                      </p:tavLst>
                                    </p:anim>
                                    <p:anim calcmode="lin" valueType="num">
                                      <p:cBhvr>
                                        <p:cTn id="363" dur="1000" fill="hold"/>
                                        <p:tgtEl>
                                          <p:spTgt spid="111"/>
                                        </p:tgtEl>
                                        <p:attrNameLst>
                                          <p:attrName>ppt_y</p:attrName>
                                        </p:attrNameLst>
                                      </p:cBhvr>
                                      <p:tavLst>
                                        <p:tav tm="0">
                                          <p:val>
                                            <p:strVal val="#ppt_y-.1"/>
                                          </p:val>
                                        </p:tav>
                                        <p:tav tm="100000">
                                          <p:val>
                                            <p:strVal val="#ppt_y"/>
                                          </p:val>
                                        </p:tav>
                                      </p:tavLst>
                                    </p:anim>
                                  </p:childTnLst>
                                </p:cTn>
                              </p:par>
                            </p:childTnLst>
                          </p:cTn>
                        </p:par>
                        <p:par>
                          <p:cTn id="364" fill="hold">
                            <p:stCondLst>
                              <p:cond delay="4000"/>
                            </p:stCondLst>
                            <p:childTnLst>
                              <p:par>
                                <p:cTn id="365" presetID="22" presetClass="entr" presetSubtype="8" fill="hold" nodeType="afterEffect">
                                  <p:stCondLst>
                                    <p:cond delay="0"/>
                                  </p:stCondLst>
                                  <p:childTnLst>
                                    <p:set>
                                      <p:cBhvr>
                                        <p:cTn id="366" dur="1" fill="hold">
                                          <p:stCondLst>
                                            <p:cond delay="0"/>
                                          </p:stCondLst>
                                        </p:cTn>
                                        <p:tgtEl>
                                          <p:spTgt spid="112"/>
                                        </p:tgtEl>
                                        <p:attrNameLst>
                                          <p:attrName>style.visibility</p:attrName>
                                        </p:attrNameLst>
                                      </p:cBhvr>
                                      <p:to>
                                        <p:strVal val="visible"/>
                                      </p:to>
                                    </p:set>
                                    <p:animEffect transition="in" filter="wipe(left)">
                                      <p:cBhvr>
                                        <p:cTn id="367" dur="500"/>
                                        <p:tgtEl>
                                          <p:spTgt spid="112"/>
                                        </p:tgtEl>
                                      </p:cBhvr>
                                    </p:animEffect>
                                  </p:childTnLst>
                                </p:cTn>
                              </p:par>
                            </p:childTnLst>
                          </p:cTn>
                        </p:par>
                        <p:par>
                          <p:cTn id="368" fill="hold">
                            <p:stCondLst>
                              <p:cond delay="4500"/>
                            </p:stCondLst>
                            <p:childTnLst>
                              <p:par>
                                <p:cTn id="369" presetID="22" presetClass="entr" presetSubtype="8" fill="hold" grpId="0" nodeType="afterEffect">
                                  <p:stCondLst>
                                    <p:cond delay="0"/>
                                  </p:stCondLst>
                                  <p:childTnLst>
                                    <p:set>
                                      <p:cBhvr>
                                        <p:cTn id="370" dur="1" fill="hold">
                                          <p:stCondLst>
                                            <p:cond delay="0"/>
                                          </p:stCondLst>
                                        </p:cTn>
                                        <p:tgtEl>
                                          <p:spTgt spid="113"/>
                                        </p:tgtEl>
                                        <p:attrNameLst>
                                          <p:attrName>style.visibility</p:attrName>
                                        </p:attrNameLst>
                                      </p:cBhvr>
                                      <p:to>
                                        <p:strVal val="visible"/>
                                      </p:to>
                                    </p:set>
                                    <p:animEffect transition="in" filter="wipe(left)">
                                      <p:cBhvr>
                                        <p:cTn id="371" dur="500"/>
                                        <p:tgtEl>
                                          <p:spTgt spid="113"/>
                                        </p:tgtEl>
                                      </p:cBhvr>
                                    </p:animEffect>
                                  </p:childTnLst>
                                </p:cTn>
                              </p:par>
                              <p:par>
                                <p:cTn id="372" presetID="22" presetClass="entr" presetSubtype="8" fill="hold" grpId="0" nodeType="withEffect">
                                  <p:stCondLst>
                                    <p:cond delay="0"/>
                                  </p:stCondLst>
                                  <p:childTnLst>
                                    <p:set>
                                      <p:cBhvr>
                                        <p:cTn id="373" dur="1" fill="hold">
                                          <p:stCondLst>
                                            <p:cond delay="0"/>
                                          </p:stCondLst>
                                        </p:cTn>
                                        <p:tgtEl>
                                          <p:spTgt spid="114"/>
                                        </p:tgtEl>
                                        <p:attrNameLst>
                                          <p:attrName>style.visibility</p:attrName>
                                        </p:attrNameLst>
                                      </p:cBhvr>
                                      <p:to>
                                        <p:strVal val="visible"/>
                                      </p:to>
                                    </p:set>
                                    <p:animEffect transition="in" filter="wipe(left)">
                                      <p:cBhvr>
                                        <p:cTn id="374" dur="500"/>
                                        <p:tgtEl>
                                          <p:spTgt spid="114"/>
                                        </p:tgtEl>
                                      </p:cBhvr>
                                    </p:animEffect>
                                  </p:childTnLst>
                                </p:cTn>
                              </p:par>
                            </p:childTnLst>
                          </p:cTn>
                        </p:par>
                        <p:par>
                          <p:cTn id="375" fill="hold">
                            <p:stCondLst>
                              <p:cond delay="5000"/>
                            </p:stCondLst>
                            <p:childTnLst>
                              <p:par>
                                <p:cTn id="376" presetID="47" presetClass="entr" presetSubtype="0" fill="hold" grpId="0" nodeType="afterEffect">
                                  <p:stCondLst>
                                    <p:cond delay="0"/>
                                  </p:stCondLst>
                                  <p:childTnLst>
                                    <p:set>
                                      <p:cBhvr>
                                        <p:cTn id="377" dur="1" fill="hold">
                                          <p:stCondLst>
                                            <p:cond delay="0"/>
                                          </p:stCondLst>
                                        </p:cTn>
                                        <p:tgtEl>
                                          <p:spTgt spid="115"/>
                                        </p:tgtEl>
                                        <p:attrNameLst>
                                          <p:attrName>style.visibility</p:attrName>
                                        </p:attrNameLst>
                                      </p:cBhvr>
                                      <p:to>
                                        <p:strVal val="visible"/>
                                      </p:to>
                                    </p:set>
                                    <p:animEffect transition="in" filter="fade">
                                      <p:cBhvr>
                                        <p:cTn id="378" dur="1000"/>
                                        <p:tgtEl>
                                          <p:spTgt spid="115"/>
                                        </p:tgtEl>
                                      </p:cBhvr>
                                    </p:animEffect>
                                    <p:anim calcmode="lin" valueType="num">
                                      <p:cBhvr>
                                        <p:cTn id="379" dur="1000" fill="hold"/>
                                        <p:tgtEl>
                                          <p:spTgt spid="115"/>
                                        </p:tgtEl>
                                        <p:attrNameLst>
                                          <p:attrName>ppt_x</p:attrName>
                                        </p:attrNameLst>
                                      </p:cBhvr>
                                      <p:tavLst>
                                        <p:tav tm="0">
                                          <p:val>
                                            <p:strVal val="#ppt_x"/>
                                          </p:val>
                                        </p:tav>
                                        <p:tav tm="100000">
                                          <p:val>
                                            <p:strVal val="#ppt_x"/>
                                          </p:val>
                                        </p:tav>
                                      </p:tavLst>
                                    </p:anim>
                                    <p:anim calcmode="lin" valueType="num">
                                      <p:cBhvr>
                                        <p:cTn id="380" dur="1000" fill="hold"/>
                                        <p:tgtEl>
                                          <p:spTgt spid="115"/>
                                        </p:tgtEl>
                                        <p:attrNameLst>
                                          <p:attrName>ppt_y</p:attrName>
                                        </p:attrNameLst>
                                      </p:cBhvr>
                                      <p:tavLst>
                                        <p:tav tm="0">
                                          <p:val>
                                            <p:strVal val="#ppt_y-.1"/>
                                          </p:val>
                                        </p:tav>
                                        <p:tav tm="100000">
                                          <p:val>
                                            <p:strVal val="#ppt_y"/>
                                          </p:val>
                                        </p:tav>
                                      </p:tavLst>
                                    </p:anim>
                                  </p:childTnLst>
                                </p:cTn>
                              </p:par>
                            </p:childTnLst>
                          </p:cTn>
                        </p:par>
                        <p:par>
                          <p:cTn id="381" fill="hold">
                            <p:stCondLst>
                              <p:cond delay="6000"/>
                            </p:stCondLst>
                            <p:childTnLst>
                              <p:par>
                                <p:cTn id="382" presetID="22" presetClass="entr" presetSubtype="8" fill="hold" nodeType="afterEffect">
                                  <p:stCondLst>
                                    <p:cond delay="0"/>
                                  </p:stCondLst>
                                  <p:childTnLst>
                                    <p:set>
                                      <p:cBhvr>
                                        <p:cTn id="383" dur="1" fill="hold">
                                          <p:stCondLst>
                                            <p:cond delay="0"/>
                                          </p:stCondLst>
                                        </p:cTn>
                                        <p:tgtEl>
                                          <p:spTgt spid="116"/>
                                        </p:tgtEl>
                                        <p:attrNameLst>
                                          <p:attrName>style.visibility</p:attrName>
                                        </p:attrNameLst>
                                      </p:cBhvr>
                                      <p:to>
                                        <p:strVal val="visible"/>
                                      </p:to>
                                    </p:set>
                                    <p:animEffect transition="in" filter="wipe(left)">
                                      <p:cBhvr>
                                        <p:cTn id="384" dur="500"/>
                                        <p:tgtEl>
                                          <p:spTgt spid="116"/>
                                        </p:tgtEl>
                                      </p:cBhvr>
                                    </p:animEffect>
                                  </p:childTnLst>
                                </p:cTn>
                              </p:par>
                            </p:childTnLst>
                          </p:cTn>
                        </p:par>
                        <p:par>
                          <p:cTn id="385" fill="hold">
                            <p:stCondLst>
                              <p:cond delay="6500"/>
                            </p:stCondLst>
                            <p:childTnLst>
                              <p:par>
                                <p:cTn id="386" presetID="22" presetClass="entr" presetSubtype="8" fill="hold" grpId="0" nodeType="afterEffect">
                                  <p:stCondLst>
                                    <p:cond delay="0"/>
                                  </p:stCondLst>
                                  <p:childTnLst>
                                    <p:set>
                                      <p:cBhvr>
                                        <p:cTn id="387" dur="1" fill="hold">
                                          <p:stCondLst>
                                            <p:cond delay="0"/>
                                          </p:stCondLst>
                                        </p:cTn>
                                        <p:tgtEl>
                                          <p:spTgt spid="117"/>
                                        </p:tgtEl>
                                        <p:attrNameLst>
                                          <p:attrName>style.visibility</p:attrName>
                                        </p:attrNameLst>
                                      </p:cBhvr>
                                      <p:to>
                                        <p:strVal val="visible"/>
                                      </p:to>
                                    </p:set>
                                    <p:animEffect transition="in" filter="wipe(left)">
                                      <p:cBhvr>
                                        <p:cTn id="388" dur="500"/>
                                        <p:tgtEl>
                                          <p:spTgt spid="117"/>
                                        </p:tgtEl>
                                      </p:cBhvr>
                                    </p:animEffect>
                                  </p:childTnLst>
                                </p:cTn>
                              </p:par>
                              <p:par>
                                <p:cTn id="389" presetID="22" presetClass="entr" presetSubtype="8" fill="hold" grpId="0" nodeType="withEffect">
                                  <p:stCondLst>
                                    <p:cond delay="0"/>
                                  </p:stCondLst>
                                  <p:childTnLst>
                                    <p:set>
                                      <p:cBhvr>
                                        <p:cTn id="390" dur="1" fill="hold">
                                          <p:stCondLst>
                                            <p:cond delay="0"/>
                                          </p:stCondLst>
                                        </p:cTn>
                                        <p:tgtEl>
                                          <p:spTgt spid="118"/>
                                        </p:tgtEl>
                                        <p:attrNameLst>
                                          <p:attrName>style.visibility</p:attrName>
                                        </p:attrNameLst>
                                      </p:cBhvr>
                                      <p:to>
                                        <p:strVal val="visible"/>
                                      </p:to>
                                    </p:set>
                                    <p:animEffect transition="in" filter="wipe(left)">
                                      <p:cBhvr>
                                        <p:cTn id="391" dur="500"/>
                                        <p:tgtEl>
                                          <p:spTgt spid="118"/>
                                        </p:tgtEl>
                                      </p:cBhvr>
                                    </p:animEffect>
                                  </p:childTnLst>
                                </p:cTn>
                              </p:par>
                            </p:childTnLst>
                          </p:cTn>
                        </p:par>
                        <p:par>
                          <p:cTn id="392" fill="hold">
                            <p:stCondLst>
                              <p:cond delay="7000"/>
                            </p:stCondLst>
                            <p:childTnLst>
                              <p:par>
                                <p:cTn id="393" presetID="47" presetClass="entr" presetSubtype="0" fill="hold" grpId="0" nodeType="afterEffect">
                                  <p:stCondLst>
                                    <p:cond delay="0"/>
                                  </p:stCondLst>
                                  <p:childTnLst>
                                    <p:set>
                                      <p:cBhvr>
                                        <p:cTn id="394" dur="1" fill="hold">
                                          <p:stCondLst>
                                            <p:cond delay="0"/>
                                          </p:stCondLst>
                                        </p:cTn>
                                        <p:tgtEl>
                                          <p:spTgt spid="119"/>
                                        </p:tgtEl>
                                        <p:attrNameLst>
                                          <p:attrName>style.visibility</p:attrName>
                                        </p:attrNameLst>
                                      </p:cBhvr>
                                      <p:to>
                                        <p:strVal val="visible"/>
                                      </p:to>
                                    </p:set>
                                    <p:animEffect transition="in" filter="fade">
                                      <p:cBhvr>
                                        <p:cTn id="395" dur="1000"/>
                                        <p:tgtEl>
                                          <p:spTgt spid="119"/>
                                        </p:tgtEl>
                                      </p:cBhvr>
                                    </p:animEffect>
                                    <p:anim calcmode="lin" valueType="num">
                                      <p:cBhvr>
                                        <p:cTn id="396" dur="1000" fill="hold"/>
                                        <p:tgtEl>
                                          <p:spTgt spid="119"/>
                                        </p:tgtEl>
                                        <p:attrNameLst>
                                          <p:attrName>ppt_x</p:attrName>
                                        </p:attrNameLst>
                                      </p:cBhvr>
                                      <p:tavLst>
                                        <p:tav tm="0">
                                          <p:val>
                                            <p:strVal val="#ppt_x"/>
                                          </p:val>
                                        </p:tav>
                                        <p:tav tm="100000">
                                          <p:val>
                                            <p:strVal val="#ppt_x"/>
                                          </p:val>
                                        </p:tav>
                                      </p:tavLst>
                                    </p:anim>
                                    <p:anim calcmode="lin" valueType="num">
                                      <p:cBhvr>
                                        <p:cTn id="397" dur="1000" fill="hold"/>
                                        <p:tgtEl>
                                          <p:spTgt spid="119"/>
                                        </p:tgtEl>
                                        <p:attrNameLst>
                                          <p:attrName>ppt_y</p:attrName>
                                        </p:attrNameLst>
                                      </p:cBhvr>
                                      <p:tavLst>
                                        <p:tav tm="0">
                                          <p:val>
                                            <p:strVal val="#ppt_y-.1"/>
                                          </p:val>
                                        </p:tav>
                                        <p:tav tm="100000">
                                          <p:val>
                                            <p:strVal val="#ppt_y"/>
                                          </p:val>
                                        </p:tav>
                                      </p:tavLst>
                                    </p:anim>
                                  </p:childTnLst>
                                </p:cTn>
                              </p:par>
                            </p:childTnLst>
                          </p:cTn>
                        </p:par>
                        <p:par>
                          <p:cTn id="398" fill="hold">
                            <p:stCondLst>
                              <p:cond delay="8000"/>
                            </p:stCondLst>
                            <p:childTnLst>
                              <p:par>
                                <p:cTn id="399" presetID="22" presetClass="entr" presetSubtype="8" fill="hold" nodeType="afterEffect">
                                  <p:stCondLst>
                                    <p:cond delay="0"/>
                                  </p:stCondLst>
                                  <p:childTnLst>
                                    <p:set>
                                      <p:cBhvr>
                                        <p:cTn id="400" dur="1" fill="hold">
                                          <p:stCondLst>
                                            <p:cond delay="0"/>
                                          </p:stCondLst>
                                        </p:cTn>
                                        <p:tgtEl>
                                          <p:spTgt spid="120"/>
                                        </p:tgtEl>
                                        <p:attrNameLst>
                                          <p:attrName>style.visibility</p:attrName>
                                        </p:attrNameLst>
                                      </p:cBhvr>
                                      <p:to>
                                        <p:strVal val="visible"/>
                                      </p:to>
                                    </p:set>
                                    <p:animEffect transition="in" filter="wipe(left)">
                                      <p:cBhvr>
                                        <p:cTn id="401" dur="500"/>
                                        <p:tgtEl>
                                          <p:spTgt spid="120"/>
                                        </p:tgtEl>
                                      </p:cBhvr>
                                    </p:animEffect>
                                  </p:childTnLst>
                                </p:cTn>
                              </p:par>
                            </p:childTnLst>
                          </p:cTn>
                        </p:par>
                        <p:par>
                          <p:cTn id="402" fill="hold">
                            <p:stCondLst>
                              <p:cond delay="8500"/>
                            </p:stCondLst>
                            <p:childTnLst>
                              <p:par>
                                <p:cTn id="403" presetID="22" presetClass="entr" presetSubtype="8" fill="hold" grpId="0" nodeType="afterEffect">
                                  <p:stCondLst>
                                    <p:cond delay="0"/>
                                  </p:stCondLst>
                                  <p:childTnLst>
                                    <p:set>
                                      <p:cBhvr>
                                        <p:cTn id="404" dur="1" fill="hold">
                                          <p:stCondLst>
                                            <p:cond delay="0"/>
                                          </p:stCondLst>
                                        </p:cTn>
                                        <p:tgtEl>
                                          <p:spTgt spid="121"/>
                                        </p:tgtEl>
                                        <p:attrNameLst>
                                          <p:attrName>style.visibility</p:attrName>
                                        </p:attrNameLst>
                                      </p:cBhvr>
                                      <p:to>
                                        <p:strVal val="visible"/>
                                      </p:to>
                                    </p:set>
                                    <p:animEffect transition="in" filter="wipe(left)">
                                      <p:cBhvr>
                                        <p:cTn id="405" dur="500"/>
                                        <p:tgtEl>
                                          <p:spTgt spid="121"/>
                                        </p:tgtEl>
                                      </p:cBhvr>
                                    </p:animEffect>
                                  </p:childTnLst>
                                </p:cTn>
                              </p:par>
                              <p:par>
                                <p:cTn id="406" presetID="22" presetClass="entr" presetSubtype="8" fill="hold" grpId="0" nodeType="withEffect">
                                  <p:stCondLst>
                                    <p:cond delay="0"/>
                                  </p:stCondLst>
                                  <p:childTnLst>
                                    <p:set>
                                      <p:cBhvr>
                                        <p:cTn id="407" dur="1" fill="hold">
                                          <p:stCondLst>
                                            <p:cond delay="0"/>
                                          </p:stCondLst>
                                        </p:cTn>
                                        <p:tgtEl>
                                          <p:spTgt spid="122"/>
                                        </p:tgtEl>
                                        <p:attrNameLst>
                                          <p:attrName>style.visibility</p:attrName>
                                        </p:attrNameLst>
                                      </p:cBhvr>
                                      <p:to>
                                        <p:strVal val="visible"/>
                                      </p:to>
                                    </p:set>
                                    <p:animEffect transition="in" filter="wipe(left)">
                                      <p:cBhvr>
                                        <p:cTn id="408"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52" grpId="0" animBg="1"/>
      <p:bldP spid="53" grpId="0" animBg="1"/>
      <p:bldP spid="54" grpId="0" animBg="1"/>
      <p:bldP spid="55" grpId="0" animBg="1"/>
      <p:bldP spid="56" grpId="0" animBg="1"/>
      <p:bldP spid="57" grpId="0" animBg="1"/>
      <p:bldP spid="58" grpId="0" animBg="1"/>
      <p:bldP spid="59" grpId="0" animBg="1"/>
      <p:bldP spid="60"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P spid="99" grpId="0" animBg="1"/>
      <p:bldP spid="100" grpId="0" animBg="1"/>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3" grpId="0"/>
      <p:bldP spid="114" grpId="0"/>
      <p:bldP spid="115" grpId="0" animBg="1"/>
      <p:bldP spid="117" grpId="0"/>
      <p:bldP spid="118" grpId="0"/>
      <p:bldP spid="119" grpId="0" animBg="1"/>
      <p:bldP spid="121" grpId="0"/>
      <p:bldP spid="12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Freeform 6"/>
          <p:cNvSpPr>
            <a:spLocks/>
          </p:cNvSpPr>
          <p:nvPr/>
        </p:nvSpPr>
        <p:spPr bwMode="auto">
          <a:xfrm>
            <a:off x="6267252" y="2295617"/>
            <a:ext cx="1676917" cy="4937033"/>
          </a:xfrm>
          <a:custGeom>
            <a:avLst/>
            <a:gdLst>
              <a:gd name="T0" fmla="*/ 469 w 2278"/>
              <a:gd name="T1" fmla="*/ 132 h 6709"/>
              <a:gd name="T2" fmla="*/ 1800 w 2278"/>
              <a:gd name="T3" fmla="*/ 132 h 6709"/>
              <a:gd name="T4" fmla="*/ 1800 w 2278"/>
              <a:gd name="T5" fmla="*/ 0 h 6709"/>
              <a:gd name="T6" fmla="*/ 2039 w 2278"/>
              <a:gd name="T7" fmla="*/ 190 h 6709"/>
              <a:gd name="T8" fmla="*/ 2278 w 2278"/>
              <a:gd name="T9" fmla="*/ 379 h 6709"/>
              <a:gd name="T10" fmla="*/ 2039 w 2278"/>
              <a:gd name="T11" fmla="*/ 569 h 6709"/>
              <a:gd name="T12" fmla="*/ 1800 w 2278"/>
              <a:gd name="T13" fmla="*/ 758 h 6709"/>
              <a:gd name="T14" fmla="*/ 1800 w 2278"/>
              <a:gd name="T15" fmla="*/ 621 h 6709"/>
              <a:gd name="T16" fmla="*/ 797 w 2278"/>
              <a:gd name="T17" fmla="*/ 621 h 6709"/>
              <a:gd name="T18" fmla="*/ 489 w 2278"/>
              <a:gd name="T19" fmla="*/ 868 h 6709"/>
              <a:gd name="T20" fmla="*/ 489 w 2278"/>
              <a:gd name="T21" fmla="*/ 6709 h 6709"/>
              <a:gd name="T22" fmla="*/ 0 w 2278"/>
              <a:gd name="T23" fmla="*/ 6709 h 6709"/>
              <a:gd name="T24" fmla="*/ 0 w 2278"/>
              <a:gd name="T25" fmla="*/ 601 h 6709"/>
              <a:gd name="T26" fmla="*/ 469 w 2278"/>
              <a:gd name="T27" fmla="*/ 132 h 6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78" h="6709">
                <a:moveTo>
                  <a:pt x="469" y="132"/>
                </a:moveTo>
                <a:lnTo>
                  <a:pt x="1800" y="132"/>
                </a:lnTo>
                <a:lnTo>
                  <a:pt x="1800" y="0"/>
                </a:lnTo>
                <a:lnTo>
                  <a:pt x="2039" y="190"/>
                </a:lnTo>
                <a:lnTo>
                  <a:pt x="2278" y="379"/>
                </a:lnTo>
                <a:lnTo>
                  <a:pt x="2039" y="569"/>
                </a:lnTo>
                <a:lnTo>
                  <a:pt x="1800" y="758"/>
                </a:lnTo>
                <a:lnTo>
                  <a:pt x="1800" y="621"/>
                </a:lnTo>
                <a:lnTo>
                  <a:pt x="797" y="621"/>
                </a:lnTo>
                <a:cubicBezTo>
                  <a:pt x="600" y="621"/>
                  <a:pt x="489" y="670"/>
                  <a:pt x="489" y="868"/>
                </a:cubicBezTo>
                <a:lnTo>
                  <a:pt x="489" y="6709"/>
                </a:lnTo>
                <a:lnTo>
                  <a:pt x="0" y="6709"/>
                </a:lnTo>
                <a:lnTo>
                  <a:pt x="0" y="601"/>
                </a:lnTo>
                <a:cubicBezTo>
                  <a:pt x="0" y="343"/>
                  <a:pt x="211" y="132"/>
                  <a:pt x="469" y="132"/>
                </a:cubicBezTo>
                <a:close/>
              </a:path>
            </a:pathLst>
          </a:custGeom>
          <a:solidFill>
            <a:srgbClr val="424A53"/>
          </a:solidFill>
          <a:ln>
            <a:noFill/>
          </a:ln>
        </p:spPr>
        <p:txBody>
          <a:bodyPr/>
          <a:lstStyle/>
          <a:p>
            <a:endParaRPr lang="zh-CN" altLang="en-US"/>
          </a:p>
        </p:txBody>
      </p:sp>
      <p:sp>
        <p:nvSpPr>
          <p:cNvPr id="12" name="Freeform 7"/>
          <p:cNvSpPr>
            <a:spLocks/>
          </p:cNvSpPr>
          <p:nvPr/>
        </p:nvSpPr>
        <p:spPr bwMode="auto">
          <a:xfrm>
            <a:off x="6740877" y="3778400"/>
            <a:ext cx="1181541" cy="3454250"/>
          </a:xfrm>
          <a:custGeom>
            <a:avLst/>
            <a:gdLst>
              <a:gd name="T0" fmla="*/ 468 w 1605"/>
              <a:gd name="T1" fmla="*/ 132 h 4693"/>
              <a:gd name="T2" fmla="*/ 1127 w 1605"/>
              <a:gd name="T3" fmla="*/ 132 h 4693"/>
              <a:gd name="T4" fmla="*/ 1127 w 1605"/>
              <a:gd name="T5" fmla="*/ 0 h 4693"/>
              <a:gd name="T6" fmla="*/ 1366 w 1605"/>
              <a:gd name="T7" fmla="*/ 189 h 4693"/>
              <a:gd name="T8" fmla="*/ 1605 w 1605"/>
              <a:gd name="T9" fmla="*/ 379 h 4693"/>
              <a:gd name="T10" fmla="*/ 1366 w 1605"/>
              <a:gd name="T11" fmla="*/ 568 h 4693"/>
              <a:gd name="T12" fmla="*/ 1127 w 1605"/>
              <a:gd name="T13" fmla="*/ 758 h 4693"/>
              <a:gd name="T14" fmla="*/ 1127 w 1605"/>
              <a:gd name="T15" fmla="*/ 620 h 4693"/>
              <a:gd name="T16" fmla="*/ 796 w 1605"/>
              <a:gd name="T17" fmla="*/ 620 h 4693"/>
              <a:gd name="T18" fmla="*/ 488 w 1605"/>
              <a:gd name="T19" fmla="*/ 867 h 4693"/>
              <a:gd name="T20" fmla="*/ 488 w 1605"/>
              <a:gd name="T21" fmla="*/ 4693 h 4693"/>
              <a:gd name="T22" fmla="*/ 0 w 1605"/>
              <a:gd name="T23" fmla="*/ 4693 h 4693"/>
              <a:gd name="T24" fmla="*/ 0 w 1605"/>
              <a:gd name="T25" fmla="*/ 600 h 4693"/>
              <a:gd name="T26" fmla="*/ 468 w 1605"/>
              <a:gd name="T27" fmla="*/ 132 h 4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5" h="4693">
                <a:moveTo>
                  <a:pt x="468" y="132"/>
                </a:moveTo>
                <a:lnTo>
                  <a:pt x="1127" y="132"/>
                </a:lnTo>
                <a:lnTo>
                  <a:pt x="1127" y="0"/>
                </a:lnTo>
                <a:lnTo>
                  <a:pt x="1366" y="189"/>
                </a:lnTo>
                <a:lnTo>
                  <a:pt x="1605" y="379"/>
                </a:lnTo>
                <a:lnTo>
                  <a:pt x="1366" y="568"/>
                </a:lnTo>
                <a:lnTo>
                  <a:pt x="1127" y="758"/>
                </a:lnTo>
                <a:lnTo>
                  <a:pt x="1127" y="620"/>
                </a:lnTo>
                <a:lnTo>
                  <a:pt x="796" y="620"/>
                </a:lnTo>
                <a:cubicBezTo>
                  <a:pt x="599" y="620"/>
                  <a:pt x="488" y="670"/>
                  <a:pt x="488" y="867"/>
                </a:cubicBezTo>
                <a:lnTo>
                  <a:pt x="488" y="4693"/>
                </a:lnTo>
                <a:lnTo>
                  <a:pt x="0" y="4693"/>
                </a:lnTo>
                <a:lnTo>
                  <a:pt x="0" y="600"/>
                </a:lnTo>
                <a:cubicBezTo>
                  <a:pt x="0" y="343"/>
                  <a:pt x="210" y="132"/>
                  <a:pt x="468" y="132"/>
                </a:cubicBezTo>
                <a:close/>
              </a:path>
            </a:pathLst>
          </a:custGeom>
          <a:solidFill>
            <a:srgbClr val="424A53"/>
          </a:solidFill>
          <a:ln>
            <a:noFill/>
          </a:ln>
        </p:spPr>
        <p:txBody>
          <a:bodyPr/>
          <a:lstStyle/>
          <a:p>
            <a:endParaRPr lang="zh-CN" altLang="en-US"/>
          </a:p>
        </p:txBody>
      </p:sp>
      <p:sp>
        <p:nvSpPr>
          <p:cNvPr id="13" name="Freeform 8"/>
          <p:cNvSpPr>
            <a:spLocks/>
          </p:cNvSpPr>
          <p:nvPr/>
        </p:nvSpPr>
        <p:spPr bwMode="auto">
          <a:xfrm>
            <a:off x="4461470" y="3299759"/>
            <a:ext cx="1676917" cy="3932891"/>
          </a:xfrm>
          <a:custGeom>
            <a:avLst/>
            <a:gdLst>
              <a:gd name="T0" fmla="*/ 1809 w 2278"/>
              <a:gd name="T1" fmla="*/ 132 h 5345"/>
              <a:gd name="T2" fmla="*/ 478 w 2278"/>
              <a:gd name="T3" fmla="*/ 132 h 5345"/>
              <a:gd name="T4" fmla="*/ 478 w 2278"/>
              <a:gd name="T5" fmla="*/ 0 h 5345"/>
              <a:gd name="T6" fmla="*/ 239 w 2278"/>
              <a:gd name="T7" fmla="*/ 190 h 5345"/>
              <a:gd name="T8" fmla="*/ 0 w 2278"/>
              <a:gd name="T9" fmla="*/ 379 h 5345"/>
              <a:gd name="T10" fmla="*/ 239 w 2278"/>
              <a:gd name="T11" fmla="*/ 569 h 5345"/>
              <a:gd name="T12" fmla="*/ 478 w 2278"/>
              <a:gd name="T13" fmla="*/ 758 h 5345"/>
              <a:gd name="T14" fmla="*/ 478 w 2278"/>
              <a:gd name="T15" fmla="*/ 621 h 5345"/>
              <a:gd name="T16" fmla="*/ 1481 w 2278"/>
              <a:gd name="T17" fmla="*/ 621 h 5345"/>
              <a:gd name="T18" fmla="*/ 1789 w 2278"/>
              <a:gd name="T19" fmla="*/ 868 h 5345"/>
              <a:gd name="T20" fmla="*/ 1789 w 2278"/>
              <a:gd name="T21" fmla="*/ 5345 h 5345"/>
              <a:gd name="T22" fmla="*/ 2278 w 2278"/>
              <a:gd name="T23" fmla="*/ 5345 h 5345"/>
              <a:gd name="T24" fmla="*/ 2278 w 2278"/>
              <a:gd name="T25" fmla="*/ 601 h 5345"/>
              <a:gd name="T26" fmla="*/ 1809 w 2278"/>
              <a:gd name="T27" fmla="*/ 132 h 5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78" h="5345">
                <a:moveTo>
                  <a:pt x="1809" y="132"/>
                </a:moveTo>
                <a:lnTo>
                  <a:pt x="478" y="132"/>
                </a:lnTo>
                <a:lnTo>
                  <a:pt x="478" y="0"/>
                </a:lnTo>
                <a:lnTo>
                  <a:pt x="239" y="190"/>
                </a:lnTo>
                <a:lnTo>
                  <a:pt x="0" y="379"/>
                </a:lnTo>
                <a:lnTo>
                  <a:pt x="239" y="569"/>
                </a:lnTo>
                <a:lnTo>
                  <a:pt x="478" y="758"/>
                </a:lnTo>
                <a:lnTo>
                  <a:pt x="478" y="621"/>
                </a:lnTo>
                <a:lnTo>
                  <a:pt x="1481" y="621"/>
                </a:lnTo>
                <a:cubicBezTo>
                  <a:pt x="1678" y="621"/>
                  <a:pt x="1789" y="670"/>
                  <a:pt x="1789" y="868"/>
                </a:cubicBezTo>
                <a:lnTo>
                  <a:pt x="1789" y="5345"/>
                </a:lnTo>
                <a:lnTo>
                  <a:pt x="2278" y="5345"/>
                </a:lnTo>
                <a:lnTo>
                  <a:pt x="2278" y="601"/>
                </a:lnTo>
                <a:cubicBezTo>
                  <a:pt x="2278" y="343"/>
                  <a:pt x="2067" y="132"/>
                  <a:pt x="1809" y="132"/>
                </a:cubicBezTo>
                <a:close/>
              </a:path>
            </a:pathLst>
          </a:custGeom>
          <a:solidFill>
            <a:srgbClr val="DD1C3E"/>
          </a:solidFill>
          <a:ln>
            <a:noFill/>
          </a:ln>
        </p:spPr>
        <p:txBody>
          <a:bodyPr/>
          <a:lstStyle/>
          <a:p>
            <a:endParaRPr lang="zh-CN" altLang="en-US"/>
          </a:p>
        </p:txBody>
      </p:sp>
      <p:sp>
        <p:nvSpPr>
          <p:cNvPr id="14" name="Freeform 9"/>
          <p:cNvSpPr>
            <a:spLocks/>
          </p:cNvSpPr>
          <p:nvPr/>
        </p:nvSpPr>
        <p:spPr bwMode="auto">
          <a:xfrm>
            <a:off x="4484902" y="4752420"/>
            <a:ext cx="1181541" cy="2480232"/>
          </a:xfrm>
          <a:custGeom>
            <a:avLst/>
            <a:gdLst>
              <a:gd name="T0" fmla="*/ 1137 w 1605"/>
              <a:gd name="T1" fmla="*/ 132 h 3370"/>
              <a:gd name="T2" fmla="*/ 478 w 1605"/>
              <a:gd name="T3" fmla="*/ 132 h 3370"/>
              <a:gd name="T4" fmla="*/ 478 w 1605"/>
              <a:gd name="T5" fmla="*/ 0 h 3370"/>
              <a:gd name="T6" fmla="*/ 239 w 1605"/>
              <a:gd name="T7" fmla="*/ 190 h 3370"/>
              <a:gd name="T8" fmla="*/ 0 w 1605"/>
              <a:gd name="T9" fmla="*/ 379 h 3370"/>
              <a:gd name="T10" fmla="*/ 239 w 1605"/>
              <a:gd name="T11" fmla="*/ 569 h 3370"/>
              <a:gd name="T12" fmla="*/ 478 w 1605"/>
              <a:gd name="T13" fmla="*/ 758 h 3370"/>
              <a:gd name="T14" fmla="*/ 478 w 1605"/>
              <a:gd name="T15" fmla="*/ 621 h 3370"/>
              <a:gd name="T16" fmla="*/ 809 w 1605"/>
              <a:gd name="T17" fmla="*/ 621 h 3370"/>
              <a:gd name="T18" fmla="*/ 1117 w 1605"/>
              <a:gd name="T19" fmla="*/ 868 h 3370"/>
              <a:gd name="T20" fmla="*/ 1117 w 1605"/>
              <a:gd name="T21" fmla="*/ 3370 h 3370"/>
              <a:gd name="T22" fmla="*/ 1605 w 1605"/>
              <a:gd name="T23" fmla="*/ 3370 h 3370"/>
              <a:gd name="T24" fmla="*/ 1605 w 1605"/>
              <a:gd name="T25" fmla="*/ 601 h 3370"/>
              <a:gd name="T26" fmla="*/ 1137 w 1605"/>
              <a:gd name="T27" fmla="*/ 132 h 3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5" h="3370">
                <a:moveTo>
                  <a:pt x="1137" y="132"/>
                </a:moveTo>
                <a:lnTo>
                  <a:pt x="478" y="132"/>
                </a:lnTo>
                <a:lnTo>
                  <a:pt x="478" y="0"/>
                </a:lnTo>
                <a:lnTo>
                  <a:pt x="239" y="190"/>
                </a:lnTo>
                <a:lnTo>
                  <a:pt x="0" y="379"/>
                </a:lnTo>
                <a:lnTo>
                  <a:pt x="239" y="569"/>
                </a:lnTo>
                <a:lnTo>
                  <a:pt x="478" y="758"/>
                </a:lnTo>
                <a:lnTo>
                  <a:pt x="478" y="621"/>
                </a:lnTo>
                <a:lnTo>
                  <a:pt x="809" y="621"/>
                </a:lnTo>
                <a:cubicBezTo>
                  <a:pt x="1006" y="621"/>
                  <a:pt x="1117" y="670"/>
                  <a:pt x="1117" y="868"/>
                </a:cubicBezTo>
                <a:lnTo>
                  <a:pt x="1117" y="3370"/>
                </a:lnTo>
                <a:lnTo>
                  <a:pt x="1605" y="3370"/>
                </a:lnTo>
                <a:lnTo>
                  <a:pt x="1605" y="601"/>
                </a:lnTo>
                <a:cubicBezTo>
                  <a:pt x="1605" y="343"/>
                  <a:pt x="1395" y="132"/>
                  <a:pt x="1137" y="132"/>
                </a:cubicBezTo>
                <a:close/>
              </a:path>
            </a:pathLst>
          </a:custGeom>
          <a:solidFill>
            <a:srgbClr val="DD1C3E"/>
          </a:solidFill>
          <a:ln>
            <a:noFill/>
          </a:ln>
        </p:spPr>
        <p:txBody>
          <a:bodyPr/>
          <a:lstStyle/>
          <a:p>
            <a:endParaRPr lang="zh-CN" altLang="en-US"/>
          </a:p>
        </p:txBody>
      </p:sp>
      <p:sp>
        <p:nvSpPr>
          <p:cNvPr id="15" name="TextBox 11"/>
          <p:cNvSpPr txBox="1">
            <a:spLocks noChangeArrowheads="1"/>
          </p:cNvSpPr>
          <p:nvPr/>
        </p:nvSpPr>
        <p:spPr bwMode="auto">
          <a:xfrm>
            <a:off x="8235374" y="3448710"/>
            <a:ext cx="2105352" cy="416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108" b="1" dirty="0">
                <a:solidFill>
                  <a:schemeClr val="tx1">
                    <a:lumMod val="85000"/>
                    <a:lumOff val="15000"/>
                  </a:schemeClr>
                </a:solidFill>
                <a:latin typeface="微软雅黑" panose="020B0503020204020204" pitchFamily="34" charset="-122"/>
                <a:ea typeface="微软雅黑" panose="020B0503020204020204" pitchFamily="34" charset="-122"/>
              </a:rPr>
              <a:t>添加标题</a:t>
            </a:r>
          </a:p>
        </p:txBody>
      </p:sp>
      <p:sp>
        <p:nvSpPr>
          <p:cNvPr id="16" name="TextBox 12"/>
          <p:cNvSpPr txBox="1">
            <a:spLocks noChangeArrowheads="1"/>
          </p:cNvSpPr>
          <p:nvPr/>
        </p:nvSpPr>
        <p:spPr bwMode="auto">
          <a:xfrm>
            <a:off x="8216966" y="3862080"/>
            <a:ext cx="35931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dirty="0">
                <a:solidFill>
                  <a:schemeClr val="tx1">
                    <a:lumMod val="85000"/>
                    <a:lumOff val="15000"/>
                  </a:schemeClr>
                </a:solidFill>
                <a:latin typeface="微软雅黑" panose="020B0503020204020204" pitchFamily="34" charset="-122"/>
                <a:ea typeface="微软雅黑" panose="020B0503020204020204" pitchFamily="34" charset="-122"/>
              </a:rPr>
              <a:t>请在这里输入段落文本内容请在这里输入段落文本内容</a:t>
            </a:r>
          </a:p>
        </p:txBody>
      </p:sp>
      <p:sp>
        <p:nvSpPr>
          <p:cNvPr id="17" name="TextBox 13"/>
          <p:cNvSpPr txBox="1">
            <a:spLocks noChangeArrowheads="1"/>
          </p:cNvSpPr>
          <p:nvPr/>
        </p:nvSpPr>
        <p:spPr bwMode="auto">
          <a:xfrm>
            <a:off x="8235374" y="2002744"/>
            <a:ext cx="2105352" cy="416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108" b="1" dirty="0">
                <a:solidFill>
                  <a:schemeClr val="tx1">
                    <a:lumMod val="85000"/>
                    <a:lumOff val="15000"/>
                  </a:schemeClr>
                </a:solidFill>
                <a:latin typeface="微软雅黑" panose="020B0503020204020204" pitchFamily="34" charset="-122"/>
                <a:ea typeface="微软雅黑" panose="020B0503020204020204" pitchFamily="34" charset="-122"/>
              </a:rPr>
              <a:t>添加标题</a:t>
            </a:r>
          </a:p>
        </p:txBody>
      </p:sp>
      <p:sp>
        <p:nvSpPr>
          <p:cNvPr id="18" name="TextBox 14"/>
          <p:cNvSpPr txBox="1">
            <a:spLocks noChangeArrowheads="1"/>
          </p:cNvSpPr>
          <p:nvPr/>
        </p:nvSpPr>
        <p:spPr bwMode="auto">
          <a:xfrm>
            <a:off x="8216966" y="2416115"/>
            <a:ext cx="35931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dirty="0">
                <a:solidFill>
                  <a:schemeClr val="tx1">
                    <a:lumMod val="85000"/>
                    <a:lumOff val="15000"/>
                  </a:schemeClr>
                </a:solidFill>
                <a:latin typeface="微软雅黑" panose="020B0503020204020204" pitchFamily="34" charset="-122"/>
                <a:ea typeface="微软雅黑" panose="020B0503020204020204" pitchFamily="34" charset="-122"/>
              </a:rPr>
              <a:t>请在这里输入段落文本内容请在这里输入段落文本内容</a:t>
            </a:r>
          </a:p>
        </p:txBody>
      </p:sp>
      <p:sp>
        <p:nvSpPr>
          <p:cNvPr id="19" name="TextBox 15"/>
          <p:cNvSpPr txBox="1">
            <a:spLocks noChangeArrowheads="1"/>
          </p:cNvSpPr>
          <p:nvPr/>
        </p:nvSpPr>
        <p:spPr bwMode="auto">
          <a:xfrm>
            <a:off x="2331017" y="2884715"/>
            <a:ext cx="2105352" cy="416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108" b="1" dirty="0">
                <a:solidFill>
                  <a:schemeClr val="tx1">
                    <a:lumMod val="85000"/>
                    <a:lumOff val="15000"/>
                  </a:schemeClr>
                </a:solidFill>
                <a:latin typeface="微软雅黑" panose="020B0503020204020204" pitchFamily="34" charset="-122"/>
                <a:ea typeface="微软雅黑" panose="020B0503020204020204" pitchFamily="34" charset="-122"/>
              </a:rPr>
              <a:t>添加标题</a:t>
            </a:r>
          </a:p>
        </p:txBody>
      </p:sp>
      <p:sp>
        <p:nvSpPr>
          <p:cNvPr id="20" name="TextBox 16"/>
          <p:cNvSpPr txBox="1">
            <a:spLocks noChangeArrowheads="1"/>
          </p:cNvSpPr>
          <p:nvPr/>
        </p:nvSpPr>
        <p:spPr bwMode="auto">
          <a:xfrm>
            <a:off x="843212" y="3299761"/>
            <a:ext cx="35931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dirty="0">
                <a:solidFill>
                  <a:schemeClr val="tx1">
                    <a:lumMod val="85000"/>
                    <a:lumOff val="15000"/>
                  </a:schemeClr>
                </a:solidFill>
                <a:latin typeface="微软雅黑" panose="020B0503020204020204" pitchFamily="34" charset="-122"/>
                <a:ea typeface="微软雅黑" panose="020B0503020204020204" pitchFamily="34" charset="-122"/>
              </a:rPr>
              <a:t>请在这里输入段落文本内容请在这里输入段落文本内容</a:t>
            </a:r>
          </a:p>
        </p:txBody>
      </p:sp>
      <p:sp>
        <p:nvSpPr>
          <p:cNvPr id="21" name="TextBox 17"/>
          <p:cNvSpPr txBox="1">
            <a:spLocks noChangeArrowheads="1"/>
          </p:cNvSpPr>
          <p:nvPr/>
        </p:nvSpPr>
        <p:spPr bwMode="auto">
          <a:xfrm>
            <a:off x="2331017" y="4580044"/>
            <a:ext cx="2105352" cy="416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108" b="1" dirty="0">
                <a:solidFill>
                  <a:schemeClr val="tx1">
                    <a:lumMod val="85000"/>
                    <a:lumOff val="15000"/>
                  </a:schemeClr>
                </a:solidFill>
                <a:latin typeface="微软雅黑" panose="020B0503020204020204" pitchFamily="34" charset="-122"/>
                <a:ea typeface="微软雅黑" panose="020B0503020204020204" pitchFamily="34" charset="-122"/>
              </a:rPr>
              <a:t>添加标题</a:t>
            </a:r>
          </a:p>
        </p:txBody>
      </p:sp>
      <p:sp>
        <p:nvSpPr>
          <p:cNvPr id="22" name="TextBox 18"/>
          <p:cNvSpPr txBox="1">
            <a:spLocks noChangeArrowheads="1"/>
          </p:cNvSpPr>
          <p:nvPr/>
        </p:nvSpPr>
        <p:spPr bwMode="auto">
          <a:xfrm>
            <a:off x="843212" y="4995088"/>
            <a:ext cx="35931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dirty="0">
                <a:solidFill>
                  <a:schemeClr val="tx1">
                    <a:lumMod val="85000"/>
                    <a:lumOff val="15000"/>
                  </a:schemeClr>
                </a:solidFill>
                <a:latin typeface="微软雅黑" panose="020B0503020204020204" pitchFamily="34" charset="-122"/>
                <a:ea typeface="微软雅黑" panose="020B0503020204020204" pitchFamily="34" charset="-122"/>
              </a:rPr>
              <a:t>请在这里输入段落文本内容请在这里输入段落文本内容</a:t>
            </a:r>
          </a:p>
        </p:txBody>
      </p:sp>
    </p:spTree>
    <p:extLst>
      <p:ext uri="{BB962C8B-B14F-4D97-AF65-F5344CB8AC3E}">
        <p14:creationId xmlns:p14="http://schemas.microsoft.com/office/powerpoint/2010/main" val="3716518088"/>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down)">
                                      <p:cBhvr>
                                        <p:cTn id="21" dur="500"/>
                                        <p:tgtEl>
                                          <p:spTgt spid="14"/>
                                        </p:tgtEl>
                                      </p:cBhvr>
                                    </p:animEffect>
                                  </p:childTnLst>
                                </p:cTn>
                              </p:par>
                            </p:childTnLst>
                          </p:cTn>
                        </p:par>
                        <p:par>
                          <p:cTn id="22" fill="hold">
                            <p:stCondLst>
                              <p:cond delay="1500"/>
                            </p:stCondLst>
                            <p:childTnLst>
                              <p:par>
                                <p:cTn id="23" presetID="31" presetClass="entr" presetSubtype="0" fill="hold" grpId="0" nodeType="after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p:cTn id="25" dur="300" fill="hold"/>
                                        <p:tgtEl>
                                          <p:spTgt spid="21"/>
                                        </p:tgtEl>
                                        <p:attrNameLst>
                                          <p:attrName>ppt_w</p:attrName>
                                        </p:attrNameLst>
                                      </p:cBhvr>
                                      <p:tavLst>
                                        <p:tav tm="0">
                                          <p:val>
                                            <p:fltVal val="0"/>
                                          </p:val>
                                        </p:tav>
                                        <p:tav tm="100000">
                                          <p:val>
                                            <p:strVal val="#ppt_w"/>
                                          </p:val>
                                        </p:tav>
                                      </p:tavLst>
                                    </p:anim>
                                    <p:anim calcmode="lin" valueType="num">
                                      <p:cBhvr>
                                        <p:cTn id="26" dur="300" fill="hold"/>
                                        <p:tgtEl>
                                          <p:spTgt spid="21"/>
                                        </p:tgtEl>
                                        <p:attrNameLst>
                                          <p:attrName>ppt_h</p:attrName>
                                        </p:attrNameLst>
                                      </p:cBhvr>
                                      <p:tavLst>
                                        <p:tav tm="0">
                                          <p:val>
                                            <p:fltVal val="0"/>
                                          </p:val>
                                        </p:tav>
                                        <p:tav tm="100000">
                                          <p:val>
                                            <p:strVal val="#ppt_h"/>
                                          </p:val>
                                        </p:tav>
                                      </p:tavLst>
                                    </p:anim>
                                    <p:anim calcmode="lin" valueType="num">
                                      <p:cBhvr>
                                        <p:cTn id="27" dur="300" fill="hold"/>
                                        <p:tgtEl>
                                          <p:spTgt spid="21"/>
                                        </p:tgtEl>
                                        <p:attrNameLst>
                                          <p:attrName>style.rotation</p:attrName>
                                        </p:attrNameLst>
                                      </p:cBhvr>
                                      <p:tavLst>
                                        <p:tav tm="0">
                                          <p:val>
                                            <p:fltVal val="90"/>
                                          </p:val>
                                        </p:tav>
                                        <p:tav tm="100000">
                                          <p:val>
                                            <p:fltVal val="0"/>
                                          </p:val>
                                        </p:tav>
                                      </p:tavLst>
                                    </p:anim>
                                    <p:animEffect transition="in" filter="fade">
                                      <p:cBhvr>
                                        <p:cTn id="28" dur="300"/>
                                        <p:tgtEl>
                                          <p:spTgt spid="21"/>
                                        </p:tgtEl>
                                      </p:cBhvr>
                                    </p:animEffect>
                                  </p:childTnLst>
                                </p:cTn>
                              </p:par>
                            </p:childTnLst>
                          </p:cTn>
                        </p:par>
                        <p:par>
                          <p:cTn id="29" fill="hold">
                            <p:stCondLst>
                              <p:cond delay="1800"/>
                            </p:stCondLst>
                            <p:childTnLst>
                              <p:par>
                                <p:cTn id="30" presetID="22" presetClass="entr" presetSubtype="1" fill="hold" grpId="0"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wipe(up)">
                                      <p:cBhvr>
                                        <p:cTn id="32" dur="500"/>
                                        <p:tgtEl>
                                          <p:spTgt spid="22"/>
                                        </p:tgtEl>
                                      </p:cBhvr>
                                    </p:animEffect>
                                  </p:childTnLst>
                                </p:cTn>
                              </p:par>
                            </p:childTnLst>
                          </p:cTn>
                        </p:par>
                        <p:par>
                          <p:cTn id="33" fill="hold">
                            <p:stCondLst>
                              <p:cond delay="2300"/>
                            </p:stCondLst>
                            <p:childTnLst>
                              <p:par>
                                <p:cTn id="34" presetID="22" presetClass="entr" presetSubtype="4" fill="hold" grpId="0" nodeType="after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down)">
                                      <p:cBhvr>
                                        <p:cTn id="36" dur="500"/>
                                        <p:tgtEl>
                                          <p:spTgt spid="12"/>
                                        </p:tgtEl>
                                      </p:cBhvr>
                                    </p:animEffect>
                                  </p:childTnLst>
                                </p:cTn>
                              </p:par>
                            </p:childTnLst>
                          </p:cTn>
                        </p:par>
                        <p:par>
                          <p:cTn id="37" fill="hold">
                            <p:stCondLst>
                              <p:cond delay="2800"/>
                            </p:stCondLst>
                            <p:childTnLst>
                              <p:par>
                                <p:cTn id="38" presetID="31" presetClass="entr" presetSubtype="0" fill="hold" grpId="0" nodeType="afterEffect">
                                  <p:stCondLst>
                                    <p:cond delay="0"/>
                                  </p:stCondLst>
                                  <p:childTnLst>
                                    <p:set>
                                      <p:cBhvr>
                                        <p:cTn id="39" dur="1" fill="hold">
                                          <p:stCondLst>
                                            <p:cond delay="0"/>
                                          </p:stCondLst>
                                        </p:cTn>
                                        <p:tgtEl>
                                          <p:spTgt spid="15"/>
                                        </p:tgtEl>
                                        <p:attrNameLst>
                                          <p:attrName>style.visibility</p:attrName>
                                        </p:attrNameLst>
                                      </p:cBhvr>
                                      <p:to>
                                        <p:strVal val="visible"/>
                                      </p:to>
                                    </p:set>
                                    <p:anim calcmode="lin" valueType="num">
                                      <p:cBhvr>
                                        <p:cTn id="40" dur="300" fill="hold"/>
                                        <p:tgtEl>
                                          <p:spTgt spid="15"/>
                                        </p:tgtEl>
                                        <p:attrNameLst>
                                          <p:attrName>ppt_w</p:attrName>
                                        </p:attrNameLst>
                                      </p:cBhvr>
                                      <p:tavLst>
                                        <p:tav tm="0">
                                          <p:val>
                                            <p:fltVal val="0"/>
                                          </p:val>
                                        </p:tav>
                                        <p:tav tm="100000">
                                          <p:val>
                                            <p:strVal val="#ppt_w"/>
                                          </p:val>
                                        </p:tav>
                                      </p:tavLst>
                                    </p:anim>
                                    <p:anim calcmode="lin" valueType="num">
                                      <p:cBhvr>
                                        <p:cTn id="41" dur="300" fill="hold"/>
                                        <p:tgtEl>
                                          <p:spTgt spid="15"/>
                                        </p:tgtEl>
                                        <p:attrNameLst>
                                          <p:attrName>ppt_h</p:attrName>
                                        </p:attrNameLst>
                                      </p:cBhvr>
                                      <p:tavLst>
                                        <p:tav tm="0">
                                          <p:val>
                                            <p:fltVal val="0"/>
                                          </p:val>
                                        </p:tav>
                                        <p:tav tm="100000">
                                          <p:val>
                                            <p:strVal val="#ppt_h"/>
                                          </p:val>
                                        </p:tav>
                                      </p:tavLst>
                                    </p:anim>
                                    <p:anim calcmode="lin" valueType="num">
                                      <p:cBhvr>
                                        <p:cTn id="42" dur="300" fill="hold"/>
                                        <p:tgtEl>
                                          <p:spTgt spid="15"/>
                                        </p:tgtEl>
                                        <p:attrNameLst>
                                          <p:attrName>style.rotation</p:attrName>
                                        </p:attrNameLst>
                                      </p:cBhvr>
                                      <p:tavLst>
                                        <p:tav tm="0">
                                          <p:val>
                                            <p:fltVal val="90"/>
                                          </p:val>
                                        </p:tav>
                                        <p:tav tm="100000">
                                          <p:val>
                                            <p:fltVal val="0"/>
                                          </p:val>
                                        </p:tav>
                                      </p:tavLst>
                                    </p:anim>
                                    <p:animEffect transition="in" filter="fade">
                                      <p:cBhvr>
                                        <p:cTn id="43" dur="300"/>
                                        <p:tgtEl>
                                          <p:spTgt spid="15"/>
                                        </p:tgtEl>
                                      </p:cBhvr>
                                    </p:animEffect>
                                  </p:childTnLst>
                                </p:cTn>
                              </p:par>
                            </p:childTnLst>
                          </p:cTn>
                        </p:par>
                        <p:par>
                          <p:cTn id="44" fill="hold">
                            <p:stCondLst>
                              <p:cond delay="3100"/>
                            </p:stCondLst>
                            <p:childTnLst>
                              <p:par>
                                <p:cTn id="45" presetID="22" presetClass="entr" presetSubtype="1" fill="hold" grpId="0" nodeType="after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wipe(up)">
                                      <p:cBhvr>
                                        <p:cTn id="47" dur="500"/>
                                        <p:tgtEl>
                                          <p:spTgt spid="16"/>
                                        </p:tgtEl>
                                      </p:cBhvr>
                                    </p:animEffect>
                                  </p:childTnLst>
                                </p:cTn>
                              </p:par>
                            </p:childTnLst>
                          </p:cTn>
                        </p:par>
                        <p:par>
                          <p:cTn id="48" fill="hold">
                            <p:stCondLst>
                              <p:cond delay="3600"/>
                            </p:stCondLst>
                            <p:childTnLst>
                              <p:par>
                                <p:cTn id="49" presetID="22" presetClass="entr" presetSubtype="4" fill="hold" grpId="0"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down)">
                                      <p:cBhvr>
                                        <p:cTn id="51" dur="500"/>
                                        <p:tgtEl>
                                          <p:spTgt spid="13"/>
                                        </p:tgtEl>
                                      </p:cBhvr>
                                    </p:animEffect>
                                  </p:childTnLst>
                                </p:cTn>
                              </p:par>
                            </p:childTnLst>
                          </p:cTn>
                        </p:par>
                        <p:par>
                          <p:cTn id="52" fill="hold">
                            <p:stCondLst>
                              <p:cond delay="4100"/>
                            </p:stCondLst>
                            <p:childTnLst>
                              <p:par>
                                <p:cTn id="53" presetID="31" presetClass="entr" presetSubtype="0" fill="hold" grpId="0" nodeType="afterEffect">
                                  <p:stCondLst>
                                    <p:cond delay="0"/>
                                  </p:stCondLst>
                                  <p:childTnLst>
                                    <p:set>
                                      <p:cBhvr>
                                        <p:cTn id="54" dur="1" fill="hold">
                                          <p:stCondLst>
                                            <p:cond delay="0"/>
                                          </p:stCondLst>
                                        </p:cTn>
                                        <p:tgtEl>
                                          <p:spTgt spid="19"/>
                                        </p:tgtEl>
                                        <p:attrNameLst>
                                          <p:attrName>style.visibility</p:attrName>
                                        </p:attrNameLst>
                                      </p:cBhvr>
                                      <p:to>
                                        <p:strVal val="visible"/>
                                      </p:to>
                                    </p:set>
                                    <p:anim calcmode="lin" valueType="num">
                                      <p:cBhvr>
                                        <p:cTn id="55" dur="300" fill="hold"/>
                                        <p:tgtEl>
                                          <p:spTgt spid="19"/>
                                        </p:tgtEl>
                                        <p:attrNameLst>
                                          <p:attrName>ppt_w</p:attrName>
                                        </p:attrNameLst>
                                      </p:cBhvr>
                                      <p:tavLst>
                                        <p:tav tm="0">
                                          <p:val>
                                            <p:fltVal val="0"/>
                                          </p:val>
                                        </p:tav>
                                        <p:tav tm="100000">
                                          <p:val>
                                            <p:strVal val="#ppt_w"/>
                                          </p:val>
                                        </p:tav>
                                      </p:tavLst>
                                    </p:anim>
                                    <p:anim calcmode="lin" valueType="num">
                                      <p:cBhvr>
                                        <p:cTn id="56" dur="300" fill="hold"/>
                                        <p:tgtEl>
                                          <p:spTgt spid="19"/>
                                        </p:tgtEl>
                                        <p:attrNameLst>
                                          <p:attrName>ppt_h</p:attrName>
                                        </p:attrNameLst>
                                      </p:cBhvr>
                                      <p:tavLst>
                                        <p:tav tm="0">
                                          <p:val>
                                            <p:fltVal val="0"/>
                                          </p:val>
                                        </p:tav>
                                        <p:tav tm="100000">
                                          <p:val>
                                            <p:strVal val="#ppt_h"/>
                                          </p:val>
                                        </p:tav>
                                      </p:tavLst>
                                    </p:anim>
                                    <p:anim calcmode="lin" valueType="num">
                                      <p:cBhvr>
                                        <p:cTn id="57" dur="300" fill="hold"/>
                                        <p:tgtEl>
                                          <p:spTgt spid="19"/>
                                        </p:tgtEl>
                                        <p:attrNameLst>
                                          <p:attrName>style.rotation</p:attrName>
                                        </p:attrNameLst>
                                      </p:cBhvr>
                                      <p:tavLst>
                                        <p:tav tm="0">
                                          <p:val>
                                            <p:fltVal val="90"/>
                                          </p:val>
                                        </p:tav>
                                        <p:tav tm="100000">
                                          <p:val>
                                            <p:fltVal val="0"/>
                                          </p:val>
                                        </p:tav>
                                      </p:tavLst>
                                    </p:anim>
                                    <p:animEffect transition="in" filter="fade">
                                      <p:cBhvr>
                                        <p:cTn id="58" dur="300"/>
                                        <p:tgtEl>
                                          <p:spTgt spid="19"/>
                                        </p:tgtEl>
                                      </p:cBhvr>
                                    </p:animEffect>
                                  </p:childTnLst>
                                </p:cTn>
                              </p:par>
                            </p:childTnLst>
                          </p:cTn>
                        </p:par>
                        <p:par>
                          <p:cTn id="59" fill="hold">
                            <p:stCondLst>
                              <p:cond delay="4400"/>
                            </p:stCondLst>
                            <p:childTnLst>
                              <p:par>
                                <p:cTn id="60" presetID="22" presetClass="entr" presetSubtype="1" fill="hold" grpId="0" nodeType="after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wipe(up)">
                                      <p:cBhvr>
                                        <p:cTn id="62" dur="500"/>
                                        <p:tgtEl>
                                          <p:spTgt spid="20"/>
                                        </p:tgtEl>
                                      </p:cBhvr>
                                    </p:animEffect>
                                  </p:childTnLst>
                                </p:cTn>
                              </p:par>
                            </p:childTnLst>
                          </p:cTn>
                        </p:par>
                        <p:par>
                          <p:cTn id="63" fill="hold">
                            <p:stCondLst>
                              <p:cond delay="4900"/>
                            </p:stCondLst>
                            <p:childTnLst>
                              <p:par>
                                <p:cTn id="64" presetID="22" presetClass="entr" presetSubtype="4" fill="hold" grpId="0"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down)">
                                      <p:cBhvr>
                                        <p:cTn id="66" dur="500"/>
                                        <p:tgtEl>
                                          <p:spTgt spid="11"/>
                                        </p:tgtEl>
                                      </p:cBhvr>
                                    </p:animEffect>
                                  </p:childTnLst>
                                </p:cTn>
                              </p:par>
                            </p:childTnLst>
                          </p:cTn>
                        </p:par>
                        <p:par>
                          <p:cTn id="67" fill="hold">
                            <p:stCondLst>
                              <p:cond delay="5400"/>
                            </p:stCondLst>
                            <p:childTnLst>
                              <p:par>
                                <p:cTn id="68" presetID="31" presetClass="entr" presetSubtype="0"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p:cTn id="70" dur="300" fill="hold"/>
                                        <p:tgtEl>
                                          <p:spTgt spid="17"/>
                                        </p:tgtEl>
                                        <p:attrNameLst>
                                          <p:attrName>ppt_w</p:attrName>
                                        </p:attrNameLst>
                                      </p:cBhvr>
                                      <p:tavLst>
                                        <p:tav tm="0">
                                          <p:val>
                                            <p:fltVal val="0"/>
                                          </p:val>
                                        </p:tav>
                                        <p:tav tm="100000">
                                          <p:val>
                                            <p:strVal val="#ppt_w"/>
                                          </p:val>
                                        </p:tav>
                                      </p:tavLst>
                                    </p:anim>
                                    <p:anim calcmode="lin" valueType="num">
                                      <p:cBhvr>
                                        <p:cTn id="71" dur="300" fill="hold"/>
                                        <p:tgtEl>
                                          <p:spTgt spid="17"/>
                                        </p:tgtEl>
                                        <p:attrNameLst>
                                          <p:attrName>ppt_h</p:attrName>
                                        </p:attrNameLst>
                                      </p:cBhvr>
                                      <p:tavLst>
                                        <p:tav tm="0">
                                          <p:val>
                                            <p:fltVal val="0"/>
                                          </p:val>
                                        </p:tav>
                                        <p:tav tm="100000">
                                          <p:val>
                                            <p:strVal val="#ppt_h"/>
                                          </p:val>
                                        </p:tav>
                                      </p:tavLst>
                                    </p:anim>
                                    <p:anim calcmode="lin" valueType="num">
                                      <p:cBhvr>
                                        <p:cTn id="72" dur="300" fill="hold"/>
                                        <p:tgtEl>
                                          <p:spTgt spid="17"/>
                                        </p:tgtEl>
                                        <p:attrNameLst>
                                          <p:attrName>style.rotation</p:attrName>
                                        </p:attrNameLst>
                                      </p:cBhvr>
                                      <p:tavLst>
                                        <p:tav tm="0">
                                          <p:val>
                                            <p:fltVal val="90"/>
                                          </p:val>
                                        </p:tav>
                                        <p:tav tm="100000">
                                          <p:val>
                                            <p:fltVal val="0"/>
                                          </p:val>
                                        </p:tav>
                                      </p:tavLst>
                                    </p:anim>
                                    <p:animEffect transition="in" filter="fade">
                                      <p:cBhvr>
                                        <p:cTn id="73" dur="300"/>
                                        <p:tgtEl>
                                          <p:spTgt spid="17"/>
                                        </p:tgtEl>
                                      </p:cBhvr>
                                    </p:animEffect>
                                  </p:childTnLst>
                                </p:cTn>
                              </p:par>
                            </p:childTnLst>
                          </p:cTn>
                        </p:par>
                        <p:par>
                          <p:cTn id="74" fill="hold">
                            <p:stCondLst>
                              <p:cond delay="5700"/>
                            </p:stCondLst>
                            <p:childTnLst>
                              <p:par>
                                <p:cTn id="75" presetID="22" presetClass="entr" presetSubtype="1" fill="hold" grpId="0" nodeType="after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wipe(up)">
                                      <p:cBhvr>
                                        <p:cTn id="7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P spid="14" grpId="0" animBg="1"/>
      <p:bldP spid="15" grpId="0" autoUpdateAnimBg="0"/>
      <p:bldP spid="16" grpId="0" autoUpdateAnimBg="0"/>
      <p:bldP spid="17" grpId="0" autoUpdateAnimBg="0"/>
      <p:bldP spid="18" grpId="0" autoUpdateAnimBg="0"/>
      <p:bldP spid="19" grpId="0" autoUpdateAnimBg="0"/>
      <p:bldP spid="20" grpId="0" autoUpdateAnimBg="0"/>
      <p:bldP spid="21" grpId="0" autoUpdateAnimBg="0"/>
      <p:bldP spid="22"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椭圆 10"/>
          <p:cNvSpPr/>
          <p:nvPr/>
        </p:nvSpPr>
        <p:spPr>
          <a:xfrm>
            <a:off x="3737379" y="4990657"/>
            <a:ext cx="1969081" cy="1967108"/>
          </a:xfrm>
          <a:prstGeom prst="ellipse">
            <a:avLst/>
          </a:prstGeom>
          <a:noFill/>
          <a:ln w="127000" cap="flat" cmpd="thinThick" algn="ctr">
            <a:solidFill>
              <a:srgbClr val="424A53"/>
            </a:solidFill>
            <a:prstDash val="solid"/>
            <a:miter lim="800000"/>
          </a:ln>
          <a:effectLst/>
        </p:spPr>
        <p:txBody>
          <a:bodyPr lIns="0" tIns="0" rIns="0" bIns="0" anchor="ctr"/>
          <a:lstStyle/>
          <a:p>
            <a:pPr algn="ctr">
              <a:defRPr/>
            </a:pPr>
            <a:r>
              <a:rPr lang="zh-CN" altLang="en-US" sz="2531" kern="0" dirty="0">
                <a:latin typeface="微软雅黑" panose="020B0503020204020204" pitchFamily="34" charset="-122"/>
                <a:ea typeface="微软雅黑" panose="020B0503020204020204" pitchFamily="34" charset="-122"/>
              </a:rPr>
              <a:t>输入标题</a:t>
            </a:r>
          </a:p>
        </p:txBody>
      </p:sp>
      <p:sp>
        <p:nvSpPr>
          <p:cNvPr id="12" name="KSO_GT2.1.1"/>
          <p:cNvSpPr txBox="1"/>
          <p:nvPr/>
        </p:nvSpPr>
        <p:spPr>
          <a:xfrm>
            <a:off x="8190167" y="4771743"/>
            <a:ext cx="4010786" cy="1651250"/>
          </a:xfrm>
          <a:prstGeom prst="rect">
            <a:avLst/>
          </a:prstGeom>
          <a:noFill/>
        </p:spPr>
        <p:txBody>
          <a:bodyPr lIns="141728" tIns="70865" rIns="141728" bIns="70865" anchor="ctr"/>
          <a:lstStyle/>
          <a:p>
            <a:pPr algn="just">
              <a:lnSpc>
                <a:spcPct val="130000"/>
              </a:lnSpc>
              <a:defRPr/>
            </a:pPr>
            <a:r>
              <a:rPr lang="zh-CN" altLang="en-US" sz="1969" kern="0" dirty="0">
                <a:solidFill>
                  <a:schemeClr val="tx1">
                    <a:lumMod val="85000"/>
                    <a:lumOff val="15000"/>
                  </a:schemeClr>
                </a:solidFill>
                <a:latin typeface="微软雅黑" pitchFamily="34" charset="-122"/>
                <a:ea typeface="微软雅黑" pitchFamily="34" charset="-122"/>
              </a:rPr>
              <a:t>请在此处输入您的文本请在此处输入您的文本请在此处输入您的文本请在此处输入您的文本</a:t>
            </a:r>
          </a:p>
        </p:txBody>
      </p:sp>
      <p:sp>
        <p:nvSpPr>
          <p:cNvPr id="13" name="椭圆 12"/>
          <p:cNvSpPr/>
          <p:nvPr/>
        </p:nvSpPr>
        <p:spPr>
          <a:xfrm>
            <a:off x="1639644" y="3045356"/>
            <a:ext cx="2967795" cy="2968107"/>
          </a:xfrm>
          <a:prstGeom prst="ellipse">
            <a:avLst/>
          </a:prstGeom>
          <a:noFill/>
          <a:ln w="127000" cap="flat" cmpd="thinThick" algn="ctr">
            <a:solidFill>
              <a:srgbClr val="DD1C3E"/>
            </a:solidFill>
            <a:prstDash val="solid"/>
            <a:miter lim="800000"/>
          </a:ln>
          <a:effectLst/>
        </p:spPr>
        <p:txBody>
          <a:bodyPr lIns="0" tIns="0" rIns="0" bIns="0" anchor="ctr"/>
          <a:lstStyle/>
          <a:p>
            <a:pPr algn="ctr">
              <a:defRPr/>
            </a:pPr>
            <a:r>
              <a:rPr lang="zh-CN" altLang="en-US" sz="3937" kern="0" dirty="0">
                <a:latin typeface="微软雅黑" panose="020B0503020204020204" pitchFamily="34" charset="-122"/>
                <a:ea typeface="微软雅黑" panose="020B0503020204020204" pitchFamily="34" charset="-122"/>
              </a:rPr>
              <a:t>输入标题</a:t>
            </a:r>
          </a:p>
        </p:txBody>
      </p:sp>
      <p:cxnSp>
        <p:nvCxnSpPr>
          <p:cNvPr id="14" name="肘形连接符 27"/>
          <p:cNvCxnSpPr>
            <a:cxnSpLocks noChangeShapeType="1"/>
          </p:cNvCxnSpPr>
          <p:nvPr/>
        </p:nvCxnSpPr>
        <p:spPr bwMode="auto">
          <a:xfrm flipV="1">
            <a:off x="4690304" y="3751948"/>
            <a:ext cx="2427008" cy="772013"/>
          </a:xfrm>
          <a:prstGeom prst="bentConnector3">
            <a:avLst>
              <a:gd name="adj1" fmla="val 29667"/>
            </a:avLst>
          </a:prstGeom>
          <a:noFill/>
          <a:ln w="38100" algn="ctr">
            <a:solidFill>
              <a:srgbClr val="DD1C3E"/>
            </a:solidFill>
            <a:miter lim="800000"/>
            <a:headEnd type="oval" w="med" len="med"/>
            <a:tailEnd type="triangle" w="med" len="med"/>
          </a:ln>
          <a:extLst>
            <a:ext uri="{909E8E84-426E-40DD-AFC4-6F175D3DCCD1}">
              <a14:hiddenFill xmlns:a14="http://schemas.microsoft.com/office/drawing/2010/main">
                <a:noFill/>
              </a14:hiddenFill>
            </a:ext>
          </a:extLst>
        </p:spPr>
      </p:cxnSp>
      <p:sp>
        <p:nvSpPr>
          <p:cNvPr id="15" name="KSO_GT1.1.1"/>
          <p:cNvSpPr txBox="1"/>
          <p:nvPr/>
        </p:nvSpPr>
        <p:spPr>
          <a:xfrm>
            <a:off x="7145659" y="2855614"/>
            <a:ext cx="3941481" cy="1877237"/>
          </a:xfrm>
          <a:prstGeom prst="rect">
            <a:avLst/>
          </a:prstGeom>
          <a:noFill/>
        </p:spPr>
        <p:txBody>
          <a:bodyPr lIns="141728" tIns="70865" rIns="141728" bIns="70865" anchor="ctr"/>
          <a:lstStyle/>
          <a:p>
            <a:pPr algn="just">
              <a:lnSpc>
                <a:spcPct val="130000"/>
              </a:lnSpc>
              <a:defRPr/>
            </a:pPr>
            <a:r>
              <a:rPr lang="zh-CN" altLang="en-US" sz="1969" kern="0" dirty="0">
                <a:solidFill>
                  <a:schemeClr val="tx1">
                    <a:lumMod val="85000"/>
                    <a:lumOff val="15000"/>
                  </a:schemeClr>
                </a:solidFill>
                <a:latin typeface="微软雅黑" pitchFamily="34" charset="-122"/>
                <a:ea typeface="微软雅黑" pitchFamily="34" charset="-122"/>
              </a:rPr>
              <a:t>请在此处输入您的文本请在此处输入您的文本请在此处输入您的文本请在此处输入您的文本</a:t>
            </a:r>
          </a:p>
        </p:txBody>
      </p:sp>
      <p:cxnSp>
        <p:nvCxnSpPr>
          <p:cNvPr id="16" name="肘形连接符 8"/>
          <p:cNvCxnSpPr>
            <a:cxnSpLocks noChangeShapeType="1"/>
          </p:cNvCxnSpPr>
          <p:nvPr/>
        </p:nvCxnSpPr>
        <p:spPr bwMode="auto">
          <a:xfrm flipV="1">
            <a:off x="5734810" y="5544589"/>
            <a:ext cx="2427007" cy="772013"/>
          </a:xfrm>
          <a:prstGeom prst="bentConnector3">
            <a:avLst>
              <a:gd name="adj1" fmla="val 29667"/>
            </a:avLst>
          </a:prstGeom>
          <a:noFill/>
          <a:ln w="38100" algn="ctr">
            <a:solidFill>
              <a:srgbClr val="424A53"/>
            </a:solidFill>
            <a:miter lim="800000"/>
            <a:headEnd type="oval" w="med" len="med"/>
            <a:tailEnd type="triangle" w="med" len="med"/>
          </a:ln>
          <a:extLst>
            <a:ext uri="{909E8E84-426E-40DD-AFC4-6F175D3DCCD1}">
              <a14:hiddenFill xmlns:a14="http://schemas.microsoft.com/office/drawing/2010/main">
                <a:noFill/>
              </a14:hiddenFill>
            </a:ext>
          </a:extLst>
        </p:spPr>
      </p:cxnSp>
      <p:sp>
        <p:nvSpPr>
          <p:cNvPr id="17" name="椭圆 16"/>
          <p:cNvSpPr/>
          <p:nvPr/>
        </p:nvSpPr>
        <p:spPr>
          <a:xfrm>
            <a:off x="1480458" y="1459896"/>
            <a:ext cx="1969084" cy="1967108"/>
          </a:xfrm>
          <a:prstGeom prst="ellipse">
            <a:avLst/>
          </a:prstGeom>
          <a:noFill/>
          <a:ln w="127000" cap="flat" cmpd="thinThick" algn="ctr">
            <a:solidFill>
              <a:srgbClr val="424A53"/>
            </a:solidFill>
            <a:prstDash val="solid"/>
            <a:miter lim="800000"/>
          </a:ln>
          <a:effectLst/>
        </p:spPr>
        <p:txBody>
          <a:bodyPr lIns="0" tIns="0" rIns="0" bIns="0" anchor="ctr"/>
          <a:lstStyle/>
          <a:p>
            <a:pPr algn="ctr">
              <a:defRPr/>
            </a:pPr>
            <a:r>
              <a:rPr lang="zh-CN" altLang="en-US" sz="2531" kern="0" dirty="0">
                <a:latin typeface="微软雅黑" panose="020B0503020204020204" pitchFamily="34" charset="-122"/>
                <a:ea typeface="微软雅黑" panose="020B0503020204020204" pitchFamily="34" charset="-122"/>
              </a:rPr>
              <a:t>输入标题</a:t>
            </a:r>
          </a:p>
        </p:txBody>
      </p:sp>
      <p:sp>
        <p:nvSpPr>
          <p:cNvPr id="18" name="KSO_GT2.1.1"/>
          <p:cNvSpPr txBox="1"/>
          <p:nvPr/>
        </p:nvSpPr>
        <p:spPr>
          <a:xfrm>
            <a:off x="5931061" y="1287446"/>
            <a:ext cx="4346030" cy="1343085"/>
          </a:xfrm>
          <a:prstGeom prst="rect">
            <a:avLst/>
          </a:prstGeom>
          <a:noFill/>
        </p:spPr>
        <p:txBody>
          <a:bodyPr lIns="141728" tIns="70865" rIns="141728" bIns="70865" anchor="ctr"/>
          <a:lstStyle/>
          <a:p>
            <a:pPr algn="just">
              <a:lnSpc>
                <a:spcPct val="130000"/>
              </a:lnSpc>
              <a:defRPr/>
            </a:pPr>
            <a:r>
              <a:rPr lang="zh-CN" altLang="en-US" sz="1969" kern="0" dirty="0">
                <a:solidFill>
                  <a:schemeClr val="tx1">
                    <a:lumMod val="85000"/>
                    <a:lumOff val="15000"/>
                  </a:schemeClr>
                </a:solidFill>
                <a:latin typeface="微软雅黑" pitchFamily="34" charset="-122"/>
                <a:ea typeface="微软雅黑" pitchFamily="34" charset="-122"/>
              </a:rPr>
              <a:t>请在此处输入您的文本请在此处输入您的文本请在此处输入您的文本请在此处输入您的文本</a:t>
            </a:r>
          </a:p>
        </p:txBody>
      </p:sp>
      <p:cxnSp>
        <p:nvCxnSpPr>
          <p:cNvPr id="19" name="肘形连接符 11"/>
          <p:cNvCxnSpPr>
            <a:cxnSpLocks noChangeShapeType="1"/>
          </p:cNvCxnSpPr>
          <p:nvPr/>
        </p:nvCxnSpPr>
        <p:spPr bwMode="auto">
          <a:xfrm flipV="1">
            <a:off x="3477886" y="2013829"/>
            <a:ext cx="2424827" cy="772013"/>
          </a:xfrm>
          <a:prstGeom prst="bentConnector3">
            <a:avLst>
              <a:gd name="adj1" fmla="val 29667"/>
            </a:avLst>
          </a:prstGeom>
          <a:noFill/>
          <a:ln w="38100" algn="ctr">
            <a:solidFill>
              <a:srgbClr val="424A53"/>
            </a:solidFill>
            <a:miter lim="800000"/>
            <a:headEnd type="oval" w="med" len="med"/>
            <a:tailEnd type="triangle" w="med" len="me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3019725711"/>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down)">
                                      <p:cBhvr>
                                        <p:cTn id="21" dur="750"/>
                                        <p:tgtEl>
                                          <p:spTgt spid="17"/>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down)">
                                      <p:cBhvr>
                                        <p:cTn id="24" dur="750"/>
                                        <p:tgtEl>
                                          <p:spTgt spid="13"/>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down)">
                                      <p:cBhvr>
                                        <p:cTn id="27" dur="750"/>
                                        <p:tgtEl>
                                          <p:spTgt spid="11"/>
                                        </p:tgtEl>
                                      </p:cBhvr>
                                    </p:animEffect>
                                  </p:childTnLst>
                                </p:cTn>
                              </p:par>
                            </p:childTnLst>
                          </p:cTn>
                        </p:par>
                        <p:par>
                          <p:cTn id="28" fill="hold">
                            <p:stCondLst>
                              <p:cond delay="1750"/>
                            </p:stCondLst>
                            <p:childTnLst>
                              <p:par>
                                <p:cTn id="29" presetID="22" presetClass="entr" presetSubtype="8"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left)">
                                      <p:cBhvr>
                                        <p:cTn id="31" dur="750"/>
                                        <p:tgtEl>
                                          <p:spTgt spid="19"/>
                                        </p:tgtEl>
                                      </p:cBhvr>
                                    </p:animEffect>
                                  </p:childTnLst>
                                </p:cTn>
                              </p:par>
                            </p:childTnLst>
                          </p:cTn>
                        </p:par>
                        <p:par>
                          <p:cTn id="32" fill="hold">
                            <p:stCondLst>
                              <p:cond delay="2500"/>
                            </p:stCondLst>
                            <p:childTnLst>
                              <p:par>
                                <p:cTn id="33" presetID="22" presetClass="entr" presetSubtype="8"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left)">
                                      <p:cBhvr>
                                        <p:cTn id="35" dur="750"/>
                                        <p:tgtEl>
                                          <p:spTgt spid="18"/>
                                        </p:tgtEl>
                                      </p:cBhvr>
                                    </p:animEffect>
                                  </p:childTnLst>
                                </p:cTn>
                              </p:par>
                            </p:childTnLst>
                          </p:cTn>
                        </p:par>
                        <p:par>
                          <p:cTn id="36" fill="hold">
                            <p:stCondLst>
                              <p:cond delay="3250"/>
                            </p:stCondLst>
                            <p:childTnLst>
                              <p:par>
                                <p:cTn id="37" presetID="22" presetClass="entr" presetSubtype="8"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wipe(left)">
                                      <p:cBhvr>
                                        <p:cTn id="39" dur="750"/>
                                        <p:tgtEl>
                                          <p:spTgt spid="14"/>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wipe(left)">
                                      <p:cBhvr>
                                        <p:cTn id="43" dur="750"/>
                                        <p:tgtEl>
                                          <p:spTgt spid="15"/>
                                        </p:tgtEl>
                                      </p:cBhvr>
                                    </p:animEffect>
                                  </p:childTnLst>
                                </p:cTn>
                              </p:par>
                            </p:childTnLst>
                          </p:cTn>
                        </p:par>
                        <p:par>
                          <p:cTn id="44" fill="hold">
                            <p:stCondLst>
                              <p:cond delay="4750"/>
                            </p:stCondLst>
                            <p:childTnLst>
                              <p:par>
                                <p:cTn id="45" presetID="22" presetClass="entr" presetSubtype="8" fill="hold" nodeType="after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wipe(left)">
                                      <p:cBhvr>
                                        <p:cTn id="47" dur="750"/>
                                        <p:tgtEl>
                                          <p:spTgt spid="16"/>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wipe(left)">
                                      <p:cBhvr>
                                        <p:cTn id="51" dur="75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p:bldP spid="13" grpId="0" animBg="1"/>
      <p:bldP spid="15" grpId="0"/>
      <p:bldP spid="17" grpId="0" animBg="1"/>
      <p:bldP spid="1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TextBox 8"/>
          <p:cNvSpPr txBox="1">
            <a:spLocks noChangeArrowheads="1"/>
          </p:cNvSpPr>
          <p:nvPr/>
        </p:nvSpPr>
        <p:spPr bwMode="auto">
          <a:xfrm>
            <a:off x="10737154" y="3507503"/>
            <a:ext cx="1531916" cy="772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ctr">
              <a:lnSpc>
                <a:spcPct val="130000"/>
              </a:lnSpc>
              <a:defRPr/>
            </a:pPr>
            <a:r>
              <a:rPr lang="zh-CN" altLang="en-US" sz="1687" kern="0">
                <a:latin typeface="微软雅黑" pitchFamily="34" charset="-122"/>
                <a:ea typeface="微软雅黑" pitchFamily="34" charset="-122"/>
              </a:rPr>
              <a:t>请在此处输入您的文本</a:t>
            </a:r>
          </a:p>
        </p:txBody>
      </p:sp>
      <p:sp>
        <p:nvSpPr>
          <p:cNvPr id="12" name="燕尾形箭头 23"/>
          <p:cNvSpPr>
            <a:spLocks noChangeArrowheads="1"/>
          </p:cNvSpPr>
          <p:nvPr/>
        </p:nvSpPr>
        <p:spPr bwMode="auto">
          <a:xfrm rot="16200000">
            <a:off x="8307854" y="2091107"/>
            <a:ext cx="1327661" cy="1377886"/>
          </a:xfrm>
          <a:prstGeom prst="notchedRightArrow">
            <a:avLst>
              <a:gd name="adj1" fmla="val 60009"/>
              <a:gd name="adj2" fmla="val 36500"/>
            </a:avLst>
          </a:prstGeom>
          <a:solidFill>
            <a:srgbClr val="DD1C3E"/>
          </a:solidFill>
          <a:ln>
            <a:noFill/>
          </a:ln>
          <a:effectLst>
            <a:outerShdw dist="25401" dir="2700000" algn="ctr" rotWithShape="0">
              <a:srgbClr val="000000">
                <a:alpha val="14000"/>
              </a:srgbClr>
            </a:outerShdw>
          </a:effectLst>
        </p:spPr>
        <p:txBody>
          <a:bodyPr lIns="303733" tIns="48218" rIns="96435" bIns="48218" anchor="ctr"/>
          <a:lstStyle/>
          <a:p>
            <a:pPr algn="ctr">
              <a:defRPr/>
            </a:pPr>
            <a:endParaRPr lang="zh-CN" altLang="en-US" sz="3375" kern="0">
              <a:latin typeface="微软雅黑" pitchFamily="34" charset="-122"/>
              <a:ea typeface="微软雅黑" pitchFamily="34" charset="-122"/>
            </a:endParaRPr>
          </a:p>
        </p:txBody>
      </p:sp>
      <p:sp>
        <p:nvSpPr>
          <p:cNvPr id="13" name="燕尾形箭头 24"/>
          <p:cNvSpPr>
            <a:spLocks noChangeArrowheads="1"/>
          </p:cNvSpPr>
          <p:nvPr/>
        </p:nvSpPr>
        <p:spPr bwMode="auto">
          <a:xfrm>
            <a:off x="9382708" y="3164287"/>
            <a:ext cx="1327661" cy="1377888"/>
          </a:xfrm>
          <a:prstGeom prst="notchedRightArrow">
            <a:avLst>
              <a:gd name="adj1" fmla="val 60009"/>
              <a:gd name="adj2" fmla="val 36500"/>
            </a:avLst>
          </a:prstGeom>
          <a:solidFill>
            <a:srgbClr val="424A53"/>
          </a:solidFill>
          <a:ln>
            <a:noFill/>
          </a:ln>
        </p:spPr>
        <p:txBody>
          <a:bodyPr lIns="96435" tIns="48218" rIns="96435" bIns="48218" anchor="ctr"/>
          <a:lstStyle/>
          <a:p>
            <a:pPr algn="ctr">
              <a:defRPr/>
            </a:pPr>
            <a:endParaRPr lang="zh-CN" altLang="en-US" sz="1547" kern="0">
              <a:latin typeface="微软雅黑" pitchFamily="34" charset="-122"/>
              <a:ea typeface="微软雅黑" pitchFamily="34" charset="-122"/>
            </a:endParaRPr>
          </a:p>
        </p:txBody>
      </p:sp>
      <p:sp>
        <p:nvSpPr>
          <p:cNvPr id="14" name="燕尾形箭头 25"/>
          <p:cNvSpPr>
            <a:spLocks noChangeArrowheads="1"/>
          </p:cNvSpPr>
          <p:nvPr/>
        </p:nvSpPr>
        <p:spPr bwMode="auto">
          <a:xfrm flipH="1">
            <a:off x="7233004" y="3164287"/>
            <a:ext cx="1327661" cy="1377888"/>
          </a:xfrm>
          <a:prstGeom prst="notchedRightArrow">
            <a:avLst>
              <a:gd name="adj1" fmla="val 60009"/>
              <a:gd name="adj2" fmla="val 36500"/>
            </a:avLst>
          </a:prstGeom>
          <a:solidFill>
            <a:srgbClr val="424A53"/>
          </a:solidFill>
          <a:ln>
            <a:noFill/>
          </a:ln>
        </p:spPr>
        <p:txBody>
          <a:bodyPr lIns="96435" tIns="48218" rIns="96435" bIns="48218" anchor="ctr"/>
          <a:lstStyle/>
          <a:p>
            <a:pPr algn="ctr">
              <a:defRPr/>
            </a:pPr>
            <a:endParaRPr lang="zh-CN" altLang="en-US" sz="1547" kern="0">
              <a:latin typeface="微软雅黑" pitchFamily="34" charset="-122"/>
              <a:ea typeface="微软雅黑" pitchFamily="34" charset="-122"/>
            </a:endParaRPr>
          </a:p>
        </p:txBody>
      </p:sp>
      <p:sp>
        <p:nvSpPr>
          <p:cNvPr id="15" name="TextBox 7"/>
          <p:cNvSpPr txBox="1">
            <a:spLocks noChangeArrowheads="1"/>
          </p:cNvSpPr>
          <p:nvPr/>
        </p:nvSpPr>
        <p:spPr bwMode="auto">
          <a:xfrm>
            <a:off x="8316231" y="3666553"/>
            <a:ext cx="1310917" cy="486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ctr">
              <a:defRPr/>
            </a:pPr>
            <a:r>
              <a:rPr lang="zh-CN" altLang="en-US" sz="2531" kern="0" dirty="0">
                <a:latin typeface="微软雅黑" pitchFamily="34" charset="-122"/>
                <a:ea typeface="微软雅黑" pitchFamily="34" charset="-122"/>
              </a:rPr>
              <a:t>标题</a:t>
            </a:r>
          </a:p>
        </p:txBody>
      </p:sp>
      <p:sp>
        <p:nvSpPr>
          <p:cNvPr id="16" name="TextBox 8"/>
          <p:cNvSpPr txBox="1">
            <a:spLocks noChangeArrowheads="1"/>
          </p:cNvSpPr>
          <p:nvPr/>
        </p:nvSpPr>
        <p:spPr bwMode="auto">
          <a:xfrm>
            <a:off x="5737922" y="3514201"/>
            <a:ext cx="1495082" cy="772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ctr">
              <a:lnSpc>
                <a:spcPct val="130000"/>
              </a:lnSpc>
              <a:defRPr/>
            </a:pPr>
            <a:r>
              <a:rPr lang="zh-CN" altLang="en-US" sz="1687" kern="0" dirty="0">
                <a:latin typeface="微软雅黑" pitchFamily="34" charset="-122"/>
                <a:ea typeface="微软雅黑" pitchFamily="34" charset="-122"/>
              </a:rPr>
              <a:t>请在此处输入您的文本</a:t>
            </a:r>
          </a:p>
        </p:txBody>
      </p:sp>
      <p:sp>
        <p:nvSpPr>
          <p:cNvPr id="17" name="TextBox 10"/>
          <p:cNvSpPr txBox="1">
            <a:spLocks noChangeArrowheads="1"/>
          </p:cNvSpPr>
          <p:nvPr/>
        </p:nvSpPr>
        <p:spPr bwMode="auto">
          <a:xfrm>
            <a:off x="8197360" y="1438163"/>
            <a:ext cx="1565401" cy="772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ctr">
              <a:lnSpc>
                <a:spcPct val="130000"/>
              </a:lnSpc>
              <a:defRPr/>
            </a:pPr>
            <a:r>
              <a:rPr lang="zh-CN" altLang="en-US" sz="1687" kern="0">
                <a:latin typeface="微软雅黑" pitchFamily="34" charset="-122"/>
                <a:ea typeface="微软雅黑" pitchFamily="34" charset="-122"/>
              </a:rPr>
              <a:t>请在此处输入您的文本</a:t>
            </a:r>
          </a:p>
        </p:txBody>
      </p:sp>
      <p:sp>
        <p:nvSpPr>
          <p:cNvPr id="18" name="燕尾形箭头 29"/>
          <p:cNvSpPr>
            <a:spLocks noChangeArrowheads="1"/>
          </p:cNvSpPr>
          <p:nvPr/>
        </p:nvSpPr>
        <p:spPr bwMode="auto">
          <a:xfrm rot="5400000" flipV="1">
            <a:off x="8304511" y="4245835"/>
            <a:ext cx="1327659" cy="1377886"/>
          </a:xfrm>
          <a:prstGeom prst="notchedRightArrow">
            <a:avLst>
              <a:gd name="adj1" fmla="val 60009"/>
              <a:gd name="adj2" fmla="val 36500"/>
            </a:avLst>
          </a:prstGeom>
          <a:solidFill>
            <a:srgbClr val="DD1C3E"/>
          </a:solidFill>
          <a:ln>
            <a:noFill/>
          </a:ln>
          <a:effectLst>
            <a:outerShdw dist="25401" dir="2700000" algn="ctr" rotWithShape="0">
              <a:srgbClr val="000000">
                <a:alpha val="14000"/>
              </a:srgbClr>
            </a:outerShdw>
          </a:effectLst>
        </p:spPr>
        <p:txBody>
          <a:bodyPr lIns="303733" tIns="48218" rIns="96435" bIns="48218" anchor="ctr"/>
          <a:lstStyle/>
          <a:p>
            <a:pPr algn="ctr">
              <a:defRPr/>
            </a:pPr>
            <a:endParaRPr lang="zh-CN" altLang="en-US" sz="3375" kern="0">
              <a:latin typeface="微软雅黑" pitchFamily="34" charset="-122"/>
              <a:ea typeface="微软雅黑" pitchFamily="34" charset="-122"/>
            </a:endParaRPr>
          </a:p>
        </p:txBody>
      </p:sp>
      <p:sp>
        <p:nvSpPr>
          <p:cNvPr id="19" name="TextBox 8"/>
          <p:cNvSpPr txBox="1">
            <a:spLocks noChangeArrowheads="1"/>
          </p:cNvSpPr>
          <p:nvPr/>
        </p:nvSpPr>
        <p:spPr bwMode="auto">
          <a:xfrm>
            <a:off x="8170572" y="5608655"/>
            <a:ext cx="1592188" cy="772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435" tIns="48218" rIns="96435" bIns="48218">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ctr">
              <a:lnSpc>
                <a:spcPct val="130000"/>
              </a:lnSpc>
              <a:defRPr/>
            </a:pPr>
            <a:r>
              <a:rPr lang="zh-CN" altLang="en-US" sz="1687" kern="0" dirty="0">
                <a:latin typeface="微软雅黑" pitchFamily="34" charset="-122"/>
                <a:ea typeface="微软雅黑" pitchFamily="34" charset="-122"/>
              </a:rPr>
              <a:t>请在此处输入您的文本</a:t>
            </a:r>
          </a:p>
        </p:txBody>
      </p:sp>
      <p:sp>
        <p:nvSpPr>
          <p:cNvPr id="20" name="矩形 19"/>
          <p:cNvSpPr>
            <a:spLocks noChangeArrowheads="1"/>
          </p:cNvSpPr>
          <p:nvPr/>
        </p:nvSpPr>
        <p:spPr bwMode="auto">
          <a:xfrm>
            <a:off x="834470" y="2109336"/>
            <a:ext cx="75341" cy="872272"/>
          </a:xfrm>
          <a:prstGeom prst="rect">
            <a:avLst/>
          </a:prstGeom>
          <a:solidFill>
            <a:srgbClr val="DD1C3E"/>
          </a:solidFill>
          <a:ln w="9525">
            <a:noFill/>
            <a:miter lim="800000"/>
            <a:headEnd/>
            <a:tailEnd/>
          </a:ln>
        </p:spPr>
        <p:txBody>
          <a:bodyPr lIns="96435" tIns="48218" rIns="96435" bIns="48218" anchor="ctr"/>
          <a:lstStyle/>
          <a:p>
            <a:pPr algn="ctr">
              <a:defRPr/>
            </a:pPr>
            <a:endParaRPr lang="zh-CN" altLang="en-US" kern="0"/>
          </a:p>
        </p:txBody>
      </p:sp>
      <p:sp>
        <p:nvSpPr>
          <p:cNvPr id="21" name="矩形 70"/>
          <p:cNvSpPr>
            <a:spLocks noChangeArrowheads="1"/>
          </p:cNvSpPr>
          <p:nvPr/>
        </p:nvSpPr>
        <p:spPr bwMode="auto">
          <a:xfrm>
            <a:off x="834470" y="3400166"/>
            <a:ext cx="75341" cy="870597"/>
          </a:xfrm>
          <a:prstGeom prst="rect">
            <a:avLst/>
          </a:prstGeom>
          <a:solidFill>
            <a:srgbClr val="424A53"/>
          </a:solidFill>
          <a:ln w="9525">
            <a:solidFill>
              <a:srgbClr val="41514E"/>
            </a:solidFill>
            <a:miter lim="800000"/>
            <a:headEnd/>
            <a:tailEnd/>
          </a:ln>
        </p:spPr>
        <p:txBody>
          <a:bodyPr lIns="96435" tIns="48218" rIns="96435" bIns="48218" anchor="ctr"/>
          <a:lstStyle/>
          <a:p>
            <a:pPr algn="ctr">
              <a:defRPr/>
            </a:pPr>
            <a:endParaRPr lang="zh-CN" altLang="en-US" kern="0"/>
          </a:p>
        </p:txBody>
      </p:sp>
      <p:sp>
        <p:nvSpPr>
          <p:cNvPr id="22" name="矩形 75"/>
          <p:cNvSpPr>
            <a:spLocks noChangeArrowheads="1"/>
          </p:cNvSpPr>
          <p:nvPr/>
        </p:nvSpPr>
        <p:spPr bwMode="auto">
          <a:xfrm>
            <a:off x="834470" y="4690992"/>
            <a:ext cx="75341" cy="870597"/>
          </a:xfrm>
          <a:prstGeom prst="rect">
            <a:avLst/>
          </a:prstGeom>
          <a:solidFill>
            <a:srgbClr val="DD1C3E"/>
          </a:solidFill>
          <a:ln w="9525">
            <a:noFill/>
            <a:miter lim="800000"/>
            <a:headEnd/>
            <a:tailEnd/>
          </a:ln>
        </p:spPr>
        <p:txBody>
          <a:bodyPr lIns="96435" tIns="48218" rIns="96435" bIns="48218" anchor="ctr"/>
          <a:lstStyle/>
          <a:p>
            <a:pPr algn="ctr">
              <a:defRPr/>
            </a:pPr>
            <a:endParaRPr lang="zh-CN" altLang="en-US" kern="0"/>
          </a:p>
        </p:txBody>
      </p:sp>
      <p:grpSp>
        <p:nvGrpSpPr>
          <p:cNvPr id="23" name="Group 18"/>
          <p:cNvGrpSpPr>
            <a:grpSpLocks/>
          </p:cNvGrpSpPr>
          <p:nvPr/>
        </p:nvGrpSpPr>
        <p:grpSpPr bwMode="auto">
          <a:xfrm>
            <a:off x="1062823" y="1993108"/>
            <a:ext cx="4059995" cy="918905"/>
            <a:chOff x="0" y="0"/>
            <a:chExt cx="3850501" cy="872559"/>
          </a:xfrm>
        </p:grpSpPr>
        <p:sp>
          <p:nvSpPr>
            <p:cNvPr id="24" name="文本框 44"/>
            <p:cNvSpPr txBox="1">
              <a:spLocks noChangeArrowheads="1"/>
            </p:cNvSpPr>
            <p:nvPr/>
          </p:nvSpPr>
          <p:spPr bwMode="auto">
            <a:xfrm>
              <a:off x="0" y="0"/>
              <a:ext cx="2674843" cy="3137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25" name="文本框 14"/>
            <p:cNvSpPr txBox="1">
              <a:spLocks noChangeArrowheads="1"/>
            </p:cNvSpPr>
            <p:nvPr/>
          </p:nvSpPr>
          <p:spPr bwMode="auto">
            <a:xfrm>
              <a:off x="0" y="353200"/>
              <a:ext cx="3850501" cy="519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grpSp>
        <p:nvGrpSpPr>
          <p:cNvPr id="26" name="Group 21"/>
          <p:cNvGrpSpPr>
            <a:grpSpLocks/>
          </p:cNvGrpSpPr>
          <p:nvPr/>
        </p:nvGrpSpPr>
        <p:grpSpPr bwMode="auto">
          <a:xfrm>
            <a:off x="1062823" y="3346049"/>
            <a:ext cx="4059995" cy="919535"/>
            <a:chOff x="0" y="0"/>
            <a:chExt cx="3850501" cy="871681"/>
          </a:xfrm>
        </p:grpSpPr>
        <p:sp>
          <p:nvSpPr>
            <p:cNvPr id="27" name="文本框 47"/>
            <p:cNvSpPr txBox="1">
              <a:spLocks noChangeArrowheads="1"/>
            </p:cNvSpPr>
            <p:nvPr/>
          </p:nvSpPr>
          <p:spPr bwMode="auto">
            <a:xfrm>
              <a:off x="0" y="0"/>
              <a:ext cx="2674843" cy="31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28" name="文本框 14"/>
            <p:cNvSpPr txBox="1">
              <a:spLocks noChangeArrowheads="1"/>
            </p:cNvSpPr>
            <p:nvPr/>
          </p:nvSpPr>
          <p:spPr bwMode="auto">
            <a:xfrm>
              <a:off x="0" y="353200"/>
              <a:ext cx="3850501" cy="518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grpSp>
        <p:nvGrpSpPr>
          <p:cNvPr id="29" name="Group 24"/>
          <p:cNvGrpSpPr>
            <a:grpSpLocks/>
          </p:cNvGrpSpPr>
          <p:nvPr/>
        </p:nvGrpSpPr>
        <p:grpSpPr bwMode="auto">
          <a:xfrm>
            <a:off x="1062823" y="4653943"/>
            <a:ext cx="4059995" cy="919535"/>
            <a:chOff x="0" y="0"/>
            <a:chExt cx="3850501" cy="871681"/>
          </a:xfrm>
        </p:grpSpPr>
        <p:sp>
          <p:nvSpPr>
            <p:cNvPr id="30" name="文本框 50"/>
            <p:cNvSpPr txBox="1">
              <a:spLocks noChangeArrowheads="1"/>
            </p:cNvSpPr>
            <p:nvPr/>
          </p:nvSpPr>
          <p:spPr bwMode="auto">
            <a:xfrm>
              <a:off x="0" y="0"/>
              <a:ext cx="2674843" cy="313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defRPr/>
              </a:pPr>
              <a:r>
                <a:rPr lang="zh-CN" altLang="en-US" sz="1547" b="1" kern="0" dirty="0">
                  <a:latin typeface="微软雅黑" pitchFamily="34" charset="-122"/>
                  <a:ea typeface="微软雅黑" pitchFamily="34" charset="-122"/>
                </a:rPr>
                <a:t>添加标题</a:t>
              </a:r>
            </a:p>
          </p:txBody>
        </p:sp>
        <p:sp>
          <p:nvSpPr>
            <p:cNvPr id="31" name="文本框 14"/>
            <p:cNvSpPr txBox="1">
              <a:spLocks noChangeArrowheads="1"/>
            </p:cNvSpPr>
            <p:nvPr/>
          </p:nvSpPr>
          <p:spPr bwMode="auto">
            <a:xfrm>
              <a:off x="0" y="353200"/>
              <a:ext cx="3850501" cy="518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6pPr>
              <a:lvl7pPr marL="29718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7pPr>
              <a:lvl8pPr marL="34290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8pPr>
              <a:lvl9pPr marL="3886200" indent="-228600" fontAlgn="base">
                <a:spcBef>
                  <a:spcPct val="0"/>
                </a:spcBef>
                <a:spcAft>
                  <a:spcPct val="0"/>
                </a:spcAft>
                <a:buFont typeface="Arial" pitchFamily="34" charset="0"/>
                <a:defRPr>
                  <a:solidFill>
                    <a:schemeClr val="tx1"/>
                  </a:solidFill>
                  <a:latin typeface="Calibri" pitchFamily="34" charset="0"/>
                  <a:ea typeface="宋体" pitchFamily="2" charset="-122"/>
                </a:defRPr>
              </a:lvl9pPr>
            </a:lstStyle>
            <a:p>
              <a:pPr algn="just">
                <a:defRPr/>
              </a:pPr>
              <a:r>
                <a:rPr lang="zh-CN" altLang="en-US" sz="1477" dirty="0">
                  <a:latin typeface="微软雅黑" panose="020B0503020204020204" pitchFamily="34" charset="-122"/>
                  <a:ea typeface="微软雅黑" panose="020B0503020204020204" pitchFamily="34" charset="-122"/>
                </a:rPr>
                <a:t>此处添加详细文本描述，建议与标题相关并符合整体语言风格，语言描述尽量。</a:t>
              </a:r>
            </a:p>
          </p:txBody>
        </p:sp>
      </p:grpSp>
    </p:spTree>
    <p:extLst>
      <p:ext uri="{BB962C8B-B14F-4D97-AF65-F5344CB8AC3E}">
        <p14:creationId xmlns:p14="http://schemas.microsoft.com/office/powerpoint/2010/main" val="2778579880"/>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 presetClass="entr" presetSubtype="8"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additive="base">
                                        <p:cTn id="21" dur="500" fill="hold"/>
                                        <p:tgtEl>
                                          <p:spTgt spid="14"/>
                                        </p:tgtEl>
                                        <p:attrNameLst>
                                          <p:attrName>ppt_x</p:attrName>
                                        </p:attrNameLst>
                                      </p:cBhvr>
                                      <p:tavLst>
                                        <p:tav tm="0">
                                          <p:val>
                                            <p:strVal val="0-#ppt_w/2"/>
                                          </p:val>
                                        </p:tav>
                                        <p:tav tm="100000">
                                          <p:val>
                                            <p:strVal val="#ppt_x"/>
                                          </p:val>
                                        </p:tav>
                                      </p:tavLst>
                                    </p:anim>
                                    <p:anim calcmode="lin" valueType="num">
                                      <p:cBhvr additive="base">
                                        <p:cTn id="22" dur="500" fill="hold"/>
                                        <p:tgtEl>
                                          <p:spTgt spid="14"/>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1+#ppt_w/2"/>
                                          </p:val>
                                        </p:tav>
                                        <p:tav tm="100000">
                                          <p:val>
                                            <p:strVal val="#ppt_x"/>
                                          </p:val>
                                        </p:tav>
                                      </p:tavLst>
                                    </p:anim>
                                    <p:anim calcmode="lin" valueType="num">
                                      <p:cBhvr additive="base">
                                        <p:cTn id="26" dur="500" fill="hold"/>
                                        <p:tgtEl>
                                          <p:spTgt spid="13"/>
                                        </p:tgtEl>
                                        <p:attrNameLst>
                                          <p:attrName>ppt_y</p:attrName>
                                        </p:attrNameLst>
                                      </p:cBhvr>
                                      <p:tavLst>
                                        <p:tav tm="0">
                                          <p:val>
                                            <p:strVal val="#ppt_y"/>
                                          </p:val>
                                        </p:tav>
                                        <p:tav tm="100000">
                                          <p:val>
                                            <p:strVal val="#ppt_y"/>
                                          </p:val>
                                        </p:tav>
                                      </p:tavLst>
                                    </p:anim>
                                  </p:childTnLst>
                                </p:cTn>
                              </p:par>
                              <p:par>
                                <p:cTn id="27" presetID="2" presetClass="entr" presetSubtype="1"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0-#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1+#ppt_h/2"/>
                                          </p:val>
                                        </p:tav>
                                        <p:tav tm="100000">
                                          <p:val>
                                            <p:strVal val="#ppt_y"/>
                                          </p:val>
                                        </p:tav>
                                      </p:tavLst>
                                    </p:anim>
                                  </p:childTnLst>
                                </p:cTn>
                              </p:par>
                            </p:childTnLst>
                          </p:cTn>
                        </p:par>
                        <p:par>
                          <p:cTn id="35" fill="hold">
                            <p:stCondLst>
                              <p:cond delay="1500"/>
                            </p:stCondLst>
                            <p:childTnLst>
                              <p:par>
                                <p:cTn id="36" presetID="12" presetClass="entr" presetSubtype="2"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500"/>
                                        <p:tgtEl>
                                          <p:spTgt spid="16"/>
                                        </p:tgtEl>
                                        <p:attrNameLst>
                                          <p:attrName>ppt_x</p:attrName>
                                        </p:attrNameLst>
                                      </p:cBhvr>
                                      <p:tavLst>
                                        <p:tav tm="0">
                                          <p:val>
                                            <p:strVal val="#ppt_x+#ppt_w*1.125000"/>
                                          </p:val>
                                        </p:tav>
                                        <p:tav tm="100000">
                                          <p:val>
                                            <p:strVal val="#ppt_x"/>
                                          </p:val>
                                        </p:tav>
                                      </p:tavLst>
                                    </p:anim>
                                    <p:animEffect transition="in" filter="wipe(left)">
                                      <p:cBhvr>
                                        <p:cTn id="39" dur="500"/>
                                        <p:tgtEl>
                                          <p:spTgt spid="16"/>
                                        </p:tgtEl>
                                      </p:cBhvr>
                                    </p:animEffect>
                                  </p:childTnLst>
                                </p:cTn>
                              </p:par>
                              <p:par>
                                <p:cTn id="40" presetID="12" presetClass="entr" presetSubtype="4"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500"/>
                                        <p:tgtEl>
                                          <p:spTgt spid="17"/>
                                        </p:tgtEl>
                                        <p:attrNameLst>
                                          <p:attrName>ppt_y</p:attrName>
                                        </p:attrNameLst>
                                      </p:cBhvr>
                                      <p:tavLst>
                                        <p:tav tm="0">
                                          <p:val>
                                            <p:strVal val="#ppt_y+#ppt_h*1.125000"/>
                                          </p:val>
                                        </p:tav>
                                        <p:tav tm="100000">
                                          <p:val>
                                            <p:strVal val="#ppt_y"/>
                                          </p:val>
                                        </p:tav>
                                      </p:tavLst>
                                    </p:anim>
                                    <p:animEffect transition="in" filter="wipe(up)">
                                      <p:cBhvr>
                                        <p:cTn id="43" dur="500"/>
                                        <p:tgtEl>
                                          <p:spTgt spid="17"/>
                                        </p:tgtEl>
                                      </p:cBhvr>
                                    </p:animEffect>
                                  </p:childTnLst>
                                </p:cTn>
                              </p:par>
                              <p:par>
                                <p:cTn id="44" presetID="12" presetClass="entr" presetSubtype="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additive="base">
                                        <p:cTn id="46" dur="500"/>
                                        <p:tgtEl>
                                          <p:spTgt spid="11"/>
                                        </p:tgtEl>
                                        <p:attrNameLst>
                                          <p:attrName>ppt_x</p:attrName>
                                        </p:attrNameLst>
                                      </p:cBhvr>
                                      <p:tavLst>
                                        <p:tav tm="0">
                                          <p:val>
                                            <p:strVal val="#ppt_x-#ppt_w*1.125000"/>
                                          </p:val>
                                        </p:tav>
                                        <p:tav tm="100000">
                                          <p:val>
                                            <p:strVal val="#ppt_x"/>
                                          </p:val>
                                        </p:tav>
                                      </p:tavLst>
                                    </p:anim>
                                    <p:animEffect transition="in" filter="wipe(right)">
                                      <p:cBhvr>
                                        <p:cTn id="47" dur="500"/>
                                        <p:tgtEl>
                                          <p:spTgt spid="11"/>
                                        </p:tgtEl>
                                      </p:cBhvr>
                                    </p:animEffect>
                                  </p:childTnLst>
                                </p:cTn>
                              </p:par>
                              <p:par>
                                <p:cTn id="48" presetID="12" presetClass="entr" presetSubtype="1"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additive="base">
                                        <p:cTn id="50" dur="500"/>
                                        <p:tgtEl>
                                          <p:spTgt spid="19"/>
                                        </p:tgtEl>
                                        <p:attrNameLst>
                                          <p:attrName>ppt_y</p:attrName>
                                        </p:attrNameLst>
                                      </p:cBhvr>
                                      <p:tavLst>
                                        <p:tav tm="0">
                                          <p:val>
                                            <p:strVal val="#ppt_y-#ppt_h*1.125000"/>
                                          </p:val>
                                        </p:tav>
                                        <p:tav tm="100000">
                                          <p:val>
                                            <p:strVal val="#ppt_y"/>
                                          </p:val>
                                        </p:tav>
                                      </p:tavLst>
                                    </p:anim>
                                    <p:animEffect transition="in" filter="wipe(down)">
                                      <p:cBhvr>
                                        <p:cTn id="51" dur="500"/>
                                        <p:tgtEl>
                                          <p:spTgt spid="19"/>
                                        </p:tgtEl>
                                      </p:cBhvr>
                                    </p:animEffect>
                                  </p:childTnLst>
                                </p:cTn>
                              </p:par>
                            </p:childTnLst>
                          </p:cTn>
                        </p:par>
                        <p:par>
                          <p:cTn id="52" fill="hold">
                            <p:stCondLst>
                              <p:cond delay="2000"/>
                            </p:stCondLst>
                            <p:childTnLst>
                              <p:par>
                                <p:cTn id="53" presetID="53" presetClass="entr" presetSubtype="16" fill="hold" grpId="0" nodeType="after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p:cTn id="55" dur="500" fill="hold"/>
                                        <p:tgtEl>
                                          <p:spTgt spid="15"/>
                                        </p:tgtEl>
                                        <p:attrNameLst>
                                          <p:attrName>ppt_w</p:attrName>
                                        </p:attrNameLst>
                                      </p:cBhvr>
                                      <p:tavLst>
                                        <p:tav tm="0">
                                          <p:val>
                                            <p:fltVal val="0"/>
                                          </p:val>
                                        </p:tav>
                                        <p:tav tm="100000">
                                          <p:val>
                                            <p:strVal val="#ppt_w"/>
                                          </p:val>
                                        </p:tav>
                                      </p:tavLst>
                                    </p:anim>
                                    <p:anim calcmode="lin" valueType="num">
                                      <p:cBhvr>
                                        <p:cTn id="56" dur="500" fill="hold"/>
                                        <p:tgtEl>
                                          <p:spTgt spid="15"/>
                                        </p:tgtEl>
                                        <p:attrNameLst>
                                          <p:attrName>ppt_h</p:attrName>
                                        </p:attrNameLst>
                                      </p:cBhvr>
                                      <p:tavLst>
                                        <p:tav tm="0">
                                          <p:val>
                                            <p:fltVal val="0"/>
                                          </p:val>
                                        </p:tav>
                                        <p:tav tm="100000">
                                          <p:val>
                                            <p:strVal val="#ppt_h"/>
                                          </p:val>
                                        </p:tav>
                                      </p:tavLst>
                                    </p:anim>
                                    <p:animEffect transition="in" filter="fade">
                                      <p:cBhvr>
                                        <p:cTn id="57" dur="500"/>
                                        <p:tgtEl>
                                          <p:spTgt spid="15"/>
                                        </p:tgtEl>
                                      </p:cBhvr>
                                    </p:animEffect>
                                  </p:childTnLst>
                                </p:cTn>
                              </p:par>
                            </p:childTnLst>
                          </p:cTn>
                        </p:par>
                        <p:par>
                          <p:cTn id="58" fill="hold">
                            <p:stCondLst>
                              <p:cond delay="2500"/>
                            </p:stCondLst>
                            <p:childTnLst>
                              <p:par>
                                <p:cTn id="59" presetID="2" presetClass="entr" presetSubtype="4" fill="hold" grpId="0" nodeType="afterEffect">
                                  <p:stCondLst>
                                    <p:cond delay="0"/>
                                  </p:stCondLst>
                                  <p:childTnLst>
                                    <p:set>
                                      <p:cBhvr>
                                        <p:cTn id="60" dur="1" fill="hold">
                                          <p:stCondLst>
                                            <p:cond delay="0"/>
                                          </p:stCondLst>
                                        </p:cTn>
                                        <p:tgtEl>
                                          <p:spTgt spid="21"/>
                                        </p:tgtEl>
                                        <p:attrNameLst>
                                          <p:attrName>style.visibility</p:attrName>
                                        </p:attrNameLst>
                                      </p:cBhvr>
                                      <p:to>
                                        <p:strVal val="visible"/>
                                      </p:to>
                                    </p:set>
                                    <p:anim calcmode="lin" valueType="num">
                                      <p:cBhvr additive="base">
                                        <p:cTn id="61" dur="500" fill="hold"/>
                                        <p:tgtEl>
                                          <p:spTgt spid="21"/>
                                        </p:tgtEl>
                                        <p:attrNameLst>
                                          <p:attrName>ppt_x</p:attrName>
                                        </p:attrNameLst>
                                      </p:cBhvr>
                                      <p:tavLst>
                                        <p:tav tm="0">
                                          <p:val>
                                            <p:strVal val="#ppt_x"/>
                                          </p:val>
                                        </p:tav>
                                        <p:tav tm="100000">
                                          <p:val>
                                            <p:strVal val="#ppt_x"/>
                                          </p:val>
                                        </p:tav>
                                      </p:tavLst>
                                    </p:anim>
                                    <p:anim calcmode="lin" valueType="num">
                                      <p:cBhvr additive="base">
                                        <p:cTn id="62" dur="500" fill="hold"/>
                                        <p:tgtEl>
                                          <p:spTgt spid="21"/>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100"/>
                                  </p:stCondLst>
                                  <p:childTnLst>
                                    <p:set>
                                      <p:cBhvr>
                                        <p:cTn id="64" dur="1" fill="hold">
                                          <p:stCondLst>
                                            <p:cond delay="0"/>
                                          </p:stCondLst>
                                        </p:cTn>
                                        <p:tgtEl>
                                          <p:spTgt spid="20"/>
                                        </p:tgtEl>
                                        <p:attrNameLst>
                                          <p:attrName>style.visibility</p:attrName>
                                        </p:attrNameLst>
                                      </p:cBhvr>
                                      <p:to>
                                        <p:strVal val="visible"/>
                                      </p:to>
                                    </p:set>
                                    <p:anim calcmode="lin" valueType="num">
                                      <p:cBhvr additive="base">
                                        <p:cTn id="65" dur="500" fill="hold"/>
                                        <p:tgtEl>
                                          <p:spTgt spid="20"/>
                                        </p:tgtEl>
                                        <p:attrNameLst>
                                          <p:attrName>ppt_x</p:attrName>
                                        </p:attrNameLst>
                                      </p:cBhvr>
                                      <p:tavLst>
                                        <p:tav tm="0">
                                          <p:val>
                                            <p:strVal val="#ppt_x"/>
                                          </p:val>
                                        </p:tav>
                                        <p:tav tm="100000">
                                          <p:val>
                                            <p:strVal val="#ppt_x"/>
                                          </p:val>
                                        </p:tav>
                                      </p:tavLst>
                                    </p:anim>
                                    <p:anim calcmode="lin" valueType="num">
                                      <p:cBhvr additive="base">
                                        <p:cTn id="66" dur="500" fill="hold"/>
                                        <p:tgtEl>
                                          <p:spTgt spid="20"/>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200"/>
                                  </p:stCondLst>
                                  <p:childTnLst>
                                    <p:set>
                                      <p:cBhvr>
                                        <p:cTn id="68" dur="1" fill="hold">
                                          <p:stCondLst>
                                            <p:cond delay="0"/>
                                          </p:stCondLst>
                                        </p:cTn>
                                        <p:tgtEl>
                                          <p:spTgt spid="22"/>
                                        </p:tgtEl>
                                        <p:attrNameLst>
                                          <p:attrName>style.visibility</p:attrName>
                                        </p:attrNameLst>
                                      </p:cBhvr>
                                      <p:to>
                                        <p:strVal val="visible"/>
                                      </p:to>
                                    </p:set>
                                    <p:anim calcmode="lin" valueType="num">
                                      <p:cBhvr additive="base">
                                        <p:cTn id="69" dur="500" fill="hold"/>
                                        <p:tgtEl>
                                          <p:spTgt spid="22"/>
                                        </p:tgtEl>
                                        <p:attrNameLst>
                                          <p:attrName>ppt_x</p:attrName>
                                        </p:attrNameLst>
                                      </p:cBhvr>
                                      <p:tavLst>
                                        <p:tav tm="0">
                                          <p:val>
                                            <p:strVal val="#ppt_x"/>
                                          </p:val>
                                        </p:tav>
                                        <p:tav tm="100000">
                                          <p:val>
                                            <p:strVal val="#ppt_x"/>
                                          </p:val>
                                        </p:tav>
                                      </p:tavLst>
                                    </p:anim>
                                    <p:anim calcmode="lin" valueType="num">
                                      <p:cBhvr additive="base">
                                        <p:cTn id="70" dur="500" fill="hold"/>
                                        <p:tgtEl>
                                          <p:spTgt spid="22"/>
                                        </p:tgtEl>
                                        <p:attrNameLst>
                                          <p:attrName>ppt_y</p:attrName>
                                        </p:attrNameLst>
                                      </p:cBhvr>
                                      <p:tavLst>
                                        <p:tav tm="0">
                                          <p:val>
                                            <p:strVal val="1+#ppt_h/2"/>
                                          </p:val>
                                        </p:tav>
                                        <p:tav tm="100000">
                                          <p:val>
                                            <p:strVal val="#ppt_y"/>
                                          </p:val>
                                        </p:tav>
                                      </p:tavLst>
                                    </p:anim>
                                  </p:childTnLst>
                                </p:cTn>
                              </p:par>
                            </p:childTnLst>
                          </p:cTn>
                        </p:par>
                        <p:par>
                          <p:cTn id="71" fill="hold">
                            <p:stCondLst>
                              <p:cond delay="3200"/>
                            </p:stCondLst>
                            <p:childTnLst>
                              <p:par>
                                <p:cTn id="72" presetID="22" presetClass="entr" presetSubtype="8" fill="hold" nodeType="after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wipe(left)">
                                      <p:cBhvr>
                                        <p:cTn id="74" dur="500"/>
                                        <p:tgtEl>
                                          <p:spTgt spid="23"/>
                                        </p:tgtEl>
                                      </p:cBhvr>
                                    </p:animEffect>
                                  </p:childTnLst>
                                </p:cTn>
                              </p:par>
                            </p:childTnLst>
                          </p:cTn>
                        </p:par>
                        <p:par>
                          <p:cTn id="75" fill="hold">
                            <p:stCondLst>
                              <p:cond delay="3700"/>
                            </p:stCondLst>
                            <p:childTnLst>
                              <p:par>
                                <p:cTn id="76" presetID="22" presetClass="entr" presetSubtype="8" fill="hold"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wipe(left)">
                                      <p:cBhvr>
                                        <p:cTn id="78" dur="500"/>
                                        <p:tgtEl>
                                          <p:spTgt spid="26"/>
                                        </p:tgtEl>
                                      </p:cBhvr>
                                    </p:animEffect>
                                  </p:childTnLst>
                                </p:cTn>
                              </p:par>
                            </p:childTnLst>
                          </p:cTn>
                        </p:par>
                        <p:par>
                          <p:cTn id="79" fill="hold">
                            <p:stCondLst>
                              <p:cond delay="4200"/>
                            </p:stCondLst>
                            <p:childTnLst>
                              <p:par>
                                <p:cTn id="80" presetID="22" presetClass="entr" presetSubtype="8" fill="hold" nodeType="after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wipe(left)">
                                      <p:cBhvr>
                                        <p:cTn id="8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p:bldP spid="12" grpId="0" animBg="1"/>
      <p:bldP spid="13" grpId="0" animBg="1"/>
      <p:bldP spid="14" grpId="0" animBg="1"/>
      <p:bldP spid="15" grpId="0"/>
      <p:bldP spid="16" grpId="0"/>
      <p:bldP spid="17" grpId="0"/>
      <p:bldP spid="18" grpId="0" animBg="1"/>
      <p:bldP spid="19" grpId="0"/>
      <p:bldP spid="20" grpId="0" animBg="1"/>
      <p:bldP spid="21" grpId="0" animBg="1"/>
      <p:bldP spid="2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6"/>
          <p:cNvGrpSpPr>
            <a:grpSpLocks/>
          </p:cNvGrpSpPr>
          <p:nvPr/>
        </p:nvGrpSpPr>
        <p:grpSpPr bwMode="auto">
          <a:xfrm>
            <a:off x="353" y="6732059"/>
            <a:ext cx="12858044" cy="500593"/>
            <a:chOff x="0" y="0"/>
            <a:chExt cx="12192000" cy="1204912"/>
          </a:xfrm>
        </p:grpSpPr>
        <p:sp>
          <p:nvSpPr>
            <p:cNvPr id="5" name="Rectangle 6"/>
            <p:cNvSpPr>
              <a:spLocks noChangeArrowheads="1"/>
            </p:cNvSpPr>
            <p:nvPr/>
          </p:nvSpPr>
          <p:spPr bwMode="auto">
            <a:xfrm>
              <a:off x="0" y="69849"/>
              <a:ext cx="12192000" cy="1135063"/>
            </a:xfrm>
            <a:prstGeom prst="rect">
              <a:avLst/>
            </a:prstGeom>
            <a:solidFill>
              <a:srgbClr val="DD3C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sp>
          <p:nvSpPr>
            <p:cNvPr id="6" name="Freeform 8"/>
            <p:cNvSpPr>
              <a:spLocks/>
            </p:cNvSpPr>
            <p:nvPr/>
          </p:nvSpPr>
          <p:spPr bwMode="auto">
            <a:xfrm>
              <a:off x="1942306" y="0"/>
              <a:ext cx="8307388" cy="1204912"/>
            </a:xfrm>
            <a:custGeom>
              <a:avLst/>
              <a:gdLst>
                <a:gd name="T0" fmla="*/ 2147483647 w 814"/>
                <a:gd name="T1" fmla="*/ 2147483647 h 109"/>
                <a:gd name="T2" fmla="*/ 0 w 814"/>
                <a:gd name="T3" fmla="*/ 2147483647 h 109"/>
                <a:gd name="T4" fmla="*/ 2147483647 w 814"/>
                <a:gd name="T5" fmla="*/ 2147483647 h 109"/>
                <a:gd name="T6" fmla="*/ 2147483647 w 814"/>
                <a:gd name="T7" fmla="*/ 0 h 109"/>
                <a:gd name="T8" fmla="*/ 2147483647 w 814"/>
                <a:gd name="T9" fmla="*/ 0 h 109"/>
                <a:gd name="T10" fmla="*/ 2147483647 w 814"/>
                <a:gd name="T11" fmla="*/ 0 h 109"/>
                <a:gd name="T12" fmla="*/ 2147483647 w 814"/>
                <a:gd name="T13" fmla="*/ 2147483647 h 109"/>
                <a:gd name="T14" fmla="*/ 2147483647 w 814"/>
                <a:gd name="T15" fmla="*/ 2147483647 h 109"/>
                <a:gd name="T16" fmla="*/ 2147483647 w 814"/>
                <a:gd name="T17" fmla="*/ 2147483647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4"/>
                <a:gd name="T28" fmla="*/ 0 h 109"/>
                <a:gd name="T29" fmla="*/ 814 w 814"/>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4" h="109">
                  <a:moveTo>
                    <a:pt x="407" y="109"/>
                  </a:moveTo>
                  <a:cubicBezTo>
                    <a:pt x="0" y="109"/>
                    <a:pt x="0" y="109"/>
                    <a:pt x="0" y="109"/>
                  </a:cubicBezTo>
                  <a:cubicBezTo>
                    <a:pt x="146" y="13"/>
                    <a:pt x="146" y="13"/>
                    <a:pt x="146" y="13"/>
                  </a:cubicBezTo>
                  <a:cubicBezTo>
                    <a:pt x="159" y="5"/>
                    <a:pt x="175" y="0"/>
                    <a:pt x="190" y="0"/>
                  </a:cubicBezTo>
                  <a:cubicBezTo>
                    <a:pt x="407" y="0"/>
                    <a:pt x="407" y="0"/>
                    <a:pt x="407" y="0"/>
                  </a:cubicBezTo>
                  <a:cubicBezTo>
                    <a:pt x="623" y="0"/>
                    <a:pt x="623" y="0"/>
                    <a:pt x="623" y="0"/>
                  </a:cubicBezTo>
                  <a:cubicBezTo>
                    <a:pt x="639" y="0"/>
                    <a:pt x="654" y="5"/>
                    <a:pt x="667" y="13"/>
                  </a:cubicBezTo>
                  <a:cubicBezTo>
                    <a:pt x="814" y="109"/>
                    <a:pt x="814" y="109"/>
                    <a:pt x="814" y="109"/>
                  </a:cubicBezTo>
                  <a:lnTo>
                    <a:pt x="407" y="109"/>
                  </a:lnTo>
                  <a:close/>
                </a:path>
              </a:pathLst>
            </a:custGeom>
            <a:solidFill>
              <a:srgbClr val="BE2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 name="Rectangle 6"/>
          <p:cNvSpPr>
            <a:spLocks noChangeArrowheads="1"/>
          </p:cNvSpPr>
          <p:nvPr/>
        </p:nvSpPr>
        <p:spPr bwMode="auto">
          <a:xfrm>
            <a:off x="353" y="1"/>
            <a:ext cx="12858044" cy="472131"/>
          </a:xfrm>
          <a:prstGeom prst="rect">
            <a:avLst/>
          </a:prstGeom>
          <a:solidFill>
            <a:srgbClr val="3030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endParaRPr lang="zh-CN" altLang="zh-CN"/>
          </a:p>
        </p:txBody>
      </p:sp>
      <p:grpSp>
        <p:nvGrpSpPr>
          <p:cNvPr id="10" name="组合 9"/>
          <p:cNvGrpSpPr/>
          <p:nvPr/>
        </p:nvGrpSpPr>
        <p:grpSpPr>
          <a:xfrm>
            <a:off x="2453096" y="2"/>
            <a:ext cx="7954240" cy="746704"/>
            <a:chOff x="1744266" y="0"/>
            <a:chExt cx="5656659" cy="531019"/>
          </a:xfrm>
        </p:grpSpPr>
        <p:sp>
          <p:nvSpPr>
            <p:cNvPr id="8" name="Freeform 7"/>
            <p:cNvSpPr>
              <a:spLocks/>
            </p:cNvSpPr>
            <p:nvPr/>
          </p:nvSpPr>
          <p:spPr bwMode="auto">
            <a:xfrm>
              <a:off x="1744266" y="0"/>
              <a:ext cx="5656659" cy="531019"/>
            </a:xfrm>
            <a:custGeom>
              <a:avLst/>
              <a:gdLst>
                <a:gd name="T0" fmla="*/ 2147483647 w 739"/>
                <a:gd name="T1" fmla="*/ 0 h 96"/>
                <a:gd name="T2" fmla="*/ 0 w 739"/>
                <a:gd name="T3" fmla="*/ 0 h 96"/>
                <a:gd name="T4" fmla="*/ 2147483647 w 739"/>
                <a:gd name="T5" fmla="*/ 2147483647 h 96"/>
                <a:gd name="T6" fmla="*/ 2147483647 w 739"/>
                <a:gd name="T7" fmla="*/ 2147483647 h 96"/>
                <a:gd name="T8" fmla="*/ 2147483647 w 739"/>
                <a:gd name="T9" fmla="*/ 2147483647 h 96"/>
                <a:gd name="T10" fmla="*/ 2147483647 w 739"/>
                <a:gd name="T11" fmla="*/ 2147483647 h 96"/>
                <a:gd name="T12" fmla="*/ 2147483647 w 739"/>
                <a:gd name="T13" fmla="*/ 2147483647 h 96"/>
                <a:gd name="T14" fmla="*/ 2147483647 w 739"/>
                <a:gd name="T15" fmla="*/ 0 h 96"/>
                <a:gd name="T16" fmla="*/ 2147483647 w 739"/>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9"/>
                <a:gd name="T28" fmla="*/ 0 h 96"/>
                <a:gd name="T29" fmla="*/ 739 w 73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9" h="96">
                  <a:moveTo>
                    <a:pt x="370" y="0"/>
                  </a:moveTo>
                  <a:cubicBezTo>
                    <a:pt x="0" y="0"/>
                    <a:pt x="0" y="0"/>
                    <a:pt x="0" y="0"/>
                  </a:cubicBezTo>
                  <a:cubicBezTo>
                    <a:pt x="109" y="83"/>
                    <a:pt x="109" y="83"/>
                    <a:pt x="109" y="83"/>
                  </a:cubicBezTo>
                  <a:cubicBezTo>
                    <a:pt x="122" y="92"/>
                    <a:pt x="138" y="96"/>
                    <a:pt x="153" y="96"/>
                  </a:cubicBezTo>
                  <a:cubicBezTo>
                    <a:pt x="370" y="96"/>
                    <a:pt x="370" y="96"/>
                    <a:pt x="370" y="96"/>
                  </a:cubicBezTo>
                  <a:cubicBezTo>
                    <a:pt x="586" y="96"/>
                    <a:pt x="586" y="96"/>
                    <a:pt x="586" y="96"/>
                  </a:cubicBezTo>
                  <a:cubicBezTo>
                    <a:pt x="602" y="96"/>
                    <a:pt x="617" y="92"/>
                    <a:pt x="630" y="83"/>
                  </a:cubicBezTo>
                  <a:cubicBezTo>
                    <a:pt x="739" y="0"/>
                    <a:pt x="739" y="0"/>
                    <a:pt x="739" y="0"/>
                  </a:cubicBezTo>
                  <a:lnTo>
                    <a:pt x="370" y="0"/>
                  </a:lnTo>
                  <a:close/>
                </a:path>
              </a:pathLst>
            </a:custGeom>
            <a:solidFill>
              <a:srgbClr val="4A49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文本框 11"/>
            <p:cNvSpPr txBox="1">
              <a:spLocks noChangeArrowheads="1"/>
            </p:cNvSpPr>
            <p:nvPr/>
          </p:nvSpPr>
          <p:spPr bwMode="auto">
            <a:xfrm>
              <a:off x="3463528" y="26194"/>
              <a:ext cx="1517536" cy="48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3797" b="1" dirty="0">
                  <a:solidFill>
                    <a:schemeClr val="bg1"/>
                  </a:solidFill>
                  <a:latin typeface="微软雅黑" panose="020B0503020204020204" pitchFamily="34" charset="-122"/>
                  <a:ea typeface="微软雅黑" panose="020B0503020204020204" pitchFamily="34" charset="-122"/>
                </a:rPr>
                <a:t>添加标题</a:t>
              </a:r>
              <a:endParaRPr lang="zh-CN" altLang="zh-CN" sz="3797" b="1" dirty="0">
                <a:solidFill>
                  <a:schemeClr val="bg1"/>
                </a:solidFill>
                <a:latin typeface="微软雅黑" panose="020B0503020204020204" pitchFamily="34" charset="-122"/>
                <a:ea typeface="微软雅黑" panose="020B0503020204020204" pitchFamily="34" charset="-122"/>
              </a:endParaRPr>
            </a:p>
          </p:txBody>
        </p:sp>
      </p:grpSp>
      <p:sp>
        <p:nvSpPr>
          <p:cNvPr id="11" name="圆角右箭头 10"/>
          <p:cNvSpPr/>
          <p:nvPr/>
        </p:nvSpPr>
        <p:spPr>
          <a:xfrm>
            <a:off x="4787879" y="2067620"/>
            <a:ext cx="1519015" cy="1724668"/>
          </a:xfrm>
          <a:prstGeom prst="bentArrow">
            <a:avLst/>
          </a:prstGeom>
          <a:solidFill>
            <a:srgbClr val="DD1C3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b="0">
              <a:solidFill>
                <a:schemeClr val="tx1"/>
              </a:solidFill>
            </a:endParaRPr>
          </a:p>
        </p:txBody>
      </p:sp>
      <p:sp>
        <p:nvSpPr>
          <p:cNvPr id="12" name="圆角右箭头 11"/>
          <p:cNvSpPr/>
          <p:nvPr/>
        </p:nvSpPr>
        <p:spPr>
          <a:xfrm rot="5400000">
            <a:off x="6782037" y="2183062"/>
            <a:ext cx="1509084" cy="1736019"/>
          </a:xfrm>
          <a:prstGeom prst="bentArrow">
            <a:avLst/>
          </a:prstGeom>
          <a:solidFill>
            <a:srgbClr val="424A5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b="0">
              <a:solidFill>
                <a:schemeClr val="tx1"/>
              </a:solidFill>
            </a:endParaRPr>
          </a:p>
        </p:txBody>
      </p:sp>
      <p:sp>
        <p:nvSpPr>
          <p:cNvPr id="13" name="圆角右箭头 12"/>
          <p:cNvSpPr/>
          <p:nvPr/>
        </p:nvSpPr>
        <p:spPr>
          <a:xfrm rot="16200000">
            <a:off x="4711457" y="4038126"/>
            <a:ext cx="1509084" cy="1736019"/>
          </a:xfrm>
          <a:prstGeom prst="bentArrow">
            <a:avLst/>
          </a:prstGeom>
          <a:solidFill>
            <a:srgbClr val="424A5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b="0">
              <a:solidFill>
                <a:schemeClr val="tx1"/>
              </a:solidFill>
            </a:endParaRPr>
          </a:p>
        </p:txBody>
      </p:sp>
      <p:sp>
        <p:nvSpPr>
          <p:cNvPr id="14" name="圆角右箭头 13"/>
          <p:cNvSpPr/>
          <p:nvPr/>
        </p:nvSpPr>
        <p:spPr>
          <a:xfrm flipH="1" flipV="1">
            <a:off x="6704733" y="4140043"/>
            <a:ext cx="1519015" cy="1724668"/>
          </a:xfrm>
          <a:prstGeom prst="bentArrow">
            <a:avLst/>
          </a:prstGeom>
          <a:solidFill>
            <a:srgbClr val="DD1C3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6435" tIns="48218" rIns="96435" bIns="48218" numCol="1" spcCol="0" rtlCol="0" fromWordArt="0" anchor="ctr" anchorCtr="0" forceAA="0" compatLnSpc="1">
            <a:prstTxWarp prst="textNoShape">
              <a:avLst/>
            </a:prstTxWarp>
            <a:noAutofit/>
          </a:bodyPr>
          <a:lstStyle/>
          <a:p>
            <a:pPr algn="ctr"/>
            <a:endParaRPr lang="zh-CN" altLang="en-US" b="0">
              <a:solidFill>
                <a:schemeClr val="tx1"/>
              </a:solidFill>
            </a:endParaRPr>
          </a:p>
        </p:txBody>
      </p:sp>
      <p:grpSp>
        <p:nvGrpSpPr>
          <p:cNvPr id="15" name="组合 14"/>
          <p:cNvGrpSpPr/>
          <p:nvPr/>
        </p:nvGrpSpPr>
        <p:grpSpPr>
          <a:xfrm>
            <a:off x="5257939" y="2989525"/>
            <a:ext cx="2531392" cy="2074241"/>
            <a:chOff x="3666054" y="2607295"/>
            <a:chExt cx="1924896" cy="1966796"/>
          </a:xfrm>
        </p:grpSpPr>
        <p:sp>
          <p:nvSpPr>
            <p:cNvPr id="16" name="TextBox 28"/>
            <p:cNvSpPr txBox="1"/>
            <p:nvPr/>
          </p:nvSpPr>
          <p:spPr>
            <a:xfrm>
              <a:off x="3753141" y="2607295"/>
              <a:ext cx="1750723" cy="580020"/>
            </a:xfrm>
            <a:prstGeom prst="rect">
              <a:avLst/>
            </a:prstGeom>
            <a:noFill/>
          </p:spPr>
          <p:txBody>
            <a:bodyPr wrap="square" rtlCol="0">
              <a:spAutoFit/>
            </a:bodyPr>
            <a:lstStyle/>
            <a:p>
              <a:pPr algn="ctr"/>
              <a:r>
                <a:rPr lang="zh-CN" altLang="en-US" sz="3375" dirty="0">
                  <a:latin typeface="微软雅黑" panose="020B0503020204020204" pitchFamily="34" charset="-122"/>
                  <a:ea typeface="微软雅黑" panose="020B0503020204020204" pitchFamily="34" charset="-122"/>
                </a:rPr>
                <a:t>添加标题</a:t>
              </a:r>
            </a:p>
          </p:txBody>
        </p:sp>
        <p:sp>
          <p:nvSpPr>
            <p:cNvPr id="17" name="TextBox 29"/>
            <p:cNvSpPr txBox="1"/>
            <p:nvPr/>
          </p:nvSpPr>
          <p:spPr>
            <a:xfrm>
              <a:off x="3666054" y="3206363"/>
              <a:ext cx="1924896" cy="1367728"/>
            </a:xfrm>
            <a:prstGeom prst="rect">
              <a:avLst/>
            </a:prstGeom>
            <a:noFill/>
          </p:spPr>
          <p:txBody>
            <a:bodyPr wrap="square" rtlCol="0">
              <a:spAutoFit/>
            </a:bodyPr>
            <a:lstStyle/>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8537318" y="1974097"/>
            <a:ext cx="2531392" cy="1763493"/>
            <a:chOff x="6391520" y="1772816"/>
            <a:chExt cx="1924896" cy="1672143"/>
          </a:xfrm>
        </p:grpSpPr>
        <p:sp>
          <p:nvSpPr>
            <p:cNvPr id="19" name="TextBox 31"/>
            <p:cNvSpPr txBox="1"/>
            <p:nvPr/>
          </p:nvSpPr>
          <p:spPr>
            <a:xfrm>
              <a:off x="6622623" y="1772816"/>
              <a:ext cx="1462691" cy="415863"/>
            </a:xfrm>
            <a:prstGeom prst="rect">
              <a:avLst/>
            </a:prstGeom>
            <a:noFill/>
          </p:spPr>
          <p:txBody>
            <a:bodyPr wrap="square" rtlCol="0">
              <a:spAutoFit/>
            </a:bodyPr>
            <a:lstStyle/>
            <a:p>
              <a:pPr algn="ctr"/>
              <a:r>
                <a:rPr lang="zh-CN" altLang="en-US" sz="2250" dirty="0">
                  <a:latin typeface="微软雅黑" panose="020B0503020204020204" pitchFamily="34" charset="-122"/>
                  <a:ea typeface="微软雅黑" panose="020B0503020204020204" pitchFamily="34" charset="-122"/>
                </a:rPr>
                <a:t>添加标题</a:t>
              </a:r>
            </a:p>
          </p:txBody>
        </p:sp>
        <p:sp>
          <p:nvSpPr>
            <p:cNvPr id="20" name="TextBox 32"/>
            <p:cNvSpPr txBox="1"/>
            <p:nvPr/>
          </p:nvSpPr>
          <p:spPr>
            <a:xfrm>
              <a:off x="6391520" y="2077233"/>
              <a:ext cx="1924896" cy="1367726"/>
            </a:xfrm>
            <a:prstGeom prst="rect">
              <a:avLst/>
            </a:prstGeom>
            <a:noFill/>
          </p:spPr>
          <p:txBody>
            <a:bodyPr wrap="square" rtlCol="0">
              <a:spAutoFit/>
            </a:bodyPr>
            <a:lstStyle/>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8537318" y="4181564"/>
            <a:ext cx="2531392" cy="1790394"/>
            <a:chOff x="6391520" y="3692218"/>
            <a:chExt cx="1924896" cy="1697652"/>
          </a:xfrm>
        </p:grpSpPr>
        <p:sp>
          <p:nvSpPr>
            <p:cNvPr id="22" name="TextBox 34"/>
            <p:cNvSpPr txBox="1"/>
            <p:nvPr/>
          </p:nvSpPr>
          <p:spPr>
            <a:xfrm>
              <a:off x="6622623" y="3692218"/>
              <a:ext cx="1462691" cy="415864"/>
            </a:xfrm>
            <a:prstGeom prst="rect">
              <a:avLst/>
            </a:prstGeom>
            <a:noFill/>
          </p:spPr>
          <p:txBody>
            <a:bodyPr wrap="square" rtlCol="0">
              <a:spAutoFit/>
            </a:bodyPr>
            <a:lstStyle/>
            <a:p>
              <a:pPr algn="ctr"/>
              <a:r>
                <a:rPr lang="zh-CN" altLang="en-US" sz="2250" dirty="0">
                  <a:latin typeface="微软雅黑" panose="020B0503020204020204" pitchFamily="34" charset="-122"/>
                  <a:ea typeface="微软雅黑" panose="020B0503020204020204" pitchFamily="34" charset="-122"/>
                </a:rPr>
                <a:t>添加标题</a:t>
              </a:r>
            </a:p>
          </p:txBody>
        </p:sp>
        <p:sp>
          <p:nvSpPr>
            <p:cNvPr id="23" name="TextBox 35"/>
            <p:cNvSpPr txBox="1"/>
            <p:nvPr/>
          </p:nvSpPr>
          <p:spPr>
            <a:xfrm>
              <a:off x="6391520" y="4022142"/>
              <a:ext cx="1924896" cy="1367728"/>
            </a:xfrm>
            <a:prstGeom prst="rect">
              <a:avLst/>
            </a:prstGeom>
            <a:noFill/>
          </p:spPr>
          <p:txBody>
            <a:bodyPr wrap="square" rtlCol="0">
              <a:spAutoFit/>
            </a:bodyPr>
            <a:lstStyle/>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p:txBody>
        </p:sp>
      </p:grpSp>
      <p:grpSp>
        <p:nvGrpSpPr>
          <p:cNvPr id="24" name="组合 23"/>
          <p:cNvGrpSpPr/>
          <p:nvPr/>
        </p:nvGrpSpPr>
        <p:grpSpPr>
          <a:xfrm>
            <a:off x="1753187" y="1957575"/>
            <a:ext cx="2531392" cy="1747958"/>
            <a:chOff x="918912" y="1844824"/>
            <a:chExt cx="1924896" cy="1657412"/>
          </a:xfrm>
        </p:grpSpPr>
        <p:sp>
          <p:nvSpPr>
            <p:cNvPr id="25" name="TextBox 37"/>
            <p:cNvSpPr txBox="1"/>
            <p:nvPr/>
          </p:nvSpPr>
          <p:spPr>
            <a:xfrm>
              <a:off x="1150015" y="1844824"/>
              <a:ext cx="1462691" cy="415863"/>
            </a:xfrm>
            <a:prstGeom prst="rect">
              <a:avLst/>
            </a:prstGeom>
            <a:noFill/>
          </p:spPr>
          <p:txBody>
            <a:bodyPr wrap="square" rtlCol="0">
              <a:spAutoFit/>
            </a:bodyPr>
            <a:lstStyle/>
            <a:p>
              <a:pPr algn="ctr"/>
              <a:r>
                <a:rPr lang="zh-CN" altLang="en-US" sz="2250" dirty="0">
                  <a:latin typeface="微软雅黑" panose="020B0503020204020204" pitchFamily="34" charset="-122"/>
                  <a:ea typeface="微软雅黑" panose="020B0503020204020204" pitchFamily="34" charset="-122"/>
                </a:rPr>
                <a:t>添加标题</a:t>
              </a:r>
            </a:p>
          </p:txBody>
        </p:sp>
        <p:sp>
          <p:nvSpPr>
            <p:cNvPr id="26" name="TextBox 38"/>
            <p:cNvSpPr txBox="1"/>
            <p:nvPr/>
          </p:nvSpPr>
          <p:spPr>
            <a:xfrm>
              <a:off x="918912" y="2134510"/>
              <a:ext cx="1924896" cy="1367726"/>
            </a:xfrm>
            <a:prstGeom prst="rect">
              <a:avLst/>
            </a:prstGeom>
            <a:noFill/>
          </p:spPr>
          <p:txBody>
            <a:bodyPr wrap="square" rtlCol="0">
              <a:spAutoFit/>
            </a:bodyPr>
            <a:lstStyle/>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1753187" y="4284653"/>
            <a:ext cx="2531392" cy="1801972"/>
            <a:chOff x="918912" y="3738518"/>
            <a:chExt cx="1924896" cy="1708631"/>
          </a:xfrm>
        </p:grpSpPr>
        <p:sp>
          <p:nvSpPr>
            <p:cNvPr id="28" name="TextBox 40"/>
            <p:cNvSpPr txBox="1"/>
            <p:nvPr/>
          </p:nvSpPr>
          <p:spPr>
            <a:xfrm>
              <a:off x="1150015" y="3738518"/>
              <a:ext cx="1462691" cy="415864"/>
            </a:xfrm>
            <a:prstGeom prst="rect">
              <a:avLst/>
            </a:prstGeom>
            <a:noFill/>
          </p:spPr>
          <p:txBody>
            <a:bodyPr wrap="square" rtlCol="0">
              <a:spAutoFit/>
            </a:bodyPr>
            <a:lstStyle/>
            <a:p>
              <a:pPr algn="ctr"/>
              <a:r>
                <a:rPr lang="zh-CN" altLang="en-US" sz="2250" dirty="0">
                  <a:latin typeface="微软雅黑" panose="020B0503020204020204" pitchFamily="34" charset="-122"/>
                  <a:ea typeface="微软雅黑" panose="020B0503020204020204" pitchFamily="34" charset="-122"/>
                </a:rPr>
                <a:t>添加标题</a:t>
              </a:r>
            </a:p>
          </p:txBody>
        </p:sp>
        <p:sp>
          <p:nvSpPr>
            <p:cNvPr id="29" name="TextBox 41"/>
            <p:cNvSpPr txBox="1"/>
            <p:nvPr/>
          </p:nvSpPr>
          <p:spPr>
            <a:xfrm>
              <a:off x="918912" y="4079421"/>
              <a:ext cx="1924896" cy="1367728"/>
            </a:xfrm>
            <a:prstGeom prst="rect">
              <a:avLst/>
            </a:prstGeom>
            <a:noFill/>
          </p:spPr>
          <p:txBody>
            <a:bodyPr wrap="square" rtlCol="0">
              <a:spAutoFit/>
            </a:bodyPr>
            <a:lstStyle/>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a:p>
              <a:pPr algn="ctr">
                <a:lnSpc>
                  <a:spcPct val="130000"/>
                </a:lnSpc>
              </a:pPr>
              <a:r>
                <a:rPr lang="zh-CN" altLang="en-US" sz="1687" dirty="0">
                  <a:latin typeface="微软雅黑" panose="020B0503020204020204" pitchFamily="34" charset="-122"/>
                  <a:ea typeface="微软雅黑" panose="020B0503020204020204" pitchFamily="34" charset="-122"/>
                </a:rPr>
                <a:t>单击此处添加文本</a:t>
              </a:r>
              <a:endParaRPr lang="en-US" altLang="zh-CN" sz="1687" dirty="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1963424973"/>
      </p:ext>
    </p:extLst>
  </p:cSld>
  <p:clrMapOvr>
    <a:masterClrMapping/>
  </p:clrMapOvr>
  <mc:AlternateContent xmlns:mc="http://schemas.openxmlformats.org/markup-compatibility/2006" xmlns:p14="http://schemas.microsoft.com/office/powerpoint/2010/main">
    <mc:Choice Requires="p14">
      <p:transition spd="slow" p14:dur="1600" advTm="0">
        <p14:prism isInverted="1"/>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down)">
                                      <p:cBhvr>
                                        <p:cTn id="21" dur="500"/>
                                        <p:tgtEl>
                                          <p:spTgt spid="11"/>
                                        </p:tgtEl>
                                      </p:cBhvr>
                                    </p:animEffect>
                                  </p:childTnLst>
                                </p:cTn>
                              </p:par>
                              <p:par>
                                <p:cTn id="22" presetID="22" presetClass="entr" presetSubtype="1" fill="hold" grpId="0" nodeType="withEffect">
                                  <p:stCondLst>
                                    <p:cond delay="200"/>
                                  </p:stCondLst>
                                  <p:childTnLst>
                                    <p:set>
                                      <p:cBhvr>
                                        <p:cTn id="23" dur="1" fill="hold">
                                          <p:stCondLst>
                                            <p:cond delay="0"/>
                                          </p:stCondLst>
                                        </p:cTn>
                                        <p:tgtEl>
                                          <p:spTgt spid="12"/>
                                        </p:tgtEl>
                                        <p:attrNameLst>
                                          <p:attrName>style.visibility</p:attrName>
                                        </p:attrNameLst>
                                      </p:cBhvr>
                                      <p:to>
                                        <p:strVal val="visible"/>
                                      </p:to>
                                    </p:set>
                                    <p:animEffect transition="in" filter="wipe(up)">
                                      <p:cBhvr>
                                        <p:cTn id="24" dur="500"/>
                                        <p:tgtEl>
                                          <p:spTgt spid="12"/>
                                        </p:tgtEl>
                                      </p:cBhvr>
                                    </p:animEffect>
                                  </p:childTnLst>
                                </p:cTn>
                              </p:par>
                              <p:par>
                                <p:cTn id="25" presetID="22" presetClass="entr" presetSubtype="2" fill="hold" grpId="0" nodeType="withEffect">
                                  <p:stCondLst>
                                    <p:cond delay="500"/>
                                  </p:stCondLst>
                                  <p:childTnLst>
                                    <p:set>
                                      <p:cBhvr>
                                        <p:cTn id="26" dur="1" fill="hold">
                                          <p:stCondLst>
                                            <p:cond delay="0"/>
                                          </p:stCondLst>
                                        </p:cTn>
                                        <p:tgtEl>
                                          <p:spTgt spid="14"/>
                                        </p:tgtEl>
                                        <p:attrNameLst>
                                          <p:attrName>style.visibility</p:attrName>
                                        </p:attrNameLst>
                                      </p:cBhvr>
                                      <p:to>
                                        <p:strVal val="visible"/>
                                      </p:to>
                                    </p:set>
                                    <p:animEffect transition="in" filter="wipe(right)">
                                      <p:cBhvr>
                                        <p:cTn id="27" dur="500"/>
                                        <p:tgtEl>
                                          <p:spTgt spid="14"/>
                                        </p:tgtEl>
                                      </p:cBhvr>
                                    </p:animEffect>
                                  </p:childTnLst>
                                </p:cTn>
                              </p:par>
                              <p:par>
                                <p:cTn id="28" presetID="22" presetClass="entr" presetSubtype="4" fill="hold" grpId="0" nodeType="withEffect">
                                  <p:stCondLst>
                                    <p:cond delay="800"/>
                                  </p:stCondLst>
                                  <p:childTnLst>
                                    <p:set>
                                      <p:cBhvr>
                                        <p:cTn id="29" dur="1" fill="hold">
                                          <p:stCondLst>
                                            <p:cond delay="0"/>
                                          </p:stCondLst>
                                        </p:cTn>
                                        <p:tgtEl>
                                          <p:spTgt spid="13"/>
                                        </p:tgtEl>
                                        <p:attrNameLst>
                                          <p:attrName>style.visibility</p:attrName>
                                        </p:attrNameLst>
                                      </p:cBhvr>
                                      <p:to>
                                        <p:strVal val="visible"/>
                                      </p:to>
                                    </p:set>
                                    <p:animEffect transition="in" filter="wipe(down)">
                                      <p:cBhvr>
                                        <p:cTn id="30" dur="500"/>
                                        <p:tgtEl>
                                          <p:spTgt spid="13"/>
                                        </p:tgtEl>
                                      </p:cBhvr>
                                    </p:animEffect>
                                  </p:childTnLst>
                                </p:cTn>
                              </p:par>
                            </p:childTnLst>
                          </p:cTn>
                        </p:par>
                        <p:par>
                          <p:cTn id="31" fill="hold">
                            <p:stCondLst>
                              <p:cond delay="2300"/>
                            </p:stCondLst>
                            <p:childTnLst>
                              <p:par>
                                <p:cTn id="32" presetID="53" presetClass="entr" presetSubtype="16" fill="hold" nodeType="after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p:cTn id="34" dur="500" fill="hold"/>
                                        <p:tgtEl>
                                          <p:spTgt spid="15"/>
                                        </p:tgtEl>
                                        <p:attrNameLst>
                                          <p:attrName>ppt_w</p:attrName>
                                        </p:attrNameLst>
                                      </p:cBhvr>
                                      <p:tavLst>
                                        <p:tav tm="0">
                                          <p:val>
                                            <p:fltVal val="0"/>
                                          </p:val>
                                        </p:tav>
                                        <p:tav tm="100000">
                                          <p:val>
                                            <p:strVal val="#ppt_w"/>
                                          </p:val>
                                        </p:tav>
                                      </p:tavLst>
                                    </p:anim>
                                    <p:anim calcmode="lin" valueType="num">
                                      <p:cBhvr>
                                        <p:cTn id="35" dur="500" fill="hold"/>
                                        <p:tgtEl>
                                          <p:spTgt spid="15"/>
                                        </p:tgtEl>
                                        <p:attrNameLst>
                                          <p:attrName>ppt_h</p:attrName>
                                        </p:attrNameLst>
                                      </p:cBhvr>
                                      <p:tavLst>
                                        <p:tav tm="0">
                                          <p:val>
                                            <p:fltVal val="0"/>
                                          </p:val>
                                        </p:tav>
                                        <p:tav tm="100000">
                                          <p:val>
                                            <p:strVal val="#ppt_h"/>
                                          </p:val>
                                        </p:tav>
                                      </p:tavLst>
                                    </p:anim>
                                    <p:animEffect transition="in" filter="fade">
                                      <p:cBhvr>
                                        <p:cTn id="36" dur="500"/>
                                        <p:tgtEl>
                                          <p:spTgt spid="15"/>
                                        </p:tgtEl>
                                      </p:cBhvr>
                                    </p:animEffect>
                                  </p:childTnLst>
                                </p:cTn>
                              </p:par>
                            </p:childTnLst>
                          </p:cTn>
                        </p:par>
                        <p:par>
                          <p:cTn id="37" fill="hold">
                            <p:stCondLst>
                              <p:cond delay="2800"/>
                            </p:stCondLst>
                            <p:childTnLst>
                              <p:par>
                                <p:cTn id="38" presetID="22" presetClass="entr" presetSubtype="8" fill="hold" nodeType="after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par>
                                <p:cTn id="41" presetID="22" presetClass="entr" presetSubtype="8"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left)">
                                      <p:cBhvr>
                                        <p:cTn id="43" dur="500"/>
                                        <p:tgtEl>
                                          <p:spTgt spid="21"/>
                                        </p:tgtEl>
                                      </p:cBhvr>
                                    </p:animEffect>
                                  </p:childTnLst>
                                </p:cTn>
                              </p:par>
                              <p:par>
                                <p:cTn id="44" presetID="22" presetClass="entr" presetSubtype="2" fill="hold"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wipe(right)">
                                      <p:cBhvr>
                                        <p:cTn id="46" dur="500"/>
                                        <p:tgtEl>
                                          <p:spTgt spid="27"/>
                                        </p:tgtEl>
                                      </p:cBhvr>
                                    </p:animEffect>
                                  </p:childTnLst>
                                </p:cTn>
                              </p:par>
                              <p:par>
                                <p:cTn id="47" presetID="22" presetClass="entr" presetSubtype="2" fill="hold"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wipe(right)">
                                      <p:cBhvr>
                                        <p:cTn id="4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P spid="14"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7543187" y="1312980"/>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5" name="圆角矩形 4"/>
          <p:cNvSpPr/>
          <p:nvPr/>
        </p:nvSpPr>
        <p:spPr>
          <a:xfrm>
            <a:off x="7543187" y="2098620"/>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6" name="圆角矩形 5"/>
          <p:cNvSpPr/>
          <p:nvPr/>
        </p:nvSpPr>
        <p:spPr>
          <a:xfrm>
            <a:off x="7543187" y="2858468"/>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7" name="圆角矩形 6"/>
          <p:cNvSpPr/>
          <p:nvPr/>
        </p:nvSpPr>
        <p:spPr>
          <a:xfrm>
            <a:off x="7543187" y="3633593"/>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8" name="圆角矩形 7"/>
          <p:cNvSpPr/>
          <p:nvPr/>
        </p:nvSpPr>
        <p:spPr>
          <a:xfrm>
            <a:off x="7543187" y="4482266"/>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9" name="圆角矩形 8"/>
          <p:cNvSpPr/>
          <p:nvPr/>
        </p:nvSpPr>
        <p:spPr>
          <a:xfrm>
            <a:off x="7543187" y="5228407"/>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10" name="圆角矩形 9"/>
          <p:cNvSpPr/>
          <p:nvPr/>
        </p:nvSpPr>
        <p:spPr>
          <a:xfrm>
            <a:off x="7543187" y="6022440"/>
            <a:ext cx="4455251" cy="656466"/>
          </a:xfrm>
          <a:prstGeom prst="roundRect">
            <a:avLst>
              <a:gd name="adj" fmla="val 7843"/>
            </a:avLst>
          </a:prstGeom>
          <a:solidFill>
            <a:schemeClr val="bg1">
              <a:lumMod val="65000"/>
            </a:schemeClr>
          </a:solidFill>
          <a:ln w="28575">
            <a:gradFill flip="none" rotWithShape="1">
              <a:gsLst>
                <a:gs pos="0">
                  <a:schemeClr val="bg1"/>
                </a:gs>
                <a:gs pos="100000">
                  <a:schemeClr val="bg1">
                    <a:lumMod val="85000"/>
                  </a:schemeClr>
                </a:gs>
              </a:gsLst>
              <a:lin ang="2700000" scaled="1"/>
              <a:tileRect/>
            </a:gradFill>
          </a:ln>
          <a:effectLst>
            <a:outerShdw blurRad="482600" dist="139700" dir="2700000" algn="tl" rotWithShape="0">
              <a:prstClr val="black">
                <a:alpha val="4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dirty="0">
              <a:solidFill>
                <a:prstClr val="white"/>
              </a:solidFill>
              <a:latin typeface="方正兰亭粗黑_GBK" panose="02000000000000000000" pitchFamily="2" charset="-122"/>
              <a:ea typeface="方正兰亭粗黑_GBK" panose="02000000000000000000" pitchFamily="2" charset="-122"/>
            </a:endParaRPr>
          </a:p>
        </p:txBody>
      </p:sp>
      <p:sp>
        <p:nvSpPr>
          <p:cNvPr id="11" name="椭圆 10"/>
          <p:cNvSpPr/>
          <p:nvPr/>
        </p:nvSpPr>
        <p:spPr>
          <a:xfrm>
            <a:off x="1851616" y="1195020"/>
            <a:ext cx="2587268" cy="1968874"/>
          </a:xfrm>
          <a:prstGeom prst="ellipse">
            <a:avLst/>
          </a:prstGeom>
          <a:gradFill>
            <a:gsLst>
              <a:gs pos="100000">
                <a:schemeClr val="bg1">
                  <a:lumMod val="95000"/>
                </a:schemeClr>
              </a:gs>
              <a:gs pos="0">
                <a:schemeClr val="bg1">
                  <a:lumMod val="75000"/>
                </a:schemeClr>
              </a:gs>
            </a:gsLst>
            <a:lin ang="2700000" scaled="1"/>
          </a:gradFill>
          <a:ln w="15875">
            <a:gradFill flip="none" rotWithShape="1">
              <a:gsLst>
                <a:gs pos="0">
                  <a:schemeClr val="bg1"/>
                </a:gs>
                <a:gs pos="100000">
                  <a:schemeClr val="bg1">
                    <a:lumMod val="75000"/>
                  </a:schemeClr>
                </a:gs>
              </a:gsLst>
              <a:lin ang="2700000" scaled="1"/>
              <a:tileRect/>
            </a:gradFill>
          </a:ln>
          <a:effectLst>
            <a:outerShdw blurRad="254000" dist="76200" dir="2700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TextBox 11"/>
          <p:cNvSpPr txBox="1"/>
          <p:nvPr/>
        </p:nvSpPr>
        <p:spPr>
          <a:xfrm>
            <a:off x="2309474" y="1400441"/>
            <a:ext cx="1768060" cy="1557991"/>
          </a:xfrm>
          <a:prstGeom prst="rect">
            <a:avLst/>
          </a:prstGeom>
          <a:noFill/>
        </p:spPr>
        <p:txBody>
          <a:bodyPr wrap="square" lIns="0" tIns="0" rIns="0" bIns="0" rtlCol="0">
            <a:spAutoFit/>
          </a:bodyPr>
          <a:lstStyle/>
          <a:p>
            <a:pPr algn="ctr"/>
            <a:r>
              <a:rPr lang="zh-CN" altLang="en-US" sz="5062" b="1" dirty="0">
                <a:solidFill>
                  <a:srgbClr val="C00000"/>
                </a:solidFill>
                <a:latin typeface="微软雅黑" pitchFamily="34" charset="-122"/>
                <a:ea typeface="微软雅黑" pitchFamily="34" charset="-122"/>
              </a:rPr>
              <a:t>现实需求</a:t>
            </a:r>
          </a:p>
        </p:txBody>
      </p:sp>
      <p:cxnSp>
        <p:nvCxnSpPr>
          <p:cNvPr id="13" name="直接连接符 12"/>
          <p:cNvCxnSpPr/>
          <p:nvPr/>
        </p:nvCxnSpPr>
        <p:spPr>
          <a:xfrm>
            <a:off x="1320024" y="3495781"/>
            <a:ext cx="3948972" cy="0"/>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1320024" y="6027173"/>
            <a:ext cx="3948972" cy="0"/>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522535" y="3633593"/>
            <a:ext cx="3543949" cy="1038746"/>
          </a:xfrm>
          <a:prstGeom prst="rect">
            <a:avLst/>
          </a:prstGeom>
          <a:noFill/>
        </p:spPr>
        <p:txBody>
          <a:bodyPr wrap="square" lIns="0" tIns="0" rIns="0" bIns="0" rtlCol="0">
            <a:spAutoFit/>
          </a:bodyPr>
          <a:lstStyle/>
          <a:p>
            <a:pPr algn="dist"/>
            <a:r>
              <a:rPr lang="zh-CN" altLang="en-US" sz="3375" b="1" dirty="0">
                <a:latin typeface="微软雅黑" pitchFamily="34" charset="-122"/>
                <a:ea typeface="微软雅黑" pitchFamily="34" charset="-122"/>
              </a:rPr>
              <a:t>项目所在传统行业的存在的危机状况</a:t>
            </a:r>
          </a:p>
        </p:txBody>
      </p:sp>
      <p:sp>
        <p:nvSpPr>
          <p:cNvPr id="16" name="TextBox 15"/>
          <p:cNvSpPr txBox="1"/>
          <p:nvPr/>
        </p:nvSpPr>
        <p:spPr>
          <a:xfrm>
            <a:off x="2180697" y="4835781"/>
            <a:ext cx="2227625" cy="303032"/>
          </a:xfrm>
          <a:prstGeom prst="rect">
            <a:avLst/>
          </a:prstGeom>
          <a:noFill/>
        </p:spPr>
        <p:txBody>
          <a:bodyPr wrap="square" lIns="0" tIns="0" rIns="0" bIns="0" rtlCol="0">
            <a:spAutoFit/>
          </a:bodyPr>
          <a:lstStyle/>
          <a:p>
            <a:pPr algn="ctr"/>
            <a:r>
              <a:rPr lang="zh-CN" altLang="en-US" sz="1969" b="1" dirty="0">
                <a:latin typeface="微软雅黑" pitchFamily="34" charset="-122"/>
                <a:ea typeface="微软雅黑" pitchFamily="34" charset="-122"/>
              </a:rPr>
              <a:t>关键字设问？</a:t>
            </a:r>
          </a:p>
        </p:txBody>
      </p:sp>
      <p:sp>
        <p:nvSpPr>
          <p:cNvPr id="17" name="TextBox 16"/>
          <p:cNvSpPr txBox="1"/>
          <p:nvPr/>
        </p:nvSpPr>
        <p:spPr>
          <a:xfrm>
            <a:off x="2180697" y="5217128"/>
            <a:ext cx="2227625" cy="303032"/>
          </a:xfrm>
          <a:prstGeom prst="rect">
            <a:avLst/>
          </a:prstGeom>
          <a:noFill/>
        </p:spPr>
        <p:txBody>
          <a:bodyPr wrap="square" lIns="0" tIns="0" rIns="0" bIns="0" rtlCol="0">
            <a:spAutoFit/>
          </a:bodyPr>
          <a:lstStyle/>
          <a:p>
            <a:pPr algn="ctr"/>
            <a:r>
              <a:rPr lang="zh-CN" altLang="en-US" sz="1969" b="1" dirty="0">
                <a:latin typeface="微软雅黑" pitchFamily="34" charset="-122"/>
                <a:ea typeface="微软雅黑" pitchFamily="34" charset="-122"/>
              </a:rPr>
              <a:t>关键字设问？</a:t>
            </a:r>
          </a:p>
        </p:txBody>
      </p:sp>
      <p:sp>
        <p:nvSpPr>
          <p:cNvPr id="18" name="TextBox 17"/>
          <p:cNvSpPr txBox="1"/>
          <p:nvPr/>
        </p:nvSpPr>
        <p:spPr>
          <a:xfrm>
            <a:off x="2180697" y="5622151"/>
            <a:ext cx="2227625" cy="303032"/>
          </a:xfrm>
          <a:prstGeom prst="rect">
            <a:avLst/>
          </a:prstGeom>
          <a:noFill/>
        </p:spPr>
        <p:txBody>
          <a:bodyPr wrap="square" lIns="0" tIns="0" rIns="0" bIns="0" rtlCol="0">
            <a:spAutoFit/>
          </a:bodyPr>
          <a:lstStyle/>
          <a:p>
            <a:pPr algn="ctr"/>
            <a:r>
              <a:rPr lang="zh-CN" altLang="en-US" sz="1969" b="1" dirty="0">
                <a:latin typeface="微软雅黑" pitchFamily="34" charset="-122"/>
                <a:ea typeface="微软雅黑" pitchFamily="34" charset="-122"/>
              </a:rPr>
              <a:t>关键字设问？</a:t>
            </a:r>
          </a:p>
        </p:txBody>
      </p:sp>
      <p:sp>
        <p:nvSpPr>
          <p:cNvPr id="19" name="TextBox 18"/>
          <p:cNvSpPr txBox="1"/>
          <p:nvPr/>
        </p:nvSpPr>
        <p:spPr>
          <a:xfrm>
            <a:off x="1320024" y="6177215"/>
            <a:ext cx="3948972" cy="538609"/>
          </a:xfrm>
          <a:prstGeom prst="rect">
            <a:avLst/>
          </a:prstGeom>
          <a:noFill/>
        </p:spPr>
        <p:txBody>
          <a:bodyPr wrap="square" lIns="0" tIns="0" rIns="0" bIns="0" rtlCol="0">
            <a:spAutoFit/>
          </a:bodyPr>
          <a:lstStyle/>
          <a:p>
            <a:pPr algn="just">
              <a:lnSpc>
                <a:spcPts val="2109"/>
              </a:lnSpc>
            </a:pPr>
            <a:r>
              <a:rPr lang="zh-CN" altLang="en-US" sz="1406" dirty="0">
                <a:latin typeface="微软雅黑" pitchFamily="34" charset="-122"/>
                <a:ea typeface="微软雅黑" pitchFamily="34" charset="-122"/>
              </a:rPr>
              <a:t>点击输入简要文字内容，文字内容需概括精炼，不用多余的文字修饰，言简意赅的说明分项内容</a:t>
            </a:r>
            <a:r>
              <a:rPr lang="en-US" altLang="zh-CN" sz="1406" dirty="0">
                <a:latin typeface="微软雅黑" pitchFamily="34" charset="-122"/>
                <a:ea typeface="微软雅黑" pitchFamily="34" charset="-122"/>
              </a:rPr>
              <a:t>……</a:t>
            </a:r>
          </a:p>
        </p:txBody>
      </p:sp>
      <p:sp>
        <p:nvSpPr>
          <p:cNvPr id="20" name="Freeform 5"/>
          <p:cNvSpPr>
            <a:spLocks/>
          </p:cNvSpPr>
          <p:nvPr/>
        </p:nvSpPr>
        <p:spPr bwMode="auto">
          <a:xfrm>
            <a:off x="5971585" y="1308605"/>
            <a:ext cx="1309612" cy="5374678"/>
          </a:xfrm>
          <a:custGeom>
            <a:avLst/>
            <a:gdLst/>
            <a:ahLst/>
            <a:cxnLst/>
            <a:rect l="l" t="t" r="r" b="b"/>
            <a:pathLst>
              <a:path w="931331" h="3822203">
                <a:moveTo>
                  <a:pt x="931331" y="0"/>
                </a:moveTo>
                <a:lnTo>
                  <a:pt x="931331" y="43438"/>
                </a:lnTo>
                <a:lnTo>
                  <a:pt x="929692" y="43241"/>
                </a:lnTo>
                <a:cubicBezTo>
                  <a:pt x="720560" y="43241"/>
                  <a:pt x="548753" y="233651"/>
                  <a:pt x="531759" y="477070"/>
                </a:cubicBezTo>
                <a:cubicBezTo>
                  <a:pt x="531001" y="481589"/>
                  <a:pt x="530505" y="486178"/>
                  <a:pt x="530592" y="490864"/>
                </a:cubicBezTo>
                <a:lnTo>
                  <a:pt x="527965" y="521911"/>
                </a:lnTo>
                <a:cubicBezTo>
                  <a:pt x="527965" y="524355"/>
                  <a:pt x="527981" y="526795"/>
                  <a:pt x="528584" y="529223"/>
                </a:cubicBezTo>
                <a:cubicBezTo>
                  <a:pt x="525896" y="549213"/>
                  <a:pt x="525319" y="570030"/>
                  <a:pt x="525319" y="591585"/>
                </a:cubicBezTo>
                <a:lnTo>
                  <a:pt x="525319" y="1420695"/>
                </a:lnTo>
                <a:cubicBezTo>
                  <a:pt x="525319" y="1644311"/>
                  <a:pt x="418363" y="1909396"/>
                  <a:pt x="152419" y="1909396"/>
                </a:cubicBezTo>
                <a:lnTo>
                  <a:pt x="152419" y="1917007"/>
                </a:lnTo>
                <a:cubicBezTo>
                  <a:pt x="411268" y="1917007"/>
                  <a:pt x="525319" y="2180779"/>
                  <a:pt x="525319" y="2401508"/>
                </a:cubicBezTo>
                <a:lnTo>
                  <a:pt x="525319" y="3229831"/>
                </a:lnTo>
                <a:lnTo>
                  <a:pt x="528395" y="3285086"/>
                </a:lnTo>
                <a:lnTo>
                  <a:pt x="527965" y="3290166"/>
                </a:lnTo>
                <a:cubicBezTo>
                  <a:pt x="527965" y="3298449"/>
                  <a:pt x="528142" y="3306682"/>
                  <a:pt x="530049" y="3314794"/>
                </a:cubicBezTo>
                <a:cubicBezTo>
                  <a:pt x="529872" y="3323297"/>
                  <a:pt x="530775" y="3331587"/>
                  <a:pt x="532157" y="3339708"/>
                </a:cubicBezTo>
                <a:cubicBezTo>
                  <a:pt x="550979" y="3580884"/>
                  <a:pt x="721914" y="3768836"/>
                  <a:pt x="929692" y="3768836"/>
                </a:cubicBezTo>
                <a:cubicBezTo>
                  <a:pt x="930239" y="3768836"/>
                  <a:pt x="930786" y="3768835"/>
                  <a:pt x="931331" y="3768639"/>
                </a:cubicBezTo>
                <a:lnTo>
                  <a:pt x="931331" y="3822203"/>
                </a:lnTo>
                <a:cubicBezTo>
                  <a:pt x="739757" y="3822203"/>
                  <a:pt x="598112" y="3773911"/>
                  <a:pt x="507975" y="3678638"/>
                </a:cubicBezTo>
                <a:cubicBezTo>
                  <a:pt x="417575" y="3582577"/>
                  <a:pt x="372901" y="3410141"/>
                  <a:pt x="372901" y="3162642"/>
                </a:cubicBezTo>
                <a:lnTo>
                  <a:pt x="372901" y="2435365"/>
                </a:lnTo>
                <a:cubicBezTo>
                  <a:pt x="372901" y="2299674"/>
                  <a:pt x="350301" y="2189965"/>
                  <a:pt x="304838" y="2105453"/>
                </a:cubicBezTo>
                <a:cubicBezTo>
                  <a:pt x="260163" y="2021204"/>
                  <a:pt x="158200" y="1972649"/>
                  <a:pt x="0" y="1961888"/>
                </a:cubicBezTo>
                <a:lnTo>
                  <a:pt x="0" y="1860316"/>
                </a:lnTo>
                <a:cubicBezTo>
                  <a:pt x="146638" y="1837744"/>
                  <a:pt x="245710" y="1792339"/>
                  <a:pt x="296166" y="1724624"/>
                </a:cubicBezTo>
                <a:cubicBezTo>
                  <a:pt x="347410" y="1657434"/>
                  <a:pt x="372901" y="1544052"/>
                  <a:pt x="372901" y="1386838"/>
                </a:cubicBezTo>
                <a:lnTo>
                  <a:pt x="372901" y="659562"/>
                </a:lnTo>
                <a:cubicBezTo>
                  <a:pt x="372901" y="411275"/>
                  <a:pt x="417575" y="239626"/>
                  <a:pt x="507975" y="143566"/>
                </a:cubicBezTo>
                <a:cubicBezTo>
                  <a:pt x="598112" y="47505"/>
                  <a:pt x="739757" y="0"/>
                  <a:pt x="931331" y="0"/>
                </a:cubicBezTo>
                <a:close/>
              </a:path>
            </a:pathLst>
          </a:custGeom>
          <a:solidFill>
            <a:schemeClr val="tx1"/>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21" name="TextBox 20"/>
          <p:cNvSpPr txBox="1"/>
          <p:nvPr/>
        </p:nvSpPr>
        <p:spPr>
          <a:xfrm>
            <a:off x="8036560" y="153082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2" name="TextBox 21"/>
          <p:cNvSpPr txBox="1"/>
          <p:nvPr/>
        </p:nvSpPr>
        <p:spPr>
          <a:xfrm>
            <a:off x="8036560" y="231646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3" name="TextBox 22"/>
          <p:cNvSpPr txBox="1"/>
          <p:nvPr/>
        </p:nvSpPr>
        <p:spPr>
          <a:xfrm>
            <a:off x="8036560" y="310210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4" name="TextBox 23"/>
          <p:cNvSpPr txBox="1"/>
          <p:nvPr/>
        </p:nvSpPr>
        <p:spPr>
          <a:xfrm>
            <a:off x="8036560" y="388774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5" name="TextBox 24"/>
          <p:cNvSpPr txBox="1"/>
          <p:nvPr/>
        </p:nvSpPr>
        <p:spPr>
          <a:xfrm>
            <a:off x="8036560" y="467338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6" name="TextBox 25"/>
          <p:cNvSpPr txBox="1"/>
          <p:nvPr/>
        </p:nvSpPr>
        <p:spPr>
          <a:xfrm>
            <a:off x="8036560" y="5459029"/>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sp>
        <p:nvSpPr>
          <p:cNvPr id="27" name="TextBox 26"/>
          <p:cNvSpPr txBox="1"/>
          <p:nvPr/>
        </p:nvSpPr>
        <p:spPr>
          <a:xfrm>
            <a:off x="8036560" y="6244665"/>
            <a:ext cx="3253088" cy="216341"/>
          </a:xfrm>
          <a:prstGeom prst="rect">
            <a:avLst/>
          </a:prstGeom>
          <a:noFill/>
        </p:spPr>
        <p:txBody>
          <a:bodyPr wrap="square" lIns="0" tIns="0" rIns="0" bIns="0" rtlCol="0">
            <a:spAutoFit/>
          </a:bodyPr>
          <a:lstStyle/>
          <a:p>
            <a:pPr algn="just"/>
            <a:r>
              <a:rPr lang="zh-CN" altLang="en-US" sz="1406" dirty="0">
                <a:solidFill>
                  <a:schemeClr val="bg1"/>
                </a:solidFill>
                <a:latin typeface="微软雅黑" pitchFamily="34" charset="-122"/>
                <a:ea typeface="微软雅黑" pitchFamily="34" charset="-122"/>
              </a:rPr>
              <a:t>点击输入简要文字内容</a:t>
            </a:r>
            <a:r>
              <a:rPr lang="en-US" altLang="zh-CN" sz="1406" dirty="0">
                <a:solidFill>
                  <a:schemeClr val="bg1"/>
                </a:solidFill>
                <a:latin typeface="微软雅黑" pitchFamily="34" charset="-122"/>
                <a:ea typeface="微软雅黑" pitchFamily="34" charset="-122"/>
              </a:rPr>
              <a:t>……</a:t>
            </a:r>
          </a:p>
        </p:txBody>
      </p:sp>
      <p:cxnSp>
        <p:nvCxnSpPr>
          <p:cNvPr id="28" name="直接连接符 27"/>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TextBox 29"/>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需求分析</a:t>
            </a:r>
          </a:p>
        </p:txBody>
      </p:sp>
      <p:cxnSp>
        <p:nvCxnSpPr>
          <p:cNvPr id="32" name="直接连接符 31"/>
          <p:cNvCxnSpPr/>
          <p:nvPr/>
        </p:nvCxnSpPr>
        <p:spPr>
          <a:xfrm>
            <a:off x="3244574"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矩形 32"/>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TextBox 33"/>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Tree>
    <p:extLst>
      <p:ext uri="{BB962C8B-B14F-4D97-AF65-F5344CB8AC3E}">
        <p14:creationId xmlns:p14="http://schemas.microsoft.com/office/powerpoint/2010/main" val="3490140339"/>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300"/>
                                        <p:tgtEl>
                                          <p:spTgt spid="28"/>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wipe(down)">
                                      <p:cBhvr>
                                        <p:cTn id="11" dur="300"/>
                                        <p:tgtEl>
                                          <p:spTgt spid="29"/>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500"/>
                                        <p:tgtEl>
                                          <p:spTgt spid="30"/>
                                        </p:tgtEl>
                                        <p:attrNameLst>
                                          <p:attrName>ppt_x</p:attrName>
                                        </p:attrNameLst>
                                      </p:cBhvr>
                                      <p:tavLst>
                                        <p:tav tm="0">
                                          <p:val>
                                            <p:strVal val="#ppt_x-#ppt_w*1.125000"/>
                                          </p:val>
                                        </p:tav>
                                        <p:tav tm="100000">
                                          <p:val>
                                            <p:strVal val="#ppt_x"/>
                                          </p:val>
                                        </p:tav>
                                      </p:tavLst>
                                    </p:anim>
                                    <p:animEffect transition="in" filter="wipe(right)">
                                      <p:cBhvr>
                                        <p:cTn id="16" dur="500"/>
                                        <p:tgtEl>
                                          <p:spTgt spid="30"/>
                                        </p:tgtEl>
                                      </p:cBhvr>
                                    </p:animEffect>
                                  </p:childTnLst>
                                </p:cTn>
                              </p:par>
                              <p:par>
                                <p:cTn id="17" presetID="12" presetClass="entr" presetSubtype="8" fill="hold"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500"/>
                                        <p:tgtEl>
                                          <p:spTgt spid="32"/>
                                        </p:tgtEl>
                                        <p:attrNameLst>
                                          <p:attrName>ppt_x</p:attrName>
                                        </p:attrNameLst>
                                      </p:cBhvr>
                                      <p:tavLst>
                                        <p:tav tm="0">
                                          <p:val>
                                            <p:strVal val="#ppt_x-#ppt_w*1.125000"/>
                                          </p:val>
                                        </p:tav>
                                        <p:tav tm="100000">
                                          <p:val>
                                            <p:strVal val="#ppt_x"/>
                                          </p:val>
                                        </p:tav>
                                      </p:tavLst>
                                    </p:anim>
                                    <p:animEffect transition="in" filter="wipe(right)">
                                      <p:cBhvr>
                                        <p:cTn id="20" dur="500"/>
                                        <p:tgtEl>
                                          <p:spTgt spid="32"/>
                                        </p:tgtEl>
                                      </p:cBhvr>
                                    </p:animEffect>
                                  </p:childTnLst>
                                </p:cTn>
                              </p:par>
                            </p:childTnLst>
                          </p:cTn>
                        </p:par>
                        <p:par>
                          <p:cTn id="21" fill="hold">
                            <p:stCondLst>
                              <p:cond delay="1100"/>
                            </p:stCondLst>
                            <p:childTnLst>
                              <p:par>
                                <p:cTn id="22" presetID="10" presetClass="entr" presetSubtype="0"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53" presetClass="entr" presetSubtype="528"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p:cTn id="27" dur="500" fill="hold"/>
                                        <p:tgtEl>
                                          <p:spTgt spid="12"/>
                                        </p:tgtEl>
                                        <p:attrNameLst>
                                          <p:attrName>ppt_w</p:attrName>
                                        </p:attrNameLst>
                                      </p:cBhvr>
                                      <p:tavLst>
                                        <p:tav tm="0">
                                          <p:val>
                                            <p:fltVal val="0"/>
                                          </p:val>
                                        </p:tav>
                                        <p:tav tm="100000">
                                          <p:val>
                                            <p:strVal val="#ppt_w"/>
                                          </p:val>
                                        </p:tav>
                                      </p:tavLst>
                                    </p:anim>
                                    <p:anim calcmode="lin" valueType="num">
                                      <p:cBhvr>
                                        <p:cTn id="28" dur="500" fill="hold"/>
                                        <p:tgtEl>
                                          <p:spTgt spid="12"/>
                                        </p:tgtEl>
                                        <p:attrNameLst>
                                          <p:attrName>ppt_h</p:attrName>
                                        </p:attrNameLst>
                                      </p:cBhvr>
                                      <p:tavLst>
                                        <p:tav tm="0">
                                          <p:val>
                                            <p:fltVal val="0"/>
                                          </p:val>
                                        </p:tav>
                                        <p:tav tm="100000">
                                          <p:val>
                                            <p:strVal val="#ppt_h"/>
                                          </p:val>
                                        </p:tav>
                                      </p:tavLst>
                                    </p:anim>
                                    <p:animEffect transition="in" filter="fade">
                                      <p:cBhvr>
                                        <p:cTn id="29" dur="500"/>
                                        <p:tgtEl>
                                          <p:spTgt spid="12"/>
                                        </p:tgtEl>
                                      </p:cBhvr>
                                    </p:animEffect>
                                    <p:anim calcmode="lin" valueType="num">
                                      <p:cBhvr>
                                        <p:cTn id="30" dur="500" fill="hold"/>
                                        <p:tgtEl>
                                          <p:spTgt spid="12"/>
                                        </p:tgtEl>
                                        <p:attrNameLst>
                                          <p:attrName>ppt_x</p:attrName>
                                        </p:attrNameLst>
                                      </p:cBhvr>
                                      <p:tavLst>
                                        <p:tav tm="0">
                                          <p:val>
                                            <p:fltVal val="0.5"/>
                                          </p:val>
                                        </p:tav>
                                        <p:tav tm="100000">
                                          <p:val>
                                            <p:strVal val="#ppt_x"/>
                                          </p:val>
                                        </p:tav>
                                      </p:tavLst>
                                    </p:anim>
                                    <p:anim calcmode="lin" valueType="num">
                                      <p:cBhvr>
                                        <p:cTn id="31" dur="500" fill="hold"/>
                                        <p:tgtEl>
                                          <p:spTgt spid="12"/>
                                        </p:tgtEl>
                                        <p:attrNameLst>
                                          <p:attrName>ppt_y</p:attrName>
                                        </p:attrNameLst>
                                      </p:cBhvr>
                                      <p:tavLst>
                                        <p:tav tm="0">
                                          <p:val>
                                            <p:fltVal val="0.5"/>
                                          </p:val>
                                        </p:tav>
                                        <p:tav tm="100000">
                                          <p:val>
                                            <p:strVal val="#ppt_y"/>
                                          </p:val>
                                        </p:tav>
                                      </p:tavLst>
                                    </p:anim>
                                  </p:childTnLst>
                                </p:cTn>
                              </p:par>
                            </p:childTnLst>
                          </p:cTn>
                        </p:par>
                        <p:par>
                          <p:cTn id="32" fill="hold">
                            <p:stCondLst>
                              <p:cond delay="1600"/>
                            </p:stCondLst>
                            <p:childTnLst>
                              <p:par>
                                <p:cTn id="33" presetID="16" presetClass="entr" presetSubtype="21" fill="hold"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arn(inVertical)">
                                      <p:cBhvr>
                                        <p:cTn id="35" dur="500"/>
                                        <p:tgtEl>
                                          <p:spTgt spid="13"/>
                                        </p:tgtEl>
                                      </p:cBhvr>
                                    </p:animEffect>
                                  </p:childTnLst>
                                </p:cTn>
                              </p:par>
                              <p:par>
                                <p:cTn id="36" presetID="16" presetClass="entr" presetSubtype="21" fill="hold"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barn(inVertical)">
                                      <p:cBhvr>
                                        <p:cTn id="38" dur="500"/>
                                        <p:tgtEl>
                                          <p:spTgt spid="14"/>
                                        </p:tgtEl>
                                      </p:cBhvr>
                                    </p:animEffect>
                                  </p:childTnLst>
                                </p:cTn>
                              </p:par>
                            </p:childTnLst>
                          </p:cTn>
                        </p:par>
                        <p:par>
                          <p:cTn id="39" fill="hold">
                            <p:stCondLst>
                              <p:cond delay="2100"/>
                            </p:stCondLst>
                            <p:childTnLst>
                              <p:par>
                                <p:cTn id="40" presetID="53" presetClass="entr" presetSubtype="16" fill="hold" grpId="0" nodeType="after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p:cTn id="42" dur="500" fill="hold"/>
                                        <p:tgtEl>
                                          <p:spTgt spid="15"/>
                                        </p:tgtEl>
                                        <p:attrNameLst>
                                          <p:attrName>ppt_w</p:attrName>
                                        </p:attrNameLst>
                                      </p:cBhvr>
                                      <p:tavLst>
                                        <p:tav tm="0">
                                          <p:val>
                                            <p:fltVal val="0"/>
                                          </p:val>
                                        </p:tav>
                                        <p:tav tm="100000">
                                          <p:val>
                                            <p:strVal val="#ppt_w"/>
                                          </p:val>
                                        </p:tav>
                                      </p:tavLst>
                                    </p:anim>
                                    <p:anim calcmode="lin" valueType="num">
                                      <p:cBhvr>
                                        <p:cTn id="43" dur="500" fill="hold"/>
                                        <p:tgtEl>
                                          <p:spTgt spid="15"/>
                                        </p:tgtEl>
                                        <p:attrNameLst>
                                          <p:attrName>ppt_h</p:attrName>
                                        </p:attrNameLst>
                                      </p:cBhvr>
                                      <p:tavLst>
                                        <p:tav tm="0">
                                          <p:val>
                                            <p:fltVal val="0"/>
                                          </p:val>
                                        </p:tav>
                                        <p:tav tm="100000">
                                          <p:val>
                                            <p:strVal val="#ppt_h"/>
                                          </p:val>
                                        </p:tav>
                                      </p:tavLst>
                                    </p:anim>
                                    <p:animEffect transition="in" filter="fade">
                                      <p:cBhvr>
                                        <p:cTn id="44" dur="500"/>
                                        <p:tgtEl>
                                          <p:spTgt spid="15"/>
                                        </p:tgtEl>
                                      </p:cBhvr>
                                    </p:animEffect>
                                  </p:childTnLst>
                                </p:cTn>
                              </p:par>
                            </p:childTnLst>
                          </p:cTn>
                        </p:par>
                        <p:par>
                          <p:cTn id="45" fill="hold">
                            <p:stCondLst>
                              <p:cond delay="2600"/>
                            </p:stCondLst>
                            <p:childTnLst>
                              <p:par>
                                <p:cTn id="46" presetID="42" presetClass="entr" presetSubtype="0" fill="hold" grpId="0" nodeType="after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anim calcmode="lin" valueType="num">
                                      <p:cBhvr>
                                        <p:cTn id="49" dur="500" fill="hold"/>
                                        <p:tgtEl>
                                          <p:spTgt spid="16"/>
                                        </p:tgtEl>
                                        <p:attrNameLst>
                                          <p:attrName>ppt_x</p:attrName>
                                        </p:attrNameLst>
                                      </p:cBhvr>
                                      <p:tavLst>
                                        <p:tav tm="0">
                                          <p:val>
                                            <p:strVal val="#ppt_x"/>
                                          </p:val>
                                        </p:tav>
                                        <p:tav tm="100000">
                                          <p:val>
                                            <p:strVal val="#ppt_x"/>
                                          </p:val>
                                        </p:tav>
                                      </p:tavLst>
                                    </p:anim>
                                    <p:anim calcmode="lin" valueType="num">
                                      <p:cBhvr>
                                        <p:cTn id="50" dur="500" fill="hold"/>
                                        <p:tgtEl>
                                          <p:spTgt spid="16"/>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20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anim calcmode="lin" valueType="num">
                                      <p:cBhvr>
                                        <p:cTn id="54" dur="500" fill="hold"/>
                                        <p:tgtEl>
                                          <p:spTgt spid="17"/>
                                        </p:tgtEl>
                                        <p:attrNameLst>
                                          <p:attrName>ppt_x</p:attrName>
                                        </p:attrNameLst>
                                      </p:cBhvr>
                                      <p:tavLst>
                                        <p:tav tm="0">
                                          <p:val>
                                            <p:strVal val="#ppt_x"/>
                                          </p:val>
                                        </p:tav>
                                        <p:tav tm="100000">
                                          <p:val>
                                            <p:strVal val="#ppt_x"/>
                                          </p:val>
                                        </p:tav>
                                      </p:tavLst>
                                    </p:anim>
                                    <p:anim calcmode="lin" valueType="num">
                                      <p:cBhvr>
                                        <p:cTn id="55" dur="500" fill="hold"/>
                                        <p:tgtEl>
                                          <p:spTgt spid="17"/>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40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anim calcmode="lin" valueType="num">
                                      <p:cBhvr>
                                        <p:cTn id="59" dur="500" fill="hold"/>
                                        <p:tgtEl>
                                          <p:spTgt spid="18"/>
                                        </p:tgtEl>
                                        <p:attrNameLst>
                                          <p:attrName>ppt_x</p:attrName>
                                        </p:attrNameLst>
                                      </p:cBhvr>
                                      <p:tavLst>
                                        <p:tav tm="0">
                                          <p:val>
                                            <p:strVal val="#ppt_x"/>
                                          </p:val>
                                        </p:tav>
                                        <p:tav tm="100000">
                                          <p:val>
                                            <p:strVal val="#ppt_x"/>
                                          </p:val>
                                        </p:tav>
                                      </p:tavLst>
                                    </p:anim>
                                    <p:anim calcmode="lin" valueType="num">
                                      <p:cBhvr>
                                        <p:cTn id="60" dur="500" fill="hold"/>
                                        <p:tgtEl>
                                          <p:spTgt spid="18"/>
                                        </p:tgtEl>
                                        <p:attrNameLst>
                                          <p:attrName>ppt_y</p:attrName>
                                        </p:attrNameLst>
                                      </p:cBhvr>
                                      <p:tavLst>
                                        <p:tav tm="0">
                                          <p:val>
                                            <p:strVal val="#ppt_y+.1"/>
                                          </p:val>
                                        </p:tav>
                                        <p:tav tm="100000">
                                          <p:val>
                                            <p:strVal val="#ppt_y"/>
                                          </p:val>
                                        </p:tav>
                                      </p:tavLst>
                                    </p:anim>
                                  </p:childTnLst>
                                </p:cTn>
                              </p:par>
                            </p:childTnLst>
                          </p:cTn>
                        </p:par>
                        <p:par>
                          <p:cTn id="61" fill="hold">
                            <p:stCondLst>
                              <p:cond delay="3500"/>
                            </p:stCondLst>
                            <p:childTnLst>
                              <p:par>
                                <p:cTn id="62" presetID="22" presetClass="entr" presetSubtype="8" fill="hold" grpId="0" nodeType="after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wipe(left)">
                                      <p:cBhvr>
                                        <p:cTn id="64" dur="300"/>
                                        <p:tgtEl>
                                          <p:spTgt spid="19"/>
                                        </p:tgtEl>
                                      </p:cBhvr>
                                    </p:animEffect>
                                  </p:childTnLst>
                                </p:cTn>
                              </p:par>
                            </p:childTnLst>
                          </p:cTn>
                        </p:par>
                        <p:par>
                          <p:cTn id="65" fill="hold">
                            <p:stCondLst>
                              <p:cond delay="3800"/>
                            </p:stCondLst>
                            <p:childTnLst>
                              <p:par>
                                <p:cTn id="66" presetID="16" presetClass="entr" presetSubtype="26" fill="hold" grpId="0" nodeType="after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barn(inHorizontal)">
                                      <p:cBhvr>
                                        <p:cTn id="68" dur="500"/>
                                        <p:tgtEl>
                                          <p:spTgt spid="20"/>
                                        </p:tgtEl>
                                      </p:cBhvr>
                                    </p:animEffect>
                                  </p:childTnLst>
                                </p:cTn>
                              </p:par>
                            </p:childTnLst>
                          </p:cTn>
                        </p:par>
                        <p:par>
                          <p:cTn id="69" fill="hold">
                            <p:stCondLst>
                              <p:cond delay="4300"/>
                            </p:stCondLst>
                            <p:childTnLst>
                              <p:par>
                                <p:cTn id="70" presetID="22" presetClass="entr" presetSubtype="8" fill="hold" grpId="0" nodeType="after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wipe(left)">
                                      <p:cBhvr>
                                        <p:cTn id="72" dur="500"/>
                                        <p:tgtEl>
                                          <p:spTgt spid="4"/>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5"/>
                                        </p:tgtEl>
                                        <p:attrNameLst>
                                          <p:attrName>style.visibility</p:attrName>
                                        </p:attrNameLst>
                                      </p:cBhvr>
                                      <p:to>
                                        <p:strVal val="visible"/>
                                      </p:to>
                                    </p:set>
                                    <p:animEffect transition="in" filter="wipe(left)">
                                      <p:cBhvr>
                                        <p:cTn id="75" dur="500"/>
                                        <p:tgtEl>
                                          <p:spTgt spid="5"/>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left)">
                                      <p:cBhvr>
                                        <p:cTn id="78" dur="500"/>
                                        <p:tgtEl>
                                          <p:spTgt spid="6"/>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7"/>
                                        </p:tgtEl>
                                        <p:attrNameLst>
                                          <p:attrName>style.visibility</p:attrName>
                                        </p:attrNameLst>
                                      </p:cBhvr>
                                      <p:to>
                                        <p:strVal val="visible"/>
                                      </p:to>
                                    </p:set>
                                    <p:animEffect transition="in" filter="wipe(left)">
                                      <p:cBhvr>
                                        <p:cTn id="81" dur="500"/>
                                        <p:tgtEl>
                                          <p:spTgt spid="7"/>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8"/>
                                        </p:tgtEl>
                                        <p:attrNameLst>
                                          <p:attrName>style.visibility</p:attrName>
                                        </p:attrNameLst>
                                      </p:cBhvr>
                                      <p:to>
                                        <p:strVal val="visible"/>
                                      </p:to>
                                    </p:set>
                                    <p:animEffect transition="in" filter="wipe(left)">
                                      <p:cBhvr>
                                        <p:cTn id="84" dur="500"/>
                                        <p:tgtEl>
                                          <p:spTgt spid="8"/>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9"/>
                                        </p:tgtEl>
                                        <p:attrNameLst>
                                          <p:attrName>style.visibility</p:attrName>
                                        </p:attrNameLst>
                                      </p:cBhvr>
                                      <p:to>
                                        <p:strVal val="visible"/>
                                      </p:to>
                                    </p:set>
                                    <p:animEffect transition="in" filter="wipe(left)">
                                      <p:cBhvr>
                                        <p:cTn id="87" dur="500"/>
                                        <p:tgtEl>
                                          <p:spTgt spid="9"/>
                                        </p:tgtEl>
                                      </p:cBhvr>
                                    </p:animEffect>
                                  </p:childTnLst>
                                </p:cTn>
                              </p:par>
                              <p:par>
                                <p:cTn id="88" presetID="22" presetClass="entr" presetSubtype="8" fill="hold" grpId="0" nodeType="withEffect">
                                  <p:stCondLst>
                                    <p:cond delay="0"/>
                                  </p:stCondLst>
                                  <p:childTnLst>
                                    <p:set>
                                      <p:cBhvr>
                                        <p:cTn id="89" dur="1" fill="hold">
                                          <p:stCondLst>
                                            <p:cond delay="0"/>
                                          </p:stCondLst>
                                        </p:cTn>
                                        <p:tgtEl>
                                          <p:spTgt spid="10"/>
                                        </p:tgtEl>
                                        <p:attrNameLst>
                                          <p:attrName>style.visibility</p:attrName>
                                        </p:attrNameLst>
                                      </p:cBhvr>
                                      <p:to>
                                        <p:strVal val="visible"/>
                                      </p:to>
                                    </p:set>
                                    <p:animEffect transition="in" filter="wipe(left)">
                                      <p:cBhvr>
                                        <p:cTn id="90" dur="500"/>
                                        <p:tgtEl>
                                          <p:spTgt spid="10"/>
                                        </p:tgtEl>
                                      </p:cBhvr>
                                    </p:animEffect>
                                  </p:childTnLst>
                                </p:cTn>
                              </p:par>
                            </p:childTnLst>
                          </p:cTn>
                        </p:par>
                        <p:par>
                          <p:cTn id="91" fill="hold">
                            <p:stCondLst>
                              <p:cond delay="4800"/>
                            </p:stCondLst>
                            <p:childTnLst>
                              <p:par>
                                <p:cTn id="92" presetID="22" presetClass="entr" presetSubtype="8" fill="hold" grpId="0" nodeType="after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wipe(left)">
                                      <p:cBhvr>
                                        <p:cTn id="94" dur="300"/>
                                        <p:tgtEl>
                                          <p:spTgt spid="21"/>
                                        </p:tgtEl>
                                      </p:cBhvr>
                                    </p:animEffect>
                                  </p:childTnLst>
                                </p:cTn>
                              </p:par>
                            </p:childTnLst>
                          </p:cTn>
                        </p:par>
                        <p:par>
                          <p:cTn id="95" fill="hold">
                            <p:stCondLst>
                              <p:cond delay="5100"/>
                            </p:stCondLst>
                            <p:childTnLst>
                              <p:par>
                                <p:cTn id="96" presetID="22" presetClass="entr" presetSubtype="8" fill="hold" grpId="0" nodeType="afterEffect">
                                  <p:stCondLst>
                                    <p:cond delay="0"/>
                                  </p:stCondLst>
                                  <p:childTnLst>
                                    <p:set>
                                      <p:cBhvr>
                                        <p:cTn id="97" dur="1" fill="hold">
                                          <p:stCondLst>
                                            <p:cond delay="0"/>
                                          </p:stCondLst>
                                        </p:cTn>
                                        <p:tgtEl>
                                          <p:spTgt spid="22"/>
                                        </p:tgtEl>
                                        <p:attrNameLst>
                                          <p:attrName>style.visibility</p:attrName>
                                        </p:attrNameLst>
                                      </p:cBhvr>
                                      <p:to>
                                        <p:strVal val="visible"/>
                                      </p:to>
                                    </p:set>
                                    <p:animEffect transition="in" filter="wipe(left)">
                                      <p:cBhvr>
                                        <p:cTn id="98" dur="300"/>
                                        <p:tgtEl>
                                          <p:spTgt spid="22"/>
                                        </p:tgtEl>
                                      </p:cBhvr>
                                    </p:animEffect>
                                  </p:childTnLst>
                                </p:cTn>
                              </p:par>
                            </p:childTnLst>
                          </p:cTn>
                        </p:par>
                        <p:par>
                          <p:cTn id="99" fill="hold">
                            <p:stCondLst>
                              <p:cond delay="5400"/>
                            </p:stCondLst>
                            <p:childTnLst>
                              <p:par>
                                <p:cTn id="100" presetID="22" presetClass="entr" presetSubtype="8" fill="hold" grpId="0" nodeType="afterEffect">
                                  <p:stCondLst>
                                    <p:cond delay="0"/>
                                  </p:stCondLst>
                                  <p:childTnLst>
                                    <p:set>
                                      <p:cBhvr>
                                        <p:cTn id="101" dur="1" fill="hold">
                                          <p:stCondLst>
                                            <p:cond delay="0"/>
                                          </p:stCondLst>
                                        </p:cTn>
                                        <p:tgtEl>
                                          <p:spTgt spid="23"/>
                                        </p:tgtEl>
                                        <p:attrNameLst>
                                          <p:attrName>style.visibility</p:attrName>
                                        </p:attrNameLst>
                                      </p:cBhvr>
                                      <p:to>
                                        <p:strVal val="visible"/>
                                      </p:to>
                                    </p:set>
                                    <p:animEffect transition="in" filter="wipe(left)">
                                      <p:cBhvr>
                                        <p:cTn id="102" dur="300"/>
                                        <p:tgtEl>
                                          <p:spTgt spid="23"/>
                                        </p:tgtEl>
                                      </p:cBhvr>
                                    </p:animEffect>
                                  </p:childTnLst>
                                </p:cTn>
                              </p:par>
                            </p:childTnLst>
                          </p:cTn>
                        </p:par>
                        <p:par>
                          <p:cTn id="103" fill="hold">
                            <p:stCondLst>
                              <p:cond delay="5700"/>
                            </p:stCondLst>
                            <p:childTnLst>
                              <p:par>
                                <p:cTn id="104" presetID="22" presetClass="entr" presetSubtype="8" fill="hold" grpId="0" nodeType="afterEffect">
                                  <p:stCondLst>
                                    <p:cond delay="0"/>
                                  </p:stCondLst>
                                  <p:childTnLst>
                                    <p:set>
                                      <p:cBhvr>
                                        <p:cTn id="105" dur="1" fill="hold">
                                          <p:stCondLst>
                                            <p:cond delay="0"/>
                                          </p:stCondLst>
                                        </p:cTn>
                                        <p:tgtEl>
                                          <p:spTgt spid="24"/>
                                        </p:tgtEl>
                                        <p:attrNameLst>
                                          <p:attrName>style.visibility</p:attrName>
                                        </p:attrNameLst>
                                      </p:cBhvr>
                                      <p:to>
                                        <p:strVal val="visible"/>
                                      </p:to>
                                    </p:set>
                                    <p:animEffect transition="in" filter="wipe(left)">
                                      <p:cBhvr>
                                        <p:cTn id="106" dur="300"/>
                                        <p:tgtEl>
                                          <p:spTgt spid="24"/>
                                        </p:tgtEl>
                                      </p:cBhvr>
                                    </p:animEffect>
                                  </p:childTnLst>
                                </p:cTn>
                              </p:par>
                            </p:childTnLst>
                          </p:cTn>
                        </p:par>
                        <p:par>
                          <p:cTn id="107" fill="hold">
                            <p:stCondLst>
                              <p:cond delay="6000"/>
                            </p:stCondLst>
                            <p:childTnLst>
                              <p:par>
                                <p:cTn id="108" presetID="22" presetClass="entr" presetSubtype="8" fill="hold" grpId="0" nodeType="afterEffect">
                                  <p:stCondLst>
                                    <p:cond delay="0"/>
                                  </p:stCondLst>
                                  <p:childTnLst>
                                    <p:set>
                                      <p:cBhvr>
                                        <p:cTn id="109" dur="1" fill="hold">
                                          <p:stCondLst>
                                            <p:cond delay="0"/>
                                          </p:stCondLst>
                                        </p:cTn>
                                        <p:tgtEl>
                                          <p:spTgt spid="25"/>
                                        </p:tgtEl>
                                        <p:attrNameLst>
                                          <p:attrName>style.visibility</p:attrName>
                                        </p:attrNameLst>
                                      </p:cBhvr>
                                      <p:to>
                                        <p:strVal val="visible"/>
                                      </p:to>
                                    </p:set>
                                    <p:animEffect transition="in" filter="wipe(left)">
                                      <p:cBhvr>
                                        <p:cTn id="110" dur="300"/>
                                        <p:tgtEl>
                                          <p:spTgt spid="25"/>
                                        </p:tgtEl>
                                      </p:cBhvr>
                                    </p:animEffect>
                                  </p:childTnLst>
                                </p:cTn>
                              </p:par>
                            </p:childTnLst>
                          </p:cTn>
                        </p:par>
                        <p:par>
                          <p:cTn id="111" fill="hold">
                            <p:stCondLst>
                              <p:cond delay="6300"/>
                            </p:stCondLst>
                            <p:childTnLst>
                              <p:par>
                                <p:cTn id="112" presetID="22" presetClass="entr" presetSubtype="8" fill="hold" grpId="0" nodeType="afterEffect">
                                  <p:stCondLst>
                                    <p:cond delay="0"/>
                                  </p:stCondLst>
                                  <p:childTnLst>
                                    <p:set>
                                      <p:cBhvr>
                                        <p:cTn id="113" dur="1" fill="hold">
                                          <p:stCondLst>
                                            <p:cond delay="0"/>
                                          </p:stCondLst>
                                        </p:cTn>
                                        <p:tgtEl>
                                          <p:spTgt spid="26"/>
                                        </p:tgtEl>
                                        <p:attrNameLst>
                                          <p:attrName>style.visibility</p:attrName>
                                        </p:attrNameLst>
                                      </p:cBhvr>
                                      <p:to>
                                        <p:strVal val="visible"/>
                                      </p:to>
                                    </p:set>
                                    <p:animEffect transition="in" filter="wipe(left)">
                                      <p:cBhvr>
                                        <p:cTn id="114" dur="300"/>
                                        <p:tgtEl>
                                          <p:spTgt spid="26"/>
                                        </p:tgtEl>
                                      </p:cBhvr>
                                    </p:animEffect>
                                  </p:childTnLst>
                                </p:cTn>
                              </p:par>
                            </p:childTnLst>
                          </p:cTn>
                        </p:par>
                        <p:par>
                          <p:cTn id="115" fill="hold">
                            <p:stCondLst>
                              <p:cond delay="6600"/>
                            </p:stCondLst>
                            <p:childTnLst>
                              <p:par>
                                <p:cTn id="116" presetID="22" presetClass="entr" presetSubtype="8" fill="hold" grpId="0" nodeType="afterEffect">
                                  <p:stCondLst>
                                    <p:cond delay="0"/>
                                  </p:stCondLst>
                                  <p:childTnLst>
                                    <p:set>
                                      <p:cBhvr>
                                        <p:cTn id="117" dur="1" fill="hold">
                                          <p:stCondLst>
                                            <p:cond delay="0"/>
                                          </p:stCondLst>
                                        </p:cTn>
                                        <p:tgtEl>
                                          <p:spTgt spid="27"/>
                                        </p:tgtEl>
                                        <p:attrNameLst>
                                          <p:attrName>style.visibility</p:attrName>
                                        </p:attrNameLst>
                                      </p:cBhvr>
                                      <p:to>
                                        <p:strVal val="visible"/>
                                      </p:to>
                                    </p:set>
                                    <p:animEffect transition="in" filter="wipe(left)">
                                      <p:cBhvr>
                                        <p:cTn id="118" dur="300"/>
                                        <p:tgtEl>
                                          <p:spTgt spid="27"/>
                                        </p:tgtEl>
                                      </p:cBhvr>
                                    </p:animEffect>
                                  </p:childTnLst>
                                </p:cTn>
                              </p:par>
                            </p:childTnLst>
                          </p:cTn>
                        </p:par>
                        <p:par>
                          <p:cTn id="119" fill="hold">
                            <p:stCondLst>
                              <p:cond delay="6900"/>
                            </p:stCondLst>
                            <p:childTnLst>
                              <p:par>
                                <p:cTn id="120" presetID="10" presetClass="entr" presetSubtype="0" fill="hold" grpId="0" nodeType="afterEffect">
                                  <p:stCondLst>
                                    <p:cond delay="0"/>
                                  </p:stCondLst>
                                  <p:childTnLst>
                                    <p:set>
                                      <p:cBhvr>
                                        <p:cTn id="121" dur="1" fill="hold">
                                          <p:stCondLst>
                                            <p:cond delay="0"/>
                                          </p:stCondLst>
                                        </p:cTn>
                                        <p:tgtEl>
                                          <p:spTgt spid="34"/>
                                        </p:tgtEl>
                                        <p:attrNameLst>
                                          <p:attrName>style.visibility</p:attrName>
                                        </p:attrNameLst>
                                      </p:cBhvr>
                                      <p:to>
                                        <p:strVal val="visible"/>
                                      </p:to>
                                    </p:set>
                                    <p:animEffect transition="in" filter="fade">
                                      <p:cBhvr>
                                        <p:cTn id="122"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p:bldP spid="15" grpId="0"/>
      <p:bldP spid="16" grpId="0"/>
      <p:bldP spid="17" grpId="0"/>
      <p:bldP spid="18" grpId="0"/>
      <p:bldP spid="19" grpId="0"/>
      <p:bldP spid="20" grpId="0" animBg="1"/>
      <p:bldP spid="21" grpId="0"/>
      <p:bldP spid="22" grpId="0"/>
      <p:bldP spid="23" grpId="0"/>
      <p:bldP spid="24" grpId="0"/>
      <p:bldP spid="25" grpId="0"/>
      <p:bldP spid="26" grpId="0"/>
      <p:bldP spid="27" grpId="0"/>
      <p:bldP spid="29" grpId="0" animBg="1"/>
      <p:bldP spid="30" grpId="0"/>
      <p:bldP spid="3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直接连接符 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椭圆 10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TextBox 93"/>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项目来源</a:t>
            </a:r>
          </a:p>
        </p:txBody>
      </p:sp>
      <p:cxnSp>
        <p:nvCxnSpPr>
          <p:cNvPr id="14" name="直接连接符 13"/>
          <p:cNvCxnSpPr/>
          <p:nvPr/>
        </p:nvCxnSpPr>
        <p:spPr>
          <a:xfrm>
            <a:off x="3244574"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组合 40"/>
          <p:cNvGrpSpPr/>
          <p:nvPr/>
        </p:nvGrpSpPr>
        <p:grpSpPr>
          <a:xfrm>
            <a:off x="1048494" y="2855025"/>
            <a:ext cx="1943436" cy="1943436"/>
            <a:chOff x="304800" y="673100"/>
            <a:chExt cx="4000500" cy="4000500"/>
          </a:xfrm>
          <a:effectLst>
            <a:outerShdw blurRad="444500" dist="254000" dir="8100000" algn="tr" rotWithShape="0">
              <a:prstClr val="black">
                <a:alpha val="50000"/>
              </a:prstClr>
            </a:outerShdw>
          </a:effectLst>
        </p:grpSpPr>
        <p:sp>
          <p:nvSpPr>
            <p:cNvPr id="43" name="同心圆 4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 name="椭圆 43"/>
            <p:cNvSpPr/>
            <p:nvPr/>
          </p:nvSpPr>
          <p:spPr>
            <a:xfrm>
              <a:off x="392112" y="760412"/>
              <a:ext cx="3825877" cy="3825877"/>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5" name="TextBox 34"/>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cxnSp>
        <p:nvCxnSpPr>
          <p:cNvPr id="58" name="直接连接符 57"/>
          <p:cNvCxnSpPr/>
          <p:nvPr/>
        </p:nvCxnSpPr>
        <p:spPr>
          <a:xfrm>
            <a:off x="3063367" y="3880387"/>
            <a:ext cx="719859" cy="0"/>
          </a:xfrm>
          <a:prstGeom prst="line">
            <a:avLst/>
          </a:prstGeom>
          <a:ln w="12700">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59" name="组合 58"/>
          <p:cNvGrpSpPr/>
          <p:nvPr/>
        </p:nvGrpSpPr>
        <p:grpSpPr>
          <a:xfrm>
            <a:off x="3692708" y="1705221"/>
            <a:ext cx="4258265" cy="4252739"/>
            <a:chOff x="2097688" y="3956966"/>
            <a:chExt cx="2446337" cy="2443163"/>
          </a:xfrm>
          <a:effectLst>
            <a:outerShdw blurRad="50800" dist="38100" dir="5400000" algn="t" rotWithShape="0">
              <a:prstClr val="black">
                <a:alpha val="40000"/>
              </a:prstClr>
            </a:outerShdw>
          </a:effectLst>
        </p:grpSpPr>
        <p:sp>
          <p:nvSpPr>
            <p:cNvPr id="6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61" name="Oval 62"/>
            <p:cNvSpPr>
              <a:spLocks noChangeArrowheads="1"/>
            </p:cNvSpPr>
            <p:nvPr/>
          </p:nvSpPr>
          <p:spPr bwMode="auto">
            <a:xfrm>
              <a:off x="2184213" y="4033557"/>
              <a:ext cx="2284413" cy="2284413"/>
            </a:xfrm>
            <a:prstGeom prst="ellipse">
              <a:avLst/>
            </a:prstGeom>
            <a:solidFill>
              <a:schemeClr val="tx1"/>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62" name="组合 61"/>
          <p:cNvGrpSpPr/>
          <p:nvPr/>
        </p:nvGrpSpPr>
        <p:grpSpPr>
          <a:xfrm rot="14081883" flipH="1">
            <a:off x="7076305" y="4870391"/>
            <a:ext cx="812644" cy="813686"/>
            <a:chOff x="661303" y="454074"/>
            <a:chExt cx="2476499" cy="2479675"/>
          </a:xfrm>
        </p:grpSpPr>
        <p:sp>
          <p:nvSpPr>
            <p:cNvPr id="63"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64" name="Freeform 72"/>
            <p:cNvSpPr>
              <a:spLocks/>
            </p:cNvSpPr>
            <p:nvPr/>
          </p:nvSpPr>
          <p:spPr bwMode="auto">
            <a:xfrm>
              <a:off x="742770" y="536624"/>
              <a:ext cx="2362200" cy="2365374"/>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chemeClr val="bg1">
                <a:lumMod val="50000"/>
              </a:schemeClr>
            </a:solidFill>
            <a:ln w="25400">
              <a:gradFill flip="none" rotWithShape="1">
                <a:gsLst>
                  <a:gs pos="0">
                    <a:schemeClr val="bg1">
                      <a:lumMod val="65000"/>
                    </a:schemeClr>
                  </a:gs>
                  <a:gs pos="100000">
                    <a:schemeClr val="bg1"/>
                  </a:gs>
                </a:gsLst>
                <a:lin ang="8100000" scaled="0"/>
                <a:tileRect/>
              </a:gradFill>
              <a:round/>
              <a:headEnd/>
              <a:tailEnd/>
            </a:ln>
            <a:effectLst>
              <a:innerShdw blurRad="101600" dist="50800" dir="189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65" name="组合 64"/>
          <p:cNvGrpSpPr/>
          <p:nvPr/>
        </p:nvGrpSpPr>
        <p:grpSpPr>
          <a:xfrm rot="18900000">
            <a:off x="7543137" y="3472026"/>
            <a:ext cx="815673" cy="816719"/>
            <a:chOff x="661303" y="454074"/>
            <a:chExt cx="2476499" cy="2479675"/>
          </a:xfrm>
        </p:grpSpPr>
        <p:sp>
          <p:nvSpPr>
            <p:cNvPr id="66"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67" name="Freeform 72"/>
            <p:cNvSpPr>
              <a:spLocks/>
            </p:cNvSpPr>
            <p:nvPr/>
          </p:nvSpPr>
          <p:spPr bwMode="auto">
            <a:xfrm>
              <a:off x="742770" y="536624"/>
              <a:ext cx="2362200" cy="2365374"/>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rgbClr val="C00000"/>
            </a:solidFill>
            <a:ln w="25400">
              <a:gradFill flip="none" rotWithShape="1">
                <a:gsLst>
                  <a:gs pos="0">
                    <a:schemeClr val="bg1">
                      <a:lumMod val="65000"/>
                    </a:schemeClr>
                  </a:gs>
                  <a:gs pos="100000">
                    <a:schemeClr val="bg1"/>
                  </a:gs>
                </a:gsLst>
                <a:lin ang="2700000" scaled="1"/>
                <a:tileRect/>
              </a:gradFill>
              <a:round/>
              <a:headEnd/>
              <a:tailEnd/>
            </a:ln>
            <a:effectLst>
              <a:innerShdw blurRad="114300" dist="508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68" name="组合 67"/>
          <p:cNvGrpSpPr/>
          <p:nvPr/>
        </p:nvGrpSpPr>
        <p:grpSpPr>
          <a:xfrm rot="14081883" flipH="1">
            <a:off x="7042000" y="2084725"/>
            <a:ext cx="812644" cy="813686"/>
            <a:chOff x="661303" y="454074"/>
            <a:chExt cx="2476499" cy="2479675"/>
          </a:xfrm>
        </p:grpSpPr>
        <p:sp>
          <p:nvSpPr>
            <p:cNvPr id="69"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70" name="Freeform 72"/>
            <p:cNvSpPr>
              <a:spLocks/>
            </p:cNvSpPr>
            <p:nvPr/>
          </p:nvSpPr>
          <p:spPr bwMode="auto">
            <a:xfrm>
              <a:off x="742770" y="536624"/>
              <a:ext cx="2362200" cy="2365374"/>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chemeClr val="bg1">
                <a:lumMod val="50000"/>
              </a:schemeClr>
            </a:solidFill>
            <a:ln w="25400">
              <a:gradFill flip="none" rotWithShape="1">
                <a:gsLst>
                  <a:gs pos="0">
                    <a:schemeClr val="bg1">
                      <a:lumMod val="65000"/>
                    </a:schemeClr>
                  </a:gs>
                  <a:gs pos="100000">
                    <a:schemeClr val="bg1"/>
                  </a:gs>
                </a:gsLst>
                <a:lin ang="8100000" scaled="0"/>
                <a:tileRect/>
              </a:gradFill>
              <a:round/>
              <a:headEnd/>
              <a:tailEnd/>
            </a:ln>
            <a:effectLst>
              <a:innerShdw blurRad="101600" dist="50800" dir="189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74" name="TextBox 73"/>
          <p:cNvSpPr txBox="1"/>
          <p:nvPr/>
        </p:nvSpPr>
        <p:spPr>
          <a:xfrm>
            <a:off x="7193667" y="2273611"/>
            <a:ext cx="540533" cy="438582"/>
          </a:xfrm>
          <a:prstGeom prst="rect">
            <a:avLst/>
          </a:prstGeom>
          <a:noFill/>
        </p:spPr>
        <p:txBody>
          <a:bodyPr wrap="none" rtlCol="0">
            <a:spAutoFit/>
          </a:bodyPr>
          <a:lstStyle/>
          <a:p>
            <a:r>
              <a:rPr lang="en-US" altLang="zh-CN" sz="2250" b="1" dirty="0">
                <a:solidFill>
                  <a:schemeClr val="bg1"/>
                </a:solidFill>
                <a:latin typeface="微软雅黑" pitchFamily="34" charset="-122"/>
                <a:ea typeface="微软雅黑" pitchFamily="34" charset="-122"/>
              </a:rPr>
              <a:t>01</a:t>
            </a:r>
            <a:endParaRPr lang="zh-CN" altLang="en-US" sz="2250" b="1" dirty="0">
              <a:solidFill>
                <a:schemeClr val="bg1"/>
              </a:solidFill>
              <a:latin typeface="微软雅黑" pitchFamily="34" charset="-122"/>
              <a:ea typeface="微软雅黑" pitchFamily="34" charset="-122"/>
            </a:endParaRPr>
          </a:p>
        </p:txBody>
      </p:sp>
      <p:sp>
        <p:nvSpPr>
          <p:cNvPr id="75" name="TextBox 74"/>
          <p:cNvSpPr txBox="1"/>
          <p:nvPr/>
        </p:nvSpPr>
        <p:spPr>
          <a:xfrm>
            <a:off x="7685075" y="3673919"/>
            <a:ext cx="540533" cy="438582"/>
          </a:xfrm>
          <a:prstGeom prst="rect">
            <a:avLst/>
          </a:prstGeom>
          <a:noFill/>
        </p:spPr>
        <p:txBody>
          <a:bodyPr wrap="none" rtlCol="0">
            <a:spAutoFit/>
          </a:bodyPr>
          <a:lstStyle/>
          <a:p>
            <a:r>
              <a:rPr lang="en-US" altLang="zh-CN" sz="2250" b="1" dirty="0">
                <a:solidFill>
                  <a:schemeClr val="bg1"/>
                </a:solidFill>
                <a:latin typeface="微软雅黑" pitchFamily="34" charset="-122"/>
                <a:ea typeface="微软雅黑" pitchFamily="34" charset="-122"/>
              </a:rPr>
              <a:t>02</a:t>
            </a:r>
            <a:endParaRPr lang="zh-CN" altLang="en-US" sz="2250" b="1" dirty="0">
              <a:solidFill>
                <a:schemeClr val="bg1"/>
              </a:solidFill>
              <a:latin typeface="微软雅黑" pitchFamily="34" charset="-122"/>
              <a:ea typeface="微软雅黑" pitchFamily="34" charset="-122"/>
            </a:endParaRPr>
          </a:p>
        </p:txBody>
      </p:sp>
      <p:sp>
        <p:nvSpPr>
          <p:cNvPr id="76" name="TextBox 75"/>
          <p:cNvSpPr txBox="1"/>
          <p:nvPr/>
        </p:nvSpPr>
        <p:spPr>
          <a:xfrm>
            <a:off x="7193667" y="5051285"/>
            <a:ext cx="540533" cy="438582"/>
          </a:xfrm>
          <a:prstGeom prst="rect">
            <a:avLst/>
          </a:prstGeom>
          <a:noFill/>
        </p:spPr>
        <p:txBody>
          <a:bodyPr wrap="none" rtlCol="0">
            <a:spAutoFit/>
          </a:bodyPr>
          <a:lstStyle/>
          <a:p>
            <a:r>
              <a:rPr lang="en-US" altLang="zh-CN" sz="2250" b="1" dirty="0">
                <a:solidFill>
                  <a:schemeClr val="bg1"/>
                </a:solidFill>
                <a:latin typeface="微软雅黑" pitchFamily="34" charset="-122"/>
                <a:ea typeface="微软雅黑" pitchFamily="34" charset="-122"/>
              </a:rPr>
              <a:t>03</a:t>
            </a:r>
            <a:endParaRPr lang="zh-CN" altLang="en-US" sz="2250" b="1" dirty="0">
              <a:solidFill>
                <a:schemeClr val="bg1"/>
              </a:solidFill>
              <a:latin typeface="微软雅黑" pitchFamily="34" charset="-122"/>
              <a:ea typeface="微软雅黑" pitchFamily="34" charset="-122"/>
            </a:endParaRPr>
          </a:p>
        </p:txBody>
      </p:sp>
      <p:sp>
        <p:nvSpPr>
          <p:cNvPr id="77" name="TextBox 76"/>
          <p:cNvSpPr txBox="1"/>
          <p:nvPr/>
        </p:nvSpPr>
        <p:spPr>
          <a:xfrm>
            <a:off x="8259832" y="2119988"/>
            <a:ext cx="3094407" cy="807913"/>
          </a:xfrm>
          <a:prstGeom prst="rect">
            <a:avLst/>
          </a:prstGeom>
          <a:noFill/>
        </p:spPr>
        <p:txBody>
          <a:bodyPr wrap="square" lIns="0" tIns="0" rIns="0" bIns="0" rtlCol="0">
            <a:spAutoFit/>
          </a:bodyPr>
          <a:lstStyle/>
          <a:p>
            <a:pPr algn="just">
              <a:lnSpc>
                <a:spcPts val="2109"/>
              </a:lnSpc>
            </a:pPr>
            <a:r>
              <a:rPr lang="zh-CN" altLang="en-US" sz="1406" dirty="0">
                <a:latin typeface="微软雅黑" pitchFamily="34" charset="-122"/>
                <a:ea typeface="微软雅黑" pitchFamily="34" charset="-122"/>
              </a:rPr>
              <a:t>点击输入简要文字内容，文字内容需概括精炼，不用多余的文字修饰，言简意赅的说明分项内容</a:t>
            </a:r>
            <a:r>
              <a:rPr lang="en-US" altLang="zh-CN" sz="1406" dirty="0">
                <a:latin typeface="微软雅黑" pitchFamily="34" charset="-122"/>
                <a:ea typeface="微软雅黑" pitchFamily="34" charset="-122"/>
              </a:rPr>
              <a:t>……</a:t>
            </a:r>
            <a:r>
              <a:rPr lang="zh-CN" altLang="en-US" sz="1406" dirty="0">
                <a:latin typeface="微软雅黑" pitchFamily="34" charset="-122"/>
                <a:ea typeface="微软雅黑" pitchFamily="34" charset="-122"/>
              </a:rPr>
              <a:t>。</a:t>
            </a:r>
            <a:endParaRPr lang="en-US" altLang="zh-CN" sz="1406" dirty="0">
              <a:latin typeface="微软雅黑" pitchFamily="34" charset="-122"/>
              <a:ea typeface="微软雅黑" pitchFamily="34" charset="-122"/>
            </a:endParaRPr>
          </a:p>
        </p:txBody>
      </p:sp>
      <p:sp>
        <p:nvSpPr>
          <p:cNvPr id="78" name="TextBox 77"/>
          <p:cNvSpPr txBox="1"/>
          <p:nvPr/>
        </p:nvSpPr>
        <p:spPr>
          <a:xfrm>
            <a:off x="8600265" y="3506214"/>
            <a:ext cx="3094407" cy="807913"/>
          </a:xfrm>
          <a:prstGeom prst="rect">
            <a:avLst/>
          </a:prstGeom>
          <a:noFill/>
        </p:spPr>
        <p:txBody>
          <a:bodyPr wrap="square" lIns="0" tIns="0" rIns="0" bIns="0" rtlCol="0">
            <a:spAutoFit/>
          </a:bodyPr>
          <a:lstStyle/>
          <a:p>
            <a:pPr algn="just">
              <a:lnSpc>
                <a:spcPts val="2109"/>
              </a:lnSpc>
            </a:pPr>
            <a:r>
              <a:rPr lang="zh-CN" altLang="en-US" sz="1406" dirty="0">
                <a:latin typeface="微软雅黑" pitchFamily="34" charset="-122"/>
                <a:ea typeface="微软雅黑" pitchFamily="34" charset="-122"/>
              </a:rPr>
              <a:t>点击输入简要文字内容，文字内容需概括精炼，不用多余的文字修饰，言简意赅的说明分项内容</a:t>
            </a:r>
            <a:r>
              <a:rPr lang="en-US" altLang="zh-CN" sz="1406" dirty="0">
                <a:latin typeface="微软雅黑" pitchFamily="34" charset="-122"/>
                <a:ea typeface="微软雅黑" pitchFamily="34" charset="-122"/>
              </a:rPr>
              <a:t>……</a:t>
            </a:r>
            <a:r>
              <a:rPr lang="zh-CN" altLang="en-US" sz="1406" dirty="0">
                <a:latin typeface="微软雅黑" pitchFamily="34" charset="-122"/>
                <a:ea typeface="微软雅黑" pitchFamily="34" charset="-122"/>
              </a:rPr>
              <a:t>。</a:t>
            </a:r>
            <a:endParaRPr lang="en-US" altLang="zh-CN" sz="1406" dirty="0">
              <a:latin typeface="微软雅黑" pitchFamily="34" charset="-122"/>
              <a:ea typeface="微软雅黑" pitchFamily="34" charset="-122"/>
            </a:endParaRPr>
          </a:p>
        </p:txBody>
      </p:sp>
      <p:sp>
        <p:nvSpPr>
          <p:cNvPr id="79" name="TextBox 78"/>
          <p:cNvSpPr txBox="1"/>
          <p:nvPr/>
        </p:nvSpPr>
        <p:spPr>
          <a:xfrm>
            <a:off x="8259832" y="4883579"/>
            <a:ext cx="3094407" cy="807913"/>
          </a:xfrm>
          <a:prstGeom prst="rect">
            <a:avLst/>
          </a:prstGeom>
          <a:noFill/>
        </p:spPr>
        <p:txBody>
          <a:bodyPr wrap="square" lIns="0" tIns="0" rIns="0" bIns="0" rtlCol="0">
            <a:spAutoFit/>
          </a:bodyPr>
          <a:lstStyle/>
          <a:p>
            <a:pPr algn="just">
              <a:lnSpc>
                <a:spcPts val="2109"/>
              </a:lnSpc>
            </a:pPr>
            <a:r>
              <a:rPr lang="zh-CN" altLang="en-US" sz="1406" dirty="0">
                <a:latin typeface="微软雅黑" pitchFamily="34" charset="-122"/>
                <a:ea typeface="微软雅黑" pitchFamily="34" charset="-122"/>
              </a:rPr>
              <a:t>点击输入简要文字内容，文字内容需概括精炼，不用多余的文字修饰，言简意赅的说明分项内容</a:t>
            </a:r>
            <a:r>
              <a:rPr lang="en-US" altLang="zh-CN" sz="1406" dirty="0">
                <a:latin typeface="微软雅黑" pitchFamily="34" charset="-122"/>
                <a:ea typeface="微软雅黑" pitchFamily="34" charset="-122"/>
              </a:rPr>
              <a:t>……</a:t>
            </a:r>
            <a:r>
              <a:rPr lang="zh-CN" altLang="en-US" sz="1406" dirty="0">
                <a:latin typeface="微软雅黑" pitchFamily="34" charset="-122"/>
                <a:ea typeface="微软雅黑" pitchFamily="34" charset="-122"/>
              </a:rPr>
              <a:t>。</a:t>
            </a:r>
            <a:endParaRPr lang="en-US" altLang="zh-CN" sz="1406" dirty="0">
              <a:latin typeface="微软雅黑" pitchFamily="34" charset="-122"/>
              <a:ea typeface="微软雅黑" pitchFamily="34" charset="-122"/>
            </a:endParaRPr>
          </a:p>
        </p:txBody>
      </p:sp>
      <p:sp>
        <p:nvSpPr>
          <p:cNvPr id="80" name="TextBox 79"/>
          <p:cNvSpPr txBox="1"/>
          <p:nvPr/>
        </p:nvSpPr>
        <p:spPr>
          <a:xfrm>
            <a:off x="1233879" y="3364959"/>
            <a:ext cx="1658433" cy="1131079"/>
          </a:xfrm>
          <a:prstGeom prst="rect">
            <a:avLst/>
          </a:prstGeom>
          <a:noFill/>
        </p:spPr>
        <p:txBody>
          <a:bodyPr wrap="square" rtlCol="0">
            <a:spAutoFit/>
          </a:bodyPr>
          <a:lstStyle/>
          <a:p>
            <a:pPr algn="ctr"/>
            <a:r>
              <a:rPr lang="zh-CN" altLang="en-US" sz="3375" b="1" dirty="0">
                <a:solidFill>
                  <a:srgbClr val="C00000"/>
                </a:solidFill>
                <a:latin typeface="微软雅黑" pitchFamily="34" charset="-122"/>
                <a:ea typeface="微软雅黑" pitchFamily="34" charset="-122"/>
              </a:rPr>
              <a:t>来源及背景</a:t>
            </a:r>
          </a:p>
        </p:txBody>
      </p:sp>
      <p:sp>
        <p:nvSpPr>
          <p:cNvPr id="81" name="TextBox 80"/>
          <p:cNvSpPr txBox="1"/>
          <p:nvPr/>
        </p:nvSpPr>
        <p:spPr>
          <a:xfrm>
            <a:off x="4505517" y="2744321"/>
            <a:ext cx="2632648" cy="2272738"/>
          </a:xfrm>
          <a:prstGeom prst="rect">
            <a:avLst/>
          </a:prstGeom>
          <a:noFill/>
        </p:spPr>
        <p:txBody>
          <a:bodyPr wrap="square" lIns="0" tIns="0" rIns="0" bIns="0" rtlCol="0">
            <a:spAutoFit/>
          </a:bodyPr>
          <a:lstStyle/>
          <a:p>
            <a:pPr algn="just">
              <a:lnSpc>
                <a:spcPct val="150000"/>
              </a:lnSpc>
            </a:pPr>
            <a:r>
              <a:rPr lang="zh-CN" altLang="en-US" sz="1969" dirty="0">
                <a:solidFill>
                  <a:schemeClr val="bg1"/>
                </a:solidFill>
                <a:latin typeface="微软雅黑" pitchFamily="34" charset="-122"/>
                <a:ea typeface="微软雅黑" pitchFamily="34" charset="-122"/>
              </a:rPr>
              <a:t>项目的背景介绍在这段文字中录入，根据你所录入的文字内容多少对字号的大小进行更改，切忌长篇大论。</a:t>
            </a:r>
            <a:endParaRPr lang="en-US" altLang="zh-CN" sz="1969" dirty="0">
              <a:solidFill>
                <a:schemeClr val="bg1"/>
              </a:solidFill>
              <a:latin typeface="微软雅黑" pitchFamily="34" charset="-122"/>
              <a:ea typeface="微软雅黑" pitchFamily="34" charset="-122"/>
            </a:endParaRPr>
          </a:p>
        </p:txBody>
      </p:sp>
      <p:sp>
        <p:nvSpPr>
          <p:cNvPr id="82" name="矩形 81"/>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4194368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100"/>
                            </p:stCondLst>
                            <p:childTnLst>
                              <p:par>
                                <p:cTn id="22" presetID="53" presetClass="entr" presetSubtype="16" fill="hold" nodeType="afterEffect">
                                  <p:stCondLst>
                                    <p:cond delay="0"/>
                                  </p:stCondLst>
                                  <p:childTnLst>
                                    <p:set>
                                      <p:cBhvr>
                                        <p:cTn id="23" dur="1" fill="hold">
                                          <p:stCondLst>
                                            <p:cond delay="0"/>
                                          </p:stCondLst>
                                        </p:cTn>
                                        <p:tgtEl>
                                          <p:spTgt spid="41"/>
                                        </p:tgtEl>
                                        <p:attrNameLst>
                                          <p:attrName>style.visibility</p:attrName>
                                        </p:attrNameLst>
                                      </p:cBhvr>
                                      <p:to>
                                        <p:strVal val="visible"/>
                                      </p:to>
                                    </p:set>
                                    <p:anim calcmode="lin" valueType="num">
                                      <p:cBhvr>
                                        <p:cTn id="24" dur="500" fill="hold"/>
                                        <p:tgtEl>
                                          <p:spTgt spid="41"/>
                                        </p:tgtEl>
                                        <p:attrNameLst>
                                          <p:attrName>ppt_w</p:attrName>
                                        </p:attrNameLst>
                                      </p:cBhvr>
                                      <p:tavLst>
                                        <p:tav tm="0">
                                          <p:val>
                                            <p:fltVal val="0"/>
                                          </p:val>
                                        </p:tav>
                                        <p:tav tm="100000">
                                          <p:val>
                                            <p:strVal val="#ppt_w"/>
                                          </p:val>
                                        </p:tav>
                                      </p:tavLst>
                                    </p:anim>
                                    <p:anim calcmode="lin" valueType="num">
                                      <p:cBhvr>
                                        <p:cTn id="25" dur="500" fill="hold"/>
                                        <p:tgtEl>
                                          <p:spTgt spid="41"/>
                                        </p:tgtEl>
                                        <p:attrNameLst>
                                          <p:attrName>ppt_h</p:attrName>
                                        </p:attrNameLst>
                                      </p:cBhvr>
                                      <p:tavLst>
                                        <p:tav tm="0">
                                          <p:val>
                                            <p:fltVal val="0"/>
                                          </p:val>
                                        </p:tav>
                                        <p:tav tm="100000">
                                          <p:val>
                                            <p:strVal val="#ppt_h"/>
                                          </p:val>
                                        </p:tav>
                                      </p:tavLst>
                                    </p:anim>
                                    <p:animEffect transition="in" filter="fade">
                                      <p:cBhvr>
                                        <p:cTn id="26" dur="500"/>
                                        <p:tgtEl>
                                          <p:spTgt spid="41"/>
                                        </p:tgtEl>
                                      </p:cBhvr>
                                    </p:animEffect>
                                  </p:childTnLst>
                                </p:cTn>
                              </p:par>
                            </p:childTnLst>
                          </p:cTn>
                        </p:par>
                        <p:par>
                          <p:cTn id="27" fill="hold">
                            <p:stCondLst>
                              <p:cond delay="1600"/>
                            </p:stCondLst>
                            <p:childTnLst>
                              <p:par>
                                <p:cTn id="28" presetID="53" presetClass="entr" presetSubtype="528" fill="hold" grpId="0" nodeType="afterEffect">
                                  <p:stCondLst>
                                    <p:cond delay="0"/>
                                  </p:stCondLst>
                                  <p:childTnLst>
                                    <p:set>
                                      <p:cBhvr>
                                        <p:cTn id="29" dur="1" fill="hold">
                                          <p:stCondLst>
                                            <p:cond delay="0"/>
                                          </p:stCondLst>
                                        </p:cTn>
                                        <p:tgtEl>
                                          <p:spTgt spid="80"/>
                                        </p:tgtEl>
                                        <p:attrNameLst>
                                          <p:attrName>style.visibility</p:attrName>
                                        </p:attrNameLst>
                                      </p:cBhvr>
                                      <p:to>
                                        <p:strVal val="visible"/>
                                      </p:to>
                                    </p:set>
                                    <p:anim calcmode="lin" valueType="num">
                                      <p:cBhvr>
                                        <p:cTn id="30" dur="500" fill="hold"/>
                                        <p:tgtEl>
                                          <p:spTgt spid="80"/>
                                        </p:tgtEl>
                                        <p:attrNameLst>
                                          <p:attrName>ppt_w</p:attrName>
                                        </p:attrNameLst>
                                      </p:cBhvr>
                                      <p:tavLst>
                                        <p:tav tm="0">
                                          <p:val>
                                            <p:fltVal val="0"/>
                                          </p:val>
                                        </p:tav>
                                        <p:tav tm="100000">
                                          <p:val>
                                            <p:strVal val="#ppt_w"/>
                                          </p:val>
                                        </p:tav>
                                      </p:tavLst>
                                    </p:anim>
                                    <p:anim calcmode="lin" valueType="num">
                                      <p:cBhvr>
                                        <p:cTn id="31" dur="500" fill="hold"/>
                                        <p:tgtEl>
                                          <p:spTgt spid="80"/>
                                        </p:tgtEl>
                                        <p:attrNameLst>
                                          <p:attrName>ppt_h</p:attrName>
                                        </p:attrNameLst>
                                      </p:cBhvr>
                                      <p:tavLst>
                                        <p:tav tm="0">
                                          <p:val>
                                            <p:fltVal val="0"/>
                                          </p:val>
                                        </p:tav>
                                        <p:tav tm="100000">
                                          <p:val>
                                            <p:strVal val="#ppt_h"/>
                                          </p:val>
                                        </p:tav>
                                      </p:tavLst>
                                    </p:anim>
                                    <p:animEffect transition="in" filter="fade">
                                      <p:cBhvr>
                                        <p:cTn id="32" dur="500"/>
                                        <p:tgtEl>
                                          <p:spTgt spid="80"/>
                                        </p:tgtEl>
                                      </p:cBhvr>
                                    </p:animEffect>
                                    <p:anim calcmode="lin" valueType="num">
                                      <p:cBhvr>
                                        <p:cTn id="33" dur="500" fill="hold"/>
                                        <p:tgtEl>
                                          <p:spTgt spid="80"/>
                                        </p:tgtEl>
                                        <p:attrNameLst>
                                          <p:attrName>ppt_x</p:attrName>
                                        </p:attrNameLst>
                                      </p:cBhvr>
                                      <p:tavLst>
                                        <p:tav tm="0">
                                          <p:val>
                                            <p:fltVal val="0.5"/>
                                          </p:val>
                                        </p:tav>
                                        <p:tav tm="100000">
                                          <p:val>
                                            <p:strVal val="#ppt_x"/>
                                          </p:val>
                                        </p:tav>
                                      </p:tavLst>
                                    </p:anim>
                                    <p:anim calcmode="lin" valueType="num">
                                      <p:cBhvr>
                                        <p:cTn id="34" dur="500" fill="hold"/>
                                        <p:tgtEl>
                                          <p:spTgt spid="80"/>
                                        </p:tgtEl>
                                        <p:attrNameLst>
                                          <p:attrName>ppt_y</p:attrName>
                                        </p:attrNameLst>
                                      </p:cBhvr>
                                      <p:tavLst>
                                        <p:tav tm="0">
                                          <p:val>
                                            <p:fltVal val="0.5"/>
                                          </p:val>
                                        </p:tav>
                                        <p:tav tm="100000">
                                          <p:val>
                                            <p:strVal val="#ppt_y"/>
                                          </p:val>
                                        </p:tav>
                                      </p:tavLst>
                                    </p:anim>
                                  </p:childTnLst>
                                </p:cTn>
                              </p:par>
                            </p:childTnLst>
                          </p:cTn>
                        </p:par>
                        <p:par>
                          <p:cTn id="35" fill="hold">
                            <p:stCondLst>
                              <p:cond delay="2100"/>
                            </p:stCondLst>
                            <p:childTnLst>
                              <p:par>
                                <p:cTn id="36" presetID="22" presetClass="entr" presetSubtype="8" fill="hold" nodeType="after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wipe(left)">
                                      <p:cBhvr>
                                        <p:cTn id="38" dur="500"/>
                                        <p:tgtEl>
                                          <p:spTgt spid="58"/>
                                        </p:tgtEl>
                                      </p:cBhvr>
                                    </p:animEffect>
                                  </p:childTnLst>
                                </p:cTn>
                              </p:par>
                            </p:childTnLst>
                          </p:cTn>
                        </p:par>
                        <p:par>
                          <p:cTn id="39" fill="hold">
                            <p:stCondLst>
                              <p:cond delay="2600"/>
                            </p:stCondLst>
                            <p:childTnLst>
                              <p:par>
                                <p:cTn id="40" presetID="21" presetClass="entr" presetSubtype="1" fill="hold" nodeType="after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wheel(1)">
                                      <p:cBhvr>
                                        <p:cTn id="42" dur="1000"/>
                                        <p:tgtEl>
                                          <p:spTgt spid="59"/>
                                        </p:tgtEl>
                                      </p:cBhvr>
                                    </p:animEffect>
                                  </p:childTnLst>
                                </p:cTn>
                              </p:par>
                            </p:childTnLst>
                          </p:cTn>
                        </p:par>
                        <p:par>
                          <p:cTn id="43" fill="hold">
                            <p:stCondLst>
                              <p:cond delay="3600"/>
                            </p:stCondLst>
                            <p:childTnLst>
                              <p:par>
                                <p:cTn id="44" presetID="10" presetClass="entr" presetSubtype="0" fill="hold" nodeType="after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fade">
                                      <p:cBhvr>
                                        <p:cTn id="46" dur="500"/>
                                        <p:tgtEl>
                                          <p:spTgt spid="68"/>
                                        </p:tgtEl>
                                      </p:cBhvr>
                                    </p:animEffect>
                                  </p:childTnLst>
                                </p:cTn>
                              </p:par>
                              <p:par>
                                <p:cTn id="47" presetID="10" presetClass="entr" presetSubtype="0" fill="hold" nodeType="withEffect">
                                  <p:stCondLst>
                                    <p:cond delay="0"/>
                                  </p:stCondLst>
                                  <p:childTnLst>
                                    <p:set>
                                      <p:cBhvr>
                                        <p:cTn id="48" dur="1" fill="hold">
                                          <p:stCondLst>
                                            <p:cond delay="0"/>
                                          </p:stCondLst>
                                        </p:cTn>
                                        <p:tgtEl>
                                          <p:spTgt spid="65"/>
                                        </p:tgtEl>
                                        <p:attrNameLst>
                                          <p:attrName>style.visibility</p:attrName>
                                        </p:attrNameLst>
                                      </p:cBhvr>
                                      <p:to>
                                        <p:strVal val="visible"/>
                                      </p:to>
                                    </p:set>
                                    <p:animEffect transition="in" filter="fade">
                                      <p:cBhvr>
                                        <p:cTn id="49" dur="500"/>
                                        <p:tgtEl>
                                          <p:spTgt spid="6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6"/>
                                        </p:tgtEl>
                                        <p:attrNameLst>
                                          <p:attrName>style.visibility</p:attrName>
                                        </p:attrNameLst>
                                      </p:cBhvr>
                                      <p:to>
                                        <p:strVal val="visible"/>
                                      </p:to>
                                    </p:set>
                                    <p:animEffect transition="in" filter="fade">
                                      <p:cBhvr>
                                        <p:cTn id="52" dur="500"/>
                                        <p:tgtEl>
                                          <p:spTgt spid="76"/>
                                        </p:tgtEl>
                                      </p:cBhvr>
                                    </p:animEffect>
                                  </p:childTnLst>
                                </p:cTn>
                              </p:par>
                              <p:par>
                                <p:cTn id="53" presetID="10" presetClass="entr" presetSubtype="0" fill="hold" nodeType="withEffect">
                                  <p:stCondLst>
                                    <p:cond delay="0"/>
                                  </p:stCondLst>
                                  <p:childTnLst>
                                    <p:set>
                                      <p:cBhvr>
                                        <p:cTn id="54" dur="1" fill="hold">
                                          <p:stCondLst>
                                            <p:cond delay="0"/>
                                          </p:stCondLst>
                                        </p:cTn>
                                        <p:tgtEl>
                                          <p:spTgt spid="62"/>
                                        </p:tgtEl>
                                        <p:attrNameLst>
                                          <p:attrName>style.visibility</p:attrName>
                                        </p:attrNameLst>
                                      </p:cBhvr>
                                      <p:to>
                                        <p:strVal val="visible"/>
                                      </p:to>
                                    </p:set>
                                    <p:animEffect transition="in" filter="fade">
                                      <p:cBhvr>
                                        <p:cTn id="55" dur="500"/>
                                        <p:tgtEl>
                                          <p:spTgt spid="6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75"/>
                                        </p:tgtEl>
                                        <p:attrNameLst>
                                          <p:attrName>style.visibility</p:attrName>
                                        </p:attrNameLst>
                                      </p:cBhvr>
                                      <p:to>
                                        <p:strVal val="visible"/>
                                      </p:to>
                                    </p:set>
                                    <p:animEffect transition="in" filter="fade">
                                      <p:cBhvr>
                                        <p:cTn id="58" dur="500"/>
                                        <p:tgtEl>
                                          <p:spTgt spid="7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74"/>
                                        </p:tgtEl>
                                        <p:attrNameLst>
                                          <p:attrName>style.visibility</p:attrName>
                                        </p:attrNameLst>
                                      </p:cBhvr>
                                      <p:to>
                                        <p:strVal val="visible"/>
                                      </p:to>
                                    </p:set>
                                    <p:animEffect transition="in" filter="fade">
                                      <p:cBhvr>
                                        <p:cTn id="61" dur="500"/>
                                        <p:tgtEl>
                                          <p:spTgt spid="74"/>
                                        </p:tgtEl>
                                      </p:cBhvr>
                                    </p:animEffect>
                                  </p:childTnLst>
                                </p:cTn>
                              </p:par>
                            </p:childTnLst>
                          </p:cTn>
                        </p:par>
                        <p:par>
                          <p:cTn id="62" fill="hold">
                            <p:stCondLst>
                              <p:cond delay="4100"/>
                            </p:stCondLst>
                            <p:childTnLst>
                              <p:par>
                                <p:cTn id="63" presetID="22" presetClass="entr" presetSubtype="8" fill="hold" grpId="0" nodeType="afterEffect">
                                  <p:stCondLst>
                                    <p:cond delay="0"/>
                                  </p:stCondLst>
                                  <p:childTnLst>
                                    <p:set>
                                      <p:cBhvr>
                                        <p:cTn id="64" dur="1" fill="hold">
                                          <p:stCondLst>
                                            <p:cond delay="0"/>
                                          </p:stCondLst>
                                        </p:cTn>
                                        <p:tgtEl>
                                          <p:spTgt spid="81"/>
                                        </p:tgtEl>
                                        <p:attrNameLst>
                                          <p:attrName>style.visibility</p:attrName>
                                        </p:attrNameLst>
                                      </p:cBhvr>
                                      <p:to>
                                        <p:strVal val="visible"/>
                                      </p:to>
                                    </p:set>
                                    <p:animEffect transition="in" filter="wipe(left)">
                                      <p:cBhvr>
                                        <p:cTn id="65" dur="300"/>
                                        <p:tgtEl>
                                          <p:spTgt spid="81"/>
                                        </p:tgtEl>
                                      </p:cBhvr>
                                    </p:animEffect>
                                  </p:childTnLst>
                                </p:cTn>
                              </p:par>
                            </p:childTnLst>
                          </p:cTn>
                        </p:par>
                        <p:par>
                          <p:cTn id="66" fill="hold">
                            <p:stCondLst>
                              <p:cond delay="4400"/>
                            </p:stCondLst>
                            <p:childTnLst>
                              <p:par>
                                <p:cTn id="67" presetID="22" presetClass="entr" presetSubtype="8" fill="hold" grpId="0" nodeType="afterEffect">
                                  <p:stCondLst>
                                    <p:cond delay="0"/>
                                  </p:stCondLst>
                                  <p:childTnLst>
                                    <p:set>
                                      <p:cBhvr>
                                        <p:cTn id="68" dur="1" fill="hold">
                                          <p:stCondLst>
                                            <p:cond delay="0"/>
                                          </p:stCondLst>
                                        </p:cTn>
                                        <p:tgtEl>
                                          <p:spTgt spid="77"/>
                                        </p:tgtEl>
                                        <p:attrNameLst>
                                          <p:attrName>style.visibility</p:attrName>
                                        </p:attrNameLst>
                                      </p:cBhvr>
                                      <p:to>
                                        <p:strVal val="visible"/>
                                      </p:to>
                                    </p:set>
                                    <p:animEffect transition="in" filter="wipe(left)">
                                      <p:cBhvr>
                                        <p:cTn id="69" dur="300"/>
                                        <p:tgtEl>
                                          <p:spTgt spid="77"/>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78"/>
                                        </p:tgtEl>
                                        <p:attrNameLst>
                                          <p:attrName>style.visibility</p:attrName>
                                        </p:attrNameLst>
                                      </p:cBhvr>
                                      <p:to>
                                        <p:strVal val="visible"/>
                                      </p:to>
                                    </p:set>
                                    <p:animEffect transition="in" filter="wipe(left)">
                                      <p:cBhvr>
                                        <p:cTn id="72" dur="300"/>
                                        <p:tgtEl>
                                          <p:spTgt spid="78"/>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79"/>
                                        </p:tgtEl>
                                        <p:attrNameLst>
                                          <p:attrName>style.visibility</p:attrName>
                                        </p:attrNameLst>
                                      </p:cBhvr>
                                      <p:to>
                                        <p:strVal val="visible"/>
                                      </p:to>
                                    </p:set>
                                    <p:animEffect transition="in" filter="wipe(left)">
                                      <p:cBhvr>
                                        <p:cTn id="75" dur="300"/>
                                        <p:tgtEl>
                                          <p:spTgt spid="79"/>
                                        </p:tgtEl>
                                      </p:cBhvr>
                                    </p:animEffect>
                                  </p:childTnLst>
                                </p:cTn>
                              </p:par>
                            </p:childTnLst>
                          </p:cTn>
                        </p:par>
                        <p:par>
                          <p:cTn id="76" fill="hold">
                            <p:stCondLst>
                              <p:cond delay="4700"/>
                            </p:stCondLst>
                            <p:childTnLst>
                              <p:par>
                                <p:cTn id="77" presetID="10" presetClass="entr" presetSubtype="0" fill="hold" grpId="0" nodeType="after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fade">
                                      <p:cBhvr>
                                        <p:cTn id="79"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35" grpId="0"/>
      <p:bldP spid="74" grpId="0"/>
      <p:bldP spid="75" grpId="0"/>
      <p:bldP spid="76" grpId="0"/>
      <p:bldP spid="77" grpId="0"/>
      <p:bldP spid="78" grpId="0"/>
      <p:bldP spid="79" grpId="0"/>
      <p:bldP spid="80" grpId="0"/>
      <p:bldP spid="8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 name="直接连接符 24"/>
          <p:cNvCxnSpPr/>
          <p:nvPr/>
        </p:nvCxnSpPr>
        <p:spPr>
          <a:xfrm>
            <a:off x="6063419" y="1534151"/>
            <a:ext cx="0" cy="648062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接连接符 6"/>
          <p:cNvCxnSpPr/>
          <p:nvPr/>
        </p:nvCxnSpPr>
        <p:spPr>
          <a:xfrm>
            <a:off x="833000" y="816383"/>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椭圆 10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TextBox 93"/>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发展前景</a:t>
            </a:r>
          </a:p>
        </p:txBody>
      </p:sp>
      <p:cxnSp>
        <p:nvCxnSpPr>
          <p:cNvPr id="14" name="直接连接符 13"/>
          <p:cNvCxnSpPr/>
          <p:nvPr/>
        </p:nvCxnSpPr>
        <p:spPr>
          <a:xfrm>
            <a:off x="3244574"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617267" y="1272186"/>
            <a:ext cx="2132315" cy="611706"/>
          </a:xfrm>
          <a:prstGeom prst="rect">
            <a:avLst/>
          </a:prstGeom>
          <a:noFill/>
        </p:spPr>
        <p:txBody>
          <a:bodyPr wrap="none" rtlCol="0">
            <a:spAutoFit/>
          </a:bodyPr>
          <a:lstStyle/>
          <a:p>
            <a:r>
              <a:rPr lang="zh-CN" altLang="en-US" sz="3375" dirty="0">
                <a:solidFill>
                  <a:srgbClr val="C00000"/>
                </a:solidFill>
                <a:latin typeface="Kozuka Gothic Pro R" pitchFamily="34" charset="-128"/>
                <a:ea typeface="Kozuka Gothic Pro R" pitchFamily="34" charset="-128"/>
              </a:rPr>
              <a:t>发展前景</a:t>
            </a:r>
            <a:r>
              <a:rPr lang="en-US" altLang="zh-CN" sz="3375" dirty="0">
                <a:solidFill>
                  <a:srgbClr val="C00000"/>
                </a:solidFill>
                <a:latin typeface="Kozuka Gothic Pro R" pitchFamily="34" charset="-128"/>
                <a:ea typeface="Kozuka Gothic Pro R" pitchFamily="34" charset="-128"/>
              </a:rPr>
              <a:t>2</a:t>
            </a:r>
            <a:endParaRPr lang="zh-CN" altLang="en-US" sz="3375" dirty="0">
              <a:solidFill>
                <a:srgbClr val="C00000"/>
              </a:solidFill>
              <a:latin typeface="Kozuka Gothic Pro R" pitchFamily="34" charset="-128"/>
              <a:ea typeface="Kozuka Gothic Pro R" pitchFamily="34" charset="-128"/>
            </a:endParaRPr>
          </a:p>
        </p:txBody>
      </p:sp>
      <p:sp>
        <p:nvSpPr>
          <p:cNvPr id="48" name="TextBox 47"/>
          <p:cNvSpPr txBox="1"/>
          <p:nvPr/>
        </p:nvSpPr>
        <p:spPr>
          <a:xfrm>
            <a:off x="2129697" y="2487326"/>
            <a:ext cx="2132315" cy="611706"/>
          </a:xfrm>
          <a:prstGeom prst="rect">
            <a:avLst/>
          </a:prstGeom>
          <a:noFill/>
        </p:spPr>
        <p:txBody>
          <a:bodyPr wrap="none" rtlCol="0">
            <a:spAutoFit/>
          </a:bodyPr>
          <a:lstStyle/>
          <a:p>
            <a:r>
              <a:rPr lang="zh-CN" altLang="en-US" sz="3375" dirty="0">
                <a:solidFill>
                  <a:srgbClr val="C00000"/>
                </a:solidFill>
                <a:latin typeface="Kozuka Gothic Pro R" pitchFamily="34" charset="-128"/>
                <a:ea typeface="Kozuka Gothic Pro R" pitchFamily="34" charset="-128"/>
              </a:rPr>
              <a:t>发展前景</a:t>
            </a:r>
            <a:r>
              <a:rPr lang="en-US" altLang="zh-CN" sz="3375" dirty="0">
                <a:solidFill>
                  <a:srgbClr val="C00000"/>
                </a:solidFill>
                <a:latin typeface="Kozuka Gothic Pro R" pitchFamily="34" charset="-128"/>
                <a:ea typeface="Kozuka Gothic Pro R" pitchFamily="34" charset="-128"/>
              </a:rPr>
              <a:t>1</a:t>
            </a:r>
            <a:endParaRPr lang="zh-CN" altLang="en-US" sz="3375" dirty="0">
              <a:solidFill>
                <a:srgbClr val="C00000"/>
              </a:solidFill>
              <a:latin typeface="Kozuka Gothic Pro R" pitchFamily="34" charset="-128"/>
              <a:ea typeface="Kozuka Gothic Pro R" pitchFamily="34" charset="-128"/>
            </a:endParaRPr>
          </a:p>
        </p:txBody>
      </p:sp>
      <p:sp>
        <p:nvSpPr>
          <p:cNvPr id="49" name="TextBox 48"/>
          <p:cNvSpPr txBox="1"/>
          <p:nvPr/>
        </p:nvSpPr>
        <p:spPr>
          <a:xfrm>
            <a:off x="2201783" y="4986333"/>
            <a:ext cx="2132315" cy="611706"/>
          </a:xfrm>
          <a:prstGeom prst="rect">
            <a:avLst/>
          </a:prstGeom>
          <a:noFill/>
        </p:spPr>
        <p:txBody>
          <a:bodyPr wrap="none" rtlCol="0">
            <a:spAutoFit/>
          </a:bodyPr>
          <a:lstStyle/>
          <a:p>
            <a:r>
              <a:rPr lang="zh-CN" altLang="en-US" sz="3375" dirty="0">
                <a:solidFill>
                  <a:srgbClr val="C00000"/>
                </a:solidFill>
                <a:latin typeface="Kozuka Gothic Pro R" pitchFamily="34" charset="-128"/>
                <a:ea typeface="Kozuka Gothic Pro R" pitchFamily="34" charset="-128"/>
              </a:rPr>
              <a:t>发展前景</a:t>
            </a:r>
            <a:r>
              <a:rPr lang="en-US" altLang="zh-CN" sz="3375" dirty="0">
                <a:solidFill>
                  <a:srgbClr val="C00000"/>
                </a:solidFill>
                <a:latin typeface="Kozuka Gothic Pro R" pitchFamily="34" charset="-128"/>
                <a:ea typeface="Kozuka Gothic Pro R" pitchFamily="34" charset="-128"/>
              </a:rPr>
              <a:t>4</a:t>
            </a:r>
            <a:endParaRPr lang="zh-CN" altLang="en-US" sz="3375" dirty="0">
              <a:solidFill>
                <a:srgbClr val="C00000"/>
              </a:solidFill>
              <a:latin typeface="Kozuka Gothic Pro R" pitchFamily="34" charset="-128"/>
              <a:ea typeface="Kozuka Gothic Pro R" pitchFamily="34" charset="-128"/>
            </a:endParaRPr>
          </a:p>
        </p:txBody>
      </p:sp>
      <p:sp>
        <p:nvSpPr>
          <p:cNvPr id="50" name="TextBox 49"/>
          <p:cNvSpPr txBox="1"/>
          <p:nvPr/>
        </p:nvSpPr>
        <p:spPr>
          <a:xfrm>
            <a:off x="7451222" y="4043163"/>
            <a:ext cx="2132315" cy="611706"/>
          </a:xfrm>
          <a:prstGeom prst="rect">
            <a:avLst/>
          </a:prstGeom>
          <a:noFill/>
        </p:spPr>
        <p:txBody>
          <a:bodyPr wrap="none" rtlCol="0">
            <a:spAutoFit/>
          </a:bodyPr>
          <a:lstStyle/>
          <a:p>
            <a:r>
              <a:rPr lang="zh-CN" altLang="en-US" sz="3375" dirty="0">
                <a:solidFill>
                  <a:srgbClr val="C00000"/>
                </a:solidFill>
                <a:latin typeface="Kozuka Gothic Pro R" pitchFamily="34" charset="-128"/>
                <a:ea typeface="Kozuka Gothic Pro R" pitchFamily="34" charset="-128"/>
              </a:rPr>
              <a:t>发展前景</a:t>
            </a:r>
            <a:r>
              <a:rPr lang="en-US" altLang="zh-CN" sz="3375" dirty="0">
                <a:solidFill>
                  <a:srgbClr val="C00000"/>
                </a:solidFill>
                <a:latin typeface="Kozuka Gothic Pro R" pitchFamily="34" charset="-128"/>
                <a:ea typeface="Kozuka Gothic Pro R" pitchFamily="34" charset="-128"/>
              </a:rPr>
              <a:t>3</a:t>
            </a:r>
            <a:endParaRPr lang="zh-CN" altLang="en-US" sz="3375" dirty="0">
              <a:solidFill>
                <a:srgbClr val="C00000"/>
              </a:solidFill>
              <a:latin typeface="Kozuka Gothic Pro R" pitchFamily="34" charset="-128"/>
              <a:ea typeface="Kozuka Gothic Pro R" pitchFamily="34" charset="-128"/>
            </a:endParaRPr>
          </a:p>
        </p:txBody>
      </p:sp>
      <p:sp>
        <p:nvSpPr>
          <p:cNvPr id="24" name="TextBox 23"/>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grpSp>
        <p:nvGrpSpPr>
          <p:cNvPr id="27" name="组合 26"/>
          <p:cNvGrpSpPr/>
          <p:nvPr/>
        </p:nvGrpSpPr>
        <p:grpSpPr>
          <a:xfrm rot="16200000">
            <a:off x="5549773" y="5552181"/>
            <a:ext cx="834531" cy="1084251"/>
            <a:chOff x="4020870" y="2194485"/>
            <a:chExt cx="1102258" cy="1432090"/>
          </a:xfrm>
          <a:effectLst>
            <a:outerShdw blurRad="444500" dist="254000" dir="8100000" algn="tr" rotWithShape="0">
              <a:prstClr val="black">
                <a:alpha val="50000"/>
              </a:prstClr>
            </a:outerShdw>
          </a:effectLst>
        </p:grpSpPr>
        <p:sp>
          <p:nvSpPr>
            <p:cNvPr id="28" name="等腰三角形 43"/>
            <p:cNvSpPr/>
            <p:nvPr/>
          </p:nvSpPr>
          <p:spPr>
            <a:xfrm>
              <a:off x="4020870" y="2194485"/>
              <a:ext cx="1102258" cy="1432090"/>
            </a:xfrm>
            <a:custGeom>
              <a:avLst/>
              <a:gdLst/>
              <a:ahLst/>
              <a:cxnLst/>
              <a:rect l="l" t="t" r="r" b="b"/>
              <a:pathLst>
                <a:path w="1102258" h="1432090">
                  <a:moveTo>
                    <a:pt x="761620" y="431870"/>
                  </a:moveTo>
                  <a:lnTo>
                    <a:pt x="856659" y="621949"/>
                  </a:lnTo>
                  <a:lnTo>
                    <a:pt x="234710" y="621949"/>
                  </a:lnTo>
                  <a:lnTo>
                    <a:pt x="325695" y="439980"/>
                  </a:lnTo>
                  <a:cubicBezTo>
                    <a:pt x="163858" y="520416"/>
                    <a:pt x="53779" y="687834"/>
                    <a:pt x="53779" y="880961"/>
                  </a:cubicBezTo>
                  <a:cubicBezTo>
                    <a:pt x="53779" y="1155639"/>
                    <a:pt x="276450" y="1378310"/>
                    <a:pt x="551128" y="1378310"/>
                  </a:cubicBezTo>
                  <a:cubicBezTo>
                    <a:pt x="825806" y="1378310"/>
                    <a:pt x="1048477" y="1155639"/>
                    <a:pt x="1048477" y="880961"/>
                  </a:cubicBezTo>
                  <a:cubicBezTo>
                    <a:pt x="1048477" y="681767"/>
                    <a:pt x="931374" y="509923"/>
                    <a:pt x="761620" y="431870"/>
                  </a:cubicBezTo>
                  <a:close/>
                  <a:moveTo>
                    <a:pt x="545685" y="0"/>
                  </a:moveTo>
                  <a:lnTo>
                    <a:pt x="726120" y="360871"/>
                  </a:lnTo>
                  <a:cubicBezTo>
                    <a:pt x="945108" y="431845"/>
                    <a:pt x="1102258" y="638051"/>
                    <a:pt x="1102258" y="880961"/>
                  </a:cubicBezTo>
                  <a:cubicBezTo>
                    <a:pt x="1102258" y="1185341"/>
                    <a:pt x="855509" y="1432090"/>
                    <a:pt x="551129" y="1432090"/>
                  </a:cubicBezTo>
                  <a:cubicBezTo>
                    <a:pt x="246749" y="1432090"/>
                    <a:pt x="0" y="1185341"/>
                    <a:pt x="0" y="880961"/>
                  </a:cubicBezTo>
                  <a:cubicBezTo>
                    <a:pt x="0" y="642821"/>
                    <a:pt x="151038" y="439958"/>
                    <a:pt x="363249" y="364872"/>
                  </a:cubicBezTo>
                  <a:close/>
                </a:path>
              </a:pathLst>
            </a:custGeom>
            <a:gradFill>
              <a:gsLst>
                <a:gs pos="0">
                  <a:schemeClr val="bg1"/>
                </a:gs>
                <a:gs pos="55000">
                  <a:schemeClr val="bg1">
                    <a:lumMod val="95000"/>
                  </a:schemeClr>
                </a:gs>
                <a:gs pos="100000">
                  <a:schemeClr val="bg1">
                    <a:lumMod val="65000"/>
                  </a:schemeClr>
                </a:gs>
              </a:gsLst>
              <a:lin ang="14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 name="等腰三角形 42"/>
            <p:cNvSpPr/>
            <p:nvPr/>
          </p:nvSpPr>
          <p:spPr>
            <a:xfrm>
              <a:off x="4044928" y="2251925"/>
              <a:ext cx="1054142" cy="1350592"/>
            </a:xfrm>
            <a:custGeom>
              <a:avLst/>
              <a:gdLst/>
              <a:ahLst/>
              <a:cxnLst/>
              <a:rect l="l" t="t" r="r" b="b"/>
              <a:pathLst>
                <a:path w="1054142" h="1350592">
                  <a:moveTo>
                    <a:pt x="521627" y="0"/>
                  </a:moveTo>
                  <a:lnTo>
                    <a:pt x="682907" y="322559"/>
                  </a:lnTo>
                  <a:cubicBezTo>
                    <a:pt x="898294" y="386795"/>
                    <a:pt x="1054142" y="586958"/>
                    <a:pt x="1054142" y="823521"/>
                  </a:cubicBezTo>
                  <a:cubicBezTo>
                    <a:pt x="1054142" y="1114614"/>
                    <a:pt x="818164" y="1350592"/>
                    <a:pt x="527071" y="1350592"/>
                  </a:cubicBezTo>
                  <a:cubicBezTo>
                    <a:pt x="235978" y="1350592"/>
                    <a:pt x="0" y="1114614"/>
                    <a:pt x="0" y="823521"/>
                  </a:cubicBezTo>
                  <a:cubicBezTo>
                    <a:pt x="0" y="591722"/>
                    <a:pt x="149634" y="394871"/>
                    <a:pt x="358347" y="326560"/>
                  </a:cubicBezTo>
                  <a:close/>
                </a:path>
              </a:pathLst>
            </a:custGeom>
            <a:gradFill>
              <a:gsLst>
                <a:gs pos="0">
                  <a:schemeClr val="bg1"/>
                </a:gs>
                <a:gs pos="45000">
                  <a:schemeClr val="bg1">
                    <a:lumMod val="95000"/>
                  </a:schemeClr>
                </a:gs>
                <a:gs pos="100000">
                  <a:schemeClr val="bg1">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椭圆 34"/>
          <p:cNvSpPr/>
          <p:nvPr/>
        </p:nvSpPr>
        <p:spPr>
          <a:xfrm rot="5400000" flipH="1">
            <a:off x="5846571" y="4073629"/>
            <a:ext cx="723985" cy="931086"/>
          </a:xfrm>
          <a:custGeom>
            <a:avLst/>
            <a:gdLst/>
            <a:ahLst/>
            <a:cxnLst/>
            <a:rect l="l" t="t" r="r" b="b"/>
            <a:pathLst>
              <a:path w="1118836" h="1438889">
                <a:moveTo>
                  <a:pt x="548270" y="0"/>
                </a:moveTo>
                <a:lnTo>
                  <a:pt x="721662" y="346785"/>
                </a:lnTo>
                <a:cubicBezTo>
                  <a:pt x="951885" y="413972"/>
                  <a:pt x="1118836" y="627225"/>
                  <a:pt x="1118836" y="879471"/>
                </a:cubicBezTo>
                <a:cubicBezTo>
                  <a:pt x="1118836" y="1188429"/>
                  <a:pt x="868376" y="1438889"/>
                  <a:pt x="559418" y="1438889"/>
                </a:cubicBezTo>
                <a:cubicBezTo>
                  <a:pt x="250460" y="1438889"/>
                  <a:pt x="0" y="1188429"/>
                  <a:pt x="0" y="879471"/>
                </a:cubicBezTo>
                <a:cubicBezTo>
                  <a:pt x="0" y="636984"/>
                  <a:pt x="154283" y="430531"/>
                  <a:pt x="370781" y="354978"/>
                </a:cubicBezTo>
                <a:close/>
              </a:path>
            </a:pathLst>
          </a:cu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2" name="组合 31"/>
          <p:cNvGrpSpPr/>
          <p:nvPr/>
        </p:nvGrpSpPr>
        <p:grpSpPr>
          <a:xfrm rot="16200000">
            <a:off x="5557328" y="2687056"/>
            <a:ext cx="834531" cy="1084251"/>
            <a:chOff x="4020870" y="2194485"/>
            <a:chExt cx="1102258" cy="1432090"/>
          </a:xfrm>
          <a:effectLst>
            <a:outerShdw blurRad="444500" dist="254000" dir="8100000" algn="tr" rotWithShape="0">
              <a:prstClr val="black">
                <a:alpha val="50000"/>
              </a:prstClr>
            </a:outerShdw>
          </a:effectLst>
        </p:grpSpPr>
        <p:sp>
          <p:nvSpPr>
            <p:cNvPr id="33" name="等腰三角形 43"/>
            <p:cNvSpPr/>
            <p:nvPr/>
          </p:nvSpPr>
          <p:spPr>
            <a:xfrm>
              <a:off x="4020870" y="2194485"/>
              <a:ext cx="1102258" cy="1432090"/>
            </a:xfrm>
            <a:custGeom>
              <a:avLst/>
              <a:gdLst/>
              <a:ahLst/>
              <a:cxnLst/>
              <a:rect l="l" t="t" r="r" b="b"/>
              <a:pathLst>
                <a:path w="1102258" h="1432090">
                  <a:moveTo>
                    <a:pt x="761620" y="431870"/>
                  </a:moveTo>
                  <a:lnTo>
                    <a:pt x="856659" y="621949"/>
                  </a:lnTo>
                  <a:lnTo>
                    <a:pt x="234710" y="621949"/>
                  </a:lnTo>
                  <a:lnTo>
                    <a:pt x="325695" y="439980"/>
                  </a:lnTo>
                  <a:cubicBezTo>
                    <a:pt x="163858" y="520416"/>
                    <a:pt x="53779" y="687834"/>
                    <a:pt x="53779" y="880961"/>
                  </a:cubicBezTo>
                  <a:cubicBezTo>
                    <a:pt x="53779" y="1155639"/>
                    <a:pt x="276450" y="1378310"/>
                    <a:pt x="551128" y="1378310"/>
                  </a:cubicBezTo>
                  <a:cubicBezTo>
                    <a:pt x="825806" y="1378310"/>
                    <a:pt x="1048477" y="1155639"/>
                    <a:pt x="1048477" y="880961"/>
                  </a:cubicBezTo>
                  <a:cubicBezTo>
                    <a:pt x="1048477" y="681767"/>
                    <a:pt x="931374" y="509923"/>
                    <a:pt x="761620" y="431870"/>
                  </a:cubicBezTo>
                  <a:close/>
                  <a:moveTo>
                    <a:pt x="545685" y="0"/>
                  </a:moveTo>
                  <a:lnTo>
                    <a:pt x="726120" y="360871"/>
                  </a:lnTo>
                  <a:cubicBezTo>
                    <a:pt x="945108" y="431845"/>
                    <a:pt x="1102258" y="638051"/>
                    <a:pt x="1102258" y="880961"/>
                  </a:cubicBezTo>
                  <a:cubicBezTo>
                    <a:pt x="1102258" y="1185341"/>
                    <a:pt x="855509" y="1432090"/>
                    <a:pt x="551129" y="1432090"/>
                  </a:cubicBezTo>
                  <a:cubicBezTo>
                    <a:pt x="246749" y="1432090"/>
                    <a:pt x="0" y="1185341"/>
                    <a:pt x="0" y="880961"/>
                  </a:cubicBezTo>
                  <a:cubicBezTo>
                    <a:pt x="0" y="642821"/>
                    <a:pt x="151038" y="439958"/>
                    <a:pt x="363249" y="364872"/>
                  </a:cubicBezTo>
                  <a:close/>
                </a:path>
              </a:pathLst>
            </a:custGeom>
            <a:gradFill>
              <a:gsLst>
                <a:gs pos="0">
                  <a:schemeClr val="bg1"/>
                </a:gs>
                <a:gs pos="55000">
                  <a:schemeClr val="bg1">
                    <a:lumMod val="95000"/>
                  </a:schemeClr>
                </a:gs>
                <a:gs pos="100000">
                  <a:schemeClr val="bg1">
                    <a:lumMod val="65000"/>
                  </a:schemeClr>
                </a:gs>
              </a:gsLst>
              <a:lin ang="14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 name="等腰三角形 42"/>
            <p:cNvSpPr/>
            <p:nvPr/>
          </p:nvSpPr>
          <p:spPr>
            <a:xfrm>
              <a:off x="4044928" y="2251925"/>
              <a:ext cx="1054142" cy="1350592"/>
            </a:xfrm>
            <a:custGeom>
              <a:avLst/>
              <a:gdLst/>
              <a:ahLst/>
              <a:cxnLst/>
              <a:rect l="l" t="t" r="r" b="b"/>
              <a:pathLst>
                <a:path w="1054142" h="1350592">
                  <a:moveTo>
                    <a:pt x="521627" y="0"/>
                  </a:moveTo>
                  <a:lnTo>
                    <a:pt x="682907" y="322559"/>
                  </a:lnTo>
                  <a:cubicBezTo>
                    <a:pt x="898294" y="386795"/>
                    <a:pt x="1054142" y="586958"/>
                    <a:pt x="1054142" y="823521"/>
                  </a:cubicBezTo>
                  <a:cubicBezTo>
                    <a:pt x="1054142" y="1114614"/>
                    <a:pt x="818164" y="1350592"/>
                    <a:pt x="527071" y="1350592"/>
                  </a:cubicBezTo>
                  <a:cubicBezTo>
                    <a:pt x="235978" y="1350592"/>
                    <a:pt x="0" y="1114614"/>
                    <a:pt x="0" y="823521"/>
                  </a:cubicBezTo>
                  <a:cubicBezTo>
                    <a:pt x="0" y="591722"/>
                    <a:pt x="149634" y="394871"/>
                    <a:pt x="358347" y="326560"/>
                  </a:cubicBezTo>
                  <a:close/>
                </a:path>
              </a:pathLst>
            </a:custGeom>
            <a:gradFill>
              <a:gsLst>
                <a:gs pos="0">
                  <a:schemeClr val="bg1"/>
                </a:gs>
                <a:gs pos="45000">
                  <a:schemeClr val="bg1">
                    <a:lumMod val="95000"/>
                  </a:schemeClr>
                </a:gs>
                <a:gs pos="100000">
                  <a:schemeClr val="bg1">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 name="椭圆 34"/>
          <p:cNvSpPr/>
          <p:nvPr/>
        </p:nvSpPr>
        <p:spPr>
          <a:xfrm rot="5400000" flipH="1">
            <a:off x="5846571" y="1402248"/>
            <a:ext cx="723985" cy="931086"/>
          </a:xfrm>
          <a:custGeom>
            <a:avLst/>
            <a:gdLst/>
            <a:ahLst/>
            <a:cxnLst/>
            <a:rect l="l" t="t" r="r" b="b"/>
            <a:pathLst>
              <a:path w="1118836" h="1438889">
                <a:moveTo>
                  <a:pt x="548270" y="0"/>
                </a:moveTo>
                <a:lnTo>
                  <a:pt x="721662" y="346785"/>
                </a:lnTo>
                <a:cubicBezTo>
                  <a:pt x="951885" y="413972"/>
                  <a:pt x="1118836" y="627225"/>
                  <a:pt x="1118836" y="879471"/>
                </a:cubicBezTo>
                <a:cubicBezTo>
                  <a:pt x="1118836" y="1188429"/>
                  <a:pt x="868376" y="1438889"/>
                  <a:pt x="559418" y="1438889"/>
                </a:cubicBezTo>
                <a:cubicBezTo>
                  <a:pt x="250460" y="1438889"/>
                  <a:pt x="0" y="1188429"/>
                  <a:pt x="0" y="879471"/>
                </a:cubicBezTo>
                <a:cubicBezTo>
                  <a:pt x="0" y="636984"/>
                  <a:pt x="154283" y="430531"/>
                  <a:pt x="370781" y="354978"/>
                </a:cubicBezTo>
                <a:close/>
              </a:path>
            </a:pathLst>
          </a:cu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TextBox 30"/>
          <p:cNvSpPr txBox="1"/>
          <p:nvPr/>
        </p:nvSpPr>
        <p:spPr>
          <a:xfrm>
            <a:off x="2275903" y="3123649"/>
            <a:ext cx="2025114" cy="872034"/>
          </a:xfrm>
          <a:prstGeom prst="rect">
            <a:avLst/>
          </a:prstGeom>
          <a:noFill/>
        </p:spPr>
        <p:txBody>
          <a:bodyPr wrap="square" lIns="0" tIns="0" rIns="0" bIns="0" rtlCol="0">
            <a:spAutoFit/>
          </a:bodyPr>
          <a:lstStyle/>
          <a:p>
            <a:pPr algn="just">
              <a:lnSpc>
                <a:spcPts val="1687"/>
              </a:lnSpc>
            </a:pPr>
            <a:r>
              <a:rPr lang="zh-CN" altLang="en-US" sz="1266" dirty="0">
                <a:latin typeface="微软雅黑" pitchFamily="34" charset="-122"/>
                <a:ea typeface="微软雅黑" pitchFamily="34" charset="-122"/>
              </a:rPr>
              <a:t>点击输入简要文字介绍，文字内容需概括精炼，不用多余的文字修饰，言简意赅的说明分项内容</a:t>
            </a:r>
            <a:r>
              <a:rPr lang="en-US" altLang="zh-CN" sz="1266" dirty="0">
                <a:latin typeface="微软雅黑" pitchFamily="34" charset="-122"/>
                <a:ea typeface="微软雅黑" pitchFamily="34" charset="-122"/>
              </a:rPr>
              <a:t>……</a:t>
            </a:r>
            <a:r>
              <a:rPr lang="zh-CN" altLang="en-US" sz="1266" dirty="0">
                <a:latin typeface="微软雅黑" pitchFamily="34" charset="-122"/>
                <a:ea typeface="微软雅黑" pitchFamily="34" charset="-122"/>
              </a:rPr>
              <a:t>。</a:t>
            </a:r>
            <a:endParaRPr lang="en-US" altLang="zh-CN" sz="1266" dirty="0">
              <a:latin typeface="微软雅黑" pitchFamily="34" charset="-122"/>
              <a:ea typeface="微软雅黑" pitchFamily="34" charset="-122"/>
            </a:endParaRPr>
          </a:p>
        </p:txBody>
      </p:sp>
      <p:sp>
        <p:nvSpPr>
          <p:cNvPr id="35" name="TextBox 34"/>
          <p:cNvSpPr txBox="1"/>
          <p:nvPr/>
        </p:nvSpPr>
        <p:spPr>
          <a:xfrm>
            <a:off x="7719586" y="2071318"/>
            <a:ext cx="2025114" cy="872034"/>
          </a:xfrm>
          <a:prstGeom prst="rect">
            <a:avLst/>
          </a:prstGeom>
          <a:noFill/>
        </p:spPr>
        <p:txBody>
          <a:bodyPr wrap="square" lIns="0" tIns="0" rIns="0" bIns="0" rtlCol="0">
            <a:spAutoFit/>
          </a:bodyPr>
          <a:lstStyle/>
          <a:p>
            <a:pPr algn="just">
              <a:lnSpc>
                <a:spcPts val="1687"/>
              </a:lnSpc>
            </a:pPr>
            <a:r>
              <a:rPr lang="zh-CN" altLang="en-US" sz="1266" dirty="0">
                <a:latin typeface="微软雅黑" pitchFamily="34" charset="-122"/>
                <a:ea typeface="微软雅黑" pitchFamily="34" charset="-122"/>
              </a:rPr>
              <a:t>点击输入简要文字介绍，文字内容需概括精炼，不用多余的文字修饰，言简意赅的说明分项内容</a:t>
            </a:r>
            <a:r>
              <a:rPr lang="en-US" altLang="zh-CN" sz="1266" dirty="0">
                <a:latin typeface="微软雅黑" pitchFamily="34" charset="-122"/>
                <a:ea typeface="微软雅黑" pitchFamily="34" charset="-122"/>
              </a:rPr>
              <a:t>……</a:t>
            </a:r>
            <a:r>
              <a:rPr lang="zh-CN" altLang="en-US" sz="1266" dirty="0">
                <a:latin typeface="微软雅黑" pitchFamily="34" charset="-122"/>
                <a:ea typeface="微软雅黑" pitchFamily="34" charset="-122"/>
              </a:rPr>
              <a:t>。</a:t>
            </a:r>
            <a:endParaRPr lang="en-US" altLang="zh-CN" sz="1266" dirty="0">
              <a:latin typeface="微软雅黑" pitchFamily="34" charset="-122"/>
              <a:ea typeface="微软雅黑" pitchFamily="34" charset="-122"/>
            </a:endParaRPr>
          </a:p>
        </p:txBody>
      </p:sp>
      <p:sp>
        <p:nvSpPr>
          <p:cNvPr id="36" name="TextBox 35"/>
          <p:cNvSpPr txBox="1"/>
          <p:nvPr/>
        </p:nvSpPr>
        <p:spPr>
          <a:xfrm>
            <a:off x="7617266" y="4829681"/>
            <a:ext cx="2025114" cy="872034"/>
          </a:xfrm>
          <a:prstGeom prst="rect">
            <a:avLst/>
          </a:prstGeom>
          <a:noFill/>
        </p:spPr>
        <p:txBody>
          <a:bodyPr wrap="square" lIns="0" tIns="0" rIns="0" bIns="0" rtlCol="0">
            <a:spAutoFit/>
          </a:bodyPr>
          <a:lstStyle/>
          <a:p>
            <a:pPr algn="just">
              <a:lnSpc>
                <a:spcPts val="1687"/>
              </a:lnSpc>
            </a:pPr>
            <a:r>
              <a:rPr lang="zh-CN" altLang="en-US" sz="1266" dirty="0">
                <a:latin typeface="微软雅黑" pitchFamily="34" charset="-122"/>
                <a:ea typeface="微软雅黑" pitchFamily="34" charset="-122"/>
              </a:rPr>
              <a:t>点击输入简要文字介绍，文字内容需概括精炼，不用多余的文字修饰，言简意赅的说明分项内容</a:t>
            </a:r>
            <a:r>
              <a:rPr lang="en-US" altLang="zh-CN" sz="1266" dirty="0">
                <a:latin typeface="微软雅黑" pitchFamily="34" charset="-122"/>
                <a:ea typeface="微软雅黑" pitchFamily="34" charset="-122"/>
              </a:rPr>
              <a:t>……</a:t>
            </a:r>
            <a:r>
              <a:rPr lang="zh-CN" altLang="en-US" sz="1266" dirty="0">
                <a:latin typeface="微软雅黑" pitchFamily="34" charset="-122"/>
                <a:ea typeface="微软雅黑" pitchFamily="34" charset="-122"/>
              </a:rPr>
              <a:t>。</a:t>
            </a:r>
            <a:endParaRPr lang="en-US" altLang="zh-CN" sz="1266" dirty="0">
              <a:latin typeface="微软雅黑" pitchFamily="34" charset="-122"/>
              <a:ea typeface="微软雅黑" pitchFamily="34" charset="-122"/>
            </a:endParaRPr>
          </a:p>
        </p:txBody>
      </p:sp>
      <p:sp>
        <p:nvSpPr>
          <p:cNvPr id="37" name="TextBox 36"/>
          <p:cNvSpPr txBox="1"/>
          <p:nvPr/>
        </p:nvSpPr>
        <p:spPr>
          <a:xfrm>
            <a:off x="2420407" y="5716562"/>
            <a:ext cx="2025114" cy="872034"/>
          </a:xfrm>
          <a:prstGeom prst="rect">
            <a:avLst/>
          </a:prstGeom>
          <a:noFill/>
        </p:spPr>
        <p:txBody>
          <a:bodyPr wrap="square" lIns="0" tIns="0" rIns="0" bIns="0" rtlCol="0">
            <a:spAutoFit/>
          </a:bodyPr>
          <a:lstStyle/>
          <a:p>
            <a:pPr algn="just">
              <a:lnSpc>
                <a:spcPts val="1687"/>
              </a:lnSpc>
            </a:pPr>
            <a:r>
              <a:rPr lang="zh-CN" altLang="en-US" sz="1266" dirty="0">
                <a:latin typeface="微软雅黑" pitchFamily="34" charset="-122"/>
                <a:ea typeface="微软雅黑" pitchFamily="34" charset="-122"/>
              </a:rPr>
              <a:t>点击输入简要文字介绍，文字内容需概括精炼，不用多余的文字修饰，言简意赅的说明分项内容</a:t>
            </a:r>
            <a:r>
              <a:rPr lang="en-US" altLang="zh-CN" sz="1266" dirty="0">
                <a:latin typeface="微软雅黑" pitchFamily="34" charset="-122"/>
                <a:ea typeface="微软雅黑" pitchFamily="34" charset="-122"/>
              </a:rPr>
              <a:t>……</a:t>
            </a:r>
            <a:r>
              <a:rPr lang="zh-CN" altLang="en-US" sz="1266" dirty="0">
                <a:latin typeface="微软雅黑" pitchFamily="34" charset="-122"/>
                <a:ea typeface="微软雅黑" pitchFamily="34" charset="-122"/>
              </a:rPr>
              <a:t>。</a:t>
            </a:r>
            <a:endParaRPr lang="en-US" altLang="zh-CN" sz="1266"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748929649"/>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4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25"/>
                                            </p:tgtEl>
                                            <p:attrNameLst>
                                              <p:attrName>style.visibility</p:attrName>
                                            </p:attrNameLst>
                                          </p:cBhvr>
                                          <p:to>
                                            <p:strVal val="visible"/>
                                          </p:to>
                                        </p:set>
                                        <p:animEffect transition="in" filter="wipe(down)">
                                          <p:cBhvr>
                                            <p:cTn id="24" dur="1000"/>
                                            <p:tgtEl>
                                              <p:spTgt spid="25"/>
                                            </p:tgtEl>
                                          </p:cBhvr>
                                        </p:animEffect>
                                      </p:childTnLst>
                                    </p:cTn>
                                  </p:par>
                                </p:childTnLst>
                              </p:cTn>
                            </p:par>
                            <p:par>
                              <p:cTn id="25" fill="hold">
                                <p:stCondLst>
                                  <p:cond delay="2500"/>
                                </p:stCondLst>
                                <p:childTnLst>
                                  <p:par>
                                    <p:cTn id="26" presetID="2" presetClass="entr" presetSubtype="8" fill="hold" nodeType="afterEffect" p14:presetBounceEnd="44000">
                                      <p:stCondLst>
                                        <p:cond delay="0"/>
                                      </p:stCondLst>
                                      <p:childTnLst>
                                        <p:set>
                                          <p:cBhvr>
                                            <p:cTn id="27" dur="1" fill="hold">
                                              <p:stCondLst>
                                                <p:cond delay="0"/>
                                              </p:stCondLst>
                                            </p:cTn>
                                            <p:tgtEl>
                                              <p:spTgt spid="27"/>
                                            </p:tgtEl>
                                            <p:attrNameLst>
                                              <p:attrName>style.visibility</p:attrName>
                                            </p:attrNameLst>
                                          </p:cBhvr>
                                          <p:to>
                                            <p:strVal val="visible"/>
                                          </p:to>
                                        </p:set>
                                        <p:anim calcmode="lin" valueType="num" p14:bounceEnd="44000">
                                          <p:cBhvr additive="base">
                                            <p:cTn id="28" dur="500" fill="hold"/>
                                            <p:tgtEl>
                                              <p:spTgt spid="27"/>
                                            </p:tgtEl>
                                            <p:attrNameLst>
                                              <p:attrName>ppt_x</p:attrName>
                                            </p:attrNameLst>
                                          </p:cBhvr>
                                          <p:tavLst>
                                            <p:tav tm="0">
                                              <p:val>
                                                <p:strVal val="0-#ppt_w/2"/>
                                              </p:val>
                                            </p:tav>
                                            <p:tav tm="100000">
                                              <p:val>
                                                <p:strVal val="#ppt_x"/>
                                              </p:val>
                                            </p:tav>
                                          </p:tavLst>
                                        </p:anim>
                                        <p:anim calcmode="lin" valueType="num" p14:bounceEnd="44000">
                                          <p:cBhvr additive="base">
                                            <p:cTn id="29" dur="500" fill="hold"/>
                                            <p:tgtEl>
                                              <p:spTgt spid="27"/>
                                            </p:tgtEl>
                                            <p:attrNameLst>
                                              <p:attrName>ppt_y</p:attrName>
                                            </p:attrNameLst>
                                          </p:cBhvr>
                                          <p:tavLst>
                                            <p:tav tm="0">
                                              <p:val>
                                                <p:strVal val="#ppt_y"/>
                                              </p:val>
                                            </p:tav>
                                            <p:tav tm="100000">
                                              <p:val>
                                                <p:strVal val="#ppt_y"/>
                                              </p:val>
                                            </p:tav>
                                          </p:tavLst>
                                        </p:anim>
                                      </p:childTnLst>
                                    </p:cTn>
                                  </p:par>
                                </p:childTnLst>
                              </p:cTn>
                            </p:par>
                            <p:par>
                              <p:cTn id="30" fill="hold">
                                <p:stCondLst>
                                  <p:cond delay="3000"/>
                                </p:stCondLst>
                                <p:childTnLst>
                                  <p:par>
                                    <p:cTn id="31" presetID="2" presetClass="entr" presetSubtype="8" fill="hold" grpId="0" nodeType="afterEffect" p14:presetBounceEnd="44000">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14:bounceEnd="44000">
                                          <p:cBhvr additive="base">
                                            <p:cTn id="33" dur="500" fill="hold"/>
                                            <p:tgtEl>
                                              <p:spTgt spid="30"/>
                                            </p:tgtEl>
                                            <p:attrNameLst>
                                              <p:attrName>ppt_x</p:attrName>
                                            </p:attrNameLst>
                                          </p:cBhvr>
                                          <p:tavLst>
                                            <p:tav tm="0">
                                              <p:val>
                                                <p:strVal val="0-#ppt_w/2"/>
                                              </p:val>
                                            </p:tav>
                                            <p:tav tm="100000">
                                              <p:val>
                                                <p:strVal val="#ppt_x"/>
                                              </p:val>
                                            </p:tav>
                                          </p:tavLst>
                                        </p:anim>
                                        <p:anim calcmode="lin" valueType="num" p14:bounceEnd="44000">
                                          <p:cBhvr additive="base">
                                            <p:cTn id="34" dur="500" fill="hold"/>
                                            <p:tgtEl>
                                              <p:spTgt spid="30"/>
                                            </p:tgtEl>
                                            <p:attrNameLst>
                                              <p:attrName>ppt_y</p:attrName>
                                            </p:attrNameLst>
                                          </p:cBhvr>
                                          <p:tavLst>
                                            <p:tav tm="0">
                                              <p:val>
                                                <p:strVal val="#ppt_y"/>
                                              </p:val>
                                            </p:tav>
                                            <p:tav tm="100000">
                                              <p:val>
                                                <p:strVal val="#ppt_y"/>
                                              </p:val>
                                            </p:tav>
                                          </p:tavLst>
                                        </p:anim>
                                      </p:childTnLst>
                                    </p:cTn>
                                  </p:par>
                                </p:childTnLst>
                              </p:cTn>
                            </p:par>
                            <p:par>
                              <p:cTn id="35" fill="hold">
                                <p:stCondLst>
                                  <p:cond delay="3500"/>
                                </p:stCondLst>
                                <p:childTnLst>
                                  <p:par>
                                    <p:cTn id="36" presetID="2" presetClass="entr" presetSubtype="8" fill="hold" nodeType="afterEffect" p14:presetBounceEnd="44000">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14:bounceEnd="44000">
                                          <p:cBhvr additive="base">
                                            <p:cTn id="38" dur="500" fill="hold"/>
                                            <p:tgtEl>
                                              <p:spTgt spid="32"/>
                                            </p:tgtEl>
                                            <p:attrNameLst>
                                              <p:attrName>ppt_x</p:attrName>
                                            </p:attrNameLst>
                                          </p:cBhvr>
                                          <p:tavLst>
                                            <p:tav tm="0">
                                              <p:val>
                                                <p:strVal val="0-#ppt_w/2"/>
                                              </p:val>
                                            </p:tav>
                                            <p:tav tm="100000">
                                              <p:val>
                                                <p:strVal val="#ppt_x"/>
                                              </p:val>
                                            </p:tav>
                                          </p:tavLst>
                                        </p:anim>
                                        <p:anim calcmode="lin" valueType="num" p14:bounceEnd="44000">
                                          <p:cBhvr additive="base">
                                            <p:cTn id="39" dur="500" fill="hold"/>
                                            <p:tgtEl>
                                              <p:spTgt spid="32"/>
                                            </p:tgtEl>
                                            <p:attrNameLst>
                                              <p:attrName>ppt_y</p:attrName>
                                            </p:attrNameLst>
                                          </p:cBhvr>
                                          <p:tavLst>
                                            <p:tav tm="0">
                                              <p:val>
                                                <p:strVal val="#ppt_y"/>
                                              </p:val>
                                            </p:tav>
                                            <p:tav tm="100000">
                                              <p:val>
                                                <p:strVal val="#ppt_y"/>
                                              </p:val>
                                            </p:tav>
                                          </p:tavLst>
                                        </p:anim>
                                      </p:childTnLst>
                                    </p:cTn>
                                  </p:par>
                                </p:childTnLst>
                              </p:cTn>
                            </p:par>
                            <p:par>
                              <p:cTn id="40" fill="hold">
                                <p:stCondLst>
                                  <p:cond delay="4000"/>
                                </p:stCondLst>
                                <p:childTnLst>
                                  <p:par>
                                    <p:cTn id="41" presetID="2" presetClass="entr" presetSubtype="8" fill="hold" grpId="0" nodeType="afterEffect" p14:presetBounceEnd="44000">
                                      <p:stCondLst>
                                        <p:cond delay="0"/>
                                      </p:stCondLst>
                                      <p:childTnLst>
                                        <p:set>
                                          <p:cBhvr>
                                            <p:cTn id="42" dur="1" fill="hold">
                                              <p:stCondLst>
                                                <p:cond delay="0"/>
                                              </p:stCondLst>
                                            </p:cTn>
                                            <p:tgtEl>
                                              <p:spTgt spid="41"/>
                                            </p:tgtEl>
                                            <p:attrNameLst>
                                              <p:attrName>style.visibility</p:attrName>
                                            </p:attrNameLst>
                                          </p:cBhvr>
                                          <p:to>
                                            <p:strVal val="visible"/>
                                          </p:to>
                                        </p:set>
                                        <p:anim calcmode="lin" valueType="num" p14:bounceEnd="44000">
                                          <p:cBhvr additive="base">
                                            <p:cTn id="43" dur="500" fill="hold"/>
                                            <p:tgtEl>
                                              <p:spTgt spid="41"/>
                                            </p:tgtEl>
                                            <p:attrNameLst>
                                              <p:attrName>ppt_x</p:attrName>
                                            </p:attrNameLst>
                                          </p:cBhvr>
                                          <p:tavLst>
                                            <p:tav tm="0">
                                              <p:val>
                                                <p:strVal val="0-#ppt_w/2"/>
                                              </p:val>
                                            </p:tav>
                                            <p:tav tm="100000">
                                              <p:val>
                                                <p:strVal val="#ppt_x"/>
                                              </p:val>
                                            </p:tav>
                                          </p:tavLst>
                                        </p:anim>
                                        <p:anim calcmode="lin" valueType="num" p14:bounceEnd="44000">
                                          <p:cBhvr additive="base">
                                            <p:cTn id="44" dur="500" fill="hold"/>
                                            <p:tgtEl>
                                              <p:spTgt spid="41"/>
                                            </p:tgtEl>
                                            <p:attrNameLst>
                                              <p:attrName>ppt_y</p:attrName>
                                            </p:attrNameLst>
                                          </p:cBhvr>
                                          <p:tavLst>
                                            <p:tav tm="0">
                                              <p:val>
                                                <p:strVal val="#ppt_y"/>
                                              </p:val>
                                            </p:tav>
                                            <p:tav tm="100000">
                                              <p:val>
                                                <p:strVal val="#ppt_y"/>
                                              </p:val>
                                            </p:tav>
                                          </p:tavLst>
                                        </p:anim>
                                      </p:childTnLst>
                                    </p:cTn>
                                  </p:par>
                                </p:childTnLst>
                              </p:cTn>
                            </p:par>
                            <p:par>
                              <p:cTn id="45" fill="hold">
                                <p:stCondLst>
                                  <p:cond delay="4500"/>
                                </p:stCondLst>
                                <p:childTnLst>
                                  <p:par>
                                    <p:cTn id="46" presetID="12" presetClass="entr" presetSubtype="8" fill="hold" grpId="0" nodeType="afterEffect">
                                      <p:stCondLst>
                                        <p:cond delay="300"/>
                                      </p:stCondLst>
                                      <p:childTnLst>
                                        <p:set>
                                          <p:cBhvr>
                                            <p:cTn id="47" dur="1" fill="hold">
                                              <p:stCondLst>
                                                <p:cond delay="0"/>
                                              </p:stCondLst>
                                            </p:cTn>
                                            <p:tgtEl>
                                              <p:spTgt spid="47"/>
                                            </p:tgtEl>
                                            <p:attrNameLst>
                                              <p:attrName>style.visibility</p:attrName>
                                            </p:attrNameLst>
                                          </p:cBhvr>
                                          <p:to>
                                            <p:strVal val="visible"/>
                                          </p:to>
                                        </p:set>
                                        <p:anim calcmode="lin" valueType="num">
                                          <p:cBhvr additive="base">
                                            <p:cTn id="48" dur="500"/>
                                            <p:tgtEl>
                                              <p:spTgt spid="47"/>
                                            </p:tgtEl>
                                            <p:attrNameLst>
                                              <p:attrName>ppt_x</p:attrName>
                                            </p:attrNameLst>
                                          </p:cBhvr>
                                          <p:tavLst>
                                            <p:tav tm="0">
                                              <p:val>
                                                <p:strVal val="#ppt_x-#ppt_w*1.125000"/>
                                              </p:val>
                                            </p:tav>
                                            <p:tav tm="100000">
                                              <p:val>
                                                <p:strVal val="#ppt_x"/>
                                              </p:val>
                                            </p:tav>
                                          </p:tavLst>
                                        </p:anim>
                                        <p:animEffect transition="in" filter="wipe(right)">
                                          <p:cBhvr>
                                            <p:cTn id="49" dur="500"/>
                                            <p:tgtEl>
                                              <p:spTgt spid="47"/>
                                            </p:tgtEl>
                                          </p:cBhvr>
                                        </p:animEffect>
                                      </p:childTnLst>
                                    </p:cTn>
                                  </p:par>
                                  <p:par>
                                    <p:cTn id="50" presetID="12" presetClass="entr" presetSubtype="8" fill="hold" grpId="0" nodeType="withEffect">
                                      <p:stCondLst>
                                        <p:cond delay="0"/>
                                      </p:stCondLst>
                                      <p:childTnLst>
                                        <p:set>
                                          <p:cBhvr>
                                            <p:cTn id="51" dur="1" fill="hold">
                                              <p:stCondLst>
                                                <p:cond delay="0"/>
                                              </p:stCondLst>
                                            </p:cTn>
                                            <p:tgtEl>
                                              <p:spTgt spid="48"/>
                                            </p:tgtEl>
                                            <p:attrNameLst>
                                              <p:attrName>style.visibility</p:attrName>
                                            </p:attrNameLst>
                                          </p:cBhvr>
                                          <p:to>
                                            <p:strVal val="visible"/>
                                          </p:to>
                                        </p:set>
                                        <p:anim calcmode="lin" valueType="num">
                                          <p:cBhvr additive="base">
                                            <p:cTn id="52" dur="500"/>
                                            <p:tgtEl>
                                              <p:spTgt spid="48"/>
                                            </p:tgtEl>
                                            <p:attrNameLst>
                                              <p:attrName>ppt_x</p:attrName>
                                            </p:attrNameLst>
                                          </p:cBhvr>
                                          <p:tavLst>
                                            <p:tav tm="0">
                                              <p:val>
                                                <p:strVal val="#ppt_x-#ppt_w*1.125000"/>
                                              </p:val>
                                            </p:tav>
                                            <p:tav tm="100000">
                                              <p:val>
                                                <p:strVal val="#ppt_x"/>
                                              </p:val>
                                            </p:tav>
                                          </p:tavLst>
                                        </p:anim>
                                        <p:animEffect transition="in" filter="wipe(right)">
                                          <p:cBhvr>
                                            <p:cTn id="53" dur="500"/>
                                            <p:tgtEl>
                                              <p:spTgt spid="48"/>
                                            </p:tgtEl>
                                          </p:cBhvr>
                                        </p:animEffect>
                                      </p:childTnLst>
                                    </p:cTn>
                                  </p:par>
                                  <p:par>
                                    <p:cTn id="54" presetID="12" presetClass="entr" presetSubtype="4" fill="hold" grpId="0" nodeType="withEffect">
                                      <p:stCondLst>
                                        <p:cond delay="900"/>
                                      </p:stCondLst>
                                      <p:childTnLst>
                                        <p:set>
                                          <p:cBhvr>
                                            <p:cTn id="55" dur="1" fill="hold">
                                              <p:stCondLst>
                                                <p:cond delay="0"/>
                                              </p:stCondLst>
                                            </p:cTn>
                                            <p:tgtEl>
                                              <p:spTgt spid="49"/>
                                            </p:tgtEl>
                                            <p:attrNameLst>
                                              <p:attrName>style.visibility</p:attrName>
                                            </p:attrNameLst>
                                          </p:cBhvr>
                                          <p:to>
                                            <p:strVal val="visible"/>
                                          </p:to>
                                        </p:set>
                                        <p:anim calcmode="lin" valueType="num">
                                          <p:cBhvr additive="base">
                                            <p:cTn id="56" dur="500"/>
                                            <p:tgtEl>
                                              <p:spTgt spid="49"/>
                                            </p:tgtEl>
                                            <p:attrNameLst>
                                              <p:attrName>ppt_y</p:attrName>
                                            </p:attrNameLst>
                                          </p:cBhvr>
                                          <p:tavLst>
                                            <p:tav tm="0">
                                              <p:val>
                                                <p:strVal val="#ppt_y+#ppt_h*1.125000"/>
                                              </p:val>
                                            </p:tav>
                                            <p:tav tm="100000">
                                              <p:val>
                                                <p:strVal val="#ppt_y"/>
                                              </p:val>
                                            </p:tav>
                                          </p:tavLst>
                                        </p:anim>
                                        <p:animEffect transition="in" filter="wipe(up)">
                                          <p:cBhvr>
                                            <p:cTn id="57" dur="500"/>
                                            <p:tgtEl>
                                              <p:spTgt spid="49"/>
                                            </p:tgtEl>
                                          </p:cBhvr>
                                        </p:animEffect>
                                      </p:childTnLst>
                                    </p:cTn>
                                  </p:par>
                                  <p:par>
                                    <p:cTn id="58" presetID="12" presetClass="entr" presetSubtype="8" fill="hold" grpId="0" nodeType="withEffect">
                                      <p:stCondLst>
                                        <p:cond delay="600"/>
                                      </p:stCondLst>
                                      <p:childTnLst>
                                        <p:set>
                                          <p:cBhvr>
                                            <p:cTn id="59" dur="1" fill="hold">
                                              <p:stCondLst>
                                                <p:cond delay="0"/>
                                              </p:stCondLst>
                                            </p:cTn>
                                            <p:tgtEl>
                                              <p:spTgt spid="50"/>
                                            </p:tgtEl>
                                            <p:attrNameLst>
                                              <p:attrName>style.visibility</p:attrName>
                                            </p:attrNameLst>
                                          </p:cBhvr>
                                          <p:to>
                                            <p:strVal val="visible"/>
                                          </p:to>
                                        </p:set>
                                        <p:anim calcmode="lin" valueType="num">
                                          <p:cBhvr additive="base">
                                            <p:cTn id="60" dur="500"/>
                                            <p:tgtEl>
                                              <p:spTgt spid="50"/>
                                            </p:tgtEl>
                                            <p:attrNameLst>
                                              <p:attrName>ppt_x</p:attrName>
                                            </p:attrNameLst>
                                          </p:cBhvr>
                                          <p:tavLst>
                                            <p:tav tm="0">
                                              <p:val>
                                                <p:strVal val="#ppt_x-#ppt_w*1.125000"/>
                                              </p:val>
                                            </p:tav>
                                            <p:tav tm="100000">
                                              <p:val>
                                                <p:strVal val="#ppt_x"/>
                                              </p:val>
                                            </p:tav>
                                          </p:tavLst>
                                        </p:anim>
                                        <p:animEffect transition="in" filter="wipe(right)">
                                          <p:cBhvr>
                                            <p:cTn id="61" dur="500"/>
                                            <p:tgtEl>
                                              <p:spTgt spid="50"/>
                                            </p:tgtEl>
                                          </p:cBhvr>
                                        </p:animEffect>
                                      </p:childTnLst>
                                    </p:cTn>
                                  </p:par>
                                </p:childTnLst>
                              </p:cTn>
                            </p:par>
                            <p:par>
                              <p:cTn id="62" fill="hold">
                                <p:stCondLst>
                                  <p:cond delay="5900"/>
                                </p:stCondLst>
                                <p:childTnLst>
                                  <p:par>
                                    <p:cTn id="63" presetID="2" presetClass="entr" presetSubtype="4" fill="hold" grpId="0" nodeType="afterEffect">
                                      <p:stCondLst>
                                        <p:cond delay="0"/>
                                      </p:stCondLst>
                                      <p:childTnLst>
                                        <p:set>
                                          <p:cBhvr>
                                            <p:cTn id="64" dur="1" fill="hold">
                                              <p:stCondLst>
                                                <p:cond delay="0"/>
                                              </p:stCondLst>
                                            </p:cTn>
                                            <p:tgtEl>
                                              <p:spTgt spid="31"/>
                                            </p:tgtEl>
                                            <p:attrNameLst>
                                              <p:attrName>style.visibility</p:attrName>
                                            </p:attrNameLst>
                                          </p:cBhvr>
                                          <p:to>
                                            <p:strVal val="visible"/>
                                          </p:to>
                                        </p:set>
                                        <p:anim calcmode="lin" valueType="num">
                                          <p:cBhvr additive="base">
                                            <p:cTn id="65" dur="500" fill="hold"/>
                                            <p:tgtEl>
                                              <p:spTgt spid="31"/>
                                            </p:tgtEl>
                                            <p:attrNameLst>
                                              <p:attrName>ppt_x</p:attrName>
                                            </p:attrNameLst>
                                          </p:cBhvr>
                                          <p:tavLst>
                                            <p:tav tm="0">
                                              <p:val>
                                                <p:strVal val="#ppt_x"/>
                                              </p:val>
                                            </p:tav>
                                            <p:tav tm="100000">
                                              <p:val>
                                                <p:strVal val="#ppt_x"/>
                                              </p:val>
                                            </p:tav>
                                          </p:tavLst>
                                        </p:anim>
                                        <p:anim calcmode="lin" valueType="num">
                                          <p:cBhvr additive="base">
                                            <p:cTn id="66" dur="500" fill="hold"/>
                                            <p:tgtEl>
                                              <p:spTgt spid="31"/>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35"/>
                                            </p:tgtEl>
                                            <p:attrNameLst>
                                              <p:attrName>style.visibility</p:attrName>
                                            </p:attrNameLst>
                                          </p:cBhvr>
                                          <p:to>
                                            <p:strVal val="visible"/>
                                          </p:to>
                                        </p:set>
                                        <p:anim calcmode="lin" valueType="num">
                                          <p:cBhvr additive="base">
                                            <p:cTn id="69" dur="500" fill="hold"/>
                                            <p:tgtEl>
                                              <p:spTgt spid="35"/>
                                            </p:tgtEl>
                                            <p:attrNameLst>
                                              <p:attrName>ppt_x</p:attrName>
                                            </p:attrNameLst>
                                          </p:cBhvr>
                                          <p:tavLst>
                                            <p:tav tm="0">
                                              <p:val>
                                                <p:strVal val="#ppt_x"/>
                                              </p:val>
                                            </p:tav>
                                            <p:tav tm="100000">
                                              <p:val>
                                                <p:strVal val="#ppt_x"/>
                                              </p:val>
                                            </p:tav>
                                          </p:tavLst>
                                        </p:anim>
                                        <p:anim calcmode="lin" valueType="num">
                                          <p:cBhvr additive="base">
                                            <p:cTn id="70" dur="500" fill="hold"/>
                                            <p:tgtEl>
                                              <p:spTgt spid="35"/>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36"/>
                                            </p:tgtEl>
                                            <p:attrNameLst>
                                              <p:attrName>style.visibility</p:attrName>
                                            </p:attrNameLst>
                                          </p:cBhvr>
                                          <p:to>
                                            <p:strVal val="visible"/>
                                          </p:to>
                                        </p:set>
                                        <p:anim calcmode="lin" valueType="num">
                                          <p:cBhvr additive="base">
                                            <p:cTn id="73" dur="500" fill="hold"/>
                                            <p:tgtEl>
                                              <p:spTgt spid="36"/>
                                            </p:tgtEl>
                                            <p:attrNameLst>
                                              <p:attrName>ppt_x</p:attrName>
                                            </p:attrNameLst>
                                          </p:cBhvr>
                                          <p:tavLst>
                                            <p:tav tm="0">
                                              <p:val>
                                                <p:strVal val="#ppt_x"/>
                                              </p:val>
                                            </p:tav>
                                            <p:tav tm="100000">
                                              <p:val>
                                                <p:strVal val="#ppt_x"/>
                                              </p:val>
                                            </p:tav>
                                          </p:tavLst>
                                        </p:anim>
                                        <p:anim calcmode="lin" valueType="num">
                                          <p:cBhvr additive="base">
                                            <p:cTn id="74" dur="500" fill="hold"/>
                                            <p:tgtEl>
                                              <p:spTgt spid="36"/>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 calcmode="lin" valueType="num">
                                          <p:cBhvr additive="base">
                                            <p:cTn id="77" dur="500" fill="hold"/>
                                            <p:tgtEl>
                                              <p:spTgt spid="37"/>
                                            </p:tgtEl>
                                            <p:attrNameLst>
                                              <p:attrName>ppt_x</p:attrName>
                                            </p:attrNameLst>
                                          </p:cBhvr>
                                          <p:tavLst>
                                            <p:tav tm="0">
                                              <p:val>
                                                <p:strVal val="#ppt_x"/>
                                              </p:val>
                                            </p:tav>
                                            <p:tav tm="100000">
                                              <p:val>
                                                <p:strVal val="#ppt_x"/>
                                              </p:val>
                                            </p:tav>
                                          </p:tavLst>
                                        </p:anim>
                                        <p:anim calcmode="lin" valueType="num">
                                          <p:cBhvr additive="base">
                                            <p:cTn id="78" dur="500" fill="hold"/>
                                            <p:tgtEl>
                                              <p:spTgt spid="37"/>
                                            </p:tgtEl>
                                            <p:attrNameLst>
                                              <p:attrName>ppt_y</p:attrName>
                                            </p:attrNameLst>
                                          </p:cBhvr>
                                          <p:tavLst>
                                            <p:tav tm="0">
                                              <p:val>
                                                <p:strVal val="1+#ppt_h/2"/>
                                              </p:val>
                                            </p:tav>
                                            <p:tav tm="100000">
                                              <p:val>
                                                <p:strVal val="#ppt_y"/>
                                              </p:val>
                                            </p:tav>
                                          </p:tavLst>
                                        </p:anim>
                                      </p:childTnLst>
                                    </p:cTn>
                                  </p:par>
                                </p:childTnLst>
                              </p:cTn>
                            </p:par>
                            <p:par>
                              <p:cTn id="79" fill="hold">
                                <p:stCondLst>
                                  <p:cond delay="6400"/>
                                </p:stCondLst>
                                <p:childTnLst>
                                  <p:par>
                                    <p:cTn id="80" presetID="10" presetClass="entr" presetSubtype="0" fill="hold" grpId="0" nodeType="after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47" grpId="0"/>
          <p:bldP spid="48" grpId="0"/>
          <p:bldP spid="49" grpId="0"/>
          <p:bldP spid="50" grpId="0"/>
          <p:bldP spid="24" grpId="0"/>
          <p:bldP spid="30" grpId="0" animBg="1"/>
          <p:bldP spid="41" grpId="0" animBg="1"/>
          <p:bldP spid="31" grpId="0"/>
          <p:bldP spid="35" grpId="0"/>
          <p:bldP spid="36" grpId="0"/>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4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25"/>
                                            </p:tgtEl>
                                            <p:attrNameLst>
                                              <p:attrName>style.visibility</p:attrName>
                                            </p:attrNameLst>
                                          </p:cBhvr>
                                          <p:to>
                                            <p:strVal val="visible"/>
                                          </p:to>
                                        </p:set>
                                        <p:animEffect transition="in" filter="wipe(down)">
                                          <p:cBhvr>
                                            <p:cTn id="24" dur="1000"/>
                                            <p:tgtEl>
                                              <p:spTgt spid="25"/>
                                            </p:tgtEl>
                                          </p:cBhvr>
                                        </p:animEffect>
                                      </p:childTnLst>
                                    </p:cTn>
                                  </p:par>
                                </p:childTnLst>
                              </p:cTn>
                            </p:par>
                            <p:par>
                              <p:cTn id="25" fill="hold">
                                <p:stCondLst>
                                  <p:cond delay="2500"/>
                                </p:stCondLst>
                                <p:childTnLst>
                                  <p:par>
                                    <p:cTn id="26" presetID="2" presetClass="entr" presetSubtype="8" fill="hold" nodeType="afterEffect">
                                      <p:stCondLst>
                                        <p:cond delay="0"/>
                                      </p:stCondLst>
                                      <p:childTnLst>
                                        <p:set>
                                          <p:cBhvr>
                                            <p:cTn id="27" dur="1" fill="hold">
                                              <p:stCondLst>
                                                <p:cond delay="0"/>
                                              </p:stCondLst>
                                            </p:cTn>
                                            <p:tgtEl>
                                              <p:spTgt spid="27"/>
                                            </p:tgtEl>
                                            <p:attrNameLst>
                                              <p:attrName>style.visibility</p:attrName>
                                            </p:attrNameLst>
                                          </p:cBhvr>
                                          <p:to>
                                            <p:strVal val="visible"/>
                                          </p:to>
                                        </p:set>
                                        <p:anim calcmode="lin" valueType="num">
                                          <p:cBhvr additive="base">
                                            <p:cTn id="28" dur="500" fill="hold"/>
                                            <p:tgtEl>
                                              <p:spTgt spid="27"/>
                                            </p:tgtEl>
                                            <p:attrNameLst>
                                              <p:attrName>ppt_x</p:attrName>
                                            </p:attrNameLst>
                                          </p:cBhvr>
                                          <p:tavLst>
                                            <p:tav tm="0">
                                              <p:val>
                                                <p:strVal val="0-#ppt_w/2"/>
                                              </p:val>
                                            </p:tav>
                                            <p:tav tm="100000">
                                              <p:val>
                                                <p:strVal val="#ppt_x"/>
                                              </p:val>
                                            </p:tav>
                                          </p:tavLst>
                                        </p:anim>
                                        <p:anim calcmode="lin" valueType="num">
                                          <p:cBhvr additive="base">
                                            <p:cTn id="29" dur="500" fill="hold"/>
                                            <p:tgtEl>
                                              <p:spTgt spid="27"/>
                                            </p:tgtEl>
                                            <p:attrNameLst>
                                              <p:attrName>ppt_y</p:attrName>
                                            </p:attrNameLst>
                                          </p:cBhvr>
                                          <p:tavLst>
                                            <p:tav tm="0">
                                              <p:val>
                                                <p:strVal val="#ppt_y"/>
                                              </p:val>
                                            </p:tav>
                                            <p:tav tm="100000">
                                              <p:val>
                                                <p:strVal val="#ppt_y"/>
                                              </p:val>
                                            </p:tav>
                                          </p:tavLst>
                                        </p:anim>
                                      </p:childTnLst>
                                    </p:cTn>
                                  </p:par>
                                </p:childTnLst>
                              </p:cTn>
                            </p:par>
                            <p:par>
                              <p:cTn id="30" fill="hold">
                                <p:stCondLst>
                                  <p:cond delay="3000"/>
                                </p:stCondLst>
                                <p:childTnLst>
                                  <p:par>
                                    <p:cTn id="31" presetID="2" presetClass="entr" presetSubtype="8"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0-#ppt_w/2"/>
                                              </p:val>
                                            </p:tav>
                                            <p:tav tm="100000">
                                              <p:val>
                                                <p:strVal val="#ppt_x"/>
                                              </p:val>
                                            </p:tav>
                                          </p:tavLst>
                                        </p:anim>
                                        <p:anim calcmode="lin" valueType="num">
                                          <p:cBhvr additive="base">
                                            <p:cTn id="34" dur="500" fill="hold"/>
                                            <p:tgtEl>
                                              <p:spTgt spid="30"/>
                                            </p:tgtEl>
                                            <p:attrNameLst>
                                              <p:attrName>ppt_y</p:attrName>
                                            </p:attrNameLst>
                                          </p:cBhvr>
                                          <p:tavLst>
                                            <p:tav tm="0">
                                              <p:val>
                                                <p:strVal val="#ppt_y"/>
                                              </p:val>
                                            </p:tav>
                                            <p:tav tm="100000">
                                              <p:val>
                                                <p:strVal val="#ppt_y"/>
                                              </p:val>
                                            </p:tav>
                                          </p:tavLst>
                                        </p:anim>
                                      </p:childTnLst>
                                    </p:cTn>
                                  </p:par>
                                </p:childTnLst>
                              </p:cTn>
                            </p:par>
                            <p:par>
                              <p:cTn id="35" fill="hold">
                                <p:stCondLst>
                                  <p:cond delay="3500"/>
                                </p:stCondLst>
                                <p:childTnLst>
                                  <p:par>
                                    <p:cTn id="36" presetID="2" presetClass="entr" presetSubtype="8" fill="hold" nodeType="afterEffect">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cBhvr additive="base">
                                            <p:cTn id="38" dur="500" fill="hold"/>
                                            <p:tgtEl>
                                              <p:spTgt spid="32"/>
                                            </p:tgtEl>
                                            <p:attrNameLst>
                                              <p:attrName>ppt_x</p:attrName>
                                            </p:attrNameLst>
                                          </p:cBhvr>
                                          <p:tavLst>
                                            <p:tav tm="0">
                                              <p:val>
                                                <p:strVal val="0-#ppt_w/2"/>
                                              </p:val>
                                            </p:tav>
                                            <p:tav tm="100000">
                                              <p:val>
                                                <p:strVal val="#ppt_x"/>
                                              </p:val>
                                            </p:tav>
                                          </p:tavLst>
                                        </p:anim>
                                        <p:anim calcmode="lin" valueType="num">
                                          <p:cBhvr additive="base">
                                            <p:cTn id="39" dur="500" fill="hold"/>
                                            <p:tgtEl>
                                              <p:spTgt spid="32"/>
                                            </p:tgtEl>
                                            <p:attrNameLst>
                                              <p:attrName>ppt_y</p:attrName>
                                            </p:attrNameLst>
                                          </p:cBhvr>
                                          <p:tavLst>
                                            <p:tav tm="0">
                                              <p:val>
                                                <p:strVal val="#ppt_y"/>
                                              </p:val>
                                            </p:tav>
                                            <p:tav tm="100000">
                                              <p:val>
                                                <p:strVal val="#ppt_y"/>
                                              </p:val>
                                            </p:tav>
                                          </p:tavLst>
                                        </p:anim>
                                      </p:childTnLst>
                                    </p:cTn>
                                  </p:par>
                                </p:childTnLst>
                              </p:cTn>
                            </p:par>
                            <p:par>
                              <p:cTn id="40" fill="hold">
                                <p:stCondLst>
                                  <p:cond delay="4000"/>
                                </p:stCondLst>
                                <p:childTnLst>
                                  <p:par>
                                    <p:cTn id="41" presetID="2" presetClass="entr" presetSubtype="8"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 calcmode="lin" valueType="num">
                                          <p:cBhvr additive="base">
                                            <p:cTn id="43" dur="500" fill="hold"/>
                                            <p:tgtEl>
                                              <p:spTgt spid="41"/>
                                            </p:tgtEl>
                                            <p:attrNameLst>
                                              <p:attrName>ppt_x</p:attrName>
                                            </p:attrNameLst>
                                          </p:cBhvr>
                                          <p:tavLst>
                                            <p:tav tm="0">
                                              <p:val>
                                                <p:strVal val="0-#ppt_w/2"/>
                                              </p:val>
                                            </p:tav>
                                            <p:tav tm="100000">
                                              <p:val>
                                                <p:strVal val="#ppt_x"/>
                                              </p:val>
                                            </p:tav>
                                          </p:tavLst>
                                        </p:anim>
                                        <p:anim calcmode="lin" valueType="num">
                                          <p:cBhvr additive="base">
                                            <p:cTn id="44" dur="500" fill="hold"/>
                                            <p:tgtEl>
                                              <p:spTgt spid="41"/>
                                            </p:tgtEl>
                                            <p:attrNameLst>
                                              <p:attrName>ppt_y</p:attrName>
                                            </p:attrNameLst>
                                          </p:cBhvr>
                                          <p:tavLst>
                                            <p:tav tm="0">
                                              <p:val>
                                                <p:strVal val="#ppt_y"/>
                                              </p:val>
                                            </p:tav>
                                            <p:tav tm="100000">
                                              <p:val>
                                                <p:strVal val="#ppt_y"/>
                                              </p:val>
                                            </p:tav>
                                          </p:tavLst>
                                        </p:anim>
                                      </p:childTnLst>
                                    </p:cTn>
                                  </p:par>
                                </p:childTnLst>
                              </p:cTn>
                            </p:par>
                            <p:par>
                              <p:cTn id="45" fill="hold">
                                <p:stCondLst>
                                  <p:cond delay="4500"/>
                                </p:stCondLst>
                                <p:childTnLst>
                                  <p:par>
                                    <p:cTn id="46" presetID="12" presetClass="entr" presetSubtype="8" fill="hold" grpId="0" nodeType="afterEffect">
                                      <p:stCondLst>
                                        <p:cond delay="300"/>
                                      </p:stCondLst>
                                      <p:childTnLst>
                                        <p:set>
                                          <p:cBhvr>
                                            <p:cTn id="47" dur="1" fill="hold">
                                              <p:stCondLst>
                                                <p:cond delay="0"/>
                                              </p:stCondLst>
                                            </p:cTn>
                                            <p:tgtEl>
                                              <p:spTgt spid="47"/>
                                            </p:tgtEl>
                                            <p:attrNameLst>
                                              <p:attrName>style.visibility</p:attrName>
                                            </p:attrNameLst>
                                          </p:cBhvr>
                                          <p:to>
                                            <p:strVal val="visible"/>
                                          </p:to>
                                        </p:set>
                                        <p:anim calcmode="lin" valueType="num">
                                          <p:cBhvr additive="base">
                                            <p:cTn id="48" dur="500"/>
                                            <p:tgtEl>
                                              <p:spTgt spid="47"/>
                                            </p:tgtEl>
                                            <p:attrNameLst>
                                              <p:attrName>ppt_x</p:attrName>
                                            </p:attrNameLst>
                                          </p:cBhvr>
                                          <p:tavLst>
                                            <p:tav tm="0">
                                              <p:val>
                                                <p:strVal val="#ppt_x-#ppt_w*1.125000"/>
                                              </p:val>
                                            </p:tav>
                                            <p:tav tm="100000">
                                              <p:val>
                                                <p:strVal val="#ppt_x"/>
                                              </p:val>
                                            </p:tav>
                                          </p:tavLst>
                                        </p:anim>
                                        <p:animEffect transition="in" filter="wipe(right)">
                                          <p:cBhvr>
                                            <p:cTn id="49" dur="500"/>
                                            <p:tgtEl>
                                              <p:spTgt spid="47"/>
                                            </p:tgtEl>
                                          </p:cBhvr>
                                        </p:animEffect>
                                      </p:childTnLst>
                                    </p:cTn>
                                  </p:par>
                                  <p:par>
                                    <p:cTn id="50" presetID="12" presetClass="entr" presetSubtype="8" fill="hold" grpId="0" nodeType="withEffect">
                                      <p:stCondLst>
                                        <p:cond delay="0"/>
                                      </p:stCondLst>
                                      <p:childTnLst>
                                        <p:set>
                                          <p:cBhvr>
                                            <p:cTn id="51" dur="1" fill="hold">
                                              <p:stCondLst>
                                                <p:cond delay="0"/>
                                              </p:stCondLst>
                                            </p:cTn>
                                            <p:tgtEl>
                                              <p:spTgt spid="48"/>
                                            </p:tgtEl>
                                            <p:attrNameLst>
                                              <p:attrName>style.visibility</p:attrName>
                                            </p:attrNameLst>
                                          </p:cBhvr>
                                          <p:to>
                                            <p:strVal val="visible"/>
                                          </p:to>
                                        </p:set>
                                        <p:anim calcmode="lin" valueType="num">
                                          <p:cBhvr additive="base">
                                            <p:cTn id="52" dur="500"/>
                                            <p:tgtEl>
                                              <p:spTgt spid="48"/>
                                            </p:tgtEl>
                                            <p:attrNameLst>
                                              <p:attrName>ppt_x</p:attrName>
                                            </p:attrNameLst>
                                          </p:cBhvr>
                                          <p:tavLst>
                                            <p:tav tm="0">
                                              <p:val>
                                                <p:strVal val="#ppt_x-#ppt_w*1.125000"/>
                                              </p:val>
                                            </p:tav>
                                            <p:tav tm="100000">
                                              <p:val>
                                                <p:strVal val="#ppt_x"/>
                                              </p:val>
                                            </p:tav>
                                          </p:tavLst>
                                        </p:anim>
                                        <p:animEffect transition="in" filter="wipe(right)">
                                          <p:cBhvr>
                                            <p:cTn id="53" dur="500"/>
                                            <p:tgtEl>
                                              <p:spTgt spid="48"/>
                                            </p:tgtEl>
                                          </p:cBhvr>
                                        </p:animEffect>
                                      </p:childTnLst>
                                    </p:cTn>
                                  </p:par>
                                  <p:par>
                                    <p:cTn id="54" presetID="12" presetClass="entr" presetSubtype="4" fill="hold" grpId="0" nodeType="withEffect">
                                      <p:stCondLst>
                                        <p:cond delay="900"/>
                                      </p:stCondLst>
                                      <p:childTnLst>
                                        <p:set>
                                          <p:cBhvr>
                                            <p:cTn id="55" dur="1" fill="hold">
                                              <p:stCondLst>
                                                <p:cond delay="0"/>
                                              </p:stCondLst>
                                            </p:cTn>
                                            <p:tgtEl>
                                              <p:spTgt spid="49"/>
                                            </p:tgtEl>
                                            <p:attrNameLst>
                                              <p:attrName>style.visibility</p:attrName>
                                            </p:attrNameLst>
                                          </p:cBhvr>
                                          <p:to>
                                            <p:strVal val="visible"/>
                                          </p:to>
                                        </p:set>
                                        <p:anim calcmode="lin" valueType="num">
                                          <p:cBhvr additive="base">
                                            <p:cTn id="56" dur="500"/>
                                            <p:tgtEl>
                                              <p:spTgt spid="49"/>
                                            </p:tgtEl>
                                            <p:attrNameLst>
                                              <p:attrName>ppt_y</p:attrName>
                                            </p:attrNameLst>
                                          </p:cBhvr>
                                          <p:tavLst>
                                            <p:tav tm="0">
                                              <p:val>
                                                <p:strVal val="#ppt_y+#ppt_h*1.125000"/>
                                              </p:val>
                                            </p:tav>
                                            <p:tav tm="100000">
                                              <p:val>
                                                <p:strVal val="#ppt_y"/>
                                              </p:val>
                                            </p:tav>
                                          </p:tavLst>
                                        </p:anim>
                                        <p:animEffect transition="in" filter="wipe(up)">
                                          <p:cBhvr>
                                            <p:cTn id="57" dur="500"/>
                                            <p:tgtEl>
                                              <p:spTgt spid="49"/>
                                            </p:tgtEl>
                                          </p:cBhvr>
                                        </p:animEffect>
                                      </p:childTnLst>
                                    </p:cTn>
                                  </p:par>
                                  <p:par>
                                    <p:cTn id="58" presetID="12" presetClass="entr" presetSubtype="8" fill="hold" grpId="0" nodeType="withEffect">
                                      <p:stCondLst>
                                        <p:cond delay="600"/>
                                      </p:stCondLst>
                                      <p:childTnLst>
                                        <p:set>
                                          <p:cBhvr>
                                            <p:cTn id="59" dur="1" fill="hold">
                                              <p:stCondLst>
                                                <p:cond delay="0"/>
                                              </p:stCondLst>
                                            </p:cTn>
                                            <p:tgtEl>
                                              <p:spTgt spid="50"/>
                                            </p:tgtEl>
                                            <p:attrNameLst>
                                              <p:attrName>style.visibility</p:attrName>
                                            </p:attrNameLst>
                                          </p:cBhvr>
                                          <p:to>
                                            <p:strVal val="visible"/>
                                          </p:to>
                                        </p:set>
                                        <p:anim calcmode="lin" valueType="num">
                                          <p:cBhvr additive="base">
                                            <p:cTn id="60" dur="500"/>
                                            <p:tgtEl>
                                              <p:spTgt spid="50"/>
                                            </p:tgtEl>
                                            <p:attrNameLst>
                                              <p:attrName>ppt_x</p:attrName>
                                            </p:attrNameLst>
                                          </p:cBhvr>
                                          <p:tavLst>
                                            <p:tav tm="0">
                                              <p:val>
                                                <p:strVal val="#ppt_x-#ppt_w*1.125000"/>
                                              </p:val>
                                            </p:tav>
                                            <p:tav tm="100000">
                                              <p:val>
                                                <p:strVal val="#ppt_x"/>
                                              </p:val>
                                            </p:tav>
                                          </p:tavLst>
                                        </p:anim>
                                        <p:animEffect transition="in" filter="wipe(right)">
                                          <p:cBhvr>
                                            <p:cTn id="61" dur="500"/>
                                            <p:tgtEl>
                                              <p:spTgt spid="50"/>
                                            </p:tgtEl>
                                          </p:cBhvr>
                                        </p:animEffect>
                                      </p:childTnLst>
                                    </p:cTn>
                                  </p:par>
                                </p:childTnLst>
                              </p:cTn>
                            </p:par>
                            <p:par>
                              <p:cTn id="62" fill="hold">
                                <p:stCondLst>
                                  <p:cond delay="5900"/>
                                </p:stCondLst>
                                <p:childTnLst>
                                  <p:par>
                                    <p:cTn id="63" presetID="2" presetClass="entr" presetSubtype="4" fill="hold" grpId="0" nodeType="afterEffect">
                                      <p:stCondLst>
                                        <p:cond delay="0"/>
                                      </p:stCondLst>
                                      <p:childTnLst>
                                        <p:set>
                                          <p:cBhvr>
                                            <p:cTn id="64" dur="1" fill="hold">
                                              <p:stCondLst>
                                                <p:cond delay="0"/>
                                              </p:stCondLst>
                                            </p:cTn>
                                            <p:tgtEl>
                                              <p:spTgt spid="31"/>
                                            </p:tgtEl>
                                            <p:attrNameLst>
                                              <p:attrName>style.visibility</p:attrName>
                                            </p:attrNameLst>
                                          </p:cBhvr>
                                          <p:to>
                                            <p:strVal val="visible"/>
                                          </p:to>
                                        </p:set>
                                        <p:anim calcmode="lin" valueType="num">
                                          <p:cBhvr additive="base">
                                            <p:cTn id="65" dur="500" fill="hold"/>
                                            <p:tgtEl>
                                              <p:spTgt spid="31"/>
                                            </p:tgtEl>
                                            <p:attrNameLst>
                                              <p:attrName>ppt_x</p:attrName>
                                            </p:attrNameLst>
                                          </p:cBhvr>
                                          <p:tavLst>
                                            <p:tav tm="0">
                                              <p:val>
                                                <p:strVal val="#ppt_x"/>
                                              </p:val>
                                            </p:tav>
                                            <p:tav tm="100000">
                                              <p:val>
                                                <p:strVal val="#ppt_x"/>
                                              </p:val>
                                            </p:tav>
                                          </p:tavLst>
                                        </p:anim>
                                        <p:anim calcmode="lin" valueType="num">
                                          <p:cBhvr additive="base">
                                            <p:cTn id="66" dur="500" fill="hold"/>
                                            <p:tgtEl>
                                              <p:spTgt spid="31"/>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35"/>
                                            </p:tgtEl>
                                            <p:attrNameLst>
                                              <p:attrName>style.visibility</p:attrName>
                                            </p:attrNameLst>
                                          </p:cBhvr>
                                          <p:to>
                                            <p:strVal val="visible"/>
                                          </p:to>
                                        </p:set>
                                        <p:anim calcmode="lin" valueType="num">
                                          <p:cBhvr additive="base">
                                            <p:cTn id="69" dur="500" fill="hold"/>
                                            <p:tgtEl>
                                              <p:spTgt spid="35"/>
                                            </p:tgtEl>
                                            <p:attrNameLst>
                                              <p:attrName>ppt_x</p:attrName>
                                            </p:attrNameLst>
                                          </p:cBhvr>
                                          <p:tavLst>
                                            <p:tav tm="0">
                                              <p:val>
                                                <p:strVal val="#ppt_x"/>
                                              </p:val>
                                            </p:tav>
                                            <p:tav tm="100000">
                                              <p:val>
                                                <p:strVal val="#ppt_x"/>
                                              </p:val>
                                            </p:tav>
                                          </p:tavLst>
                                        </p:anim>
                                        <p:anim calcmode="lin" valueType="num">
                                          <p:cBhvr additive="base">
                                            <p:cTn id="70" dur="500" fill="hold"/>
                                            <p:tgtEl>
                                              <p:spTgt spid="35"/>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36"/>
                                            </p:tgtEl>
                                            <p:attrNameLst>
                                              <p:attrName>style.visibility</p:attrName>
                                            </p:attrNameLst>
                                          </p:cBhvr>
                                          <p:to>
                                            <p:strVal val="visible"/>
                                          </p:to>
                                        </p:set>
                                        <p:anim calcmode="lin" valueType="num">
                                          <p:cBhvr additive="base">
                                            <p:cTn id="73" dur="500" fill="hold"/>
                                            <p:tgtEl>
                                              <p:spTgt spid="36"/>
                                            </p:tgtEl>
                                            <p:attrNameLst>
                                              <p:attrName>ppt_x</p:attrName>
                                            </p:attrNameLst>
                                          </p:cBhvr>
                                          <p:tavLst>
                                            <p:tav tm="0">
                                              <p:val>
                                                <p:strVal val="#ppt_x"/>
                                              </p:val>
                                            </p:tav>
                                            <p:tav tm="100000">
                                              <p:val>
                                                <p:strVal val="#ppt_x"/>
                                              </p:val>
                                            </p:tav>
                                          </p:tavLst>
                                        </p:anim>
                                        <p:anim calcmode="lin" valueType="num">
                                          <p:cBhvr additive="base">
                                            <p:cTn id="74" dur="500" fill="hold"/>
                                            <p:tgtEl>
                                              <p:spTgt spid="36"/>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 calcmode="lin" valueType="num">
                                          <p:cBhvr additive="base">
                                            <p:cTn id="77" dur="500" fill="hold"/>
                                            <p:tgtEl>
                                              <p:spTgt spid="37"/>
                                            </p:tgtEl>
                                            <p:attrNameLst>
                                              <p:attrName>ppt_x</p:attrName>
                                            </p:attrNameLst>
                                          </p:cBhvr>
                                          <p:tavLst>
                                            <p:tav tm="0">
                                              <p:val>
                                                <p:strVal val="#ppt_x"/>
                                              </p:val>
                                            </p:tav>
                                            <p:tav tm="100000">
                                              <p:val>
                                                <p:strVal val="#ppt_x"/>
                                              </p:val>
                                            </p:tav>
                                          </p:tavLst>
                                        </p:anim>
                                        <p:anim calcmode="lin" valueType="num">
                                          <p:cBhvr additive="base">
                                            <p:cTn id="78" dur="500" fill="hold"/>
                                            <p:tgtEl>
                                              <p:spTgt spid="37"/>
                                            </p:tgtEl>
                                            <p:attrNameLst>
                                              <p:attrName>ppt_y</p:attrName>
                                            </p:attrNameLst>
                                          </p:cBhvr>
                                          <p:tavLst>
                                            <p:tav tm="0">
                                              <p:val>
                                                <p:strVal val="1+#ppt_h/2"/>
                                              </p:val>
                                            </p:tav>
                                            <p:tav tm="100000">
                                              <p:val>
                                                <p:strVal val="#ppt_y"/>
                                              </p:val>
                                            </p:tav>
                                          </p:tavLst>
                                        </p:anim>
                                      </p:childTnLst>
                                    </p:cTn>
                                  </p:par>
                                </p:childTnLst>
                              </p:cTn>
                            </p:par>
                            <p:par>
                              <p:cTn id="79" fill="hold">
                                <p:stCondLst>
                                  <p:cond delay="6400"/>
                                </p:stCondLst>
                                <p:childTnLst>
                                  <p:par>
                                    <p:cTn id="80" presetID="10" presetClass="entr" presetSubtype="0" fill="hold" grpId="0" nodeType="after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47" grpId="0"/>
          <p:bldP spid="48" grpId="0"/>
          <p:bldP spid="49" grpId="0"/>
          <p:bldP spid="50" grpId="0"/>
          <p:bldP spid="24" grpId="0"/>
          <p:bldP spid="30" grpId="0" animBg="1"/>
          <p:bldP spid="41" grpId="0" animBg="1"/>
          <p:bldP spid="31" grpId="0"/>
          <p:bldP spid="35" grpId="0"/>
          <p:bldP spid="36" grpId="0"/>
          <p:bldP spid="37" grpId="0"/>
        </p:bldLst>
      </p:timing>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flipH="1">
            <a:off x="3497811" y="4965017"/>
            <a:ext cx="6463876" cy="1347579"/>
          </a:xfrm>
          <a:custGeom>
            <a:avLst/>
            <a:gdLst>
              <a:gd name="connsiteX0" fmla="*/ 640136 w 6129048"/>
              <a:gd name="connsiteY0" fmla="*/ 0 h 1277774"/>
              <a:gd name="connsiteX1" fmla="*/ 6109087 w 6129048"/>
              <a:gd name="connsiteY1" fmla="*/ 0 h 1277774"/>
              <a:gd name="connsiteX2" fmla="*/ 6129048 w 6129048"/>
              <a:gd name="connsiteY2" fmla="*/ 2012 h 1277774"/>
              <a:gd name="connsiteX3" fmla="*/ 6129048 w 6129048"/>
              <a:gd name="connsiteY3" fmla="*/ 149955 h 1277774"/>
              <a:gd name="connsiteX4" fmla="*/ 6080383 w 6129048"/>
              <a:gd name="connsiteY4" fmla="*/ 145049 h 1277774"/>
              <a:gd name="connsiteX5" fmla="*/ 668839 w 6129048"/>
              <a:gd name="connsiteY5" fmla="*/ 145049 h 1277774"/>
              <a:gd name="connsiteX6" fmla="*/ 175639 w 6129048"/>
              <a:gd name="connsiteY6" fmla="*/ 638249 h 1277774"/>
              <a:gd name="connsiteX7" fmla="*/ 569442 w 6129048"/>
              <a:gd name="connsiteY7" fmla="*/ 1121429 h 1277774"/>
              <a:gd name="connsiteX8" fmla="*/ 615354 w 6129048"/>
              <a:gd name="connsiteY8" fmla="*/ 1126057 h 1277774"/>
              <a:gd name="connsiteX9" fmla="*/ 615354 w 6129048"/>
              <a:gd name="connsiteY9" fmla="*/ 1277774 h 1277774"/>
              <a:gd name="connsiteX10" fmla="*/ 511127 w 6129048"/>
              <a:gd name="connsiteY10" fmla="*/ 1267267 h 1277774"/>
              <a:gd name="connsiteX11" fmla="*/ 0 w 6129048"/>
              <a:gd name="connsiteY11" fmla="*/ 640136 h 1277774"/>
              <a:gd name="connsiteX12" fmla="*/ 640136 w 6129048"/>
              <a:gd name="connsiteY12" fmla="*/ 0 h 127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9048" h="1277774">
                <a:moveTo>
                  <a:pt x="640136" y="0"/>
                </a:moveTo>
                <a:lnTo>
                  <a:pt x="6109087" y="0"/>
                </a:lnTo>
                <a:lnTo>
                  <a:pt x="6129048" y="2012"/>
                </a:lnTo>
                <a:lnTo>
                  <a:pt x="6129048" y="149955"/>
                </a:lnTo>
                <a:lnTo>
                  <a:pt x="6080383" y="145049"/>
                </a:lnTo>
                <a:lnTo>
                  <a:pt x="668839" y="145049"/>
                </a:lnTo>
                <a:cubicBezTo>
                  <a:pt x="396452" y="145049"/>
                  <a:pt x="175639" y="365862"/>
                  <a:pt x="175639" y="638249"/>
                </a:cubicBezTo>
                <a:cubicBezTo>
                  <a:pt x="175639" y="876588"/>
                  <a:pt x="344699" y="1075440"/>
                  <a:pt x="569442" y="1121429"/>
                </a:cubicBezTo>
                <a:lnTo>
                  <a:pt x="615354" y="1126057"/>
                </a:lnTo>
                <a:lnTo>
                  <a:pt x="615354" y="1277774"/>
                </a:lnTo>
                <a:lnTo>
                  <a:pt x="511127" y="1267267"/>
                </a:lnTo>
                <a:cubicBezTo>
                  <a:pt x="219428" y="1207576"/>
                  <a:pt x="0" y="949481"/>
                  <a:pt x="0" y="640136"/>
                </a:cubicBezTo>
                <a:cubicBezTo>
                  <a:pt x="0" y="286599"/>
                  <a:pt x="286599" y="0"/>
                  <a:pt x="640136" y="0"/>
                </a:cubicBezTo>
                <a:close/>
              </a:path>
            </a:pathLst>
          </a:custGeom>
          <a:solidFill>
            <a:schemeClr val="tx1"/>
          </a:solidFill>
          <a:ln>
            <a:no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5" name="任意多边形 4"/>
          <p:cNvSpPr/>
          <p:nvPr/>
        </p:nvSpPr>
        <p:spPr>
          <a:xfrm flipH="1">
            <a:off x="3497811" y="2587571"/>
            <a:ext cx="6463876" cy="1347579"/>
          </a:xfrm>
          <a:custGeom>
            <a:avLst/>
            <a:gdLst>
              <a:gd name="connsiteX0" fmla="*/ 640136 w 6129048"/>
              <a:gd name="connsiteY0" fmla="*/ 0 h 1277774"/>
              <a:gd name="connsiteX1" fmla="*/ 6109087 w 6129048"/>
              <a:gd name="connsiteY1" fmla="*/ 0 h 1277774"/>
              <a:gd name="connsiteX2" fmla="*/ 6129048 w 6129048"/>
              <a:gd name="connsiteY2" fmla="*/ 2012 h 1277774"/>
              <a:gd name="connsiteX3" fmla="*/ 6129048 w 6129048"/>
              <a:gd name="connsiteY3" fmla="*/ 149955 h 1277774"/>
              <a:gd name="connsiteX4" fmla="*/ 6080383 w 6129048"/>
              <a:gd name="connsiteY4" fmla="*/ 145049 h 1277774"/>
              <a:gd name="connsiteX5" fmla="*/ 668839 w 6129048"/>
              <a:gd name="connsiteY5" fmla="*/ 145049 h 1277774"/>
              <a:gd name="connsiteX6" fmla="*/ 175639 w 6129048"/>
              <a:gd name="connsiteY6" fmla="*/ 638249 h 1277774"/>
              <a:gd name="connsiteX7" fmla="*/ 569442 w 6129048"/>
              <a:gd name="connsiteY7" fmla="*/ 1121429 h 1277774"/>
              <a:gd name="connsiteX8" fmla="*/ 615354 w 6129048"/>
              <a:gd name="connsiteY8" fmla="*/ 1126057 h 1277774"/>
              <a:gd name="connsiteX9" fmla="*/ 615354 w 6129048"/>
              <a:gd name="connsiteY9" fmla="*/ 1277774 h 1277774"/>
              <a:gd name="connsiteX10" fmla="*/ 511127 w 6129048"/>
              <a:gd name="connsiteY10" fmla="*/ 1267267 h 1277774"/>
              <a:gd name="connsiteX11" fmla="*/ 0 w 6129048"/>
              <a:gd name="connsiteY11" fmla="*/ 640136 h 1277774"/>
              <a:gd name="connsiteX12" fmla="*/ 640136 w 6129048"/>
              <a:gd name="connsiteY12" fmla="*/ 0 h 127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9048" h="1277774">
                <a:moveTo>
                  <a:pt x="640136" y="0"/>
                </a:moveTo>
                <a:lnTo>
                  <a:pt x="6109087" y="0"/>
                </a:lnTo>
                <a:lnTo>
                  <a:pt x="6129048" y="2012"/>
                </a:lnTo>
                <a:lnTo>
                  <a:pt x="6129048" y="149955"/>
                </a:lnTo>
                <a:lnTo>
                  <a:pt x="6080383" y="145049"/>
                </a:lnTo>
                <a:lnTo>
                  <a:pt x="668839" y="145049"/>
                </a:lnTo>
                <a:cubicBezTo>
                  <a:pt x="396452" y="145049"/>
                  <a:pt x="175639" y="365862"/>
                  <a:pt x="175639" y="638249"/>
                </a:cubicBezTo>
                <a:cubicBezTo>
                  <a:pt x="175639" y="876588"/>
                  <a:pt x="344699" y="1075440"/>
                  <a:pt x="569442" y="1121429"/>
                </a:cubicBezTo>
                <a:lnTo>
                  <a:pt x="615354" y="1126057"/>
                </a:lnTo>
                <a:lnTo>
                  <a:pt x="615354" y="1277774"/>
                </a:lnTo>
                <a:lnTo>
                  <a:pt x="511127" y="1267267"/>
                </a:lnTo>
                <a:cubicBezTo>
                  <a:pt x="219428" y="1207576"/>
                  <a:pt x="0" y="949481"/>
                  <a:pt x="0" y="640136"/>
                </a:cubicBezTo>
                <a:cubicBezTo>
                  <a:pt x="0" y="286599"/>
                  <a:pt x="286599" y="0"/>
                  <a:pt x="640136" y="0"/>
                </a:cubicBezTo>
                <a:close/>
              </a:path>
            </a:pathLst>
          </a:custGeom>
          <a:solidFill>
            <a:schemeClr val="tx1"/>
          </a:solidFill>
          <a:ln>
            <a:no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6" name="任意多边形 5"/>
          <p:cNvSpPr/>
          <p:nvPr/>
        </p:nvSpPr>
        <p:spPr>
          <a:xfrm>
            <a:off x="2855044" y="3778525"/>
            <a:ext cx="6463876" cy="1347579"/>
          </a:xfrm>
          <a:custGeom>
            <a:avLst/>
            <a:gdLst>
              <a:gd name="connsiteX0" fmla="*/ 640136 w 6129048"/>
              <a:gd name="connsiteY0" fmla="*/ 0 h 1277774"/>
              <a:gd name="connsiteX1" fmla="*/ 6109087 w 6129048"/>
              <a:gd name="connsiteY1" fmla="*/ 0 h 1277774"/>
              <a:gd name="connsiteX2" fmla="*/ 6129048 w 6129048"/>
              <a:gd name="connsiteY2" fmla="*/ 2012 h 1277774"/>
              <a:gd name="connsiteX3" fmla="*/ 6129048 w 6129048"/>
              <a:gd name="connsiteY3" fmla="*/ 149955 h 1277774"/>
              <a:gd name="connsiteX4" fmla="*/ 6080383 w 6129048"/>
              <a:gd name="connsiteY4" fmla="*/ 145049 h 1277774"/>
              <a:gd name="connsiteX5" fmla="*/ 668839 w 6129048"/>
              <a:gd name="connsiteY5" fmla="*/ 145049 h 1277774"/>
              <a:gd name="connsiteX6" fmla="*/ 175639 w 6129048"/>
              <a:gd name="connsiteY6" fmla="*/ 638249 h 1277774"/>
              <a:gd name="connsiteX7" fmla="*/ 569442 w 6129048"/>
              <a:gd name="connsiteY7" fmla="*/ 1121429 h 1277774"/>
              <a:gd name="connsiteX8" fmla="*/ 615354 w 6129048"/>
              <a:gd name="connsiteY8" fmla="*/ 1126057 h 1277774"/>
              <a:gd name="connsiteX9" fmla="*/ 615354 w 6129048"/>
              <a:gd name="connsiteY9" fmla="*/ 1277774 h 1277774"/>
              <a:gd name="connsiteX10" fmla="*/ 511127 w 6129048"/>
              <a:gd name="connsiteY10" fmla="*/ 1267267 h 1277774"/>
              <a:gd name="connsiteX11" fmla="*/ 0 w 6129048"/>
              <a:gd name="connsiteY11" fmla="*/ 640136 h 1277774"/>
              <a:gd name="connsiteX12" fmla="*/ 640136 w 6129048"/>
              <a:gd name="connsiteY12" fmla="*/ 0 h 127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9048" h="1277774">
                <a:moveTo>
                  <a:pt x="640136" y="0"/>
                </a:moveTo>
                <a:lnTo>
                  <a:pt x="6109087" y="0"/>
                </a:lnTo>
                <a:lnTo>
                  <a:pt x="6129048" y="2012"/>
                </a:lnTo>
                <a:lnTo>
                  <a:pt x="6129048" y="149955"/>
                </a:lnTo>
                <a:lnTo>
                  <a:pt x="6080383" y="145049"/>
                </a:lnTo>
                <a:lnTo>
                  <a:pt x="668839" y="145049"/>
                </a:lnTo>
                <a:cubicBezTo>
                  <a:pt x="396452" y="145049"/>
                  <a:pt x="175639" y="365862"/>
                  <a:pt x="175639" y="638249"/>
                </a:cubicBezTo>
                <a:cubicBezTo>
                  <a:pt x="175639" y="876588"/>
                  <a:pt x="344699" y="1075440"/>
                  <a:pt x="569442" y="1121429"/>
                </a:cubicBezTo>
                <a:lnTo>
                  <a:pt x="615354" y="1126057"/>
                </a:lnTo>
                <a:lnTo>
                  <a:pt x="615354" y="1277774"/>
                </a:lnTo>
                <a:lnTo>
                  <a:pt x="511127" y="1267267"/>
                </a:lnTo>
                <a:cubicBezTo>
                  <a:pt x="219428" y="1207576"/>
                  <a:pt x="0" y="949481"/>
                  <a:pt x="0" y="640136"/>
                </a:cubicBezTo>
                <a:cubicBezTo>
                  <a:pt x="0" y="286599"/>
                  <a:pt x="286599" y="0"/>
                  <a:pt x="640136" y="0"/>
                </a:cubicBezTo>
                <a:close/>
              </a:path>
            </a:pathLst>
          </a:custGeom>
          <a:solidFill>
            <a:schemeClr val="tx1"/>
          </a:solidFill>
          <a:ln>
            <a:no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 name="任意多边形 6"/>
          <p:cNvSpPr/>
          <p:nvPr/>
        </p:nvSpPr>
        <p:spPr>
          <a:xfrm>
            <a:off x="3495727" y="6155972"/>
            <a:ext cx="5823192" cy="1347579"/>
          </a:xfrm>
          <a:custGeom>
            <a:avLst/>
            <a:gdLst>
              <a:gd name="connsiteX0" fmla="*/ 0 w 5521552"/>
              <a:gd name="connsiteY0" fmla="*/ 1125265 h 1277774"/>
              <a:gd name="connsiteX1" fmla="*/ 7858 w 5521552"/>
              <a:gd name="connsiteY1" fmla="*/ 1126057 h 1277774"/>
              <a:gd name="connsiteX2" fmla="*/ 7858 w 5521552"/>
              <a:gd name="connsiteY2" fmla="*/ 1277774 h 1277774"/>
              <a:gd name="connsiteX3" fmla="*/ 0 w 5521552"/>
              <a:gd name="connsiteY3" fmla="*/ 1276982 h 1277774"/>
              <a:gd name="connsiteX4" fmla="*/ 32640 w 5521552"/>
              <a:gd name="connsiteY4" fmla="*/ 0 h 1277774"/>
              <a:gd name="connsiteX5" fmla="*/ 5501591 w 5521552"/>
              <a:gd name="connsiteY5" fmla="*/ 0 h 1277774"/>
              <a:gd name="connsiteX6" fmla="*/ 5521552 w 5521552"/>
              <a:gd name="connsiteY6" fmla="*/ 2012 h 1277774"/>
              <a:gd name="connsiteX7" fmla="*/ 5521552 w 5521552"/>
              <a:gd name="connsiteY7" fmla="*/ 149955 h 1277774"/>
              <a:gd name="connsiteX8" fmla="*/ 5472887 w 5521552"/>
              <a:gd name="connsiteY8" fmla="*/ 145049 h 1277774"/>
              <a:gd name="connsiteX9" fmla="*/ 61343 w 5521552"/>
              <a:gd name="connsiteY9" fmla="*/ 145049 h 1277774"/>
              <a:gd name="connsiteX10" fmla="*/ 0 w 5521552"/>
              <a:gd name="connsiteY10" fmla="*/ 151233 h 1277774"/>
              <a:gd name="connsiteX11" fmla="*/ 0 w 5521552"/>
              <a:gd name="connsiteY11" fmla="*/ 3291 h 127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1552" h="1277774">
                <a:moveTo>
                  <a:pt x="0" y="1125265"/>
                </a:moveTo>
                <a:lnTo>
                  <a:pt x="7858" y="1126057"/>
                </a:lnTo>
                <a:lnTo>
                  <a:pt x="7858" y="1277774"/>
                </a:lnTo>
                <a:lnTo>
                  <a:pt x="0" y="1276982"/>
                </a:lnTo>
                <a:close/>
                <a:moveTo>
                  <a:pt x="32640" y="0"/>
                </a:moveTo>
                <a:lnTo>
                  <a:pt x="5501591" y="0"/>
                </a:lnTo>
                <a:lnTo>
                  <a:pt x="5521552" y="2012"/>
                </a:lnTo>
                <a:lnTo>
                  <a:pt x="5521552" y="149955"/>
                </a:lnTo>
                <a:lnTo>
                  <a:pt x="5472887" y="145049"/>
                </a:lnTo>
                <a:lnTo>
                  <a:pt x="61343" y="145049"/>
                </a:lnTo>
                <a:lnTo>
                  <a:pt x="0" y="151233"/>
                </a:lnTo>
                <a:lnTo>
                  <a:pt x="0" y="3291"/>
                </a:lnTo>
                <a:close/>
              </a:path>
            </a:pathLst>
          </a:custGeom>
          <a:solidFill>
            <a:schemeClr val="tx1"/>
          </a:solidFill>
          <a:ln>
            <a:no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8" name="任意多边形 7"/>
          <p:cNvSpPr/>
          <p:nvPr/>
        </p:nvSpPr>
        <p:spPr>
          <a:xfrm>
            <a:off x="2885160" y="1389209"/>
            <a:ext cx="6463876" cy="1347579"/>
          </a:xfrm>
          <a:custGeom>
            <a:avLst/>
            <a:gdLst>
              <a:gd name="connsiteX0" fmla="*/ 640136 w 6129048"/>
              <a:gd name="connsiteY0" fmla="*/ 0 h 1277774"/>
              <a:gd name="connsiteX1" fmla="*/ 6109087 w 6129048"/>
              <a:gd name="connsiteY1" fmla="*/ 0 h 1277774"/>
              <a:gd name="connsiteX2" fmla="*/ 6129048 w 6129048"/>
              <a:gd name="connsiteY2" fmla="*/ 2012 h 1277774"/>
              <a:gd name="connsiteX3" fmla="*/ 6129048 w 6129048"/>
              <a:gd name="connsiteY3" fmla="*/ 149955 h 1277774"/>
              <a:gd name="connsiteX4" fmla="*/ 6080383 w 6129048"/>
              <a:gd name="connsiteY4" fmla="*/ 145049 h 1277774"/>
              <a:gd name="connsiteX5" fmla="*/ 668839 w 6129048"/>
              <a:gd name="connsiteY5" fmla="*/ 145049 h 1277774"/>
              <a:gd name="connsiteX6" fmla="*/ 175639 w 6129048"/>
              <a:gd name="connsiteY6" fmla="*/ 638249 h 1277774"/>
              <a:gd name="connsiteX7" fmla="*/ 569442 w 6129048"/>
              <a:gd name="connsiteY7" fmla="*/ 1121429 h 1277774"/>
              <a:gd name="connsiteX8" fmla="*/ 615354 w 6129048"/>
              <a:gd name="connsiteY8" fmla="*/ 1126057 h 1277774"/>
              <a:gd name="connsiteX9" fmla="*/ 615354 w 6129048"/>
              <a:gd name="connsiteY9" fmla="*/ 1277774 h 1277774"/>
              <a:gd name="connsiteX10" fmla="*/ 511127 w 6129048"/>
              <a:gd name="connsiteY10" fmla="*/ 1267267 h 1277774"/>
              <a:gd name="connsiteX11" fmla="*/ 0 w 6129048"/>
              <a:gd name="connsiteY11" fmla="*/ 640136 h 1277774"/>
              <a:gd name="connsiteX12" fmla="*/ 640136 w 6129048"/>
              <a:gd name="connsiteY12" fmla="*/ 0 h 127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9048" h="1277774">
                <a:moveTo>
                  <a:pt x="640136" y="0"/>
                </a:moveTo>
                <a:lnTo>
                  <a:pt x="6109087" y="0"/>
                </a:lnTo>
                <a:lnTo>
                  <a:pt x="6129048" y="2012"/>
                </a:lnTo>
                <a:lnTo>
                  <a:pt x="6129048" y="149955"/>
                </a:lnTo>
                <a:lnTo>
                  <a:pt x="6080383" y="145049"/>
                </a:lnTo>
                <a:lnTo>
                  <a:pt x="668839" y="145049"/>
                </a:lnTo>
                <a:cubicBezTo>
                  <a:pt x="396452" y="145049"/>
                  <a:pt x="175639" y="365862"/>
                  <a:pt x="175639" y="638249"/>
                </a:cubicBezTo>
                <a:cubicBezTo>
                  <a:pt x="175639" y="876588"/>
                  <a:pt x="344699" y="1075440"/>
                  <a:pt x="569442" y="1121429"/>
                </a:cubicBezTo>
                <a:lnTo>
                  <a:pt x="615354" y="1126057"/>
                </a:lnTo>
                <a:lnTo>
                  <a:pt x="615354" y="1277774"/>
                </a:lnTo>
                <a:lnTo>
                  <a:pt x="511127" y="1267267"/>
                </a:lnTo>
                <a:cubicBezTo>
                  <a:pt x="219428" y="1207576"/>
                  <a:pt x="0" y="949481"/>
                  <a:pt x="0" y="640136"/>
                </a:cubicBezTo>
                <a:cubicBezTo>
                  <a:pt x="0" y="286599"/>
                  <a:pt x="286599" y="0"/>
                  <a:pt x="640136" y="0"/>
                </a:cubicBezTo>
                <a:close/>
              </a:path>
            </a:pathLst>
          </a:custGeom>
          <a:solidFill>
            <a:schemeClr val="tx1"/>
          </a:solidFill>
          <a:ln>
            <a:no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grpSp>
        <p:nvGrpSpPr>
          <p:cNvPr id="78" name="组合 77"/>
          <p:cNvGrpSpPr/>
          <p:nvPr/>
        </p:nvGrpSpPr>
        <p:grpSpPr>
          <a:xfrm>
            <a:off x="8585007" y="2069311"/>
            <a:ext cx="1953388" cy="3364305"/>
            <a:chOff x="6104978" y="1471591"/>
            <a:chExt cx="1389152" cy="2392526"/>
          </a:xfrm>
        </p:grpSpPr>
        <p:grpSp>
          <p:nvGrpSpPr>
            <p:cNvPr id="15" name="组合 14"/>
            <p:cNvGrpSpPr/>
            <p:nvPr/>
          </p:nvGrpSpPr>
          <p:grpSpPr>
            <a:xfrm>
              <a:off x="6104978" y="1471591"/>
              <a:ext cx="1389152" cy="2392526"/>
              <a:chOff x="2689225" y="814470"/>
              <a:chExt cx="2591962" cy="4464122"/>
            </a:xfrm>
          </p:grpSpPr>
          <p:sp>
            <p:nvSpPr>
              <p:cNvPr id="19" name="任意多边形 18"/>
              <p:cNvSpPr/>
              <p:nvPr/>
            </p:nvSpPr>
            <p:spPr>
              <a:xfrm rot="2700000">
                <a:off x="2013032" y="2010436"/>
                <a:ext cx="4464122" cy="2072189"/>
              </a:xfrm>
              <a:custGeom>
                <a:avLst/>
                <a:gdLst>
                  <a:gd name="connsiteX0" fmla="*/ 776171 w 2969868"/>
                  <a:gd name="connsiteY0" fmla="*/ 0 h 1494000"/>
                  <a:gd name="connsiteX1" fmla="*/ 2233868 w 2969868"/>
                  <a:gd name="connsiteY1" fmla="*/ 0 h 1494000"/>
                  <a:gd name="connsiteX2" fmla="*/ 2233867 w 2969868"/>
                  <a:gd name="connsiteY2" fmla="*/ 1494000 h 1494000"/>
                  <a:gd name="connsiteX3" fmla="*/ 0 w 2969868"/>
                  <a:gd name="connsiteY3" fmla="*/ 1494000 h 1494000"/>
                  <a:gd name="connsiteX4" fmla="*/ 0 w 2969868"/>
                  <a:gd name="connsiteY4" fmla="*/ 1461258 h 1494000"/>
                  <a:gd name="connsiteX5" fmla="*/ 776172 w 2969868"/>
                  <a:gd name="connsiteY5" fmla="*/ 1461258 h 149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9868" h="1494000">
                    <a:moveTo>
                      <a:pt x="776171" y="0"/>
                    </a:moveTo>
                    <a:lnTo>
                      <a:pt x="2233868" y="0"/>
                    </a:lnTo>
                    <a:cubicBezTo>
                      <a:pt x="3232538" y="23721"/>
                      <a:pt x="3197712" y="1487845"/>
                      <a:pt x="2233867" y="1494000"/>
                    </a:cubicBezTo>
                    <a:lnTo>
                      <a:pt x="0" y="1494000"/>
                    </a:lnTo>
                    <a:lnTo>
                      <a:pt x="0" y="1461258"/>
                    </a:lnTo>
                    <a:lnTo>
                      <a:pt x="776172" y="1461258"/>
                    </a:lnTo>
                    <a:close/>
                  </a:path>
                </a:pathLst>
              </a:custGeom>
              <a:gradFill>
                <a:gsLst>
                  <a:gs pos="67000">
                    <a:schemeClr val="bg1">
                      <a:lumMod val="65000"/>
                      <a:alpha val="29000"/>
                    </a:schemeClr>
                  </a:gs>
                  <a:gs pos="0">
                    <a:schemeClr val="tx1"/>
                  </a:gs>
                  <a:gs pos="100000">
                    <a:schemeClr val="bg1">
                      <a:lumMod val="95000"/>
                      <a:alpha val="0"/>
                    </a:schemeClr>
                  </a:gs>
                </a:gsLst>
                <a:lin ang="0" scaled="0"/>
              </a:gra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椭圆 19"/>
              <p:cNvSpPr/>
              <p:nvPr/>
            </p:nvSpPr>
            <p:spPr>
              <a:xfrm>
                <a:off x="2689225" y="1488621"/>
                <a:ext cx="1791609" cy="1791608"/>
              </a:xfrm>
              <a:prstGeom prst="ellipse">
                <a:avLst/>
              </a:prstGeom>
              <a:gradFill>
                <a:gsLst>
                  <a:gs pos="0">
                    <a:schemeClr val="bg1">
                      <a:lumMod val="65000"/>
                    </a:schemeClr>
                  </a:gs>
                  <a:gs pos="100000">
                    <a:schemeClr val="bg1">
                      <a:lumMod val="95000"/>
                    </a:schemeClr>
                  </a:gs>
                </a:gsLst>
                <a:lin ang="2700000" scaled="1"/>
              </a:gradFill>
              <a:ln w="25400">
                <a:gradFill flip="none" rotWithShape="1">
                  <a:gsLst>
                    <a:gs pos="0">
                      <a:schemeClr val="bg1"/>
                    </a:gs>
                    <a:gs pos="100000">
                      <a:schemeClr val="bg1">
                        <a:lumMod val="65000"/>
                      </a:schemeClr>
                    </a:gs>
                  </a:gsLst>
                  <a:lin ang="2700000" scaled="1"/>
                  <a:tileRect/>
                </a:gradFill>
              </a:ln>
              <a:effectLst>
                <a:outerShdw blurRad="622300" dist="2159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1" name="Group 11"/>
            <p:cNvGrpSpPr>
              <a:grpSpLocks noChangeAspect="1"/>
            </p:cNvGrpSpPr>
            <p:nvPr/>
          </p:nvGrpSpPr>
          <p:grpSpPr bwMode="auto">
            <a:xfrm>
              <a:off x="6321572" y="2076462"/>
              <a:ext cx="543718" cy="472610"/>
              <a:chOff x="4838" y="1902"/>
              <a:chExt cx="497" cy="432"/>
            </a:xfrm>
            <a:solidFill>
              <a:srgbClr val="C00000"/>
            </a:solidFill>
          </p:grpSpPr>
          <p:sp>
            <p:nvSpPr>
              <p:cNvPr id="12" name="Freeform 12"/>
              <p:cNvSpPr>
                <a:spLocks noEditPoints="1"/>
              </p:cNvSpPr>
              <p:nvPr/>
            </p:nvSpPr>
            <p:spPr bwMode="auto">
              <a:xfrm>
                <a:off x="5001" y="1999"/>
                <a:ext cx="334" cy="335"/>
              </a:xfrm>
              <a:custGeom>
                <a:avLst/>
                <a:gdLst>
                  <a:gd name="T0" fmla="*/ 9 w 80"/>
                  <a:gd name="T1" fmla="*/ 19 h 80"/>
                  <a:gd name="T2" fmla="*/ 10 w 80"/>
                  <a:gd name="T3" fmla="*/ 26 h 80"/>
                  <a:gd name="T4" fmla="*/ 5 w 80"/>
                  <a:gd name="T5" fmla="*/ 27 h 80"/>
                  <a:gd name="T6" fmla="*/ 0 w 80"/>
                  <a:gd name="T7" fmla="*/ 31 h 80"/>
                  <a:gd name="T8" fmla="*/ 3 w 80"/>
                  <a:gd name="T9" fmla="*/ 37 h 80"/>
                  <a:gd name="T10" fmla="*/ 7 w 80"/>
                  <a:gd name="T11" fmla="*/ 42 h 80"/>
                  <a:gd name="T12" fmla="*/ 3 w 80"/>
                  <a:gd name="T13" fmla="*/ 46 h 80"/>
                  <a:gd name="T14" fmla="*/ 1 w 80"/>
                  <a:gd name="T15" fmla="*/ 52 h 80"/>
                  <a:gd name="T16" fmla="*/ 7 w 80"/>
                  <a:gd name="T17" fmla="*/ 56 h 80"/>
                  <a:gd name="T18" fmla="*/ 11 w 80"/>
                  <a:gd name="T19" fmla="*/ 57 h 80"/>
                  <a:gd name="T20" fmla="*/ 11 w 80"/>
                  <a:gd name="T21" fmla="*/ 63 h 80"/>
                  <a:gd name="T22" fmla="*/ 13 w 80"/>
                  <a:gd name="T23" fmla="*/ 70 h 80"/>
                  <a:gd name="T24" fmla="*/ 19 w 80"/>
                  <a:gd name="T25" fmla="*/ 70 h 80"/>
                  <a:gd name="T26" fmla="*/ 25 w 80"/>
                  <a:gd name="T27" fmla="*/ 70 h 80"/>
                  <a:gd name="T28" fmla="*/ 27 w 80"/>
                  <a:gd name="T29" fmla="*/ 74 h 80"/>
                  <a:gd name="T30" fmla="*/ 31 w 80"/>
                  <a:gd name="T31" fmla="*/ 79 h 80"/>
                  <a:gd name="T32" fmla="*/ 37 w 80"/>
                  <a:gd name="T33" fmla="*/ 76 h 80"/>
                  <a:gd name="T34" fmla="*/ 42 w 80"/>
                  <a:gd name="T35" fmla="*/ 73 h 80"/>
                  <a:gd name="T36" fmla="*/ 46 w 80"/>
                  <a:gd name="T37" fmla="*/ 76 h 80"/>
                  <a:gd name="T38" fmla="*/ 52 w 80"/>
                  <a:gd name="T39" fmla="*/ 78 h 80"/>
                  <a:gd name="T40" fmla="*/ 56 w 80"/>
                  <a:gd name="T41" fmla="*/ 73 h 80"/>
                  <a:gd name="T42" fmla="*/ 58 w 80"/>
                  <a:gd name="T43" fmla="*/ 67 h 80"/>
                  <a:gd name="T44" fmla="*/ 63 w 80"/>
                  <a:gd name="T45" fmla="*/ 68 h 80"/>
                  <a:gd name="T46" fmla="*/ 69 w 80"/>
                  <a:gd name="T47" fmla="*/ 67 h 80"/>
                  <a:gd name="T48" fmla="*/ 70 w 80"/>
                  <a:gd name="T49" fmla="*/ 60 h 80"/>
                  <a:gd name="T50" fmla="*/ 69 w 80"/>
                  <a:gd name="T51" fmla="*/ 54 h 80"/>
                  <a:gd name="T52" fmla="*/ 74 w 80"/>
                  <a:gd name="T53" fmla="*/ 53 h 80"/>
                  <a:gd name="T54" fmla="*/ 79 w 80"/>
                  <a:gd name="T55" fmla="*/ 48 h 80"/>
                  <a:gd name="T56" fmla="*/ 76 w 80"/>
                  <a:gd name="T57" fmla="*/ 42 h 80"/>
                  <a:gd name="T58" fmla="*/ 72 w 80"/>
                  <a:gd name="T59" fmla="*/ 37 h 80"/>
                  <a:gd name="T60" fmla="*/ 76 w 80"/>
                  <a:gd name="T61" fmla="*/ 34 h 80"/>
                  <a:gd name="T62" fmla="*/ 78 w 80"/>
                  <a:gd name="T63" fmla="*/ 27 h 80"/>
                  <a:gd name="T64" fmla="*/ 73 w 80"/>
                  <a:gd name="T65" fmla="*/ 24 h 80"/>
                  <a:gd name="T66" fmla="*/ 67 w 80"/>
                  <a:gd name="T67" fmla="*/ 21 h 80"/>
                  <a:gd name="T68" fmla="*/ 68 w 80"/>
                  <a:gd name="T69" fmla="*/ 16 h 80"/>
                  <a:gd name="T70" fmla="*/ 67 w 80"/>
                  <a:gd name="T71" fmla="*/ 10 h 80"/>
                  <a:gd name="T72" fmla="*/ 60 w 80"/>
                  <a:gd name="T73" fmla="*/ 9 h 80"/>
                  <a:gd name="T74" fmla="*/ 54 w 80"/>
                  <a:gd name="T75" fmla="*/ 10 h 80"/>
                  <a:gd name="T76" fmla="*/ 52 w 80"/>
                  <a:gd name="T77" fmla="*/ 5 h 80"/>
                  <a:gd name="T78" fmla="*/ 48 w 80"/>
                  <a:gd name="T79" fmla="*/ 0 h 80"/>
                  <a:gd name="T80" fmla="*/ 42 w 80"/>
                  <a:gd name="T81" fmla="*/ 3 h 80"/>
                  <a:gd name="T82" fmla="*/ 37 w 80"/>
                  <a:gd name="T83" fmla="*/ 7 h 80"/>
                  <a:gd name="T84" fmla="*/ 33 w 80"/>
                  <a:gd name="T85" fmla="*/ 3 h 80"/>
                  <a:gd name="T86" fmla="*/ 27 w 80"/>
                  <a:gd name="T87" fmla="*/ 1 h 80"/>
                  <a:gd name="T88" fmla="*/ 23 w 80"/>
                  <a:gd name="T89" fmla="*/ 7 h 80"/>
                  <a:gd name="T90" fmla="*/ 21 w 80"/>
                  <a:gd name="T91" fmla="*/ 13 h 80"/>
                  <a:gd name="T92" fmla="*/ 16 w 80"/>
                  <a:gd name="T93" fmla="*/ 11 h 80"/>
                  <a:gd name="T94" fmla="*/ 10 w 80"/>
                  <a:gd name="T95" fmla="*/ 13 h 80"/>
                  <a:gd name="T96" fmla="*/ 9 w 80"/>
                  <a:gd name="T97" fmla="*/ 19 h 80"/>
                  <a:gd name="T98" fmla="*/ 32 w 80"/>
                  <a:gd name="T99" fmla="*/ 18 h 80"/>
                  <a:gd name="T100" fmla="*/ 62 w 80"/>
                  <a:gd name="T101" fmla="*/ 33 h 80"/>
                  <a:gd name="T102" fmla="*/ 47 w 80"/>
                  <a:gd name="T103" fmla="*/ 62 h 80"/>
                  <a:gd name="T104" fmla="*/ 18 w 80"/>
                  <a:gd name="T105" fmla="*/ 47 h 80"/>
                  <a:gd name="T106" fmla="*/ 32 w 80"/>
                  <a:gd name="T107"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80">
                    <a:moveTo>
                      <a:pt x="9" y="19"/>
                    </a:moveTo>
                    <a:cubicBezTo>
                      <a:pt x="11" y="21"/>
                      <a:pt x="10" y="25"/>
                      <a:pt x="10" y="26"/>
                    </a:cubicBezTo>
                    <a:cubicBezTo>
                      <a:pt x="9" y="27"/>
                      <a:pt x="7" y="27"/>
                      <a:pt x="5" y="27"/>
                    </a:cubicBezTo>
                    <a:cubicBezTo>
                      <a:pt x="3" y="26"/>
                      <a:pt x="1" y="28"/>
                      <a:pt x="0" y="31"/>
                    </a:cubicBezTo>
                    <a:cubicBezTo>
                      <a:pt x="0" y="34"/>
                      <a:pt x="1" y="37"/>
                      <a:pt x="3" y="37"/>
                    </a:cubicBezTo>
                    <a:cubicBezTo>
                      <a:pt x="5" y="38"/>
                      <a:pt x="7" y="41"/>
                      <a:pt x="7" y="42"/>
                    </a:cubicBezTo>
                    <a:cubicBezTo>
                      <a:pt x="7" y="44"/>
                      <a:pt x="5" y="45"/>
                      <a:pt x="3" y="46"/>
                    </a:cubicBezTo>
                    <a:cubicBezTo>
                      <a:pt x="1" y="47"/>
                      <a:pt x="0" y="49"/>
                      <a:pt x="1" y="52"/>
                    </a:cubicBezTo>
                    <a:cubicBezTo>
                      <a:pt x="2" y="55"/>
                      <a:pt x="4" y="57"/>
                      <a:pt x="7" y="56"/>
                    </a:cubicBezTo>
                    <a:cubicBezTo>
                      <a:pt x="9" y="55"/>
                      <a:pt x="11" y="56"/>
                      <a:pt x="11" y="57"/>
                    </a:cubicBezTo>
                    <a:cubicBezTo>
                      <a:pt x="12" y="58"/>
                      <a:pt x="13" y="62"/>
                      <a:pt x="11" y="63"/>
                    </a:cubicBezTo>
                    <a:cubicBezTo>
                      <a:pt x="10" y="65"/>
                      <a:pt x="10" y="68"/>
                      <a:pt x="13" y="70"/>
                    </a:cubicBezTo>
                    <a:cubicBezTo>
                      <a:pt x="15" y="72"/>
                      <a:pt x="18" y="72"/>
                      <a:pt x="19" y="70"/>
                    </a:cubicBezTo>
                    <a:cubicBezTo>
                      <a:pt x="20" y="69"/>
                      <a:pt x="24" y="69"/>
                      <a:pt x="25" y="70"/>
                    </a:cubicBezTo>
                    <a:cubicBezTo>
                      <a:pt x="27" y="70"/>
                      <a:pt x="27" y="72"/>
                      <a:pt x="27" y="74"/>
                    </a:cubicBezTo>
                    <a:cubicBezTo>
                      <a:pt x="26" y="76"/>
                      <a:pt x="28" y="78"/>
                      <a:pt x="31" y="79"/>
                    </a:cubicBezTo>
                    <a:cubicBezTo>
                      <a:pt x="34" y="80"/>
                      <a:pt x="37" y="79"/>
                      <a:pt x="37" y="76"/>
                    </a:cubicBezTo>
                    <a:cubicBezTo>
                      <a:pt x="37" y="74"/>
                      <a:pt x="41" y="73"/>
                      <a:pt x="42" y="73"/>
                    </a:cubicBezTo>
                    <a:cubicBezTo>
                      <a:pt x="43" y="72"/>
                      <a:pt x="45" y="74"/>
                      <a:pt x="46" y="76"/>
                    </a:cubicBezTo>
                    <a:cubicBezTo>
                      <a:pt x="46" y="78"/>
                      <a:pt x="49" y="79"/>
                      <a:pt x="52" y="78"/>
                    </a:cubicBezTo>
                    <a:cubicBezTo>
                      <a:pt x="55" y="77"/>
                      <a:pt x="56" y="75"/>
                      <a:pt x="56" y="73"/>
                    </a:cubicBezTo>
                    <a:cubicBezTo>
                      <a:pt x="55" y="71"/>
                      <a:pt x="57" y="68"/>
                      <a:pt x="58" y="67"/>
                    </a:cubicBezTo>
                    <a:cubicBezTo>
                      <a:pt x="59" y="66"/>
                      <a:pt x="61" y="67"/>
                      <a:pt x="63" y="68"/>
                    </a:cubicBezTo>
                    <a:cubicBezTo>
                      <a:pt x="65" y="70"/>
                      <a:pt x="67" y="69"/>
                      <a:pt x="69" y="67"/>
                    </a:cubicBezTo>
                    <a:cubicBezTo>
                      <a:pt x="71" y="65"/>
                      <a:pt x="72" y="62"/>
                      <a:pt x="70" y="60"/>
                    </a:cubicBezTo>
                    <a:cubicBezTo>
                      <a:pt x="69" y="59"/>
                      <a:pt x="69" y="55"/>
                      <a:pt x="69" y="54"/>
                    </a:cubicBezTo>
                    <a:cubicBezTo>
                      <a:pt x="70" y="53"/>
                      <a:pt x="72" y="52"/>
                      <a:pt x="74" y="53"/>
                    </a:cubicBezTo>
                    <a:cubicBezTo>
                      <a:pt x="76" y="53"/>
                      <a:pt x="78" y="51"/>
                      <a:pt x="79" y="48"/>
                    </a:cubicBezTo>
                    <a:cubicBezTo>
                      <a:pt x="80" y="45"/>
                      <a:pt x="78" y="43"/>
                      <a:pt x="76" y="42"/>
                    </a:cubicBezTo>
                    <a:cubicBezTo>
                      <a:pt x="74" y="42"/>
                      <a:pt x="72" y="38"/>
                      <a:pt x="72" y="37"/>
                    </a:cubicBezTo>
                    <a:cubicBezTo>
                      <a:pt x="72" y="36"/>
                      <a:pt x="74" y="34"/>
                      <a:pt x="76" y="34"/>
                    </a:cubicBezTo>
                    <a:cubicBezTo>
                      <a:pt x="78" y="33"/>
                      <a:pt x="79" y="30"/>
                      <a:pt x="78" y="27"/>
                    </a:cubicBezTo>
                    <a:cubicBezTo>
                      <a:pt x="77" y="25"/>
                      <a:pt x="75" y="23"/>
                      <a:pt x="73" y="24"/>
                    </a:cubicBezTo>
                    <a:cubicBezTo>
                      <a:pt x="71" y="24"/>
                      <a:pt x="67" y="22"/>
                      <a:pt x="67" y="21"/>
                    </a:cubicBezTo>
                    <a:cubicBezTo>
                      <a:pt x="66" y="20"/>
                      <a:pt x="66" y="18"/>
                      <a:pt x="68" y="16"/>
                    </a:cubicBezTo>
                    <a:cubicBezTo>
                      <a:pt x="69" y="15"/>
                      <a:pt x="69" y="12"/>
                      <a:pt x="67" y="10"/>
                    </a:cubicBezTo>
                    <a:cubicBezTo>
                      <a:pt x="64" y="8"/>
                      <a:pt x="61" y="8"/>
                      <a:pt x="60" y="9"/>
                    </a:cubicBezTo>
                    <a:cubicBezTo>
                      <a:pt x="59" y="11"/>
                      <a:pt x="55" y="10"/>
                      <a:pt x="54" y="10"/>
                    </a:cubicBezTo>
                    <a:cubicBezTo>
                      <a:pt x="52" y="9"/>
                      <a:pt x="52" y="7"/>
                      <a:pt x="52" y="5"/>
                    </a:cubicBezTo>
                    <a:cubicBezTo>
                      <a:pt x="53" y="3"/>
                      <a:pt x="51" y="1"/>
                      <a:pt x="48" y="0"/>
                    </a:cubicBezTo>
                    <a:cubicBezTo>
                      <a:pt x="45" y="0"/>
                      <a:pt x="42" y="1"/>
                      <a:pt x="42" y="3"/>
                    </a:cubicBezTo>
                    <a:cubicBezTo>
                      <a:pt x="42" y="5"/>
                      <a:pt x="38" y="7"/>
                      <a:pt x="37" y="7"/>
                    </a:cubicBezTo>
                    <a:cubicBezTo>
                      <a:pt x="36" y="7"/>
                      <a:pt x="34" y="5"/>
                      <a:pt x="33" y="3"/>
                    </a:cubicBezTo>
                    <a:cubicBezTo>
                      <a:pt x="33" y="1"/>
                      <a:pt x="30" y="1"/>
                      <a:pt x="27" y="1"/>
                    </a:cubicBezTo>
                    <a:cubicBezTo>
                      <a:pt x="24" y="2"/>
                      <a:pt x="23" y="5"/>
                      <a:pt x="23" y="7"/>
                    </a:cubicBezTo>
                    <a:cubicBezTo>
                      <a:pt x="24" y="9"/>
                      <a:pt x="22" y="12"/>
                      <a:pt x="21" y="13"/>
                    </a:cubicBezTo>
                    <a:cubicBezTo>
                      <a:pt x="20" y="13"/>
                      <a:pt x="18" y="13"/>
                      <a:pt x="16" y="11"/>
                    </a:cubicBezTo>
                    <a:cubicBezTo>
                      <a:pt x="15" y="10"/>
                      <a:pt x="12" y="11"/>
                      <a:pt x="10" y="13"/>
                    </a:cubicBezTo>
                    <a:cubicBezTo>
                      <a:pt x="8" y="15"/>
                      <a:pt x="7" y="18"/>
                      <a:pt x="9" y="19"/>
                    </a:cubicBezTo>
                    <a:close/>
                    <a:moveTo>
                      <a:pt x="32" y="18"/>
                    </a:moveTo>
                    <a:cubicBezTo>
                      <a:pt x="45" y="14"/>
                      <a:pt x="58" y="21"/>
                      <a:pt x="62" y="33"/>
                    </a:cubicBezTo>
                    <a:cubicBezTo>
                      <a:pt x="65" y="45"/>
                      <a:pt x="59" y="58"/>
                      <a:pt x="47" y="62"/>
                    </a:cubicBezTo>
                    <a:cubicBezTo>
                      <a:pt x="34" y="66"/>
                      <a:pt x="21" y="59"/>
                      <a:pt x="18" y="47"/>
                    </a:cubicBezTo>
                    <a:cubicBezTo>
                      <a:pt x="14" y="35"/>
                      <a:pt x="20" y="22"/>
                      <a:pt x="3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 name="Freeform 13"/>
              <p:cNvSpPr>
                <a:spLocks noEditPoints="1"/>
              </p:cNvSpPr>
              <p:nvPr/>
            </p:nvSpPr>
            <p:spPr bwMode="auto">
              <a:xfrm>
                <a:off x="4838" y="1902"/>
                <a:ext cx="217" cy="214"/>
              </a:xfrm>
              <a:custGeom>
                <a:avLst/>
                <a:gdLst>
                  <a:gd name="T0" fmla="*/ 6 w 52"/>
                  <a:gd name="T1" fmla="*/ 12 h 51"/>
                  <a:gd name="T2" fmla="*/ 7 w 52"/>
                  <a:gd name="T3" fmla="*/ 16 h 51"/>
                  <a:gd name="T4" fmla="*/ 4 w 52"/>
                  <a:gd name="T5" fmla="*/ 17 h 51"/>
                  <a:gd name="T6" fmla="*/ 1 w 52"/>
                  <a:gd name="T7" fmla="*/ 20 h 51"/>
                  <a:gd name="T8" fmla="*/ 3 w 52"/>
                  <a:gd name="T9" fmla="*/ 24 h 51"/>
                  <a:gd name="T10" fmla="*/ 5 w 52"/>
                  <a:gd name="T11" fmla="*/ 27 h 51"/>
                  <a:gd name="T12" fmla="*/ 3 w 52"/>
                  <a:gd name="T13" fmla="*/ 29 h 51"/>
                  <a:gd name="T14" fmla="*/ 1 w 52"/>
                  <a:gd name="T15" fmla="*/ 33 h 51"/>
                  <a:gd name="T16" fmla="*/ 5 w 52"/>
                  <a:gd name="T17" fmla="*/ 36 h 51"/>
                  <a:gd name="T18" fmla="*/ 8 w 52"/>
                  <a:gd name="T19" fmla="*/ 36 h 51"/>
                  <a:gd name="T20" fmla="*/ 8 w 52"/>
                  <a:gd name="T21" fmla="*/ 41 h 51"/>
                  <a:gd name="T22" fmla="*/ 9 w 52"/>
                  <a:gd name="T23" fmla="*/ 45 h 51"/>
                  <a:gd name="T24" fmla="*/ 13 w 52"/>
                  <a:gd name="T25" fmla="*/ 45 h 51"/>
                  <a:gd name="T26" fmla="*/ 17 w 52"/>
                  <a:gd name="T27" fmla="*/ 45 h 51"/>
                  <a:gd name="T28" fmla="*/ 18 w 52"/>
                  <a:gd name="T29" fmla="*/ 48 h 51"/>
                  <a:gd name="T30" fmla="*/ 21 w 52"/>
                  <a:gd name="T31" fmla="*/ 51 h 51"/>
                  <a:gd name="T32" fmla="*/ 25 w 52"/>
                  <a:gd name="T33" fmla="*/ 49 h 51"/>
                  <a:gd name="T34" fmla="*/ 28 w 52"/>
                  <a:gd name="T35" fmla="*/ 47 h 51"/>
                  <a:gd name="T36" fmla="*/ 30 w 52"/>
                  <a:gd name="T37" fmla="*/ 49 h 51"/>
                  <a:gd name="T38" fmla="*/ 34 w 52"/>
                  <a:gd name="T39" fmla="*/ 50 h 51"/>
                  <a:gd name="T40" fmla="*/ 37 w 52"/>
                  <a:gd name="T41" fmla="*/ 47 h 51"/>
                  <a:gd name="T42" fmla="*/ 38 w 52"/>
                  <a:gd name="T43" fmla="*/ 43 h 51"/>
                  <a:gd name="T44" fmla="*/ 41 w 52"/>
                  <a:gd name="T45" fmla="*/ 44 h 51"/>
                  <a:gd name="T46" fmla="*/ 45 w 52"/>
                  <a:gd name="T47" fmla="*/ 43 h 51"/>
                  <a:gd name="T48" fmla="*/ 46 w 52"/>
                  <a:gd name="T49" fmla="*/ 39 h 51"/>
                  <a:gd name="T50" fmla="*/ 45 w 52"/>
                  <a:gd name="T51" fmla="*/ 35 h 51"/>
                  <a:gd name="T52" fmla="*/ 48 w 52"/>
                  <a:gd name="T53" fmla="*/ 34 h 51"/>
                  <a:gd name="T54" fmla="*/ 51 w 52"/>
                  <a:gd name="T55" fmla="*/ 31 h 51"/>
                  <a:gd name="T56" fmla="*/ 50 w 52"/>
                  <a:gd name="T57" fmla="*/ 27 h 51"/>
                  <a:gd name="T58" fmla="*/ 47 w 52"/>
                  <a:gd name="T59" fmla="*/ 24 h 51"/>
                  <a:gd name="T60" fmla="*/ 49 w 52"/>
                  <a:gd name="T61" fmla="*/ 22 h 51"/>
                  <a:gd name="T62" fmla="*/ 51 w 52"/>
                  <a:gd name="T63" fmla="*/ 18 h 51"/>
                  <a:gd name="T64" fmla="*/ 47 w 52"/>
                  <a:gd name="T65" fmla="*/ 15 h 51"/>
                  <a:gd name="T66" fmla="*/ 44 w 52"/>
                  <a:gd name="T67" fmla="*/ 13 h 51"/>
                  <a:gd name="T68" fmla="*/ 44 w 52"/>
                  <a:gd name="T69" fmla="*/ 10 h 51"/>
                  <a:gd name="T70" fmla="*/ 43 w 52"/>
                  <a:gd name="T71" fmla="*/ 6 h 51"/>
                  <a:gd name="T72" fmla="*/ 39 w 52"/>
                  <a:gd name="T73" fmla="*/ 6 h 51"/>
                  <a:gd name="T74" fmla="*/ 35 w 52"/>
                  <a:gd name="T75" fmla="*/ 6 h 51"/>
                  <a:gd name="T76" fmla="*/ 34 w 52"/>
                  <a:gd name="T77" fmla="*/ 3 h 51"/>
                  <a:gd name="T78" fmla="*/ 32 w 52"/>
                  <a:gd name="T79" fmla="*/ 0 h 51"/>
                  <a:gd name="T80" fmla="*/ 28 w 52"/>
                  <a:gd name="T81" fmla="*/ 2 h 51"/>
                  <a:gd name="T82" fmla="*/ 24 w 52"/>
                  <a:gd name="T83" fmla="*/ 4 h 51"/>
                  <a:gd name="T84" fmla="*/ 22 w 52"/>
                  <a:gd name="T85" fmla="*/ 2 h 51"/>
                  <a:gd name="T86" fmla="*/ 18 w 52"/>
                  <a:gd name="T87" fmla="*/ 1 h 51"/>
                  <a:gd name="T88" fmla="*/ 16 w 52"/>
                  <a:gd name="T89" fmla="*/ 4 h 51"/>
                  <a:gd name="T90" fmla="*/ 14 w 52"/>
                  <a:gd name="T91" fmla="*/ 8 h 51"/>
                  <a:gd name="T92" fmla="*/ 11 w 52"/>
                  <a:gd name="T93" fmla="*/ 7 h 51"/>
                  <a:gd name="T94" fmla="*/ 7 w 52"/>
                  <a:gd name="T95" fmla="*/ 8 h 51"/>
                  <a:gd name="T96" fmla="*/ 6 w 52"/>
                  <a:gd name="T97" fmla="*/ 12 h 51"/>
                  <a:gd name="T98" fmla="*/ 22 w 52"/>
                  <a:gd name="T99" fmla="*/ 11 h 51"/>
                  <a:gd name="T100" fmla="*/ 40 w 52"/>
                  <a:gd name="T101" fmla="*/ 21 h 51"/>
                  <a:gd name="T102" fmla="*/ 31 w 52"/>
                  <a:gd name="T103" fmla="*/ 40 h 51"/>
                  <a:gd name="T104" fmla="*/ 12 w 52"/>
                  <a:gd name="T105" fmla="*/ 30 h 51"/>
                  <a:gd name="T106" fmla="*/ 22 w 52"/>
                  <a:gd name="T10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51">
                    <a:moveTo>
                      <a:pt x="6" y="12"/>
                    </a:moveTo>
                    <a:cubicBezTo>
                      <a:pt x="7" y="13"/>
                      <a:pt x="7" y="16"/>
                      <a:pt x="7" y="16"/>
                    </a:cubicBezTo>
                    <a:cubicBezTo>
                      <a:pt x="7" y="17"/>
                      <a:pt x="5" y="18"/>
                      <a:pt x="4" y="17"/>
                    </a:cubicBezTo>
                    <a:cubicBezTo>
                      <a:pt x="3" y="17"/>
                      <a:pt x="1" y="18"/>
                      <a:pt x="1" y="20"/>
                    </a:cubicBezTo>
                    <a:cubicBezTo>
                      <a:pt x="0" y="22"/>
                      <a:pt x="1" y="24"/>
                      <a:pt x="3" y="24"/>
                    </a:cubicBezTo>
                    <a:cubicBezTo>
                      <a:pt x="4" y="24"/>
                      <a:pt x="5" y="26"/>
                      <a:pt x="5" y="27"/>
                    </a:cubicBezTo>
                    <a:cubicBezTo>
                      <a:pt x="5" y="28"/>
                      <a:pt x="4" y="29"/>
                      <a:pt x="3" y="29"/>
                    </a:cubicBezTo>
                    <a:cubicBezTo>
                      <a:pt x="1" y="30"/>
                      <a:pt x="1" y="32"/>
                      <a:pt x="1" y="33"/>
                    </a:cubicBezTo>
                    <a:cubicBezTo>
                      <a:pt x="2" y="35"/>
                      <a:pt x="4" y="36"/>
                      <a:pt x="5" y="36"/>
                    </a:cubicBezTo>
                    <a:cubicBezTo>
                      <a:pt x="6" y="36"/>
                      <a:pt x="8" y="36"/>
                      <a:pt x="8" y="36"/>
                    </a:cubicBezTo>
                    <a:cubicBezTo>
                      <a:pt x="8" y="37"/>
                      <a:pt x="9" y="40"/>
                      <a:pt x="8" y="41"/>
                    </a:cubicBezTo>
                    <a:cubicBezTo>
                      <a:pt x="7" y="42"/>
                      <a:pt x="7" y="43"/>
                      <a:pt x="9" y="45"/>
                    </a:cubicBezTo>
                    <a:cubicBezTo>
                      <a:pt x="10" y="46"/>
                      <a:pt x="12" y="46"/>
                      <a:pt x="13" y="45"/>
                    </a:cubicBezTo>
                    <a:cubicBezTo>
                      <a:pt x="14" y="44"/>
                      <a:pt x="16" y="44"/>
                      <a:pt x="17" y="45"/>
                    </a:cubicBezTo>
                    <a:cubicBezTo>
                      <a:pt x="18" y="45"/>
                      <a:pt x="18" y="46"/>
                      <a:pt x="18" y="48"/>
                    </a:cubicBezTo>
                    <a:cubicBezTo>
                      <a:pt x="18" y="49"/>
                      <a:pt x="19" y="50"/>
                      <a:pt x="21" y="51"/>
                    </a:cubicBezTo>
                    <a:cubicBezTo>
                      <a:pt x="22" y="51"/>
                      <a:pt x="24" y="50"/>
                      <a:pt x="25" y="49"/>
                    </a:cubicBezTo>
                    <a:cubicBezTo>
                      <a:pt x="25" y="48"/>
                      <a:pt x="27" y="47"/>
                      <a:pt x="28" y="47"/>
                    </a:cubicBezTo>
                    <a:cubicBezTo>
                      <a:pt x="29" y="47"/>
                      <a:pt x="30" y="48"/>
                      <a:pt x="30" y="49"/>
                    </a:cubicBezTo>
                    <a:cubicBezTo>
                      <a:pt x="30" y="50"/>
                      <a:pt x="32" y="51"/>
                      <a:pt x="34" y="50"/>
                    </a:cubicBezTo>
                    <a:cubicBezTo>
                      <a:pt x="36" y="50"/>
                      <a:pt x="37" y="48"/>
                      <a:pt x="37" y="47"/>
                    </a:cubicBezTo>
                    <a:cubicBezTo>
                      <a:pt x="36" y="45"/>
                      <a:pt x="38" y="43"/>
                      <a:pt x="38" y="43"/>
                    </a:cubicBezTo>
                    <a:cubicBezTo>
                      <a:pt x="39" y="42"/>
                      <a:pt x="40" y="43"/>
                      <a:pt x="41" y="44"/>
                    </a:cubicBezTo>
                    <a:cubicBezTo>
                      <a:pt x="42" y="45"/>
                      <a:pt x="44" y="44"/>
                      <a:pt x="45" y="43"/>
                    </a:cubicBezTo>
                    <a:cubicBezTo>
                      <a:pt x="47" y="42"/>
                      <a:pt x="47" y="40"/>
                      <a:pt x="46" y="39"/>
                    </a:cubicBezTo>
                    <a:cubicBezTo>
                      <a:pt x="45" y="38"/>
                      <a:pt x="45" y="35"/>
                      <a:pt x="45" y="35"/>
                    </a:cubicBezTo>
                    <a:cubicBezTo>
                      <a:pt x="46" y="34"/>
                      <a:pt x="47" y="34"/>
                      <a:pt x="48" y="34"/>
                    </a:cubicBezTo>
                    <a:cubicBezTo>
                      <a:pt x="50" y="34"/>
                      <a:pt x="51" y="33"/>
                      <a:pt x="51" y="31"/>
                    </a:cubicBezTo>
                    <a:cubicBezTo>
                      <a:pt x="52" y="29"/>
                      <a:pt x="51" y="27"/>
                      <a:pt x="50" y="27"/>
                    </a:cubicBezTo>
                    <a:cubicBezTo>
                      <a:pt x="48" y="27"/>
                      <a:pt x="47" y="25"/>
                      <a:pt x="47" y="24"/>
                    </a:cubicBezTo>
                    <a:cubicBezTo>
                      <a:pt x="47" y="23"/>
                      <a:pt x="48" y="22"/>
                      <a:pt x="49" y="22"/>
                    </a:cubicBezTo>
                    <a:cubicBezTo>
                      <a:pt x="51" y="21"/>
                      <a:pt x="51" y="19"/>
                      <a:pt x="51" y="18"/>
                    </a:cubicBezTo>
                    <a:cubicBezTo>
                      <a:pt x="50" y="16"/>
                      <a:pt x="49" y="15"/>
                      <a:pt x="47" y="15"/>
                    </a:cubicBezTo>
                    <a:cubicBezTo>
                      <a:pt x="46" y="16"/>
                      <a:pt x="44" y="14"/>
                      <a:pt x="44" y="13"/>
                    </a:cubicBezTo>
                    <a:cubicBezTo>
                      <a:pt x="43" y="13"/>
                      <a:pt x="43" y="11"/>
                      <a:pt x="44" y="10"/>
                    </a:cubicBezTo>
                    <a:cubicBezTo>
                      <a:pt x="45" y="9"/>
                      <a:pt x="45" y="8"/>
                      <a:pt x="43" y="6"/>
                    </a:cubicBezTo>
                    <a:cubicBezTo>
                      <a:pt x="42" y="5"/>
                      <a:pt x="40" y="5"/>
                      <a:pt x="39" y="6"/>
                    </a:cubicBezTo>
                    <a:cubicBezTo>
                      <a:pt x="38" y="7"/>
                      <a:pt x="36" y="7"/>
                      <a:pt x="35" y="6"/>
                    </a:cubicBezTo>
                    <a:cubicBezTo>
                      <a:pt x="34" y="6"/>
                      <a:pt x="34" y="5"/>
                      <a:pt x="34" y="3"/>
                    </a:cubicBezTo>
                    <a:cubicBezTo>
                      <a:pt x="35" y="2"/>
                      <a:pt x="33" y="1"/>
                      <a:pt x="32" y="0"/>
                    </a:cubicBezTo>
                    <a:cubicBezTo>
                      <a:pt x="30" y="0"/>
                      <a:pt x="28" y="1"/>
                      <a:pt x="28" y="2"/>
                    </a:cubicBezTo>
                    <a:cubicBezTo>
                      <a:pt x="27" y="3"/>
                      <a:pt x="25" y="4"/>
                      <a:pt x="24" y="4"/>
                    </a:cubicBezTo>
                    <a:cubicBezTo>
                      <a:pt x="24" y="4"/>
                      <a:pt x="23" y="3"/>
                      <a:pt x="22" y="2"/>
                    </a:cubicBezTo>
                    <a:cubicBezTo>
                      <a:pt x="22" y="1"/>
                      <a:pt x="20" y="0"/>
                      <a:pt x="18" y="1"/>
                    </a:cubicBezTo>
                    <a:cubicBezTo>
                      <a:pt x="16" y="1"/>
                      <a:pt x="15" y="3"/>
                      <a:pt x="16" y="4"/>
                    </a:cubicBezTo>
                    <a:cubicBezTo>
                      <a:pt x="16" y="6"/>
                      <a:pt x="15" y="8"/>
                      <a:pt x="14" y="8"/>
                    </a:cubicBezTo>
                    <a:cubicBezTo>
                      <a:pt x="13" y="9"/>
                      <a:pt x="12" y="8"/>
                      <a:pt x="11" y="7"/>
                    </a:cubicBezTo>
                    <a:cubicBezTo>
                      <a:pt x="10" y="6"/>
                      <a:pt x="8" y="7"/>
                      <a:pt x="7" y="8"/>
                    </a:cubicBezTo>
                    <a:cubicBezTo>
                      <a:pt x="6" y="10"/>
                      <a:pt x="5" y="11"/>
                      <a:pt x="6" y="12"/>
                    </a:cubicBezTo>
                    <a:close/>
                    <a:moveTo>
                      <a:pt x="22" y="11"/>
                    </a:moveTo>
                    <a:cubicBezTo>
                      <a:pt x="29" y="9"/>
                      <a:pt x="38" y="13"/>
                      <a:pt x="40" y="21"/>
                    </a:cubicBezTo>
                    <a:cubicBezTo>
                      <a:pt x="43" y="29"/>
                      <a:pt x="38" y="37"/>
                      <a:pt x="31" y="40"/>
                    </a:cubicBezTo>
                    <a:cubicBezTo>
                      <a:pt x="23" y="42"/>
                      <a:pt x="14" y="38"/>
                      <a:pt x="12" y="30"/>
                    </a:cubicBezTo>
                    <a:cubicBezTo>
                      <a:pt x="9" y="22"/>
                      <a:pt x="14" y="14"/>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 name="Freeform 14"/>
              <p:cNvSpPr>
                <a:spLocks noEditPoints="1"/>
              </p:cNvSpPr>
              <p:nvPr/>
            </p:nvSpPr>
            <p:spPr bwMode="auto">
              <a:xfrm>
                <a:off x="4842" y="2116"/>
                <a:ext cx="163" cy="168"/>
              </a:xfrm>
              <a:custGeom>
                <a:avLst/>
                <a:gdLst>
                  <a:gd name="T0" fmla="*/ 4 w 39"/>
                  <a:gd name="T1" fmla="*/ 10 h 40"/>
                  <a:gd name="T2" fmla="*/ 5 w 39"/>
                  <a:gd name="T3" fmla="*/ 13 h 40"/>
                  <a:gd name="T4" fmla="*/ 2 w 39"/>
                  <a:gd name="T5" fmla="*/ 13 h 40"/>
                  <a:gd name="T6" fmla="*/ 0 w 39"/>
                  <a:gd name="T7" fmla="*/ 16 h 40"/>
                  <a:gd name="T8" fmla="*/ 1 w 39"/>
                  <a:gd name="T9" fmla="*/ 19 h 40"/>
                  <a:gd name="T10" fmla="*/ 3 w 39"/>
                  <a:gd name="T11" fmla="*/ 21 h 40"/>
                  <a:gd name="T12" fmla="*/ 2 w 39"/>
                  <a:gd name="T13" fmla="*/ 23 h 40"/>
                  <a:gd name="T14" fmla="*/ 1 w 39"/>
                  <a:gd name="T15" fmla="*/ 26 h 40"/>
                  <a:gd name="T16" fmla="*/ 3 w 39"/>
                  <a:gd name="T17" fmla="*/ 28 h 40"/>
                  <a:gd name="T18" fmla="*/ 5 w 39"/>
                  <a:gd name="T19" fmla="*/ 28 h 40"/>
                  <a:gd name="T20" fmla="*/ 5 w 39"/>
                  <a:gd name="T21" fmla="*/ 31 h 40"/>
                  <a:gd name="T22" fmla="*/ 6 w 39"/>
                  <a:gd name="T23" fmla="*/ 35 h 40"/>
                  <a:gd name="T24" fmla="*/ 9 w 39"/>
                  <a:gd name="T25" fmla="*/ 35 h 40"/>
                  <a:gd name="T26" fmla="*/ 13 w 39"/>
                  <a:gd name="T27" fmla="*/ 34 h 40"/>
                  <a:gd name="T28" fmla="*/ 13 w 39"/>
                  <a:gd name="T29" fmla="*/ 37 h 40"/>
                  <a:gd name="T30" fmla="*/ 15 w 39"/>
                  <a:gd name="T31" fmla="*/ 39 h 40"/>
                  <a:gd name="T32" fmla="*/ 18 w 39"/>
                  <a:gd name="T33" fmla="*/ 38 h 40"/>
                  <a:gd name="T34" fmla="*/ 21 w 39"/>
                  <a:gd name="T35" fmla="*/ 36 h 40"/>
                  <a:gd name="T36" fmla="*/ 22 w 39"/>
                  <a:gd name="T37" fmla="*/ 38 h 40"/>
                  <a:gd name="T38" fmla="*/ 26 w 39"/>
                  <a:gd name="T39" fmla="*/ 39 h 40"/>
                  <a:gd name="T40" fmla="*/ 27 w 39"/>
                  <a:gd name="T41" fmla="*/ 36 h 40"/>
                  <a:gd name="T42" fmla="*/ 29 w 39"/>
                  <a:gd name="T43" fmla="*/ 33 h 40"/>
                  <a:gd name="T44" fmla="*/ 31 w 39"/>
                  <a:gd name="T45" fmla="*/ 34 h 40"/>
                  <a:gd name="T46" fmla="*/ 34 w 39"/>
                  <a:gd name="T47" fmla="*/ 33 h 40"/>
                  <a:gd name="T48" fmla="*/ 35 w 39"/>
                  <a:gd name="T49" fmla="*/ 30 h 40"/>
                  <a:gd name="T50" fmla="*/ 34 w 39"/>
                  <a:gd name="T51" fmla="*/ 27 h 40"/>
                  <a:gd name="T52" fmla="*/ 36 w 39"/>
                  <a:gd name="T53" fmla="*/ 26 h 40"/>
                  <a:gd name="T54" fmla="*/ 39 w 39"/>
                  <a:gd name="T55" fmla="*/ 24 h 40"/>
                  <a:gd name="T56" fmla="*/ 38 w 39"/>
                  <a:gd name="T57" fmla="*/ 21 h 40"/>
                  <a:gd name="T58" fmla="*/ 36 w 39"/>
                  <a:gd name="T59" fmla="*/ 18 h 40"/>
                  <a:gd name="T60" fmla="*/ 37 w 39"/>
                  <a:gd name="T61" fmla="*/ 17 h 40"/>
                  <a:gd name="T62" fmla="*/ 38 w 39"/>
                  <a:gd name="T63" fmla="*/ 14 h 40"/>
                  <a:gd name="T64" fmla="*/ 36 w 39"/>
                  <a:gd name="T65" fmla="*/ 12 h 40"/>
                  <a:gd name="T66" fmla="*/ 33 w 39"/>
                  <a:gd name="T67" fmla="*/ 10 h 40"/>
                  <a:gd name="T68" fmla="*/ 33 w 39"/>
                  <a:gd name="T69" fmla="*/ 8 h 40"/>
                  <a:gd name="T70" fmla="*/ 33 w 39"/>
                  <a:gd name="T71" fmla="*/ 5 h 40"/>
                  <a:gd name="T72" fmla="*/ 30 w 39"/>
                  <a:gd name="T73" fmla="*/ 5 h 40"/>
                  <a:gd name="T74" fmla="*/ 26 w 39"/>
                  <a:gd name="T75" fmla="*/ 5 h 40"/>
                  <a:gd name="T76" fmla="*/ 26 w 39"/>
                  <a:gd name="T77" fmla="*/ 3 h 40"/>
                  <a:gd name="T78" fmla="*/ 24 w 39"/>
                  <a:gd name="T79" fmla="*/ 0 h 40"/>
                  <a:gd name="T80" fmla="*/ 21 w 39"/>
                  <a:gd name="T81" fmla="*/ 2 h 40"/>
                  <a:gd name="T82" fmla="*/ 18 w 39"/>
                  <a:gd name="T83" fmla="*/ 4 h 40"/>
                  <a:gd name="T84" fmla="*/ 16 w 39"/>
                  <a:gd name="T85" fmla="*/ 2 h 40"/>
                  <a:gd name="T86" fmla="*/ 13 w 39"/>
                  <a:gd name="T87" fmla="*/ 1 h 40"/>
                  <a:gd name="T88" fmla="*/ 11 w 39"/>
                  <a:gd name="T89" fmla="*/ 3 h 40"/>
                  <a:gd name="T90" fmla="*/ 10 w 39"/>
                  <a:gd name="T91" fmla="*/ 6 h 40"/>
                  <a:gd name="T92" fmla="*/ 8 w 39"/>
                  <a:gd name="T93" fmla="*/ 6 h 40"/>
                  <a:gd name="T94" fmla="*/ 5 w 39"/>
                  <a:gd name="T95" fmla="*/ 6 h 40"/>
                  <a:gd name="T96" fmla="*/ 4 w 39"/>
                  <a:gd name="T97" fmla="*/ 10 h 40"/>
                  <a:gd name="T98" fmla="*/ 16 w 39"/>
                  <a:gd name="T99" fmla="*/ 9 h 40"/>
                  <a:gd name="T100" fmla="*/ 30 w 39"/>
                  <a:gd name="T101" fmla="*/ 16 h 40"/>
                  <a:gd name="T102" fmla="*/ 23 w 39"/>
                  <a:gd name="T103" fmla="*/ 31 h 40"/>
                  <a:gd name="T104" fmla="*/ 9 w 39"/>
                  <a:gd name="T105" fmla="*/ 23 h 40"/>
                  <a:gd name="T106" fmla="*/ 16 w 39"/>
                  <a:gd name="T107"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40">
                    <a:moveTo>
                      <a:pt x="4" y="10"/>
                    </a:moveTo>
                    <a:cubicBezTo>
                      <a:pt x="5" y="10"/>
                      <a:pt x="5" y="12"/>
                      <a:pt x="5" y="13"/>
                    </a:cubicBezTo>
                    <a:cubicBezTo>
                      <a:pt x="4" y="13"/>
                      <a:pt x="3" y="14"/>
                      <a:pt x="2" y="13"/>
                    </a:cubicBezTo>
                    <a:cubicBezTo>
                      <a:pt x="1" y="13"/>
                      <a:pt x="0" y="14"/>
                      <a:pt x="0" y="16"/>
                    </a:cubicBezTo>
                    <a:cubicBezTo>
                      <a:pt x="0" y="17"/>
                      <a:pt x="0" y="18"/>
                      <a:pt x="1" y="19"/>
                    </a:cubicBezTo>
                    <a:cubicBezTo>
                      <a:pt x="2" y="19"/>
                      <a:pt x="3" y="20"/>
                      <a:pt x="3" y="21"/>
                    </a:cubicBezTo>
                    <a:cubicBezTo>
                      <a:pt x="3" y="22"/>
                      <a:pt x="3" y="22"/>
                      <a:pt x="2" y="23"/>
                    </a:cubicBezTo>
                    <a:cubicBezTo>
                      <a:pt x="1" y="23"/>
                      <a:pt x="0" y="24"/>
                      <a:pt x="1" y="26"/>
                    </a:cubicBezTo>
                    <a:cubicBezTo>
                      <a:pt x="1" y="27"/>
                      <a:pt x="2" y="28"/>
                      <a:pt x="3" y="28"/>
                    </a:cubicBezTo>
                    <a:cubicBezTo>
                      <a:pt x="4" y="27"/>
                      <a:pt x="5" y="28"/>
                      <a:pt x="5" y="28"/>
                    </a:cubicBezTo>
                    <a:cubicBezTo>
                      <a:pt x="6" y="29"/>
                      <a:pt x="6" y="31"/>
                      <a:pt x="5" y="31"/>
                    </a:cubicBezTo>
                    <a:cubicBezTo>
                      <a:pt x="5" y="32"/>
                      <a:pt x="5" y="34"/>
                      <a:pt x="6" y="35"/>
                    </a:cubicBezTo>
                    <a:cubicBezTo>
                      <a:pt x="7" y="35"/>
                      <a:pt x="9" y="36"/>
                      <a:pt x="9" y="35"/>
                    </a:cubicBezTo>
                    <a:cubicBezTo>
                      <a:pt x="10" y="34"/>
                      <a:pt x="12" y="34"/>
                      <a:pt x="13" y="34"/>
                    </a:cubicBezTo>
                    <a:cubicBezTo>
                      <a:pt x="13" y="35"/>
                      <a:pt x="13" y="36"/>
                      <a:pt x="13" y="37"/>
                    </a:cubicBezTo>
                    <a:cubicBezTo>
                      <a:pt x="13" y="38"/>
                      <a:pt x="14" y="39"/>
                      <a:pt x="15" y="39"/>
                    </a:cubicBezTo>
                    <a:cubicBezTo>
                      <a:pt x="17" y="40"/>
                      <a:pt x="18" y="39"/>
                      <a:pt x="18" y="38"/>
                    </a:cubicBezTo>
                    <a:cubicBezTo>
                      <a:pt x="18" y="37"/>
                      <a:pt x="20" y="36"/>
                      <a:pt x="21" y="36"/>
                    </a:cubicBezTo>
                    <a:cubicBezTo>
                      <a:pt x="21" y="36"/>
                      <a:pt x="22" y="37"/>
                      <a:pt x="22" y="38"/>
                    </a:cubicBezTo>
                    <a:cubicBezTo>
                      <a:pt x="23" y="39"/>
                      <a:pt x="24" y="39"/>
                      <a:pt x="26" y="39"/>
                    </a:cubicBezTo>
                    <a:cubicBezTo>
                      <a:pt x="27" y="38"/>
                      <a:pt x="28" y="37"/>
                      <a:pt x="27" y="36"/>
                    </a:cubicBezTo>
                    <a:cubicBezTo>
                      <a:pt x="27" y="35"/>
                      <a:pt x="28" y="33"/>
                      <a:pt x="29" y="33"/>
                    </a:cubicBezTo>
                    <a:cubicBezTo>
                      <a:pt x="29" y="33"/>
                      <a:pt x="30" y="33"/>
                      <a:pt x="31" y="34"/>
                    </a:cubicBezTo>
                    <a:cubicBezTo>
                      <a:pt x="32" y="34"/>
                      <a:pt x="33" y="34"/>
                      <a:pt x="34" y="33"/>
                    </a:cubicBezTo>
                    <a:cubicBezTo>
                      <a:pt x="35" y="32"/>
                      <a:pt x="35" y="31"/>
                      <a:pt x="35" y="30"/>
                    </a:cubicBezTo>
                    <a:cubicBezTo>
                      <a:pt x="34" y="29"/>
                      <a:pt x="34" y="27"/>
                      <a:pt x="34" y="27"/>
                    </a:cubicBezTo>
                    <a:cubicBezTo>
                      <a:pt x="34" y="26"/>
                      <a:pt x="35" y="26"/>
                      <a:pt x="36" y="26"/>
                    </a:cubicBezTo>
                    <a:cubicBezTo>
                      <a:pt x="38" y="26"/>
                      <a:pt x="39" y="25"/>
                      <a:pt x="39" y="24"/>
                    </a:cubicBezTo>
                    <a:cubicBezTo>
                      <a:pt x="39" y="23"/>
                      <a:pt x="39" y="21"/>
                      <a:pt x="38" y="21"/>
                    </a:cubicBezTo>
                    <a:cubicBezTo>
                      <a:pt x="37" y="21"/>
                      <a:pt x="36" y="19"/>
                      <a:pt x="36" y="18"/>
                    </a:cubicBezTo>
                    <a:cubicBezTo>
                      <a:pt x="36" y="18"/>
                      <a:pt x="36" y="17"/>
                      <a:pt x="37" y="17"/>
                    </a:cubicBezTo>
                    <a:cubicBezTo>
                      <a:pt x="38" y="16"/>
                      <a:pt x="39" y="15"/>
                      <a:pt x="38" y="14"/>
                    </a:cubicBezTo>
                    <a:cubicBezTo>
                      <a:pt x="38" y="12"/>
                      <a:pt x="37" y="11"/>
                      <a:pt x="36" y="12"/>
                    </a:cubicBezTo>
                    <a:cubicBezTo>
                      <a:pt x="35" y="12"/>
                      <a:pt x="33" y="11"/>
                      <a:pt x="33" y="10"/>
                    </a:cubicBezTo>
                    <a:cubicBezTo>
                      <a:pt x="32" y="10"/>
                      <a:pt x="33" y="9"/>
                      <a:pt x="33" y="8"/>
                    </a:cubicBezTo>
                    <a:cubicBezTo>
                      <a:pt x="34" y="7"/>
                      <a:pt x="34" y="6"/>
                      <a:pt x="33" y="5"/>
                    </a:cubicBezTo>
                    <a:cubicBezTo>
                      <a:pt x="32" y="4"/>
                      <a:pt x="30" y="4"/>
                      <a:pt x="30" y="5"/>
                    </a:cubicBezTo>
                    <a:cubicBezTo>
                      <a:pt x="29" y="5"/>
                      <a:pt x="27" y="5"/>
                      <a:pt x="26" y="5"/>
                    </a:cubicBezTo>
                    <a:cubicBezTo>
                      <a:pt x="26" y="5"/>
                      <a:pt x="26" y="4"/>
                      <a:pt x="26" y="3"/>
                    </a:cubicBezTo>
                    <a:cubicBezTo>
                      <a:pt x="26" y="2"/>
                      <a:pt x="25" y="1"/>
                      <a:pt x="24" y="0"/>
                    </a:cubicBezTo>
                    <a:cubicBezTo>
                      <a:pt x="22" y="0"/>
                      <a:pt x="21" y="1"/>
                      <a:pt x="21" y="2"/>
                    </a:cubicBezTo>
                    <a:cubicBezTo>
                      <a:pt x="20" y="3"/>
                      <a:pt x="19" y="3"/>
                      <a:pt x="18" y="4"/>
                    </a:cubicBezTo>
                    <a:cubicBezTo>
                      <a:pt x="18" y="4"/>
                      <a:pt x="17" y="3"/>
                      <a:pt x="16" y="2"/>
                    </a:cubicBezTo>
                    <a:cubicBezTo>
                      <a:pt x="16" y="1"/>
                      <a:pt x="15" y="0"/>
                      <a:pt x="13" y="1"/>
                    </a:cubicBezTo>
                    <a:cubicBezTo>
                      <a:pt x="12" y="1"/>
                      <a:pt x="11" y="2"/>
                      <a:pt x="11" y="3"/>
                    </a:cubicBezTo>
                    <a:cubicBezTo>
                      <a:pt x="12" y="4"/>
                      <a:pt x="11" y="6"/>
                      <a:pt x="10" y="6"/>
                    </a:cubicBezTo>
                    <a:cubicBezTo>
                      <a:pt x="10" y="7"/>
                      <a:pt x="9" y="6"/>
                      <a:pt x="8" y="6"/>
                    </a:cubicBezTo>
                    <a:cubicBezTo>
                      <a:pt x="7" y="5"/>
                      <a:pt x="6" y="5"/>
                      <a:pt x="5" y="6"/>
                    </a:cubicBezTo>
                    <a:cubicBezTo>
                      <a:pt x="4" y="7"/>
                      <a:pt x="4" y="9"/>
                      <a:pt x="4" y="10"/>
                    </a:cubicBezTo>
                    <a:close/>
                    <a:moveTo>
                      <a:pt x="16" y="9"/>
                    </a:moveTo>
                    <a:cubicBezTo>
                      <a:pt x="22" y="7"/>
                      <a:pt x="28" y="10"/>
                      <a:pt x="30" y="16"/>
                    </a:cubicBezTo>
                    <a:cubicBezTo>
                      <a:pt x="32" y="22"/>
                      <a:pt x="29" y="29"/>
                      <a:pt x="23" y="31"/>
                    </a:cubicBezTo>
                    <a:cubicBezTo>
                      <a:pt x="17" y="33"/>
                      <a:pt x="11" y="29"/>
                      <a:pt x="9" y="23"/>
                    </a:cubicBezTo>
                    <a:cubicBezTo>
                      <a:pt x="7" y="17"/>
                      <a:pt x="10" y="11"/>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grpSp>
        <p:nvGrpSpPr>
          <p:cNvPr id="79" name="组合 78"/>
          <p:cNvGrpSpPr/>
          <p:nvPr/>
        </p:nvGrpSpPr>
        <p:grpSpPr>
          <a:xfrm>
            <a:off x="2851909" y="3264630"/>
            <a:ext cx="1953388" cy="3364305"/>
            <a:chOff x="2027885" y="2321642"/>
            <a:chExt cx="1389152" cy="2392526"/>
          </a:xfrm>
        </p:grpSpPr>
        <p:grpSp>
          <p:nvGrpSpPr>
            <p:cNvPr id="28" name="组合 27"/>
            <p:cNvGrpSpPr/>
            <p:nvPr/>
          </p:nvGrpSpPr>
          <p:grpSpPr>
            <a:xfrm>
              <a:off x="2027885" y="2321642"/>
              <a:ext cx="1389152" cy="2392526"/>
              <a:chOff x="2689225" y="814470"/>
              <a:chExt cx="2591962" cy="4464122"/>
            </a:xfrm>
          </p:grpSpPr>
          <p:sp>
            <p:nvSpPr>
              <p:cNvPr id="32" name="任意多边形 31"/>
              <p:cNvSpPr/>
              <p:nvPr/>
            </p:nvSpPr>
            <p:spPr>
              <a:xfrm rot="2700000">
                <a:off x="2013032" y="2010436"/>
                <a:ext cx="4464122" cy="2072189"/>
              </a:xfrm>
              <a:custGeom>
                <a:avLst/>
                <a:gdLst>
                  <a:gd name="connsiteX0" fmla="*/ 776171 w 2969868"/>
                  <a:gd name="connsiteY0" fmla="*/ 0 h 1494000"/>
                  <a:gd name="connsiteX1" fmla="*/ 2233868 w 2969868"/>
                  <a:gd name="connsiteY1" fmla="*/ 0 h 1494000"/>
                  <a:gd name="connsiteX2" fmla="*/ 2233867 w 2969868"/>
                  <a:gd name="connsiteY2" fmla="*/ 1494000 h 1494000"/>
                  <a:gd name="connsiteX3" fmla="*/ 0 w 2969868"/>
                  <a:gd name="connsiteY3" fmla="*/ 1494000 h 1494000"/>
                  <a:gd name="connsiteX4" fmla="*/ 0 w 2969868"/>
                  <a:gd name="connsiteY4" fmla="*/ 1461258 h 1494000"/>
                  <a:gd name="connsiteX5" fmla="*/ 776172 w 2969868"/>
                  <a:gd name="connsiteY5" fmla="*/ 1461258 h 149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9868" h="1494000">
                    <a:moveTo>
                      <a:pt x="776171" y="0"/>
                    </a:moveTo>
                    <a:lnTo>
                      <a:pt x="2233868" y="0"/>
                    </a:lnTo>
                    <a:cubicBezTo>
                      <a:pt x="3232538" y="23721"/>
                      <a:pt x="3197712" y="1487845"/>
                      <a:pt x="2233867" y="1494000"/>
                    </a:cubicBezTo>
                    <a:lnTo>
                      <a:pt x="0" y="1494000"/>
                    </a:lnTo>
                    <a:lnTo>
                      <a:pt x="0" y="1461258"/>
                    </a:lnTo>
                    <a:lnTo>
                      <a:pt x="776172" y="1461258"/>
                    </a:lnTo>
                    <a:close/>
                  </a:path>
                </a:pathLst>
              </a:custGeom>
              <a:gradFill>
                <a:gsLst>
                  <a:gs pos="67000">
                    <a:schemeClr val="bg1">
                      <a:lumMod val="65000"/>
                      <a:alpha val="29000"/>
                    </a:schemeClr>
                  </a:gs>
                  <a:gs pos="0">
                    <a:schemeClr val="tx1"/>
                  </a:gs>
                  <a:gs pos="100000">
                    <a:schemeClr val="bg1">
                      <a:lumMod val="95000"/>
                      <a:alpha val="0"/>
                    </a:schemeClr>
                  </a:gs>
                </a:gsLst>
                <a:lin ang="0" scaled="0"/>
              </a:gra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3" name="椭圆 32"/>
              <p:cNvSpPr/>
              <p:nvPr/>
            </p:nvSpPr>
            <p:spPr>
              <a:xfrm>
                <a:off x="2689225" y="1488621"/>
                <a:ext cx="1791609" cy="1791608"/>
              </a:xfrm>
              <a:prstGeom prst="ellipse">
                <a:avLst/>
              </a:prstGeom>
              <a:gradFill>
                <a:gsLst>
                  <a:gs pos="0">
                    <a:schemeClr val="bg1">
                      <a:lumMod val="65000"/>
                    </a:schemeClr>
                  </a:gs>
                  <a:gs pos="100000">
                    <a:schemeClr val="bg1">
                      <a:lumMod val="95000"/>
                    </a:schemeClr>
                  </a:gs>
                </a:gsLst>
                <a:lin ang="2700000" scaled="1"/>
              </a:gradFill>
              <a:ln w="25400">
                <a:gradFill flip="none" rotWithShape="1">
                  <a:gsLst>
                    <a:gs pos="0">
                      <a:schemeClr val="bg1"/>
                    </a:gs>
                    <a:gs pos="100000">
                      <a:schemeClr val="bg1">
                        <a:lumMod val="65000"/>
                      </a:schemeClr>
                    </a:gs>
                  </a:gsLst>
                  <a:lin ang="2700000" scaled="1"/>
                  <a:tileRect/>
                </a:gradFill>
              </a:ln>
              <a:effectLst>
                <a:outerShdw blurRad="622300" dist="2159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3" name="Group 4"/>
            <p:cNvGrpSpPr>
              <a:grpSpLocks noChangeAspect="1"/>
            </p:cNvGrpSpPr>
            <p:nvPr/>
          </p:nvGrpSpPr>
          <p:grpSpPr bwMode="auto">
            <a:xfrm>
              <a:off x="2319075" y="2907854"/>
              <a:ext cx="409123" cy="600753"/>
              <a:chOff x="3540" y="531"/>
              <a:chExt cx="348" cy="511"/>
            </a:xfrm>
            <a:solidFill>
              <a:srgbClr val="C00000"/>
            </a:solidFill>
          </p:grpSpPr>
          <p:sp>
            <p:nvSpPr>
              <p:cNvPr id="24" name="Freeform 5"/>
              <p:cNvSpPr>
                <a:spLocks/>
              </p:cNvSpPr>
              <p:nvPr/>
            </p:nvSpPr>
            <p:spPr bwMode="auto">
              <a:xfrm>
                <a:off x="3540" y="801"/>
                <a:ext cx="348" cy="241"/>
              </a:xfrm>
              <a:custGeom>
                <a:avLst/>
                <a:gdLst>
                  <a:gd name="T0" fmla="*/ 78 w 97"/>
                  <a:gd name="T1" fmla="*/ 0 h 68"/>
                  <a:gd name="T2" fmla="*/ 70 w 97"/>
                  <a:gd name="T3" fmla="*/ 20 h 68"/>
                  <a:gd name="T4" fmla="*/ 49 w 97"/>
                  <a:gd name="T5" fmla="*/ 66 h 68"/>
                  <a:gd name="T6" fmla="*/ 29 w 97"/>
                  <a:gd name="T7" fmla="*/ 20 h 68"/>
                  <a:gd name="T8" fmla="*/ 20 w 97"/>
                  <a:gd name="T9" fmla="*/ 0 h 68"/>
                  <a:gd name="T10" fmla="*/ 0 w 97"/>
                  <a:gd name="T11" fmla="*/ 39 h 68"/>
                  <a:gd name="T12" fmla="*/ 0 w 97"/>
                  <a:gd name="T13" fmla="*/ 50 h 68"/>
                  <a:gd name="T14" fmla="*/ 49 w 97"/>
                  <a:gd name="T15" fmla="*/ 68 h 68"/>
                  <a:gd name="T16" fmla="*/ 97 w 97"/>
                  <a:gd name="T17" fmla="*/ 50 h 68"/>
                  <a:gd name="T18" fmla="*/ 97 w 97"/>
                  <a:gd name="T19" fmla="*/ 39 h 68"/>
                  <a:gd name="T20" fmla="*/ 78 w 97"/>
                  <a:gd name="T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68">
                    <a:moveTo>
                      <a:pt x="78" y="0"/>
                    </a:moveTo>
                    <a:cubicBezTo>
                      <a:pt x="70" y="20"/>
                      <a:pt x="70" y="20"/>
                      <a:pt x="70" y="20"/>
                    </a:cubicBezTo>
                    <a:cubicBezTo>
                      <a:pt x="49" y="66"/>
                      <a:pt x="49" y="66"/>
                      <a:pt x="49" y="66"/>
                    </a:cubicBezTo>
                    <a:cubicBezTo>
                      <a:pt x="29" y="20"/>
                      <a:pt x="29" y="20"/>
                      <a:pt x="29" y="20"/>
                    </a:cubicBezTo>
                    <a:cubicBezTo>
                      <a:pt x="20" y="0"/>
                      <a:pt x="20" y="0"/>
                      <a:pt x="20" y="0"/>
                    </a:cubicBezTo>
                    <a:cubicBezTo>
                      <a:pt x="8" y="8"/>
                      <a:pt x="0" y="23"/>
                      <a:pt x="0" y="39"/>
                    </a:cubicBezTo>
                    <a:cubicBezTo>
                      <a:pt x="0" y="50"/>
                      <a:pt x="0" y="50"/>
                      <a:pt x="0" y="50"/>
                    </a:cubicBezTo>
                    <a:cubicBezTo>
                      <a:pt x="13" y="61"/>
                      <a:pt x="30" y="68"/>
                      <a:pt x="49" y="68"/>
                    </a:cubicBezTo>
                    <a:cubicBezTo>
                      <a:pt x="67" y="68"/>
                      <a:pt x="84" y="61"/>
                      <a:pt x="97" y="50"/>
                    </a:cubicBezTo>
                    <a:cubicBezTo>
                      <a:pt x="97" y="39"/>
                      <a:pt x="97" y="39"/>
                      <a:pt x="97" y="39"/>
                    </a:cubicBezTo>
                    <a:cubicBezTo>
                      <a:pt x="97" y="23"/>
                      <a:pt x="90" y="9"/>
                      <a:pt x="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 name="Freeform 6"/>
              <p:cNvSpPr>
                <a:spLocks/>
              </p:cNvSpPr>
              <p:nvPr/>
            </p:nvSpPr>
            <p:spPr bwMode="auto">
              <a:xfrm>
                <a:off x="3687" y="833"/>
                <a:ext cx="58" cy="156"/>
              </a:xfrm>
              <a:custGeom>
                <a:avLst/>
                <a:gdLst>
                  <a:gd name="T0" fmla="*/ 0 w 16"/>
                  <a:gd name="T1" fmla="*/ 0 h 44"/>
                  <a:gd name="T2" fmla="*/ 3 w 16"/>
                  <a:gd name="T3" fmla="*/ 7 h 44"/>
                  <a:gd name="T4" fmla="*/ 0 w 16"/>
                  <a:gd name="T5" fmla="*/ 36 h 44"/>
                  <a:gd name="T6" fmla="*/ 8 w 16"/>
                  <a:gd name="T7" fmla="*/ 44 h 44"/>
                  <a:gd name="T8" fmla="*/ 15 w 16"/>
                  <a:gd name="T9" fmla="*/ 36 h 44"/>
                  <a:gd name="T10" fmla="*/ 12 w 16"/>
                  <a:gd name="T11" fmla="*/ 7 h 44"/>
                  <a:gd name="T12" fmla="*/ 16 w 16"/>
                  <a:gd name="T13" fmla="*/ 0 h 44"/>
                  <a:gd name="T14" fmla="*/ 8 w 16"/>
                  <a:gd name="T15" fmla="*/ 1 h 44"/>
                  <a:gd name="T16" fmla="*/ 0 w 16"/>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44">
                    <a:moveTo>
                      <a:pt x="0" y="0"/>
                    </a:moveTo>
                    <a:cubicBezTo>
                      <a:pt x="0" y="3"/>
                      <a:pt x="1" y="5"/>
                      <a:pt x="3" y="7"/>
                    </a:cubicBezTo>
                    <a:cubicBezTo>
                      <a:pt x="0" y="36"/>
                      <a:pt x="0" y="36"/>
                      <a:pt x="0" y="36"/>
                    </a:cubicBezTo>
                    <a:cubicBezTo>
                      <a:pt x="8" y="44"/>
                      <a:pt x="8" y="44"/>
                      <a:pt x="8" y="44"/>
                    </a:cubicBezTo>
                    <a:cubicBezTo>
                      <a:pt x="15" y="36"/>
                      <a:pt x="15" y="36"/>
                      <a:pt x="15" y="36"/>
                    </a:cubicBezTo>
                    <a:cubicBezTo>
                      <a:pt x="12" y="7"/>
                      <a:pt x="12" y="7"/>
                      <a:pt x="12" y="7"/>
                    </a:cubicBezTo>
                    <a:cubicBezTo>
                      <a:pt x="14" y="5"/>
                      <a:pt x="15" y="3"/>
                      <a:pt x="16" y="0"/>
                    </a:cubicBezTo>
                    <a:cubicBezTo>
                      <a:pt x="13" y="1"/>
                      <a:pt x="10" y="1"/>
                      <a:pt x="8" y="1"/>
                    </a:cubicBezTo>
                    <a:cubicBezTo>
                      <a:pt x="5"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 name="Freeform 7"/>
              <p:cNvSpPr>
                <a:spLocks/>
              </p:cNvSpPr>
              <p:nvPr/>
            </p:nvSpPr>
            <p:spPr bwMode="auto">
              <a:xfrm>
                <a:off x="3609" y="652"/>
                <a:ext cx="215" cy="181"/>
              </a:xfrm>
              <a:custGeom>
                <a:avLst/>
                <a:gdLst>
                  <a:gd name="T0" fmla="*/ 30 w 60"/>
                  <a:gd name="T1" fmla="*/ 5 h 51"/>
                  <a:gd name="T2" fmla="*/ 13 w 60"/>
                  <a:gd name="T3" fmla="*/ 0 h 51"/>
                  <a:gd name="T4" fmla="*/ 1 w 60"/>
                  <a:gd name="T5" fmla="*/ 0 h 51"/>
                  <a:gd name="T6" fmla="*/ 0 w 60"/>
                  <a:gd name="T7" fmla="*/ 0 h 51"/>
                  <a:gd name="T8" fmla="*/ 0 w 60"/>
                  <a:gd name="T9" fmla="*/ 6 h 51"/>
                  <a:gd name="T10" fmla="*/ 0 w 60"/>
                  <a:gd name="T11" fmla="*/ 24 h 51"/>
                  <a:gd name="T12" fmla="*/ 22 w 60"/>
                  <a:gd name="T13" fmla="*/ 50 h 51"/>
                  <a:gd name="T14" fmla="*/ 30 w 60"/>
                  <a:gd name="T15" fmla="*/ 51 h 51"/>
                  <a:gd name="T16" fmla="*/ 38 w 60"/>
                  <a:gd name="T17" fmla="*/ 50 h 51"/>
                  <a:gd name="T18" fmla="*/ 60 w 60"/>
                  <a:gd name="T19" fmla="*/ 24 h 51"/>
                  <a:gd name="T20" fmla="*/ 60 w 60"/>
                  <a:gd name="T21" fmla="*/ 6 h 51"/>
                  <a:gd name="T22" fmla="*/ 59 w 60"/>
                  <a:gd name="T23" fmla="*/ 0 h 51"/>
                  <a:gd name="T24" fmla="*/ 47 w 60"/>
                  <a:gd name="T25" fmla="*/ 0 h 51"/>
                  <a:gd name="T26" fmla="*/ 30 w 60"/>
                  <a:gd name="T27"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51">
                    <a:moveTo>
                      <a:pt x="30" y="5"/>
                    </a:moveTo>
                    <a:cubicBezTo>
                      <a:pt x="22" y="5"/>
                      <a:pt x="15" y="3"/>
                      <a:pt x="13" y="0"/>
                    </a:cubicBezTo>
                    <a:cubicBezTo>
                      <a:pt x="1" y="0"/>
                      <a:pt x="1" y="0"/>
                      <a:pt x="1" y="0"/>
                    </a:cubicBezTo>
                    <a:cubicBezTo>
                      <a:pt x="0" y="0"/>
                      <a:pt x="0" y="0"/>
                      <a:pt x="0" y="0"/>
                    </a:cubicBezTo>
                    <a:cubicBezTo>
                      <a:pt x="0" y="2"/>
                      <a:pt x="0" y="4"/>
                      <a:pt x="0" y="6"/>
                    </a:cubicBezTo>
                    <a:cubicBezTo>
                      <a:pt x="0" y="24"/>
                      <a:pt x="0" y="24"/>
                      <a:pt x="0" y="24"/>
                    </a:cubicBezTo>
                    <a:cubicBezTo>
                      <a:pt x="0" y="36"/>
                      <a:pt x="9" y="47"/>
                      <a:pt x="22" y="50"/>
                    </a:cubicBezTo>
                    <a:cubicBezTo>
                      <a:pt x="24" y="51"/>
                      <a:pt x="27" y="51"/>
                      <a:pt x="30" y="51"/>
                    </a:cubicBezTo>
                    <a:cubicBezTo>
                      <a:pt x="32" y="51"/>
                      <a:pt x="35" y="51"/>
                      <a:pt x="38" y="50"/>
                    </a:cubicBezTo>
                    <a:cubicBezTo>
                      <a:pt x="50" y="47"/>
                      <a:pt x="60" y="36"/>
                      <a:pt x="60" y="24"/>
                    </a:cubicBezTo>
                    <a:cubicBezTo>
                      <a:pt x="60" y="6"/>
                      <a:pt x="60" y="6"/>
                      <a:pt x="60" y="6"/>
                    </a:cubicBezTo>
                    <a:cubicBezTo>
                      <a:pt x="60" y="4"/>
                      <a:pt x="59" y="2"/>
                      <a:pt x="59" y="0"/>
                    </a:cubicBezTo>
                    <a:cubicBezTo>
                      <a:pt x="47" y="0"/>
                      <a:pt x="47" y="0"/>
                      <a:pt x="47" y="0"/>
                    </a:cubicBezTo>
                    <a:cubicBezTo>
                      <a:pt x="46" y="3"/>
                      <a:pt x="38" y="5"/>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 name="Freeform 8"/>
              <p:cNvSpPr>
                <a:spLocks noEditPoints="1"/>
              </p:cNvSpPr>
              <p:nvPr/>
            </p:nvSpPr>
            <p:spPr bwMode="auto">
              <a:xfrm>
                <a:off x="3598" y="531"/>
                <a:ext cx="240" cy="128"/>
              </a:xfrm>
              <a:custGeom>
                <a:avLst/>
                <a:gdLst>
                  <a:gd name="T0" fmla="*/ 33 w 67"/>
                  <a:gd name="T1" fmla="*/ 0 h 36"/>
                  <a:gd name="T2" fmla="*/ 0 w 67"/>
                  <a:gd name="T3" fmla="*/ 31 h 36"/>
                  <a:gd name="T4" fmla="*/ 4 w 67"/>
                  <a:gd name="T5" fmla="*/ 31 h 36"/>
                  <a:gd name="T6" fmla="*/ 4 w 67"/>
                  <a:gd name="T7" fmla="*/ 31 h 36"/>
                  <a:gd name="T8" fmla="*/ 16 w 67"/>
                  <a:gd name="T9" fmla="*/ 31 h 36"/>
                  <a:gd name="T10" fmla="*/ 33 w 67"/>
                  <a:gd name="T11" fmla="*/ 36 h 36"/>
                  <a:gd name="T12" fmla="*/ 51 w 67"/>
                  <a:gd name="T13" fmla="*/ 31 h 36"/>
                  <a:gd name="T14" fmla="*/ 62 w 67"/>
                  <a:gd name="T15" fmla="*/ 31 h 36"/>
                  <a:gd name="T16" fmla="*/ 64 w 67"/>
                  <a:gd name="T17" fmla="*/ 31 h 36"/>
                  <a:gd name="T18" fmla="*/ 67 w 67"/>
                  <a:gd name="T19" fmla="*/ 31 h 36"/>
                  <a:gd name="T20" fmla="*/ 33 w 67"/>
                  <a:gd name="T21" fmla="*/ 0 h 36"/>
                  <a:gd name="T22" fmla="*/ 33 w 67"/>
                  <a:gd name="T23" fmla="*/ 26 h 36"/>
                  <a:gd name="T24" fmla="*/ 27 w 67"/>
                  <a:gd name="T25" fmla="*/ 20 h 36"/>
                  <a:gd name="T26" fmla="*/ 33 w 67"/>
                  <a:gd name="T27" fmla="*/ 14 h 36"/>
                  <a:gd name="T28" fmla="*/ 40 w 67"/>
                  <a:gd name="T29" fmla="*/ 20 h 36"/>
                  <a:gd name="T30" fmla="*/ 33 w 67"/>
                  <a:gd name="T31"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36">
                    <a:moveTo>
                      <a:pt x="33" y="0"/>
                    </a:moveTo>
                    <a:cubicBezTo>
                      <a:pt x="15" y="0"/>
                      <a:pt x="1" y="14"/>
                      <a:pt x="0" y="31"/>
                    </a:cubicBezTo>
                    <a:cubicBezTo>
                      <a:pt x="4" y="31"/>
                      <a:pt x="4" y="31"/>
                      <a:pt x="4" y="31"/>
                    </a:cubicBezTo>
                    <a:cubicBezTo>
                      <a:pt x="4" y="31"/>
                      <a:pt x="4" y="31"/>
                      <a:pt x="4" y="31"/>
                    </a:cubicBezTo>
                    <a:cubicBezTo>
                      <a:pt x="16" y="31"/>
                      <a:pt x="16" y="31"/>
                      <a:pt x="16" y="31"/>
                    </a:cubicBezTo>
                    <a:cubicBezTo>
                      <a:pt x="18" y="34"/>
                      <a:pt x="25" y="36"/>
                      <a:pt x="33" y="36"/>
                    </a:cubicBezTo>
                    <a:cubicBezTo>
                      <a:pt x="42" y="36"/>
                      <a:pt x="49" y="34"/>
                      <a:pt x="51" y="31"/>
                    </a:cubicBezTo>
                    <a:cubicBezTo>
                      <a:pt x="62" y="31"/>
                      <a:pt x="62" y="31"/>
                      <a:pt x="62" y="31"/>
                    </a:cubicBezTo>
                    <a:cubicBezTo>
                      <a:pt x="64" y="31"/>
                      <a:pt x="64" y="31"/>
                      <a:pt x="64" y="31"/>
                    </a:cubicBezTo>
                    <a:cubicBezTo>
                      <a:pt x="67" y="31"/>
                      <a:pt x="67" y="31"/>
                      <a:pt x="67" y="31"/>
                    </a:cubicBezTo>
                    <a:cubicBezTo>
                      <a:pt x="66" y="14"/>
                      <a:pt x="51" y="0"/>
                      <a:pt x="33" y="0"/>
                    </a:cubicBezTo>
                    <a:close/>
                    <a:moveTo>
                      <a:pt x="33" y="26"/>
                    </a:moveTo>
                    <a:cubicBezTo>
                      <a:pt x="30" y="26"/>
                      <a:pt x="27" y="24"/>
                      <a:pt x="27" y="20"/>
                    </a:cubicBezTo>
                    <a:cubicBezTo>
                      <a:pt x="27" y="17"/>
                      <a:pt x="30" y="14"/>
                      <a:pt x="33" y="14"/>
                    </a:cubicBezTo>
                    <a:cubicBezTo>
                      <a:pt x="37" y="14"/>
                      <a:pt x="40" y="17"/>
                      <a:pt x="40" y="20"/>
                    </a:cubicBezTo>
                    <a:cubicBezTo>
                      <a:pt x="40" y="24"/>
                      <a:pt x="37" y="26"/>
                      <a:pt x="3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grpSp>
        <p:nvGrpSpPr>
          <p:cNvPr id="77" name="组合 76"/>
          <p:cNvGrpSpPr/>
          <p:nvPr/>
        </p:nvGrpSpPr>
        <p:grpSpPr>
          <a:xfrm>
            <a:off x="2883380" y="866744"/>
            <a:ext cx="1953388" cy="3364305"/>
            <a:chOff x="2050265" y="616385"/>
            <a:chExt cx="1389152" cy="2392526"/>
          </a:xfrm>
        </p:grpSpPr>
        <p:grpSp>
          <p:nvGrpSpPr>
            <p:cNvPr id="37" name="组合 36"/>
            <p:cNvGrpSpPr/>
            <p:nvPr/>
          </p:nvGrpSpPr>
          <p:grpSpPr>
            <a:xfrm>
              <a:off x="2050265" y="616385"/>
              <a:ext cx="1389152" cy="2392526"/>
              <a:chOff x="2689225" y="814470"/>
              <a:chExt cx="2591962" cy="4464122"/>
            </a:xfrm>
          </p:grpSpPr>
          <p:sp>
            <p:nvSpPr>
              <p:cNvPr id="41" name="任意多边形 40"/>
              <p:cNvSpPr/>
              <p:nvPr/>
            </p:nvSpPr>
            <p:spPr>
              <a:xfrm rot="2700000">
                <a:off x="2013032" y="2010436"/>
                <a:ext cx="4464122" cy="2072189"/>
              </a:xfrm>
              <a:custGeom>
                <a:avLst/>
                <a:gdLst>
                  <a:gd name="connsiteX0" fmla="*/ 776171 w 2969868"/>
                  <a:gd name="connsiteY0" fmla="*/ 0 h 1494000"/>
                  <a:gd name="connsiteX1" fmla="*/ 2233868 w 2969868"/>
                  <a:gd name="connsiteY1" fmla="*/ 0 h 1494000"/>
                  <a:gd name="connsiteX2" fmla="*/ 2233867 w 2969868"/>
                  <a:gd name="connsiteY2" fmla="*/ 1494000 h 1494000"/>
                  <a:gd name="connsiteX3" fmla="*/ 0 w 2969868"/>
                  <a:gd name="connsiteY3" fmla="*/ 1494000 h 1494000"/>
                  <a:gd name="connsiteX4" fmla="*/ 0 w 2969868"/>
                  <a:gd name="connsiteY4" fmla="*/ 1461258 h 1494000"/>
                  <a:gd name="connsiteX5" fmla="*/ 776172 w 2969868"/>
                  <a:gd name="connsiteY5" fmla="*/ 1461258 h 149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9868" h="1494000">
                    <a:moveTo>
                      <a:pt x="776171" y="0"/>
                    </a:moveTo>
                    <a:lnTo>
                      <a:pt x="2233868" y="0"/>
                    </a:lnTo>
                    <a:cubicBezTo>
                      <a:pt x="3232538" y="23721"/>
                      <a:pt x="3197712" y="1487845"/>
                      <a:pt x="2233867" y="1494000"/>
                    </a:cubicBezTo>
                    <a:lnTo>
                      <a:pt x="0" y="1494000"/>
                    </a:lnTo>
                    <a:lnTo>
                      <a:pt x="0" y="1461258"/>
                    </a:lnTo>
                    <a:lnTo>
                      <a:pt x="776172" y="1461258"/>
                    </a:lnTo>
                    <a:close/>
                  </a:path>
                </a:pathLst>
              </a:custGeom>
              <a:gradFill>
                <a:gsLst>
                  <a:gs pos="67000">
                    <a:schemeClr val="bg1">
                      <a:lumMod val="65000"/>
                      <a:alpha val="29000"/>
                    </a:schemeClr>
                  </a:gs>
                  <a:gs pos="0">
                    <a:schemeClr val="tx1"/>
                  </a:gs>
                  <a:gs pos="100000">
                    <a:schemeClr val="bg1">
                      <a:lumMod val="95000"/>
                      <a:alpha val="0"/>
                    </a:schemeClr>
                  </a:gs>
                </a:gsLst>
                <a:lin ang="0" scaled="0"/>
              </a:gra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 name="椭圆 41"/>
              <p:cNvSpPr/>
              <p:nvPr/>
            </p:nvSpPr>
            <p:spPr>
              <a:xfrm>
                <a:off x="2689225" y="1488621"/>
                <a:ext cx="1791609" cy="1791608"/>
              </a:xfrm>
              <a:prstGeom prst="ellipse">
                <a:avLst/>
              </a:prstGeom>
              <a:gradFill>
                <a:gsLst>
                  <a:gs pos="0">
                    <a:schemeClr val="bg1">
                      <a:lumMod val="65000"/>
                    </a:schemeClr>
                  </a:gs>
                  <a:gs pos="100000">
                    <a:schemeClr val="bg1">
                      <a:lumMod val="95000"/>
                    </a:schemeClr>
                  </a:gs>
                </a:gsLst>
                <a:lin ang="2700000" scaled="1"/>
              </a:gradFill>
              <a:ln w="25400">
                <a:gradFill flip="none" rotWithShape="1">
                  <a:gsLst>
                    <a:gs pos="0">
                      <a:schemeClr val="bg1"/>
                    </a:gs>
                    <a:gs pos="100000">
                      <a:schemeClr val="bg1">
                        <a:lumMod val="65000"/>
                      </a:schemeClr>
                    </a:gs>
                  </a:gsLst>
                  <a:lin ang="2700000" scaled="1"/>
                  <a:tileRect/>
                </a:gradFill>
              </a:ln>
              <a:effectLst>
                <a:outerShdw blurRad="622300" dist="2159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6" name="Freeform 32"/>
            <p:cNvSpPr>
              <a:spLocks noEditPoints="1"/>
            </p:cNvSpPr>
            <p:nvPr/>
          </p:nvSpPr>
          <p:spPr bwMode="auto">
            <a:xfrm>
              <a:off x="2266212" y="1238600"/>
              <a:ext cx="506171" cy="438391"/>
            </a:xfrm>
            <a:custGeom>
              <a:avLst/>
              <a:gdLst>
                <a:gd name="T0" fmla="*/ 92 w 244"/>
                <a:gd name="T1" fmla="*/ 48 h 175"/>
                <a:gd name="T2" fmla="*/ 102 w 244"/>
                <a:gd name="T3" fmla="*/ 27 h 175"/>
                <a:gd name="T4" fmla="*/ 75 w 244"/>
                <a:gd name="T5" fmla="*/ 0 h 175"/>
                <a:gd name="T6" fmla="*/ 48 w 244"/>
                <a:gd name="T7" fmla="*/ 27 h 175"/>
                <a:gd name="T8" fmla="*/ 58 w 244"/>
                <a:gd name="T9" fmla="*/ 48 h 175"/>
                <a:gd name="T10" fmla="*/ 10 w 244"/>
                <a:gd name="T11" fmla="*/ 123 h 175"/>
                <a:gd name="T12" fmla="*/ 46 w 244"/>
                <a:gd name="T13" fmla="*/ 97 h 175"/>
                <a:gd name="T14" fmla="*/ 32 w 244"/>
                <a:gd name="T15" fmla="*/ 175 h 175"/>
                <a:gd name="T16" fmla="*/ 57 w 244"/>
                <a:gd name="T17" fmla="*/ 175 h 175"/>
                <a:gd name="T18" fmla="*/ 75 w 244"/>
                <a:gd name="T19" fmla="*/ 142 h 175"/>
                <a:gd name="T20" fmla="*/ 93 w 244"/>
                <a:gd name="T21" fmla="*/ 175 h 175"/>
                <a:gd name="T22" fmla="*/ 118 w 244"/>
                <a:gd name="T23" fmla="*/ 175 h 175"/>
                <a:gd name="T24" fmla="*/ 104 w 244"/>
                <a:gd name="T25" fmla="*/ 97 h 175"/>
                <a:gd name="T26" fmla="*/ 140 w 244"/>
                <a:gd name="T27" fmla="*/ 123 h 175"/>
                <a:gd name="T28" fmla="*/ 92 w 244"/>
                <a:gd name="T29" fmla="*/ 48 h 175"/>
                <a:gd name="T30" fmla="*/ 208 w 244"/>
                <a:gd name="T31" fmla="*/ 97 h 175"/>
                <a:gd name="T32" fmla="*/ 214 w 244"/>
                <a:gd name="T33" fmla="*/ 84 h 175"/>
                <a:gd name="T34" fmla="*/ 198 w 244"/>
                <a:gd name="T35" fmla="*/ 68 h 175"/>
                <a:gd name="T36" fmla="*/ 181 w 244"/>
                <a:gd name="T37" fmla="*/ 84 h 175"/>
                <a:gd name="T38" fmla="*/ 187 w 244"/>
                <a:gd name="T39" fmla="*/ 97 h 175"/>
                <a:gd name="T40" fmla="*/ 158 w 244"/>
                <a:gd name="T41" fmla="*/ 143 h 175"/>
                <a:gd name="T42" fmla="*/ 180 w 244"/>
                <a:gd name="T43" fmla="*/ 127 h 175"/>
                <a:gd name="T44" fmla="*/ 171 w 244"/>
                <a:gd name="T45" fmla="*/ 175 h 175"/>
                <a:gd name="T46" fmla="*/ 186 w 244"/>
                <a:gd name="T47" fmla="*/ 175 h 175"/>
                <a:gd name="T48" fmla="*/ 198 w 244"/>
                <a:gd name="T49" fmla="*/ 155 h 175"/>
                <a:gd name="T50" fmla="*/ 209 w 244"/>
                <a:gd name="T51" fmla="*/ 175 h 175"/>
                <a:gd name="T52" fmla="*/ 224 w 244"/>
                <a:gd name="T53" fmla="*/ 175 h 175"/>
                <a:gd name="T54" fmla="*/ 216 w 244"/>
                <a:gd name="T55" fmla="*/ 127 h 175"/>
                <a:gd name="T56" fmla="*/ 237 w 244"/>
                <a:gd name="T57" fmla="*/ 143 h 175"/>
                <a:gd name="T58" fmla="*/ 208 w 244"/>
                <a:gd name="T59" fmla="*/ 9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4" h="175">
                  <a:moveTo>
                    <a:pt x="92" y="48"/>
                  </a:moveTo>
                  <a:cubicBezTo>
                    <a:pt x="98" y="43"/>
                    <a:pt x="102" y="36"/>
                    <a:pt x="102" y="27"/>
                  </a:cubicBezTo>
                  <a:cubicBezTo>
                    <a:pt x="102" y="12"/>
                    <a:pt x="90" y="0"/>
                    <a:pt x="75" y="0"/>
                  </a:cubicBezTo>
                  <a:cubicBezTo>
                    <a:pt x="60" y="0"/>
                    <a:pt x="48" y="12"/>
                    <a:pt x="48" y="27"/>
                  </a:cubicBezTo>
                  <a:cubicBezTo>
                    <a:pt x="48" y="36"/>
                    <a:pt x="52" y="43"/>
                    <a:pt x="58" y="48"/>
                  </a:cubicBezTo>
                  <a:cubicBezTo>
                    <a:pt x="31" y="58"/>
                    <a:pt x="0" y="113"/>
                    <a:pt x="10" y="123"/>
                  </a:cubicBezTo>
                  <a:cubicBezTo>
                    <a:pt x="19" y="131"/>
                    <a:pt x="34" y="114"/>
                    <a:pt x="46" y="97"/>
                  </a:cubicBezTo>
                  <a:cubicBezTo>
                    <a:pt x="39" y="123"/>
                    <a:pt x="34" y="151"/>
                    <a:pt x="32" y="175"/>
                  </a:cubicBezTo>
                  <a:cubicBezTo>
                    <a:pt x="57" y="175"/>
                    <a:pt x="57" y="175"/>
                    <a:pt x="57" y="175"/>
                  </a:cubicBezTo>
                  <a:cubicBezTo>
                    <a:pt x="57" y="161"/>
                    <a:pt x="66" y="142"/>
                    <a:pt x="75" y="142"/>
                  </a:cubicBezTo>
                  <a:cubicBezTo>
                    <a:pt x="84" y="142"/>
                    <a:pt x="93" y="161"/>
                    <a:pt x="93" y="175"/>
                  </a:cubicBezTo>
                  <a:cubicBezTo>
                    <a:pt x="118" y="175"/>
                    <a:pt x="118" y="175"/>
                    <a:pt x="118" y="175"/>
                  </a:cubicBezTo>
                  <a:cubicBezTo>
                    <a:pt x="116" y="151"/>
                    <a:pt x="111" y="123"/>
                    <a:pt x="104" y="97"/>
                  </a:cubicBezTo>
                  <a:cubicBezTo>
                    <a:pt x="116" y="114"/>
                    <a:pt x="131" y="131"/>
                    <a:pt x="140" y="123"/>
                  </a:cubicBezTo>
                  <a:cubicBezTo>
                    <a:pt x="150" y="113"/>
                    <a:pt x="119" y="58"/>
                    <a:pt x="92" y="48"/>
                  </a:cubicBezTo>
                  <a:close/>
                  <a:moveTo>
                    <a:pt x="208" y="97"/>
                  </a:moveTo>
                  <a:cubicBezTo>
                    <a:pt x="212" y="94"/>
                    <a:pt x="214" y="89"/>
                    <a:pt x="214" y="84"/>
                  </a:cubicBezTo>
                  <a:cubicBezTo>
                    <a:pt x="214" y="75"/>
                    <a:pt x="207" y="68"/>
                    <a:pt x="198" y="68"/>
                  </a:cubicBezTo>
                  <a:cubicBezTo>
                    <a:pt x="188" y="68"/>
                    <a:pt x="181" y="75"/>
                    <a:pt x="181" y="84"/>
                  </a:cubicBezTo>
                  <a:cubicBezTo>
                    <a:pt x="181" y="89"/>
                    <a:pt x="183" y="94"/>
                    <a:pt x="187" y="97"/>
                  </a:cubicBezTo>
                  <a:cubicBezTo>
                    <a:pt x="170" y="103"/>
                    <a:pt x="151" y="137"/>
                    <a:pt x="158" y="143"/>
                  </a:cubicBezTo>
                  <a:cubicBezTo>
                    <a:pt x="163" y="148"/>
                    <a:pt x="172" y="137"/>
                    <a:pt x="180" y="127"/>
                  </a:cubicBezTo>
                  <a:cubicBezTo>
                    <a:pt x="176" y="143"/>
                    <a:pt x="173" y="160"/>
                    <a:pt x="171" y="175"/>
                  </a:cubicBezTo>
                  <a:cubicBezTo>
                    <a:pt x="186" y="175"/>
                    <a:pt x="186" y="175"/>
                    <a:pt x="186" y="175"/>
                  </a:cubicBezTo>
                  <a:cubicBezTo>
                    <a:pt x="186" y="167"/>
                    <a:pt x="192" y="155"/>
                    <a:pt x="198" y="155"/>
                  </a:cubicBezTo>
                  <a:cubicBezTo>
                    <a:pt x="203" y="155"/>
                    <a:pt x="209" y="167"/>
                    <a:pt x="209" y="175"/>
                  </a:cubicBezTo>
                  <a:cubicBezTo>
                    <a:pt x="224" y="175"/>
                    <a:pt x="224" y="175"/>
                    <a:pt x="224" y="175"/>
                  </a:cubicBezTo>
                  <a:cubicBezTo>
                    <a:pt x="223" y="160"/>
                    <a:pt x="219" y="143"/>
                    <a:pt x="216" y="127"/>
                  </a:cubicBezTo>
                  <a:cubicBezTo>
                    <a:pt x="223" y="137"/>
                    <a:pt x="232" y="148"/>
                    <a:pt x="237" y="143"/>
                  </a:cubicBezTo>
                  <a:cubicBezTo>
                    <a:pt x="244" y="137"/>
                    <a:pt x="225" y="103"/>
                    <a:pt x="208" y="97"/>
                  </a:cubicBezTo>
                  <a:close/>
                </a:path>
              </a:pathLst>
            </a:custGeom>
            <a:solidFill>
              <a:srgbClr val="C00000"/>
            </a:solidFill>
            <a:ln>
              <a:noFill/>
            </a:ln>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80" name="组合 79"/>
          <p:cNvGrpSpPr/>
          <p:nvPr/>
        </p:nvGrpSpPr>
        <p:grpSpPr>
          <a:xfrm>
            <a:off x="8580774" y="4449526"/>
            <a:ext cx="1953388" cy="3364305"/>
            <a:chOff x="6101968" y="3164281"/>
            <a:chExt cx="1389152" cy="2392526"/>
          </a:xfrm>
        </p:grpSpPr>
        <p:grpSp>
          <p:nvGrpSpPr>
            <p:cNvPr id="48" name="组合 47"/>
            <p:cNvGrpSpPr/>
            <p:nvPr/>
          </p:nvGrpSpPr>
          <p:grpSpPr>
            <a:xfrm>
              <a:off x="6101968" y="3164281"/>
              <a:ext cx="1389152" cy="2392526"/>
              <a:chOff x="2689225" y="814470"/>
              <a:chExt cx="2591962" cy="4464122"/>
            </a:xfrm>
          </p:grpSpPr>
          <p:sp>
            <p:nvSpPr>
              <p:cNvPr id="52" name="任意多边形 51"/>
              <p:cNvSpPr/>
              <p:nvPr/>
            </p:nvSpPr>
            <p:spPr>
              <a:xfrm rot="2700000">
                <a:off x="2013032" y="2010436"/>
                <a:ext cx="4464122" cy="2072189"/>
              </a:xfrm>
              <a:custGeom>
                <a:avLst/>
                <a:gdLst>
                  <a:gd name="connsiteX0" fmla="*/ 776171 w 2969868"/>
                  <a:gd name="connsiteY0" fmla="*/ 0 h 1494000"/>
                  <a:gd name="connsiteX1" fmla="*/ 2233868 w 2969868"/>
                  <a:gd name="connsiteY1" fmla="*/ 0 h 1494000"/>
                  <a:gd name="connsiteX2" fmla="*/ 2233867 w 2969868"/>
                  <a:gd name="connsiteY2" fmla="*/ 1494000 h 1494000"/>
                  <a:gd name="connsiteX3" fmla="*/ 0 w 2969868"/>
                  <a:gd name="connsiteY3" fmla="*/ 1494000 h 1494000"/>
                  <a:gd name="connsiteX4" fmla="*/ 0 w 2969868"/>
                  <a:gd name="connsiteY4" fmla="*/ 1461258 h 1494000"/>
                  <a:gd name="connsiteX5" fmla="*/ 776172 w 2969868"/>
                  <a:gd name="connsiteY5" fmla="*/ 1461258 h 149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9868" h="1494000">
                    <a:moveTo>
                      <a:pt x="776171" y="0"/>
                    </a:moveTo>
                    <a:lnTo>
                      <a:pt x="2233868" y="0"/>
                    </a:lnTo>
                    <a:cubicBezTo>
                      <a:pt x="3232538" y="23721"/>
                      <a:pt x="3197712" y="1487845"/>
                      <a:pt x="2233867" y="1494000"/>
                    </a:cubicBezTo>
                    <a:lnTo>
                      <a:pt x="0" y="1494000"/>
                    </a:lnTo>
                    <a:lnTo>
                      <a:pt x="0" y="1461258"/>
                    </a:lnTo>
                    <a:lnTo>
                      <a:pt x="776172" y="1461258"/>
                    </a:lnTo>
                    <a:close/>
                  </a:path>
                </a:pathLst>
              </a:custGeom>
              <a:gradFill>
                <a:gsLst>
                  <a:gs pos="67000">
                    <a:schemeClr val="bg1">
                      <a:lumMod val="65000"/>
                      <a:alpha val="29000"/>
                    </a:schemeClr>
                  </a:gs>
                  <a:gs pos="0">
                    <a:schemeClr val="tx1"/>
                  </a:gs>
                  <a:gs pos="100000">
                    <a:schemeClr val="bg1">
                      <a:lumMod val="95000"/>
                      <a:alpha val="0"/>
                    </a:schemeClr>
                  </a:gs>
                </a:gsLst>
                <a:lin ang="0" scaled="0"/>
              </a:gra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3" name="椭圆 52"/>
              <p:cNvSpPr/>
              <p:nvPr/>
            </p:nvSpPr>
            <p:spPr>
              <a:xfrm>
                <a:off x="2689225" y="1488621"/>
                <a:ext cx="1791609" cy="1791608"/>
              </a:xfrm>
              <a:prstGeom prst="ellipse">
                <a:avLst/>
              </a:prstGeom>
              <a:gradFill>
                <a:gsLst>
                  <a:gs pos="0">
                    <a:schemeClr val="bg1">
                      <a:lumMod val="65000"/>
                    </a:schemeClr>
                  </a:gs>
                  <a:gs pos="100000">
                    <a:schemeClr val="bg1">
                      <a:lumMod val="95000"/>
                    </a:schemeClr>
                  </a:gs>
                </a:gsLst>
                <a:lin ang="2700000" scaled="1"/>
              </a:gradFill>
              <a:ln w="25400">
                <a:gradFill flip="none" rotWithShape="1">
                  <a:gsLst>
                    <a:gs pos="0">
                      <a:schemeClr val="bg1"/>
                    </a:gs>
                    <a:gs pos="100000">
                      <a:schemeClr val="bg1">
                        <a:lumMod val="65000"/>
                      </a:schemeClr>
                    </a:gs>
                  </a:gsLst>
                  <a:lin ang="2700000" scaled="1"/>
                  <a:tileRect/>
                </a:gradFill>
              </a:ln>
              <a:effectLst>
                <a:outerShdw blurRad="622300" dist="215900" dir="2700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45" name="组合 44"/>
            <p:cNvGrpSpPr/>
            <p:nvPr/>
          </p:nvGrpSpPr>
          <p:grpSpPr>
            <a:xfrm>
              <a:off x="6318554" y="3717561"/>
              <a:ext cx="525290" cy="592812"/>
              <a:chOff x="10815663" y="1174749"/>
              <a:chExt cx="728665" cy="822324"/>
            </a:xfrm>
            <a:solidFill>
              <a:srgbClr val="C00000"/>
            </a:solidFill>
          </p:grpSpPr>
          <p:sp>
            <p:nvSpPr>
              <p:cNvPr id="46" name="Freeform 33"/>
              <p:cNvSpPr>
                <a:spLocks noEditPoints="1"/>
              </p:cNvSpPr>
              <p:nvPr/>
            </p:nvSpPr>
            <p:spPr bwMode="auto">
              <a:xfrm>
                <a:off x="10815663" y="1174749"/>
                <a:ext cx="728665" cy="822324"/>
              </a:xfrm>
              <a:custGeom>
                <a:avLst/>
                <a:gdLst>
                  <a:gd name="T0" fmla="*/ 103 w 194"/>
                  <a:gd name="T1" fmla="*/ 26 h 219"/>
                  <a:gd name="T2" fmla="*/ 103 w 194"/>
                  <a:gd name="T3" fmla="*/ 18 h 219"/>
                  <a:gd name="T4" fmla="*/ 120 w 194"/>
                  <a:gd name="T5" fmla="*/ 18 h 219"/>
                  <a:gd name="T6" fmla="*/ 120 w 194"/>
                  <a:gd name="T7" fmla="*/ 0 h 219"/>
                  <a:gd name="T8" fmla="*/ 74 w 194"/>
                  <a:gd name="T9" fmla="*/ 0 h 219"/>
                  <a:gd name="T10" fmla="*/ 74 w 194"/>
                  <a:gd name="T11" fmla="*/ 18 h 219"/>
                  <a:gd name="T12" fmla="*/ 91 w 194"/>
                  <a:gd name="T13" fmla="*/ 18 h 219"/>
                  <a:gd name="T14" fmla="*/ 91 w 194"/>
                  <a:gd name="T15" fmla="*/ 26 h 219"/>
                  <a:gd name="T16" fmla="*/ 0 w 194"/>
                  <a:gd name="T17" fmla="*/ 122 h 219"/>
                  <a:gd name="T18" fmla="*/ 97 w 194"/>
                  <a:gd name="T19" fmla="*/ 219 h 219"/>
                  <a:gd name="T20" fmla="*/ 194 w 194"/>
                  <a:gd name="T21" fmla="*/ 122 h 219"/>
                  <a:gd name="T22" fmla="*/ 103 w 194"/>
                  <a:gd name="T23" fmla="*/ 26 h 219"/>
                  <a:gd name="T24" fmla="*/ 158 w 194"/>
                  <a:gd name="T25" fmla="*/ 180 h 219"/>
                  <a:gd name="T26" fmla="*/ 145 w 194"/>
                  <a:gd name="T27" fmla="*/ 167 h 219"/>
                  <a:gd name="T28" fmla="*/ 142 w 194"/>
                  <a:gd name="T29" fmla="*/ 171 h 219"/>
                  <a:gd name="T30" fmla="*/ 154 w 194"/>
                  <a:gd name="T31" fmla="*/ 183 h 219"/>
                  <a:gd name="T32" fmla="*/ 100 w 194"/>
                  <a:gd name="T33" fmla="*/ 206 h 219"/>
                  <a:gd name="T34" fmla="*/ 100 w 194"/>
                  <a:gd name="T35" fmla="*/ 188 h 219"/>
                  <a:gd name="T36" fmla="*/ 95 w 194"/>
                  <a:gd name="T37" fmla="*/ 188 h 219"/>
                  <a:gd name="T38" fmla="*/ 95 w 194"/>
                  <a:gd name="T39" fmla="*/ 206 h 219"/>
                  <a:gd name="T40" fmla="*/ 40 w 194"/>
                  <a:gd name="T41" fmla="*/ 183 h 219"/>
                  <a:gd name="T42" fmla="*/ 52 w 194"/>
                  <a:gd name="T43" fmla="*/ 171 h 219"/>
                  <a:gd name="T44" fmla="*/ 49 w 194"/>
                  <a:gd name="T45" fmla="*/ 167 h 219"/>
                  <a:gd name="T46" fmla="*/ 36 w 194"/>
                  <a:gd name="T47" fmla="*/ 180 h 219"/>
                  <a:gd name="T48" fmla="*/ 14 w 194"/>
                  <a:gd name="T49" fmla="*/ 125 h 219"/>
                  <a:gd name="T50" fmla="*/ 31 w 194"/>
                  <a:gd name="T51" fmla="*/ 125 h 219"/>
                  <a:gd name="T52" fmla="*/ 31 w 194"/>
                  <a:gd name="T53" fmla="*/ 120 h 219"/>
                  <a:gd name="T54" fmla="*/ 14 w 194"/>
                  <a:gd name="T55" fmla="*/ 120 h 219"/>
                  <a:gd name="T56" fmla="*/ 36 w 194"/>
                  <a:gd name="T57" fmla="*/ 65 h 219"/>
                  <a:gd name="T58" fmla="*/ 49 w 194"/>
                  <a:gd name="T59" fmla="*/ 78 h 219"/>
                  <a:gd name="T60" fmla="*/ 52 w 194"/>
                  <a:gd name="T61" fmla="*/ 74 h 219"/>
                  <a:gd name="T62" fmla="*/ 40 w 194"/>
                  <a:gd name="T63" fmla="*/ 62 h 219"/>
                  <a:gd name="T64" fmla="*/ 95 w 194"/>
                  <a:gd name="T65" fmla="*/ 39 h 219"/>
                  <a:gd name="T66" fmla="*/ 95 w 194"/>
                  <a:gd name="T67" fmla="*/ 56 h 219"/>
                  <a:gd name="T68" fmla="*/ 100 w 194"/>
                  <a:gd name="T69" fmla="*/ 56 h 219"/>
                  <a:gd name="T70" fmla="*/ 100 w 194"/>
                  <a:gd name="T71" fmla="*/ 39 h 219"/>
                  <a:gd name="T72" fmla="*/ 154 w 194"/>
                  <a:gd name="T73" fmla="*/ 62 h 219"/>
                  <a:gd name="T74" fmla="*/ 142 w 194"/>
                  <a:gd name="T75" fmla="*/ 74 h 219"/>
                  <a:gd name="T76" fmla="*/ 145 w 194"/>
                  <a:gd name="T77" fmla="*/ 78 h 219"/>
                  <a:gd name="T78" fmla="*/ 158 w 194"/>
                  <a:gd name="T79" fmla="*/ 65 h 219"/>
                  <a:gd name="T80" fmla="*/ 180 w 194"/>
                  <a:gd name="T81" fmla="*/ 120 h 219"/>
                  <a:gd name="T82" fmla="*/ 163 w 194"/>
                  <a:gd name="T83" fmla="*/ 120 h 219"/>
                  <a:gd name="T84" fmla="*/ 163 w 194"/>
                  <a:gd name="T85" fmla="*/ 125 h 219"/>
                  <a:gd name="T86" fmla="*/ 180 w 194"/>
                  <a:gd name="T87" fmla="*/ 125 h 219"/>
                  <a:gd name="T88" fmla="*/ 158 w 194"/>
                  <a:gd name="T89" fmla="*/ 18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4" h="219">
                    <a:moveTo>
                      <a:pt x="103" y="26"/>
                    </a:moveTo>
                    <a:cubicBezTo>
                      <a:pt x="103" y="18"/>
                      <a:pt x="103" y="18"/>
                      <a:pt x="103" y="18"/>
                    </a:cubicBezTo>
                    <a:cubicBezTo>
                      <a:pt x="120" y="18"/>
                      <a:pt x="120" y="18"/>
                      <a:pt x="120" y="18"/>
                    </a:cubicBezTo>
                    <a:cubicBezTo>
                      <a:pt x="120" y="0"/>
                      <a:pt x="120" y="0"/>
                      <a:pt x="120" y="0"/>
                    </a:cubicBezTo>
                    <a:cubicBezTo>
                      <a:pt x="74" y="0"/>
                      <a:pt x="74" y="0"/>
                      <a:pt x="74" y="0"/>
                    </a:cubicBezTo>
                    <a:cubicBezTo>
                      <a:pt x="74" y="18"/>
                      <a:pt x="74" y="18"/>
                      <a:pt x="74" y="18"/>
                    </a:cubicBezTo>
                    <a:cubicBezTo>
                      <a:pt x="91" y="18"/>
                      <a:pt x="91" y="18"/>
                      <a:pt x="91" y="18"/>
                    </a:cubicBezTo>
                    <a:cubicBezTo>
                      <a:pt x="91" y="26"/>
                      <a:pt x="91" y="26"/>
                      <a:pt x="91" y="26"/>
                    </a:cubicBezTo>
                    <a:cubicBezTo>
                      <a:pt x="41" y="29"/>
                      <a:pt x="0" y="71"/>
                      <a:pt x="0" y="122"/>
                    </a:cubicBezTo>
                    <a:cubicBezTo>
                      <a:pt x="0" y="176"/>
                      <a:pt x="44" y="219"/>
                      <a:pt x="97" y="219"/>
                    </a:cubicBezTo>
                    <a:cubicBezTo>
                      <a:pt x="150" y="219"/>
                      <a:pt x="194" y="176"/>
                      <a:pt x="194" y="122"/>
                    </a:cubicBezTo>
                    <a:cubicBezTo>
                      <a:pt x="194" y="71"/>
                      <a:pt x="154" y="29"/>
                      <a:pt x="103" y="26"/>
                    </a:cubicBezTo>
                    <a:close/>
                    <a:moveTo>
                      <a:pt x="158" y="180"/>
                    </a:moveTo>
                    <a:cubicBezTo>
                      <a:pt x="145" y="167"/>
                      <a:pt x="145" y="167"/>
                      <a:pt x="145" y="167"/>
                    </a:cubicBezTo>
                    <a:cubicBezTo>
                      <a:pt x="142" y="171"/>
                      <a:pt x="142" y="171"/>
                      <a:pt x="142" y="171"/>
                    </a:cubicBezTo>
                    <a:cubicBezTo>
                      <a:pt x="154" y="183"/>
                      <a:pt x="154" y="183"/>
                      <a:pt x="154" y="183"/>
                    </a:cubicBezTo>
                    <a:cubicBezTo>
                      <a:pt x="140" y="197"/>
                      <a:pt x="121" y="205"/>
                      <a:pt x="100" y="206"/>
                    </a:cubicBezTo>
                    <a:cubicBezTo>
                      <a:pt x="100" y="188"/>
                      <a:pt x="100" y="188"/>
                      <a:pt x="100" y="188"/>
                    </a:cubicBezTo>
                    <a:cubicBezTo>
                      <a:pt x="95" y="188"/>
                      <a:pt x="95" y="188"/>
                      <a:pt x="95" y="188"/>
                    </a:cubicBezTo>
                    <a:cubicBezTo>
                      <a:pt x="95" y="206"/>
                      <a:pt x="95" y="206"/>
                      <a:pt x="95" y="206"/>
                    </a:cubicBezTo>
                    <a:cubicBezTo>
                      <a:pt x="73" y="205"/>
                      <a:pt x="54" y="197"/>
                      <a:pt x="40" y="183"/>
                    </a:cubicBezTo>
                    <a:cubicBezTo>
                      <a:pt x="52" y="171"/>
                      <a:pt x="52" y="171"/>
                      <a:pt x="52" y="171"/>
                    </a:cubicBezTo>
                    <a:cubicBezTo>
                      <a:pt x="49" y="167"/>
                      <a:pt x="49" y="167"/>
                      <a:pt x="49" y="167"/>
                    </a:cubicBezTo>
                    <a:cubicBezTo>
                      <a:pt x="36" y="180"/>
                      <a:pt x="36" y="180"/>
                      <a:pt x="36" y="180"/>
                    </a:cubicBezTo>
                    <a:cubicBezTo>
                      <a:pt x="23" y="165"/>
                      <a:pt x="14" y="146"/>
                      <a:pt x="14" y="125"/>
                    </a:cubicBezTo>
                    <a:cubicBezTo>
                      <a:pt x="31" y="125"/>
                      <a:pt x="31" y="125"/>
                      <a:pt x="31" y="125"/>
                    </a:cubicBezTo>
                    <a:cubicBezTo>
                      <a:pt x="31" y="120"/>
                      <a:pt x="31" y="120"/>
                      <a:pt x="31" y="120"/>
                    </a:cubicBezTo>
                    <a:cubicBezTo>
                      <a:pt x="14" y="120"/>
                      <a:pt x="14" y="120"/>
                      <a:pt x="14" y="120"/>
                    </a:cubicBezTo>
                    <a:cubicBezTo>
                      <a:pt x="14" y="99"/>
                      <a:pt x="23" y="80"/>
                      <a:pt x="36" y="65"/>
                    </a:cubicBezTo>
                    <a:cubicBezTo>
                      <a:pt x="49" y="78"/>
                      <a:pt x="49" y="78"/>
                      <a:pt x="49" y="78"/>
                    </a:cubicBezTo>
                    <a:cubicBezTo>
                      <a:pt x="52" y="74"/>
                      <a:pt x="52" y="74"/>
                      <a:pt x="52" y="74"/>
                    </a:cubicBezTo>
                    <a:cubicBezTo>
                      <a:pt x="40" y="62"/>
                      <a:pt x="40" y="62"/>
                      <a:pt x="40" y="62"/>
                    </a:cubicBezTo>
                    <a:cubicBezTo>
                      <a:pt x="54" y="48"/>
                      <a:pt x="73" y="40"/>
                      <a:pt x="95" y="39"/>
                    </a:cubicBezTo>
                    <a:cubicBezTo>
                      <a:pt x="95" y="56"/>
                      <a:pt x="95" y="56"/>
                      <a:pt x="95" y="56"/>
                    </a:cubicBezTo>
                    <a:cubicBezTo>
                      <a:pt x="100" y="56"/>
                      <a:pt x="100" y="56"/>
                      <a:pt x="100" y="56"/>
                    </a:cubicBezTo>
                    <a:cubicBezTo>
                      <a:pt x="100" y="39"/>
                      <a:pt x="100" y="39"/>
                      <a:pt x="100" y="39"/>
                    </a:cubicBezTo>
                    <a:cubicBezTo>
                      <a:pt x="121" y="40"/>
                      <a:pt x="140" y="48"/>
                      <a:pt x="154" y="62"/>
                    </a:cubicBezTo>
                    <a:cubicBezTo>
                      <a:pt x="142" y="74"/>
                      <a:pt x="142" y="74"/>
                      <a:pt x="142" y="74"/>
                    </a:cubicBezTo>
                    <a:cubicBezTo>
                      <a:pt x="145" y="78"/>
                      <a:pt x="145" y="78"/>
                      <a:pt x="145" y="78"/>
                    </a:cubicBezTo>
                    <a:cubicBezTo>
                      <a:pt x="158" y="65"/>
                      <a:pt x="158" y="65"/>
                      <a:pt x="158" y="65"/>
                    </a:cubicBezTo>
                    <a:cubicBezTo>
                      <a:pt x="171" y="80"/>
                      <a:pt x="180" y="99"/>
                      <a:pt x="180" y="120"/>
                    </a:cubicBezTo>
                    <a:cubicBezTo>
                      <a:pt x="163" y="120"/>
                      <a:pt x="163" y="120"/>
                      <a:pt x="163" y="120"/>
                    </a:cubicBezTo>
                    <a:cubicBezTo>
                      <a:pt x="163" y="125"/>
                      <a:pt x="163" y="125"/>
                      <a:pt x="163" y="125"/>
                    </a:cubicBezTo>
                    <a:cubicBezTo>
                      <a:pt x="180" y="125"/>
                      <a:pt x="180" y="125"/>
                      <a:pt x="180" y="125"/>
                    </a:cubicBezTo>
                    <a:cubicBezTo>
                      <a:pt x="180" y="146"/>
                      <a:pt x="171" y="165"/>
                      <a:pt x="158"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 name="Freeform 34"/>
              <p:cNvSpPr>
                <a:spLocks/>
              </p:cNvSpPr>
              <p:nvPr/>
            </p:nvSpPr>
            <p:spPr bwMode="auto">
              <a:xfrm>
                <a:off x="11153775" y="1404937"/>
                <a:ext cx="160339" cy="273050"/>
              </a:xfrm>
              <a:custGeom>
                <a:avLst/>
                <a:gdLst>
                  <a:gd name="T0" fmla="*/ 101 w 101"/>
                  <a:gd name="T1" fmla="*/ 66 h 172"/>
                  <a:gd name="T2" fmla="*/ 94 w 101"/>
                  <a:gd name="T3" fmla="*/ 59 h 172"/>
                  <a:gd name="T4" fmla="*/ 21 w 101"/>
                  <a:gd name="T5" fmla="*/ 132 h 172"/>
                  <a:gd name="T6" fmla="*/ 21 w 101"/>
                  <a:gd name="T7" fmla="*/ 0 h 172"/>
                  <a:gd name="T8" fmla="*/ 11 w 101"/>
                  <a:gd name="T9" fmla="*/ 0 h 172"/>
                  <a:gd name="T10" fmla="*/ 11 w 101"/>
                  <a:gd name="T11" fmla="*/ 141 h 172"/>
                  <a:gd name="T12" fmla="*/ 0 w 101"/>
                  <a:gd name="T13" fmla="*/ 153 h 172"/>
                  <a:gd name="T14" fmla="*/ 7 w 101"/>
                  <a:gd name="T15" fmla="*/ 163 h 172"/>
                  <a:gd name="T16" fmla="*/ 11 w 101"/>
                  <a:gd name="T17" fmla="*/ 158 h 172"/>
                  <a:gd name="T18" fmla="*/ 11 w 101"/>
                  <a:gd name="T19" fmla="*/ 172 h 172"/>
                  <a:gd name="T20" fmla="*/ 21 w 101"/>
                  <a:gd name="T21" fmla="*/ 172 h 172"/>
                  <a:gd name="T22" fmla="*/ 21 w 101"/>
                  <a:gd name="T23" fmla="*/ 146 h 172"/>
                  <a:gd name="T24" fmla="*/ 101 w 101"/>
                  <a:gd name="T25" fmla="*/ 6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172">
                    <a:moveTo>
                      <a:pt x="101" y="66"/>
                    </a:moveTo>
                    <a:lnTo>
                      <a:pt x="94" y="59"/>
                    </a:lnTo>
                    <a:lnTo>
                      <a:pt x="21" y="132"/>
                    </a:lnTo>
                    <a:lnTo>
                      <a:pt x="21" y="0"/>
                    </a:lnTo>
                    <a:lnTo>
                      <a:pt x="11" y="0"/>
                    </a:lnTo>
                    <a:lnTo>
                      <a:pt x="11" y="141"/>
                    </a:lnTo>
                    <a:lnTo>
                      <a:pt x="0" y="153"/>
                    </a:lnTo>
                    <a:lnTo>
                      <a:pt x="7" y="163"/>
                    </a:lnTo>
                    <a:lnTo>
                      <a:pt x="11" y="158"/>
                    </a:lnTo>
                    <a:lnTo>
                      <a:pt x="11" y="172"/>
                    </a:lnTo>
                    <a:lnTo>
                      <a:pt x="21" y="172"/>
                    </a:lnTo>
                    <a:lnTo>
                      <a:pt x="21" y="146"/>
                    </a:lnTo>
                    <a:lnTo>
                      <a:pt x="101"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grpSp>
        <p:nvGrpSpPr>
          <p:cNvPr id="54" name="组合 53"/>
          <p:cNvGrpSpPr/>
          <p:nvPr/>
        </p:nvGrpSpPr>
        <p:grpSpPr>
          <a:xfrm>
            <a:off x="4555465" y="1659309"/>
            <a:ext cx="3717328" cy="906507"/>
            <a:chOff x="4018788" y="947505"/>
            <a:chExt cx="3524771" cy="859551"/>
          </a:xfrm>
        </p:grpSpPr>
        <p:sp>
          <p:nvSpPr>
            <p:cNvPr id="55" name="文本框 112"/>
            <p:cNvSpPr txBox="1"/>
            <p:nvPr/>
          </p:nvSpPr>
          <p:spPr>
            <a:xfrm>
              <a:off x="4683709" y="1008141"/>
              <a:ext cx="1768274" cy="313296"/>
            </a:xfrm>
            <a:prstGeom prst="rect">
              <a:avLst/>
            </a:prstGeom>
            <a:noFill/>
          </p:spPr>
          <p:txBody>
            <a:bodyPr wrap="square" rtlCol="0">
              <a:spAutoFit/>
            </a:bodyPr>
            <a:lstStyle/>
            <a:p>
              <a:r>
                <a:rPr lang="zh-CN" altLang="en-US" sz="1547" dirty="0">
                  <a:latin typeface="时尚中黑简体" panose="01010104010101010101" pitchFamily="2" charset="-122"/>
                  <a:ea typeface="时尚中黑简体" panose="01010104010101010101" pitchFamily="2" charset="-122"/>
                </a:rPr>
                <a:t>在此添加标题</a:t>
              </a:r>
            </a:p>
          </p:txBody>
        </p:sp>
        <p:sp>
          <p:nvSpPr>
            <p:cNvPr id="56" name="文本框 113"/>
            <p:cNvSpPr txBox="1"/>
            <p:nvPr/>
          </p:nvSpPr>
          <p:spPr>
            <a:xfrm>
              <a:off x="4675901" y="1227036"/>
              <a:ext cx="2867658" cy="580020"/>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57" name="文本框 114"/>
            <p:cNvSpPr txBox="1"/>
            <p:nvPr/>
          </p:nvSpPr>
          <p:spPr>
            <a:xfrm>
              <a:off x="4018788" y="947505"/>
              <a:ext cx="878897" cy="764606"/>
            </a:xfrm>
            <a:prstGeom prst="rect">
              <a:avLst/>
            </a:prstGeom>
            <a:noFill/>
          </p:spPr>
          <p:txBody>
            <a:bodyPr wrap="square" rtlCol="0">
              <a:spAutoFit/>
            </a:bodyPr>
            <a:lstStyle/>
            <a:p>
              <a:pPr algn="ctr"/>
              <a:r>
                <a:rPr lang="en-US" altLang="zh-CN" sz="4640" dirty="0">
                  <a:solidFill>
                    <a:srgbClr val="C00000"/>
                  </a:solidFill>
                  <a:latin typeface="Impact" panose="020B0806030902050204" pitchFamily="34" charset="0"/>
                  <a:ea typeface="Kozuka Gothic Pro H" panose="020B0800000000000000" pitchFamily="34" charset="-128"/>
                </a:rPr>
                <a:t>01</a:t>
              </a:r>
              <a:endParaRPr lang="zh-CN" altLang="en-US" sz="4640" dirty="0">
                <a:solidFill>
                  <a:srgbClr val="C00000"/>
                </a:solidFill>
                <a:latin typeface="Impact" panose="020B0806030902050204" pitchFamily="34" charset="0"/>
                <a:ea typeface="Kozuka Gothic Pro H" panose="020B0800000000000000" pitchFamily="34" charset="-128"/>
              </a:endParaRPr>
            </a:p>
          </p:txBody>
        </p:sp>
      </p:grpSp>
      <p:grpSp>
        <p:nvGrpSpPr>
          <p:cNvPr id="58" name="组合 57"/>
          <p:cNvGrpSpPr/>
          <p:nvPr/>
        </p:nvGrpSpPr>
        <p:grpSpPr>
          <a:xfrm>
            <a:off x="4575698" y="2885094"/>
            <a:ext cx="3738711" cy="907692"/>
            <a:chOff x="4384651" y="1809662"/>
            <a:chExt cx="3545046" cy="860675"/>
          </a:xfrm>
        </p:grpSpPr>
        <p:sp>
          <p:nvSpPr>
            <p:cNvPr id="59" name="文本框 116"/>
            <p:cNvSpPr txBox="1"/>
            <p:nvPr/>
          </p:nvSpPr>
          <p:spPr>
            <a:xfrm>
              <a:off x="5471109" y="1871422"/>
              <a:ext cx="1768273" cy="313296"/>
            </a:xfrm>
            <a:prstGeom prst="rect">
              <a:avLst/>
            </a:prstGeom>
            <a:noFill/>
          </p:spPr>
          <p:txBody>
            <a:bodyPr wrap="square" rtlCol="0">
              <a:spAutoFit/>
            </a:bodyPr>
            <a:lstStyle/>
            <a:p>
              <a:pPr algn="r"/>
              <a:r>
                <a:rPr lang="zh-CN" altLang="en-US" sz="1547" dirty="0">
                  <a:latin typeface="时尚中黑简体" panose="01010104010101010101" pitchFamily="2" charset="-122"/>
                  <a:ea typeface="时尚中黑简体" panose="01010104010101010101" pitchFamily="2" charset="-122"/>
                </a:rPr>
                <a:t>在此添加标题</a:t>
              </a:r>
            </a:p>
          </p:txBody>
        </p:sp>
        <p:sp>
          <p:nvSpPr>
            <p:cNvPr id="60" name="文本框 117"/>
            <p:cNvSpPr txBox="1"/>
            <p:nvPr/>
          </p:nvSpPr>
          <p:spPr>
            <a:xfrm>
              <a:off x="4384651" y="2090317"/>
              <a:ext cx="2865679" cy="580020"/>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61" name="文本框 118"/>
            <p:cNvSpPr txBox="1"/>
            <p:nvPr/>
          </p:nvSpPr>
          <p:spPr>
            <a:xfrm>
              <a:off x="7050800" y="1809662"/>
              <a:ext cx="878897" cy="764606"/>
            </a:xfrm>
            <a:prstGeom prst="rect">
              <a:avLst/>
            </a:prstGeom>
            <a:noFill/>
          </p:spPr>
          <p:txBody>
            <a:bodyPr wrap="square" rtlCol="0">
              <a:spAutoFit/>
            </a:bodyPr>
            <a:lstStyle/>
            <a:p>
              <a:pPr algn="ctr"/>
              <a:r>
                <a:rPr lang="en-US" altLang="zh-CN" sz="4640" dirty="0">
                  <a:solidFill>
                    <a:srgbClr val="C00000"/>
                  </a:solidFill>
                  <a:latin typeface="Impact" panose="020B0806030902050204" pitchFamily="34" charset="0"/>
                  <a:ea typeface="Kozuka Gothic Pro H" panose="020B0800000000000000" pitchFamily="34" charset="-128"/>
                </a:rPr>
                <a:t>02</a:t>
              </a:r>
              <a:endParaRPr lang="zh-CN" altLang="en-US" sz="4640" dirty="0">
                <a:solidFill>
                  <a:srgbClr val="C00000"/>
                </a:solidFill>
                <a:latin typeface="Impact" panose="020B0806030902050204" pitchFamily="34" charset="0"/>
                <a:ea typeface="Kozuka Gothic Pro H" panose="020B0800000000000000" pitchFamily="34" charset="-128"/>
              </a:endParaRPr>
            </a:p>
          </p:txBody>
        </p:sp>
      </p:grpSp>
      <p:grpSp>
        <p:nvGrpSpPr>
          <p:cNvPr id="62" name="组合 61"/>
          <p:cNvGrpSpPr/>
          <p:nvPr/>
        </p:nvGrpSpPr>
        <p:grpSpPr>
          <a:xfrm>
            <a:off x="4651935" y="4025348"/>
            <a:ext cx="3757509" cy="914543"/>
            <a:chOff x="4018788" y="947505"/>
            <a:chExt cx="3562871" cy="867171"/>
          </a:xfrm>
        </p:grpSpPr>
        <p:sp>
          <p:nvSpPr>
            <p:cNvPr id="63" name="文本框 120"/>
            <p:cNvSpPr txBox="1"/>
            <p:nvPr/>
          </p:nvSpPr>
          <p:spPr>
            <a:xfrm>
              <a:off x="4721809" y="1015761"/>
              <a:ext cx="1768273" cy="313296"/>
            </a:xfrm>
            <a:prstGeom prst="rect">
              <a:avLst/>
            </a:prstGeom>
            <a:noFill/>
          </p:spPr>
          <p:txBody>
            <a:bodyPr wrap="square" rtlCol="0">
              <a:spAutoFit/>
            </a:bodyPr>
            <a:lstStyle/>
            <a:p>
              <a:r>
                <a:rPr lang="zh-CN" altLang="en-US" sz="1547" dirty="0">
                  <a:latin typeface="时尚中黑简体" panose="01010104010101010101" pitchFamily="2" charset="-122"/>
                  <a:ea typeface="时尚中黑简体" panose="01010104010101010101" pitchFamily="2" charset="-122"/>
                </a:rPr>
                <a:t>在此添加标题</a:t>
              </a:r>
            </a:p>
          </p:txBody>
        </p:sp>
        <p:sp>
          <p:nvSpPr>
            <p:cNvPr id="64" name="文本框 121"/>
            <p:cNvSpPr txBox="1"/>
            <p:nvPr/>
          </p:nvSpPr>
          <p:spPr>
            <a:xfrm>
              <a:off x="4714001" y="1234656"/>
              <a:ext cx="2867658" cy="580020"/>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65" name="文本框 122"/>
            <p:cNvSpPr txBox="1"/>
            <p:nvPr/>
          </p:nvSpPr>
          <p:spPr>
            <a:xfrm>
              <a:off x="4018788" y="947505"/>
              <a:ext cx="878897" cy="764606"/>
            </a:xfrm>
            <a:prstGeom prst="rect">
              <a:avLst/>
            </a:prstGeom>
            <a:noFill/>
          </p:spPr>
          <p:txBody>
            <a:bodyPr wrap="square" rtlCol="0">
              <a:spAutoFit/>
            </a:bodyPr>
            <a:lstStyle/>
            <a:p>
              <a:pPr algn="ctr"/>
              <a:r>
                <a:rPr lang="en-US" altLang="zh-CN" sz="4640" dirty="0">
                  <a:solidFill>
                    <a:srgbClr val="C00000"/>
                  </a:solidFill>
                  <a:latin typeface="Impact" panose="020B0806030902050204" pitchFamily="34" charset="0"/>
                  <a:ea typeface="Kozuka Gothic Pro H" panose="020B0800000000000000" pitchFamily="34" charset="-128"/>
                </a:rPr>
                <a:t>03</a:t>
              </a:r>
              <a:endParaRPr lang="zh-CN" altLang="en-US" sz="4640" dirty="0">
                <a:solidFill>
                  <a:srgbClr val="C00000"/>
                </a:solidFill>
                <a:latin typeface="Impact" panose="020B0806030902050204" pitchFamily="34" charset="0"/>
                <a:ea typeface="Kozuka Gothic Pro H" panose="020B0800000000000000" pitchFamily="34" charset="-128"/>
              </a:endParaRPr>
            </a:p>
          </p:txBody>
        </p:sp>
      </p:grpSp>
      <p:grpSp>
        <p:nvGrpSpPr>
          <p:cNvPr id="66" name="组合 65"/>
          <p:cNvGrpSpPr/>
          <p:nvPr/>
        </p:nvGrpSpPr>
        <p:grpSpPr>
          <a:xfrm>
            <a:off x="4575698" y="5244187"/>
            <a:ext cx="3738711" cy="1080816"/>
            <a:chOff x="4384651" y="1809662"/>
            <a:chExt cx="3545046" cy="1024831"/>
          </a:xfrm>
        </p:grpSpPr>
        <p:sp>
          <p:nvSpPr>
            <p:cNvPr id="67" name="文本框 124"/>
            <p:cNvSpPr txBox="1"/>
            <p:nvPr/>
          </p:nvSpPr>
          <p:spPr>
            <a:xfrm>
              <a:off x="5471109" y="1871422"/>
              <a:ext cx="1768273" cy="313296"/>
            </a:xfrm>
            <a:prstGeom prst="rect">
              <a:avLst/>
            </a:prstGeom>
            <a:noFill/>
          </p:spPr>
          <p:txBody>
            <a:bodyPr wrap="square" rtlCol="0">
              <a:spAutoFit/>
            </a:bodyPr>
            <a:lstStyle/>
            <a:p>
              <a:pPr algn="r"/>
              <a:r>
                <a:rPr lang="zh-CN" altLang="en-US" sz="1547" dirty="0">
                  <a:latin typeface="时尚中黑简体" panose="01010104010101010101" pitchFamily="2" charset="-122"/>
                  <a:ea typeface="时尚中黑简体" panose="01010104010101010101" pitchFamily="2" charset="-122"/>
                </a:rPr>
                <a:t>在此添加标题</a:t>
              </a:r>
            </a:p>
          </p:txBody>
        </p:sp>
        <p:sp>
          <p:nvSpPr>
            <p:cNvPr id="68" name="文本框 125"/>
            <p:cNvSpPr txBox="1"/>
            <p:nvPr/>
          </p:nvSpPr>
          <p:spPr>
            <a:xfrm>
              <a:off x="4384651" y="2090317"/>
              <a:ext cx="2865679" cy="744176"/>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a:t>
              </a:r>
            </a:p>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69" name="文本框 126"/>
            <p:cNvSpPr txBox="1"/>
            <p:nvPr/>
          </p:nvSpPr>
          <p:spPr>
            <a:xfrm>
              <a:off x="7050800" y="1809662"/>
              <a:ext cx="878897" cy="764605"/>
            </a:xfrm>
            <a:prstGeom prst="rect">
              <a:avLst/>
            </a:prstGeom>
            <a:noFill/>
          </p:spPr>
          <p:txBody>
            <a:bodyPr wrap="square" rtlCol="0">
              <a:spAutoFit/>
            </a:bodyPr>
            <a:lstStyle/>
            <a:p>
              <a:pPr algn="ctr"/>
              <a:r>
                <a:rPr lang="en-US" altLang="zh-CN" sz="4640" dirty="0">
                  <a:solidFill>
                    <a:srgbClr val="C00000"/>
                  </a:solidFill>
                  <a:latin typeface="Impact" panose="020B0806030902050204" pitchFamily="34" charset="0"/>
                  <a:ea typeface="Kozuka Gothic Pro H" panose="020B0800000000000000" pitchFamily="34" charset="-128"/>
                </a:rPr>
                <a:t>04</a:t>
              </a:r>
              <a:endParaRPr lang="zh-CN" altLang="en-US" sz="4640" dirty="0">
                <a:solidFill>
                  <a:srgbClr val="C00000"/>
                </a:solidFill>
                <a:latin typeface="Impact" panose="020B0806030902050204" pitchFamily="34" charset="0"/>
                <a:ea typeface="Kozuka Gothic Pro H" panose="020B0800000000000000" pitchFamily="34" charset="-128"/>
              </a:endParaRPr>
            </a:p>
          </p:txBody>
        </p:sp>
      </p:grpSp>
      <p:cxnSp>
        <p:nvCxnSpPr>
          <p:cNvPr id="70" name="直接连接符 69"/>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2" name="椭圆 71"/>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TextBox 72"/>
          <p:cNvSpPr txBox="1"/>
          <p:nvPr/>
        </p:nvSpPr>
        <p:spPr>
          <a:xfrm>
            <a:off x="1278503" y="290136"/>
            <a:ext cx="2258632"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可行性分析</a:t>
            </a:r>
          </a:p>
        </p:txBody>
      </p:sp>
      <p:cxnSp>
        <p:nvCxnSpPr>
          <p:cNvPr id="75" name="直接连接符 74"/>
          <p:cNvCxnSpPr/>
          <p:nvPr/>
        </p:nvCxnSpPr>
        <p:spPr>
          <a:xfrm>
            <a:off x="3570086" y="433632"/>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矩形 75"/>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TextBox 80"/>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Tree>
    <p:extLst>
      <p:ext uri="{BB962C8B-B14F-4D97-AF65-F5344CB8AC3E}">
        <p14:creationId xmlns:p14="http://schemas.microsoft.com/office/powerpoint/2010/main" val="1265350765"/>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left)">
                                      <p:cBhvr>
                                        <p:cTn id="7" dur="300"/>
                                        <p:tgtEl>
                                          <p:spTgt spid="70"/>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72"/>
                                        </p:tgtEl>
                                        <p:attrNameLst>
                                          <p:attrName>style.visibility</p:attrName>
                                        </p:attrNameLst>
                                      </p:cBhvr>
                                      <p:to>
                                        <p:strVal val="visible"/>
                                      </p:to>
                                    </p:set>
                                    <p:animEffect transition="in" filter="wipe(down)">
                                      <p:cBhvr>
                                        <p:cTn id="11" dur="300"/>
                                        <p:tgtEl>
                                          <p:spTgt spid="72"/>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73"/>
                                        </p:tgtEl>
                                        <p:attrNameLst>
                                          <p:attrName>style.visibility</p:attrName>
                                        </p:attrNameLst>
                                      </p:cBhvr>
                                      <p:to>
                                        <p:strVal val="visible"/>
                                      </p:to>
                                    </p:set>
                                    <p:anim calcmode="lin" valueType="num">
                                      <p:cBhvr additive="base">
                                        <p:cTn id="15" dur="500"/>
                                        <p:tgtEl>
                                          <p:spTgt spid="73"/>
                                        </p:tgtEl>
                                        <p:attrNameLst>
                                          <p:attrName>ppt_x</p:attrName>
                                        </p:attrNameLst>
                                      </p:cBhvr>
                                      <p:tavLst>
                                        <p:tav tm="0">
                                          <p:val>
                                            <p:strVal val="#ppt_x-#ppt_w*1.125000"/>
                                          </p:val>
                                        </p:tav>
                                        <p:tav tm="100000">
                                          <p:val>
                                            <p:strVal val="#ppt_x"/>
                                          </p:val>
                                        </p:tav>
                                      </p:tavLst>
                                    </p:anim>
                                    <p:animEffect transition="in" filter="wipe(right)">
                                      <p:cBhvr>
                                        <p:cTn id="16" dur="500"/>
                                        <p:tgtEl>
                                          <p:spTgt spid="73"/>
                                        </p:tgtEl>
                                      </p:cBhvr>
                                    </p:animEffect>
                                  </p:childTnLst>
                                </p:cTn>
                              </p:par>
                              <p:par>
                                <p:cTn id="17" presetID="12" presetClass="entr" presetSubtype="8" fill="hold" nodeType="withEffect">
                                  <p:stCondLst>
                                    <p:cond delay="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500"/>
                                        <p:tgtEl>
                                          <p:spTgt spid="75"/>
                                        </p:tgtEl>
                                        <p:attrNameLst>
                                          <p:attrName>ppt_x</p:attrName>
                                        </p:attrNameLst>
                                      </p:cBhvr>
                                      <p:tavLst>
                                        <p:tav tm="0">
                                          <p:val>
                                            <p:strVal val="#ppt_x-#ppt_w*1.125000"/>
                                          </p:val>
                                        </p:tav>
                                        <p:tav tm="100000">
                                          <p:val>
                                            <p:strVal val="#ppt_x"/>
                                          </p:val>
                                        </p:tav>
                                      </p:tavLst>
                                    </p:anim>
                                    <p:animEffect transition="in" filter="wipe(right)">
                                      <p:cBhvr>
                                        <p:cTn id="20" dur="500"/>
                                        <p:tgtEl>
                                          <p:spTgt spid="75"/>
                                        </p:tgtEl>
                                      </p:cBhvr>
                                    </p:animEffect>
                                  </p:childTnLst>
                                </p:cTn>
                              </p:par>
                            </p:childTnLst>
                          </p:cTn>
                        </p:par>
                        <p:par>
                          <p:cTn id="21" fill="hold">
                            <p:stCondLst>
                              <p:cond delay="1100"/>
                            </p:stCondLst>
                            <p:childTnLst>
                              <p:par>
                                <p:cTn id="22" presetID="22" presetClass="entr" presetSubtype="2" fill="hold" grpId="0" nodeType="after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ipe(right)">
                                      <p:cBhvr>
                                        <p:cTn id="24" dur="500"/>
                                        <p:tgtEl>
                                          <p:spTgt spid="8"/>
                                        </p:tgtEl>
                                      </p:cBhvr>
                                    </p:animEffect>
                                  </p:childTnLst>
                                </p:cTn>
                              </p:par>
                              <p:par>
                                <p:cTn id="25" presetID="10" presetClass="entr" presetSubtype="0" fill="hold" nodeType="withEffect">
                                  <p:stCondLst>
                                    <p:cond delay="500"/>
                                  </p:stCondLst>
                                  <p:childTnLst>
                                    <p:set>
                                      <p:cBhvr>
                                        <p:cTn id="26" dur="1" fill="hold">
                                          <p:stCondLst>
                                            <p:cond delay="0"/>
                                          </p:stCondLst>
                                        </p:cTn>
                                        <p:tgtEl>
                                          <p:spTgt spid="77"/>
                                        </p:tgtEl>
                                        <p:attrNameLst>
                                          <p:attrName>style.visibility</p:attrName>
                                        </p:attrNameLst>
                                      </p:cBhvr>
                                      <p:to>
                                        <p:strVal val="visible"/>
                                      </p:to>
                                    </p:set>
                                    <p:animEffect transition="in" filter="fade">
                                      <p:cBhvr>
                                        <p:cTn id="27" dur="500"/>
                                        <p:tgtEl>
                                          <p:spTgt spid="77"/>
                                        </p:tgtEl>
                                      </p:cBhvr>
                                    </p:animEffect>
                                  </p:childTnLst>
                                </p:cTn>
                              </p:par>
                            </p:childTnLst>
                          </p:cTn>
                        </p:par>
                        <p:par>
                          <p:cTn id="28" fill="hold">
                            <p:stCondLst>
                              <p:cond delay="2100"/>
                            </p:stCondLst>
                            <p:childTnLst>
                              <p:par>
                                <p:cTn id="29" presetID="22" presetClass="entr" presetSubtype="8"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500"/>
                                        <p:tgtEl>
                                          <p:spTgt spid="5"/>
                                        </p:tgtEl>
                                      </p:cBhvr>
                                    </p:animEffect>
                                  </p:childTnLst>
                                </p:cTn>
                              </p:par>
                              <p:par>
                                <p:cTn id="32" presetID="10" presetClass="entr" presetSubtype="0" fill="hold" nodeType="withEffect">
                                  <p:stCondLst>
                                    <p:cond delay="500"/>
                                  </p:stCondLst>
                                  <p:childTnLst>
                                    <p:set>
                                      <p:cBhvr>
                                        <p:cTn id="33" dur="1" fill="hold">
                                          <p:stCondLst>
                                            <p:cond delay="0"/>
                                          </p:stCondLst>
                                        </p:cTn>
                                        <p:tgtEl>
                                          <p:spTgt spid="78"/>
                                        </p:tgtEl>
                                        <p:attrNameLst>
                                          <p:attrName>style.visibility</p:attrName>
                                        </p:attrNameLst>
                                      </p:cBhvr>
                                      <p:to>
                                        <p:strVal val="visible"/>
                                      </p:to>
                                    </p:set>
                                    <p:animEffect transition="in" filter="fade">
                                      <p:cBhvr>
                                        <p:cTn id="34" dur="500"/>
                                        <p:tgtEl>
                                          <p:spTgt spid="78"/>
                                        </p:tgtEl>
                                      </p:cBhvr>
                                    </p:animEffect>
                                  </p:childTnLst>
                                </p:cTn>
                              </p:par>
                            </p:childTnLst>
                          </p:cTn>
                        </p:par>
                        <p:par>
                          <p:cTn id="35" fill="hold">
                            <p:stCondLst>
                              <p:cond delay="3100"/>
                            </p:stCondLst>
                            <p:childTnLst>
                              <p:par>
                                <p:cTn id="36" presetID="22" presetClass="entr" presetSubtype="2" fill="hold" grpId="0" nodeType="after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right)">
                                      <p:cBhvr>
                                        <p:cTn id="38" dur="500"/>
                                        <p:tgtEl>
                                          <p:spTgt spid="6"/>
                                        </p:tgtEl>
                                      </p:cBhvr>
                                    </p:animEffect>
                                  </p:childTnLst>
                                </p:cTn>
                              </p:par>
                              <p:par>
                                <p:cTn id="39" presetID="10" presetClass="entr" presetSubtype="0" fill="hold" nodeType="withEffect">
                                  <p:stCondLst>
                                    <p:cond delay="450"/>
                                  </p:stCondLst>
                                  <p:childTnLst>
                                    <p:set>
                                      <p:cBhvr>
                                        <p:cTn id="40" dur="1" fill="hold">
                                          <p:stCondLst>
                                            <p:cond delay="0"/>
                                          </p:stCondLst>
                                        </p:cTn>
                                        <p:tgtEl>
                                          <p:spTgt spid="79"/>
                                        </p:tgtEl>
                                        <p:attrNameLst>
                                          <p:attrName>style.visibility</p:attrName>
                                        </p:attrNameLst>
                                      </p:cBhvr>
                                      <p:to>
                                        <p:strVal val="visible"/>
                                      </p:to>
                                    </p:set>
                                    <p:animEffect transition="in" filter="fade">
                                      <p:cBhvr>
                                        <p:cTn id="41" dur="500"/>
                                        <p:tgtEl>
                                          <p:spTgt spid="79"/>
                                        </p:tgtEl>
                                      </p:cBhvr>
                                    </p:animEffect>
                                  </p:childTnLst>
                                </p:cTn>
                              </p:par>
                            </p:childTnLst>
                          </p:cTn>
                        </p:par>
                        <p:par>
                          <p:cTn id="42" fill="hold">
                            <p:stCondLst>
                              <p:cond delay="4050"/>
                            </p:stCondLst>
                            <p:childTnLst>
                              <p:par>
                                <p:cTn id="43" presetID="22" presetClass="entr" presetSubtype="8" fill="hold" grpId="0"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left)">
                                      <p:cBhvr>
                                        <p:cTn id="45" dur="500"/>
                                        <p:tgtEl>
                                          <p:spTgt spid="4"/>
                                        </p:tgtEl>
                                      </p:cBhvr>
                                    </p:animEffect>
                                  </p:childTnLst>
                                </p:cTn>
                              </p:par>
                            </p:childTnLst>
                          </p:cTn>
                        </p:par>
                        <p:par>
                          <p:cTn id="46" fill="hold">
                            <p:stCondLst>
                              <p:cond delay="4550"/>
                            </p:stCondLst>
                            <p:childTnLst>
                              <p:par>
                                <p:cTn id="47" presetID="10" presetClass="entr" presetSubtype="0" fill="hold" nodeType="afterEffect">
                                  <p:stCondLst>
                                    <p:cond delay="0"/>
                                  </p:stCondLst>
                                  <p:childTnLst>
                                    <p:set>
                                      <p:cBhvr>
                                        <p:cTn id="48" dur="1" fill="hold">
                                          <p:stCondLst>
                                            <p:cond delay="0"/>
                                          </p:stCondLst>
                                        </p:cTn>
                                        <p:tgtEl>
                                          <p:spTgt spid="80"/>
                                        </p:tgtEl>
                                        <p:attrNameLst>
                                          <p:attrName>style.visibility</p:attrName>
                                        </p:attrNameLst>
                                      </p:cBhvr>
                                      <p:to>
                                        <p:strVal val="visible"/>
                                      </p:to>
                                    </p:set>
                                    <p:animEffect transition="in" filter="fade">
                                      <p:cBhvr>
                                        <p:cTn id="49" dur="500"/>
                                        <p:tgtEl>
                                          <p:spTgt spid="80"/>
                                        </p:tgtEl>
                                      </p:cBhvr>
                                    </p:animEffect>
                                  </p:childTnLst>
                                </p:cTn>
                              </p:par>
                            </p:childTnLst>
                          </p:cTn>
                        </p:par>
                        <p:par>
                          <p:cTn id="50" fill="hold">
                            <p:stCondLst>
                              <p:cond delay="5050"/>
                            </p:stCondLst>
                            <p:childTnLst>
                              <p:par>
                                <p:cTn id="51" presetID="22" presetClass="entr" presetSubtype="2" fill="hold" grpId="0" nodeType="after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wipe(right)">
                                      <p:cBhvr>
                                        <p:cTn id="53" dur="500"/>
                                        <p:tgtEl>
                                          <p:spTgt spid="7"/>
                                        </p:tgtEl>
                                      </p:cBhvr>
                                    </p:animEffect>
                                  </p:childTnLst>
                                </p:cTn>
                              </p:par>
                            </p:childTnLst>
                          </p:cTn>
                        </p:par>
                        <p:par>
                          <p:cTn id="54" fill="hold">
                            <p:stCondLst>
                              <p:cond delay="5550"/>
                            </p:stCondLst>
                            <p:childTnLst>
                              <p:par>
                                <p:cTn id="55" presetID="16" presetClass="entr" presetSubtype="21" fill="hold"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barn(inVertical)">
                                      <p:cBhvr>
                                        <p:cTn id="57" dur="500"/>
                                        <p:tgtEl>
                                          <p:spTgt spid="54"/>
                                        </p:tgtEl>
                                      </p:cBhvr>
                                    </p:animEffect>
                                  </p:childTnLst>
                                </p:cTn>
                              </p:par>
                            </p:childTnLst>
                          </p:cTn>
                        </p:par>
                        <p:par>
                          <p:cTn id="58" fill="hold">
                            <p:stCondLst>
                              <p:cond delay="6050"/>
                            </p:stCondLst>
                            <p:childTnLst>
                              <p:par>
                                <p:cTn id="59" presetID="16" presetClass="entr" presetSubtype="21" fill="hold" nodeType="afterEffect">
                                  <p:stCondLst>
                                    <p:cond delay="0"/>
                                  </p:stCondLst>
                                  <p:childTnLst>
                                    <p:set>
                                      <p:cBhvr>
                                        <p:cTn id="60" dur="1" fill="hold">
                                          <p:stCondLst>
                                            <p:cond delay="0"/>
                                          </p:stCondLst>
                                        </p:cTn>
                                        <p:tgtEl>
                                          <p:spTgt spid="58"/>
                                        </p:tgtEl>
                                        <p:attrNameLst>
                                          <p:attrName>style.visibility</p:attrName>
                                        </p:attrNameLst>
                                      </p:cBhvr>
                                      <p:to>
                                        <p:strVal val="visible"/>
                                      </p:to>
                                    </p:set>
                                    <p:animEffect transition="in" filter="barn(inVertical)">
                                      <p:cBhvr>
                                        <p:cTn id="61" dur="500"/>
                                        <p:tgtEl>
                                          <p:spTgt spid="58"/>
                                        </p:tgtEl>
                                      </p:cBhvr>
                                    </p:animEffect>
                                  </p:childTnLst>
                                </p:cTn>
                              </p:par>
                            </p:childTnLst>
                          </p:cTn>
                        </p:par>
                        <p:par>
                          <p:cTn id="62" fill="hold">
                            <p:stCondLst>
                              <p:cond delay="6550"/>
                            </p:stCondLst>
                            <p:childTnLst>
                              <p:par>
                                <p:cTn id="63" presetID="16" presetClass="entr" presetSubtype="21" fill="hold" nodeType="afterEffect">
                                  <p:stCondLst>
                                    <p:cond delay="0"/>
                                  </p:stCondLst>
                                  <p:childTnLst>
                                    <p:set>
                                      <p:cBhvr>
                                        <p:cTn id="64" dur="1" fill="hold">
                                          <p:stCondLst>
                                            <p:cond delay="0"/>
                                          </p:stCondLst>
                                        </p:cTn>
                                        <p:tgtEl>
                                          <p:spTgt spid="62"/>
                                        </p:tgtEl>
                                        <p:attrNameLst>
                                          <p:attrName>style.visibility</p:attrName>
                                        </p:attrNameLst>
                                      </p:cBhvr>
                                      <p:to>
                                        <p:strVal val="visible"/>
                                      </p:to>
                                    </p:set>
                                    <p:animEffect transition="in" filter="barn(inVertical)">
                                      <p:cBhvr>
                                        <p:cTn id="65" dur="500"/>
                                        <p:tgtEl>
                                          <p:spTgt spid="62"/>
                                        </p:tgtEl>
                                      </p:cBhvr>
                                    </p:animEffect>
                                  </p:childTnLst>
                                </p:cTn>
                              </p:par>
                            </p:childTnLst>
                          </p:cTn>
                        </p:par>
                        <p:par>
                          <p:cTn id="66" fill="hold">
                            <p:stCondLst>
                              <p:cond delay="7050"/>
                            </p:stCondLst>
                            <p:childTnLst>
                              <p:par>
                                <p:cTn id="67" presetID="16" presetClass="entr" presetSubtype="21" fill="hold" nodeType="afterEffect">
                                  <p:stCondLst>
                                    <p:cond delay="0"/>
                                  </p:stCondLst>
                                  <p:childTnLst>
                                    <p:set>
                                      <p:cBhvr>
                                        <p:cTn id="68" dur="1" fill="hold">
                                          <p:stCondLst>
                                            <p:cond delay="0"/>
                                          </p:stCondLst>
                                        </p:cTn>
                                        <p:tgtEl>
                                          <p:spTgt spid="66"/>
                                        </p:tgtEl>
                                        <p:attrNameLst>
                                          <p:attrName>style.visibility</p:attrName>
                                        </p:attrNameLst>
                                      </p:cBhvr>
                                      <p:to>
                                        <p:strVal val="visible"/>
                                      </p:to>
                                    </p:set>
                                    <p:animEffect transition="in" filter="barn(inVertical)">
                                      <p:cBhvr>
                                        <p:cTn id="69" dur="500"/>
                                        <p:tgtEl>
                                          <p:spTgt spid="66"/>
                                        </p:tgtEl>
                                      </p:cBhvr>
                                    </p:animEffect>
                                  </p:childTnLst>
                                </p:cTn>
                              </p:par>
                              <p:par>
                                <p:cTn id="70" presetID="22" presetClass="entr" presetSubtype="8" fill="hold" nodeType="withEffect">
                                  <p:stCondLst>
                                    <p:cond delay="0"/>
                                  </p:stCondLst>
                                  <p:childTnLst>
                                    <p:set>
                                      <p:cBhvr>
                                        <p:cTn id="71" dur="1" fill="hold">
                                          <p:stCondLst>
                                            <p:cond delay="0"/>
                                          </p:stCondLst>
                                        </p:cTn>
                                        <p:tgtEl>
                                          <p:spTgt spid="71"/>
                                        </p:tgtEl>
                                        <p:attrNameLst>
                                          <p:attrName>style.visibility</p:attrName>
                                        </p:attrNameLst>
                                      </p:cBhvr>
                                      <p:to>
                                        <p:strVal val="visible"/>
                                      </p:to>
                                    </p:set>
                                    <p:animEffect transition="in" filter="wipe(left)">
                                      <p:cBhvr>
                                        <p:cTn id="72" dur="300"/>
                                        <p:tgtEl>
                                          <p:spTgt spid="71"/>
                                        </p:tgtEl>
                                      </p:cBhvr>
                                    </p:animEffect>
                                  </p:childTnLst>
                                </p:cTn>
                              </p:par>
                            </p:childTnLst>
                          </p:cTn>
                        </p:par>
                        <p:par>
                          <p:cTn id="73" fill="hold">
                            <p:stCondLst>
                              <p:cond delay="7550"/>
                            </p:stCondLst>
                            <p:childTnLst>
                              <p:par>
                                <p:cTn id="74" presetID="10" presetClass="entr" presetSubtype="0" fill="hold" grpId="0" nodeType="afterEffect">
                                  <p:stCondLst>
                                    <p:cond delay="0"/>
                                  </p:stCondLst>
                                  <p:childTnLst>
                                    <p:set>
                                      <p:cBhvr>
                                        <p:cTn id="75" dur="1" fill="hold">
                                          <p:stCondLst>
                                            <p:cond delay="0"/>
                                          </p:stCondLst>
                                        </p:cTn>
                                        <p:tgtEl>
                                          <p:spTgt spid="81"/>
                                        </p:tgtEl>
                                        <p:attrNameLst>
                                          <p:attrName>style.visibility</p:attrName>
                                        </p:attrNameLst>
                                      </p:cBhvr>
                                      <p:to>
                                        <p:strVal val="visible"/>
                                      </p:to>
                                    </p:set>
                                    <p:animEffect transition="in" filter="fade">
                                      <p:cBhvr>
                                        <p:cTn id="76"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72" grpId="0" animBg="1"/>
      <p:bldP spid="73" grpId="0"/>
      <p:bldP spid="81"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直接连接符 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椭圆 10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TextBox 93"/>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竞争对手</a:t>
            </a:r>
          </a:p>
        </p:txBody>
      </p:sp>
      <p:sp>
        <p:nvSpPr>
          <p:cNvPr id="116" name="TextBox 115"/>
          <p:cNvSpPr txBox="1"/>
          <p:nvPr/>
        </p:nvSpPr>
        <p:spPr>
          <a:xfrm>
            <a:off x="3432965" y="376694"/>
            <a:ext cx="3038011" cy="438582"/>
          </a:xfrm>
          <a:prstGeom prst="rect">
            <a:avLst/>
          </a:prstGeom>
          <a:noFill/>
        </p:spPr>
        <p:txBody>
          <a:bodyPr wrap="none" rtlCol="0">
            <a:spAutoFit/>
          </a:bodyPr>
          <a:lstStyle/>
          <a:p>
            <a:r>
              <a:rPr lang="en-US" altLang="zh-CN" sz="2250" dirty="0">
                <a:solidFill>
                  <a:srgbClr val="C00000"/>
                </a:solidFill>
                <a:latin typeface="Kozuka Gothic Pro R" pitchFamily="34" charset="-128"/>
                <a:ea typeface="Kozuka Gothic Pro R" pitchFamily="34" charset="-128"/>
              </a:rPr>
              <a:t>SOLVE THE PROBLEM</a:t>
            </a:r>
            <a:endParaRPr lang="zh-CN" altLang="en-US" sz="2250" dirty="0">
              <a:solidFill>
                <a:srgbClr val="C00000"/>
              </a:solidFill>
              <a:latin typeface="Kozuka Gothic Pro R" pitchFamily="34" charset="-128"/>
              <a:ea typeface="Kozuka Gothic Pro R" pitchFamily="34" charset="-128"/>
            </a:endParaRPr>
          </a:p>
        </p:txBody>
      </p:sp>
      <p:cxnSp>
        <p:nvCxnSpPr>
          <p:cNvPr id="14" name="直接连接符 13"/>
          <p:cNvCxnSpPr/>
          <p:nvPr/>
        </p:nvCxnSpPr>
        <p:spPr>
          <a:xfrm>
            <a:off x="3244574"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1106095" y="4888067"/>
            <a:ext cx="10572125" cy="871201"/>
          </a:xfrm>
          <a:prstGeom prst="rect">
            <a:avLst/>
          </a:prstGeom>
          <a:noFill/>
        </p:spPr>
        <p:txBody>
          <a:bodyPr wrap="none" rtlCol="0">
            <a:spAutoFit/>
          </a:bodyPr>
          <a:lstStyle/>
          <a:p>
            <a:r>
              <a:rPr lang="zh-CN" altLang="en-US" sz="1687" dirty="0">
                <a:latin typeface="方正兰亭细黑_GBK_M" pitchFamily="2" charset="2"/>
                <a:ea typeface="方正兰亭细黑_GBK_M" pitchFamily="2" charset="2"/>
                <a:cs typeface="方正兰亭细黑_GBK_M" pitchFamily="2" charset="2"/>
              </a:rPr>
              <a:t>发现问题是解决问题的先决条件，但仅仅满足有提出问题是不够的，提出问题的目的是为了有效解决问题。人</a:t>
            </a:r>
            <a:endParaRPr lang="en-US" altLang="zh-CN" sz="1687" dirty="0">
              <a:latin typeface="方正兰亭细黑_GBK_M" pitchFamily="2" charset="2"/>
              <a:ea typeface="方正兰亭细黑_GBK_M" pitchFamily="2" charset="2"/>
              <a:cs typeface="方正兰亭细黑_GBK_M" pitchFamily="2" charset="2"/>
            </a:endParaRPr>
          </a:p>
          <a:p>
            <a:r>
              <a:rPr lang="zh-CN" altLang="en-US" sz="1687" dirty="0">
                <a:latin typeface="方正兰亭细黑_GBK_M" pitchFamily="2" charset="2"/>
                <a:ea typeface="方正兰亭细黑_GBK_M" pitchFamily="2" charset="2"/>
                <a:cs typeface="方正兰亭细黑_GBK_M" pitchFamily="2" charset="2"/>
              </a:rPr>
              <a:t>生就是解决一系列问题的过程。个体克服生活、学习、实践中新的矛盾时的复杂心理活动，其中主要是思维活</a:t>
            </a:r>
            <a:endParaRPr lang="en-US" altLang="zh-CN" sz="1687" dirty="0">
              <a:latin typeface="方正兰亭细黑_GBK_M" pitchFamily="2" charset="2"/>
              <a:ea typeface="方正兰亭细黑_GBK_M" pitchFamily="2" charset="2"/>
              <a:cs typeface="方正兰亭细黑_GBK_M" pitchFamily="2" charset="2"/>
            </a:endParaRPr>
          </a:p>
          <a:p>
            <a:r>
              <a:rPr lang="zh-CN" altLang="en-US" sz="1687" dirty="0">
                <a:latin typeface="方正兰亭细黑_GBK_M" pitchFamily="2" charset="2"/>
                <a:ea typeface="方正兰亭细黑_GBK_M" pitchFamily="2" charset="2"/>
                <a:cs typeface="方正兰亭细黑_GBK_M" pitchFamily="2" charset="2"/>
              </a:rPr>
              <a:t>动。教育心理学着重研究学生学习知识、应用知识中的问题解决。</a:t>
            </a:r>
            <a:endParaRPr lang="en-US" altLang="zh-CN" sz="1687" dirty="0">
              <a:latin typeface="方正兰亭细黑_GBK_M" pitchFamily="2" charset="2"/>
              <a:ea typeface="方正兰亭细黑_GBK_M" pitchFamily="2" charset="2"/>
              <a:cs typeface="方正兰亭细黑_GBK_M" pitchFamily="2" charset="2"/>
            </a:endParaRPr>
          </a:p>
        </p:txBody>
      </p:sp>
      <p:sp>
        <p:nvSpPr>
          <p:cNvPr id="25" name="椭圆 24"/>
          <p:cNvSpPr/>
          <p:nvPr/>
        </p:nvSpPr>
        <p:spPr>
          <a:xfrm>
            <a:off x="6922003" y="1693466"/>
            <a:ext cx="1573275" cy="1573275"/>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8" name="组合 27"/>
          <p:cNvGrpSpPr/>
          <p:nvPr/>
        </p:nvGrpSpPr>
        <p:grpSpPr>
          <a:xfrm>
            <a:off x="9480530" y="1705122"/>
            <a:ext cx="1549964" cy="1549964"/>
            <a:chOff x="304800" y="673100"/>
            <a:chExt cx="4000500" cy="4000500"/>
          </a:xfrm>
          <a:effectLst>
            <a:outerShdw blurRad="444500" dist="254000" dir="8100000" algn="tr" rotWithShape="0">
              <a:prstClr val="black">
                <a:alpha val="50000"/>
              </a:prstClr>
            </a:outerShdw>
          </a:effectLst>
        </p:grpSpPr>
        <p:sp>
          <p:nvSpPr>
            <p:cNvPr id="29" name="同心圆 28"/>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 name="椭圆 29"/>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1" name="椭圆 30"/>
          <p:cNvSpPr/>
          <p:nvPr/>
        </p:nvSpPr>
        <p:spPr>
          <a:xfrm>
            <a:off x="1828257" y="1693466"/>
            <a:ext cx="1573275" cy="1573275"/>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2" name="组合 31"/>
          <p:cNvGrpSpPr/>
          <p:nvPr/>
        </p:nvGrpSpPr>
        <p:grpSpPr>
          <a:xfrm>
            <a:off x="4454881" y="1671292"/>
            <a:ext cx="1549964" cy="1549964"/>
            <a:chOff x="304800" y="673100"/>
            <a:chExt cx="4000500" cy="4000500"/>
          </a:xfrm>
          <a:effectLst>
            <a:outerShdw blurRad="444500" dist="254000" dir="8100000" algn="tr" rotWithShape="0">
              <a:prstClr val="black">
                <a:alpha val="50000"/>
              </a:prstClr>
            </a:outerShdw>
          </a:effectLst>
        </p:grpSpPr>
        <p:sp>
          <p:nvSpPr>
            <p:cNvPr id="33" name="同心圆 3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 name="椭圆 33"/>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7" name="TextBox 36"/>
          <p:cNvSpPr txBox="1"/>
          <p:nvPr/>
        </p:nvSpPr>
        <p:spPr>
          <a:xfrm>
            <a:off x="1890149" y="3770072"/>
            <a:ext cx="1085554"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cs typeface="方正兰亭细黑_GBK_M" pitchFamily="2" charset="2"/>
              </a:rPr>
              <a:t>对手</a:t>
            </a:r>
            <a:r>
              <a:rPr lang="en-US" altLang="zh-CN" sz="2812" dirty="0">
                <a:solidFill>
                  <a:srgbClr val="C00000"/>
                </a:solidFill>
                <a:latin typeface="方正兰亭细黑_GBK" pitchFamily="2" charset="-122"/>
                <a:ea typeface="方正兰亭细黑_GBK" pitchFamily="2" charset="-122"/>
                <a:cs typeface="方正兰亭细黑_GBK_M" pitchFamily="2" charset="2"/>
              </a:rPr>
              <a:t>1</a:t>
            </a:r>
          </a:p>
        </p:txBody>
      </p:sp>
      <p:sp>
        <p:nvSpPr>
          <p:cNvPr id="38" name="TextBox 37"/>
          <p:cNvSpPr txBox="1"/>
          <p:nvPr/>
        </p:nvSpPr>
        <p:spPr>
          <a:xfrm>
            <a:off x="4437022" y="3770072"/>
            <a:ext cx="1085554"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cs typeface="方正兰亭细黑_GBK_M" pitchFamily="2" charset="2"/>
              </a:rPr>
              <a:t>对手</a:t>
            </a:r>
            <a:r>
              <a:rPr lang="en-US" altLang="zh-CN" sz="2812" dirty="0">
                <a:solidFill>
                  <a:srgbClr val="C00000"/>
                </a:solidFill>
                <a:latin typeface="方正兰亭细黑_GBK" pitchFamily="2" charset="-122"/>
                <a:ea typeface="方正兰亭细黑_GBK" pitchFamily="2" charset="-122"/>
                <a:cs typeface="方正兰亭细黑_GBK_M" pitchFamily="2" charset="2"/>
              </a:rPr>
              <a:t>2</a:t>
            </a:r>
          </a:p>
        </p:txBody>
      </p:sp>
      <p:sp>
        <p:nvSpPr>
          <p:cNvPr id="39" name="TextBox 38"/>
          <p:cNvSpPr txBox="1"/>
          <p:nvPr/>
        </p:nvSpPr>
        <p:spPr>
          <a:xfrm>
            <a:off x="7001753" y="3770072"/>
            <a:ext cx="1085554"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cs typeface="方正兰亭细黑_GBK_M" pitchFamily="2" charset="2"/>
              </a:rPr>
              <a:t>对手</a:t>
            </a:r>
            <a:r>
              <a:rPr lang="en-US" altLang="zh-CN" sz="2812" dirty="0">
                <a:solidFill>
                  <a:srgbClr val="C00000"/>
                </a:solidFill>
                <a:latin typeface="方正兰亭细黑_GBK" pitchFamily="2" charset="-122"/>
                <a:ea typeface="方正兰亭细黑_GBK" pitchFamily="2" charset="-122"/>
                <a:cs typeface="方正兰亭细黑_GBK_M" pitchFamily="2" charset="2"/>
              </a:rPr>
              <a:t>3</a:t>
            </a:r>
          </a:p>
        </p:txBody>
      </p:sp>
      <p:sp>
        <p:nvSpPr>
          <p:cNvPr id="40" name="TextBox 39"/>
          <p:cNvSpPr txBox="1"/>
          <p:nvPr/>
        </p:nvSpPr>
        <p:spPr>
          <a:xfrm>
            <a:off x="9566483" y="3770072"/>
            <a:ext cx="1085554"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cs typeface="方正兰亭细黑_GBK_M" pitchFamily="2" charset="2"/>
              </a:rPr>
              <a:t>对手</a:t>
            </a:r>
            <a:r>
              <a:rPr lang="en-US" altLang="zh-CN" sz="2812" dirty="0">
                <a:solidFill>
                  <a:srgbClr val="C00000"/>
                </a:solidFill>
                <a:latin typeface="方正兰亭细黑_GBK" pitchFamily="2" charset="-122"/>
                <a:ea typeface="方正兰亭细黑_GBK" pitchFamily="2" charset="-122"/>
                <a:cs typeface="方正兰亭细黑_GBK_M" pitchFamily="2" charset="2"/>
              </a:rPr>
              <a:t>4</a:t>
            </a:r>
          </a:p>
        </p:txBody>
      </p:sp>
      <p:sp>
        <p:nvSpPr>
          <p:cNvPr id="22" name="TextBox 21"/>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
        <p:nvSpPr>
          <p:cNvPr id="23" name="矩形 22"/>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147075787"/>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par>
                                <p:cTn id="21" presetID="12" presetClass="entr" presetSubtype="8" fill="hold" grpId="0" nodeType="withEffect">
                                  <p:stCondLst>
                                    <p:cond delay="0"/>
                                  </p:stCondLst>
                                  <p:childTnLst>
                                    <p:set>
                                      <p:cBhvr>
                                        <p:cTn id="22" dur="1" fill="hold">
                                          <p:stCondLst>
                                            <p:cond delay="0"/>
                                          </p:stCondLst>
                                        </p:cTn>
                                        <p:tgtEl>
                                          <p:spTgt spid="116"/>
                                        </p:tgtEl>
                                        <p:attrNameLst>
                                          <p:attrName>style.visibility</p:attrName>
                                        </p:attrNameLst>
                                      </p:cBhvr>
                                      <p:to>
                                        <p:strVal val="visible"/>
                                      </p:to>
                                    </p:set>
                                    <p:anim calcmode="lin" valueType="num">
                                      <p:cBhvr additive="base">
                                        <p:cTn id="23" dur="500"/>
                                        <p:tgtEl>
                                          <p:spTgt spid="116"/>
                                        </p:tgtEl>
                                        <p:attrNameLst>
                                          <p:attrName>ppt_x</p:attrName>
                                        </p:attrNameLst>
                                      </p:cBhvr>
                                      <p:tavLst>
                                        <p:tav tm="0">
                                          <p:val>
                                            <p:strVal val="#ppt_x-#ppt_w*1.125000"/>
                                          </p:val>
                                        </p:tav>
                                        <p:tav tm="100000">
                                          <p:val>
                                            <p:strVal val="#ppt_x"/>
                                          </p:val>
                                        </p:tav>
                                      </p:tavLst>
                                    </p:anim>
                                    <p:animEffect transition="in" filter="wipe(right)">
                                      <p:cBhvr>
                                        <p:cTn id="24" dur="500"/>
                                        <p:tgtEl>
                                          <p:spTgt spid="116"/>
                                        </p:tgtEl>
                                      </p:cBhvr>
                                    </p:animEffect>
                                  </p:childTnLst>
                                </p:cTn>
                              </p:par>
                            </p:childTnLst>
                          </p:cTn>
                        </p:par>
                        <p:par>
                          <p:cTn id="25" fill="hold">
                            <p:stCondLst>
                              <p:cond delay="1100"/>
                            </p:stCondLst>
                            <p:childTnLst>
                              <p:par>
                                <p:cTn id="26" presetID="53" presetClass="entr" presetSubtype="16" fill="hold" grpId="0" nodeType="after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par>
                                <p:cTn id="31" presetID="12" presetClass="entr" presetSubtype="1" fill="hold" grpId="0" nodeType="withEffect">
                                  <p:stCondLst>
                                    <p:cond delay="0"/>
                                  </p:stCondLst>
                                  <p:childTnLst>
                                    <p:set>
                                      <p:cBhvr>
                                        <p:cTn id="32" dur="1" fill="hold">
                                          <p:stCondLst>
                                            <p:cond delay="0"/>
                                          </p:stCondLst>
                                        </p:cTn>
                                        <p:tgtEl>
                                          <p:spTgt spid="37"/>
                                        </p:tgtEl>
                                        <p:attrNameLst>
                                          <p:attrName>style.visibility</p:attrName>
                                        </p:attrNameLst>
                                      </p:cBhvr>
                                      <p:to>
                                        <p:strVal val="visible"/>
                                      </p:to>
                                    </p:set>
                                    <p:anim calcmode="lin" valueType="num">
                                      <p:cBhvr additive="base">
                                        <p:cTn id="33" dur="500"/>
                                        <p:tgtEl>
                                          <p:spTgt spid="37"/>
                                        </p:tgtEl>
                                        <p:attrNameLst>
                                          <p:attrName>ppt_y</p:attrName>
                                        </p:attrNameLst>
                                      </p:cBhvr>
                                      <p:tavLst>
                                        <p:tav tm="0">
                                          <p:val>
                                            <p:strVal val="#ppt_y-#ppt_h*1.125000"/>
                                          </p:val>
                                        </p:tav>
                                        <p:tav tm="100000">
                                          <p:val>
                                            <p:strVal val="#ppt_y"/>
                                          </p:val>
                                        </p:tav>
                                      </p:tavLst>
                                    </p:anim>
                                    <p:animEffect transition="in" filter="wipe(down)">
                                      <p:cBhvr>
                                        <p:cTn id="34" dur="500"/>
                                        <p:tgtEl>
                                          <p:spTgt spid="37"/>
                                        </p:tgtEl>
                                      </p:cBhvr>
                                    </p:animEffect>
                                  </p:childTnLst>
                                </p:cTn>
                              </p:par>
                              <p:par>
                                <p:cTn id="35" presetID="53" presetClass="entr" presetSubtype="16" fill="hold" nodeType="withEffect">
                                  <p:stCondLst>
                                    <p:cond delay="200"/>
                                  </p:stCondLst>
                                  <p:childTnLst>
                                    <p:set>
                                      <p:cBhvr>
                                        <p:cTn id="36" dur="1" fill="hold">
                                          <p:stCondLst>
                                            <p:cond delay="0"/>
                                          </p:stCondLst>
                                        </p:cTn>
                                        <p:tgtEl>
                                          <p:spTgt spid="32"/>
                                        </p:tgtEl>
                                        <p:attrNameLst>
                                          <p:attrName>style.visibility</p:attrName>
                                        </p:attrNameLst>
                                      </p:cBhvr>
                                      <p:to>
                                        <p:strVal val="visible"/>
                                      </p:to>
                                    </p:set>
                                    <p:anim calcmode="lin" valueType="num">
                                      <p:cBhvr>
                                        <p:cTn id="37" dur="500" fill="hold"/>
                                        <p:tgtEl>
                                          <p:spTgt spid="32"/>
                                        </p:tgtEl>
                                        <p:attrNameLst>
                                          <p:attrName>ppt_w</p:attrName>
                                        </p:attrNameLst>
                                      </p:cBhvr>
                                      <p:tavLst>
                                        <p:tav tm="0">
                                          <p:val>
                                            <p:fltVal val="0"/>
                                          </p:val>
                                        </p:tav>
                                        <p:tav tm="100000">
                                          <p:val>
                                            <p:strVal val="#ppt_w"/>
                                          </p:val>
                                        </p:tav>
                                      </p:tavLst>
                                    </p:anim>
                                    <p:anim calcmode="lin" valueType="num">
                                      <p:cBhvr>
                                        <p:cTn id="38" dur="500" fill="hold"/>
                                        <p:tgtEl>
                                          <p:spTgt spid="32"/>
                                        </p:tgtEl>
                                        <p:attrNameLst>
                                          <p:attrName>ppt_h</p:attrName>
                                        </p:attrNameLst>
                                      </p:cBhvr>
                                      <p:tavLst>
                                        <p:tav tm="0">
                                          <p:val>
                                            <p:fltVal val="0"/>
                                          </p:val>
                                        </p:tav>
                                        <p:tav tm="100000">
                                          <p:val>
                                            <p:strVal val="#ppt_h"/>
                                          </p:val>
                                        </p:tav>
                                      </p:tavLst>
                                    </p:anim>
                                    <p:animEffect transition="in" filter="fade">
                                      <p:cBhvr>
                                        <p:cTn id="39" dur="500"/>
                                        <p:tgtEl>
                                          <p:spTgt spid="32"/>
                                        </p:tgtEl>
                                      </p:cBhvr>
                                    </p:animEffect>
                                  </p:childTnLst>
                                </p:cTn>
                              </p:par>
                              <p:par>
                                <p:cTn id="40" presetID="12" presetClass="entr" presetSubtype="1" fill="hold" grpId="0" nodeType="withEffect">
                                  <p:stCondLst>
                                    <p:cond delay="700"/>
                                  </p:stCondLst>
                                  <p:childTnLst>
                                    <p:set>
                                      <p:cBhvr>
                                        <p:cTn id="41" dur="1" fill="hold">
                                          <p:stCondLst>
                                            <p:cond delay="0"/>
                                          </p:stCondLst>
                                        </p:cTn>
                                        <p:tgtEl>
                                          <p:spTgt spid="38"/>
                                        </p:tgtEl>
                                        <p:attrNameLst>
                                          <p:attrName>style.visibility</p:attrName>
                                        </p:attrNameLst>
                                      </p:cBhvr>
                                      <p:to>
                                        <p:strVal val="visible"/>
                                      </p:to>
                                    </p:set>
                                    <p:anim calcmode="lin" valueType="num">
                                      <p:cBhvr additive="base">
                                        <p:cTn id="42" dur="500"/>
                                        <p:tgtEl>
                                          <p:spTgt spid="38"/>
                                        </p:tgtEl>
                                        <p:attrNameLst>
                                          <p:attrName>ppt_y</p:attrName>
                                        </p:attrNameLst>
                                      </p:cBhvr>
                                      <p:tavLst>
                                        <p:tav tm="0">
                                          <p:val>
                                            <p:strVal val="#ppt_y-#ppt_h*1.125000"/>
                                          </p:val>
                                        </p:tav>
                                        <p:tav tm="100000">
                                          <p:val>
                                            <p:strVal val="#ppt_y"/>
                                          </p:val>
                                        </p:tav>
                                      </p:tavLst>
                                    </p:anim>
                                    <p:animEffect transition="in" filter="wipe(down)">
                                      <p:cBhvr>
                                        <p:cTn id="43" dur="500"/>
                                        <p:tgtEl>
                                          <p:spTgt spid="38"/>
                                        </p:tgtEl>
                                      </p:cBhvr>
                                    </p:animEffect>
                                  </p:childTnLst>
                                </p:cTn>
                              </p:par>
                              <p:par>
                                <p:cTn id="44" presetID="53" presetClass="entr" presetSubtype="16" fill="hold" grpId="0" nodeType="withEffect">
                                  <p:stCondLst>
                                    <p:cond delay="600"/>
                                  </p:stCondLst>
                                  <p:childTnLst>
                                    <p:set>
                                      <p:cBhvr>
                                        <p:cTn id="45" dur="1" fill="hold">
                                          <p:stCondLst>
                                            <p:cond delay="0"/>
                                          </p:stCondLst>
                                        </p:cTn>
                                        <p:tgtEl>
                                          <p:spTgt spid="25"/>
                                        </p:tgtEl>
                                        <p:attrNameLst>
                                          <p:attrName>style.visibility</p:attrName>
                                        </p:attrNameLst>
                                      </p:cBhvr>
                                      <p:to>
                                        <p:strVal val="visible"/>
                                      </p:to>
                                    </p:set>
                                    <p:anim calcmode="lin" valueType="num">
                                      <p:cBhvr>
                                        <p:cTn id="46" dur="500" fill="hold"/>
                                        <p:tgtEl>
                                          <p:spTgt spid="25"/>
                                        </p:tgtEl>
                                        <p:attrNameLst>
                                          <p:attrName>ppt_w</p:attrName>
                                        </p:attrNameLst>
                                      </p:cBhvr>
                                      <p:tavLst>
                                        <p:tav tm="0">
                                          <p:val>
                                            <p:fltVal val="0"/>
                                          </p:val>
                                        </p:tav>
                                        <p:tav tm="100000">
                                          <p:val>
                                            <p:strVal val="#ppt_w"/>
                                          </p:val>
                                        </p:tav>
                                      </p:tavLst>
                                    </p:anim>
                                    <p:anim calcmode="lin" valueType="num">
                                      <p:cBhvr>
                                        <p:cTn id="47" dur="500" fill="hold"/>
                                        <p:tgtEl>
                                          <p:spTgt spid="25"/>
                                        </p:tgtEl>
                                        <p:attrNameLst>
                                          <p:attrName>ppt_h</p:attrName>
                                        </p:attrNameLst>
                                      </p:cBhvr>
                                      <p:tavLst>
                                        <p:tav tm="0">
                                          <p:val>
                                            <p:fltVal val="0"/>
                                          </p:val>
                                        </p:tav>
                                        <p:tav tm="100000">
                                          <p:val>
                                            <p:strVal val="#ppt_h"/>
                                          </p:val>
                                        </p:tav>
                                      </p:tavLst>
                                    </p:anim>
                                    <p:animEffect transition="in" filter="fade">
                                      <p:cBhvr>
                                        <p:cTn id="48" dur="500"/>
                                        <p:tgtEl>
                                          <p:spTgt spid="25"/>
                                        </p:tgtEl>
                                      </p:cBhvr>
                                    </p:animEffect>
                                  </p:childTnLst>
                                </p:cTn>
                              </p:par>
                              <p:par>
                                <p:cTn id="49" presetID="12" presetClass="entr" presetSubtype="1" fill="hold" grpId="0" nodeType="withEffect">
                                  <p:stCondLst>
                                    <p:cond delay="1100"/>
                                  </p:stCondLst>
                                  <p:childTnLst>
                                    <p:set>
                                      <p:cBhvr>
                                        <p:cTn id="50" dur="1" fill="hold">
                                          <p:stCondLst>
                                            <p:cond delay="0"/>
                                          </p:stCondLst>
                                        </p:cTn>
                                        <p:tgtEl>
                                          <p:spTgt spid="39"/>
                                        </p:tgtEl>
                                        <p:attrNameLst>
                                          <p:attrName>style.visibility</p:attrName>
                                        </p:attrNameLst>
                                      </p:cBhvr>
                                      <p:to>
                                        <p:strVal val="visible"/>
                                      </p:to>
                                    </p:set>
                                    <p:anim calcmode="lin" valueType="num">
                                      <p:cBhvr additive="base">
                                        <p:cTn id="51" dur="500"/>
                                        <p:tgtEl>
                                          <p:spTgt spid="39"/>
                                        </p:tgtEl>
                                        <p:attrNameLst>
                                          <p:attrName>ppt_y</p:attrName>
                                        </p:attrNameLst>
                                      </p:cBhvr>
                                      <p:tavLst>
                                        <p:tav tm="0">
                                          <p:val>
                                            <p:strVal val="#ppt_y-#ppt_h*1.125000"/>
                                          </p:val>
                                        </p:tav>
                                        <p:tav tm="100000">
                                          <p:val>
                                            <p:strVal val="#ppt_y"/>
                                          </p:val>
                                        </p:tav>
                                      </p:tavLst>
                                    </p:anim>
                                    <p:animEffect transition="in" filter="wipe(down)">
                                      <p:cBhvr>
                                        <p:cTn id="52" dur="500"/>
                                        <p:tgtEl>
                                          <p:spTgt spid="39"/>
                                        </p:tgtEl>
                                      </p:cBhvr>
                                    </p:animEffect>
                                  </p:childTnLst>
                                </p:cTn>
                              </p:par>
                              <p:par>
                                <p:cTn id="53" presetID="53" presetClass="entr" presetSubtype="16" fill="hold" nodeType="withEffect">
                                  <p:stCondLst>
                                    <p:cond delay="800"/>
                                  </p:stCondLst>
                                  <p:childTnLst>
                                    <p:set>
                                      <p:cBhvr>
                                        <p:cTn id="54" dur="1" fill="hold">
                                          <p:stCondLst>
                                            <p:cond delay="0"/>
                                          </p:stCondLst>
                                        </p:cTn>
                                        <p:tgtEl>
                                          <p:spTgt spid="28"/>
                                        </p:tgtEl>
                                        <p:attrNameLst>
                                          <p:attrName>style.visibility</p:attrName>
                                        </p:attrNameLst>
                                      </p:cBhvr>
                                      <p:to>
                                        <p:strVal val="visible"/>
                                      </p:to>
                                    </p:set>
                                    <p:anim calcmode="lin" valueType="num">
                                      <p:cBhvr>
                                        <p:cTn id="55" dur="500" fill="hold"/>
                                        <p:tgtEl>
                                          <p:spTgt spid="28"/>
                                        </p:tgtEl>
                                        <p:attrNameLst>
                                          <p:attrName>ppt_w</p:attrName>
                                        </p:attrNameLst>
                                      </p:cBhvr>
                                      <p:tavLst>
                                        <p:tav tm="0">
                                          <p:val>
                                            <p:fltVal val="0"/>
                                          </p:val>
                                        </p:tav>
                                        <p:tav tm="100000">
                                          <p:val>
                                            <p:strVal val="#ppt_w"/>
                                          </p:val>
                                        </p:tav>
                                      </p:tavLst>
                                    </p:anim>
                                    <p:anim calcmode="lin" valueType="num">
                                      <p:cBhvr>
                                        <p:cTn id="56" dur="500" fill="hold"/>
                                        <p:tgtEl>
                                          <p:spTgt spid="28"/>
                                        </p:tgtEl>
                                        <p:attrNameLst>
                                          <p:attrName>ppt_h</p:attrName>
                                        </p:attrNameLst>
                                      </p:cBhvr>
                                      <p:tavLst>
                                        <p:tav tm="0">
                                          <p:val>
                                            <p:fltVal val="0"/>
                                          </p:val>
                                        </p:tav>
                                        <p:tav tm="100000">
                                          <p:val>
                                            <p:strVal val="#ppt_h"/>
                                          </p:val>
                                        </p:tav>
                                      </p:tavLst>
                                    </p:anim>
                                    <p:animEffect transition="in" filter="fade">
                                      <p:cBhvr>
                                        <p:cTn id="57" dur="500"/>
                                        <p:tgtEl>
                                          <p:spTgt spid="28"/>
                                        </p:tgtEl>
                                      </p:cBhvr>
                                    </p:animEffect>
                                  </p:childTnLst>
                                </p:cTn>
                              </p:par>
                              <p:par>
                                <p:cTn id="58" presetID="12" presetClass="entr" presetSubtype="1" fill="hold" grpId="0" nodeType="withEffect">
                                  <p:stCondLst>
                                    <p:cond delay="1300"/>
                                  </p:stCondLst>
                                  <p:childTnLst>
                                    <p:set>
                                      <p:cBhvr>
                                        <p:cTn id="59" dur="1" fill="hold">
                                          <p:stCondLst>
                                            <p:cond delay="0"/>
                                          </p:stCondLst>
                                        </p:cTn>
                                        <p:tgtEl>
                                          <p:spTgt spid="40"/>
                                        </p:tgtEl>
                                        <p:attrNameLst>
                                          <p:attrName>style.visibility</p:attrName>
                                        </p:attrNameLst>
                                      </p:cBhvr>
                                      <p:to>
                                        <p:strVal val="visible"/>
                                      </p:to>
                                    </p:set>
                                    <p:anim calcmode="lin" valueType="num">
                                      <p:cBhvr additive="base">
                                        <p:cTn id="60" dur="500"/>
                                        <p:tgtEl>
                                          <p:spTgt spid="40"/>
                                        </p:tgtEl>
                                        <p:attrNameLst>
                                          <p:attrName>ppt_y</p:attrName>
                                        </p:attrNameLst>
                                      </p:cBhvr>
                                      <p:tavLst>
                                        <p:tav tm="0">
                                          <p:val>
                                            <p:strVal val="#ppt_y-#ppt_h*1.125000"/>
                                          </p:val>
                                        </p:tav>
                                        <p:tav tm="100000">
                                          <p:val>
                                            <p:strVal val="#ppt_y"/>
                                          </p:val>
                                        </p:tav>
                                      </p:tavLst>
                                    </p:anim>
                                    <p:animEffect transition="in" filter="wipe(down)">
                                      <p:cBhvr>
                                        <p:cTn id="61" dur="500"/>
                                        <p:tgtEl>
                                          <p:spTgt spid="40"/>
                                        </p:tgtEl>
                                      </p:cBhvr>
                                    </p:animEffect>
                                  </p:childTnLst>
                                </p:cTn>
                              </p:par>
                            </p:childTnLst>
                          </p:cTn>
                        </p:par>
                        <p:par>
                          <p:cTn id="62" fill="hold">
                            <p:stCondLst>
                              <p:cond delay="2900"/>
                            </p:stCondLst>
                            <p:childTnLst>
                              <p:par>
                                <p:cTn id="63" presetID="18" presetClass="entr" presetSubtype="3" fill="hold" grpId="0" nodeType="after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strips(upRight)">
                                      <p:cBhvr>
                                        <p:cTn id="65" dur="500"/>
                                        <p:tgtEl>
                                          <p:spTgt spid="24"/>
                                        </p:tgtEl>
                                      </p:cBhvr>
                                    </p:animEffect>
                                  </p:childTnLst>
                                </p:cTn>
                              </p:par>
                            </p:childTnLst>
                          </p:cTn>
                        </p:par>
                        <p:par>
                          <p:cTn id="66" fill="hold">
                            <p:stCondLst>
                              <p:cond delay="3400"/>
                            </p:stCondLst>
                            <p:childTnLst>
                              <p:par>
                                <p:cTn id="67" presetID="10" presetClass="entr" presetSubtype="0" fill="hold" grpId="0" nodeType="after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116" grpId="0"/>
      <p:bldP spid="24" grpId="0"/>
      <p:bldP spid="25" grpId="0" animBg="1"/>
      <p:bldP spid="31" grpId="0" animBg="1"/>
      <p:bldP spid="37" grpId="0"/>
      <p:bldP spid="38" grpId="0"/>
      <p:bldP spid="39" grpId="0"/>
      <p:bldP spid="40" grpId="0"/>
      <p:bldP spid="2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8776868" y="1402092"/>
            <a:ext cx="2922213" cy="3253375"/>
            <a:chOff x="3384738" y="2271216"/>
            <a:chExt cx="2742947" cy="3053844"/>
          </a:xfrm>
        </p:grpSpPr>
        <p:sp>
          <p:nvSpPr>
            <p:cNvPr id="5" name="圆角矩形 4"/>
            <p:cNvSpPr/>
            <p:nvPr/>
          </p:nvSpPr>
          <p:spPr>
            <a:xfrm rot="2760000">
              <a:off x="3404990" y="2602365"/>
              <a:ext cx="3053844" cy="2391546"/>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 name="Freeform 5"/>
            <p:cNvSpPr>
              <a:spLocks/>
            </p:cNvSpPr>
            <p:nvPr/>
          </p:nvSpPr>
          <p:spPr bwMode="auto">
            <a:xfrm rot="10800000">
              <a:off x="3384738" y="2353691"/>
              <a:ext cx="2643764"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7" name="组合 6"/>
          <p:cNvGrpSpPr/>
          <p:nvPr/>
        </p:nvGrpSpPr>
        <p:grpSpPr>
          <a:xfrm>
            <a:off x="5214307" y="1619317"/>
            <a:ext cx="3016910" cy="3261892"/>
            <a:chOff x="3295850" y="2263221"/>
            <a:chExt cx="2831835" cy="3061839"/>
          </a:xfrm>
        </p:grpSpPr>
        <p:sp>
          <p:nvSpPr>
            <p:cNvPr id="8" name="圆角矩形 7"/>
            <p:cNvSpPr/>
            <p:nvPr/>
          </p:nvSpPr>
          <p:spPr>
            <a:xfrm rot="2760000">
              <a:off x="3404990" y="2602365"/>
              <a:ext cx="3053844" cy="2391546"/>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 name="Freeform 5"/>
            <p:cNvSpPr>
              <a:spLocks/>
            </p:cNvSpPr>
            <p:nvPr/>
          </p:nvSpPr>
          <p:spPr bwMode="auto">
            <a:xfrm rot="10800000">
              <a:off x="3295850" y="2263221"/>
              <a:ext cx="2643764"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10" name="组合 9"/>
          <p:cNvGrpSpPr/>
          <p:nvPr/>
        </p:nvGrpSpPr>
        <p:grpSpPr>
          <a:xfrm>
            <a:off x="1478226" y="1520761"/>
            <a:ext cx="3016910" cy="3261892"/>
            <a:chOff x="3295850" y="2263221"/>
            <a:chExt cx="2831835" cy="3061839"/>
          </a:xfrm>
        </p:grpSpPr>
        <p:sp>
          <p:nvSpPr>
            <p:cNvPr id="11" name="圆角矩形 10"/>
            <p:cNvSpPr/>
            <p:nvPr/>
          </p:nvSpPr>
          <p:spPr>
            <a:xfrm rot="2760000">
              <a:off x="3404990" y="2602365"/>
              <a:ext cx="3053844" cy="2391546"/>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Freeform 5"/>
            <p:cNvSpPr>
              <a:spLocks/>
            </p:cNvSpPr>
            <p:nvPr/>
          </p:nvSpPr>
          <p:spPr bwMode="auto">
            <a:xfrm rot="10800000">
              <a:off x="3295850" y="2263221"/>
              <a:ext cx="2643764"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13" name="TextBox 12"/>
          <p:cNvSpPr txBox="1"/>
          <p:nvPr/>
        </p:nvSpPr>
        <p:spPr>
          <a:xfrm>
            <a:off x="2202374" y="2935315"/>
            <a:ext cx="1458014" cy="432747"/>
          </a:xfrm>
          <a:prstGeom prst="rect">
            <a:avLst/>
          </a:prstGeom>
          <a:noFill/>
        </p:spPr>
        <p:txBody>
          <a:bodyPr wrap="square" lIns="0" tIns="0" rIns="0" bIns="0" rtlCol="0">
            <a:spAutoFit/>
          </a:bodyPr>
          <a:lstStyle/>
          <a:p>
            <a:pPr algn="ctr"/>
            <a:r>
              <a:rPr lang="zh-CN" altLang="en-US" sz="2812" b="1" dirty="0">
                <a:latin typeface="微软雅黑" pitchFamily="34" charset="-122"/>
                <a:ea typeface="微软雅黑" pitchFamily="34" charset="-122"/>
              </a:rPr>
              <a:t>线下门店</a:t>
            </a:r>
          </a:p>
        </p:txBody>
      </p:sp>
      <p:sp>
        <p:nvSpPr>
          <p:cNvPr id="14" name="TextBox 13"/>
          <p:cNvSpPr txBox="1"/>
          <p:nvPr/>
        </p:nvSpPr>
        <p:spPr>
          <a:xfrm>
            <a:off x="5645441" y="2935315"/>
            <a:ext cx="1872063" cy="432747"/>
          </a:xfrm>
          <a:prstGeom prst="rect">
            <a:avLst/>
          </a:prstGeom>
          <a:noFill/>
        </p:spPr>
        <p:txBody>
          <a:bodyPr wrap="square" lIns="0" tIns="0" rIns="0" bIns="0" rtlCol="0">
            <a:spAutoFit/>
          </a:bodyPr>
          <a:lstStyle/>
          <a:p>
            <a:pPr algn="ctr"/>
            <a:r>
              <a:rPr lang="zh-CN" altLang="en-US" sz="2812" b="1" dirty="0">
                <a:latin typeface="微软雅黑" pitchFamily="34" charset="-122"/>
                <a:ea typeface="微软雅黑" pitchFamily="34" charset="-122"/>
              </a:rPr>
              <a:t>电脑客户端</a:t>
            </a:r>
          </a:p>
        </p:txBody>
      </p:sp>
      <p:sp>
        <p:nvSpPr>
          <p:cNvPr id="15" name="TextBox 14"/>
          <p:cNvSpPr txBox="1"/>
          <p:nvPr/>
        </p:nvSpPr>
        <p:spPr>
          <a:xfrm>
            <a:off x="9356109" y="2935315"/>
            <a:ext cx="1640309" cy="432747"/>
          </a:xfrm>
          <a:prstGeom prst="rect">
            <a:avLst/>
          </a:prstGeom>
          <a:noFill/>
        </p:spPr>
        <p:txBody>
          <a:bodyPr wrap="square" lIns="0" tIns="0" rIns="0" bIns="0" rtlCol="0">
            <a:spAutoFit/>
          </a:bodyPr>
          <a:lstStyle/>
          <a:p>
            <a:pPr algn="ctr"/>
            <a:r>
              <a:rPr lang="zh-CN" altLang="en-US" sz="2812" b="1" dirty="0">
                <a:latin typeface="微软雅黑" pitchFamily="34" charset="-122"/>
                <a:ea typeface="微软雅黑" pitchFamily="34" charset="-122"/>
              </a:rPr>
              <a:t>手机</a:t>
            </a:r>
            <a:r>
              <a:rPr lang="en-US" altLang="zh-CN" sz="2812" b="1" dirty="0">
                <a:latin typeface="微软雅黑" pitchFamily="34" charset="-122"/>
                <a:ea typeface="微软雅黑" pitchFamily="34" charset="-122"/>
              </a:rPr>
              <a:t>APP</a:t>
            </a:r>
            <a:endParaRPr lang="zh-CN" altLang="en-US" sz="2812" b="1" dirty="0">
              <a:latin typeface="微软雅黑" pitchFamily="34" charset="-122"/>
              <a:ea typeface="微软雅黑" pitchFamily="34" charset="-122"/>
            </a:endParaRPr>
          </a:p>
        </p:txBody>
      </p:sp>
      <p:sp>
        <p:nvSpPr>
          <p:cNvPr id="16" name="KSO_Shape"/>
          <p:cNvSpPr>
            <a:spLocks/>
          </p:cNvSpPr>
          <p:nvPr/>
        </p:nvSpPr>
        <p:spPr bwMode="auto">
          <a:xfrm>
            <a:off x="6081550" y="1847954"/>
            <a:ext cx="999845" cy="748216"/>
          </a:xfrm>
          <a:custGeom>
            <a:avLst/>
            <a:gdLst>
              <a:gd name="T0" fmla="*/ 151004 w 5185"/>
              <a:gd name="T1" fmla="*/ 1065477 h 3880"/>
              <a:gd name="T2" fmla="*/ 1873403 w 5185"/>
              <a:gd name="T3" fmla="*/ 1297678 h 3880"/>
              <a:gd name="T4" fmla="*/ 751713 w 5185"/>
              <a:gd name="T5" fmla="*/ 1241832 h 3880"/>
              <a:gd name="T6" fmla="*/ 1108464 w 5185"/>
              <a:gd name="T7" fmla="*/ 1148144 h 3880"/>
              <a:gd name="T8" fmla="*/ 751713 w 5185"/>
              <a:gd name="T9" fmla="*/ 1241832 h 3880"/>
              <a:gd name="T10" fmla="*/ 1726808 w 5185"/>
              <a:gd name="T11" fmla="*/ 1012203 h 3880"/>
              <a:gd name="T12" fmla="*/ 1726073 w 5185"/>
              <a:gd name="T13" fmla="*/ 1007794 h 3880"/>
              <a:gd name="T14" fmla="*/ 1726808 w 5185"/>
              <a:gd name="T15" fmla="*/ 44089 h 3880"/>
              <a:gd name="T16" fmla="*/ 1726441 w 5185"/>
              <a:gd name="T17" fmla="*/ 39680 h 3880"/>
              <a:gd name="T18" fmla="*/ 1724604 w 5185"/>
              <a:gd name="T19" fmla="*/ 30862 h 3880"/>
              <a:gd name="T20" fmla="*/ 1721297 w 5185"/>
              <a:gd name="T21" fmla="*/ 23147 h 3880"/>
              <a:gd name="T22" fmla="*/ 1716888 w 5185"/>
              <a:gd name="T23" fmla="*/ 15798 h 3880"/>
              <a:gd name="T24" fmla="*/ 1711010 w 5185"/>
              <a:gd name="T25" fmla="*/ 9920 h 3880"/>
              <a:gd name="T26" fmla="*/ 1703662 w 5185"/>
              <a:gd name="T27" fmla="*/ 5144 h 3880"/>
              <a:gd name="T28" fmla="*/ 1695946 w 5185"/>
              <a:gd name="T29" fmla="*/ 1837 h 3880"/>
              <a:gd name="T30" fmla="*/ 1687128 w 5185"/>
              <a:gd name="T31" fmla="*/ 367 h 3880"/>
              <a:gd name="T32" fmla="*/ 222281 w 5185"/>
              <a:gd name="T33" fmla="*/ 0 h 3880"/>
              <a:gd name="T34" fmla="*/ 217872 w 5185"/>
              <a:gd name="T35" fmla="*/ 367 h 3880"/>
              <a:gd name="T36" fmla="*/ 209054 w 5185"/>
              <a:gd name="T37" fmla="*/ 1837 h 3880"/>
              <a:gd name="T38" fmla="*/ 201338 w 5185"/>
              <a:gd name="T39" fmla="*/ 5144 h 3880"/>
              <a:gd name="T40" fmla="*/ 194358 w 5185"/>
              <a:gd name="T41" fmla="*/ 9920 h 3880"/>
              <a:gd name="T42" fmla="*/ 188112 w 5185"/>
              <a:gd name="T43" fmla="*/ 15798 h 3880"/>
              <a:gd name="T44" fmla="*/ 183336 w 5185"/>
              <a:gd name="T45" fmla="*/ 23147 h 3880"/>
              <a:gd name="T46" fmla="*/ 180029 w 5185"/>
              <a:gd name="T47" fmla="*/ 30862 h 3880"/>
              <a:gd name="T48" fmla="*/ 178559 w 5185"/>
              <a:gd name="T49" fmla="*/ 39680 h 3880"/>
              <a:gd name="T50" fmla="*/ 178192 w 5185"/>
              <a:gd name="T51" fmla="*/ 1003386 h 3880"/>
              <a:gd name="T52" fmla="*/ 178559 w 5185"/>
              <a:gd name="T53" fmla="*/ 1007794 h 3880"/>
              <a:gd name="T54" fmla="*/ 178192 w 5185"/>
              <a:gd name="T55" fmla="*/ 1012203 h 3880"/>
              <a:gd name="T56" fmla="*/ 1727176 w 5185"/>
              <a:gd name="T57" fmla="*/ 1012571 h 3880"/>
              <a:gd name="T58" fmla="*/ 1616954 w 5185"/>
              <a:gd name="T59" fmla="*/ 937620 h 3880"/>
              <a:gd name="T60" fmla="*/ 288046 w 5185"/>
              <a:gd name="T61" fmla="*/ 109854 h 3880"/>
              <a:gd name="T62" fmla="*/ 1616954 w 5185"/>
              <a:gd name="T63" fmla="*/ 937620 h 3880"/>
              <a:gd name="T64" fmla="*/ 4409 w 5185"/>
              <a:gd name="T65" fmla="*/ 1350584 h 3880"/>
              <a:gd name="T66" fmla="*/ 0 w 5185"/>
              <a:gd name="T67" fmla="*/ 1359402 h 3880"/>
              <a:gd name="T68" fmla="*/ 735 w 5185"/>
              <a:gd name="T69" fmla="*/ 1369322 h 3880"/>
              <a:gd name="T70" fmla="*/ 3307 w 5185"/>
              <a:gd name="T71" fmla="*/ 1379977 h 3880"/>
              <a:gd name="T72" fmla="*/ 7348 w 5185"/>
              <a:gd name="T73" fmla="*/ 1390999 h 3880"/>
              <a:gd name="T74" fmla="*/ 13227 w 5185"/>
              <a:gd name="T75" fmla="*/ 1401654 h 3880"/>
              <a:gd name="T76" fmla="*/ 19473 w 5185"/>
              <a:gd name="T77" fmla="*/ 1411206 h 3880"/>
              <a:gd name="T78" fmla="*/ 26821 w 5185"/>
              <a:gd name="T79" fmla="*/ 1418554 h 3880"/>
              <a:gd name="T80" fmla="*/ 35271 w 5185"/>
              <a:gd name="T81" fmla="*/ 1423698 h 3880"/>
              <a:gd name="T82" fmla="*/ 41884 w 5185"/>
              <a:gd name="T83" fmla="*/ 1425168 h 3880"/>
              <a:gd name="T84" fmla="*/ 1860911 w 5185"/>
              <a:gd name="T85" fmla="*/ 1425535 h 3880"/>
              <a:gd name="T86" fmla="*/ 1863116 w 5185"/>
              <a:gd name="T87" fmla="*/ 1425168 h 3880"/>
              <a:gd name="T88" fmla="*/ 1869729 w 5185"/>
              <a:gd name="T89" fmla="*/ 1423698 h 3880"/>
              <a:gd name="T90" fmla="*/ 1878179 w 5185"/>
              <a:gd name="T91" fmla="*/ 1418554 h 3880"/>
              <a:gd name="T92" fmla="*/ 1885527 w 5185"/>
              <a:gd name="T93" fmla="*/ 1411206 h 3880"/>
              <a:gd name="T94" fmla="*/ 1892141 w 5185"/>
              <a:gd name="T95" fmla="*/ 1401654 h 3880"/>
              <a:gd name="T96" fmla="*/ 1897652 w 5185"/>
              <a:gd name="T97" fmla="*/ 1390999 h 3880"/>
              <a:gd name="T98" fmla="*/ 1901693 w 5185"/>
              <a:gd name="T99" fmla="*/ 1379977 h 3880"/>
              <a:gd name="T100" fmla="*/ 1903898 w 5185"/>
              <a:gd name="T101" fmla="*/ 1369322 h 3880"/>
              <a:gd name="T102" fmla="*/ 1905000 w 5185"/>
              <a:gd name="T103" fmla="*/ 1359402 h 38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185" h="3880">
                <a:moveTo>
                  <a:pt x="4775" y="2900"/>
                </a:moveTo>
                <a:lnTo>
                  <a:pt x="411" y="2900"/>
                </a:lnTo>
                <a:lnTo>
                  <a:pt x="87" y="3532"/>
                </a:lnTo>
                <a:lnTo>
                  <a:pt x="5099" y="3532"/>
                </a:lnTo>
                <a:lnTo>
                  <a:pt x="4775" y="2900"/>
                </a:lnTo>
                <a:close/>
                <a:moveTo>
                  <a:pt x="2046" y="3380"/>
                </a:moveTo>
                <a:lnTo>
                  <a:pt x="2181" y="3125"/>
                </a:lnTo>
                <a:lnTo>
                  <a:pt x="3017" y="3125"/>
                </a:lnTo>
                <a:lnTo>
                  <a:pt x="3139" y="3380"/>
                </a:lnTo>
                <a:lnTo>
                  <a:pt x="2046" y="3380"/>
                </a:lnTo>
                <a:close/>
                <a:moveTo>
                  <a:pt x="4700" y="2755"/>
                </a:moveTo>
                <a:lnTo>
                  <a:pt x="4700" y="2755"/>
                </a:lnTo>
                <a:lnTo>
                  <a:pt x="4698" y="2743"/>
                </a:lnTo>
                <a:lnTo>
                  <a:pt x="4700" y="2731"/>
                </a:lnTo>
                <a:lnTo>
                  <a:pt x="4700" y="120"/>
                </a:lnTo>
                <a:lnTo>
                  <a:pt x="4699" y="108"/>
                </a:lnTo>
                <a:lnTo>
                  <a:pt x="4697" y="95"/>
                </a:lnTo>
                <a:lnTo>
                  <a:pt x="4694" y="84"/>
                </a:lnTo>
                <a:lnTo>
                  <a:pt x="4690" y="73"/>
                </a:lnTo>
                <a:lnTo>
                  <a:pt x="4685" y="63"/>
                </a:lnTo>
                <a:lnTo>
                  <a:pt x="4680" y="53"/>
                </a:lnTo>
                <a:lnTo>
                  <a:pt x="4673" y="43"/>
                </a:lnTo>
                <a:lnTo>
                  <a:pt x="4665" y="34"/>
                </a:lnTo>
                <a:lnTo>
                  <a:pt x="4657" y="27"/>
                </a:lnTo>
                <a:lnTo>
                  <a:pt x="4647" y="20"/>
                </a:lnTo>
                <a:lnTo>
                  <a:pt x="4637" y="14"/>
                </a:lnTo>
                <a:lnTo>
                  <a:pt x="4627" y="9"/>
                </a:lnTo>
                <a:lnTo>
                  <a:pt x="4616" y="5"/>
                </a:lnTo>
                <a:lnTo>
                  <a:pt x="4605" y="2"/>
                </a:lnTo>
                <a:lnTo>
                  <a:pt x="4592" y="1"/>
                </a:lnTo>
                <a:lnTo>
                  <a:pt x="4580" y="0"/>
                </a:lnTo>
                <a:lnTo>
                  <a:pt x="605" y="0"/>
                </a:lnTo>
                <a:lnTo>
                  <a:pt x="593" y="1"/>
                </a:lnTo>
                <a:lnTo>
                  <a:pt x="581" y="2"/>
                </a:lnTo>
                <a:lnTo>
                  <a:pt x="569" y="5"/>
                </a:lnTo>
                <a:lnTo>
                  <a:pt x="558" y="9"/>
                </a:lnTo>
                <a:lnTo>
                  <a:pt x="548" y="14"/>
                </a:lnTo>
                <a:lnTo>
                  <a:pt x="538" y="20"/>
                </a:lnTo>
                <a:lnTo>
                  <a:pt x="529" y="27"/>
                </a:lnTo>
                <a:lnTo>
                  <a:pt x="521" y="34"/>
                </a:lnTo>
                <a:lnTo>
                  <a:pt x="512" y="43"/>
                </a:lnTo>
                <a:lnTo>
                  <a:pt x="505" y="53"/>
                </a:lnTo>
                <a:lnTo>
                  <a:pt x="499" y="63"/>
                </a:lnTo>
                <a:lnTo>
                  <a:pt x="494" y="73"/>
                </a:lnTo>
                <a:lnTo>
                  <a:pt x="490" y="84"/>
                </a:lnTo>
                <a:lnTo>
                  <a:pt x="488" y="95"/>
                </a:lnTo>
                <a:lnTo>
                  <a:pt x="486" y="108"/>
                </a:lnTo>
                <a:lnTo>
                  <a:pt x="485" y="120"/>
                </a:lnTo>
                <a:lnTo>
                  <a:pt x="485" y="2731"/>
                </a:lnTo>
                <a:lnTo>
                  <a:pt x="486" y="2743"/>
                </a:lnTo>
                <a:lnTo>
                  <a:pt x="485" y="2755"/>
                </a:lnTo>
                <a:lnTo>
                  <a:pt x="484" y="2756"/>
                </a:lnTo>
                <a:lnTo>
                  <a:pt x="4701" y="2756"/>
                </a:lnTo>
                <a:lnTo>
                  <a:pt x="4700" y="2755"/>
                </a:lnTo>
                <a:close/>
                <a:moveTo>
                  <a:pt x="4401" y="2552"/>
                </a:moveTo>
                <a:lnTo>
                  <a:pt x="784" y="2552"/>
                </a:lnTo>
                <a:lnTo>
                  <a:pt x="784" y="299"/>
                </a:lnTo>
                <a:lnTo>
                  <a:pt x="4401" y="299"/>
                </a:lnTo>
                <a:lnTo>
                  <a:pt x="4401" y="2552"/>
                </a:lnTo>
                <a:close/>
                <a:moveTo>
                  <a:pt x="5172" y="3676"/>
                </a:moveTo>
                <a:lnTo>
                  <a:pt x="12" y="3676"/>
                </a:lnTo>
                <a:lnTo>
                  <a:pt x="0" y="3700"/>
                </a:lnTo>
                <a:lnTo>
                  <a:pt x="1" y="3713"/>
                </a:lnTo>
                <a:lnTo>
                  <a:pt x="2" y="3727"/>
                </a:lnTo>
                <a:lnTo>
                  <a:pt x="5" y="3741"/>
                </a:lnTo>
                <a:lnTo>
                  <a:pt x="9" y="3756"/>
                </a:lnTo>
                <a:lnTo>
                  <a:pt x="14" y="3771"/>
                </a:lnTo>
                <a:lnTo>
                  <a:pt x="20" y="3786"/>
                </a:lnTo>
                <a:lnTo>
                  <a:pt x="28" y="3801"/>
                </a:lnTo>
                <a:lnTo>
                  <a:pt x="36" y="3815"/>
                </a:lnTo>
                <a:lnTo>
                  <a:pt x="44" y="3828"/>
                </a:lnTo>
                <a:lnTo>
                  <a:pt x="53" y="3841"/>
                </a:lnTo>
                <a:lnTo>
                  <a:pt x="63" y="3852"/>
                </a:lnTo>
                <a:lnTo>
                  <a:pt x="73" y="3861"/>
                </a:lnTo>
                <a:lnTo>
                  <a:pt x="85" y="3869"/>
                </a:lnTo>
                <a:lnTo>
                  <a:pt x="96" y="3875"/>
                </a:lnTo>
                <a:lnTo>
                  <a:pt x="108" y="3878"/>
                </a:lnTo>
                <a:lnTo>
                  <a:pt x="114" y="3879"/>
                </a:lnTo>
                <a:lnTo>
                  <a:pt x="120" y="3880"/>
                </a:lnTo>
                <a:lnTo>
                  <a:pt x="5065" y="3880"/>
                </a:lnTo>
                <a:lnTo>
                  <a:pt x="5071" y="3879"/>
                </a:lnTo>
                <a:lnTo>
                  <a:pt x="5077" y="3878"/>
                </a:lnTo>
                <a:lnTo>
                  <a:pt x="5089" y="3875"/>
                </a:lnTo>
                <a:lnTo>
                  <a:pt x="5101" y="3869"/>
                </a:lnTo>
                <a:lnTo>
                  <a:pt x="5112" y="3861"/>
                </a:lnTo>
                <a:lnTo>
                  <a:pt x="5122" y="3852"/>
                </a:lnTo>
                <a:lnTo>
                  <a:pt x="5132" y="3841"/>
                </a:lnTo>
                <a:lnTo>
                  <a:pt x="5141" y="3828"/>
                </a:lnTo>
                <a:lnTo>
                  <a:pt x="5150" y="3815"/>
                </a:lnTo>
                <a:lnTo>
                  <a:pt x="5158" y="3801"/>
                </a:lnTo>
                <a:lnTo>
                  <a:pt x="5165" y="3786"/>
                </a:lnTo>
                <a:lnTo>
                  <a:pt x="5171" y="3771"/>
                </a:lnTo>
                <a:lnTo>
                  <a:pt x="5176" y="3756"/>
                </a:lnTo>
                <a:lnTo>
                  <a:pt x="5180" y="3741"/>
                </a:lnTo>
                <a:lnTo>
                  <a:pt x="5182" y="3727"/>
                </a:lnTo>
                <a:lnTo>
                  <a:pt x="5184" y="3713"/>
                </a:lnTo>
                <a:lnTo>
                  <a:pt x="5185" y="3700"/>
                </a:lnTo>
                <a:lnTo>
                  <a:pt x="5172" y="3676"/>
                </a:lnTo>
                <a:close/>
              </a:path>
            </a:pathLst>
          </a:custGeom>
          <a:solidFill>
            <a:srgbClr val="C00000"/>
          </a:solidFill>
          <a:ln>
            <a:noFill/>
          </a:ln>
        </p:spPr>
        <p:txBody>
          <a:bodyPr bIns="506222" anchor="ctr">
            <a:scene3d>
              <a:camera prst="orthographicFront"/>
              <a:lightRig rig="threePt" dir="t"/>
            </a:scene3d>
            <a:sp3d>
              <a:contourClr>
                <a:srgbClr val="FFFFFF"/>
              </a:contourClr>
            </a:sp3d>
          </a:bodyPr>
          <a:lstStyle/>
          <a:p>
            <a:pPr algn="ctr">
              <a:defRPr/>
            </a:pPr>
            <a:endParaRPr lang="zh-CN" altLang="en-US" dirty="0">
              <a:solidFill>
                <a:srgbClr val="FFFFFF"/>
              </a:solidFill>
              <a:ea typeface="宋体" panose="02010600030101010101" pitchFamily="2" charset="-122"/>
            </a:endParaRPr>
          </a:p>
        </p:txBody>
      </p:sp>
      <p:sp>
        <p:nvSpPr>
          <p:cNvPr id="17" name="KSO_Shape"/>
          <p:cNvSpPr>
            <a:spLocks/>
          </p:cNvSpPr>
          <p:nvPr/>
        </p:nvSpPr>
        <p:spPr bwMode="auto">
          <a:xfrm>
            <a:off x="9789395" y="1883692"/>
            <a:ext cx="802461" cy="676740"/>
          </a:xfrm>
          <a:custGeom>
            <a:avLst/>
            <a:gdLst>
              <a:gd name="T0" fmla="*/ 332222 w 2301876"/>
              <a:gd name="T1" fmla="*/ 1410232 h 1941513"/>
              <a:gd name="T2" fmla="*/ 321717 w 2301876"/>
              <a:gd name="T3" fmla="*/ 1470415 h 1941513"/>
              <a:gd name="T4" fmla="*/ 382384 w 2301876"/>
              <a:gd name="T5" fmla="*/ 1525343 h 1941513"/>
              <a:gd name="T6" fmla="*/ 696485 w 2301876"/>
              <a:gd name="T7" fmla="*/ 1509573 h 1941513"/>
              <a:gd name="T8" fmla="*/ 723010 w 2301876"/>
              <a:gd name="T9" fmla="*/ 1444398 h 1941513"/>
              <a:gd name="T10" fmla="*/ 671273 w 2301876"/>
              <a:gd name="T11" fmla="*/ 1380797 h 1941513"/>
              <a:gd name="T12" fmla="*/ 1348867 w 2301876"/>
              <a:gd name="T13" fmla="*/ 1247408 h 1941513"/>
              <a:gd name="T14" fmla="*/ 1327043 w 2301876"/>
              <a:gd name="T15" fmla="*/ 1320445 h 1941513"/>
              <a:gd name="T16" fmla="*/ 1593934 w 2301876"/>
              <a:gd name="T17" fmla="*/ 1356438 h 1941513"/>
              <a:gd name="T18" fmla="*/ 1647838 w 2301876"/>
              <a:gd name="T19" fmla="*/ 1303105 h 1941513"/>
              <a:gd name="T20" fmla="*/ 1606030 w 2301876"/>
              <a:gd name="T21" fmla="*/ 1239789 h 1941513"/>
              <a:gd name="T22" fmla="*/ 1529191 w 2301876"/>
              <a:gd name="T23" fmla="*/ 516517 h 1941513"/>
              <a:gd name="T24" fmla="*/ 1584982 w 2301876"/>
              <a:gd name="T25" fmla="*/ 576970 h 1941513"/>
              <a:gd name="T26" fmla="*/ 1601035 w 2301876"/>
              <a:gd name="T27" fmla="*/ 667649 h 1941513"/>
              <a:gd name="T28" fmla="*/ 1640510 w 2301876"/>
              <a:gd name="T29" fmla="*/ 716799 h 1941513"/>
              <a:gd name="T30" fmla="*/ 1583140 w 2301876"/>
              <a:gd name="T31" fmla="*/ 840071 h 1941513"/>
              <a:gd name="T32" fmla="*/ 1691827 w 2301876"/>
              <a:gd name="T33" fmla="*/ 916820 h 1941513"/>
              <a:gd name="T34" fmla="*/ 1229710 w 2301876"/>
              <a:gd name="T35" fmla="*/ 1106063 h 1941513"/>
              <a:gd name="T36" fmla="*/ 1284448 w 2301876"/>
              <a:gd name="T37" fmla="*/ 909460 h 1941513"/>
              <a:gd name="T38" fmla="*/ 1396556 w 2301876"/>
              <a:gd name="T39" fmla="*/ 836654 h 1941513"/>
              <a:gd name="T40" fmla="*/ 1335239 w 2301876"/>
              <a:gd name="T41" fmla="*/ 712857 h 1941513"/>
              <a:gd name="T42" fmla="*/ 1370240 w 2301876"/>
              <a:gd name="T43" fmla="*/ 660815 h 1941513"/>
              <a:gd name="T44" fmla="*/ 1388398 w 2301876"/>
              <a:gd name="T45" fmla="*/ 571451 h 1941513"/>
              <a:gd name="T46" fmla="*/ 1446031 w 2301876"/>
              <a:gd name="T47" fmla="*/ 514152 h 1941513"/>
              <a:gd name="T48" fmla="*/ 570227 w 2301876"/>
              <a:gd name="T49" fmla="*/ 477627 h 1941513"/>
              <a:gd name="T50" fmla="*/ 641756 w 2301876"/>
              <a:gd name="T51" fmla="*/ 549062 h 1941513"/>
              <a:gd name="T52" fmla="*/ 661216 w 2301876"/>
              <a:gd name="T53" fmla="*/ 657005 h 1941513"/>
              <a:gd name="T54" fmla="*/ 633078 w 2301876"/>
              <a:gd name="T55" fmla="*/ 739471 h 1941513"/>
              <a:gd name="T56" fmla="*/ 574697 w 2301876"/>
              <a:gd name="T57" fmla="*/ 792786 h 1941513"/>
              <a:gd name="T58" fmla="*/ 708552 w 2301876"/>
              <a:gd name="T59" fmla="*/ 915697 h 1941513"/>
              <a:gd name="T60" fmla="*/ 815320 w 2301876"/>
              <a:gd name="T61" fmla="*/ 1036508 h 1941513"/>
              <a:gd name="T62" fmla="*/ 222836 w 2301876"/>
              <a:gd name="T63" fmla="*/ 1047276 h 1941513"/>
              <a:gd name="T64" fmla="*/ 324870 w 2301876"/>
              <a:gd name="T65" fmla="*/ 922526 h 1941513"/>
              <a:gd name="T66" fmla="*/ 473189 w 2301876"/>
              <a:gd name="T67" fmla="*/ 794886 h 1941513"/>
              <a:gd name="T68" fmla="*/ 413493 w 2301876"/>
              <a:gd name="T69" fmla="*/ 744461 h 1941513"/>
              <a:gd name="T70" fmla="*/ 382462 w 2301876"/>
              <a:gd name="T71" fmla="*/ 663570 h 1941513"/>
              <a:gd name="T72" fmla="*/ 397978 w 2301876"/>
              <a:gd name="T73" fmla="*/ 556154 h 1941513"/>
              <a:gd name="T74" fmla="*/ 466878 w 2301876"/>
              <a:gd name="T75" fmla="*/ 480778 h 1941513"/>
              <a:gd name="T76" fmla="*/ 140242 w 2301876"/>
              <a:gd name="T77" fmla="*/ 134558 h 1941513"/>
              <a:gd name="T78" fmla="*/ 133677 w 2301876"/>
              <a:gd name="T79" fmla="*/ 1210760 h 1941513"/>
              <a:gd name="T80" fmla="*/ 198545 w 2301876"/>
              <a:gd name="T81" fmla="*/ 1290654 h 1941513"/>
              <a:gd name="T82" fmla="*/ 905010 w 2301876"/>
              <a:gd name="T83" fmla="*/ 1223901 h 1941513"/>
              <a:gd name="T84" fmla="*/ 906061 w 2301876"/>
              <a:gd name="T85" fmla="*/ 137186 h 1941513"/>
              <a:gd name="T86" fmla="*/ 1795088 w 2301876"/>
              <a:gd name="T87" fmla="*/ 130835 h 1941513"/>
              <a:gd name="T88" fmla="*/ 1869239 w 2301876"/>
              <a:gd name="T89" fmla="*/ 166040 h 1941513"/>
              <a:gd name="T90" fmla="*/ 1904211 w 2301876"/>
              <a:gd name="T91" fmla="*/ 240391 h 1941513"/>
              <a:gd name="T92" fmla="*/ 1879757 w 2301876"/>
              <a:gd name="T93" fmla="*/ 1330166 h 1941513"/>
              <a:gd name="T94" fmla="*/ 1769057 w 2301876"/>
              <a:gd name="T95" fmla="*/ 1410033 h 1941513"/>
              <a:gd name="T96" fmla="*/ 1237904 w 2301876"/>
              <a:gd name="T97" fmla="*/ 1415550 h 1941513"/>
              <a:gd name="T98" fmla="*/ 1189785 w 2301876"/>
              <a:gd name="T99" fmla="*/ 1139429 h 1941513"/>
              <a:gd name="T100" fmla="*/ 1756435 w 2301876"/>
              <a:gd name="T101" fmla="*/ 1159921 h 1941513"/>
              <a:gd name="T102" fmla="*/ 1799821 w 2301876"/>
              <a:gd name="T103" fmla="*/ 1088198 h 1941513"/>
              <a:gd name="T104" fmla="*/ 898445 w 2301876"/>
              <a:gd name="T105" fmla="*/ 262 h 1941513"/>
              <a:gd name="T106" fmla="*/ 992990 w 2301876"/>
              <a:gd name="T107" fmla="*/ 39421 h 1941513"/>
              <a:gd name="T108" fmla="*/ 1041313 w 2301876"/>
              <a:gd name="T109" fmla="*/ 129302 h 1941513"/>
              <a:gd name="T110" fmla="*/ 1017414 w 2301876"/>
              <a:gd name="T111" fmla="*/ 1483030 h 1941513"/>
              <a:gd name="T112" fmla="*/ 887939 w 2301876"/>
              <a:gd name="T113" fmla="*/ 1588417 h 1941513"/>
              <a:gd name="T114" fmla="*/ 200909 w 2301876"/>
              <a:gd name="T115" fmla="*/ 1599454 h 1941513"/>
              <a:gd name="T116" fmla="*/ 45959 w 2301876"/>
              <a:gd name="T117" fmla="*/ 1513779 h 1941513"/>
              <a:gd name="T118" fmla="*/ 0 w 2301876"/>
              <a:gd name="T119" fmla="*/ 152429 h 1941513"/>
              <a:gd name="T120" fmla="*/ 34667 w 2301876"/>
              <a:gd name="T121" fmla="*/ 55452 h 1941513"/>
              <a:gd name="T122" fmla="*/ 121596 w 2301876"/>
              <a:gd name="T123" fmla="*/ 2891 h 19415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01876" h="1941513">
                <a:moveTo>
                  <a:pt x="475693" y="1664563"/>
                </a:moveTo>
                <a:lnTo>
                  <a:pt x="471250" y="1664880"/>
                </a:lnTo>
                <a:lnTo>
                  <a:pt x="466490" y="1665198"/>
                </a:lnTo>
                <a:lnTo>
                  <a:pt x="462047" y="1665515"/>
                </a:lnTo>
                <a:lnTo>
                  <a:pt x="457605" y="1666468"/>
                </a:lnTo>
                <a:lnTo>
                  <a:pt x="453162" y="1667421"/>
                </a:lnTo>
                <a:lnTo>
                  <a:pt x="449354" y="1668691"/>
                </a:lnTo>
                <a:lnTo>
                  <a:pt x="440786" y="1671550"/>
                </a:lnTo>
                <a:lnTo>
                  <a:pt x="433170" y="1675679"/>
                </a:lnTo>
                <a:lnTo>
                  <a:pt x="425553" y="1680125"/>
                </a:lnTo>
                <a:lnTo>
                  <a:pt x="418572" y="1685207"/>
                </a:lnTo>
                <a:lnTo>
                  <a:pt x="412542" y="1691241"/>
                </a:lnTo>
                <a:lnTo>
                  <a:pt x="406513" y="1697276"/>
                </a:lnTo>
                <a:lnTo>
                  <a:pt x="401435" y="1704263"/>
                </a:lnTo>
                <a:lnTo>
                  <a:pt x="396993" y="1711886"/>
                </a:lnTo>
                <a:lnTo>
                  <a:pt x="392867" y="1719508"/>
                </a:lnTo>
                <a:lnTo>
                  <a:pt x="390011" y="1728083"/>
                </a:lnTo>
                <a:lnTo>
                  <a:pt x="388742" y="1732212"/>
                </a:lnTo>
                <a:lnTo>
                  <a:pt x="387790" y="1736341"/>
                </a:lnTo>
                <a:lnTo>
                  <a:pt x="386838" y="1740787"/>
                </a:lnTo>
                <a:lnTo>
                  <a:pt x="386203" y="1745552"/>
                </a:lnTo>
                <a:lnTo>
                  <a:pt x="385886" y="1749998"/>
                </a:lnTo>
                <a:lnTo>
                  <a:pt x="385886" y="1754444"/>
                </a:lnTo>
                <a:lnTo>
                  <a:pt x="385886" y="1759209"/>
                </a:lnTo>
                <a:lnTo>
                  <a:pt x="386203" y="1763655"/>
                </a:lnTo>
                <a:lnTo>
                  <a:pt x="386838" y="1768419"/>
                </a:lnTo>
                <a:lnTo>
                  <a:pt x="387790" y="1772865"/>
                </a:lnTo>
                <a:lnTo>
                  <a:pt x="388742" y="1776994"/>
                </a:lnTo>
                <a:lnTo>
                  <a:pt x="390011" y="1781441"/>
                </a:lnTo>
                <a:lnTo>
                  <a:pt x="392867" y="1789698"/>
                </a:lnTo>
                <a:lnTo>
                  <a:pt x="396993" y="1797639"/>
                </a:lnTo>
                <a:lnTo>
                  <a:pt x="401435" y="1804943"/>
                </a:lnTo>
                <a:lnTo>
                  <a:pt x="406513" y="1812248"/>
                </a:lnTo>
                <a:lnTo>
                  <a:pt x="412542" y="1818283"/>
                </a:lnTo>
                <a:lnTo>
                  <a:pt x="418572" y="1824317"/>
                </a:lnTo>
                <a:lnTo>
                  <a:pt x="425553" y="1829399"/>
                </a:lnTo>
                <a:lnTo>
                  <a:pt x="433170" y="1833845"/>
                </a:lnTo>
                <a:lnTo>
                  <a:pt x="440786" y="1837657"/>
                </a:lnTo>
                <a:lnTo>
                  <a:pt x="449354" y="1840515"/>
                </a:lnTo>
                <a:lnTo>
                  <a:pt x="453162" y="1842103"/>
                </a:lnTo>
                <a:lnTo>
                  <a:pt x="457605" y="1842738"/>
                </a:lnTo>
                <a:lnTo>
                  <a:pt x="462047" y="1843374"/>
                </a:lnTo>
                <a:lnTo>
                  <a:pt x="466490" y="1844326"/>
                </a:lnTo>
                <a:lnTo>
                  <a:pt x="471250" y="1844644"/>
                </a:lnTo>
                <a:lnTo>
                  <a:pt x="475693" y="1844644"/>
                </a:lnTo>
                <a:lnTo>
                  <a:pt x="784465" y="1844644"/>
                </a:lnTo>
                <a:lnTo>
                  <a:pt x="788908" y="1844644"/>
                </a:lnTo>
                <a:lnTo>
                  <a:pt x="793668" y="1844326"/>
                </a:lnTo>
                <a:lnTo>
                  <a:pt x="798111" y="1843374"/>
                </a:lnTo>
                <a:lnTo>
                  <a:pt x="802553" y="1842738"/>
                </a:lnTo>
                <a:lnTo>
                  <a:pt x="806996" y="1842103"/>
                </a:lnTo>
                <a:lnTo>
                  <a:pt x="811122" y="1840515"/>
                </a:lnTo>
                <a:lnTo>
                  <a:pt x="819690" y="1837657"/>
                </a:lnTo>
                <a:lnTo>
                  <a:pt x="827306" y="1833845"/>
                </a:lnTo>
                <a:lnTo>
                  <a:pt x="834605" y="1829399"/>
                </a:lnTo>
                <a:lnTo>
                  <a:pt x="841586" y="1824317"/>
                </a:lnTo>
                <a:lnTo>
                  <a:pt x="847933" y="1818283"/>
                </a:lnTo>
                <a:lnTo>
                  <a:pt x="853963" y="1812248"/>
                </a:lnTo>
                <a:lnTo>
                  <a:pt x="859040" y="1804943"/>
                </a:lnTo>
                <a:lnTo>
                  <a:pt x="863483" y="1797639"/>
                </a:lnTo>
                <a:lnTo>
                  <a:pt x="867608" y="1789698"/>
                </a:lnTo>
                <a:lnTo>
                  <a:pt x="870464" y="1781441"/>
                </a:lnTo>
                <a:lnTo>
                  <a:pt x="871734" y="1776994"/>
                </a:lnTo>
                <a:lnTo>
                  <a:pt x="872686" y="1772865"/>
                </a:lnTo>
                <a:lnTo>
                  <a:pt x="873320" y="1768419"/>
                </a:lnTo>
                <a:lnTo>
                  <a:pt x="873638" y="1763655"/>
                </a:lnTo>
                <a:lnTo>
                  <a:pt x="874272" y="1759209"/>
                </a:lnTo>
                <a:lnTo>
                  <a:pt x="874590" y="1754444"/>
                </a:lnTo>
                <a:lnTo>
                  <a:pt x="874272" y="1749998"/>
                </a:lnTo>
                <a:lnTo>
                  <a:pt x="873638" y="1745552"/>
                </a:lnTo>
                <a:lnTo>
                  <a:pt x="873320" y="1740787"/>
                </a:lnTo>
                <a:lnTo>
                  <a:pt x="872686" y="1736341"/>
                </a:lnTo>
                <a:lnTo>
                  <a:pt x="871734" y="1732212"/>
                </a:lnTo>
                <a:lnTo>
                  <a:pt x="870464" y="1728083"/>
                </a:lnTo>
                <a:lnTo>
                  <a:pt x="867608" y="1719508"/>
                </a:lnTo>
                <a:lnTo>
                  <a:pt x="863483" y="1711886"/>
                </a:lnTo>
                <a:lnTo>
                  <a:pt x="859040" y="1704263"/>
                </a:lnTo>
                <a:lnTo>
                  <a:pt x="853963" y="1697276"/>
                </a:lnTo>
                <a:lnTo>
                  <a:pt x="847933" y="1691241"/>
                </a:lnTo>
                <a:lnTo>
                  <a:pt x="841586" y="1685207"/>
                </a:lnTo>
                <a:lnTo>
                  <a:pt x="834605" y="1680125"/>
                </a:lnTo>
                <a:lnTo>
                  <a:pt x="827306" y="1675679"/>
                </a:lnTo>
                <a:lnTo>
                  <a:pt x="819690" y="1671550"/>
                </a:lnTo>
                <a:lnTo>
                  <a:pt x="811122" y="1668691"/>
                </a:lnTo>
                <a:lnTo>
                  <a:pt x="806996" y="1667421"/>
                </a:lnTo>
                <a:lnTo>
                  <a:pt x="802553" y="1666468"/>
                </a:lnTo>
                <a:lnTo>
                  <a:pt x="798111" y="1665515"/>
                </a:lnTo>
                <a:lnTo>
                  <a:pt x="793668" y="1665198"/>
                </a:lnTo>
                <a:lnTo>
                  <a:pt x="788908" y="1664880"/>
                </a:lnTo>
                <a:lnTo>
                  <a:pt x="784465" y="1664563"/>
                </a:lnTo>
                <a:lnTo>
                  <a:pt x="475693" y="1664563"/>
                </a:lnTo>
                <a:close/>
                <a:moveTo>
                  <a:pt x="1670551" y="1495108"/>
                </a:moveTo>
                <a:lnTo>
                  <a:pt x="1662926" y="1495425"/>
                </a:lnTo>
                <a:lnTo>
                  <a:pt x="1655936" y="1496695"/>
                </a:lnTo>
                <a:lnTo>
                  <a:pt x="1648946" y="1498283"/>
                </a:lnTo>
                <a:lnTo>
                  <a:pt x="1642274" y="1500823"/>
                </a:lnTo>
                <a:lnTo>
                  <a:pt x="1636237" y="1503998"/>
                </a:lnTo>
                <a:lnTo>
                  <a:pt x="1629882" y="1507490"/>
                </a:lnTo>
                <a:lnTo>
                  <a:pt x="1624481" y="1511618"/>
                </a:lnTo>
                <a:lnTo>
                  <a:pt x="1619080" y="1516380"/>
                </a:lnTo>
                <a:lnTo>
                  <a:pt x="1614631" y="1521778"/>
                </a:lnTo>
                <a:lnTo>
                  <a:pt x="1610183" y="1527175"/>
                </a:lnTo>
                <a:lnTo>
                  <a:pt x="1606688" y="1533208"/>
                </a:lnTo>
                <a:lnTo>
                  <a:pt x="1603511" y="1539240"/>
                </a:lnTo>
                <a:lnTo>
                  <a:pt x="1601605" y="1545908"/>
                </a:lnTo>
                <a:lnTo>
                  <a:pt x="1599698" y="1552893"/>
                </a:lnTo>
                <a:lnTo>
                  <a:pt x="1598427" y="1559878"/>
                </a:lnTo>
                <a:lnTo>
                  <a:pt x="1598110" y="1567498"/>
                </a:lnTo>
                <a:lnTo>
                  <a:pt x="1598427" y="1574800"/>
                </a:lnTo>
                <a:lnTo>
                  <a:pt x="1599698" y="1582103"/>
                </a:lnTo>
                <a:lnTo>
                  <a:pt x="1601605" y="1589088"/>
                </a:lnTo>
                <a:lnTo>
                  <a:pt x="1603511" y="1595755"/>
                </a:lnTo>
                <a:lnTo>
                  <a:pt x="1606688" y="1602105"/>
                </a:lnTo>
                <a:lnTo>
                  <a:pt x="1610183" y="1607820"/>
                </a:lnTo>
                <a:lnTo>
                  <a:pt x="1614631" y="1613535"/>
                </a:lnTo>
                <a:lnTo>
                  <a:pt x="1619080" y="1618615"/>
                </a:lnTo>
                <a:lnTo>
                  <a:pt x="1624481" y="1623378"/>
                </a:lnTo>
                <a:lnTo>
                  <a:pt x="1629882" y="1627505"/>
                </a:lnTo>
                <a:lnTo>
                  <a:pt x="1636237" y="1630998"/>
                </a:lnTo>
                <a:lnTo>
                  <a:pt x="1642274" y="1634173"/>
                </a:lnTo>
                <a:lnTo>
                  <a:pt x="1648946" y="1636713"/>
                </a:lnTo>
                <a:lnTo>
                  <a:pt x="1655936" y="1638300"/>
                </a:lnTo>
                <a:lnTo>
                  <a:pt x="1662926" y="1639253"/>
                </a:lnTo>
                <a:lnTo>
                  <a:pt x="1670551" y="1639570"/>
                </a:lnTo>
                <a:lnTo>
                  <a:pt x="1918697" y="1639570"/>
                </a:lnTo>
                <a:lnTo>
                  <a:pt x="1926004" y="1639253"/>
                </a:lnTo>
                <a:lnTo>
                  <a:pt x="1933630" y="1638300"/>
                </a:lnTo>
                <a:lnTo>
                  <a:pt x="1940620" y="1636713"/>
                </a:lnTo>
                <a:lnTo>
                  <a:pt x="1947292" y="1634173"/>
                </a:lnTo>
                <a:lnTo>
                  <a:pt x="1953329" y="1630998"/>
                </a:lnTo>
                <a:lnTo>
                  <a:pt x="1959366" y="1627505"/>
                </a:lnTo>
                <a:lnTo>
                  <a:pt x="1964767" y="1623378"/>
                </a:lnTo>
                <a:lnTo>
                  <a:pt x="1970168" y="1618615"/>
                </a:lnTo>
                <a:lnTo>
                  <a:pt x="1974934" y="1613535"/>
                </a:lnTo>
                <a:lnTo>
                  <a:pt x="1979065" y="1607820"/>
                </a:lnTo>
                <a:lnTo>
                  <a:pt x="1982560" y="1602105"/>
                </a:lnTo>
                <a:lnTo>
                  <a:pt x="1985419" y="1595755"/>
                </a:lnTo>
                <a:lnTo>
                  <a:pt x="1988279" y="1589088"/>
                </a:lnTo>
                <a:lnTo>
                  <a:pt x="1989868" y="1582103"/>
                </a:lnTo>
                <a:lnTo>
                  <a:pt x="1991138" y="1574800"/>
                </a:lnTo>
                <a:lnTo>
                  <a:pt x="1991456" y="1567498"/>
                </a:lnTo>
                <a:lnTo>
                  <a:pt x="1991138" y="1559878"/>
                </a:lnTo>
                <a:lnTo>
                  <a:pt x="1989868" y="1552893"/>
                </a:lnTo>
                <a:lnTo>
                  <a:pt x="1988279" y="1545908"/>
                </a:lnTo>
                <a:lnTo>
                  <a:pt x="1985419" y="1539240"/>
                </a:lnTo>
                <a:lnTo>
                  <a:pt x="1982560" y="1533208"/>
                </a:lnTo>
                <a:lnTo>
                  <a:pt x="1979065" y="1527175"/>
                </a:lnTo>
                <a:lnTo>
                  <a:pt x="1974934" y="1521778"/>
                </a:lnTo>
                <a:lnTo>
                  <a:pt x="1970168" y="1516380"/>
                </a:lnTo>
                <a:lnTo>
                  <a:pt x="1964767" y="1511618"/>
                </a:lnTo>
                <a:lnTo>
                  <a:pt x="1959366" y="1507490"/>
                </a:lnTo>
                <a:lnTo>
                  <a:pt x="1953329" y="1503998"/>
                </a:lnTo>
                <a:lnTo>
                  <a:pt x="1947292" y="1500823"/>
                </a:lnTo>
                <a:lnTo>
                  <a:pt x="1940620" y="1498283"/>
                </a:lnTo>
                <a:lnTo>
                  <a:pt x="1933630" y="1496695"/>
                </a:lnTo>
                <a:lnTo>
                  <a:pt x="1926004" y="1495425"/>
                </a:lnTo>
                <a:lnTo>
                  <a:pt x="1918697" y="1495108"/>
                </a:lnTo>
                <a:lnTo>
                  <a:pt x="1670551" y="1495108"/>
                </a:lnTo>
                <a:close/>
                <a:moveTo>
                  <a:pt x="1787673" y="611187"/>
                </a:moveTo>
                <a:lnTo>
                  <a:pt x="1794669" y="611187"/>
                </a:lnTo>
                <a:lnTo>
                  <a:pt x="1801665" y="611187"/>
                </a:lnTo>
                <a:lnTo>
                  <a:pt x="1808661" y="612140"/>
                </a:lnTo>
                <a:lnTo>
                  <a:pt x="1815338" y="613093"/>
                </a:lnTo>
                <a:lnTo>
                  <a:pt x="1822016" y="614681"/>
                </a:lnTo>
                <a:lnTo>
                  <a:pt x="1828694" y="616587"/>
                </a:lnTo>
                <a:lnTo>
                  <a:pt x="1835372" y="618810"/>
                </a:lnTo>
                <a:lnTo>
                  <a:pt x="1841732" y="621352"/>
                </a:lnTo>
                <a:lnTo>
                  <a:pt x="1847773" y="624210"/>
                </a:lnTo>
                <a:lnTo>
                  <a:pt x="1853815" y="627387"/>
                </a:lnTo>
                <a:lnTo>
                  <a:pt x="1859539" y="631198"/>
                </a:lnTo>
                <a:lnTo>
                  <a:pt x="1865581" y="635010"/>
                </a:lnTo>
                <a:lnTo>
                  <a:pt x="1870987" y="639457"/>
                </a:lnTo>
                <a:lnTo>
                  <a:pt x="1876393" y="643904"/>
                </a:lnTo>
                <a:lnTo>
                  <a:pt x="1881480" y="648986"/>
                </a:lnTo>
                <a:lnTo>
                  <a:pt x="1886568" y="654068"/>
                </a:lnTo>
                <a:lnTo>
                  <a:pt x="1891338" y="659151"/>
                </a:lnTo>
                <a:lnTo>
                  <a:pt x="1895790" y="665186"/>
                </a:lnTo>
                <a:lnTo>
                  <a:pt x="1900242" y="670903"/>
                </a:lnTo>
                <a:lnTo>
                  <a:pt x="1904376" y="677256"/>
                </a:lnTo>
                <a:lnTo>
                  <a:pt x="1908192" y="683609"/>
                </a:lnTo>
                <a:lnTo>
                  <a:pt x="1911690" y="690597"/>
                </a:lnTo>
                <a:lnTo>
                  <a:pt x="1915188" y="697267"/>
                </a:lnTo>
                <a:lnTo>
                  <a:pt x="1918049" y="704255"/>
                </a:lnTo>
                <a:lnTo>
                  <a:pt x="1920593" y="711561"/>
                </a:lnTo>
                <a:lnTo>
                  <a:pt x="1923137" y="718867"/>
                </a:lnTo>
                <a:lnTo>
                  <a:pt x="1925363" y="726808"/>
                </a:lnTo>
                <a:lnTo>
                  <a:pt x="1927271" y="734431"/>
                </a:lnTo>
                <a:lnTo>
                  <a:pt x="1928861" y="742690"/>
                </a:lnTo>
                <a:lnTo>
                  <a:pt x="1929815" y="750631"/>
                </a:lnTo>
                <a:lnTo>
                  <a:pt x="1930451" y="758889"/>
                </a:lnTo>
                <a:lnTo>
                  <a:pt x="1931405" y="767466"/>
                </a:lnTo>
                <a:lnTo>
                  <a:pt x="1931405" y="775724"/>
                </a:lnTo>
                <a:lnTo>
                  <a:pt x="1931723" y="784301"/>
                </a:lnTo>
                <a:lnTo>
                  <a:pt x="1932359" y="791924"/>
                </a:lnTo>
                <a:lnTo>
                  <a:pt x="1933313" y="799865"/>
                </a:lnTo>
                <a:lnTo>
                  <a:pt x="1934585" y="806853"/>
                </a:lnTo>
                <a:lnTo>
                  <a:pt x="1936175" y="813206"/>
                </a:lnTo>
                <a:lnTo>
                  <a:pt x="1938401" y="819241"/>
                </a:lnTo>
                <a:lnTo>
                  <a:pt x="1940627" y="824958"/>
                </a:lnTo>
                <a:lnTo>
                  <a:pt x="1943171" y="830041"/>
                </a:lnTo>
                <a:lnTo>
                  <a:pt x="1945715" y="834805"/>
                </a:lnTo>
                <a:lnTo>
                  <a:pt x="1948576" y="839252"/>
                </a:lnTo>
                <a:lnTo>
                  <a:pt x="1951756" y="843381"/>
                </a:lnTo>
                <a:lnTo>
                  <a:pt x="1954936" y="846875"/>
                </a:lnTo>
                <a:lnTo>
                  <a:pt x="1958116" y="850687"/>
                </a:lnTo>
                <a:lnTo>
                  <a:pt x="1961614" y="853546"/>
                </a:lnTo>
                <a:lnTo>
                  <a:pt x="1965430" y="856087"/>
                </a:lnTo>
                <a:lnTo>
                  <a:pt x="1968610" y="858946"/>
                </a:lnTo>
                <a:lnTo>
                  <a:pt x="1975606" y="862757"/>
                </a:lnTo>
                <a:lnTo>
                  <a:pt x="1982284" y="866251"/>
                </a:lnTo>
                <a:lnTo>
                  <a:pt x="1988643" y="868475"/>
                </a:lnTo>
                <a:lnTo>
                  <a:pt x="1994049" y="869745"/>
                </a:lnTo>
                <a:lnTo>
                  <a:pt x="1998819" y="871016"/>
                </a:lnTo>
                <a:lnTo>
                  <a:pt x="2002635" y="871334"/>
                </a:lnTo>
                <a:lnTo>
                  <a:pt x="2005815" y="871651"/>
                </a:lnTo>
                <a:lnTo>
                  <a:pt x="2005815" y="932320"/>
                </a:lnTo>
                <a:lnTo>
                  <a:pt x="1841096" y="932320"/>
                </a:lnTo>
                <a:lnTo>
                  <a:pt x="1841096" y="997119"/>
                </a:lnTo>
                <a:lnTo>
                  <a:pt x="1853815" y="999025"/>
                </a:lnTo>
                <a:lnTo>
                  <a:pt x="1865899" y="1001566"/>
                </a:lnTo>
                <a:lnTo>
                  <a:pt x="1877983" y="1004107"/>
                </a:lnTo>
                <a:lnTo>
                  <a:pt x="1890066" y="1007601"/>
                </a:lnTo>
                <a:lnTo>
                  <a:pt x="1901514" y="1011095"/>
                </a:lnTo>
                <a:lnTo>
                  <a:pt x="1912962" y="1015224"/>
                </a:lnTo>
                <a:lnTo>
                  <a:pt x="1923773" y="1019354"/>
                </a:lnTo>
                <a:lnTo>
                  <a:pt x="1934903" y="1024118"/>
                </a:lnTo>
                <a:lnTo>
                  <a:pt x="1945715" y="1029200"/>
                </a:lnTo>
                <a:lnTo>
                  <a:pt x="1956208" y="1034918"/>
                </a:lnTo>
                <a:lnTo>
                  <a:pt x="1966384" y="1040635"/>
                </a:lnTo>
                <a:lnTo>
                  <a:pt x="1976242" y="1046988"/>
                </a:lnTo>
                <a:lnTo>
                  <a:pt x="1986099" y="1053659"/>
                </a:lnTo>
                <a:lnTo>
                  <a:pt x="1995321" y="1060329"/>
                </a:lnTo>
                <a:lnTo>
                  <a:pt x="2003907" y="1067635"/>
                </a:lnTo>
                <a:lnTo>
                  <a:pt x="2012811" y="1074940"/>
                </a:lnTo>
                <a:lnTo>
                  <a:pt x="2021396" y="1082881"/>
                </a:lnTo>
                <a:lnTo>
                  <a:pt x="2029028" y="1090822"/>
                </a:lnTo>
                <a:lnTo>
                  <a:pt x="2036978" y="1099081"/>
                </a:lnTo>
                <a:lnTo>
                  <a:pt x="2044292" y="1107975"/>
                </a:lnTo>
                <a:lnTo>
                  <a:pt x="2051288" y="1116551"/>
                </a:lnTo>
                <a:lnTo>
                  <a:pt x="2057965" y="1125445"/>
                </a:lnTo>
                <a:lnTo>
                  <a:pt x="2064325" y="1135292"/>
                </a:lnTo>
                <a:lnTo>
                  <a:pt x="2069731" y="1144821"/>
                </a:lnTo>
                <a:lnTo>
                  <a:pt x="2075455" y="1154350"/>
                </a:lnTo>
                <a:lnTo>
                  <a:pt x="2080225" y="1164515"/>
                </a:lnTo>
                <a:lnTo>
                  <a:pt x="2084995" y="1174679"/>
                </a:lnTo>
                <a:lnTo>
                  <a:pt x="2089128" y="1185161"/>
                </a:lnTo>
                <a:lnTo>
                  <a:pt x="2092626" y="1195643"/>
                </a:lnTo>
                <a:lnTo>
                  <a:pt x="2095488" y="1206761"/>
                </a:lnTo>
                <a:lnTo>
                  <a:pt x="2098668" y="1217560"/>
                </a:lnTo>
                <a:lnTo>
                  <a:pt x="2100894" y="1228995"/>
                </a:lnTo>
                <a:lnTo>
                  <a:pt x="2103438" y="1336675"/>
                </a:lnTo>
                <a:lnTo>
                  <a:pt x="1485900" y="1336675"/>
                </a:lnTo>
                <a:lnTo>
                  <a:pt x="1488444" y="1228995"/>
                </a:lnTo>
                <a:lnTo>
                  <a:pt x="1490670" y="1217560"/>
                </a:lnTo>
                <a:lnTo>
                  <a:pt x="1493214" y="1206761"/>
                </a:lnTo>
                <a:lnTo>
                  <a:pt x="1496712" y="1195643"/>
                </a:lnTo>
                <a:lnTo>
                  <a:pt x="1500210" y="1185161"/>
                </a:lnTo>
                <a:lnTo>
                  <a:pt x="1504343" y="1174679"/>
                </a:lnTo>
                <a:lnTo>
                  <a:pt x="1508795" y="1164515"/>
                </a:lnTo>
                <a:lnTo>
                  <a:pt x="1513565" y="1154350"/>
                </a:lnTo>
                <a:lnTo>
                  <a:pt x="1519289" y="1144821"/>
                </a:lnTo>
                <a:lnTo>
                  <a:pt x="1525013" y="1135292"/>
                </a:lnTo>
                <a:lnTo>
                  <a:pt x="1531055" y="1125763"/>
                </a:lnTo>
                <a:lnTo>
                  <a:pt x="1537732" y="1116551"/>
                </a:lnTo>
                <a:lnTo>
                  <a:pt x="1544728" y="1107975"/>
                </a:lnTo>
                <a:lnTo>
                  <a:pt x="1552042" y="1099081"/>
                </a:lnTo>
                <a:lnTo>
                  <a:pt x="1559674" y="1090822"/>
                </a:lnTo>
                <a:lnTo>
                  <a:pt x="1567942" y="1082881"/>
                </a:lnTo>
                <a:lnTo>
                  <a:pt x="1576209" y="1074940"/>
                </a:lnTo>
                <a:lnTo>
                  <a:pt x="1584795" y="1067635"/>
                </a:lnTo>
                <a:lnTo>
                  <a:pt x="1593699" y="1060329"/>
                </a:lnTo>
                <a:lnTo>
                  <a:pt x="1603239" y="1053659"/>
                </a:lnTo>
                <a:lnTo>
                  <a:pt x="1613096" y="1046988"/>
                </a:lnTo>
                <a:lnTo>
                  <a:pt x="1622954" y="1040635"/>
                </a:lnTo>
                <a:lnTo>
                  <a:pt x="1632812" y="1034918"/>
                </a:lnTo>
                <a:lnTo>
                  <a:pt x="1643305" y="1029200"/>
                </a:lnTo>
                <a:lnTo>
                  <a:pt x="1654117" y="1024118"/>
                </a:lnTo>
                <a:lnTo>
                  <a:pt x="1664929" y="1019671"/>
                </a:lnTo>
                <a:lnTo>
                  <a:pt x="1676058" y="1015224"/>
                </a:lnTo>
                <a:lnTo>
                  <a:pt x="1687506" y="1011095"/>
                </a:lnTo>
                <a:lnTo>
                  <a:pt x="1699272" y="1007601"/>
                </a:lnTo>
                <a:lnTo>
                  <a:pt x="1711355" y="1004107"/>
                </a:lnTo>
                <a:lnTo>
                  <a:pt x="1723439" y="1001566"/>
                </a:lnTo>
                <a:lnTo>
                  <a:pt x="1735523" y="999025"/>
                </a:lnTo>
                <a:lnTo>
                  <a:pt x="1747924" y="997119"/>
                </a:lnTo>
                <a:lnTo>
                  <a:pt x="1747924" y="932320"/>
                </a:lnTo>
                <a:lnTo>
                  <a:pt x="1583205" y="932320"/>
                </a:lnTo>
                <a:lnTo>
                  <a:pt x="1583205" y="871651"/>
                </a:lnTo>
                <a:lnTo>
                  <a:pt x="1586385" y="871334"/>
                </a:lnTo>
                <a:lnTo>
                  <a:pt x="1590201" y="870698"/>
                </a:lnTo>
                <a:lnTo>
                  <a:pt x="1594971" y="869110"/>
                </a:lnTo>
                <a:lnTo>
                  <a:pt x="1600377" y="867204"/>
                </a:lnTo>
                <a:lnTo>
                  <a:pt x="1606736" y="864663"/>
                </a:lnTo>
                <a:lnTo>
                  <a:pt x="1613414" y="861487"/>
                </a:lnTo>
                <a:lnTo>
                  <a:pt x="1620410" y="857358"/>
                </a:lnTo>
                <a:lnTo>
                  <a:pt x="1624226" y="854816"/>
                </a:lnTo>
                <a:lnTo>
                  <a:pt x="1627406" y="851958"/>
                </a:lnTo>
                <a:lnTo>
                  <a:pt x="1630586" y="848464"/>
                </a:lnTo>
                <a:lnTo>
                  <a:pt x="1634084" y="845287"/>
                </a:lnTo>
                <a:lnTo>
                  <a:pt x="1637264" y="841476"/>
                </a:lnTo>
                <a:lnTo>
                  <a:pt x="1640444" y="837346"/>
                </a:lnTo>
                <a:lnTo>
                  <a:pt x="1643305" y="832899"/>
                </a:lnTo>
                <a:lnTo>
                  <a:pt x="1646167" y="828135"/>
                </a:lnTo>
                <a:lnTo>
                  <a:pt x="1648393" y="823052"/>
                </a:lnTo>
                <a:lnTo>
                  <a:pt x="1650619" y="817653"/>
                </a:lnTo>
                <a:lnTo>
                  <a:pt x="1652845" y="811617"/>
                </a:lnTo>
                <a:lnTo>
                  <a:pt x="1654435" y="805265"/>
                </a:lnTo>
                <a:lnTo>
                  <a:pt x="1655707" y="798594"/>
                </a:lnTo>
                <a:lnTo>
                  <a:pt x="1656979" y="791289"/>
                </a:lnTo>
                <a:lnTo>
                  <a:pt x="1657297" y="783983"/>
                </a:lnTo>
                <a:lnTo>
                  <a:pt x="1657615" y="775724"/>
                </a:lnTo>
                <a:lnTo>
                  <a:pt x="1657933" y="767466"/>
                </a:lnTo>
                <a:lnTo>
                  <a:pt x="1658569" y="758889"/>
                </a:lnTo>
                <a:lnTo>
                  <a:pt x="1659205" y="750631"/>
                </a:lnTo>
                <a:lnTo>
                  <a:pt x="1660477" y="742690"/>
                </a:lnTo>
                <a:lnTo>
                  <a:pt x="1662067" y="734431"/>
                </a:lnTo>
                <a:lnTo>
                  <a:pt x="1663975" y="726808"/>
                </a:lnTo>
                <a:lnTo>
                  <a:pt x="1666201" y="718867"/>
                </a:lnTo>
                <a:lnTo>
                  <a:pt x="1668427" y="711561"/>
                </a:lnTo>
                <a:lnTo>
                  <a:pt x="1671289" y="704255"/>
                </a:lnTo>
                <a:lnTo>
                  <a:pt x="1674151" y="697267"/>
                </a:lnTo>
                <a:lnTo>
                  <a:pt x="1677648" y="690597"/>
                </a:lnTo>
                <a:lnTo>
                  <a:pt x="1680828" y="683609"/>
                </a:lnTo>
                <a:lnTo>
                  <a:pt x="1684962" y="677256"/>
                </a:lnTo>
                <a:lnTo>
                  <a:pt x="1689096" y="670903"/>
                </a:lnTo>
                <a:lnTo>
                  <a:pt x="1693230" y="665186"/>
                </a:lnTo>
                <a:lnTo>
                  <a:pt x="1698000" y="659151"/>
                </a:lnTo>
                <a:lnTo>
                  <a:pt x="1702770" y="654068"/>
                </a:lnTo>
                <a:lnTo>
                  <a:pt x="1707540" y="648986"/>
                </a:lnTo>
                <a:lnTo>
                  <a:pt x="1712627" y="643904"/>
                </a:lnTo>
                <a:lnTo>
                  <a:pt x="1718351" y="639457"/>
                </a:lnTo>
                <a:lnTo>
                  <a:pt x="1723757" y="635010"/>
                </a:lnTo>
                <a:lnTo>
                  <a:pt x="1729163" y="631198"/>
                </a:lnTo>
                <a:lnTo>
                  <a:pt x="1735205" y="627387"/>
                </a:lnTo>
                <a:lnTo>
                  <a:pt x="1741565" y="624210"/>
                </a:lnTo>
                <a:lnTo>
                  <a:pt x="1747288" y="621352"/>
                </a:lnTo>
                <a:lnTo>
                  <a:pt x="1753966" y="618810"/>
                </a:lnTo>
                <a:lnTo>
                  <a:pt x="1760326" y="616587"/>
                </a:lnTo>
                <a:lnTo>
                  <a:pt x="1767004" y="614681"/>
                </a:lnTo>
                <a:lnTo>
                  <a:pt x="1773682" y="613093"/>
                </a:lnTo>
                <a:lnTo>
                  <a:pt x="1780677" y="612140"/>
                </a:lnTo>
                <a:lnTo>
                  <a:pt x="1787673" y="611187"/>
                </a:lnTo>
                <a:close/>
                <a:moveTo>
                  <a:pt x="630238" y="565150"/>
                </a:moveTo>
                <a:lnTo>
                  <a:pt x="639136" y="565468"/>
                </a:lnTo>
                <a:lnTo>
                  <a:pt x="647397" y="566420"/>
                </a:lnTo>
                <a:lnTo>
                  <a:pt x="655977" y="567372"/>
                </a:lnTo>
                <a:lnTo>
                  <a:pt x="664557" y="569276"/>
                </a:lnTo>
                <a:lnTo>
                  <a:pt x="672501" y="571498"/>
                </a:lnTo>
                <a:lnTo>
                  <a:pt x="680762" y="574354"/>
                </a:lnTo>
                <a:lnTo>
                  <a:pt x="689024" y="577211"/>
                </a:lnTo>
                <a:lnTo>
                  <a:pt x="696333" y="581020"/>
                </a:lnTo>
                <a:lnTo>
                  <a:pt x="703959" y="585463"/>
                </a:lnTo>
                <a:lnTo>
                  <a:pt x="711268" y="589907"/>
                </a:lnTo>
                <a:lnTo>
                  <a:pt x="718258" y="594667"/>
                </a:lnTo>
                <a:lnTo>
                  <a:pt x="725249" y="600063"/>
                </a:lnTo>
                <a:lnTo>
                  <a:pt x="731922" y="605776"/>
                </a:lnTo>
                <a:lnTo>
                  <a:pt x="738278" y="611489"/>
                </a:lnTo>
                <a:lnTo>
                  <a:pt x="744633" y="618154"/>
                </a:lnTo>
                <a:lnTo>
                  <a:pt x="750353" y="624820"/>
                </a:lnTo>
                <a:lnTo>
                  <a:pt x="756072" y="632437"/>
                </a:lnTo>
                <a:lnTo>
                  <a:pt x="761474" y="639737"/>
                </a:lnTo>
                <a:lnTo>
                  <a:pt x="766241" y="647354"/>
                </a:lnTo>
                <a:lnTo>
                  <a:pt x="771007" y="655289"/>
                </a:lnTo>
                <a:lnTo>
                  <a:pt x="775456" y="663541"/>
                </a:lnTo>
                <a:lnTo>
                  <a:pt x="779587" y="672111"/>
                </a:lnTo>
                <a:lnTo>
                  <a:pt x="783400" y="680998"/>
                </a:lnTo>
                <a:lnTo>
                  <a:pt x="786895" y="690202"/>
                </a:lnTo>
                <a:lnTo>
                  <a:pt x="790073" y="699406"/>
                </a:lnTo>
                <a:lnTo>
                  <a:pt x="792615" y="708611"/>
                </a:lnTo>
                <a:lnTo>
                  <a:pt x="794839" y="718450"/>
                </a:lnTo>
                <a:lnTo>
                  <a:pt x="796746" y="728606"/>
                </a:lnTo>
                <a:lnTo>
                  <a:pt x="798017" y="738445"/>
                </a:lnTo>
                <a:lnTo>
                  <a:pt x="799288" y="748919"/>
                </a:lnTo>
                <a:lnTo>
                  <a:pt x="799923" y="759076"/>
                </a:lnTo>
                <a:lnTo>
                  <a:pt x="800241" y="769550"/>
                </a:lnTo>
                <a:lnTo>
                  <a:pt x="799923" y="777802"/>
                </a:lnTo>
                <a:lnTo>
                  <a:pt x="799606" y="786054"/>
                </a:lnTo>
                <a:lnTo>
                  <a:pt x="798970" y="793989"/>
                </a:lnTo>
                <a:lnTo>
                  <a:pt x="798017" y="801923"/>
                </a:lnTo>
                <a:lnTo>
                  <a:pt x="797064" y="809541"/>
                </a:lnTo>
                <a:lnTo>
                  <a:pt x="795475" y="817476"/>
                </a:lnTo>
                <a:lnTo>
                  <a:pt x="793568" y="825093"/>
                </a:lnTo>
                <a:lnTo>
                  <a:pt x="791979" y="832710"/>
                </a:lnTo>
                <a:lnTo>
                  <a:pt x="789755" y="840328"/>
                </a:lnTo>
                <a:lnTo>
                  <a:pt x="787531" y="847310"/>
                </a:lnTo>
                <a:lnTo>
                  <a:pt x="784671" y="854293"/>
                </a:lnTo>
                <a:lnTo>
                  <a:pt x="781811" y="861276"/>
                </a:lnTo>
                <a:lnTo>
                  <a:pt x="778951" y="868258"/>
                </a:lnTo>
                <a:lnTo>
                  <a:pt x="775456" y="874923"/>
                </a:lnTo>
                <a:lnTo>
                  <a:pt x="772278" y="880954"/>
                </a:lnTo>
                <a:lnTo>
                  <a:pt x="768465" y="887619"/>
                </a:lnTo>
                <a:lnTo>
                  <a:pt x="764970" y="893649"/>
                </a:lnTo>
                <a:lnTo>
                  <a:pt x="760839" y="899680"/>
                </a:lnTo>
                <a:lnTo>
                  <a:pt x="756708" y="905393"/>
                </a:lnTo>
                <a:lnTo>
                  <a:pt x="752259" y="911106"/>
                </a:lnTo>
                <a:lnTo>
                  <a:pt x="747810" y="916501"/>
                </a:lnTo>
                <a:lnTo>
                  <a:pt x="743044" y="921580"/>
                </a:lnTo>
                <a:lnTo>
                  <a:pt x="738278" y="926341"/>
                </a:lnTo>
                <a:lnTo>
                  <a:pt x="733193" y="931101"/>
                </a:lnTo>
                <a:lnTo>
                  <a:pt x="728109" y="936180"/>
                </a:lnTo>
                <a:lnTo>
                  <a:pt x="722707" y="939988"/>
                </a:lnTo>
                <a:lnTo>
                  <a:pt x="717305" y="944114"/>
                </a:lnTo>
                <a:lnTo>
                  <a:pt x="711903" y="948241"/>
                </a:lnTo>
                <a:lnTo>
                  <a:pt x="706183" y="951414"/>
                </a:lnTo>
                <a:lnTo>
                  <a:pt x="700464" y="954906"/>
                </a:lnTo>
                <a:lnTo>
                  <a:pt x="694426" y="958080"/>
                </a:lnTo>
                <a:lnTo>
                  <a:pt x="688071" y="960619"/>
                </a:lnTo>
                <a:lnTo>
                  <a:pt x="688071" y="1044727"/>
                </a:lnTo>
                <a:lnTo>
                  <a:pt x="703641" y="1047266"/>
                </a:lnTo>
                <a:lnTo>
                  <a:pt x="718894" y="1050440"/>
                </a:lnTo>
                <a:lnTo>
                  <a:pt x="733829" y="1053614"/>
                </a:lnTo>
                <a:lnTo>
                  <a:pt x="748764" y="1057740"/>
                </a:lnTo>
                <a:lnTo>
                  <a:pt x="763063" y="1062184"/>
                </a:lnTo>
                <a:lnTo>
                  <a:pt x="777045" y="1066945"/>
                </a:lnTo>
                <a:lnTo>
                  <a:pt x="791026" y="1072340"/>
                </a:lnTo>
                <a:lnTo>
                  <a:pt x="804690" y="1078371"/>
                </a:lnTo>
                <a:lnTo>
                  <a:pt x="818036" y="1085036"/>
                </a:lnTo>
                <a:lnTo>
                  <a:pt x="831064" y="1091701"/>
                </a:lnTo>
                <a:lnTo>
                  <a:pt x="843775" y="1099001"/>
                </a:lnTo>
                <a:lnTo>
                  <a:pt x="856167" y="1106618"/>
                </a:lnTo>
                <a:lnTo>
                  <a:pt x="867925" y="1114871"/>
                </a:lnTo>
                <a:lnTo>
                  <a:pt x="879682" y="1123440"/>
                </a:lnTo>
                <a:lnTo>
                  <a:pt x="890804" y="1132010"/>
                </a:lnTo>
                <a:lnTo>
                  <a:pt x="901925" y="1141214"/>
                </a:lnTo>
                <a:lnTo>
                  <a:pt x="912094" y="1151370"/>
                </a:lnTo>
                <a:lnTo>
                  <a:pt x="921944" y="1161210"/>
                </a:lnTo>
                <a:lnTo>
                  <a:pt x="931795" y="1171683"/>
                </a:lnTo>
                <a:lnTo>
                  <a:pt x="940692" y="1182157"/>
                </a:lnTo>
                <a:lnTo>
                  <a:pt x="949272" y="1193266"/>
                </a:lnTo>
                <a:lnTo>
                  <a:pt x="957534" y="1204692"/>
                </a:lnTo>
                <a:lnTo>
                  <a:pt x="965160" y="1216118"/>
                </a:lnTo>
                <a:lnTo>
                  <a:pt x="972151" y="1227862"/>
                </a:lnTo>
                <a:lnTo>
                  <a:pt x="979142" y="1240557"/>
                </a:lnTo>
                <a:lnTo>
                  <a:pt x="985179" y="1252618"/>
                </a:lnTo>
                <a:lnTo>
                  <a:pt x="991217" y="1265631"/>
                </a:lnTo>
                <a:lnTo>
                  <a:pt x="995983" y="1278327"/>
                </a:lnTo>
                <a:lnTo>
                  <a:pt x="1000749" y="1291657"/>
                </a:lnTo>
                <a:lnTo>
                  <a:pt x="1004880" y="1304988"/>
                </a:lnTo>
                <a:lnTo>
                  <a:pt x="1008058" y="1318635"/>
                </a:lnTo>
                <a:lnTo>
                  <a:pt x="1010600" y="1332600"/>
                </a:lnTo>
                <a:lnTo>
                  <a:pt x="1014413" y="1484313"/>
                </a:lnTo>
                <a:lnTo>
                  <a:pt x="246063" y="1484313"/>
                </a:lnTo>
                <a:lnTo>
                  <a:pt x="249876" y="1332600"/>
                </a:lnTo>
                <a:lnTo>
                  <a:pt x="252419" y="1318635"/>
                </a:lnTo>
                <a:lnTo>
                  <a:pt x="255596" y="1304988"/>
                </a:lnTo>
                <a:lnTo>
                  <a:pt x="259727" y="1291657"/>
                </a:lnTo>
                <a:lnTo>
                  <a:pt x="264176" y="1278327"/>
                </a:lnTo>
                <a:lnTo>
                  <a:pt x="269260" y="1265631"/>
                </a:lnTo>
                <a:lnTo>
                  <a:pt x="275297" y="1252618"/>
                </a:lnTo>
                <a:lnTo>
                  <a:pt x="281017" y="1240557"/>
                </a:lnTo>
                <a:lnTo>
                  <a:pt x="288008" y="1227862"/>
                </a:lnTo>
                <a:lnTo>
                  <a:pt x="294999" y="1216118"/>
                </a:lnTo>
                <a:lnTo>
                  <a:pt x="302943" y="1204692"/>
                </a:lnTo>
                <a:lnTo>
                  <a:pt x="310887" y="1193266"/>
                </a:lnTo>
                <a:lnTo>
                  <a:pt x="319784" y="1182157"/>
                </a:lnTo>
                <a:lnTo>
                  <a:pt x="328682" y="1171683"/>
                </a:lnTo>
                <a:lnTo>
                  <a:pt x="338214" y="1161210"/>
                </a:lnTo>
                <a:lnTo>
                  <a:pt x="348383" y="1151370"/>
                </a:lnTo>
                <a:lnTo>
                  <a:pt x="358869" y="1141214"/>
                </a:lnTo>
                <a:lnTo>
                  <a:pt x="369673" y="1132010"/>
                </a:lnTo>
                <a:lnTo>
                  <a:pt x="380795" y="1123440"/>
                </a:lnTo>
                <a:lnTo>
                  <a:pt x="392552" y="1114871"/>
                </a:lnTo>
                <a:lnTo>
                  <a:pt x="404309" y="1106618"/>
                </a:lnTo>
                <a:lnTo>
                  <a:pt x="417020" y="1099001"/>
                </a:lnTo>
                <a:lnTo>
                  <a:pt x="429412" y="1091701"/>
                </a:lnTo>
                <a:lnTo>
                  <a:pt x="442441" y="1085036"/>
                </a:lnTo>
                <a:lnTo>
                  <a:pt x="455787" y="1078371"/>
                </a:lnTo>
                <a:lnTo>
                  <a:pt x="469450" y="1072340"/>
                </a:lnTo>
                <a:lnTo>
                  <a:pt x="483432" y="1066945"/>
                </a:lnTo>
                <a:lnTo>
                  <a:pt x="497413" y="1062184"/>
                </a:lnTo>
                <a:lnTo>
                  <a:pt x="511713" y="1057740"/>
                </a:lnTo>
                <a:lnTo>
                  <a:pt x="526648" y="1053614"/>
                </a:lnTo>
                <a:lnTo>
                  <a:pt x="541582" y="1050440"/>
                </a:lnTo>
                <a:lnTo>
                  <a:pt x="556835" y="1047266"/>
                </a:lnTo>
                <a:lnTo>
                  <a:pt x="571770" y="1044727"/>
                </a:lnTo>
                <a:lnTo>
                  <a:pt x="571770" y="960619"/>
                </a:lnTo>
                <a:lnTo>
                  <a:pt x="566050" y="958080"/>
                </a:lnTo>
                <a:lnTo>
                  <a:pt x="560013" y="954906"/>
                </a:lnTo>
                <a:lnTo>
                  <a:pt x="554293" y="951414"/>
                </a:lnTo>
                <a:lnTo>
                  <a:pt x="548573" y="948241"/>
                </a:lnTo>
                <a:lnTo>
                  <a:pt x="543171" y="944114"/>
                </a:lnTo>
                <a:lnTo>
                  <a:pt x="537452" y="939988"/>
                </a:lnTo>
                <a:lnTo>
                  <a:pt x="532367" y="935545"/>
                </a:lnTo>
                <a:lnTo>
                  <a:pt x="527283" y="931101"/>
                </a:lnTo>
                <a:lnTo>
                  <a:pt x="522199" y="926341"/>
                </a:lnTo>
                <a:lnTo>
                  <a:pt x="517433" y="921580"/>
                </a:lnTo>
                <a:lnTo>
                  <a:pt x="512348" y="916501"/>
                </a:lnTo>
                <a:lnTo>
                  <a:pt x="507900" y="911106"/>
                </a:lnTo>
                <a:lnTo>
                  <a:pt x="503769" y="905393"/>
                </a:lnTo>
                <a:lnTo>
                  <a:pt x="499638" y="899680"/>
                </a:lnTo>
                <a:lnTo>
                  <a:pt x="495507" y="893649"/>
                </a:lnTo>
                <a:lnTo>
                  <a:pt x="491694" y="887302"/>
                </a:lnTo>
                <a:lnTo>
                  <a:pt x="488198" y="880954"/>
                </a:lnTo>
                <a:lnTo>
                  <a:pt x="484385" y="874923"/>
                </a:lnTo>
                <a:lnTo>
                  <a:pt x="481525" y="868258"/>
                </a:lnTo>
                <a:lnTo>
                  <a:pt x="478665" y="861276"/>
                </a:lnTo>
                <a:lnTo>
                  <a:pt x="475488" y="854293"/>
                </a:lnTo>
                <a:lnTo>
                  <a:pt x="472946" y="847310"/>
                </a:lnTo>
                <a:lnTo>
                  <a:pt x="470404" y="839693"/>
                </a:lnTo>
                <a:lnTo>
                  <a:pt x="468497" y="832393"/>
                </a:lnTo>
                <a:lnTo>
                  <a:pt x="466273" y="825093"/>
                </a:lnTo>
                <a:lnTo>
                  <a:pt x="465002" y="817476"/>
                </a:lnTo>
                <a:lnTo>
                  <a:pt x="463413" y="809541"/>
                </a:lnTo>
                <a:lnTo>
                  <a:pt x="462142" y="801923"/>
                </a:lnTo>
                <a:lnTo>
                  <a:pt x="461189" y="793989"/>
                </a:lnTo>
                <a:lnTo>
                  <a:pt x="460871" y="786054"/>
                </a:lnTo>
                <a:lnTo>
                  <a:pt x="460235" y="777802"/>
                </a:lnTo>
                <a:lnTo>
                  <a:pt x="460235" y="769550"/>
                </a:lnTo>
                <a:lnTo>
                  <a:pt x="460553" y="759076"/>
                </a:lnTo>
                <a:lnTo>
                  <a:pt x="460871" y="748919"/>
                </a:lnTo>
                <a:lnTo>
                  <a:pt x="461824" y="738445"/>
                </a:lnTo>
                <a:lnTo>
                  <a:pt x="463413" y="728606"/>
                </a:lnTo>
                <a:lnTo>
                  <a:pt x="465637" y="718450"/>
                </a:lnTo>
                <a:lnTo>
                  <a:pt x="467862" y="708611"/>
                </a:lnTo>
                <a:lnTo>
                  <a:pt x="470404" y="699406"/>
                </a:lnTo>
                <a:lnTo>
                  <a:pt x="473264" y="690202"/>
                </a:lnTo>
                <a:lnTo>
                  <a:pt x="477077" y="680998"/>
                </a:lnTo>
                <a:lnTo>
                  <a:pt x="480890" y="672111"/>
                </a:lnTo>
                <a:lnTo>
                  <a:pt x="484703" y="663541"/>
                </a:lnTo>
                <a:lnTo>
                  <a:pt x="489152" y="655289"/>
                </a:lnTo>
                <a:lnTo>
                  <a:pt x="493918" y="647354"/>
                </a:lnTo>
                <a:lnTo>
                  <a:pt x="498685" y="639737"/>
                </a:lnTo>
                <a:lnTo>
                  <a:pt x="504404" y="632437"/>
                </a:lnTo>
                <a:lnTo>
                  <a:pt x="509806" y="624820"/>
                </a:lnTo>
                <a:lnTo>
                  <a:pt x="515844" y="618154"/>
                </a:lnTo>
                <a:lnTo>
                  <a:pt x="522199" y="611489"/>
                </a:lnTo>
                <a:lnTo>
                  <a:pt x="528236" y="605776"/>
                </a:lnTo>
                <a:lnTo>
                  <a:pt x="534909" y="600063"/>
                </a:lnTo>
                <a:lnTo>
                  <a:pt x="541900" y="594667"/>
                </a:lnTo>
                <a:lnTo>
                  <a:pt x="548891" y="589907"/>
                </a:lnTo>
                <a:lnTo>
                  <a:pt x="556517" y="585463"/>
                </a:lnTo>
                <a:lnTo>
                  <a:pt x="564144" y="581020"/>
                </a:lnTo>
                <a:lnTo>
                  <a:pt x="571770" y="577211"/>
                </a:lnTo>
                <a:lnTo>
                  <a:pt x="579714" y="574354"/>
                </a:lnTo>
                <a:lnTo>
                  <a:pt x="587658" y="571498"/>
                </a:lnTo>
                <a:lnTo>
                  <a:pt x="595920" y="569276"/>
                </a:lnTo>
                <a:lnTo>
                  <a:pt x="604499" y="567372"/>
                </a:lnTo>
                <a:lnTo>
                  <a:pt x="612761" y="566420"/>
                </a:lnTo>
                <a:lnTo>
                  <a:pt x="621659" y="565468"/>
                </a:lnTo>
                <a:lnTo>
                  <a:pt x="630238" y="565150"/>
                </a:lnTo>
                <a:close/>
                <a:moveTo>
                  <a:pt x="181836" y="158167"/>
                </a:moveTo>
                <a:lnTo>
                  <a:pt x="178980" y="158484"/>
                </a:lnTo>
                <a:lnTo>
                  <a:pt x="176441" y="159119"/>
                </a:lnTo>
                <a:lnTo>
                  <a:pt x="173902" y="160390"/>
                </a:lnTo>
                <a:lnTo>
                  <a:pt x="171681" y="161343"/>
                </a:lnTo>
                <a:lnTo>
                  <a:pt x="169459" y="162613"/>
                </a:lnTo>
                <a:lnTo>
                  <a:pt x="167238" y="163884"/>
                </a:lnTo>
                <a:lnTo>
                  <a:pt x="165651" y="165789"/>
                </a:lnTo>
                <a:lnTo>
                  <a:pt x="164065" y="167695"/>
                </a:lnTo>
                <a:lnTo>
                  <a:pt x="162478" y="169918"/>
                </a:lnTo>
                <a:lnTo>
                  <a:pt x="161209" y="171824"/>
                </a:lnTo>
                <a:lnTo>
                  <a:pt x="159939" y="174364"/>
                </a:lnTo>
                <a:lnTo>
                  <a:pt x="159305" y="176588"/>
                </a:lnTo>
                <a:lnTo>
                  <a:pt x="158352" y="179128"/>
                </a:lnTo>
                <a:lnTo>
                  <a:pt x="158035" y="181669"/>
                </a:lnTo>
                <a:lnTo>
                  <a:pt x="157718" y="184210"/>
                </a:lnTo>
                <a:lnTo>
                  <a:pt x="157718" y="1440334"/>
                </a:lnTo>
                <a:lnTo>
                  <a:pt x="158352" y="1447639"/>
                </a:lnTo>
                <a:lnTo>
                  <a:pt x="159622" y="1454944"/>
                </a:lnTo>
                <a:lnTo>
                  <a:pt x="161526" y="1463202"/>
                </a:lnTo>
                <a:lnTo>
                  <a:pt x="164065" y="1471142"/>
                </a:lnTo>
                <a:lnTo>
                  <a:pt x="167238" y="1479717"/>
                </a:lnTo>
                <a:lnTo>
                  <a:pt x="171363" y="1488610"/>
                </a:lnTo>
                <a:lnTo>
                  <a:pt x="175806" y="1497185"/>
                </a:lnTo>
                <a:lnTo>
                  <a:pt x="181201" y="1506078"/>
                </a:lnTo>
                <a:lnTo>
                  <a:pt x="187230" y="1514336"/>
                </a:lnTo>
                <a:lnTo>
                  <a:pt x="193577" y="1522594"/>
                </a:lnTo>
                <a:lnTo>
                  <a:pt x="200876" y="1530534"/>
                </a:lnTo>
                <a:lnTo>
                  <a:pt x="208492" y="1538156"/>
                </a:lnTo>
                <a:lnTo>
                  <a:pt x="216743" y="1545143"/>
                </a:lnTo>
                <a:lnTo>
                  <a:pt x="225629" y="1551178"/>
                </a:lnTo>
                <a:lnTo>
                  <a:pt x="230389" y="1554354"/>
                </a:lnTo>
                <a:lnTo>
                  <a:pt x="235149" y="1557212"/>
                </a:lnTo>
                <a:lnTo>
                  <a:pt x="239909" y="1559753"/>
                </a:lnTo>
                <a:lnTo>
                  <a:pt x="244669" y="1561976"/>
                </a:lnTo>
                <a:lnTo>
                  <a:pt x="1018979" y="1561976"/>
                </a:lnTo>
                <a:lnTo>
                  <a:pt x="1018979" y="1559436"/>
                </a:lnTo>
                <a:lnTo>
                  <a:pt x="1028182" y="1554354"/>
                </a:lnTo>
                <a:lnTo>
                  <a:pt x="1037068" y="1548637"/>
                </a:lnTo>
                <a:lnTo>
                  <a:pt x="1045636" y="1542603"/>
                </a:lnTo>
                <a:lnTo>
                  <a:pt x="1053252" y="1535298"/>
                </a:lnTo>
                <a:lnTo>
                  <a:pt x="1060551" y="1527993"/>
                </a:lnTo>
                <a:lnTo>
                  <a:pt x="1067532" y="1520370"/>
                </a:lnTo>
                <a:lnTo>
                  <a:pt x="1073879" y="1512113"/>
                </a:lnTo>
                <a:lnTo>
                  <a:pt x="1079908" y="1504173"/>
                </a:lnTo>
                <a:lnTo>
                  <a:pt x="1084986" y="1495597"/>
                </a:lnTo>
                <a:lnTo>
                  <a:pt x="1089429" y="1487022"/>
                </a:lnTo>
                <a:lnTo>
                  <a:pt x="1093554" y="1479082"/>
                </a:lnTo>
                <a:lnTo>
                  <a:pt x="1096728" y="1470507"/>
                </a:lnTo>
                <a:lnTo>
                  <a:pt x="1099266" y="1462884"/>
                </a:lnTo>
                <a:lnTo>
                  <a:pt x="1101170" y="1454626"/>
                </a:lnTo>
                <a:lnTo>
                  <a:pt x="1102122" y="1447321"/>
                </a:lnTo>
                <a:lnTo>
                  <a:pt x="1102757" y="1440334"/>
                </a:lnTo>
                <a:lnTo>
                  <a:pt x="1102757" y="184210"/>
                </a:lnTo>
                <a:lnTo>
                  <a:pt x="1102122" y="181669"/>
                </a:lnTo>
                <a:lnTo>
                  <a:pt x="1101805" y="179128"/>
                </a:lnTo>
                <a:lnTo>
                  <a:pt x="1101170" y="176588"/>
                </a:lnTo>
                <a:lnTo>
                  <a:pt x="1100536" y="174364"/>
                </a:lnTo>
                <a:lnTo>
                  <a:pt x="1099266" y="171824"/>
                </a:lnTo>
                <a:lnTo>
                  <a:pt x="1097997" y="169918"/>
                </a:lnTo>
                <a:lnTo>
                  <a:pt x="1096410" y="167695"/>
                </a:lnTo>
                <a:lnTo>
                  <a:pt x="1094824" y="165789"/>
                </a:lnTo>
                <a:lnTo>
                  <a:pt x="1092919" y="163884"/>
                </a:lnTo>
                <a:lnTo>
                  <a:pt x="1090698" y="162613"/>
                </a:lnTo>
                <a:lnTo>
                  <a:pt x="1088794" y="161343"/>
                </a:lnTo>
                <a:lnTo>
                  <a:pt x="1086573" y="160390"/>
                </a:lnTo>
                <a:lnTo>
                  <a:pt x="1083716" y="159119"/>
                </a:lnTo>
                <a:lnTo>
                  <a:pt x="1081178" y="158484"/>
                </a:lnTo>
                <a:lnTo>
                  <a:pt x="1078639" y="158167"/>
                </a:lnTo>
                <a:lnTo>
                  <a:pt x="1076100" y="158167"/>
                </a:lnTo>
                <a:lnTo>
                  <a:pt x="184374" y="158167"/>
                </a:lnTo>
                <a:lnTo>
                  <a:pt x="181836" y="158167"/>
                </a:lnTo>
                <a:close/>
                <a:moveTo>
                  <a:pt x="1414463" y="157162"/>
                </a:moveTo>
                <a:lnTo>
                  <a:pt x="2153497" y="157162"/>
                </a:lnTo>
                <a:lnTo>
                  <a:pt x="2161123" y="157162"/>
                </a:lnTo>
                <a:lnTo>
                  <a:pt x="2169066" y="158114"/>
                </a:lnTo>
                <a:lnTo>
                  <a:pt x="2176374" y="158749"/>
                </a:lnTo>
                <a:lnTo>
                  <a:pt x="2183364" y="160337"/>
                </a:lnTo>
                <a:lnTo>
                  <a:pt x="2190671" y="161924"/>
                </a:lnTo>
                <a:lnTo>
                  <a:pt x="2197661" y="163829"/>
                </a:lnTo>
                <a:lnTo>
                  <a:pt x="2204651" y="166052"/>
                </a:lnTo>
                <a:lnTo>
                  <a:pt x="2211324" y="168909"/>
                </a:lnTo>
                <a:lnTo>
                  <a:pt x="2217996" y="172084"/>
                </a:lnTo>
                <a:lnTo>
                  <a:pt x="2224350" y="174942"/>
                </a:lnTo>
                <a:lnTo>
                  <a:pt x="2230387" y="178752"/>
                </a:lnTo>
                <a:lnTo>
                  <a:pt x="2236424" y="182562"/>
                </a:lnTo>
                <a:lnTo>
                  <a:pt x="2242461" y="186689"/>
                </a:lnTo>
                <a:lnTo>
                  <a:pt x="2247862" y="191134"/>
                </a:lnTo>
                <a:lnTo>
                  <a:pt x="2253264" y="195579"/>
                </a:lnTo>
                <a:lnTo>
                  <a:pt x="2258665" y="200659"/>
                </a:lnTo>
                <a:lnTo>
                  <a:pt x="2263431" y="206057"/>
                </a:lnTo>
                <a:lnTo>
                  <a:pt x="2268197" y="211137"/>
                </a:lnTo>
                <a:lnTo>
                  <a:pt x="2272645" y="216852"/>
                </a:lnTo>
                <a:lnTo>
                  <a:pt x="2276776" y="222567"/>
                </a:lnTo>
                <a:lnTo>
                  <a:pt x="2280270" y="228917"/>
                </a:lnTo>
                <a:lnTo>
                  <a:pt x="2284083" y="234949"/>
                </a:lnTo>
                <a:lnTo>
                  <a:pt x="2287261" y="241299"/>
                </a:lnTo>
                <a:lnTo>
                  <a:pt x="2290438" y="247967"/>
                </a:lnTo>
                <a:lnTo>
                  <a:pt x="2292980" y="254634"/>
                </a:lnTo>
                <a:lnTo>
                  <a:pt x="2295204" y="261619"/>
                </a:lnTo>
                <a:lnTo>
                  <a:pt x="2297428" y="268604"/>
                </a:lnTo>
                <a:lnTo>
                  <a:pt x="2298699" y="275589"/>
                </a:lnTo>
                <a:lnTo>
                  <a:pt x="2300287" y="282892"/>
                </a:lnTo>
                <a:lnTo>
                  <a:pt x="2300923" y="290512"/>
                </a:lnTo>
                <a:lnTo>
                  <a:pt x="2301876" y="297814"/>
                </a:lnTo>
                <a:lnTo>
                  <a:pt x="2301876" y="305434"/>
                </a:lnTo>
                <a:lnTo>
                  <a:pt x="2301876" y="1484630"/>
                </a:lnTo>
                <a:lnTo>
                  <a:pt x="2301876" y="1497013"/>
                </a:lnTo>
                <a:lnTo>
                  <a:pt x="2300923" y="1509078"/>
                </a:lnTo>
                <a:lnTo>
                  <a:pt x="2299652" y="1521143"/>
                </a:lnTo>
                <a:lnTo>
                  <a:pt x="2298063" y="1533208"/>
                </a:lnTo>
                <a:lnTo>
                  <a:pt x="2295839" y="1544638"/>
                </a:lnTo>
                <a:lnTo>
                  <a:pt x="2292980" y="1555433"/>
                </a:lnTo>
                <a:lnTo>
                  <a:pt x="2289802" y="1566545"/>
                </a:lnTo>
                <a:lnTo>
                  <a:pt x="2285990" y="1577340"/>
                </a:lnTo>
                <a:lnTo>
                  <a:pt x="2281859" y="1587500"/>
                </a:lnTo>
                <a:lnTo>
                  <a:pt x="2277093" y="1597660"/>
                </a:lnTo>
                <a:lnTo>
                  <a:pt x="2271374" y="1607503"/>
                </a:lnTo>
                <a:lnTo>
                  <a:pt x="2265655" y="1616710"/>
                </a:lnTo>
                <a:lnTo>
                  <a:pt x="2259300" y="1625918"/>
                </a:lnTo>
                <a:lnTo>
                  <a:pt x="2252310" y="1634808"/>
                </a:lnTo>
                <a:lnTo>
                  <a:pt x="2244685" y="1643063"/>
                </a:lnTo>
                <a:lnTo>
                  <a:pt x="2236424" y="1651000"/>
                </a:lnTo>
                <a:lnTo>
                  <a:pt x="2227846" y="1658938"/>
                </a:lnTo>
                <a:lnTo>
                  <a:pt x="2218631" y="1665923"/>
                </a:lnTo>
                <a:lnTo>
                  <a:pt x="2208782" y="1672908"/>
                </a:lnTo>
                <a:lnTo>
                  <a:pt x="2198297" y="1678940"/>
                </a:lnTo>
                <a:lnTo>
                  <a:pt x="2187494" y="1684973"/>
                </a:lnTo>
                <a:lnTo>
                  <a:pt x="2176056" y="1690370"/>
                </a:lnTo>
                <a:lnTo>
                  <a:pt x="2163664" y="1695450"/>
                </a:lnTo>
                <a:lnTo>
                  <a:pt x="2150955" y="1700213"/>
                </a:lnTo>
                <a:lnTo>
                  <a:pt x="2137611" y="1704023"/>
                </a:lnTo>
                <a:lnTo>
                  <a:pt x="2123631" y="1707515"/>
                </a:lnTo>
                <a:lnTo>
                  <a:pt x="2108698" y="1710373"/>
                </a:lnTo>
                <a:lnTo>
                  <a:pt x="2093764" y="1712913"/>
                </a:lnTo>
                <a:lnTo>
                  <a:pt x="2077878" y="1715135"/>
                </a:lnTo>
                <a:lnTo>
                  <a:pt x="2061038" y="1716405"/>
                </a:lnTo>
                <a:lnTo>
                  <a:pt x="2044199" y="1717358"/>
                </a:lnTo>
                <a:lnTo>
                  <a:pt x="2026406" y="1717675"/>
                </a:lnTo>
                <a:lnTo>
                  <a:pt x="1563159" y="1717675"/>
                </a:lnTo>
                <a:lnTo>
                  <a:pt x="1551721" y="1717358"/>
                </a:lnTo>
                <a:lnTo>
                  <a:pt x="1540601" y="1716723"/>
                </a:lnTo>
                <a:lnTo>
                  <a:pt x="1529163" y="1715453"/>
                </a:lnTo>
                <a:lnTo>
                  <a:pt x="1518042" y="1714500"/>
                </a:lnTo>
                <a:lnTo>
                  <a:pt x="1506922" y="1712913"/>
                </a:lnTo>
                <a:lnTo>
                  <a:pt x="1495801" y="1710690"/>
                </a:lnTo>
                <a:lnTo>
                  <a:pt x="1485634" y="1709103"/>
                </a:lnTo>
                <a:lnTo>
                  <a:pt x="1475149" y="1706880"/>
                </a:lnTo>
                <a:lnTo>
                  <a:pt x="1456085" y="1701800"/>
                </a:lnTo>
                <a:lnTo>
                  <a:pt x="1439246" y="1697038"/>
                </a:lnTo>
                <a:lnTo>
                  <a:pt x="1424948" y="1692593"/>
                </a:lnTo>
                <a:lnTo>
                  <a:pt x="1414463" y="1688783"/>
                </a:lnTo>
                <a:lnTo>
                  <a:pt x="1414463" y="1342708"/>
                </a:lnTo>
                <a:lnTo>
                  <a:pt x="1416687" y="1347470"/>
                </a:lnTo>
                <a:lnTo>
                  <a:pt x="1419229" y="1352233"/>
                </a:lnTo>
                <a:lnTo>
                  <a:pt x="1422088" y="1357630"/>
                </a:lnTo>
                <a:lnTo>
                  <a:pt x="1425583" y="1362393"/>
                </a:lnTo>
                <a:lnTo>
                  <a:pt x="1429078" y="1367473"/>
                </a:lnTo>
                <a:lnTo>
                  <a:pt x="1433209" y="1372235"/>
                </a:lnTo>
                <a:lnTo>
                  <a:pt x="1437657" y="1376998"/>
                </a:lnTo>
                <a:lnTo>
                  <a:pt x="1442105" y="1381760"/>
                </a:lnTo>
                <a:lnTo>
                  <a:pt x="1446871" y="1386523"/>
                </a:lnTo>
                <a:lnTo>
                  <a:pt x="1451637" y="1390968"/>
                </a:lnTo>
                <a:lnTo>
                  <a:pt x="1456721" y="1395413"/>
                </a:lnTo>
                <a:lnTo>
                  <a:pt x="1462440" y="1399540"/>
                </a:lnTo>
                <a:lnTo>
                  <a:pt x="1467523" y="1403350"/>
                </a:lnTo>
                <a:lnTo>
                  <a:pt x="1472925" y="1406525"/>
                </a:lnTo>
                <a:lnTo>
                  <a:pt x="1478644" y="1410018"/>
                </a:lnTo>
                <a:lnTo>
                  <a:pt x="1484045" y="1412558"/>
                </a:lnTo>
                <a:lnTo>
                  <a:pt x="1484045" y="1413510"/>
                </a:lnTo>
                <a:lnTo>
                  <a:pt x="2108062" y="1413510"/>
                </a:lnTo>
                <a:lnTo>
                  <a:pt x="2108062" y="1410335"/>
                </a:lnTo>
                <a:lnTo>
                  <a:pt x="2115370" y="1406208"/>
                </a:lnTo>
                <a:lnTo>
                  <a:pt x="2122360" y="1401763"/>
                </a:lnTo>
                <a:lnTo>
                  <a:pt x="2129032" y="1396683"/>
                </a:lnTo>
                <a:lnTo>
                  <a:pt x="2135387" y="1390968"/>
                </a:lnTo>
                <a:lnTo>
                  <a:pt x="2141106" y="1385253"/>
                </a:lnTo>
                <a:lnTo>
                  <a:pt x="2146825" y="1378903"/>
                </a:lnTo>
                <a:lnTo>
                  <a:pt x="2151909" y="1372235"/>
                </a:lnTo>
                <a:lnTo>
                  <a:pt x="2156357" y="1365568"/>
                </a:lnTo>
                <a:lnTo>
                  <a:pt x="2160805" y="1358900"/>
                </a:lnTo>
                <a:lnTo>
                  <a:pt x="2163982" y="1352233"/>
                </a:lnTo>
                <a:lnTo>
                  <a:pt x="2167477" y="1345883"/>
                </a:lnTo>
                <a:lnTo>
                  <a:pt x="2170019" y="1339215"/>
                </a:lnTo>
                <a:lnTo>
                  <a:pt x="2172243" y="1332865"/>
                </a:lnTo>
                <a:lnTo>
                  <a:pt x="2173832" y="1326515"/>
                </a:lnTo>
                <a:lnTo>
                  <a:pt x="2174467" y="1320800"/>
                </a:lnTo>
                <a:lnTo>
                  <a:pt x="2174785" y="1315085"/>
                </a:lnTo>
                <a:lnTo>
                  <a:pt x="2174785" y="305434"/>
                </a:lnTo>
                <a:lnTo>
                  <a:pt x="2174467" y="301307"/>
                </a:lnTo>
                <a:lnTo>
                  <a:pt x="2172879" y="297497"/>
                </a:lnTo>
                <a:lnTo>
                  <a:pt x="2171290" y="293687"/>
                </a:lnTo>
                <a:lnTo>
                  <a:pt x="2168430" y="290829"/>
                </a:lnTo>
                <a:lnTo>
                  <a:pt x="2165571" y="288289"/>
                </a:lnTo>
                <a:lnTo>
                  <a:pt x="2162076" y="286067"/>
                </a:lnTo>
                <a:lnTo>
                  <a:pt x="2157945" y="284797"/>
                </a:lnTo>
                <a:lnTo>
                  <a:pt x="2153497" y="284479"/>
                </a:lnTo>
                <a:lnTo>
                  <a:pt x="1414463" y="284479"/>
                </a:lnTo>
                <a:lnTo>
                  <a:pt x="1414463" y="157162"/>
                </a:lnTo>
                <a:close/>
                <a:moveTo>
                  <a:pt x="184374" y="0"/>
                </a:moveTo>
                <a:lnTo>
                  <a:pt x="1076100" y="0"/>
                </a:lnTo>
                <a:lnTo>
                  <a:pt x="1085621" y="317"/>
                </a:lnTo>
                <a:lnTo>
                  <a:pt x="1094824" y="953"/>
                </a:lnTo>
                <a:lnTo>
                  <a:pt x="1104026" y="1905"/>
                </a:lnTo>
                <a:lnTo>
                  <a:pt x="1113229" y="3494"/>
                </a:lnTo>
                <a:lnTo>
                  <a:pt x="1122115" y="5717"/>
                </a:lnTo>
                <a:lnTo>
                  <a:pt x="1131000" y="8258"/>
                </a:lnTo>
                <a:lnTo>
                  <a:pt x="1139568" y="11434"/>
                </a:lnTo>
                <a:lnTo>
                  <a:pt x="1147502" y="14610"/>
                </a:lnTo>
                <a:lnTo>
                  <a:pt x="1156070" y="18421"/>
                </a:lnTo>
                <a:lnTo>
                  <a:pt x="1163686" y="22232"/>
                </a:lnTo>
                <a:lnTo>
                  <a:pt x="1171620" y="26679"/>
                </a:lnTo>
                <a:lnTo>
                  <a:pt x="1178919" y="31443"/>
                </a:lnTo>
                <a:lnTo>
                  <a:pt x="1186217" y="36842"/>
                </a:lnTo>
                <a:lnTo>
                  <a:pt x="1193199" y="42241"/>
                </a:lnTo>
                <a:lnTo>
                  <a:pt x="1199863" y="47640"/>
                </a:lnTo>
                <a:lnTo>
                  <a:pt x="1206210" y="53993"/>
                </a:lnTo>
                <a:lnTo>
                  <a:pt x="1212557" y="60345"/>
                </a:lnTo>
                <a:lnTo>
                  <a:pt x="1218269" y="67014"/>
                </a:lnTo>
                <a:lnTo>
                  <a:pt x="1223981" y="74002"/>
                </a:lnTo>
                <a:lnTo>
                  <a:pt x="1229058" y="81306"/>
                </a:lnTo>
                <a:lnTo>
                  <a:pt x="1233818" y="88611"/>
                </a:lnTo>
                <a:lnTo>
                  <a:pt x="1238261" y="96551"/>
                </a:lnTo>
                <a:lnTo>
                  <a:pt x="1242387" y="104492"/>
                </a:lnTo>
                <a:lnTo>
                  <a:pt x="1245877" y="112749"/>
                </a:lnTo>
                <a:lnTo>
                  <a:pt x="1249368" y="121325"/>
                </a:lnTo>
                <a:lnTo>
                  <a:pt x="1252224" y="129582"/>
                </a:lnTo>
                <a:lnTo>
                  <a:pt x="1254446" y="138475"/>
                </a:lnTo>
                <a:lnTo>
                  <a:pt x="1256667" y="147368"/>
                </a:lnTo>
                <a:lnTo>
                  <a:pt x="1258254" y="156261"/>
                </a:lnTo>
                <a:lnTo>
                  <a:pt x="1259523" y="165472"/>
                </a:lnTo>
                <a:lnTo>
                  <a:pt x="1259840" y="175000"/>
                </a:lnTo>
                <a:lnTo>
                  <a:pt x="1260475" y="184210"/>
                </a:lnTo>
                <a:lnTo>
                  <a:pt x="1260475" y="1651541"/>
                </a:lnTo>
                <a:lnTo>
                  <a:pt x="1259840" y="1667103"/>
                </a:lnTo>
                <a:lnTo>
                  <a:pt x="1259206" y="1682348"/>
                </a:lnTo>
                <a:lnTo>
                  <a:pt x="1257936" y="1696958"/>
                </a:lnTo>
                <a:lnTo>
                  <a:pt x="1255715" y="1711886"/>
                </a:lnTo>
                <a:lnTo>
                  <a:pt x="1252542" y="1725860"/>
                </a:lnTo>
                <a:lnTo>
                  <a:pt x="1249368" y="1739835"/>
                </a:lnTo>
                <a:lnTo>
                  <a:pt x="1245243" y="1753492"/>
                </a:lnTo>
                <a:lnTo>
                  <a:pt x="1240483" y="1766831"/>
                </a:lnTo>
                <a:lnTo>
                  <a:pt x="1235405" y="1779535"/>
                </a:lnTo>
                <a:lnTo>
                  <a:pt x="1229376" y="1792239"/>
                </a:lnTo>
                <a:lnTo>
                  <a:pt x="1222712" y="1804308"/>
                </a:lnTo>
                <a:lnTo>
                  <a:pt x="1215413" y="1816060"/>
                </a:lnTo>
                <a:lnTo>
                  <a:pt x="1207162" y="1827493"/>
                </a:lnTo>
                <a:lnTo>
                  <a:pt x="1198594" y="1838292"/>
                </a:lnTo>
                <a:lnTo>
                  <a:pt x="1189391" y="1848773"/>
                </a:lnTo>
                <a:lnTo>
                  <a:pt x="1179236" y="1858619"/>
                </a:lnTo>
                <a:lnTo>
                  <a:pt x="1168129" y="1868147"/>
                </a:lnTo>
                <a:lnTo>
                  <a:pt x="1156705" y="1877040"/>
                </a:lnTo>
                <a:lnTo>
                  <a:pt x="1144646" y="1885615"/>
                </a:lnTo>
                <a:lnTo>
                  <a:pt x="1131635" y="1893555"/>
                </a:lnTo>
                <a:lnTo>
                  <a:pt x="1117989" y="1900860"/>
                </a:lnTo>
                <a:lnTo>
                  <a:pt x="1103709" y="1907530"/>
                </a:lnTo>
                <a:lnTo>
                  <a:pt x="1088794" y="1913882"/>
                </a:lnTo>
                <a:lnTo>
                  <a:pt x="1072927" y="1919599"/>
                </a:lnTo>
                <a:lnTo>
                  <a:pt x="1056108" y="1924680"/>
                </a:lnTo>
                <a:lnTo>
                  <a:pt x="1038654" y="1929127"/>
                </a:lnTo>
                <a:lnTo>
                  <a:pt x="1020566" y="1932620"/>
                </a:lnTo>
                <a:lnTo>
                  <a:pt x="1001526" y="1936114"/>
                </a:lnTo>
                <a:lnTo>
                  <a:pt x="981851" y="1938337"/>
                </a:lnTo>
                <a:lnTo>
                  <a:pt x="961541" y="1940243"/>
                </a:lnTo>
                <a:lnTo>
                  <a:pt x="940279" y="1941196"/>
                </a:lnTo>
                <a:lnTo>
                  <a:pt x="918065" y="1941513"/>
                </a:lnTo>
                <a:lnTo>
                  <a:pt x="342410" y="1941513"/>
                </a:lnTo>
                <a:lnTo>
                  <a:pt x="321148" y="1941196"/>
                </a:lnTo>
                <a:lnTo>
                  <a:pt x="300839" y="1940243"/>
                </a:lnTo>
                <a:lnTo>
                  <a:pt x="280846" y="1938337"/>
                </a:lnTo>
                <a:lnTo>
                  <a:pt x="261806" y="1936114"/>
                </a:lnTo>
                <a:lnTo>
                  <a:pt x="242765" y="1932938"/>
                </a:lnTo>
                <a:lnTo>
                  <a:pt x="225311" y="1929444"/>
                </a:lnTo>
                <a:lnTo>
                  <a:pt x="208175" y="1924998"/>
                </a:lnTo>
                <a:lnTo>
                  <a:pt x="191673" y="1920234"/>
                </a:lnTo>
                <a:lnTo>
                  <a:pt x="175806" y="1914517"/>
                </a:lnTo>
                <a:lnTo>
                  <a:pt x="160574" y="1908800"/>
                </a:lnTo>
                <a:lnTo>
                  <a:pt x="146294" y="1902130"/>
                </a:lnTo>
                <a:lnTo>
                  <a:pt x="132648" y="1894825"/>
                </a:lnTo>
                <a:lnTo>
                  <a:pt x="119954" y="1886885"/>
                </a:lnTo>
                <a:lnTo>
                  <a:pt x="107261" y="1878628"/>
                </a:lnTo>
                <a:lnTo>
                  <a:pt x="95836" y="1869735"/>
                </a:lnTo>
                <a:lnTo>
                  <a:pt x="84730" y="1860524"/>
                </a:lnTo>
                <a:lnTo>
                  <a:pt x="74575" y="1850361"/>
                </a:lnTo>
                <a:lnTo>
                  <a:pt x="64737" y="1840198"/>
                </a:lnTo>
                <a:lnTo>
                  <a:pt x="55534" y="1829399"/>
                </a:lnTo>
                <a:lnTo>
                  <a:pt x="47601" y="1817965"/>
                </a:lnTo>
                <a:lnTo>
                  <a:pt x="39985" y="1806532"/>
                </a:lnTo>
                <a:lnTo>
                  <a:pt x="32686" y="1794463"/>
                </a:lnTo>
                <a:lnTo>
                  <a:pt x="26656" y="1781758"/>
                </a:lnTo>
                <a:lnTo>
                  <a:pt x="20944" y="1768419"/>
                </a:lnTo>
                <a:lnTo>
                  <a:pt x="16184" y="1755397"/>
                </a:lnTo>
                <a:lnTo>
                  <a:pt x="11741" y="1741740"/>
                </a:lnTo>
                <a:lnTo>
                  <a:pt x="8251" y="1727131"/>
                </a:lnTo>
                <a:lnTo>
                  <a:pt x="5077" y="1712838"/>
                </a:lnTo>
                <a:lnTo>
                  <a:pt x="2856" y="1698229"/>
                </a:lnTo>
                <a:lnTo>
                  <a:pt x="1269" y="1682984"/>
                </a:lnTo>
                <a:lnTo>
                  <a:pt x="317" y="1667421"/>
                </a:lnTo>
                <a:lnTo>
                  <a:pt x="0" y="1651541"/>
                </a:lnTo>
                <a:lnTo>
                  <a:pt x="0" y="184210"/>
                </a:lnTo>
                <a:lnTo>
                  <a:pt x="0" y="175000"/>
                </a:lnTo>
                <a:lnTo>
                  <a:pt x="634" y="165472"/>
                </a:lnTo>
                <a:lnTo>
                  <a:pt x="1904" y="156261"/>
                </a:lnTo>
                <a:lnTo>
                  <a:pt x="3808" y="147368"/>
                </a:lnTo>
                <a:lnTo>
                  <a:pt x="6029" y="138475"/>
                </a:lnTo>
                <a:lnTo>
                  <a:pt x="8251" y="129582"/>
                </a:lnTo>
                <a:lnTo>
                  <a:pt x="11107" y="121325"/>
                </a:lnTo>
                <a:lnTo>
                  <a:pt x="14280" y="112749"/>
                </a:lnTo>
                <a:lnTo>
                  <a:pt x="18088" y="104492"/>
                </a:lnTo>
                <a:lnTo>
                  <a:pt x="22214" y="96551"/>
                </a:lnTo>
                <a:lnTo>
                  <a:pt x="26656" y="88611"/>
                </a:lnTo>
                <a:lnTo>
                  <a:pt x="31416" y="81306"/>
                </a:lnTo>
                <a:lnTo>
                  <a:pt x="36494" y="74002"/>
                </a:lnTo>
                <a:lnTo>
                  <a:pt x="41889" y="67014"/>
                </a:lnTo>
                <a:lnTo>
                  <a:pt x="47918" y="60345"/>
                </a:lnTo>
                <a:lnTo>
                  <a:pt x="53948" y="53993"/>
                </a:lnTo>
                <a:lnTo>
                  <a:pt x="60612" y="47640"/>
                </a:lnTo>
                <a:lnTo>
                  <a:pt x="66959" y="42241"/>
                </a:lnTo>
                <a:lnTo>
                  <a:pt x="74257" y="36842"/>
                </a:lnTo>
                <a:lnTo>
                  <a:pt x="81556" y="31443"/>
                </a:lnTo>
                <a:lnTo>
                  <a:pt x="88855" y="26679"/>
                </a:lnTo>
                <a:lnTo>
                  <a:pt x="96471" y="22232"/>
                </a:lnTo>
                <a:lnTo>
                  <a:pt x="104405" y="18421"/>
                </a:lnTo>
                <a:lnTo>
                  <a:pt x="112338" y="14610"/>
                </a:lnTo>
                <a:lnTo>
                  <a:pt x="120906" y="11434"/>
                </a:lnTo>
                <a:lnTo>
                  <a:pt x="129475" y="8258"/>
                </a:lnTo>
                <a:lnTo>
                  <a:pt x="138360" y="5717"/>
                </a:lnTo>
                <a:lnTo>
                  <a:pt x="146928" y="3494"/>
                </a:lnTo>
                <a:lnTo>
                  <a:pt x="156131" y="1905"/>
                </a:lnTo>
                <a:lnTo>
                  <a:pt x="165651" y="953"/>
                </a:lnTo>
                <a:lnTo>
                  <a:pt x="174854" y="317"/>
                </a:lnTo>
                <a:lnTo>
                  <a:pt x="184374" y="0"/>
                </a:lnTo>
                <a:close/>
              </a:path>
            </a:pathLst>
          </a:custGeom>
          <a:solidFill>
            <a:srgbClr val="C00000"/>
          </a:solidFill>
          <a:ln>
            <a:noFill/>
          </a:ln>
        </p:spPr>
        <p:txBody>
          <a:bodyPr anchor="ctr">
            <a:scene3d>
              <a:camera prst="orthographicFront"/>
              <a:lightRig rig="threePt" dir="t"/>
            </a:scene3d>
            <a:sp3d>
              <a:contourClr>
                <a:srgbClr val="FFFFFF"/>
              </a:contourClr>
            </a:sp3d>
          </a:bodyPr>
          <a:lstStyle/>
          <a:p>
            <a:pPr algn="ctr">
              <a:defRPr/>
            </a:pPr>
            <a:endParaRPr lang="zh-CN" altLang="en-US">
              <a:solidFill>
                <a:srgbClr val="FFFFFF"/>
              </a:solidFill>
              <a:ea typeface="宋体" panose="02010600030101010101" pitchFamily="2" charset="-122"/>
            </a:endParaRPr>
          </a:p>
        </p:txBody>
      </p:sp>
      <p:sp>
        <p:nvSpPr>
          <p:cNvPr id="18" name="KSO_Shape"/>
          <p:cNvSpPr>
            <a:spLocks/>
          </p:cNvSpPr>
          <p:nvPr/>
        </p:nvSpPr>
        <p:spPr bwMode="auto">
          <a:xfrm>
            <a:off x="2532251" y="1783724"/>
            <a:ext cx="753939" cy="876676"/>
          </a:xfrm>
          <a:custGeom>
            <a:avLst/>
            <a:gdLst>
              <a:gd name="T0" fmla="*/ 2147483646 w 5822"/>
              <a:gd name="T1" fmla="*/ 2147483646 h 6759"/>
              <a:gd name="T2" fmla="*/ 2147483646 w 5822"/>
              <a:gd name="T3" fmla="*/ 2147483646 h 6759"/>
              <a:gd name="T4" fmla="*/ 2147483646 w 5822"/>
              <a:gd name="T5" fmla="*/ 2147483646 h 6759"/>
              <a:gd name="T6" fmla="*/ 2147483646 w 5822"/>
              <a:gd name="T7" fmla="*/ 2147483646 h 6759"/>
              <a:gd name="T8" fmla="*/ 2147483646 w 5822"/>
              <a:gd name="T9" fmla="*/ 2147483646 h 6759"/>
              <a:gd name="T10" fmla="*/ 2147483646 w 5822"/>
              <a:gd name="T11" fmla="*/ 1253760573 h 6759"/>
              <a:gd name="T12" fmla="*/ 2147483646 w 5822"/>
              <a:gd name="T13" fmla="*/ 2147483646 h 6759"/>
              <a:gd name="T14" fmla="*/ 2147483646 w 5822"/>
              <a:gd name="T15" fmla="*/ 2147483646 h 6759"/>
              <a:gd name="T16" fmla="*/ 2147483646 w 5822"/>
              <a:gd name="T17" fmla="*/ 2147483646 h 6759"/>
              <a:gd name="T18" fmla="*/ 2147483646 w 5822"/>
              <a:gd name="T19" fmla="*/ 2147483646 h 6759"/>
              <a:gd name="T20" fmla="*/ 2147483646 w 5822"/>
              <a:gd name="T21" fmla="*/ 2147483646 h 6759"/>
              <a:gd name="T22" fmla="*/ 2147483646 w 5822"/>
              <a:gd name="T23" fmla="*/ 2147483646 h 6759"/>
              <a:gd name="T24" fmla="*/ 2147483646 w 5822"/>
              <a:gd name="T25" fmla="*/ 2147483646 h 6759"/>
              <a:gd name="T26" fmla="*/ 2147483646 w 5822"/>
              <a:gd name="T27" fmla="*/ 2147483646 h 6759"/>
              <a:gd name="T28" fmla="*/ 2147483646 w 5822"/>
              <a:gd name="T29" fmla="*/ 2147483646 h 6759"/>
              <a:gd name="T30" fmla="*/ 2147483646 w 5822"/>
              <a:gd name="T31" fmla="*/ 2147483646 h 6759"/>
              <a:gd name="T32" fmla="*/ 2147483646 w 5822"/>
              <a:gd name="T33" fmla="*/ 2147483646 h 6759"/>
              <a:gd name="T34" fmla="*/ 2147483646 w 5822"/>
              <a:gd name="T35" fmla="*/ 2147483646 h 6759"/>
              <a:gd name="T36" fmla="*/ 2147483646 w 5822"/>
              <a:gd name="T37" fmla="*/ 2147483646 h 6759"/>
              <a:gd name="T38" fmla="*/ 2147483646 w 5822"/>
              <a:gd name="T39" fmla="*/ 2147483646 h 6759"/>
              <a:gd name="T40" fmla="*/ 0 w 5822"/>
              <a:gd name="T41" fmla="*/ 2147483646 h 6759"/>
              <a:gd name="T42" fmla="*/ 2147483646 w 5822"/>
              <a:gd name="T43" fmla="*/ 2147483646 h 6759"/>
              <a:gd name="T44" fmla="*/ 2147483646 w 5822"/>
              <a:gd name="T45" fmla="*/ 2147483646 h 6759"/>
              <a:gd name="T46" fmla="*/ 2147483646 w 5822"/>
              <a:gd name="T47" fmla="*/ 2147483646 h 6759"/>
              <a:gd name="T48" fmla="*/ 2147483646 w 5822"/>
              <a:gd name="T49" fmla="*/ 2147483646 h 6759"/>
              <a:gd name="T50" fmla="*/ 2147483646 w 5822"/>
              <a:gd name="T51" fmla="*/ 2147483646 h 6759"/>
              <a:gd name="T52" fmla="*/ 2147483646 w 5822"/>
              <a:gd name="T53" fmla="*/ 2147483646 h 6759"/>
              <a:gd name="T54" fmla="*/ 2147483646 w 5822"/>
              <a:gd name="T55" fmla="*/ 2147483646 h 6759"/>
              <a:gd name="T56" fmla="*/ 2147483646 w 5822"/>
              <a:gd name="T57" fmla="*/ 2147483646 h 6759"/>
              <a:gd name="T58" fmla="*/ 2147483646 w 5822"/>
              <a:gd name="T59" fmla="*/ 2147483646 h 6759"/>
              <a:gd name="T60" fmla="*/ 2147483646 w 5822"/>
              <a:gd name="T61" fmla="*/ 2147483646 h 6759"/>
              <a:gd name="T62" fmla="*/ 2147483646 w 5822"/>
              <a:gd name="T63" fmla="*/ 2147483646 h 6759"/>
              <a:gd name="T64" fmla="*/ 2147483646 w 5822"/>
              <a:gd name="T65" fmla="*/ 2147483646 h 6759"/>
              <a:gd name="T66" fmla="*/ 2147483646 w 5822"/>
              <a:gd name="T67" fmla="*/ 2147483646 h 6759"/>
              <a:gd name="T68" fmla="*/ 2147483646 w 5822"/>
              <a:gd name="T69" fmla="*/ 2147483646 h 6759"/>
              <a:gd name="T70" fmla="*/ 2147483646 w 5822"/>
              <a:gd name="T71" fmla="*/ 2147483646 h 6759"/>
              <a:gd name="T72" fmla="*/ 2147483646 w 5822"/>
              <a:gd name="T73" fmla="*/ 2147483646 h 6759"/>
              <a:gd name="T74" fmla="*/ 2147483646 w 5822"/>
              <a:gd name="T75" fmla="*/ 2147483646 h 6759"/>
              <a:gd name="T76" fmla="*/ 2147483646 w 5822"/>
              <a:gd name="T77" fmla="*/ 2147483646 h 6759"/>
              <a:gd name="T78" fmla="*/ 2147483646 w 5822"/>
              <a:gd name="T79" fmla="*/ 2147483646 h 6759"/>
              <a:gd name="T80" fmla="*/ 2147483646 w 5822"/>
              <a:gd name="T81" fmla="*/ 2147483646 h 6759"/>
              <a:gd name="T82" fmla="*/ 2147483646 w 5822"/>
              <a:gd name="T83" fmla="*/ 2147483646 h 6759"/>
              <a:gd name="T84" fmla="*/ 2147483646 w 5822"/>
              <a:gd name="T85" fmla="*/ 2147483646 h 6759"/>
              <a:gd name="T86" fmla="*/ 2147483646 w 5822"/>
              <a:gd name="T87" fmla="*/ 2147483646 h 6759"/>
              <a:gd name="T88" fmla="*/ 2147483646 w 5822"/>
              <a:gd name="T89" fmla="*/ 2147483646 h 6759"/>
              <a:gd name="T90" fmla="*/ 2147483646 w 5822"/>
              <a:gd name="T91" fmla="*/ 2147483646 h 6759"/>
              <a:gd name="T92" fmla="*/ 2147483646 w 5822"/>
              <a:gd name="T93" fmla="*/ 2147483646 h 6759"/>
              <a:gd name="T94" fmla="*/ 2147483646 w 5822"/>
              <a:gd name="T95" fmla="*/ 2147483646 h 6759"/>
              <a:gd name="T96" fmla="*/ 2147483646 w 5822"/>
              <a:gd name="T97" fmla="*/ 2147483646 h 67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822" h="6759">
                <a:moveTo>
                  <a:pt x="0" y="6351"/>
                </a:moveTo>
                <a:lnTo>
                  <a:pt x="129" y="6351"/>
                </a:lnTo>
                <a:lnTo>
                  <a:pt x="129" y="3057"/>
                </a:lnTo>
                <a:lnTo>
                  <a:pt x="129" y="2914"/>
                </a:lnTo>
                <a:lnTo>
                  <a:pt x="266" y="2865"/>
                </a:lnTo>
                <a:lnTo>
                  <a:pt x="1775" y="2337"/>
                </a:lnTo>
                <a:lnTo>
                  <a:pt x="1775" y="1515"/>
                </a:lnTo>
                <a:lnTo>
                  <a:pt x="1775" y="1386"/>
                </a:lnTo>
                <a:lnTo>
                  <a:pt x="1892" y="1331"/>
                </a:lnTo>
                <a:lnTo>
                  <a:pt x="4422" y="137"/>
                </a:lnTo>
                <a:lnTo>
                  <a:pt x="4714" y="0"/>
                </a:lnTo>
                <a:lnTo>
                  <a:pt x="4714" y="56"/>
                </a:lnTo>
                <a:lnTo>
                  <a:pt x="5511" y="532"/>
                </a:lnTo>
                <a:lnTo>
                  <a:pt x="5511" y="6326"/>
                </a:lnTo>
                <a:lnTo>
                  <a:pt x="5822" y="6326"/>
                </a:lnTo>
                <a:lnTo>
                  <a:pt x="5822" y="6734"/>
                </a:lnTo>
                <a:lnTo>
                  <a:pt x="4510" y="6734"/>
                </a:lnTo>
                <a:lnTo>
                  <a:pt x="4305" y="6734"/>
                </a:lnTo>
                <a:lnTo>
                  <a:pt x="4305" y="6529"/>
                </a:lnTo>
                <a:lnTo>
                  <a:pt x="4305" y="643"/>
                </a:lnTo>
                <a:lnTo>
                  <a:pt x="2183" y="1644"/>
                </a:lnTo>
                <a:lnTo>
                  <a:pt x="2183" y="2194"/>
                </a:lnTo>
                <a:lnTo>
                  <a:pt x="2798" y="1979"/>
                </a:lnTo>
                <a:lnTo>
                  <a:pt x="3035" y="1895"/>
                </a:lnTo>
                <a:lnTo>
                  <a:pt x="3035" y="1889"/>
                </a:lnTo>
                <a:lnTo>
                  <a:pt x="3042" y="1892"/>
                </a:lnTo>
                <a:lnTo>
                  <a:pt x="3068" y="1884"/>
                </a:lnTo>
                <a:lnTo>
                  <a:pt x="3068" y="1909"/>
                </a:lnTo>
                <a:lnTo>
                  <a:pt x="3862" y="2381"/>
                </a:lnTo>
                <a:lnTo>
                  <a:pt x="3862" y="6313"/>
                </a:lnTo>
                <a:lnTo>
                  <a:pt x="4177" y="6313"/>
                </a:lnTo>
                <a:lnTo>
                  <a:pt x="4177" y="6722"/>
                </a:lnTo>
                <a:lnTo>
                  <a:pt x="2865" y="6722"/>
                </a:lnTo>
                <a:lnTo>
                  <a:pt x="2661" y="6722"/>
                </a:lnTo>
                <a:lnTo>
                  <a:pt x="2661" y="6517"/>
                </a:lnTo>
                <a:lnTo>
                  <a:pt x="2661" y="2458"/>
                </a:lnTo>
                <a:lnTo>
                  <a:pt x="538" y="3202"/>
                </a:lnTo>
                <a:lnTo>
                  <a:pt x="538" y="6556"/>
                </a:lnTo>
                <a:lnTo>
                  <a:pt x="538" y="6759"/>
                </a:lnTo>
                <a:lnTo>
                  <a:pt x="334" y="6759"/>
                </a:lnTo>
                <a:lnTo>
                  <a:pt x="0" y="6759"/>
                </a:lnTo>
                <a:lnTo>
                  <a:pt x="0" y="6351"/>
                </a:lnTo>
                <a:close/>
                <a:moveTo>
                  <a:pt x="776" y="6707"/>
                </a:moveTo>
                <a:lnTo>
                  <a:pt x="776" y="6707"/>
                </a:lnTo>
                <a:lnTo>
                  <a:pt x="1501" y="6707"/>
                </a:lnTo>
                <a:lnTo>
                  <a:pt x="2348" y="6707"/>
                </a:lnTo>
                <a:lnTo>
                  <a:pt x="2348" y="5989"/>
                </a:lnTo>
                <a:lnTo>
                  <a:pt x="1501" y="6044"/>
                </a:lnTo>
                <a:lnTo>
                  <a:pt x="776" y="6092"/>
                </a:lnTo>
                <a:lnTo>
                  <a:pt x="776" y="6707"/>
                </a:lnTo>
                <a:close/>
                <a:moveTo>
                  <a:pt x="776" y="4048"/>
                </a:moveTo>
                <a:lnTo>
                  <a:pt x="776" y="4048"/>
                </a:lnTo>
                <a:lnTo>
                  <a:pt x="1501" y="3842"/>
                </a:lnTo>
                <a:lnTo>
                  <a:pt x="2348" y="3604"/>
                </a:lnTo>
                <a:lnTo>
                  <a:pt x="2348" y="2883"/>
                </a:lnTo>
                <a:lnTo>
                  <a:pt x="1501" y="3178"/>
                </a:lnTo>
                <a:lnTo>
                  <a:pt x="776" y="3431"/>
                </a:lnTo>
                <a:lnTo>
                  <a:pt x="776" y="4048"/>
                </a:lnTo>
                <a:close/>
                <a:moveTo>
                  <a:pt x="776" y="4926"/>
                </a:moveTo>
                <a:lnTo>
                  <a:pt x="776" y="4926"/>
                </a:lnTo>
                <a:lnTo>
                  <a:pt x="1501" y="4788"/>
                </a:lnTo>
                <a:lnTo>
                  <a:pt x="2348" y="4628"/>
                </a:lnTo>
                <a:lnTo>
                  <a:pt x="2348" y="3909"/>
                </a:lnTo>
                <a:lnTo>
                  <a:pt x="1501" y="4124"/>
                </a:lnTo>
                <a:lnTo>
                  <a:pt x="776" y="4310"/>
                </a:lnTo>
                <a:lnTo>
                  <a:pt x="776" y="4926"/>
                </a:lnTo>
                <a:close/>
                <a:moveTo>
                  <a:pt x="776" y="5811"/>
                </a:moveTo>
                <a:lnTo>
                  <a:pt x="776" y="5811"/>
                </a:lnTo>
                <a:lnTo>
                  <a:pt x="1501" y="5741"/>
                </a:lnTo>
                <a:lnTo>
                  <a:pt x="2348" y="5661"/>
                </a:lnTo>
                <a:lnTo>
                  <a:pt x="2348" y="4942"/>
                </a:lnTo>
                <a:lnTo>
                  <a:pt x="1501" y="5078"/>
                </a:lnTo>
                <a:lnTo>
                  <a:pt x="776" y="5194"/>
                </a:lnTo>
                <a:lnTo>
                  <a:pt x="776" y="5811"/>
                </a:lnTo>
                <a:close/>
              </a:path>
            </a:pathLst>
          </a:custGeom>
          <a:solidFill>
            <a:srgbClr val="C00000"/>
          </a:solidFill>
          <a:ln>
            <a:noFill/>
          </a:ln>
        </p:spPr>
        <p:txBody>
          <a:bodyPr anchor="ctr">
            <a:scene3d>
              <a:camera prst="orthographicFront"/>
              <a:lightRig rig="threePt" dir="t"/>
            </a:scene3d>
            <a:sp3d>
              <a:contourClr>
                <a:srgbClr val="FFFFFF"/>
              </a:contourClr>
            </a:sp3d>
          </a:bodyPr>
          <a:lstStyle/>
          <a:p>
            <a:pPr algn="ctr">
              <a:defRPr/>
            </a:pPr>
            <a:endParaRPr lang="zh-CN" altLang="en-US">
              <a:solidFill>
                <a:srgbClr val="FFFFFF"/>
              </a:solidFill>
              <a:ea typeface="宋体" panose="02010600030101010101" pitchFamily="2" charset="-122"/>
            </a:endParaRPr>
          </a:p>
        </p:txBody>
      </p:sp>
      <p:grpSp>
        <p:nvGrpSpPr>
          <p:cNvPr id="19" name="组合 18"/>
          <p:cNvGrpSpPr/>
          <p:nvPr/>
        </p:nvGrpSpPr>
        <p:grpSpPr>
          <a:xfrm>
            <a:off x="4565835" y="2588037"/>
            <a:ext cx="436484" cy="436484"/>
            <a:chOff x="3264324" y="1749600"/>
            <a:chExt cx="348156" cy="348156"/>
          </a:xfrm>
        </p:grpSpPr>
        <p:sp>
          <p:nvSpPr>
            <p:cNvPr id="20" name="矩形 19"/>
            <p:cNvSpPr/>
            <p:nvPr/>
          </p:nvSpPr>
          <p:spPr>
            <a:xfrm>
              <a:off x="3264324" y="1900818"/>
              <a:ext cx="348156" cy="4571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rot="5400000">
              <a:off x="3264324" y="1900818"/>
              <a:ext cx="348156" cy="4571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 name="组合 21"/>
          <p:cNvGrpSpPr/>
          <p:nvPr/>
        </p:nvGrpSpPr>
        <p:grpSpPr>
          <a:xfrm>
            <a:off x="8160626" y="2588037"/>
            <a:ext cx="436484" cy="436484"/>
            <a:chOff x="3264324" y="1749600"/>
            <a:chExt cx="348156" cy="348156"/>
          </a:xfrm>
        </p:grpSpPr>
        <p:sp>
          <p:nvSpPr>
            <p:cNvPr id="23" name="矩形 22"/>
            <p:cNvSpPr/>
            <p:nvPr/>
          </p:nvSpPr>
          <p:spPr>
            <a:xfrm>
              <a:off x="3264324" y="1900818"/>
              <a:ext cx="348156" cy="4571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矩形 23"/>
            <p:cNvSpPr/>
            <p:nvPr/>
          </p:nvSpPr>
          <p:spPr>
            <a:xfrm rot="5400000">
              <a:off x="3264324" y="1900818"/>
              <a:ext cx="348156" cy="4571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5" name="TextBox 24"/>
          <p:cNvSpPr txBox="1"/>
          <p:nvPr/>
        </p:nvSpPr>
        <p:spPr>
          <a:xfrm>
            <a:off x="2215396" y="4984498"/>
            <a:ext cx="8653765" cy="1298048"/>
          </a:xfrm>
          <a:prstGeom prst="rect">
            <a:avLst/>
          </a:prstGeom>
          <a:noFill/>
        </p:spPr>
        <p:txBody>
          <a:bodyPr wrap="square" lIns="0" tIns="0" rIns="0" bIns="0" rtlCol="0">
            <a:spAutoFit/>
          </a:bodyPr>
          <a:lstStyle/>
          <a:p>
            <a:pPr algn="just">
              <a:lnSpc>
                <a:spcPct val="150000"/>
              </a:lnSpc>
            </a:pPr>
            <a:r>
              <a:rPr lang="zh-CN" altLang="en-US" sz="1406" dirty="0">
                <a:latin typeface="微软雅黑 Light" pitchFamily="34" charset="-122"/>
                <a:ea typeface="微软雅黑 Light" pitchFamily="34" charset="-122"/>
              </a:rPr>
              <a:t>点击输入简要文字内容，文字内容需概括精炼，不用多余的文字修饰，言简意赅的说明分项内容。点击输入简要文字内容，文字内容需概括精炼，不用多余的文字修饰，言简意赅的说明分项内容</a:t>
            </a:r>
            <a:r>
              <a:rPr lang="en-US" altLang="zh-CN" sz="1406" dirty="0">
                <a:latin typeface="微软雅黑 Light" pitchFamily="34" charset="-122"/>
                <a:ea typeface="微软雅黑 Light" pitchFamily="34" charset="-122"/>
              </a:rPr>
              <a:t>……</a:t>
            </a:r>
          </a:p>
          <a:p>
            <a:pPr algn="just">
              <a:lnSpc>
                <a:spcPct val="150000"/>
              </a:lnSpc>
            </a:pPr>
            <a:r>
              <a:rPr lang="zh-CN" altLang="en-US" sz="1406" dirty="0">
                <a:latin typeface="微软雅黑 Light" pitchFamily="34" charset="-122"/>
                <a:ea typeface="微软雅黑 Light" pitchFamily="34" charset="-122"/>
              </a:rPr>
              <a:t>点击输入简要文字内容，文字内容需概括精炼，不用多余的文字修饰，言简意赅的说明分项内容。点击输入简要文字内容，文字内容需概括精炼，不用多余的文字修饰，言简意赅的说明分项内容</a:t>
            </a:r>
            <a:r>
              <a:rPr lang="en-US" altLang="zh-CN" sz="1406" dirty="0">
                <a:latin typeface="微软雅黑 Light" pitchFamily="34" charset="-122"/>
                <a:ea typeface="微软雅黑 Light" pitchFamily="34" charset="-122"/>
              </a:rPr>
              <a:t>……</a:t>
            </a:r>
          </a:p>
        </p:txBody>
      </p:sp>
      <p:sp>
        <p:nvSpPr>
          <p:cNvPr id="26" name="Freeform 5"/>
          <p:cNvSpPr>
            <a:spLocks/>
          </p:cNvSpPr>
          <p:nvPr/>
        </p:nvSpPr>
        <p:spPr bwMode="auto">
          <a:xfrm>
            <a:off x="1569102" y="4932649"/>
            <a:ext cx="332644" cy="1365183"/>
          </a:xfrm>
          <a:custGeom>
            <a:avLst/>
            <a:gdLst/>
            <a:ahLst/>
            <a:cxnLst/>
            <a:rect l="l" t="t" r="r" b="b"/>
            <a:pathLst>
              <a:path w="931331" h="3822203">
                <a:moveTo>
                  <a:pt x="931331" y="0"/>
                </a:moveTo>
                <a:lnTo>
                  <a:pt x="931331" y="43438"/>
                </a:lnTo>
                <a:lnTo>
                  <a:pt x="929692" y="43241"/>
                </a:lnTo>
                <a:cubicBezTo>
                  <a:pt x="720560" y="43241"/>
                  <a:pt x="548753" y="233651"/>
                  <a:pt x="531759" y="477070"/>
                </a:cubicBezTo>
                <a:cubicBezTo>
                  <a:pt x="531001" y="481589"/>
                  <a:pt x="530505" y="486178"/>
                  <a:pt x="530592" y="490864"/>
                </a:cubicBezTo>
                <a:lnTo>
                  <a:pt x="527965" y="521911"/>
                </a:lnTo>
                <a:cubicBezTo>
                  <a:pt x="527965" y="524355"/>
                  <a:pt x="527981" y="526795"/>
                  <a:pt x="528584" y="529223"/>
                </a:cubicBezTo>
                <a:cubicBezTo>
                  <a:pt x="525896" y="549213"/>
                  <a:pt x="525319" y="570030"/>
                  <a:pt x="525319" y="591585"/>
                </a:cubicBezTo>
                <a:lnTo>
                  <a:pt x="525319" y="1420695"/>
                </a:lnTo>
                <a:cubicBezTo>
                  <a:pt x="525319" y="1644311"/>
                  <a:pt x="418363" y="1909396"/>
                  <a:pt x="152419" y="1909396"/>
                </a:cubicBezTo>
                <a:lnTo>
                  <a:pt x="152419" y="1917007"/>
                </a:lnTo>
                <a:cubicBezTo>
                  <a:pt x="411268" y="1917007"/>
                  <a:pt x="525319" y="2180779"/>
                  <a:pt x="525319" y="2401508"/>
                </a:cubicBezTo>
                <a:lnTo>
                  <a:pt x="525319" y="3229831"/>
                </a:lnTo>
                <a:lnTo>
                  <a:pt x="528395" y="3285086"/>
                </a:lnTo>
                <a:lnTo>
                  <a:pt x="527965" y="3290166"/>
                </a:lnTo>
                <a:cubicBezTo>
                  <a:pt x="527965" y="3298449"/>
                  <a:pt x="528142" y="3306682"/>
                  <a:pt x="530049" y="3314794"/>
                </a:cubicBezTo>
                <a:cubicBezTo>
                  <a:pt x="529872" y="3323297"/>
                  <a:pt x="530775" y="3331587"/>
                  <a:pt x="532157" y="3339708"/>
                </a:cubicBezTo>
                <a:cubicBezTo>
                  <a:pt x="550979" y="3580884"/>
                  <a:pt x="721914" y="3768836"/>
                  <a:pt x="929692" y="3768836"/>
                </a:cubicBezTo>
                <a:cubicBezTo>
                  <a:pt x="930239" y="3768836"/>
                  <a:pt x="930786" y="3768835"/>
                  <a:pt x="931331" y="3768639"/>
                </a:cubicBezTo>
                <a:lnTo>
                  <a:pt x="931331" y="3822203"/>
                </a:lnTo>
                <a:cubicBezTo>
                  <a:pt x="739757" y="3822203"/>
                  <a:pt x="598112" y="3773911"/>
                  <a:pt x="507975" y="3678638"/>
                </a:cubicBezTo>
                <a:cubicBezTo>
                  <a:pt x="417575" y="3582577"/>
                  <a:pt x="372901" y="3410141"/>
                  <a:pt x="372901" y="3162642"/>
                </a:cubicBezTo>
                <a:lnTo>
                  <a:pt x="372901" y="2435365"/>
                </a:lnTo>
                <a:cubicBezTo>
                  <a:pt x="372901" y="2299674"/>
                  <a:pt x="350301" y="2189965"/>
                  <a:pt x="304838" y="2105453"/>
                </a:cubicBezTo>
                <a:cubicBezTo>
                  <a:pt x="260163" y="2021204"/>
                  <a:pt x="158200" y="1972649"/>
                  <a:pt x="0" y="1961888"/>
                </a:cubicBezTo>
                <a:lnTo>
                  <a:pt x="0" y="1860316"/>
                </a:lnTo>
                <a:cubicBezTo>
                  <a:pt x="146638" y="1837744"/>
                  <a:pt x="245710" y="1792339"/>
                  <a:pt x="296166" y="1724624"/>
                </a:cubicBezTo>
                <a:cubicBezTo>
                  <a:pt x="347410" y="1657434"/>
                  <a:pt x="372901" y="1544052"/>
                  <a:pt x="372901" y="1386838"/>
                </a:cubicBezTo>
                <a:lnTo>
                  <a:pt x="372901" y="659562"/>
                </a:lnTo>
                <a:cubicBezTo>
                  <a:pt x="372901" y="411275"/>
                  <a:pt x="417575" y="239626"/>
                  <a:pt x="507975" y="143566"/>
                </a:cubicBezTo>
                <a:cubicBezTo>
                  <a:pt x="598112" y="47505"/>
                  <a:pt x="739757" y="0"/>
                  <a:pt x="931331" y="0"/>
                </a:cubicBezTo>
                <a:close/>
              </a:path>
            </a:pathLst>
          </a:custGeom>
          <a:solidFill>
            <a:schemeClr val="tx1"/>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27" name="Freeform 5"/>
          <p:cNvSpPr>
            <a:spLocks/>
          </p:cNvSpPr>
          <p:nvPr/>
        </p:nvSpPr>
        <p:spPr bwMode="auto">
          <a:xfrm flipH="1">
            <a:off x="11261199" y="4932649"/>
            <a:ext cx="332644" cy="1365183"/>
          </a:xfrm>
          <a:custGeom>
            <a:avLst/>
            <a:gdLst/>
            <a:ahLst/>
            <a:cxnLst/>
            <a:rect l="l" t="t" r="r" b="b"/>
            <a:pathLst>
              <a:path w="931331" h="3822203">
                <a:moveTo>
                  <a:pt x="931331" y="0"/>
                </a:moveTo>
                <a:lnTo>
                  <a:pt x="931331" y="43438"/>
                </a:lnTo>
                <a:lnTo>
                  <a:pt x="929692" y="43241"/>
                </a:lnTo>
                <a:cubicBezTo>
                  <a:pt x="720560" y="43241"/>
                  <a:pt x="548753" y="233651"/>
                  <a:pt x="531759" y="477070"/>
                </a:cubicBezTo>
                <a:cubicBezTo>
                  <a:pt x="531001" y="481589"/>
                  <a:pt x="530505" y="486178"/>
                  <a:pt x="530592" y="490864"/>
                </a:cubicBezTo>
                <a:lnTo>
                  <a:pt x="527965" y="521911"/>
                </a:lnTo>
                <a:cubicBezTo>
                  <a:pt x="527965" y="524355"/>
                  <a:pt x="527981" y="526795"/>
                  <a:pt x="528584" y="529223"/>
                </a:cubicBezTo>
                <a:cubicBezTo>
                  <a:pt x="525896" y="549213"/>
                  <a:pt x="525319" y="570030"/>
                  <a:pt x="525319" y="591585"/>
                </a:cubicBezTo>
                <a:lnTo>
                  <a:pt x="525319" y="1420695"/>
                </a:lnTo>
                <a:cubicBezTo>
                  <a:pt x="525319" y="1644311"/>
                  <a:pt x="418363" y="1909396"/>
                  <a:pt x="152419" y="1909396"/>
                </a:cubicBezTo>
                <a:lnTo>
                  <a:pt x="152419" y="1917007"/>
                </a:lnTo>
                <a:cubicBezTo>
                  <a:pt x="411268" y="1917007"/>
                  <a:pt x="525319" y="2180779"/>
                  <a:pt x="525319" y="2401508"/>
                </a:cubicBezTo>
                <a:lnTo>
                  <a:pt x="525319" y="3229831"/>
                </a:lnTo>
                <a:lnTo>
                  <a:pt x="528395" y="3285086"/>
                </a:lnTo>
                <a:lnTo>
                  <a:pt x="527965" y="3290166"/>
                </a:lnTo>
                <a:cubicBezTo>
                  <a:pt x="527965" y="3298449"/>
                  <a:pt x="528142" y="3306682"/>
                  <a:pt x="530049" y="3314794"/>
                </a:cubicBezTo>
                <a:cubicBezTo>
                  <a:pt x="529872" y="3323297"/>
                  <a:pt x="530775" y="3331587"/>
                  <a:pt x="532157" y="3339708"/>
                </a:cubicBezTo>
                <a:cubicBezTo>
                  <a:pt x="550979" y="3580884"/>
                  <a:pt x="721914" y="3768836"/>
                  <a:pt x="929692" y="3768836"/>
                </a:cubicBezTo>
                <a:cubicBezTo>
                  <a:pt x="930239" y="3768836"/>
                  <a:pt x="930786" y="3768835"/>
                  <a:pt x="931331" y="3768639"/>
                </a:cubicBezTo>
                <a:lnTo>
                  <a:pt x="931331" y="3822203"/>
                </a:lnTo>
                <a:cubicBezTo>
                  <a:pt x="739757" y="3822203"/>
                  <a:pt x="598112" y="3773911"/>
                  <a:pt x="507975" y="3678638"/>
                </a:cubicBezTo>
                <a:cubicBezTo>
                  <a:pt x="417575" y="3582577"/>
                  <a:pt x="372901" y="3410141"/>
                  <a:pt x="372901" y="3162642"/>
                </a:cubicBezTo>
                <a:lnTo>
                  <a:pt x="372901" y="2435365"/>
                </a:lnTo>
                <a:cubicBezTo>
                  <a:pt x="372901" y="2299674"/>
                  <a:pt x="350301" y="2189965"/>
                  <a:pt x="304838" y="2105453"/>
                </a:cubicBezTo>
                <a:cubicBezTo>
                  <a:pt x="260163" y="2021204"/>
                  <a:pt x="158200" y="1972649"/>
                  <a:pt x="0" y="1961888"/>
                </a:cubicBezTo>
                <a:lnTo>
                  <a:pt x="0" y="1860316"/>
                </a:lnTo>
                <a:cubicBezTo>
                  <a:pt x="146638" y="1837744"/>
                  <a:pt x="245710" y="1792339"/>
                  <a:pt x="296166" y="1724624"/>
                </a:cubicBezTo>
                <a:cubicBezTo>
                  <a:pt x="347410" y="1657434"/>
                  <a:pt x="372901" y="1544052"/>
                  <a:pt x="372901" y="1386838"/>
                </a:cubicBezTo>
                <a:lnTo>
                  <a:pt x="372901" y="659562"/>
                </a:lnTo>
                <a:cubicBezTo>
                  <a:pt x="372901" y="411275"/>
                  <a:pt x="417575" y="239626"/>
                  <a:pt x="507975" y="143566"/>
                </a:cubicBezTo>
                <a:cubicBezTo>
                  <a:pt x="598112" y="47505"/>
                  <a:pt x="739757" y="0"/>
                  <a:pt x="931331" y="0"/>
                </a:cubicBezTo>
                <a:close/>
              </a:path>
            </a:pathLst>
          </a:custGeom>
          <a:solidFill>
            <a:schemeClr val="tx1"/>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28" name="TextBox 27"/>
          <p:cNvSpPr txBox="1"/>
          <p:nvPr/>
        </p:nvSpPr>
        <p:spPr>
          <a:xfrm>
            <a:off x="2202374" y="3399933"/>
            <a:ext cx="1458014" cy="216341"/>
          </a:xfrm>
          <a:prstGeom prst="rect">
            <a:avLst/>
          </a:prstGeom>
          <a:noFill/>
        </p:spPr>
        <p:txBody>
          <a:bodyPr wrap="square" lIns="0" tIns="0" rIns="0" bIns="0" rtlCol="0">
            <a:spAutoFit/>
          </a:bodyPr>
          <a:lstStyle/>
          <a:p>
            <a:pPr algn="ctr"/>
            <a:r>
              <a:rPr lang="zh-CN" altLang="en-US" sz="1406" b="1" dirty="0">
                <a:latin typeface="微软雅黑" pitchFamily="34" charset="-122"/>
                <a:ea typeface="微软雅黑" pitchFamily="34" charset="-122"/>
              </a:rPr>
              <a:t>点击输入说明文字</a:t>
            </a:r>
          </a:p>
        </p:txBody>
      </p:sp>
      <p:sp>
        <p:nvSpPr>
          <p:cNvPr id="29" name="TextBox 28"/>
          <p:cNvSpPr txBox="1"/>
          <p:nvPr/>
        </p:nvSpPr>
        <p:spPr>
          <a:xfrm>
            <a:off x="5761318" y="3399933"/>
            <a:ext cx="1640309" cy="216341"/>
          </a:xfrm>
          <a:prstGeom prst="rect">
            <a:avLst/>
          </a:prstGeom>
          <a:noFill/>
        </p:spPr>
        <p:txBody>
          <a:bodyPr wrap="square" lIns="0" tIns="0" rIns="0" bIns="0" rtlCol="0">
            <a:spAutoFit/>
          </a:bodyPr>
          <a:lstStyle/>
          <a:p>
            <a:pPr algn="ctr"/>
            <a:r>
              <a:rPr lang="zh-CN" altLang="en-US" sz="1406" b="1" dirty="0">
                <a:latin typeface="微软雅黑" pitchFamily="34" charset="-122"/>
                <a:ea typeface="微软雅黑" pitchFamily="34" charset="-122"/>
              </a:rPr>
              <a:t>点击输入说明文字</a:t>
            </a:r>
          </a:p>
        </p:txBody>
      </p:sp>
      <p:sp>
        <p:nvSpPr>
          <p:cNvPr id="30" name="TextBox 29"/>
          <p:cNvSpPr txBox="1"/>
          <p:nvPr/>
        </p:nvSpPr>
        <p:spPr>
          <a:xfrm>
            <a:off x="9356109" y="3399933"/>
            <a:ext cx="1640309" cy="216341"/>
          </a:xfrm>
          <a:prstGeom prst="rect">
            <a:avLst/>
          </a:prstGeom>
          <a:noFill/>
        </p:spPr>
        <p:txBody>
          <a:bodyPr wrap="square" lIns="0" tIns="0" rIns="0" bIns="0" rtlCol="0">
            <a:spAutoFit/>
          </a:bodyPr>
          <a:lstStyle/>
          <a:p>
            <a:pPr algn="ctr"/>
            <a:r>
              <a:rPr lang="zh-CN" altLang="en-US" sz="1406" b="1" dirty="0">
                <a:latin typeface="微软雅黑" pitchFamily="34" charset="-122"/>
                <a:ea typeface="微软雅黑" pitchFamily="34" charset="-122"/>
              </a:rPr>
              <a:t>点击输入说明文字</a:t>
            </a:r>
          </a:p>
        </p:txBody>
      </p:sp>
      <p:cxnSp>
        <p:nvCxnSpPr>
          <p:cNvPr id="31" name="直接连接符 30"/>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椭圆 3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TextBox 33"/>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销售模式</a:t>
            </a:r>
          </a:p>
        </p:txBody>
      </p:sp>
      <p:cxnSp>
        <p:nvCxnSpPr>
          <p:cNvPr id="36" name="直接连接符 35"/>
          <p:cNvCxnSpPr/>
          <p:nvPr/>
        </p:nvCxnSpPr>
        <p:spPr>
          <a:xfrm>
            <a:off x="3570086" y="433632"/>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矩形 36"/>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TextBox 37"/>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Tree>
    <p:extLst>
      <p:ext uri="{BB962C8B-B14F-4D97-AF65-F5344CB8AC3E}">
        <p14:creationId xmlns:p14="http://schemas.microsoft.com/office/powerpoint/2010/main" val="2900322065"/>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300"/>
                                        <p:tgtEl>
                                          <p:spTgt spid="31"/>
                                        </p:tgtEl>
                                      </p:cBhvr>
                                    </p:animEffect>
                                  </p:childTnLst>
                                </p:cTn>
                              </p:par>
                              <p:par>
                                <p:cTn id="8" presetID="22" presetClass="entr" presetSubtype="8"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wipe(left)">
                                      <p:cBhvr>
                                        <p:cTn id="10" dur="300"/>
                                        <p:tgtEl>
                                          <p:spTgt spid="32"/>
                                        </p:tgtEl>
                                      </p:cBhvr>
                                    </p:animEffect>
                                  </p:childTnLst>
                                </p:cTn>
                              </p:par>
                            </p:childTnLst>
                          </p:cTn>
                        </p:par>
                        <p:par>
                          <p:cTn id="11" fill="hold">
                            <p:stCondLst>
                              <p:cond delay="300"/>
                            </p:stCondLst>
                            <p:childTnLst>
                              <p:par>
                                <p:cTn id="12" presetID="22" presetClass="entr" presetSubtype="4"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300"/>
                                        <p:tgtEl>
                                          <p:spTgt spid="33"/>
                                        </p:tgtEl>
                                      </p:cBhvr>
                                    </p:animEffect>
                                  </p:childTnLst>
                                </p:cTn>
                              </p:par>
                            </p:childTnLst>
                          </p:cTn>
                        </p:par>
                        <p:par>
                          <p:cTn id="15" fill="hold">
                            <p:stCondLst>
                              <p:cond delay="600"/>
                            </p:stCondLst>
                            <p:childTnLst>
                              <p:par>
                                <p:cTn id="16" presetID="12" presetClass="entr" presetSubtype="8"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additive="base">
                                        <p:cTn id="18" dur="500"/>
                                        <p:tgtEl>
                                          <p:spTgt spid="34"/>
                                        </p:tgtEl>
                                        <p:attrNameLst>
                                          <p:attrName>ppt_x</p:attrName>
                                        </p:attrNameLst>
                                      </p:cBhvr>
                                      <p:tavLst>
                                        <p:tav tm="0">
                                          <p:val>
                                            <p:strVal val="#ppt_x-#ppt_w*1.125000"/>
                                          </p:val>
                                        </p:tav>
                                        <p:tav tm="100000">
                                          <p:val>
                                            <p:strVal val="#ppt_x"/>
                                          </p:val>
                                        </p:tav>
                                      </p:tavLst>
                                    </p:anim>
                                    <p:animEffect transition="in" filter="wipe(right)">
                                      <p:cBhvr>
                                        <p:cTn id="19" dur="500"/>
                                        <p:tgtEl>
                                          <p:spTgt spid="34"/>
                                        </p:tgtEl>
                                      </p:cBhvr>
                                    </p:animEffect>
                                  </p:childTnLst>
                                </p:cTn>
                              </p:par>
                              <p:par>
                                <p:cTn id="20" presetID="12" presetClass="entr" presetSubtype="8" fill="hold" nodeType="withEffect">
                                  <p:stCondLst>
                                    <p:cond delay="0"/>
                                  </p:stCondLst>
                                  <p:childTnLst>
                                    <p:set>
                                      <p:cBhvr>
                                        <p:cTn id="21" dur="1" fill="hold">
                                          <p:stCondLst>
                                            <p:cond delay="0"/>
                                          </p:stCondLst>
                                        </p:cTn>
                                        <p:tgtEl>
                                          <p:spTgt spid="36"/>
                                        </p:tgtEl>
                                        <p:attrNameLst>
                                          <p:attrName>style.visibility</p:attrName>
                                        </p:attrNameLst>
                                      </p:cBhvr>
                                      <p:to>
                                        <p:strVal val="visible"/>
                                      </p:to>
                                    </p:set>
                                    <p:anim calcmode="lin" valueType="num">
                                      <p:cBhvr additive="base">
                                        <p:cTn id="22" dur="500"/>
                                        <p:tgtEl>
                                          <p:spTgt spid="36"/>
                                        </p:tgtEl>
                                        <p:attrNameLst>
                                          <p:attrName>ppt_x</p:attrName>
                                        </p:attrNameLst>
                                      </p:cBhvr>
                                      <p:tavLst>
                                        <p:tav tm="0">
                                          <p:val>
                                            <p:strVal val="#ppt_x-#ppt_w*1.125000"/>
                                          </p:val>
                                        </p:tav>
                                        <p:tav tm="100000">
                                          <p:val>
                                            <p:strVal val="#ppt_x"/>
                                          </p:val>
                                        </p:tav>
                                      </p:tavLst>
                                    </p:anim>
                                    <p:animEffect transition="in" filter="wipe(right)">
                                      <p:cBhvr>
                                        <p:cTn id="23" dur="500"/>
                                        <p:tgtEl>
                                          <p:spTgt spid="36"/>
                                        </p:tgtEl>
                                      </p:cBhvr>
                                    </p:animEffect>
                                  </p:childTnLst>
                                </p:cTn>
                              </p:par>
                              <p:par>
                                <p:cTn id="24" presetID="26"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down)">
                                      <p:cBhvr>
                                        <p:cTn id="26" dur="290">
                                          <p:stCondLst>
                                            <p:cond delay="0"/>
                                          </p:stCondLst>
                                        </p:cTn>
                                        <p:tgtEl>
                                          <p:spTgt spid="10"/>
                                        </p:tgtEl>
                                      </p:cBhvr>
                                    </p:animEffect>
                                    <p:anim calcmode="lin" valueType="num">
                                      <p:cBhvr>
                                        <p:cTn id="27" dur="911"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8" dur="332"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9" dur="332" tmFilter="0, 0; 0.125,0.2665; 0.25,0.4; 0.375,0.465; 0.5,0.5;  0.625,0.535; 0.75,0.6; 0.875,0.7335; 1,1">
                                          <p:stCondLst>
                                            <p:cond delay="332"/>
                                          </p:stCondLst>
                                        </p:cTn>
                                        <p:tgtEl>
                                          <p:spTgt spid="10"/>
                                        </p:tgtEl>
                                        <p:attrNameLst>
                                          <p:attrName>ppt_y</p:attrName>
                                        </p:attrNameLst>
                                      </p:cBhvr>
                                      <p:tavLst>
                                        <p:tav tm="0" fmla="#ppt_y-sin(pi*$)/9">
                                          <p:val>
                                            <p:fltVal val="0"/>
                                          </p:val>
                                        </p:tav>
                                        <p:tav tm="100000">
                                          <p:val>
                                            <p:fltVal val="1"/>
                                          </p:val>
                                        </p:tav>
                                      </p:tavLst>
                                    </p:anim>
                                    <p:anim calcmode="lin" valueType="num">
                                      <p:cBhvr>
                                        <p:cTn id="30" dur="166" tmFilter="0, 0; 0.125,0.2665; 0.25,0.4; 0.375,0.465; 0.5,0.5;  0.625,0.535; 0.75,0.6; 0.875,0.7335; 1,1">
                                          <p:stCondLst>
                                            <p:cond delay="662"/>
                                          </p:stCondLst>
                                        </p:cTn>
                                        <p:tgtEl>
                                          <p:spTgt spid="10"/>
                                        </p:tgtEl>
                                        <p:attrNameLst>
                                          <p:attrName>ppt_y</p:attrName>
                                        </p:attrNameLst>
                                      </p:cBhvr>
                                      <p:tavLst>
                                        <p:tav tm="0" fmla="#ppt_y-sin(pi*$)/27">
                                          <p:val>
                                            <p:fltVal val="0"/>
                                          </p:val>
                                        </p:tav>
                                        <p:tav tm="100000">
                                          <p:val>
                                            <p:fltVal val="1"/>
                                          </p:val>
                                        </p:tav>
                                      </p:tavLst>
                                    </p:anim>
                                    <p:anim calcmode="lin" valueType="num">
                                      <p:cBhvr>
                                        <p:cTn id="31" dur="82" tmFilter="0, 0; 0.125,0.2665; 0.25,0.4; 0.375,0.465; 0.5,0.5;  0.625,0.535; 0.75,0.6; 0.875,0.7335; 1,1">
                                          <p:stCondLst>
                                            <p:cond delay="828"/>
                                          </p:stCondLst>
                                        </p:cTn>
                                        <p:tgtEl>
                                          <p:spTgt spid="10"/>
                                        </p:tgtEl>
                                        <p:attrNameLst>
                                          <p:attrName>ppt_y</p:attrName>
                                        </p:attrNameLst>
                                      </p:cBhvr>
                                      <p:tavLst>
                                        <p:tav tm="0" fmla="#ppt_y-sin(pi*$)/81">
                                          <p:val>
                                            <p:fltVal val="0"/>
                                          </p:val>
                                        </p:tav>
                                        <p:tav tm="100000">
                                          <p:val>
                                            <p:fltVal val="1"/>
                                          </p:val>
                                        </p:tav>
                                      </p:tavLst>
                                    </p:anim>
                                    <p:animScale>
                                      <p:cBhvr>
                                        <p:cTn id="32" dur="13">
                                          <p:stCondLst>
                                            <p:cond delay="325"/>
                                          </p:stCondLst>
                                        </p:cTn>
                                        <p:tgtEl>
                                          <p:spTgt spid="10"/>
                                        </p:tgtEl>
                                      </p:cBhvr>
                                      <p:to x="100000" y="60000"/>
                                    </p:animScale>
                                    <p:animScale>
                                      <p:cBhvr>
                                        <p:cTn id="33" dur="83" decel="50000">
                                          <p:stCondLst>
                                            <p:cond delay="338"/>
                                          </p:stCondLst>
                                        </p:cTn>
                                        <p:tgtEl>
                                          <p:spTgt spid="10"/>
                                        </p:tgtEl>
                                      </p:cBhvr>
                                      <p:to x="100000" y="100000"/>
                                    </p:animScale>
                                    <p:animScale>
                                      <p:cBhvr>
                                        <p:cTn id="34" dur="13">
                                          <p:stCondLst>
                                            <p:cond delay="656"/>
                                          </p:stCondLst>
                                        </p:cTn>
                                        <p:tgtEl>
                                          <p:spTgt spid="10"/>
                                        </p:tgtEl>
                                      </p:cBhvr>
                                      <p:to x="100000" y="80000"/>
                                    </p:animScale>
                                    <p:animScale>
                                      <p:cBhvr>
                                        <p:cTn id="35" dur="83" decel="50000">
                                          <p:stCondLst>
                                            <p:cond delay="669"/>
                                          </p:stCondLst>
                                        </p:cTn>
                                        <p:tgtEl>
                                          <p:spTgt spid="10"/>
                                        </p:tgtEl>
                                      </p:cBhvr>
                                      <p:to x="100000" y="100000"/>
                                    </p:animScale>
                                    <p:animScale>
                                      <p:cBhvr>
                                        <p:cTn id="36" dur="13">
                                          <p:stCondLst>
                                            <p:cond delay="821"/>
                                          </p:stCondLst>
                                        </p:cTn>
                                        <p:tgtEl>
                                          <p:spTgt spid="10"/>
                                        </p:tgtEl>
                                      </p:cBhvr>
                                      <p:to x="100000" y="90000"/>
                                    </p:animScale>
                                    <p:animScale>
                                      <p:cBhvr>
                                        <p:cTn id="37" dur="83" decel="50000">
                                          <p:stCondLst>
                                            <p:cond delay="834"/>
                                          </p:stCondLst>
                                        </p:cTn>
                                        <p:tgtEl>
                                          <p:spTgt spid="10"/>
                                        </p:tgtEl>
                                      </p:cBhvr>
                                      <p:to x="100000" y="100000"/>
                                    </p:animScale>
                                    <p:animScale>
                                      <p:cBhvr>
                                        <p:cTn id="38" dur="13">
                                          <p:stCondLst>
                                            <p:cond delay="904"/>
                                          </p:stCondLst>
                                        </p:cTn>
                                        <p:tgtEl>
                                          <p:spTgt spid="10"/>
                                        </p:tgtEl>
                                      </p:cBhvr>
                                      <p:to x="100000" y="95000"/>
                                    </p:animScale>
                                    <p:animScale>
                                      <p:cBhvr>
                                        <p:cTn id="39" dur="83" decel="50000">
                                          <p:stCondLst>
                                            <p:cond delay="917"/>
                                          </p:stCondLst>
                                        </p:cTn>
                                        <p:tgtEl>
                                          <p:spTgt spid="10"/>
                                        </p:tgtEl>
                                      </p:cBhvr>
                                      <p:to x="100000" y="100000"/>
                                    </p:animScale>
                                  </p:childTnLst>
                                </p:cTn>
                              </p:par>
                              <p:par>
                                <p:cTn id="40" presetID="26"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ipe(down)">
                                      <p:cBhvr>
                                        <p:cTn id="42" dur="290">
                                          <p:stCondLst>
                                            <p:cond delay="0"/>
                                          </p:stCondLst>
                                        </p:cTn>
                                        <p:tgtEl>
                                          <p:spTgt spid="13"/>
                                        </p:tgtEl>
                                      </p:cBhvr>
                                    </p:animEffect>
                                    <p:anim calcmode="lin" valueType="num">
                                      <p:cBhvr>
                                        <p:cTn id="43" dur="911"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44" dur="332"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45" dur="332" tmFilter="0, 0; 0.125,0.2665; 0.25,0.4; 0.375,0.465; 0.5,0.5;  0.625,0.535; 0.75,0.6; 0.875,0.7335; 1,1">
                                          <p:stCondLst>
                                            <p:cond delay="332"/>
                                          </p:stCondLst>
                                        </p:cTn>
                                        <p:tgtEl>
                                          <p:spTgt spid="13"/>
                                        </p:tgtEl>
                                        <p:attrNameLst>
                                          <p:attrName>ppt_y</p:attrName>
                                        </p:attrNameLst>
                                      </p:cBhvr>
                                      <p:tavLst>
                                        <p:tav tm="0" fmla="#ppt_y-sin(pi*$)/9">
                                          <p:val>
                                            <p:fltVal val="0"/>
                                          </p:val>
                                        </p:tav>
                                        <p:tav tm="100000">
                                          <p:val>
                                            <p:fltVal val="1"/>
                                          </p:val>
                                        </p:tav>
                                      </p:tavLst>
                                    </p:anim>
                                    <p:anim calcmode="lin" valueType="num">
                                      <p:cBhvr>
                                        <p:cTn id="46" dur="166" tmFilter="0, 0; 0.125,0.2665; 0.25,0.4; 0.375,0.465; 0.5,0.5;  0.625,0.535; 0.75,0.6; 0.875,0.7335; 1,1">
                                          <p:stCondLst>
                                            <p:cond delay="662"/>
                                          </p:stCondLst>
                                        </p:cTn>
                                        <p:tgtEl>
                                          <p:spTgt spid="13"/>
                                        </p:tgtEl>
                                        <p:attrNameLst>
                                          <p:attrName>ppt_y</p:attrName>
                                        </p:attrNameLst>
                                      </p:cBhvr>
                                      <p:tavLst>
                                        <p:tav tm="0" fmla="#ppt_y-sin(pi*$)/27">
                                          <p:val>
                                            <p:fltVal val="0"/>
                                          </p:val>
                                        </p:tav>
                                        <p:tav tm="100000">
                                          <p:val>
                                            <p:fltVal val="1"/>
                                          </p:val>
                                        </p:tav>
                                      </p:tavLst>
                                    </p:anim>
                                    <p:anim calcmode="lin" valueType="num">
                                      <p:cBhvr>
                                        <p:cTn id="47" dur="82" tmFilter="0, 0; 0.125,0.2665; 0.25,0.4; 0.375,0.465; 0.5,0.5;  0.625,0.535; 0.75,0.6; 0.875,0.7335; 1,1">
                                          <p:stCondLst>
                                            <p:cond delay="828"/>
                                          </p:stCondLst>
                                        </p:cTn>
                                        <p:tgtEl>
                                          <p:spTgt spid="13"/>
                                        </p:tgtEl>
                                        <p:attrNameLst>
                                          <p:attrName>ppt_y</p:attrName>
                                        </p:attrNameLst>
                                      </p:cBhvr>
                                      <p:tavLst>
                                        <p:tav tm="0" fmla="#ppt_y-sin(pi*$)/81">
                                          <p:val>
                                            <p:fltVal val="0"/>
                                          </p:val>
                                        </p:tav>
                                        <p:tav tm="100000">
                                          <p:val>
                                            <p:fltVal val="1"/>
                                          </p:val>
                                        </p:tav>
                                      </p:tavLst>
                                    </p:anim>
                                    <p:animScale>
                                      <p:cBhvr>
                                        <p:cTn id="48" dur="13">
                                          <p:stCondLst>
                                            <p:cond delay="325"/>
                                          </p:stCondLst>
                                        </p:cTn>
                                        <p:tgtEl>
                                          <p:spTgt spid="13"/>
                                        </p:tgtEl>
                                      </p:cBhvr>
                                      <p:to x="100000" y="60000"/>
                                    </p:animScale>
                                    <p:animScale>
                                      <p:cBhvr>
                                        <p:cTn id="49" dur="83" decel="50000">
                                          <p:stCondLst>
                                            <p:cond delay="338"/>
                                          </p:stCondLst>
                                        </p:cTn>
                                        <p:tgtEl>
                                          <p:spTgt spid="13"/>
                                        </p:tgtEl>
                                      </p:cBhvr>
                                      <p:to x="100000" y="100000"/>
                                    </p:animScale>
                                    <p:animScale>
                                      <p:cBhvr>
                                        <p:cTn id="50" dur="13">
                                          <p:stCondLst>
                                            <p:cond delay="656"/>
                                          </p:stCondLst>
                                        </p:cTn>
                                        <p:tgtEl>
                                          <p:spTgt spid="13"/>
                                        </p:tgtEl>
                                      </p:cBhvr>
                                      <p:to x="100000" y="80000"/>
                                    </p:animScale>
                                    <p:animScale>
                                      <p:cBhvr>
                                        <p:cTn id="51" dur="83" decel="50000">
                                          <p:stCondLst>
                                            <p:cond delay="669"/>
                                          </p:stCondLst>
                                        </p:cTn>
                                        <p:tgtEl>
                                          <p:spTgt spid="13"/>
                                        </p:tgtEl>
                                      </p:cBhvr>
                                      <p:to x="100000" y="100000"/>
                                    </p:animScale>
                                    <p:animScale>
                                      <p:cBhvr>
                                        <p:cTn id="52" dur="13">
                                          <p:stCondLst>
                                            <p:cond delay="821"/>
                                          </p:stCondLst>
                                        </p:cTn>
                                        <p:tgtEl>
                                          <p:spTgt spid="13"/>
                                        </p:tgtEl>
                                      </p:cBhvr>
                                      <p:to x="100000" y="90000"/>
                                    </p:animScale>
                                    <p:animScale>
                                      <p:cBhvr>
                                        <p:cTn id="53" dur="83" decel="50000">
                                          <p:stCondLst>
                                            <p:cond delay="834"/>
                                          </p:stCondLst>
                                        </p:cTn>
                                        <p:tgtEl>
                                          <p:spTgt spid="13"/>
                                        </p:tgtEl>
                                      </p:cBhvr>
                                      <p:to x="100000" y="100000"/>
                                    </p:animScale>
                                    <p:animScale>
                                      <p:cBhvr>
                                        <p:cTn id="54" dur="13">
                                          <p:stCondLst>
                                            <p:cond delay="904"/>
                                          </p:stCondLst>
                                        </p:cTn>
                                        <p:tgtEl>
                                          <p:spTgt spid="13"/>
                                        </p:tgtEl>
                                      </p:cBhvr>
                                      <p:to x="100000" y="95000"/>
                                    </p:animScale>
                                    <p:animScale>
                                      <p:cBhvr>
                                        <p:cTn id="55" dur="83" decel="50000">
                                          <p:stCondLst>
                                            <p:cond delay="917"/>
                                          </p:stCondLst>
                                        </p:cTn>
                                        <p:tgtEl>
                                          <p:spTgt spid="13"/>
                                        </p:tgtEl>
                                      </p:cBhvr>
                                      <p:to x="100000" y="100000"/>
                                    </p:animScale>
                                  </p:childTnLst>
                                </p:cTn>
                              </p:par>
                              <p:par>
                                <p:cTn id="56" presetID="26" presetClass="entr" presetSubtype="0" fill="hold" grpId="0"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wipe(down)">
                                      <p:cBhvr>
                                        <p:cTn id="58" dur="290">
                                          <p:stCondLst>
                                            <p:cond delay="0"/>
                                          </p:stCondLst>
                                        </p:cTn>
                                        <p:tgtEl>
                                          <p:spTgt spid="28"/>
                                        </p:tgtEl>
                                      </p:cBhvr>
                                    </p:animEffect>
                                    <p:anim calcmode="lin" valueType="num">
                                      <p:cBhvr>
                                        <p:cTn id="59" dur="911" tmFilter="0,0; 0.14,0.36; 0.43,0.73; 0.71,0.91; 1.0,1.0">
                                          <p:stCondLst>
                                            <p:cond delay="0"/>
                                          </p:stCondLst>
                                        </p:cTn>
                                        <p:tgtEl>
                                          <p:spTgt spid="28"/>
                                        </p:tgtEl>
                                        <p:attrNameLst>
                                          <p:attrName>ppt_x</p:attrName>
                                        </p:attrNameLst>
                                      </p:cBhvr>
                                      <p:tavLst>
                                        <p:tav tm="0">
                                          <p:val>
                                            <p:strVal val="#ppt_x-0.25"/>
                                          </p:val>
                                        </p:tav>
                                        <p:tav tm="100000">
                                          <p:val>
                                            <p:strVal val="#ppt_x"/>
                                          </p:val>
                                        </p:tav>
                                      </p:tavLst>
                                    </p:anim>
                                    <p:anim calcmode="lin" valueType="num">
                                      <p:cBhvr>
                                        <p:cTn id="60" dur="332" tmFilter="0.0,0.0; 0.25,0.07; 0.50,0.2; 0.75,0.467; 1.0,1.0">
                                          <p:stCondLst>
                                            <p:cond delay="0"/>
                                          </p:stCondLst>
                                        </p:cTn>
                                        <p:tgtEl>
                                          <p:spTgt spid="28"/>
                                        </p:tgtEl>
                                        <p:attrNameLst>
                                          <p:attrName>ppt_y</p:attrName>
                                        </p:attrNameLst>
                                      </p:cBhvr>
                                      <p:tavLst>
                                        <p:tav tm="0" fmla="#ppt_y-sin(pi*$)/3">
                                          <p:val>
                                            <p:fltVal val="0.5"/>
                                          </p:val>
                                        </p:tav>
                                        <p:tav tm="100000">
                                          <p:val>
                                            <p:fltVal val="1"/>
                                          </p:val>
                                        </p:tav>
                                      </p:tavLst>
                                    </p:anim>
                                    <p:anim calcmode="lin" valueType="num">
                                      <p:cBhvr>
                                        <p:cTn id="61" dur="332" tmFilter="0, 0; 0.125,0.2665; 0.25,0.4; 0.375,0.465; 0.5,0.5;  0.625,0.535; 0.75,0.6; 0.875,0.7335; 1,1">
                                          <p:stCondLst>
                                            <p:cond delay="332"/>
                                          </p:stCondLst>
                                        </p:cTn>
                                        <p:tgtEl>
                                          <p:spTgt spid="28"/>
                                        </p:tgtEl>
                                        <p:attrNameLst>
                                          <p:attrName>ppt_y</p:attrName>
                                        </p:attrNameLst>
                                      </p:cBhvr>
                                      <p:tavLst>
                                        <p:tav tm="0" fmla="#ppt_y-sin(pi*$)/9">
                                          <p:val>
                                            <p:fltVal val="0"/>
                                          </p:val>
                                        </p:tav>
                                        <p:tav tm="100000">
                                          <p:val>
                                            <p:fltVal val="1"/>
                                          </p:val>
                                        </p:tav>
                                      </p:tavLst>
                                    </p:anim>
                                    <p:anim calcmode="lin" valueType="num">
                                      <p:cBhvr>
                                        <p:cTn id="62" dur="166" tmFilter="0, 0; 0.125,0.2665; 0.25,0.4; 0.375,0.465; 0.5,0.5;  0.625,0.535; 0.75,0.6; 0.875,0.7335; 1,1">
                                          <p:stCondLst>
                                            <p:cond delay="662"/>
                                          </p:stCondLst>
                                        </p:cTn>
                                        <p:tgtEl>
                                          <p:spTgt spid="28"/>
                                        </p:tgtEl>
                                        <p:attrNameLst>
                                          <p:attrName>ppt_y</p:attrName>
                                        </p:attrNameLst>
                                      </p:cBhvr>
                                      <p:tavLst>
                                        <p:tav tm="0" fmla="#ppt_y-sin(pi*$)/27">
                                          <p:val>
                                            <p:fltVal val="0"/>
                                          </p:val>
                                        </p:tav>
                                        <p:tav tm="100000">
                                          <p:val>
                                            <p:fltVal val="1"/>
                                          </p:val>
                                        </p:tav>
                                      </p:tavLst>
                                    </p:anim>
                                    <p:anim calcmode="lin" valueType="num">
                                      <p:cBhvr>
                                        <p:cTn id="63" dur="82" tmFilter="0, 0; 0.125,0.2665; 0.25,0.4; 0.375,0.465; 0.5,0.5;  0.625,0.535; 0.75,0.6; 0.875,0.7335; 1,1">
                                          <p:stCondLst>
                                            <p:cond delay="828"/>
                                          </p:stCondLst>
                                        </p:cTn>
                                        <p:tgtEl>
                                          <p:spTgt spid="28"/>
                                        </p:tgtEl>
                                        <p:attrNameLst>
                                          <p:attrName>ppt_y</p:attrName>
                                        </p:attrNameLst>
                                      </p:cBhvr>
                                      <p:tavLst>
                                        <p:tav tm="0" fmla="#ppt_y-sin(pi*$)/81">
                                          <p:val>
                                            <p:fltVal val="0"/>
                                          </p:val>
                                        </p:tav>
                                        <p:tav tm="100000">
                                          <p:val>
                                            <p:fltVal val="1"/>
                                          </p:val>
                                        </p:tav>
                                      </p:tavLst>
                                    </p:anim>
                                    <p:animScale>
                                      <p:cBhvr>
                                        <p:cTn id="64" dur="13">
                                          <p:stCondLst>
                                            <p:cond delay="325"/>
                                          </p:stCondLst>
                                        </p:cTn>
                                        <p:tgtEl>
                                          <p:spTgt spid="28"/>
                                        </p:tgtEl>
                                      </p:cBhvr>
                                      <p:to x="100000" y="60000"/>
                                    </p:animScale>
                                    <p:animScale>
                                      <p:cBhvr>
                                        <p:cTn id="65" dur="83" decel="50000">
                                          <p:stCondLst>
                                            <p:cond delay="338"/>
                                          </p:stCondLst>
                                        </p:cTn>
                                        <p:tgtEl>
                                          <p:spTgt spid="28"/>
                                        </p:tgtEl>
                                      </p:cBhvr>
                                      <p:to x="100000" y="100000"/>
                                    </p:animScale>
                                    <p:animScale>
                                      <p:cBhvr>
                                        <p:cTn id="66" dur="13">
                                          <p:stCondLst>
                                            <p:cond delay="656"/>
                                          </p:stCondLst>
                                        </p:cTn>
                                        <p:tgtEl>
                                          <p:spTgt spid="28"/>
                                        </p:tgtEl>
                                      </p:cBhvr>
                                      <p:to x="100000" y="80000"/>
                                    </p:animScale>
                                    <p:animScale>
                                      <p:cBhvr>
                                        <p:cTn id="67" dur="83" decel="50000">
                                          <p:stCondLst>
                                            <p:cond delay="669"/>
                                          </p:stCondLst>
                                        </p:cTn>
                                        <p:tgtEl>
                                          <p:spTgt spid="28"/>
                                        </p:tgtEl>
                                      </p:cBhvr>
                                      <p:to x="100000" y="100000"/>
                                    </p:animScale>
                                    <p:animScale>
                                      <p:cBhvr>
                                        <p:cTn id="68" dur="13">
                                          <p:stCondLst>
                                            <p:cond delay="821"/>
                                          </p:stCondLst>
                                        </p:cTn>
                                        <p:tgtEl>
                                          <p:spTgt spid="28"/>
                                        </p:tgtEl>
                                      </p:cBhvr>
                                      <p:to x="100000" y="90000"/>
                                    </p:animScale>
                                    <p:animScale>
                                      <p:cBhvr>
                                        <p:cTn id="69" dur="83" decel="50000">
                                          <p:stCondLst>
                                            <p:cond delay="834"/>
                                          </p:stCondLst>
                                        </p:cTn>
                                        <p:tgtEl>
                                          <p:spTgt spid="28"/>
                                        </p:tgtEl>
                                      </p:cBhvr>
                                      <p:to x="100000" y="100000"/>
                                    </p:animScale>
                                    <p:animScale>
                                      <p:cBhvr>
                                        <p:cTn id="70" dur="13">
                                          <p:stCondLst>
                                            <p:cond delay="904"/>
                                          </p:stCondLst>
                                        </p:cTn>
                                        <p:tgtEl>
                                          <p:spTgt spid="28"/>
                                        </p:tgtEl>
                                      </p:cBhvr>
                                      <p:to x="100000" y="95000"/>
                                    </p:animScale>
                                    <p:animScale>
                                      <p:cBhvr>
                                        <p:cTn id="71" dur="83" decel="50000">
                                          <p:stCondLst>
                                            <p:cond delay="917"/>
                                          </p:stCondLst>
                                        </p:cTn>
                                        <p:tgtEl>
                                          <p:spTgt spid="28"/>
                                        </p:tgtEl>
                                      </p:cBhvr>
                                      <p:to x="100000" y="100000"/>
                                    </p:animScale>
                                  </p:childTnLst>
                                </p:cTn>
                              </p:par>
                              <p:par>
                                <p:cTn id="72" presetID="26" presetClass="entr" presetSubtype="0" fill="hold" grpId="0" nodeType="withEffect">
                                  <p:stCondLst>
                                    <p:cond delay="0"/>
                                  </p:stCondLst>
                                  <p:childTnLst>
                                    <p:set>
                                      <p:cBhvr>
                                        <p:cTn id="73" dur="1" fill="hold">
                                          <p:stCondLst>
                                            <p:cond delay="0"/>
                                          </p:stCondLst>
                                        </p:cTn>
                                        <p:tgtEl>
                                          <p:spTgt spid="18"/>
                                        </p:tgtEl>
                                        <p:attrNameLst>
                                          <p:attrName>style.visibility</p:attrName>
                                        </p:attrNameLst>
                                      </p:cBhvr>
                                      <p:to>
                                        <p:strVal val="visible"/>
                                      </p:to>
                                    </p:set>
                                    <p:animEffect transition="in" filter="wipe(down)">
                                      <p:cBhvr>
                                        <p:cTn id="74" dur="290">
                                          <p:stCondLst>
                                            <p:cond delay="0"/>
                                          </p:stCondLst>
                                        </p:cTn>
                                        <p:tgtEl>
                                          <p:spTgt spid="18"/>
                                        </p:tgtEl>
                                      </p:cBhvr>
                                    </p:animEffect>
                                    <p:anim calcmode="lin" valueType="num">
                                      <p:cBhvr>
                                        <p:cTn id="75" dur="911" tmFilter="0,0; 0.14,0.36; 0.43,0.73; 0.71,0.91; 1.0,1.0">
                                          <p:stCondLst>
                                            <p:cond delay="0"/>
                                          </p:stCondLst>
                                        </p:cTn>
                                        <p:tgtEl>
                                          <p:spTgt spid="18"/>
                                        </p:tgtEl>
                                        <p:attrNameLst>
                                          <p:attrName>ppt_x</p:attrName>
                                        </p:attrNameLst>
                                      </p:cBhvr>
                                      <p:tavLst>
                                        <p:tav tm="0">
                                          <p:val>
                                            <p:strVal val="#ppt_x-0.25"/>
                                          </p:val>
                                        </p:tav>
                                        <p:tav tm="100000">
                                          <p:val>
                                            <p:strVal val="#ppt_x"/>
                                          </p:val>
                                        </p:tav>
                                      </p:tavLst>
                                    </p:anim>
                                    <p:anim calcmode="lin" valueType="num">
                                      <p:cBhvr>
                                        <p:cTn id="76" dur="332" tmFilter="0.0,0.0; 0.25,0.07; 0.50,0.2; 0.75,0.467; 1.0,1.0">
                                          <p:stCondLst>
                                            <p:cond delay="0"/>
                                          </p:stCondLst>
                                        </p:cTn>
                                        <p:tgtEl>
                                          <p:spTgt spid="18"/>
                                        </p:tgtEl>
                                        <p:attrNameLst>
                                          <p:attrName>ppt_y</p:attrName>
                                        </p:attrNameLst>
                                      </p:cBhvr>
                                      <p:tavLst>
                                        <p:tav tm="0" fmla="#ppt_y-sin(pi*$)/3">
                                          <p:val>
                                            <p:fltVal val="0.5"/>
                                          </p:val>
                                        </p:tav>
                                        <p:tav tm="100000">
                                          <p:val>
                                            <p:fltVal val="1"/>
                                          </p:val>
                                        </p:tav>
                                      </p:tavLst>
                                    </p:anim>
                                    <p:anim calcmode="lin" valueType="num">
                                      <p:cBhvr>
                                        <p:cTn id="77" dur="332" tmFilter="0, 0; 0.125,0.2665; 0.25,0.4; 0.375,0.465; 0.5,0.5;  0.625,0.535; 0.75,0.6; 0.875,0.7335; 1,1">
                                          <p:stCondLst>
                                            <p:cond delay="332"/>
                                          </p:stCondLst>
                                        </p:cTn>
                                        <p:tgtEl>
                                          <p:spTgt spid="18"/>
                                        </p:tgtEl>
                                        <p:attrNameLst>
                                          <p:attrName>ppt_y</p:attrName>
                                        </p:attrNameLst>
                                      </p:cBhvr>
                                      <p:tavLst>
                                        <p:tav tm="0" fmla="#ppt_y-sin(pi*$)/9">
                                          <p:val>
                                            <p:fltVal val="0"/>
                                          </p:val>
                                        </p:tav>
                                        <p:tav tm="100000">
                                          <p:val>
                                            <p:fltVal val="1"/>
                                          </p:val>
                                        </p:tav>
                                      </p:tavLst>
                                    </p:anim>
                                    <p:anim calcmode="lin" valueType="num">
                                      <p:cBhvr>
                                        <p:cTn id="78" dur="166" tmFilter="0, 0; 0.125,0.2665; 0.25,0.4; 0.375,0.465; 0.5,0.5;  0.625,0.535; 0.75,0.6; 0.875,0.7335; 1,1">
                                          <p:stCondLst>
                                            <p:cond delay="662"/>
                                          </p:stCondLst>
                                        </p:cTn>
                                        <p:tgtEl>
                                          <p:spTgt spid="18"/>
                                        </p:tgtEl>
                                        <p:attrNameLst>
                                          <p:attrName>ppt_y</p:attrName>
                                        </p:attrNameLst>
                                      </p:cBhvr>
                                      <p:tavLst>
                                        <p:tav tm="0" fmla="#ppt_y-sin(pi*$)/27">
                                          <p:val>
                                            <p:fltVal val="0"/>
                                          </p:val>
                                        </p:tav>
                                        <p:tav tm="100000">
                                          <p:val>
                                            <p:fltVal val="1"/>
                                          </p:val>
                                        </p:tav>
                                      </p:tavLst>
                                    </p:anim>
                                    <p:anim calcmode="lin" valueType="num">
                                      <p:cBhvr>
                                        <p:cTn id="79" dur="82" tmFilter="0, 0; 0.125,0.2665; 0.25,0.4; 0.375,0.465; 0.5,0.5;  0.625,0.535; 0.75,0.6; 0.875,0.7335; 1,1">
                                          <p:stCondLst>
                                            <p:cond delay="828"/>
                                          </p:stCondLst>
                                        </p:cTn>
                                        <p:tgtEl>
                                          <p:spTgt spid="18"/>
                                        </p:tgtEl>
                                        <p:attrNameLst>
                                          <p:attrName>ppt_y</p:attrName>
                                        </p:attrNameLst>
                                      </p:cBhvr>
                                      <p:tavLst>
                                        <p:tav tm="0" fmla="#ppt_y-sin(pi*$)/81">
                                          <p:val>
                                            <p:fltVal val="0"/>
                                          </p:val>
                                        </p:tav>
                                        <p:tav tm="100000">
                                          <p:val>
                                            <p:fltVal val="1"/>
                                          </p:val>
                                        </p:tav>
                                      </p:tavLst>
                                    </p:anim>
                                    <p:animScale>
                                      <p:cBhvr>
                                        <p:cTn id="80" dur="13">
                                          <p:stCondLst>
                                            <p:cond delay="325"/>
                                          </p:stCondLst>
                                        </p:cTn>
                                        <p:tgtEl>
                                          <p:spTgt spid="18"/>
                                        </p:tgtEl>
                                      </p:cBhvr>
                                      <p:to x="100000" y="60000"/>
                                    </p:animScale>
                                    <p:animScale>
                                      <p:cBhvr>
                                        <p:cTn id="81" dur="83" decel="50000">
                                          <p:stCondLst>
                                            <p:cond delay="338"/>
                                          </p:stCondLst>
                                        </p:cTn>
                                        <p:tgtEl>
                                          <p:spTgt spid="18"/>
                                        </p:tgtEl>
                                      </p:cBhvr>
                                      <p:to x="100000" y="100000"/>
                                    </p:animScale>
                                    <p:animScale>
                                      <p:cBhvr>
                                        <p:cTn id="82" dur="13">
                                          <p:stCondLst>
                                            <p:cond delay="656"/>
                                          </p:stCondLst>
                                        </p:cTn>
                                        <p:tgtEl>
                                          <p:spTgt spid="18"/>
                                        </p:tgtEl>
                                      </p:cBhvr>
                                      <p:to x="100000" y="80000"/>
                                    </p:animScale>
                                    <p:animScale>
                                      <p:cBhvr>
                                        <p:cTn id="83" dur="83" decel="50000">
                                          <p:stCondLst>
                                            <p:cond delay="669"/>
                                          </p:stCondLst>
                                        </p:cTn>
                                        <p:tgtEl>
                                          <p:spTgt spid="18"/>
                                        </p:tgtEl>
                                      </p:cBhvr>
                                      <p:to x="100000" y="100000"/>
                                    </p:animScale>
                                    <p:animScale>
                                      <p:cBhvr>
                                        <p:cTn id="84" dur="13">
                                          <p:stCondLst>
                                            <p:cond delay="821"/>
                                          </p:stCondLst>
                                        </p:cTn>
                                        <p:tgtEl>
                                          <p:spTgt spid="18"/>
                                        </p:tgtEl>
                                      </p:cBhvr>
                                      <p:to x="100000" y="90000"/>
                                    </p:animScale>
                                    <p:animScale>
                                      <p:cBhvr>
                                        <p:cTn id="85" dur="83" decel="50000">
                                          <p:stCondLst>
                                            <p:cond delay="834"/>
                                          </p:stCondLst>
                                        </p:cTn>
                                        <p:tgtEl>
                                          <p:spTgt spid="18"/>
                                        </p:tgtEl>
                                      </p:cBhvr>
                                      <p:to x="100000" y="100000"/>
                                    </p:animScale>
                                    <p:animScale>
                                      <p:cBhvr>
                                        <p:cTn id="86" dur="13">
                                          <p:stCondLst>
                                            <p:cond delay="904"/>
                                          </p:stCondLst>
                                        </p:cTn>
                                        <p:tgtEl>
                                          <p:spTgt spid="18"/>
                                        </p:tgtEl>
                                      </p:cBhvr>
                                      <p:to x="100000" y="95000"/>
                                    </p:animScale>
                                    <p:animScale>
                                      <p:cBhvr>
                                        <p:cTn id="87" dur="83" decel="50000">
                                          <p:stCondLst>
                                            <p:cond delay="917"/>
                                          </p:stCondLst>
                                        </p:cTn>
                                        <p:tgtEl>
                                          <p:spTgt spid="18"/>
                                        </p:tgtEl>
                                      </p:cBhvr>
                                      <p:to x="100000" y="100000"/>
                                    </p:animScale>
                                  </p:childTnLst>
                                </p:cTn>
                              </p:par>
                            </p:childTnLst>
                          </p:cTn>
                        </p:par>
                        <p:par>
                          <p:cTn id="88" fill="hold">
                            <p:stCondLst>
                              <p:cond delay="1600"/>
                            </p:stCondLst>
                            <p:childTnLst>
                              <p:par>
                                <p:cTn id="89" presetID="31" presetClass="entr" presetSubtype="0" fill="hold" nodeType="after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p:cTn id="91" dur="700" fill="hold"/>
                                        <p:tgtEl>
                                          <p:spTgt spid="19"/>
                                        </p:tgtEl>
                                        <p:attrNameLst>
                                          <p:attrName>ppt_w</p:attrName>
                                        </p:attrNameLst>
                                      </p:cBhvr>
                                      <p:tavLst>
                                        <p:tav tm="0">
                                          <p:val>
                                            <p:fltVal val="0"/>
                                          </p:val>
                                        </p:tav>
                                        <p:tav tm="100000">
                                          <p:val>
                                            <p:strVal val="#ppt_w"/>
                                          </p:val>
                                        </p:tav>
                                      </p:tavLst>
                                    </p:anim>
                                    <p:anim calcmode="lin" valueType="num">
                                      <p:cBhvr>
                                        <p:cTn id="92" dur="700" fill="hold"/>
                                        <p:tgtEl>
                                          <p:spTgt spid="19"/>
                                        </p:tgtEl>
                                        <p:attrNameLst>
                                          <p:attrName>ppt_h</p:attrName>
                                        </p:attrNameLst>
                                      </p:cBhvr>
                                      <p:tavLst>
                                        <p:tav tm="0">
                                          <p:val>
                                            <p:fltVal val="0"/>
                                          </p:val>
                                        </p:tav>
                                        <p:tav tm="100000">
                                          <p:val>
                                            <p:strVal val="#ppt_h"/>
                                          </p:val>
                                        </p:tav>
                                      </p:tavLst>
                                    </p:anim>
                                    <p:anim calcmode="lin" valueType="num">
                                      <p:cBhvr>
                                        <p:cTn id="93" dur="700" fill="hold"/>
                                        <p:tgtEl>
                                          <p:spTgt spid="19"/>
                                        </p:tgtEl>
                                        <p:attrNameLst>
                                          <p:attrName>style.rotation</p:attrName>
                                        </p:attrNameLst>
                                      </p:cBhvr>
                                      <p:tavLst>
                                        <p:tav tm="0">
                                          <p:val>
                                            <p:fltVal val="90"/>
                                          </p:val>
                                        </p:tav>
                                        <p:tav tm="100000">
                                          <p:val>
                                            <p:fltVal val="0"/>
                                          </p:val>
                                        </p:tav>
                                      </p:tavLst>
                                    </p:anim>
                                    <p:animEffect transition="in" filter="fade">
                                      <p:cBhvr>
                                        <p:cTn id="94" dur="700"/>
                                        <p:tgtEl>
                                          <p:spTgt spid="19"/>
                                        </p:tgtEl>
                                      </p:cBhvr>
                                    </p:animEffect>
                                  </p:childTnLst>
                                </p:cTn>
                              </p:par>
                              <p:par>
                                <p:cTn id="95" presetID="26" presetClass="entr" presetSubtype="0"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Effect transition="in" filter="wipe(down)">
                                      <p:cBhvr>
                                        <p:cTn id="97" dur="290">
                                          <p:stCondLst>
                                            <p:cond delay="0"/>
                                          </p:stCondLst>
                                        </p:cTn>
                                        <p:tgtEl>
                                          <p:spTgt spid="14"/>
                                        </p:tgtEl>
                                      </p:cBhvr>
                                    </p:animEffect>
                                    <p:anim calcmode="lin" valueType="num">
                                      <p:cBhvr>
                                        <p:cTn id="98" dur="911"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99" dur="332"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100" dur="332" tmFilter="0, 0; 0.125,0.2665; 0.25,0.4; 0.375,0.465; 0.5,0.5;  0.625,0.535; 0.75,0.6; 0.875,0.7335; 1,1">
                                          <p:stCondLst>
                                            <p:cond delay="332"/>
                                          </p:stCondLst>
                                        </p:cTn>
                                        <p:tgtEl>
                                          <p:spTgt spid="14"/>
                                        </p:tgtEl>
                                        <p:attrNameLst>
                                          <p:attrName>ppt_y</p:attrName>
                                        </p:attrNameLst>
                                      </p:cBhvr>
                                      <p:tavLst>
                                        <p:tav tm="0" fmla="#ppt_y-sin(pi*$)/9">
                                          <p:val>
                                            <p:fltVal val="0"/>
                                          </p:val>
                                        </p:tav>
                                        <p:tav tm="100000">
                                          <p:val>
                                            <p:fltVal val="1"/>
                                          </p:val>
                                        </p:tav>
                                      </p:tavLst>
                                    </p:anim>
                                    <p:anim calcmode="lin" valueType="num">
                                      <p:cBhvr>
                                        <p:cTn id="101" dur="166" tmFilter="0, 0; 0.125,0.2665; 0.25,0.4; 0.375,0.465; 0.5,0.5;  0.625,0.535; 0.75,0.6; 0.875,0.7335; 1,1">
                                          <p:stCondLst>
                                            <p:cond delay="662"/>
                                          </p:stCondLst>
                                        </p:cTn>
                                        <p:tgtEl>
                                          <p:spTgt spid="14"/>
                                        </p:tgtEl>
                                        <p:attrNameLst>
                                          <p:attrName>ppt_y</p:attrName>
                                        </p:attrNameLst>
                                      </p:cBhvr>
                                      <p:tavLst>
                                        <p:tav tm="0" fmla="#ppt_y-sin(pi*$)/27">
                                          <p:val>
                                            <p:fltVal val="0"/>
                                          </p:val>
                                        </p:tav>
                                        <p:tav tm="100000">
                                          <p:val>
                                            <p:fltVal val="1"/>
                                          </p:val>
                                        </p:tav>
                                      </p:tavLst>
                                    </p:anim>
                                    <p:anim calcmode="lin" valueType="num">
                                      <p:cBhvr>
                                        <p:cTn id="102" dur="82" tmFilter="0, 0; 0.125,0.2665; 0.25,0.4; 0.375,0.465; 0.5,0.5;  0.625,0.535; 0.75,0.6; 0.875,0.7335; 1,1">
                                          <p:stCondLst>
                                            <p:cond delay="828"/>
                                          </p:stCondLst>
                                        </p:cTn>
                                        <p:tgtEl>
                                          <p:spTgt spid="14"/>
                                        </p:tgtEl>
                                        <p:attrNameLst>
                                          <p:attrName>ppt_y</p:attrName>
                                        </p:attrNameLst>
                                      </p:cBhvr>
                                      <p:tavLst>
                                        <p:tav tm="0" fmla="#ppt_y-sin(pi*$)/81">
                                          <p:val>
                                            <p:fltVal val="0"/>
                                          </p:val>
                                        </p:tav>
                                        <p:tav tm="100000">
                                          <p:val>
                                            <p:fltVal val="1"/>
                                          </p:val>
                                        </p:tav>
                                      </p:tavLst>
                                    </p:anim>
                                    <p:animScale>
                                      <p:cBhvr>
                                        <p:cTn id="103" dur="13">
                                          <p:stCondLst>
                                            <p:cond delay="325"/>
                                          </p:stCondLst>
                                        </p:cTn>
                                        <p:tgtEl>
                                          <p:spTgt spid="14"/>
                                        </p:tgtEl>
                                      </p:cBhvr>
                                      <p:to x="100000" y="60000"/>
                                    </p:animScale>
                                    <p:animScale>
                                      <p:cBhvr>
                                        <p:cTn id="104" dur="83" decel="50000">
                                          <p:stCondLst>
                                            <p:cond delay="338"/>
                                          </p:stCondLst>
                                        </p:cTn>
                                        <p:tgtEl>
                                          <p:spTgt spid="14"/>
                                        </p:tgtEl>
                                      </p:cBhvr>
                                      <p:to x="100000" y="100000"/>
                                    </p:animScale>
                                    <p:animScale>
                                      <p:cBhvr>
                                        <p:cTn id="105" dur="13">
                                          <p:stCondLst>
                                            <p:cond delay="656"/>
                                          </p:stCondLst>
                                        </p:cTn>
                                        <p:tgtEl>
                                          <p:spTgt spid="14"/>
                                        </p:tgtEl>
                                      </p:cBhvr>
                                      <p:to x="100000" y="80000"/>
                                    </p:animScale>
                                    <p:animScale>
                                      <p:cBhvr>
                                        <p:cTn id="106" dur="83" decel="50000">
                                          <p:stCondLst>
                                            <p:cond delay="669"/>
                                          </p:stCondLst>
                                        </p:cTn>
                                        <p:tgtEl>
                                          <p:spTgt spid="14"/>
                                        </p:tgtEl>
                                      </p:cBhvr>
                                      <p:to x="100000" y="100000"/>
                                    </p:animScale>
                                    <p:animScale>
                                      <p:cBhvr>
                                        <p:cTn id="107" dur="13">
                                          <p:stCondLst>
                                            <p:cond delay="821"/>
                                          </p:stCondLst>
                                        </p:cTn>
                                        <p:tgtEl>
                                          <p:spTgt spid="14"/>
                                        </p:tgtEl>
                                      </p:cBhvr>
                                      <p:to x="100000" y="90000"/>
                                    </p:animScale>
                                    <p:animScale>
                                      <p:cBhvr>
                                        <p:cTn id="108" dur="83" decel="50000">
                                          <p:stCondLst>
                                            <p:cond delay="834"/>
                                          </p:stCondLst>
                                        </p:cTn>
                                        <p:tgtEl>
                                          <p:spTgt spid="14"/>
                                        </p:tgtEl>
                                      </p:cBhvr>
                                      <p:to x="100000" y="100000"/>
                                    </p:animScale>
                                    <p:animScale>
                                      <p:cBhvr>
                                        <p:cTn id="109" dur="13">
                                          <p:stCondLst>
                                            <p:cond delay="904"/>
                                          </p:stCondLst>
                                        </p:cTn>
                                        <p:tgtEl>
                                          <p:spTgt spid="14"/>
                                        </p:tgtEl>
                                      </p:cBhvr>
                                      <p:to x="100000" y="95000"/>
                                    </p:animScale>
                                    <p:animScale>
                                      <p:cBhvr>
                                        <p:cTn id="110" dur="83" decel="50000">
                                          <p:stCondLst>
                                            <p:cond delay="917"/>
                                          </p:stCondLst>
                                        </p:cTn>
                                        <p:tgtEl>
                                          <p:spTgt spid="14"/>
                                        </p:tgtEl>
                                      </p:cBhvr>
                                      <p:to x="100000" y="100000"/>
                                    </p:animScale>
                                  </p:childTnLst>
                                </p:cTn>
                              </p:par>
                              <p:par>
                                <p:cTn id="111" presetID="26" presetClass="entr" presetSubtype="0" fill="hold" grpId="0" nodeType="withEffect">
                                  <p:stCondLst>
                                    <p:cond delay="0"/>
                                  </p:stCondLst>
                                  <p:childTnLst>
                                    <p:set>
                                      <p:cBhvr>
                                        <p:cTn id="112" dur="1" fill="hold">
                                          <p:stCondLst>
                                            <p:cond delay="0"/>
                                          </p:stCondLst>
                                        </p:cTn>
                                        <p:tgtEl>
                                          <p:spTgt spid="29"/>
                                        </p:tgtEl>
                                        <p:attrNameLst>
                                          <p:attrName>style.visibility</p:attrName>
                                        </p:attrNameLst>
                                      </p:cBhvr>
                                      <p:to>
                                        <p:strVal val="visible"/>
                                      </p:to>
                                    </p:set>
                                    <p:animEffect transition="in" filter="wipe(down)">
                                      <p:cBhvr>
                                        <p:cTn id="113" dur="290">
                                          <p:stCondLst>
                                            <p:cond delay="0"/>
                                          </p:stCondLst>
                                        </p:cTn>
                                        <p:tgtEl>
                                          <p:spTgt spid="29"/>
                                        </p:tgtEl>
                                      </p:cBhvr>
                                    </p:animEffect>
                                    <p:anim calcmode="lin" valueType="num">
                                      <p:cBhvr>
                                        <p:cTn id="114" dur="911"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115" dur="332"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116" dur="332" tmFilter="0, 0; 0.125,0.2665; 0.25,0.4; 0.375,0.465; 0.5,0.5;  0.625,0.535; 0.75,0.6; 0.875,0.7335; 1,1">
                                          <p:stCondLst>
                                            <p:cond delay="332"/>
                                          </p:stCondLst>
                                        </p:cTn>
                                        <p:tgtEl>
                                          <p:spTgt spid="29"/>
                                        </p:tgtEl>
                                        <p:attrNameLst>
                                          <p:attrName>ppt_y</p:attrName>
                                        </p:attrNameLst>
                                      </p:cBhvr>
                                      <p:tavLst>
                                        <p:tav tm="0" fmla="#ppt_y-sin(pi*$)/9">
                                          <p:val>
                                            <p:fltVal val="0"/>
                                          </p:val>
                                        </p:tav>
                                        <p:tav tm="100000">
                                          <p:val>
                                            <p:fltVal val="1"/>
                                          </p:val>
                                        </p:tav>
                                      </p:tavLst>
                                    </p:anim>
                                    <p:anim calcmode="lin" valueType="num">
                                      <p:cBhvr>
                                        <p:cTn id="117" dur="166" tmFilter="0, 0; 0.125,0.2665; 0.25,0.4; 0.375,0.465; 0.5,0.5;  0.625,0.535; 0.75,0.6; 0.875,0.7335; 1,1">
                                          <p:stCondLst>
                                            <p:cond delay="662"/>
                                          </p:stCondLst>
                                        </p:cTn>
                                        <p:tgtEl>
                                          <p:spTgt spid="29"/>
                                        </p:tgtEl>
                                        <p:attrNameLst>
                                          <p:attrName>ppt_y</p:attrName>
                                        </p:attrNameLst>
                                      </p:cBhvr>
                                      <p:tavLst>
                                        <p:tav tm="0" fmla="#ppt_y-sin(pi*$)/27">
                                          <p:val>
                                            <p:fltVal val="0"/>
                                          </p:val>
                                        </p:tav>
                                        <p:tav tm="100000">
                                          <p:val>
                                            <p:fltVal val="1"/>
                                          </p:val>
                                        </p:tav>
                                      </p:tavLst>
                                    </p:anim>
                                    <p:anim calcmode="lin" valueType="num">
                                      <p:cBhvr>
                                        <p:cTn id="118" dur="82" tmFilter="0, 0; 0.125,0.2665; 0.25,0.4; 0.375,0.465; 0.5,0.5;  0.625,0.535; 0.75,0.6; 0.875,0.7335; 1,1">
                                          <p:stCondLst>
                                            <p:cond delay="828"/>
                                          </p:stCondLst>
                                        </p:cTn>
                                        <p:tgtEl>
                                          <p:spTgt spid="29"/>
                                        </p:tgtEl>
                                        <p:attrNameLst>
                                          <p:attrName>ppt_y</p:attrName>
                                        </p:attrNameLst>
                                      </p:cBhvr>
                                      <p:tavLst>
                                        <p:tav tm="0" fmla="#ppt_y-sin(pi*$)/81">
                                          <p:val>
                                            <p:fltVal val="0"/>
                                          </p:val>
                                        </p:tav>
                                        <p:tav tm="100000">
                                          <p:val>
                                            <p:fltVal val="1"/>
                                          </p:val>
                                        </p:tav>
                                      </p:tavLst>
                                    </p:anim>
                                    <p:animScale>
                                      <p:cBhvr>
                                        <p:cTn id="119" dur="13">
                                          <p:stCondLst>
                                            <p:cond delay="325"/>
                                          </p:stCondLst>
                                        </p:cTn>
                                        <p:tgtEl>
                                          <p:spTgt spid="29"/>
                                        </p:tgtEl>
                                      </p:cBhvr>
                                      <p:to x="100000" y="60000"/>
                                    </p:animScale>
                                    <p:animScale>
                                      <p:cBhvr>
                                        <p:cTn id="120" dur="83" decel="50000">
                                          <p:stCondLst>
                                            <p:cond delay="338"/>
                                          </p:stCondLst>
                                        </p:cTn>
                                        <p:tgtEl>
                                          <p:spTgt spid="29"/>
                                        </p:tgtEl>
                                      </p:cBhvr>
                                      <p:to x="100000" y="100000"/>
                                    </p:animScale>
                                    <p:animScale>
                                      <p:cBhvr>
                                        <p:cTn id="121" dur="13">
                                          <p:stCondLst>
                                            <p:cond delay="656"/>
                                          </p:stCondLst>
                                        </p:cTn>
                                        <p:tgtEl>
                                          <p:spTgt spid="29"/>
                                        </p:tgtEl>
                                      </p:cBhvr>
                                      <p:to x="100000" y="80000"/>
                                    </p:animScale>
                                    <p:animScale>
                                      <p:cBhvr>
                                        <p:cTn id="122" dur="83" decel="50000">
                                          <p:stCondLst>
                                            <p:cond delay="669"/>
                                          </p:stCondLst>
                                        </p:cTn>
                                        <p:tgtEl>
                                          <p:spTgt spid="29"/>
                                        </p:tgtEl>
                                      </p:cBhvr>
                                      <p:to x="100000" y="100000"/>
                                    </p:animScale>
                                    <p:animScale>
                                      <p:cBhvr>
                                        <p:cTn id="123" dur="13">
                                          <p:stCondLst>
                                            <p:cond delay="821"/>
                                          </p:stCondLst>
                                        </p:cTn>
                                        <p:tgtEl>
                                          <p:spTgt spid="29"/>
                                        </p:tgtEl>
                                      </p:cBhvr>
                                      <p:to x="100000" y="90000"/>
                                    </p:animScale>
                                    <p:animScale>
                                      <p:cBhvr>
                                        <p:cTn id="124" dur="83" decel="50000">
                                          <p:stCondLst>
                                            <p:cond delay="834"/>
                                          </p:stCondLst>
                                        </p:cTn>
                                        <p:tgtEl>
                                          <p:spTgt spid="29"/>
                                        </p:tgtEl>
                                      </p:cBhvr>
                                      <p:to x="100000" y="100000"/>
                                    </p:animScale>
                                    <p:animScale>
                                      <p:cBhvr>
                                        <p:cTn id="125" dur="13">
                                          <p:stCondLst>
                                            <p:cond delay="904"/>
                                          </p:stCondLst>
                                        </p:cTn>
                                        <p:tgtEl>
                                          <p:spTgt spid="29"/>
                                        </p:tgtEl>
                                      </p:cBhvr>
                                      <p:to x="100000" y="95000"/>
                                    </p:animScale>
                                    <p:animScale>
                                      <p:cBhvr>
                                        <p:cTn id="126" dur="83" decel="50000">
                                          <p:stCondLst>
                                            <p:cond delay="917"/>
                                          </p:stCondLst>
                                        </p:cTn>
                                        <p:tgtEl>
                                          <p:spTgt spid="29"/>
                                        </p:tgtEl>
                                      </p:cBhvr>
                                      <p:to x="100000" y="100000"/>
                                    </p:animScale>
                                  </p:childTnLst>
                                </p:cTn>
                              </p:par>
                              <p:par>
                                <p:cTn id="127" presetID="26" presetClass="entr" presetSubtype="0" fill="hold" grpId="0" nodeType="withEffect">
                                  <p:stCondLst>
                                    <p:cond delay="0"/>
                                  </p:stCondLst>
                                  <p:childTnLst>
                                    <p:set>
                                      <p:cBhvr>
                                        <p:cTn id="128" dur="1" fill="hold">
                                          <p:stCondLst>
                                            <p:cond delay="0"/>
                                          </p:stCondLst>
                                        </p:cTn>
                                        <p:tgtEl>
                                          <p:spTgt spid="16"/>
                                        </p:tgtEl>
                                        <p:attrNameLst>
                                          <p:attrName>style.visibility</p:attrName>
                                        </p:attrNameLst>
                                      </p:cBhvr>
                                      <p:to>
                                        <p:strVal val="visible"/>
                                      </p:to>
                                    </p:set>
                                    <p:animEffect transition="in" filter="wipe(down)">
                                      <p:cBhvr>
                                        <p:cTn id="129" dur="290">
                                          <p:stCondLst>
                                            <p:cond delay="0"/>
                                          </p:stCondLst>
                                        </p:cTn>
                                        <p:tgtEl>
                                          <p:spTgt spid="16"/>
                                        </p:tgtEl>
                                      </p:cBhvr>
                                    </p:animEffect>
                                    <p:anim calcmode="lin" valueType="num">
                                      <p:cBhvr>
                                        <p:cTn id="130" dur="911"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131" dur="332"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132" dur="332" tmFilter="0, 0; 0.125,0.2665; 0.25,0.4; 0.375,0.465; 0.5,0.5;  0.625,0.535; 0.75,0.6; 0.875,0.7335; 1,1">
                                          <p:stCondLst>
                                            <p:cond delay="332"/>
                                          </p:stCondLst>
                                        </p:cTn>
                                        <p:tgtEl>
                                          <p:spTgt spid="16"/>
                                        </p:tgtEl>
                                        <p:attrNameLst>
                                          <p:attrName>ppt_y</p:attrName>
                                        </p:attrNameLst>
                                      </p:cBhvr>
                                      <p:tavLst>
                                        <p:tav tm="0" fmla="#ppt_y-sin(pi*$)/9">
                                          <p:val>
                                            <p:fltVal val="0"/>
                                          </p:val>
                                        </p:tav>
                                        <p:tav tm="100000">
                                          <p:val>
                                            <p:fltVal val="1"/>
                                          </p:val>
                                        </p:tav>
                                      </p:tavLst>
                                    </p:anim>
                                    <p:anim calcmode="lin" valueType="num">
                                      <p:cBhvr>
                                        <p:cTn id="133" dur="166" tmFilter="0, 0; 0.125,0.2665; 0.25,0.4; 0.375,0.465; 0.5,0.5;  0.625,0.535; 0.75,0.6; 0.875,0.7335; 1,1">
                                          <p:stCondLst>
                                            <p:cond delay="662"/>
                                          </p:stCondLst>
                                        </p:cTn>
                                        <p:tgtEl>
                                          <p:spTgt spid="16"/>
                                        </p:tgtEl>
                                        <p:attrNameLst>
                                          <p:attrName>ppt_y</p:attrName>
                                        </p:attrNameLst>
                                      </p:cBhvr>
                                      <p:tavLst>
                                        <p:tav tm="0" fmla="#ppt_y-sin(pi*$)/27">
                                          <p:val>
                                            <p:fltVal val="0"/>
                                          </p:val>
                                        </p:tav>
                                        <p:tav tm="100000">
                                          <p:val>
                                            <p:fltVal val="1"/>
                                          </p:val>
                                        </p:tav>
                                      </p:tavLst>
                                    </p:anim>
                                    <p:anim calcmode="lin" valueType="num">
                                      <p:cBhvr>
                                        <p:cTn id="134" dur="82" tmFilter="0, 0; 0.125,0.2665; 0.25,0.4; 0.375,0.465; 0.5,0.5;  0.625,0.535; 0.75,0.6; 0.875,0.7335; 1,1">
                                          <p:stCondLst>
                                            <p:cond delay="828"/>
                                          </p:stCondLst>
                                        </p:cTn>
                                        <p:tgtEl>
                                          <p:spTgt spid="16"/>
                                        </p:tgtEl>
                                        <p:attrNameLst>
                                          <p:attrName>ppt_y</p:attrName>
                                        </p:attrNameLst>
                                      </p:cBhvr>
                                      <p:tavLst>
                                        <p:tav tm="0" fmla="#ppt_y-sin(pi*$)/81">
                                          <p:val>
                                            <p:fltVal val="0"/>
                                          </p:val>
                                        </p:tav>
                                        <p:tav tm="100000">
                                          <p:val>
                                            <p:fltVal val="1"/>
                                          </p:val>
                                        </p:tav>
                                      </p:tavLst>
                                    </p:anim>
                                    <p:animScale>
                                      <p:cBhvr>
                                        <p:cTn id="135" dur="13">
                                          <p:stCondLst>
                                            <p:cond delay="325"/>
                                          </p:stCondLst>
                                        </p:cTn>
                                        <p:tgtEl>
                                          <p:spTgt spid="16"/>
                                        </p:tgtEl>
                                      </p:cBhvr>
                                      <p:to x="100000" y="60000"/>
                                    </p:animScale>
                                    <p:animScale>
                                      <p:cBhvr>
                                        <p:cTn id="136" dur="83" decel="50000">
                                          <p:stCondLst>
                                            <p:cond delay="338"/>
                                          </p:stCondLst>
                                        </p:cTn>
                                        <p:tgtEl>
                                          <p:spTgt spid="16"/>
                                        </p:tgtEl>
                                      </p:cBhvr>
                                      <p:to x="100000" y="100000"/>
                                    </p:animScale>
                                    <p:animScale>
                                      <p:cBhvr>
                                        <p:cTn id="137" dur="13">
                                          <p:stCondLst>
                                            <p:cond delay="656"/>
                                          </p:stCondLst>
                                        </p:cTn>
                                        <p:tgtEl>
                                          <p:spTgt spid="16"/>
                                        </p:tgtEl>
                                      </p:cBhvr>
                                      <p:to x="100000" y="80000"/>
                                    </p:animScale>
                                    <p:animScale>
                                      <p:cBhvr>
                                        <p:cTn id="138" dur="83" decel="50000">
                                          <p:stCondLst>
                                            <p:cond delay="669"/>
                                          </p:stCondLst>
                                        </p:cTn>
                                        <p:tgtEl>
                                          <p:spTgt spid="16"/>
                                        </p:tgtEl>
                                      </p:cBhvr>
                                      <p:to x="100000" y="100000"/>
                                    </p:animScale>
                                    <p:animScale>
                                      <p:cBhvr>
                                        <p:cTn id="139" dur="13">
                                          <p:stCondLst>
                                            <p:cond delay="821"/>
                                          </p:stCondLst>
                                        </p:cTn>
                                        <p:tgtEl>
                                          <p:spTgt spid="16"/>
                                        </p:tgtEl>
                                      </p:cBhvr>
                                      <p:to x="100000" y="90000"/>
                                    </p:animScale>
                                    <p:animScale>
                                      <p:cBhvr>
                                        <p:cTn id="140" dur="83" decel="50000">
                                          <p:stCondLst>
                                            <p:cond delay="834"/>
                                          </p:stCondLst>
                                        </p:cTn>
                                        <p:tgtEl>
                                          <p:spTgt spid="16"/>
                                        </p:tgtEl>
                                      </p:cBhvr>
                                      <p:to x="100000" y="100000"/>
                                    </p:animScale>
                                    <p:animScale>
                                      <p:cBhvr>
                                        <p:cTn id="141" dur="13">
                                          <p:stCondLst>
                                            <p:cond delay="904"/>
                                          </p:stCondLst>
                                        </p:cTn>
                                        <p:tgtEl>
                                          <p:spTgt spid="16"/>
                                        </p:tgtEl>
                                      </p:cBhvr>
                                      <p:to x="100000" y="95000"/>
                                    </p:animScale>
                                    <p:animScale>
                                      <p:cBhvr>
                                        <p:cTn id="142" dur="83" decel="50000">
                                          <p:stCondLst>
                                            <p:cond delay="917"/>
                                          </p:stCondLst>
                                        </p:cTn>
                                        <p:tgtEl>
                                          <p:spTgt spid="16"/>
                                        </p:tgtEl>
                                      </p:cBhvr>
                                      <p:to x="100000" y="100000"/>
                                    </p:animScale>
                                  </p:childTnLst>
                                </p:cTn>
                              </p:par>
                              <p:par>
                                <p:cTn id="143" presetID="26" presetClass="entr" presetSubtype="0" fill="hold" nodeType="withEffect">
                                  <p:stCondLst>
                                    <p:cond delay="0"/>
                                  </p:stCondLst>
                                  <p:childTnLst>
                                    <p:set>
                                      <p:cBhvr>
                                        <p:cTn id="144" dur="1" fill="hold">
                                          <p:stCondLst>
                                            <p:cond delay="0"/>
                                          </p:stCondLst>
                                        </p:cTn>
                                        <p:tgtEl>
                                          <p:spTgt spid="7"/>
                                        </p:tgtEl>
                                        <p:attrNameLst>
                                          <p:attrName>style.visibility</p:attrName>
                                        </p:attrNameLst>
                                      </p:cBhvr>
                                      <p:to>
                                        <p:strVal val="visible"/>
                                      </p:to>
                                    </p:set>
                                    <p:animEffect transition="in" filter="wipe(down)">
                                      <p:cBhvr>
                                        <p:cTn id="145" dur="290">
                                          <p:stCondLst>
                                            <p:cond delay="0"/>
                                          </p:stCondLst>
                                        </p:cTn>
                                        <p:tgtEl>
                                          <p:spTgt spid="7"/>
                                        </p:tgtEl>
                                      </p:cBhvr>
                                    </p:animEffect>
                                    <p:anim calcmode="lin" valueType="num">
                                      <p:cBhvr>
                                        <p:cTn id="146" dur="911"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47" dur="332"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48" dur="332" tmFilter="0, 0; 0.125,0.2665; 0.25,0.4; 0.375,0.465; 0.5,0.5;  0.625,0.535; 0.75,0.6; 0.875,0.7335; 1,1">
                                          <p:stCondLst>
                                            <p:cond delay="332"/>
                                          </p:stCondLst>
                                        </p:cTn>
                                        <p:tgtEl>
                                          <p:spTgt spid="7"/>
                                        </p:tgtEl>
                                        <p:attrNameLst>
                                          <p:attrName>ppt_y</p:attrName>
                                        </p:attrNameLst>
                                      </p:cBhvr>
                                      <p:tavLst>
                                        <p:tav tm="0" fmla="#ppt_y-sin(pi*$)/9">
                                          <p:val>
                                            <p:fltVal val="0"/>
                                          </p:val>
                                        </p:tav>
                                        <p:tav tm="100000">
                                          <p:val>
                                            <p:fltVal val="1"/>
                                          </p:val>
                                        </p:tav>
                                      </p:tavLst>
                                    </p:anim>
                                    <p:anim calcmode="lin" valueType="num">
                                      <p:cBhvr>
                                        <p:cTn id="149" dur="166" tmFilter="0, 0; 0.125,0.2665; 0.25,0.4; 0.375,0.465; 0.5,0.5;  0.625,0.535; 0.75,0.6; 0.875,0.7335; 1,1">
                                          <p:stCondLst>
                                            <p:cond delay="662"/>
                                          </p:stCondLst>
                                        </p:cTn>
                                        <p:tgtEl>
                                          <p:spTgt spid="7"/>
                                        </p:tgtEl>
                                        <p:attrNameLst>
                                          <p:attrName>ppt_y</p:attrName>
                                        </p:attrNameLst>
                                      </p:cBhvr>
                                      <p:tavLst>
                                        <p:tav tm="0" fmla="#ppt_y-sin(pi*$)/27">
                                          <p:val>
                                            <p:fltVal val="0"/>
                                          </p:val>
                                        </p:tav>
                                        <p:tav tm="100000">
                                          <p:val>
                                            <p:fltVal val="1"/>
                                          </p:val>
                                        </p:tav>
                                      </p:tavLst>
                                    </p:anim>
                                    <p:anim calcmode="lin" valueType="num">
                                      <p:cBhvr>
                                        <p:cTn id="150" dur="82" tmFilter="0, 0; 0.125,0.2665; 0.25,0.4; 0.375,0.465; 0.5,0.5;  0.625,0.535; 0.75,0.6; 0.875,0.7335; 1,1">
                                          <p:stCondLst>
                                            <p:cond delay="828"/>
                                          </p:stCondLst>
                                        </p:cTn>
                                        <p:tgtEl>
                                          <p:spTgt spid="7"/>
                                        </p:tgtEl>
                                        <p:attrNameLst>
                                          <p:attrName>ppt_y</p:attrName>
                                        </p:attrNameLst>
                                      </p:cBhvr>
                                      <p:tavLst>
                                        <p:tav tm="0" fmla="#ppt_y-sin(pi*$)/81">
                                          <p:val>
                                            <p:fltVal val="0"/>
                                          </p:val>
                                        </p:tav>
                                        <p:tav tm="100000">
                                          <p:val>
                                            <p:fltVal val="1"/>
                                          </p:val>
                                        </p:tav>
                                      </p:tavLst>
                                    </p:anim>
                                    <p:animScale>
                                      <p:cBhvr>
                                        <p:cTn id="151" dur="13">
                                          <p:stCondLst>
                                            <p:cond delay="325"/>
                                          </p:stCondLst>
                                        </p:cTn>
                                        <p:tgtEl>
                                          <p:spTgt spid="7"/>
                                        </p:tgtEl>
                                      </p:cBhvr>
                                      <p:to x="100000" y="60000"/>
                                    </p:animScale>
                                    <p:animScale>
                                      <p:cBhvr>
                                        <p:cTn id="152" dur="83" decel="50000">
                                          <p:stCondLst>
                                            <p:cond delay="338"/>
                                          </p:stCondLst>
                                        </p:cTn>
                                        <p:tgtEl>
                                          <p:spTgt spid="7"/>
                                        </p:tgtEl>
                                      </p:cBhvr>
                                      <p:to x="100000" y="100000"/>
                                    </p:animScale>
                                    <p:animScale>
                                      <p:cBhvr>
                                        <p:cTn id="153" dur="13">
                                          <p:stCondLst>
                                            <p:cond delay="656"/>
                                          </p:stCondLst>
                                        </p:cTn>
                                        <p:tgtEl>
                                          <p:spTgt spid="7"/>
                                        </p:tgtEl>
                                      </p:cBhvr>
                                      <p:to x="100000" y="80000"/>
                                    </p:animScale>
                                    <p:animScale>
                                      <p:cBhvr>
                                        <p:cTn id="154" dur="83" decel="50000">
                                          <p:stCondLst>
                                            <p:cond delay="669"/>
                                          </p:stCondLst>
                                        </p:cTn>
                                        <p:tgtEl>
                                          <p:spTgt spid="7"/>
                                        </p:tgtEl>
                                      </p:cBhvr>
                                      <p:to x="100000" y="100000"/>
                                    </p:animScale>
                                    <p:animScale>
                                      <p:cBhvr>
                                        <p:cTn id="155" dur="13">
                                          <p:stCondLst>
                                            <p:cond delay="821"/>
                                          </p:stCondLst>
                                        </p:cTn>
                                        <p:tgtEl>
                                          <p:spTgt spid="7"/>
                                        </p:tgtEl>
                                      </p:cBhvr>
                                      <p:to x="100000" y="90000"/>
                                    </p:animScale>
                                    <p:animScale>
                                      <p:cBhvr>
                                        <p:cTn id="156" dur="83" decel="50000">
                                          <p:stCondLst>
                                            <p:cond delay="834"/>
                                          </p:stCondLst>
                                        </p:cTn>
                                        <p:tgtEl>
                                          <p:spTgt spid="7"/>
                                        </p:tgtEl>
                                      </p:cBhvr>
                                      <p:to x="100000" y="100000"/>
                                    </p:animScale>
                                    <p:animScale>
                                      <p:cBhvr>
                                        <p:cTn id="157" dur="13">
                                          <p:stCondLst>
                                            <p:cond delay="904"/>
                                          </p:stCondLst>
                                        </p:cTn>
                                        <p:tgtEl>
                                          <p:spTgt spid="7"/>
                                        </p:tgtEl>
                                      </p:cBhvr>
                                      <p:to x="100000" y="95000"/>
                                    </p:animScale>
                                    <p:animScale>
                                      <p:cBhvr>
                                        <p:cTn id="158" dur="83" decel="50000">
                                          <p:stCondLst>
                                            <p:cond delay="917"/>
                                          </p:stCondLst>
                                        </p:cTn>
                                        <p:tgtEl>
                                          <p:spTgt spid="7"/>
                                        </p:tgtEl>
                                      </p:cBhvr>
                                      <p:to x="100000" y="100000"/>
                                    </p:animScale>
                                  </p:childTnLst>
                                </p:cTn>
                              </p:par>
                            </p:childTnLst>
                          </p:cTn>
                        </p:par>
                        <p:par>
                          <p:cTn id="159" fill="hold">
                            <p:stCondLst>
                              <p:cond delay="2600"/>
                            </p:stCondLst>
                            <p:childTnLst>
                              <p:par>
                                <p:cTn id="160" presetID="31" presetClass="entr" presetSubtype="0" fill="hold" nodeType="afterEffect">
                                  <p:stCondLst>
                                    <p:cond delay="0"/>
                                  </p:stCondLst>
                                  <p:childTnLst>
                                    <p:set>
                                      <p:cBhvr>
                                        <p:cTn id="161" dur="1" fill="hold">
                                          <p:stCondLst>
                                            <p:cond delay="0"/>
                                          </p:stCondLst>
                                        </p:cTn>
                                        <p:tgtEl>
                                          <p:spTgt spid="22"/>
                                        </p:tgtEl>
                                        <p:attrNameLst>
                                          <p:attrName>style.visibility</p:attrName>
                                        </p:attrNameLst>
                                      </p:cBhvr>
                                      <p:to>
                                        <p:strVal val="visible"/>
                                      </p:to>
                                    </p:set>
                                    <p:anim calcmode="lin" valueType="num">
                                      <p:cBhvr>
                                        <p:cTn id="162" dur="700" fill="hold"/>
                                        <p:tgtEl>
                                          <p:spTgt spid="22"/>
                                        </p:tgtEl>
                                        <p:attrNameLst>
                                          <p:attrName>ppt_w</p:attrName>
                                        </p:attrNameLst>
                                      </p:cBhvr>
                                      <p:tavLst>
                                        <p:tav tm="0">
                                          <p:val>
                                            <p:fltVal val="0"/>
                                          </p:val>
                                        </p:tav>
                                        <p:tav tm="100000">
                                          <p:val>
                                            <p:strVal val="#ppt_w"/>
                                          </p:val>
                                        </p:tav>
                                      </p:tavLst>
                                    </p:anim>
                                    <p:anim calcmode="lin" valueType="num">
                                      <p:cBhvr>
                                        <p:cTn id="163" dur="700" fill="hold"/>
                                        <p:tgtEl>
                                          <p:spTgt spid="22"/>
                                        </p:tgtEl>
                                        <p:attrNameLst>
                                          <p:attrName>ppt_h</p:attrName>
                                        </p:attrNameLst>
                                      </p:cBhvr>
                                      <p:tavLst>
                                        <p:tav tm="0">
                                          <p:val>
                                            <p:fltVal val="0"/>
                                          </p:val>
                                        </p:tav>
                                        <p:tav tm="100000">
                                          <p:val>
                                            <p:strVal val="#ppt_h"/>
                                          </p:val>
                                        </p:tav>
                                      </p:tavLst>
                                    </p:anim>
                                    <p:anim calcmode="lin" valueType="num">
                                      <p:cBhvr>
                                        <p:cTn id="164" dur="700" fill="hold"/>
                                        <p:tgtEl>
                                          <p:spTgt spid="22"/>
                                        </p:tgtEl>
                                        <p:attrNameLst>
                                          <p:attrName>style.rotation</p:attrName>
                                        </p:attrNameLst>
                                      </p:cBhvr>
                                      <p:tavLst>
                                        <p:tav tm="0">
                                          <p:val>
                                            <p:fltVal val="90"/>
                                          </p:val>
                                        </p:tav>
                                        <p:tav tm="100000">
                                          <p:val>
                                            <p:fltVal val="0"/>
                                          </p:val>
                                        </p:tav>
                                      </p:tavLst>
                                    </p:anim>
                                    <p:animEffect transition="in" filter="fade">
                                      <p:cBhvr>
                                        <p:cTn id="165" dur="700"/>
                                        <p:tgtEl>
                                          <p:spTgt spid="22"/>
                                        </p:tgtEl>
                                      </p:cBhvr>
                                    </p:animEffect>
                                  </p:childTnLst>
                                </p:cTn>
                              </p:par>
                              <p:par>
                                <p:cTn id="166" presetID="26" presetClass="entr" presetSubtype="0" fill="hold" grpId="0" nodeType="withEffect">
                                  <p:stCondLst>
                                    <p:cond delay="0"/>
                                  </p:stCondLst>
                                  <p:childTnLst>
                                    <p:set>
                                      <p:cBhvr>
                                        <p:cTn id="167" dur="1" fill="hold">
                                          <p:stCondLst>
                                            <p:cond delay="0"/>
                                          </p:stCondLst>
                                        </p:cTn>
                                        <p:tgtEl>
                                          <p:spTgt spid="15"/>
                                        </p:tgtEl>
                                        <p:attrNameLst>
                                          <p:attrName>style.visibility</p:attrName>
                                        </p:attrNameLst>
                                      </p:cBhvr>
                                      <p:to>
                                        <p:strVal val="visible"/>
                                      </p:to>
                                    </p:set>
                                    <p:animEffect transition="in" filter="wipe(down)">
                                      <p:cBhvr>
                                        <p:cTn id="168" dur="290">
                                          <p:stCondLst>
                                            <p:cond delay="0"/>
                                          </p:stCondLst>
                                        </p:cTn>
                                        <p:tgtEl>
                                          <p:spTgt spid="15"/>
                                        </p:tgtEl>
                                      </p:cBhvr>
                                    </p:animEffect>
                                    <p:anim calcmode="lin" valueType="num">
                                      <p:cBhvr>
                                        <p:cTn id="169" dur="911"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170" dur="332"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71" dur="332" tmFilter="0, 0; 0.125,0.2665; 0.25,0.4; 0.375,0.465; 0.5,0.5;  0.625,0.535; 0.75,0.6; 0.875,0.7335; 1,1">
                                          <p:stCondLst>
                                            <p:cond delay="332"/>
                                          </p:stCondLst>
                                        </p:cTn>
                                        <p:tgtEl>
                                          <p:spTgt spid="15"/>
                                        </p:tgtEl>
                                        <p:attrNameLst>
                                          <p:attrName>ppt_y</p:attrName>
                                        </p:attrNameLst>
                                      </p:cBhvr>
                                      <p:tavLst>
                                        <p:tav tm="0" fmla="#ppt_y-sin(pi*$)/9">
                                          <p:val>
                                            <p:fltVal val="0"/>
                                          </p:val>
                                        </p:tav>
                                        <p:tav tm="100000">
                                          <p:val>
                                            <p:fltVal val="1"/>
                                          </p:val>
                                        </p:tav>
                                      </p:tavLst>
                                    </p:anim>
                                    <p:anim calcmode="lin" valueType="num">
                                      <p:cBhvr>
                                        <p:cTn id="172" dur="166" tmFilter="0, 0; 0.125,0.2665; 0.25,0.4; 0.375,0.465; 0.5,0.5;  0.625,0.535; 0.75,0.6; 0.875,0.7335; 1,1">
                                          <p:stCondLst>
                                            <p:cond delay="662"/>
                                          </p:stCondLst>
                                        </p:cTn>
                                        <p:tgtEl>
                                          <p:spTgt spid="15"/>
                                        </p:tgtEl>
                                        <p:attrNameLst>
                                          <p:attrName>ppt_y</p:attrName>
                                        </p:attrNameLst>
                                      </p:cBhvr>
                                      <p:tavLst>
                                        <p:tav tm="0" fmla="#ppt_y-sin(pi*$)/27">
                                          <p:val>
                                            <p:fltVal val="0"/>
                                          </p:val>
                                        </p:tav>
                                        <p:tav tm="100000">
                                          <p:val>
                                            <p:fltVal val="1"/>
                                          </p:val>
                                        </p:tav>
                                      </p:tavLst>
                                    </p:anim>
                                    <p:anim calcmode="lin" valueType="num">
                                      <p:cBhvr>
                                        <p:cTn id="173" dur="82" tmFilter="0, 0; 0.125,0.2665; 0.25,0.4; 0.375,0.465; 0.5,0.5;  0.625,0.535; 0.75,0.6; 0.875,0.7335; 1,1">
                                          <p:stCondLst>
                                            <p:cond delay="828"/>
                                          </p:stCondLst>
                                        </p:cTn>
                                        <p:tgtEl>
                                          <p:spTgt spid="15"/>
                                        </p:tgtEl>
                                        <p:attrNameLst>
                                          <p:attrName>ppt_y</p:attrName>
                                        </p:attrNameLst>
                                      </p:cBhvr>
                                      <p:tavLst>
                                        <p:tav tm="0" fmla="#ppt_y-sin(pi*$)/81">
                                          <p:val>
                                            <p:fltVal val="0"/>
                                          </p:val>
                                        </p:tav>
                                        <p:tav tm="100000">
                                          <p:val>
                                            <p:fltVal val="1"/>
                                          </p:val>
                                        </p:tav>
                                      </p:tavLst>
                                    </p:anim>
                                    <p:animScale>
                                      <p:cBhvr>
                                        <p:cTn id="174" dur="13">
                                          <p:stCondLst>
                                            <p:cond delay="325"/>
                                          </p:stCondLst>
                                        </p:cTn>
                                        <p:tgtEl>
                                          <p:spTgt spid="15"/>
                                        </p:tgtEl>
                                      </p:cBhvr>
                                      <p:to x="100000" y="60000"/>
                                    </p:animScale>
                                    <p:animScale>
                                      <p:cBhvr>
                                        <p:cTn id="175" dur="83" decel="50000">
                                          <p:stCondLst>
                                            <p:cond delay="338"/>
                                          </p:stCondLst>
                                        </p:cTn>
                                        <p:tgtEl>
                                          <p:spTgt spid="15"/>
                                        </p:tgtEl>
                                      </p:cBhvr>
                                      <p:to x="100000" y="100000"/>
                                    </p:animScale>
                                    <p:animScale>
                                      <p:cBhvr>
                                        <p:cTn id="176" dur="13">
                                          <p:stCondLst>
                                            <p:cond delay="656"/>
                                          </p:stCondLst>
                                        </p:cTn>
                                        <p:tgtEl>
                                          <p:spTgt spid="15"/>
                                        </p:tgtEl>
                                      </p:cBhvr>
                                      <p:to x="100000" y="80000"/>
                                    </p:animScale>
                                    <p:animScale>
                                      <p:cBhvr>
                                        <p:cTn id="177" dur="83" decel="50000">
                                          <p:stCondLst>
                                            <p:cond delay="669"/>
                                          </p:stCondLst>
                                        </p:cTn>
                                        <p:tgtEl>
                                          <p:spTgt spid="15"/>
                                        </p:tgtEl>
                                      </p:cBhvr>
                                      <p:to x="100000" y="100000"/>
                                    </p:animScale>
                                    <p:animScale>
                                      <p:cBhvr>
                                        <p:cTn id="178" dur="13">
                                          <p:stCondLst>
                                            <p:cond delay="821"/>
                                          </p:stCondLst>
                                        </p:cTn>
                                        <p:tgtEl>
                                          <p:spTgt spid="15"/>
                                        </p:tgtEl>
                                      </p:cBhvr>
                                      <p:to x="100000" y="90000"/>
                                    </p:animScale>
                                    <p:animScale>
                                      <p:cBhvr>
                                        <p:cTn id="179" dur="83" decel="50000">
                                          <p:stCondLst>
                                            <p:cond delay="834"/>
                                          </p:stCondLst>
                                        </p:cTn>
                                        <p:tgtEl>
                                          <p:spTgt spid="15"/>
                                        </p:tgtEl>
                                      </p:cBhvr>
                                      <p:to x="100000" y="100000"/>
                                    </p:animScale>
                                    <p:animScale>
                                      <p:cBhvr>
                                        <p:cTn id="180" dur="13">
                                          <p:stCondLst>
                                            <p:cond delay="904"/>
                                          </p:stCondLst>
                                        </p:cTn>
                                        <p:tgtEl>
                                          <p:spTgt spid="15"/>
                                        </p:tgtEl>
                                      </p:cBhvr>
                                      <p:to x="100000" y="95000"/>
                                    </p:animScale>
                                    <p:animScale>
                                      <p:cBhvr>
                                        <p:cTn id="181" dur="83" decel="50000">
                                          <p:stCondLst>
                                            <p:cond delay="917"/>
                                          </p:stCondLst>
                                        </p:cTn>
                                        <p:tgtEl>
                                          <p:spTgt spid="15"/>
                                        </p:tgtEl>
                                      </p:cBhvr>
                                      <p:to x="100000" y="100000"/>
                                    </p:animScale>
                                  </p:childTnLst>
                                </p:cTn>
                              </p:par>
                              <p:par>
                                <p:cTn id="182" presetID="26" presetClass="entr" presetSubtype="0" fill="hold" grpId="0" nodeType="withEffect">
                                  <p:stCondLst>
                                    <p:cond delay="0"/>
                                  </p:stCondLst>
                                  <p:childTnLst>
                                    <p:set>
                                      <p:cBhvr>
                                        <p:cTn id="183" dur="1" fill="hold">
                                          <p:stCondLst>
                                            <p:cond delay="0"/>
                                          </p:stCondLst>
                                        </p:cTn>
                                        <p:tgtEl>
                                          <p:spTgt spid="30"/>
                                        </p:tgtEl>
                                        <p:attrNameLst>
                                          <p:attrName>style.visibility</p:attrName>
                                        </p:attrNameLst>
                                      </p:cBhvr>
                                      <p:to>
                                        <p:strVal val="visible"/>
                                      </p:to>
                                    </p:set>
                                    <p:animEffect transition="in" filter="wipe(down)">
                                      <p:cBhvr>
                                        <p:cTn id="184" dur="290">
                                          <p:stCondLst>
                                            <p:cond delay="0"/>
                                          </p:stCondLst>
                                        </p:cTn>
                                        <p:tgtEl>
                                          <p:spTgt spid="30"/>
                                        </p:tgtEl>
                                      </p:cBhvr>
                                    </p:animEffect>
                                    <p:anim calcmode="lin" valueType="num">
                                      <p:cBhvr>
                                        <p:cTn id="185" dur="911" tmFilter="0,0; 0.14,0.36; 0.43,0.73; 0.71,0.91; 1.0,1.0">
                                          <p:stCondLst>
                                            <p:cond delay="0"/>
                                          </p:stCondLst>
                                        </p:cTn>
                                        <p:tgtEl>
                                          <p:spTgt spid="30"/>
                                        </p:tgtEl>
                                        <p:attrNameLst>
                                          <p:attrName>ppt_x</p:attrName>
                                        </p:attrNameLst>
                                      </p:cBhvr>
                                      <p:tavLst>
                                        <p:tav tm="0">
                                          <p:val>
                                            <p:strVal val="#ppt_x-0.25"/>
                                          </p:val>
                                        </p:tav>
                                        <p:tav tm="100000">
                                          <p:val>
                                            <p:strVal val="#ppt_x"/>
                                          </p:val>
                                        </p:tav>
                                      </p:tavLst>
                                    </p:anim>
                                    <p:anim calcmode="lin" valueType="num">
                                      <p:cBhvr>
                                        <p:cTn id="186" dur="332" tmFilter="0.0,0.0; 0.25,0.07; 0.50,0.2; 0.75,0.467; 1.0,1.0">
                                          <p:stCondLst>
                                            <p:cond delay="0"/>
                                          </p:stCondLst>
                                        </p:cTn>
                                        <p:tgtEl>
                                          <p:spTgt spid="30"/>
                                        </p:tgtEl>
                                        <p:attrNameLst>
                                          <p:attrName>ppt_y</p:attrName>
                                        </p:attrNameLst>
                                      </p:cBhvr>
                                      <p:tavLst>
                                        <p:tav tm="0" fmla="#ppt_y-sin(pi*$)/3">
                                          <p:val>
                                            <p:fltVal val="0.5"/>
                                          </p:val>
                                        </p:tav>
                                        <p:tav tm="100000">
                                          <p:val>
                                            <p:fltVal val="1"/>
                                          </p:val>
                                        </p:tav>
                                      </p:tavLst>
                                    </p:anim>
                                    <p:anim calcmode="lin" valueType="num">
                                      <p:cBhvr>
                                        <p:cTn id="187" dur="332" tmFilter="0, 0; 0.125,0.2665; 0.25,0.4; 0.375,0.465; 0.5,0.5;  0.625,0.535; 0.75,0.6; 0.875,0.7335; 1,1">
                                          <p:stCondLst>
                                            <p:cond delay="332"/>
                                          </p:stCondLst>
                                        </p:cTn>
                                        <p:tgtEl>
                                          <p:spTgt spid="30"/>
                                        </p:tgtEl>
                                        <p:attrNameLst>
                                          <p:attrName>ppt_y</p:attrName>
                                        </p:attrNameLst>
                                      </p:cBhvr>
                                      <p:tavLst>
                                        <p:tav tm="0" fmla="#ppt_y-sin(pi*$)/9">
                                          <p:val>
                                            <p:fltVal val="0"/>
                                          </p:val>
                                        </p:tav>
                                        <p:tav tm="100000">
                                          <p:val>
                                            <p:fltVal val="1"/>
                                          </p:val>
                                        </p:tav>
                                      </p:tavLst>
                                    </p:anim>
                                    <p:anim calcmode="lin" valueType="num">
                                      <p:cBhvr>
                                        <p:cTn id="188" dur="166" tmFilter="0, 0; 0.125,0.2665; 0.25,0.4; 0.375,0.465; 0.5,0.5;  0.625,0.535; 0.75,0.6; 0.875,0.7335; 1,1">
                                          <p:stCondLst>
                                            <p:cond delay="662"/>
                                          </p:stCondLst>
                                        </p:cTn>
                                        <p:tgtEl>
                                          <p:spTgt spid="30"/>
                                        </p:tgtEl>
                                        <p:attrNameLst>
                                          <p:attrName>ppt_y</p:attrName>
                                        </p:attrNameLst>
                                      </p:cBhvr>
                                      <p:tavLst>
                                        <p:tav tm="0" fmla="#ppt_y-sin(pi*$)/27">
                                          <p:val>
                                            <p:fltVal val="0"/>
                                          </p:val>
                                        </p:tav>
                                        <p:tav tm="100000">
                                          <p:val>
                                            <p:fltVal val="1"/>
                                          </p:val>
                                        </p:tav>
                                      </p:tavLst>
                                    </p:anim>
                                    <p:anim calcmode="lin" valueType="num">
                                      <p:cBhvr>
                                        <p:cTn id="189" dur="82" tmFilter="0, 0; 0.125,0.2665; 0.25,0.4; 0.375,0.465; 0.5,0.5;  0.625,0.535; 0.75,0.6; 0.875,0.7335; 1,1">
                                          <p:stCondLst>
                                            <p:cond delay="828"/>
                                          </p:stCondLst>
                                        </p:cTn>
                                        <p:tgtEl>
                                          <p:spTgt spid="30"/>
                                        </p:tgtEl>
                                        <p:attrNameLst>
                                          <p:attrName>ppt_y</p:attrName>
                                        </p:attrNameLst>
                                      </p:cBhvr>
                                      <p:tavLst>
                                        <p:tav tm="0" fmla="#ppt_y-sin(pi*$)/81">
                                          <p:val>
                                            <p:fltVal val="0"/>
                                          </p:val>
                                        </p:tav>
                                        <p:tav tm="100000">
                                          <p:val>
                                            <p:fltVal val="1"/>
                                          </p:val>
                                        </p:tav>
                                      </p:tavLst>
                                    </p:anim>
                                    <p:animScale>
                                      <p:cBhvr>
                                        <p:cTn id="190" dur="13">
                                          <p:stCondLst>
                                            <p:cond delay="325"/>
                                          </p:stCondLst>
                                        </p:cTn>
                                        <p:tgtEl>
                                          <p:spTgt spid="30"/>
                                        </p:tgtEl>
                                      </p:cBhvr>
                                      <p:to x="100000" y="60000"/>
                                    </p:animScale>
                                    <p:animScale>
                                      <p:cBhvr>
                                        <p:cTn id="191" dur="83" decel="50000">
                                          <p:stCondLst>
                                            <p:cond delay="338"/>
                                          </p:stCondLst>
                                        </p:cTn>
                                        <p:tgtEl>
                                          <p:spTgt spid="30"/>
                                        </p:tgtEl>
                                      </p:cBhvr>
                                      <p:to x="100000" y="100000"/>
                                    </p:animScale>
                                    <p:animScale>
                                      <p:cBhvr>
                                        <p:cTn id="192" dur="13">
                                          <p:stCondLst>
                                            <p:cond delay="656"/>
                                          </p:stCondLst>
                                        </p:cTn>
                                        <p:tgtEl>
                                          <p:spTgt spid="30"/>
                                        </p:tgtEl>
                                      </p:cBhvr>
                                      <p:to x="100000" y="80000"/>
                                    </p:animScale>
                                    <p:animScale>
                                      <p:cBhvr>
                                        <p:cTn id="193" dur="83" decel="50000">
                                          <p:stCondLst>
                                            <p:cond delay="669"/>
                                          </p:stCondLst>
                                        </p:cTn>
                                        <p:tgtEl>
                                          <p:spTgt spid="30"/>
                                        </p:tgtEl>
                                      </p:cBhvr>
                                      <p:to x="100000" y="100000"/>
                                    </p:animScale>
                                    <p:animScale>
                                      <p:cBhvr>
                                        <p:cTn id="194" dur="13">
                                          <p:stCondLst>
                                            <p:cond delay="821"/>
                                          </p:stCondLst>
                                        </p:cTn>
                                        <p:tgtEl>
                                          <p:spTgt spid="30"/>
                                        </p:tgtEl>
                                      </p:cBhvr>
                                      <p:to x="100000" y="90000"/>
                                    </p:animScale>
                                    <p:animScale>
                                      <p:cBhvr>
                                        <p:cTn id="195" dur="83" decel="50000">
                                          <p:stCondLst>
                                            <p:cond delay="834"/>
                                          </p:stCondLst>
                                        </p:cTn>
                                        <p:tgtEl>
                                          <p:spTgt spid="30"/>
                                        </p:tgtEl>
                                      </p:cBhvr>
                                      <p:to x="100000" y="100000"/>
                                    </p:animScale>
                                    <p:animScale>
                                      <p:cBhvr>
                                        <p:cTn id="196" dur="13">
                                          <p:stCondLst>
                                            <p:cond delay="904"/>
                                          </p:stCondLst>
                                        </p:cTn>
                                        <p:tgtEl>
                                          <p:spTgt spid="30"/>
                                        </p:tgtEl>
                                      </p:cBhvr>
                                      <p:to x="100000" y="95000"/>
                                    </p:animScale>
                                    <p:animScale>
                                      <p:cBhvr>
                                        <p:cTn id="197" dur="83" decel="50000">
                                          <p:stCondLst>
                                            <p:cond delay="917"/>
                                          </p:stCondLst>
                                        </p:cTn>
                                        <p:tgtEl>
                                          <p:spTgt spid="30"/>
                                        </p:tgtEl>
                                      </p:cBhvr>
                                      <p:to x="100000" y="100000"/>
                                    </p:animScale>
                                  </p:childTnLst>
                                </p:cTn>
                              </p:par>
                              <p:par>
                                <p:cTn id="198" presetID="26" presetClass="entr" presetSubtype="0" fill="hold" grpId="0" nodeType="withEffect">
                                  <p:stCondLst>
                                    <p:cond delay="0"/>
                                  </p:stCondLst>
                                  <p:childTnLst>
                                    <p:set>
                                      <p:cBhvr>
                                        <p:cTn id="199" dur="1" fill="hold">
                                          <p:stCondLst>
                                            <p:cond delay="0"/>
                                          </p:stCondLst>
                                        </p:cTn>
                                        <p:tgtEl>
                                          <p:spTgt spid="17"/>
                                        </p:tgtEl>
                                        <p:attrNameLst>
                                          <p:attrName>style.visibility</p:attrName>
                                        </p:attrNameLst>
                                      </p:cBhvr>
                                      <p:to>
                                        <p:strVal val="visible"/>
                                      </p:to>
                                    </p:set>
                                    <p:animEffect transition="in" filter="wipe(down)">
                                      <p:cBhvr>
                                        <p:cTn id="200" dur="290">
                                          <p:stCondLst>
                                            <p:cond delay="0"/>
                                          </p:stCondLst>
                                        </p:cTn>
                                        <p:tgtEl>
                                          <p:spTgt spid="17"/>
                                        </p:tgtEl>
                                      </p:cBhvr>
                                    </p:animEffect>
                                    <p:anim calcmode="lin" valueType="num">
                                      <p:cBhvr>
                                        <p:cTn id="201" dur="911"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202" dur="332"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203" dur="332" tmFilter="0, 0; 0.125,0.2665; 0.25,0.4; 0.375,0.465; 0.5,0.5;  0.625,0.535; 0.75,0.6; 0.875,0.7335; 1,1">
                                          <p:stCondLst>
                                            <p:cond delay="332"/>
                                          </p:stCondLst>
                                        </p:cTn>
                                        <p:tgtEl>
                                          <p:spTgt spid="17"/>
                                        </p:tgtEl>
                                        <p:attrNameLst>
                                          <p:attrName>ppt_y</p:attrName>
                                        </p:attrNameLst>
                                      </p:cBhvr>
                                      <p:tavLst>
                                        <p:tav tm="0" fmla="#ppt_y-sin(pi*$)/9">
                                          <p:val>
                                            <p:fltVal val="0"/>
                                          </p:val>
                                        </p:tav>
                                        <p:tav tm="100000">
                                          <p:val>
                                            <p:fltVal val="1"/>
                                          </p:val>
                                        </p:tav>
                                      </p:tavLst>
                                    </p:anim>
                                    <p:anim calcmode="lin" valueType="num">
                                      <p:cBhvr>
                                        <p:cTn id="204" dur="166" tmFilter="0, 0; 0.125,0.2665; 0.25,0.4; 0.375,0.465; 0.5,0.5;  0.625,0.535; 0.75,0.6; 0.875,0.7335; 1,1">
                                          <p:stCondLst>
                                            <p:cond delay="662"/>
                                          </p:stCondLst>
                                        </p:cTn>
                                        <p:tgtEl>
                                          <p:spTgt spid="17"/>
                                        </p:tgtEl>
                                        <p:attrNameLst>
                                          <p:attrName>ppt_y</p:attrName>
                                        </p:attrNameLst>
                                      </p:cBhvr>
                                      <p:tavLst>
                                        <p:tav tm="0" fmla="#ppt_y-sin(pi*$)/27">
                                          <p:val>
                                            <p:fltVal val="0"/>
                                          </p:val>
                                        </p:tav>
                                        <p:tav tm="100000">
                                          <p:val>
                                            <p:fltVal val="1"/>
                                          </p:val>
                                        </p:tav>
                                      </p:tavLst>
                                    </p:anim>
                                    <p:anim calcmode="lin" valueType="num">
                                      <p:cBhvr>
                                        <p:cTn id="205" dur="82" tmFilter="0, 0; 0.125,0.2665; 0.25,0.4; 0.375,0.465; 0.5,0.5;  0.625,0.535; 0.75,0.6; 0.875,0.7335; 1,1">
                                          <p:stCondLst>
                                            <p:cond delay="828"/>
                                          </p:stCondLst>
                                        </p:cTn>
                                        <p:tgtEl>
                                          <p:spTgt spid="17"/>
                                        </p:tgtEl>
                                        <p:attrNameLst>
                                          <p:attrName>ppt_y</p:attrName>
                                        </p:attrNameLst>
                                      </p:cBhvr>
                                      <p:tavLst>
                                        <p:tav tm="0" fmla="#ppt_y-sin(pi*$)/81">
                                          <p:val>
                                            <p:fltVal val="0"/>
                                          </p:val>
                                        </p:tav>
                                        <p:tav tm="100000">
                                          <p:val>
                                            <p:fltVal val="1"/>
                                          </p:val>
                                        </p:tav>
                                      </p:tavLst>
                                    </p:anim>
                                    <p:animScale>
                                      <p:cBhvr>
                                        <p:cTn id="206" dur="13">
                                          <p:stCondLst>
                                            <p:cond delay="325"/>
                                          </p:stCondLst>
                                        </p:cTn>
                                        <p:tgtEl>
                                          <p:spTgt spid="17"/>
                                        </p:tgtEl>
                                      </p:cBhvr>
                                      <p:to x="100000" y="60000"/>
                                    </p:animScale>
                                    <p:animScale>
                                      <p:cBhvr>
                                        <p:cTn id="207" dur="83" decel="50000">
                                          <p:stCondLst>
                                            <p:cond delay="338"/>
                                          </p:stCondLst>
                                        </p:cTn>
                                        <p:tgtEl>
                                          <p:spTgt spid="17"/>
                                        </p:tgtEl>
                                      </p:cBhvr>
                                      <p:to x="100000" y="100000"/>
                                    </p:animScale>
                                    <p:animScale>
                                      <p:cBhvr>
                                        <p:cTn id="208" dur="13">
                                          <p:stCondLst>
                                            <p:cond delay="656"/>
                                          </p:stCondLst>
                                        </p:cTn>
                                        <p:tgtEl>
                                          <p:spTgt spid="17"/>
                                        </p:tgtEl>
                                      </p:cBhvr>
                                      <p:to x="100000" y="80000"/>
                                    </p:animScale>
                                    <p:animScale>
                                      <p:cBhvr>
                                        <p:cTn id="209" dur="83" decel="50000">
                                          <p:stCondLst>
                                            <p:cond delay="669"/>
                                          </p:stCondLst>
                                        </p:cTn>
                                        <p:tgtEl>
                                          <p:spTgt spid="17"/>
                                        </p:tgtEl>
                                      </p:cBhvr>
                                      <p:to x="100000" y="100000"/>
                                    </p:animScale>
                                    <p:animScale>
                                      <p:cBhvr>
                                        <p:cTn id="210" dur="13">
                                          <p:stCondLst>
                                            <p:cond delay="821"/>
                                          </p:stCondLst>
                                        </p:cTn>
                                        <p:tgtEl>
                                          <p:spTgt spid="17"/>
                                        </p:tgtEl>
                                      </p:cBhvr>
                                      <p:to x="100000" y="90000"/>
                                    </p:animScale>
                                    <p:animScale>
                                      <p:cBhvr>
                                        <p:cTn id="211" dur="83" decel="50000">
                                          <p:stCondLst>
                                            <p:cond delay="834"/>
                                          </p:stCondLst>
                                        </p:cTn>
                                        <p:tgtEl>
                                          <p:spTgt spid="17"/>
                                        </p:tgtEl>
                                      </p:cBhvr>
                                      <p:to x="100000" y="100000"/>
                                    </p:animScale>
                                    <p:animScale>
                                      <p:cBhvr>
                                        <p:cTn id="212" dur="13">
                                          <p:stCondLst>
                                            <p:cond delay="904"/>
                                          </p:stCondLst>
                                        </p:cTn>
                                        <p:tgtEl>
                                          <p:spTgt spid="17"/>
                                        </p:tgtEl>
                                      </p:cBhvr>
                                      <p:to x="100000" y="95000"/>
                                    </p:animScale>
                                    <p:animScale>
                                      <p:cBhvr>
                                        <p:cTn id="213" dur="83" decel="50000">
                                          <p:stCondLst>
                                            <p:cond delay="917"/>
                                          </p:stCondLst>
                                        </p:cTn>
                                        <p:tgtEl>
                                          <p:spTgt spid="17"/>
                                        </p:tgtEl>
                                      </p:cBhvr>
                                      <p:to x="100000" y="100000"/>
                                    </p:animScale>
                                  </p:childTnLst>
                                </p:cTn>
                              </p:par>
                              <p:par>
                                <p:cTn id="214" presetID="26" presetClass="entr" presetSubtype="0" fill="hold" nodeType="withEffect">
                                  <p:stCondLst>
                                    <p:cond delay="0"/>
                                  </p:stCondLst>
                                  <p:childTnLst>
                                    <p:set>
                                      <p:cBhvr>
                                        <p:cTn id="215" dur="1" fill="hold">
                                          <p:stCondLst>
                                            <p:cond delay="0"/>
                                          </p:stCondLst>
                                        </p:cTn>
                                        <p:tgtEl>
                                          <p:spTgt spid="4"/>
                                        </p:tgtEl>
                                        <p:attrNameLst>
                                          <p:attrName>style.visibility</p:attrName>
                                        </p:attrNameLst>
                                      </p:cBhvr>
                                      <p:to>
                                        <p:strVal val="visible"/>
                                      </p:to>
                                    </p:set>
                                    <p:animEffect transition="in" filter="wipe(down)">
                                      <p:cBhvr>
                                        <p:cTn id="216" dur="290">
                                          <p:stCondLst>
                                            <p:cond delay="0"/>
                                          </p:stCondLst>
                                        </p:cTn>
                                        <p:tgtEl>
                                          <p:spTgt spid="4"/>
                                        </p:tgtEl>
                                      </p:cBhvr>
                                    </p:animEffect>
                                    <p:anim calcmode="lin" valueType="num">
                                      <p:cBhvr>
                                        <p:cTn id="217" dur="911"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218" dur="332"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219" dur="332" tmFilter="0, 0; 0.125,0.2665; 0.25,0.4; 0.375,0.465; 0.5,0.5;  0.625,0.535; 0.75,0.6; 0.875,0.7335; 1,1">
                                          <p:stCondLst>
                                            <p:cond delay="332"/>
                                          </p:stCondLst>
                                        </p:cTn>
                                        <p:tgtEl>
                                          <p:spTgt spid="4"/>
                                        </p:tgtEl>
                                        <p:attrNameLst>
                                          <p:attrName>ppt_y</p:attrName>
                                        </p:attrNameLst>
                                      </p:cBhvr>
                                      <p:tavLst>
                                        <p:tav tm="0" fmla="#ppt_y-sin(pi*$)/9">
                                          <p:val>
                                            <p:fltVal val="0"/>
                                          </p:val>
                                        </p:tav>
                                        <p:tav tm="100000">
                                          <p:val>
                                            <p:fltVal val="1"/>
                                          </p:val>
                                        </p:tav>
                                      </p:tavLst>
                                    </p:anim>
                                    <p:anim calcmode="lin" valueType="num">
                                      <p:cBhvr>
                                        <p:cTn id="220" dur="166" tmFilter="0, 0; 0.125,0.2665; 0.25,0.4; 0.375,0.465; 0.5,0.5;  0.625,0.535; 0.75,0.6; 0.875,0.7335; 1,1">
                                          <p:stCondLst>
                                            <p:cond delay="662"/>
                                          </p:stCondLst>
                                        </p:cTn>
                                        <p:tgtEl>
                                          <p:spTgt spid="4"/>
                                        </p:tgtEl>
                                        <p:attrNameLst>
                                          <p:attrName>ppt_y</p:attrName>
                                        </p:attrNameLst>
                                      </p:cBhvr>
                                      <p:tavLst>
                                        <p:tav tm="0" fmla="#ppt_y-sin(pi*$)/27">
                                          <p:val>
                                            <p:fltVal val="0"/>
                                          </p:val>
                                        </p:tav>
                                        <p:tav tm="100000">
                                          <p:val>
                                            <p:fltVal val="1"/>
                                          </p:val>
                                        </p:tav>
                                      </p:tavLst>
                                    </p:anim>
                                    <p:anim calcmode="lin" valueType="num">
                                      <p:cBhvr>
                                        <p:cTn id="221" dur="82" tmFilter="0, 0; 0.125,0.2665; 0.25,0.4; 0.375,0.465; 0.5,0.5;  0.625,0.535; 0.75,0.6; 0.875,0.7335; 1,1">
                                          <p:stCondLst>
                                            <p:cond delay="828"/>
                                          </p:stCondLst>
                                        </p:cTn>
                                        <p:tgtEl>
                                          <p:spTgt spid="4"/>
                                        </p:tgtEl>
                                        <p:attrNameLst>
                                          <p:attrName>ppt_y</p:attrName>
                                        </p:attrNameLst>
                                      </p:cBhvr>
                                      <p:tavLst>
                                        <p:tav tm="0" fmla="#ppt_y-sin(pi*$)/81">
                                          <p:val>
                                            <p:fltVal val="0"/>
                                          </p:val>
                                        </p:tav>
                                        <p:tav tm="100000">
                                          <p:val>
                                            <p:fltVal val="1"/>
                                          </p:val>
                                        </p:tav>
                                      </p:tavLst>
                                    </p:anim>
                                    <p:animScale>
                                      <p:cBhvr>
                                        <p:cTn id="222" dur="13">
                                          <p:stCondLst>
                                            <p:cond delay="325"/>
                                          </p:stCondLst>
                                        </p:cTn>
                                        <p:tgtEl>
                                          <p:spTgt spid="4"/>
                                        </p:tgtEl>
                                      </p:cBhvr>
                                      <p:to x="100000" y="60000"/>
                                    </p:animScale>
                                    <p:animScale>
                                      <p:cBhvr>
                                        <p:cTn id="223" dur="83" decel="50000">
                                          <p:stCondLst>
                                            <p:cond delay="338"/>
                                          </p:stCondLst>
                                        </p:cTn>
                                        <p:tgtEl>
                                          <p:spTgt spid="4"/>
                                        </p:tgtEl>
                                      </p:cBhvr>
                                      <p:to x="100000" y="100000"/>
                                    </p:animScale>
                                    <p:animScale>
                                      <p:cBhvr>
                                        <p:cTn id="224" dur="13">
                                          <p:stCondLst>
                                            <p:cond delay="656"/>
                                          </p:stCondLst>
                                        </p:cTn>
                                        <p:tgtEl>
                                          <p:spTgt spid="4"/>
                                        </p:tgtEl>
                                      </p:cBhvr>
                                      <p:to x="100000" y="80000"/>
                                    </p:animScale>
                                    <p:animScale>
                                      <p:cBhvr>
                                        <p:cTn id="225" dur="83" decel="50000">
                                          <p:stCondLst>
                                            <p:cond delay="669"/>
                                          </p:stCondLst>
                                        </p:cTn>
                                        <p:tgtEl>
                                          <p:spTgt spid="4"/>
                                        </p:tgtEl>
                                      </p:cBhvr>
                                      <p:to x="100000" y="100000"/>
                                    </p:animScale>
                                    <p:animScale>
                                      <p:cBhvr>
                                        <p:cTn id="226" dur="13">
                                          <p:stCondLst>
                                            <p:cond delay="821"/>
                                          </p:stCondLst>
                                        </p:cTn>
                                        <p:tgtEl>
                                          <p:spTgt spid="4"/>
                                        </p:tgtEl>
                                      </p:cBhvr>
                                      <p:to x="100000" y="90000"/>
                                    </p:animScale>
                                    <p:animScale>
                                      <p:cBhvr>
                                        <p:cTn id="227" dur="83" decel="50000">
                                          <p:stCondLst>
                                            <p:cond delay="834"/>
                                          </p:stCondLst>
                                        </p:cTn>
                                        <p:tgtEl>
                                          <p:spTgt spid="4"/>
                                        </p:tgtEl>
                                      </p:cBhvr>
                                      <p:to x="100000" y="100000"/>
                                    </p:animScale>
                                    <p:animScale>
                                      <p:cBhvr>
                                        <p:cTn id="228" dur="13">
                                          <p:stCondLst>
                                            <p:cond delay="904"/>
                                          </p:stCondLst>
                                        </p:cTn>
                                        <p:tgtEl>
                                          <p:spTgt spid="4"/>
                                        </p:tgtEl>
                                      </p:cBhvr>
                                      <p:to x="100000" y="95000"/>
                                    </p:animScale>
                                    <p:animScale>
                                      <p:cBhvr>
                                        <p:cTn id="229" dur="83" decel="50000">
                                          <p:stCondLst>
                                            <p:cond delay="917"/>
                                          </p:stCondLst>
                                        </p:cTn>
                                        <p:tgtEl>
                                          <p:spTgt spid="4"/>
                                        </p:tgtEl>
                                      </p:cBhvr>
                                      <p:to x="100000" y="100000"/>
                                    </p:animScale>
                                  </p:childTnLst>
                                </p:cTn>
                              </p:par>
                            </p:childTnLst>
                          </p:cTn>
                        </p:par>
                        <p:par>
                          <p:cTn id="230" fill="hold">
                            <p:stCondLst>
                              <p:cond delay="3600"/>
                            </p:stCondLst>
                            <p:childTnLst>
                              <p:par>
                                <p:cTn id="231" presetID="16" presetClass="entr" presetSubtype="26" fill="hold" grpId="0" nodeType="afterEffect">
                                  <p:stCondLst>
                                    <p:cond delay="0"/>
                                  </p:stCondLst>
                                  <p:childTnLst>
                                    <p:set>
                                      <p:cBhvr>
                                        <p:cTn id="232" dur="1" fill="hold">
                                          <p:stCondLst>
                                            <p:cond delay="0"/>
                                          </p:stCondLst>
                                        </p:cTn>
                                        <p:tgtEl>
                                          <p:spTgt spid="26"/>
                                        </p:tgtEl>
                                        <p:attrNameLst>
                                          <p:attrName>style.visibility</p:attrName>
                                        </p:attrNameLst>
                                      </p:cBhvr>
                                      <p:to>
                                        <p:strVal val="visible"/>
                                      </p:to>
                                    </p:set>
                                    <p:animEffect transition="in" filter="barn(inHorizontal)">
                                      <p:cBhvr>
                                        <p:cTn id="233" dur="500"/>
                                        <p:tgtEl>
                                          <p:spTgt spid="26"/>
                                        </p:tgtEl>
                                      </p:cBhvr>
                                    </p:animEffect>
                                  </p:childTnLst>
                                </p:cTn>
                              </p:par>
                              <p:par>
                                <p:cTn id="234" presetID="16" presetClass="entr" presetSubtype="26" fill="hold" grpId="0" nodeType="withEffect">
                                  <p:stCondLst>
                                    <p:cond delay="0"/>
                                  </p:stCondLst>
                                  <p:childTnLst>
                                    <p:set>
                                      <p:cBhvr>
                                        <p:cTn id="235" dur="1" fill="hold">
                                          <p:stCondLst>
                                            <p:cond delay="0"/>
                                          </p:stCondLst>
                                        </p:cTn>
                                        <p:tgtEl>
                                          <p:spTgt spid="27"/>
                                        </p:tgtEl>
                                        <p:attrNameLst>
                                          <p:attrName>style.visibility</p:attrName>
                                        </p:attrNameLst>
                                      </p:cBhvr>
                                      <p:to>
                                        <p:strVal val="visible"/>
                                      </p:to>
                                    </p:set>
                                    <p:animEffect transition="in" filter="barn(inHorizontal)">
                                      <p:cBhvr>
                                        <p:cTn id="236" dur="500"/>
                                        <p:tgtEl>
                                          <p:spTgt spid="27"/>
                                        </p:tgtEl>
                                      </p:cBhvr>
                                    </p:animEffect>
                                  </p:childTnLst>
                                </p:cTn>
                              </p:par>
                            </p:childTnLst>
                          </p:cTn>
                        </p:par>
                        <p:par>
                          <p:cTn id="237" fill="hold">
                            <p:stCondLst>
                              <p:cond delay="4100"/>
                            </p:stCondLst>
                            <p:childTnLst>
                              <p:par>
                                <p:cTn id="238" presetID="16" presetClass="entr" presetSubtype="21" fill="hold" grpId="0" nodeType="afterEffect">
                                  <p:stCondLst>
                                    <p:cond delay="0"/>
                                  </p:stCondLst>
                                  <p:childTnLst>
                                    <p:set>
                                      <p:cBhvr>
                                        <p:cTn id="239" dur="1" fill="hold">
                                          <p:stCondLst>
                                            <p:cond delay="0"/>
                                          </p:stCondLst>
                                        </p:cTn>
                                        <p:tgtEl>
                                          <p:spTgt spid="25"/>
                                        </p:tgtEl>
                                        <p:attrNameLst>
                                          <p:attrName>style.visibility</p:attrName>
                                        </p:attrNameLst>
                                      </p:cBhvr>
                                      <p:to>
                                        <p:strVal val="visible"/>
                                      </p:to>
                                    </p:set>
                                    <p:animEffect transition="in" filter="barn(inVertical)">
                                      <p:cBhvr>
                                        <p:cTn id="240" dur="500"/>
                                        <p:tgtEl>
                                          <p:spTgt spid="25"/>
                                        </p:tgtEl>
                                      </p:cBhvr>
                                    </p:animEffect>
                                  </p:childTnLst>
                                </p:cTn>
                              </p:par>
                            </p:childTnLst>
                          </p:cTn>
                        </p:par>
                        <p:par>
                          <p:cTn id="241" fill="hold">
                            <p:stCondLst>
                              <p:cond delay="4600"/>
                            </p:stCondLst>
                            <p:childTnLst>
                              <p:par>
                                <p:cTn id="242" presetID="10" presetClass="entr" presetSubtype="0" fill="hold" grpId="0" nodeType="afterEffect">
                                  <p:stCondLst>
                                    <p:cond delay="0"/>
                                  </p:stCondLst>
                                  <p:childTnLst>
                                    <p:set>
                                      <p:cBhvr>
                                        <p:cTn id="243" dur="1" fill="hold">
                                          <p:stCondLst>
                                            <p:cond delay="0"/>
                                          </p:stCondLst>
                                        </p:cTn>
                                        <p:tgtEl>
                                          <p:spTgt spid="38"/>
                                        </p:tgtEl>
                                        <p:attrNameLst>
                                          <p:attrName>style.visibility</p:attrName>
                                        </p:attrNameLst>
                                      </p:cBhvr>
                                      <p:to>
                                        <p:strVal val="visible"/>
                                      </p:to>
                                    </p:set>
                                    <p:animEffect transition="in" filter="fade">
                                      <p:cBhvr>
                                        <p:cTn id="244" dur="1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p:bldP spid="16" grpId="0" animBg="1"/>
      <p:bldP spid="17" grpId="0" animBg="1"/>
      <p:bldP spid="18" grpId="0" animBg="1"/>
      <p:bldP spid="25" grpId="0"/>
      <p:bldP spid="26" grpId="0" animBg="1"/>
      <p:bldP spid="27" grpId="0" animBg="1"/>
      <p:bldP spid="28" grpId="0"/>
      <p:bldP spid="29" grpId="0"/>
      <p:bldP spid="30" grpId="0"/>
      <p:bldP spid="33" grpId="0" animBg="1"/>
      <p:bldP spid="34" grpId="0"/>
      <p:bldP spid="38"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3"/>
          <p:cNvSpPr/>
          <p:nvPr/>
        </p:nvSpPr>
        <p:spPr>
          <a:xfrm>
            <a:off x="1222310" y="5692469"/>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5" name="椭圆 4"/>
          <p:cNvSpPr/>
          <p:nvPr/>
        </p:nvSpPr>
        <p:spPr>
          <a:xfrm>
            <a:off x="-138401" y="4064724"/>
            <a:ext cx="13049090" cy="7696999"/>
          </a:xfrm>
          <a:prstGeom prst="ellipse">
            <a:avLst/>
          </a:pr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3430206" y="3917564"/>
            <a:ext cx="920900" cy="920900"/>
            <a:chOff x="304800" y="673100"/>
            <a:chExt cx="4000500" cy="4000500"/>
          </a:xfrm>
          <a:effectLst>
            <a:outerShdw blurRad="444500" dist="254000" dir="8100000" algn="tr" rotWithShape="0">
              <a:prstClr val="black">
                <a:alpha val="50000"/>
              </a:prstClr>
            </a:outerShdw>
          </a:effectLst>
        </p:grpSpPr>
        <p:sp>
          <p:nvSpPr>
            <p:cNvPr id="7" name="同心圆 6"/>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8" name="椭圆 7"/>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grpSp>
        <p:nvGrpSpPr>
          <p:cNvPr id="9" name="组合 8"/>
          <p:cNvGrpSpPr/>
          <p:nvPr/>
        </p:nvGrpSpPr>
        <p:grpSpPr>
          <a:xfrm>
            <a:off x="5585124" y="3677467"/>
            <a:ext cx="920900" cy="920900"/>
            <a:chOff x="304800" y="673100"/>
            <a:chExt cx="4000500" cy="4000500"/>
          </a:xfrm>
          <a:effectLst>
            <a:outerShdw blurRad="444500" dist="254000" dir="8100000" algn="tr" rotWithShape="0">
              <a:prstClr val="black">
                <a:alpha val="50000"/>
              </a:prstClr>
            </a:outerShdw>
          </a:effectLst>
        </p:grpSpPr>
        <p:sp>
          <p:nvSpPr>
            <p:cNvPr id="10" name="同心圆 9"/>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11" name="椭圆 10"/>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grpSp>
        <p:nvGrpSpPr>
          <p:cNvPr id="12" name="组合 11"/>
          <p:cNvGrpSpPr/>
          <p:nvPr/>
        </p:nvGrpSpPr>
        <p:grpSpPr>
          <a:xfrm>
            <a:off x="8010005" y="3787728"/>
            <a:ext cx="920900" cy="920900"/>
            <a:chOff x="304800" y="673100"/>
            <a:chExt cx="4000500" cy="4000500"/>
          </a:xfrm>
          <a:effectLst>
            <a:outerShdw blurRad="444500" dist="254000" dir="8100000" algn="tr" rotWithShape="0">
              <a:prstClr val="black">
                <a:alpha val="50000"/>
              </a:prstClr>
            </a:outerShdw>
          </a:effectLst>
        </p:grpSpPr>
        <p:sp>
          <p:nvSpPr>
            <p:cNvPr id="13" name="同心圆 1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14" name="椭圆 13"/>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grpSp>
        <p:nvGrpSpPr>
          <p:cNvPr id="15" name="组合 14"/>
          <p:cNvGrpSpPr/>
          <p:nvPr/>
        </p:nvGrpSpPr>
        <p:grpSpPr>
          <a:xfrm>
            <a:off x="9999614" y="4396475"/>
            <a:ext cx="920900" cy="920900"/>
            <a:chOff x="304800" y="673100"/>
            <a:chExt cx="4000500" cy="4000500"/>
          </a:xfrm>
          <a:effectLst>
            <a:outerShdw blurRad="444500" dist="254000" dir="8100000" algn="tr" rotWithShape="0">
              <a:prstClr val="black">
                <a:alpha val="50000"/>
              </a:prstClr>
            </a:outerShdw>
          </a:effectLst>
        </p:grpSpPr>
        <p:sp>
          <p:nvSpPr>
            <p:cNvPr id="16" name="同心圆 15"/>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17" name="椭圆 16"/>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sp>
        <p:nvSpPr>
          <p:cNvPr id="18" name="椭圆 17"/>
          <p:cNvSpPr/>
          <p:nvPr/>
        </p:nvSpPr>
        <p:spPr>
          <a:xfrm>
            <a:off x="1319651" y="5989881"/>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19" name="椭圆 18"/>
          <p:cNvSpPr/>
          <p:nvPr/>
        </p:nvSpPr>
        <p:spPr>
          <a:xfrm>
            <a:off x="1440696" y="5815391"/>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0" name="椭圆 19"/>
          <p:cNvSpPr/>
          <p:nvPr/>
        </p:nvSpPr>
        <p:spPr>
          <a:xfrm>
            <a:off x="1609002" y="5696020"/>
            <a:ext cx="199682" cy="19968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1" name="椭圆 20"/>
          <p:cNvSpPr/>
          <p:nvPr/>
        </p:nvSpPr>
        <p:spPr>
          <a:xfrm>
            <a:off x="1808684" y="5620171"/>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nvGrpSpPr>
          <p:cNvPr id="22" name="组合 21"/>
          <p:cNvGrpSpPr/>
          <p:nvPr/>
        </p:nvGrpSpPr>
        <p:grpSpPr>
          <a:xfrm>
            <a:off x="1103169" y="4791669"/>
            <a:ext cx="920900" cy="920900"/>
            <a:chOff x="304800" y="673100"/>
            <a:chExt cx="4000500" cy="4000500"/>
          </a:xfrm>
          <a:effectLst>
            <a:outerShdw blurRad="444500" dist="254000" dir="8100000" algn="tr" rotWithShape="0">
              <a:prstClr val="black">
                <a:alpha val="50000"/>
              </a:prstClr>
            </a:outerShdw>
          </a:effectLst>
        </p:grpSpPr>
        <p:sp>
          <p:nvSpPr>
            <p:cNvPr id="23" name="同心圆 22"/>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4" name="椭圆 23"/>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grpSp>
      <p:sp>
        <p:nvSpPr>
          <p:cNvPr id="25" name="椭圆 24"/>
          <p:cNvSpPr/>
          <p:nvPr/>
        </p:nvSpPr>
        <p:spPr>
          <a:xfrm>
            <a:off x="3467193" y="4799805"/>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6" name="椭圆 25"/>
          <p:cNvSpPr/>
          <p:nvPr/>
        </p:nvSpPr>
        <p:spPr>
          <a:xfrm>
            <a:off x="3564534" y="5097218"/>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7" name="椭圆 26"/>
          <p:cNvSpPr/>
          <p:nvPr/>
        </p:nvSpPr>
        <p:spPr>
          <a:xfrm>
            <a:off x="3960758" y="4818364"/>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8" name="椭圆 27"/>
          <p:cNvSpPr/>
          <p:nvPr/>
        </p:nvSpPr>
        <p:spPr>
          <a:xfrm>
            <a:off x="3689885" y="5003038"/>
            <a:ext cx="199682" cy="19968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29" name="椭圆 28"/>
          <p:cNvSpPr/>
          <p:nvPr/>
        </p:nvSpPr>
        <p:spPr>
          <a:xfrm>
            <a:off x="3741658" y="4879825"/>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0" name="椭圆 29"/>
          <p:cNvSpPr/>
          <p:nvPr/>
        </p:nvSpPr>
        <p:spPr>
          <a:xfrm>
            <a:off x="5646734" y="4511974"/>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1" name="椭圆 30"/>
          <p:cNvSpPr/>
          <p:nvPr/>
        </p:nvSpPr>
        <p:spPr>
          <a:xfrm>
            <a:off x="5744075" y="4809387"/>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2" name="椭圆 31"/>
          <p:cNvSpPr/>
          <p:nvPr/>
        </p:nvSpPr>
        <p:spPr>
          <a:xfrm>
            <a:off x="6140300" y="4530533"/>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3" name="椭圆 32"/>
          <p:cNvSpPr/>
          <p:nvPr/>
        </p:nvSpPr>
        <p:spPr>
          <a:xfrm>
            <a:off x="5869426" y="4715207"/>
            <a:ext cx="199682" cy="19968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4" name="椭圆 33"/>
          <p:cNvSpPr/>
          <p:nvPr/>
        </p:nvSpPr>
        <p:spPr>
          <a:xfrm>
            <a:off x="5921200" y="4591994"/>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5" name="椭圆 34"/>
          <p:cNvSpPr/>
          <p:nvPr/>
        </p:nvSpPr>
        <p:spPr>
          <a:xfrm>
            <a:off x="8060392" y="4672780"/>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6" name="椭圆 35"/>
          <p:cNvSpPr/>
          <p:nvPr/>
        </p:nvSpPr>
        <p:spPr>
          <a:xfrm>
            <a:off x="8157733" y="4970192"/>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7" name="椭圆 36"/>
          <p:cNvSpPr/>
          <p:nvPr/>
        </p:nvSpPr>
        <p:spPr>
          <a:xfrm>
            <a:off x="8553957" y="4691339"/>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8" name="椭圆 37"/>
          <p:cNvSpPr/>
          <p:nvPr/>
        </p:nvSpPr>
        <p:spPr>
          <a:xfrm>
            <a:off x="8283084" y="4876013"/>
            <a:ext cx="199682" cy="19968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39" name="椭圆 38"/>
          <p:cNvSpPr/>
          <p:nvPr/>
        </p:nvSpPr>
        <p:spPr>
          <a:xfrm>
            <a:off x="8334857" y="4752800"/>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40" name="椭圆 39"/>
          <p:cNvSpPr/>
          <p:nvPr/>
        </p:nvSpPr>
        <p:spPr>
          <a:xfrm>
            <a:off x="10106351" y="5278717"/>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41" name="椭圆 40"/>
          <p:cNvSpPr/>
          <p:nvPr/>
        </p:nvSpPr>
        <p:spPr>
          <a:xfrm>
            <a:off x="10203692" y="5576129"/>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42" name="椭圆 41"/>
          <p:cNvSpPr/>
          <p:nvPr/>
        </p:nvSpPr>
        <p:spPr>
          <a:xfrm>
            <a:off x="10599916" y="5297275"/>
            <a:ext cx="245844" cy="245844"/>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43" name="椭圆 42"/>
          <p:cNvSpPr/>
          <p:nvPr/>
        </p:nvSpPr>
        <p:spPr>
          <a:xfrm>
            <a:off x="10329043" y="5481949"/>
            <a:ext cx="199682" cy="19968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sp>
        <p:nvSpPr>
          <p:cNvPr id="44" name="椭圆 43"/>
          <p:cNvSpPr/>
          <p:nvPr/>
        </p:nvSpPr>
        <p:spPr>
          <a:xfrm>
            <a:off x="10380816" y="5358736"/>
            <a:ext cx="122922" cy="122922"/>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87">
              <a:solidFill>
                <a:schemeClr val="tx1"/>
              </a:solidFill>
            </a:endParaRPr>
          </a:p>
        </p:txBody>
      </p:sp>
      <p:cxnSp>
        <p:nvCxnSpPr>
          <p:cNvPr id="45" name="直接连接符 44"/>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 name="椭圆 46"/>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TextBox 47"/>
          <p:cNvSpPr txBox="1"/>
          <p:nvPr/>
        </p:nvSpPr>
        <p:spPr>
          <a:xfrm>
            <a:off x="1278504" y="290136"/>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网络营销方案</a:t>
            </a:r>
          </a:p>
        </p:txBody>
      </p:sp>
      <p:sp>
        <p:nvSpPr>
          <p:cNvPr id="49" name="TextBox 48"/>
          <p:cNvSpPr txBox="1"/>
          <p:nvPr/>
        </p:nvSpPr>
        <p:spPr>
          <a:xfrm>
            <a:off x="4311159" y="389821"/>
            <a:ext cx="3038011" cy="438582"/>
          </a:xfrm>
          <a:prstGeom prst="rect">
            <a:avLst/>
          </a:prstGeom>
          <a:noFill/>
        </p:spPr>
        <p:txBody>
          <a:bodyPr wrap="none" rtlCol="0">
            <a:spAutoFit/>
          </a:bodyPr>
          <a:lstStyle/>
          <a:p>
            <a:r>
              <a:rPr lang="en-US" altLang="zh-CN" sz="2250" dirty="0">
                <a:solidFill>
                  <a:srgbClr val="C00000"/>
                </a:solidFill>
                <a:latin typeface="Kozuka Gothic Pro R" pitchFamily="34" charset="-128"/>
                <a:ea typeface="Kozuka Gothic Pro R" pitchFamily="34" charset="-128"/>
              </a:rPr>
              <a:t>SOLVE THE PROBLEM</a:t>
            </a:r>
            <a:endParaRPr lang="zh-CN" altLang="en-US" sz="2250" dirty="0">
              <a:solidFill>
                <a:srgbClr val="C00000"/>
              </a:solidFill>
              <a:latin typeface="Kozuka Gothic Pro R" pitchFamily="34" charset="-128"/>
              <a:ea typeface="Kozuka Gothic Pro R" pitchFamily="34" charset="-128"/>
            </a:endParaRPr>
          </a:p>
        </p:txBody>
      </p:sp>
      <p:cxnSp>
        <p:nvCxnSpPr>
          <p:cNvPr id="50" name="直接连接符 49"/>
          <p:cNvCxnSpPr/>
          <p:nvPr/>
        </p:nvCxnSpPr>
        <p:spPr>
          <a:xfrm>
            <a:off x="4162263" y="481195"/>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矩形 50"/>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Freeform 7"/>
          <p:cNvSpPr>
            <a:spLocks noEditPoints="1"/>
          </p:cNvSpPr>
          <p:nvPr/>
        </p:nvSpPr>
        <p:spPr bwMode="auto">
          <a:xfrm>
            <a:off x="8183314" y="4057138"/>
            <a:ext cx="512322" cy="406021"/>
          </a:xfrm>
          <a:custGeom>
            <a:avLst/>
            <a:gdLst>
              <a:gd name="T0" fmla="*/ 1544 w 3234"/>
              <a:gd name="T1" fmla="*/ 1510 h 2566"/>
              <a:gd name="T2" fmla="*/ 1705 w 3234"/>
              <a:gd name="T3" fmla="*/ 1803 h 2566"/>
              <a:gd name="T4" fmla="*/ 1577 w 3234"/>
              <a:gd name="T5" fmla="*/ 2111 h 2566"/>
              <a:gd name="T6" fmla="*/ 1236 w 3234"/>
              <a:gd name="T7" fmla="*/ 2250 h 2566"/>
              <a:gd name="T8" fmla="*/ 878 w 3234"/>
              <a:gd name="T9" fmla="*/ 2140 h 2566"/>
              <a:gd name="T10" fmla="*/ 716 w 3234"/>
              <a:gd name="T11" fmla="*/ 1847 h 2566"/>
              <a:gd name="T12" fmla="*/ 845 w 3234"/>
              <a:gd name="T13" fmla="*/ 1539 h 2566"/>
              <a:gd name="T14" fmla="*/ 1186 w 3234"/>
              <a:gd name="T15" fmla="*/ 1400 h 2566"/>
              <a:gd name="T16" fmla="*/ 1970 w 3234"/>
              <a:gd name="T17" fmla="*/ 743 h 2566"/>
              <a:gd name="T18" fmla="*/ 2318 w 3234"/>
              <a:gd name="T19" fmla="*/ 824 h 2566"/>
              <a:gd name="T20" fmla="*/ 2351 w 3234"/>
              <a:gd name="T21" fmla="*/ 1079 h 2566"/>
              <a:gd name="T22" fmla="*/ 2310 w 3234"/>
              <a:gd name="T23" fmla="*/ 1229 h 2566"/>
              <a:gd name="T24" fmla="*/ 2669 w 3234"/>
              <a:gd name="T25" fmla="*/ 1458 h 2566"/>
              <a:gd name="T26" fmla="*/ 2697 w 3234"/>
              <a:gd name="T27" fmla="*/ 1893 h 2566"/>
              <a:gd name="T28" fmla="*/ 2009 w 3234"/>
              <a:gd name="T29" fmla="*/ 2454 h 2566"/>
              <a:gd name="T30" fmla="*/ 749 w 3234"/>
              <a:gd name="T31" fmla="*/ 2480 h 2566"/>
              <a:gd name="T32" fmla="*/ 70 w 3234"/>
              <a:gd name="T33" fmla="*/ 1960 h 2566"/>
              <a:gd name="T34" fmla="*/ 104 w 3234"/>
              <a:gd name="T35" fmla="*/ 1357 h 2566"/>
              <a:gd name="T36" fmla="*/ 619 w 3234"/>
              <a:gd name="T37" fmla="*/ 701 h 2566"/>
              <a:gd name="T38" fmla="*/ 1122 w 3234"/>
              <a:gd name="T39" fmla="*/ 398 h 2566"/>
              <a:gd name="T40" fmla="*/ 1472 w 3234"/>
              <a:gd name="T41" fmla="*/ 425 h 2566"/>
              <a:gd name="T42" fmla="*/ 1588 w 3234"/>
              <a:gd name="T43" fmla="*/ 601 h 2566"/>
              <a:gd name="T44" fmla="*/ 2277 w 3234"/>
              <a:gd name="T45" fmla="*/ 678 h 2566"/>
              <a:gd name="T46" fmla="*/ 2208 w 3234"/>
              <a:gd name="T47" fmla="*/ 565 h 2566"/>
              <a:gd name="T48" fmla="*/ 2300 w 3234"/>
              <a:gd name="T49" fmla="*/ 492 h 2566"/>
              <a:gd name="T50" fmla="*/ 2505 w 3234"/>
              <a:gd name="T51" fmla="*/ 533 h 2566"/>
              <a:gd name="T52" fmla="*/ 2715 w 3234"/>
              <a:gd name="T53" fmla="*/ 764 h 2566"/>
              <a:gd name="T54" fmla="*/ 2739 w 3234"/>
              <a:gd name="T55" fmla="*/ 953 h 2566"/>
              <a:gd name="T56" fmla="*/ 2675 w 3234"/>
              <a:gd name="T57" fmla="*/ 1063 h 2566"/>
              <a:gd name="T58" fmla="*/ 2553 w 3234"/>
              <a:gd name="T59" fmla="*/ 1011 h 2566"/>
              <a:gd name="T60" fmla="*/ 2554 w 3234"/>
              <a:gd name="T61" fmla="*/ 907 h 2566"/>
              <a:gd name="T62" fmla="*/ 2486 w 3234"/>
              <a:gd name="T63" fmla="*/ 746 h 2566"/>
              <a:gd name="T64" fmla="*/ 2325 w 3234"/>
              <a:gd name="T65" fmla="*/ 679 h 2566"/>
              <a:gd name="T66" fmla="*/ 2102 w 3234"/>
              <a:gd name="T67" fmla="*/ 298 h 2566"/>
              <a:gd name="T68" fmla="*/ 2038 w 3234"/>
              <a:gd name="T69" fmla="*/ 95 h 2566"/>
              <a:gd name="T70" fmla="*/ 2227 w 3234"/>
              <a:gd name="T71" fmla="*/ 6 h 2566"/>
              <a:gd name="T72" fmla="*/ 2574 w 3234"/>
              <a:gd name="T73" fmla="*/ 35 h 2566"/>
              <a:gd name="T74" fmla="*/ 2886 w 3234"/>
              <a:gd name="T75" fmla="*/ 194 h 2566"/>
              <a:gd name="T76" fmla="*/ 3113 w 3234"/>
              <a:gd name="T77" fmla="*/ 456 h 2566"/>
              <a:gd name="T78" fmla="*/ 3226 w 3234"/>
              <a:gd name="T79" fmla="*/ 791 h 2566"/>
              <a:gd name="T80" fmla="*/ 3225 w 3234"/>
              <a:gd name="T81" fmla="*/ 1029 h 2566"/>
              <a:gd name="T82" fmla="*/ 3090 w 3234"/>
              <a:gd name="T83" fmla="*/ 1227 h 2566"/>
              <a:gd name="T84" fmla="*/ 2916 w 3234"/>
              <a:gd name="T85" fmla="*/ 1107 h 2566"/>
              <a:gd name="T86" fmla="*/ 2933 w 3234"/>
              <a:gd name="T87" fmla="*/ 908 h 2566"/>
              <a:gd name="T88" fmla="*/ 2813 w 3234"/>
              <a:gd name="T89" fmla="*/ 544 h 2566"/>
              <a:gd name="T90" fmla="*/ 2417 w 3234"/>
              <a:gd name="T91" fmla="*/ 306 h 2566"/>
              <a:gd name="T92" fmla="*/ 1278 w 3234"/>
              <a:gd name="T93" fmla="*/ 1152 h 2566"/>
              <a:gd name="T94" fmla="*/ 1943 w 3234"/>
              <a:gd name="T95" fmla="*/ 1302 h 2566"/>
              <a:gd name="T96" fmla="*/ 2218 w 3234"/>
              <a:gd name="T97" fmla="*/ 1719 h 2566"/>
              <a:gd name="T98" fmla="*/ 1937 w 3234"/>
              <a:gd name="T99" fmla="*/ 2152 h 2566"/>
              <a:gd name="T100" fmla="*/ 1263 w 3234"/>
              <a:gd name="T101" fmla="*/ 2353 h 2566"/>
              <a:gd name="T102" fmla="*/ 598 w 3234"/>
              <a:gd name="T103" fmla="*/ 2202 h 2566"/>
              <a:gd name="T104" fmla="*/ 324 w 3234"/>
              <a:gd name="T105" fmla="*/ 1786 h 2566"/>
              <a:gd name="T106" fmla="*/ 604 w 3234"/>
              <a:gd name="T107" fmla="*/ 1353 h 2566"/>
              <a:gd name="T108" fmla="*/ 1306 w 3234"/>
              <a:gd name="T109" fmla="*/ 1702 h 2566"/>
              <a:gd name="T110" fmla="*/ 1363 w 3234"/>
              <a:gd name="T111" fmla="*/ 1760 h 2566"/>
              <a:gd name="T112" fmla="*/ 1306 w 3234"/>
              <a:gd name="T113" fmla="*/ 1818 h 2566"/>
              <a:gd name="T114" fmla="*/ 1248 w 3234"/>
              <a:gd name="T115" fmla="*/ 1760 h 2566"/>
              <a:gd name="T116" fmla="*/ 1306 w 3234"/>
              <a:gd name="T117" fmla="*/ 1702 h 2566"/>
              <a:gd name="T118" fmla="*/ 1192 w 3234"/>
              <a:gd name="T119" fmla="*/ 1900 h 2566"/>
              <a:gd name="T120" fmla="*/ 1060 w 3234"/>
              <a:gd name="T121" fmla="*/ 2062 h 2566"/>
              <a:gd name="T122" fmla="*/ 897 w 3234"/>
              <a:gd name="T123" fmla="*/ 1930 h 2566"/>
              <a:gd name="T124" fmla="*/ 1029 w 3234"/>
              <a:gd name="T125" fmla="*/ 1768 h 2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4" h="2566">
                <a:moveTo>
                  <a:pt x="1211" y="1400"/>
                </a:moveTo>
                <a:lnTo>
                  <a:pt x="1236" y="1400"/>
                </a:lnTo>
                <a:lnTo>
                  <a:pt x="1261" y="1402"/>
                </a:lnTo>
                <a:lnTo>
                  <a:pt x="1287" y="1405"/>
                </a:lnTo>
                <a:lnTo>
                  <a:pt x="1311" y="1408"/>
                </a:lnTo>
                <a:lnTo>
                  <a:pt x="1334" y="1413"/>
                </a:lnTo>
                <a:lnTo>
                  <a:pt x="1358" y="1419"/>
                </a:lnTo>
                <a:lnTo>
                  <a:pt x="1380" y="1426"/>
                </a:lnTo>
                <a:lnTo>
                  <a:pt x="1404" y="1433"/>
                </a:lnTo>
                <a:lnTo>
                  <a:pt x="1425" y="1442"/>
                </a:lnTo>
                <a:lnTo>
                  <a:pt x="1447" y="1451"/>
                </a:lnTo>
                <a:lnTo>
                  <a:pt x="1467" y="1461"/>
                </a:lnTo>
                <a:lnTo>
                  <a:pt x="1487" y="1472"/>
                </a:lnTo>
                <a:lnTo>
                  <a:pt x="1507" y="1484"/>
                </a:lnTo>
                <a:lnTo>
                  <a:pt x="1526" y="1496"/>
                </a:lnTo>
                <a:lnTo>
                  <a:pt x="1544" y="1510"/>
                </a:lnTo>
                <a:lnTo>
                  <a:pt x="1561" y="1525"/>
                </a:lnTo>
                <a:lnTo>
                  <a:pt x="1577" y="1539"/>
                </a:lnTo>
                <a:lnTo>
                  <a:pt x="1592" y="1555"/>
                </a:lnTo>
                <a:lnTo>
                  <a:pt x="1607" y="1571"/>
                </a:lnTo>
                <a:lnTo>
                  <a:pt x="1621" y="1587"/>
                </a:lnTo>
                <a:lnTo>
                  <a:pt x="1634" y="1604"/>
                </a:lnTo>
                <a:lnTo>
                  <a:pt x="1646" y="1622"/>
                </a:lnTo>
                <a:lnTo>
                  <a:pt x="1657" y="1640"/>
                </a:lnTo>
                <a:lnTo>
                  <a:pt x="1667" y="1660"/>
                </a:lnTo>
                <a:lnTo>
                  <a:pt x="1675" y="1679"/>
                </a:lnTo>
                <a:lnTo>
                  <a:pt x="1683" y="1699"/>
                </a:lnTo>
                <a:lnTo>
                  <a:pt x="1690" y="1719"/>
                </a:lnTo>
                <a:lnTo>
                  <a:pt x="1695" y="1739"/>
                </a:lnTo>
                <a:lnTo>
                  <a:pt x="1700" y="1760"/>
                </a:lnTo>
                <a:lnTo>
                  <a:pt x="1703" y="1781"/>
                </a:lnTo>
                <a:lnTo>
                  <a:pt x="1705" y="1803"/>
                </a:lnTo>
                <a:lnTo>
                  <a:pt x="1705" y="1825"/>
                </a:lnTo>
                <a:lnTo>
                  <a:pt x="1705" y="1847"/>
                </a:lnTo>
                <a:lnTo>
                  <a:pt x="1703" y="1868"/>
                </a:lnTo>
                <a:lnTo>
                  <a:pt x="1700" y="1890"/>
                </a:lnTo>
                <a:lnTo>
                  <a:pt x="1695" y="1910"/>
                </a:lnTo>
                <a:lnTo>
                  <a:pt x="1690" y="1931"/>
                </a:lnTo>
                <a:lnTo>
                  <a:pt x="1683" y="1952"/>
                </a:lnTo>
                <a:lnTo>
                  <a:pt x="1675" y="1971"/>
                </a:lnTo>
                <a:lnTo>
                  <a:pt x="1667" y="1991"/>
                </a:lnTo>
                <a:lnTo>
                  <a:pt x="1657" y="2009"/>
                </a:lnTo>
                <a:lnTo>
                  <a:pt x="1646" y="2028"/>
                </a:lnTo>
                <a:lnTo>
                  <a:pt x="1634" y="2045"/>
                </a:lnTo>
                <a:lnTo>
                  <a:pt x="1621" y="2062"/>
                </a:lnTo>
                <a:lnTo>
                  <a:pt x="1607" y="2080"/>
                </a:lnTo>
                <a:lnTo>
                  <a:pt x="1592" y="2096"/>
                </a:lnTo>
                <a:lnTo>
                  <a:pt x="1577" y="2111"/>
                </a:lnTo>
                <a:lnTo>
                  <a:pt x="1561" y="2126"/>
                </a:lnTo>
                <a:lnTo>
                  <a:pt x="1544" y="2140"/>
                </a:lnTo>
                <a:lnTo>
                  <a:pt x="1526" y="2153"/>
                </a:lnTo>
                <a:lnTo>
                  <a:pt x="1507" y="2166"/>
                </a:lnTo>
                <a:lnTo>
                  <a:pt x="1487" y="2177"/>
                </a:lnTo>
                <a:lnTo>
                  <a:pt x="1467" y="2188"/>
                </a:lnTo>
                <a:lnTo>
                  <a:pt x="1447" y="2199"/>
                </a:lnTo>
                <a:lnTo>
                  <a:pt x="1425" y="2208"/>
                </a:lnTo>
                <a:lnTo>
                  <a:pt x="1404" y="2217"/>
                </a:lnTo>
                <a:lnTo>
                  <a:pt x="1380" y="2225"/>
                </a:lnTo>
                <a:lnTo>
                  <a:pt x="1358" y="2232"/>
                </a:lnTo>
                <a:lnTo>
                  <a:pt x="1334" y="2237"/>
                </a:lnTo>
                <a:lnTo>
                  <a:pt x="1311" y="2242"/>
                </a:lnTo>
                <a:lnTo>
                  <a:pt x="1287" y="2246"/>
                </a:lnTo>
                <a:lnTo>
                  <a:pt x="1261" y="2248"/>
                </a:lnTo>
                <a:lnTo>
                  <a:pt x="1236" y="2250"/>
                </a:lnTo>
                <a:lnTo>
                  <a:pt x="1211" y="2250"/>
                </a:lnTo>
                <a:lnTo>
                  <a:pt x="1186" y="2250"/>
                </a:lnTo>
                <a:lnTo>
                  <a:pt x="1160" y="2248"/>
                </a:lnTo>
                <a:lnTo>
                  <a:pt x="1135" y="2246"/>
                </a:lnTo>
                <a:lnTo>
                  <a:pt x="1111" y="2242"/>
                </a:lnTo>
                <a:lnTo>
                  <a:pt x="1087" y="2237"/>
                </a:lnTo>
                <a:lnTo>
                  <a:pt x="1064" y="2232"/>
                </a:lnTo>
                <a:lnTo>
                  <a:pt x="1040" y="2225"/>
                </a:lnTo>
                <a:lnTo>
                  <a:pt x="1018" y="2217"/>
                </a:lnTo>
                <a:lnTo>
                  <a:pt x="996" y="2208"/>
                </a:lnTo>
                <a:lnTo>
                  <a:pt x="975" y="2199"/>
                </a:lnTo>
                <a:lnTo>
                  <a:pt x="955" y="2188"/>
                </a:lnTo>
                <a:lnTo>
                  <a:pt x="934" y="2177"/>
                </a:lnTo>
                <a:lnTo>
                  <a:pt x="914" y="2166"/>
                </a:lnTo>
                <a:lnTo>
                  <a:pt x="896" y="2153"/>
                </a:lnTo>
                <a:lnTo>
                  <a:pt x="878" y="2140"/>
                </a:lnTo>
                <a:lnTo>
                  <a:pt x="861" y="2126"/>
                </a:lnTo>
                <a:lnTo>
                  <a:pt x="845" y="2111"/>
                </a:lnTo>
                <a:lnTo>
                  <a:pt x="828" y="2096"/>
                </a:lnTo>
                <a:lnTo>
                  <a:pt x="814" y="2080"/>
                </a:lnTo>
                <a:lnTo>
                  <a:pt x="800" y="2062"/>
                </a:lnTo>
                <a:lnTo>
                  <a:pt x="787" y="2045"/>
                </a:lnTo>
                <a:lnTo>
                  <a:pt x="776" y="2028"/>
                </a:lnTo>
                <a:lnTo>
                  <a:pt x="765" y="2009"/>
                </a:lnTo>
                <a:lnTo>
                  <a:pt x="755" y="1991"/>
                </a:lnTo>
                <a:lnTo>
                  <a:pt x="746" y="1971"/>
                </a:lnTo>
                <a:lnTo>
                  <a:pt x="739" y="1952"/>
                </a:lnTo>
                <a:lnTo>
                  <a:pt x="732" y="1931"/>
                </a:lnTo>
                <a:lnTo>
                  <a:pt x="726" y="1910"/>
                </a:lnTo>
                <a:lnTo>
                  <a:pt x="721" y="1890"/>
                </a:lnTo>
                <a:lnTo>
                  <a:pt x="718" y="1868"/>
                </a:lnTo>
                <a:lnTo>
                  <a:pt x="716" y="1847"/>
                </a:lnTo>
                <a:lnTo>
                  <a:pt x="716" y="1825"/>
                </a:lnTo>
                <a:lnTo>
                  <a:pt x="716" y="1803"/>
                </a:lnTo>
                <a:lnTo>
                  <a:pt x="718" y="1781"/>
                </a:lnTo>
                <a:lnTo>
                  <a:pt x="721" y="1760"/>
                </a:lnTo>
                <a:lnTo>
                  <a:pt x="726" y="1739"/>
                </a:lnTo>
                <a:lnTo>
                  <a:pt x="732" y="1719"/>
                </a:lnTo>
                <a:lnTo>
                  <a:pt x="739" y="1699"/>
                </a:lnTo>
                <a:lnTo>
                  <a:pt x="746" y="1679"/>
                </a:lnTo>
                <a:lnTo>
                  <a:pt x="755" y="1660"/>
                </a:lnTo>
                <a:lnTo>
                  <a:pt x="765" y="1640"/>
                </a:lnTo>
                <a:lnTo>
                  <a:pt x="776" y="1622"/>
                </a:lnTo>
                <a:lnTo>
                  <a:pt x="787" y="1604"/>
                </a:lnTo>
                <a:lnTo>
                  <a:pt x="800" y="1587"/>
                </a:lnTo>
                <a:lnTo>
                  <a:pt x="814" y="1571"/>
                </a:lnTo>
                <a:lnTo>
                  <a:pt x="828" y="1555"/>
                </a:lnTo>
                <a:lnTo>
                  <a:pt x="845" y="1539"/>
                </a:lnTo>
                <a:lnTo>
                  <a:pt x="861" y="1525"/>
                </a:lnTo>
                <a:lnTo>
                  <a:pt x="878" y="1510"/>
                </a:lnTo>
                <a:lnTo>
                  <a:pt x="896" y="1496"/>
                </a:lnTo>
                <a:lnTo>
                  <a:pt x="914" y="1484"/>
                </a:lnTo>
                <a:lnTo>
                  <a:pt x="934" y="1472"/>
                </a:lnTo>
                <a:lnTo>
                  <a:pt x="955" y="1461"/>
                </a:lnTo>
                <a:lnTo>
                  <a:pt x="975" y="1451"/>
                </a:lnTo>
                <a:lnTo>
                  <a:pt x="996" y="1442"/>
                </a:lnTo>
                <a:lnTo>
                  <a:pt x="1018" y="1433"/>
                </a:lnTo>
                <a:lnTo>
                  <a:pt x="1040" y="1426"/>
                </a:lnTo>
                <a:lnTo>
                  <a:pt x="1064" y="1419"/>
                </a:lnTo>
                <a:lnTo>
                  <a:pt x="1087" y="1413"/>
                </a:lnTo>
                <a:lnTo>
                  <a:pt x="1111" y="1408"/>
                </a:lnTo>
                <a:lnTo>
                  <a:pt x="1135" y="1405"/>
                </a:lnTo>
                <a:lnTo>
                  <a:pt x="1160" y="1402"/>
                </a:lnTo>
                <a:lnTo>
                  <a:pt x="1186" y="1400"/>
                </a:lnTo>
                <a:lnTo>
                  <a:pt x="1211" y="1400"/>
                </a:lnTo>
                <a:close/>
                <a:moveTo>
                  <a:pt x="1573" y="848"/>
                </a:moveTo>
                <a:lnTo>
                  <a:pt x="1575" y="850"/>
                </a:lnTo>
                <a:lnTo>
                  <a:pt x="1579" y="851"/>
                </a:lnTo>
                <a:lnTo>
                  <a:pt x="1585" y="851"/>
                </a:lnTo>
                <a:lnTo>
                  <a:pt x="1591" y="851"/>
                </a:lnTo>
                <a:lnTo>
                  <a:pt x="1608" y="847"/>
                </a:lnTo>
                <a:lnTo>
                  <a:pt x="1629" y="840"/>
                </a:lnTo>
                <a:lnTo>
                  <a:pt x="1682" y="821"/>
                </a:lnTo>
                <a:lnTo>
                  <a:pt x="1751" y="796"/>
                </a:lnTo>
                <a:lnTo>
                  <a:pt x="1789" y="783"/>
                </a:lnTo>
                <a:lnTo>
                  <a:pt x="1830" y="771"/>
                </a:lnTo>
                <a:lnTo>
                  <a:pt x="1875" y="760"/>
                </a:lnTo>
                <a:lnTo>
                  <a:pt x="1921" y="751"/>
                </a:lnTo>
                <a:lnTo>
                  <a:pt x="1945" y="747"/>
                </a:lnTo>
                <a:lnTo>
                  <a:pt x="1970" y="743"/>
                </a:lnTo>
                <a:lnTo>
                  <a:pt x="1995" y="741"/>
                </a:lnTo>
                <a:lnTo>
                  <a:pt x="2020" y="739"/>
                </a:lnTo>
                <a:lnTo>
                  <a:pt x="2045" y="737"/>
                </a:lnTo>
                <a:lnTo>
                  <a:pt x="2072" y="737"/>
                </a:lnTo>
                <a:lnTo>
                  <a:pt x="2098" y="738"/>
                </a:lnTo>
                <a:lnTo>
                  <a:pt x="2125" y="739"/>
                </a:lnTo>
                <a:lnTo>
                  <a:pt x="2152" y="742"/>
                </a:lnTo>
                <a:lnTo>
                  <a:pt x="2178" y="746"/>
                </a:lnTo>
                <a:lnTo>
                  <a:pt x="2202" y="752"/>
                </a:lnTo>
                <a:lnTo>
                  <a:pt x="2223" y="759"/>
                </a:lnTo>
                <a:lnTo>
                  <a:pt x="2243" y="767"/>
                </a:lnTo>
                <a:lnTo>
                  <a:pt x="2261" y="776"/>
                </a:lnTo>
                <a:lnTo>
                  <a:pt x="2277" y="787"/>
                </a:lnTo>
                <a:lnTo>
                  <a:pt x="2293" y="798"/>
                </a:lnTo>
                <a:lnTo>
                  <a:pt x="2306" y="810"/>
                </a:lnTo>
                <a:lnTo>
                  <a:pt x="2318" y="824"/>
                </a:lnTo>
                <a:lnTo>
                  <a:pt x="2328" y="837"/>
                </a:lnTo>
                <a:lnTo>
                  <a:pt x="2337" y="852"/>
                </a:lnTo>
                <a:lnTo>
                  <a:pt x="2345" y="866"/>
                </a:lnTo>
                <a:lnTo>
                  <a:pt x="2351" y="882"/>
                </a:lnTo>
                <a:lnTo>
                  <a:pt x="2356" y="898"/>
                </a:lnTo>
                <a:lnTo>
                  <a:pt x="2360" y="914"/>
                </a:lnTo>
                <a:lnTo>
                  <a:pt x="2363" y="930"/>
                </a:lnTo>
                <a:lnTo>
                  <a:pt x="2365" y="947"/>
                </a:lnTo>
                <a:lnTo>
                  <a:pt x="2366" y="965"/>
                </a:lnTo>
                <a:lnTo>
                  <a:pt x="2366" y="981"/>
                </a:lnTo>
                <a:lnTo>
                  <a:pt x="2365" y="998"/>
                </a:lnTo>
                <a:lnTo>
                  <a:pt x="2364" y="1015"/>
                </a:lnTo>
                <a:lnTo>
                  <a:pt x="2361" y="1031"/>
                </a:lnTo>
                <a:lnTo>
                  <a:pt x="2359" y="1048"/>
                </a:lnTo>
                <a:lnTo>
                  <a:pt x="2355" y="1064"/>
                </a:lnTo>
                <a:lnTo>
                  <a:pt x="2351" y="1079"/>
                </a:lnTo>
                <a:lnTo>
                  <a:pt x="2347" y="1094"/>
                </a:lnTo>
                <a:lnTo>
                  <a:pt x="2342" y="1110"/>
                </a:lnTo>
                <a:lnTo>
                  <a:pt x="2336" y="1124"/>
                </a:lnTo>
                <a:lnTo>
                  <a:pt x="2331" y="1137"/>
                </a:lnTo>
                <a:lnTo>
                  <a:pt x="2325" y="1149"/>
                </a:lnTo>
                <a:lnTo>
                  <a:pt x="2319" y="1161"/>
                </a:lnTo>
                <a:lnTo>
                  <a:pt x="2313" y="1172"/>
                </a:lnTo>
                <a:lnTo>
                  <a:pt x="2306" y="1182"/>
                </a:lnTo>
                <a:lnTo>
                  <a:pt x="2301" y="1192"/>
                </a:lnTo>
                <a:lnTo>
                  <a:pt x="2298" y="1201"/>
                </a:lnTo>
                <a:lnTo>
                  <a:pt x="2298" y="1206"/>
                </a:lnTo>
                <a:lnTo>
                  <a:pt x="2298" y="1211"/>
                </a:lnTo>
                <a:lnTo>
                  <a:pt x="2300" y="1215"/>
                </a:lnTo>
                <a:lnTo>
                  <a:pt x="2302" y="1220"/>
                </a:lnTo>
                <a:lnTo>
                  <a:pt x="2306" y="1224"/>
                </a:lnTo>
                <a:lnTo>
                  <a:pt x="2310" y="1229"/>
                </a:lnTo>
                <a:lnTo>
                  <a:pt x="2316" y="1234"/>
                </a:lnTo>
                <a:lnTo>
                  <a:pt x="2324" y="1240"/>
                </a:lnTo>
                <a:lnTo>
                  <a:pt x="2356" y="1255"/>
                </a:lnTo>
                <a:lnTo>
                  <a:pt x="2407" y="1277"/>
                </a:lnTo>
                <a:lnTo>
                  <a:pt x="2437" y="1290"/>
                </a:lnTo>
                <a:lnTo>
                  <a:pt x="2469" y="1306"/>
                </a:lnTo>
                <a:lnTo>
                  <a:pt x="2503" y="1324"/>
                </a:lnTo>
                <a:lnTo>
                  <a:pt x="2538" y="1344"/>
                </a:lnTo>
                <a:lnTo>
                  <a:pt x="2555" y="1356"/>
                </a:lnTo>
                <a:lnTo>
                  <a:pt x="2572" y="1368"/>
                </a:lnTo>
                <a:lnTo>
                  <a:pt x="2589" y="1382"/>
                </a:lnTo>
                <a:lnTo>
                  <a:pt x="2606" y="1395"/>
                </a:lnTo>
                <a:lnTo>
                  <a:pt x="2623" y="1410"/>
                </a:lnTo>
                <a:lnTo>
                  <a:pt x="2639" y="1425"/>
                </a:lnTo>
                <a:lnTo>
                  <a:pt x="2654" y="1441"/>
                </a:lnTo>
                <a:lnTo>
                  <a:pt x="2669" y="1458"/>
                </a:lnTo>
                <a:lnTo>
                  <a:pt x="2682" y="1476"/>
                </a:lnTo>
                <a:lnTo>
                  <a:pt x="2695" y="1495"/>
                </a:lnTo>
                <a:lnTo>
                  <a:pt x="2707" y="1516"/>
                </a:lnTo>
                <a:lnTo>
                  <a:pt x="2719" y="1537"/>
                </a:lnTo>
                <a:lnTo>
                  <a:pt x="2728" y="1559"/>
                </a:lnTo>
                <a:lnTo>
                  <a:pt x="2738" y="1582"/>
                </a:lnTo>
                <a:lnTo>
                  <a:pt x="2746" y="1606"/>
                </a:lnTo>
                <a:lnTo>
                  <a:pt x="2752" y="1631"/>
                </a:lnTo>
                <a:lnTo>
                  <a:pt x="2756" y="1659"/>
                </a:lnTo>
                <a:lnTo>
                  <a:pt x="2757" y="1688"/>
                </a:lnTo>
                <a:lnTo>
                  <a:pt x="2754" y="1719"/>
                </a:lnTo>
                <a:lnTo>
                  <a:pt x="2749" y="1751"/>
                </a:lnTo>
                <a:lnTo>
                  <a:pt x="2741" y="1784"/>
                </a:lnTo>
                <a:lnTo>
                  <a:pt x="2729" y="1820"/>
                </a:lnTo>
                <a:lnTo>
                  <a:pt x="2715" y="1856"/>
                </a:lnTo>
                <a:lnTo>
                  <a:pt x="2697" y="1893"/>
                </a:lnTo>
                <a:lnTo>
                  <a:pt x="2677" y="1930"/>
                </a:lnTo>
                <a:lnTo>
                  <a:pt x="2654" y="1969"/>
                </a:lnTo>
                <a:lnTo>
                  <a:pt x="2628" y="2007"/>
                </a:lnTo>
                <a:lnTo>
                  <a:pt x="2597" y="2046"/>
                </a:lnTo>
                <a:lnTo>
                  <a:pt x="2565" y="2085"/>
                </a:lnTo>
                <a:lnTo>
                  <a:pt x="2530" y="2123"/>
                </a:lnTo>
                <a:lnTo>
                  <a:pt x="2491" y="2161"/>
                </a:lnTo>
                <a:lnTo>
                  <a:pt x="2450" y="2198"/>
                </a:lnTo>
                <a:lnTo>
                  <a:pt x="2405" y="2235"/>
                </a:lnTo>
                <a:lnTo>
                  <a:pt x="2357" y="2271"/>
                </a:lnTo>
                <a:lnTo>
                  <a:pt x="2307" y="2305"/>
                </a:lnTo>
                <a:lnTo>
                  <a:pt x="2253" y="2338"/>
                </a:lnTo>
                <a:lnTo>
                  <a:pt x="2197" y="2370"/>
                </a:lnTo>
                <a:lnTo>
                  <a:pt x="2137" y="2400"/>
                </a:lnTo>
                <a:lnTo>
                  <a:pt x="2075" y="2428"/>
                </a:lnTo>
                <a:lnTo>
                  <a:pt x="2009" y="2454"/>
                </a:lnTo>
                <a:lnTo>
                  <a:pt x="1940" y="2478"/>
                </a:lnTo>
                <a:lnTo>
                  <a:pt x="1869" y="2500"/>
                </a:lnTo>
                <a:lnTo>
                  <a:pt x="1794" y="2518"/>
                </a:lnTo>
                <a:lnTo>
                  <a:pt x="1716" y="2534"/>
                </a:lnTo>
                <a:lnTo>
                  <a:pt x="1636" y="2547"/>
                </a:lnTo>
                <a:lnTo>
                  <a:pt x="1552" y="2557"/>
                </a:lnTo>
                <a:lnTo>
                  <a:pt x="1466" y="2563"/>
                </a:lnTo>
                <a:lnTo>
                  <a:pt x="1376" y="2566"/>
                </a:lnTo>
                <a:lnTo>
                  <a:pt x="1287" y="2565"/>
                </a:lnTo>
                <a:lnTo>
                  <a:pt x="1201" y="2562"/>
                </a:lnTo>
                <a:lnTo>
                  <a:pt x="1117" y="2555"/>
                </a:lnTo>
                <a:lnTo>
                  <a:pt x="1037" y="2545"/>
                </a:lnTo>
                <a:lnTo>
                  <a:pt x="961" y="2533"/>
                </a:lnTo>
                <a:lnTo>
                  <a:pt x="887" y="2518"/>
                </a:lnTo>
                <a:lnTo>
                  <a:pt x="816" y="2501"/>
                </a:lnTo>
                <a:lnTo>
                  <a:pt x="749" y="2480"/>
                </a:lnTo>
                <a:lnTo>
                  <a:pt x="684" y="2458"/>
                </a:lnTo>
                <a:lnTo>
                  <a:pt x="623" y="2434"/>
                </a:lnTo>
                <a:lnTo>
                  <a:pt x="564" y="2409"/>
                </a:lnTo>
                <a:lnTo>
                  <a:pt x="509" y="2381"/>
                </a:lnTo>
                <a:lnTo>
                  <a:pt x="456" y="2351"/>
                </a:lnTo>
                <a:lnTo>
                  <a:pt x="406" y="2320"/>
                </a:lnTo>
                <a:lnTo>
                  <a:pt x="359" y="2288"/>
                </a:lnTo>
                <a:lnTo>
                  <a:pt x="316" y="2255"/>
                </a:lnTo>
                <a:lnTo>
                  <a:pt x="274" y="2220"/>
                </a:lnTo>
                <a:lnTo>
                  <a:pt x="237" y="2184"/>
                </a:lnTo>
                <a:lnTo>
                  <a:pt x="202" y="2148"/>
                </a:lnTo>
                <a:lnTo>
                  <a:pt x="170" y="2111"/>
                </a:lnTo>
                <a:lnTo>
                  <a:pt x="140" y="2073"/>
                </a:lnTo>
                <a:lnTo>
                  <a:pt x="114" y="2036"/>
                </a:lnTo>
                <a:lnTo>
                  <a:pt x="91" y="1998"/>
                </a:lnTo>
                <a:lnTo>
                  <a:pt x="70" y="1960"/>
                </a:lnTo>
                <a:lnTo>
                  <a:pt x="51" y="1921"/>
                </a:lnTo>
                <a:lnTo>
                  <a:pt x="36" y="1883"/>
                </a:lnTo>
                <a:lnTo>
                  <a:pt x="23" y="1846"/>
                </a:lnTo>
                <a:lnTo>
                  <a:pt x="13" y="1808"/>
                </a:lnTo>
                <a:lnTo>
                  <a:pt x="6" y="1771"/>
                </a:lnTo>
                <a:lnTo>
                  <a:pt x="2" y="1735"/>
                </a:lnTo>
                <a:lnTo>
                  <a:pt x="0" y="1701"/>
                </a:lnTo>
                <a:lnTo>
                  <a:pt x="1" y="1667"/>
                </a:lnTo>
                <a:lnTo>
                  <a:pt x="4" y="1632"/>
                </a:lnTo>
                <a:lnTo>
                  <a:pt x="11" y="1596"/>
                </a:lnTo>
                <a:lnTo>
                  <a:pt x="20" y="1559"/>
                </a:lnTo>
                <a:lnTo>
                  <a:pt x="32" y="1521"/>
                </a:lnTo>
                <a:lnTo>
                  <a:pt x="47" y="1481"/>
                </a:lnTo>
                <a:lnTo>
                  <a:pt x="64" y="1441"/>
                </a:lnTo>
                <a:lnTo>
                  <a:pt x="83" y="1400"/>
                </a:lnTo>
                <a:lnTo>
                  <a:pt x="104" y="1357"/>
                </a:lnTo>
                <a:lnTo>
                  <a:pt x="127" y="1315"/>
                </a:lnTo>
                <a:lnTo>
                  <a:pt x="152" y="1272"/>
                </a:lnTo>
                <a:lnTo>
                  <a:pt x="179" y="1228"/>
                </a:lnTo>
                <a:lnTo>
                  <a:pt x="207" y="1185"/>
                </a:lnTo>
                <a:lnTo>
                  <a:pt x="237" y="1142"/>
                </a:lnTo>
                <a:lnTo>
                  <a:pt x="267" y="1099"/>
                </a:lnTo>
                <a:lnTo>
                  <a:pt x="300" y="1056"/>
                </a:lnTo>
                <a:lnTo>
                  <a:pt x="333" y="1013"/>
                </a:lnTo>
                <a:lnTo>
                  <a:pt x="367" y="971"/>
                </a:lnTo>
                <a:lnTo>
                  <a:pt x="402" y="929"/>
                </a:lnTo>
                <a:lnTo>
                  <a:pt x="437" y="889"/>
                </a:lnTo>
                <a:lnTo>
                  <a:pt x="473" y="849"/>
                </a:lnTo>
                <a:lnTo>
                  <a:pt x="510" y="810"/>
                </a:lnTo>
                <a:lnTo>
                  <a:pt x="546" y="772"/>
                </a:lnTo>
                <a:lnTo>
                  <a:pt x="582" y="736"/>
                </a:lnTo>
                <a:lnTo>
                  <a:pt x="619" y="701"/>
                </a:lnTo>
                <a:lnTo>
                  <a:pt x="655" y="667"/>
                </a:lnTo>
                <a:lnTo>
                  <a:pt x="690" y="636"/>
                </a:lnTo>
                <a:lnTo>
                  <a:pt x="726" y="606"/>
                </a:lnTo>
                <a:lnTo>
                  <a:pt x="761" y="579"/>
                </a:lnTo>
                <a:lnTo>
                  <a:pt x="794" y="553"/>
                </a:lnTo>
                <a:lnTo>
                  <a:pt x="827" y="529"/>
                </a:lnTo>
                <a:lnTo>
                  <a:pt x="860" y="508"/>
                </a:lnTo>
                <a:lnTo>
                  <a:pt x="891" y="490"/>
                </a:lnTo>
                <a:lnTo>
                  <a:pt x="921" y="473"/>
                </a:lnTo>
                <a:lnTo>
                  <a:pt x="951" y="458"/>
                </a:lnTo>
                <a:lnTo>
                  <a:pt x="981" y="445"/>
                </a:lnTo>
                <a:lnTo>
                  <a:pt x="1010" y="433"/>
                </a:lnTo>
                <a:lnTo>
                  <a:pt x="1038" y="422"/>
                </a:lnTo>
                <a:lnTo>
                  <a:pt x="1067" y="413"/>
                </a:lnTo>
                <a:lnTo>
                  <a:pt x="1095" y="405"/>
                </a:lnTo>
                <a:lnTo>
                  <a:pt x="1122" y="398"/>
                </a:lnTo>
                <a:lnTo>
                  <a:pt x="1149" y="391"/>
                </a:lnTo>
                <a:lnTo>
                  <a:pt x="1176" y="387"/>
                </a:lnTo>
                <a:lnTo>
                  <a:pt x="1202" y="384"/>
                </a:lnTo>
                <a:lnTo>
                  <a:pt x="1227" y="381"/>
                </a:lnTo>
                <a:lnTo>
                  <a:pt x="1251" y="380"/>
                </a:lnTo>
                <a:lnTo>
                  <a:pt x="1275" y="380"/>
                </a:lnTo>
                <a:lnTo>
                  <a:pt x="1299" y="381"/>
                </a:lnTo>
                <a:lnTo>
                  <a:pt x="1321" y="383"/>
                </a:lnTo>
                <a:lnTo>
                  <a:pt x="1343" y="385"/>
                </a:lnTo>
                <a:lnTo>
                  <a:pt x="1364" y="389"/>
                </a:lnTo>
                <a:lnTo>
                  <a:pt x="1384" y="393"/>
                </a:lnTo>
                <a:lnTo>
                  <a:pt x="1404" y="399"/>
                </a:lnTo>
                <a:lnTo>
                  <a:pt x="1423" y="404"/>
                </a:lnTo>
                <a:lnTo>
                  <a:pt x="1440" y="411"/>
                </a:lnTo>
                <a:lnTo>
                  <a:pt x="1457" y="418"/>
                </a:lnTo>
                <a:lnTo>
                  <a:pt x="1472" y="425"/>
                </a:lnTo>
                <a:lnTo>
                  <a:pt x="1487" y="433"/>
                </a:lnTo>
                <a:lnTo>
                  <a:pt x="1501" y="442"/>
                </a:lnTo>
                <a:lnTo>
                  <a:pt x="1514" y="451"/>
                </a:lnTo>
                <a:lnTo>
                  <a:pt x="1526" y="460"/>
                </a:lnTo>
                <a:lnTo>
                  <a:pt x="1536" y="470"/>
                </a:lnTo>
                <a:lnTo>
                  <a:pt x="1546" y="480"/>
                </a:lnTo>
                <a:lnTo>
                  <a:pt x="1554" y="490"/>
                </a:lnTo>
                <a:lnTo>
                  <a:pt x="1561" y="501"/>
                </a:lnTo>
                <a:lnTo>
                  <a:pt x="1567" y="512"/>
                </a:lnTo>
                <a:lnTo>
                  <a:pt x="1572" y="523"/>
                </a:lnTo>
                <a:lnTo>
                  <a:pt x="1576" y="536"/>
                </a:lnTo>
                <a:lnTo>
                  <a:pt x="1580" y="549"/>
                </a:lnTo>
                <a:lnTo>
                  <a:pt x="1583" y="561"/>
                </a:lnTo>
                <a:lnTo>
                  <a:pt x="1585" y="574"/>
                </a:lnTo>
                <a:lnTo>
                  <a:pt x="1587" y="588"/>
                </a:lnTo>
                <a:lnTo>
                  <a:pt x="1588" y="601"/>
                </a:lnTo>
                <a:lnTo>
                  <a:pt x="1590" y="629"/>
                </a:lnTo>
                <a:lnTo>
                  <a:pt x="1590" y="656"/>
                </a:lnTo>
                <a:lnTo>
                  <a:pt x="1589" y="685"/>
                </a:lnTo>
                <a:lnTo>
                  <a:pt x="1586" y="711"/>
                </a:lnTo>
                <a:lnTo>
                  <a:pt x="1580" y="761"/>
                </a:lnTo>
                <a:lnTo>
                  <a:pt x="1574" y="802"/>
                </a:lnTo>
                <a:lnTo>
                  <a:pt x="1572" y="820"/>
                </a:lnTo>
                <a:lnTo>
                  <a:pt x="1571" y="833"/>
                </a:lnTo>
                <a:lnTo>
                  <a:pt x="1571" y="838"/>
                </a:lnTo>
                <a:lnTo>
                  <a:pt x="1571" y="842"/>
                </a:lnTo>
                <a:lnTo>
                  <a:pt x="1572" y="845"/>
                </a:lnTo>
                <a:lnTo>
                  <a:pt x="1573" y="848"/>
                </a:lnTo>
                <a:close/>
                <a:moveTo>
                  <a:pt x="2306" y="680"/>
                </a:moveTo>
                <a:lnTo>
                  <a:pt x="2296" y="680"/>
                </a:lnTo>
                <a:lnTo>
                  <a:pt x="2287" y="679"/>
                </a:lnTo>
                <a:lnTo>
                  <a:pt x="2277" y="678"/>
                </a:lnTo>
                <a:lnTo>
                  <a:pt x="2268" y="675"/>
                </a:lnTo>
                <a:lnTo>
                  <a:pt x="2260" y="671"/>
                </a:lnTo>
                <a:lnTo>
                  <a:pt x="2252" y="667"/>
                </a:lnTo>
                <a:lnTo>
                  <a:pt x="2244" y="662"/>
                </a:lnTo>
                <a:lnTo>
                  <a:pt x="2238" y="656"/>
                </a:lnTo>
                <a:lnTo>
                  <a:pt x="2231" y="650"/>
                </a:lnTo>
                <a:lnTo>
                  <a:pt x="2225" y="643"/>
                </a:lnTo>
                <a:lnTo>
                  <a:pt x="2220" y="636"/>
                </a:lnTo>
                <a:lnTo>
                  <a:pt x="2216" y="628"/>
                </a:lnTo>
                <a:lnTo>
                  <a:pt x="2212" y="620"/>
                </a:lnTo>
                <a:lnTo>
                  <a:pt x="2209" y="611"/>
                </a:lnTo>
                <a:lnTo>
                  <a:pt x="2207" y="602"/>
                </a:lnTo>
                <a:lnTo>
                  <a:pt x="2206" y="593"/>
                </a:lnTo>
                <a:lnTo>
                  <a:pt x="2206" y="583"/>
                </a:lnTo>
                <a:lnTo>
                  <a:pt x="2206" y="574"/>
                </a:lnTo>
                <a:lnTo>
                  <a:pt x="2208" y="565"/>
                </a:lnTo>
                <a:lnTo>
                  <a:pt x="2210" y="556"/>
                </a:lnTo>
                <a:lnTo>
                  <a:pt x="2214" y="548"/>
                </a:lnTo>
                <a:lnTo>
                  <a:pt x="2218" y="540"/>
                </a:lnTo>
                <a:lnTo>
                  <a:pt x="2223" y="531"/>
                </a:lnTo>
                <a:lnTo>
                  <a:pt x="2228" y="524"/>
                </a:lnTo>
                <a:lnTo>
                  <a:pt x="2234" y="518"/>
                </a:lnTo>
                <a:lnTo>
                  <a:pt x="2241" y="512"/>
                </a:lnTo>
                <a:lnTo>
                  <a:pt x="2248" y="507"/>
                </a:lnTo>
                <a:lnTo>
                  <a:pt x="2256" y="502"/>
                </a:lnTo>
                <a:lnTo>
                  <a:pt x="2265" y="499"/>
                </a:lnTo>
                <a:lnTo>
                  <a:pt x="2273" y="496"/>
                </a:lnTo>
                <a:lnTo>
                  <a:pt x="2282" y="494"/>
                </a:lnTo>
                <a:lnTo>
                  <a:pt x="2293" y="493"/>
                </a:lnTo>
                <a:lnTo>
                  <a:pt x="2295" y="492"/>
                </a:lnTo>
                <a:lnTo>
                  <a:pt x="2297" y="492"/>
                </a:lnTo>
                <a:lnTo>
                  <a:pt x="2300" y="492"/>
                </a:lnTo>
                <a:lnTo>
                  <a:pt x="2301" y="492"/>
                </a:lnTo>
                <a:lnTo>
                  <a:pt x="2304" y="492"/>
                </a:lnTo>
                <a:lnTo>
                  <a:pt x="2305" y="492"/>
                </a:lnTo>
                <a:lnTo>
                  <a:pt x="2317" y="492"/>
                </a:lnTo>
                <a:lnTo>
                  <a:pt x="2325" y="491"/>
                </a:lnTo>
                <a:lnTo>
                  <a:pt x="2325" y="491"/>
                </a:lnTo>
                <a:lnTo>
                  <a:pt x="2325" y="492"/>
                </a:lnTo>
                <a:lnTo>
                  <a:pt x="2346" y="492"/>
                </a:lnTo>
                <a:lnTo>
                  <a:pt x="2367" y="494"/>
                </a:lnTo>
                <a:lnTo>
                  <a:pt x="2388" y="497"/>
                </a:lnTo>
                <a:lnTo>
                  <a:pt x="2409" y="500"/>
                </a:lnTo>
                <a:lnTo>
                  <a:pt x="2429" y="505"/>
                </a:lnTo>
                <a:lnTo>
                  <a:pt x="2448" y="510"/>
                </a:lnTo>
                <a:lnTo>
                  <a:pt x="2468" y="517"/>
                </a:lnTo>
                <a:lnTo>
                  <a:pt x="2486" y="524"/>
                </a:lnTo>
                <a:lnTo>
                  <a:pt x="2505" y="533"/>
                </a:lnTo>
                <a:lnTo>
                  <a:pt x="2524" y="543"/>
                </a:lnTo>
                <a:lnTo>
                  <a:pt x="2541" y="553"/>
                </a:lnTo>
                <a:lnTo>
                  <a:pt x="2558" y="563"/>
                </a:lnTo>
                <a:lnTo>
                  <a:pt x="2574" y="575"/>
                </a:lnTo>
                <a:lnTo>
                  <a:pt x="2589" y="587"/>
                </a:lnTo>
                <a:lnTo>
                  <a:pt x="2604" y="600"/>
                </a:lnTo>
                <a:lnTo>
                  <a:pt x="2619" y="614"/>
                </a:lnTo>
                <a:lnTo>
                  <a:pt x="2633" y="628"/>
                </a:lnTo>
                <a:lnTo>
                  <a:pt x="2646" y="643"/>
                </a:lnTo>
                <a:lnTo>
                  <a:pt x="2659" y="659"/>
                </a:lnTo>
                <a:lnTo>
                  <a:pt x="2670" y="676"/>
                </a:lnTo>
                <a:lnTo>
                  <a:pt x="2681" y="692"/>
                </a:lnTo>
                <a:lnTo>
                  <a:pt x="2691" y="710"/>
                </a:lnTo>
                <a:lnTo>
                  <a:pt x="2700" y="727"/>
                </a:lnTo>
                <a:lnTo>
                  <a:pt x="2708" y="746"/>
                </a:lnTo>
                <a:lnTo>
                  <a:pt x="2715" y="764"/>
                </a:lnTo>
                <a:lnTo>
                  <a:pt x="2722" y="784"/>
                </a:lnTo>
                <a:lnTo>
                  <a:pt x="2727" y="803"/>
                </a:lnTo>
                <a:lnTo>
                  <a:pt x="2733" y="824"/>
                </a:lnTo>
                <a:lnTo>
                  <a:pt x="2737" y="844"/>
                </a:lnTo>
                <a:lnTo>
                  <a:pt x="2739" y="865"/>
                </a:lnTo>
                <a:lnTo>
                  <a:pt x="2741" y="886"/>
                </a:lnTo>
                <a:lnTo>
                  <a:pt x="2741" y="907"/>
                </a:lnTo>
                <a:lnTo>
                  <a:pt x="2742" y="907"/>
                </a:lnTo>
                <a:lnTo>
                  <a:pt x="2742" y="908"/>
                </a:lnTo>
                <a:lnTo>
                  <a:pt x="2742" y="909"/>
                </a:lnTo>
                <a:lnTo>
                  <a:pt x="2741" y="909"/>
                </a:lnTo>
                <a:lnTo>
                  <a:pt x="2741" y="920"/>
                </a:lnTo>
                <a:lnTo>
                  <a:pt x="2741" y="932"/>
                </a:lnTo>
                <a:lnTo>
                  <a:pt x="2740" y="942"/>
                </a:lnTo>
                <a:lnTo>
                  <a:pt x="2739" y="953"/>
                </a:lnTo>
                <a:lnTo>
                  <a:pt x="2739" y="953"/>
                </a:lnTo>
                <a:lnTo>
                  <a:pt x="2739" y="959"/>
                </a:lnTo>
                <a:lnTo>
                  <a:pt x="2738" y="961"/>
                </a:lnTo>
                <a:lnTo>
                  <a:pt x="2737" y="971"/>
                </a:lnTo>
                <a:lnTo>
                  <a:pt x="2735" y="980"/>
                </a:lnTo>
                <a:lnTo>
                  <a:pt x="2734" y="989"/>
                </a:lnTo>
                <a:lnTo>
                  <a:pt x="2731" y="996"/>
                </a:lnTo>
                <a:lnTo>
                  <a:pt x="2729" y="1006"/>
                </a:lnTo>
                <a:lnTo>
                  <a:pt x="2725" y="1014"/>
                </a:lnTo>
                <a:lnTo>
                  <a:pt x="2721" y="1023"/>
                </a:lnTo>
                <a:lnTo>
                  <a:pt x="2716" y="1030"/>
                </a:lnTo>
                <a:lnTo>
                  <a:pt x="2711" y="1037"/>
                </a:lnTo>
                <a:lnTo>
                  <a:pt x="2705" y="1044"/>
                </a:lnTo>
                <a:lnTo>
                  <a:pt x="2698" y="1050"/>
                </a:lnTo>
                <a:lnTo>
                  <a:pt x="2691" y="1055"/>
                </a:lnTo>
                <a:lnTo>
                  <a:pt x="2683" y="1059"/>
                </a:lnTo>
                <a:lnTo>
                  <a:pt x="2675" y="1063"/>
                </a:lnTo>
                <a:lnTo>
                  <a:pt x="2666" y="1066"/>
                </a:lnTo>
                <a:lnTo>
                  <a:pt x="2658" y="1068"/>
                </a:lnTo>
                <a:lnTo>
                  <a:pt x="2649" y="1069"/>
                </a:lnTo>
                <a:lnTo>
                  <a:pt x="2640" y="1070"/>
                </a:lnTo>
                <a:lnTo>
                  <a:pt x="2630" y="1069"/>
                </a:lnTo>
                <a:lnTo>
                  <a:pt x="2620" y="1068"/>
                </a:lnTo>
                <a:lnTo>
                  <a:pt x="2611" y="1065"/>
                </a:lnTo>
                <a:lnTo>
                  <a:pt x="2602" y="1062"/>
                </a:lnTo>
                <a:lnTo>
                  <a:pt x="2594" y="1058"/>
                </a:lnTo>
                <a:lnTo>
                  <a:pt x="2586" y="1053"/>
                </a:lnTo>
                <a:lnTo>
                  <a:pt x="2579" y="1047"/>
                </a:lnTo>
                <a:lnTo>
                  <a:pt x="2572" y="1041"/>
                </a:lnTo>
                <a:lnTo>
                  <a:pt x="2567" y="1034"/>
                </a:lnTo>
                <a:lnTo>
                  <a:pt x="2561" y="1027"/>
                </a:lnTo>
                <a:lnTo>
                  <a:pt x="2557" y="1019"/>
                </a:lnTo>
                <a:lnTo>
                  <a:pt x="2553" y="1011"/>
                </a:lnTo>
                <a:lnTo>
                  <a:pt x="2550" y="1003"/>
                </a:lnTo>
                <a:lnTo>
                  <a:pt x="2548" y="994"/>
                </a:lnTo>
                <a:lnTo>
                  <a:pt x="2547" y="985"/>
                </a:lnTo>
                <a:lnTo>
                  <a:pt x="2547" y="976"/>
                </a:lnTo>
                <a:lnTo>
                  <a:pt x="2547" y="967"/>
                </a:lnTo>
                <a:lnTo>
                  <a:pt x="2549" y="957"/>
                </a:lnTo>
                <a:lnTo>
                  <a:pt x="2551" y="946"/>
                </a:lnTo>
                <a:lnTo>
                  <a:pt x="2552" y="937"/>
                </a:lnTo>
                <a:lnTo>
                  <a:pt x="2552" y="937"/>
                </a:lnTo>
                <a:lnTo>
                  <a:pt x="2553" y="932"/>
                </a:lnTo>
                <a:lnTo>
                  <a:pt x="2554" y="919"/>
                </a:lnTo>
                <a:lnTo>
                  <a:pt x="2554" y="909"/>
                </a:lnTo>
                <a:lnTo>
                  <a:pt x="2554" y="909"/>
                </a:lnTo>
                <a:lnTo>
                  <a:pt x="2554" y="908"/>
                </a:lnTo>
                <a:lnTo>
                  <a:pt x="2554" y="907"/>
                </a:lnTo>
                <a:lnTo>
                  <a:pt x="2554" y="907"/>
                </a:lnTo>
                <a:lnTo>
                  <a:pt x="2554" y="896"/>
                </a:lnTo>
                <a:lnTo>
                  <a:pt x="2553" y="884"/>
                </a:lnTo>
                <a:lnTo>
                  <a:pt x="2552" y="873"/>
                </a:lnTo>
                <a:lnTo>
                  <a:pt x="2550" y="862"/>
                </a:lnTo>
                <a:lnTo>
                  <a:pt x="2547" y="851"/>
                </a:lnTo>
                <a:lnTo>
                  <a:pt x="2544" y="840"/>
                </a:lnTo>
                <a:lnTo>
                  <a:pt x="2540" y="829"/>
                </a:lnTo>
                <a:lnTo>
                  <a:pt x="2536" y="819"/>
                </a:lnTo>
                <a:lnTo>
                  <a:pt x="2532" y="808"/>
                </a:lnTo>
                <a:lnTo>
                  <a:pt x="2527" y="798"/>
                </a:lnTo>
                <a:lnTo>
                  <a:pt x="2521" y="789"/>
                </a:lnTo>
                <a:lnTo>
                  <a:pt x="2515" y="779"/>
                </a:lnTo>
                <a:lnTo>
                  <a:pt x="2508" y="770"/>
                </a:lnTo>
                <a:lnTo>
                  <a:pt x="2501" y="762"/>
                </a:lnTo>
                <a:lnTo>
                  <a:pt x="2494" y="753"/>
                </a:lnTo>
                <a:lnTo>
                  <a:pt x="2486" y="746"/>
                </a:lnTo>
                <a:lnTo>
                  <a:pt x="2478" y="738"/>
                </a:lnTo>
                <a:lnTo>
                  <a:pt x="2470" y="731"/>
                </a:lnTo>
                <a:lnTo>
                  <a:pt x="2462" y="724"/>
                </a:lnTo>
                <a:lnTo>
                  <a:pt x="2453" y="718"/>
                </a:lnTo>
                <a:lnTo>
                  <a:pt x="2443" y="712"/>
                </a:lnTo>
                <a:lnTo>
                  <a:pt x="2434" y="706"/>
                </a:lnTo>
                <a:lnTo>
                  <a:pt x="2424" y="701"/>
                </a:lnTo>
                <a:lnTo>
                  <a:pt x="2414" y="697"/>
                </a:lnTo>
                <a:lnTo>
                  <a:pt x="2404" y="693"/>
                </a:lnTo>
                <a:lnTo>
                  <a:pt x="2392" y="689"/>
                </a:lnTo>
                <a:lnTo>
                  <a:pt x="2381" y="686"/>
                </a:lnTo>
                <a:lnTo>
                  <a:pt x="2370" y="684"/>
                </a:lnTo>
                <a:lnTo>
                  <a:pt x="2359" y="682"/>
                </a:lnTo>
                <a:lnTo>
                  <a:pt x="2348" y="680"/>
                </a:lnTo>
                <a:lnTo>
                  <a:pt x="2336" y="679"/>
                </a:lnTo>
                <a:lnTo>
                  <a:pt x="2325" y="679"/>
                </a:lnTo>
                <a:lnTo>
                  <a:pt x="2325" y="679"/>
                </a:lnTo>
                <a:lnTo>
                  <a:pt x="2325" y="679"/>
                </a:lnTo>
                <a:lnTo>
                  <a:pt x="2314" y="679"/>
                </a:lnTo>
                <a:lnTo>
                  <a:pt x="2311" y="679"/>
                </a:lnTo>
                <a:lnTo>
                  <a:pt x="2311" y="679"/>
                </a:lnTo>
                <a:lnTo>
                  <a:pt x="2309" y="680"/>
                </a:lnTo>
                <a:lnTo>
                  <a:pt x="2309" y="680"/>
                </a:lnTo>
                <a:lnTo>
                  <a:pt x="2306" y="680"/>
                </a:lnTo>
                <a:close/>
                <a:moveTo>
                  <a:pt x="2202" y="312"/>
                </a:moveTo>
                <a:lnTo>
                  <a:pt x="2187" y="314"/>
                </a:lnTo>
                <a:lnTo>
                  <a:pt x="2171" y="315"/>
                </a:lnTo>
                <a:lnTo>
                  <a:pt x="2156" y="314"/>
                </a:lnTo>
                <a:lnTo>
                  <a:pt x="2142" y="312"/>
                </a:lnTo>
                <a:lnTo>
                  <a:pt x="2128" y="309"/>
                </a:lnTo>
                <a:lnTo>
                  <a:pt x="2115" y="304"/>
                </a:lnTo>
                <a:lnTo>
                  <a:pt x="2102" y="298"/>
                </a:lnTo>
                <a:lnTo>
                  <a:pt x="2089" y="290"/>
                </a:lnTo>
                <a:lnTo>
                  <a:pt x="2078" y="282"/>
                </a:lnTo>
                <a:lnTo>
                  <a:pt x="2067" y="273"/>
                </a:lnTo>
                <a:lnTo>
                  <a:pt x="2056" y="262"/>
                </a:lnTo>
                <a:lnTo>
                  <a:pt x="2048" y="250"/>
                </a:lnTo>
                <a:lnTo>
                  <a:pt x="2040" y="237"/>
                </a:lnTo>
                <a:lnTo>
                  <a:pt x="2034" y="224"/>
                </a:lnTo>
                <a:lnTo>
                  <a:pt x="2028" y="210"/>
                </a:lnTo>
                <a:lnTo>
                  <a:pt x="2025" y="196"/>
                </a:lnTo>
                <a:lnTo>
                  <a:pt x="2022" y="181"/>
                </a:lnTo>
                <a:lnTo>
                  <a:pt x="2021" y="166"/>
                </a:lnTo>
                <a:lnTo>
                  <a:pt x="2022" y="151"/>
                </a:lnTo>
                <a:lnTo>
                  <a:pt x="2024" y="137"/>
                </a:lnTo>
                <a:lnTo>
                  <a:pt x="2028" y="123"/>
                </a:lnTo>
                <a:lnTo>
                  <a:pt x="2032" y="108"/>
                </a:lnTo>
                <a:lnTo>
                  <a:pt x="2038" y="95"/>
                </a:lnTo>
                <a:lnTo>
                  <a:pt x="2046" y="83"/>
                </a:lnTo>
                <a:lnTo>
                  <a:pt x="2054" y="72"/>
                </a:lnTo>
                <a:lnTo>
                  <a:pt x="2065" y="61"/>
                </a:lnTo>
                <a:lnTo>
                  <a:pt x="2075" y="51"/>
                </a:lnTo>
                <a:lnTo>
                  <a:pt x="2086" y="42"/>
                </a:lnTo>
                <a:lnTo>
                  <a:pt x="2099" y="35"/>
                </a:lnTo>
                <a:lnTo>
                  <a:pt x="2112" y="28"/>
                </a:lnTo>
                <a:lnTo>
                  <a:pt x="2126" y="23"/>
                </a:lnTo>
                <a:lnTo>
                  <a:pt x="2141" y="19"/>
                </a:lnTo>
                <a:lnTo>
                  <a:pt x="2142" y="19"/>
                </a:lnTo>
                <a:lnTo>
                  <a:pt x="2143" y="19"/>
                </a:lnTo>
                <a:lnTo>
                  <a:pt x="2161" y="15"/>
                </a:lnTo>
                <a:lnTo>
                  <a:pt x="2167" y="14"/>
                </a:lnTo>
                <a:lnTo>
                  <a:pt x="2178" y="12"/>
                </a:lnTo>
                <a:lnTo>
                  <a:pt x="2194" y="10"/>
                </a:lnTo>
                <a:lnTo>
                  <a:pt x="2227" y="6"/>
                </a:lnTo>
                <a:lnTo>
                  <a:pt x="2259" y="3"/>
                </a:lnTo>
                <a:lnTo>
                  <a:pt x="2293" y="1"/>
                </a:lnTo>
                <a:lnTo>
                  <a:pt x="2325" y="0"/>
                </a:lnTo>
                <a:lnTo>
                  <a:pt x="2325" y="0"/>
                </a:lnTo>
                <a:lnTo>
                  <a:pt x="2325" y="1"/>
                </a:lnTo>
                <a:lnTo>
                  <a:pt x="2348" y="1"/>
                </a:lnTo>
                <a:lnTo>
                  <a:pt x="2371" y="2"/>
                </a:lnTo>
                <a:lnTo>
                  <a:pt x="2394" y="3"/>
                </a:lnTo>
                <a:lnTo>
                  <a:pt x="2418" y="5"/>
                </a:lnTo>
                <a:lnTo>
                  <a:pt x="2441" y="8"/>
                </a:lnTo>
                <a:lnTo>
                  <a:pt x="2463" y="11"/>
                </a:lnTo>
                <a:lnTo>
                  <a:pt x="2485" y="15"/>
                </a:lnTo>
                <a:lnTo>
                  <a:pt x="2507" y="19"/>
                </a:lnTo>
                <a:lnTo>
                  <a:pt x="2530" y="24"/>
                </a:lnTo>
                <a:lnTo>
                  <a:pt x="2552" y="29"/>
                </a:lnTo>
                <a:lnTo>
                  <a:pt x="2574" y="35"/>
                </a:lnTo>
                <a:lnTo>
                  <a:pt x="2595" y="41"/>
                </a:lnTo>
                <a:lnTo>
                  <a:pt x="2616" y="48"/>
                </a:lnTo>
                <a:lnTo>
                  <a:pt x="2638" y="55"/>
                </a:lnTo>
                <a:lnTo>
                  <a:pt x="2658" y="63"/>
                </a:lnTo>
                <a:lnTo>
                  <a:pt x="2679" y="72"/>
                </a:lnTo>
                <a:lnTo>
                  <a:pt x="2699" y="80"/>
                </a:lnTo>
                <a:lnTo>
                  <a:pt x="2719" y="90"/>
                </a:lnTo>
                <a:lnTo>
                  <a:pt x="2739" y="99"/>
                </a:lnTo>
                <a:lnTo>
                  <a:pt x="2758" y="109"/>
                </a:lnTo>
                <a:lnTo>
                  <a:pt x="2777" y="121"/>
                </a:lnTo>
                <a:lnTo>
                  <a:pt x="2796" y="132"/>
                </a:lnTo>
                <a:lnTo>
                  <a:pt x="2815" y="144"/>
                </a:lnTo>
                <a:lnTo>
                  <a:pt x="2833" y="155"/>
                </a:lnTo>
                <a:lnTo>
                  <a:pt x="2852" y="168"/>
                </a:lnTo>
                <a:lnTo>
                  <a:pt x="2869" y="181"/>
                </a:lnTo>
                <a:lnTo>
                  <a:pt x="2886" y="194"/>
                </a:lnTo>
                <a:lnTo>
                  <a:pt x="2903" y="207"/>
                </a:lnTo>
                <a:lnTo>
                  <a:pt x="2920" y="221"/>
                </a:lnTo>
                <a:lnTo>
                  <a:pt x="2936" y="236"/>
                </a:lnTo>
                <a:lnTo>
                  <a:pt x="2951" y="250"/>
                </a:lnTo>
                <a:lnTo>
                  <a:pt x="2968" y="266"/>
                </a:lnTo>
                <a:lnTo>
                  <a:pt x="2983" y="282"/>
                </a:lnTo>
                <a:lnTo>
                  <a:pt x="2998" y="298"/>
                </a:lnTo>
                <a:lnTo>
                  <a:pt x="3012" y="314"/>
                </a:lnTo>
                <a:lnTo>
                  <a:pt x="3026" y="330"/>
                </a:lnTo>
                <a:lnTo>
                  <a:pt x="3039" y="347"/>
                </a:lnTo>
                <a:lnTo>
                  <a:pt x="3053" y="364"/>
                </a:lnTo>
                <a:lnTo>
                  <a:pt x="3065" y="382"/>
                </a:lnTo>
                <a:lnTo>
                  <a:pt x="3079" y="400"/>
                </a:lnTo>
                <a:lnTo>
                  <a:pt x="3091" y="419"/>
                </a:lnTo>
                <a:lnTo>
                  <a:pt x="3102" y="437"/>
                </a:lnTo>
                <a:lnTo>
                  <a:pt x="3113" y="456"/>
                </a:lnTo>
                <a:lnTo>
                  <a:pt x="3124" y="475"/>
                </a:lnTo>
                <a:lnTo>
                  <a:pt x="3134" y="494"/>
                </a:lnTo>
                <a:lnTo>
                  <a:pt x="3144" y="514"/>
                </a:lnTo>
                <a:lnTo>
                  <a:pt x="3153" y="533"/>
                </a:lnTo>
                <a:lnTo>
                  <a:pt x="3162" y="554"/>
                </a:lnTo>
                <a:lnTo>
                  <a:pt x="3170" y="575"/>
                </a:lnTo>
                <a:lnTo>
                  <a:pt x="3179" y="595"/>
                </a:lnTo>
                <a:lnTo>
                  <a:pt x="3186" y="616"/>
                </a:lnTo>
                <a:lnTo>
                  <a:pt x="3193" y="637"/>
                </a:lnTo>
                <a:lnTo>
                  <a:pt x="3199" y="658"/>
                </a:lnTo>
                <a:lnTo>
                  <a:pt x="3205" y="681"/>
                </a:lnTo>
                <a:lnTo>
                  <a:pt x="3210" y="703"/>
                </a:lnTo>
                <a:lnTo>
                  <a:pt x="3215" y="725"/>
                </a:lnTo>
                <a:lnTo>
                  <a:pt x="3219" y="747"/>
                </a:lnTo>
                <a:lnTo>
                  <a:pt x="3223" y="769"/>
                </a:lnTo>
                <a:lnTo>
                  <a:pt x="3226" y="791"/>
                </a:lnTo>
                <a:lnTo>
                  <a:pt x="3229" y="815"/>
                </a:lnTo>
                <a:lnTo>
                  <a:pt x="3231" y="838"/>
                </a:lnTo>
                <a:lnTo>
                  <a:pt x="3232" y="861"/>
                </a:lnTo>
                <a:lnTo>
                  <a:pt x="3233" y="884"/>
                </a:lnTo>
                <a:lnTo>
                  <a:pt x="3233" y="907"/>
                </a:lnTo>
                <a:lnTo>
                  <a:pt x="3234" y="907"/>
                </a:lnTo>
                <a:lnTo>
                  <a:pt x="3234" y="908"/>
                </a:lnTo>
                <a:lnTo>
                  <a:pt x="3234" y="908"/>
                </a:lnTo>
                <a:lnTo>
                  <a:pt x="3233" y="908"/>
                </a:lnTo>
                <a:lnTo>
                  <a:pt x="3233" y="936"/>
                </a:lnTo>
                <a:lnTo>
                  <a:pt x="3232" y="963"/>
                </a:lnTo>
                <a:lnTo>
                  <a:pt x="3230" y="988"/>
                </a:lnTo>
                <a:lnTo>
                  <a:pt x="3228" y="1012"/>
                </a:lnTo>
                <a:lnTo>
                  <a:pt x="3228" y="1013"/>
                </a:lnTo>
                <a:lnTo>
                  <a:pt x="3226" y="1027"/>
                </a:lnTo>
                <a:lnTo>
                  <a:pt x="3225" y="1029"/>
                </a:lnTo>
                <a:lnTo>
                  <a:pt x="3222" y="1050"/>
                </a:lnTo>
                <a:lnTo>
                  <a:pt x="3219" y="1072"/>
                </a:lnTo>
                <a:lnTo>
                  <a:pt x="3215" y="1092"/>
                </a:lnTo>
                <a:lnTo>
                  <a:pt x="3210" y="1114"/>
                </a:lnTo>
                <a:lnTo>
                  <a:pt x="3206" y="1128"/>
                </a:lnTo>
                <a:lnTo>
                  <a:pt x="3201" y="1142"/>
                </a:lnTo>
                <a:lnTo>
                  <a:pt x="3194" y="1155"/>
                </a:lnTo>
                <a:lnTo>
                  <a:pt x="3186" y="1168"/>
                </a:lnTo>
                <a:lnTo>
                  <a:pt x="3176" y="1179"/>
                </a:lnTo>
                <a:lnTo>
                  <a:pt x="3166" y="1189"/>
                </a:lnTo>
                <a:lnTo>
                  <a:pt x="3155" y="1198"/>
                </a:lnTo>
                <a:lnTo>
                  <a:pt x="3143" y="1206"/>
                </a:lnTo>
                <a:lnTo>
                  <a:pt x="3131" y="1213"/>
                </a:lnTo>
                <a:lnTo>
                  <a:pt x="3118" y="1219"/>
                </a:lnTo>
                <a:lnTo>
                  <a:pt x="3104" y="1224"/>
                </a:lnTo>
                <a:lnTo>
                  <a:pt x="3090" y="1227"/>
                </a:lnTo>
                <a:lnTo>
                  <a:pt x="3076" y="1229"/>
                </a:lnTo>
                <a:lnTo>
                  <a:pt x="3060" y="1229"/>
                </a:lnTo>
                <a:lnTo>
                  <a:pt x="3045" y="1228"/>
                </a:lnTo>
                <a:lnTo>
                  <a:pt x="3030" y="1225"/>
                </a:lnTo>
                <a:lnTo>
                  <a:pt x="3016" y="1221"/>
                </a:lnTo>
                <a:lnTo>
                  <a:pt x="3002" y="1216"/>
                </a:lnTo>
                <a:lnTo>
                  <a:pt x="2989" y="1209"/>
                </a:lnTo>
                <a:lnTo>
                  <a:pt x="2977" y="1201"/>
                </a:lnTo>
                <a:lnTo>
                  <a:pt x="2965" y="1192"/>
                </a:lnTo>
                <a:lnTo>
                  <a:pt x="2954" y="1182"/>
                </a:lnTo>
                <a:lnTo>
                  <a:pt x="2945" y="1171"/>
                </a:lnTo>
                <a:lnTo>
                  <a:pt x="2937" y="1160"/>
                </a:lnTo>
                <a:lnTo>
                  <a:pt x="2930" y="1147"/>
                </a:lnTo>
                <a:lnTo>
                  <a:pt x="2924" y="1134"/>
                </a:lnTo>
                <a:lnTo>
                  <a:pt x="2919" y="1121"/>
                </a:lnTo>
                <a:lnTo>
                  <a:pt x="2916" y="1107"/>
                </a:lnTo>
                <a:lnTo>
                  <a:pt x="2914" y="1091"/>
                </a:lnTo>
                <a:lnTo>
                  <a:pt x="2914" y="1076"/>
                </a:lnTo>
                <a:lnTo>
                  <a:pt x="2915" y="1062"/>
                </a:lnTo>
                <a:lnTo>
                  <a:pt x="2918" y="1047"/>
                </a:lnTo>
                <a:lnTo>
                  <a:pt x="2921" y="1032"/>
                </a:lnTo>
                <a:lnTo>
                  <a:pt x="2924" y="1018"/>
                </a:lnTo>
                <a:lnTo>
                  <a:pt x="2926" y="1005"/>
                </a:lnTo>
                <a:lnTo>
                  <a:pt x="2928" y="991"/>
                </a:lnTo>
                <a:lnTo>
                  <a:pt x="2928" y="991"/>
                </a:lnTo>
                <a:lnTo>
                  <a:pt x="2930" y="977"/>
                </a:lnTo>
                <a:lnTo>
                  <a:pt x="2930" y="977"/>
                </a:lnTo>
                <a:lnTo>
                  <a:pt x="2932" y="959"/>
                </a:lnTo>
                <a:lnTo>
                  <a:pt x="2933" y="941"/>
                </a:lnTo>
                <a:lnTo>
                  <a:pt x="2934" y="924"/>
                </a:lnTo>
                <a:lnTo>
                  <a:pt x="2934" y="908"/>
                </a:lnTo>
                <a:lnTo>
                  <a:pt x="2933" y="908"/>
                </a:lnTo>
                <a:lnTo>
                  <a:pt x="2933" y="908"/>
                </a:lnTo>
                <a:lnTo>
                  <a:pt x="2933" y="907"/>
                </a:lnTo>
                <a:lnTo>
                  <a:pt x="2934" y="907"/>
                </a:lnTo>
                <a:lnTo>
                  <a:pt x="2933" y="876"/>
                </a:lnTo>
                <a:lnTo>
                  <a:pt x="2931" y="846"/>
                </a:lnTo>
                <a:lnTo>
                  <a:pt x="2927" y="816"/>
                </a:lnTo>
                <a:lnTo>
                  <a:pt x="2922" y="785"/>
                </a:lnTo>
                <a:lnTo>
                  <a:pt x="2915" y="756"/>
                </a:lnTo>
                <a:lnTo>
                  <a:pt x="2907" y="727"/>
                </a:lnTo>
                <a:lnTo>
                  <a:pt x="2897" y="699"/>
                </a:lnTo>
                <a:lnTo>
                  <a:pt x="2886" y="671"/>
                </a:lnTo>
                <a:lnTo>
                  <a:pt x="2874" y="644"/>
                </a:lnTo>
                <a:lnTo>
                  <a:pt x="2861" y="618"/>
                </a:lnTo>
                <a:lnTo>
                  <a:pt x="2846" y="593"/>
                </a:lnTo>
                <a:lnTo>
                  <a:pt x="2830" y="568"/>
                </a:lnTo>
                <a:lnTo>
                  <a:pt x="2813" y="544"/>
                </a:lnTo>
                <a:lnTo>
                  <a:pt x="2795" y="521"/>
                </a:lnTo>
                <a:lnTo>
                  <a:pt x="2776" y="499"/>
                </a:lnTo>
                <a:lnTo>
                  <a:pt x="2756" y="478"/>
                </a:lnTo>
                <a:lnTo>
                  <a:pt x="2735" y="458"/>
                </a:lnTo>
                <a:lnTo>
                  <a:pt x="2712" y="439"/>
                </a:lnTo>
                <a:lnTo>
                  <a:pt x="2689" y="421"/>
                </a:lnTo>
                <a:lnTo>
                  <a:pt x="2665" y="404"/>
                </a:lnTo>
                <a:lnTo>
                  <a:pt x="2640" y="387"/>
                </a:lnTo>
                <a:lnTo>
                  <a:pt x="2614" y="372"/>
                </a:lnTo>
                <a:lnTo>
                  <a:pt x="2588" y="359"/>
                </a:lnTo>
                <a:lnTo>
                  <a:pt x="2561" y="347"/>
                </a:lnTo>
                <a:lnTo>
                  <a:pt x="2534" y="336"/>
                </a:lnTo>
                <a:lnTo>
                  <a:pt x="2505" y="326"/>
                </a:lnTo>
                <a:lnTo>
                  <a:pt x="2476" y="318"/>
                </a:lnTo>
                <a:lnTo>
                  <a:pt x="2447" y="311"/>
                </a:lnTo>
                <a:lnTo>
                  <a:pt x="2417" y="306"/>
                </a:lnTo>
                <a:lnTo>
                  <a:pt x="2386" y="302"/>
                </a:lnTo>
                <a:lnTo>
                  <a:pt x="2356" y="300"/>
                </a:lnTo>
                <a:lnTo>
                  <a:pt x="2325" y="299"/>
                </a:lnTo>
                <a:lnTo>
                  <a:pt x="2325" y="300"/>
                </a:lnTo>
                <a:lnTo>
                  <a:pt x="2325" y="300"/>
                </a:lnTo>
                <a:lnTo>
                  <a:pt x="2302" y="300"/>
                </a:lnTo>
                <a:lnTo>
                  <a:pt x="2279" y="301"/>
                </a:lnTo>
                <a:lnTo>
                  <a:pt x="2257" y="303"/>
                </a:lnTo>
                <a:lnTo>
                  <a:pt x="2236" y="306"/>
                </a:lnTo>
                <a:lnTo>
                  <a:pt x="2219" y="309"/>
                </a:lnTo>
                <a:lnTo>
                  <a:pt x="2207" y="311"/>
                </a:lnTo>
                <a:lnTo>
                  <a:pt x="2203" y="311"/>
                </a:lnTo>
                <a:lnTo>
                  <a:pt x="2203" y="311"/>
                </a:lnTo>
                <a:lnTo>
                  <a:pt x="2202" y="312"/>
                </a:lnTo>
                <a:close/>
                <a:moveTo>
                  <a:pt x="1230" y="1154"/>
                </a:moveTo>
                <a:lnTo>
                  <a:pt x="1278" y="1152"/>
                </a:lnTo>
                <a:lnTo>
                  <a:pt x="1327" y="1151"/>
                </a:lnTo>
                <a:lnTo>
                  <a:pt x="1374" y="1151"/>
                </a:lnTo>
                <a:lnTo>
                  <a:pt x="1421" y="1153"/>
                </a:lnTo>
                <a:lnTo>
                  <a:pt x="1467" y="1157"/>
                </a:lnTo>
                <a:lnTo>
                  <a:pt x="1513" y="1162"/>
                </a:lnTo>
                <a:lnTo>
                  <a:pt x="1557" y="1168"/>
                </a:lnTo>
                <a:lnTo>
                  <a:pt x="1601" y="1176"/>
                </a:lnTo>
                <a:lnTo>
                  <a:pt x="1644" y="1185"/>
                </a:lnTo>
                <a:lnTo>
                  <a:pt x="1685" y="1195"/>
                </a:lnTo>
                <a:lnTo>
                  <a:pt x="1726" y="1207"/>
                </a:lnTo>
                <a:lnTo>
                  <a:pt x="1766" y="1220"/>
                </a:lnTo>
                <a:lnTo>
                  <a:pt x="1804" y="1234"/>
                </a:lnTo>
                <a:lnTo>
                  <a:pt x="1841" y="1250"/>
                </a:lnTo>
                <a:lnTo>
                  <a:pt x="1877" y="1266"/>
                </a:lnTo>
                <a:lnTo>
                  <a:pt x="1910" y="1284"/>
                </a:lnTo>
                <a:lnTo>
                  <a:pt x="1943" y="1302"/>
                </a:lnTo>
                <a:lnTo>
                  <a:pt x="1975" y="1322"/>
                </a:lnTo>
                <a:lnTo>
                  <a:pt x="2004" y="1342"/>
                </a:lnTo>
                <a:lnTo>
                  <a:pt x="2032" y="1364"/>
                </a:lnTo>
                <a:lnTo>
                  <a:pt x="2058" y="1387"/>
                </a:lnTo>
                <a:lnTo>
                  <a:pt x="2083" y="1411"/>
                </a:lnTo>
                <a:lnTo>
                  <a:pt x="2106" y="1435"/>
                </a:lnTo>
                <a:lnTo>
                  <a:pt x="2126" y="1460"/>
                </a:lnTo>
                <a:lnTo>
                  <a:pt x="2145" y="1486"/>
                </a:lnTo>
                <a:lnTo>
                  <a:pt x="2162" y="1512"/>
                </a:lnTo>
                <a:lnTo>
                  <a:pt x="2177" y="1541"/>
                </a:lnTo>
                <a:lnTo>
                  <a:pt x="2190" y="1569"/>
                </a:lnTo>
                <a:lnTo>
                  <a:pt x="2200" y="1597"/>
                </a:lnTo>
                <a:lnTo>
                  <a:pt x="2208" y="1627"/>
                </a:lnTo>
                <a:lnTo>
                  <a:pt x="2214" y="1658"/>
                </a:lnTo>
                <a:lnTo>
                  <a:pt x="2217" y="1688"/>
                </a:lnTo>
                <a:lnTo>
                  <a:pt x="2218" y="1719"/>
                </a:lnTo>
                <a:lnTo>
                  <a:pt x="2216" y="1749"/>
                </a:lnTo>
                <a:lnTo>
                  <a:pt x="2212" y="1779"/>
                </a:lnTo>
                <a:lnTo>
                  <a:pt x="2206" y="1810"/>
                </a:lnTo>
                <a:lnTo>
                  <a:pt x="2197" y="1840"/>
                </a:lnTo>
                <a:lnTo>
                  <a:pt x="2187" y="1869"/>
                </a:lnTo>
                <a:lnTo>
                  <a:pt x="2173" y="1897"/>
                </a:lnTo>
                <a:lnTo>
                  <a:pt x="2158" y="1925"/>
                </a:lnTo>
                <a:lnTo>
                  <a:pt x="2141" y="1954"/>
                </a:lnTo>
                <a:lnTo>
                  <a:pt x="2122" y="1981"/>
                </a:lnTo>
                <a:lnTo>
                  <a:pt x="2101" y="2007"/>
                </a:lnTo>
                <a:lnTo>
                  <a:pt x="2079" y="2033"/>
                </a:lnTo>
                <a:lnTo>
                  <a:pt x="2053" y="2058"/>
                </a:lnTo>
                <a:lnTo>
                  <a:pt x="2027" y="2084"/>
                </a:lnTo>
                <a:lnTo>
                  <a:pt x="1999" y="2107"/>
                </a:lnTo>
                <a:lnTo>
                  <a:pt x="1969" y="2130"/>
                </a:lnTo>
                <a:lnTo>
                  <a:pt x="1937" y="2152"/>
                </a:lnTo>
                <a:lnTo>
                  <a:pt x="1904" y="2173"/>
                </a:lnTo>
                <a:lnTo>
                  <a:pt x="1870" y="2193"/>
                </a:lnTo>
                <a:lnTo>
                  <a:pt x="1833" y="2212"/>
                </a:lnTo>
                <a:lnTo>
                  <a:pt x="1796" y="2231"/>
                </a:lnTo>
                <a:lnTo>
                  <a:pt x="1758" y="2248"/>
                </a:lnTo>
                <a:lnTo>
                  <a:pt x="1718" y="2264"/>
                </a:lnTo>
                <a:lnTo>
                  <a:pt x="1677" y="2279"/>
                </a:lnTo>
                <a:lnTo>
                  <a:pt x="1635" y="2292"/>
                </a:lnTo>
                <a:lnTo>
                  <a:pt x="1591" y="2305"/>
                </a:lnTo>
                <a:lnTo>
                  <a:pt x="1547" y="2316"/>
                </a:lnTo>
                <a:lnTo>
                  <a:pt x="1501" y="2325"/>
                </a:lnTo>
                <a:lnTo>
                  <a:pt x="1455" y="2334"/>
                </a:lnTo>
                <a:lnTo>
                  <a:pt x="1409" y="2341"/>
                </a:lnTo>
                <a:lnTo>
                  <a:pt x="1360" y="2346"/>
                </a:lnTo>
                <a:lnTo>
                  <a:pt x="1312" y="2350"/>
                </a:lnTo>
                <a:lnTo>
                  <a:pt x="1263" y="2353"/>
                </a:lnTo>
                <a:lnTo>
                  <a:pt x="1215" y="2354"/>
                </a:lnTo>
                <a:lnTo>
                  <a:pt x="1167" y="2353"/>
                </a:lnTo>
                <a:lnTo>
                  <a:pt x="1120" y="2351"/>
                </a:lnTo>
                <a:lnTo>
                  <a:pt x="1075" y="2348"/>
                </a:lnTo>
                <a:lnTo>
                  <a:pt x="1029" y="2343"/>
                </a:lnTo>
                <a:lnTo>
                  <a:pt x="984" y="2337"/>
                </a:lnTo>
                <a:lnTo>
                  <a:pt x="940" y="2329"/>
                </a:lnTo>
                <a:lnTo>
                  <a:pt x="898" y="2320"/>
                </a:lnTo>
                <a:lnTo>
                  <a:pt x="856" y="2309"/>
                </a:lnTo>
                <a:lnTo>
                  <a:pt x="815" y="2298"/>
                </a:lnTo>
                <a:lnTo>
                  <a:pt x="776" y="2285"/>
                </a:lnTo>
                <a:lnTo>
                  <a:pt x="738" y="2271"/>
                </a:lnTo>
                <a:lnTo>
                  <a:pt x="701" y="2256"/>
                </a:lnTo>
                <a:lnTo>
                  <a:pt x="665" y="2239"/>
                </a:lnTo>
                <a:lnTo>
                  <a:pt x="631" y="2222"/>
                </a:lnTo>
                <a:lnTo>
                  <a:pt x="598" y="2202"/>
                </a:lnTo>
                <a:lnTo>
                  <a:pt x="567" y="2183"/>
                </a:lnTo>
                <a:lnTo>
                  <a:pt x="538" y="2162"/>
                </a:lnTo>
                <a:lnTo>
                  <a:pt x="510" y="2141"/>
                </a:lnTo>
                <a:lnTo>
                  <a:pt x="483" y="2118"/>
                </a:lnTo>
                <a:lnTo>
                  <a:pt x="459" y="2095"/>
                </a:lnTo>
                <a:lnTo>
                  <a:pt x="436" y="2070"/>
                </a:lnTo>
                <a:lnTo>
                  <a:pt x="416" y="2045"/>
                </a:lnTo>
                <a:lnTo>
                  <a:pt x="397" y="2019"/>
                </a:lnTo>
                <a:lnTo>
                  <a:pt x="379" y="1992"/>
                </a:lnTo>
                <a:lnTo>
                  <a:pt x="365" y="1965"/>
                </a:lnTo>
                <a:lnTo>
                  <a:pt x="352" y="1937"/>
                </a:lnTo>
                <a:lnTo>
                  <a:pt x="342" y="1907"/>
                </a:lnTo>
                <a:lnTo>
                  <a:pt x="334" y="1878"/>
                </a:lnTo>
                <a:lnTo>
                  <a:pt x="328" y="1848"/>
                </a:lnTo>
                <a:lnTo>
                  <a:pt x="325" y="1818"/>
                </a:lnTo>
                <a:lnTo>
                  <a:pt x="324" y="1786"/>
                </a:lnTo>
                <a:lnTo>
                  <a:pt x="326" y="1756"/>
                </a:lnTo>
                <a:lnTo>
                  <a:pt x="330" y="1725"/>
                </a:lnTo>
                <a:lnTo>
                  <a:pt x="336" y="1696"/>
                </a:lnTo>
                <a:lnTo>
                  <a:pt x="344" y="1666"/>
                </a:lnTo>
                <a:lnTo>
                  <a:pt x="355" y="1636"/>
                </a:lnTo>
                <a:lnTo>
                  <a:pt x="368" y="1607"/>
                </a:lnTo>
                <a:lnTo>
                  <a:pt x="383" y="1579"/>
                </a:lnTo>
                <a:lnTo>
                  <a:pt x="401" y="1552"/>
                </a:lnTo>
                <a:lnTo>
                  <a:pt x="420" y="1525"/>
                </a:lnTo>
                <a:lnTo>
                  <a:pt x="441" y="1497"/>
                </a:lnTo>
                <a:lnTo>
                  <a:pt x="463" y="1472"/>
                </a:lnTo>
                <a:lnTo>
                  <a:pt x="488" y="1446"/>
                </a:lnTo>
                <a:lnTo>
                  <a:pt x="515" y="1422"/>
                </a:lnTo>
                <a:lnTo>
                  <a:pt x="543" y="1399"/>
                </a:lnTo>
                <a:lnTo>
                  <a:pt x="573" y="1376"/>
                </a:lnTo>
                <a:lnTo>
                  <a:pt x="604" y="1353"/>
                </a:lnTo>
                <a:lnTo>
                  <a:pt x="638" y="1332"/>
                </a:lnTo>
                <a:lnTo>
                  <a:pt x="672" y="1312"/>
                </a:lnTo>
                <a:lnTo>
                  <a:pt x="708" y="1293"/>
                </a:lnTo>
                <a:lnTo>
                  <a:pt x="746" y="1275"/>
                </a:lnTo>
                <a:lnTo>
                  <a:pt x="784" y="1258"/>
                </a:lnTo>
                <a:lnTo>
                  <a:pt x="823" y="1242"/>
                </a:lnTo>
                <a:lnTo>
                  <a:pt x="865" y="1226"/>
                </a:lnTo>
                <a:lnTo>
                  <a:pt x="907" y="1212"/>
                </a:lnTo>
                <a:lnTo>
                  <a:pt x="951" y="1200"/>
                </a:lnTo>
                <a:lnTo>
                  <a:pt x="995" y="1189"/>
                </a:lnTo>
                <a:lnTo>
                  <a:pt x="1040" y="1179"/>
                </a:lnTo>
                <a:lnTo>
                  <a:pt x="1086" y="1171"/>
                </a:lnTo>
                <a:lnTo>
                  <a:pt x="1133" y="1164"/>
                </a:lnTo>
                <a:lnTo>
                  <a:pt x="1182" y="1158"/>
                </a:lnTo>
                <a:lnTo>
                  <a:pt x="1230" y="1154"/>
                </a:lnTo>
                <a:close/>
                <a:moveTo>
                  <a:pt x="1306" y="1702"/>
                </a:moveTo>
                <a:lnTo>
                  <a:pt x="1312" y="1703"/>
                </a:lnTo>
                <a:lnTo>
                  <a:pt x="1317" y="1704"/>
                </a:lnTo>
                <a:lnTo>
                  <a:pt x="1323" y="1705"/>
                </a:lnTo>
                <a:lnTo>
                  <a:pt x="1328" y="1707"/>
                </a:lnTo>
                <a:lnTo>
                  <a:pt x="1333" y="1709"/>
                </a:lnTo>
                <a:lnTo>
                  <a:pt x="1338" y="1712"/>
                </a:lnTo>
                <a:lnTo>
                  <a:pt x="1342" y="1716"/>
                </a:lnTo>
                <a:lnTo>
                  <a:pt x="1347" y="1719"/>
                </a:lnTo>
                <a:lnTo>
                  <a:pt x="1350" y="1723"/>
                </a:lnTo>
                <a:lnTo>
                  <a:pt x="1354" y="1728"/>
                </a:lnTo>
                <a:lnTo>
                  <a:pt x="1356" y="1733"/>
                </a:lnTo>
                <a:lnTo>
                  <a:pt x="1359" y="1738"/>
                </a:lnTo>
                <a:lnTo>
                  <a:pt x="1361" y="1743"/>
                </a:lnTo>
                <a:lnTo>
                  <a:pt x="1362" y="1748"/>
                </a:lnTo>
                <a:lnTo>
                  <a:pt x="1363" y="1754"/>
                </a:lnTo>
                <a:lnTo>
                  <a:pt x="1363" y="1760"/>
                </a:lnTo>
                <a:lnTo>
                  <a:pt x="1363" y="1766"/>
                </a:lnTo>
                <a:lnTo>
                  <a:pt x="1362" y="1771"/>
                </a:lnTo>
                <a:lnTo>
                  <a:pt x="1361" y="1777"/>
                </a:lnTo>
                <a:lnTo>
                  <a:pt x="1359" y="1782"/>
                </a:lnTo>
                <a:lnTo>
                  <a:pt x="1356" y="1787"/>
                </a:lnTo>
                <a:lnTo>
                  <a:pt x="1354" y="1792"/>
                </a:lnTo>
                <a:lnTo>
                  <a:pt x="1350" y="1797"/>
                </a:lnTo>
                <a:lnTo>
                  <a:pt x="1347" y="1801"/>
                </a:lnTo>
                <a:lnTo>
                  <a:pt x="1342" y="1805"/>
                </a:lnTo>
                <a:lnTo>
                  <a:pt x="1338" y="1808"/>
                </a:lnTo>
                <a:lnTo>
                  <a:pt x="1333" y="1811"/>
                </a:lnTo>
                <a:lnTo>
                  <a:pt x="1328" y="1814"/>
                </a:lnTo>
                <a:lnTo>
                  <a:pt x="1323" y="1816"/>
                </a:lnTo>
                <a:lnTo>
                  <a:pt x="1317" y="1817"/>
                </a:lnTo>
                <a:lnTo>
                  <a:pt x="1312" y="1818"/>
                </a:lnTo>
                <a:lnTo>
                  <a:pt x="1306" y="1818"/>
                </a:lnTo>
                <a:lnTo>
                  <a:pt x="1300" y="1818"/>
                </a:lnTo>
                <a:lnTo>
                  <a:pt x="1294" y="1817"/>
                </a:lnTo>
                <a:lnTo>
                  <a:pt x="1289" y="1816"/>
                </a:lnTo>
                <a:lnTo>
                  <a:pt x="1284" y="1814"/>
                </a:lnTo>
                <a:lnTo>
                  <a:pt x="1278" y="1811"/>
                </a:lnTo>
                <a:lnTo>
                  <a:pt x="1273" y="1808"/>
                </a:lnTo>
                <a:lnTo>
                  <a:pt x="1268" y="1805"/>
                </a:lnTo>
                <a:lnTo>
                  <a:pt x="1264" y="1801"/>
                </a:lnTo>
                <a:lnTo>
                  <a:pt x="1261" y="1797"/>
                </a:lnTo>
                <a:lnTo>
                  <a:pt x="1257" y="1792"/>
                </a:lnTo>
                <a:lnTo>
                  <a:pt x="1254" y="1787"/>
                </a:lnTo>
                <a:lnTo>
                  <a:pt x="1252" y="1782"/>
                </a:lnTo>
                <a:lnTo>
                  <a:pt x="1250" y="1777"/>
                </a:lnTo>
                <a:lnTo>
                  <a:pt x="1249" y="1771"/>
                </a:lnTo>
                <a:lnTo>
                  <a:pt x="1248" y="1766"/>
                </a:lnTo>
                <a:lnTo>
                  <a:pt x="1248" y="1760"/>
                </a:lnTo>
                <a:lnTo>
                  <a:pt x="1248" y="1754"/>
                </a:lnTo>
                <a:lnTo>
                  <a:pt x="1249" y="1748"/>
                </a:lnTo>
                <a:lnTo>
                  <a:pt x="1250" y="1743"/>
                </a:lnTo>
                <a:lnTo>
                  <a:pt x="1252" y="1738"/>
                </a:lnTo>
                <a:lnTo>
                  <a:pt x="1254" y="1733"/>
                </a:lnTo>
                <a:lnTo>
                  <a:pt x="1257" y="1728"/>
                </a:lnTo>
                <a:lnTo>
                  <a:pt x="1261" y="1723"/>
                </a:lnTo>
                <a:lnTo>
                  <a:pt x="1264" y="1719"/>
                </a:lnTo>
                <a:lnTo>
                  <a:pt x="1268" y="1716"/>
                </a:lnTo>
                <a:lnTo>
                  <a:pt x="1273" y="1712"/>
                </a:lnTo>
                <a:lnTo>
                  <a:pt x="1278" y="1709"/>
                </a:lnTo>
                <a:lnTo>
                  <a:pt x="1284" y="1707"/>
                </a:lnTo>
                <a:lnTo>
                  <a:pt x="1289" y="1705"/>
                </a:lnTo>
                <a:lnTo>
                  <a:pt x="1294" y="1704"/>
                </a:lnTo>
                <a:lnTo>
                  <a:pt x="1300" y="1703"/>
                </a:lnTo>
                <a:lnTo>
                  <a:pt x="1306" y="1702"/>
                </a:lnTo>
                <a:close/>
                <a:moveTo>
                  <a:pt x="1044" y="1767"/>
                </a:moveTo>
                <a:lnTo>
                  <a:pt x="1060" y="1768"/>
                </a:lnTo>
                <a:lnTo>
                  <a:pt x="1075" y="1770"/>
                </a:lnTo>
                <a:lnTo>
                  <a:pt x="1089" y="1774"/>
                </a:lnTo>
                <a:lnTo>
                  <a:pt x="1102" y="1778"/>
                </a:lnTo>
                <a:lnTo>
                  <a:pt x="1115" y="1785"/>
                </a:lnTo>
                <a:lnTo>
                  <a:pt x="1127" y="1792"/>
                </a:lnTo>
                <a:lnTo>
                  <a:pt x="1139" y="1801"/>
                </a:lnTo>
                <a:lnTo>
                  <a:pt x="1149" y="1811"/>
                </a:lnTo>
                <a:lnTo>
                  <a:pt x="1158" y="1821"/>
                </a:lnTo>
                <a:lnTo>
                  <a:pt x="1167" y="1833"/>
                </a:lnTo>
                <a:lnTo>
                  <a:pt x="1175" y="1845"/>
                </a:lnTo>
                <a:lnTo>
                  <a:pt x="1181" y="1858"/>
                </a:lnTo>
                <a:lnTo>
                  <a:pt x="1186" y="1871"/>
                </a:lnTo>
                <a:lnTo>
                  <a:pt x="1190" y="1885"/>
                </a:lnTo>
                <a:lnTo>
                  <a:pt x="1192" y="1900"/>
                </a:lnTo>
                <a:lnTo>
                  <a:pt x="1193" y="1915"/>
                </a:lnTo>
                <a:lnTo>
                  <a:pt x="1192" y="1930"/>
                </a:lnTo>
                <a:lnTo>
                  <a:pt x="1190" y="1945"/>
                </a:lnTo>
                <a:lnTo>
                  <a:pt x="1186" y="1959"/>
                </a:lnTo>
                <a:lnTo>
                  <a:pt x="1181" y="1973"/>
                </a:lnTo>
                <a:lnTo>
                  <a:pt x="1175" y="1986"/>
                </a:lnTo>
                <a:lnTo>
                  <a:pt x="1167" y="1998"/>
                </a:lnTo>
                <a:lnTo>
                  <a:pt x="1158" y="2009"/>
                </a:lnTo>
                <a:lnTo>
                  <a:pt x="1149" y="2019"/>
                </a:lnTo>
                <a:lnTo>
                  <a:pt x="1139" y="2029"/>
                </a:lnTo>
                <a:lnTo>
                  <a:pt x="1127" y="2037"/>
                </a:lnTo>
                <a:lnTo>
                  <a:pt x="1115" y="2045"/>
                </a:lnTo>
                <a:lnTo>
                  <a:pt x="1102" y="2051"/>
                </a:lnTo>
                <a:lnTo>
                  <a:pt x="1089" y="2056"/>
                </a:lnTo>
                <a:lnTo>
                  <a:pt x="1075" y="2059"/>
                </a:lnTo>
                <a:lnTo>
                  <a:pt x="1060" y="2062"/>
                </a:lnTo>
                <a:lnTo>
                  <a:pt x="1044" y="2062"/>
                </a:lnTo>
                <a:lnTo>
                  <a:pt x="1029" y="2062"/>
                </a:lnTo>
                <a:lnTo>
                  <a:pt x="1015" y="2059"/>
                </a:lnTo>
                <a:lnTo>
                  <a:pt x="1001" y="2056"/>
                </a:lnTo>
                <a:lnTo>
                  <a:pt x="987" y="2051"/>
                </a:lnTo>
                <a:lnTo>
                  <a:pt x="974" y="2045"/>
                </a:lnTo>
                <a:lnTo>
                  <a:pt x="962" y="2037"/>
                </a:lnTo>
                <a:lnTo>
                  <a:pt x="951" y="2029"/>
                </a:lnTo>
                <a:lnTo>
                  <a:pt x="939" y="2019"/>
                </a:lnTo>
                <a:lnTo>
                  <a:pt x="930" y="2009"/>
                </a:lnTo>
                <a:lnTo>
                  <a:pt x="922" y="1998"/>
                </a:lnTo>
                <a:lnTo>
                  <a:pt x="914" y="1986"/>
                </a:lnTo>
                <a:lnTo>
                  <a:pt x="908" y="1973"/>
                </a:lnTo>
                <a:lnTo>
                  <a:pt x="903" y="1959"/>
                </a:lnTo>
                <a:lnTo>
                  <a:pt x="899" y="1945"/>
                </a:lnTo>
                <a:lnTo>
                  <a:pt x="897" y="1930"/>
                </a:lnTo>
                <a:lnTo>
                  <a:pt x="897" y="1915"/>
                </a:lnTo>
                <a:lnTo>
                  <a:pt x="897" y="1900"/>
                </a:lnTo>
                <a:lnTo>
                  <a:pt x="899" y="1885"/>
                </a:lnTo>
                <a:lnTo>
                  <a:pt x="903" y="1871"/>
                </a:lnTo>
                <a:lnTo>
                  <a:pt x="908" y="1858"/>
                </a:lnTo>
                <a:lnTo>
                  <a:pt x="914" y="1845"/>
                </a:lnTo>
                <a:lnTo>
                  <a:pt x="922" y="1833"/>
                </a:lnTo>
                <a:lnTo>
                  <a:pt x="930" y="1821"/>
                </a:lnTo>
                <a:lnTo>
                  <a:pt x="939" y="1811"/>
                </a:lnTo>
                <a:lnTo>
                  <a:pt x="951" y="1801"/>
                </a:lnTo>
                <a:lnTo>
                  <a:pt x="962" y="1792"/>
                </a:lnTo>
                <a:lnTo>
                  <a:pt x="974" y="1785"/>
                </a:lnTo>
                <a:lnTo>
                  <a:pt x="987" y="1778"/>
                </a:lnTo>
                <a:lnTo>
                  <a:pt x="1001" y="1774"/>
                </a:lnTo>
                <a:lnTo>
                  <a:pt x="1015" y="1770"/>
                </a:lnTo>
                <a:lnTo>
                  <a:pt x="1029" y="1768"/>
                </a:lnTo>
                <a:lnTo>
                  <a:pt x="1044" y="1767"/>
                </a:lnTo>
                <a:close/>
              </a:path>
            </a:pathLst>
          </a:custGeom>
          <a:solidFill>
            <a:srgbClr val="C00000"/>
          </a:solidFill>
          <a:ln>
            <a:noFill/>
          </a:ln>
        </p:spPr>
        <p:txBody>
          <a:bodyPr vert="horz" wrap="square" lIns="128580" tIns="64290" rIns="128580" bIns="64290" numCol="1" anchor="t" anchorCtr="0" compatLnSpc="1">
            <a:prstTxWarp prst="textNoShape">
              <a:avLst/>
            </a:prstTxWarp>
          </a:bodyPr>
          <a:lstStyle/>
          <a:p>
            <a:endParaRPr lang="zh-CN" altLang="en-US"/>
          </a:p>
        </p:txBody>
      </p:sp>
      <p:grpSp>
        <p:nvGrpSpPr>
          <p:cNvPr id="53" name="组合 52"/>
          <p:cNvGrpSpPr/>
          <p:nvPr/>
        </p:nvGrpSpPr>
        <p:grpSpPr>
          <a:xfrm>
            <a:off x="5769657" y="3923492"/>
            <a:ext cx="512530" cy="428849"/>
            <a:chOff x="4178300" y="4422775"/>
            <a:chExt cx="388938" cy="325438"/>
          </a:xfrm>
          <a:solidFill>
            <a:srgbClr val="C00000"/>
          </a:solidFill>
        </p:grpSpPr>
        <p:sp>
          <p:nvSpPr>
            <p:cNvPr id="54" name="Freeform 5"/>
            <p:cNvSpPr>
              <a:spLocks noEditPoints="1"/>
            </p:cNvSpPr>
            <p:nvPr/>
          </p:nvSpPr>
          <p:spPr bwMode="auto">
            <a:xfrm>
              <a:off x="4330700" y="4530725"/>
              <a:ext cx="236538" cy="217488"/>
            </a:xfrm>
            <a:custGeom>
              <a:avLst/>
              <a:gdLst>
                <a:gd name="T0" fmla="*/ 742 w 744"/>
                <a:gd name="T1" fmla="*/ 283 h 683"/>
                <a:gd name="T2" fmla="*/ 727 w 744"/>
                <a:gd name="T3" fmla="*/ 221 h 683"/>
                <a:gd name="T4" fmla="*/ 699 w 744"/>
                <a:gd name="T5" fmla="*/ 164 h 683"/>
                <a:gd name="T6" fmla="*/ 659 w 744"/>
                <a:gd name="T7" fmla="*/ 114 h 683"/>
                <a:gd name="T8" fmla="*/ 608 w 744"/>
                <a:gd name="T9" fmla="*/ 72 h 683"/>
                <a:gd name="T10" fmla="*/ 549 w 744"/>
                <a:gd name="T11" fmla="*/ 37 h 683"/>
                <a:gd name="T12" fmla="*/ 483 w 744"/>
                <a:gd name="T13" fmla="*/ 14 h 683"/>
                <a:gd name="T14" fmla="*/ 410 w 744"/>
                <a:gd name="T15" fmla="*/ 1 h 683"/>
                <a:gd name="T16" fmla="*/ 353 w 744"/>
                <a:gd name="T17" fmla="*/ 0 h 683"/>
                <a:gd name="T18" fmla="*/ 278 w 744"/>
                <a:gd name="T19" fmla="*/ 9 h 683"/>
                <a:gd name="T20" fmla="*/ 210 w 744"/>
                <a:gd name="T21" fmla="*/ 30 h 683"/>
                <a:gd name="T22" fmla="*/ 148 w 744"/>
                <a:gd name="T23" fmla="*/ 63 h 683"/>
                <a:gd name="T24" fmla="*/ 96 w 744"/>
                <a:gd name="T25" fmla="*/ 102 h 683"/>
                <a:gd name="T26" fmla="*/ 53 w 744"/>
                <a:gd name="T27" fmla="*/ 151 h 683"/>
                <a:gd name="T28" fmla="*/ 22 w 744"/>
                <a:gd name="T29" fmla="*/ 206 h 683"/>
                <a:gd name="T30" fmla="*/ 3 w 744"/>
                <a:gd name="T31" fmla="*/ 267 h 683"/>
                <a:gd name="T32" fmla="*/ 0 w 744"/>
                <a:gd name="T33" fmla="*/ 316 h 683"/>
                <a:gd name="T34" fmla="*/ 7 w 744"/>
                <a:gd name="T35" fmla="*/ 379 h 683"/>
                <a:gd name="T36" fmla="*/ 29 w 744"/>
                <a:gd name="T37" fmla="*/ 438 h 683"/>
                <a:gd name="T38" fmla="*/ 62 w 744"/>
                <a:gd name="T39" fmla="*/ 492 h 683"/>
                <a:gd name="T40" fmla="*/ 108 w 744"/>
                <a:gd name="T41" fmla="*/ 538 h 683"/>
                <a:gd name="T42" fmla="*/ 163 w 744"/>
                <a:gd name="T43" fmla="*/ 577 h 683"/>
                <a:gd name="T44" fmla="*/ 226 w 744"/>
                <a:gd name="T45" fmla="*/ 606 h 683"/>
                <a:gd name="T46" fmla="*/ 297 w 744"/>
                <a:gd name="T47" fmla="*/ 625 h 683"/>
                <a:gd name="T48" fmla="*/ 371 w 744"/>
                <a:gd name="T49" fmla="*/ 631 h 683"/>
                <a:gd name="T50" fmla="*/ 462 w 744"/>
                <a:gd name="T51" fmla="*/ 621 h 683"/>
                <a:gd name="T52" fmla="*/ 593 w 744"/>
                <a:gd name="T53" fmla="*/ 569 h 683"/>
                <a:gd name="T54" fmla="*/ 656 w 744"/>
                <a:gd name="T55" fmla="*/ 520 h 683"/>
                <a:gd name="T56" fmla="*/ 703 w 744"/>
                <a:gd name="T57" fmla="*/ 459 h 683"/>
                <a:gd name="T58" fmla="*/ 734 w 744"/>
                <a:gd name="T59" fmla="*/ 390 h 683"/>
                <a:gd name="T60" fmla="*/ 744 w 744"/>
                <a:gd name="T61" fmla="*/ 316 h 683"/>
                <a:gd name="T62" fmla="*/ 248 w 744"/>
                <a:gd name="T63" fmla="*/ 273 h 683"/>
                <a:gd name="T64" fmla="*/ 217 w 744"/>
                <a:gd name="T65" fmla="*/ 252 h 683"/>
                <a:gd name="T66" fmla="*/ 208 w 744"/>
                <a:gd name="T67" fmla="*/ 224 h 683"/>
                <a:gd name="T68" fmla="*/ 223 w 744"/>
                <a:gd name="T69" fmla="*/ 187 h 683"/>
                <a:gd name="T70" fmla="*/ 257 w 744"/>
                <a:gd name="T71" fmla="*/ 173 h 683"/>
                <a:gd name="T72" fmla="*/ 285 w 744"/>
                <a:gd name="T73" fmla="*/ 182 h 683"/>
                <a:gd name="T74" fmla="*/ 306 w 744"/>
                <a:gd name="T75" fmla="*/ 213 h 683"/>
                <a:gd name="T76" fmla="*/ 304 w 744"/>
                <a:gd name="T77" fmla="*/ 242 h 683"/>
                <a:gd name="T78" fmla="*/ 277 w 744"/>
                <a:gd name="T79" fmla="*/ 269 h 683"/>
                <a:gd name="T80" fmla="*/ 499 w 744"/>
                <a:gd name="T81" fmla="*/ 274 h 683"/>
                <a:gd name="T82" fmla="*/ 471 w 744"/>
                <a:gd name="T83" fmla="*/ 264 h 683"/>
                <a:gd name="T84" fmla="*/ 450 w 744"/>
                <a:gd name="T85" fmla="*/ 233 h 683"/>
                <a:gd name="T86" fmla="*/ 453 w 744"/>
                <a:gd name="T87" fmla="*/ 204 h 683"/>
                <a:gd name="T88" fmla="*/ 479 w 744"/>
                <a:gd name="T89" fmla="*/ 177 h 683"/>
                <a:gd name="T90" fmla="*/ 509 w 744"/>
                <a:gd name="T91" fmla="*/ 173 h 683"/>
                <a:gd name="T92" fmla="*/ 541 w 744"/>
                <a:gd name="T93" fmla="*/ 194 h 683"/>
                <a:gd name="T94" fmla="*/ 549 w 744"/>
                <a:gd name="T95" fmla="*/ 224 h 683"/>
                <a:gd name="T96" fmla="*/ 534 w 744"/>
                <a:gd name="T97" fmla="*/ 259 h 683"/>
                <a:gd name="T98" fmla="*/ 499 w 744"/>
                <a:gd name="T99" fmla="*/ 274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4" h="683">
                  <a:moveTo>
                    <a:pt x="744" y="316"/>
                  </a:moveTo>
                  <a:lnTo>
                    <a:pt x="744" y="316"/>
                  </a:lnTo>
                  <a:lnTo>
                    <a:pt x="743" y="299"/>
                  </a:lnTo>
                  <a:lnTo>
                    <a:pt x="742" y="283"/>
                  </a:lnTo>
                  <a:lnTo>
                    <a:pt x="739" y="267"/>
                  </a:lnTo>
                  <a:lnTo>
                    <a:pt x="736" y="252"/>
                  </a:lnTo>
                  <a:lnTo>
                    <a:pt x="732" y="236"/>
                  </a:lnTo>
                  <a:lnTo>
                    <a:pt x="727" y="221"/>
                  </a:lnTo>
                  <a:lnTo>
                    <a:pt x="721" y="206"/>
                  </a:lnTo>
                  <a:lnTo>
                    <a:pt x="715" y="192"/>
                  </a:lnTo>
                  <a:lnTo>
                    <a:pt x="707" y="178"/>
                  </a:lnTo>
                  <a:lnTo>
                    <a:pt x="699" y="164"/>
                  </a:lnTo>
                  <a:lnTo>
                    <a:pt x="689" y="151"/>
                  </a:lnTo>
                  <a:lnTo>
                    <a:pt x="680" y="138"/>
                  </a:lnTo>
                  <a:lnTo>
                    <a:pt x="670" y="127"/>
                  </a:lnTo>
                  <a:lnTo>
                    <a:pt x="659" y="114"/>
                  </a:lnTo>
                  <a:lnTo>
                    <a:pt x="648" y="102"/>
                  </a:lnTo>
                  <a:lnTo>
                    <a:pt x="635" y="92"/>
                  </a:lnTo>
                  <a:lnTo>
                    <a:pt x="622" y="81"/>
                  </a:lnTo>
                  <a:lnTo>
                    <a:pt x="608" y="72"/>
                  </a:lnTo>
                  <a:lnTo>
                    <a:pt x="594" y="63"/>
                  </a:lnTo>
                  <a:lnTo>
                    <a:pt x="579" y="53"/>
                  </a:lnTo>
                  <a:lnTo>
                    <a:pt x="564" y="45"/>
                  </a:lnTo>
                  <a:lnTo>
                    <a:pt x="549" y="37"/>
                  </a:lnTo>
                  <a:lnTo>
                    <a:pt x="533" y="30"/>
                  </a:lnTo>
                  <a:lnTo>
                    <a:pt x="516" y="24"/>
                  </a:lnTo>
                  <a:lnTo>
                    <a:pt x="499" y="18"/>
                  </a:lnTo>
                  <a:lnTo>
                    <a:pt x="483" y="14"/>
                  </a:lnTo>
                  <a:lnTo>
                    <a:pt x="464" y="9"/>
                  </a:lnTo>
                  <a:lnTo>
                    <a:pt x="447" y="5"/>
                  </a:lnTo>
                  <a:lnTo>
                    <a:pt x="428" y="3"/>
                  </a:lnTo>
                  <a:lnTo>
                    <a:pt x="410" y="1"/>
                  </a:lnTo>
                  <a:lnTo>
                    <a:pt x="391" y="0"/>
                  </a:lnTo>
                  <a:lnTo>
                    <a:pt x="371" y="0"/>
                  </a:lnTo>
                  <a:lnTo>
                    <a:pt x="371" y="0"/>
                  </a:lnTo>
                  <a:lnTo>
                    <a:pt x="353" y="0"/>
                  </a:lnTo>
                  <a:lnTo>
                    <a:pt x="333" y="1"/>
                  </a:lnTo>
                  <a:lnTo>
                    <a:pt x="314" y="3"/>
                  </a:lnTo>
                  <a:lnTo>
                    <a:pt x="297" y="5"/>
                  </a:lnTo>
                  <a:lnTo>
                    <a:pt x="278" y="9"/>
                  </a:lnTo>
                  <a:lnTo>
                    <a:pt x="261" y="14"/>
                  </a:lnTo>
                  <a:lnTo>
                    <a:pt x="244" y="18"/>
                  </a:lnTo>
                  <a:lnTo>
                    <a:pt x="226" y="24"/>
                  </a:lnTo>
                  <a:lnTo>
                    <a:pt x="210" y="30"/>
                  </a:lnTo>
                  <a:lnTo>
                    <a:pt x="194" y="37"/>
                  </a:lnTo>
                  <a:lnTo>
                    <a:pt x="179" y="45"/>
                  </a:lnTo>
                  <a:lnTo>
                    <a:pt x="163" y="53"/>
                  </a:lnTo>
                  <a:lnTo>
                    <a:pt x="148" y="63"/>
                  </a:lnTo>
                  <a:lnTo>
                    <a:pt x="134" y="72"/>
                  </a:lnTo>
                  <a:lnTo>
                    <a:pt x="122" y="81"/>
                  </a:lnTo>
                  <a:lnTo>
                    <a:pt x="108" y="92"/>
                  </a:lnTo>
                  <a:lnTo>
                    <a:pt x="96" y="102"/>
                  </a:lnTo>
                  <a:lnTo>
                    <a:pt x="84" y="114"/>
                  </a:lnTo>
                  <a:lnTo>
                    <a:pt x="73" y="127"/>
                  </a:lnTo>
                  <a:lnTo>
                    <a:pt x="62" y="138"/>
                  </a:lnTo>
                  <a:lnTo>
                    <a:pt x="53" y="151"/>
                  </a:lnTo>
                  <a:lnTo>
                    <a:pt x="44" y="164"/>
                  </a:lnTo>
                  <a:lnTo>
                    <a:pt x="36" y="178"/>
                  </a:lnTo>
                  <a:lnTo>
                    <a:pt x="29" y="192"/>
                  </a:lnTo>
                  <a:lnTo>
                    <a:pt x="22" y="206"/>
                  </a:lnTo>
                  <a:lnTo>
                    <a:pt x="16" y="221"/>
                  </a:lnTo>
                  <a:lnTo>
                    <a:pt x="11" y="236"/>
                  </a:lnTo>
                  <a:lnTo>
                    <a:pt x="7" y="252"/>
                  </a:lnTo>
                  <a:lnTo>
                    <a:pt x="3" y="267"/>
                  </a:lnTo>
                  <a:lnTo>
                    <a:pt x="1" y="283"/>
                  </a:lnTo>
                  <a:lnTo>
                    <a:pt x="0" y="299"/>
                  </a:lnTo>
                  <a:lnTo>
                    <a:pt x="0" y="316"/>
                  </a:lnTo>
                  <a:lnTo>
                    <a:pt x="0" y="316"/>
                  </a:lnTo>
                  <a:lnTo>
                    <a:pt x="0" y="331"/>
                  </a:lnTo>
                  <a:lnTo>
                    <a:pt x="1" y="347"/>
                  </a:lnTo>
                  <a:lnTo>
                    <a:pt x="3" y="363"/>
                  </a:lnTo>
                  <a:lnTo>
                    <a:pt x="7" y="379"/>
                  </a:lnTo>
                  <a:lnTo>
                    <a:pt x="11" y="394"/>
                  </a:lnTo>
                  <a:lnTo>
                    <a:pt x="16" y="409"/>
                  </a:lnTo>
                  <a:lnTo>
                    <a:pt x="22" y="424"/>
                  </a:lnTo>
                  <a:lnTo>
                    <a:pt x="29" y="438"/>
                  </a:lnTo>
                  <a:lnTo>
                    <a:pt x="36" y="452"/>
                  </a:lnTo>
                  <a:lnTo>
                    <a:pt x="44" y="466"/>
                  </a:lnTo>
                  <a:lnTo>
                    <a:pt x="53" y="479"/>
                  </a:lnTo>
                  <a:lnTo>
                    <a:pt x="62" y="492"/>
                  </a:lnTo>
                  <a:lnTo>
                    <a:pt x="73" y="505"/>
                  </a:lnTo>
                  <a:lnTo>
                    <a:pt x="84" y="516"/>
                  </a:lnTo>
                  <a:lnTo>
                    <a:pt x="96" y="528"/>
                  </a:lnTo>
                  <a:lnTo>
                    <a:pt x="108" y="538"/>
                  </a:lnTo>
                  <a:lnTo>
                    <a:pt x="122" y="549"/>
                  </a:lnTo>
                  <a:lnTo>
                    <a:pt x="134" y="559"/>
                  </a:lnTo>
                  <a:lnTo>
                    <a:pt x="148" y="569"/>
                  </a:lnTo>
                  <a:lnTo>
                    <a:pt x="163" y="577"/>
                  </a:lnTo>
                  <a:lnTo>
                    <a:pt x="179" y="585"/>
                  </a:lnTo>
                  <a:lnTo>
                    <a:pt x="194" y="593"/>
                  </a:lnTo>
                  <a:lnTo>
                    <a:pt x="210" y="600"/>
                  </a:lnTo>
                  <a:lnTo>
                    <a:pt x="226" y="606"/>
                  </a:lnTo>
                  <a:lnTo>
                    <a:pt x="244" y="612"/>
                  </a:lnTo>
                  <a:lnTo>
                    <a:pt x="261" y="617"/>
                  </a:lnTo>
                  <a:lnTo>
                    <a:pt x="278" y="621"/>
                  </a:lnTo>
                  <a:lnTo>
                    <a:pt x="297" y="625"/>
                  </a:lnTo>
                  <a:lnTo>
                    <a:pt x="314" y="627"/>
                  </a:lnTo>
                  <a:lnTo>
                    <a:pt x="333" y="629"/>
                  </a:lnTo>
                  <a:lnTo>
                    <a:pt x="353" y="631"/>
                  </a:lnTo>
                  <a:lnTo>
                    <a:pt x="371" y="631"/>
                  </a:lnTo>
                  <a:lnTo>
                    <a:pt x="371" y="631"/>
                  </a:lnTo>
                  <a:lnTo>
                    <a:pt x="403" y="629"/>
                  </a:lnTo>
                  <a:lnTo>
                    <a:pt x="433" y="627"/>
                  </a:lnTo>
                  <a:lnTo>
                    <a:pt x="462" y="621"/>
                  </a:lnTo>
                  <a:lnTo>
                    <a:pt x="491" y="614"/>
                  </a:lnTo>
                  <a:lnTo>
                    <a:pt x="635" y="683"/>
                  </a:lnTo>
                  <a:lnTo>
                    <a:pt x="593" y="569"/>
                  </a:lnTo>
                  <a:lnTo>
                    <a:pt x="593" y="569"/>
                  </a:lnTo>
                  <a:lnTo>
                    <a:pt x="610" y="557"/>
                  </a:lnTo>
                  <a:lnTo>
                    <a:pt x="626" y="545"/>
                  </a:lnTo>
                  <a:lnTo>
                    <a:pt x="641" y="533"/>
                  </a:lnTo>
                  <a:lnTo>
                    <a:pt x="656" y="520"/>
                  </a:lnTo>
                  <a:lnTo>
                    <a:pt x="669" y="506"/>
                  </a:lnTo>
                  <a:lnTo>
                    <a:pt x="681" y="491"/>
                  </a:lnTo>
                  <a:lnTo>
                    <a:pt x="693" y="475"/>
                  </a:lnTo>
                  <a:lnTo>
                    <a:pt x="703" y="459"/>
                  </a:lnTo>
                  <a:lnTo>
                    <a:pt x="713" y="443"/>
                  </a:lnTo>
                  <a:lnTo>
                    <a:pt x="721" y="425"/>
                  </a:lnTo>
                  <a:lnTo>
                    <a:pt x="728" y="408"/>
                  </a:lnTo>
                  <a:lnTo>
                    <a:pt x="734" y="390"/>
                  </a:lnTo>
                  <a:lnTo>
                    <a:pt x="738" y="372"/>
                  </a:lnTo>
                  <a:lnTo>
                    <a:pt x="741" y="353"/>
                  </a:lnTo>
                  <a:lnTo>
                    <a:pt x="743" y="334"/>
                  </a:lnTo>
                  <a:lnTo>
                    <a:pt x="744" y="316"/>
                  </a:lnTo>
                  <a:lnTo>
                    <a:pt x="744" y="316"/>
                  </a:lnTo>
                  <a:close/>
                  <a:moveTo>
                    <a:pt x="257" y="274"/>
                  </a:moveTo>
                  <a:lnTo>
                    <a:pt x="257" y="274"/>
                  </a:lnTo>
                  <a:lnTo>
                    <a:pt x="248" y="273"/>
                  </a:lnTo>
                  <a:lnTo>
                    <a:pt x="239" y="269"/>
                  </a:lnTo>
                  <a:lnTo>
                    <a:pt x="230" y="264"/>
                  </a:lnTo>
                  <a:lnTo>
                    <a:pt x="223" y="259"/>
                  </a:lnTo>
                  <a:lnTo>
                    <a:pt x="217" y="252"/>
                  </a:lnTo>
                  <a:lnTo>
                    <a:pt x="212" y="242"/>
                  </a:lnTo>
                  <a:lnTo>
                    <a:pt x="209" y="233"/>
                  </a:lnTo>
                  <a:lnTo>
                    <a:pt x="208" y="224"/>
                  </a:lnTo>
                  <a:lnTo>
                    <a:pt x="208" y="224"/>
                  </a:lnTo>
                  <a:lnTo>
                    <a:pt x="209" y="213"/>
                  </a:lnTo>
                  <a:lnTo>
                    <a:pt x="212" y="204"/>
                  </a:lnTo>
                  <a:lnTo>
                    <a:pt x="217" y="194"/>
                  </a:lnTo>
                  <a:lnTo>
                    <a:pt x="223" y="187"/>
                  </a:lnTo>
                  <a:lnTo>
                    <a:pt x="230" y="182"/>
                  </a:lnTo>
                  <a:lnTo>
                    <a:pt x="239" y="177"/>
                  </a:lnTo>
                  <a:lnTo>
                    <a:pt x="248" y="173"/>
                  </a:lnTo>
                  <a:lnTo>
                    <a:pt x="257" y="173"/>
                  </a:lnTo>
                  <a:lnTo>
                    <a:pt x="257" y="173"/>
                  </a:lnTo>
                  <a:lnTo>
                    <a:pt x="268" y="173"/>
                  </a:lnTo>
                  <a:lnTo>
                    <a:pt x="277" y="177"/>
                  </a:lnTo>
                  <a:lnTo>
                    <a:pt x="285" y="182"/>
                  </a:lnTo>
                  <a:lnTo>
                    <a:pt x="293" y="187"/>
                  </a:lnTo>
                  <a:lnTo>
                    <a:pt x="299" y="194"/>
                  </a:lnTo>
                  <a:lnTo>
                    <a:pt x="304" y="204"/>
                  </a:lnTo>
                  <a:lnTo>
                    <a:pt x="306" y="213"/>
                  </a:lnTo>
                  <a:lnTo>
                    <a:pt x="307" y="224"/>
                  </a:lnTo>
                  <a:lnTo>
                    <a:pt x="307" y="224"/>
                  </a:lnTo>
                  <a:lnTo>
                    <a:pt x="306" y="233"/>
                  </a:lnTo>
                  <a:lnTo>
                    <a:pt x="304" y="242"/>
                  </a:lnTo>
                  <a:lnTo>
                    <a:pt x="299" y="252"/>
                  </a:lnTo>
                  <a:lnTo>
                    <a:pt x="293" y="259"/>
                  </a:lnTo>
                  <a:lnTo>
                    <a:pt x="285" y="264"/>
                  </a:lnTo>
                  <a:lnTo>
                    <a:pt x="277" y="269"/>
                  </a:lnTo>
                  <a:lnTo>
                    <a:pt x="268" y="273"/>
                  </a:lnTo>
                  <a:lnTo>
                    <a:pt x="257" y="274"/>
                  </a:lnTo>
                  <a:lnTo>
                    <a:pt x="257" y="274"/>
                  </a:lnTo>
                  <a:close/>
                  <a:moveTo>
                    <a:pt x="499" y="274"/>
                  </a:moveTo>
                  <a:lnTo>
                    <a:pt x="499" y="274"/>
                  </a:lnTo>
                  <a:lnTo>
                    <a:pt x="489" y="273"/>
                  </a:lnTo>
                  <a:lnTo>
                    <a:pt x="479" y="269"/>
                  </a:lnTo>
                  <a:lnTo>
                    <a:pt x="471" y="264"/>
                  </a:lnTo>
                  <a:lnTo>
                    <a:pt x="464" y="259"/>
                  </a:lnTo>
                  <a:lnTo>
                    <a:pt x="457" y="252"/>
                  </a:lnTo>
                  <a:lnTo>
                    <a:pt x="453" y="242"/>
                  </a:lnTo>
                  <a:lnTo>
                    <a:pt x="450" y="233"/>
                  </a:lnTo>
                  <a:lnTo>
                    <a:pt x="449" y="224"/>
                  </a:lnTo>
                  <a:lnTo>
                    <a:pt x="449" y="224"/>
                  </a:lnTo>
                  <a:lnTo>
                    <a:pt x="450" y="213"/>
                  </a:lnTo>
                  <a:lnTo>
                    <a:pt x="453" y="204"/>
                  </a:lnTo>
                  <a:lnTo>
                    <a:pt x="457" y="194"/>
                  </a:lnTo>
                  <a:lnTo>
                    <a:pt x="464" y="187"/>
                  </a:lnTo>
                  <a:lnTo>
                    <a:pt x="471" y="182"/>
                  </a:lnTo>
                  <a:lnTo>
                    <a:pt x="479" y="177"/>
                  </a:lnTo>
                  <a:lnTo>
                    <a:pt x="489" y="173"/>
                  </a:lnTo>
                  <a:lnTo>
                    <a:pt x="499" y="173"/>
                  </a:lnTo>
                  <a:lnTo>
                    <a:pt x="499" y="173"/>
                  </a:lnTo>
                  <a:lnTo>
                    <a:pt x="509" y="173"/>
                  </a:lnTo>
                  <a:lnTo>
                    <a:pt x="519" y="177"/>
                  </a:lnTo>
                  <a:lnTo>
                    <a:pt x="527" y="182"/>
                  </a:lnTo>
                  <a:lnTo>
                    <a:pt x="534" y="187"/>
                  </a:lnTo>
                  <a:lnTo>
                    <a:pt x="541" y="194"/>
                  </a:lnTo>
                  <a:lnTo>
                    <a:pt x="545" y="204"/>
                  </a:lnTo>
                  <a:lnTo>
                    <a:pt x="548" y="213"/>
                  </a:lnTo>
                  <a:lnTo>
                    <a:pt x="549" y="224"/>
                  </a:lnTo>
                  <a:lnTo>
                    <a:pt x="549" y="224"/>
                  </a:lnTo>
                  <a:lnTo>
                    <a:pt x="548" y="233"/>
                  </a:lnTo>
                  <a:lnTo>
                    <a:pt x="545" y="242"/>
                  </a:lnTo>
                  <a:lnTo>
                    <a:pt x="541" y="252"/>
                  </a:lnTo>
                  <a:lnTo>
                    <a:pt x="534" y="259"/>
                  </a:lnTo>
                  <a:lnTo>
                    <a:pt x="527" y="264"/>
                  </a:lnTo>
                  <a:lnTo>
                    <a:pt x="519" y="269"/>
                  </a:lnTo>
                  <a:lnTo>
                    <a:pt x="509" y="273"/>
                  </a:lnTo>
                  <a:lnTo>
                    <a:pt x="499" y="274"/>
                  </a:lnTo>
                  <a:lnTo>
                    <a:pt x="499"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p>
          </p:txBody>
        </p:sp>
        <p:sp>
          <p:nvSpPr>
            <p:cNvPr id="55" name="Freeform 6"/>
            <p:cNvSpPr>
              <a:spLocks noEditPoints="1"/>
            </p:cNvSpPr>
            <p:nvPr/>
          </p:nvSpPr>
          <p:spPr bwMode="auto">
            <a:xfrm>
              <a:off x="4178300" y="4422775"/>
              <a:ext cx="282575" cy="260350"/>
            </a:xfrm>
            <a:custGeom>
              <a:avLst/>
              <a:gdLst>
                <a:gd name="T0" fmla="*/ 456 w 889"/>
                <a:gd name="T1" fmla="*/ 620 h 821"/>
                <a:gd name="T2" fmla="*/ 473 w 889"/>
                <a:gd name="T3" fmla="*/ 555 h 821"/>
                <a:gd name="T4" fmla="*/ 503 w 889"/>
                <a:gd name="T5" fmla="*/ 494 h 821"/>
                <a:gd name="T6" fmla="*/ 546 w 889"/>
                <a:gd name="T7" fmla="*/ 441 h 821"/>
                <a:gd name="T8" fmla="*/ 599 w 889"/>
                <a:gd name="T9" fmla="*/ 395 h 821"/>
                <a:gd name="T10" fmla="*/ 663 w 889"/>
                <a:gd name="T11" fmla="*/ 358 h 821"/>
                <a:gd name="T12" fmla="*/ 734 w 889"/>
                <a:gd name="T13" fmla="*/ 334 h 821"/>
                <a:gd name="T14" fmla="*/ 812 w 889"/>
                <a:gd name="T15" fmla="*/ 320 h 821"/>
                <a:gd name="T16" fmla="*/ 871 w 889"/>
                <a:gd name="T17" fmla="*/ 318 h 821"/>
                <a:gd name="T18" fmla="*/ 881 w 889"/>
                <a:gd name="T19" fmla="*/ 286 h 821"/>
                <a:gd name="T20" fmla="*/ 855 w 889"/>
                <a:gd name="T21" fmla="*/ 223 h 821"/>
                <a:gd name="T22" fmla="*/ 816 w 889"/>
                <a:gd name="T23" fmla="*/ 166 h 821"/>
                <a:gd name="T24" fmla="*/ 768 w 889"/>
                <a:gd name="T25" fmla="*/ 114 h 821"/>
                <a:gd name="T26" fmla="*/ 708 w 889"/>
                <a:gd name="T27" fmla="*/ 71 h 821"/>
                <a:gd name="T28" fmla="*/ 642 w 889"/>
                <a:gd name="T29" fmla="*/ 37 h 821"/>
                <a:gd name="T30" fmla="*/ 568 w 889"/>
                <a:gd name="T31" fmla="*/ 14 h 821"/>
                <a:gd name="T32" fmla="*/ 489 w 889"/>
                <a:gd name="T33" fmla="*/ 1 h 821"/>
                <a:gd name="T34" fmla="*/ 424 w 889"/>
                <a:gd name="T35" fmla="*/ 0 h 821"/>
                <a:gd name="T36" fmla="*/ 336 w 889"/>
                <a:gd name="T37" fmla="*/ 12 h 821"/>
                <a:gd name="T38" fmla="*/ 253 w 889"/>
                <a:gd name="T39" fmla="*/ 37 h 821"/>
                <a:gd name="T40" fmla="*/ 180 w 889"/>
                <a:gd name="T41" fmla="*/ 76 h 821"/>
                <a:gd name="T42" fmla="*/ 116 w 889"/>
                <a:gd name="T43" fmla="*/ 125 h 821"/>
                <a:gd name="T44" fmla="*/ 65 w 889"/>
                <a:gd name="T45" fmla="*/ 183 h 821"/>
                <a:gd name="T46" fmla="*/ 27 w 889"/>
                <a:gd name="T47" fmla="*/ 248 h 821"/>
                <a:gd name="T48" fmla="*/ 5 w 889"/>
                <a:gd name="T49" fmla="*/ 322 h 821"/>
                <a:gd name="T50" fmla="*/ 0 w 889"/>
                <a:gd name="T51" fmla="*/ 379 h 821"/>
                <a:gd name="T52" fmla="*/ 13 w 889"/>
                <a:gd name="T53" fmla="*/ 470 h 821"/>
                <a:gd name="T54" fmla="*/ 49 w 889"/>
                <a:gd name="T55" fmla="*/ 553 h 821"/>
                <a:gd name="T56" fmla="*/ 106 w 889"/>
                <a:gd name="T57" fmla="*/ 625 h 821"/>
                <a:gd name="T58" fmla="*/ 180 w 889"/>
                <a:gd name="T59" fmla="*/ 684 h 821"/>
                <a:gd name="T60" fmla="*/ 339 w 889"/>
                <a:gd name="T61" fmla="*/ 747 h 821"/>
                <a:gd name="T62" fmla="*/ 447 w 889"/>
                <a:gd name="T63" fmla="*/ 759 h 821"/>
                <a:gd name="T64" fmla="*/ 460 w 889"/>
                <a:gd name="T65" fmla="*/ 708 h 821"/>
                <a:gd name="T66" fmla="*/ 584 w 889"/>
                <a:gd name="T67" fmla="*/ 209 h 821"/>
                <a:gd name="T68" fmla="*/ 618 w 889"/>
                <a:gd name="T69" fmla="*/ 219 h 821"/>
                <a:gd name="T70" fmla="*/ 642 w 889"/>
                <a:gd name="T71" fmla="*/ 257 h 821"/>
                <a:gd name="T72" fmla="*/ 639 w 889"/>
                <a:gd name="T73" fmla="*/ 293 h 821"/>
                <a:gd name="T74" fmla="*/ 607 w 889"/>
                <a:gd name="T75" fmla="*/ 324 h 821"/>
                <a:gd name="T76" fmla="*/ 571 w 889"/>
                <a:gd name="T77" fmla="*/ 328 h 821"/>
                <a:gd name="T78" fmla="*/ 534 w 889"/>
                <a:gd name="T79" fmla="*/ 302 h 821"/>
                <a:gd name="T80" fmla="*/ 524 w 889"/>
                <a:gd name="T81" fmla="*/ 268 h 821"/>
                <a:gd name="T82" fmla="*/ 541 w 889"/>
                <a:gd name="T83" fmla="*/ 226 h 821"/>
                <a:gd name="T84" fmla="*/ 584 w 889"/>
                <a:gd name="T85" fmla="*/ 209 h 821"/>
                <a:gd name="T86" fmla="*/ 282 w 889"/>
                <a:gd name="T87" fmla="*/ 328 h 821"/>
                <a:gd name="T88" fmla="*/ 244 w 889"/>
                <a:gd name="T89" fmla="*/ 302 h 821"/>
                <a:gd name="T90" fmla="*/ 235 w 889"/>
                <a:gd name="T91" fmla="*/ 268 h 821"/>
                <a:gd name="T92" fmla="*/ 252 w 889"/>
                <a:gd name="T93" fmla="*/ 226 h 821"/>
                <a:gd name="T94" fmla="*/ 294 w 889"/>
                <a:gd name="T95" fmla="*/ 209 h 821"/>
                <a:gd name="T96" fmla="*/ 327 w 889"/>
                <a:gd name="T97" fmla="*/ 219 h 821"/>
                <a:gd name="T98" fmla="*/ 353 w 889"/>
                <a:gd name="T99" fmla="*/ 257 h 821"/>
                <a:gd name="T100" fmla="*/ 350 w 889"/>
                <a:gd name="T101" fmla="*/ 293 h 821"/>
                <a:gd name="T102" fmla="*/ 317 w 889"/>
                <a:gd name="T103" fmla="*/ 324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9" h="821">
                  <a:moveTo>
                    <a:pt x="454" y="655"/>
                  </a:moveTo>
                  <a:lnTo>
                    <a:pt x="454" y="655"/>
                  </a:lnTo>
                  <a:lnTo>
                    <a:pt x="455" y="638"/>
                  </a:lnTo>
                  <a:lnTo>
                    <a:pt x="456" y="620"/>
                  </a:lnTo>
                  <a:lnTo>
                    <a:pt x="459" y="604"/>
                  </a:lnTo>
                  <a:lnTo>
                    <a:pt x="462" y="588"/>
                  </a:lnTo>
                  <a:lnTo>
                    <a:pt x="467" y="571"/>
                  </a:lnTo>
                  <a:lnTo>
                    <a:pt x="473" y="555"/>
                  </a:lnTo>
                  <a:lnTo>
                    <a:pt x="478" y="539"/>
                  </a:lnTo>
                  <a:lnTo>
                    <a:pt x="485" y="524"/>
                  </a:lnTo>
                  <a:lnTo>
                    <a:pt x="493" y="510"/>
                  </a:lnTo>
                  <a:lnTo>
                    <a:pt x="503" y="494"/>
                  </a:lnTo>
                  <a:lnTo>
                    <a:pt x="512" y="480"/>
                  </a:lnTo>
                  <a:lnTo>
                    <a:pt x="523" y="466"/>
                  </a:lnTo>
                  <a:lnTo>
                    <a:pt x="534" y="454"/>
                  </a:lnTo>
                  <a:lnTo>
                    <a:pt x="546" y="441"/>
                  </a:lnTo>
                  <a:lnTo>
                    <a:pt x="557" y="428"/>
                  </a:lnTo>
                  <a:lnTo>
                    <a:pt x="571" y="416"/>
                  </a:lnTo>
                  <a:lnTo>
                    <a:pt x="585" y="406"/>
                  </a:lnTo>
                  <a:lnTo>
                    <a:pt x="599" y="395"/>
                  </a:lnTo>
                  <a:lnTo>
                    <a:pt x="614" y="385"/>
                  </a:lnTo>
                  <a:lnTo>
                    <a:pt x="630" y="375"/>
                  </a:lnTo>
                  <a:lnTo>
                    <a:pt x="646" y="366"/>
                  </a:lnTo>
                  <a:lnTo>
                    <a:pt x="663" y="358"/>
                  </a:lnTo>
                  <a:lnTo>
                    <a:pt x="680" y="351"/>
                  </a:lnTo>
                  <a:lnTo>
                    <a:pt x="698" y="344"/>
                  </a:lnTo>
                  <a:lnTo>
                    <a:pt x="715" y="338"/>
                  </a:lnTo>
                  <a:lnTo>
                    <a:pt x="734" y="334"/>
                  </a:lnTo>
                  <a:lnTo>
                    <a:pt x="754" y="329"/>
                  </a:lnTo>
                  <a:lnTo>
                    <a:pt x="772" y="324"/>
                  </a:lnTo>
                  <a:lnTo>
                    <a:pt x="792" y="322"/>
                  </a:lnTo>
                  <a:lnTo>
                    <a:pt x="812" y="320"/>
                  </a:lnTo>
                  <a:lnTo>
                    <a:pt x="833" y="318"/>
                  </a:lnTo>
                  <a:lnTo>
                    <a:pt x="852" y="318"/>
                  </a:lnTo>
                  <a:lnTo>
                    <a:pt x="852" y="318"/>
                  </a:lnTo>
                  <a:lnTo>
                    <a:pt x="871" y="318"/>
                  </a:lnTo>
                  <a:lnTo>
                    <a:pt x="889" y="320"/>
                  </a:lnTo>
                  <a:lnTo>
                    <a:pt x="889" y="320"/>
                  </a:lnTo>
                  <a:lnTo>
                    <a:pt x="885" y="302"/>
                  </a:lnTo>
                  <a:lnTo>
                    <a:pt x="881" y="286"/>
                  </a:lnTo>
                  <a:lnTo>
                    <a:pt x="875" y="269"/>
                  </a:lnTo>
                  <a:lnTo>
                    <a:pt x="870" y="254"/>
                  </a:lnTo>
                  <a:lnTo>
                    <a:pt x="863" y="238"/>
                  </a:lnTo>
                  <a:lnTo>
                    <a:pt x="855" y="223"/>
                  </a:lnTo>
                  <a:lnTo>
                    <a:pt x="846" y="208"/>
                  </a:lnTo>
                  <a:lnTo>
                    <a:pt x="837" y="194"/>
                  </a:lnTo>
                  <a:lnTo>
                    <a:pt x="827" y="178"/>
                  </a:lnTo>
                  <a:lnTo>
                    <a:pt x="816" y="166"/>
                  </a:lnTo>
                  <a:lnTo>
                    <a:pt x="805" y="152"/>
                  </a:lnTo>
                  <a:lnTo>
                    <a:pt x="793" y="139"/>
                  </a:lnTo>
                  <a:lnTo>
                    <a:pt x="780" y="126"/>
                  </a:lnTo>
                  <a:lnTo>
                    <a:pt x="768" y="114"/>
                  </a:lnTo>
                  <a:lnTo>
                    <a:pt x="754" y="103"/>
                  </a:lnTo>
                  <a:lnTo>
                    <a:pt x="738" y="92"/>
                  </a:lnTo>
                  <a:lnTo>
                    <a:pt x="725" y="82"/>
                  </a:lnTo>
                  <a:lnTo>
                    <a:pt x="708" y="71"/>
                  </a:lnTo>
                  <a:lnTo>
                    <a:pt x="692" y="62"/>
                  </a:lnTo>
                  <a:lnTo>
                    <a:pt x="676" y="54"/>
                  </a:lnTo>
                  <a:lnTo>
                    <a:pt x="660" y="45"/>
                  </a:lnTo>
                  <a:lnTo>
                    <a:pt x="642" y="37"/>
                  </a:lnTo>
                  <a:lnTo>
                    <a:pt x="624" y="30"/>
                  </a:lnTo>
                  <a:lnTo>
                    <a:pt x="606" y="24"/>
                  </a:lnTo>
                  <a:lnTo>
                    <a:pt x="586" y="19"/>
                  </a:lnTo>
                  <a:lnTo>
                    <a:pt x="568" y="14"/>
                  </a:lnTo>
                  <a:lnTo>
                    <a:pt x="548" y="9"/>
                  </a:lnTo>
                  <a:lnTo>
                    <a:pt x="528" y="6"/>
                  </a:lnTo>
                  <a:lnTo>
                    <a:pt x="509" y="3"/>
                  </a:lnTo>
                  <a:lnTo>
                    <a:pt x="489" y="1"/>
                  </a:lnTo>
                  <a:lnTo>
                    <a:pt x="468" y="0"/>
                  </a:lnTo>
                  <a:lnTo>
                    <a:pt x="447" y="0"/>
                  </a:lnTo>
                  <a:lnTo>
                    <a:pt x="447" y="0"/>
                  </a:lnTo>
                  <a:lnTo>
                    <a:pt x="424" y="0"/>
                  </a:lnTo>
                  <a:lnTo>
                    <a:pt x="402" y="2"/>
                  </a:lnTo>
                  <a:lnTo>
                    <a:pt x="380" y="5"/>
                  </a:lnTo>
                  <a:lnTo>
                    <a:pt x="358" y="8"/>
                  </a:lnTo>
                  <a:lnTo>
                    <a:pt x="336" y="12"/>
                  </a:lnTo>
                  <a:lnTo>
                    <a:pt x="315" y="17"/>
                  </a:lnTo>
                  <a:lnTo>
                    <a:pt x="294" y="23"/>
                  </a:lnTo>
                  <a:lnTo>
                    <a:pt x="273" y="30"/>
                  </a:lnTo>
                  <a:lnTo>
                    <a:pt x="253" y="37"/>
                  </a:lnTo>
                  <a:lnTo>
                    <a:pt x="235" y="45"/>
                  </a:lnTo>
                  <a:lnTo>
                    <a:pt x="215" y="55"/>
                  </a:lnTo>
                  <a:lnTo>
                    <a:pt x="197" y="65"/>
                  </a:lnTo>
                  <a:lnTo>
                    <a:pt x="180" y="76"/>
                  </a:lnTo>
                  <a:lnTo>
                    <a:pt x="163" y="86"/>
                  </a:lnTo>
                  <a:lnTo>
                    <a:pt x="146" y="99"/>
                  </a:lnTo>
                  <a:lnTo>
                    <a:pt x="131" y="111"/>
                  </a:lnTo>
                  <a:lnTo>
                    <a:pt x="116" y="125"/>
                  </a:lnTo>
                  <a:lnTo>
                    <a:pt x="102" y="138"/>
                  </a:lnTo>
                  <a:lnTo>
                    <a:pt x="89" y="153"/>
                  </a:lnTo>
                  <a:lnTo>
                    <a:pt x="77" y="167"/>
                  </a:lnTo>
                  <a:lnTo>
                    <a:pt x="65" y="183"/>
                  </a:lnTo>
                  <a:lnTo>
                    <a:pt x="53" y="198"/>
                  </a:lnTo>
                  <a:lnTo>
                    <a:pt x="44" y="215"/>
                  </a:lnTo>
                  <a:lnTo>
                    <a:pt x="35" y="232"/>
                  </a:lnTo>
                  <a:lnTo>
                    <a:pt x="27" y="248"/>
                  </a:lnTo>
                  <a:lnTo>
                    <a:pt x="20" y="267"/>
                  </a:lnTo>
                  <a:lnTo>
                    <a:pt x="14" y="285"/>
                  </a:lnTo>
                  <a:lnTo>
                    <a:pt x="9" y="303"/>
                  </a:lnTo>
                  <a:lnTo>
                    <a:pt x="5" y="322"/>
                  </a:lnTo>
                  <a:lnTo>
                    <a:pt x="2" y="341"/>
                  </a:lnTo>
                  <a:lnTo>
                    <a:pt x="0" y="360"/>
                  </a:lnTo>
                  <a:lnTo>
                    <a:pt x="0" y="379"/>
                  </a:lnTo>
                  <a:lnTo>
                    <a:pt x="0" y="379"/>
                  </a:lnTo>
                  <a:lnTo>
                    <a:pt x="1" y="402"/>
                  </a:lnTo>
                  <a:lnTo>
                    <a:pt x="3" y="426"/>
                  </a:lnTo>
                  <a:lnTo>
                    <a:pt x="7" y="448"/>
                  </a:lnTo>
                  <a:lnTo>
                    <a:pt x="13" y="470"/>
                  </a:lnTo>
                  <a:lnTo>
                    <a:pt x="20" y="491"/>
                  </a:lnTo>
                  <a:lnTo>
                    <a:pt x="28" y="512"/>
                  </a:lnTo>
                  <a:lnTo>
                    <a:pt x="38" y="533"/>
                  </a:lnTo>
                  <a:lnTo>
                    <a:pt x="49" y="553"/>
                  </a:lnTo>
                  <a:lnTo>
                    <a:pt x="62" y="571"/>
                  </a:lnTo>
                  <a:lnTo>
                    <a:pt x="75" y="590"/>
                  </a:lnTo>
                  <a:lnTo>
                    <a:pt x="91" y="608"/>
                  </a:lnTo>
                  <a:lnTo>
                    <a:pt x="106" y="625"/>
                  </a:lnTo>
                  <a:lnTo>
                    <a:pt x="123" y="641"/>
                  </a:lnTo>
                  <a:lnTo>
                    <a:pt x="142" y="657"/>
                  </a:lnTo>
                  <a:lnTo>
                    <a:pt x="160" y="671"/>
                  </a:lnTo>
                  <a:lnTo>
                    <a:pt x="180" y="684"/>
                  </a:lnTo>
                  <a:lnTo>
                    <a:pt x="131" y="821"/>
                  </a:lnTo>
                  <a:lnTo>
                    <a:pt x="304" y="739"/>
                  </a:lnTo>
                  <a:lnTo>
                    <a:pt x="304" y="739"/>
                  </a:lnTo>
                  <a:lnTo>
                    <a:pt x="339" y="747"/>
                  </a:lnTo>
                  <a:lnTo>
                    <a:pt x="374" y="753"/>
                  </a:lnTo>
                  <a:lnTo>
                    <a:pt x="410" y="758"/>
                  </a:lnTo>
                  <a:lnTo>
                    <a:pt x="447" y="759"/>
                  </a:lnTo>
                  <a:lnTo>
                    <a:pt x="447" y="759"/>
                  </a:lnTo>
                  <a:lnTo>
                    <a:pt x="474" y="758"/>
                  </a:lnTo>
                  <a:lnTo>
                    <a:pt x="474" y="758"/>
                  </a:lnTo>
                  <a:lnTo>
                    <a:pt x="466" y="733"/>
                  </a:lnTo>
                  <a:lnTo>
                    <a:pt x="460" y="708"/>
                  </a:lnTo>
                  <a:lnTo>
                    <a:pt x="455" y="682"/>
                  </a:lnTo>
                  <a:lnTo>
                    <a:pt x="454" y="655"/>
                  </a:lnTo>
                  <a:lnTo>
                    <a:pt x="454" y="655"/>
                  </a:lnTo>
                  <a:close/>
                  <a:moveTo>
                    <a:pt x="584" y="209"/>
                  </a:moveTo>
                  <a:lnTo>
                    <a:pt x="584" y="209"/>
                  </a:lnTo>
                  <a:lnTo>
                    <a:pt x="596" y="210"/>
                  </a:lnTo>
                  <a:lnTo>
                    <a:pt x="607" y="213"/>
                  </a:lnTo>
                  <a:lnTo>
                    <a:pt x="618" y="219"/>
                  </a:lnTo>
                  <a:lnTo>
                    <a:pt x="626" y="226"/>
                  </a:lnTo>
                  <a:lnTo>
                    <a:pt x="634" y="236"/>
                  </a:lnTo>
                  <a:lnTo>
                    <a:pt x="639" y="245"/>
                  </a:lnTo>
                  <a:lnTo>
                    <a:pt x="642" y="257"/>
                  </a:lnTo>
                  <a:lnTo>
                    <a:pt x="643" y="268"/>
                  </a:lnTo>
                  <a:lnTo>
                    <a:pt x="643" y="268"/>
                  </a:lnTo>
                  <a:lnTo>
                    <a:pt x="642" y="281"/>
                  </a:lnTo>
                  <a:lnTo>
                    <a:pt x="639" y="293"/>
                  </a:lnTo>
                  <a:lnTo>
                    <a:pt x="634" y="302"/>
                  </a:lnTo>
                  <a:lnTo>
                    <a:pt x="626" y="311"/>
                  </a:lnTo>
                  <a:lnTo>
                    <a:pt x="618" y="318"/>
                  </a:lnTo>
                  <a:lnTo>
                    <a:pt x="607" y="324"/>
                  </a:lnTo>
                  <a:lnTo>
                    <a:pt x="596" y="328"/>
                  </a:lnTo>
                  <a:lnTo>
                    <a:pt x="584" y="329"/>
                  </a:lnTo>
                  <a:lnTo>
                    <a:pt x="584" y="329"/>
                  </a:lnTo>
                  <a:lnTo>
                    <a:pt x="571" y="328"/>
                  </a:lnTo>
                  <a:lnTo>
                    <a:pt x="561" y="324"/>
                  </a:lnTo>
                  <a:lnTo>
                    <a:pt x="550" y="318"/>
                  </a:lnTo>
                  <a:lnTo>
                    <a:pt x="541" y="311"/>
                  </a:lnTo>
                  <a:lnTo>
                    <a:pt x="534" y="302"/>
                  </a:lnTo>
                  <a:lnTo>
                    <a:pt x="528" y="293"/>
                  </a:lnTo>
                  <a:lnTo>
                    <a:pt x="525" y="281"/>
                  </a:lnTo>
                  <a:lnTo>
                    <a:pt x="524" y="268"/>
                  </a:lnTo>
                  <a:lnTo>
                    <a:pt x="524" y="268"/>
                  </a:lnTo>
                  <a:lnTo>
                    <a:pt x="525" y="257"/>
                  </a:lnTo>
                  <a:lnTo>
                    <a:pt x="528" y="245"/>
                  </a:lnTo>
                  <a:lnTo>
                    <a:pt x="534" y="236"/>
                  </a:lnTo>
                  <a:lnTo>
                    <a:pt x="541" y="226"/>
                  </a:lnTo>
                  <a:lnTo>
                    <a:pt x="550" y="219"/>
                  </a:lnTo>
                  <a:lnTo>
                    <a:pt x="561" y="213"/>
                  </a:lnTo>
                  <a:lnTo>
                    <a:pt x="571" y="210"/>
                  </a:lnTo>
                  <a:lnTo>
                    <a:pt x="584" y="209"/>
                  </a:lnTo>
                  <a:lnTo>
                    <a:pt x="584" y="209"/>
                  </a:lnTo>
                  <a:close/>
                  <a:moveTo>
                    <a:pt x="294" y="329"/>
                  </a:moveTo>
                  <a:lnTo>
                    <a:pt x="294" y="329"/>
                  </a:lnTo>
                  <a:lnTo>
                    <a:pt x="282" y="328"/>
                  </a:lnTo>
                  <a:lnTo>
                    <a:pt x="271" y="324"/>
                  </a:lnTo>
                  <a:lnTo>
                    <a:pt x="260" y="318"/>
                  </a:lnTo>
                  <a:lnTo>
                    <a:pt x="252" y="311"/>
                  </a:lnTo>
                  <a:lnTo>
                    <a:pt x="244" y="302"/>
                  </a:lnTo>
                  <a:lnTo>
                    <a:pt x="239" y="293"/>
                  </a:lnTo>
                  <a:lnTo>
                    <a:pt x="236" y="281"/>
                  </a:lnTo>
                  <a:lnTo>
                    <a:pt x="235" y="268"/>
                  </a:lnTo>
                  <a:lnTo>
                    <a:pt x="235" y="268"/>
                  </a:lnTo>
                  <a:lnTo>
                    <a:pt x="236" y="257"/>
                  </a:lnTo>
                  <a:lnTo>
                    <a:pt x="239" y="245"/>
                  </a:lnTo>
                  <a:lnTo>
                    <a:pt x="244" y="236"/>
                  </a:lnTo>
                  <a:lnTo>
                    <a:pt x="252" y="226"/>
                  </a:lnTo>
                  <a:lnTo>
                    <a:pt x="260" y="219"/>
                  </a:lnTo>
                  <a:lnTo>
                    <a:pt x="271" y="213"/>
                  </a:lnTo>
                  <a:lnTo>
                    <a:pt x="282" y="210"/>
                  </a:lnTo>
                  <a:lnTo>
                    <a:pt x="294" y="209"/>
                  </a:lnTo>
                  <a:lnTo>
                    <a:pt x="294" y="209"/>
                  </a:lnTo>
                  <a:lnTo>
                    <a:pt x="307" y="210"/>
                  </a:lnTo>
                  <a:lnTo>
                    <a:pt x="317" y="213"/>
                  </a:lnTo>
                  <a:lnTo>
                    <a:pt x="327" y="219"/>
                  </a:lnTo>
                  <a:lnTo>
                    <a:pt x="337" y="226"/>
                  </a:lnTo>
                  <a:lnTo>
                    <a:pt x="344" y="236"/>
                  </a:lnTo>
                  <a:lnTo>
                    <a:pt x="350" y="245"/>
                  </a:lnTo>
                  <a:lnTo>
                    <a:pt x="353" y="257"/>
                  </a:lnTo>
                  <a:lnTo>
                    <a:pt x="354" y="268"/>
                  </a:lnTo>
                  <a:lnTo>
                    <a:pt x="354" y="268"/>
                  </a:lnTo>
                  <a:lnTo>
                    <a:pt x="353" y="281"/>
                  </a:lnTo>
                  <a:lnTo>
                    <a:pt x="350" y="293"/>
                  </a:lnTo>
                  <a:lnTo>
                    <a:pt x="344" y="302"/>
                  </a:lnTo>
                  <a:lnTo>
                    <a:pt x="337" y="311"/>
                  </a:lnTo>
                  <a:lnTo>
                    <a:pt x="327" y="318"/>
                  </a:lnTo>
                  <a:lnTo>
                    <a:pt x="317" y="324"/>
                  </a:lnTo>
                  <a:lnTo>
                    <a:pt x="307" y="328"/>
                  </a:lnTo>
                  <a:lnTo>
                    <a:pt x="294" y="329"/>
                  </a:lnTo>
                  <a:lnTo>
                    <a:pt x="294" y="3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p>
          </p:txBody>
        </p:sp>
      </p:grpSp>
      <p:sp>
        <p:nvSpPr>
          <p:cNvPr id="56" name="Freeform 5"/>
          <p:cNvSpPr>
            <a:spLocks/>
          </p:cNvSpPr>
          <p:nvPr/>
        </p:nvSpPr>
        <p:spPr bwMode="auto">
          <a:xfrm>
            <a:off x="10203692" y="4566055"/>
            <a:ext cx="499889" cy="504618"/>
          </a:xfrm>
          <a:custGeom>
            <a:avLst/>
            <a:gdLst/>
            <a:ahLst/>
            <a:cxnLst/>
            <a:rect l="l" t="t" r="r" b="b"/>
            <a:pathLst>
              <a:path w="1009550" h="1019105">
                <a:moveTo>
                  <a:pt x="506769" y="481673"/>
                </a:moveTo>
                <a:cubicBezTo>
                  <a:pt x="512508" y="481836"/>
                  <a:pt x="515618" y="482073"/>
                  <a:pt x="515622" y="482073"/>
                </a:cubicBezTo>
                <a:cubicBezTo>
                  <a:pt x="500600" y="550346"/>
                  <a:pt x="583221" y="743787"/>
                  <a:pt x="564444" y="887919"/>
                </a:cubicBezTo>
                <a:cubicBezTo>
                  <a:pt x="553177" y="967571"/>
                  <a:pt x="448023" y="1032051"/>
                  <a:pt x="376668" y="1016879"/>
                </a:cubicBezTo>
                <a:cubicBezTo>
                  <a:pt x="271530" y="1001710"/>
                  <a:pt x="264005" y="887954"/>
                  <a:pt x="264003" y="887919"/>
                </a:cubicBezTo>
                <a:cubicBezTo>
                  <a:pt x="196404" y="895505"/>
                  <a:pt x="136316" y="868954"/>
                  <a:pt x="113783" y="823439"/>
                </a:cubicBezTo>
                <a:cubicBezTo>
                  <a:pt x="83738" y="762751"/>
                  <a:pt x="79983" y="660342"/>
                  <a:pt x="162604" y="595861"/>
                </a:cubicBezTo>
                <a:cubicBezTo>
                  <a:pt x="297333" y="483021"/>
                  <a:pt x="466566" y="480532"/>
                  <a:pt x="506769" y="481673"/>
                </a:cubicBezTo>
                <a:close/>
                <a:moveTo>
                  <a:pt x="803569" y="458221"/>
                </a:moveTo>
                <a:cubicBezTo>
                  <a:pt x="843740" y="458754"/>
                  <a:pt x="880387" y="462305"/>
                  <a:pt x="906697" y="470827"/>
                </a:cubicBezTo>
                <a:cubicBezTo>
                  <a:pt x="1008180" y="508702"/>
                  <a:pt x="1042008" y="629902"/>
                  <a:pt x="974353" y="705652"/>
                </a:cubicBezTo>
                <a:cubicBezTo>
                  <a:pt x="948047" y="735947"/>
                  <a:pt x="869138" y="728379"/>
                  <a:pt x="869111" y="728377"/>
                </a:cubicBezTo>
                <a:cubicBezTo>
                  <a:pt x="869118" y="728406"/>
                  <a:pt x="891655" y="811711"/>
                  <a:pt x="846559" y="860940"/>
                </a:cubicBezTo>
                <a:cubicBezTo>
                  <a:pt x="797696" y="910177"/>
                  <a:pt x="707489" y="917752"/>
                  <a:pt x="662385" y="860940"/>
                </a:cubicBezTo>
                <a:cubicBezTo>
                  <a:pt x="583454" y="766252"/>
                  <a:pt x="530833" y="501127"/>
                  <a:pt x="530833" y="482189"/>
                </a:cubicBezTo>
                <a:cubicBezTo>
                  <a:pt x="530874" y="482182"/>
                  <a:pt x="683074" y="456624"/>
                  <a:pt x="803569" y="458221"/>
                </a:cubicBezTo>
                <a:close/>
                <a:moveTo>
                  <a:pt x="324738" y="38090"/>
                </a:moveTo>
                <a:cubicBezTo>
                  <a:pt x="343703" y="39805"/>
                  <a:pt x="361496" y="44772"/>
                  <a:pt x="376480" y="53287"/>
                </a:cubicBezTo>
                <a:cubicBezTo>
                  <a:pt x="503838" y="128975"/>
                  <a:pt x="500100" y="458200"/>
                  <a:pt x="500100" y="458240"/>
                </a:cubicBezTo>
                <a:cubicBezTo>
                  <a:pt x="500072" y="458238"/>
                  <a:pt x="436405" y="454456"/>
                  <a:pt x="380227" y="458240"/>
                </a:cubicBezTo>
                <a:cubicBezTo>
                  <a:pt x="275337" y="465809"/>
                  <a:pt x="192924" y="492301"/>
                  <a:pt x="121750" y="484732"/>
                </a:cubicBezTo>
                <a:cubicBezTo>
                  <a:pt x="110511" y="484732"/>
                  <a:pt x="-16854" y="450670"/>
                  <a:pt x="1876" y="329563"/>
                </a:cubicBezTo>
                <a:cubicBezTo>
                  <a:pt x="20603" y="216044"/>
                  <a:pt x="140441" y="223592"/>
                  <a:pt x="140480" y="223594"/>
                </a:cubicBezTo>
                <a:cubicBezTo>
                  <a:pt x="129242" y="193318"/>
                  <a:pt x="132988" y="140333"/>
                  <a:pt x="166702" y="102487"/>
                </a:cubicBezTo>
                <a:cubicBezTo>
                  <a:pt x="200416" y="57072"/>
                  <a:pt x="267845" y="32945"/>
                  <a:pt x="324738" y="38090"/>
                </a:cubicBezTo>
                <a:close/>
                <a:moveTo>
                  <a:pt x="648144" y="11"/>
                </a:moveTo>
                <a:cubicBezTo>
                  <a:pt x="658363" y="-115"/>
                  <a:pt x="669305" y="893"/>
                  <a:pt x="681009" y="3263"/>
                </a:cubicBezTo>
                <a:cubicBezTo>
                  <a:pt x="763390" y="18430"/>
                  <a:pt x="755914" y="109422"/>
                  <a:pt x="755912" y="109449"/>
                </a:cubicBezTo>
                <a:cubicBezTo>
                  <a:pt x="755935" y="109439"/>
                  <a:pt x="819591" y="82909"/>
                  <a:pt x="879503" y="117034"/>
                </a:cubicBezTo>
                <a:cubicBezTo>
                  <a:pt x="920699" y="143580"/>
                  <a:pt x="1029309" y="348368"/>
                  <a:pt x="800854" y="397669"/>
                </a:cubicBezTo>
                <a:cubicBezTo>
                  <a:pt x="587423" y="443168"/>
                  <a:pt x="531225" y="462131"/>
                  <a:pt x="531202" y="462139"/>
                </a:cubicBezTo>
                <a:cubicBezTo>
                  <a:pt x="531197" y="462089"/>
                  <a:pt x="497499" y="166328"/>
                  <a:pt x="527457" y="90487"/>
                </a:cubicBezTo>
                <a:cubicBezTo>
                  <a:pt x="540565" y="57304"/>
                  <a:pt x="576613" y="893"/>
                  <a:pt x="648144" y="11"/>
                </a:cubicBezTo>
                <a:close/>
              </a:path>
            </a:pathLst>
          </a:custGeom>
          <a:solidFill>
            <a:srgbClr val="C00000"/>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57" name="Freeform 9"/>
          <p:cNvSpPr>
            <a:spLocks/>
          </p:cNvSpPr>
          <p:nvPr/>
        </p:nvSpPr>
        <p:spPr bwMode="auto">
          <a:xfrm>
            <a:off x="3564534" y="4173082"/>
            <a:ext cx="713436" cy="411474"/>
          </a:xfrm>
          <a:custGeom>
            <a:avLst/>
            <a:gdLst/>
            <a:ahLst/>
            <a:cxnLst/>
            <a:rect l="l" t="t" r="r" b="b"/>
            <a:pathLst>
              <a:path w="1406526" h="811213">
                <a:moveTo>
                  <a:pt x="998157" y="511175"/>
                </a:moveTo>
                <a:cubicBezTo>
                  <a:pt x="998166" y="511211"/>
                  <a:pt x="1016984" y="583355"/>
                  <a:pt x="1077167" y="659295"/>
                </a:cubicBezTo>
                <a:cubicBezTo>
                  <a:pt x="1099742" y="685881"/>
                  <a:pt x="1159940" y="735254"/>
                  <a:pt x="1193801" y="761840"/>
                </a:cubicBezTo>
                <a:cubicBezTo>
                  <a:pt x="1137365" y="792223"/>
                  <a:pt x="1073405" y="811213"/>
                  <a:pt x="1005682" y="811213"/>
                </a:cubicBezTo>
                <a:cubicBezTo>
                  <a:pt x="937959" y="811213"/>
                  <a:pt x="873999" y="792223"/>
                  <a:pt x="817563" y="761840"/>
                </a:cubicBezTo>
                <a:cubicBezTo>
                  <a:pt x="847662" y="739052"/>
                  <a:pt x="907860" y="689679"/>
                  <a:pt x="937959" y="651699"/>
                </a:cubicBezTo>
                <a:cubicBezTo>
                  <a:pt x="986858" y="587150"/>
                  <a:pt x="998151" y="511213"/>
                  <a:pt x="998157" y="511175"/>
                </a:cubicBezTo>
                <a:close/>
                <a:moveTo>
                  <a:pt x="393319" y="508000"/>
                </a:moveTo>
                <a:cubicBezTo>
                  <a:pt x="393333" y="508068"/>
                  <a:pt x="408396" y="583992"/>
                  <a:pt x="468567" y="656120"/>
                </a:cubicBezTo>
                <a:cubicBezTo>
                  <a:pt x="491141" y="686504"/>
                  <a:pt x="551339" y="732079"/>
                  <a:pt x="588963" y="762463"/>
                </a:cubicBezTo>
                <a:cubicBezTo>
                  <a:pt x="532528" y="789048"/>
                  <a:pt x="468567" y="808038"/>
                  <a:pt x="400844" y="808038"/>
                </a:cubicBezTo>
                <a:cubicBezTo>
                  <a:pt x="333121" y="808038"/>
                  <a:pt x="269160" y="789048"/>
                  <a:pt x="212725" y="758665"/>
                </a:cubicBezTo>
                <a:cubicBezTo>
                  <a:pt x="242824" y="735877"/>
                  <a:pt x="303022" y="690302"/>
                  <a:pt x="333121" y="648524"/>
                </a:cubicBezTo>
                <a:cubicBezTo>
                  <a:pt x="382018" y="583977"/>
                  <a:pt x="393313" y="508041"/>
                  <a:pt x="393319" y="508000"/>
                </a:cubicBezTo>
                <a:close/>
                <a:moveTo>
                  <a:pt x="1065213" y="3175"/>
                </a:moveTo>
                <a:cubicBezTo>
                  <a:pt x="1260249" y="29757"/>
                  <a:pt x="1406526" y="200639"/>
                  <a:pt x="1406526" y="405697"/>
                </a:cubicBezTo>
                <a:cubicBezTo>
                  <a:pt x="1406526" y="508226"/>
                  <a:pt x="1369019" y="599363"/>
                  <a:pt x="1305257" y="671513"/>
                </a:cubicBezTo>
                <a:cubicBezTo>
                  <a:pt x="1275252" y="660121"/>
                  <a:pt x="1211490" y="622147"/>
                  <a:pt x="1143978" y="519618"/>
                </a:cubicBezTo>
                <a:cubicBezTo>
                  <a:pt x="1072733" y="417116"/>
                  <a:pt x="1065217" y="295637"/>
                  <a:pt x="1065213" y="295573"/>
                </a:cubicBezTo>
                <a:cubicBezTo>
                  <a:pt x="1065213" y="295547"/>
                  <a:pt x="1065213" y="292795"/>
                  <a:pt x="1065213" y="3175"/>
                </a:cubicBezTo>
                <a:close/>
                <a:moveTo>
                  <a:pt x="933450" y="3175"/>
                </a:moveTo>
                <a:cubicBezTo>
                  <a:pt x="933450" y="3175"/>
                  <a:pt x="933450" y="3175"/>
                  <a:pt x="933450" y="299370"/>
                </a:cubicBezTo>
                <a:cubicBezTo>
                  <a:pt x="933450" y="299370"/>
                  <a:pt x="918497" y="432278"/>
                  <a:pt x="847469" y="534808"/>
                </a:cubicBezTo>
                <a:cubicBezTo>
                  <a:pt x="802609" y="603160"/>
                  <a:pt x="735320" y="648729"/>
                  <a:pt x="701675" y="671513"/>
                </a:cubicBezTo>
                <a:cubicBezTo>
                  <a:pt x="765226" y="599363"/>
                  <a:pt x="802609" y="504429"/>
                  <a:pt x="802609" y="401899"/>
                </a:cubicBezTo>
                <a:cubicBezTo>
                  <a:pt x="802609" y="299370"/>
                  <a:pt x="765226" y="208233"/>
                  <a:pt x="705414" y="136083"/>
                </a:cubicBezTo>
                <a:cubicBezTo>
                  <a:pt x="761488" y="67730"/>
                  <a:pt x="843731" y="22162"/>
                  <a:pt x="933450" y="3175"/>
                </a:cubicBezTo>
                <a:close/>
                <a:moveTo>
                  <a:pt x="330200" y="3175"/>
                </a:moveTo>
                <a:cubicBezTo>
                  <a:pt x="330200" y="3192"/>
                  <a:pt x="330200" y="5407"/>
                  <a:pt x="330200" y="298940"/>
                </a:cubicBezTo>
                <a:cubicBezTo>
                  <a:pt x="330189" y="299031"/>
                  <a:pt x="315165" y="427899"/>
                  <a:pt x="243897" y="530243"/>
                </a:cubicBezTo>
                <a:cubicBezTo>
                  <a:pt x="198870" y="598497"/>
                  <a:pt x="131329" y="647791"/>
                  <a:pt x="97559" y="666750"/>
                </a:cubicBezTo>
                <a:cubicBezTo>
                  <a:pt x="37522" y="594705"/>
                  <a:pt x="0" y="503700"/>
                  <a:pt x="0" y="401320"/>
                </a:cubicBezTo>
                <a:cubicBezTo>
                  <a:pt x="0" y="200352"/>
                  <a:pt x="142586" y="37302"/>
                  <a:pt x="330200" y="3175"/>
                </a:cubicBezTo>
                <a:close/>
                <a:moveTo>
                  <a:pt x="460375" y="0"/>
                </a:moveTo>
                <a:cubicBezTo>
                  <a:pt x="558165" y="15175"/>
                  <a:pt x="644672" y="64496"/>
                  <a:pt x="704850" y="136579"/>
                </a:cubicBezTo>
                <a:cubicBezTo>
                  <a:pt x="640911" y="208662"/>
                  <a:pt x="603299" y="299715"/>
                  <a:pt x="603299" y="405943"/>
                </a:cubicBezTo>
                <a:cubicBezTo>
                  <a:pt x="603299" y="504583"/>
                  <a:pt x="640911" y="599430"/>
                  <a:pt x="701089" y="671513"/>
                </a:cubicBezTo>
                <a:cubicBezTo>
                  <a:pt x="667239" y="656338"/>
                  <a:pt x="603299" y="618399"/>
                  <a:pt x="539359" y="519759"/>
                </a:cubicBezTo>
                <a:cubicBezTo>
                  <a:pt x="467917" y="413559"/>
                  <a:pt x="460379" y="292193"/>
                  <a:pt x="460375" y="292127"/>
                </a:cubicBezTo>
                <a:cubicBezTo>
                  <a:pt x="460375" y="292093"/>
                  <a:pt x="460375" y="288969"/>
                  <a:pt x="460375" y="0"/>
                </a:cubicBezTo>
                <a:close/>
              </a:path>
            </a:pathLst>
          </a:custGeom>
          <a:solidFill>
            <a:srgbClr val="C00000"/>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58" name="TextBox 57"/>
          <p:cNvSpPr txBox="1"/>
          <p:nvPr/>
        </p:nvSpPr>
        <p:spPr>
          <a:xfrm>
            <a:off x="10073825" y="2976500"/>
            <a:ext cx="1471588" cy="1154162"/>
          </a:xfrm>
          <a:prstGeom prst="rect">
            <a:avLst/>
          </a:prstGeom>
          <a:noFill/>
        </p:spPr>
        <p:txBody>
          <a:bodyPr wrap="square" lIns="0" tIns="0" rIns="0" bIns="0" rtlCol="0">
            <a:spAutoFit/>
          </a:bodyPr>
          <a:lstStyle/>
          <a:p>
            <a:pPr algn="just">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59" name="TextBox 58"/>
          <p:cNvSpPr txBox="1"/>
          <p:nvPr/>
        </p:nvSpPr>
        <p:spPr>
          <a:xfrm>
            <a:off x="10073825" y="2560469"/>
            <a:ext cx="1693378"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朋友圈推广</a:t>
            </a:r>
          </a:p>
        </p:txBody>
      </p:sp>
      <p:sp>
        <p:nvSpPr>
          <p:cNvPr id="60" name="TextBox 59"/>
          <p:cNvSpPr txBox="1"/>
          <p:nvPr/>
        </p:nvSpPr>
        <p:spPr>
          <a:xfrm>
            <a:off x="2991714" y="2640985"/>
            <a:ext cx="1487026" cy="1154162"/>
          </a:xfrm>
          <a:prstGeom prst="rect">
            <a:avLst/>
          </a:prstGeom>
          <a:noFill/>
        </p:spPr>
        <p:txBody>
          <a:bodyPr wrap="square" lIns="0" tIns="0" rIns="0" bIns="0" rtlCol="0">
            <a:spAutoFit/>
          </a:bodyPr>
          <a:lstStyle/>
          <a:p>
            <a:pPr algn="r">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61" name="TextBox 60"/>
          <p:cNvSpPr txBox="1"/>
          <p:nvPr/>
        </p:nvSpPr>
        <p:spPr>
          <a:xfrm>
            <a:off x="3171307" y="2224953"/>
            <a:ext cx="990957" cy="303032"/>
          </a:xfrm>
          <a:prstGeom prst="rect">
            <a:avLst/>
          </a:prstGeom>
          <a:noFill/>
        </p:spPr>
        <p:txBody>
          <a:bodyPr wrap="square" lIns="0" tIns="0" rIns="0" bIns="0" rtlCol="0">
            <a:spAutoFit/>
          </a:bodyPr>
          <a:lstStyle/>
          <a:p>
            <a:pPr algn="r"/>
            <a:r>
              <a:rPr lang="zh-CN" altLang="en-US" sz="1969" b="1" dirty="0">
                <a:latin typeface="微软雅黑" pitchFamily="34" charset="-122"/>
                <a:ea typeface="微软雅黑" pitchFamily="34" charset="-122"/>
              </a:rPr>
              <a:t>人人网</a:t>
            </a:r>
          </a:p>
        </p:txBody>
      </p:sp>
      <p:sp>
        <p:nvSpPr>
          <p:cNvPr id="62" name="TextBox 61"/>
          <p:cNvSpPr txBox="1"/>
          <p:nvPr/>
        </p:nvSpPr>
        <p:spPr>
          <a:xfrm>
            <a:off x="7862330" y="2326698"/>
            <a:ext cx="1312428" cy="1154162"/>
          </a:xfrm>
          <a:prstGeom prst="rect">
            <a:avLst/>
          </a:prstGeom>
          <a:noFill/>
        </p:spPr>
        <p:txBody>
          <a:bodyPr wrap="square" lIns="0" tIns="0" rIns="0" bIns="0" rtlCol="0">
            <a:spAutoFit/>
          </a:bodyPr>
          <a:lstStyle/>
          <a:p>
            <a:pPr algn="just">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63" name="TextBox 62"/>
          <p:cNvSpPr txBox="1"/>
          <p:nvPr/>
        </p:nvSpPr>
        <p:spPr>
          <a:xfrm>
            <a:off x="7862330" y="1910666"/>
            <a:ext cx="1216250"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微博营销</a:t>
            </a:r>
          </a:p>
        </p:txBody>
      </p:sp>
      <p:sp>
        <p:nvSpPr>
          <p:cNvPr id="64" name="TextBox 63"/>
          <p:cNvSpPr txBox="1"/>
          <p:nvPr/>
        </p:nvSpPr>
        <p:spPr>
          <a:xfrm>
            <a:off x="5372432" y="2324639"/>
            <a:ext cx="1374507" cy="1154162"/>
          </a:xfrm>
          <a:prstGeom prst="rect">
            <a:avLst/>
          </a:prstGeom>
          <a:noFill/>
        </p:spPr>
        <p:txBody>
          <a:bodyPr wrap="square" lIns="0" tIns="0" rIns="0" bIns="0" rtlCol="0">
            <a:spAutoFit/>
          </a:bodyPr>
          <a:lstStyle/>
          <a:p>
            <a:pPr algn="r">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65" name="TextBox 64"/>
          <p:cNvSpPr txBox="1"/>
          <p:nvPr/>
        </p:nvSpPr>
        <p:spPr>
          <a:xfrm>
            <a:off x="5372431" y="1908608"/>
            <a:ext cx="1343382" cy="303032"/>
          </a:xfrm>
          <a:prstGeom prst="rect">
            <a:avLst/>
          </a:prstGeom>
          <a:noFill/>
        </p:spPr>
        <p:txBody>
          <a:bodyPr wrap="square" lIns="0" tIns="0" rIns="0" bIns="0" rtlCol="0">
            <a:spAutoFit/>
          </a:bodyPr>
          <a:lstStyle/>
          <a:p>
            <a:pPr algn="r"/>
            <a:r>
              <a:rPr lang="zh-CN" altLang="en-US" sz="1969" b="1" dirty="0">
                <a:latin typeface="微软雅黑" pitchFamily="34" charset="-122"/>
                <a:ea typeface="微软雅黑" pitchFamily="34" charset="-122"/>
              </a:rPr>
              <a:t>微信营销</a:t>
            </a:r>
          </a:p>
        </p:txBody>
      </p:sp>
      <p:sp>
        <p:nvSpPr>
          <p:cNvPr id="66" name="Freeform 7"/>
          <p:cNvSpPr>
            <a:spLocks noEditPoints="1"/>
          </p:cNvSpPr>
          <p:nvPr/>
        </p:nvSpPr>
        <p:spPr bwMode="auto">
          <a:xfrm>
            <a:off x="1296362" y="5135868"/>
            <a:ext cx="512322" cy="406021"/>
          </a:xfrm>
          <a:custGeom>
            <a:avLst/>
            <a:gdLst>
              <a:gd name="T0" fmla="*/ 1544 w 3234"/>
              <a:gd name="T1" fmla="*/ 1510 h 2566"/>
              <a:gd name="T2" fmla="*/ 1705 w 3234"/>
              <a:gd name="T3" fmla="*/ 1803 h 2566"/>
              <a:gd name="T4" fmla="*/ 1577 w 3234"/>
              <a:gd name="T5" fmla="*/ 2111 h 2566"/>
              <a:gd name="T6" fmla="*/ 1236 w 3234"/>
              <a:gd name="T7" fmla="*/ 2250 h 2566"/>
              <a:gd name="T8" fmla="*/ 878 w 3234"/>
              <a:gd name="T9" fmla="*/ 2140 h 2566"/>
              <a:gd name="T10" fmla="*/ 716 w 3234"/>
              <a:gd name="T11" fmla="*/ 1847 h 2566"/>
              <a:gd name="T12" fmla="*/ 845 w 3234"/>
              <a:gd name="T13" fmla="*/ 1539 h 2566"/>
              <a:gd name="T14" fmla="*/ 1186 w 3234"/>
              <a:gd name="T15" fmla="*/ 1400 h 2566"/>
              <a:gd name="T16" fmla="*/ 1970 w 3234"/>
              <a:gd name="T17" fmla="*/ 743 h 2566"/>
              <a:gd name="T18" fmla="*/ 2318 w 3234"/>
              <a:gd name="T19" fmla="*/ 824 h 2566"/>
              <a:gd name="T20" fmla="*/ 2351 w 3234"/>
              <a:gd name="T21" fmla="*/ 1079 h 2566"/>
              <a:gd name="T22" fmla="*/ 2310 w 3234"/>
              <a:gd name="T23" fmla="*/ 1229 h 2566"/>
              <a:gd name="T24" fmla="*/ 2669 w 3234"/>
              <a:gd name="T25" fmla="*/ 1458 h 2566"/>
              <a:gd name="T26" fmla="*/ 2697 w 3234"/>
              <a:gd name="T27" fmla="*/ 1893 h 2566"/>
              <a:gd name="T28" fmla="*/ 2009 w 3234"/>
              <a:gd name="T29" fmla="*/ 2454 h 2566"/>
              <a:gd name="T30" fmla="*/ 749 w 3234"/>
              <a:gd name="T31" fmla="*/ 2480 h 2566"/>
              <a:gd name="T32" fmla="*/ 70 w 3234"/>
              <a:gd name="T33" fmla="*/ 1960 h 2566"/>
              <a:gd name="T34" fmla="*/ 104 w 3234"/>
              <a:gd name="T35" fmla="*/ 1357 h 2566"/>
              <a:gd name="T36" fmla="*/ 619 w 3234"/>
              <a:gd name="T37" fmla="*/ 701 h 2566"/>
              <a:gd name="T38" fmla="*/ 1122 w 3234"/>
              <a:gd name="T39" fmla="*/ 398 h 2566"/>
              <a:gd name="T40" fmla="*/ 1472 w 3234"/>
              <a:gd name="T41" fmla="*/ 425 h 2566"/>
              <a:gd name="T42" fmla="*/ 1588 w 3234"/>
              <a:gd name="T43" fmla="*/ 601 h 2566"/>
              <a:gd name="T44" fmla="*/ 2277 w 3234"/>
              <a:gd name="T45" fmla="*/ 678 h 2566"/>
              <a:gd name="T46" fmla="*/ 2208 w 3234"/>
              <a:gd name="T47" fmla="*/ 565 h 2566"/>
              <a:gd name="T48" fmla="*/ 2300 w 3234"/>
              <a:gd name="T49" fmla="*/ 492 h 2566"/>
              <a:gd name="T50" fmla="*/ 2505 w 3234"/>
              <a:gd name="T51" fmla="*/ 533 h 2566"/>
              <a:gd name="T52" fmla="*/ 2715 w 3234"/>
              <a:gd name="T53" fmla="*/ 764 h 2566"/>
              <a:gd name="T54" fmla="*/ 2739 w 3234"/>
              <a:gd name="T55" fmla="*/ 953 h 2566"/>
              <a:gd name="T56" fmla="*/ 2675 w 3234"/>
              <a:gd name="T57" fmla="*/ 1063 h 2566"/>
              <a:gd name="T58" fmla="*/ 2553 w 3234"/>
              <a:gd name="T59" fmla="*/ 1011 h 2566"/>
              <a:gd name="T60" fmla="*/ 2554 w 3234"/>
              <a:gd name="T61" fmla="*/ 907 h 2566"/>
              <a:gd name="T62" fmla="*/ 2486 w 3234"/>
              <a:gd name="T63" fmla="*/ 746 h 2566"/>
              <a:gd name="T64" fmla="*/ 2325 w 3234"/>
              <a:gd name="T65" fmla="*/ 679 h 2566"/>
              <a:gd name="T66" fmla="*/ 2102 w 3234"/>
              <a:gd name="T67" fmla="*/ 298 h 2566"/>
              <a:gd name="T68" fmla="*/ 2038 w 3234"/>
              <a:gd name="T69" fmla="*/ 95 h 2566"/>
              <a:gd name="T70" fmla="*/ 2227 w 3234"/>
              <a:gd name="T71" fmla="*/ 6 h 2566"/>
              <a:gd name="T72" fmla="*/ 2574 w 3234"/>
              <a:gd name="T73" fmla="*/ 35 h 2566"/>
              <a:gd name="T74" fmla="*/ 2886 w 3234"/>
              <a:gd name="T75" fmla="*/ 194 h 2566"/>
              <a:gd name="T76" fmla="*/ 3113 w 3234"/>
              <a:gd name="T77" fmla="*/ 456 h 2566"/>
              <a:gd name="T78" fmla="*/ 3226 w 3234"/>
              <a:gd name="T79" fmla="*/ 791 h 2566"/>
              <a:gd name="T80" fmla="*/ 3225 w 3234"/>
              <a:gd name="T81" fmla="*/ 1029 h 2566"/>
              <a:gd name="T82" fmla="*/ 3090 w 3234"/>
              <a:gd name="T83" fmla="*/ 1227 h 2566"/>
              <a:gd name="T84" fmla="*/ 2916 w 3234"/>
              <a:gd name="T85" fmla="*/ 1107 h 2566"/>
              <a:gd name="T86" fmla="*/ 2933 w 3234"/>
              <a:gd name="T87" fmla="*/ 908 h 2566"/>
              <a:gd name="T88" fmla="*/ 2813 w 3234"/>
              <a:gd name="T89" fmla="*/ 544 h 2566"/>
              <a:gd name="T90" fmla="*/ 2417 w 3234"/>
              <a:gd name="T91" fmla="*/ 306 h 2566"/>
              <a:gd name="T92" fmla="*/ 1278 w 3234"/>
              <a:gd name="T93" fmla="*/ 1152 h 2566"/>
              <a:gd name="T94" fmla="*/ 1943 w 3234"/>
              <a:gd name="T95" fmla="*/ 1302 h 2566"/>
              <a:gd name="T96" fmla="*/ 2218 w 3234"/>
              <a:gd name="T97" fmla="*/ 1719 h 2566"/>
              <a:gd name="T98" fmla="*/ 1937 w 3234"/>
              <a:gd name="T99" fmla="*/ 2152 h 2566"/>
              <a:gd name="T100" fmla="*/ 1263 w 3234"/>
              <a:gd name="T101" fmla="*/ 2353 h 2566"/>
              <a:gd name="T102" fmla="*/ 598 w 3234"/>
              <a:gd name="T103" fmla="*/ 2202 h 2566"/>
              <a:gd name="T104" fmla="*/ 324 w 3234"/>
              <a:gd name="T105" fmla="*/ 1786 h 2566"/>
              <a:gd name="T106" fmla="*/ 604 w 3234"/>
              <a:gd name="T107" fmla="*/ 1353 h 2566"/>
              <a:gd name="T108" fmla="*/ 1306 w 3234"/>
              <a:gd name="T109" fmla="*/ 1702 h 2566"/>
              <a:gd name="T110" fmla="*/ 1363 w 3234"/>
              <a:gd name="T111" fmla="*/ 1760 h 2566"/>
              <a:gd name="T112" fmla="*/ 1306 w 3234"/>
              <a:gd name="T113" fmla="*/ 1818 h 2566"/>
              <a:gd name="T114" fmla="*/ 1248 w 3234"/>
              <a:gd name="T115" fmla="*/ 1760 h 2566"/>
              <a:gd name="T116" fmla="*/ 1306 w 3234"/>
              <a:gd name="T117" fmla="*/ 1702 h 2566"/>
              <a:gd name="T118" fmla="*/ 1192 w 3234"/>
              <a:gd name="T119" fmla="*/ 1900 h 2566"/>
              <a:gd name="T120" fmla="*/ 1060 w 3234"/>
              <a:gd name="T121" fmla="*/ 2062 h 2566"/>
              <a:gd name="T122" fmla="*/ 897 w 3234"/>
              <a:gd name="T123" fmla="*/ 1930 h 2566"/>
              <a:gd name="T124" fmla="*/ 1029 w 3234"/>
              <a:gd name="T125" fmla="*/ 1768 h 2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4" h="2566">
                <a:moveTo>
                  <a:pt x="1211" y="1400"/>
                </a:moveTo>
                <a:lnTo>
                  <a:pt x="1236" y="1400"/>
                </a:lnTo>
                <a:lnTo>
                  <a:pt x="1261" y="1402"/>
                </a:lnTo>
                <a:lnTo>
                  <a:pt x="1287" y="1405"/>
                </a:lnTo>
                <a:lnTo>
                  <a:pt x="1311" y="1408"/>
                </a:lnTo>
                <a:lnTo>
                  <a:pt x="1334" y="1413"/>
                </a:lnTo>
                <a:lnTo>
                  <a:pt x="1358" y="1419"/>
                </a:lnTo>
                <a:lnTo>
                  <a:pt x="1380" y="1426"/>
                </a:lnTo>
                <a:lnTo>
                  <a:pt x="1404" y="1433"/>
                </a:lnTo>
                <a:lnTo>
                  <a:pt x="1425" y="1442"/>
                </a:lnTo>
                <a:lnTo>
                  <a:pt x="1447" y="1451"/>
                </a:lnTo>
                <a:lnTo>
                  <a:pt x="1467" y="1461"/>
                </a:lnTo>
                <a:lnTo>
                  <a:pt x="1487" y="1472"/>
                </a:lnTo>
                <a:lnTo>
                  <a:pt x="1507" y="1484"/>
                </a:lnTo>
                <a:lnTo>
                  <a:pt x="1526" y="1496"/>
                </a:lnTo>
                <a:lnTo>
                  <a:pt x="1544" y="1510"/>
                </a:lnTo>
                <a:lnTo>
                  <a:pt x="1561" y="1525"/>
                </a:lnTo>
                <a:lnTo>
                  <a:pt x="1577" y="1539"/>
                </a:lnTo>
                <a:lnTo>
                  <a:pt x="1592" y="1555"/>
                </a:lnTo>
                <a:lnTo>
                  <a:pt x="1607" y="1571"/>
                </a:lnTo>
                <a:lnTo>
                  <a:pt x="1621" y="1587"/>
                </a:lnTo>
                <a:lnTo>
                  <a:pt x="1634" y="1604"/>
                </a:lnTo>
                <a:lnTo>
                  <a:pt x="1646" y="1622"/>
                </a:lnTo>
                <a:lnTo>
                  <a:pt x="1657" y="1640"/>
                </a:lnTo>
                <a:lnTo>
                  <a:pt x="1667" y="1660"/>
                </a:lnTo>
                <a:lnTo>
                  <a:pt x="1675" y="1679"/>
                </a:lnTo>
                <a:lnTo>
                  <a:pt x="1683" y="1699"/>
                </a:lnTo>
                <a:lnTo>
                  <a:pt x="1690" y="1719"/>
                </a:lnTo>
                <a:lnTo>
                  <a:pt x="1695" y="1739"/>
                </a:lnTo>
                <a:lnTo>
                  <a:pt x="1700" y="1760"/>
                </a:lnTo>
                <a:lnTo>
                  <a:pt x="1703" y="1781"/>
                </a:lnTo>
                <a:lnTo>
                  <a:pt x="1705" y="1803"/>
                </a:lnTo>
                <a:lnTo>
                  <a:pt x="1705" y="1825"/>
                </a:lnTo>
                <a:lnTo>
                  <a:pt x="1705" y="1847"/>
                </a:lnTo>
                <a:lnTo>
                  <a:pt x="1703" y="1868"/>
                </a:lnTo>
                <a:lnTo>
                  <a:pt x="1700" y="1890"/>
                </a:lnTo>
                <a:lnTo>
                  <a:pt x="1695" y="1910"/>
                </a:lnTo>
                <a:lnTo>
                  <a:pt x="1690" y="1931"/>
                </a:lnTo>
                <a:lnTo>
                  <a:pt x="1683" y="1952"/>
                </a:lnTo>
                <a:lnTo>
                  <a:pt x="1675" y="1971"/>
                </a:lnTo>
                <a:lnTo>
                  <a:pt x="1667" y="1991"/>
                </a:lnTo>
                <a:lnTo>
                  <a:pt x="1657" y="2009"/>
                </a:lnTo>
                <a:lnTo>
                  <a:pt x="1646" y="2028"/>
                </a:lnTo>
                <a:lnTo>
                  <a:pt x="1634" y="2045"/>
                </a:lnTo>
                <a:lnTo>
                  <a:pt x="1621" y="2062"/>
                </a:lnTo>
                <a:lnTo>
                  <a:pt x="1607" y="2080"/>
                </a:lnTo>
                <a:lnTo>
                  <a:pt x="1592" y="2096"/>
                </a:lnTo>
                <a:lnTo>
                  <a:pt x="1577" y="2111"/>
                </a:lnTo>
                <a:lnTo>
                  <a:pt x="1561" y="2126"/>
                </a:lnTo>
                <a:lnTo>
                  <a:pt x="1544" y="2140"/>
                </a:lnTo>
                <a:lnTo>
                  <a:pt x="1526" y="2153"/>
                </a:lnTo>
                <a:lnTo>
                  <a:pt x="1507" y="2166"/>
                </a:lnTo>
                <a:lnTo>
                  <a:pt x="1487" y="2177"/>
                </a:lnTo>
                <a:lnTo>
                  <a:pt x="1467" y="2188"/>
                </a:lnTo>
                <a:lnTo>
                  <a:pt x="1447" y="2199"/>
                </a:lnTo>
                <a:lnTo>
                  <a:pt x="1425" y="2208"/>
                </a:lnTo>
                <a:lnTo>
                  <a:pt x="1404" y="2217"/>
                </a:lnTo>
                <a:lnTo>
                  <a:pt x="1380" y="2225"/>
                </a:lnTo>
                <a:lnTo>
                  <a:pt x="1358" y="2232"/>
                </a:lnTo>
                <a:lnTo>
                  <a:pt x="1334" y="2237"/>
                </a:lnTo>
                <a:lnTo>
                  <a:pt x="1311" y="2242"/>
                </a:lnTo>
                <a:lnTo>
                  <a:pt x="1287" y="2246"/>
                </a:lnTo>
                <a:lnTo>
                  <a:pt x="1261" y="2248"/>
                </a:lnTo>
                <a:lnTo>
                  <a:pt x="1236" y="2250"/>
                </a:lnTo>
                <a:lnTo>
                  <a:pt x="1211" y="2250"/>
                </a:lnTo>
                <a:lnTo>
                  <a:pt x="1186" y="2250"/>
                </a:lnTo>
                <a:lnTo>
                  <a:pt x="1160" y="2248"/>
                </a:lnTo>
                <a:lnTo>
                  <a:pt x="1135" y="2246"/>
                </a:lnTo>
                <a:lnTo>
                  <a:pt x="1111" y="2242"/>
                </a:lnTo>
                <a:lnTo>
                  <a:pt x="1087" y="2237"/>
                </a:lnTo>
                <a:lnTo>
                  <a:pt x="1064" y="2232"/>
                </a:lnTo>
                <a:lnTo>
                  <a:pt x="1040" y="2225"/>
                </a:lnTo>
                <a:lnTo>
                  <a:pt x="1018" y="2217"/>
                </a:lnTo>
                <a:lnTo>
                  <a:pt x="996" y="2208"/>
                </a:lnTo>
                <a:lnTo>
                  <a:pt x="975" y="2199"/>
                </a:lnTo>
                <a:lnTo>
                  <a:pt x="955" y="2188"/>
                </a:lnTo>
                <a:lnTo>
                  <a:pt x="934" y="2177"/>
                </a:lnTo>
                <a:lnTo>
                  <a:pt x="914" y="2166"/>
                </a:lnTo>
                <a:lnTo>
                  <a:pt x="896" y="2153"/>
                </a:lnTo>
                <a:lnTo>
                  <a:pt x="878" y="2140"/>
                </a:lnTo>
                <a:lnTo>
                  <a:pt x="861" y="2126"/>
                </a:lnTo>
                <a:lnTo>
                  <a:pt x="845" y="2111"/>
                </a:lnTo>
                <a:lnTo>
                  <a:pt x="828" y="2096"/>
                </a:lnTo>
                <a:lnTo>
                  <a:pt x="814" y="2080"/>
                </a:lnTo>
                <a:lnTo>
                  <a:pt x="800" y="2062"/>
                </a:lnTo>
                <a:lnTo>
                  <a:pt x="787" y="2045"/>
                </a:lnTo>
                <a:lnTo>
                  <a:pt x="776" y="2028"/>
                </a:lnTo>
                <a:lnTo>
                  <a:pt x="765" y="2009"/>
                </a:lnTo>
                <a:lnTo>
                  <a:pt x="755" y="1991"/>
                </a:lnTo>
                <a:lnTo>
                  <a:pt x="746" y="1971"/>
                </a:lnTo>
                <a:lnTo>
                  <a:pt x="739" y="1952"/>
                </a:lnTo>
                <a:lnTo>
                  <a:pt x="732" y="1931"/>
                </a:lnTo>
                <a:lnTo>
                  <a:pt x="726" y="1910"/>
                </a:lnTo>
                <a:lnTo>
                  <a:pt x="721" y="1890"/>
                </a:lnTo>
                <a:lnTo>
                  <a:pt x="718" y="1868"/>
                </a:lnTo>
                <a:lnTo>
                  <a:pt x="716" y="1847"/>
                </a:lnTo>
                <a:lnTo>
                  <a:pt x="716" y="1825"/>
                </a:lnTo>
                <a:lnTo>
                  <a:pt x="716" y="1803"/>
                </a:lnTo>
                <a:lnTo>
                  <a:pt x="718" y="1781"/>
                </a:lnTo>
                <a:lnTo>
                  <a:pt x="721" y="1760"/>
                </a:lnTo>
                <a:lnTo>
                  <a:pt x="726" y="1739"/>
                </a:lnTo>
                <a:lnTo>
                  <a:pt x="732" y="1719"/>
                </a:lnTo>
                <a:lnTo>
                  <a:pt x="739" y="1699"/>
                </a:lnTo>
                <a:lnTo>
                  <a:pt x="746" y="1679"/>
                </a:lnTo>
                <a:lnTo>
                  <a:pt x="755" y="1660"/>
                </a:lnTo>
                <a:lnTo>
                  <a:pt x="765" y="1640"/>
                </a:lnTo>
                <a:lnTo>
                  <a:pt x="776" y="1622"/>
                </a:lnTo>
                <a:lnTo>
                  <a:pt x="787" y="1604"/>
                </a:lnTo>
                <a:lnTo>
                  <a:pt x="800" y="1587"/>
                </a:lnTo>
                <a:lnTo>
                  <a:pt x="814" y="1571"/>
                </a:lnTo>
                <a:lnTo>
                  <a:pt x="828" y="1555"/>
                </a:lnTo>
                <a:lnTo>
                  <a:pt x="845" y="1539"/>
                </a:lnTo>
                <a:lnTo>
                  <a:pt x="861" y="1525"/>
                </a:lnTo>
                <a:lnTo>
                  <a:pt x="878" y="1510"/>
                </a:lnTo>
                <a:lnTo>
                  <a:pt x="896" y="1496"/>
                </a:lnTo>
                <a:lnTo>
                  <a:pt x="914" y="1484"/>
                </a:lnTo>
                <a:lnTo>
                  <a:pt x="934" y="1472"/>
                </a:lnTo>
                <a:lnTo>
                  <a:pt x="955" y="1461"/>
                </a:lnTo>
                <a:lnTo>
                  <a:pt x="975" y="1451"/>
                </a:lnTo>
                <a:lnTo>
                  <a:pt x="996" y="1442"/>
                </a:lnTo>
                <a:lnTo>
                  <a:pt x="1018" y="1433"/>
                </a:lnTo>
                <a:lnTo>
                  <a:pt x="1040" y="1426"/>
                </a:lnTo>
                <a:lnTo>
                  <a:pt x="1064" y="1419"/>
                </a:lnTo>
                <a:lnTo>
                  <a:pt x="1087" y="1413"/>
                </a:lnTo>
                <a:lnTo>
                  <a:pt x="1111" y="1408"/>
                </a:lnTo>
                <a:lnTo>
                  <a:pt x="1135" y="1405"/>
                </a:lnTo>
                <a:lnTo>
                  <a:pt x="1160" y="1402"/>
                </a:lnTo>
                <a:lnTo>
                  <a:pt x="1186" y="1400"/>
                </a:lnTo>
                <a:lnTo>
                  <a:pt x="1211" y="1400"/>
                </a:lnTo>
                <a:close/>
                <a:moveTo>
                  <a:pt x="1573" y="848"/>
                </a:moveTo>
                <a:lnTo>
                  <a:pt x="1575" y="850"/>
                </a:lnTo>
                <a:lnTo>
                  <a:pt x="1579" y="851"/>
                </a:lnTo>
                <a:lnTo>
                  <a:pt x="1585" y="851"/>
                </a:lnTo>
                <a:lnTo>
                  <a:pt x="1591" y="851"/>
                </a:lnTo>
                <a:lnTo>
                  <a:pt x="1608" y="847"/>
                </a:lnTo>
                <a:lnTo>
                  <a:pt x="1629" y="840"/>
                </a:lnTo>
                <a:lnTo>
                  <a:pt x="1682" y="821"/>
                </a:lnTo>
                <a:lnTo>
                  <a:pt x="1751" y="796"/>
                </a:lnTo>
                <a:lnTo>
                  <a:pt x="1789" y="783"/>
                </a:lnTo>
                <a:lnTo>
                  <a:pt x="1830" y="771"/>
                </a:lnTo>
                <a:lnTo>
                  <a:pt x="1875" y="760"/>
                </a:lnTo>
                <a:lnTo>
                  <a:pt x="1921" y="751"/>
                </a:lnTo>
                <a:lnTo>
                  <a:pt x="1945" y="747"/>
                </a:lnTo>
                <a:lnTo>
                  <a:pt x="1970" y="743"/>
                </a:lnTo>
                <a:lnTo>
                  <a:pt x="1995" y="741"/>
                </a:lnTo>
                <a:lnTo>
                  <a:pt x="2020" y="739"/>
                </a:lnTo>
                <a:lnTo>
                  <a:pt x="2045" y="737"/>
                </a:lnTo>
                <a:lnTo>
                  <a:pt x="2072" y="737"/>
                </a:lnTo>
                <a:lnTo>
                  <a:pt x="2098" y="738"/>
                </a:lnTo>
                <a:lnTo>
                  <a:pt x="2125" y="739"/>
                </a:lnTo>
                <a:lnTo>
                  <a:pt x="2152" y="742"/>
                </a:lnTo>
                <a:lnTo>
                  <a:pt x="2178" y="746"/>
                </a:lnTo>
                <a:lnTo>
                  <a:pt x="2202" y="752"/>
                </a:lnTo>
                <a:lnTo>
                  <a:pt x="2223" y="759"/>
                </a:lnTo>
                <a:lnTo>
                  <a:pt x="2243" y="767"/>
                </a:lnTo>
                <a:lnTo>
                  <a:pt x="2261" y="776"/>
                </a:lnTo>
                <a:lnTo>
                  <a:pt x="2277" y="787"/>
                </a:lnTo>
                <a:lnTo>
                  <a:pt x="2293" y="798"/>
                </a:lnTo>
                <a:lnTo>
                  <a:pt x="2306" y="810"/>
                </a:lnTo>
                <a:lnTo>
                  <a:pt x="2318" y="824"/>
                </a:lnTo>
                <a:lnTo>
                  <a:pt x="2328" y="837"/>
                </a:lnTo>
                <a:lnTo>
                  <a:pt x="2337" y="852"/>
                </a:lnTo>
                <a:lnTo>
                  <a:pt x="2345" y="866"/>
                </a:lnTo>
                <a:lnTo>
                  <a:pt x="2351" y="882"/>
                </a:lnTo>
                <a:lnTo>
                  <a:pt x="2356" y="898"/>
                </a:lnTo>
                <a:lnTo>
                  <a:pt x="2360" y="914"/>
                </a:lnTo>
                <a:lnTo>
                  <a:pt x="2363" y="930"/>
                </a:lnTo>
                <a:lnTo>
                  <a:pt x="2365" y="947"/>
                </a:lnTo>
                <a:lnTo>
                  <a:pt x="2366" y="965"/>
                </a:lnTo>
                <a:lnTo>
                  <a:pt x="2366" y="981"/>
                </a:lnTo>
                <a:lnTo>
                  <a:pt x="2365" y="998"/>
                </a:lnTo>
                <a:lnTo>
                  <a:pt x="2364" y="1015"/>
                </a:lnTo>
                <a:lnTo>
                  <a:pt x="2361" y="1031"/>
                </a:lnTo>
                <a:lnTo>
                  <a:pt x="2359" y="1048"/>
                </a:lnTo>
                <a:lnTo>
                  <a:pt x="2355" y="1064"/>
                </a:lnTo>
                <a:lnTo>
                  <a:pt x="2351" y="1079"/>
                </a:lnTo>
                <a:lnTo>
                  <a:pt x="2347" y="1094"/>
                </a:lnTo>
                <a:lnTo>
                  <a:pt x="2342" y="1110"/>
                </a:lnTo>
                <a:lnTo>
                  <a:pt x="2336" y="1124"/>
                </a:lnTo>
                <a:lnTo>
                  <a:pt x="2331" y="1137"/>
                </a:lnTo>
                <a:lnTo>
                  <a:pt x="2325" y="1149"/>
                </a:lnTo>
                <a:lnTo>
                  <a:pt x="2319" y="1161"/>
                </a:lnTo>
                <a:lnTo>
                  <a:pt x="2313" y="1172"/>
                </a:lnTo>
                <a:lnTo>
                  <a:pt x="2306" y="1182"/>
                </a:lnTo>
                <a:lnTo>
                  <a:pt x="2301" y="1192"/>
                </a:lnTo>
                <a:lnTo>
                  <a:pt x="2298" y="1201"/>
                </a:lnTo>
                <a:lnTo>
                  <a:pt x="2298" y="1206"/>
                </a:lnTo>
                <a:lnTo>
                  <a:pt x="2298" y="1211"/>
                </a:lnTo>
                <a:lnTo>
                  <a:pt x="2300" y="1215"/>
                </a:lnTo>
                <a:lnTo>
                  <a:pt x="2302" y="1220"/>
                </a:lnTo>
                <a:lnTo>
                  <a:pt x="2306" y="1224"/>
                </a:lnTo>
                <a:lnTo>
                  <a:pt x="2310" y="1229"/>
                </a:lnTo>
                <a:lnTo>
                  <a:pt x="2316" y="1234"/>
                </a:lnTo>
                <a:lnTo>
                  <a:pt x="2324" y="1240"/>
                </a:lnTo>
                <a:lnTo>
                  <a:pt x="2356" y="1255"/>
                </a:lnTo>
                <a:lnTo>
                  <a:pt x="2407" y="1277"/>
                </a:lnTo>
                <a:lnTo>
                  <a:pt x="2437" y="1290"/>
                </a:lnTo>
                <a:lnTo>
                  <a:pt x="2469" y="1306"/>
                </a:lnTo>
                <a:lnTo>
                  <a:pt x="2503" y="1324"/>
                </a:lnTo>
                <a:lnTo>
                  <a:pt x="2538" y="1344"/>
                </a:lnTo>
                <a:lnTo>
                  <a:pt x="2555" y="1356"/>
                </a:lnTo>
                <a:lnTo>
                  <a:pt x="2572" y="1368"/>
                </a:lnTo>
                <a:lnTo>
                  <a:pt x="2589" y="1382"/>
                </a:lnTo>
                <a:lnTo>
                  <a:pt x="2606" y="1395"/>
                </a:lnTo>
                <a:lnTo>
                  <a:pt x="2623" y="1410"/>
                </a:lnTo>
                <a:lnTo>
                  <a:pt x="2639" y="1425"/>
                </a:lnTo>
                <a:lnTo>
                  <a:pt x="2654" y="1441"/>
                </a:lnTo>
                <a:lnTo>
                  <a:pt x="2669" y="1458"/>
                </a:lnTo>
                <a:lnTo>
                  <a:pt x="2682" y="1476"/>
                </a:lnTo>
                <a:lnTo>
                  <a:pt x="2695" y="1495"/>
                </a:lnTo>
                <a:lnTo>
                  <a:pt x="2707" y="1516"/>
                </a:lnTo>
                <a:lnTo>
                  <a:pt x="2719" y="1537"/>
                </a:lnTo>
                <a:lnTo>
                  <a:pt x="2728" y="1559"/>
                </a:lnTo>
                <a:lnTo>
                  <a:pt x="2738" y="1582"/>
                </a:lnTo>
                <a:lnTo>
                  <a:pt x="2746" y="1606"/>
                </a:lnTo>
                <a:lnTo>
                  <a:pt x="2752" y="1631"/>
                </a:lnTo>
                <a:lnTo>
                  <a:pt x="2756" y="1659"/>
                </a:lnTo>
                <a:lnTo>
                  <a:pt x="2757" y="1688"/>
                </a:lnTo>
                <a:lnTo>
                  <a:pt x="2754" y="1719"/>
                </a:lnTo>
                <a:lnTo>
                  <a:pt x="2749" y="1751"/>
                </a:lnTo>
                <a:lnTo>
                  <a:pt x="2741" y="1784"/>
                </a:lnTo>
                <a:lnTo>
                  <a:pt x="2729" y="1820"/>
                </a:lnTo>
                <a:lnTo>
                  <a:pt x="2715" y="1856"/>
                </a:lnTo>
                <a:lnTo>
                  <a:pt x="2697" y="1893"/>
                </a:lnTo>
                <a:lnTo>
                  <a:pt x="2677" y="1930"/>
                </a:lnTo>
                <a:lnTo>
                  <a:pt x="2654" y="1969"/>
                </a:lnTo>
                <a:lnTo>
                  <a:pt x="2628" y="2007"/>
                </a:lnTo>
                <a:lnTo>
                  <a:pt x="2597" y="2046"/>
                </a:lnTo>
                <a:lnTo>
                  <a:pt x="2565" y="2085"/>
                </a:lnTo>
                <a:lnTo>
                  <a:pt x="2530" y="2123"/>
                </a:lnTo>
                <a:lnTo>
                  <a:pt x="2491" y="2161"/>
                </a:lnTo>
                <a:lnTo>
                  <a:pt x="2450" y="2198"/>
                </a:lnTo>
                <a:lnTo>
                  <a:pt x="2405" y="2235"/>
                </a:lnTo>
                <a:lnTo>
                  <a:pt x="2357" y="2271"/>
                </a:lnTo>
                <a:lnTo>
                  <a:pt x="2307" y="2305"/>
                </a:lnTo>
                <a:lnTo>
                  <a:pt x="2253" y="2338"/>
                </a:lnTo>
                <a:lnTo>
                  <a:pt x="2197" y="2370"/>
                </a:lnTo>
                <a:lnTo>
                  <a:pt x="2137" y="2400"/>
                </a:lnTo>
                <a:lnTo>
                  <a:pt x="2075" y="2428"/>
                </a:lnTo>
                <a:lnTo>
                  <a:pt x="2009" y="2454"/>
                </a:lnTo>
                <a:lnTo>
                  <a:pt x="1940" y="2478"/>
                </a:lnTo>
                <a:lnTo>
                  <a:pt x="1869" y="2500"/>
                </a:lnTo>
                <a:lnTo>
                  <a:pt x="1794" y="2518"/>
                </a:lnTo>
                <a:lnTo>
                  <a:pt x="1716" y="2534"/>
                </a:lnTo>
                <a:lnTo>
                  <a:pt x="1636" y="2547"/>
                </a:lnTo>
                <a:lnTo>
                  <a:pt x="1552" y="2557"/>
                </a:lnTo>
                <a:lnTo>
                  <a:pt x="1466" y="2563"/>
                </a:lnTo>
                <a:lnTo>
                  <a:pt x="1376" y="2566"/>
                </a:lnTo>
                <a:lnTo>
                  <a:pt x="1287" y="2565"/>
                </a:lnTo>
                <a:lnTo>
                  <a:pt x="1201" y="2562"/>
                </a:lnTo>
                <a:lnTo>
                  <a:pt x="1117" y="2555"/>
                </a:lnTo>
                <a:lnTo>
                  <a:pt x="1037" y="2545"/>
                </a:lnTo>
                <a:lnTo>
                  <a:pt x="961" y="2533"/>
                </a:lnTo>
                <a:lnTo>
                  <a:pt x="887" y="2518"/>
                </a:lnTo>
                <a:lnTo>
                  <a:pt x="816" y="2501"/>
                </a:lnTo>
                <a:lnTo>
                  <a:pt x="749" y="2480"/>
                </a:lnTo>
                <a:lnTo>
                  <a:pt x="684" y="2458"/>
                </a:lnTo>
                <a:lnTo>
                  <a:pt x="623" y="2434"/>
                </a:lnTo>
                <a:lnTo>
                  <a:pt x="564" y="2409"/>
                </a:lnTo>
                <a:lnTo>
                  <a:pt x="509" y="2381"/>
                </a:lnTo>
                <a:lnTo>
                  <a:pt x="456" y="2351"/>
                </a:lnTo>
                <a:lnTo>
                  <a:pt x="406" y="2320"/>
                </a:lnTo>
                <a:lnTo>
                  <a:pt x="359" y="2288"/>
                </a:lnTo>
                <a:lnTo>
                  <a:pt x="316" y="2255"/>
                </a:lnTo>
                <a:lnTo>
                  <a:pt x="274" y="2220"/>
                </a:lnTo>
                <a:lnTo>
                  <a:pt x="237" y="2184"/>
                </a:lnTo>
                <a:lnTo>
                  <a:pt x="202" y="2148"/>
                </a:lnTo>
                <a:lnTo>
                  <a:pt x="170" y="2111"/>
                </a:lnTo>
                <a:lnTo>
                  <a:pt x="140" y="2073"/>
                </a:lnTo>
                <a:lnTo>
                  <a:pt x="114" y="2036"/>
                </a:lnTo>
                <a:lnTo>
                  <a:pt x="91" y="1998"/>
                </a:lnTo>
                <a:lnTo>
                  <a:pt x="70" y="1960"/>
                </a:lnTo>
                <a:lnTo>
                  <a:pt x="51" y="1921"/>
                </a:lnTo>
                <a:lnTo>
                  <a:pt x="36" y="1883"/>
                </a:lnTo>
                <a:lnTo>
                  <a:pt x="23" y="1846"/>
                </a:lnTo>
                <a:lnTo>
                  <a:pt x="13" y="1808"/>
                </a:lnTo>
                <a:lnTo>
                  <a:pt x="6" y="1771"/>
                </a:lnTo>
                <a:lnTo>
                  <a:pt x="2" y="1735"/>
                </a:lnTo>
                <a:lnTo>
                  <a:pt x="0" y="1701"/>
                </a:lnTo>
                <a:lnTo>
                  <a:pt x="1" y="1667"/>
                </a:lnTo>
                <a:lnTo>
                  <a:pt x="4" y="1632"/>
                </a:lnTo>
                <a:lnTo>
                  <a:pt x="11" y="1596"/>
                </a:lnTo>
                <a:lnTo>
                  <a:pt x="20" y="1559"/>
                </a:lnTo>
                <a:lnTo>
                  <a:pt x="32" y="1521"/>
                </a:lnTo>
                <a:lnTo>
                  <a:pt x="47" y="1481"/>
                </a:lnTo>
                <a:lnTo>
                  <a:pt x="64" y="1441"/>
                </a:lnTo>
                <a:lnTo>
                  <a:pt x="83" y="1400"/>
                </a:lnTo>
                <a:lnTo>
                  <a:pt x="104" y="1357"/>
                </a:lnTo>
                <a:lnTo>
                  <a:pt x="127" y="1315"/>
                </a:lnTo>
                <a:lnTo>
                  <a:pt x="152" y="1272"/>
                </a:lnTo>
                <a:lnTo>
                  <a:pt x="179" y="1228"/>
                </a:lnTo>
                <a:lnTo>
                  <a:pt x="207" y="1185"/>
                </a:lnTo>
                <a:lnTo>
                  <a:pt x="237" y="1142"/>
                </a:lnTo>
                <a:lnTo>
                  <a:pt x="267" y="1099"/>
                </a:lnTo>
                <a:lnTo>
                  <a:pt x="300" y="1056"/>
                </a:lnTo>
                <a:lnTo>
                  <a:pt x="333" y="1013"/>
                </a:lnTo>
                <a:lnTo>
                  <a:pt x="367" y="971"/>
                </a:lnTo>
                <a:lnTo>
                  <a:pt x="402" y="929"/>
                </a:lnTo>
                <a:lnTo>
                  <a:pt x="437" y="889"/>
                </a:lnTo>
                <a:lnTo>
                  <a:pt x="473" y="849"/>
                </a:lnTo>
                <a:lnTo>
                  <a:pt x="510" y="810"/>
                </a:lnTo>
                <a:lnTo>
                  <a:pt x="546" y="772"/>
                </a:lnTo>
                <a:lnTo>
                  <a:pt x="582" y="736"/>
                </a:lnTo>
                <a:lnTo>
                  <a:pt x="619" y="701"/>
                </a:lnTo>
                <a:lnTo>
                  <a:pt x="655" y="667"/>
                </a:lnTo>
                <a:lnTo>
                  <a:pt x="690" y="636"/>
                </a:lnTo>
                <a:lnTo>
                  <a:pt x="726" y="606"/>
                </a:lnTo>
                <a:lnTo>
                  <a:pt x="761" y="579"/>
                </a:lnTo>
                <a:lnTo>
                  <a:pt x="794" y="553"/>
                </a:lnTo>
                <a:lnTo>
                  <a:pt x="827" y="529"/>
                </a:lnTo>
                <a:lnTo>
                  <a:pt x="860" y="508"/>
                </a:lnTo>
                <a:lnTo>
                  <a:pt x="891" y="490"/>
                </a:lnTo>
                <a:lnTo>
                  <a:pt x="921" y="473"/>
                </a:lnTo>
                <a:lnTo>
                  <a:pt x="951" y="458"/>
                </a:lnTo>
                <a:lnTo>
                  <a:pt x="981" y="445"/>
                </a:lnTo>
                <a:lnTo>
                  <a:pt x="1010" y="433"/>
                </a:lnTo>
                <a:lnTo>
                  <a:pt x="1038" y="422"/>
                </a:lnTo>
                <a:lnTo>
                  <a:pt x="1067" y="413"/>
                </a:lnTo>
                <a:lnTo>
                  <a:pt x="1095" y="405"/>
                </a:lnTo>
                <a:lnTo>
                  <a:pt x="1122" y="398"/>
                </a:lnTo>
                <a:lnTo>
                  <a:pt x="1149" y="391"/>
                </a:lnTo>
                <a:lnTo>
                  <a:pt x="1176" y="387"/>
                </a:lnTo>
                <a:lnTo>
                  <a:pt x="1202" y="384"/>
                </a:lnTo>
                <a:lnTo>
                  <a:pt x="1227" y="381"/>
                </a:lnTo>
                <a:lnTo>
                  <a:pt x="1251" y="380"/>
                </a:lnTo>
                <a:lnTo>
                  <a:pt x="1275" y="380"/>
                </a:lnTo>
                <a:lnTo>
                  <a:pt x="1299" y="381"/>
                </a:lnTo>
                <a:lnTo>
                  <a:pt x="1321" y="383"/>
                </a:lnTo>
                <a:lnTo>
                  <a:pt x="1343" y="385"/>
                </a:lnTo>
                <a:lnTo>
                  <a:pt x="1364" y="389"/>
                </a:lnTo>
                <a:lnTo>
                  <a:pt x="1384" y="393"/>
                </a:lnTo>
                <a:lnTo>
                  <a:pt x="1404" y="399"/>
                </a:lnTo>
                <a:lnTo>
                  <a:pt x="1423" y="404"/>
                </a:lnTo>
                <a:lnTo>
                  <a:pt x="1440" y="411"/>
                </a:lnTo>
                <a:lnTo>
                  <a:pt x="1457" y="418"/>
                </a:lnTo>
                <a:lnTo>
                  <a:pt x="1472" y="425"/>
                </a:lnTo>
                <a:lnTo>
                  <a:pt x="1487" y="433"/>
                </a:lnTo>
                <a:lnTo>
                  <a:pt x="1501" y="442"/>
                </a:lnTo>
                <a:lnTo>
                  <a:pt x="1514" y="451"/>
                </a:lnTo>
                <a:lnTo>
                  <a:pt x="1526" y="460"/>
                </a:lnTo>
                <a:lnTo>
                  <a:pt x="1536" y="470"/>
                </a:lnTo>
                <a:lnTo>
                  <a:pt x="1546" y="480"/>
                </a:lnTo>
                <a:lnTo>
                  <a:pt x="1554" y="490"/>
                </a:lnTo>
                <a:lnTo>
                  <a:pt x="1561" y="501"/>
                </a:lnTo>
                <a:lnTo>
                  <a:pt x="1567" y="512"/>
                </a:lnTo>
                <a:lnTo>
                  <a:pt x="1572" y="523"/>
                </a:lnTo>
                <a:lnTo>
                  <a:pt x="1576" y="536"/>
                </a:lnTo>
                <a:lnTo>
                  <a:pt x="1580" y="549"/>
                </a:lnTo>
                <a:lnTo>
                  <a:pt x="1583" y="561"/>
                </a:lnTo>
                <a:lnTo>
                  <a:pt x="1585" y="574"/>
                </a:lnTo>
                <a:lnTo>
                  <a:pt x="1587" y="588"/>
                </a:lnTo>
                <a:lnTo>
                  <a:pt x="1588" y="601"/>
                </a:lnTo>
                <a:lnTo>
                  <a:pt x="1590" y="629"/>
                </a:lnTo>
                <a:lnTo>
                  <a:pt x="1590" y="656"/>
                </a:lnTo>
                <a:lnTo>
                  <a:pt x="1589" y="685"/>
                </a:lnTo>
                <a:lnTo>
                  <a:pt x="1586" y="711"/>
                </a:lnTo>
                <a:lnTo>
                  <a:pt x="1580" y="761"/>
                </a:lnTo>
                <a:lnTo>
                  <a:pt x="1574" y="802"/>
                </a:lnTo>
                <a:lnTo>
                  <a:pt x="1572" y="820"/>
                </a:lnTo>
                <a:lnTo>
                  <a:pt x="1571" y="833"/>
                </a:lnTo>
                <a:lnTo>
                  <a:pt x="1571" y="838"/>
                </a:lnTo>
                <a:lnTo>
                  <a:pt x="1571" y="842"/>
                </a:lnTo>
                <a:lnTo>
                  <a:pt x="1572" y="845"/>
                </a:lnTo>
                <a:lnTo>
                  <a:pt x="1573" y="848"/>
                </a:lnTo>
                <a:close/>
                <a:moveTo>
                  <a:pt x="2306" y="680"/>
                </a:moveTo>
                <a:lnTo>
                  <a:pt x="2296" y="680"/>
                </a:lnTo>
                <a:lnTo>
                  <a:pt x="2287" y="679"/>
                </a:lnTo>
                <a:lnTo>
                  <a:pt x="2277" y="678"/>
                </a:lnTo>
                <a:lnTo>
                  <a:pt x="2268" y="675"/>
                </a:lnTo>
                <a:lnTo>
                  <a:pt x="2260" y="671"/>
                </a:lnTo>
                <a:lnTo>
                  <a:pt x="2252" y="667"/>
                </a:lnTo>
                <a:lnTo>
                  <a:pt x="2244" y="662"/>
                </a:lnTo>
                <a:lnTo>
                  <a:pt x="2238" y="656"/>
                </a:lnTo>
                <a:lnTo>
                  <a:pt x="2231" y="650"/>
                </a:lnTo>
                <a:lnTo>
                  <a:pt x="2225" y="643"/>
                </a:lnTo>
                <a:lnTo>
                  <a:pt x="2220" y="636"/>
                </a:lnTo>
                <a:lnTo>
                  <a:pt x="2216" y="628"/>
                </a:lnTo>
                <a:lnTo>
                  <a:pt x="2212" y="620"/>
                </a:lnTo>
                <a:lnTo>
                  <a:pt x="2209" y="611"/>
                </a:lnTo>
                <a:lnTo>
                  <a:pt x="2207" y="602"/>
                </a:lnTo>
                <a:lnTo>
                  <a:pt x="2206" y="593"/>
                </a:lnTo>
                <a:lnTo>
                  <a:pt x="2206" y="583"/>
                </a:lnTo>
                <a:lnTo>
                  <a:pt x="2206" y="574"/>
                </a:lnTo>
                <a:lnTo>
                  <a:pt x="2208" y="565"/>
                </a:lnTo>
                <a:lnTo>
                  <a:pt x="2210" y="556"/>
                </a:lnTo>
                <a:lnTo>
                  <a:pt x="2214" y="548"/>
                </a:lnTo>
                <a:lnTo>
                  <a:pt x="2218" y="540"/>
                </a:lnTo>
                <a:lnTo>
                  <a:pt x="2223" y="531"/>
                </a:lnTo>
                <a:lnTo>
                  <a:pt x="2228" y="524"/>
                </a:lnTo>
                <a:lnTo>
                  <a:pt x="2234" y="518"/>
                </a:lnTo>
                <a:lnTo>
                  <a:pt x="2241" y="512"/>
                </a:lnTo>
                <a:lnTo>
                  <a:pt x="2248" y="507"/>
                </a:lnTo>
                <a:lnTo>
                  <a:pt x="2256" y="502"/>
                </a:lnTo>
                <a:lnTo>
                  <a:pt x="2265" y="499"/>
                </a:lnTo>
                <a:lnTo>
                  <a:pt x="2273" y="496"/>
                </a:lnTo>
                <a:lnTo>
                  <a:pt x="2282" y="494"/>
                </a:lnTo>
                <a:lnTo>
                  <a:pt x="2293" y="493"/>
                </a:lnTo>
                <a:lnTo>
                  <a:pt x="2295" y="492"/>
                </a:lnTo>
                <a:lnTo>
                  <a:pt x="2297" y="492"/>
                </a:lnTo>
                <a:lnTo>
                  <a:pt x="2300" y="492"/>
                </a:lnTo>
                <a:lnTo>
                  <a:pt x="2301" y="492"/>
                </a:lnTo>
                <a:lnTo>
                  <a:pt x="2304" y="492"/>
                </a:lnTo>
                <a:lnTo>
                  <a:pt x="2305" y="492"/>
                </a:lnTo>
                <a:lnTo>
                  <a:pt x="2317" y="492"/>
                </a:lnTo>
                <a:lnTo>
                  <a:pt x="2325" y="491"/>
                </a:lnTo>
                <a:lnTo>
                  <a:pt x="2325" y="491"/>
                </a:lnTo>
                <a:lnTo>
                  <a:pt x="2325" y="492"/>
                </a:lnTo>
                <a:lnTo>
                  <a:pt x="2346" y="492"/>
                </a:lnTo>
                <a:lnTo>
                  <a:pt x="2367" y="494"/>
                </a:lnTo>
                <a:lnTo>
                  <a:pt x="2388" y="497"/>
                </a:lnTo>
                <a:lnTo>
                  <a:pt x="2409" y="500"/>
                </a:lnTo>
                <a:lnTo>
                  <a:pt x="2429" y="505"/>
                </a:lnTo>
                <a:lnTo>
                  <a:pt x="2448" y="510"/>
                </a:lnTo>
                <a:lnTo>
                  <a:pt x="2468" y="517"/>
                </a:lnTo>
                <a:lnTo>
                  <a:pt x="2486" y="524"/>
                </a:lnTo>
                <a:lnTo>
                  <a:pt x="2505" y="533"/>
                </a:lnTo>
                <a:lnTo>
                  <a:pt x="2524" y="543"/>
                </a:lnTo>
                <a:lnTo>
                  <a:pt x="2541" y="553"/>
                </a:lnTo>
                <a:lnTo>
                  <a:pt x="2558" y="563"/>
                </a:lnTo>
                <a:lnTo>
                  <a:pt x="2574" y="575"/>
                </a:lnTo>
                <a:lnTo>
                  <a:pt x="2589" y="587"/>
                </a:lnTo>
                <a:lnTo>
                  <a:pt x="2604" y="600"/>
                </a:lnTo>
                <a:lnTo>
                  <a:pt x="2619" y="614"/>
                </a:lnTo>
                <a:lnTo>
                  <a:pt x="2633" y="628"/>
                </a:lnTo>
                <a:lnTo>
                  <a:pt x="2646" y="643"/>
                </a:lnTo>
                <a:lnTo>
                  <a:pt x="2659" y="659"/>
                </a:lnTo>
                <a:lnTo>
                  <a:pt x="2670" y="676"/>
                </a:lnTo>
                <a:lnTo>
                  <a:pt x="2681" y="692"/>
                </a:lnTo>
                <a:lnTo>
                  <a:pt x="2691" y="710"/>
                </a:lnTo>
                <a:lnTo>
                  <a:pt x="2700" y="727"/>
                </a:lnTo>
                <a:lnTo>
                  <a:pt x="2708" y="746"/>
                </a:lnTo>
                <a:lnTo>
                  <a:pt x="2715" y="764"/>
                </a:lnTo>
                <a:lnTo>
                  <a:pt x="2722" y="784"/>
                </a:lnTo>
                <a:lnTo>
                  <a:pt x="2727" y="803"/>
                </a:lnTo>
                <a:lnTo>
                  <a:pt x="2733" y="824"/>
                </a:lnTo>
                <a:lnTo>
                  <a:pt x="2737" y="844"/>
                </a:lnTo>
                <a:lnTo>
                  <a:pt x="2739" y="865"/>
                </a:lnTo>
                <a:lnTo>
                  <a:pt x="2741" y="886"/>
                </a:lnTo>
                <a:lnTo>
                  <a:pt x="2741" y="907"/>
                </a:lnTo>
                <a:lnTo>
                  <a:pt x="2742" y="907"/>
                </a:lnTo>
                <a:lnTo>
                  <a:pt x="2742" y="908"/>
                </a:lnTo>
                <a:lnTo>
                  <a:pt x="2742" y="909"/>
                </a:lnTo>
                <a:lnTo>
                  <a:pt x="2741" y="909"/>
                </a:lnTo>
                <a:lnTo>
                  <a:pt x="2741" y="920"/>
                </a:lnTo>
                <a:lnTo>
                  <a:pt x="2741" y="932"/>
                </a:lnTo>
                <a:lnTo>
                  <a:pt x="2740" y="942"/>
                </a:lnTo>
                <a:lnTo>
                  <a:pt x="2739" y="953"/>
                </a:lnTo>
                <a:lnTo>
                  <a:pt x="2739" y="953"/>
                </a:lnTo>
                <a:lnTo>
                  <a:pt x="2739" y="959"/>
                </a:lnTo>
                <a:lnTo>
                  <a:pt x="2738" y="961"/>
                </a:lnTo>
                <a:lnTo>
                  <a:pt x="2737" y="971"/>
                </a:lnTo>
                <a:lnTo>
                  <a:pt x="2735" y="980"/>
                </a:lnTo>
                <a:lnTo>
                  <a:pt x="2734" y="989"/>
                </a:lnTo>
                <a:lnTo>
                  <a:pt x="2731" y="996"/>
                </a:lnTo>
                <a:lnTo>
                  <a:pt x="2729" y="1006"/>
                </a:lnTo>
                <a:lnTo>
                  <a:pt x="2725" y="1014"/>
                </a:lnTo>
                <a:lnTo>
                  <a:pt x="2721" y="1023"/>
                </a:lnTo>
                <a:lnTo>
                  <a:pt x="2716" y="1030"/>
                </a:lnTo>
                <a:lnTo>
                  <a:pt x="2711" y="1037"/>
                </a:lnTo>
                <a:lnTo>
                  <a:pt x="2705" y="1044"/>
                </a:lnTo>
                <a:lnTo>
                  <a:pt x="2698" y="1050"/>
                </a:lnTo>
                <a:lnTo>
                  <a:pt x="2691" y="1055"/>
                </a:lnTo>
                <a:lnTo>
                  <a:pt x="2683" y="1059"/>
                </a:lnTo>
                <a:lnTo>
                  <a:pt x="2675" y="1063"/>
                </a:lnTo>
                <a:lnTo>
                  <a:pt x="2666" y="1066"/>
                </a:lnTo>
                <a:lnTo>
                  <a:pt x="2658" y="1068"/>
                </a:lnTo>
                <a:lnTo>
                  <a:pt x="2649" y="1069"/>
                </a:lnTo>
                <a:lnTo>
                  <a:pt x="2640" y="1070"/>
                </a:lnTo>
                <a:lnTo>
                  <a:pt x="2630" y="1069"/>
                </a:lnTo>
                <a:lnTo>
                  <a:pt x="2620" y="1068"/>
                </a:lnTo>
                <a:lnTo>
                  <a:pt x="2611" y="1065"/>
                </a:lnTo>
                <a:lnTo>
                  <a:pt x="2602" y="1062"/>
                </a:lnTo>
                <a:lnTo>
                  <a:pt x="2594" y="1058"/>
                </a:lnTo>
                <a:lnTo>
                  <a:pt x="2586" y="1053"/>
                </a:lnTo>
                <a:lnTo>
                  <a:pt x="2579" y="1047"/>
                </a:lnTo>
                <a:lnTo>
                  <a:pt x="2572" y="1041"/>
                </a:lnTo>
                <a:lnTo>
                  <a:pt x="2567" y="1034"/>
                </a:lnTo>
                <a:lnTo>
                  <a:pt x="2561" y="1027"/>
                </a:lnTo>
                <a:lnTo>
                  <a:pt x="2557" y="1019"/>
                </a:lnTo>
                <a:lnTo>
                  <a:pt x="2553" y="1011"/>
                </a:lnTo>
                <a:lnTo>
                  <a:pt x="2550" y="1003"/>
                </a:lnTo>
                <a:lnTo>
                  <a:pt x="2548" y="994"/>
                </a:lnTo>
                <a:lnTo>
                  <a:pt x="2547" y="985"/>
                </a:lnTo>
                <a:lnTo>
                  <a:pt x="2547" y="976"/>
                </a:lnTo>
                <a:lnTo>
                  <a:pt x="2547" y="967"/>
                </a:lnTo>
                <a:lnTo>
                  <a:pt x="2549" y="957"/>
                </a:lnTo>
                <a:lnTo>
                  <a:pt x="2551" y="946"/>
                </a:lnTo>
                <a:lnTo>
                  <a:pt x="2552" y="937"/>
                </a:lnTo>
                <a:lnTo>
                  <a:pt x="2552" y="937"/>
                </a:lnTo>
                <a:lnTo>
                  <a:pt x="2553" y="932"/>
                </a:lnTo>
                <a:lnTo>
                  <a:pt x="2554" y="919"/>
                </a:lnTo>
                <a:lnTo>
                  <a:pt x="2554" y="909"/>
                </a:lnTo>
                <a:lnTo>
                  <a:pt x="2554" y="909"/>
                </a:lnTo>
                <a:lnTo>
                  <a:pt x="2554" y="908"/>
                </a:lnTo>
                <a:lnTo>
                  <a:pt x="2554" y="907"/>
                </a:lnTo>
                <a:lnTo>
                  <a:pt x="2554" y="907"/>
                </a:lnTo>
                <a:lnTo>
                  <a:pt x="2554" y="896"/>
                </a:lnTo>
                <a:lnTo>
                  <a:pt x="2553" y="884"/>
                </a:lnTo>
                <a:lnTo>
                  <a:pt x="2552" y="873"/>
                </a:lnTo>
                <a:lnTo>
                  <a:pt x="2550" y="862"/>
                </a:lnTo>
                <a:lnTo>
                  <a:pt x="2547" y="851"/>
                </a:lnTo>
                <a:lnTo>
                  <a:pt x="2544" y="840"/>
                </a:lnTo>
                <a:lnTo>
                  <a:pt x="2540" y="829"/>
                </a:lnTo>
                <a:lnTo>
                  <a:pt x="2536" y="819"/>
                </a:lnTo>
                <a:lnTo>
                  <a:pt x="2532" y="808"/>
                </a:lnTo>
                <a:lnTo>
                  <a:pt x="2527" y="798"/>
                </a:lnTo>
                <a:lnTo>
                  <a:pt x="2521" y="789"/>
                </a:lnTo>
                <a:lnTo>
                  <a:pt x="2515" y="779"/>
                </a:lnTo>
                <a:lnTo>
                  <a:pt x="2508" y="770"/>
                </a:lnTo>
                <a:lnTo>
                  <a:pt x="2501" y="762"/>
                </a:lnTo>
                <a:lnTo>
                  <a:pt x="2494" y="753"/>
                </a:lnTo>
                <a:lnTo>
                  <a:pt x="2486" y="746"/>
                </a:lnTo>
                <a:lnTo>
                  <a:pt x="2478" y="738"/>
                </a:lnTo>
                <a:lnTo>
                  <a:pt x="2470" y="731"/>
                </a:lnTo>
                <a:lnTo>
                  <a:pt x="2462" y="724"/>
                </a:lnTo>
                <a:lnTo>
                  <a:pt x="2453" y="718"/>
                </a:lnTo>
                <a:lnTo>
                  <a:pt x="2443" y="712"/>
                </a:lnTo>
                <a:lnTo>
                  <a:pt x="2434" y="706"/>
                </a:lnTo>
                <a:lnTo>
                  <a:pt x="2424" y="701"/>
                </a:lnTo>
                <a:lnTo>
                  <a:pt x="2414" y="697"/>
                </a:lnTo>
                <a:lnTo>
                  <a:pt x="2404" y="693"/>
                </a:lnTo>
                <a:lnTo>
                  <a:pt x="2392" y="689"/>
                </a:lnTo>
                <a:lnTo>
                  <a:pt x="2381" y="686"/>
                </a:lnTo>
                <a:lnTo>
                  <a:pt x="2370" y="684"/>
                </a:lnTo>
                <a:lnTo>
                  <a:pt x="2359" y="682"/>
                </a:lnTo>
                <a:lnTo>
                  <a:pt x="2348" y="680"/>
                </a:lnTo>
                <a:lnTo>
                  <a:pt x="2336" y="679"/>
                </a:lnTo>
                <a:lnTo>
                  <a:pt x="2325" y="679"/>
                </a:lnTo>
                <a:lnTo>
                  <a:pt x="2325" y="679"/>
                </a:lnTo>
                <a:lnTo>
                  <a:pt x="2325" y="679"/>
                </a:lnTo>
                <a:lnTo>
                  <a:pt x="2314" y="679"/>
                </a:lnTo>
                <a:lnTo>
                  <a:pt x="2311" y="679"/>
                </a:lnTo>
                <a:lnTo>
                  <a:pt x="2311" y="679"/>
                </a:lnTo>
                <a:lnTo>
                  <a:pt x="2309" y="680"/>
                </a:lnTo>
                <a:lnTo>
                  <a:pt x="2309" y="680"/>
                </a:lnTo>
                <a:lnTo>
                  <a:pt x="2306" y="680"/>
                </a:lnTo>
                <a:close/>
                <a:moveTo>
                  <a:pt x="2202" y="312"/>
                </a:moveTo>
                <a:lnTo>
                  <a:pt x="2187" y="314"/>
                </a:lnTo>
                <a:lnTo>
                  <a:pt x="2171" y="315"/>
                </a:lnTo>
                <a:lnTo>
                  <a:pt x="2156" y="314"/>
                </a:lnTo>
                <a:lnTo>
                  <a:pt x="2142" y="312"/>
                </a:lnTo>
                <a:lnTo>
                  <a:pt x="2128" y="309"/>
                </a:lnTo>
                <a:lnTo>
                  <a:pt x="2115" y="304"/>
                </a:lnTo>
                <a:lnTo>
                  <a:pt x="2102" y="298"/>
                </a:lnTo>
                <a:lnTo>
                  <a:pt x="2089" y="290"/>
                </a:lnTo>
                <a:lnTo>
                  <a:pt x="2078" y="282"/>
                </a:lnTo>
                <a:lnTo>
                  <a:pt x="2067" y="273"/>
                </a:lnTo>
                <a:lnTo>
                  <a:pt x="2056" y="262"/>
                </a:lnTo>
                <a:lnTo>
                  <a:pt x="2048" y="250"/>
                </a:lnTo>
                <a:lnTo>
                  <a:pt x="2040" y="237"/>
                </a:lnTo>
                <a:lnTo>
                  <a:pt x="2034" y="224"/>
                </a:lnTo>
                <a:lnTo>
                  <a:pt x="2028" y="210"/>
                </a:lnTo>
                <a:lnTo>
                  <a:pt x="2025" y="196"/>
                </a:lnTo>
                <a:lnTo>
                  <a:pt x="2022" y="181"/>
                </a:lnTo>
                <a:lnTo>
                  <a:pt x="2021" y="166"/>
                </a:lnTo>
                <a:lnTo>
                  <a:pt x="2022" y="151"/>
                </a:lnTo>
                <a:lnTo>
                  <a:pt x="2024" y="137"/>
                </a:lnTo>
                <a:lnTo>
                  <a:pt x="2028" y="123"/>
                </a:lnTo>
                <a:lnTo>
                  <a:pt x="2032" y="108"/>
                </a:lnTo>
                <a:lnTo>
                  <a:pt x="2038" y="95"/>
                </a:lnTo>
                <a:lnTo>
                  <a:pt x="2046" y="83"/>
                </a:lnTo>
                <a:lnTo>
                  <a:pt x="2054" y="72"/>
                </a:lnTo>
                <a:lnTo>
                  <a:pt x="2065" y="61"/>
                </a:lnTo>
                <a:lnTo>
                  <a:pt x="2075" y="51"/>
                </a:lnTo>
                <a:lnTo>
                  <a:pt x="2086" y="42"/>
                </a:lnTo>
                <a:lnTo>
                  <a:pt x="2099" y="35"/>
                </a:lnTo>
                <a:lnTo>
                  <a:pt x="2112" y="28"/>
                </a:lnTo>
                <a:lnTo>
                  <a:pt x="2126" y="23"/>
                </a:lnTo>
                <a:lnTo>
                  <a:pt x="2141" y="19"/>
                </a:lnTo>
                <a:lnTo>
                  <a:pt x="2142" y="19"/>
                </a:lnTo>
                <a:lnTo>
                  <a:pt x="2143" y="19"/>
                </a:lnTo>
                <a:lnTo>
                  <a:pt x="2161" y="15"/>
                </a:lnTo>
                <a:lnTo>
                  <a:pt x="2167" y="14"/>
                </a:lnTo>
                <a:lnTo>
                  <a:pt x="2178" y="12"/>
                </a:lnTo>
                <a:lnTo>
                  <a:pt x="2194" y="10"/>
                </a:lnTo>
                <a:lnTo>
                  <a:pt x="2227" y="6"/>
                </a:lnTo>
                <a:lnTo>
                  <a:pt x="2259" y="3"/>
                </a:lnTo>
                <a:lnTo>
                  <a:pt x="2293" y="1"/>
                </a:lnTo>
                <a:lnTo>
                  <a:pt x="2325" y="0"/>
                </a:lnTo>
                <a:lnTo>
                  <a:pt x="2325" y="0"/>
                </a:lnTo>
                <a:lnTo>
                  <a:pt x="2325" y="1"/>
                </a:lnTo>
                <a:lnTo>
                  <a:pt x="2348" y="1"/>
                </a:lnTo>
                <a:lnTo>
                  <a:pt x="2371" y="2"/>
                </a:lnTo>
                <a:lnTo>
                  <a:pt x="2394" y="3"/>
                </a:lnTo>
                <a:lnTo>
                  <a:pt x="2418" y="5"/>
                </a:lnTo>
                <a:lnTo>
                  <a:pt x="2441" y="8"/>
                </a:lnTo>
                <a:lnTo>
                  <a:pt x="2463" y="11"/>
                </a:lnTo>
                <a:lnTo>
                  <a:pt x="2485" y="15"/>
                </a:lnTo>
                <a:lnTo>
                  <a:pt x="2507" y="19"/>
                </a:lnTo>
                <a:lnTo>
                  <a:pt x="2530" y="24"/>
                </a:lnTo>
                <a:lnTo>
                  <a:pt x="2552" y="29"/>
                </a:lnTo>
                <a:lnTo>
                  <a:pt x="2574" y="35"/>
                </a:lnTo>
                <a:lnTo>
                  <a:pt x="2595" y="41"/>
                </a:lnTo>
                <a:lnTo>
                  <a:pt x="2616" y="48"/>
                </a:lnTo>
                <a:lnTo>
                  <a:pt x="2638" y="55"/>
                </a:lnTo>
                <a:lnTo>
                  <a:pt x="2658" y="63"/>
                </a:lnTo>
                <a:lnTo>
                  <a:pt x="2679" y="72"/>
                </a:lnTo>
                <a:lnTo>
                  <a:pt x="2699" y="80"/>
                </a:lnTo>
                <a:lnTo>
                  <a:pt x="2719" y="90"/>
                </a:lnTo>
                <a:lnTo>
                  <a:pt x="2739" y="99"/>
                </a:lnTo>
                <a:lnTo>
                  <a:pt x="2758" y="109"/>
                </a:lnTo>
                <a:lnTo>
                  <a:pt x="2777" y="121"/>
                </a:lnTo>
                <a:lnTo>
                  <a:pt x="2796" y="132"/>
                </a:lnTo>
                <a:lnTo>
                  <a:pt x="2815" y="144"/>
                </a:lnTo>
                <a:lnTo>
                  <a:pt x="2833" y="155"/>
                </a:lnTo>
                <a:lnTo>
                  <a:pt x="2852" y="168"/>
                </a:lnTo>
                <a:lnTo>
                  <a:pt x="2869" y="181"/>
                </a:lnTo>
                <a:lnTo>
                  <a:pt x="2886" y="194"/>
                </a:lnTo>
                <a:lnTo>
                  <a:pt x="2903" y="207"/>
                </a:lnTo>
                <a:lnTo>
                  <a:pt x="2920" y="221"/>
                </a:lnTo>
                <a:lnTo>
                  <a:pt x="2936" y="236"/>
                </a:lnTo>
                <a:lnTo>
                  <a:pt x="2951" y="250"/>
                </a:lnTo>
                <a:lnTo>
                  <a:pt x="2968" y="266"/>
                </a:lnTo>
                <a:lnTo>
                  <a:pt x="2983" y="282"/>
                </a:lnTo>
                <a:lnTo>
                  <a:pt x="2998" y="298"/>
                </a:lnTo>
                <a:lnTo>
                  <a:pt x="3012" y="314"/>
                </a:lnTo>
                <a:lnTo>
                  <a:pt x="3026" y="330"/>
                </a:lnTo>
                <a:lnTo>
                  <a:pt x="3039" y="347"/>
                </a:lnTo>
                <a:lnTo>
                  <a:pt x="3053" y="364"/>
                </a:lnTo>
                <a:lnTo>
                  <a:pt x="3065" y="382"/>
                </a:lnTo>
                <a:lnTo>
                  <a:pt x="3079" y="400"/>
                </a:lnTo>
                <a:lnTo>
                  <a:pt x="3091" y="419"/>
                </a:lnTo>
                <a:lnTo>
                  <a:pt x="3102" y="437"/>
                </a:lnTo>
                <a:lnTo>
                  <a:pt x="3113" y="456"/>
                </a:lnTo>
                <a:lnTo>
                  <a:pt x="3124" y="475"/>
                </a:lnTo>
                <a:lnTo>
                  <a:pt x="3134" y="494"/>
                </a:lnTo>
                <a:lnTo>
                  <a:pt x="3144" y="514"/>
                </a:lnTo>
                <a:lnTo>
                  <a:pt x="3153" y="533"/>
                </a:lnTo>
                <a:lnTo>
                  <a:pt x="3162" y="554"/>
                </a:lnTo>
                <a:lnTo>
                  <a:pt x="3170" y="575"/>
                </a:lnTo>
                <a:lnTo>
                  <a:pt x="3179" y="595"/>
                </a:lnTo>
                <a:lnTo>
                  <a:pt x="3186" y="616"/>
                </a:lnTo>
                <a:lnTo>
                  <a:pt x="3193" y="637"/>
                </a:lnTo>
                <a:lnTo>
                  <a:pt x="3199" y="658"/>
                </a:lnTo>
                <a:lnTo>
                  <a:pt x="3205" y="681"/>
                </a:lnTo>
                <a:lnTo>
                  <a:pt x="3210" y="703"/>
                </a:lnTo>
                <a:lnTo>
                  <a:pt x="3215" y="725"/>
                </a:lnTo>
                <a:lnTo>
                  <a:pt x="3219" y="747"/>
                </a:lnTo>
                <a:lnTo>
                  <a:pt x="3223" y="769"/>
                </a:lnTo>
                <a:lnTo>
                  <a:pt x="3226" y="791"/>
                </a:lnTo>
                <a:lnTo>
                  <a:pt x="3229" y="815"/>
                </a:lnTo>
                <a:lnTo>
                  <a:pt x="3231" y="838"/>
                </a:lnTo>
                <a:lnTo>
                  <a:pt x="3232" y="861"/>
                </a:lnTo>
                <a:lnTo>
                  <a:pt x="3233" y="884"/>
                </a:lnTo>
                <a:lnTo>
                  <a:pt x="3233" y="907"/>
                </a:lnTo>
                <a:lnTo>
                  <a:pt x="3234" y="907"/>
                </a:lnTo>
                <a:lnTo>
                  <a:pt x="3234" y="908"/>
                </a:lnTo>
                <a:lnTo>
                  <a:pt x="3234" y="908"/>
                </a:lnTo>
                <a:lnTo>
                  <a:pt x="3233" y="908"/>
                </a:lnTo>
                <a:lnTo>
                  <a:pt x="3233" y="936"/>
                </a:lnTo>
                <a:lnTo>
                  <a:pt x="3232" y="963"/>
                </a:lnTo>
                <a:lnTo>
                  <a:pt x="3230" y="988"/>
                </a:lnTo>
                <a:lnTo>
                  <a:pt x="3228" y="1012"/>
                </a:lnTo>
                <a:lnTo>
                  <a:pt x="3228" y="1013"/>
                </a:lnTo>
                <a:lnTo>
                  <a:pt x="3226" y="1027"/>
                </a:lnTo>
                <a:lnTo>
                  <a:pt x="3225" y="1029"/>
                </a:lnTo>
                <a:lnTo>
                  <a:pt x="3222" y="1050"/>
                </a:lnTo>
                <a:lnTo>
                  <a:pt x="3219" y="1072"/>
                </a:lnTo>
                <a:lnTo>
                  <a:pt x="3215" y="1092"/>
                </a:lnTo>
                <a:lnTo>
                  <a:pt x="3210" y="1114"/>
                </a:lnTo>
                <a:lnTo>
                  <a:pt x="3206" y="1128"/>
                </a:lnTo>
                <a:lnTo>
                  <a:pt x="3201" y="1142"/>
                </a:lnTo>
                <a:lnTo>
                  <a:pt x="3194" y="1155"/>
                </a:lnTo>
                <a:lnTo>
                  <a:pt x="3186" y="1168"/>
                </a:lnTo>
                <a:lnTo>
                  <a:pt x="3176" y="1179"/>
                </a:lnTo>
                <a:lnTo>
                  <a:pt x="3166" y="1189"/>
                </a:lnTo>
                <a:lnTo>
                  <a:pt x="3155" y="1198"/>
                </a:lnTo>
                <a:lnTo>
                  <a:pt x="3143" y="1206"/>
                </a:lnTo>
                <a:lnTo>
                  <a:pt x="3131" y="1213"/>
                </a:lnTo>
                <a:lnTo>
                  <a:pt x="3118" y="1219"/>
                </a:lnTo>
                <a:lnTo>
                  <a:pt x="3104" y="1224"/>
                </a:lnTo>
                <a:lnTo>
                  <a:pt x="3090" y="1227"/>
                </a:lnTo>
                <a:lnTo>
                  <a:pt x="3076" y="1229"/>
                </a:lnTo>
                <a:lnTo>
                  <a:pt x="3060" y="1229"/>
                </a:lnTo>
                <a:lnTo>
                  <a:pt x="3045" y="1228"/>
                </a:lnTo>
                <a:lnTo>
                  <a:pt x="3030" y="1225"/>
                </a:lnTo>
                <a:lnTo>
                  <a:pt x="3016" y="1221"/>
                </a:lnTo>
                <a:lnTo>
                  <a:pt x="3002" y="1216"/>
                </a:lnTo>
                <a:lnTo>
                  <a:pt x="2989" y="1209"/>
                </a:lnTo>
                <a:lnTo>
                  <a:pt x="2977" y="1201"/>
                </a:lnTo>
                <a:lnTo>
                  <a:pt x="2965" y="1192"/>
                </a:lnTo>
                <a:lnTo>
                  <a:pt x="2954" y="1182"/>
                </a:lnTo>
                <a:lnTo>
                  <a:pt x="2945" y="1171"/>
                </a:lnTo>
                <a:lnTo>
                  <a:pt x="2937" y="1160"/>
                </a:lnTo>
                <a:lnTo>
                  <a:pt x="2930" y="1147"/>
                </a:lnTo>
                <a:lnTo>
                  <a:pt x="2924" y="1134"/>
                </a:lnTo>
                <a:lnTo>
                  <a:pt x="2919" y="1121"/>
                </a:lnTo>
                <a:lnTo>
                  <a:pt x="2916" y="1107"/>
                </a:lnTo>
                <a:lnTo>
                  <a:pt x="2914" y="1091"/>
                </a:lnTo>
                <a:lnTo>
                  <a:pt x="2914" y="1076"/>
                </a:lnTo>
                <a:lnTo>
                  <a:pt x="2915" y="1062"/>
                </a:lnTo>
                <a:lnTo>
                  <a:pt x="2918" y="1047"/>
                </a:lnTo>
                <a:lnTo>
                  <a:pt x="2921" y="1032"/>
                </a:lnTo>
                <a:lnTo>
                  <a:pt x="2924" y="1018"/>
                </a:lnTo>
                <a:lnTo>
                  <a:pt x="2926" y="1005"/>
                </a:lnTo>
                <a:lnTo>
                  <a:pt x="2928" y="991"/>
                </a:lnTo>
                <a:lnTo>
                  <a:pt x="2928" y="991"/>
                </a:lnTo>
                <a:lnTo>
                  <a:pt x="2930" y="977"/>
                </a:lnTo>
                <a:lnTo>
                  <a:pt x="2930" y="977"/>
                </a:lnTo>
                <a:lnTo>
                  <a:pt x="2932" y="959"/>
                </a:lnTo>
                <a:lnTo>
                  <a:pt x="2933" y="941"/>
                </a:lnTo>
                <a:lnTo>
                  <a:pt x="2934" y="924"/>
                </a:lnTo>
                <a:lnTo>
                  <a:pt x="2934" y="908"/>
                </a:lnTo>
                <a:lnTo>
                  <a:pt x="2933" y="908"/>
                </a:lnTo>
                <a:lnTo>
                  <a:pt x="2933" y="908"/>
                </a:lnTo>
                <a:lnTo>
                  <a:pt x="2933" y="907"/>
                </a:lnTo>
                <a:lnTo>
                  <a:pt x="2934" y="907"/>
                </a:lnTo>
                <a:lnTo>
                  <a:pt x="2933" y="876"/>
                </a:lnTo>
                <a:lnTo>
                  <a:pt x="2931" y="846"/>
                </a:lnTo>
                <a:lnTo>
                  <a:pt x="2927" y="816"/>
                </a:lnTo>
                <a:lnTo>
                  <a:pt x="2922" y="785"/>
                </a:lnTo>
                <a:lnTo>
                  <a:pt x="2915" y="756"/>
                </a:lnTo>
                <a:lnTo>
                  <a:pt x="2907" y="727"/>
                </a:lnTo>
                <a:lnTo>
                  <a:pt x="2897" y="699"/>
                </a:lnTo>
                <a:lnTo>
                  <a:pt x="2886" y="671"/>
                </a:lnTo>
                <a:lnTo>
                  <a:pt x="2874" y="644"/>
                </a:lnTo>
                <a:lnTo>
                  <a:pt x="2861" y="618"/>
                </a:lnTo>
                <a:lnTo>
                  <a:pt x="2846" y="593"/>
                </a:lnTo>
                <a:lnTo>
                  <a:pt x="2830" y="568"/>
                </a:lnTo>
                <a:lnTo>
                  <a:pt x="2813" y="544"/>
                </a:lnTo>
                <a:lnTo>
                  <a:pt x="2795" y="521"/>
                </a:lnTo>
                <a:lnTo>
                  <a:pt x="2776" y="499"/>
                </a:lnTo>
                <a:lnTo>
                  <a:pt x="2756" y="478"/>
                </a:lnTo>
                <a:lnTo>
                  <a:pt x="2735" y="458"/>
                </a:lnTo>
                <a:lnTo>
                  <a:pt x="2712" y="439"/>
                </a:lnTo>
                <a:lnTo>
                  <a:pt x="2689" y="421"/>
                </a:lnTo>
                <a:lnTo>
                  <a:pt x="2665" y="404"/>
                </a:lnTo>
                <a:lnTo>
                  <a:pt x="2640" y="387"/>
                </a:lnTo>
                <a:lnTo>
                  <a:pt x="2614" y="372"/>
                </a:lnTo>
                <a:lnTo>
                  <a:pt x="2588" y="359"/>
                </a:lnTo>
                <a:lnTo>
                  <a:pt x="2561" y="347"/>
                </a:lnTo>
                <a:lnTo>
                  <a:pt x="2534" y="336"/>
                </a:lnTo>
                <a:lnTo>
                  <a:pt x="2505" y="326"/>
                </a:lnTo>
                <a:lnTo>
                  <a:pt x="2476" y="318"/>
                </a:lnTo>
                <a:lnTo>
                  <a:pt x="2447" y="311"/>
                </a:lnTo>
                <a:lnTo>
                  <a:pt x="2417" y="306"/>
                </a:lnTo>
                <a:lnTo>
                  <a:pt x="2386" y="302"/>
                </a:lnTo>
                <a:lnTo>
                  <a:pt x="2356" y="300"/>
                </a:lnTo>
                <a:lnTo>
                  <a:pt x="2325" y="299"/>
                </a:lnTo>
                <a:lnTo>
                  <a:pt x="2325" y="300"/>
                </a:lnTo>
                <a:lnTo>
                  <a:pt x="2325" y="300"/>
                </a:lnTo>
                <a:lnTo>
                  <a:pt x="2302" y="300"/>
                </a:lnTo>
                <a:lnTo>
                  <a:pt x="2279" y="301"/>
                </a:lnTo>
                <a:lnTo>
                  <a:pt x="2257" y="303"/>
                </a:lnTo>
                <a:lnTo>
                  <a:pt x="2236" y="306"/>
                </a:lnTo>
                <a:lnTo>
                  <a:pt x="2219" y="309"/>
                </a:lnTo>
                <a:lnTo>
                  <a:pt x="2207" y="311"/>
                </a:lnTo>
                <a:lnTo>
                  <a:pt x="2203" y="311"/>
                </a:lnTo>
                <a:lnTo>
                  <a:pt x="2203" y="311"/>
                </a:lnTo>
                <a:lnTo>
                  <a:pt x="2202" y="312"/>
                </a:lnTo>
                <a:close/>
                <a:moveTo>
                  <a:pt x="1230" y="1154"/>
                </a:moveTo>
                <a:lnTo>
                  <a:pt x="1278" y="1152"/>
                </a:lnTo>
                <a:lnTo>
                  <a:pt x="1327" y="1151"/>
                </a:lnTo>
                <a:lnTo>
                  <a:pt x="1374" y="1151"/>
                </a:lnTo>
                <a:lnTo>
                  <a:pt x="1421" y="1153"/>
                </a:lnTo>
                <a:lnTo>
                  <a:pt x="1467" y="1157"/>
                </a:lnTo>
                <a:lnTo>
                  <a:pt x="1513" y="1162"/>
                </a:lnTo>
                <a:lnTo>
                  <a:pt x="1557" y="1168"/>
                </a:lnTo>
                <a:lnTo>
                  <a:pt x="1601" y="1176"/>
                </a:lnTo>
                <a:lnTo>
                  <a:pt x="1644" y="1185"/>
                </a:lnTo>
                <a:lnTo>
                  <a:pt x="1685" y="1195"/>
                </a:lnTo>
                <a:lnTo>
                  <a:pt x="1726" y="1207"/>
                </a:lnTo>
                <a:lnTo>
                  <a:pt x="1766" y="1220"/>
                </a:lnTo>
                <a:lnTo>
                  <a:pt x="1804" y="1234"/>
                </a:lnTo>
                <a:lnTo>
                  <a:pt x="1841" y="1250"/>
                </a:lnTo>
                <a:lnTo>
                  <a:pt x="1877" y="1266"/>
                </a:lnTo>
                <a:lnTo>
                  <a:pt x="1910" y="1284"/>
                </a:lnTo>
                <a:lnTo>
                  <a:pt x="1943" y="1302"/>
                </a:lnTo>
                <a:lnTo>
                  <a:pt x="1975" y="1322"/>
                </a:lnTo>
                <a:lnTo>
                  <a:pt x="2004" y="1342"/>
                </a:lnTo>
                <a:lnTo>
                  <a:pt x="2032" y="1364"/>
                </a:lnTo>
                <a:lnTo>
                  <a:pt x="2058" y="1387"/>
                </a:lnTo>
                <a:lnTo>
                  <a:pt x="2083" y="1411"/>
                </a:lnTo>
                <a:lnTo>
                  <a:pt x="2106" y="1435"/>
                </a:lnTo>
                <a:lnTo>
                  <a:pt x="2126" y="1460"/>
                </a:lnTo>
                <a:lnTo>
                  <a:pt x="2145" y="1486"/>
                </a:lnTo>
                <a:lnTo>
                  <a:pt x="2162" y="1512"/>
                </a:lnTo>
                <a:lnTo>
                  <a:pt x="2177" y="1541"/>
                </a:lnTo>
                <a:lnTo>
                  <a:pt x="2190" y="1569"/>
                </a:lnTo>
                <a:lnTo>
                  <a:pt x="2200" y="1597"/>
                </a:lnTo>
                <a:lnTo>
                  <a:pt x="2208" y="1627"/>
                </a:lnTo>
                <a:lnTo>
                  <a:pt x="2214" y="1658"/>
                </a:lnTo>
                <a:lnTo>
                  <a:pt x="2217" y="1688"/>
                </a:lnTo>
                <a:lnTo>
                  <a:pt x="2218" y="1719"/>
                </a:lnTo>
                <a:lnTo>
                  <a:pt x="2216" y="1749"/>
                </a:lnTo>
                <a:lnTo>
                  <a:pt x="2212" y="1779"/>
                </a:lnTo>
                <a:lnTo>
                  <a:pt x="2206" y="1810"/>
                </a:lnTo>
                <a:lnTo>
                  <a:pt x="2197" y="1840"/>
                </a:lnTo>
                <a:lnTo>
                  <a:pt x="2187" y="1869"/>
                </a:lnTo>
                <a:lnTo>
                  <a:pt x="2173" y="1897"/>
                </a:lnTo>
                <a:lnTo>
                  <a:pt x="2158" y="1925"/>
                </a:lnTo>
                <a:lnTo>
                  <a:pt x="2141" y="1954"/>
                </a:lnTo>
                <a:lnTo>
                  <a:pt x="2122" y="1981"/>
                </a:lnTo>
                <a:lnTo>
                  <a:pt x="2101" y="2007"/>
                </a:lnTo>
                <a:lnTo>
                  <a:pt x="2079" y="2033"/>
                </a:lnTo>
                <a:lnTo>
                  <a:pt x="2053" y="2058"/>
                </a:lnTo>
                <a:lnTo>
                  <a:pt x="2027" y="2084"/>
                </a:lnTo>
                <a:lnTo>
                  <a:pt x="1999" y="2107"/>
                </a:lnTo>
                <a:lnTo>
                  <a:pt x="1969" y="2130"/>
                </a:lnTo>
                <a:lnTo>
                  <a:pt x="1937" y="2152"/>
                </a:lnTo>
                <a:lnTo>
                  <a:pt x="1904" y="2173"/>
                </a:lnTo>
                <a:lnTo>
                  <a:pt x="1870" y="2193"/>
                </a:lnTo>
                <a:lnTo>
                  <a:pt x="1833" y="2212"/>
                </a:lnTo>
                <a:lnTo>
                  <a:pt x="1796" y="2231"/>
                </a:lnTo>
                <a:lnTo>
                  <a:pt x="1758" y="2248"/>
                </a:lnTo>
                <a:lnTo>
                  <a:pt x="1718" y="2264"/>
                </a:lnTo>
                <a:lnTo>
                  <a:pt x="1677" y="2279"/>
                </a:lnTo>
                <a:lnTo>
                  <a:pt x="1635" y="2292"/>
                </a:lnTo>
                <a:lnTo>
                  <a:pt x="1591" y="2305"/>
                </a:lnTo>
                <a:lnTo>
                  <a:pt x="1547" y="2316"/>
                </a:lnTo>
                <a:lnTo>
                  <a:pt x="1501" y="2325"/>
                </a:lnTo>
                <a:lnTo>
                  <a:pt x="1455" y="2334"/>
                </a:lnTo>
                <a:lnTo>
                  <a:pt x="1409" y="2341"/>
                </a:lnTo>
                <a:lnTo>
                  <a:pt x="1360" y="2346"/>
                </a:lnTo>
                <a:lnTo>
                  <a:pt x="1312" y="2350"/>
                </a:lnTo>
                <a:lnTo>
                  <a:pt x="1263" y="2353"/>
                </a:lnTo>
                <a:lnTo>
                  <a:pt x="1215" y="2354"/>
                </a:lnTo>
                <a:lnTo>
                  <a:pt x="1167" y="2353"/>
                </a:lnTo>
                <a:lnTo>
                  <a:pt x="1120" y="2351"/>
                </a:lnTo>
                <a:lnTo>
                  <a:pt x="1075" y="2348"/>
                </a:lnTo>
                <a:lnTo>
                  <a:pt x="1029" y="2343"/>
                </a:lnTo>
                <a:lnTo>
                  <a:pt x="984" y="2337"/>
                </a:lnTo>
                <a:lnTo>
                  <a:pt x="940" y="2329"/>
                </a:lnTo>
                <a:lnTo>
                  <a:pt x="898" y="2320"/>
                </a:lnTo>
                <a:lnTo>
                  <a:pt x="856" y="2309"/>
                </a:lnTo>
                <a:lnTo>
                  <a:pt x="815" y="2298"/>
                </a:lnTo>
                <a:lnTo>
                  <a:pt x="776" y="2285"/>
                </a:lnTo>
                <a:lnTo>
                  <a:pt x="738" y="2271"/>
                </a:lnTo>
                <a:lnTo>
                  <a:pt x="701" y="2256"/>
                </a:lnTo>
                <a:lnTo>
                  <a:pt x="665" y="2239"/>
                </a:lnTo>
                <a:lnTo>
                  <a:pt x="631" y="2222"/>
                </a:lnTo>
                <a:lnTo>
                  <a:pt x="598" y="2202"/>
                </a:lnTo>
                <a:lnTo>
                  <a:pt x="567" y="2183"/>
                </a:lnTo>
                <a:lnTo>
                  <a:pt x="538" y="2162"/>
                </a:lnTo>
                <a:lnTo>
                  <a:pt x="510" y="2141"/>
                </a:lnTo>
                <a:lnTo>
                  <a:pt x="483" y="2118"/>
                </a:lnTo>
                <a:lnTo>
                  <a:pt x="459" y="2095"/>
                </a:lnTo>
                <a:lnTo>
                  <a:pt x="436" y="2070"/>
                </a:lnTo>
                <a:lnTo>
                  <a:pt x="416" y="2045"/>
                </a:lnTo>
                <a:lnTo>
                  <a:pt x="397" y="2019"/>
                </a:lnTo>
                <a:lnTo>
                  <a:pt x="379" y="1992"/>
                </a:lnTo>
                <a:lnTo>
                  <a:pt x="365" y="1965"/>
                </a:lnTo>
                <a:lnTo>
                  <a:pt x="352" y="1937"/>
                </a:lnTo>
                <a:lnTo>
                  <a:pt x="342" y="1907"/>
                </a:lnTo>
                <a:lnTo>
                  <a:pt x="334" y="1878"/>
                </a:lnTo>
                <a:lnTo>
                  <a:pt x="328" y="1848"/>
                </a:lnTo>
                <a:lnTo>
                  <a:pt x="325" y="1818"/>
                </a:lnTo>
                <a:lnTo>
                  <a:pt x="324" y="1786"/>
                </a:lnTo>
                <a:lnTo>
                  <a:pt x="326" y="1756"/>
                </a:lnTo>
                <a:lnTo>
                  <a:pt x="330" y="1725"/>
                </a:lnTo>
                <a:lnTo>
                  <a:pt x="336" y="1696"/>
                </a:lnTo>
                <a:lnTo>
                  <a:pt x="344" y="1666"/>
                </a:lnTo>
                <a:lnTo>
                  <a:pt x="355" y="1636"/>
                </a:lnTo>
                <a:lnTo>
                  <a:pt x="368" y="1607"/>
                </a:lnTo>
                <a:lnTo>
                  <a:pt x="383" y="1579"/>
                </a:lnTo>
                <a:lnTo>
                  <a:pt x="401" y="1552"/>
                </a:lnTo>
                <a:lnTo>
                  <a:pt x="420" y="1525"/>
                </a:lnTo>
                <a:lnTo>
                  <a:pt x="441" y="1497"/>
                </a:lnTo>
                <a:lnTo>
                  <a:pt x="463" y="1472"/>
                </a:lnTo>
                <a:lnTo>
                  <a:pt x="488" y="1446"/>
                </a:lnTo>
                <a:lnTo>
                  <a:pt x="515" y="1422"/>
                </a:lnTo>
                <a:lnTo>
                  <a:pt x="543" y="1399"/>
                </a:lnTo>
                <a:lnTo>
                  <a:pt x="573" y="1376"/>
                </a:lnTo>
                <a:lnTo>
                  <a:pt x="604" y="1353"/>
                </a:lnTo>
                <a:lnTo>
                  <a:pt x="638" y="1332"/>
                </a:lnTo>
                <a:lnTo>
                  <a:pt x="672" y="1312"/>
                </a:lnTo>
                <a:lnTo>
                  <a:pt x="708" y="1293"/>
                </a:lnTo>
                <a:lnTo>
                  <a:pt x="746" y="1275"/>
                </a:lnTo>
                <a:lnTo>
                  <a:pt x="784" y="1258"/>
                </a:lnTo>
                <a:lnTo>
                  <a:pt x="823" y="1242"/>
                </a:lnTo>
                <a:lnTo>
                  <a:pt x="865" y="1226"/>
                </a:lnTo>
                <a:lnTo>
                  <a:pt x="907" y="1212"/>
                </a:lnTo>
                <a:lnTo>
                  <a:pt x="951" y="1200"/>
                </a:lnTo>
                <a:lnTo>
                  <a:pt x="995" y="1189"/>
                </a:lnTo>
                <a:lnTo>
                  <a:pt x="1040" y="1179"/>
                </a:lnTo>
                <a:lnTo>
                  <a:pt x="1086" y="1171"/>
                </a:lnTo>
                <a:lnTo>
                  <a:pt x="1133" y="1164"/>
                </a:lnTo>
                <a:lnTo>
                  <a:pt x="1182" y="1158"/>
                </a:lnTo>
                <a:lnTo>
                  <a:pt x="1230" y="1154"/>
                </a:lnTo>
                <a:close/>
                <a:moveTo>
                  <a:pt x="1306" y="1702"/>
                </a:moveTo>
                <a:lnTo>
                  <a:pt x="1312" y="1703"/>
                </a:lnTo>
                <a:lnTo>
                  <a:pt x="1317" y="1704"/>
                </a:lnTo>
                <a:lnTo>
                  <a:pt x="1323" y="1705"/>
                </a:lnTo>
                <a:lnTo>
                  <a:pt x="1328" y="1707"/>
                </a:lnTo>
                <a:lnTo>
                  <a:pt x="1333" y="1709"/>
                </a:lnTo>
                <a:lnTo>
                  <a:pt x="1338" y="1712"/>
                </a:lnTo>
                <a:lnTo>
                  <a:pt x="1342" y="1716"/>
                </a:lnTo>
                <a:lnTo>
                  <a:pt x="1347" y="1719"/>
                </a:lnTo>
                <a:lnTo>
                  <a:pt x="1350" y="1723"/>
                </a:lnTo>
                <a:lnTo>
                  <a:pt x="1354" y="1728"/>
                </a:lnTo>
                <a:lnTo>
                  <a:pt x="1356" y="1733"/>
                </a:lnTo>
                <a:lnTo>
                  <a:pt x="1359" y="1738"/>
                </a:lnTo>
                <a:lnTo>
                  <a:pt x="1361" y="1743"/>
                </a:lnTo>
                <a:lnTo>
                  <a:pt x="1362" y="1748"/>
                </a:lnTo>
                <a:lnTo>
                  <a:pt x="1363" y="1754"/>
                </a:lnTo>
                <a:lnTo>
                  <a:pt x="1363" y="1760"/>
                </a:lnTo>
                <a:lnTo>
                  <a:pt x="1363" y="1766"/>
                </a:lnTo>
                <a:lnTo>
                  <a:pt x="1362" y="1771"/>
                </a:lnTo>
                <a:lnTo>
                  <a:pt x="1361" y="1777"/>
                </a:lnTo>
                <a:lnTo>
                  <a:pt x="1359" y="1782"/>
                </a:lnTo>
                <a:lnTo>
                  <a:pt x="1356" y="1787"/>
                </a:lnTo>
                <a:lnTo>
                  <a:pt x="1354" y="1792"/>
                </a:lnTo>
                <a:lnTo>
                  <a:pt x="1350" y="1797"/>
                </a:lnTo>
                <a:lnTo>
                  <a:pt x="1347" y="1801"/>
                </a:lnTo>
                <a:lnTo>
                  <a:pt x="1342" y="1805"/>
                </a:lnTo>
                <a:lnTo>
                  <a:pt x="1338" y="1808"/>
                </a:lnTo>
                <a:lnTo>
                  <a:pt x="1333" y="1811"/>
                </a:lnTo>
                <a:lnTo>
                  <a:pt x="1328" y="1814"/>
                </a:lnTo>
                <a:lnTo>
                  <a:pt x="1323" y="1816"/>
                </a:lnTo>
                <a:lnTo>
                  <a:pt x="1317" y="1817"/>
                </a:lnTo>
                <a:lnTo>
                  <a:pt x="1312" y="1818"/>
                </a:lnTo>
                <a:lnTo>
                  <a:pt x="1306" y="1818"/>
                </a:lnTo>
                <a:lnTo>
                  <a:pt x="1300" y="1818"/>
                </a:lnTo>
                <a:lnTo>
                  <a:pt x="1294" y="1817"/>
                </a:lnTo>
                <a:lnTo>
                  <a:pt x="1289" y="1816"/>
                </a:lnTo>
                <a:lnTo>
                  <a:pt x="1284" y="1814"/>
                </a:lnTo>
                <a:lnTo>
                  <a:pt x="1278" y="1811"/>
                </a:lnTo>
                <a:lnTo>
                  <a:pt x="1273" y="1808"/>
                </a:lnTo>
                <a:lnTo>
                  <a:pt x="1268" y="1805"/>
                </a:lnTo>
                <a:lnTo>
                  <a:pt x="1264" y="1801"/>
                </a:lnTo>
                <a:lnTo>
                  <a:pt x="1261" y="1797"/>
                </a:lnTo>
                <a:lnTo>
                  <a:pt x="1257" y="1792"/>
                </a:lnTo>
                <a:lnTo>
                  <a:pt x="1254" y="1787"/>
                </a:lnTo>
                <a:lnTo>
                  <a:pt x="1252" y="1782"/>
                </a:lnTo>
                <a:lnTo>
                  <a:pt x="1250" y="1777"/>
                </a:lnTo>
                <a:lnTo>
                  <a:pt x="1249" y="1771"/>
                </a:lnTo>
                <a:lnTo>
                  <a:pt x="1248" y="1766"/>
                </a:lnTo>
                <a:lnTo>
                  <a:pt x="1248" y="1760"/>
                </a:lnTo>
                <a:lnTo>
                  <a:pt x="1248" y="1754"/>
                </a:lnTo>
                <a:lnTo>
                  <a:pt x="1249" y="1748"/>
                </a:lnTo>
                <a:lnTo>
                  <a:pt x="1250" y="1743"/>
                </a:lnTo>
                <a:lnTo>
                  <a:pt x="1252" y="1738"/>
                </a:lnTo>
                <a:lnTo>
                  <a:pt x="1254" y="1733"/>
                </a:lnTo>
                <a:lnTo>
                  <a:pt x="1257" y="1728"/>
                </a:lnTo>
                <a:lnTo>
                  <a:pt x="1261" y="1723"/>
                </a:lnTo>
                <a:lnTo>
                  <a:pt x="1264" y="1719"/>
                </a:lnTo>
                <a:lnTo>
                  <a:pt x="1268" y="1716"/>
                </a:lnTo>
                <a:lnTo>
                  <a:pt x="1273" y="1712"/>
                </a:lnTo>
                <a:lnTo>
                  <a:pt x="1278" y="1709"/>
                </a:lnTo>
                <a:lnTo>
                  <a:pt x="1284" y="1707"/>
                </a:lnTo>
                <a:lnTo>
                  <a:pt x="1289" y="1705"/>
                </a:lnTo>
                <a:lnTo>
                  <a:pt x="1294" y="1704"/>
                </a:lnTo>
                <a:lnTo>
                  <a:pt x="1300" y="1703"/>
                </a:lnTo>
                <a:lnTo>
                  <a:pt x="1306" y="1702"/>
                </a:lnTo>
                <a:close/>
                <a:moveTo>
                  <a:pt x="1044" y="1767"/>
                </a:moveTo>
                <a:lnTo>
                  <a:pt x="1060" y="1768"/>
                </a:lnTo>
                <a:lnTo>
                  <a:pt x="1075" y="1770"/>
                </a:lnTo>
                <a:lnTo>
                  <a:pt x="1089" y="1774"/>
                </a:lnTo>
                <a:lnTo>
                  <a:pt x="1102" y="1778"/>
                </a:lnTo>
                <a:lnTo>
                  <a:pt x="1115" y="1785"/>
                </a:lnTo>
                <a:lnTo>
                  <a:pt x="1127" y="1792"/>
                </a:lnTo>
                <a:lnTo>
                  <a:pt x="1139" y="1801"/>
                </a:lnTo>
                <a:lnTo>
                  <a:pt x="1149" y="1811"/>
                </a:lnTo>
                <a:lnTo>
                  <a:pt x="1158" y="1821"/>
                </a:lnTo>
                <a:lnTo>
                  <a:pt x="1167" y="1833"/>
                </a:lnTo>
                <a:lnTo>
                  <a:pt x="1175" y="1845"/>
                </a:lnTo>
                <a:lnTo>
                  <a:pt x="1181" y="1858"/>
                </a:lnTo>
                <a:lnTo>
                  <a:pt x="1186" y="1871"/>
                </a:lnTo>
                <a:lnTo>
                  <a:pt x="1190" y="1885"/>
                </a:lnTo>
                <a:lnTo>
                  <a:pt x="1192" y="1900"/>
                </a:lnTo>
                <a:lnTo>
                  <a:pt x="1193" y="1915"/>
                </a:lnTo>
                <a:lnTo>
                  <a:pt x="1192" y="1930"/>
                </a:lnTo>
                <a:lnTo>
                  <a:pt x="1190" y="1945"/>
                </a:lnTo>
                <a:lnTo>
                  <a:pt x="1186" y="1959"/>
                </a:lnTo>
                <a:lnTo>
                  <a:pt x="1181" y="1973"/>
                </a:lnTo>
                <a:lnTo>
                  <a:pt x="1175" y="1986"/>
                </a:lnTo>
                <a:lnTo>
                  <a:pt x="1167" y="1998"/>
                </a:lnTo>
                <a:lnTo>
                  <a:pt x="1158" y="2009"/>
                </a:lnTo>
                <a:lnTo>
                  <a:pt x="1149" y="2019"/>
                </a:lnTo>
                <a:lnTo>
                  <a:pt x="1139" y="2029"/>
                </a:lnTo>
                <a:lnTo>
                  <a:pt x="1127" y="2037"/>
                </a:lnTo>
                <a:lnTo>
                  <a:pt x="1115" y="2045"/>
                </a:lnTo>
                <a:lnTo>
                  <a:pt x="1102" y="2051"/>
                </a:lnTo>
                <a:lnTo>
                  <a:pt x="1089" y="2056"/>
                </a:lnTo>
                <a:lnTo>
                  <a:pt x="1075" y="2059"/>
                </a:lnTo>
                <a:lnTo>
                  <a:pt x="1060" y="2062"/>
                </a:lnTo>
                <a:lnTo>
                  <a:pt x="1044" y="2062"/>
                </a:lnTo>
                <a:lnTo>
                  <a:pt x="1029" y="2062"/>
                </a:lnTo>
                <a:lnTo>
                  <a:pt x="1015" y="2059"/>
                </a:lnTo>
                <a:lnTo>
                  <a:pt x="1001" y="2056"/>
                </a:lnTo>
                <a:lnTo>
                  <a:pt x="987" y="2051"/>
                </a:lnTo>
                <a:lnTo>
                  <a:pt x="974" y="2045"/>
                </a:lnTo>
                <a:lnTo>
                  <a:pt x="962" y="2037"/>
                </a:lnTo>
                <a:lnTo>
                  <a:pt x="951" y="2029"/>
                </a:lnTo>
                <a:lnTo>
                  <a:pt x="939" y="2019"/>
                </a:lnTo>
                <a:lnTo>
                  <a:pt x="930" y="2009"/>
                </a:lnTo>
                <a:lnTo>
                  <a:pt x="922" y="1998"/>
                </a:lnTo>
                <a:lnTo>
                  <a:pt x="914" y="1986"/>
                </a:lnTo>
                <a:lnTo>
                  <a:pt x="908" y="1973"/>
                </a:lnTo>
                <a:lnTo>
                  <a:pt x="903" y="1959"/>
                </a:lnTo>
                <a:lnTo>
                  <a:pt x="899" y="1945"/>
                </a:lnTo>
                <a:lnTo>
                  <a:pt x="897" y="1930"/>
                </a:lnTo>
                <a:lnTo>
                  <a:pt x="897" y="1915"/>
                </a:lnTo>
                <a:lnTo>
                  <a:pt x="897" y="1900"/>
                </a:lnTo>
                <a:lnTo>
                  <a:pt x="899" y="1885"/>
                </a:lnTo>
                <a:lnTo>
                  <a:pt x="903" y="1871"/>
                </a:lnTo>
                <a:lnTo>
                  <a:pt x="908" y="1858"/>
                </a:lnTo>
                <a:lnTo>
                  <a:pt x="914" y="1845"/>
                </a:lnTo>
                <a:lnTo>
                  <a:pt x="922" y="1833"/>
                </a:lnTo>
                <a:lnTo>
                  <a:pt x="930" y="1821"/>
                </a:lnTo>
                <a:lnTo>
                  <a:pt x="939" y="1811"/>
                </a:lnTo>
                <a:lnTo>
                  <a:pt x="951" y="1801"/>
                </a:lnTo>
                <a:lnTo>
                  <a:pt x="962" y="1792"/>
                </a:lnTo>
                <a:lnTo>
                  <a:pt x="974" y="1785"/>
                </a:lnTo>
                <a:lnTo>
                  <a:pt x="987" y="1778"/>
                </a:lnTo>
                <a:lnTo>
                  <a:pt x="1001" y="1774"/>
                </a:lnTo>
                <a:lnTo>
                  <a:pt x="1015" y="1770"/>
                </a:lnTo>
                <a:lnTo>
                  <a:pt x="1029" y="1768"/>
                </a:lnTo>
                <a:lnTo>
                  <a:pt x="1044" y="1767"/>
                </a:lnTo>
                <a:close/>
              </a:path>
            </a:pathLst>
          </a:custGeom>
          <a:solidFill>
            <a:srgbClr val="C00000"/>
          </a:soli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67" name="TextBox 66"/>
          <p:cNvSpPr txBox="1"/>
          <p:nvPr/>
        </p:nvSpPr>
        <p:spPr>
          <a:xfrm>
            <a:off x="807820" y="3450953"/>
            <a:ext cx="1312428" cy="1154162"/>
          </a:xfrm>
          <a:prstGeom prst="rect">
            <a:avLst/>
          </a:prstGeom>
          <a:noFill/>
        </p:spPr>
        <p:txBody>
          <a:bodyPr wrap="square" lIns="0" tIns="0" rIns="0" bIns="0" rtlCol="0">
            <a:spAutoFit/>
          </a:bodyPr>
          <a:lstStyle/>
          <a:p>
            <a:pPr algn="just">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68" name="TextBox 67"/>
          <p:cNvSpPr txBox="1"/>
          <p:nvPr/>
        </p:nvSpPr>
        <p:spPr>
          <a:xfrm>
            <a:off x="807819" y="3034921"/>
            <a:ext cx="1216250"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微博营销</a:t>
            </a:r>
          </a:p>
        </p:txBody>
      </p:sp>
      <p:sp>
        <p:nvSpPr>
          <p:cNvPr id="69" name="TextBox 68"/>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Tree>
    <p:extLst>
      <p:ext uri="{BB962C8B-B14F-4D97-AF65-F5344CB8AC3E}">
        <p14:creationId xmlns:p14="http://schemas.microsoft.com/office/powerpoint/2010/main" val="1905010374"/>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left)">
                                      <p:cBhvr>
                                        <p:cTn id="7" dur="300"/>
                                        <p:tgtEl>
                                          <p:spTgt spid="45"/>
                                        </p:tgtEl>
                                      </p:cBhvr>
                                    </p:animEffect>
                                  </p:childTnLst>
                                </p:cTn>
                              </p:par>
                              <p:par>
                                <p:cTn id="8" presetID="22" presetClass="entr" presetSubtype="8" fill="hold"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wipe(left)">
                                      <p:cBhvr>
                                        <p:cTn id="10" dur="300"/>
                                        <p:tgtEl>
                                          <p:spTgt spid="46"/>
                                        </p:tgtEl>
                                      </p:cBhvr>
                                    </p:animEffect>
                                  </p:childTnLst>
                                </p:cTn>
                              </p:par>
                            </p:childTnLst>
                          </p:cTn>
                        </p:par>
                        <p:par>
                          <p:cTn id="11" fill="hold">
                            <p:stCondLst>
                              <p:cond delay="300"/>
                            </p:stCondLst>
                            <p:childTnLst>
                              <p:par>
                                <p:cTn id="12" presetID="22" presetClass="entr" presetSubtype="4" fill="hold" grpId="0" nodeType="after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wipe(down)">
                                      <p:cBhvr>
                                        <p:cTn id="14" dur="300"/>
                                        <p:tgtEl>
                                          <p:spTgt spid="47"/>
                                        </p:tgtEl>
                                      </p:cBhvr>
                                    </p:animEffect>
                                  </p:childTnLst>
                                </p:cTn>
                              </p:par>
                            </p:childTnLst>
                          </p:cTn>
                        </p:par>
                        <p:par>
                          <p:cTn id="15" fill="hold">
                            <p:stCondLst>
                              <p:cond delay="600"/>
                            </p:stCondLst>
                            <p:childTnLst>
                              <p:par>
                                <p:cTn id="16" presetID="12" presetClass="entr" presetSubtype="8" fill="hold" grpId="0" nodeType="afterEffect">
                                  <p:stCondLst>
                                    <p:cond delay="0"/>
                                  </p:stCondLst>
                                  <p:childTnLst>
                                    <p:set>
                                      <p:cBhvr>
                                        <p:cTn id="17" dur="1" fill="hold">
                                          <p:stCondLst>
                                            <p:cond delay="0"/>
                                          </p:stCondLst>
                                        </p:cTn>
                                        <p:tgtEl>
                                          <p:spTgt spid="48"/>
                                        </p:tgtEl>
                                        <p:attrNameLst>
                                          <p:attrName>style.visibility</p:attrName>
                                        </p:attrNameLst>
                                      </p:cBhvr>
                                      <p:to>
                                        <p:strVal val="visible"/>
                                      </p:to>
                                    </p:set>
                                    <p:anim calcmode="lin" valueType="num">
                                      <p:cBhvr additive="base">
                                        <p:cTn id="18" dur="500"/>
                                        <p:tgtEl>
                                          <p:spTgt spid="48"/>
                                        </p:tgtEl>
                                        <p:attrNameLst>
                                          <p:attrName>ppt_x</p:attrName>
                                        </p:attrNameLst>
                                      </p:cBhvr>
                                      <p:tavLst>
                                        <p:tav tm="0">
                                          <p:val>
                                            <p:strVal val="#ppt_x-#ppt_w*1.125000"/>
                                          </p:val>
                                        </p:tav>
                                        <p:tav tm="100000">
                                          <p:val>
                                            <p:strVal val="#ppt_x"/>
                                          </p:val>
                                        </p:tav>
                                      </p:tavLst>
                                    </p:anim>
                                    <p:animEffect transition="in" filter="wipe(right)">
                                      <p:cBhvr>
                                        <p:cTn id="19" dur="500"/>
                                        <p:tgtEl>
                                          <p:spTgt spid="48"/>
                                        </p:tgtEl>
                                      </p:cBhvr>
                                    </p:animEffect>
                                  </p:childTnLst>
                                </p:cTn>
                              </p:par>
                              <p:par>
                                <p:cTn id="20" presetID="12" presetClass="entr" presetSubtype="8" fill="hold" nodeType="with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additive="base">
                                        <p:cTn id="22" dur="500"/>
                                        <p:tgtEl>
                                          <p:spTgt spid="50"/>
                                        </p:tgtEl>
                                        <p:attrNameLst>
                                          <p:attrName>ppt_x</p:attrName>
                                        </p:attrNameLst>
                                      </p:cBhvr>
                                      <p:tavLst>
                                        <p:tav tm="0">
                                          <p:val>
                                            <p:strVal val="#ppt_x-#ppt_w*1.125000"/>
                                          </p:val>
                                        </p:tav>
                                        <p:tav tm="100000">
                                          <p:val>
                                            <p:strVal val="#ppt_x"/>
                                          </p:val>
                                        </p:tav>
                                      </p:tavLst>
                                    </p:anim>
                                    <p:animEffect transition="in" filter="wipe(right)">
                                      <p:cBhvr>
                                        <p:cTn id="23" dur="500"/>
                                        <p:tgtEl>
                                          <p:spTgt spid="50"/>
                                        </p:tgtEl>
                                      </p:cBhvr>
                                    </p:animEffect>
                                  </p:childTnLst>
                                </p:cTn>
                              </p:par>
                              <p:par>
                                <p:cTn id="24" presetID="12" presetClass="entr" presetSubtype="8" fill="hold" grpId="0" nodeType="withEffect">
                                  <p:stCondLst>
                                    <p:cond delay="0"/>
                                  </p:stCondLst>
                                  <p:childTnLst>
                                    <p:set>
                                      <p:cBhvr>
                                        <p:cTn id="25" dur="1" fill="hold">
                                          <p:stCondLst>
                                            <p:cond delay="0"/>
                                          </p:stCondLst>
                                        </p:cTn>
                                        <p:tgtEl>
                                          <p:spTgt spid="49"/>
                                        </p:tgtEl>
                                        <p:attrNameLst>
                                          <p:attrName>style.visibility</p:attrName>
                                        </p:attrNameLst>
                                      </p:cBhvr>
                                      <p:to>
                                        <p:strVal val="visible"/>
                                      </p:to>
                                    </p:set>
                                    <p:anim calcmode="lin" valueType="num">
                                      <p:cBhvr additive="base">
                                        <p:cTn id="26" dur="500"/>
                                        <p:tgtEl>
                                          <p:spTgt spid="49"/>
                                        </p:tgtEl>
                                        <p:attrNameLst>
                                          <p:attrName>ppt_x</p:attrName>
                                        </p:attrNameLst>
                                      </p:cBhvr>
                                      <p:tavLst>
                                        <p:tav tm="0">
                                          <p:val>
                                            <p:strVal val="#ppt_x-#ppt_w*1.125000"/>
                                          </p:val>
                                        </p:tav>
                                        <p:tav tm="100000">
                                          <p:val>
                                            <p:strVal val="#ppt_x"/>
                                          </p:val>
                                        </p:tav>
                                      </p:tavLst>
                                    </p:anim>
                                    <p:animEffect transition="in" filter="wipe(right)">
                                      <p:cBhvr>
                                        <p:cTn id="27" dur="500"/>
                                        <p:tgtEl>
                                          <p:spTgt spid="4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par>
                          <p:cTn id="38" fill="hold">
                            <p:stCondLst>
                              <p:cond delay="500"/>
                            </p:stCondLst>
                            <p:childTnLst>
                              <p:par>
                                <p:cTn id="39" presetID="10" presetClass="entr" presetSubtype="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fade">
                                      <p:cBhvr>
                                        <p:cTn id="45" dur="500"/>
                                        <p:tgtEl>
                                          <p:spTgt spid="9"/>
                                        </p:tgtEl>
                                      </p:cBhvr>
                                    </p:animEffect>
                                  </p:childTnLst>
                                </p:cTn>
                              </p:par>
                            </p:childTnLst>
                          </p:cTn>
                        </p:par>
                        <p:par>
                          <p:cTn id="46" fill="hold">
                            <p:stCondLst>
                              <p:cond delay="1500"/>
                            </p:stCondLst>
                            <p:childTnLst>
                              <p:par>
                                <p:cTn id="47" presetID="10" presetClass="entr" presetSubtype="0" fill="hold" nodeType="after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par>
                          <p:cTn id="50" fill="hold">
                            <p:stCondLst>
                              <p:cond delay="2000"/>
                            </p:stCondLst>
                            <p:childTnLst>
                              <p:par>
                                <p:cTn id="51" presetID="10" presetClass="entr" presetSubtype="0" fill="hold" nodeType="after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4"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500" fill="hold"/>
                                        <p:tgtEl>
                                          <p:spTgt spid="4"/>
                                        </p:tgtEl>
                                        <p:attrNameLst>
                                          <p:attrName>ppt_x</p:attrName>
                                        </p:attrNameLst>
                                      </p:cBhvr>
                                      <p:tavLst>
                                        <p:tav tm="0">
                                          <p:val>
                                            <p:strVal val="#ppt_x"/>
                                          </p:val>
                                        </p:tav>
                                        <p:tav tm="100000">
                                          <p:val>
                                            <p:strVal val="#ppt_x"/>
                                          </p:val>
                                        </p:tav>
                                      </p:tavLst>
                                    </p:anim>
                                    <p:anim calcmode="lin" valueType="num">
                                      <p:cBhvr additive="base">
                                        <p:cTn id="59" dur="5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20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 fill="hold"/>
                                        <p:tgtEl>
                                          <p:spTgt spid="18"/>
                                        </p:tgtEl>
                                        <p:attrNameLst>
                                          <p:attrName>ppt_x</p:attrName>
                                        </p:attrNameLst>
                                      </p:cBhvr>
                                      <p:tavLst>
                                        <p:tav tm="0">
                                          <p:val>
                                            <p:strVal val="#ppt_x"/>
                                          </p:val>
                                        </p:tav>
                                        <p:tav tm="100000">
                                          <p:val>
                                            <p:strVal val="#ppt_x"/>
                                          </p:val>
                                        </p:tav>
                                      </p:tavLst>
                                    </p:anim>
                                    <p:anim calcmode="lin" valueType="num">
                                      <p:cBhvr additive="base">
                                        <p:cTn id="63" dur="5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30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 fill="hold"/>
                                        <p:tgtEl>
                                          <p:spTgt spid="19"/>
                                        </p:tgtEl>
                                        <p:attrNameLst>
                                          <p:attrName>ppt_x</p:attrName>
                                        </p:attrNameLst>
                                      </p:cBhvr>
                                      <p:tavLst>
                                        <p:tav tm="0">
                                          <p:val>
                                            <p:strVal val="#ppt_x"/>
                                          </p:val>
                                        </p:tav>
                                        <p:tav tm="100000">
                                          <p:val>
                                            <p:strVal val="#ppt_x"/>
                                          </p:val>
                                        </p:tav>
                                      </p:tavLst>
                                    </p:anim>
                                    <p:anim calcmode="lin" valueType="num">
                                      <p:cBhvr additive="base">
                                        <p:cTn id="67" dur="5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50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 fill="hold"/>
                                        <p:tgtEl>
                                          <p:spTgt spid="20"/>
                                        </p:tgtEl>
                                        <p:attrNameLst>
                                          <p:attrName>ppt_x</p:attrName>
                                        </p:attrNameLst>
                                      </p:cBhvr>
                                      <p:tavLst>
                                        <p:tav tm="0">
                                          <p:val>
                                            <p:strVal val="#ppt_x"/>
                                          </p:val>
                                        </p:tav>
                                        <p:tav tm="100000">
                                          <p:val>
                                            <p:strVal val="#ppt_x"/>
                                          </p:val>
                                        </p:tav>
                                      </p:tavLst>
                                    </p:anim>
                                    <p:anim calcmode="lin" valueType="num">
                                      <p:cBhvr additive="base">
                                        <p:cTn id="71" dur="5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70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 fill="hold"/>
                                        <p:tgtEl>
                                          <p:spTgt spid="21"/>
                                        </p:tgtEl>
                                        <p:attrNameLst>
                                          <p:attrName>ppt_x</p:attrName>
                                        </p:attrNameLst>
                                      </p:cBhvr>
                                      <p:tavLst>
                                        <p:tav tm="0">
                                          <p:val>
                                            <p:strVal val="#ppt_x"/>
                                          </p:val>
                                        </p:tav>
                                        <p:tav tm="100000">
                                          <p:val>
                                            <p:strVal val="#ppt_x"/>
                                          </p:val>
                                        </p:tav>
                                      </p:tavLst>
                                    </p:anim>
                                    <p:anim calcmode="lin" valueType="num">
                                      <p:cBhvr additive="base">
                                        <p:cTn id="75" dur="5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70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500" fill="hold"/>
                                        <p:tgtEl>
                                          <p:spTgt spid="25"/>
                                        </p:tgtEl>
                                        <p:attrNameLst>
                                          <p:attrName>ppt_x</p:attrName>
                                        </p:attrNameLst>
                                      </p:cBhvr>
                                      <p:tavLst>
                                        <p:tav tm="0">
                                          <p:val>
                                            <p:strVal val="#ppt_x"/>
                                          </p:val>
                                        </p:tav>
                                        <p:tav tm="100000">
                                          <p:val>
                                            <p:strVal val="#ppt_x"/>
                                          </p:val>
                                        </p:tav>
                                      </p:tavLst>
                                    </p:anim>
                                    <p:anim calcmode="lin" valueType="num">
                                      <p:cBhvr additive="base">
                                        <p:cTn id="79" dur="5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20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500" fill="hold"/>
                                        <p:tgtEl>
                                          <p:spTgt spid="26"/>
                                        </p:tgtEl>
                                        <p:attrNameLst>
                                          <p:attrName>ppt_x</p:attrName>
                                        </p:attrNameLst>
                                      </p:cBhvr>
                                      <p:tavLst>
                                        <p:tav tm="0">
                                          <p:val>
                                            <p:strVal val="#ppt_x"/>
                                          </p:val>
                                        </p:tav>
                                        <p:tav tm="100000">
                                          <p:val>
                                            <p:strVal val="#ppt_x"/>
                                          </p:val>
                                        </p:tav>
                                      </p:tavLst>
                                    </p:anim>
                                    <p:anim calcmode="lin" valueType="num">
                                      <p:cBhvr additive="base">
                                        <p:cTn id="83" dur="5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30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500" fill="hold"/>
                                        <p:tgtEl>
                                          <p:spTgt spid="27"/>
                                        </p:tgtEl>
                                        <p:attrNameLst>
                                          <p:attrName>ppt_x</p:attrName>
                                        </p:attrNameLst>
                                      </p:cBhvr>
                                      <p:tavLst>
                                        <p:tav tm="0">
                                          <p:val>
                                            <p:strVal val="#ppt_x"/>
                                          </p:val>
                                        </p:tav>
                                        <p:tav tm="100000">
                                          <p:val>
                                            <p:strVal val="#ppt_x"/>
                                          </p:val>
                                        </p:tav>
                                      </p:tavLst>
                                    </p:anim>
                                    <p:anim calcmode="lin" valueType="num">
                                      <p:cBhvr additive="base">
                                        <p:cTn id="87" dur="5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500"/>
                                  </p:stCondLst>
                                  <p:childTnLst>
                                    <p:set>
                                      <p:cBhvr>
                                        <p:cTn id="89" dur="1" fill="hold">
                                          <p:stCondLst>
                                            <p:cond delay="0"/>
                                          </p:stCondLst>
                                        </p:cTn>
                                        <p:tgtEl>
                                          <p:spTgt spid="28"/>
                                        </p:tgtEl>
                                        <p:attrNameLst>
                                          <p:attrName>style.visibility</p:attrName>
                                        </p:attrNameLst>
                                      </p:cBhvr>
                                      <p:to>
                                        <p:strVal val="visible"/>
                                      </p:to>
                                    </p:set>
                                    <p:anim calcmode="lin" valueType="num">
                                      <p:cBhvr additive="base">
                                        <p:cTn id="90" dur="500" fill="hold"/>
                                        <p:tgtEl>
                                          <p:spTgt spid="28"/>
                                        </p:tgtEl>
                                        <p:attrNameLst>
                                          <p:attrName>ppt_x</p:attrName>
                                        </p:attrNameLst>
                                      </p:cBhvr>
                                      <p:tavLst>
                                        <p:tav tm="0">
                                          <p:val>
                                            <p:strVal val="#ppt_x"/>
                                          </p:val>
                                        </p:tav>
                                        <p:tav tm="100000">
                                          <p:val>
                                            <p:strVal val="#ppt_x"/>
                                          </p:val>
                                        </p:tav>
                                      </p:tavLst>
                                    </p:anim>
                                    <p:anim calcmode="lin" valueType="num">
                                      <p:cBhvr additive="base">
                                        <p:cTn id="91" dur="500" fill="hold"/>
                                        <p:tgtEl>
                                          <p:spTgt spid="28"/>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700"/>
                                  </p:stCondLst>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 fill="hold"/>
                                        <p:tgtEl>
                                          <p:spTgt spid="29"/>
                                        </p:tgtEl>
                                        <p:attrNameLst>
                                          <p:attrName>ppt_x</p:attrName>
                                        </p:attrNameLst>
                                      </p:cBhvr>
                                      <p:tavLst>
                                        <p:tav tm="0">
                                          <p:val>
                                            <p:strVal val="#ppt_x"/>
                                          </p:val>
                                        </p:tav>
                                        <p:tav tm="100000">
                                          <p:val>
                                            <p:strVal val="#ppt_x"/>
                                          </p:val>
                                        </p:tav>
                                      </p:tavLst>
                                    </p:anim>
                                    <p:anim calcmode="lin" valueType="num">
                                      <p:cBhvr additive="base">
                                        <p:cTn id="95" dur="5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700"/>
                                  </p:stCondLst>
                                  <p:childTnLst>
                                    <p:set>
                                      <p:cBhvr>
                                        <p:cTn id="97" dur="1" fill="hold">
                                          <p:stCondLst>
                                            <p:cond delay="0"/>
                                          </p:stCondLst>
                                        </p:cTn>
                                        <p:tgtEl>
                                          <p:spTgt spid="30"/>
                                        </p:tgtEl>
                                        <p:attrNameLst>
                                          <p:attrName>style.visibility</p:attrName>
                                        </p:attrNameLst>
                                      </p:cBhvr>
                                      <p:to>
                                        <p:strVal val="visible"/>
                                      </p:to>
                                    </p:set>
                                    <p:anim calcmode="lin" valueType="num">
                                      <p:cBhvr additive="base">
                                        <p:cTn id="98" dur="500" fill="hold"/>
                                        <p:tgtEl>
                                          <p:spTgt spid="30"/>
                                        </p:tgtEl>
                                        <p:attrNameLst>
                                          <p:attrName>ppt_x</p:attrName>
                                        </p:attrNameLst>
                                      </p:cBhvr>
                                      <p:tavLst>
                                        <p:tav tm="0">
                                          <p:val>
                                            <p:strVal val="#ppt_x"/>
                                          </p:val>
                                        </p:tav>
                                        <p:tav tm="100000">
                                          <p:val>
                                            <p:strVal val="#ppt_x"/>
                                          </p:val>
                                        </p:tav>
                                      </p:tavLst>
                                    </p:anim>
                                    <p:anim calcmode="lin" valueType="num">
                                      <p:cBhvr additive="base">
                                        <p:cTn id="99" dur="500" fill="hold"/>
                                        <p:tgtEl>
                                          <p:spTgt spid="30"/>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200"/>
                                  </p:stCondLst>
                                  <p:childTnLst>
                                    <p:set>
                                      <p:cBhvr>
                                        <p:cTn id="101" dur="1" fill="hold">
                                          <p:stCondLst>
                                            <p:cond delay="0"/>
                                          </p:stCondLst>
                                        </p:cTn>
                                        <p:tgtEl>
                                          <p:spTgt spid="31"/>
                                        </p:tgtEl>
                                        <p:attrNameLst>
                                          <p:attrName>style.visibility</p:attrName>
                                        </p:attrNameLst>
                                      </p:cBhvr>
                                      <p:to>
                                        <p:strVal val="visible"/>
                                      </p:to>
                                    </p:set>
                                    <p:anim calcmode="lin" valueType="num">
                                      <p:cBhvr additive="base">
                                        <p:cTn id="102" dur="500" fill="hold"/>
                                        <p:tgtEl>
                                          <p:spTgt spid="31"/>
                                        </p:tgtEl>
                                        <p:attrNameLst>
                                          <p:attrName>ppt_x</p:attrName>
                                        </p:attrNameLst>
                                      </p:cBhvr>
                                      <p:tavLst>
                                        <p:tav tm="0">
                                          <p:val>
                                            <p:strVal val="#ppt_x"/>
                                          </p:val>
                                        </p:tav>
                                        <p:tav tm="100000">
                                          <p:val>
                                            <p:strVal val="#ppt_x"/>
                                          </p:val>
                                        </p:tav>
                                      </p:tavLst>
                                    </p:anim>
                                    <p:anim calcmode="lin" valueType="num">
                                      <p:cBhvr additive="base">
                                        <p:cTn id="103" dur="500" fill="hold"/>
                                        <p:tgtEl>
                                          <p:spTgt spid="31"/>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30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500" fill="hold"/>
                                        <p:tgtEl>
                                          <p:spTgt spid="32"/>
                                        </p:tgtEl>
                                        <p:attrNameLst>
                                          <p:attrName>ppt_x</p:attrName>
                                        </p:attrNameLst>
                                      </p:cBhvr>
                                      <p:tavLst>
                                        <p:tav tm="0">
                                          <p:val>
                                            <p:strVal val="#ppt_x"/>
                                          </p:val>
                                        </p:tav>
                                        <p:tav tm="100000">
                                          <p:val>
                                            <p:strVal val="#ppt_x"/>
                                          </p:val>
                                        </p:tav>
                                      </p:tavLst>
                                    </p:anim>
                                    <p:anim calcmode="lin" valueType="num">
                                      <p:cBhvr additive="base">
                                        <p:cTn id="107" dur="500" fill="hold"/>
                                        <p:tgtEl>
                                          <p:spTgt spid="32"/>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500"/>
                                  </p:stCondLst>
                                  <p:childTnLst>
                                    <p:set>
                                      <p:cBhvr>
                                        <p:cTn id="109" dur="1" fill="hold">
                                          <p:stCondLst>
                                            <p:cond delay="0"/>
                                          </p:stCondLst>
                                        </p:cTn>
                                        <p:tgtEl>
                                          <p:spTgt spid="33"/>
                                        </p:tgtEl>
                                        <p:attrNameLst>
                                          <p:attrName>style.visibility</p:attrName>
                                        </p:attrNameLst>
                                      </p:cBhvr>
                                      <p:to>
                                        <p:strVal val="visible"/>
                                      </p:to>
                                    </p:set>
                                    <p:anim calcmode="lin" valueType="num">
                                      <p:cBhvr additive="base">
                                        <p:cTn id="110" dur="500" fill="hold"/>
                                        <p:tgtEl>
                                          <p:spTgt spid="33"/>
                                        </p:tgtEl>
                                        <p:attrNameLst>
                                          <p:attrName>ppt_x</p:attrName>
                                        </p:attrNameLst>
                                      </p:cBhvr>
                                      <p:tavLst>
                                        <p:tav tm="0">
                                          <p:val>
                                            <p:strVal val="#ppt_x"/>
                                          </p:val>
                                        </p:tav>
                                        <p:tav tm="100000">
                                          <p:val>
                                            <p:strVal val="#ppt_x"/>
                                          </p:val>
                                        </p:tav>
                                      </p:tavLst>
                                    </p:anim>
                                    <p:anim calcmode="lin" valueType="num">
                                      <p:cBhvr additive="base">
                                        <p:cTn id="111" dur="500" fill="hold"/>
                                        <p:tgtEl>
                                          <p:spTgt spid="33"/>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700"/>
                                  </p:stCondLst>
                                  <p:childTnLst>
                                    <p:set>
                                      <p:cBhvr>
                                        <p:cTn id="113" dur="1" fill="hold">
                                          <p:stCondLst>
                                            <p:cond delay="0"/>
                                          </p:stCondLst>
                                        </p:cTn>
                                        <p:tgtEl>
                                          <p:spTgt spid="34"/>
                                        </p:tgtEl>
                                        <p:attrNameLst>
                                          <p:attrName>style.visibility</p:attrName>
                                        </p:attrNameLst>
                                      </p:cBhvr>
                                      <p:to>
                                        <p:strVal val="visible"/>
                                      </p:to>
                                    </p:set>
                                    <p:anim calcmode="lin" valueType="num">
                                      <p:cBhvr additive="base">
                                        <p:cTn id="114" dur="500" fill="hold"/>
                                        <p:tgtEl>
                                          <p:spTgt spid="34"/>
                                        </p:tgtEl>
                                        <p:attrNameLst>
                                          <p:attrName>ppt_x</p:attrName>
                                        </p:attrNameLst>
                                      </p:cBhvr>
                                      <p:tavLst>
                                        <p:tav tm="0">
                                          <p:val>
                                            <p:strVal val="#ppt_x"/>
                                          </p:val>
                                        </p:tav>
                                        <p:tav tm="100000">
                                          <p:val>
                                            <p:strVal val="#ppt_x"/>
                                          </p:val>
                                        </p:tav>
                                      </p:tavLst>
                                    </p:anim>
                                    <p:anim calcmode="lin" valueType="num">
                                      <p:cBhvr additive="base">
                                        <p:cTn id="115" dur="500" fill="hold"/>
                                        <p:tgtEl>
                                          <p:spTgt spid="34"/>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700"/>
                                  </p:stCondLst>
                                  <p:childTnLst>
                                    <p:set>
                                      <p:cBhvr>
                                        <p:cTn id="117" dur="1" fill="hold">
                                          <p:stCondLst>
                                            <p:cond delay="0"/>
                                          </p:stCondLst>
                                        </p:cTn>
                                        <p:tgtEl>
                                          <p:spTgt spid="35"/>
                                        </p:tgtEl>
                                        <p:attrNameLst>
                                          <p:attrName>style.visibility</p:attrName>
                                        </p:attrNameLst>
                                      </p:cBhvr>
                                      <p:to>
                                        <p:strVal val="visible"/>
                                      </p:to>
                                    </p:set>
                                    <p:anim calcmode="lin" valueType="num">
                                      <p:cBhvr additive="base">
                                        <p:cTn id="118" dur="500" fill="hold"/>
                                        <p:tgtEl>
                                          <p:spTgt spid="35"/>
                                        </p:tgtEl>
                                        <p:attrNameLst>
                                          <p:attrName>ppt_x</p:attrName>
                                        </p:attrNameLst>
                                      </p:cBhvr>
                                      <p:tavLst>
                                        <p:tav tm="0">
                                          <p:val>
                                            <p:strVal val="#ppt_x"/>
                                          </p:val>
                                        </p:tav>
                                        <p:tav tm="100000">
                                          <p:val>
                                            <p:strVal val="#ppt_x"/>
                                          </p:val>
                                        </p:tav>
                                      </p:tavLst>
                                    </p:anim>
                                    <p:anim calcmode="lin" valueType="num">
                                      <p:cBhvr additive="base">
                                        <p:cTn id="119" dur="500" fill="hold"/>
                                        <p:tgtEl>
                                          <p:spTgt spid="35"/>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200"/>
                                  </p:stCondLst>
                                  <p:childTnLst>
                                    <p:set>
                                      <p:cBhvr>
                                        <p:cTn id="121" dur="1" fill="hold">
                                          <p:stCondLst>
                                            <p:cond delay="0"/>
                                          </p:stCondLst>
                                        </p:cTn>
                                        <p:tgtEl>
                                          <p:spTgt spid="36"/>
                                        </p:tgtEl>
                                        <p:attrNameLst>
                                          <p:attrName>style.visibility</p:attrName>
                                        </p:attrNameLst>
                                      </p:cBhvr>
                                      <p:to>
                                        <p:strVal val="visible"/>
                                      </p:to>
                                    </p:set>
                                    <p:anim calcmode="lin" valueType="num">
                                      <p:cBhvr additive="base">
                                        <p:cTn id="122" dur="500" fill="hold"/>
                                        <p:tgtEl>
                                          <p:spTgt spid="36"/>
                                        </p:tgtEl>
                                        <p:attrNameLst>
                                          <p:attrName>ppt_x</p:attrName>
                                        </p:attrNameLst>
                                      </p:cBhvr>
                                      <p:tavLst>
                                        <p:tav tm="0">
                                          <p:val>
                                            <p:strVal val="#ppt_x"/>
                                          </p:val>
                                        </p:tav>
                                        <p:tav tm="100000">
                                          <p:val>
                                            <p:strVal val="#ppt_x"/>
                                          </p:val>
                                        </p:tav>
                                      </p:tavLst>
                                    </p:anim>
                                    <p:anim calcmode="lin" valueType="num">
                                      <p:cBhvr additive="base">
                                        <p:cTn id="123" dur="500" fill="hold"/>
                                        <p:tgtEl>
                                          <p:spTgt spid="36"/>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300"/>
                                  </p:stCondLst>
                                  <p:childTnLst>
                                    <p:set>
                                      <p:cBhvr>
                                        <p:cTn id="125" dur="1" fill="hold">
                                          <p:stCondLst>
                                            <p:cond delay="0"/>
                                          </p:stCondLst>
                                        </p:cTn>
                                        <p:tgtEl>
                                          <p:spTgt spid="37"/>
                                        </p:tgtEl>
                                        <p:attrNameLst>
                                          <p:attrName>style.visibility</p:attrName>
                                        </p:attrNameLst>
                                      </p:cBhvr>
                                      <p:to>
                                        <p:strVal val="visible"/>
                                      </p:to>
                                    </p:set>
                                    <p:anim calcmode="lin" valueType="num">
                                      <p:cBhvr additive="base">
                                        <p:cTn id="126" dur="500" fill="hold"/>
                                        <p:tgtEl>
                                          <p:spTgt spid="37"/>
                                        </p:tgtEl>
                                        <p:attrNameLst>
                                          <p:attrName>ppt_x</p:attrName>
                                        </p:attrNameLst>
                                      </p:cBhvr>
                                      <p:tavLst>
                                        <p:tav tm="0">
                                          <p:val>
                                            <p:strVal val="#ppt_x"/>
                                          </p:val>
                                        </p:tav>
                                        <p:tav tm="100000">
                                          <p:val>
                                            <p:strVal val="#ppt_x"/>
                                          </p:val>
                                        </p:tav>
                                      </p:tavLst>
                                    </p:anim>
                                    <p:anim calcmode="lin" valueType="num">
                                      <p:cBhvr additive="base">
                                        <p:cTn id="127" dur="500" fill="hold"/>
                                        <p:tgtEl>
                                          <p:spTgt spid="37"/>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500"/>
                                  </p:stCondLst>
                                  <p:childTnLst>
                                    <p:set>
                                      <p:cBhvr>
                                        <p:cTn id="129" dur="1" fill="hold">
                                          <p:stCondLst>
                                            <p:cond delay="0"/>
                                          </p:stCondLst>
                                        </p:cTn>
                                        <p:tgtEl>
                                          <p:spTgt spid="38"/>
                                        </p:tgtEl>
                                        <p:attrNameLst>
                                          <p:attrName>style.visibility</p:attrName>
                                        </p:attrNameLst>
                                      </p:cBhvr>
                                      <p:to>
                                        <p:strVal val="visible"/>
                                      </p:to>
                                    </p:set>
                                    <p:anim calcmode="lin" valueType="num">
                                      <p:cBhvr additive="base">
                                        <p:cTn id="130" dur="500" fill="hold"/>
                                        <p:tgtEl>
                                          <p:spTgt spid="38"/>
                                        </p:tgtEl>
                                        <p:attrNameLst>
                                          <p:attrName>ppt_x</p:attrName>
                                        </p:attrNameLst>
                                      </p:cBhvr>
                                      <p:tavLst>
                                        <p:tav tm="0">
                                          <p:val>
                                            <p:strVal val="#ppt_x"/>
                                          </p:val>
                                        </p:tav>
                                        <p:tav tm="100000">
                                          <p:val>
                                            <p:strVal val="#ppt_x"/>
                                          </p:val>
                                        </p:tav>
                                      </p:tavLst>
                                    </p:anim>
                                    <p:anim calcmode="lin" valueType="num">
                                      <p:cBhvr additive="base">
                                        <p:cTn id="131" dur="500" fill="hold"/>
                                        <p:tgtEl>
                                          <p:spTgt spid="38"/>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700"/>
                                  </p:stCondLst>
                                  <p:childTnLst>
                                    <p:set>
                                      <p:cBhvr>
                                        <p:cTn id="133" dur="1" fill="hold">
                                          <p:stCondLst>
                                            <p:cond delay="0"/>
                                          </p:stCondLst>
                                        </p:cTn>
                                        <p:tgtEl>
                                          <p:spTgt spid="39"/>
                                        </p:tgtEl>
                                        <p:attrNameLst>
                                          <p:attrName>style.visibility</p:attrName>
                                        </p:attrNameLst>
                                      </p:cBhvr>
                                      <p:to>
                                        <p:strVal val="visible"/>
                                      </p:to>
                                    </p:set>
                                    <p:anim calcmode="lin" valueType="num">
                                      <p:cBhvr additive="base">
                                        <p:cTn id="134" dur="500" fill="hold"/>
                                        <p:tgtEl>
                                          <p:spTgt spid="39"/>
                                        </p:tgtEl>
                                        <p:attrNameLst>
                                          <p:attrName>ppt_x</p:attrName>
                                        </p:attrNameLst>
                                      </p:cBhvr>
                                      <p:tavLst>
                                        <p:tav tm="0">
                                          <p:val>
                                            <p:strVal val="#ppt_x"/>
                                          </p:val>
                                        </p:tav>
                                        <p:tav tm="100000">
                                          <p:val>
                                            <p:strVal val="#ppt_x"/>
                                          </p:val>
                                        </p:tav>
                                      </p:tavLst>
                                    </p:anim>
                                    <p:anim calcmode="lin" valueType="num">
                                      <p:cBhvr additive="base">
                                        <p:cTn id="135" dur="500" fill="hold"/>
                                        <p:tgtEl>
                                          <p:spTgt spid="39"/>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700"/>
                                  </p:stCondLst>
                                  <p:childTnLst>
                                    <p:set>
                                      <p:cBhvr>
                                        <p:cTn id="137" dur="1" fill="hold">
                                          <p:stCondLst>
                                            <p:cond delay="0"/>
                                          </p:stCondLst>
                                        </p:cTn>
                                        <p:tgtEl>
                                          <p:spTgt spid="40"/>
                                        </p:tgtEl>
                                        <p:attrNameLst>
                                          <p:attrName>style.visibility</p:attrName>
                                        </p:attrNameLst>
                                      </p:cBhvr>
                                      <p:to>
                                        <p:strVal val="visible"/>
                                      </p:to>
                                    </p:set>
                                    <p:anim calcmode="lin" valueType="num">
                                      <p:cBhvr additive="base">
                                        <p:cTn id="138" dur="500" fill="hold"/>
                                        <p:tgtEl>
                                          <p:spTgt spid="40"/>
                                        </p:tgtEl>
                                        <p:attrNameLst>
                                          <p:attrName>ppt_x</p:attrName>
                                        </p:attrNameLst>
                                      </p:cBhvr>
                                      <p:tavLst>
                                        <p:tav tm="0">
                                          <p:val>
                                            <p:strVal val="#ppt_x"/>
                                          </p:val>
                                        </p:tav>
                                        <p:tav tm="100000">
                                          <p:val>
                                            <p:strVal val="#ppt_x"/>
                                          </p:val>
                                        </p:tav>
                                      </p:tavLst>
                                    </p:anim>
                                    <p:anim calcmode="lin" valueType="num">
                                      <p:cBhvr additive="base">
                                        <p:cTn id="139" dur="500" fill="hold"/>
                                        <p:tgtEl>
                                          <p:spTgt spid="40"/>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200"/>
                                  </p:stCondLst>
                                  <p:childTnLst>
                                    <p:set>
                                      <p:cBhvr>
                                        <p:cTn id="141" dur="1" fill="hold">
                                          <p:stCondLst>
                                            <p:cond delay="0"/>
                                          </p:stCondLst>
                                        </p:cTn>
                                        <p:tgtEl>
                                          <p:spTgt spid="41"/>
                                        </p:tgtEl>
                                        <p:attrNameLst>
                                          <p:attrName>style.visibility</p:attrName>
                                        </p:attrNameLst>
                                      </p:cBhvr>
                                      <p:to>
                                        <p:strVal val="visible"/>
                                      </p:to>
                                    </p:set>
                                    <p:anim calcmode="lin" valueType="num">
                                      <p:cBhvr additive="base">
                                        <p:cTn id="142" dur="500" fill="hold"/>
                                        <p:tgtEl>
                                          <p:spTgt spid="41"/>
                                        </p:tgtEl>
                                        <p:attrNameLst>
                                          <p:attrName>ppt_x</p:attrName>
                                        </p:attrNameLst>
                                      </p:cBhvr>
                                      <p:tavLst>
                                        <p:tav tm="0">
                                          <p:val>
                                            <p:strVal val="#ppt_x"/>
                                          </p:val>
                                        </p:tav>
                                        <p:tav tm="100000">
                                          <p:val>
                                            <p:strVal val="#ppt_x"/>
                                          </p:val>
                                        </p:tav>
                                      </p:tavLst>
                                    </p:anim>
                                    <p:anim calcmode="lin" valueType="num">
                                      <p:cBhvr additive="base">
                                        <p:cTn id="143" dur="500" fill="hold"/>
                                        <p:tgtEl>
                                          <p:spTgt spid="41"/>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300"/>
                                  </p:stCondLst>
                                  <p:childTnLst>
                                    <p:set>
                                      <p:cBhvr>
                                        <p:cTn id="145" dur="1" fill="hold">
                                          <p:stCondLst>
                                            <p:cond delay="0"/>
                                          </p:stCondLst>
                                        </p:cTn>
                                        <p:tgtEl>
                                          <p:spTgt spid="42"/>
                                        </p:tgtEl>
                                        <p:attrNameLst>
                                          <p:attrName>style.visibility</p:attrName>
                                        </p:attrNameLst>
                                      </p:cBhvr>
                                      <p:to>
                                        <p:strVal val="visible"/>
                                      </p:to>
                                    </p:set>
                                    <p:anim calcmode="lin" valueType="num">
                                      <p:cBhvr additive="base">
                                        <p:cTn id="146" dur="500" fill="hold"/>
                                        <p:tgtEl>
                                          <p:spTgt spid="42"/>
                                        </p:tgtEl>
                                        <p:attrNameLst>
                                          <p:attrName>ppt_x</p:attrName>
                                        </p:attrNameLst>
                                      </p:cBhvr>
                                      <p:tavLst>
                                        <p:tav tm="0">
                                          <p:val>
                                            <p:strVal val="#ppt_x"/>
                                          </p:val>
                                        </p:tav>
                                        <p:tav tm="100000">
                                          <p:val>
                                            <p:strVal val="#ppt_x"/>
                                          </p:val>
                                        </p:tav>
                                      </p:tavLst>
                                    </p:anim>
                                    <p:anim calcmode="lin" valueType="num">
                                      <p:cBhvr additive="base">
                                        <p:cTn id="147" dur="500" fill="hold"/>
                                        <p:tgtEl>
                                          <p:spTgt spid="42"/>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500"/>
                                  </p:stCondLst>
                                  <p:childTnLst>
                                    <p:set>
                                      <p:cBhvr>
                                        <p:cTn id="149" dur="1" fill="hold">
                                          <p:stCondLst>
                                            <p:cond delay="0"/>
                                          </p:stCondLst>
                                        </p:cTn>
                                        <p:tgtEl>
                                          <p:spTgt spid="43"/>
                                        </p:tgtEl>
                                        <p:attrNameLst>
                                          <p:attrName>style.visibility</p:attrName>
                                        </p:attrNameLst>
                                      </p:cBhvr>
                                      <p:to>
                                        <p:strVal val="visible"/>
                                      </p:to>
                                    </p:set>
                                    <p:anim calcmode="lin" valueType="num">
                                      <p:cBhvr additive="base">
                                        <p:cTn id="150" dur="500" fill="hold"/>
                                        <p:tgtEl>
                                          <p:spTgt spid="43"/>
                                        </p:tgtEl>
                                        <p:attrNameLst>
                                          <p:attrName>ppt_x</p:attrName>
                                        </p:attrNameLst>
                                      </p:cBhvr>
                                      <p:tavLst>
                                        <p:tav tm="0">
                                          <p:val>
                                            <p:strVal val="#ppt_x"/>
                                          </p:val>
                                        </p:tav>
                                        <p:tav tm="100000">
                                          <p:val>
                                            <p:strVal val="#ppt_x"/>
                                          </p:val>
                                        </p:tav>
                                      </p:tavLst>
                                    </p:anim>
                                    <p:anim calcmode="lin" valueType="num">
                                      <p:cBhvr additive="base">
                                        <p:cTn id="151" dur="500" fill="hold"/>
                                        <p:tgtEl>
                                          <p:spTgt spid="43"/>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700"/>
                                  </p:stCondLst>
                                  <p:childTnLst>
                                    <p:set>
                                      <p:cBhvr>
                                        <p:cTn id="153" dur="1" fill="hold">
                                          <p:stCondLst>
                                            <p:cond delay="0"/>
                                          </p:stCondLst>
                                        </p:cTn>
                                        <p:tgtEl>
                                          <p:spTgt spid="44"/>
                                        </p:tgtEl>
                                        <p:attrNameLst>
                                          <p:attrName>style.visibility</p:attrName>
                                        </p:attrNameLst>
                                      </p:cBhvr>
                                      <p:to>
                                        <p:strVal val="visible"/>
                                      </p:to>
                                    </p:set>
                                    <p:anim calcmode="lin" valueType="num">
                                      <p:cBhvr additive="base">
                                        <p:cTn id="154" dur="500" fill="hold"/>
                                        <p:tgtEl>
                                          <p:spTgt spid="44"/>
                                        </p:tgtEl>
                                        <p:attrNameLst>
                                          <p:attrName>ppt_x</p:attrName>
                                        </p:attrNameLst>
                                      </p:cBhvr>
                                      <p:tavLst>
                                        <p:tav tm="0">
                                          <p:val>
                                            <p:strVal val="#ppt_x"/>
                                          </p:val>
                                        </p:tav>
                                        <p:tav tm="100000">
                                          <p:val>
                                            <p:strVal val="#ppt_x"/>
                                          </p:val>
                                        </p:tav>
                                      </p:tavLst>
                                    </p:anim>
                                    <p:anim calcmode="lin" valueType="num">
                                      <p:cBhvr additive="base">
                                        <p:cTn id="155" dur="500" fill="hold"/>
                                        <p:tgtEl>
                                          <p:spTgt spid="44"/>
                                        </p:tgtEl>
                                        <p:attrNameLst>
                                          <p:attrName>ppt_y</p:attrName>
                                        </p:attrNameLst>
                                      </p:cBhvr>
                                      <p:tavLst>
                                        <p:tav tm="0">
                                          <p:val>
                                            <p:strVal val="1+#ppt_h/2"/>
                                          </p:val>
                                        </p:tav>
                                        <p:tav tm="100000">
                                          <p:val>
                                            <p:strVal val="#ppt_y"/>
                                          </p:val>
                                        </p:tav>
                                      </p:tavLst>
                                    </p:anim>
                                  </p:childTnLst>
                                </p:cTn>
                              </p:par>
                              <p:par>
                                <p:cTn id="156" presetID="53" presetClass="entr" presetSubtype="16" fill="hold" grpId="0" nodeType="withEffect">
                                  <p:stCondLst>
                                    <p:cond delay="0"/>
                                  </p:stCondLst>
                                  <p:childTnLst>
                                    <p:set>
                                      <p:cBhvr>
                                        <p:cTn id="157" dur="1" fill="hold">
                                          <p:stCondLst>
                                            <p:cond delay="0"/>
                                          </p:stCondLst>
                                        </p:cTn>
                                        <p:tgtEl>
                                          <p:spTgt spid="56"/>
                                        </p:tgtEl>
                                        <p:attrNameLst>
                                          <p:attrName>style.visibility</p:attrName>
                                        </p:attrNameLst>
                                      </p:cBhvr>
                                      <p:to>
                                        <p:strVal val="visible"/>
                                      </p:to>
                                    </p:set>
                                    <p:anim calcmode="lin" valueType="num">
                                      <p:cBhvr>
                                        <p:cTn id="158" dur="500" fill="hold"/>
                                        <p:tgtEl>
                                          <p:spTgt spid="56"/>
                                        </p:tgtEl>
                                        <p:attrNameLst>
                                          <p:attrName>ppt_w</p:attrName>
                                        </p:attrNameLst>
                                      </p:cBhvr>
                                      <p:tavLst>
                                        <p:tav tm="0">
                                          <p:val>
                                            <p:fltVal val="0"/>
                                          </p:val>
                                        </p:tav>
                                        <p:tav tm="100000">
                                          <p:val>
                                            <p:strVal val="#ppt_w"/>
                                          </p:val>
                                        </p:tav>
                                      </p:tavLst>
                                    </p:anim>
                                    <p:anim calcmode="lin" valueType="num">
                                      <p:cBhvr>
                                        <p:cTn id="159" dur="500" fill="hold"/>
                                        <p:tgtEl>
                                          <p:spTgt spid="56"/>
                                        </p:tgtEl>
                                        <p:attrNameLst>
                                          <p:attrName>ppt_h</p:attrName>
                                        </p:attrNameLst>
                                      </p:cBhvr>
                                      <p:tavLst>
                                        <p:tav tm="0">
                                          <p:val>
                                            <p:fltVal val="0"/>
                                          </p:val>
                                        </p:tav>
                                        <p:tav tm="100000">
                                          <p:val>
                                            <p:strVal val="#ppt_h"/>
                                          </p:val>
                                        </p:tav>
                                      </p:tavLst>
                                    </p:anim>
                                    <p:animEffect transition="in" filter="fade">
                                      <p:cBhvr>
                                        <p:cTn id="160" dur="500"/>
                                        <p:tgtEl>
                                          <p:spTgt spid="56"/>
                                        </p:tgtEl>
                                      </p:cBhvr>
                                    </p:animEffect>
                                  </p:childTnLst>
                                </p:cTn>
                              </p:par>
                              <p:par>
                                <p:cTn id="161" presetID="53" presetClass="entr" presetSubtype="16" fill="hold" grpId="0" nodeType="withEffect">
                                  <p:stCondLst>
                                    <p:cond delay="200"/>
                                  </p:stCondLst>
                                  <p:childTnLst>
                                    <p:set>
                                      <p:cBhvr>
                                        <p:cTn id="162" dur="1" fill="hold">
                                          <p:stCondLst>
                                            <p:cond delay="0"/>
                                          </p:stCondLst>
                                        </p:cTn>
                                        <p:tgtEl>
                                          <p:spTgt spid="57"/>
                                        </p:tgtEl>
                                        <p:attrNameLst>
                                          <p:attrName>style.visibility</p:attrName>
                                        </p:attrNameLst>
                                      </p:cBhvr>
                                      <p:to>
                                        <p:strVal val="visible"/>
                                      </p:to>
                                    </p:set>
                                    <p:anim calcmode="lin" valueType="num">
                                      <p:cBhvr>
                                        <p:cTn id="163" dur="500" fill="hold"/>
                                        <p:tgtEl>
                                          <p:spTgt spid="57"/>
                                        </p:tgtEl>
                                        <p:attrNameLst>
                                          <p:attrName>ppt_w</p:attrName>
                                        </p:attrNameLst>
                                      </p:cBhvr>
                                      <p:tavLst>
                                        <p:tav tm="0">
                                          <p:val>
                                            <p:fltVal val="0"/>
                                          </p:val>
                                        </p:tav>
                                        <p:tav tm="100000">
                                          <p:val>
                                            <p:strVal val="#ppt_w"/>
                                          </p:val>
                                        </p:tav>
                                      </p:tavLst>
                                    </p:anim>
                                    <p:anim calcmode="lin" valueType="num">
                                      <p:cBhvr>
                                        <p:cTn id="164" dur="500" fill="hold"/>
                                        <p:tgtEl>
                                          <p:spTgt spid="57"/>
                                        </p:tgtEl>
                                        <p:attrNameLst>
                                          <p:attrName>ppt_h</p:attrName>
                                        </p:attrNameLst>
                                      </p:cBhvr>
                                      <p:tavLst>
                                        <p:tav tm="0">
                                          <p:val>
                                            <p:fltVal val="0"/>
                                          </p:val>
                                        </p:tav>
                                        <p:tav tm="100000">
                                          <p:val>
                                            <p:strVal val="#ppt_h"/>
                                          </p:val>
                                        </p:tav>
                                      </p:tavLst>
                                    </p:anim>
                                    <p:animEffect transition="in" filter="fade">
                                      <p:cBhvr>
                                        <p:cTn id="165" dur="500"/>
                                        <p:tgtEl>
                                          <p:spTgt spid="57"/>
                                        </p:tgtEl>
                                      </p:cBhvr>
                                    </p:animEffect>
                                  </p:childTnLst>
                                </p:cTn>
                              </p:par>
                              <p:par>
                                <p:cTn id="166" presetID="53" presetClass="entr" presetSubtype="16" fill="hold" grpId="0" nodeType="withEffect">
                                  <p:stCondLst>
                                    <p:cond delay="400"/>
                                  </p:stCondLst>
                                  <p:childTnLst>
                                    <p:set>
                                      <p:cBhvr>
                                        <p:cTn id="167" dur="1" fill="hold">
                                          <p:stCondLst>
                                            <p:cond delay="0"/>
                                          </p:stCondLst>
                                        </p:cTn>
                                        <p:tgtEl>
                                          <p:spTgt spid="52"/>
                                        </p:tgtEl>
                                        <p:attrNameLst>
                                          <p:attrName>style.visibility</p:attrName>
                                        </p:attrNameLst>
                                      </p:cBhvr>
                                      <p:to>
                                        <p:strVal val="visible"/>
                                      </p:to>
                                    </p:set>
                                    <p:anim calcmode="lin" valueType="num">
                                      <p:cBhvr>
                                        <p:cTn id="168" dur="500" fill="hold"/>
                                        <p:tgtEl>
                                          <p:spTgt spid="52"/>
                                        </p:tgtEl>
                                        <p:attrNameLst>
                                          <p:attrName>ppt_w</p:attrName>
                                        </p:attrNameLst>
                                      </p:cBhvr>
                                      <p:tavLst>
                                        <p:tav tm="0">
                                          <p:val>
                                            <p:fltVal val="0"/>
                                          </p:val>
                                        </p:tav>
                                        <p:tav tm="100000">
                                          <p:val>
                                            <p:strVal val="#ppt_w"/>
                                          </p:val>
                                        </p:tav>
                                      </p:tavLst>
                                    </p:anim>
                                    <p:anim calcmode="lin" valueType="num">
                                      <p:cBhvr>
                                        <p:cTn id="169" dur="500" fill="hold"/>
                                        <p:tgtEl>
                                          <p:spTgt spid="52"/>
                                        </p:tgtEl>
                                        <p:attrNameLst>
                                          <p:attrName>ppt_h</p:attrName>
                                        </p:attrNameLst>
                                      </p:cBhvr>
                                      <p:tavLst>
                                        <p:tav tm="0">
                                          <p:val>
                                            <p:fltVal val="0"/>
                                          </p:val>
                                        </p:tav>
                                        <p:tav tm="100000">
                                          <p:val>
                                            <p:strVal val="#ppt_h"/>
                                          </p:val>
                                        </p:tav>
                                      </p:tavLst>
                                    </p:anim>
                                    <p:animEffect transition="in" filter="fade">
                                      <p:cBhvr>
                                        <p:cTn id="170" dur="500"/>
                                        <p:tgtEl>
                                          <p:spTgt spid="52"/>
                                        </p:tgtEl>
                                      </p:cBhvr>
                                    </p:animEffect>
                                  </p:childTnLst>
                                </p:cTn>
                              </p:par>
                              <p:par>
                                <p:cTn id="171" presetID="53" presetClass="entr" presetSubtype="16" fill="hold" grpId="0" nodeType="withEffect">
                                  <p:stCondLst>
                                    <p:cond delay="200"/>
                                  </p:stCondLst>
                                  <p:childTnLst>
                                    <p:set>
                                      <p:cBhvr>
                                        <p:cTn id="172" dur="1" fill="hold">
                                          <p:stCondLst>
                                            <p:cond delay="0"/>
                                          </p:stCondLst>
                                        </p:cTn>
                                        <p:tgtEl>
                                          <p:spTgt spid="66"/>
                                        </p:tgtEl>
                                        <p:attrNameLst>
                                          <p:attrName>style.visibility</p:attrName>
                                        </p:attrNameLst>
                                      </p:cBhvr>
                                      <p:to>
                                        <p:strVal val="visible"/>
                                      </p:to>
                                    </p:set>
                                    <p:anim calcmode="lin" valueType="num">
                                      <p:cBhvr>
                                        <p:cTn id="173" dur="500" fill="hold"/>
                                        <p:tgtEl>
                                          <p:spTgt spid="66"/>
                                        </p:tgtEl>
                                        <p:attrNameLst>
                                          <p:attrName>ppt_w</p:attrName>
                                        </p:attrNameLst>
                                      </p:cBhvr>
                                      <p:tavLst>
                                        <p:tav tm="0">
                                          <p:val>
                                            <p:fltVal val="0"/>
                                          </p:val>
                                        </p:tav>
                                        <p:tav tm="100000">
                                          <p:val>
                                            <p:strVal val="#ppt_w"/>
                                          </p:val>
                                        </p:tav>
                                      </p:tavLst>
                                    </p:anim>
                                    <p:anim calcmode="lin" valueType="num">
                                      <p:cBhvr>
                                        <p:cTn id="174" dur="500" fill="hold"/>
                                        <p:tgtEl>
                                          <p:spTgt spid="66"/>
                                        </p:tgtEl>
                                        <p:attrNameLst>
                                          <p:attrName>ppt_h</p:attrName>
                                        </p:attrNameLst>
                                      </p:cBhvr>
                                      <p:tavLst>
                                        <p:tav tm="0">
                                          <p:val>
                                            <p:fltVal val="0"/>
                                          </p:val>
                                        </p:tav>
                                        <p:tav tm="100000">
                                          <p:val>
                                            <p:strVal val="#ppt_h"/>
                                          </p:val>
                                        </p:tav>
                                      </p:tavLst>
                                    </p:anim>
                                    <p:animEffect transition="in" filter="fade">
                                      <p:cBhvr>
                                        <p:cTn id="175" dur="500"/>
                                        <p:tgtEl>
                                          <p:spTgt spid="66"/>
                                        </p:tgtEl>
                                      </p:cBhvr>
                                    </p:animEffect>
                                  </p:childTnLst>
                                </p:cTn>
                              </p:par>
                              <p:par>
                                <p:cTn id="176" presetID="53" presetClass="entr" presetSubtype="16" fill="hold" nodeType="withEffect">
                                  <p:stCondLst>
                                    <p:cond delay="600"/>
                                  </p:stCondLst>
                                  <p:childTnLst>
                                    <p:set>
                                      <p:cBhvr>
                                        <p:cTn id="177" dur="1" fill="hold">
                                          <p:stCondLst>
                                            <p:cond delay="0"/>
                                          </p:stCondLst>
                                        </p:cTn>
                                        <p:tgtEl>
                                          <p:spTgt spid="53"/>
                                        </p:tgtEl>
                                        <p:attrNameLst>
                                          <p:attrName>style.visibility</p:attrName>
                                        </p:attrNameLst>
                                      </p:cBhvr>
                                      <p:to>
                                        <p:strVal val="visible"/>
                                      </p:to>
                                    </p:set>
                                    <p:anim calcmode="lin" valueType="num">
                                      <p:cBhvr>
                                        <p:cTn id="178" dur="500" fill="hold"/>
                                        <p:tgtEl>
                                          <p:spTgt spid="53"/>
                                        </p:tgtEl>
                                        <p:attrNameLst>
                                          <p:attrName>ppt_w</p:attrName>
                                        </p:attrNameLst>
                                      </p:cBhvr>
                                      <p:tavLst>
                                        <p:tav tm="0">
                                          <p:val>
                                            <p:fltVal val="0"/>
                                          </p:val>
                                        </p:tav>
                                        <p:tav tm="100000">
                                          <p:val>
                                            <p:strVal val="#ppt_w"/>
                                          </p:val>
                                        </p:tav>
                                      </p:tavLst>
                                    </p:anim>
                                    <p:anim calcmode="lin" valueType="num">
                                      <p:cBhvr>
                                        <p:cTn id="179" dur="500" fill="hold"/>
                                        <p:tgtEl>
                                          <p:spTgt spid="53"/>
                                        </p:tgtEl>
                                        <p:attrNameLst>
                                          <p:attrName>ppt_h</p:attrName>
                                        </p:attrNameLst>
                                      </p:cBhvr>
                                      <p:tavLst>
                                        <p:tav tm="0">
                                          <p:val>
                                            <p:fltVal val="0"/>
                                          </p:val>
                                        </p:tav>
                                        <p:tav tm="100000">
                                          <p:val>
                                            <p:strVal val="#ppt_h"/>
                                          </p:val>
                                        </p:tav>
                                      </p:tavLst>
                                    </p:anim>
                                    <p:animEffect transition="in" filter="fade">
                                      <p:cBhvr>
                                        <p:cTn id="180" dur="500"/>
                                        <p:tgtEl>
                                          <p:spTgt spid="53"/>
                                        </p:tgtEl>
                                      </p:cBhvr>
                                    </p:animEffect>
                                  </p:childTnLst>
                                </p:cTn>
                              </p:par>
                            </p:childTnLst>
                          </p:cTn>
                        </p:par>
                        <p:par>
                          <p:cTn id="181" fill="hold">
                            <p:stCondLst>
                              <p:cond delay="1200"/>
                            </p:stCondLst>
                            <p:childTnLst>
                              <p:par>
                                <p:cTn id="182" presetID="22" presetClass="entr" presetSubtype="8" fill="hold" grpId="0" nodeType="afterEffect">
                                  <p:stCondLst>
                                    <p:cond delay="800"/>
                                  </p:stCondLst>
                                  <p:childTnLst>
                                    <p:set>
                                      <p:cBhvr>
                                        <p:cTn id="183" dur="1" fill="hold">
                                          <p:stCondLst>
                                            <p:cond delay="0"/>
                                          </p:stCondLst>
                                        </p:cTn>
                                        <p:tgtEl>
                                          <p:spTgt spid="59"/>
                                        </p:tgtEl>
                                        <p:attrNameLst>
                                          <p:attrName>style.visibility</p:attrName>
                                        </p:attrNameLst>
                                      </p:cBhvr>
                                      <p:to>
                                        <p:strVal val="visible"/>
                                      </p:to>
                                    </p:set>
                                    <p:animEffect transition="in" filter="wipe(left)">
                                      <p:cBhvr>
                                        <p:cTn id="184" dur="500"/>
                                        <p:tgtEl>
                                          <p:spTgt spid="59"/>
                                        </p:tgtEl>
                                      </p:cBhvr>
                                    </p:animEffect>
                                  </p:childTnLst>
                                </p:cTn>
                              </p:par>
                              <p:par>
                                <p:cTn id="185" presetID="22" presetClass="entr" presetSubtype="8" fill="hold" grpId="0" nodeType="withEffect">
                                  <p:stCondLst>
                                    <p:cond delay="800"/>
                                  </p:stCondLst>
                                  <p:childTnLst>
                                    <p:set>
                                      <p:cBhvr>
                                        <p:cTn id="186" dur="1" fill="hold">
                                          <p:stCondLst>
                                            <p:cond delay="0"/>
                                          </p:stCondLst>
                                        </p:cTn>
                                        <p:tgtEl>
                                          <p:spTgt spid="58"/>
                                        </p:tgtEl>
                                        <p:attrNameLst>
                                          <p:attrName>style.visibility</p:attrName>
                                        </p:attrNameLst>
                                      </p:cBhvr>
                                      <p:to>
                                        <p:strVal val="visible"/>
                                      </p:to>
                                    </p:set>
                                    <p:animEffect transition="in" filter="wipe(left)">
                                      <p:cBhvr>
                                        <p:cTn id="187" dur="500"/>
                                        <p:tgtEl>
                                          <p:spTgt spid="58"/>
                                        </p:tgtEl>
                                      </p:cBhvr>
                                    </p:animEffect>
                                  </p:childTnLst>
                                </p:cTn>
                              </p:par>
                              <p:par>
                                <p:cTn id="188" presetID="22" presetClass="entr" presetSubtype="8" fill="hold" grpId="0" nodeType="withEffect">
                                  <p:stCondLst>
                                    <p:cond delay="600"/>
                                  </p:stCondLst>
                                  <p:childTnLst>
                                    <p:set>
                                      <p:cBhvr>
                                        <p:cTn id="189" dur="1" fill="hold">
                                          <p:stCondLst>
                                            <p:cond delay="0"/>
                                          </p:stCondLst>
                                        </p:cTn>
                                        <p:tgtEl>
                                          <p:spTgt spid="63"/>
                                        </p:tgtEl>
                                        <p:attrNameLst>
                                          <p:attrName>style.visibility</p:attrName>
                                        </p:attrNameLst>
                                      </p:cBhvr>
                                      <p:to>
                                        <p:strVal val="visible"/>
                                      </p:to>
                                    </p:set>
                                    <p:animEffect transition="in" filter="wipe(left)">
                                      <p:cBhvr>
                                        <p:cTn id="190" dur="500"/>
                                        <p:tgtEl>
                                          <p:spTgt spid="63"/>
                                        </p:tgtEl>
                                      </p:cBhvr>
                                    </p:animEffect>
                                  </p:childTnLst>
                                </p:cTn>
                              </p:par>
                              <p:par>
                                <p:cTn id="191" presetID="22" presetClass="entr" presetSubtype="8" fill="hold" grpId="0" nodeType="withEffect">
                                  <p:stCondLst>
                                    <p:cond delay="600"/>
                                  </p:stCondLst>
                                  <p:childTnLst>
                                    <p:set>
                                      <p:cBhvr>
                                        <p:cTn id="192" dur="1" fill="hold">
                                          <p:stCondLst>
                                            <p:cond delay="0"/>
                                          </p:stCondLst>
                                        </p:cTn>
                                        <p:tgtEl>
                                          <p:spTgt spid="62"/>
                                        </p:tgtEl>
                                        <p:attrNameLst>
                                          <p:attrName>style.visibility</p:attrName>
                                        </p:attrNameLst>
                                      </p:cBhvr>
                                      <p:to>
                                        <p:strVal val="visible"/>
                                      </p:to>
                                    </p:set>
                                    <p:animEffect transition="in" filter="wipe(left)">
                                      <p:cBhvr>
                                        <p:cTn id="193" dur="500"/>
                                        <p:tgtEl>
                                          <p:spTgt spid="62"/>
                                        </p:tgtEl>
                                      </p:cBhvr>
                                    </p:animEffect>
                                  </p:childTnLst>
                                </p:cTn>
                              </p:par>
                              <p:par>
                                <p:cTn id="194" presetID="22" presetClass="entr" presetSubtype="2" fill="hold" grpId="0" nodeType="withEffect">
                                  <p:stCondLst>
                                    <p:cond delay="600"/>
                                  </p:stCondLst>
                                  <p:childTnLst>
                                    <p:set>
                                      <p:cBhvr>
                                        <p:cTn id="195" dur="1" fill="hold">
                                          <p:stCondLst>
                                            <p:cond delay="0"/>
                                          </p:stCondLst>
                                        </p:cTn>
                                        <p:tgtEl>
                                          <p:spTgt spid="65"/>
                                        </p:tgtEl>
                                        <p:attrNameLst>
                                          <p:attrName>style.visibility</p:attrName>
                                        </p:attrNameLst>
                                      </p:cBhvr>
                                      <p:to>
                                        <p:strVal val="visible"/>
                                      </p:to>
                                    </p:set>
                                    <p:animEffect transition="in" filter="wipe(right)">
                                      <p:cBhvr>
                                        <p:cTn id="196" dur="500"/>
                                        <p:tgtEl>
                                          <p:spTgt spid="65"/>
                                        </p:tgtEl>
                                      </p:cBhvr>
                                    </p:animEffect>
                                  </p:childTnLst>
                                </p:cTn>
                              </p:par>
                              <p:par>
                                <p:cTn id="197" presetID="22" presetClass="entr" presetSubtype="2" fill="hold" grpId="0" nodeType="withEffect">
                                  <p:stCondLst>
                                    <p:cond delay="600"/>
                                  </p:stCondLst>
                                  <p:childTnLst>
                                    <p:set>
                                      <p:cBhvr>
                                        <p:cTn id="198" dur="1" fill="hold">
                                          <p:stCondLst>
                                            <p:cond delay="0"/>
                                          </p:stCondLst>
                                        </p:cTn>
                                        <p:tgtEl>
                                          <p:spTgt spid="64"/>
                                        </p:tgtEl>
                                        <p:attrNameLst>
                                          <p:attrName>style.visibility</p:attrName>
                                        </p:attrNameLst>
                                      </p:cBhvr>
                                      <p:to>
                                        <p:strVal val="visible"/>
                                      </p:to>
                                    </p:set>
                                    <p:animEffect transition="in" filter="wipe(right)">
                                      <p:cBhvr>
                                        <p:cTn id="199" dur="500"/>
                                        <p:tgtEl>
                                          <p:spTgt spid="64"/>
                                        </p:tgtEl>
                                      </p:cBhvr>
                                    </p:animEffect>
                                  </p:childTnLst>
                                </p:cTn>
                              </p:par>
                              <p:par>
                                <p:cTn id="200" presetID="22" presetClass="entr" presetSubtype="2" fill="hold" grpId="0" nodeType="withEffect">
                                  <p:stCondLst>
                                    <p:cond delay="300"/>
                                  </p:stCondLst>
                                  <p:childTnLst>
                                    <p:set>
                                      <p:cBhvr>
                                        <p:cTn id="201" dur="1" fill="hold">
                                          <p:stCondLst>
                                            <p:cond delay="0"/>
                                          </p:stCondLst>
                                        </p:cTn>
                                        <p:tgtEl>
                                          <p:spTgt spid="60"/>
                                        </p:tgtEl>
                                        <p:attrNameLst>
                                          <p:attrName>style.visibility</p:attrName>
                                        </p:attrNameLst>
                                      </p:cBhvr>
                                      <p:to>
                                        <p:strVal val="visible"/>
                                      </p:to>
                                    </p:set>
                                    <p:animEffect transition="in" filter="wipe(right)">
                                      <p:cBhvr>
                                        <p:cTn id="202" dur="500"/>
                                        <p:tgtEl>
                                          <p:spTgt spid="60"/>
                                        </p:tgtEl>
                                      </p:cBhvr>
                                    </p:animEffect>
                                  </p:childTnLst>
                                </p:cTn>
                              </p:par>
                              <p:par>
                                <p:cTn id="203" presetID="22" presetClass="entr" presetSubtype="2" fill="hold" grpId="0" nodeType="withEffect">
                                  <p:stCondLst>
                                    <p:cond delay="300"/>
                                  </p:stCondLst>
                                  <p:childTnLst>
                                    <p:set>
                                      <p:cBhvr>
                                        <p:cTn id="204" dur="1" fill="hold">
                                          <p:stCondLst>
                                            <p:cond delay="0"/>
                                          </p:stCondLst>
                                        </p:cTn>
                                        <p:tgtEl>
                                          <p:spTgt spid="61"/>
                                        </p:tgtEl>
                                        <p:attrNameLst>
                                          <p:attrName>style.visibility</p:attrName>
                                        </p:attrNameLst>
                                      </p:cBhvr>
                                      <p:to>
                                        <p:strVal val="visible"/>
                                      </p:to>
                                    </p:set>
                                    <p:animEffect transition="in" filter="wipe(right)">
                                      <p:cBhvr>
                                        <p:cTn id="205" dur="500"/>
                                        <p:tgtEl>
                                          <p:spTgt spid="61"/>
                                        </p:tgtEl>
                                      </p:cBhvr>
                                    </p:animEffect>
                                  </p:childTnLst>
                                </p:cTn>
                              </p:par>
                              <p:par>
                                <p:cTn id="206" presetID="22" presetClass="entr" presetSubtype="8" fill="hold" grpId="0" nodeType="withEffect">
                                  <p:stCondLst>
                                    <p:cond delay="0"/>
                                  </p:stCondLst>
                                  <p:childTnLst>
                                    <p:set>
                                      <p:cBhvr>
                                        <p:cTn id="207" dur="1" fill="hold">
                                          <p:stCondLst>
                                            <p:cond delay="0"/>
                                          </p:stCondLst>
                                        </p:cTn>
                                        <p:tgtEl>
                                          <p:spTgt spid="68"/>
                                        </p:tgtEl>
                                        <p:attrNameLst>
                                          <p:attrName>style.visibility</p:attrName>
                                        </p:attrNameLst>
                                      </p:cBhvr>
                                      <p:to>
                                        <p:strVal val="visible"/>
                                      </p:to>
                                    </p:set>
                                    <p:animEffect transition="in" filter="wipe(left)">
                                      <p:cBhvr>
                                        <p:cTn id="208" dur="500"/>
                                        <p:tgtEl>
                                          <p:spTgt spid="68"/>
                                        </p:tgtEl>
                                      </p:cBhvr>
                                    </p:animEffect>
                                  </p:childTnLst>
                                </p:cTn>
                              </p:par>
                              <p:par>
                                <p:cTn id="209" presetID="22" presetClass="entr" presetSubtype="8" fill="hold" grpId="0" nodeType="withEffect">
                                  <p:stCondLst>
                                    <p:cond delay="0"/>
                                  </p:stCondLst>
                                  <p:childTnLst>
                                    <p:set>
                                      <p:cBhvr>
                                        <p:cTn id="210" dur="1" fill="hold">
                                          <p:stCondLst>
                                            <p:cond delay="0"/>
                                          </p:stCondLst>
                                        </p:cTn>
                                        <p:tgtEl>
                                          <p:spTgt spid="67"/>
                                        </p:tgtEl>
                                        <p:attrNameLst>
                                          <p:attrName>style.visibility</p:attrName>
                                        </p:attrNameLst>
                                      </p:cBhvr>
                                      <p:to>
                                        <p:strVal val="visible"/>
                                      </p:to>
                                    </p:set>
                                    <p:animEffect transition="in" filter="wipe(left)">
                                      <p:cBhvr>
                                        <p:cTn id="211" dur="500"/>
                                        <p:tgtEl>
                                          <p:spTgt spid="67"/>
                                        </p:tgtEl>
                                      </p:cBhvr>
                                    </p:animEffect>
                                  </p:childTnLst>
                                </p:cTn>
                              </p:par>
                            </p:childTnLst>
                          </p:cTn>
                        </p:par>
                        <p:par>
                          <p:cTn id="212" fill="hold">
                            <p:stCondLst>
                              <p:cond delay="2500"/>
                            </p:stCondLst>
                            <p:childTnLst>
                              <p:par>
                                <p:cTn id="213" presetID="10" presetClass="entr" presetSubtype="0" fill="hold" grpId="0" nodeType="afterEffect">
                                  <p:stCondLst>
                                    <p:cond delay="0"/>
                                  </p:stCondLst>
                                  <p:childTnLst>
                                    <p:set>
                                      <p:cBhvr>
                                        <p:cTn id="214" dur="1" fill="hold">
                                          <p:stCondLst>
                                            <p:cond delay="0"/>
                                          </p:stCondLst>
                                        </p:cTn>
                                        <p:tgtEl>
                                          <p:spTgt spid="69"/>
                                        </p:tgtEl>
                                        <p:attrNameLst>
                                          <p:attrName>style.visibility</p:attrName>
                                        </p:attrNameLst>
                                      </p:cBhvr>
                                      <p:to>
                                        <p:strVal val="visible"/>
                                      </p:to>
                                    </p:set>
                                    <p:animEffect transition="in" filter="fade">
                                      <p:cBhvr>
                                        <p:cTn id="215"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8" grpId="0" animBg="1"/>
      <p:bldP spid="19" grpId="0" animBg="1"/>
      <p:bldP spid="20" grpId="0" animBg="1"/>
      <p:bldP spid="21"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7" grpId="0" animBg="1"/>
      <p:bldP spid="48" grpId="0"/>
      <p:bldP spid="49" grpId="0"/>
      <p:bldP spid="52" grpId="0" animBg="1"/>
      <p:bldP spid="56" grpId="0" animBg="1"/>
      <p:bldP spid="57" grpId="0" animBg="1"/>
      <p:bldP spid="58" grpId="0"/>
      <p:bldP spid="59" grpId="0"/>
      <p:bldP spid="60" grpId="0"/>
      <p:bldP spid="61" grpId="0"/>
      <p:bldP spid="62" grpId="0"/>
      <p:bldP spid="63" grpId="0"/>
      <p:bldP spid="64" grpId="0"/>
      <p:bldP spid="65" grpId="0"/>
      <p:bldP spid="66" grpId="0" animBg="1"/>
      <p:bldP spid="67" grpId="0"/>
      <p:bldP spid="68" grpId="0"/>
      <p:bldP spid="6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直接连接符 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椭圆 10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TextBox 93"/>
          <p:cNvSpPr txBox="1"/>
          <p:nvPr/>
        </p:nvSpPr>
        <p:spPr>
          <a:xfrm>
            <a:off x="1278504" y="290136"/>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地面营销方案</a:t>
            </a:r>
          </a:p>
        </p:txBody>
      </p:sp>
      <p:cxnSp>
        <p:nvCxnSpPr>
          <p:cNvPr id="14" name="直接连接符 13"/>
          <p:cNvCxnSpPr/>
          <p:nvPr/>
        </p:nvCxnSpPr>
        <p:spPr>
          <a:xfrm>
            <a:off x="4000254"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组合 63"/>
          <p:cNvGrpSpPr/>
          <p:nvPr/>
        </p:nvGrpSpPr>
        <p:grpSpPr>
          <a:xfrm>
            <a:off x="6682063" y="3212503"/>
            <a:ext cx="1971958" cy="1971958"/>
            <a:chOff x="304800" y="673100"/>
            <a:chExt cx="4000500" cy="4000500"/>
          </a:xfrm>
          <a:effectLst>
            <a:outerShdw blurRad="444500" dist="254000" dir="8100000" algn="tr" rotWithShape="0">
              <a:prstClr val="black">
                <a:alpha val="50000"/>
              </a:prstClr>
            </a:outerShdw>
          </a:effectLst>
        </p:grpSpPr>
        <p:sp>
          <p:nvSpPr>
            <p:cNvPr id="65" name="同心圆 64"/>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 name="椭圆 65"/>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 name="TextBox 23"/>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grpSp>
        <p:nvGrpSpPr>
          <p:cNvPr id="28" name="组合 27"/>
          <p:cNvGrpSpPr/>
          <p:nvPr/>
        </p:nvGrpSpPr>
        <p:grpSpPr>
          <a:xfrm>
            <a:off x="4058389" y="3283786"/>
            <a:ext cx="1971958" cy="1971958"/>
            <a:chOff x="304800" y="673100"/>
            <a:chExt cx="4000500" cy="4000500"/>
          </a:xfrm>
          <a:effectLst>
            <a:outerShdw blurRad="444500" dist="254000" dir="8100000" algn="tr" rotWithShape="0">
              <a:prstClr val="black">
                <a:alpha val="50000"/>
              </a:prstClr>
            </a:outerShdw>
          </a:effectLst>
        </p:grpSpPr>
        <p:sp>
          <p:nvSpPr>
            <p:cNvPr id="29" name="同心圆 28"/>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 name="椭圆 29"/>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2" name="椭圆 34"/>
          <p:cNvSpPr/>
          <p:nvPr/>
        </p:nvSpPr>
        <p:spPr>
          <a:xfrm rot="16200000">
            <a:off x="3473945" y="3741584"/>
            <a:ext cx="809319" cy="1040832"/>
          </a:xfrm>
          <a:custGeom>
            <a:avLst/>
            <a:gdLst/>
            <a:ahLst/>
            <a:cxnLst/>
            <a:rect l="l" t="t" r="r" b="b"/>
            <a:pathLst>
              <a:path w="1118836" h="1438889">
                <a:moveTo>
                  <a:pt x="548270" y="0"/>
                </a:moveTo>
                <a:lnTo>
                  <a:pt x="721662" y="346785"/>
                </a:lnTo>
                <a:cubicBezTo>
                  <a:pt x="951885" y="413972"/>
                  <a:pt x="1118836" y="627225"/>
                  <a:pt x="1118836" y="879471"/>
                </a:cubicBezTo>
                <a:cubicBezTo>
                  <a:pt x="1118836" y="1188429"/>
                  <a:pt x="868376" y="1438889"/>
                  <a:pt x="559418" y="1438889"/>
                </a:cubicBezTo>
                <a:cubicBezTo>
                  <a:pt x="250460" y="1438889"/>
                  <a:pt x="0" y="1188429"/>
                  <a:pt x="0" y="879471"/>
                </a:cubicBezTo>
                <a:cubicBezTo>
                  <a:pt x="0" y="636984"/>
                  <a:pt x="154283" y="430531"/>
                  <a:pt x="370781" y="354978"/>
                </a:cubicBezTo>
                <a:close/>
              </a:path>
            </a:pathLst>
          </a:cu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椭圆 34"/>
          <p:cNvSpPr/>
          <p:nvPr/>
        </p:nvSpPr>
        <p:spPr>
          <a:xfrm rot="5400000">
            <a:off x="8435223" y="3728166"/>
            <a:ext cx="809319" cy="1040832"/>
          </a:xfrm>
          <a:custGeom>
            <a:avLst/>
            <a:gdLst/>
            <a:ahLst/>
            <a:cxnLst/>
            <a:rect l="l" t="t" r="r" b="b"/>
            <a:pathLst>
              <a:path w="1118836" h="1438889">
                <a:moveTo>
                  <a:pt x="548270" y="0"/>
                </a:moveTo>
                <a:lnTo>
                  <a:pt x="721662" y="346785"/>
                </a:lnTo>
                <a:cubicBezTo>
                  <a:pt x="951885" y="413972"/>
                  <a:pt x="1118836" y="627225"/>
                  <a:pt x="1118836" y="879471"/>
                </a:cubicBezTo>
                <a:cubicBezTo>
                  <a:pt x="1118836" y="1188429"/>
                  <a:pt x="868376" y="1438889"/>
                  <a:pt x="559418" y="1438889"/>
                </a:cubicBezTo>
                <a:cubicBezTo>
                  <a:pt x="250460" y="1438889"/>
                  <a:pt x="0" y="1188429"/>
                  <a:pt x="0" y="879471"/>
                </a:cubicBezTo>
                <a:cubicBezTo>
                  <a:pt x="0" y="636984"/>
                  <a:pt x="154283" y="430531"/>
                  <a:pt x="370781" y="354978"/>
                </a:cubicBezTo>
                <a:close/>
              </a:path>
            </a:pathLst>
          </a:cu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TextBox 1"/>
          <p:cNvSpPr txBox="1"/>
          <p:nvPr/>
        </p:nvSpPr>
        <p:spPr>
          <a:xfrm>
            <a:off x="4329626" y="3908840"/>
            <a:ext cx="1446230" cy="698204"/>
          </a:xfrm>
          <a:prstGeom prst="rect">
            <a:avLst/>
          </a:prstGeom>
          <a:noFill/>
        </p:spPr>
        <p:txBody>
          <a:bodyPr wrap="none" rtlCol="0">
            <a:spAutoFit/>
          </a:bodyPr>
          <a:lstStyle/>
          <a:p>
            <a:r>
              <a:rPr lang="zh-CN" altLang="en-US" sz="3937" dirty="0">
                <a:solidFill>
                  <a:srgbClr val="C00000"/>
                </a:solidFill>
                <a:latin typeface="方正兰亭细黑_GBK" panose="02000000000000000000" pitchFamily="2" charset="-122"/>
                <a:ea typeface="方正兰亭细黑_GBK" panose="02000000000000000000" pitchFamily="2" charset="-122"/>
              </a:rPr>
              <a:t>方案</a:t>
            </a:r>
            <a:r>
              <a:rPr lang="en-US" altLang="zh-CN" sz="3937" dirty="0">
                <a:solidFill>
                  <a:srgbClr val="C00000"/>
                </a:solidFill>
                <a:latin typeface="方正兰亭细黑_GBK" panose="02000000000000000000" pitchFamily="2" charset="-122"/>
                <a:ea typeface="方正兰亭细黑_GBK" panose="02000000000000000000" pitchFamily="2" charset="-122"/>
              </a:rPr>
              <a:t>1</a:t>
            </a:r>
            <a:endParaRPr lang="zh-CN" altLang="en-US" sz="3937" dirty="0">
              <a:solidFill>
                <a:srgbClr val="C00000"/>
              </a:solidFill>
              <a:latin typeface="方正兰亭细黑_GBK" panose="02000000000000000000" pitchFamily="2" charset="-122"/>
              <a:ea typeface="方正兰亭细黑_GBK" panose="02000000000000000000" pitchFamily="2" charset="-122"/>
            </a:endParaRPr>
          </a:p>
        </p:txBody>
      </p:sp>
      <p:sp>
        <p:nvSpPr>
          <p:cNvPr id="34" name="TextBox 33"/>
          <p:cNvSpPr txBox="1"/>
          <p:nvPr/>
        </p:nvSpPr>
        <p:spPr>
          <a:xfrm>
            <a:off x="6937253" y="3923992"/>
            <a:ext cx="1266693" cy="611706"/>
          </a:xfrm>
          <a:prstGeom prst="rect">
            <a:avLst/>
          </a:prstGeom>
          <a:noFill/>
        </p:spPr>
        <p:txBody>
          <a:bodyPr wrap="none" rtlCol="0">
            <a:spAutoFit/>
          </a:bodyPr>
          <a:lstStyle/>
          <a:p>
            <a:r>
              <a:rPr lang="zh-CN" altLang="en-US" sz="3375" dirty="0">
                <a:solidFill>
                  <a:srgbClr val="C00000"/>
                </a:solidFill>
                <a:latin typeface="方正兰亭细黑_GBK" panose="02000000000000000000" pitchFamily="2" charset="-122"/>
                <a:ea typeface="方正兰亭细黑_GBK" panose="02000000000000000000" pitchFamily="2" charset="-122"/>
              </a:rPr>
              <a:t>方案</a:t>
            </a:r>
            <a:r>
              <a:rPr lang="en-US" altLang="zh-CN" sz="3375" dirty="0">
                <a:solidFill>
                  <a:srgbClr val="C00000"/>
                </a:solidFill>
                <a:latin typeface="方正兰亭细黑_GBK" panose="02000000000000000000" pitchFamily="2" charset="-122"/>
                <a:ea typeface="方正兰亭细黑_GBK" panose="02000000000000000000" pitchFamily="2" charset="-122"/>
              </a:rPr>
              <a:t>2</a:t>
            </a:r>
            <a:endParaRPr lang="zh-CN" altLang="en-US" sz="3375" dirty="0">
              <a:solidFill>
                <a:srgbClr val="C00000"/>
              </a:solidFill>
              <a:latin typeface="方正兰亭细黑_GBK" panose="02000000000000000000" pitchFamily="2" charset="-122"/>
              <a:ea typeface="方正兰亭细黑_GBK" panose="02000000000000000000" pitchFamily="2" charset="-122"/>
            </a:endParaRPr>
          </a:p>
        </p:txBody>
      </p:sp>
      <p:sp>
        <p:nvSpPr>
          <p:cNvPr id="25" name="矩形 24"/>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TextBox 30"/>
          <p:cNvSpPr txBox="1"/>
          <p:nvPr/>
        </p:nvSpPr>
        <p:spPr>
          <a:xfrm>
            <a:off x="9962930" y="4054984"/>
            <a:ext cx="1471588" cy="1154162"/>
          </a:xfrm>
          <a:prstGeom prst="rect">
            <a:avLst/>
          </a:prstGeom>
          <a:noFill/>
        </p:spPr>
        <p:txBody>
          <a:bodyPr wrap="square" lIns="0" tIns="0" rIns="0" bIns="0" rtlCol="0">
            <a:spAutoFit/>
          </a:bodyPr>
          <a:lstStyle/>
          <a:p>
            <a:pPr algn="just">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35" name="TextBox 34"/>
          <p:cNvSpPr txBox="1"/>
          <p:nvPr/>
        </p:nvSpPr>
        <p:spPr>
          <a:xfrm>
            <a:off x="9962930" y="3638953"/>
            <a:ext cx="1693378"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输入你的标题</a:t>
            </a:r>
          </a:p>
        </p:txBody>
      </p:sp>
      <p:sp>
        <p:nvSpPr>
          <p:cNvPr id="36" name="TextBox 35"/>
          <p:cNvSpPr txBox="1"/>
          <p:nvPr/>
        </p:nvSpPr>
        <p:spPr>
          <a:xfrm>
            <a:off x="1551626" y="3957003"/>
            <a:ext cx="1471588" cy="1154162"/>
          </a:xfrm>
          <a:prstGeom prst="rect">
            <a:avLst/>
          </a:prstGeom>
          <a:noFill/>
        </p:spPr>
        <p:txBody>
          <a:bodyPr wrap="square" lIns="0" tIns="0" rIns="0" bIns="0" rtlCol="0">
            <a:spAutoFit/>
          </a:bodyPr>
          <a:lstStyle/>
          <a:p>
            <a:pPr algn="just">
              <a:lnSpc>
                <a:spcPts val="1828"/>
              </a:lnSpc>
            </a:pPr>
            <a:r>
              <a:rPr lang="zh-CN" altLang="en-US" sz="1406" dirty="0">
                <a:latin typeface="微软雅黑" pitchFamily="34" charset="-122"/>
                <a:ea typeface="微软雅黑" pitchFamily="34" charset="-122"/>
              </a:rPr>
              <a:t>点击输入简要文字内容，文字内容需概括精炼，言简意赅的说明分项内容</a:t>
            </a:r>
            <a:r>
              <a:rPr lang="en-US" altLang="zh-CN" sz="1406" dirty="0">
                <a:latin typeface="微软雅黑" pitchFamily="34" charset="-122"/>
                <a:ea typeface="微软雅黑" pitchFamily="34" charset="-122"/>
              </a:rPr>
              <a:t>……</a:t>
            </a:r>
          </a:p>
        </p:txBody>
      </p:sp>
      <p:sp>
        <p:nvSpPr>
          <p:cNvPr id="37" name="TextBox 36"/>
          <p:cNvSpPr txBox="1"/>
          <p:nvPr/>
        </p:nvSpPr>
        <p:spPr>
          <a:xfrm>
            <a:off x="1551626" y="3540972"/>
            <a:ext cx="1693378"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输入你的标题</a:t>
            </a:r>
          </a:p>
        </p:txBody>
      </p:sp>
      <p:sp>
        <p:nvSpPr>
          <p:cNvPr id="38" name="TextBox 37"/>
          <p:cNvSpPr txBox="1"/>
          <p:nvPr/>
        </p:nvSpPr>
        <p:spPr>
          <a:xfrm>
            <a:off x="1918154" y="1555686"/>
            <a:ext cx="8653765" cy="1298048"/>
          </a:xfrm>
          <a:prstGeom prst="rect">
            <a:avLst/>
          </a:prstGeom>
          <a:noFill/>
        </p:spPr>
        <p:txBody>
          <a:bodyPr wrap="square" lIns="0" tIns="0" rIns="0" bIns="0" rtlCol="0">
            <a:spAutoFit/>
          </a:bodyPr>
          <a:lstStyle/>
          <a:p>
            <a:pPr algn="just">
              <a:lnSpc>
                <a:spcPct val="150000"/>
              </a:lnSpc>
            </a:pPr>
            <a:r>
              <a:rPr lang="zh-CN" altLang="en-US" sz="1406" dirty="0">
                <a:latin typeface="微软雅黑 Light" pitchFamily="34" charset="-122"/>
                <a:ea typeface="微软雅黑 Light" pitchFamily="34" charset="-122"/>
              </a:rPr>
              <a:t>点击输入简要文字内容，文字内容需概括精炼，不用多余的文字修饰，言简意赅的说明分项内容。点击输入简要文字内容，文字内容需概括精炼，不用多余的文字修饰，言简意赅的说明分项内容</a:t>
            </a:r>
            <a:r>
              <a:rPr lang="en-US" altLang="zh-CN" sz="1406" dirty="0">
                <a:latin typeface="微软雅黑 Light" pitchFamily="34" charset="-122"/>
                <a:ea typeface="微软雅黑 Light" pitchFamily="34" charset="-122"/>
              </a:rPr>
              <a:t>……</a:t>
            </a:r>
          </a:p>
          <a:p>
            <a:pPr algn="just">
              <a:lnSpc>
                <a:spcPct val="150000"/>
              </a:lnSpc>
            </a:pPr>
            <a:r>
              <a:rPr lang="zh-CN" altLang="en-US" sz="1406" dirty="0">
                <a:latin typeface="微软雅黑 Light" pitchFamily="34" charset="-122"/>
                <a:ea typeface="微软雅黑 Light" pitchFamily="34" charset="-122"/>
              </a:rPr>
              <a:t>点击输入简要文字内容，文字内容需概括精炼，不用多余的文字修饰，言简意赅的说明分项内容。点击输入简要文字内容，文字内容需概括精炼，不用多余的文字修饰，言简意赅的说明分项内容</a:t>
            </a:r>
            <a:r>
              <a:rPr lang="en-US" altLang="zh-CN" sz="1406" dirty="0">
                <a:latin typeface="微软雅黑 Light" pitchFamily="34" charset="-122"/>
                <a:ea typeface="微软雅黑 Light" pitchFamily="34" charset="-122"/>
              </a:rPr>
              <a:t>……</a:t>
            </a:r>
          </a:p>
        </p:txBody>
      </p:sp>
      <p:sp>
        <p:nvSpPr>
          <p:cNvPr id="39" name="TextBox 38"/>
          <p:cNvSpPr txBox="1"/>
          <p:nvPr/>
        </p:nvSpPr>
        <p:spPr>
          <a:xfrm>
            <a:off x="5411830" y="1134312"/>
            <a:ext cx="2986911" cy="303032"/>
          </a:xfrm>
          <a:prstGeom prst="rect">
            <a:avLst/>
          </a:prstGeom>
          <a:noFill/>
        </p:spPr>
        <p:txBody>
          <a:bodyPr wrap="square" lIns="0" tIns="0" rIns="0" bIns="0" rtlCol="0">
            <a:spAutoFit/>
          </a:bodyPr>
          <a:lstStyle/>
          <a:p>
            <a:r>
              <a:rPr lang="zh-CN" altLang="en-US" sz="1969" b="1" dirty="0">
                <a:latin typeface="微软雅黑" pitchFamily="34" charset="-122"/>
                <a:ea typeface="微软雅黑" pitchFamily="34" charset="-122"/>
              </a:rPr>
              <a:t>这里输入你的标题</a:t>
            </a:r>
          </a:p>
        </p:txBody>
      </p:sp>
    </p:spTree>
    <p:custDataLst>
      <p:tags r:id="rId1"/>
    </p:custDataLst>
    <p:extLst>
      <p:ext uri="{BB962C8B-B14F-4D97-AF65-F5344CB8AC3E}">
        <p14:creationId xmlns:p14="http://schemas.microsoft.com/office/powerpoint/2010/main" val="11515776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100"/>
                                </p:stCondLst>
                                <p:childTnLst>
                                  <p:par>
                                    <p:cTn id="22" presetID="16" presetClass="entr" presetSubtype="21" fill="hold" grpId="0"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barn(inVertical)">
                                          <p:cBhvr>
                                            <p:cTn id="24" dur="500"/>
                                            <p:tgtEl>
                                              <p:spTgt spid="38"/>
                                            </p:tgtEl>
                                          </p:cBhvr>
                                        </p:animEffect>
                                      </p:childTnLst>
                                    </p:cTn>
                                  </p:par>
                                </p:childTnLst>
                              </p:cTn>
                            </p:par>
                            <p:par>
                              <p:cTn id="25" fill="hold">
                                <p:stCondLst>
                                  <p:cond delay="1600"/>
                                </p:stCondLst>
                                <p:childTnLst>
                                  <p:par>
                                    <p:cTn id="26" presetID="22" presetClass="entr" presetSubtype="8" fill="hold" grpId="0" nodeType="after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wipe(left)">
                                          <p:cBhvr>
                                            <p:cTn id="28" dur="500"/>
                                            <p:tgtEl>
                                              <p:spTgt spid="39"/>
                                            </p:tgtEl>
                                          </p:cBhvr>
                                        </p:animEffect>
                                      </p:childTnLst>
                                    </p:cTn>
                                  </p:par>
                                  <p:par>
                                    <p:cTn id="29" presetID="2" presetClass="entr" presetSubtype="1" fill="hold" nodeType="withEffect" p14:presetBounceEnd="44000">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14:bounceEnd="44000">
                                          <p:cBhvr additive="base">
                                            <p:cTn id="31" dur="500" fill="hold"/>
                                            <p:tgtEl>
                                              <p:spTgt spid="64"/>
                                            </p:tgtEl>
                                            <p:attrNameLst>
                                              <p:attrName>ppt_x</p:attrName>
                                            </p:attrNameLst>
                                          </p:cBhvr>
                                          <p:tavLst>
                                            <p:tav tm="0">
                                              <p:val>
                                                <p:strVal val="#ppt_x"/>
                                              </p:val>
                                            </p:tav>
                                            <p:tav tm="100000">
                                              <p:val>
                                                <p:strVal val="#ppt_x"/>
                                              </p:val>
                                            </p:tav>
                                          </p:tavLst>
                                        </p:anim>
                                        <p:anim calcmode="lin" valueType="num" p14:bounceEnd="44000">
                                          <p:cBhvr additive="base">
                                            <p:cTn id="32" dur="500" fill="hold"/>
                                            <p:tgtEl>
                                              <p:spTgt spid="6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44000">
                                      <p:stCondLst>
                                        <p:cond delay="300"/>
                                      </p:stCondLst>
                                      <p:childTnLst>
                                        <p:set>
                                          <p:cBhvr>
                                            <p:cTn id="34" dur="1" fill="hold">
                                              <p:stCondLst>
                                                <p:cond delay="0"/>
                                              </p:stCondLst>
                                            </p:cTn>
                                            <p:tgtEl>
                                              <p:spTgt spid="28"/>
                                            </p:tgtEl>
                                            <p:attrNameLst>
                                              <p:attrName>style.visibility</p:attrName>
                                            </p:attrNameLst>
                                          </p:cBhvr>
                                          <p:to>
                                            <p:strVal val="visible"/>
                                          </p:to>
                                        </p:set>
                                        <p:anim calcmode="lin" valueType="num" p14:bounceEnd="44000">
                                          <p:cBhvr additive="base">
                                            <p:cTn id="35" dur="500" fill="hold"/>
                                            <p:tgtEl>
                                              <p:spTgt spid="28"/>
                                            </p:tgtEl>
                                            <p:attrNameLst>
                                              <p:attrName>ppt_x</p:attrName>
                                            </p:attrNameLst>
                                          </p:cBhvr>
                                          <p:tavLst>
                                            <p:tav tm="0">
                                              <p:val>
                                                <p:strVal val="#ppt_x"/>
                                              </p:val>
                                            </p:tav>
                                            <p:tav tm="100000">
                                              <p:val>
                                                <p:strVal val="#ppt_x"/>
                                              </p:val>
                                            </p:tav>
                                          </p:tavLst>
                                        </p:anim>
                                        <p:anim calcmode="lin" valueType="num" p14:bounceEnd="44000">
                                          <p:cBhvr additive="base">
                                            <p:cTn id="36" dur="500" fill="hold"/>
                                            <p:tgtEl>
                                              <p:spTgt spid="28"/>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wheel(1)">
                                          <p:cBhvr>
                                            <p:cTn id="41" dur="800"/>
                                            <p:tgtEl>
                                              <p:spTgt spid="2"/>
                                            </p:tgtEl>
                                          </p:cBhvr>
                                        </p:animEffect>
                                      </p:childTnLst>
                                    </p:cTn>
                                  </p:par>
                                  <p:par>
                                    <p:cTn id="42" presetID="21" presetClass="entr" presetSubtype="1" fill="hold" grpId="0" nodeType="with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wheel(1)">
                                          <p:cBhvr>
                                            <p:cTn id="44" dur="800"/>
                                            <p:tgtEl>
                                              <p:spTgt spid="34"/>
                                            </p:tgtEl>
                                          </p:cBhvr>
                                        </p:animEffect>
                                      </p:childTnLst>
                                    </p:cTn>
                                  </p:par>
                                </p:childTnLst>
                              </p:cTn>
                            </p:par>
                            <p:par>
                              <p:cTn id="45" fill="hold">
                                <p:stCondLst>
                                  <p:cond delay="800"/>
                                </p:stCondLst>
                                <p:childTnLst>
                                  <p:par>
                                    <p:cTn id="46" presetID="2" presetClass="entr" presetSubtype="8" fill="hold" grpId="0" nodeType="afterEffect" p14:presetBounceEnd="44000">
                                      <p:stCondLst>
                                        <p:cond delay="0"/>
                                      </p:stCondLst>
                                      <p:childTnLst>
                                        <p:set>
                                          <p:cBhvr>
                                            <p:cTn id="47" dur="1" fill="hold">
                                              <p:stCondLst>
                                                <p:cond delay="0"/>
                                              </p:stCondLst>
                                            </p:cTn>
                                            <p:tgtEl>
                                              <p:spTgt spid="32"/>
                                            </p:tgtEl>
                                            <p:attrNameLst>
                                              <p:attrName>style.visibility</p:attrName>
                                            </p:attrNameLst>
                                          </p:cBhvr>
                                          <p:to>
                                            <p:strVal val="visible"/>
                                          </p:to>
                                        </p:set>
                                        <p:anim calcmode="lin" valueType="num" p14:bounceEnd="44000">
                                          <p:cBhvr additive="base">
                                            <p:cTn id="48" dur="500" fill="hold"/>
                                            <p:tgtEl>
                                              <p:spTgt spid="32"/>
                                            </p:tgtEl>
                                            <p:attrNameLst>
                                              <p:attrName>ppt_x</p:attrName>
                                            </p:attrNameLst>
                                          </p:cBhvr>
                                          <p:tavLst>
                                            <p:tav tm="0">
                                              <p:val>
                                                <p:strVal val="0-#ppt_w/2"/>
                                              </p:val>
                                            </p:tav>
                                            <p:tav tm="100000">
                                              <p:val>
                                                <p:strVal val="#ppt_x"/>
                                              </p:val>
                                            </p:tav>
                                          </p:tavLst>
                                        </p:anim>
                                        <p:anim calcmode="lin" valueType="num" p14:bounceEnd="44000">
                                          <p:cBhvr additive="base">
                                            <p:cTn id="49" dur="500" fill="hold"/>
                                            <p:tgtEl>
                                              <p:spTgt spid="32"/>
                                            </p:tgtEl>
                                            <p:attrNameLst>
                                              <p:attrName>ppt_y</p:attrName>
                                            </p:attrNameLst>
                                          </p:cBhvr>
                                          <p:tavLst>
                                            <p:tav tm="0">
                                              <p:val>
                                                <p:strVal val="#ppt_y"/>
                                              </p:val>
                                            </p:tav>
                                            <p:tav tm="100000">
                                              <p:val>
                                                <p:strVal val="#ppt_y"/>
                                              </p:val>
                                            </p:tav>
                                          </p:tavLst>
                                        </p:anim>
                                      </p:childTnLst>
                                    </p:cTn>
                                  </p:par>
                                </p:childTnLst>
                              </p:cTn>
                            </p:par>
                            <p:par>
                              <p:cTn id="50" fill="hold">
                                <p:stCondLst>
                                  <p:cond delay="1300"/>
                                </p:stCondLst>
                                <p:childTnLst>
                                  <p:par>
                                    <p:cTn id="51" presetID="2" presetClass="entr" presetSubtype="8" fill="hold" grpId="0" nodeType="afterEffect" p14:presetBounceEnd="44000">
                                      <p:stCondLst>
                                        <p:cond delay="0"/>
                                      </p:stCondLst>
                                      <p:childTnLst>
                                        <p:set>
                                          <p:cBhvr>
                                            <p:cTn id="52" dur="1" fill="hold">
                                              <p:stCondLst>
                                                <p:cond delay="0"/>
                                              </p:stCondLst>
                                            </p:cTn>
                                            <p:tgtEl>
                                              <p:spTgt spid="33"/>
                                            </p:tgtEl>
                                            <p:attrNameLst>
                                              <p:attrName>style.visibility</p:attrName>
                                            </p:attrNameLst>
                                          </p:cBhvr>
                                          <p:to>
                                            <p:strVal val="visible"/>
                                          </p:to>
                                        </p:set>
                                        <p:anim calcmode="lin" valueType="num" p14:bounceEnd="44000">
                                          <p:cBhvr additive="base">
                                            <p:cTn id="53" dur="500" fill="hold"/>
                                            <p:tgtEl>
                                              <p:spTgt spid="33"/>
                                            </p:tgtEl>
                                            <p:attrNameLst>
                                              <p:attrName>ppt_x</p:attrName>
                                            </p:attrNameLst>
                                          </p:cBhvr>
                                          <p:tavLst>
                                            <p:tav tm="0">
                                              <p:val>
                                                <p:strVal val="0-#ppt_w/2"/>
                                              </p:val>
                                            </p:tav>
                                            <p:tav tm="100000">
                                              <p:val>
                                                <p:strVal val="#ppt_x"/>
                                              </p:val>
                                            </p:tav>
                                          </p:tavLst>
                                        </p:anim>
                                        <p:anim calcmode="lin" valueType="num" p14:bounceEnd="44000">
                                          <p:cBhvr additive="base">
                                            <p:cTn id="54" dur="500" fill="hold"/>
                                            <p:tgtEl>
                                              <p:spTgt spid="33"/>
                                            </p:tgtEl>
                                            <p:attrNameLst>
                                              <p:attrName>ppt_y</p:attrName>
                                            </p:attrNameLst>
                                          </p:cBhvr>
                                          <p:tavLst>
                                            <p:tav tm="0">
                                              <p:val>
                                                <p:strVal val="#ppt_y"/>
                                              </p:val>
                                            </p:tav>
                                            <p:tav tm="100000">
                                              <p:val>
                                                <p:strVal val="#ppt_y"/>
                                              </p:val>
                                            </p:tav>
                                          </p:tavLst>
                                        </p:anim>
                                      </p:childTnLst>
                                    </p:cTn>
                                  </p:par>
                                </p:childTnLst>
                              </p:cTn>
                            </p:par>
                            <p:par>
                              <p:cTn id="55" fill="hold">
                                <p:stCondLst>
                                  <p:cond delay="1800"/>
                                </p:stCondLst>
                                <p:childTnLst>
                                  <p:par>
                                    <p:cTn id="56" presetID="22" presetClass="entr" presetSubtype="8"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wipe(left)">
                                          <p:cBhvr>
                                            <p:cTn id="58" dur="500"/>
                                            <p:tgtEl>
                                              <p:spTgt spid="35"/>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wipe(left)">
                                          <p:cBhvr>
                                            <p:cTn id="61" dur="500"/>
                                            <p:tgtEl>
                                              <p:spTgt spid="31"/>
                                            </p:tgtEl>
                                          </p:cBhvr>
                                        </p:animEffect>
                                      </p:childTnLst>
                                    </p:cTn>
                                  </p:par>
                                </p:childTnLst>
                              </p:cTn>
                            </p:par>
                            <p:par>
                              <p:cTn id="62" fill="hold">
                                <p:stCondLst>
                                  <p:cond delay="2300"/>
                                </p:stCondLst>
                                <p:childTnLst>
                                  <p:par>
                                    <p:cTn id="63" presetID="22" presetClass="entr" presetSubtype="8" fill="hold" grpId="0" nodeType="afterEffect">
                                      <p:stCondLst>
                                        <p:cond delay="0"/>
                                      </p:stCondLst>
                                      <p:childTnLst>
                                        <p:set>
                                          <p:cBhvr>
                                            <p:cTn id="64" dur="1" fill="hold">
                                              <p:stCondLst>
                                                <p:cond delay="0"/>
                                              </p:stCondLst>
                                            </p:cTn>
                                            <p:tgtEl>
                                              <p:spTgt spid="37"/>
                                            </p:tgtEl>
                                            <p:attrNameLst>
                                              <p:attrName>style.visibility</p:attrName>
                                            </p:attrNameLst>
                                          </p:cBhvr>
                                          <p:to>
                                            <p:strVal val="visible"/>
                                          </p:to>
                                        </p:set>
                                        <p:animEffect transition="in" filter="wipe(left)">
                                          <p:cBhvr>
                                            <p:cTn id="65" dur="500"/>
                                            <p:tgtEl>
                                              <p:spTgt spid="37"/>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wipe(left)">
                                          <p:cBhvr>
                                            <p:cTn id="68" dur="500"/>
                                            <p:tgtEl>
                                              <p:spTgt spid="36"/>
                                            </p:tgtEl>
                                          </p:cBhvr>
                                        </p:animEffect>
                                      </p:childTnLst>
                                    </p:cTn>
                                  </p:par>
                                </p:childTnLst>
                              </p:cTn>
                            </p:par>
                            <p:par>
                              <p:cTn id="69" fill="hold">
                                <p:stCondLst>
                                  <p:cond delay="2800"/>
                                </p:stCondLst>
                                <p:childTnLst>
                                  <p:par>
                                    <p:cTn id="70" presetID="10" presetClass="entr" presetSubtype="0" fill="hold" grpId="0" nodeType="afterEffect">
                                      <p:stCondLst>
                                        <p:cond delay="0"/>
                                      </p:stCondLst>
                                      <p:childTnLst>
                                        <p:set>
                                          <p:cBhvr>
                                            <p:cTn id="71" dur="1" fill="hold">
                                              <p:stCondLst>
                                                <p:cond delay="0"/>
                                              </p:stCondLst>
                                            </p:cTn>
                                            <p:tgtEl>
                                              <p:spTgt spid="24"/>
                                            </p:tgtEl>
                                            <p:attrNameLst>
                                              <p:attrName>style.visibility</p:attrName>
                                            </p:attrNameLst>
                                          </p:cBhvr>
                                          <p:to>
                                            <p:strVal val="visible"/>
                                          </p:to>
                                        </p:set>
                                        <p:animEffect transition="in" filter="fade">
                                          <p:cBhvr>
                                            <p:cTn id="7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24" grpId="0"/>
          <p:bldP spid="32" grpId="0" animBg="1"/>
          <p:bldP spid="33" grpId="0" animBg="1"/>
          <p:bldP spid="2" grpId="0"/>
          <p:bldP spid="34" grpId="0"/>
          <p:bldP spid="31" grpId="0"/>
          <p:bldP spid="35" grpId="0"/>
          <p:bldP spid="36" grpId="0"/>
          <p:bldP spid="37" grpId="0"/>
          <p:bldP spid="38" grpId="0"/>
          <p:bldP spid="3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100"/>
                                </p:stCondLst>
                                <p:childTnLst>
                                  <p:par>
                                    <p:cTn id="22" presetID="16" presetClass="entr" presetSubtype="21" fill="hold" grpId="0"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barn(inVertical)">
                                          <p:cBhvr>
                                            <p:cTn id="24" dur="500"/>
                                            <p:tgtEl>
                                              <p:spTgt spid="38"/>
                                            </p:tgtEl>
                                          </p:cBhvr>
                                        </p:animEffect>
                                      </p:childTnLst>
                                    </p:cTn>
                                  </p:par>
                                </p:childTnLst>
                              </p:cTn>
                            </p:par>
                            <p:par>
                              <p:cTn id="25" fill="hold">
                                <p:stCondLst>
                                  <p:cond delay="1600"/>
                                </p:stCondLst>
                                <p:childTnLst>
                                  <p:par>
                                    <p:cTn id="26" presetID="22" presetClass="entr" presetSubtype="8" fill="hold" grpId="0" nodeType="after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wipe(left)">
                                          <p:cBhvr>
                                            <p:cTn id="28" dur="500"/>
                                            <p:tgtEl>
                                              <p:spTgt spid="39"/>
                                            </p:tgtEl>
                                          </p:cBhvr>
                                        </p:animEffect>
                                      </p:childTnLst>
                                    </p:cTn>
                                  </p:par>
                                  <p:par>
                                    <p:cTn id="29" presetID="2" presetClass="entr" presetSubtype="1" fill="hold" nodeType="withEffect">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cBhvr additive="base">
                                            <p:cTn id="31" dur="500" fill="hold"/>
                                            <p:tgtEl>
                                              <p:spTgt spid="64"/>
                                            </p:tgtEl>
                                            <p:attrNameLst>
                                              <p:attrName>ppt_x</p:attrName>
                                            </p:attrNameLst>
                                          </p:cBhvr>
                                          <p:tavLst>
                                            <p:tav tm="0">
                                              <p:val>
                                                <p:strVal val="#ppt_x"/>
                                              </p:val>
                                            </p:tav>
                                            <p:tav tm="100000">
                                              <p:val>
                                                <p:strVal val="#ppt_x"/>
                                              </p:val>
                                            </p:tav>
                                          </p:tavLst>
                                        </p:anim>
                                        <p:anim calcmode="lin" valueType="num">
                                          <p:cBhvr additive="base">
                                            <p:cTn id="32" dur="500" fill="hold"/>
                                            <p:tgtEl>
                                              <p:spTgt spid="6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3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500" fill="hold"/>
                                            <p:tgtEl>
                                              <p:spTgt spid="28"/>
                                            </p:tgtEl>
                                            <p:attrNameLst>
                                              <p:attrName>ppt_x</p:attrName>
                                            </p:attrNameLst>
                                          </p:cBhvr>
                                          <p:tavLst>
                                            <p:tav tm="0">
                                              <p:val>
                                                <p:strVal val="#ppt_x"/>
                                              </p:val>
                                            </p:tav>
                                            <p:tav tm="100000">
                                              <p:val>
                                                <p:strVal val="#ppt_x"/>
                                              </p:val>
                                            </p:tav>
                                          </p:tavLst>
                                        </p:anim>
                                        <p:anim calcmode="lin" valueType="num">
                                          <p:cBhvr additive="base">
                                            <p:cTn id="36" dur="500" fill="hold"/>
                                            <p:tgtEl>
                                              <p:spTgt spid="28"/>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wheel(1)">
                                          <p:cBhvr>
                                            <p:cTn id="41" dur="800"/>
                                            <p:tgtEl>
                                              <p:spTgt spid="2"/>
                                            </p:tgtEl>
                                          </p:cBhvr>
                                        </p:animEffect>
                                      </p:childTnLst>
                                    </p:cTn>
                                  </p:par>
                                  <p:par>
                                    <p:cTn id="42" presetID="21" presetClass="entr" presetSubtype="1" fill="hold" grpId="0" nodeType="with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wheel(1)">
                                          <p:cBhvr>
                                            <p:cTn id="44" dur="800"/>
                                            <p:tgtEl>
                                              <p:spTgt spid="34"/>
                                            </p:tgtEl>
                                          </p:cBhvr>
                                        </p:animEffect>
                                      </p:childTnLst>
                                    </p:cTn>
                                  </p:par>
                                </p:childTnLst>
                              </p:cTn>
                            </p:par>
                            <p:par>
                              <p:cTn id="45" fill="hold">
                                <p:stCondLst>
                                  <p:cond delay="800"/>
                                </p:stCondLst>
                                <p:childTnLst>
                                  <p:par>
                                    <p:cTn id="46" presetID="2" presetClass="entr" presetSubtype="8" fill="hold" grpId="0" nodeType="afterEffect">
                                      <p:stCondLst>
                                        <p:cond delay="0"/>
                                      </p:stCondLst>
                                      <p:childTnLst>
                                        <p:set>
                                          <p:cBhvr>
                                            <p:cTn id="47" dur="1" fill="hold">
                                              <p:stCondLst>
                                                <p:cond delay="0"/>
                                              </p:stCondLst>
                                            </p:cTn>
                                            <p:tgtEl>
                                              <p:spTgt spid="32"/>
                                            </p:tgtEl>
                                            <p:attrNameLst>
                                              <p:attrName>style.visibility</p:attrName>
                                            </p:attrNameLst>
                                          </p:cBhvr>
                                          <p:to>
                                            <p:strVal val="visible"/>
                                          </p:to>
                                        </p:set>
                                        <p:anim calcmode="lin" valueType="num">
                                          <p:cBhvr additive="base">
                                            <p:cTn id="48" dur="500" fill="hold"/>
                                            <p:tgtEl>
                                              <p:spTgt spid="32"/>
                                            </p:tgtEl>
                                            <p:attrNameLst>
                                              <p:attrName>ppt_x</p:attrName>
                                            </p:attrNameLst>
                                          </p:cBhvr>
                                          <p:tavLst>
                                            <p:tav tm="0">
                                              <p:val>
                                                <p:strVal val="0-#ppt_w/2"/>
                                              </p:val>
                                            </p:tav>
                                            <p:tav tm="100000">
                                              <p:val>
                                                <p:strVal val="#ppt_x"/>
                                              </p:val>
                                            </p:tav>
                                          </p:tavLst>
                                        </p:anim>
                                        <p:anim calcmode="lin" valueType="num">
                                          <p:cBhvr additive="base">
                                            <p:cTn id="49" dur="500" fill="hold"/>
                                            <p:tgtEl>
                                              <p:spTgt spid="32"/>
                                            </p:tgtEl>
                                            <p:attrNameLst>
                                              <p:attrName>ppt_y</p:attrName>
                                            </p:attrNameLst>
                                          </p:cBhvr>
                                          <p:tavLst>
                                            <p:tav tm="0">
                                              <p:val>
                                                <p:strVal val="#ppt_y"/>
                                              </p:val>
                                            </p:tav>
                                            <p:tav tm="100000">
                                              <p:val>
                                                <p:strVal val="#ppt_y"/>
                                              </p:val>
                                            </p:tav>
                                          </p:tavLst>
                                        </p:anim>
                                      </p:childTnLst>
                                    </p:cTn>
                                  </p:par>
                                </p:childTnLst>
                              </p:cTn>
                            </p:par>
                            <p:par>
                              <p:cTn id="50" fill="hold">
                                <p:stCondLst>
                                  <p:cond delay="1300"/>
                                </p:stCondLst>
                                <p:childTnLst>
                                  <p:par>
                                    <p:cTn id="51" presetID="2" presetClass="entr" presetSubtype="8" fill="hold" grpId="0" nodeType="afterEffect">
                                      <p:stCondLst>
                                        <p:cond delay="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500" fill="hold"/>
                                            <p:tgtEl>
                                              <p:spTgt spid="33"/>
                                            </p:tgtEl>
                                            <p:attrNameLst>
                                              <p:attrName>ppt_x</p:attrName>
                                            </p:attrNameLst>
                                          </p:cBhvr>
                                          <p:tavLst>
                                            <p:tav tm="0">
                                              <p:val>
                                                <p:strVal val="0-#ppt_w/2"/>
                                              </p:val>
                                            </p:tav>
                                            <p:tav tm="100000">
                                              <p:val>
                                                <p:strVal val="#ppt_x"/>
                                              </p:val>
                                            </p:tav>
                                          </p:tavLst>
                                        </p:anim>
                                        <p:anim calcmode="lin" valueType="num">
                                          <p:cBhvr additive="base">
                                            <p:cTn id="54" dur="500" fill="hold"/>
                                            <p:tgtEl>
                                              <p:spTgt spid="33"/>
                                            </p:tgtEl>
                                            <p:attrNameLst>
                                              <p:attrName>ppt_y</p:attrName>
                                            </p:attrNameLst>
                                          </p:cBhvr>
                                          <p:tavLst>
                                            <p:tav tm="0">
                                              <p:val>
                                                <p:strVal val="#ppt_y"/>
                                              </p:val>
                                            </p:tav>
                                            <p:tav tm="100000">
                                              <p:val>
                                                <p:strVal val="#ppt_y"/>
                                              </p:val>
                                            </p:tav>
                                          </p:tavLst>
                                        </p:anim>
                                      </p:childTnLst>
                                    </p:cTn>
                                  </p:par>
                                </p:childTnLst>
                              </p:cTn>
                            </p:par>
                            <p:par>
                              <p:cTn id="55" fill="hold">
                                <p:stCondLst>
                                  <p:cond delay="1800"/>
                                </p:stCondLst>
                                <p:childTnLst>
                                  <p:par>
                                    <p:cTn id="56" presetID="22" presetClass="entr" presetSubtype="8"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wipe(left)">
                                          <p:cBhvr>
                                            <p:cTn id="58" dur="500"/>
                                            <p:tgtEl>
                                              <p:spTgt spid="35"/>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wipe(left)">
                                          <p:cBhvr>
                                            <p:cTn id="61" dur="500"/>
                                            <p:tgtEl>
                                              <p:spTgt spid="31"/>
                                            </p:tgtEl>
                                          </p:cBhvr>
                                        </p:animEffect>
                                      </p:childTnLst>
                                    </p:cTn>
                                  </p:par>
                                </p:childTnLst>
                              </p:cTn>
                            </p:par>
                            <p:par>
                              <p:cTn id="62" fill="hold">
                                <p:stCondLst>
                                  <p:cond delay="2300"/>
                                </p:stCondLst>
                                <p:childTnLst>
                                  <p:par>
                                    <p:cTn id="63" presetID="22" presetClass="entr" presetSubtype="8" fill="hold" grpId="0" nodeType="afterEffect">
                                      <p:stCondLst>
                                        <p:cond delay="0"/>
                                      </p:stCondLst>
                                      <p:childTnLst>
                                        <p:set>
                                          <p:cBhvr>
                                            <p:cTn id="64" dur="1" fill="hold">
                                              <p:stCondLst>
                                                <p:cond delay="0"/>
                                              </p:stCondLst>
                                            </p:cTn>
                                            <p:tgtEl>
                                              <p:spTgt spid="37"/>
                                            </p:tgtEl>
                                            <p:attrNameLst>
                                              <p:attrName>style.visibility</p:attrName>
                                            </p:attrNameLst>
                                          </p:cBhvr>
                                          <p:to>
                                            <p:strVal val="visible"/>
                                          </p:to>
                                        </p:set>
                                        <p:animEffect transition="in" filter="wipe(left)">
                                          <p:cBhvr>
                                            <p:cTn id="65" dur="500"/>
                                            <p:tgtEl>
                                              <p:spTgt spid="37"/>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wipe(left)">
                                          <p:cBhvr>
                                            <p:cTn id="68" dur="500"/>
                                            <p:tgtEl>
                                              <p:spTgt spid="36"/>
                                            </p:tgtEl>
                                          </p:cBhvr>
                                        </p:animEffect>
                                      </p:childTnLst>
                                    </p:cTn>
                                  </p:par>
                                </p:childTnLst>
                              </p:cTn>
                            </p:par>
                            <p:par>
                              <p:cTn id="69" fill="hold">
                                <p:stCondLst>
                                  <p:cond delay="2800"/>
                                </p:stCondLst>
                                <p:childTnLst>
                                  <p:par>
                                    <p:cTn id="70" presetID="10" presetClass="entr" presetSubtype="0" fill="hold" grpId="0" nodeType="afterEffect">
                                      <p:stCondLst>
                                        <p:cond delay="0"/>
                                      </p:stCondLst>
                                      <p:childTnLst>
                                        <p:set>
                                          <p:cBhvr>
                                            <p:cTn id="71" dur="1" fill="hold">
                                              <p:stCondLst>
                                                <p:cond delay="0"/>
                                              </p:stCondLst>
                                            </p:cTn>
                                            <p:tgtEl>
                                              <p:spTgt spid="24"/>
                                            </p:tgtEl>
                                            <p:attrNameLst>
                                              <p:attrName>style.visibility</p:attrName>
                                            </p:attrNameLst>
                                          </p:cBhvr>
                                          <p:to>
                                            <p:strVal val="visible"/>
                                          </p:to>
                                        </p:set>
                                        <p:animEffect transition="in" filter="fade">
                                          <p:cBhvr>
                                            <p:cTn id="7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24" grpId="0"/>
          <p:bldP spid="32" grpId="0" animBg="1"/>
          <p:bldP spid="33" grpId="0" animBg="1"/>
          <p:bldP spid="2" grpId="0"/>
          <p:bldP spid="34" grpId="0"/>
          <p:bldP spid="31" grpId="0"/>
          <p:bldP spid="35" grpId="0"/>
          <p:bldP spid="36" grpId="0"/>
          <p:bldP spid="37" grpId="0"/>
          <p:bldP spid="38" grpId="0"/>
          <p:bldP spid="39" grpId="0"/>
        </p:bldLst>
      </p:timing>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图表 3"/>
          <p:cNvGraphicFramePr/>
          <p:nvPr/>
        </p:nvGraphicFramePr>
        <p:xfrm>
          <a:off x="1056551" y="1345853"/>
          <a:ext cx="3960352" cy="22589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图表 4"/>
          <p:cNvGraphicFramePr/>
          <p:nvPr/>
        </p:nvGraphicFramePr>
        <p:xfrm>
          <a:off x="3318317" y="1345853"/>
          <a:ext cx="3960352" cy="225893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图表 5"/>
          <p:cNvGraphicFramePr/>
          <p:nvPr/>
        </p:nvGraphicFramePr>
        <p:xfrm>
          <a:off x="5580083" y="1345853"/>
          <a:ext cx="3960352" cy="225893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图表 6"/>
          <p:cNvGraphicFramePr/>
          <p:nvPr/>
        </p:nvGraphicFramePr>
        <p:xfrm>
          <a:off x="7841850" y="1345853"/>
          <a:ext cx="3960352" cy="2258939"/>
        </p:xfrm>
        <a:graphic>
          <a:graphicData uri="http://schemas.openxmlformats.org/drawingml/2006/chart">
            <c:chart xmlns:c="http://schemas.openxmlformats.org/drawingml/2006/chart" xmlns:r="http://schemas.openxmlformats.org/officeDocument/2006/relationships" r:id="rId6"/>
          </a:graphicData>
        </a:graphic>
      </p:graphicFrame>
      <p:sp>
        <p:nvSpPr>
          <p:cNvPr id="8" name="文本框 32"/>
          <p:cNvSpPr txBox="1"/>
          <p:nvPr/>
        </p:nvSpPr>
        <p:spPr>
          <a:xfrm>
            <a:off x="2368375" y="3469966"/>
            <a:ext cx="1207783" cy="374377"/>
          </a:xfrm>
          <a:prstGeom prst="rect">
            <a:avLst/>
          </a:prstGeom>
          <a:noFill/>
        </p:spPr>
        <p:txBody>
          <a:bodyPr wrap="square" lIns="96435" tIns="48218" rIns="96435" bIns="48218" rtlCol="0">
            <a:spAutoFit/>
          </a:bodyPr>
          <a:lstStyle/>
          <a:p>
            <a:pPr algn="ctr"/>
            <a:r>
              <a:rPr lang="en-US" altLang="zh-CN" dirty="0">
                <a:solidFill>
                  <a:prstClr val="black">
                    <a:lumMod val="50000"/>
                    <a:lumOff val="50000"/>
                  </a:prstClr>
                </a:solidFill>
                <a:latin typeface="Impact" panose="020B0806030902050204" pitchFamily="34" charset="0"/>
              </a:rPr>
              <a:t>30</a:t>
            </a:r>
            <a:r>
              <a:rPr lang="en-US" altLang="zh-CN" sz="1687" dirty="0">
                <a:solidFill>
                  <a:prstClr val="black">
                    <a:lumMod val="50000"/>
                    <a:lumOff val="50000"/>
                  </a:prstClr>
                </a:solidFill>
                <a:latin typeface="Impact" panose="020B0806030902050204" pitchFamily="34" charset="0"/>
              </a:rPr>
              <a:t>%</a:t>
            </a:r>
            <a:endParaRPr lang="zh-CN" altLang="en-US" sz="1547" dirty="0">
              <a:solidFill>
                <a:prstClr val="black">
                  <a:lumMod val="50000"/>
                  <a:lumOff val="50000"/>
                </a:prstClr>
              </a:solidFill>
              <a:latin typeface="Impact" panose="020B0806030902050204" pitchFamily="34" charset="0"/>
            </a:endParaRPr>
          </a:p>
        </p:txBody>
      </p:sp>
      <p:grpSp>
        <p:nvGrpSpPr>
          <p:cNvPr id="9" name="Group 8"/>
          <p:cNvGrpSpPr>
            <a:grpSpLocks noChangeAspect="1"/>
          </p:cNvGrpSpPr>
          <p:nvPr/>
        </p:nvGrpSpPr>
        <p:grpSpPr bwMode="auto">
          <a:xfrm>
            <a:off x="2739965" y="2176671"/>
            <a:ext cx="464604" cy="509078"/>
            <a:chOff x="3437" y="2282"/>
            <a:chExt cx="679" cy="744"/>
          </a:xfrm>
          <a:solidFill>
            <a:schemeClr val="tx1"/>
          </a:solidFill>
        </p:grpSpPr>
        <p:sp>
          <p:nvSpPr>
            <p:cNvPr id="10"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12" name="Group 13"/>
          <p:cNvGrpSpPr>
            <a:grpSpLocks noChangeAspect="1"/>
          </p:cNvGrpSpPr>
          <p:nvPr/>
        </p:nvGrpSpPr>
        <p:grpSpPr bwMode="auto">
          <a:xfrm>
            <a:off x="4967985" y="2178251"/>
            <a:ext cx="509469" cy="515485"/>
            <a:chOff x="2426" y="2781"/>
            <a:chExt cx="593" cy="600"/>
          </a:xfrm>
          <a:solidFill>
            <a:srgbClr val="C00000"/>
          </a:solidFill>
        </p:grpSpPr>
        <p:sp>
          <p:nvSpPr>
            <p:cNvPr id="13"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15" name="Group 18"/>
          <p:cNvGrpSpPr>
            <a:grpSpLocks noChangeAspect="1"/>
          </p:cNvGrpSpPr>
          <p:nvPr/>
        </p:nvGrpSpPr>
        <p:grpSpPr bwMode="auto">
          <a:xfrm>
            <a:off x="7230604" y="2173964"/>
            <a:ext cx="529233" cy="493148"/>
            <a:chOff x="3802" y="2858"/>
            <a:chExt cx="616" cy="574"/>
          </a:xfrm>
          <a:solidFill>
            <a:srgbClr val="C00000"/>
          </a:solidFill>
        </p:grpSpPr>
        <p:sp>
          <p:nvSpPr>
            <p:cNvPr id="16"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21" name="Group 26"/>
          <p:cNvGrpSpPr>
            <a:grpSpLocks noChangeAspect="1"/>
          </p:cNvGrpSpPr>
          <p:nvPr/>
        </p:nvGrpSpPr>
        <p:grpSpPr bwMode="auto">
          <a:xfrm>
            <a:off x="9377364" y="2295306"/>
            <a:ext cx="753349" cy="373481"/>
            <a:chOff x="5676" y="2597"/>
            <a:chExt cx="1061" cy="526"/>
          </a:xfrm>
          <a:solidFill>
            <a:schemeClr val="bg1">
              <a:lumMod val="50000"/>
            </a:schemeClr>
          </a:solidFill>
        </p:grpSpPr>
        <p:sp>
          <p:nvSpPr>
            <p:cNvPr id="22" name="Freeform 27"/>
            <p:cNvSpPr>
              <a:spLocks/>
            </p:cNvSpPr>
            <p:nvPr/>
          </p:nvSpPr>
          <p:spPr bwMode="auto">
            <a:xfrm>
              <a:off x="5747" y="2597"/>
              <a:ext cx="181" cy="115"/>
            </a:xfrm>
            <a:custGeom>
              <a:avLst/>
              <a:gdLst>
                <a:gd name="T0" fmla="*/ 25 w 76"/>
                <a:gd name="T1" fmla="*/ 48 h 48"/>
                <a:gd name="T2" fmla="*/ 64 w 76"/>
                <a:gd name="T3" fmla="*/ 44 h 48"/>
                <a:gd name="T4" fmla="*/ 76 w 76"/>
                <a:gd name="T5" fmla="*/ 13 h 48"/>
                <a:gd name="T6" fmla="*/ 39 w 76"/>
                <a:gd name="T7" fmla="*/ 15 h 48"/>
                <a:gd name="T8" fmla="*/ 23 w 76"/>
                <a:gd name="T9" fmla="*/ 10 h 48"/>
                <a:gd name="T10" fmla="*/ 7 w 76"/>
                <a:gd name="T11" fmla="*/ 20 h 48"/>
                <a:gd name="T12" fmla="*/ 25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25" y="48"/>
                  </a:moveTo>
                  <a:cubicBezTo>
                    <a:pt x="64" y="44"/>
                    <a:pt x="64" y="44"/>
                    <a:pt x="64" y="44"/>
                  </a:cubicBezTo>
                  <a:cubicBezTo>
                    <a:pt x="66" y="36"/>
                    <a:pt x="69" y="26"/>
                    <a:pt x="76" y="13"/>
                  </a:cubicBezTo>
                  <a:cubicBezTo>
                    <a:pt x="76" y="13"/>
                    <a:pt x="70" y="0"/>
                    <a:pt x="39" y="15"/>
                  </a:cubicBezTo>
                  <a:cubicBezTo>
                    <a:pt x="39" y="15"/>
                    <a:pt x="32" y="14"/>
                    <a:pt x="23" y="10"/>
                  </a:cubicBezTo>
                  <a:cubicBezTo>
                    <a:pt x="23" y="10"/>
                    <a:pt x="0" y="4"/>
                    <a:pt x="7" y="20"/>
                  </a:cubicBezTo>
                  <a:lnTo>
                    <a:pt x="25"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 name="Freeform 28"/>
            <p:cNvSpPr>
              <a:spLocks noEditPoints="1"/>
            </p:cNvSpPr>
            <p:nvPr/>
          </p:nvSpPr>
          <p:spPr bwMode="auto">
            <a:xfrm>
              <a:off x="5759" y="2613"/>
              <a:ext cx="169" cy="101"/>
            </a:xfrm>
            <a:custGeom>
              <a:avLst/>
              <a:gdLst>
                <a:gd name="T0" fmla="*/ 20 w 71"/>
                <a:gd name="T1" fmla="*/ 42 h 42"/>
                <a:gd name="T2" fmla="*/ 2 w 71"/>
                <a:gd name="T3" fmla="*/ 13 h 42"/>
                <a:gd name="T4" fmla="*/ 1 w 71"/>
                <a:gd name="T5" fmla="*/ 4 h 42"/>
                <a:gd name="T6" fmla="*/ 10 w 71"/>
                <a:gd name="T7" fmla="*/ 1 h 42"/>
                <a:gd name="T8" fmla="*/ 18 w 71"/>
                <a:gd name="T9" fmla="*/ 2 h 42"/>
                <a:gd name="T10" fmla="*/ 18 w 71"/>
                <a:gd name="T11" fmla="*/ 2 h 42"/>
                <a:gd name="T12" fmla="*/ 34 w 71"/>
                <a:gd name="T13" fmla="*/ 8 h 42"/>
                <a:gd name="T14" fmla="*/ 59 w 71"/>
                <a:gd name="T15" fmla="*/ 0 h 42"/>
                <a:gd name="T16" fmla="*/ 71 w 71"/>
                <a:gd name="T17" fmla="*/ 6 h 42"/>
                <a:gd name="T18" fmla="*/ 71 w 71"/>
                <a:gd name="T19" fmla="*/ 6 h 42"/>
                <a:gd name="T20" fmla="*/ 71 w 71"/>
                <a:gd name="T21" fmla="*/ 6 h 42"/>
                <a:gd name="T22" fmla="*/ 60 w 71"/>
                <a:gd name="T23" fmla="*/ 37 h 42"/>
                <a:gd name="T24" fmla="*/ 60 w 71"/>
                <a:gd name="T25" fmla="*/ 37 h 42"/>
                <a:gd name="T26" fmla="*/ 20 w 71"/>
                <a:gd name="T27" fmla="*/ 42 h 42"/>
                <a:gd name="T28" fmla="*/ 10 w 71"/>
                <a:gd name="T29" fmla="*/ 2 h 42"/>
                <a:gd name="T30" fmla="*/ 2 w 71"/>
                <a:gd name="T31" fmla="*/ 5 h 42"/>
                <a:gd name="T32" fmla="*/ 3 w 71"/>
                <a:gd name="T33" fmla="*/ 13 h 42"/>
                <a:gd name="T34" fmla="*/ 20 w 71"/>
                <a:gd name="T35" fmla="*/ 40 h 42"/>
                <a:gd name="T36" fmla="*/ 59 w 71"/>
                <a:gd name="T37" fmla="*/ 36 h 42"/>
                <a:gd name="T38" fmla="*/ 70 w 71"/>
                <a:gd name="T39" fmla="*/ 6 h 42"/>
                <a:gd name="T40" fmla="*/ 59 w 71"/>
                <a:gd name="T41" fmla="*/ 1 h 42"/>
                <a:gd name="T42" fmla="*/ 34 w 71"/>
                <a:gd name="T43" fmla="*/ 9 h 42"/>
                <a:gd name="T44" fmla="*/ 34 w 71"/>
                <a:gd name="T45" fmla="*/ 9 h 42"/>
                <a:gd name="T46" fmla="*/ 34 w 71"/>
                <a:gd name="T47" fmla="*/ 9 h 42"/>
                <a:gd name="T48" fmla="*/ 18 w 71"/>
                <a:gd name="T49" fmla="*/ 3 h 42"/>
                <a:gd name="T50" fmla="*/ 10 w 71"/>
                <a:gd name="T5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42">
                  <a:moveTo>
                    <a:pt x="20" y="42"/>
                  </a:moveTo>
                  <a:cubicBezTo>
                    <a:pt x="2" y="13"/>
                    <a:pt x="2" y="13"/>
                    <a:pt x="2" y="13"/>
                  </a:cubicBezTo>
                  <a:cubicBezTo>
                    <a:pt x="0" y="9"/>
                    <a:pt x="0" y="6"/>
                    <a:pt x="1" y="4"/>
                  </a:cubicBezTo>
                  <a:cubicBezTo>
                    <a:pt x="3" y="2"/>
                    <a:pt x="6" y="1"/>
                    <a:pt x="10" y="1"/>
                  </a:cubicBezTo>
                  <a:cubicBezTo>
                    <a:pt x="14" y="1"/>
                    <a:pt x="18" y="2"/>
                    <a:pt x="18" y="2"/>
                  </a:cubicBezTo>
                  <a:cubicBezTo>
                    <a:pt x="18" y="2"/>
                    <a:pt x="18" y="2"/>
                    <a:pt x="18" y="2"/>
                  </a:cubicBezTo>
                  <a:cubicBezTo>
                    <a:pt x="26" y="6"/>
                    <a:pt x="33" y="7"/>
                    <a:pt x="34" y="8"/>
                  </a:cubicBezTo>
                  <a:cubicBezTo>
                    <a:pt x="44" y="3"/>
                    <a:pt x="52" y="0"/>
                    <a:pt x="59" y="0"/>
                  </a:cubicBezTo>
                  <a:cubicBezTo>
                    <a:pt x="69" y="0"/>
                    <a:pt x="71" y="6"/>
                    <a:pt x="71" y="6"/>
                  </a:cubicBezTo>
                  <a:cubicBezTo>
                    <a:pt x="71" y="6"/>
                    <a:pt x="71" y="6"/>
                    <a:pt x="71" y="6"/>
                  </a:cubicBezTo>
                  <a:cubicBezTo>
                    <a:pt x="71" y="6"/>
                    <a:pt x="71" y="6"/>
                    <a:pt x="71" y="6"/>
                  </a:cubicBezTo>
                  <a:cubicBezTo>
                    <a:pt x="66" y="17"/>
                    <a:pt x="62" y="28"/>
                    <a:pt x="60" y="37"/>
                  </a:cubicBezTo>
                  <a:cubicBezTo>
                    <a:pt x="60" y="37"/>
                    <a:pt x="60" y="37"/>
                    <a:pt x="60" y="37"/>
                  </a:cubicBezTo>
                  <a:lnTo>
                    <a:pt x="20" y="42"/>
                  </a:lnTo>
                  <a:close/>
                  <a:moveTo>
                    <a:pt x="10" y="2"/>
                  </a:moveTo>
                  <a:cubicBezTo>
                    <a:pt x="7" y="2"/>
                    <a:pt x="4" y="3"/>
                    <a:pt x="2" y="5"/>
                  </a:cubicBezTo>
                  <a:cubicBezTo>
                    <a:pt x="1" y="7"/>
                    <a:pt x="1" y="9"/>
                    <a:pt x="3" y="13"/>
                  </a:cubicBezTo>
                  <a:cubicBezTo>
                    <a:pt x="20" y="40"/>
                    <a:pt x="20" y="40"/>
                    <a:pt x="20" y="40"/>
                  </a:cubicBezTo>
                  <a:cubicBezTo>
                    <a:pt x="59" y="36"/>
                    <a:pt x="59" y="36"/>
                    <a:pt x="59" y="36"/>
                  </a:cubicBezTo>
                  <a:cubicBezTo>
                    <a:pt x="61" y="27"/>
                    <a:pt x="64" y="17"/>
                    <a:pt x="70" y="6"/>
                  </a:cubicBezTo>
                  <a:cubicBezTo>
                    <a:pt x="70" y="5"/>
                    <a:pt x="67" y="1"/>
                    <a:pt x="59" y="1"/>
                  </a:cubicBezTo>
                  <a:cubicBezTo>
                    <a:pt x="52" y="1"/>
                    <a:pt x="44" y="4"/>
                    <a:pt x="34" y="9"/>
                  </a:cubicBezTo>
                  <a:cubicBezTo>
                    <a:pt x="34" y="9"/>
                    <a:pt x="34" y="9"/>
                    <a:pt x="34" y="9"/>
                  </a:cubicBezTo>
                  <a:cubicBezTo>
                    <a:pt x="34" y="9"/>
                    <a:pt x="34" y="9"/>
                    <a:pt x="34" y="9"/>
                  </a:cubicBezTo>
                  <a:cubicBezTo>
                    <a:pt x="34" y="9"/>
                    <a:pt x="27" y="8"/>
                    <a:pt x="18" y="3"/>
                  </a:cubicBezTo>
                  <a:cubicBezTo>
                    <a:pt x="17" y="3"/>
                    <a:pt x="14"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 name="Freeform 29"/>
            <p:cNvSpPr>
              <a:spLocks/>
            </p:cNvSpPr>
            <p:nvPr/>
          </p:nvSpPr>
          <p:spPr bwMode="auto">
            <a:xfrm>
              <a:off x="5795" y="2709"/>
              <a:ext cx="119" cy="43"/>
            </a:xfrm>
            <a:custGeom>
              <a:avLst/>
              <a:gdLst>
                <a:gd name="T0" fmla="*/ 41 w 50"/>
                <a:gd name="T1" fmla="*/ 0 h 18"/>
                <a:gd name="T2" fmla="*/ 7 w 50"/>
                <a:gd name="T3" fmla="*/ 4 h 18"/>
                <a:gd name="T4" fmla="*/ 1 w 50"/>
                <a:gd name="T5" fmla="*/ 12 h 18"/>
                <a:gd name="T6" fmla="*/ 8 w 50"/>
                <a:gd name="T7" fmla="*/ 17 h 18"/>
                <a:gd name="T8" fmla="*/ 43 w 50"/>
                <a:gd name="T9" fmla="*/ 14 h 18"/>
                <a:gd name="T10" fmla="*/ 49 w 50"/>
                <a:gd name="T11" fmla="*/ 6 h 18"/>
                <a:gd name="T12" fmla="*/ 41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41" y="0"/>
                  </a:moveTo>
                  <a:cubicBezTo>
                    <a:pt x="7" y="4"/>
                    <a:pt x="7" y="4"/>
                    <a:pt x="7" y="4"/>
                  </a:cubicBezTo>
                  <a:cubicBezTo>
                    <a:pt x="3" y="5"/>
                    <a:pt x="0" y="8"/>
                    <a:pt x="1" y="12"/>
                  </a:cubicBezTo>
                  <a:cubicBezTo>
                    <a:pt x="1" y="15"/>
                    <a:pt x="5" y="18"/>
                    <a:pt x="8" y="17"/>
                  </a:cubicBezTo>
                  <a:cubicBezTo>
                    <a:pt x="43" y="14"/>
                    <a:pt x="43" y="14"/>
                    <a:pt x="43" y="14"/>
                  </a:cubicBezTo>
                  <a:cubicBezTo>
                    <a:pt x="47" y="13"/>
                    <a:pt x="50" y="10"/>
                    <a:pt x="49" y="6"/>
                  </a:cubicBezTo>
                  <a:cubicBezTo>
                    <a:pt x="49" y="3"/>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 name="Freeform 30"/>
            <p:cNvSpPr>
              <a:spLocks noEditPoints="1"/>
            </p:cNvSpPr>
            <p:nvPr/>
          </p:nvSpPr>
          <p:spPr bwMode="auto">
            <a:xfrm>
              <a:off x="5795" y="2707"/>
              <a:ext cx="119" cy="45"/>
            </a:xfrm>
            <a:custGeom>
              <a:avLst/>
              <a:gdLst>
                <a:gd name="T0" fmla="*/ 8 w 50"/>
                <a:gd name="T1" fmla="*/ 19 h 19"/>
                <a:gd name="T2" fmla="*/ 0 w 50"/>
                <a:gd name="T3" fmla="*/ 13 h 19"/>
                <a:gd name="T4" fmla="*/ 2 w 50"/>
                <a:gd name="T5" fmla="*/ 7 h 19"/>
                <a:gd name="T6" fmla="*/ 7 w 50"/>
                <a:gd name="T7" fmla="*/ 5 h 19"/>
                <a:gd name="T8" fmla="*/ 41 w 50"/>
                <a:gd name="T9" fmla="*/ 1 h 19"/>
                <a:gd name="T10" fmla="*/ 50 w 50"/>
                <a:gd name="T11" fmla="*/ 7 h 19"/>
                <a:gd name="T12" fmla="*/ 48 w 50"/>
                <a:gd name="T13" fmla="*/ 12 h 19"/>
                <a:gd name="T14" fmla="*/ 43 w 50"/>
                <a:gd name="T15" fmla="*/ 15 h 19"/>
                <a:gd name="T16" fmla="*/ 9 w 50"/>
                <a:gd name="T17" fmla="*/ 19 h 19"/>
                <a:gd name="T18" fmla="*/ 8 w 50"/>
                <a:gd name="T19" fmla="*/ 19 h 19"/>
                <a:gd name="T20" fmla="*/ 42 w 50"/>
                <a:gd name="T21" fmla="*/ 2 h 19"/>
                <a:gd name="T22" fmla="*/ 41 w 50"/>
                <a:gd name="T23" fmla="*/ 2 h 19"/>
                <a:gd name="T24" fmla="*/ 7 w 50"/>
                <a:gd name="T25" fmla="*/ 6 h 19"/>
                <a:gd name="T26" fmla="*/ 3 w 50"/>
                <a:gd name="T27" fmla="*/ 8 h 19"/>
                <a:gd name="T28" fmla="*/ 1 w 50"/>
                <a:gd name="T29" fmla="*/ 12 h 19"/>
                <a:gd name="T30" fmla="*/ 8 w 50"/>
                <a:gd name="T31" fmla="*/ 18 h 19"/>
                <a:gd name="T32" fmla="*/ 43 w 50"/>
                <a:gd name="T33" fmla="*/ 14 h 19"/>
                <a:gd name="T34" fmla="*/ 47 w 50"/>
                <a:gd name="T35" fmla="*/ 12 h 19"/>
                <a:gd name="T36" fmla="*/ 49 w 50"/>
                <a:gd name="T37" fmla="*/ 7 h 19"/>
                <a:gd name="T38" fmla="*/ 42 w 50"/>
                <a:gd name="T3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9">
                  <a:moveTo>
                    <a:pt x="8" y="19"/>
                  </a:moveTo>
                  <a:cubicBezTo>
                    <a:pt x="4" y="19"/>
                    <a:pt x="0" y="16"/>
                    <a:pt x="0" y="13"/>
                  </a:cubicBezTo>
                  <a:cubicBezTo>
                    <a:pt x="0" y="11"/>
                    <a:pt x="0" y="9"/>
                    <a:pt x="2" y="7"/>
                  </a:cubicBezTo>
                  <a:cubicBezTo>
                    <a:pt x="3" y="6"/>
                    <a:pt x="5" y="5"/>
                    <a:pt x="7" y="5"/>
                  </a:cubicBezTo>
                  <a:cubicBezTo>
                    <a:pt x="41" y="1"/>
                    <a:pt x="41" y="1"/>
                    <a:pt x="41" y="1"/>
                  </a:cubicBezTo>
                  <a:cubicBezTo>
                    <a:pt x="45" y="0"/>
                    <a:pt x="49" y="3"/>
                    <a:pt x="50" y="7"/>
                  </a:cubicBezTo>
                  <a:cubicBezTo>
                    <a:pt x="50" y="9"/>
                    <a:pt x="49" y="11"/>
                    <a:pt x="48" y="12"/>
                  </a:cubicBezTo>
                  <a:cubicBezTo>
                    <a:pt x="47" y="14"/>
                    <a:pt x="45" y="15"/>
                    <a:pt x="43" y="15"/>
                  </a:cubicBezTo>
                  <a:cubicBezTo>
                    <a:pt x="9" y="19"/>
                    <a:pt x="9" y="19"/>
                    <a:pt x="9" y="19"/>
                  </a:cubicBezTo>
                  <a:cubicBezTo>
                    <a:pt x="8" y="19"/>
                    <a:pt x="8" y="19"/>
                    <a:pt x="8" y="19"/>
                  </a:cubicBezTo>
                  <a:close/>
                  <a:moveTo>
                    <a:pt x="42" y="2"/>
                  </a:moveTo>
                  <a:cubicBezTo>
                    <a:pt x="42" y="2"/>
                    <a:pt x="42" y="2"/>
                    <a:pt x="41" y="2"/>
                  </a:cubicBezTo>
                  <a:cubicBezTo>
                    <a:pt x="7" y="6"/>
                    <a:pt x="7" y="6"/>
                    <a:pt x="7" y="6"/>
                  </a:cubicBezTo>
                  <a:cubicBezTo>
                    <a:pt x="5" y="6"/>
                    <a:pt x="4" y="7"/>
                    <a:pt x="3" y="8"/>
                  </a:cubicBezTo>
                  <a:cubicBezTo>
                    <a:pt x="1" y="9"/>
                    <a:pt x="1" y="11"/>
                    <a:pt x="1" y="12"/>
                  </a:cubicBezTo>
                  <a:cubicBezTo>
                    <a:pt x="2" y="16"/>
                    <a:pt x="5" y="18"/>
                    <a:pt x="8" y="18"/>
                  </a:cubicBezTo>
                  <a:cubicBezTo>
                    <a:pt x="43" y="14"/>
                    <a:pt x="43" y="14"/>
                    <a:pt x="43" y="14"/>
                  </a:cubicBezTo>
                  <a:cubicBezTo>
                    <a:pt x="45" y="14"/>
                    <a:pt x="46" y="13"/>
                    <a:pt x="47" y="12"/>
                  </a:cubicBezTo>
                  <a:cubicBezTo>
                    <a:pt x="48" y="10"/>
                    <a:pt x="49" y="9"/>
                    <a:pt x="49" y="7"/>
                  </a:cubicBezTo>
                  <a:cubicBezTo>
                    <a:pt x="48" y="4"/>
                    <a:pt x="45" y="2"/>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 name="Freeform 31"/>
            <p:cNvSpPr>
              <a:spLocks noEditPoints="1"/>
            </p:cNvSpPr>
            <p:nvPr/>
          </p:nvSpPr>
          <p:spPr bwMode="auto">
            <a:xfrm>
              <a:off x="5676" y="2752"/>
              <a:ext cx="424" cy="371"/>
            </a:xfrm>
            <a:custGeom>
              <a:avLst/>
              <a:gdLst>
                <a:gd name="T0" fmla="*/ 153 w 178"/>
                <a:gd name="T1" fmla="*/ 137 h 155"/>
                <a:gd name="T2" fmla="*/ 157 w 178"/>
                <a:gd name="T3" fmla="*/ 137 h 155"/>
                <a:gd name="T4" fmla="*/ 165 w 178"/>
                <a:gd name="T5" fmla="*/ 138 h 155"/>
                <a:gd name="T6" fmla="*/ 168 w 178"/>
                <a:gd name="T7" fmla="*/ 139 h 155"/>
                <a:gd name="T8" fmla="*/ 176 w 178"/>
                <a:gd name="T9" fmla="*/ 135 h 155"/>
                <a:gd name="T10" fmla="*/ 172 w 178"/>
                <a:gd name="T11" fmla="*/ 128 h 155"/>
                <a:gd name="T12" fmla="*/ 166 w 178"/>
                <a:gd name="T13" fmla="*/ 105 h 155"/>
                <a:gd name="T14" fmla="*/ 134 w 178"/>
                <a:gd name="T15" fmla="*/ 34 h 155"/>
                <a:gd name="T16" fmla="*/ 95 w 178"/>
                <a:gd name="T17" fmla="*/ 2 h 155"/>
                <a:gd name="T18" fmla="*/ 94 w 178"/>
                <a:gd name="T19" fmla="*/ 0 h 155"/>
                <a:gd name="T20" fmla="*/ 58 w 178"/>
                <a:gd name="T21" fmla="*/ 4 h 155"/>
                <a:gd name="T22" fmla="*/ 35 w 178"/>
                <a:gd name="T23" fmla="*/ 37 h 155"/>
                <a:gd name="T24" fmla="*/ 21 w 178"/>
                <a:gd name="T25" fmla="*/ 133 h 155"/>
                <a:gd name="T26" fmla="*/ 15 w 178"/>
                <a:gd name="T27" fmla="*/ 148 h 155"/>
                <a:gd name="T28" fmla="*/ 15 w 178"/>
                <a:gd name="T29" fmla="*/ 153 h 155"/>
                <a:gd name="T30" fmla="*/ 24 w 178"/>
                <a:gd name="T31" fmla="*/ 153 h 155"/>
                <a:gd name="T32" fmla="*/ 36 w 178"/>
                <a:gd name="T33" fmla="*/ 150 h 155"/>
                <a:gd name="T34" fmla="*/ 36 w 178"/>
                <a:gd name="T35" fmla="*/ 150 h 155"/>
                <a:gd name="T36" fmla="*/ 36 w 178"/>
                <a:gd name="T37" fmla="*/ 150 h 155"/>
                <a:gd name="T38" fmla="*/ 68 w 178"/>
                <a:gd name="T39" fmla="*/ 153 h 155"/>
                <a:gd name="T40" fmla="*/ 153 w 178"/>
                <a:gd name="T41" fmla="*/ 137 h 155"/>
                <a:gd name="T42" fmla="*/ 67 w 178"/>
                <a:gd name="T43" fmla="*/ 57 h 155"/>
                <a:gd name="T44" fmla="*/ 81 w 178"/>
                <a:gd name="T45" fmla="*/ 50 h 155"/>
                <a:gd name="T46" fmla="*/ 80 w 178"/>
                <a:gd name="T47" fmla="*/ 42 h 155"/>
                <a:gd name="T48" fmla="*/ 86 w 178"/>
                <a:gd name="T49" fmla="*/ 41 h 155"/>
                <a:gd name="T50" fmla="*/ 88 w 178"/>
                <a:gd name="T51" fmla="*/ 49 h 155"/>
                <a:gd name="T52" fmla="*/ 102 w 178"/>
                <a:gd name="T53" fmla="*/ 50 h 155"/>
                <a:gd name="T54" fmla="*/ 100 w 178"/>
                <a:gd name="T55" fmla="*/ 55 h 155"/>
                <a:gd name="T56" fmla="*/ 75 w 178"/>
                <a:gd name="T57" fmla="*/ 62 h 155"/>
                <a:gd name="T58" fmla="*/ 92 w 178"/>
                <a:gd name="T59" fmla="*/ 70 h 155"/>
                <a:gd name="T60" fmla="*/ 106 w 178"/>
                <a:gd name="T61" fmla="*/ 92 h 155"/>
                <a:gd name="T62" fmla="*/ 93 w 178"/>
                <a:gd name="T63" fmla="*/ 98 h 155"/>
                <a:gd name="T64" fmla="*/ 94 w 178"/>
                <a:gd name="T65" fmla="*/ 106 h 155"/>
                <a:gd name="T66" fmla="*/ 87 w 178"/>
                <a:gd name="T67" fmla="*/ 107 h 155"/>
                <a:gd name="T68" fmla="*/ 86 w 178"/>
                <a:gd name="T69" fmla="*/ 99 h 155"/>
                <a:gd name="T70" fmla="*/ 69 w 178"/>
                <a:gd name="T71" fmla="*/ 97 h 155"/>
                <a:gd name="T72" fmla="*/ 70 w 178"/>
                <a:gd name="T73" fmla="*/ 92 h 155"/>
                <a:gd name="T74" fmla="*/ 97 w 178"/>
                <a:gd name="T75" fmla="*/ 90 h 155"/>
                <a:gd name="T76" fmla="*/ 93 w 178"/>
                <a:gd name="T77" fmla="*/ 78 h 155"/>
                <a:gd name="T78" fmla="*/ 78 w 178"/>
                <a:gd name="T79" fmla="*/ 74 h 155"/>
                <a:gd name="T80" fmla="*/ 67 w 178"/>
                <a:gd name="T81" fmla="*/ 5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55">
                  <a:moveTo>
                    <a:pt x="153" y="137"/>
                  </a:moveTo>
                  <a:cubicBezTo>
                    <a:pt x="153" y="137"/>
                    <a:pt x="154" y="137"/>
                    <a:pt x="157" y="137"/>
                  </a:cubicBezTo>
                  <a:cubicBezTo>
                    <a:pt x="160" y="137"/>
                    <a:pt x="162" y="137"/>
                    <a:pt x="165" y="138"/>
                  </a:cubicBezTo>
                  <a:cubicBezTo>
                    <a:pt x="165" y="138"/>
                    <a:pt x="166" y="139"/>
                    <a:pt x="168" y="139"/>
                  </a:cubicBezTo>
                  <a:cubicBezTo>
                    <a:pt x="172" y="139"/>
                    <a:pt x="174" y="137"/>
                    <a:pt x="176" y="135"/>
                  </a:cubicBezTo>
                  <a:cubicBezTo>
                    <a:pt x="176" y="135"/>
                    <a:pt x="178" y="132"/>
                    <a:pt x="172" y="128"/>
                  </a:cubicBezTo>
                  <a:cubicBezTo>
                    <a:pt x="172" y="128"/>
                    <a:pt x="162" y="123"/>
                    <a:pt x="166" y="105"/>
                  </a:cubicBezTo>
                  <a:cubicBezTo>
                    <a:pt x="166" y="105"/>
                    <a:pt x="171" y="57"/>
                    <a:pt x="134" y="34"/>
                  </a:cubicBezTo>
                  <a:cubicBezTo>
                    <a:pt x="133" y="33"/>
                    <a:pt x="96" y="10"/>
                    <a:pt x="95" y="2"/>
                  </a:cubicBezTo>
                  <a:cubicBezTo>
                    <a:pt x="95" y="2"/>
                    <a:pt x="95" y="1"/>
                    <a:pt x="94" y="0"/>
                  </a:cubicBezTo>
                  <a:cubicBezTo>
                    <a:pt x="58" y="4"/>
                    <a:pt x="58" y="4"/>
                    <a:pt x="58" y="4"/>
                  </a:cubicBezTo>
                  <a:cubicBezTo>
                    <a:pt x="54" y="12"/>
                    <a:pt x="46" y="24"/>
                    <a:pt x="35" y="37"/>
                  </a:cubicBezTo>
                  <a:cubicBezTo>
                    <a:pt x="35" y="37"/>
                    <a:pt x="0" y="78"/>
                    <a:pt x="21" y="133"/>
                  </a:cubicBezTo>
                  <a:cubicBezTo>
                    <a:pt x="21" y="134"/>
                    <a:pt x="22" y="137"/>
                    <a:pt x="15" y="148"/>
                  </a:cubicBezTo>
                  <a:cubicBezTo>
                    <a:pt x="15" y="148"/>
                    <a:pt x="14" y="151"/>
                    <a:pt x="15" y="153"/>
                  </a:cubicBezTo>
                  <a:cubicBezTo>
                    <a:pt x="16" y="155"/>
                    <a:pt x="19" y="155"/>
                    <a:pt x="24" y="153"/>
                  </a:cubicBezTo>
                  <a:cubicBezTo>
                    <a:pt x="24" y="153"/>
                    <a:pt x="28" y="151"/>
                    <a:pt x="36" y="150"/>
                  </a:cubicBezTo>
                  <a:cubicBezTo>
                    <a:pt x="36" y="150"/>
                    <a:pt x="36" y="150"/>
                    <a:pt x="36" y="150"/>
                  </a:cubicBezTo>
                  <a:cubicBezTo>
                    <a:pt x="36" y="150"/>
                    <a:pt x="36" y="150"/>
                    <a:pt x="36" y="150"/>
                  </a:cubicBezTo>
                  <a:cubicBezTo>
                    <a:pt x="36" y="150"/>
                    <a:pt x="49" y="153"/>
                    <a:pt x="68" y="153"/>
                  </a:cubicBezTo>
                  <a:cubicBezTo>
                    <a:pt x="88" y="153"/>
                    <a:pt x="119" y="150"/>
                    <a:pt x="153" y="137"/>
                  </a:cubicBezTo>
                  <a:close/>
                  <a:moveTo>
                    <a:pt x="67" y="57"/>
                  </a:moveTo>
                  <a:cubicBezTo>
                    <a:pt x="67" y="57"/>
                    <a:pt x="69" y="52"/>
                    <a:pt x="81" y="50"/>
                  </a:cubicBezTo>
                  <a:cubicBezTo>
                    <a:pt x="80" y="42"/>
                    <a:pt x="80" y="42"/>
                    <a:pt x="80" y="42"/>
                  </a:cubicBezTo>
                  <a:cubicBezTo>
                    <a:pt x="86" y="41"/>
                    <a:pt x="86" y="41"/>
                    <a:pt x="86" y="41"/>
                  </a:cubicBezTo>
                  <a:cubicBezTo>
                    <a:pt x="88" y="49"/>
                    <a:pt x="88" y="49"/>
                    <a:pt x="88" y="49"/>
                  </a:cubicBezTo>
                  <a:cubicBezTo>
                    <a:pt x="88" y="49"/>
                    <a:pt x="96" y="48"/>
                    <a:pt x="102" y="50"/>
                  </a:cubicBezTo>
                  <a:cubicBezTo>
                    <a:pt x="100" y="55"/>
                    <a:pt x="100" y="55"/>
                    <a:pt x="100" y="55"/>
                  </a:cubicBezTo>
                  <a:cubicBezTo>
                    <a:pt x="100" y="55"/>
                    <a:pt x="78" y="52"/>
                    <a:pt x="75" y="62"/>
                  </a:cubicBezTo>
                  <a:cubicBezTo>
                    <a:pt x="75" y="62"/>
                    <a:pt x="73" y="69"/>
                    <a:pt x="92" y="70"/>
                  </a:cubicBezTo>
                  <a:cubicBezTo>
                    <a:pt x="92" y="70"/>
                    <a:pt x="119" y="73"/>
                    <a:pt x="106" y="92"/>
                  </a:cubicBezTo>
                  <a:cubicBezTo>
                    <a:pt x="106" y="92"/>
                    <a:pt x="102" y="97"/>
                    <a:pt x="93" y="98"/>
                  </a:cubicBezTo>
                  <a:cubicBezTo>
                    <a:pt x="94" y="106"/>
                    <a:pt x="94" y="106"/>
                    <a:pt x="94" y="106"/>
                  </a:cubicBezTo>
                  <a:cubicBezTo>
                    <a:pt x="87" y="107"/>
                    <a:pt x="87" y="107"/>
                    <a:pt x="87" y="107"/>
                  </a:cubicBezTo>
                  <a:cubicBezTo>
                    <a:pt x="86" y="99"/>
                    <a:pt x="86" y="99"/>
                    <a:pt x="86" y="99"/>
                  </a:cubicBezTo>
                  <a:cubicBezTo>
                    <a:pt x="86" y="99"/>
                    <a:pt x="75" y="100"/>
                    <a:pt x="69" y="97"/>
                  </a:cubicBezTo>
                  <a:cubicBezTo>
                    <a:pt x="70" y="92"/>
                    <a:pt x="70" y="92"/>
                    <a:pt x="70" y="92"/>
                  </a:cubicBezTo>
                  <a:cubicBezTo>
                    <a:pt x="70" y="92"/>
                    <a:pt x="84" y="98"/>
                    <a:pt x="97" y="90"/>
                  </a:cubicBezTo>
                  <a:cubicBezTo>
                    <a:pt x="97" y="90"/>
                    <a:pt x="108" y="82"/>
                    <a:pt x="93" y="78"/>
                  </a:cubicBezTo>
                  <a:cubicBezTo>
                    <a:pt x="93" y="78"/>
                    <a:pt x="85" y="76"/>
                    <a:pt x="78" y="74"/>
                  </a:cubicBezTo>
                  <a:cubicBezTo>
                    <a:pt x="78" y="74"/>
                    <a:pt x="60" y="70"/>
                    <a:pt x="6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 name="Freeform 32"/>
            <p:cNvSpPr>
              <a:spLocks/>
            </p:cNvSpPr>
            <p:nvPr/>
          </p:nvSpPr>
          <p:spPr bwMode="auto">
            <a:xfrm>
              <a:off x="6433" y="2606"/>
              <a:ext cx="176" cy="108"/>
            </a:xfrm>
            <a:custGeom>
              <a:avLst/>
              <a:gdLst>
                <a:gd name="T0" fmla="*/ 21 w 74"/>
                <a:gd name="T1" fmla="*/ 45 h 45"/>
                <a:gd name="T2" fmla="*/ 60 w 74"/>
                <a:gd name="T3" fmla="*/ 44 h 45"/>
                <a:gd name="T4" fmla="*/ 74 w 74"/>
                <a:gd name="T5" fmla="*/ 15 h 45"/>
                <a:gd name="T6" fmla="*/ 38 w 74"/>
                <a:gd name="T7" fmla="*/ 14 h 45"/>
                <a:gd name="T8" fmla="*/ 23 w 74"/>
                <a:gd name="T9" fmla="*/ 8 h 45"/>
                <a:gd name="T10" fmla="*/ 6 w 74"/>
                <a:gd name="T11" fmla="*/ 17 h 45"/>
                <a:gd name="T12" fmla="*/ 21 w 7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74" h="45">
                  <a:moveTo>
                    <a:pt x="21" y="45"/>
                  </a:moveTo>
                  <a:cubicBezTo>
                    <a:pt x="60" y="44"/>
                    <a:pt x="60" y="44"/>
                    <a:pt x="60" y="44"/>
                  </a:cubicBezTo>
                  <a:cubicBezTo>
                    <a:pt x="62" y="37"/>
                    <a:pt x="66" y="27"/>
                    <a:pt x="74" y="15"/>
                  </a:cubicBezTo>
                  <a:cubicBezTo>
                    <a:pt x="74" y="15"/>
                    <a:pt x="69" y="2"/>
                    <a:pt x="38" y="14"/>
                  </a:cubicBezTo>
                  <a:cubicBezTo>
                    <a:pt x="38" y="14"/>
                    <a:pt x="31" y="13"/>
                    <a:pt x="23" y="8"/>
                  </a:cubicBezTo>
                  <a:cubicBezTo>
                    <a:pt x="23" y="8"/>
                    <a:pt x="0" y="0"/>
                    <a:pt x="6" y="17"/>
                  </a:cubicBezTo>
                  <a:lnTo>
                    <a:pt x="2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 name="Freeform 33"/>
            <p:cNvSpPr>
              <a:spLocks noEditPoints="1"/>
            </p:cNvSpPr>
            <p:nvPr/>
          </p:nvSpPr>
          <p:spPr bwMode="auto">
            <a:xfrm>
              <a:off x="6442" y="2621"/>
              <a:ext cx="167" cy="95"/>
            </a:xfrm>
            <a:custGeom>
              <a:avLst/>
              <a:gdLst>
                <a:gd name="T0" fmla="*/ 17 w 70"/>
                <a:gd name="T1" fmla="*/ 40 h 40"/>
                <a:gd name="T2" fmla="*/ 2 w 70"/>
                <a:gd name="T3" fmla="*/ 11 h 40"/>
                <a:gd name="T4" fmla="*/ 2 w 70"/>
                <a:gd name="T5" fmla="*/ 2 h 40"/>
                <a:gd name="T6" fmla="*/ 9 w 70"/>
                <a:gd name="T7" fmla="*/ 0 h 40"/>
                <a:gd name="T8" fmla="*/ 19 w 70"/>
                <a:gd name="T9" fmla="*/ 1 h 40"/>
                <a:gd name="T10" fmla="*/ 19 w 70"/>
                <a:gd name="T11" fmla="*/ 1 h 40"/>
                <a:gd name="T12" fmla="*/ 34 w 70"/>
                <a:gd name="T13" fmla="*/ 8 h 40"/>
                <a:gd name="T14" fmla="*/ 56 w 70"/>
                <a:gd name="T15" fmla="*/ 2 h 40"/>
                <a:gd name="T16" fmla="*/ 70 w 70"/>
                <a:gd name="T17" fmla="*/ 9 h 40"/>
                <a:gd name="T18" fmla="*/ 70 w 70"/>
                <a:gd name="T19" fmla="*/ 9 h 40"/>
                <a:gd name="T20" fmla="*/ 70 w 70"/>
                <a:gd name="T21" fmla="*/ 10 h 40"/>
                <a:gd name="T22" fmla="*/ 56 w 70"/>
                <a:gd name="T23" fmla="*/ 39 h 40"/>
                <a:gd name="T24" fmla="*/ 56 w 70"/>
                <a:gd name="T25" fmla="*/ 39 h 40"/>
                <a:gd name="T26" fmla="*/ 17 w 70"/>
                <a:gd name="T27" fmla="*/ 40 h 40"/>
                <a:gd name="T28" fmla="*/ 9 w 70"/>
                <a:gd name="T29" fmla="*/ 1 h 40"/>
                <a:gd name="T30" fmla="*/ 3 w 70"/>
                <a:gd name="T31" fmla="*/ 3 h 40"/>
                <a:gd name="T32" fmla="*/ 3 w 70"/>
                <a:gd name="T33" fmla="*/ 11 h 40"/>
                <a:gd name="T34" fmla="*/ 17 w 70"/>
                <a:gd name="T35" fmla="*/ 39 h 40"/>
                <a:gd name="T36" fmla="*/ 55 w 70"/>
                <a:gd name="T37" fmla="*/ 38 h 40"/>
                <a:gd name="T38" fmla="*/ 69 w 70"/>
                <a:gd name="T39" fmla="*/ 9 h 40"/>
                <a:gd name="T40" fmla="*/ 56 w 70"/>
                <a:gd name="T41" fmla="*/ 4 h 40"/>
                <a:gd name="T42" fmla="*/ 34 w 70"/>
                <a:gd name="T43" fmla="*/ 9 h 40"/>
                <a:gd name="T44" fmla="*/ 34 w 70"/>
                <a:gd name="T45" fmla="*/ 9 h 40"/>
                <a:gd name="T46" fmla="*/ 34 w 70"/>
                <a:gd name="T47" fmla="*/ 9 h 40"/>
                <a:gd name="T48" fmla="*/ 18 w 70"/>
                <a:gd name="T49" fmla="*/ 2 h 40"/>
                <a:gd name="T50" fmla="*/ 9 w 70"/>
                <a:gd name="T5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0">
                  <a:moveTo>
                    <a:pt x="17" y="40"/>
                  </a:moveTo>
                  <a:cubicBezTo>
                    <a:pt x="2" y="11"/>
                    <a:pt x="2" y="11"/>
                    <a:pt x="2" y="11"/>
                  </a:cubicBezTo>
                  <a:cubicBezTo>
                    <a:pt x="0" y="7"/>
                    <a:pt x="0" y="4"/>
                    <a:pt x="2" y="2"/>
                  </a:cubicBezTo>
                  <a:cubicBezTo>
                    <a:pt x="3" y="0"/>
                    <a:pt x="5" y="0"/>
                    <a:pt x="9" y="0"/>
                  </a:cubicBezTo>
                  <a:cubicBezTo>
                    <a:pt x="14" y="0"/>
                    <a:pt x="19" y="1"/>
                    <a:pt x="19" y="1"/>
                  </a:cubicBezTo>
                  <a:cubicBezTo>
                    <a:pt x="19" y="1"/>
                    <a:pt x="19" y="1"/>
                    <a:pt x="19" y="1"/>
                  </a:cubicBezTo>
                  <a:cubicBezTo>
                    <a:pt x="26" y="6"/>
                    <a:pt x="33" y="8"/>
                    <a:pt x="34" y="8"/>
                  </a:cubicBezTo>
                  <a:cubicBezTo>
                    <a:pt x="43" y="4"/>
                    <a:pt x="50" y="2"/>
                    <a:pt x="56" y="2"/>
                  </a:cubicBezTo>
                  <a:cubicBezTo>
                    <a:pt x="68" y="2"/>
                    <a:pt x="70" y="9"/>
                    <a:pt x="70" y="9"/>
                  </a:cubicBezTo>
                  <a:cubicBezTo>
                    <a:pt x="70" y="9"/>
                    <a:pt x="70" y="9"/>
                    <a:pt x="70" y="9"/>
                  </a:cubicBezTo>
                  <a:cubicBezTo>
                    <a:pt x="70" y="10"/>
                    <a:pt x="70" y="10"/>
                    <a:pt x="70" y="10"/>
                  </a:cubicBezTo>
                  <a:cubicBezTo>
                    <a:pt x="64" y="20"/>
                    <a:pt x="59" y="30"/>
                    <a:pt x="56" y="39"/>
                  </a:cubicBezTo>
                  <a:cubicBezTo>
                    <a:pt x="56" y="39"/>
                    <a:pt x="56" y="39"/>
                    <a:pt x="56" y="39"/>
                  </a:cubicBezTo>
                  <a:lnTo>
                    <a:pt x="17" y="40"/>
                  </a:lnTo>
                  <a:close/>
                  <a:moveTo>
                    <a:pt x="9" y="1"/>
                  </a:moveTo>
                  <a:cubicBezTo>
                    <a:pt x="6" y="1"/>
                    <a:pt x="4" y="1"/>
                    <a:pt x="3" y="3"/>
                  </a:cubicBezTo>
                  <a:cubicBezTo>
                    <a:pt x="1" y="4"/>
                    <a:pt x="1" y="7"/>
                    <a:pt x="3" y="11"/>
                  </a:cubicBezTo>
                  <a:cubicBezTo>
                    <a:pt x="17" y="39"/>
                    <a:pt x="17" y="39"/>
                    <a:pt x="17" y="39"/>
                  </a:cubicBezTo>
                  <a:cubicBezTo>
                    <a:pt x="55" y="38"/>
                    <a:pt x="55" y="38"/>
                    <a:pt x="55" y="38"/>
                  </a:cubicBezTo>
                  <a:cubicBezTo>
                    <a:pt x="58" y="29"/>
                    <a:pt x="63" y="19"/>
                    <a:pt x="69" y="9"/>
                  </a:cubicBezTo>
                  <a:cubicBezTo>
                    <a:pt x="69" y="8"/>
                    <a:pt x="66" y="4"/>
                    <a:pt x="56" y="4"/>
                  </a:cubicBezTo>
                  <a:cubicBezTo>
                    <a:pt x="50" y="4"/>
                    <a:pt x="43" y="5"/>
                    <a:pt x="34" y="9"/>
                  </a:cubicBezTo>
                  <a:cubicBezTo>
                    <a:pt x="34" y="9"/>
                    <a:pt x="34" y="9"/>
                    <a:pt x="34" y="9"/>
                  </a:cubicBezTo>
                  <a:cubicBezTo>
                    <a:pt x="34" y="9"/>
                    <a:pt x="34" y="9"/>
                    <a:pt x="34" y="9"/>
                  </a:cubicBezTo>
                  <a:cubicBezTo>
                    <a:pt x="33" y="9"/>
                    <a:pt x="27" y="8"/>
                    <a:pt x="18" y="2"/>
                  </a:cubicBezTo>
                  <a:cubicBezTo>
                    <a:pt x="18" y="2"/>
                    <a:pt x="13"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 name="Freeform 34"/>
            <p:cNvSpPr>
              <a:spLocks/>
            </p:cNvSpPr>
            <p:nvPr/>
          </p:nvSpPr>
          <p:spPr bwMode="auto">
            <a:xfrm>
              <a:off x="6471" y="2721"/>
              <a:ext cx="114" cy="34"/>
            </a:xfrm>
            <a:custGeom>
              <a:avLst/>
              <a:gdLst>
                <a:gd name="T0" fmla="*/ 40 w 48"/>
                <a:gd name="T1" fmla="*/ 0 h 14"/>
                <a:gd name="T2" fmla="*/ 6 w 48"/>
                <a:gd name="T3" fmla="*/ 1 h 14"/>
                <a:gd name="T4" fmla="*/ 0 w 48"/>
                <a:gd name="T5" fmla="*/ 7 h 14"/>
                <a:gd name="T6" fmla="*/ 7 w 48"/>
                <a:gd name="T7" fmla="*/ 14 h 14"/>
                <a:gd name="T8" fmla="*/ 41 w 48"/>
                <a:gd name="T9" fmla="*/ 13 h 14"/>
                <a:gd name="T10" fmla="*/ 48 w 48"/>
                <a:gd name="T11" fmla="*/ 6 h 14"/>
                <a:gd name="T12" fmla="*/ 40 w 4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0" y="0"/>
                  </a:moveTo>
                  <a:cubicBezTo>
                    <a:pt x="6" y="1"/>
                    <a:pt x="6" y="1"/>
                    <a:pt x="6" y="1"/>
                  </a:cubicBezTo>
                  <a:cubicBezTo>
                    <a:pt x="3" y="1"/>
                    <a:pt x="0" y="4"/>
                    <a:pt x="0" y="7"/>
                  </a:cubicBezTo>
                  <a:cubicBezTo>
                    <a:pt x="0" y="11"/>
                    <a:pt x="3" y="14"/>
                    <a:pt x="7" y="14"/>
                  </a:cubicBezTo>
                  <a:cubicBezTo>
                    <a:pt x="41" y="13"/>
                    <a:pt x="41" y="13"/>
                    <a:pt x="41" y="13"/>
                  </a:cubicBezTo>
                  <a:cubicBezTo>
                    <a:pt x="45" y="12"/>
                    <a:pt x="48" y="10"/>
                    <a:pt x="48" y="6"/>
                  </a:cubicBezTo>
                  <a:cubicBezTo>
                    <a:pt x="47"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 name="Freeform 35"/>
            <p:cNvSpPr>
              <a:spLocks noEditPoints="1"/>
            </p:cNvSpPr>
            <p:nvPr/>
          </p:nvSpPr>
          <p:spPr bwMode="auto">
            <a:xfrm>
              <a:off x="6468" y="2719"/>
              <a:ext cx="117" cy="36"/>
            </a:xfrm>
            <a:custGeom>
              <a:avLst/>
              <a:gdLst>
                <a:gd name="T0" fmla="*/ 8 w 49"/>
                <a:gd name="T1" fmla="*/ 15 h 15"/>
                <a:gd name="T2" fmla="*/ 0 w 49"/>
                <a:gd name="T3" fmla="*/ 8 h 15"/>
                <a:gd name="T4" fmla="*/ 2 w 49"/>
                <a:gd name="T5" fmla="*/ 3 h 15"/>
                <a:gd name="T6" fmla="*/ 7 w 49"/>
                <a:gd name="T7" fmla="*/ 1 h 15"/>
                <a:gd name="T8" fmla="*/ 42 w 49"/>
                <a:gd name="T9" fmla="*/ 0 h 15"/>
                <a:gd name="T10" fmla="*/ 49 w 49"/>
                <a:gd name="T11" fmla="*/ 7 h 15"/>
                <a:gd name="T12" fmla="*/ 42 w 49"/>
                <a:gd name="T13" fmla="*/ 14 h 15"/>
                <a:gd name="T14" fmla="*/ 8 w 49"/>
                <a:gd name="T15" fmla="*/ 15 h 15"/>
                <a:gd name="T16" fmla="*/ 42 w 49"/>
                <a:gd name="T17" fmla="*/ 1 h 15"/>
                <a:gd name="T18" fmla="*/ 41 w 49"/>
                <a:gd name="T19" fmla="*/ 1 h 15"/>
                <a:gd name="T20" fmla="*/ 7 w 49"/>
                <a:gd name="T21" fmla="*/ 2 h 15"/>
                <a:gd name="T22" fmla="*/ 3 w 49"/>
                <a:gd name="T23" fmla="*/ 4 h 15"/>
                <a:gd name="T24" fmla="*/ 1 w 49"/>
                <a:gd name="T25" fmla="*/ 8 h 15"/>
                <a:gd name="T26" fmla="*/ 8 w 49"/>
                <a:gd name="T27" fmla="*/ 14 h 15"/>
                <a:gd name="T28" fmla="*/ 8 w 49"/>
                <a:gd name="T29" fmla="*/ 14 h 15"/>
                <a:gd name="T30" fmla="*/ 42 w 49"/>
                <a:gd name="T31" fmla="*/ 13 h 15"/>
                <a:gd name="T32" fmla="*/ 48 w 49"/>
                <a:gd name="T33" fmla="*/ 7 h 15"/>
                <a:gd name="T34" fmla="*/ 42 w 49"/>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5">
                  <a:moveTo>
                    <a:pt x="8" y="15"/>
                  </a:moveTo>
                  <a:cubicBezTo>
                    <a:pt x="4" y="15"/>
                    <a:pt x="0" y="12"/>
                    <a:pt x="0" y="8"/>
                  </a:cubicBezTo>
                  <a:cubicBezTo>
                    <a:pt x="0" y="6"/>
                    <a:pt x="1" y="5"/>
                    <a:pt x="2" y="3"/>
                  </a:cubicBezTo>
                  <a:cubicBezTo>
                    <a:pt x="4" y="2"/>
                    <a:pt x="5" y="1"/>
                    <a:pt x="7" y="1"/>
                  </a:cubicBezTo>
                  <a:cubicBezTo>
                    <a:pt x="42" y="0"/>
                    <a:pt x="42" y="0"/>
                    <a:pt x="42" y="0"/>
                  </a:cubicBezTo>
                  <a:cubicBezTo>
                    <a:pt x="46" y="0"/>
                    <a:pt x="49" y="3"/>
                    <a:pt x="49" y="7"/>
                  </a:cubicBezTo>
                  <a:cubicBezTo>
                    <a:pt x="49" y="11"/>
                    <a:pt x="46" y="14"/>
                    <a:pt x="42" y="14"/>
                  </a:cubicBezTo>
                  <a:lnTo>
                    <a:pt x="8" y="15"/>
                  </a:lnTo>
                  <a:close/>
                  <a:moveTo>
                    <a:pt x="42" y="1"/>
                  </a:moveTo>
                  <a:cubicBezTo>
                    <a:pt x="41" y="1"/>
                    <a:pt x="41" y="1"/>
                    <a:pt x="41" y="1"/>
                  </a:cubicBezTo>
                  <a:cubicBezTo>
                    <a:pt x="7" y="2"/>
                    <a:pt x="7" y="2"/>
                    <a:pt x="7" y="2"/>
                  </a:cubicBezTo>
                  <a:cubicBezTo>
                    <a:pt x="6" y="2"/>
                    <a:pt x="4" y="3"/>
                    <a:pt x="3" y="4"/>
                  </a:cubicBezTo>
                  <a:cubicBezTo>
                    <a:pt x="2" y="5"/>
                    <a:pt x="1" y="7"/>
                    <a:pt x="1" y="8"/>
                  </a:cubicBezTo>
                  <a:cubicBezTo>
                    <a:pt x="1" y="12"/>
                    <a:pt x="4" y="14"/>
                    <a:pt x="8" y="14"/>
                  </a:cubicBezTo>
                  <a:cubicBezTo>
                    <a:pt x="8" y="14"/>
                    <a:pt x="8" y="14"/>
                    <a:pt x="8" y="14"/>
                  </a:cubicBezTo>
                  <a:cubicBezTo>
                    <a:pt x="42" y="13"/>
                    <a:pt x="42" y="13"/>
                    <a:pt x="42" y="13"/>
                  </a:cubicBezTo>
                  <a:cubicBezTo>
                    <a:pt x="45" y="13"/>
                    <a:pt x="48" y="10"/>
                    <a:pt x="48" y="7"/>
                  </a:cubicBezTo>
                  <a:cubicBezTo>
                    <a:pt x="48" y="4"/>
                    <a:pt x="45" y="1"/>
                    <a:pt x="4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 name="Freeform 36"/>
            <p:cNvSpPr>
              <a:spLocks noEditPoints="1"/>
            </p:cNvSpPr>
            <p:nvPr/>
          </p:nvSpPr>
          <p:spPr bwMode="auto">
            <a:xfrm>
              <a:off x="6335" y="2762"/>
              <a:ext cx="402" cy="354"/>
            </a:xfrm>
            <a:custGeom>
              <a:avLst/>
              <a:gdLst>
                <a:gd name="T0" fmla="*/ 163 w 169"/>
                <a:gd name="T1" fmla="*/ 131 h 148"/>
                <a:gd name="T2" fmla="*/ 159 w 169"/>
                <a:gd name="T3" fmla="*/ 108 h 148"/>
                <a:gd name="T4" fmla="*/ 135 w 169"/>
                <a:gd name="T5" fmla="*/ 36 h 148"/>
                <a:gd name="T6" fmla="*/ 99 w 169"/>
                <a:gd name="T7" fmla="*/ 2 h 148"/>
                <a:gd name="T8" fmla="*/ 99 w 169"/>
                <a:gd name="T9" fmla="*/ 0 h 148"/>
                <a:gd name="T10" fmla="*/ 63 w 169"/>
                <a:gd name="T11" fmla="*/ 1 h 148"/>
                <a:gd name="T12" fmla="*/ 38 w 169"/>
                <a:gd name="T13" fmla="*/ 31 h 148"/>
                <a:gd name="T14" fmla="*/ 15 w 169"/>
                <a:gd name="T15" fmla="*/ 124 h 148"/>
                <a:gd name="T16" fmla="*/ 8 w 169"/>
                <a:gd name="T17" fmla="*/ 139 h 148"/>
                <a:gd name="T18" fmla="*/ 8 w 169"/>
                <a:gd name="T19" fmla="*/ 139 h 148"/>
                <a:gd name="T20" fmla="*/ 7 w 169"/>
                <a:gd name="T21" fmla="*/ 143 h 148"/>
                <a:gd name="T22" fmla="*/ 16 w 169"/>
                <a:gd name="T23" fmla="*/ 144 h 148"/>
                <a:gd name="T24" fmla="*/ 28 w 169"/>
                <a:gd name="T25" fmla="*/ 142 h 148"/>
                <a:gd name="T26" fmla="*/ 28 w 169"/>
                <a:gd name="T27" fmla="*/ 142 h 148"/>
                <a:gd name="T28" fmla="*/ 29 w 169"/>
                <a:gd name="T29" fmla="*/ 142 h 148"/>
                <a:gd name="T30" fmla="*/ 78 w 169"/>
                <a:gd name="T31" fmla="*/ 148 h 148"/>
                <a:gd name="T32" fmla="*/ 143 w 169"/>
                <a:gd name="T33" fmla="*/ 139 h 148"/>
                <a:gd name="T34" fmla="*/ 155 w 169"/>
                <a:gd name="T35" fmla="*/ 141 h 148"/>
                <a:gd name="T36" fmla="*/ 159 w 169"/>
                <a:gd name="T37" fmla="*/ 142 h 148"/>
                <a:gd name="T38" fmla="*/ 167 w 169"/>
                <a:gd name="T39" fmla="*/ 138 h 148"/>
                <a:gd name="T40" fmla="*/ 163 w 169"/>
                <a:gd name="T41" fmla="*/ 131 h 148"/>
                <a:gd name="T42" fmla="*/ 107 w 169"/>
                <a:gd name="T43" fmla="*/ 101 h 148"/>
                <a:gd name="T44" fmla="*/ 56 w 169"/>
                <a:gd name="T45" fmla="*/ 100 h 148"/>
                <a:gd name="T46" fmla="*/ 56 w 169"/>
                <a:gd name="T47" fmla="*/ 96 h 148"/>
                <a:gd name="T48" fmla="*/ 70 w 169"/>
                <a:gd name="T49" fmla="*/ 79 h 148"/>
                <a:gd name="T50" fmla="*/ 70 w 169"/>
                <a:gd name="T51" fmla="*/ 73 h 148"/>
                <a:gd name="T52" fmla="*/ 57 w 169"/>
                <a:gd name="T53" fmla="*/ 73 h 148"/>
                <a:gd name="T54" fmla="*/ 57 w 169"/>
                <a:gd name="T55" fmla="*/ 67 h 148"/>
                <a:gd name="T56" fmla="*/ 68 w 169"/>
                <a:gd name="T57" fmla="*/ 67 h 148"/>
                <a:gd name="T58" fmla="*/ 67 w 169"/>
                <a:gd name="T59" fmla="*/ 57 h 148"/>
                <a:gd name="T60" fmla="*/ 91 w 169"/>
                <a:gd name="T61" fmla="*/ 39 h 148"/>
                <a:gd name="T62" fmla="*/ 104 w 169"/>
                <a:gd name="T63" fmla="*/ 41 h 148"/>
                <a:gd name="T64" fmla="*/ 102 w 169"/>
                <a:gd name="T65" fmla="*/ 47 h 148"/>
                <a:gd name="T66" fmla="*/ 91 w 169"/>
                <a:gd name="T67" fmla="*/ 45 h 148"/>
                <a:gd name="T68" fmla="*/ 77 w 169"/>
                <a:gd name="T69" fmla="*/ 57 h 148"/>
                <a:gd name="T70" fmla="*/ 79 w 169"/>
                <a:gd name="T71" fmla="*/ 67 h 148"/>
                <a:gd name="T72" fmla="*/ 97 w 169"/>
                <a:gd name="T73" fmla="*/ 67 h 148"/>
                <a:gd name="T74" fmla="*/ 96 w 169"/>
                <a:gd name="T75" fmla="*/ 73 h 148"/>
                <a:gd name="T76" fmla="*/ 80 w 169"/>
                <a:gd name="T77" fmla="*/ 73 h 148"/>
                <a:gd name="T78" fmla="*/ 79 w 169"/>
                <a:gd name="T79" fmla="*/ 83 h 148"/>
                <a:gd name="T80" fmla="*/ 71 w 169"/>
                <a:gd name="T81" fmla="*/ 93 h 148"/>
                <a:gd name="T82" fmla="*/ 71 w 169"/>
                <a:gd name="T83" fmla="*/ 94 h 148"/>
                <a:gd name="T84" fmla="*/ 107 w 169"/>
                <a:gd name="T85" fmla="*/ 94 h 148"/>
                <a:gd name="T86" fmla="*/ 107 w 169"/>
                <a:gd name="T87" fmla="*/ 10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48">
                  <a:moveTo>
                    <a:pt x="163" y="131"/>
                  </a:moveTo>
                  <a:cubicBezTo>
                    <a:pt x="163" y="131"/>
                    <a:pt x="154" y="125"/>
                    <a:pt x="159" y="108"/>
                  </a:cubicBezTo>
                  <a:cubicBezTo>
                    <a:pt x="159" y="108"/>
                    <a:pt x="168" y="62"/>
                    <a:pt x="135" y="36"/>
                  </a:cubicBezTo>
                  <a:cubicBezTo>
                    <a:pt x="133" y="35"/>
                    <a:pt x="100" y="10"/>
                    <a:pt x="99" y="2"/>
                  </a:cubicBezTo>
                  <a:cubicBezTo>
                    <a:pt x="99" y="2"/>
                    <a:pt x="99" y="1"/>
                    <a:pt x="99" y="0"/>
                  </a:cubicBezTo>
                  <a:cubicBezTo>
                    <a:pt x="63" y="1"/>
                    <a:pt x="63" y="1"/>
                    <a:pt x="63" y="1"/>
                  </a:cubicBezTo>
                  <a:cubicBezTo>
                    <a:pt x="58" y="9"/>
                    <a:pt x="50" y="19"/>
                    <a:pt x="38" y="31"/>
                  </a:cubicBezTo>
                  <a:cubicBezTo>
                    <a:pt x="37" y="32"/>
                    <a:pt x="0" y="69"/>
                    <a:pt x="15" y="124"/>
                  </a:cubicBezTo>
                  <a:cubicBezTo>
                    <a:pt x="15" y="125"/>
                    <a:pt x="16" y="128"/>
                    <a:pt x="8" y="139"/>
                  </a:cubicBezTo>
                  <a:cubicBezTo>
                    <a:pt x="8" y="139"/>
                    <a:pt x="8" y="139"/>
                    <a:pt x="8" y="139"/>
                  </a:cubicBezTo>
                  <a:cubicBezTo>
                    <a:pt x="8" y="139"/>
                    <a:pt x="6" y="142"/>
                    <a:pt x="7" y="143"/>
                  </a:cubicBezTo>
                  <a:cubicBezTo>
                    <a:pt x="9" y="145"/>
                    <a:pt x="12" y="145"/>
                    <a:pt x="16" y="144"/>
                  </a:cubicBezTo>
                  <a:cubicBezTo>
                    <a:pt x="16" y="144"/>
                    <a:pt x="21" y="143"/>
                    <a:pt x="28" y="142"/>
                  </a:cubicBezTo>
                  <a:cubicBezTo>
                    <a:pt x="28" y="142"/>
                    <a:pt x="28" y="142"/>
                    <a:pt x="28" y="142"/>
                  </a:cubicBezTo>
                  <a:cubicBezTo>
                    <a:pt x="29" y="142"/>
                    <a:pt x="29" y="142"/>
                    <a:pt x="29" y="142"/>
                  </a:cubicBezTo>
                  <a:cubicBezTo>
                    <a:pt x="29" y="142"/>
                    <a:pt x="48" y="148"/>
                    <a:pt x="78" y="148"/>
                  </a:cubicBezTo>
                  <a:cubicBezTo>
                    <a:pt x="100" y="148"/>
                    <a:pt x="122" y="145"/>
                    <a:pt x="143" y="139"/>
                  </a:cubicBezTo>
                  <a:cubicBezTo>
                    <a:pt x="143" y="139"/>
                    <a:pt x="149" y="138"/>
                    <a:pt x="155" y="141"/>
                  </a:cubicBezTo>
                  <a:cubicBezTo>
                    <a:pt x="155" y="141"/>
                    <a:pt x="157" y="142"/>
                    <a:pt x="159" y="142"/>
                  </a:cubicBezTo>
                  <a:cubicBezTo>
                    <a:pt x="162" y="142"/>
                    <a:pt x="165" y="140"/>
                    <a:pt x="167" y="138"/>
                  </a:cubicBezTo>
                  <a:cubicBezTo>
                    <a:pt x="167" y="138"/>
                    <a:pt x="169" y="135"/>
                    <a:pt x="163" y="131"/>
                  </a:cubicBezTo>
                  <a:close/>
                  <a:moveTo>
                    <a:pt x="107" y="101"/>
                  </a:moveTo>
                  <a:cubicBezTo>
                    <a:pt x="56" y="100"/>
                    <a:pt x="56" y="100"/>
                    <a:pt x="56" y="100"/>
                  </a:cubicBezTo>
                  <a:cubicBezTo>
                    <a:pt x="56" y="96"/>
                    <a:pt x="56" y="96"/>
                    <a:pt x="56" y="96"/>
                  </a:cubicBezTo>
                  <a:cubicBezTo>
                    <a:pt x="64" y="93"/>
                    <a:pt x="70" y="86"/>
                    <a:pt x="70" y="79"/>
                  </a:cubicBezTo>
                  <a:cubicBezTo>
                    <a:pt x="70" y="77"/>
                    <a:pt x="70" y="75"/>
                    <a:pt x="70" y="73"/>
                  </a:cubicBezTo>
                  <a:cubicBezTo>
                    <a:pt x="57" y="73"/>
                    <a:pt x="57" y="73"/>
                    <a:pt x="57" y="73"/>
                  </a:cubicBezTo>
                  <a:cubicBezTo>
                    <a:pt x="57" y="67"/>
                    <a:pt x="57" y="67"/>
                    <a:pt x="57" y="67"/>
                  </a:cubicBezTo>
                  <a:cubicBezTo>
                    <a:pt x="68" y="67"/>
                    <a:pt x="68" y="67"/>
                    <a:pt x="68" y="67"/>
                  </a:cubicBezTo>
                  <a:cubicBezTo>
                    <a:pt x="68" y="64"/>
                    <a:pt x="67" y="61"/>
                    <a:pt x="67" y="57"/>
                  </a:cubicBezTo>
                  <a:cubicBezTo>
                    <a:pt x="67" y="46"/>
                    <a:pt x="77" y="39"/>
                    <a:pt x="91" y="39"/>
                  </a:cubicBezTo>
                  <a:cubicBezTo>
                    <a:pt x="97" y="39"/>
                    <a:pt x="102" y="40"/>
                    <a:pt x="104" y="41"/>
                  </a:cubicBezTo>
                  <a:cubicBezTo>
                    <a:pt x="102" y="47"/>
                    <a:pt x="102" y="47"/>
                    <a:pt x="102" y="47"/>
                  </a:cubicBezTo>
                  <a:cubicBezTo>
                    <a:pt x="100" y="46"/>
                    <a:pt x="96" y="45"/>
                    <a:pt x="91" y="45"/>
                  </a:cubicBezTo>
                  <a:cubicBezTo>
                    <a:pt x="81" y="45"/>
                    <a:pt x="77" y="50"/>
                    <a:pt x="77" y="57"/>
                  </a:cubicBezTo>
                  <a:cubicBezTo>
                    <a:pt x="77" y="61"/>
                    <a:pt x="78" y="64"/>
                    <a:pt x="79" y="67"/>
                  </a:cubicBezTo>
                  <a:cubicBezTo>
                    <a:pt x="97" y="67"/>
                    <a:pt x="97" y="67"/>
                    <a:pt x="97" y="67"/>
                  </a:cubicBezTo>
                  <a:cubicBezTo>
                    <a:pt x="96" y="73"/>
                    <a:pt x="96" y="73"/>
                    <a:pt x="96" y="73"/>
                  </a:cubicBezTo>
                  <a:cubicBezTo>
                    <a:pt x="80" y="73"/>
                    <a:pt x="80" y="73"/>
                    <a:pt x="80" y="73"/>
                  </a:cubicBezTo>
                  <a:cubicBezTo>
                    <a:pt x="80" y="76"/>
                    <a:pt x="80" y="80"/>
                    <a:pt x="79" y="83"/>
                  </a:cubicBezTo>
                  <a:cubicBezTo>
                    <a:pt x="78" y="87"/>
                    <a:pt x="75" y="91"/>
                    <a:pt x="71" y="93"/>
                  </a:cubicBezTo>
                  <a:cubicBezTo>
                    <a:pt x="71" y="94"/>
                    <a:pt x="71" y="94"/>
                    <a:pt x="71" y="94"/>
                  </a:cubicBezTo>
                  <a:cubicBezTo>
                    <a:pt x="107" y="94"/>
                    <a:pt x="107" y="94"/>
                    <a:pt x="107" y="94"/>
                  </a:cubicBezTo>
                  <a:lnTo>
                    <a:pt x="107"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 name="Freeform 37"/>
            <p:cNvSpPr>
              <a:spLocks/>
            </p:cNvSpPr>
            <p:nvPr/>
          </p:nvSpPr>
          <p:spPr bwMode="auto">
            <a:xfrm>
              <a:off x="6147" y="2633"/>
              <a:ext cx="129" cy="81"/>
            </a:xfrm>
            <a:custGeom>
              <a:avLst/>
              <a:gdLst>
                <a:gd name="T0" fmla="*/ 14 w 54"/>
                <a:gd name="T1" fmla="*/ 34 h 34"/>
                <a:gd name="T2" fmla="*/ 43 w 54"/>
                <a:gd name="T3" fmla="*/ 34 h 34"/>
                <a:gd name="T4" fmla="*/ 54 w 54"/>
                <a:gd name="T5" fmla="*/ 13 h 34"/>
                <a:gd name="T6" fmla="*/ 28 w 54"/>
                <a:gd name="T7" fmla="*/ 12 h 34"/>
                <a:gd name="T8" fmla="*/ 16 w 54"/>
                <a:gd name="T9" fmla="*/ 6 h 34"/>
                <a:gd name="T10" fmla="*/ 4 w 54"/>
                <a:gd name="T11" fmla="*/ 13 h 34"/>
                <a:gd name="T12" fmla="*/ 14 w 5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54" h="34">
                  <a:moveTo>
                    <a:pt x="14" y="34"/>
                  </a:moveTo>
                  <a:cubicBezTo>
                    <a:pt x="43" y="34"/>
                    <a:pt x="43" y="34"/>
                    <a:pt x="43" y="34"/>
                  </a:cubicBezTo>
                  <a:cubicBezTo>
                    <a:pt x="45" y="29"/>
                    <a:pt x="48" y="22"/>
                    <a:pt x="54" y="13"/>
                  </a:cubicBezTo>
                  <a:cubicBezTo>
                    <a:pt x="54" y="13"/>
                    <a:pt x="51" y="3"/>
                    <a:pt x="28" y="12"/>
                  </a:cubicBezTo>
                  <a:cubicBezTo>
                    <a:pt x="28" y="12"/>
                    <a:pt x="22" y="11"/>
                    <a:pt x="16" y="6"/>
                  </a:cubicBezTo>
                  <a:cubicBezTo>
                    <a:pt x="16" y="6"/>
                    <a:pt x="0" y="0"/>
                    <a:pt x="4" y="13"/>
                  </a:cubicBezTo>
                  <a:lnTo>
                    <a:pt x="1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 name="Freeform 38"/>
            <p:cNvSpPr>
              <a:spLocks noEditPoints="1"/>
            </p:cNvSpPr>
            <p:nvPr/>
          </p:nvSpPr>
          <p:spPr bwMode="auto">
            <a:xfrm>
              <a:off x="6152" y="2642"/>
              <a:ext cx="126" cy="74"/>
            </a:xfrm>
            <a:custGeom>
              <a:avLst/>
              <a:gdLst>
                <a:gd name="T0" fmla="*/ 12 w 53"/>
                <a:gd name="T1" fmla="*/ 31 h 31"/>
                <a:gd name="T2" fmla="*/ 1 w 53"/>
                <a:gd name="T3" fmla="*/ 9 h 31"/>
                <a:gd name="T4" fmla="*/ 2 w 53"/>
                <a:gd name="T5" fmla="*/ 2 h 31"/>
                <a:gd name="T6" fmla="*/ 7 w 53"/>
                <a:gd name="T7" fmla="*/ 0 h 31"/>
                <a:gd name="T8" fmla="*/ 15 w 53"/>
                <a:gd name="T9" fmla="*/ 2 h 31"/>
                <a:gd name="T10" fmla="*/ 15 w 53"/>
                <a:gd name="T11" fmla="*/ 2 h 31"/>
                <a:gd name="T12" fmla="*/ 25 w 53"/>
                <a:gd name="T13" fmla="*/ 7 h 31"/>
                <a:gd name="T14" fmla="*/ 42 w 53"/>
                <a:gd name="T15" fmla="*/ 3 h 31"/>
                <a:gd name="T16" fmla="*/ 53 w 53"/>
                <a:gd name="T17" fmla="*/ 9 h 31"/>
                <a:gd name="T18" fmla="*/ 53 w 53"/>
                <a:gd name="T19" fmla="*/ 9 h 31"/>
                <a:gd name="T20" fmla="*/ 53 w 53"/>
                <a:gd name="T21" fmla="*/ 9 h 31"/>
                <a:gd name="T22" fmla="*/ 42 w 53"/>
                <a:gd name="T23" fmla="*/ 31 h 31"/>
                <a:gd name="T24" fmla="*/ 42 w 53"/>
                <a:gd name="T25" fmla="*/ 31 h 31"/>
                <a:gd name="T26" fmla="*/ 12 w 53"/>
                <a:gd name="T27" fmla="*/ 31 h 31"/>
                <a:gd name="T28" fmla="*/ 7 w 53"/>
                <a:gd name="T29" fmla="*/ 1 h 31"/>
                <a:gd name="T30" fmla="*/ 2 w 53"/>
                <a:gd name="T31" fmla="*/ 3 h 31"/>
                <a:gd name="T32" fmla="*/ 2 w 53"/>
                <a:gd name="T33" fmla="*/ 9 h 31"/>
                <a:gd name="T34" fmla="*/ 13 w 53"/>
                <a:gd name="T35" fmla="*/ 30 h 31"/>
                <a:gd name="T36" fmla="*/ 41 w 53"/>
                <a:gd name="T37" fmla="*/ 30 h 31"/>
                <a:gd name="T38" fmla="*/ 52 w 53"/>
                <a:gd name="T39" fmla="*/ 9 h 31"/>
                <a:gd name="T40" fmla="*/ 42 w 53"/>
                <a:gd name="T41" fmla="*/ 4 h 31"/>
                <a:gd name="T42" fmla="*/ 26 w 53"/>
                <a:gd name="T43" fmla="*/ 8 h 31"/>
                <a:gd name="T44" fmla="*/ 26 w 53"/>
                <a:gd name="T45" fmla="*/ 8 h 31"/>
                <a:gd name="T46" fmla="*/ 25 w 53"/>
                <a:gd name="T47" fmla="*/ 8 h 31"/>
                <a:gd name="T48" fmla="*/ 14 w 53"/>
                <a:gd name="T49" fmla="*/ 3 h 31"/>
                <a:gd name="T50" fmla="*/ 7 w 53"/>
                <a:gd name="T5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1">
                  <a:moveTo>
                    <a:pt x="12" y="31"/>
                  </a:moveTo>
                  <a:cubicBezTo>
                    <a:pt x="1" y="9"/>
                    <a:pt x="1" y="9"/>
                    <a:pt x="1" y="9"/>
                  </a:cubicBezTo>
                  <a:cubicBezTo>
                    <a:pt x="0" y="6"/>
                    <a:pt x="0" y="4"/>
                    <a:pt x="2" y="2"/>
                  </a:cubicBezTo>
                  <a:cubicBezTo>
                    <a:pt x="3" y="1"/>
                    <a:pt x="4" y="0"/>
                    <a:pt x="7" y="0"/>
                  </a:cubicBezTo>
                  <a:cubicBezTo>
                    <a:pt x="10" y="0"/>
                    <a:pt x="14" y="2"/>
                    <a:pt x="15" y="2"/>
                  </a:cubicBezTo>
                  <a:cubicBezTo>
                    <a:pt x="15" y="2"/>
                    <a:pt x="15" y="2"/>
                    <a:pt x="15" y="2"/>
                  </a:cubicBezTo>
                  <a:cubicBezTo>
                    <a:pt x="20" y="6"/>
                    <a:pt x="25" y="7"/>
                    <a:pt x="25" y="7"/>
                  </a:cubicBezTo>
                  <a:cubicBezTo>
                    <a:pt x="32" y="5"/>
                    <a:pt x="37" y="3"/>
                    <a:pt x="42" y="3"/>
                  </a:cubicBezTo>
                  <a:cubicBezTo>
                    <a:pt x="51" y="3"/>
                    <a:pt x="53" y="9"/>
                    <a:pt x="53" y="9"/>
                  </a:cubicBezTo>
                  <a:cubicBezTo>
                    <a:pt x="53" y="9"/>
                    <a:pt x="53" y="9"/>
                    <a:pt x="53" y="9"/>
                  </a:cubicBezTo>
                  <a:cubicBezTo>
                    <a:pt x="53" y="9"/>
                    <a:pt x="53" y="9"/>
                    <a:pt x="53" y="9"/>
                  </a:cubicBezTo>
                  <a:cubicBezTo>
                    <a:pt x="48" y="17"/>
                    <a:pt x="44" y="24"/>
                    <a:pt x="42" y="31"/>
                  </a:cubicBezTo>
                  <a:cubicBezTo>
                    <a:pt x="42" y="31"/>
                    <a:pt x="42" y="31"/>
                    <a:pt x="42" y="31"/>
                  </a:cubicBezTo>
                  <a:lnTo>
                    <a:pt x="12" y="31"/>
                  </a:lnTo>
                  <a:close/>
                  <a:moveTo>
                    <a:pt x="7" y="1"/>
                  </a:moveTo>
                  <a:cubicBezTo>
                    <a:pt x="5" y="1"/>
                    <a:pt x="3" y="2"/>
                    <a:pt x="2" y="3"/>
                  </a:cubicBezTo>
                  <a:cubicBezTo>
                    <a:pt x="1" y="4"/>
                    <a:pt x="1" y="6"/>
                    <a:pt x="2" y="9"/>
                  </a:cubicBezTo>
                  <a:cubicBezTo>
                    <a:pt x="13" y="30"/>
                    <a:pt x="13" y="30"/>
                    <a:pt x="13" y="30"/>
                  </a:cubicBezTo>
                  <a:cubicBezTo>
                    <a:pt x="41" y="30"/>
                    <a:pt x="41" y="30"/>
                    <a:pt x="41" y="30"/>
                  </a:cubicBezTo>
                  <a:cubicBezTo>
                    <a:pt x="43" y="23"/>
                    <a:pt x="47" y="16"/>
                    <a:pt x="52" y="9"/>
                  </a:cubicBezTo>
                  <a:cubicBezTo>
                    <a:pt x="51" y="8"/>
                    <a:pt x="49" y="4"/>
                    <a:pt x="42" y="4"/>
                  </a:cubicBezTo>
                  <a:cubicBezTo>
                    <a:pt x="37" y="4"/>
                    <a:pt x="32" y="6"/>
                    <a:pt x="26" y="8"/>
                  </a:cubicBezTo>
                  <a:cubicBezTo>
                    <a:pt x="26" y="8"/>
                    <a:pt x="26" y="8"/>
                    <a:pt x="26" y="8"/>
                  </a:cubicBezTo>
                  <a:cubicBezTo>
                    <a:pt x="25" y="8"/>
                    <a:pt x="25" y="8"/>
                    <a:pt x="25" y="8"/>
                  </a:cubicBezTo>
                  <a:cubicBezTo>
                    <a:pt x="25" y="8"/>
                    <a:pt x="20" y="7"/>
                    <a:pt x="14" y="3"/>
                  </a:cubicBezTo>
                  <a:cubicBezTo>
                    <a:pt x="14" y="3"/>
                    <a:pt x="10"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 name="Freeform 39"/>
            <p:cNvSpPr>
              <a:spLocks/>
            </p:cNvSpPr>
            <p:nvPr/>
          </p:nvSpPr>
          <p:spPr bwMode="auto">
            <a:xfrm>
              <a:off x="6171" y="2721"/>
              <a:ext cx="86" cy="24"/>
            </a:xfrm>
            <a:custGeom>
              <a:avLst/>
              <a:gdLst>
                <a:gd name="T0" fmla="*/ 31 w 36"/>
                <a:gd name="T1" fmla="*/ 0 h 10"/>
                <a:gd name="T2" fmla="*/ 5 w 36"/>
                <a:gd name="T3" fmla="*/ 0 h 10"/>
                <a:gd name="T4" fmla="*/ 0 w 36"/>
                <a:gd name="T5" fmla="*/ 5 h 10"/>
                <a:gd name="T6" fmla="*/ 5 w 36"/>
                <a:gd name="T7" fmla="*/ 10 h 10"/>
                <a:gd name="T8" fmla="*/ 31 w 36"/>
                <a:gd name="T9" fmla="*/ 10 h 10"/>
                <a:gd name="T10" fmla="*/ 36 w 36"/>
                <a:gd name="T11" fmla="*/ 5 h 10"/>
                <a:gd name="T12" fmla="*/ 31 w 3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1" y="0"/>
                  </a:moveTo>
                  <a:cubicBezTo>
                    <a:pt x="5" y="0"/>
                    <a:pt x="5" y="0"/>
                    <a:pt x="5" y="0"/>
                  </a:cubicBezTo>
                  <a:cubicBezTo>
                    <a:pt x="2" y="0"/>
                    <a:pt x="0" y="2"/>
                    <a:pt x="0" y="5"/>
                  </a:cubicBezTo>
                  <a:cubicBezTo>
                    <a:pt x="0" y="7"/>
                    <a:pt x="2" y="10"/>
                    <a:pt x="5" y="10"/>
                  </a:cubicBezTo>
                  <a:cubicBezTo>
                    <a:pt x="31" y="10"/>
                    <a:pt x="31" y="10"/>
                    <a:pt x="31" y="10"/>
                  </a:cubicBezTo>
                  <a:cubicBezTo>
                    <a:pt x="34" y="10"/>
                    <a:pt x="36" y="7"/>
                    <a:pt x="36" y="5"/>
                  </a:cubicBezTo>
                  <a:cubicBezTo>
                    <a:pt x="36" y="2"/>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 name="Freeform 40"/>
            <p:cNvSpPr>
              <a:spLocks noEditPoints="1"/>
            </p:cNvSpPr>
            <p:nvPr/>
          </p:nvSpPr>
          <p:spPr bwMode="auto">
            <a:xfrm>
              <a:off x="6171" y="2719"/>
              <a:ext cx="86" cy="26"/>
            </a:xfrm>
            <a:custGeom>
              <a:avLst/>
              <a:gdLst>
                <a:gd name="T0" fmla="*/ 5 w 36"/>
                <a:gd name="T1" fmla="*/ 11 h 11"/>
                <a:gd name="T2" fmla="*/ 0 w 36"/>
                <a:gd name="T3" fmla="*/ 6 h 11"/>
                <a:gd name="T4" fmla="*/ 1 w 36"/>
                <a:gd name="T5" fmla="*/ 2 h 11"/>
                <a:gd name="T6" fmla="*/ 5 w 36"/>
                <a:gd name="T7" fmla="*/ 0 h 11"/>
                <a:gd name="T8" fmla="*/ 31 w 36"/>
                <a:gd name="T9" fmla="*/ 0 h 11"/>
                <a:gd name="T10" fmla="*/ 36 w 36"/>
                <a:gd name="T11" fmla="*/ 6 h 11"/>
                <a:gd name="T12" fmla="*/ 31 w 36"/>
                <a:gd name="T13" fmla="*/ 11 h 11"/>
                <a:gd name="T14" fmla="*/ 5 w 36"/>
                <a:gd name="T15" fmla="*/ 11 h 11"/>
                <a:gd name="T16" fmla="*/ 31 w 36"/>
                <a:gd name="T17" fmla="*/ 1 h 11"/>
                <a:gd name="T18" fmla="*/ 5 w 36"/>
                <a:gd name="T19" fmla="*/ 1 h 11"/>
                <a:gd name="T20" fmla="*/ 2 w 36"/>
                <a:gd name="T21" fmla="*/ 3 h 11"/>
                <a:gd name="T22" fmla="*/ 1 w 36"/>
                <a:gd name="T23" fmla="*/ 6 h 11"/>
                <a:gd name="T24" fmla="*/ 5 w 36"/>
                <a:gd name="T25" fmla="*/ 10 h 11"/>
                <a:gd name="T26" fmla="*/ 5 w 36"/>
                <a:gd name="T27" fmla="*/ 11 h 11"/>
                <a:gd name="T28" fmla="*/ 5 w 36"/>
                <a:gd name="T29" fmla="*/ 10 h 11"/>
                <a:gd name="T30" fmla="*/ 31 w 36"/>
                <a:gd name="T31" fmla="*/ 10 h 11"/>
                <a:gd name="T32" fmla="*/ 35 w 36"/>
                <a:gd name="T33" fmla="*/ 6 h 11"/>
                <a:gd name="T34" fmla="*/ 31 w 36"/>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1">
                  <a:moveTo>
                    <a:pt x="5" y="11"/>
                  </a:moveTo>
                  <a:cubicBezTo>
                    <a:pt x="2" y="11"/>
                    <a:pt x="0" y="9"/>
                    <a:pt x="0" y="6"/>
                  </a:cubicBezTo>
                  <a:cubicBezTo>
                    <a:pt x="0" y="4"/>
                    <a:pt x="0" y="3"/>
                    <a:pt x="1" y="2"/>
                  </a:cubicBezTo>
                  <a:cubicBezTo>
                    <a:pt x="2" y="1"/>
                    <a:pt x="4" y="0"/>
                    <a:pt x="5" y="0"/>
                  </a:cubicBezTo>
                  <a:cubicBezTo>
                    <a:pt x="31" y="0"/>
                    <a:pt x="31" y="0"/>
                    <a:pt x="31" y="0"/>
                  </a:cubicBezTo>
                  <a:cubicBezTo>
                    <a:pt x="34" y="0"/>
                    <a:pt x="36" y="3"/>
                    <a:pt x="36" y="6"/>
                  </a:cubicBezTo>
                  <a:cubicBezTo>
                    <a:pt x="36" y="9"/>
                    <a:pt x="34" y="11"/>
                    <a:pt x="31" y="11"/>
                  </a:cubicBezTo>
                  <a:lnTo>
                    <a:pt x="5" y="11"/>
                  </a:lnTo>
                  <a:close/>
                  <a:moveTo>
                    <a:pt x="31" y="1"/>
                  </a:moveTo>
                  <a:cubicBezTo>
                    <a:pt x="5" y="1"/>
                    <a:pt x="5" y="1"/>
                    <a:pt x="5" y="1"/>
                  </a:cubicBezTo>
                  <a:cubicBezTo>
                    <a:pt x="4" y="1"/>
                    <a:pt x="3" y="2"/>
                    <a:pt x="2" y="3"/>
                  </a:cubicBezTo>
                  <a:cubicBezTo>
                    <a:pt x="1" y="3"/>
                    <a:pt x="1" y="5"/>
                    <a:pt x="1" y="6"/>
                  </a:cubicBezTo>
                  <a:cubicBezTo>
                    <a:pt x="1" y="8"/>
                    <a:pt x="3" y="10"/>
                    <a:pt x="5" y="10"/>
                  </a:cubicBezTo>
                  <a:cubicBezTo>
                    <a:pt x="5" y="11"/>
                    <a:pt x="5" y="11"/>
                    <a:pt x="5" y="11"/>
                  </a:cubicBezTo>
                  <a:cubicBezTo>
                    <a:pt x="5" y="10"/>
                    <a:pt x="5" y="10"/>
                    <a:pt x="5" y="10"/>
                  </a:cubicBezTo>
                  <a:cubicBezTo>
                    <a:pt x="31" y="10"/>
                    <a:pt x="31" y="10"/>
                    <a:pt x="31" y="10"/>
                  </a:cubicBezTo>
                  <a:cubicBezTo>
                    <a:pt x="33" y="10"/>
                    <a:pt x="35" y="8"/>
                    <a:pt x="35" y="6"/>
                  </a:cubicBezTo>
                  <a:cubicBezTo>
                    <a:pt x="35" y="3"/>
                    <a:pt x="33" y="1"/>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 name="Freeform 41"/>
            <p:cNvSpPr>
              <a:spLocks noEditPoints="1"/>
            </p:cNvSpPr>
            <p:nvPr/>
          </p:nvSpPr>
          <p:spPr bwMode="auto">
            <a:xfrm>
              <a:off x="6066" y="2752"/>
              <a:ext cx="300" cy="264"/>
            </a:xfrm>
            <a:custGeom>
              <a:avLst/>
              <a:gdLst>
                <a:gd name="T0" fmla="*/ 120 w 126"/>
                <a:gd name="T1" fmla="*/ 99 h 110"/>
                <a:gd name="T2" fmla="*/ 118 w 126"/>
                <a:gd name="T3" fmla="*/ 82 h 110"/>
                <a:gd name="T4" fmla="*/ 101 w 126"/>
                <a:gd name="T5" fmla="*/ 28 h 110"/>
                <a:gd name="T6" fmla="*/ 76 w 126"/>
                <a:gd name="T7" fmla="*/ 2 h 110"/>
                <a:gd name="T8" fmla="*/ 75 w 126"/>
                <a:gd name="T9" fmla="*/ 0 h 110"/>
                <a:gd name="T10" fmla="*/ 48 w 126"/>
                <a:gd name="T11" fmla="*/ 0 h 110"/>
                <a:gd name="T12" fmla="*/ 29 w 126"/>
                <a:gd name="T13" fmla="*/ 22 h 110"/>
                <a:gd name="T14" fmla="*/ 10 w 126"/>
                <a:gd name="T15" fmla="*/ 91 h 110"/>
                <a:gd name="T16" fmla="*/ 4 w 126"/>
                <a:gd name="T17" fmla="*/ 102 h 110"/>
                <a:gd name="T18" fmla="*/ 4 w 126"/>
                <a:gd name="T19" fmla="*/ 105 h 110"/>
                <a:gd name="T20" fmla="*/ 10 w 126"/>
                <a:gd name="T21" fmla="*/ 106 h 110"/>
                <a:gd name="T22" fmla="*/ 19 w 126"/>
                <a:gd name="T23" fmla="*/ 105 h 110"/>
                <a:gd name="T24" fmla="*/ 19 w 126"/>
                <a:gd name="T25" fmla="*/ 105 h 110"/>
                <a:gd name="T26" fmla="*/ 20 w 126"/>
                <a:gd name="T27" fmla="*/ 105 h 110"/>
                <a:gd name="T28" fmla="*/ 61 w 126"/>
                <a:gd name="T29" fmla="*/ 110 h 110"/>
                <a:gd name="T30" fmla="*/ 105 w 126"/>
                <a:gd name="T31" fmla="*/ 104 h 110"/>
                <a:gd name="T32" fmla="*/ 107 w 126"/>
                <a:gd name="T33" fmla="*/ 104 h 110"/>
                <a:gd name="T34" fmla="*/ 114 w 126"/>
                <a:gd name="T35" fmla="*/ 106 h 110"/>
                <a:gd name="T36" fmla="*/ 118 w 126"/>
                <a:gd name="T37" fmla="*/ 107 h 110"/>
                <a:gd name="T38" fmla="*/ 123 w 126"/>
                <a:gd name="T39" fmla="*/ 104 h 110"/>
                <a:gd name="T40" fmla="*/ 120 w 126"/>
                <a:gd name="T41" fmla="*/ 99 h 110"/>
                <a:gd name="T42" fmla="*/ 81 w 126"/>
                <a:gd name="T43" fmla="*/ 55 h 110"/>
                <a:gd name="T44" fmla="*/ 81 w 126"/>
                <a:gd name="T45" fmla="*/ 58 h 110"/>
                <a:gd name="T46" fmla="*/ 53 w 126"/>
                <a:gd name="T47" fmla="*/ 57 h 110"/>
                <a:gd name="T48" fmla="*/ 53 w 126"/>
                <a:gd name="T49" fmla="*/ 62 h 110"/>
                <a:gd name="T50" fmla="*/ 81 w 126"/>
                <a:gd name="T51" fmla="*/ 62 h 110"/>
                <a:gd name="T52" fmla="*/ 81 w 126"/>
                <a:gd name="T53" fmla="*/ 66 h 110"/>
                <a:gd name="T54" fmla="*/ 53 w 126"/>
                <a:gd name="T55" fmla="*/ 65 h 110"/>
                <a:gd name="T56" fmla="*/ 67 w 126"/>
                <a:gd name="T57" fmla="*/ 80 h 110"/>
                <a:gd name="T58" fmla="*/ 83 w 126"/>
                <a:gd name="T59" fmla="*/ 78 h 110"/>
                <a:gd name="T60" fmla="*/ 85 w 126"/>
                <a:gd name="T61" fmla="*/ 83 h 110"/>
                <a:gd name="T62" fmla="*/ 54 w 126"/>
                <a:gd name="T63" fmla="*/ 81 h 110"/>
                <a:gd name="T64" fmla="*/ 45 w 126"/>
                <a:gd name="T65" fmla="*/ 65 h 110"/>
                <a:gd name="T66" fmla="*/ 38 w 126"/>
                <a:gd name="T67" fmla="*/ 65 h 110"/>
                <a:gd name="T68" fmla="*/ 39 w 126"/>
                <a:gd name="T69" fmla="*/ 61 h 110"/>
                <a:gd name="T70" fmla="*/ 44 w 126"/>
                <a:gd name="T71" fmla="*/ 61 h 110"/>
                <a:gd name="T72" fmla="*/ 45 w 126"/>
                <a:gd name="T73" fmla="*/ 58 h 110"/>
                <a:gd name="T74" fmla="*/ 39 w 126"/>
                <a:gd name="T75" fmla="*/ 57 h 110"/>
                <a:gd name="T76" fmla="*/ 39 w 126"/>
                <a:gd name="T77" fmla="*/ 53 h 110"/>
                <a:gd name="T78" fmla="*/ 45 w 126"/>
                <a:gd name="T79" fmla="*/ 53 h 110"/>
                <a:gd name="T80" fmla="*/ 67 w 126"/>
                <a:gd name="T81" fmla="*/ 35 h 110"/>
                <a:gd name="T82" fmla="*/ 86 w 126"/>
                <a:gd name="T83" fmla="*/ 38 h 110"/>
                <a:gd name="T84" fmla="*/ 83 w 126"/>
                <a:gd name="T85" fmla="*/ 43 h 110"/>
                <a:gd name="T86" fmla="*/ 54 w 126"/>
                <a:gd name="T87" fmla="*/ 54 h 110"/>
                <a:gd name="T88" fmla="*/ 81 w 126"/>
                <a:gd name="T89"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110">
                  <a:moveTo>
                    <a:pt x="120" y="99"/>
                  </a:moveTo>
                  <a:cubicBezTo>
                    <a:pt x="120" y="99"/>
                    <a:pt x="114" y="94"/>
                    <a:pt x="118" y="82"/>
                  </a:cubicBezTo>
                  <a:cubicBezTo>
                    <a:pt x="118" y="82"/>
                    <a:pt x="126" y="48"/>
                    <a:pt x="101" y="28"/>
                  </a:cubicBezTo>
                  <a:cubicBezTo>
                    <a:pt x="99" y="26"/>
                    <a:pt x="76" y="7"/>
                    <a:pt x="76" y="2"/>
                  </a:cubicBezTo>
                  <a:cubicBezTo>
                    <a:pt x="76" y="1"/>
                    <a:pt x="75" y="1"/>
                    <a:pt x="75" y="0"/>
                  </a:cubicBezTo>
                  <a:cubicBezTo>
                    <a:pt x="48" y="0"/>
                    <a:pt x="48" y="0"/>
                    <a:pt x="48" y="0"/>
                  </a:cubicBezTo>
                  <a:cubicBezTo>
                    <a:pt x="45" y="6"/>
                    <a:pt x="38" y="13"/>
                    <a:pt x="29" y="22"/>
                  </a:cubicBezTo>
                  <a:cubicBezTo>
                    <a:pt x="29" y="22"/>
                    <a:pt x="0" y="49"/>
                    <a:pt x="10" y="91"/>
                  </a:cubicBezTo>
                  <a:cubicBezTo>
                    <a:pt x="10" y="92"/>
                    <a:pt x="10" y="94"/>
                    <a:pt x="4" y="102"/>
                  </a:cubicBezTo>
                  <a:cubicBezTo>
                    <a:pt x="4" y="102"/>
                    <a:pt x="3" y="104"/>
                    <a:pt x="4" y="105"/>
                  </a:cubicBezTo>
                  <a:cubicBezTo>
                    <a:pt x="5" y="106"/>
                    <a:pt x="7" y="107"/>
                    <a:pt x="10" y="106"/>
                  </a:cubicBezTo>
                  <a:cubicBezTo>
                    <a:pt x="10" y="106"/>
                    <a:pt x="14" y="105"/>
                    <a:pt x="19" y="105"/>
                  </a:cubicBezTo>
                  <a:cubicBezTo>
                    <a:pt x="19" y="105"/>
                    <a:pt x="19" y="105"/>
                    <a:pt x="19" y="105"/>
                  </a:cubicBezTo>
                  <a:cubicBezTo>
                    <a:pt x="20" y="105"/>
                    <a:pt x="20" y="105"/>
                    <a:pt x="20" y="105"/>
                  </a:cubicBezTo>
                  <a:cubicBezTo>
                    <a:pt x="20" y="105"/>
                    <a:pt x="36" y="110"/>
                    <a:pt x="61" y="110"/>
                  </a:cubicBezTo>
                  <a:cubicBezTo>
                    <a:pt x="76" y="110"/>
                    <a:pt x="91" y="108"/>
                    <a:pt x="105" y="104"/>
                  </a:cubicBezTo>
                  <a:cubicBezTo>
                    <a:pt x="105" y="104"/>
                    <a:pt x="106" y="104"/>
                    <a:pt x="107" y="104"/>
                  </a:cubicBezTo>
                  <a:cubicBezTo>
                    <a:pt x="109" y="104"/>
                    <a:pt x="112" y="105"/>
                    <a:pt x="114" y="106"/>
                  </a:cubicBezTo>
                  <a:cubicBezTo>
                    <a:pt x="114" y="106"/>
                    <a:pt x="116" y="107"/>
                    <a:pt x="118" y="107"/>
                  </a:cubicBezTo>
                  <a:cubicBezTo>
                    <a:pt x="119" y="107"/>
                    <a:pt x="121" y="106"/>
                    <a:pt x="123" y="104"/>
                  </a:cubicBezTo>
                  <a:cubicBezTo>
                    <a:pt x="123" y="104"/>
                    <a:pt x="125" y="102"/>
                    <a:pt x="120" y="99"/>
                  </a:cubicBezTo>
                  <a:close/>
                  <a:moveTo>
                    <a:pt x="81" y="55"/>
                  </a:moveTo>
                  <a:cubicBezTo>
                    <a:pt x="81" y="58"/>
                    <a:pt x="81" y="58"/>
                    <a:pt x="81" y="58"/>
                  </a:cubicBezTo>
                  <a:cubicBezTo>
                    <a:pt x="53" y="57"/>
                    <a:pt x="53" y="57"/>
                    <a:pt x="53" y="57"/>
                  </a:cubicBezTo>
                  <a:cubicBezTo>
                    <a:pt x="53" y="57"/>
                    <a:pt x="52" y="61"/>
                    <a:pt x="53" y="62"/>
                  </a:cubicBezTo>
                  <a:cubicBezTo>
                    <a:pt x="81" y="62"/>
                    <a:pt x="81" y="62"/>
                    <a:pt x="81" y="62"/>
                  </a:cubicBezTo>
                  <a:cubicBezTo>
                    <a:pt x="81" y="66"/>
                    <a:pt x="81" y="66"/>
                    <a:pt x="81" y="66"/>
                  </a:cubicBezTo>
                  <a:cubicBezTo>
                    <a:pt x="53" y="65"/>
                    <a:pt x="53" y="65"/>
                    <a:pt x="53" y="65"/>
                  </a:cubicBezTo>
                  <a:cubicBezTo>
                    <a:pt x="53" y="65"/>
                    <a:pt x="54" y="78"/>
                    <a:pt x="67" y="80"/>
                  </a:cubicBezTo>
                  <a:cubicBezTo>
                    <a:pt x="67" y="80"/>
                    <a:pt x="76" y="82"/>
                    <a:pt x="83" y="78"/>
                  </a:cubicBezTo>
                  <a:cubicBezTo>
                    <a:pt x="85" y="83"/>
                    <a:pt x="85" y="83"/>
                    <a:pt x="85" y="83"/>
                  </a:cubicBezTo>
                  <a:cubicBezTo>
                    <a:pt x="85" y="83"/>
                    <a:pt x="71" y="91"/>
                    <a:pt x="54" y="81"/>
                  </a:cubicBezTo>
                  <a:cubicBezTo>
                    <a:pt x="54" y="81"/>
                    <a:pt x="46" y="76"/>
                    <a:pt x="45" y="65"/>
                  </a:cubicBezTo>
                  <a:cubicBezTo>
                    <a:pt x="38" y="65"/>
                    <a:pt x="38" y="65"/>
                    <a:pt x="38" y="65"/>
                  </a:cubicBezTo>
                  <a:cubicBezTo>
                    <a:pt x="39" y="61"/>
                    <a:pt x="39" y="61"/>
                    <a:pt x="39" y="61"/>
                  </a:cubicBezTo>
                  <a:cubicBezTo>
                    <a:pt x="44" y="61"/>
                    <a:pt x="44" y="61"/>
                    <a:pt x="44" y="61"/>
                  </a:cubicBezTo>
                  <a:cubicBezTo>
                    <a:pt x="44" y="61"/>
                    <a:pt x="44" y="60"/>
                    <a:pt x="45" y="58"/>
                  </a:cubicBezTo>
                  <a:cubicBezTo>
                    <a:pt x="39" y="57"/>
                    <a:pt x="39" y="57"/>
                    <a:pt x="39" y="57"/>
                  </a:cubicBezTo>
                  <a:cubicBezTo>
                    <a:pt x="39" y="53"/>
                    <a:pt x="39" y="53"/>
                    <a:pt x="39" y="53"/>
                  </a:cubicBezTo>
                  <a:cubicBezTo>
                    <a:pt x="45" y="53"/>
                    <a:pt x="45" y="53"/>
                    <a:pt x="45" y="53"/>
                  </a:cubicBezTo>
                  <a:cubicBezTo>
                    <a:pt x="45" y="53"/>
                    <a:pt x="48" y="37"/>
                    <a:pt x="67" y="35"/>
                  </a:cubicBezTo>
                  <a:cubicBezTo>
                    <a:pt x="67" y="35"/>
                    <a:pt x="81" y="33"/>
                    <a:pt x="86" y="38"/>
                  </a:cubicBezTo>
                  <a:cubicBezTo>
                    <a:pt x="83" y="43"/>
                    <a:pt x="83" y="43"/>
                    <a:pt x="83" y="43"/>
                  </a:cubicBezTo>
                  <a:cubicBezTo>
                    <a:pt x="83" y="43"/>
                    <a:pt x="61" y="33"/>
                    <a:pt x="54" y="54"/>
                  </a:cubicBezTo>
                  <a:lnTo>
                    <a:pt x="81"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37" name="文本框 73"/>
          <p:cNvSpPr txBox="1"/>
          <p:nvPr/>
        </p:nvSpPr>
        <p:spPr>
          <a:xfrm>
            <a:off x="4625704" y="3469966"/>
            <a:ext cx="1207783" cy="374377"/>
          </a:xfrm>
          <a:prstGeom prst="rect">
            <a:avLst/>
          </a:prstGeom>
          <a:noFill/>
        </p:spPr>
        <p:txBody>
          <a:bodyPr wrap="square" lIns="96435" tIns="48218" rIns="96435" bIns="48218" rtlCol="0">
            <a:spAutoFit/>
          </a:bodyPr>
          <a:lstStyle/>
          <a:p>
            <a:pPr algn="ctr"/>
            <a:r>
              <a:rPr lang="en-US" altLang="zh-CN" dirty="0">
                <a:solidFill>
                  <a:prstClr val="black">
                    <a:lumMod val="50000"/>
                    <a:lumOff val="50000"/>
                  </a:prstClr>
                </a:solidFill>
                <a:latin typeface="Impact" panose="020B0806030902050204" pitchFamily="34" charset="0"/>
              </a:rPr>
              <a:t>50</a:t>
            </a:r>
            <a:r>
              <a:rPr lang="en-US" altLang="zh-CN" sz="1687" dirty="0">
                <a:solidFill>
                  <a:prstClr val="black">
                    <a:lumMod val="50000"/>
                    <a:lumOff val="50000"/>
                  </a:prstClr>
                </a:solidFill>
                <a:latin typeface="Impact" panose="020B0806030902050204" pitchFamily="34" charset="0"/>
              </a:rPr>
              <a:t>%</a:t>
            </a:r>
            <a:endParaRPr lang="zh-CN" altLang="en-US" sz="1547" dirty="0">
              <a:solidFill>
                <a:prstClr val="black">
                  <a:lumMod val="50000"/>
                  <a:lumOff val="50000"/>
                </a:prstClr>
              </a:solidFill>
              <a:latin typeface="Impact" panose="020B0806030902050204" pitchFamily="34" charset="0"/>
            </a:endParaRPr>
          </a:p>
        </p:txBody>
      </p:sp>
      <p:sp>
        <p:nvSpPr>
          <p:cNvPr id="38" name="文本框 74"/>
          <p:cNvSpPr txBox="1"/>
          <p:nvPr/>
        </p:nvSpPr>
        <p:spPr>
          <a:xfrm>
            <a:off x="6963067" y="3469966"/>
            <a:ext cx="1207783" cy="374377"/>
          </a:xfrm>
          <a:prstGeom prst="rect">
            <a:avLst/>
          </a:prstGeom>
          <a:noFill/>
        </p:spPr>
        <p:txBody>
          <a:bodyPr wrap="square" lIns="96435" tIns="48218" rIns="96435" bIns="48218" rtlCol="0">
            <a:spAutoFit/>
          </a:bodyPr>
          <a:lstStyle/>
          <a:p>
            <a:pPr algn="ctr"/>
            <a:r>
              <a:rPr lang="en-US" altLang="zh-CN" dirty="0">
                <a:solidFill>
                  <a:srgbClr val="C00000"/>
                </a:solidFill>
                <a:latin typeface="Impact" panose="020B0806030902050204" pitchFamily="34" charset="0"/>
              </a:rPr>
              <a:t>80</a:t>
            </a:r>
            <a:r>
              <a:rPr lang="en-US" altLang="zh-CN" sz="1687" dirty="0">
                <a:solidFill>
                  <a:srgbClr val="C00000"/>
                </a:solidFill>
                <a:latin typeface="Impact" panose="020B0806030902050204" pitchFamily="34" charset="0"/>
              </a:rPr>
              <a:t>%</a:t>
            </a:r>
            <a:endParaRPr lang="zh-CN" altLang="en-US" sz="1547" dirty="0">
              <a:solidFill>
                <a:srgbClr val="C00000"/>
              </a:solidFill>
              <a:latin typeface="Impact" panose="020B0806030902050204" pitchFamily="34" charset="0"/>
            </a:endParaRPr>
          </a:p>
        </p:txBody>
      </p:sp>
      <p:sp>
        <p:nvSpPr>
          <p:cNvPr id="39" name="文本框 75"/>
          <p:cNvSpPr txBox="1"/>
          <p:nvPr/>
        </p:nvSpPr>
        <p:spPr>
          <a:xfrm>
            <a:off x="9241380" y="3469966"/>
            <a:ext cx="1207783" cy="374377"/>
          </a:xfrm>
          <a:prstGeom prst="rect">
            <a:avLst/>
          </a:prstGeom>
          <a:noFill/>
        </p:spPr>
        <p:txBody>
          <a:bodyPr wrap="square" lIns="96435" tIns="48218" rIns="96435" bIns="48218" rtlCol="0">
            <a:spAutoFit/>
          </a:bodyPr>
          <a:lstStyle/>
          <a:p>
            <a:pPr algn="ctr"/>
            <a:r>
              <a:rPr lang="en-US" altLang="zh-CN" dirty="0">
                <a:solidFill>
                  <a:prstClr val="black">
                    <a:lumMod val="50000"/>
                    <a:lumOff val="50000"/>
                  </a:prstClr>
                </a:solidFill>
                <a:latin typeface="Impact" panose="020B0806030902050204" pitchFamily="34" charset="0"/>
              </a:rPr>
              <a:t>100</a:t>
            </a:r>
            <a:r>
              <a:rPr lang="en-US" altLang="zh-CN" sz="1687" dirty="0">
                <a:solidFill>
                  <a:prstClr val="black">
                    <a:lumMod val="50000"/>
                    <a:lumOff val="50000"/>
                  </a:prstClr>
                </a:solidFill>
                <a:latin typeface="Impact" panose="020B0806030902050204" pitchFamily="34" charset="0"/>
              </a:rPr>
              <a:t>%</a:t>
            </a:r>
            <a:endParaRPr lang="zh-CN" altLang="en-US" sz="1547" dirty="0">
              <a:solidFill>
                <a:prstClr val="black">
                  <a:lumMod val="50000"/>
                  <a:lumOff val="50000"/>
                </a:prstClr>
              </a:solidFill>
              <a:latin typeface="Impact" panose="020B0806030902050204" pitchFamily="34" charset="0"/>
            </a:endParaRPr>
          </a:p>
        </p:txBody>
      </p:sp>
      <p:grpSp>
        <p:nvGrpSpPr>
          <p:cNvPr id="40" name="组合 39"/>
          <p:cNvGrpSpPr/>
          <p:nvPr/>
        </p:nvGrpSpPr>
        <p:grpSpPr>
          <a:xfrm>
            <a:off x="2219715" y="3868093"/>
            <a:ext cx="1678269" cy="1053203"/>
            <a:chOff x="3457192" y="3881040"/>
            <a:chExt cx="1591334" cy="998645"/>
          </a:xfrm>
        </p:grpSpPr>
        <p:sp>
          <p:nvSpPr>
            <p:cNvPr id="41" name="文本框 77"/>
            <p:cNvSpPr txBox="1"/>
            <p:nvPr/>
          </p:nvSpPr>
          <p:spPr>
            <a:xfrm>
              <a:off x="3457511" y="3881040"/>
              <a:ext cx="1591015" cy="333724"/>
            </a:xfrm>
            <a:prstGeom prst="rect">
              <a:avLst/>
            </a:prstGeom>
            <a:noFill/>
          </p:spPr>
          <p:txBody>
            <a:bodyPr wrap="square" rtlCol="0">
              <a:spAutoFit/>
            </a:bodyPr>
            <a:lstStyle/>
            <a:p>
              <a:r>
                <a:rPr lang="zh-CN" altLang="en-US" sz="1687" dirty="0">
                  <a:latin typeface="时尚中黑简体" panose="01010104010101010101" pitchFamily="2" charset="-122"/>
                  <a:ea typeface="时尚中黑简体" panose="01010104010101010101" pitchFamily="2" charset="-122"/>
                </a:rPr>
                <a:t>在此添加标题</a:t>
              </a:r>
            </a:p>
          </p:txBody>
        </p:sp>
        <p:sp>
          <p:nvSpPr>
            <p:cNvPr id="42" name="文本框 78"/>
            <p:cNvSpPr txBox="1"/>
            <p:nvPr/>
          </p:nvSpPr>
          <p:spPr>
            <a:xfrm>
              <a:off x="3457192" y="4135511"/>
              <a:ext cx="1398251" cy="744174"/>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a:t>
              </a:r>
            </a:p>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grpSp>
      <p:grpSp>
        <p:nvGrpSpPr>
          <p:cNvPr id="43" name="组合 42"/>
          <p:cNvGrpSpPr/>
          <p:nvPr/>
        </p:nvGrpSpPr>
        <p:grpSpPr>
          <a:xfrm>
            <a:off x="4518982" y="3868093"/>
            <a:ext cx="1606626" cy="1053203"/>
            <a:chOff x="3457192" y="3881040"/>
            <a:chExt cx="1523402" cy="998645"/>
          </a:xfrm>
        </p:grpSpPr>
        <p:sp>
          <p:nvSpPr>
            <p:cNvPr id="44" name="文本框 80"/>
            <p:cNvSpPr txBox="1"/>
            <p:nvPr/>
          </p:nvSpPr>
          <p:spPr>
            <a:xfrm>
              <a:off x="3457511" y="3881040"/>
              <a:ext cx="1523083" cy="333724"/>
            </a:xfrm>
            <a:prstGeom prst="rect">
              <a:avLst/>
            </a:prstGeom>
            <a:noFill/>
          </p:spPr>
          <p:txBody>
            <a:bodyPr wrap="square" rtlCol="0">
              <a:spAutoFit/>
            </a:bodyPr>
            <a:lstStyle/>
            <a:p>
              <a:r>
                <a:rPr lang="zh-CN" altLang="en-US" sz="1687" dirty="0">
                  <a:latin typeface="时尚中黑简体" panose="01010104010101010101" pitchFamily="2" charset="-122"/>
                  <a:ea typeface="时尚中黑简体" panose="01010104010101010101" pitchFamily="2" charset="-122"/>
                </a:rPr>
                <a:t>在此添加标题</a:t>
              </a:r>
            </a:p>
          </p:txBody>
        </p:sp>
        <p:sp>
          <p:nvSpPr>
            <p:cNvPr id="45" name="文本框 81"/>
            <p:cNvSpPr txBox="1"/>
            <p:nvPr/>
          </p:nvSpPr>
          <p:spPr>
            <a:xfrm>
              <a:off x="3457192" y="4135511"/>
              <a:ext cx="1398251" cy="744174"/>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a:t>
              </a:r>
            </a:p>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grpSp>
      <p:grpSp>
        <p:nvGrpSpPr>
          <p:cNvPr id="46" name="组合 45"/>
          <p:cNvGrpSpPr/>
          <p:nvPr/>
        </p:nvGrpSpPr>
        <p:grpSpPr>
          <a:xfrm>
            <a:off x="6818254" y="3868093"/>
            <a:ext cx="1636238" cy="1053203"/>
            <a:chOff x="3457192" y="3881040"/>
            <a:chExt cx="1551480" cy="998645"/>
          </a:xfrm>
        </p:grpSpPr>
        <p:sp>
          <p:nvSpPr>
            <p:cNvPr id="47" name="文本框 83"/>
            <p:cNvSpPr txBox="1"/>
            <p:nvPr/>
          </p:nvSpPr>
          <p:spPr>
            <a:xfrm>
              <a:off x="3457511" y="3881040"/>
              <a:ext cx="1551161" cy="333724"/>
            </a:xfrm>
            <a:prstGeom prst="rect">
              <a:avLst/>
            </a:prstGeom>
            <a:noFill/>
          </p:spPr>
          <p:txBody>
            <a:bodyPr wrap="square" rtlCol="0">
              <a:spAutoFit/>
            </a:bodyPr>
            <a:lstStyle/>
            <a:p>
              <a:r>
                <a:rPr lang="zh-CN" altLang="en-US" sz="1687" dirty="0">
                  <a:latin typeface="时尚中黑简体" panose="01010104010101010101" pitchFamily="2" charset="-122"/>
                  <a:ea typeface="时尚中黑简体" panose="01010104010101010101" pitchFamily="2" charset="-122"/>
                </a:rPr>
                <a:t>在此添加标题</a:t>
              </a:r>
            </a:p>
          </p:txBody>
        </p:sp>
        <p:sp>
          <p:nvSpPr>
            <p:cNvPr id="48" name="文本框 84"/>
            <p:cNvSpPr txBox="1"/>
            <p:nvPr/>
          </p:nvSpPr>
          <p:spPr>
            <a:xfrm>
              <a:off x="3457192" y="4135511"/>
              <a:ext cx="1398251" cy="744174"/>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a:t>
              </a:r>
            </a:p>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grpSp>
      <p:grpSp>
        <p:nvGrpSpPr>
          <p:cNvPr id="49" name="组合 48"/>
          <p:cNvGrpSpPr/>
          <p:nvPr/>
        </p:nvGrpSpPr>
        <p:grpSpPr>
          <a:xfrm>
            <a:off x="9117521" y="3868093"/>
            <a:ext cx="1764080" cy="1053203"/>
            <a:chOff x="3457192" y="3881040"/>
            <a:chExt cx="1672700" cy="998645"/>
          </a:xfrm>
        </p:grpSpPr>
        <p:sp>
          <p:nvSpPr>
            <p:cNvPr id="50" name="文本框 86"/>
            <p:cNvSpPr txBox="1"/>
            <p:nvPr/>
          </p:nvSpPr>
          <p:spPr>
            <a:xfrm>
              <a:off x="3457511" y="3881040"/>
              <a:ext cx="1672381" cy="333724"/>
            </a:xfrm>
            <a:prstGeom prst="rect">
              <a:avLst/>
            </a:prstGeom>
            <a:noFill/>
          </p:spPr>
          <p:txBody>
            <a:bodyPr wrap="square" rtlCol="0">
              <a:spAutoFit/>
            </a:bodyPr>
            <a:lstStyle/>
            <a:p>
              <a:r>
                <a:rPr lang="zh-CN" altLang="en-US" sz="1687" dirty="0">
                  <a:latin typeface="时尚中黑简体" panose="01010104010101010101" pitchFamily="2" charset="-122"/>
                  <a:ea typeface="时尚中黑简体" panose="01010104010101010101" pitchFamily="2" charset="-122"/>
                </a:rPr>
                <a:t>在此添加标题</a:t>
              </a:r>
            </a:p>
          </p:txBody>
        </p:sp>
        <p:sp>
          <p:nvSpPr>
            <p:cNvPr id="51" name="文本框 87"/>
            <p:cNvSpPr txBox="1"/>
            <p:nvPr/>
          </p:nvSpPr>
          <p:spPr>
            <a:xfrm>
              <a:off x="3457192" y="4135511"/>
              <a:ext cx="1398251" cy="744174"/>
            </a:xfrm>
            <a:prstGeom prst="rect">
              <a:avLst/>
            </a:prstGeom>
            <a:noFill/>
          </p:spPr>
          <p:txBody>
            <a:bodyPr wrap="square" rtlCol="0">
              <a:spAutoFit/>
            </a:bodyPr>
            <a:lstStyle/>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a:t>
              </a:r>
            </a:p>
            <a:p>
              <a:pPr algn="just"/>
              <a:r>
                <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rPr>
                <a:t>替换你的文字</a:t>
              </a:r>
            </a:p>
            <a:p>
              <a:pPr algn="just"/>
              <a:endParaRPr lang="zh-CN" altLang="en-US" sz="1125" dirty="0">
                <a:solidFill>
                  <a:prstClr val="black">
                    <a:lumMod val="50000"/>
                    <a:lumOff val="50000"/>
                  </a:prstClr>
                </a:solidFill>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2286147" y="5460633"/>
            <a:ext cx="9250812" cy="1319555"/>
            <a:chOff x="1710190" y="5445125"/>
            <a:chExt cx="8771621" cy="1251206"/>
          </a:xfrm>
        </p:grpSpPr>
        <p:cxnSp>
          <p:nvCxnSpPr>
            <p:cNvPr id="53" name="直接连接符 52"/>
            <p:cNvCxnSpPr/>
            <p:nvPr/>
          </p:nvCxnSpPr>
          <p:spPr>
            <a:xfrm>
              <a:off x="1710190" y="5445125"/>
              <a:ext cx="8771621" cy="0"/>
            </a:xfrm>
            <a:prstGeom prst="line">
              <a:avLst/>
            </a:prstGeom>
            <a:ln w="19050">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文本框 90"/>
            <p:cNvSpPr txBox="1"/>
            <p:nvPr/>
          </p:nvSpPr>
          <p:spPr>
            <a:xfrm>
              <a:off x="1874403" y="5531120"/>
              <a:ext cx="8443194" cy="1165211"/>
            </a:xfrm>
            <a:prstGeom prst="rect">
              <a:avLst/>
            </a:prstGeom>
            <a:noFill/>
          </p:spPr>
          <p:txBody>
            <a:bodyPr wrap="square" rtlCol="0">
              <a:spAutoFit/>
            </a:bodyPr>
            <a:lstStyle/>
            <a:p>
              <a:pPr algn="just"/>
              <a:r>
                <a:rPr lang="zh-CN" altLang="en-US" sz="1477"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替换你的文字替换你的文字替换你的文字替换你的文字替换你的文字替换你的文字替换你的</a:t>
              </a:r>
            </a:p>
            <a:p>
              <a:pPr algn="just"/>
              <a:r>
                <a:rPr lang="zh-CN" altLang="en-US" sz="1477"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替换你的文字替换你的文字替换你的文字替换你的文字替换你的文字替换你的文字替换你的</a:t>
              </a:r>
            </a:p>
            <a:p>
              <a:pPr algn="just"/>
              <a:r>
                <a:rPr lang="zh-CN" altLang="en-US" sz="1477" dirty="0">
                  <a:solidFill>
                    <a:prstClr val="black">
                      <a:lumMod val="50000"/>
                      <a:lumOff val="50000"/>
                    </a:prstClr>
                  </a:solidFill>
                  <a:latin typeface="微软雅黑" panose="020B0503020204020204" pitchFamily="34" charset="-122"/>
                  <a:ea typeface="微软雅黑" panose="020B0503020204020204" pitchFamily="34" charset="-122"/>
                </a:rPr>
                <a:t>替换你的文字替换你的文字替换你的文字替换你的文字替换你的文字替换你的文字替换你的</a:t>
              </a:r>
            </a:p>
            <a:p>
              <a:pPr algn="just"/>
              <a:endParaRPr lang="zh-CN" altLang="en-US" sz="1477" dirty="0">
                <a:solidFill>
                  <a:prstClr val="black">
                    <a:lumMod val="50000"/>
                    <a:lumOff val="50000"/>
                  </a:prstClr>
                </a:solidFill>
                <a:latin typeface="微软雅黑" panose="020B0503020204020204" pitchFamily="34" charset="-122"/>
                <a:ea typeface="微软雅黑" panose="020B0503020204020204" pitchFamily="34" charset="-122"/>
              </a:endParaRPr>
            </a:p>
            <a:p>
              <a:pPr algn="just"/>
              <a:endParaRPr lang="zh-CN" altLang="en-US" sz="1477" dirty="0">
                <a:solidFill>
                  <a:prstClr val="black">
                    <a:lumMod val="50000"/>
                    <a:lumOff val="50000"/>
                  </a:prstClr>
                </a:solidFill>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2536672" y="4932644"/>
            <a:ext cx="9169860" cy="438581"/>
            <a:chOff x="2094548" y="5327134"/>
            <a:chExt cx="7446410" cy="415863"/>
          </a:xfrm>
        </p:grpSpPr>
        <p:grpSp>
          <p:nvGrpSpPr>
            <p:cNvPr id="56" name="组合 55"/>
            <p:cNvGrpSpPr/>
            <p:nvPr/>
          </p:nvGrpSpPr>
          <p:grpSpPr>
            <a:xfrm>
              <a:off x="7631748" y="5327134"/>
              <a:ext cx="1909210" cy="350201"/>
              <a:chOff x="2080894" y="4828841"/>
              <a:chExt cx="1909210" cy="350201"/>
            </a:xfrm>
          </p:grpSpPr>
          <p:sp>
            <p:nvSpPr>
              <p:cNvPr id="66" name="圆角矩形 65"/>
              <p:cNvSpPr/>
              <p:nvPr/>
            </p:nvSpPr>
            <p:spPr>
              <a:xfrm>
                <a:off x="2080894" y="4880791"/>
                <a:ext cx="265433" cy="265433"/>
              </a:xfrm>
              <a:prstGeom prst="roundRect">
                <a:avLst/>
              </a:prstGeom>
              <a:solidFill>
                <a:schemeClr val="bg1">
                  <a:lumMod val="50000"/>
                </a:schemeClr>
              </a:solidFill>
              <a:ln w="19050">
                <a:gradFill flip="none" rotWithShape="1">
                  <a:gsLst>
                    <a:gs pos="0">
                      <a:schemeClr val="bg1">
                        <a:lumMod val="75000"/>
                      </a:schemeClr>
                    </a:gs>
                    <a:gs pos="100000">
                      <a:schemeClr val="bg1"/>
                    </a:gs>
                  </a:gsLst>
                  <a:lin ang="2700000" scaled="1"/>
                  <a:tileRect/>
                </a:grad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7" name="文本框 103"/>
              <p:cNvSpPr txBox="1"/>
              <p:nvPr/>
            </p:nvSpPr>
            <p:spPr>
              <a:xfrm>
                <a:off x="2346327" y="4828841"/>
                <a:ext cx="1643777" cy="350201"/>
              </a:xfrm>
              <a:prstGeom prst="rect">
                <a:avLst/>
              </a:prstGeom>
              <a:noFill/>
            </p:spPr>
            <p:txBody>
              <a:bodyPr wrap="square" rtlCol="0">
                <a:spAutoFit/>
              </a:bodyPr>
              <a:lstStyle/>
              <a:p>
                <a:r>
                  <a:rPr lang="en-US" altLang="zh-CN" dirty="0">
                    <a:solidFill>
                      <a:prstClr val="black">
                        <a:lumMod val="50000"/>
                        <a:lumOff val="50000"/>
                      </a:prstClr>
                    </a:solidFill>
                    <a:latin typeface="LiHei Pro" panose="020B0500000000000000" pitchFamily="34" charset="-122"/>
                    <a:ea typeface="LiHei Pro" panose="020B0500000000000000" pitchFamily="34" charset="-122"/>
                  </a:rPr>
                  <a:t>TEXT HERE</a:t>
                </a:r>
                <a:endParaRPr lang="zh-CN" altLang="en-US" dirty="0">
                  <a:solidFill>
                    <a:prstClr val="black">
                      <a:lumMod val="50000"/>
                      <a:lumOff val="50000"/>
                    </a:prstClr>
                  </a:solidFill>
                  <a:latin typeface="LiHei Pro" panose="020B0500000000000000" pitchFamily="34" charset="-122"/>
                  <a:ea typeface="LiHei Pro" panose="020B0500000000000000" pitchFamily="34" charset="-122"/>
                </a:endParaRPr>
              </a:p>
            </p:txBody>
          </p:sp>
        </p:grpSp>
        <p:grpSp>
          <p:nvGrpSpPr>
            <p:cNvPr id="57" name="组合 56"/>
            <p:cNvGrpSpPr/>
            <p:nvPr/>
          </p:nvGrpSpPr>
          <p:grpSpPr>
            <a:xfrm>
              <a:off x="5786015" y="5327134"/>
              <a:ext cx="1652904" cy="415863"/>
              <a:chOff x="2080894" y="4828841"/>
              <a:chExt cx="1652904" cy="415863"/>
            </a:xfrm>
          </p:grpSpPr>
          <p:sp>
            <p:nvSpPr>
              <p:cNvPr id="64" name="圆角矩形 63"/>
              <p:cNvSpPr/>
              <p:nvPr/>
            </p:nvSpPr>
            <p:spPr>
              <a:xfrm>
                <a:off x="2080894" y="4880791"/>
                <a:ext cx="265433" cy="265433"/>
              </a:xfrm>
              <a:prstGeom prst="roundRect">
                <a:avLst/>
              </a:prstGeom>
              <a:solidFill>
                <a:srgbClr val="C00000"/>
              </a:solidFill>
              <a:ln w="19050">
                <a:gradFill flip="none" rotWithShape="1">
                  <a:gsLst>
                    <a:gs pos="0">
                      <a:schemeClr val="bg1">
                        <a:lumMod val="75000"/>
                      </a:schemeClr>
                    </a:gs>
                    <a:gs pos="100000">
                      <a:schemeClr val="bg1"/>
                    </a:gs>
                  </a:gsLst>
                  <a:lin ang="2700000" scaled="1"/>
                  <a:tileRect/>
                </a:grad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5" name="文本框 101"/>
              <p:cNvSpPr txBox="1"/>
              <p:nvPr/>
            </p:nvSpPr>
            <p:spPr>
              <a:xfrm>
                <a:off x="2346327" y="4828841"/>
                <a:ext cx="1387471" cy="415863"/>
              </a:xfrm>
              <a:prstGeom prst="rect">
                <a:avLst/>
              </a:prstGeom>
              <a:noFill/>
            </p:spPr>
            <p:txBody>
              <a:bodyPr wrap="square" rtlCol="0">
                <a:spAutoFit/>
              </a:bodyPr>
              <a:lstStyle/>
              <a:p>
                <a:r>
                  <a:rPr lang="en-US" altLang="zh-CN" sz="2250" dirty="0">
                    <a:solidFill>
                      <a:prstClr val="black">
                        <a:lumMod val="50000"/>
                        <a:lumOff val="50000"/>
                      </a:prstClr>
                    </a:solidFill>
                    <a:latin typeface="LiHei Pro" panose="020B0500000000000000" pitchFamily="34" charset="-122"/>
                    <a:ea typeface="LiHei Pro" panose="020B0500000000000000" pitchFamily="34" charset="-122"/>
                  </a:rPr>
                  <a:t>TEXT HERE</a:t>
                </a:r>
                <a:endParaRPr lang="zh-CN" altLang="en-US" sz="2250" dirty="0">
                  <a:solidFill>
                    <a:prstClr val="black">
                      <a:lumMod val="50000"/>
                      <a:lumOff val="50000"/>
                    </a:prstClr>
                  </a:solidFill>
                  <a:latin typeface="LiHei Pro" panose="020B0500000000000000" pitchFamily="34" charset="-122"/>
                  <a:ea typeface="LiHei Pro" panose="020B0500000000000000" pitchFamily="34" charset="-122"/>
                </a:endParaRPr>
              </a:p>
            </p:txBody>
          </p:sp>
        </p:grpSp>
        <p:grpSp>
          <p:nvGrpSpPr>
            <p:cNvPr id="58" name="组合 57"/>
            <p:cNvGrpSpPr/>
            <p:nvPr/>
          </p:nvGrpSpPr>
          <p:grpSpPr>
            <a:xfrm>
              <a:off x="3940281" y="5327134"/>
              <a:ext cx="2010989" cy="350201"/>
              <a:chOff x="2080894" y="4828841"/>
              <a:chExt cx="2010989" cy="350201"/>
            </a:xfrm>
          </p:grpSpPr>
          <p:sp>
            <p:nvSpPr>
              <p:cNvPr id="62" name="圆角矩形 61"/>
              <p:cNvSpPr/>
              <p:nvPr/>
            </p:nvSpPr>
            <p:spPr>
              <a:xfrm>
                <a:off x="2080894" y="4880791"/>
                <a:ext cx="265433" cy="265433"/>
              </a:xfrm>
              <a:prstGeom prst="roundRect">
                <a:avLst/>
              </a:prstGeom>
              <a:solidFill>
                <a:srgbClr val="C00000"/>
              </a:solidFill>
              <a:ln w="19050">
                <a:gradFill flip="none" rotWithShape="1">
                  <a:gsLst>
                    <a:gs pos="0">
                      <a:schemeClr val="bg1">
                        <a:lumMod val="75000"/>
                      </a:schemeClr>
                    </a:gs>
                    <a:gs pos="100000">
                      <a:schemeClr val="bg1"/>
                    </a:gs>
                  </a:gsLst>
                  <a:lin ang="2700000" scaled="1"/>
                  <a:tileRect/>
                </a:grad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3" name="文本框 99"/>
              <p:cNvSpPr txBox="1"/>
              <p:nvPr/>
            </p:nvSpPr>
            <p:spPr>
              <a:xfrm>
                <a:off x="2346327" y="4828841"/>
                <a:ext cx="1745556" cy="350201"/>
              </a:xfrm>
              <a:prstGeom prst="rect">
                <a:avLst/>
              </a:prstGeom>
              <a:noFill/>
            </p:spPr>
            <p:txBody>
              <a:bodyPr wrap="square" rtlCol="0">
                <a:spAutoFit/>
              </a:bodyPr>
              <a:lstStyle/>
              <a:p>
                <a:r>
                  <a:rPr lang="en-US" altLang="zh-CN" dirty="0">
                    <a:solidFill>
                      <a:prstClr val="black">
                        <a:lumMod val="50000"/>
                        <a:lumOff val="50000"/>
                      </a:prstClr>
                    </a:solidFill>
                    <a:latin typeface="LiHei Pro" panose="020B0500000000000000" pitchFamily="34" charset="-122"/>
                    <a:ea typeface="LiHei Pro" panose="020B0500000000000000" pitchFamily="34" charset="-122"/>
                  </a:rPr>
                  <a:t>TEXT HERE</a:t>
                </a:r>
                <a:endParaRPr lang="zh-CN" altLang="en-US" dirty="0">
                  <a:solidFill>
                    <a:prstClr val="black">
                      <a:lumMod val="50000"/>
                      <a:lumOff val="50000"/>
                    </a:prstClr>
                  </a:solidFill>
                  <a:latin typeface="LiHei Pro" panose="020B0500000000000000" pitchFamily="34" charset="-122"/>
                  <a:ea typeface="LiHei Pro" panose="020B0500000000000000" pitchFamily="34" charset="-122"/>
                </a:endParaRPr>
              </a:p>
            </p:txBody>
          </p:sp>
        </p:grpSp>
        <p:grpSp>
          <p:nvGrpSpPr>
            <p:cNvPr id="59" name="组合 58"/>
            <p:cNvGrpSpPr/>
            <p:nvPr/>
          </p:nvGrpSpPr>
          <p:grpSpPr>
            <a:xfrm>
              <a:off x="2094548" y="5327134"/>
              <a:ext cx="1845734" cy="350201"/>
              <a:chOff x="2080894" y="4828841"/>
              <a:chExt cx="1845734" cy="350201"/>
            </a:xfrm>
          </p:grpSpPr>
          <p:sp>
            <p:nvSpPr>
              <p:cNvPr id="60" name="圆角矩形 59"/>
              <p:cNvSpPr/>
              <p:nvPr/>
            </p:nvSpPr>
            <p:spPr>
              <a:xfrm>
                <a:off x="2080894" y="4880791"/>
                <a:ext cx="265433" cy="265433"/>
              </a:xfrm>
              <a:prstGeom prst="roundRect">
                <a:avLst/>
              </a:prstGeom>
              <a:solidFill>
                <a:schemeClr val="tx1"/>
              </a:solidFill>
              <a:ln w="19050">
                <a:gradFill flip="none" rotWithShape="1">
                  <a:gsLst>
                    <a:gs pos="0">
                      <a:schemeClr val="bg1">
                        <a:lumMod val="75000"/>
                      </a:schemeClr>
                    </a:gs>
                    <a:gs pos="100000">
                      <a:schemeClr val="bg1"/>
                    </a:gs>
                  </a:gsLst>
                  <a:lin ang="2700000" scaled="1"/>
                  <a:tileRect/>
                </a:gradFill>
              </a:ln>
              <a:effectLst>
                <a:innerShdw blurRad="508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1" name="文本框 97"/>
              <p:cNvSpPr txBox="1"/>
              <p:nvPr/>
            </p:nvSpPr>
            <p:spPr>
              <a:xfrm>
                <a:off x="2346327" y="4828841"/>
                <a:ext cx="1580301" cy="350201"/>
              </a:xfrm>
              <a:prstGeom prst="rect">
                <a:avLst/>
              </a:prstGeom>
              <a:noFill/>
            </p:spPr>
            <p:txBody>
              <a:bodyPr wrap="square" rtlCol="0">
                <a:spAutoFit/>
              </a:bodyPr>
              <a:lstStyle/>
              <a:p>
                <a:r>
                  <a:rPr lang="en-US" altLang="zh-CN" dirty="0">
                    <a:solidFill>
                      <a:prstClr val="black">
                        <a:lumMod val="50000"/>
                        <a:lumOff val="50000"/>
                      </a:prstClr>
                    </a:solidFill>
                    <a:latin typeface="LiHei Pro" panose="020B0500000000000000" pitchFamily="34" charset="-122"/>
                    <a:ea typeface="LiHei Pro" panose="020B0500000000000000" pitchFamily="34" charset="-122"/>
                  </a:rPr>
                  <a:t>TEXT HERE</a:t>
                </a:r>
                <a:endParaRPr lang="zh-CN" altLang="en-US" dirty="0">
                  <a:solidFill>
                    <a:prstClr val="black">
                      <a:lumMod val="50000"/>
                      <a:lumOff val="50000"/>
                    </a:prstClr>
                  </a:solidFill>
                  <a:latin typeface="LiHei Pro" panose="020B0500000000000000" pitchFamily="34" charset="-122"/>
                  <a:ea typeface="LiHei Pro" panose="020B0500000000000000" pitchFamily="34" charset="-122"/>
                </a:endParaRPr>
              </a:p>
            </p:txBody>
          </p:sp>
        </p:grpSp>
      </p:grpSp>
      <p:cxnSp>
        <p:nvCxnSpPr>
          <p:cNvPr id="68" name="直接连接符 67"/>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9" name="椭圆 68"/>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TextBox 69"/>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利润分析</a:t>
            </a:r>
          </a:p>
        </p:txBody>
      </p:sp>
      <p:cxnSp>
        <p:nvCxnSpPr>
          <p:cNvPr id="72" name="直接连接符 71"/>
          <p:cNvCxnSpPr/>
          <p:nvPr/>
        </p:nvCxnSpPr>
        <p:spPr>
          <a:xfrm>
            <a:off x="3317170"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矩形 72"/>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501516019"/>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300"/>
                                        <p:tgtEl>
                                          <p:spTgt spid="68"/>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down)">
                                      <p:cBhvr>
                                        <p:cTn id="11" dur="300"/>
                                        <p:tgtEl>
                                          <p:spTgt spid="69"/>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500"/>
                                        <p:tgtEl>
                                          <p:spTgt spid="70"/>
                                        </p:tgtEl>
                                        <p:attrNameLst>
                                          <p:attrName>ppt_x</p:attrName>
                                        </p:attrNameLst>
                                      </p:cBhvr>
                                      <p:tavLst>
                                        <p:tav tm="0">
                                          <p:val>
                                            <p:strVal val="#ppt_x-#ppt_w*1.125000"/>
                                          </p:val>
                                        </p:tav>
                                        <p:tav tm="100000">
                                          <p:val>
                                            <p:strVal val="#ppt_x"/>
                                          </p:val>
                                        </p:tav>
                                      </p:tavLst>
                                    </p:anim>
                                    <p:animEffect transition="in" filter="wipe(right)">
                                      <p:cBhvr>
                                        <p:cTn id="16" dur="500"/>
                                        <p:tgtEl>
                                          <p:spTgt spid="70"/>
                                        </p:tgtEl>
                                      </p:cBhvr>
                                    </p:animEffect>
                                  </p:childTnLst>
                                </p:cTn>
                              </p:par>
                              <p:par>
                                <p:cTn id="17" presetID="12" presetClass="entr" presetSubtype="8" fill="hold" nodeType="withEffect">
                                  <p:stCondLst>
                                    <p:cond delay="0"/>
                                  </p:stCondLst>
                                  <p:childTnLst>
                                    <p:set>
                                      <p:cBhvr>
                                        <p:cTn id="18" dur="1" fill="hold">
                                          <p:stCondLst>
                                            <p:cond delay="0"/>
                                          </p:stCondLst>
                                        </p:cTn>
                                        <p:tgtEl>
                                          <p:spTgt spid="72"/>
                                        </p:tgtEl>
                                        <p:attrNameLst>
                                          <p:attrName>style.visibility</p:attrName>
                                        </p:attrNameLst>
                                      </p:cBhvr>
                                      <p:to>
                                        <p:strVal val="visible"/>
                                      </p:to>
                                    </p:set>
                                    <p:anim calcmode="lin" valueType="num">
                                      <p:cBhvr additive="base">
                                        <p:cTn id="19" dur="500"/>
                                        <p:tgtEl>
                                          <p:spTgt spid="72"/>
                                        </p:tgtEl>
                                        <p:attrNameLst>
                                          <p:attrName>ppt_x</p:attrName>
                                        </p:attrNameLst>
                                      </p:cBhvr>
                                      <p:tavLst>
                                        <p:tav tm="0">
                                          <p:val>
                                            <p:strVal val="#ppt_x-#ppt_w*1.125000"/>
                                          </p:val>
                                        </p:tav>
                                        <p:tav tm="100000">
                                          <p:val>
                                            <p:strVal val="#ppt_x"/>
                                          </p:val>
                                        </p:tav>
                                      </p:tavLst>
                                    </p:anim>
                                    <p:animEffect transition="in" filter="wipe(right)">
                                      <p:cBhvr>
                                        <p:cTn id="20" dur="500"/>
                                        <p:tgtEl>
                                          <p:spTgt spid="72"/>
                                        </p:tgtEl>
                                      </p:cBhvr>
                                    </p:animEffect>
                                  </p:childTnLst>
                                </p:cTn>
                              </p:par>
                            </p:childTnLst>
                          </p:cTn>
                        </p:par>
                        <p:par>
                          <p:cTn id="21" fill="hold">
                            <p:stCondLst>
                              <p:cond delay="1100"/>
                            </p:stCondLst>
                            <p:childTnLst>
                              <p:par>
                                <p:cTn id="22" presetID="21" presetClass="entr" presetSubtype="1"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heel(1)">
                                      <p:cBhvr>
                                        <p:cTn id="24" dur="1000"/>
                                        <p:tgtEl>
                                          <p:spTgt spid="4"/>
                                        </p:tgtEl>
                                      </p:cBhvr>
                                    </p:animEffect>
                                  </p:childTnLst>
                                </p:cTn>
                              </p:par>
                              <p:par>
                                <p:cTn id="25" presetID="21" presetClass="entr" presetSubtype="1"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heel(1)">
                                      <p:cBhvr>
                                        <p:cTn id="27" dur="1000"/>
                                        <p:tgtEl>
                                          <p:spTgt spid="9"/>
                                        </p:tgtEl>
                                      </p:cBhvr>
                                    </p:animEffect>
                                  </p:childTnLst>
                                </p:cTn>
                              </p:par>
                            </p:childTnLst>
                          </p:cTn>
                        </p:par>
                        <p:par>
                          <p:cTn id="28" fill="hold">
                            <p:stCondLst>
                              <p:cond delay="2100"/>
                            </p:stCondLst>
                            <p:childTnLst>
                              <p:par>
                                <p:cTn id="29" presetID="16" presetClass="entr" presetSubtype="21" fill="hold" grpId="0"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barn(inVertical)">
                                      <p:cBhvr>
                                        <p:cTn id="31" dur="500"/>
                                        <p:tgtEl>
                                          <p:spTgt spid="8"/>
                                        </p:tgtEl>
                                      </p:cBhvr>
                                    </p:animEffect>
                                  </p:childTnLst>
                                </p:cTn>
                              </p:par>
                              <p:par>
                                <p:cTn id="32" presetID="16" presetClass="entr" presetSubtype="21" fill="hold"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barn(inVertical)">
                                      <p:cBhvr>
                                        <p:cTn id="34" dur="500"/>
                                        <p:tgtEl>
                                          <p:spTgt spid="40"/>
                                        </p:tgtEl>
                                      </p:cBhvr>
                                    </p:animEffect>
                                  </p:childTnLst>
                                </p:cTn>
                              </p:par>
                            </p:childTnLst>
                          </p:cTn>
                        </p:par>
                        <p:par>
                          <p:cTn id="35" fill="hold">
                            <p:stCondLst>
                              <p:cond delay="2600"/>
                            </p:stCondLst>
                            <p:childTnLst>
                              <p:par>
                                <p:cTn id="36" presetID="21" presetClass="entr" presetSubtype="1" fill="hold"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21" presetClass="entr" presetSubtype="1"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heel(1)">
                                      <p:cBhvr>
                                        <p:cTn id="41" dur="1000"/>
                                        <p:tgtEl>
                                          <p:spTgt spid="5"/>
                                        </p:tgtEl>
                                      </p:cBhvr>
                                    </p:animEffect>
                                  </p:childTnLst>
                                </p:cTn>
                              </p:par>
                            </p:childTnLst>
                          </p:cTn>
                        </p:par>
                        <p:par>
                          <p:cTn id="42" fill="hold">
                            <p:stCondLst>
                              <p:cond delay="3600"/>
                            </p:stCondLst>
                            <p:childTnLst>
                              <p:par>
                                <p:cTn id="43" presetID="16" presetClass="entr" presetSubtype="21" fill="hold" nodeType="after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barn(inVertical)">
                                      <p:cBhvr>
                                        <p:cTn id="45" dur="500"/>
                                        <p:tgtEl>
                                          <p:spTgt spid="43"/>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barn(inVertical)">
                                      <p:cBhvr>
                                        <p:cTn id="48" dur="500"/>
                                        <p:tgtEl>
                                          <p:spTgt spid="37"/>
                                        </p:tgtEl>
                                      </p:cBhvr>
                                    </p:animEffect>
                                  </p:childTnLst>
                                </p:cTn>
                              </p:par>
                            </p:childTnLst>
                          </p:cTn>
                        </p:par>
                        <p:par>
                          <p:cTn id="49" fill="hold">
                            <p:stCondLst>
                              <p:cond delay="4100"/>
                            </p:stCondLst>
                            <p:childTnLst>
                              <p:par>
                                <p:cTn id="50" presetID="21" presetClass="entr" presetSubtype="1" fill="hold" grpId="0" nodeType="after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wheel(1)">
                                      <p:cBhvr>
                                        <p:cTn id="52" dur="1000"/>
                                        <p:tgtEl>
                                          <p:spTgt spid="6"/>
                                        </p:tgtEl>
                                      </p:cBhvr>
                                    </p:animEffect>
                                  </p:childTnLst>
                                </p:cTn>
                              </p:par>
                              <p:par>
                                <p:cTn id="53" presetID="21" presetClass="entr" presetSubtype="1" fill="hold" nodeType="with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wheel(1)">
                                      <p:cBhvr>
                                        <p:cTn id="55" dur="1000"/>
                                        <p:tgtEl>
                                          <p:spTgt spid="15"/>
                                        </p:tgtEl>
                                      </p:cBhvr>
                                    </p:animEffect>
                                  </p:childTnLst>
                                </p:cTn>
                              </p:par>
                            </p:childTnLst>
                          </p:cTn>
                        </p:par>
                        <p:par>
                          <p:cTn id="56" fill="hold">
                            <p:stCondLst>
                              <p:cond delay="5100"/>
                            </p:stCondLst>
                            <p:childTnLst>
                              <p:par>
                                <p:cTn id="57" presetID="16" presetClass="entr" presetSubtype="21"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barn(inVertical)">
                                      <p:cBhvr>
                                        <p:cTn id="59" dur="500"/>
                                        <p:tgtEl>
                                          <p:spTgt spid="38"/>
                                        </p:tgtEl>
                                      </p:cBhvr>
                                    </p:animEffect>
                                  </p:childTnLst>
                                </p:cTn>
                              </p:par>
                              <p:par>
                                <p:cTn id="60" presetID="16" presetClass="entr" presetSubtype="21" fill="hold" nodeType="with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barn(inVertical)">
                                      <p:cBhvr>
                                        <p:cTn id="62" dur="500"/>
                                        <p:tgtEl>
                                          <p:spTgt spid="46"/>
                                        </p:tgtEl>
                                      </p:cBhvr>
                                    </p:animEffect>
                                  </p:childTnLst>
                                </p:cTn>
                              </p:par>
                            </p:childTnLst>
                          </p:cTn>
                        </p:par>
                        <p:par>
                          <p:cTn id="63" fill="hold">
                            <p:stCondLst>
                              <p:cond delay="5600"/>
                            </p:stCondLst>
                            <p:childTnLst>
                              <p:par>
                                <p:cTn id="64" presetID="21" presetClass="entr" presetSubtype="1" fill="hold" grpId="0" nodeType="after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wheel(1)">
                                      <p:cBhvr>
                                        <p:cTn id="66" dur="1000"/>
                                        <p:tgtEl>
                                          <p:spTgt spid="7"/>
                                        </p:tgtEl>
                                      </p:cBhvr>
                                    </p:animEffect>
                                  </p:childTnLst>
                                </p:cTn>
                              </p:par>
                              <p:par>
                                <p:cTn id="67" presetID="21" presetClass="entr" presetSubtype="1" fill="hold"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wheel(1)">
                                      <p:cBhvr>
                                        <p:cTn id="69" dur="1000"/>
                                        <p:tgtEl>
                                          <p:spTgt spid="21"/>
                                        </p:tgtEl>
                                      </p:cBhvr>
                                    </p:animEffect>
                                  </p:childTnLst>
                                </p:cTn>
                              </p:par>
                            </p:childTnLst>
                          </p:cTn>
                        </p:par>
                        <p:par>
                          <p:cTn id="70" fill="hold">
                            <p:stCondLst>
                              <p:cond delay="6600"/>
                            </p:stCondLst>
                            <p:childTnLst>
                              <p:par>
                                <p:cTn id="71" presetID="16" presetClass="entr" presetSubtype="21" fill="hold" grpId="0" nodeType="afterEffect">
                                  <p:stCondLst>
                                    <p:cond delay="0"/>
                                  </p:stCondLst>
                                  <p:childTnLst>
                                    <p:set>
                                      <p:cBhvr>
                                        <p:cTn id="72" dur="1" fill="hold">
                                          <p:stCondLst>
                                            <p:cond delay="0"/>
                                          </p:stCondLst>
                                        </p:cTn>
                                        <p:tgtEl>
                                          <p:spTgt spid="39"/>
                                        </p:tgtEl>
                                        <p:attrNameLst>
                                          <p:attrName>style.visibility</p:attrName>
                                        </p:attrNameLst>
                                      </p:cBhvr>
                                      <p:to>
                                        <p:strVal val="visible"/>
                                      </p:to>
                                    </p:set>
                                    <p:animEffect transition="in" filter="barn(inVertical)">
                                      <p:cBhvr>
                                        <p:cTn id="73" dur="500"/>
                                        <p:tgtEl>
                                          <p:spTgt spid="39"/>
                                        </p:tgtEl>
                                      </p:cBhvr>
                                    </p:animEffect>
                                  </p:childTnLst>
                                </p:cTn>
                              </p:par>
                              <p:par>
                                <p:cTn id="74" presetID="16" presetClass="entr" presetSubtype="21" fill="hold" nodeType="withEffect">
                                  <p:stCondLst>
                                    <p:cond delay="0"/>
                                  </p:stCondLst>
                                  <p:childTnLst>
                                    <p:set>
                                      <p:cBhvr>
                                        <p:cTn id="75" dur="1" fill="hold">
                                          <p:stCondLst>
                                            <p:cond delay="0"/>
                                          </p:stCondLst>
                                        </p:cTn>
                                        <p:tgtEl>
                                          <p:spTgt spid="49"/>
                                        </p:tgtEl>
                                        <p:attrNameLst>
                                          <p:attrName>style.visibility</p:attrName>
                                        </p:attrNameLst>
                                      </p:cBhvr>
                                      <p:to>
                                        <p:strVal val="visible"/>
                                      </p:to>
                                    </p:set>
                                    <p:animEffect transition="in" filter="barn(inVertical)">
                                      <p:cBhvr>
                                        <p:cTn id="76" dur="500"/>
                                        <p:tgtEl>
                                          <p:spTgt spid="49"/>
                                        </p:tgtEl>
                                      </p:cBhvr>
                                    </p:animEffect>
                                  </p:childTnLst>
                                </p:cTn>
                              </p:par>
                            </p:childTnLst>
                          </p:cTn>
                        </p:par>
                        <p:par>
                          <p:cTn id="77" fill="hold">
                            <p:stCondLst>
                              <p:cond delay="7100"/>
                            </p:stCondLst>
                            <p:childTnLst>
                              <p:par>
                                <p:cTn id="78" presetID="22" presetClass="entr" presetSubtype="8" fill="hold" nodeType="afterEffect">
                                  <p:stCondLst>
                                    <p:cond delay="0"/>
                                  </p:stCondLst>
                                  <p:childTnLst>
                                    <p:set>
                                      <p:cBhvr>
                                        <p:cTn id="79" dur="1" fill="hold">
                                          <p:stCondLst>
                                            <p:cond delay="0"/>
                                          </p:stCondLst>
                                        </p:cTn>
                                        <p:tgtEl>
                                          <p:spTgt spid="55"/>
                                        </p:tgtEl>
                                        <p:attrNameLst>
                                          <p:attrName>style.visibility</p:attrName>
                                        </p:attrNameLst>
                                      </p:cBhvr>
                                      <p:to>
                                        <p:strVal val="visible"/>
                                      </p:to>
                                    </p:set>
                                    <p:animEffect transition="in" filter="wipe(left)">
                                      <p:cBhvr>
                                        <p:cTn id="80" dur="500"/>
                                        <p:tgtEl>
                                          <p:spTgt spid="55"/>
                                        </p:tgtEl>
                                      </p:cBhvr>
                                    </p:animEffect>
                                  </p:childTnLst>
                                </p:cTn>
                              </p:par>
                            </p:childTnLst>
                          </p:cTn>
                        </p:par>
                        <p:par>
                          <p:cTn id="81" fill="hold">
                            <p:stCondLst>
                              <p:cond delay="7600"/>
                            </p:stCondLst>
                            <p:childTnLst>
                              <p:par>
                                <p:cTn id="82" presetID="16" presetClass="entr" presetSubtype="21" fill="hold" nodeType="after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barn(inVertical)">
                                      <p:cBhvr>
                                        <p:cTn id="8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Graphic spid="5" grpId="0">
        <p:bldAsOne/>
      </p:bldGraphic>
      <p:bldGraphic spid="6" grpId="0">
        <p:bldAsOne/>
      </p:bldGraphic>
      <p:bldGraphic spid="7" grpId="0">
        <p:bldAsOne/>
      </p:bldGraphic>
      <p:bldP spid="8" grpId="0"/>
      <p:bldP spid="37" grpId="0"/>
      <p:bldP spid="38" grpId="0"/>
      <p:bldP spid="39" grpId="0"/>
      <p:bldP spid="69" grpId="0" animBg="1"/>
      <p:bldP spid="7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平行四边形 3"/>
          <p:cNvSpPr/>
          <p:nvPr/>
        </p:nvSpPr>
        <p:spPr>
          <a:xfrm flipH="1">
            <a:off x="7082220" y="2196088"/>
            <a:ext cx="443108" cy="253780"/>
          </a:xfrm>
          <a:prstGeom prst="parallelogram">
            <a:avLst>
              <a:gd name="adj" fmla="val 55395"/>
            </a:avLst>
          </a:prstGeom>
          <a:gradFill flip="none" rotWithShape="1">
            <a:gsLst>
              <a:gs pos="0">
                <a:schemeClr val="bg1"/>
              </a:gs>
              <a:gs pos="100000">
                <a:schemeClr val="bg1">
                  <a:lumMod val="85000"/>
                </a:schemeClr>
              </a:gs>
            </a:gsLst>
            <a:lin ang="17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5" name="平行四边形 4"/>
          <p:cNvSpPr/>
          <p:nvPr/>
        </p:nvSpPr>
        <p:spPr>
          <a:xfrm flipH="1">
            <a:off x="6776743" y="2073893"/>
            <a:ext cx="448926"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6" name="平行四边形 5"/>
          <p:cNvSpPr/>
          <p:nvPr/>
        </p:nvSpPr>
        <p:spPr>
          <a:xfrm flipH="1">
            <a:off x="6471491" y="1953721"/>
            <a:ext cx="448925"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 name="平行四边形 6"/>
          <p:cNvSpPr/>
          <p:nvPr/>
        </p:nvSpPr>
        <p:spPr>
          <a:xfrm flipH="1">
            <a:off x="6170037" y="1832869"/>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8" name="平行四边形 7"/>
          <p:cNvSpPr/>
          <p:nvPr/>
        </p:nvSpPr>
        <p:spPr>
          <a:xfrm flipH="1">
            <a:off x="5866572" y="1709999"/>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9" name="平行四边形 8"/>
          <p:cNvSpPr/>
          <p:nvPr/>
        </p:nvSpPr>
        <p:spPr>
          <a:xfrm flipH="1">
            <a:off x="5562212" y="1587142"/>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0" name="平行四边形 9"/>
          <p:cNvSpPr/>
          <p:nvPr/>
        </p:nvSpPr>
        <p:spPr>
          <a:xfrm flipH="1">
            <a:off x="5255392" y="1468648"/>
            <a:ext cx="447815"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1" name="平行四边形 10"/>
          <p:cNvSpPr/>
          <p:nvPr/>
        </p:nvSpPr>
        <p:spPr>
          <a:xfrm flipH="1">
            <a:off x="4952812" y="1345938"/>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2" name="任意多边形 11"/>
          <p:cNvSpPr/>
          <p:nvPr/>
        </p:nvSpPr>
        <p:spPr>
          <a:xfrm>
            <a:off x="5091358" y="1597891"/>
            <a:ext cx="2435991" cy="2177360"/>
          </a:xfrm>
          <a:custGeom>
            <a:avLst/>
            <a:gdLst>
              <a:gd name="connsiteX0" fmla="*/ 5745 w 2309807"/>
              <a:gd name="connsiteY0" fmla="*/ 1734172 h 2064573"/>
              <a:gd name="connsiteX1" fmla="*/ 139045 w 2309807"/>
              <a:gd name="connsiteY1" fmla="*/ 1974807 h 2064573"/>
              <a:gd name="connsiteX2" fmla="*/ 425892 w 2309807"/>
              <a:gd name="connsiteY2" fmla="*/ 1974807 h 2064573"/>
              <a:gd name="connsiteX3" fmla="*/ 292592 w 2309807"/>
              <a:gd name="connsiteY3" fmla="*/ 1734172 h 2064573"/>
              <a:gd name="connsiteX4" fmla="*/ 579879 w 2309807"/>
              <a:gd name="connsiteY4" fmla="*/ 1505363 h 2064573"/>
              <a:gd name="connsiteX5" fmla="*/ 712622 w 2309807"/>
              <a:gd name="connsiteY5" fmla="*/ 1744994 h 2064573"/>
              <a:gd name="connsiteX6" fmla="*/ 714974 w 2309807"/>
              <a:gd name="connsiteY6" fmla="*/ 1744994 h 2064573"/>
              <a:gd name="connsiteX7" fmla="*/ 714974 w 2309807"/>
              <a:gd name="connsiteY7" fmla="*/ 1857899 h 2064573"/>
              <a:gd name="connsiteX8" fmla="*/ 713646 w 2309807"/>
              <a:gd name="connsiteY8" fmla="*/ 1855502 h 2064573"/>
              <a:gd name="connsiteX9" fmla="*/ 713646 w 2309807"/>
              <a:gd name="connsiteY9" fmla="*/ 1748198 h 2064573"/>
              <a:gd name="connsiteX10" fmla="*/ 1508256 w 2309807"/>
              <a:gd name="connsiteY10" fmla="*/ 1386948 h 2064573"/>
              <a:gd name="connsiteX11" fmla="*/ 1580691 w 2309807"/>
              <a:gd name="connsiteY11" fmla="*/ 1513434 h 2064573"/>
              <a:gd name="connsiteX12" fmla="*/ 1578323 w 2309807"/>
              <a:gd name="connsiteY12" fmla="*/ 1513434 h 2064573"/>
              <a:gd name="connsiteX13" fmla="*/ 1867143 w 2309807"/>
              <a:gd name="connsiteY13" fmla="*/ 1285048 h 2064573"/>
              <a:gd name="connsiteX14" fmla="*/ 1869877 w 2309807"/>
              <a:gd name="connsiteY14" fmla="*/ 1285048 h 2064573"/>
              <a:gd name="connsiteX15" fmla="*/ 1869877 w 2309807"/>
              <a:gd name="connsiteY15" fmla="*/ 1397943 h 2064573"/>
              <a:gd name="connsiteX16" fmla="*/ 1869080 w 2309807"/>
              <a:gd name="connsiteY16" fmla="*/ 1397943 h 2064573"/>
              <a:gd name="connsiteX17" fmla="*/ 1869080 w 2309807"/>
              <a:gd name="connsiteY17" fmla="*/ 1288565 h 2064573"/>
              <a:gd name="connsiteX18" fmla="*/ 0 w 2309807"/>
              <a:gd name="connsiteY18" fmla="*/ 0 h 2064573"/>
              <a:gd name="connsiteX19" fmla="*/ 288726 w 2309807"/>
              <a:gd name="connsiteY19" fmla="*/ 0 h 2064573"/>
              <a:gd name="connsiteX20" fmla="*/ 288726 w 2309807"/>
              <a:gd name="connsiteY20" fmla="*/ 115490 h 2064573"/>
              <a:gd name="connsiteX21" fmla="*/ 577452 w 2309807"/>
              <a:gd name="connsiteY21" fmla="*/ 115490 h 2064573"/>
              <a:gd name="connsiteX22" fmla="*/ 577452 w 2309807"/>
              <a:gd name="connsiteY22" fmla="*/ 230981 h 2064573"/>
              <a:gd name="connsiteX23" fmla="*/ 866178 w 2309807"/>
              <a:gd name="connsiteY23" fmla="*/ 230981 h 2064573"/>
              <a:gd name="connsiteX24" fmla="*/ 866178 w 2309807"/>
              <a:gd name="connsiteY24" fmla="*/ 346471 h 2064573"/>
              <a:gd name="connsiteX25" fmla="*/ 1154904 w 2309807"/>
              <a:gd name="connsiteY25" fmla="*/ 346471 h 2064573"/>
              <a:gd name="connsiteX26" fmla="*/ 1154904 w 2309807"/>
              <a:gd name="connsiteY26" fmla="*/ 461962 h 2064573"/>
              <a:gd name="connsiteX27" fmla="*/ 1443630 w 2309807"/>
              <a:gd name="connsiteY27" fmla="*/ 461962 h 2064573"/>
              <a:gd name="connsiteX28" fmla="*/ 1443630 w 2309807"/>
              <a:gd name="connsiteY28" fmla="*/ 577452 h 2064573"/>
              <a:gd name="connsiteX29" fmla="*/ 1732355 w 2309807"/>
              <a:gd name="connsiteY29" fmla="*/ 577452 h 2064573"/>
              <a:gd name="connsiteX30" fmla="*/ 1732355 w 2309807"/>
              <a:gd name="connsiteY30" fmla="*/ 692942 h 2064573"/>
              <a:gd name="connsiteX31" fmla="*/ 2021081 w 2309807"/>
              <a:gd name="connsiteY31" fmla="*/ 692942 h 2064573"/>
              <a:gd name="connsiteX32" fmla="*/ 2021081 w 2309807"/>
              <a:gd name="connsiteY32" fmla="*/ 809075 h 2064573"/>
              <a:gd name="connsiteX33" fmla="*/ 2309807 w 2309807"/>
              <a:gd name="connsiteY33" fmla="*/ 809075 h 2064573"/>
              <a:gd name="connsiteX34" fmla="*/ 2309807 w 2309807"/>
              <a:gd name="connsiteY34" fmla="*/ 928060 h 2064573"/>
              <a:gd name="connsiteX35" fmla="*/ 2024849 w 2309807"/>
              <a:gd name="connsiteY35" fmla="*/ 928060 h 2064573"/>
              <a:gd name="connsiteX36" fmla="*/ 2158149 w 2309807"/>
              <a:gd name="connsiteY36" fmla="*/ 1168695 h 2064573"/>
              <a:gd name="connsiteX37" fmla="*/ 2158603 w 2309807"/>
              <a:gd name="connsiteY37" fmla="*/ 1168695 h 2064573"/>
              <a:gd name="connsiteX38" fmla="*/ 2158603 w 2309807"/>
              <a:gd name="connsiteY38" fmla="*/ 1282453 h 2064573"/>
              <a:gd name="connsiteX39" fmla="*/ 2158098 w 2309807"/>
              <a:gd name="connsiteY39" fmla="*/ 1282453 h 2064573"/>
              <a:gd name="connsiteX40" fmla="*/ 2158098 w 2309807"/>
              <a:gd name="connsiteY40" fmla="*/ 1171896 h 2064573"/>
              <a:gd name="connsiteX41" fmla="*/ 2023780 w 2309807"/>
              <a:gd name="connsiteY41" fmla="*/ 928060 h 2064573"/>
              <a:gd name="connsiteX42" fmla="*/ 2023780 w 2309807"/>
              <a:gd name="connsiteY42" fmla="*/ 1041212 h 2064573"/>
              <a:gd name="connsiteX43" fmla="*/ 2156669 w 2309807"/>
              <a:gd name="connsiteY43" fmla="*/ 1282453 h 2064573"/>
              <a:gd name="connsiteX44" fmla="*/ 2156654 w 2309807"/>
              <a:gd name="connsiteY44" fmla="*/ 1282453 h 2064573"/>
              <a:gd name="connsiteX45" fmla="*/ 2024791 w 2309807"/>
              <a:gd name="connsiteY45" fmla="*/ 1044413 h 2064573"/>
              <a:gd name="connsiteX46" fmla="*/ 1733479 w 2309807"/>
              <a:gd name="connsiteY46" fmla="*/ 1044413 h 2064573"/>
              <a:gd name="connsiteX47" fmla="*/ 1734761 w 2309807"/>
              <a:gd name="connsiteY47" fmla="*/ 1046727 h 2064573"/>
              <a:gd name="connsiteX48" fmla="*/ 1734761 w 2309807"/>
              <a:gd name="connsiteY48" fmla="*/ 1155478 h 2064573"/>
              <a:gd name="connsiteX49" fmla="*/ 1868325 w 2309807"/>
              <a:gd name="connsiteY49" fmla="*/ 1397943 h 2064573"/>
              <a:gd name="connsiteX50" fmla="*/ 1581151 w 2309807"/>
              <a:gd name="connsiteY50" fmla="*/ 1397943 h 2064573"/>
              <a:gd name="connsiteX51" fmla="*/ 1581151 w 2309807"/>
              <a:gd name="connsiteY51" fmla="*/ 1513434 h 2064573"/>
              <a:gd name="connsiteX52" fmla="*/ 1580958 w 2309807"/>
              <a:gd name="connsiteY52" fmla="*/ 1513434 h 2064573"/>
              <a:gd name="connsiteX53" fmla="*/ 1580958 w 2309807"/>
              <a:gd name="connsiteY53" fmla="*/ 1397403 h 2064573"/>
              <a:gd name="connsiteX54" fmla="*/ 1867165 w 2309807"/>
              <a:gd name="connsiteY54" fmla="*/ 1397403 h 2064573"/>
              <a:gd name="connsiteX55" fmla="*/ 1733865 w 2309807"/>
              <a:gd name="connsiteY55" fmla="*/ 1156768 h 2064573"/>
              <a:gd name="connsiteX56" fmla="*/ 1447016 w 2309807"/>
              <a:gd name="connsiteY56" fmla="*/ 1156768 h 2064573"/>
              <a:gd name="connsiteX57" fmla="*/ 1514070 w 2309807"/>
              <a:gd name="connsiteY57" fmla="*/ 1277814 h 2064573"/>
              <a:gd name="connsiteX58" fmla="*/ 1443292 w 2309807"/>
              <a:gd name="connsiteY58" fmla="*/ 1154223 h 2064573"/>
              <a:gd name="connsiteX59" fmla="*/ 1443292 w 2309807"/>
              <a:gd name="connsiteY59" fmla="*/ 1273263 h 2064573"/>
              <a:gd name="connsiteX60" fmla="*/ 1158422 w 2309807"/>
              <a:gd name="connsiteY60" fmla="*/ 1273263 h 2064573"/>
              <a:gd name="connsiteX61" fmla="*/ 1291721 w 2309807"/>
              <a:gd name="connsiteY61" fmla="*/ 1513897 h 2064573"/>
              <a:gd name="connsiteX62" fmla="*/ 1292426 w 2309807"/>
              <a:gd name="connsiteY62" fmla="*/ 1513897 h 2064573"/>
              <a:gd name="connsiteX63" fmla="*/ 1292426 w 2309807"/>
              <a:gd name="connsiteY63" fmla="*/ 1516528 h 2064573"/>
              <a:gd name="connsiteX64" fmla="*/ 1158421 w 2309807"/>
              <a:gd name="connsiteY64" fmla="*/ 1273262 h 2064573"/>
              <a:gd name="connsiteX65" fmla="*/ 1158421 w 2309807"/>
              <a:gd name="connsiteY65" fmla="*/ 1386570 h 2064573"/>
              <a:gd name="connsiteX66" fmla="*/ 1291924 w 2309807"/>
              <a:gd name="connsiteY66" fmla="*/ 1628924 h 2064573"/>
              <a:gd name="connsiteX67" fmla="*/ 1290004 w 2309807"/>
              <a:gd name="connsiteY67" fmla="*/ 1628924 h 2064573"/>
              <a:gd name="connsiteX68" fmla="*/ 1157523 w 2309807"/>
              <a:gd name="connsiteY68" fmla="*/ 1389768 h 2064573"/>
              <a:gd name="connsiteX69" fmla="*/ 870676 w 2309807"/>
              <a:gd name="connsiteY69" fmla="*/ 1389768 h 2064573"/>
              <a:gd name="connsiteX70" fmla="*/ 1003700 w 2309807"/>
              <a:gd name="connsiteY70" fmla="*/ 1629905 h 2064573"/>
              <a:gd name="connsiteX71" fmla="*/ 1003700 w 2309807"/>
              <a:gd name="connsiteY71" fmla="*/ 1742658 h 2064573"/>
              <a:gd name="connsiteX72" fmla="*/ 1001384 w 2309807"/>
              <a:gd name="connsiteY72" fmla="*/ 1738477 h 2064573"/>
              <a:gd name="connsiteX73" fmla="*/ 1001384 w 2309807"/>
              <a:gd name="connsiteY73" fmla="*/ 1627054 h 2064573"/>
              <a:gd name="connsiteX74" fmla="*/ 870674 w 2309807"/>
              <a:gd name="connsiteY74" fmla="*/ 1389768 h 2064573"/>
              <a:gd name="connsiteX75" fmla="*/ 870674 w 2309807"/>
              <a:gd name="connsiteY75" fmla="*/ 1504360 h 2064573"/>
              <a:gd name="connsiteX76" fmla="*/ 579326 w 2309807"/>
              <a:gd name="connsiteY76" fmla="*/ 1504360 h 2064573"/>
              <a:gd name="connsiteX77" fmla="*/ 579325 w 2309807"/>
              <a:gd name="connsiteY77" fmla="*/ 1504358 h 2064573"/>
              <a:gd name="connsiteX78" fmla="*/ 579325 w 2309807"/>
              <a:gd name="connsiteY78" fmla="*/ 1504360 h 2064573"/>
              <a:gd name="connsiteX79" fmla="*/ 579323 w 2309807"/>
              <a:gd name="connsiteY79" fmla="*/ 1504360 h 2064573"/>
              <a:gd name="connsiteX80" fmla="*/ 579325 w 2309807"/>
              <a:gd name="connsiteY80" fmla="*/ 1504363 h 2064573"/>
              <a:gd name="connsiteX81" fmla="*/ 579325 w 2309807"/>
              <a:gd name="connsiteY81" fmla="*/ 1615103 h 2064573"/>
              <a:gd name="connsiteX82" fmla="*/ 581090 w 2309807"/>
              <a:gd name="connsiteY82" fmla="*/ 1618307 h 2064573"/>
              <a:gd name="connsiteX83" fmla="*/ 289880 w 2309807"/>
              <a:gd name="connsiteY83" fmla="*/ 1618307 h 2064573"/>
              <a:gd name="connsiteX84" fmla="*/ 291582 w 2309807"/>
              <a:gd name="connsiteY84" fmla="*/ 1621378 h 2064573"/>
              <a:gd name="connsiteX85" fmla="*/ 291582 w 2309807"/>
              <a:gd name="connsiteY85" fmla="*/ 1730973 h 2064573"/>
              <a:gd name="connsiteX86" fmla="*/ 425900 w 2309807"/>
              <a:gd name="connsiteY86" fmla="*/ 1974808 h 2064573"/>
              <a:gd name="connsiteX87" fmla="*/ 425900 w 2309807"/>
              <a:gd name="connsiteY87" fmla="*/ 1864057 h 2064573"/>
              <a:gd name="connsiteX88" fmla="*/ 405651 w 2309807"/>
              <a:gd name="connsiteY88" fmla="*/ 1827298 h 2064573"/>
              <a:gd name="connsiteX89" fmla="*/ 423180 w 2309807"/>
              <a:gd name="connsiteY89" fmla="*/ 1858942 h 2064573"/>
              <a:gd name="connsiteX90" fmla="*/ 713645 w 2309807"/>
              <a:gd name="connsiteY90" fmla="*/ 1858942 h 2064573"/>
              <a:gd name="connsiteX91" fmla="*/ 713646 w 2309807"/>
              <a:gd name="connsiteY91" fmla="*/ 1858943 h 2064573"/>
              <a:gd name="connsiteX92" fmla="*/ 713646 w 2309807"/>
              <a:gd name="connsiteY92" fmla="*/ 1858942 h 2064573"/>
              <a:gd name="connsiteX93" fmla="*/ 714974 w 2309807"/>
              <a:gd name="connsiteY93" fmla="*/ 1858942 h 2064573"/>
              <a:gd name="connsiteX94" fmla="*/ 714974 w 2309807"/>
              <a:gd name="connsiteY94" fmla="*/ 1859905 h 2064573"/>
              <a:gd name="connsiteX95" fmla="*/ 426248 w 2309807"/>
              <a:gd name="connsiteY95" fmla="*/ 1859905 h 2064573"/>
              <a:gd name="connsiteX96" fmla="*/ 426248 w 2309807"/>
              <a:gd name="connsiteY96" fmla="*/ 1976038 h 2064573"/>
              <a:gd name="connsiteX97" fmla="*/ 137522 w 2309807"/>
              <a:gd name="connsiteY97" fmla="*/ 1976038 h 2064573"/>
              <a:gd name="connsiteX98" fmla="*/ 137522 w 2309807"/>
              <a:gd name="connsiteY98" fmla="*/ 1976590 h 2064573"/>
              <a:gd name="connsiteX99" fmla="*/ 5732 w 2309807"/>
              <a:gd name="connsiteY99" fmla="*/ 1734174 h 2064573"/>
              <a:gd name="connsiteX100" fmla="*/ 5732 w 2309807"/>
              <a:gd name="connsiteY100" fmla="*/ 2064573 h 2064573"/>
              <a:gd name="connsiteX101" fmla="*/ 0 w 2309807"/>
              <a:gd name="connsiteY101" fmla="*/ 2064573 h 2064573"/>
              <a:gd name="connsiteX102" fmla="*/ 0 w 2309807"/>
              <a:gd name="connsiteY102" fmla="*/ 1149129 h 2064573"/>
              <a:gd name="connsiteX103" fmla="*/ 0 w 2309807"/>
              <a:gd name="connsiteY103" fmla="*/ 1149128 h 206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09807" h="2064573">
                <a:moveTo>
                  <a:pt x="5745" y="1734172"/>
                </a:moveTo>
                <a:lnTo>
                  <a:pt x="139045" y="1974807"/>
                </a:lnTo>
                <a:lnTo>
                  <a:pt x="425892" y="1974807"/>
                </a:lnTo>
                <a:lnTo>
                  <a:pt x="292592" y="1734172"/>
                </a:lnTo>
                <a:close/>
                <a:moveTo>
                  <a:pt x="579879" y="1505363"/>
                </a:moveTo>
                <a:lnTo>
                  <a:pt x="712622" y="1744994"/>
                </a:lnTo>
                <a:lnTo>
                  <a:pt x="714974" y="1744994"/>
                </a:lnTo>
                <a:lnTo>
                  <a:pt x="714974" y="1857899"/>
                </a:lnTo>
                <a:lnTo>
                  <a:pt x="713646" y="1855502"/>
                </a:lnTo>
                <a:lnTo>
                  <a:pt x="713646" y="1748198"/>
                </a:lnTo>
                <a:close/>
                <a:moveTo>
                  <a:pt x="1508256" y="1386948"/>
                </a:moveTo>
                <a:lnTo>
                  <a:pt x="1580691" y="1513434"/>
                </a:lnTo>
                <a:lnTo>
                  <a:pt x="1578323" y="1513434"/>
                </a:lnTo>
                <a:close/>
                <a:moveTo>
                  <a:pt x="1867143" y="1285048"/>
                </a:moveTo>
                <a:lnTo>
                  <a:pt x="1869877" y="1285048"/>
                </a:lnTo>
                <a:lnTo>
                  <a:pt x="1869877" y="1397943"/>
                </a:lnTo>
                <a:lnTo>
                  <a:pt x="1869080" y="1397943"/>
                </a:lnTo>
                <a:lnTo>
                  <a:pt x="1869080" y="1288565"/>
                </a:lnTo>
                <a:close/>
                <a:moveTo>
                  <a:pt x="0" y="0"/>
                </a:moveTo>
                <a:lnTo>
                  <a:pt x="288726" y="0"/>
                </a:lnTo>
                <a:lnTo>
                  <a:pt x="288726" y="115490"/>
                </a:lnTo>
                <a:lnTo>
                  <a:pt x="577452" y="115490"/>
                </a:lnTo>
                <a:lnTo>
                  <a:pt x="577452" y="230981"/>
                </a:lnTo>
                <a:lnTo>
                  <a:pt x="866178" y="230981"/>
                </a:lnTo>
                <a:lnTo>
                  <a:pt x="866178" y="346471"/>
                </a:lnTo>
                <a:lnTo>
                  <a:pt x="1154904" y="346471"/>
                </a:lnTo>
                <a:lnTo>
                  <a:pt x="1154904" y="461962"/>
                </a:lnTo>
                <a:lnTo>
                  <a:pt x="1443630" y="461962"/>
                </a:lnTo>
                <a:lnTo>
                  <a:pt x="1443630" y="577452"/>
                </a:lnTo>
                <a:lnTo>
                  <a:pt x="1732355" y="577452"/>
                </a:lnTo>
                <a:lnTo>
                  <a:pt x="1732355" y="692942"/>
                </a:lnTo>
                <a:lnTo>
                  <a:pt x="2021081" y="692942"/>
                </a:lnTo>
                <a:lnTo>
                  <a:pt x="2021081" y="809075"/>
                </a:lnTo>
                <a:lnTo>
                  <a:pt x="2309807" y="809075"/>
                </a:lnTo>
                <a:lnTo>
                  <a:pt x="2309807" y="928060"/>
                </a:lnTo>
                <a:lnTo>
                  <a:pt x="2024849" y="928060"/>
                </a:lnTo>
                <a:lnTo>
                  <a:pt x="2158149" y="1168695"/>
                </a:lnTo>
                <a:lnTo>
                  <a:pt x="2158603" y="1168695"/>
                </a:lnTo>
                <a:lnTo>
                  <a:pt x="2158603" y="1282453"/>
                </a:lnTo>
                <a:lnTo>
                  <a:pt x="2158098" y="1282453"/>
                </a:lnTo>
                <a:lnTo>
                  <a:pt x="2158098" y="1171896"/>
                </a:lnTo>
                <a:lnTo>
                  <a:pt x="2023780" y="928060"/>
                </a:lnTo>
                <a:lnTo>
                  <a:pt x="2023780" y="1041212"/>
                </a:lnTo>
                <a:lnTo>
                  <a:pt x="2156669" y="1282453"/>
                </a:lnTo>
                <a:lnTo>
                  <a:pt x="2156654" y="1282453"/>
                </a:lnTo>
                <a:lnTo>
                  <a:pt x="2024791" y="1044413"/>
                </a:lnTo>
                <a:lnTo>
                  <a:pt x="1733479" y="1044413"/>
                </a:lnTo>
                <a:lnTo>
                  <a:pt x="1734761" y="1046727"/>
                </a:lnTo>
                <a:lnTo>
                  <a:pt x="1734761" y="1155478"/>
                </a:lnTo>
                <a:lnTo>
                  <a:pt x="1868325" y="1397943"/>
                </a:lnTo>
                <a:lnTo>
                  <a:pt x="1581151" y="1397943"/>
                </a:lnTo>
                <a:lnTo>
                  <a:pt x="1581151" y="1513434"/>
                </a:lnTo>
                <a:lnTo>
                  <a:pt x="1580958" y="1513434"/>
                </a:lnTo>
                <a:lnTo>
                  <a:pt x="1580958" y="1397403"/>
                </a:lnTo>
                <a:lnTo>
                  <a:pt x="1867165" y="1397403"/>
                </a:lnTo>
                <a:lnTo>
                  <a:pt x="1733865" y="1156768"/>
                </a:lnTo>
                <a:lnTo>
                  <a:pt x="1447016" y="1156768"/>
                </a:lnTo>
                <a:lnTo>
                  <a:pt x="1514070" y="1277814"/>
                </a:lnTo>
                <a:lnTo>
                  <a:pt x="1443292" y="1154223"/>
                </a:lnTo>
                <a:lnTo>
                  <a:pt x="1443292" y="1273263"/>
                </a:lnTo>
                <a:lnTo>
                  <a:pt x="1158422" y="1273263"/>
                </a:lnTo>
                <a:lnTo>
                  <a:pt x="1291721" y="1513897"/>
                </a:lnTo>
                <a:lnTo>
                  <a:pt x="1292426" y="1513897"/>
                </a:lnTo>
                <a:lnTo>
                  <a:pt x="1292426" y="1516528"/>
                </a:lnTo>
                <a:lnTo>
                  <a:pt x="1158421" y="1273262"/>
                </a:lnTo>
                <a:lnTo>
                  <a:pt x="1158421" y="1386570"/>
                </a:lnTo>
                <a:lnTo>
                  <a:pt x="1291924" y="1628924"/>
                </a:lnTo>
                <a:lnTo>
                  <a:pt x="1290004" y="1628924"/>
                </a:lnTo>
                <a:lnTo>
                  <a:pt x="1157523" y="1389768"/>
                </a:lnTo>
                <a:lnTo>
                  <a:pt x="870676" y="1389768"/>
                </a:lnTo>
                <a:lnTo>
                  <a:pt x="1003700" y="1629905"/>
                </a:lnTo>
                <a:lnTo>
                  <a:pt x="1003700" y="1742658"/>
                </a:lnTo>
                <a:lnTo>
                  <a:pt x="1001384" y="1738477"/>
                </a:lnTo>
                <a:lnTo>
                  <a:pt x="1001384" y="1627054"/>
                </a:lnTo>
                <a:lnTo>
                  <a:pt x="870674" y="1389768"/>
                </a:lnTo>
                <a:lnTo>
                  <a:pt x="870674" y="1504360"/>
                </a:lnTo>
                <a:lnTo>
                  <a:pt x="579326" y="1504360"/>
                </a:lnTo>
                <a:lnTo>
                  <a:pt x="579325" y="1504358"/>
                </a:lnTo>
                <a:lnTo>
                  <a:pt x="579325" y="1504360"/>
                </a:lnTo>
                <a:lnTo>
                  <a:pt x="579323" y="1504360"/>
                </a:lnTo>
                <a:lnTo>
                  <a:pt x="579325" y="1504363"/>
                </a:lnTo>
                <a:lnTo>
                  <a:pt x="579325" y="1615103"/>
                </a:lnTo>
                <a:lnTo>
                  <a:pt x="581090" y="1618307"/>
                </a:lnTo>
                <a:lnTo>
                  <a:pt x="289880" y="1618307"/>
                </a:lnTo>
                <a:lnTo>
                  <a:pt x="291582" y="1621378"/>
                </a:lnTo>
                <a:lnTo>
                  <a:pt x="291582" y="1730973"/>
                </a:lnTo>
                <a:lnTo>
                  <a:pt x="425900" y="1974808"/>
                </a:lnTo>
                <a:lnTo>
                  <a:pt x="425900" y="1864057"/>
                </a:lnTo>
                <a:lnTo>
                  <a:pt x="405651" y="1827298"/>
                </a:lnTo>
                <a:lnTo>
                  <a:pt x="423180" y="1858942"/>
                </a:lnTo>
                <a:lnTo>
                  <a:pt x="713645" y="1858942"/>
                </a:lnTo>
                <a:lnTo>
                  <a:pt x="713646" y="1858943"/>
                </a:lnTo>
                <a:lnTo>
                  <a:pt x="713646" y="1858942"/>
                </a:lnTo>
                <a:lnTo>
                  <a:pt x="714974" y="1858942"/>
                </a:lnTo>
                <a:lnTo>
                  <a:pt x="714974" y="1859905"/>
                </a:lnTo>
                <a:lnTo>
                  <a:pt x="426248" y="1859905"/>
                </a:lnTo>
                <a:lnTo>
                  <a:pt x="426248" y="1976038"/>
                </a:lnTo>
                <a:lnTo>
                  <a:pt x="137522" y="1976038"/>
                </a:lnTo>
                <a:lnTo>
                  <a:pt x="137522" y="1976590"/>
                </a:lnTo>
                <a:lnTo>
                  <a:pt x="5732" y="1734174"/>
                </a:lnTo>
                <a:lnTo>
                  <a:pt x="5732" y="2064573"/>
                </a:lnTo>
                <a:lnTo>
                  <a:pt x="0" y="2064573"/>
                </a:lnTo>
                <a:lnTo>
                  <a:pt x="0" y="1149129"/>
                </a:lnTo>
                <a:lnTo>
                  <a:pt x="0" y="1149128"/>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3" name="平行四边形 12"/>
          <p:cNvSpPr/>
          <p:nvPr/>
        </p:nvSpPr>
        <p:spPr>
          <a:xfrm rot="16200000" flipH="1" flipV="1">
            <a:off x="2835817" y="3467502"/>
            <a:ext cx="4375121" cy="141015"/>
          </a:xfrm>
          <a:prstGeom prst="parallelogram">
            <a:avLst>
              <a:gd name="adj" fmla="val 18394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4" name="平行四边形 13"/>
          <p:cNvSpPr/>
          <p:nvPr/>
        </p:nvSpPr>
        <p:spPr>
          <a:xfrm flipH="1">
            <a:off x="5090679" y="3428320"/>
            <a:ext cx="443108" cy="253780"/>
          </a:xfrm>
          <a:prstGeom prst="parallelogram">
            <a:avLst>
              <a:gd name="adj" fmla="val 55395"/>
            </a:avLst>
          </a:prstGeom>
          <a:gradFill flip="none" rotWithShape="1">
            <a:gsLst>
              <a:gs pos="0">
                <a:schemeClr val="bg1"/>
              </a:gs>
              <a:gs pos="100000">
                <a:schemeClr val="bg1">
                  <a:lumMod val="85000"/>
                </a:schemeClr>
              </a:gs>
            </a:gsLst>
            <a:lin ang="6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5" name="平行四边形 14"/>
          <p:cNvSpPr/>
          <p:nvPr/>
        </p:nvSpPr>
        <p:spPr>
          <a:xfrm rot="5400000">
            <a:off x="5275978" y="3424295"/>
            <a:ext cx="373956" cy="141659"/>
          </a:xfrm>
          <a:prstGeom prst="parallelogram">
            <a:avLst>
              <a:gd name="adj" fmla="val 181535"/>
            </a:avLst>
          </a:prstGeom>
          <a:gradFill flip="none" rotWithShape="1">
            <a:gsLst>
              <a:gs pos="0">
                <a:schemeClr val="bg1">
                  <a:lumMod val="50000"/>
                  <a:alpha val="82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6" name="平行四边形 15"/>
          <p:cNvSpPr/>
          <p:nvPr/>
        </p:nvSpPr>
        <p:spPr>
          <a:xfrm flipH="1">
            <a:off x="5390334" y="3306126"/>
            <a:ext cx="448926"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7" name="平行四边形 16"/>
          <p:cNvSpPr/>
          <p:nvPr/>
        </p:nvSpPr>
        <p:spPr>
          <a:xfrm rot="5400000">
            <a:off x="5579443" y="3302101"/>
            <a:ext cx="373956" cy="141659"/>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8" name="平行四边形 17"/>
          <p:cNvSpPr/>
          <p:nvPr/>
        </p:nvSpPr>
        <p:spPr>
          <a:xfrm flipH="1">
            <a:off x="5695591" y="3185953"/>
            <a:ext cx="448925"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19" name="平行四边形 18"/>
          <p:cNvSpPr/>
          <p:nvPr/>
        </p:nvSpPr>
        <p:spPr>
          <a:xfrm rot="5400000">
            <a:off x="5884468" y="3183495"/>
            <a:ext cx="374634" cy="13785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0" name="平行四边形 19"/>
          <p:cNvSpPr/>
          <p:nvPr/>
        </p:nvSpPr>
        <p:spPr>
          <a:xfrm flipH="1">
            <a:off x="6002860" y="3065101"/>
            <a:ext cx="443108"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1" name="平行四边形 20"/>
          <p:cNvSpPr/>
          <p:nvPr/>
        </p:nvSpPr>
        <p:spPr>
          <a:xfrm rot="5400000">
            <a:off x="6188825" y="3059729"/>
            <a:ext cx="376653" cy="141659"/>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2" name="平行四边形 21"/>
          <p:cNvSpPr/>
          <p:nvPr/>
        </p:nvSpPr>
        <p:spPr>
          <a:xfrm flipH="1">
            <a:off x="6306326" y="2942231"/>
            <a:ext cx="443108"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3" name="平行四边形 22"/>
          <p:cNvSpPr/>
          <p:nvPr/>
        </p:nvSpPr>
        <p:spPr>
          <a:xfrm rot="5400000">
            <a:off x="6490284" y="2936865"/>
            <a:ext cx="376639" cy="141659"/>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4" name="平行四边形 23"/>
          <p:cNvSpPr/>
          <p:nvPr/>
        </p:nvSpPr>
        <p:spPr>
          <a:xfrm flipH="1">
            <a:off x="6610685" y="2819373"/>
            <a:ext cx="443108"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5" name="平行四边形 24"/>
          <p:cNvSpPr/>
          <p:nvPr/>
        </p:nvSpPr>
        <p:spPr>
          <a:xfrm rot="5400000">
            <a:off x="6798000" y="2817362"/>
            <a:ext cx="373956" cy="141659"/>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6" name="平行四边形 25"/>
          <p:cNvSpPr/>
          <p:nvPr/>
        </p:nvSpPr>
        <p:spPr>
          <a:xfrm flipH="1">
            <a:off x="6912798" y="2700880"/>
            <a:ext cx="447815"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7" name="平行四边形 26"/>
          <p:cNvSpPr/>
          <p:nvPr/>
        </p:nvSpPr>
        <p:spPr>
          <a:xfrm rot="5400000">
            <a:off x="7101539" y="2695586"/>
            <a:ext cx="376490" cy="141659"/>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8" name="平行四边形 27"/>
          <p:cNvSpPr/>
          <p:nvPr/>
        </p:nvSpPr>
        <p:spPr>
          <a:xfrm flipH="1">
            <a:off x="7220085" y="2578170"/>
            <a:ext cx="443108" cy="253780"/>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29" name="任意多边形 28"/>
          <p:cNvSpPr/>
          <p:nvPr/>
        </p:nvSpPr>
        <p:spPr>
          <a:xfrm flipH="1">
            <a:off x="5229656" y="2830123"/>
            <a:ext cx="2435991" cy="1964623"/>
          </a:xfrm>
          <a:custGeom>
            <a:avLst/>
            <a:gdLst>
              <a:gd name="connsiteX0" fmla="*/ 440516 w 2309807"/>
              <a:gd name="connsiteY0" fmla="*/ 1861894 h 1862856"/>
              <a:gd name="connsiteX1" fmla="*/ 216019 w 2309807"/>
              <a:gd name="connsiteY1" fmla="*/ 1861894 h 1862856"/>
              <a:gd name="connsiteX2" fmla="*/ 215486 w 2309807"/>
              <a:gd name="connsiteY2" fmla="*/ 1862856 h 1862856"/>
              <a:gd name="connsiteX3" fmla="*/ 440516 w 2309807"/>
              <a:gd name="connsiteY3" fmla="*/ 1862856 h 1862856"/>
              <a:gd name="connsiteX4" fmla="*/ 1017967 w 2309807"/>
              <a:gd name="connsiteY4" fmla="*/ 1631189 h 1862856"/>
              <a:gd name="connsiteX5" fmla="*/ 1017586 w 2309807"/>
              <a:gd name="connsiteY5" fmla="*/ 1631876 h 1862856"/>
              <a:gd name="connsiteX6" fmla="*/ 1017967 w 2309807"/>
              <a:gd name="connsiteY6" fmla="*/ 1631876 h 1862856"/>
              <a:gd name="connsiteX7" fmla="*/ 1306693 w 2309807"/>
              <a:gd name="connsiteY7" fmla="*/ 1512912 h 1862856"/>
              <a:gd name="connsiteX8" fmla="*/ 1304769 w 2309807"/>
              <a:gd name="connsiteY8" fmla="*/ 1516385 h 1862856"/>
              <a:gd name="connsiteX9" fmla="*/ 1306693 w 2309807"/>
              <a:gd name="connsiteY9" fmla="*/ 1516385 h 1862856"/>
              <a:gd name="connsiteX10" fmla="*/ 1595419 w 2309807"/>
              <a:gd name="connsiteY10" fmla="*/ 1396182 h 1862856"/>
              <a:gd name="connsiteX11" fmla="*/ 1593107 w 2309807"/>
              <a:gd name="connsiteY11" fmla="*/ 1400356 h 1862856"/>
              <a:gd name="connsiteX12" fmla="*/ 1369044 w 2309807"/>
              <a:gd name="connsiteY12" fmla="*/ 1400356 h 1862856"/>
              <a:gd name="connsiteX13" fmla="*/ 1368745 w 2309807"/>
              <a:gd name="connsiteY13" fmla="*/ 1400895 h 1862856"/>
              <a:gd name="connsiteX14" fmla="*/ 1595419 w 2309807"/>
              <a:gd name="connsiteY14" fmla="*/ 1400895 h 1862856"/>
              <a:gd name="connsiteX15" fmla="*/ 288726 w 2309807"/>
              <a:gd name="connsiteY15" fmla="*/ 0 h 1862856"/>
              <a:gd name="connsiteX16" fmla="*/ 0 w 2309807"/>
              <a:gd name="connsiteY16" fmla="*/ 0 h 1862856"/>
              <a:gd name="connsiteX17" fmla="*/ 0 w 2309807"/>
              <a:gd name="connsiteY17" fmla="*/ 1149129 h 1862856"/>
              <a:gd name="connsiteX18" fmla="*/ 2325 w 2309807"/>
              <a:gd name="connsiteY18" fmla="*/ 1149129 h 1862856"/>
              <a:gd name="connsiteX19" fmla="*/ 2325 w 2309807"/>
              <a:gd name="connsiteY19" fmla="*/ 1737124 h 1862856"/>
              <a:gd name="connsiteX20" fmla="*/ 218232 w 2309807"/>
              <a:gd name="connsiteY20" fmla="*/ 1737124 h 1862856"/>
              <a:gd name="connsiteX21" fmla="*/ 282415 w 2309807"/>
              <a:gd name="connsiteY21" fmla="*/ 1621259 h 1862856"/>
              <a:gd name="connsiteX22" fmla="*/ 508738 w 2309807"/>
              <a:gd name="connsiteY22" fmla="*/ 1621259 h 1862856"/>
              <a:gd name="connsiteX23" fmla="*/ 571859 w 2309807"/>
              <a:gd name="connsiteY23" fmla="*/ 1507312 h 1862856"/>
              <a:gd name="connsiteX24" fmla="*/ 799734 w 2309807"/>
              <a:gd name="connsiteY24" fmla="*/ 1507312 h 1862856"/>
              <a:gd name="connsiteX25" fmla="*/ 863212 w 2309807"/>
              <a:gd name="connsiteY25" fmla="*/ 1392720 h 1862856"/>
              <a:gd name="connsiteX26" fmla="*/ 1086418 w 2309807"/>
              <a:gd name="connsiteY26" fmla="*/ 1392720 h 1862856"/>
              <a:gd name="connsiteX27" fmla="*/ 1150957 w 2309807"/>
              <a:gd name="connsiteY27" fmla="*/ 1276214 h 1862856"/>
              <a:gd name="connsiteX28" fmla="*/ 1375021 w 2309807"/>
              <a:gd name="connsiteY28" fmla="*/ 1276214 h 1862856"/>
              <a:gd name="connsiteX29" fmla="*/ 1439552 w 2309807"/>
              <a:gd name="connsiteY29" fmla="*/ 1159721 h 1862856"/>
              <a:gd name="connsiteX30" fmla="*/ 1663775 w 2309807"/>
              <a:gd name="connsiteY30" fmla="*/ 1159721 h 1862856"/>
              <a:gd name="connsiteX31" fmla="*/ 1726015 w 2309807"/>
              <a:gd name="connsiteY31" fmla="*/ 1047365 h 1862856"/>
              <a:gd name="connsiteX32" fmla="*/ 1952931 w 2309807"/>
              <a:gd name="connsiteY32" fmla="*/ 1047365 h 1862856"/>
              <a:gd name="connsiteX33" fmla="*/ 2017385 w 2309807"/>
              <a:gd name="connsiteY33" fmla="*/ 931012 h 1862856"/>
              <a:gd name="connsiteX34" fmla="*/ 2304240 w 2309807"/>
              <a:gd name="connsiteY34" fmla="*/ 931012 h 1862856"/>
              <a:gd name="connsiteX35" fmla="*/ 2299103 w 2309807"/>
              <a:gd name="connsiteY35" fmla="*/ 940286 h 1862856"/>
              <a:gd name="connsiteX36" fmla="*/ 2309807 w 2309807"/>
              <a:gd name="connsiteY36" fmla="*/ 940286 h 1862856"/>
              <a:gd name="connsiteX37" fmla="*/ 2309807 w 2309807"/>
              <a:gd name="connsiteY37" fmla="*/ 809075 h 1862856"/>
              <a:gd name="connsiteX38" fmla="*/ 2021081 w 2309807"/>
              <a:gd name="connsiteY38" fmla="*/ 809075 h 1862856"/>
              <a:gd name="connsiteX39" fmla="*/ 2021081 w 2309807"/>
              <a:gd name="connsiteY39" fmla="*/ 692942 h 1862856"/>
              <a:gd name="connsiteX40" fmla="*/ 1732355 w 2309807"/>
              <a:gd name="connsiteY40" fmla="*/ 692942 h 1862856"/>
              <a:gd name="connsiteX41" fmla="*/ 1732355 w 2309807"/>
              <a:gd name="connsiteY41" fmla="*/ 577452 h 1862856"/>
              <a:gd name="connsiteX42" fmla="*/ 1443630 w 2309807"/>
              <a:gd name="connsiteY42" fmla="*/ 577452 h 1862856"/>
              <a:gd name="connsiteX43" fmla="*/ 1443630 w 2309807"/>
              <a:gd name="connsiteY43" fmla="*/ 461961 h 1862856"/>
              <a:gd name="connsiteX44" fmla="*/ 1154904 w 2309807"/>
              <a:gd name="connsiteY44" fmla="*/ 461961 h 1862856"/>
              <a:gd name="connsiteX45" fmla="*/ 1154904 w 2309807"/>
              <a:gd name="connsiteY45" fmla="*/ 346471 h 1862856"/>
              <a:gd name="connsiteX46" fmla="*/ 866178 w 2309807"/>
              <a:gd name="connsiteY46" fmla="*/ 346471 h 1862856"/>
              <a:gd name="connsiteX47" fmla="*/ 866178 w 2309807"/>
              <a:gd name="connsiteY47" fmla="*/ 230981 h 1862856"/>
              <a:gd name="connsiteX48" fmla="*/ 577452 w 2309807"/>
              <a:gd name="connsiteY48" fmla="*/ 230981 h 1862856"/>
              <a:gd name="connsiteX49" fmla="*/ 577452 w 2309807"/>
              <a:gd name="connsiteY49" fmla="*/ 115490 h 1862856"/>
              <a:gd name="connsiteX50" fmla="*/ 288726 w 2309807"/>
              <a:gd name="connsiteY50" fmla="*/ 115490 h 186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309807" h="1862856">
                <a:moveTo>
                  <a:pt x="440516" y="1861894"/>
                </a:moveTo>
                <a:lnTo>
                  <a:pt x="216019" y="1861894"/>
                </a:lnTo>
                <a:lnTo>
                  <a:pt x="215486" y="1862856"/>
                </a:lnTo>
                <a:lnTo>
                  <a:pt x="440516" y="1862856"/>
                </a:lnTo>
                <a:close/>
                <a:moveTo>
                  <a:pt x="1017967" y="1631189"/>
                </a:moveTo>
                <a:lnTo>
                  <a:pt x="1017586" y="1631876"/>
                </a:lnTo>
                <a:lnTo>
                  <a:pt x="1017967" y="1631876"/>
                </a:lnTo>
                <a:close/>
                <a:moveTo>
                  <a:pt x="1306693" y="1512912"/>
                </a:moveTo>
                <a:lnTo>
                  <a:pt x="1304769" y="1516385"/>
                </a:lnTo>
                <a:lnTo>
                  <a:pt x="1306693" y="1516385"/>
                </a:lnTo>
                <a:close/>
                <a:moveTo>
                  <a:pt x="1595419" y="1396182"/>
                </a:moveTo>
                <a:lnTo>
                  <a:pt x="1593107" y="1400356"/>
                </a:lnTo>
                <a:lnTo>
                  <a:pt x="1369044" y="1400356"/>
                </a:lnTo>
                <a:lnTo>
                  <a:pt x="1368745" y="1400895"/>
                </a:lnTo>
                <a:lnTo>
                  <a:pt x="1595419" y="1400895"/>
                </a:lnTo>
                <a:close/>
                <a:moveTo>
                  <a:pt x="288726" y="0"/>
                </a:moveTo>
                <a:lnTo>
                  <a:pt x="0" y="0"/>
                </a:lnTo>
                <a:lnTo>
                  <a:pt x="0" y="1149129"/>
                </a:lnTo>
                <a:lnTo>
                  <a:pt x="2325" y="1149129"/>
                </a:lnTo>
                <a:lnTo>
                  <a:pt x="2325" y="1737124"/>
                </a:lnTo>
                <a:lnTo>
                  <a:pt x="218232" y="1737124"/>
                </a:lnTo>
                <a:lnTo>
                  <a:pt x="282415" y="1621259"/>
                </a:lnTo>
                <a:lnTo>
                  <a:pt x="508738" y="1621259"/>
                </a:lnTo>
                <a:lnTo>
                  <a:pt x="571859" y="1507312"/>
                </a:lnTo>
                <a:lnTo>
                  <a:pt x="799734" y="1507312"/>
                </a:lnTo>
                <a:lnTo>
                  <a:pt x="863212" y="1392720"/>
                </a:lnTo>
                <a:lnTo>
                  <a:pt x="1086418" y="1392720"/>
                </a:lnTo>
                <a:lnTo>
                  <a:pt x="1150957" y="1276214"/>
                </a:lnTo>
                <a:lnTo>
                  <a:pt x="1375021" y="1276214"/>
                </a:lnTo>
                <a:lnTo>
                  <a:pt x="1439552" y="1159721"/>
                </a:lnTo>
                <a:lnTo>
                  <a:pt x="1663775" y="1159721"/>
                </a:lnTo>
                <a:lnTo>
                  <a:pt x="1726015" y="1047365"/>
                </a:lnTo>
                <a:lnTo>
                  <a:pt x="1952931" y="1047365"/>
                </a:lnTo>
                <a:lnTo>
                  <a:pt x="2017385" y="931012"/>
                </a:lnTo>
                <a:lnTo>
                  <a:pt x="2304240" y="931012"/>
                </a:lnTo>
                <a:lnTo>
                  <a:pt x="2299103" y="940286"/>
                </a:lnTo>
                <a:lnTo>
                  <a:pt x="2309807" y="940286"/>
                </a:lnTo>
                <a:lnTo>
                  <a:pt x="2309807" y="809075"/>
                </a:lnTo>
                <a:lnTo>
                  <a:pt x="2021081" y="809075"/>
                </a:lnTo>
                <a:lnTo>
                  <a:pt x="2021081" y="692942"/>
                </a:lnTo>
                <a:lnTo>
                  <a:pt x="1732355" y="692942"/>
                </a:lnTo>
                <a:lnTo>
                  <a:pt x="1732355" y="577452"/>
                </a:lnTo>
                <a:lnTo>
                  <a:pt x="1443630" y="577452"/>
                </a:lnTo>
                <a:lnTo>
                  <a:pt x="1443630" y="461961"/>
                </a:lnTo>
                <a:lnTo>
                  <a:pt x="1154904" y="461961"/>
                </a:lnTo>
                <a:lnTo>
                  <a:pt x="1154904" y="346471"/>
                </a:lnTo>
                <a:lnTo>
                  <a:pt x="866178" y="346471"/>
                </a:lnTo>
                <a:lnTo>
                  <a:pt x="866178" y="230981"/>
                </a:lnTo>
                <a:lnTo>
                  <a:pt x="577452" y="230981"/>
                </a:lnTo>
                <a:lnTo>
                  <a:pt x="577452" y="115490"/>
                </a:lnTo>
                <a:lnTo>
                  <a:pt x="288726" y="11549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0" name="平行四边形 29"/>
          <p:cNvSpPr/>
          <p:nvPr/>
        </p:nvSpPr>
        <p:spPr>
          <a:xfrm rot="16200000" flipH="1" flipV="1">
            <a:off x="3880254" y="4638743"/>
            <a:ext cx="2561860" cy="141015"/>
          </a:xfrm>
          <a:prstGeom prst="parallelogram">
            <a:avLst>
              <a:gd name="adj" fmla="val 183941"/>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1" name="任意多边形 30"/>
          <p:cNvSpPr/>
          <p:nvPr/>
        </p:nvSpPr>
        <p:spPr>
          <a:xfrm rot="5400000">
            <a:off x="5332932" y="3483038"/>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2" name="任意多边形 31"/>
          <p:cNvSpPr/>
          <p:nvPr/>
        </p:nvSpPr>
        <p:spPr>
          <a:xfrm rot="5400000">
            <a:off x="5639755" y="3360844"/>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3" name="任意多边形 32"/>
          <p:cNvSpPr/>
          <p:nvPr/>
        </p:nvSpPr>
        <p:spPr>
          <a:xfrm rot="5400000">
            <a:off x="5945011" y="3240671"/>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4" name="任意多边形 33"/>
          <p:cNvSpPr/>
          <p:nvPr/>
        </p:nvSpPr>
        <p:spPr>
          <a:xfrm rot="5400000">
            <a:off x="6246567" y="3117802"/>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5" name="任意多边形 34"/>
          <p:cNvSpPr/>
          <p:nvPr/>
        </p:nvSpPr>
        <p:spPr>
          <a:xfrm rot="5400000">
            <a:off x="6550368" y="2996950"/>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6" name="任意多边形 35"/>
          <p:cNvSpPr/>
          <p:nvPr/>
        </p:nvSpPr>
        <p:spPr>
          <a:xfrm rot="5400000">
            <a:off x="6854730" y="2874092"/>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7" name="任意多边形 36"/>
          <p:cNvSpPr/>
          <p:nvPr/>
        </p:nvSpPr>
        <p:spPr>
          <a:xfrm rot="5400000">
            <a:off x="7161551" y="2755599"/>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8" name="平行四边形 37"/>
          <p:cNvSpPr/>
          <p:nvPr/>
        </p:nvSpPr>
        <p:spPr>
          <a:xfrm flipH="1">
            <a:off x="7361513" y="4662145"/>
            <a:ext cx="443108" cy="253780"/>
          </a:xfrm>
          <a:prstGeom prst="parallelogram">
            <a:avLst>
              <a:gd name="adj" fmla="val 55395"/>
            </a:avLst>
          </a:prstGeom>
          <a:gradFill flip="none" rotWithShape="1">
            <a:gsLst>
              <a:gs pos="0">
                <a:schemeClr val="bg1"/>
              </a:gs>
              <a:gs pos="100000">
                <a:schemeClr val="bg1">
                  <a:lumMod val="85000"/>
                </a:schemeClr>
              </a:gs>
            </a:gsLst>
            <a:lin ang="17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39" name="平行四边形 38"/>
          <p:cNvSpPr/>
          <p:nvPr/>
        </p:nvSpPr>
        <p:spPr>
          <a:xfrm flipH="1">
            <a:off x="7056037" y="4539950"/>
            <a:ext cx="448926"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0" name="平行四边形 39"/>
          <p:cNvSpPr/>
          <p:nvPr/>
        </p:nvSpPr>
        <p:spPr>
          <a:xfrm flipH="1">
            <a:off x="6750783" y="4419779"/>
            <a:ext cx="448925"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1" name="平行四边形 40"/>
          <p:cNvSpPr/>
          <p:nvPr/>
        </p:nvSpPr>
        <p:spPr>
          <a:xfrm flipH="1">
            <a:off x="6449330" y="4298927"/>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2" name="平行四边形 41"/>
          <p:cNvSpPr/>
          <p:nvPr/>
        </p:nvSpPr>
        <p:spPr>
          <a:xfrm flipH="1">
            <a:off x="6145866" y="4176057"/>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3" name="平行四边形 42"/>
          <p:cNvSpPr/>
          <p:nvPr/>
        </p:nvSpPr>
        <p:spPr>
          <a:xfrm flipH="1">
            <a:off x="5841505" y="4053199"/>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4" name="平行四边形 43"/>
          <p:cNvSpPr/>
          <p:nvPr/>
        </p:nvSpPr>
        <p:spPr>
          <a:xfrm flipH="1">
            <a:off x="5534685" y="3934705"/>
            <a:ext cx="447815"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5" name="平行四边形 44"/>
          <p:cNvSpPr/>
          <p:nvPr/>
        </p:nvSpPr>
        <p:spPr>
          <a:xfrm flipH="1">
            <a:off x="5232106" y="3811996"/>
            <a:ext cx="443108" cy="253780"/>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6" name="任意多边形 45"/>
          <p:cNvSpPr/>
          <p:nvPr/>
        </p:nvSpPr>
        <p:spPr>
          <a:xfrm>
            <a:off x="5370651" y="4063948"/>
            <a:ext cx="2435991" cy="1830189"/>
          </a:xfrm>
          <a:custGeom>
            <a:avLst/>
            <a:gdLst>
              <a:gd name="connsiteX0" fmla="*/ 575875 w 2309807"/>
              <a:gd name="connsiteY0" fmla="*/ 1500534 h 1735385"/>
              <a:gd name="connsiteX1" fmla="*/ 705971 w 2309807"/>
              <a:gd name="connsiteY1" fmla="*/ 1735385 h 1735385"/>
              <a:gd name="connsiteX2" fmla="*/ 705245 w 2309807"/>
              <a:gd name="connsiteY2" fmla="*/ 1735385 h 1735385"/>
              <a:gd name="connsiteX3" fmla="*/ 1504249 w 2309807"/>
              <a:gd name="connsiteY3" fmla="*/ 1382113 h 1735385"/>
              <a:gd name="connsiteX4" fmla="*/ 1576684 w 2309807"/>
              <a:gd name="connsiteY4" fmla="*/ 1508598 h 1735385"/>
              <a:gd name="connsiteX5" fmla="*/ 1574315 w 2309807"/>
              <a:gd name="connsiteY5" fmla="*/ 1508598 h 1735385"/>
              <a:gd name="connsiteX6" fmla="*/ 1863136 w 2309807"/>
              <a:gd name="connsiteY6" fmla="*/ 1280213 h 1735385"/>
              <a:gd name="connsiteX7" fmla="*/ 1865870 w 2309807"/>
              <a:gd name="connsiteY7" fmla="*/ 1280213 h 1735385"/>
              <a:gd name="connsiteX8" fmla="*/ 1865870 w 2309807"/>
              <a:gd name="connsiteY8" fmla="*/ 1393108 h 1735385"/>
              <a:gd name="connsiteX9" fmla="*/ 1865073 w 2309807"/>
              <a:gd name="connsiteY9" fmla="*/ 1393108 h 1735385"/>
              <a:gd name="connsiteX10" fmla="*/ 1865073 w 2309807"/>
              <a:gd name="connsiteY10" fmla="*/ 1283730 h 1735385"/>
              <a:gd name="connsiteX11" fmla="*/ 0 w 2309807"/>
              <a:gd name="connsiteY11" fmla="*/ 0 h 1735385"/>
              <a:gd name="connsiteX12" fmla="*/ 288726 w 2309807"/>
              <a:gd name="connsiteY12" fmla="*/ 0 h 1735385"/>
              <a:gd name="connsiteX13" fmla="*/ 288726 w 2309807"/>
              <a:gd name="connsiteY13" fmla="*/ 115490 h 1735385"/>
              <a:gd name="connsiteX14" fmla="*/ 577452 w 2309807"/>
              <a:gd name="connsiteY14" fmla="*/ 115490 h 1735385"/>
              <a:gd name="connsiteX15" fmla="*/ 577452 w 2309807"/>
              <a:gd name="connsiteY15" fmla="*/ 230981 h 1735385"/>
              <a:gd name="connsiteX16" fmla="*/ 866178 w 2309807"/>
              <a:gd name="connsiteY16" fmla="*/ 230981 h 1735385"/>
              <a:gd name="connsiteX17" fmla="*/ 866178 w 2309807"/>
              <a:gd name="connsiteY17" fmla="*/ 346471 h 1735385"/>
              <a:gd name="connsiteX18" fmla="*/ 1154904 w 2309807"/>
              <a:gd name="connsiteY18" fmla="*/ 346471 h 1735385"/>
              <a:gd name="connsiteX19" fmla="*/ 1154904 w 2309807"/>
              <a:gd name="connsiteY19" fmla="*/ 461962 h 1735385"/>
              <a:gd name="connsiteX20" fmla="*/ 1443630 w 2309807"/>
              <a:gd name="connsiteY20" fmla="*/ 461962 h 1735385"/>
              <a:gd name="connsiteX21" fmla="*/ 1443630 w 2309807"/>
              <a:gd name="connsiteY21" fmla="*/ 577452 h 1735385"/>
              <a:gd name="connsiteX22" fmla="*/ 1732355 w 2309807"/>
              <a:gd name="connsiteY22" fmla="*/ 577452 h 1735385"/>
              <a:gd name="connsiteX23" fmla="*/ 1732355 w 2309807"/>
              <a:gd name="connsiteY23" fmla="*/ 692942 h 1735385"/>
              <a:gd name="connsiteX24" fmla="*/ 2021081 w 2309807"/>
              <a:gd name="connsiteY24" fmla="*/ 692942 h 1735385"/>
              <a:gd name="connsiteX25" fmla="*/ 2021081 w 2309807"/>
              <a:gd name="connsiteY25" fmla="*/ 809075 h 1735385"/>
              <a:gd name="connsiteX26" fmla="*/ 2309807 w 2309807"/>
              <a:gd name="connsiteY26" fmla="*/ 809075 h 1735385"/>
              <a:gd name="connsiteX27" fmla="*/ 2309807 w 2309807"/>
              <a:gd name="connsiteY27" fmla="*/ 927033 h 1735385"/>
              <a:gd name="connsiteX28" fmla="*/ 2307697 w 2309807"/>
              <a:gd name="connsiteY28" fmla="*/ 923224 h 1735385"/>
              <a:gd name="connsiteX29" fmla="*/ 2020842 w 2309807"/>
              <a:gd name="connsiteY29" fmla="*/ 923224 h 1735385"/>
              <a:gd name="connsiteX30" fmla="*/ 2154142 w 2309807"/>
              <a:gd name="connsiteY30" fmla="*/ 1163859 h 1735385"/>
              <a:gd name="connsiteX31" fmla="*/ 2154596 w 2309807"/>
              <a:gd name="connsiteY31" fmla="*/ 1163859 h 1735385"/>
              <a:gd name="connsiteX32" fmla="*/ 2154596 w 2309807"/>
              <a:gd name="connsiteY32" fmla="*/ 1277618 h 1735385"/>
              <a:gd name="connsiteX33" fmla="*/ 2154091 w 2309807"/>
              <a:gd name="connsiteY33" fmla="*/ 1277618 h 1735385"/>
              <a:gd name="connsiteX34" fmla="*/ 2154091 w 2309807"/>
              <a:gd name="connsiteY34" fmla="*/ 1167061 h 1735385"/>
              <a:gd name="connsiteX35" fmla="*/ 2019773 w 2309807"/>
              <a:gd name="connsiteY35" fmla="*/ 923225 h 1735385"/>
              <a:gd name="connsiteX36" fmla="*/ 2019773 w 2309807"/>
              <a:gd name="connsiteY36" fmla="*/ 1036377 h 1735385"/>
              <a:gd name="connsiteX37" fmla="*/ 2152662 w 2309807"/>
              <a:gd name="connsiteY37" fmla="*/ 1277618 h 1735385"/>
              <a:gd name="connsiteX38" fmla="*/ 2152646 w 2309807"/>
              <a:gd name="connsiteY38" fmla="*/ 1277618 h 1735385"/>
              <a:gd name="connsiteX39" fmla="*/ 2020784 w 2309807"/>
              <a:gd name="connsiteY39" fmla="*/ 1039578 h 1735385"/>
              <a:gd name="connsiteX40" fmla="*/ 1729472 w 2309807"/>
              <a:gd name="connsiteY40" fmla="*/ 1039578 h 1735385"/>
              <a:gd name="connsiteX41" fmla="*/ 1730754 w 2309807"/>
              <a:gd name="connsiteY41" fmla="*/ 1041892 h 1735385"/>
              <a:gd name="connsiteX42" fmla="*/ 1730754 w 2309807"/>
              <a:gd name="connsiteY42" fmla="*/ 1150643 h 1735385"/>
              <a:gd name="connsiteX43" fmla="*/ 1864318 w 2309807"/>
              <a:gd name="connsiteY43" fmla="*/ 1393108 h 1735385"/>
              <a:gd name="connsiteX44" fmla="*/ 1577144 w 2309807"/>
              <a:gd name="connsiteY44" fmla="*/ 1393108 h 1735385"/>
              <a:gd name="connsiteX45" fmla="*/ 1577144 w 2309807"/>
              <a:gd name="connsiteY45" fmla="*/ 1508598 h 1735385"/>
              <a:gd name="connsiteX46" fmla="*/ 1576951 w 2309807"/>
              <a:gd name="connsiteY46" fmla="*/ 1508598 h 1735385"/>
              <a:gd name="connsiteX47" fmla="*/ 1576951 w 2309807"/>
              <a:gd name="connsiteY47" fmla="*/ 1392568 h 1735385"/>
              <a:gd name="connsiteX48" fmla="*/ 1863158 w 2309807"/>
              <a:gd name="connsiteY48" fmla="*/ 1392568 h 1735385"/>
              <a:gd name="connsiteX49" fmla="*/ 1729858 w 2309807"/>
              <a:gd name="connsiteY49" fmla="*/ 1151933 h 1735385"/>
              <a:gd name="connsiteX50" fmla="*/ 1443009 w 2309807"/>
              <a:gd name="connsiteY50" fmla="*/ 1151933 h 1735385"/>
              <a:gd name="connsiteX51" fmla="*/ 1510063 w 2309807"/>
              <a:gd name="connsiteY51" fmla="*/ 1272980 h 1735385"/>
              <a:gd name="connsiteX52" fmla="*/ 1439285 w 2309807"/>
              <a:gd name="connsiteY52" fmla="*/ 1149388 h 1735385"/>
              <a:gd name="connsiteX53" fmla="*/ 1439285 w 2309807"/>
              <a:gd name="connsiteY53" fmla="*/ 1268428 h 1735385"/>
              <a:gd name="connsiteX54" fmla="*/ 1154415 w 2309807"/>
              <a:gd name="connsiteY54" fmla="*/ 1268428 h 1735385"/>
              <a:gd name="connsiteX55" fmla="*/ 1287714 w 2309807"/>
              <a:gd name="connsiteY55" fmla="*/ 1509062 h 1735385"/>
              <a:gd name="connsiteX56" fmla="*/ 1288419 w 2309807"/>
              <a:gd name="connsiteY56" fmla="*/ 1509062 h 1735385"/>
              <a:gd name="connsiteX57" fmla="*/ 1288419 w 2309807"/>
              <a:gd name="connsiteY57" fmla="*/ 1511693 h 1735385"/>
              <a:gd name="connsiteX58" fmla="*/ 1154414 w 2309807"/>
              <a:gd name="connsiteY58" fmla="*/ 1268427 h 1735385"/>
              <a:gd name="connsiteX59" fmla="*/ 1154414 w 2309807"/>
              <a:gd name="connsiteY59" fmla="*/ 1381735 h 1735385"/>
              <a:gd name="connsiteX60" fmla="*/ 1287917 w 2309807"/>
              <a:gd name="connsiteY60" fmla="*/ 1624089 h 1735385"/>
              <a:gd name="connsiteX61" fmla="*/ 1285997 w 2309807"/>
              <a:gd name="connsiteY61" fmla="*/ 1624089 h 1735385"/>
              <a:gd name="connsiteX62" fmla="*/ 1153516 w 2309807"/>
              <a:gd name="connsiteY62" fmla="*/ 1384933 h 1735385"/>
              <a:gd name="connsiteX63" fmla="*/ 866669 w 2309807"/>
              <a:gd name="connsiteY63" fmla="*/ 1384933 h 1735385"/>
              <a:gd name="connsiteX64" fmla="*/ 999693 w 2309807"/>
              <a:gd name="connsiteY64" fmla="*/ 1625070 h 1735385"/>
              <a:gd name="connsiteX65" fmla="*/ 999693 w 2309807"/>
              <a:gd name="connsiteY65" fmla="*/ 1735385 h 1735385"/>
              <a:gd name="connsiteX66" fmla="*/ 998343 w 2309807"/>
              <a:gd name="connsiteY66" fmla="*/ 1735385 h 1735385"/>
              <a:gd name="connsiteX67" fmla="*/ 997377 w 2309807"/>
              <a:gd name="connsiteY67" fmla="*/ 1733642 h 1735385"/>
              <a:gd name="connsiteX68" fmla="*/ 997377 w 2309807"/>
              <a:gd name="connsiteY68" fmla="*/ 1622219 h 1735385"/>
              <a:gd name="connsiteX69" fmla="*/ 866667 w 2309807"/>
              <a:gd name="connsiteY69" fmla="*/ 1384933 h 1735385"/>
              <a:gd name="connsiteX70" fmla="*/ 866667 w 2309807"/>
              <a:gd name="connsiteY70" fmla="*/ 1499525 h 1735385"/>
              <a:gd name="connsiteX71" fmla="*/ 575319 w 2309807"/>
              <a:gd name="connsiteY71" fmla="*/ 1499525 h 1735385"/>
              <a:gd name="connsiteX72" fmla="*/ 575318 w 2309807"/>
              <a:gd name="connsiteY72" fmla="*/ 1499523 h 1735385"/>
              <a:gd name="connsiteX73" fmla="*/ 575318 w 2309807"/>
              <a:gd name="connsiteY73" fmla="*/ 1499525 h 1735385"/>
              <a:gd name="connsiteX74" fmla="*/ 575316 w 2309807"/>
              <a:gd name="connsiteY74" fmla="*/ 1499525 h 1735385"/>
              <a:gd name="connsiteX75" fmla="*/ 575318 w 2309807"/>
              <a:gd name="connsiteY75" fmla="*/ 1499528 h 1735385"/>
              <a:gd name="connsiteX76" fmla="*/ 575318 w 2309807"/>
              <a:gd name="connsiteY76" fmla="*/ 1610268 h 1735385"/>
              <a:gd name="connsiteX77" fmla="*/ 577083 w 2309807"/>
              <a:gd name="connsiteY77" fmla="*/ 1613472 h 1735385"/>
              <a:gd name="connsiteX78" fmla="*/ 285873 w 2309807"/>
              <a:gd name="connsiteY78" fmla="*/ 1613472 h 1735385"/>
              <a:gd name="connsiteX79" fmla="*/ 287575 w 2309807"/>
              <a:gd name="connsiteY79" fmla="*/ 1616543 h 1735385"/>
              <a:gd name="connsiteX80" fmla="*/ 287575 w 2309807"/>
              <a:gd name="connsiteY80" fmla="*/ 1726138 h 1735385"/>
              <a:gd name="connsiteX81" fmla="*/ 292669 w 2309807"/>
              <a:gd name="connsiteY81" fmla="*/ 1735385 h 1735385"/>
              <a:gd name="connsiteX82" fmla="*/ 291936 w 2309807"/>
              <a:gd name="connsiteY82" fmla="*/ 1735385 h 1735385"/>
              <a:gd name="connsiteX83" fmla="*/ 288585 w 2309807"/>
              <a:gd name="connsiteY83" fmla="*/ 1729337 h 1735385"/>
              <a:gd name="connsiteX84" fmla="*/ 1738 w 2309807"/>
              <a:gd name="connsiteY84" fmla="*/ 1729337 h 1735385"/>
              <a:gd name="connsiteX85" fmla="*/ 5089 w 2309807"/>
              <a:gd name="connsiteY85" fmla="*/ 1735385 h 1735385"/>
              <a:gd name="connsiteX86" fmla="*/ 0 w 2309807"/>
              <a:gd name="connsiteY86" fmla="*/ 1735385 h 1735385"/>
              <a:gd name="connsiteX87" fmla="*/ 0 w 2309807"/>
              <a:gd name="connsiteY87" fmla="*/ 1149129 h 1735385"/>
              <a:gd name="connsiteX88" fmla="*/ 0 w 2309807"/>
              <a:gd name="connsiteY88" fmla="*/ 1149128 h 173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09807" h="1735385">
                <a:moveTo>
                  <a:pt x="575875" y="1500534"/>
                </a:moveTo>
                <a:lnTo>
                  <a:pt x="705971" y="1735385"/>
                </a:lnTo>
                <a:lnTo>
                  <a:pt x="705245" y="1735385"/>
                </a:lnTo>
                <a:close/>
                <a:moveTo>
                  <a:pt x="1504249" y="1382113"/>
                </a:moveTo>
                <a:lnTo>
                  <a:pt x="1576684" y="1508598"/>
                </a:lnTo>
                <a:lnTo>
                  <a:pt x="1574315" y="1508598"/>
                </a:lnTo>
                <a:close/>
                <a:moveTo>
                  <a:pt x="1863136" y="1280213"/>
                </a:moveTo>
                <a:lnTo>
                  <a:pt x="1865870" y="1280213"/>
                </a:lnTo>
                <a:lnTo>
                  <a:pt x="1865870" y="1393108"/>
                </a:lnTo>
                <a:lnTo>
                  <a:pt x="1865073" y="1393108"/>
                </a:lnTo>
                <a:lnTo>
                  <a:pt x="1865073" y="1283730"/>
                </a:lnTo>
                <a:close/>
                <a:moveTo>
                  <a:pt x="0" y="0"/>
                </a:moveTo>
                <a:lnTo>
                  <a:pt x="288726" y="0"/>
                </a:lnTo>
                <a:lnTo>
                  <a:pt x="288726" y="115490"/>
                </a:lnTo>
                <a:lnTo>
                  <a:pt x="577452" y="115490"/>
                </a:lnTo>
                <a:lnTo>
                  <a:pt x="577452" y="230981"/>
                </a:lnTo>
                <a:lnTo>
                  <a:pt x="866178" y="230981"/>
                </a:lnTo>
                <a:lnTo>
                  <a:pt x="866178" y="346471"/>
                </a:lnTo>
                <a:lnTo>
                  <a:pt x="1154904" y="346471"/>
                </a:lnTo>
                <a:lnTo>
                  <a:pt x="1154904" y="461962"/>
                </a:lnTo>
                <a:lnTo>
                  <a:pt x="1443630" y="461962"/>
                </a:lnTo>
                <a:lnTo>
                  <a:pt x="1443630" y="577452"/>
                </a:lnTo>
                <a:lnTo>
                  <a:pt x="1732355" y="577452"/>
                </a:lnTo>
                <a:lnTo>
                  <a:pt x="1732355" y="692942"/>
                </a:lnTo>
                <a:lnTo>
                  <a:pt x="2021081" y="692942"/>
                </a:lnTo>
                <a:lnTo>
                  <a:pt x="2021081" y="809075"/>
                </a:lnTo>
                <a:lnTo>
                  <a:pt x="2309807" y="809075"/>
                </a:lnTo>
                <a:lnTo>
                  <a:pt x="2309807" y="927033"/>
                </a:lnTo>
                <a:lnTo>
                  <a:pt x="2307697" y="923224"/>
                </a:lnTo>
                <a:lnTo>
                  <a:pt x="2020842" y="923224"/>
                </a:lnTo>
                <a:lnTo>
                  <a:pt x="2154142" y="1163859"/>
                </a:lnTo>
                <a:lnTo>
                  <a:pt x="2154596" y="1163859"/>
                </a:lnTo>
                <a:lnTo>
                  <a:pt x="2154596" y="1277618"/>
                </a:lnTo>
                <a:lnTo>
                  <a:pt x="2154091" y="1277618"/>
                </a:lnTo>
                <a:lnTo>
                  <a:pt x="2154091" y="1167061"/>
                </a:lnTo>
                <a:lnTo>
                  <a:pt x="2019773" y="923225"/>
                </a:lnTo>
                <a:lnTo>
                  <a:pt x="2019773" y="1036377"/>
                </a:lnTo>
                <a:lnTo>
                  <a:pt x="2152662" y="1277618"/>
                </a:lnTo>
                <a:lnTo>
                  <a:pt x="2152646" y="1277618"/>
                </a:lnTo>
                <a:lnTo>
                  <a:pt x="2020784" y="1039578"/>
                </a:lnTo>
                <a:lnTo>
                  <a:pt x="1729472" y="1039578"/>
                </a:lnTo>
                <a:lnTo>
                  <a:pt x="1730754" y="1041892"/>
                </a:lnTo>
                <a:lnTo>
                  <a:pt x="1730754" y="1150643"/>
                </a:lnTo>
                <a:lnTo>
                  <a:pt x="1864318" y="1393108"/>
                </a:lnTo>
                <a:lnTo>
                  <a:pt x="1577144" y="1393108"/>
                </a:lnTo>
                <a:lnTo>
                  <a:pt x="1577144" y="1508598"/>
                </a:lnTo>
                <a:lnTo>
                  <a:pt x="1576951" y="1508598"/>
                </a:lnTo>
                <a:lnTo>
                  <a:pt x="1576951" y="1392568"/>
                </a:lnTo>
                <a:lnTo>
                  <a:pt x="1863158" y="1392568"/>
                </a:lnTo>
                <a:lnTo>
                  <a:pt x="1729858" y="1151933"/>
                </a:lnTo>
                <a:lnTo>
                  <a:pt x="1443009" y="1151933"/>
                </a:lnTo>
                <a:lnTo>
                  <a:pt x="1510063" y="1272980"/>
                </a:lnTo>
                <a:lnTo>
                  <a:pt x="1439285" y="1149388"/>
                </a:lnTo>
                <a:lnTo>
                  <a:pt x="1439285" y="1268428"/>
                </a:lnTo>
                <a:lnTo>
                  <a:pt x="1154415" y="1268428"/>
                </a:lnTo>
                <a:lnTo>
                  <a:pt x="1287714" y="1509062"/>
                </a:lnTo>
                <a:lnTo>
                  <a:pt x="1288419" y="1509062"/>
                </a:lnTo>
                <a:lnTo>
                  <a:pt x="1288419" y="1511693"/>
                </a:lnTo>
                <a:lnTo>
                  <a:pt x="1154414" y="1268427"/>
                </a:lnTo>
                <a:lnTo>
                  <a:pt x="1154414" y="1381735"/>
                </a:lnTo>
                <a:lnTo>
                  <a:pt x="1287917" y="1624089"/>
                </a:lnTo>
                <a:lnTo>
                  <a:pt x="1285997" y="1624089"/>
                </a:lnTo>
                <a:lnTo>
                  <a:pt x="1153516" y="1384933"/>
                </a:lnTo>
                <a:lnTo>
                  <a:pt x="866669" y="1384933"/>
                </a:lnTo>
                <a:lnTo>
                  <a:pt x="999693" y="1625070"/>
                </a:lnTo>
                <a:lnTo>
                  <a:pt x="999693" y="1735385"/>
                </a:lnTo>
                <a:lnTo>
                  <a:pt x="998343" y="1735385"/>
                </a:lnTo>
                <a:lnTo>
                  <a:pt x="997377" y="1733642"/>
                </a:lnTo>
                <a:lnTo>
                  <a:pt x="997377" y="1622219"/>
                </a:lnTo>
                <a:lnTo>
                  <a:pt x="866667" y="1384933"/>
                </a:lnTo>
                <a:lnTo>
                  <a:pt x="866667" y="1499525"/>
                </a:lnTo>
                <a:lnTo>
                  <a:pt x="575319" y="1499525"/>
                </a:lnTo>
                <a:lnTo>
                  <a:pt x="575318" y="1499523"/>
                </a:lnTo>
                <a:lnTo>
                  <a:pt x="575318" y="1499525"/>
                </a:lnTo>
                <a:lnTo>
                  <a:pt x="575316" y="1499525"/>
                </a:lnTo>
                <a:lnTo>
                  <a:pt x="575318" y="1499528"/>
                </a:lnTo>
                <a:lnTo>
                  <a:pt x="575318" y="1610268"/>
                </a:lnTo>
                <a:lnTo>
                  <a:pt x="577083" y="1613472"/>
                </a:lnTo>
                <a:lnTo>
                  <a:pt x="285873" y="1613472"/>
                </a:lnTo>
                <a:lnTo>
                  <a:pt x="287575" y="1616543"/>
                </a:lnTo>
                <a:lnTo>
                  <a:pt x="287575" y="1726138"/>
                </a:lnTo>
                <a:lnTo>
                  <a:pt x="292669" y="1735385"/>
                </a:lnTo>
                <a:lnTo>
                  <a:pt x="291936" y="1735385"/>
                </a:lnTo>
                <a:lnTo>
                  <a:pt x="288585" y="1729337"/>
                </a:lnTo>
                <a:lnTo>
                  <a:pt x="1738" y="1729337"/>
                </a:lnTo>
                <a:lnTo>
                  <a:pt x="5089" y="1735385"/>
                </a:lnTo>
                <a:lnTo>
                  <a:pt x="0" y="1735385"/>
                </a:lnTo>
                <a:lnTo>
                  <a:pt x="0" y="1149129"/>
                </a:lnTo>
                <a:lnTo>
                  <a:pt x="0" y="1149128"/>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47" name="平行四边形 46"/>
          <p:cNvSpPr/>
          <p:nvPr/>
        </p:nvSpPr>
        <p:spPr>
          <a:xfrm rot="16200000" flipH="1" flipV="1">
            <a:off x="4090272" y="4958402"/>
            <a:ext cx="2424803" cy="141015"/>
          </a:xfrm>
          <a:prstGeom prst="parallelogram">
            <a:avLst>
              <a:gd name="adj" fmla="val 183941"/>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grpSp>
        <p:nvGrpSpPr>
          <p:cNvPr id="49" name="组合 48"/>
          <p:cNvGrpSpPr/>
          <p:nvPr/>
        </p:nvGrpSpPr>
        <p:grpSpPr>
          <a:xfrm>
            <a:off x="5376353" y="5039290"/>
            <a:ext cx="2574977" cy="1463860"/>
            <a:chOff x="4815705" y="4823399"/>
            <a:chExt cx="3044341" cy="1730678"/>
          </a:xfrm>
        </p:grpSpPr>
        <p:grpSp>
          <p:nvGrpSpPr>
            <p:cNvPr id="50" name="组合 49"/>
            <p:cNvGrpSpPr/>
            <p:nvPr/>
          </p:nvGrpSpPr>
          <p:grpSpPr>
            <a:xfrm>
              <a:off x="4815714" y="5686428"/>
              <a:ext cx="523877" cy="442117"/>
              <a:chOff x="4815657" y="5686426"/>
              <a:chExt cx="523896" cy="442117"/>
            </a:xfrm>
          </p:grpSpPr>
          <p:sp>
            <p:nvSpPr>
              <p:cNvPr id="73" name="平行四边形 72"/>
              <p:cNvSpPr/>
              <p:nvPr/>
            </p:nvSpPr>
            <p:spPr>
              <a:xfrm flipH="1">
                <a:off x="4815657" y="5828505"/>
                <a:ext cx="523872" cy="300038"/>
              </a:xfrm>
              <a:prstGeom prst="parallelogram">
                <a:avLst>
                  <a:gd name="adj" fmla="val 55395"/>
                </a:avLst>
              </a:prstGeom>
              <a:gradFill flip="none" rotWithShape="1">
                <a:gsLst>
                  <a:gs pos="0">
                    <a:schemeClr val="bg1"/>
                  </a:gs>
                  <a:gs pos="100000">
                    <a:schemeClr val="bg1">
                      <a:lumMod val="85000"/>
                    </a:schemeClr>
                  </a:gs>
                </a:gsLst>
                <a:lin ang="6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4" name="平行四边形 73"/>
              <p:cNvSpPr/>
              <p:nvPr/>
            </p:nvSpPr>
            <p:spPr>
              <a:xfrm rot="5400000">
                <a:off x="5034755" y="5823746"/>
                <a:ext cx="442117" cy="167478"/>
              </a:xfrm>
              <a:prstGeom prst="parallelogram">
                <a:avLst>
                  <a:gd name="adj" fmla="val 181535"/>
                </a:avLst>
              </a:prstGeom>
              <a:gradFill flip="none" rotWithShape="1">
                <a:gsLst>
                  <a:gs pos="0">
                    <a:schemeClr val="bg1">
                      <a:lumMod val="50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1" name="组合 50"/>
            <p:cNvGrpSpPr/>
            <p:nvPr/>
          </p:nvGrpSpPr>
          <p:grpSpPr>
            <a:xfrm>
              <a:off x="5169992" y="5541960"/>
              <a:ext cx="530756" cy="442117"/>
              <a:chOff x="4811176" y="5686427"/>
              <a:chExt cx="530752" cy="442117"/>
            </a:xfrm>
          </p:grpSpPr>
          <p:sp>
            <p:nvSpPr>
              <p:cNvPr id="71" name="平行四边形 70"/>
              <p:cNvSpPr/>
              <p:nvPr/>
            </p:nvSpPr>
            <p:spPr>
              <a:xfrm flipH="1">
                <a:off x="4811176" y="5828505"/>
                <a:ext cx="530752"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2" name="平行四边形 71"/>
              <p:cNvSpPr/>
              <p:nvPr/>
            </p:nvSpPr>
            <p:spPr>
              <a:xfrm rot="5400000">
                <a:off x="5034755" y="5823746"/>
                <a:ext cx="442117"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2" name="组合 51"/>
            <p:cNvGrpSpPr/>
            <p:nvPr/>
          </p:nvGrpSpPr>
          <p:grpSpPr>
            <a:xfrm>
              <a:off x="5530889" y="5399083"/>
              <a:ext cx="530755" cy="442919"/>
              <a:chOff x="4813300" y="5685625"/>
              <a:chExt cx="530751" cy="442919"/>
            </a:xfrm>
          </p:grpSpPr>
          <p:sp>
            <p:nvSpPr>
              <p:cNvPr id="69" name="平行四边形 68"/>
              <p:cNvSpPr/>
              <p:nvPr/>
            </p:nvSpPr>
            <p:spPr>
              <a:xfrm flipH="1">
                <a:off x="4813300" y="5828505"/>
                <a:ext cx="530751"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0" name="平行四边形 69"/>
              <p:cNvSpPr/>
              <p:nvPr/>
            </p:nvSpPr>
            <p:spPr>
              <a:xfrm rot="5400000">
                <a:off x="5036601" y="5825596"/>
                <a:ext cx="442919" cy="162978"/>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3" name="组合 52"/>
            <p:cNvGrpSpPr/>
            <p:nvPr/>
          </p:nvGrpSpPr>
          <p:grpSpPr>
            <a:xfrm>
              <a:off x="5894168" y="5253817"/>
              <a:ext cx="526256" cy="445305"/>
              <a:chOff x="4813276" y="5683238"/>
              <a:chExt cx="526276" cy="445305"/>
            </a:xfrm>
          </p:grpSpPr>
          <p:sp>
            <p:nvSpPr>
              <p:cNvPr id="67" name="平行四边形 66"/>
              <p:cNvSpPr/>
              <p:nvPr/>
            </p:nvSpPr>
            <p:spPr>
              <a:xfrm flipH="1">
                <a:off x="4813276" y="5828506"/>
                <a:ext cx="523872"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8" name="平行四边形 67"/>
              <p:cNvSpPr/>
              <p:nvPr/>
            </p:nvSpPr>
            <p:spPr>
              <a:xfrm rot="5400000">
                <a:off x="5033160" y="5822152"/>
                <a:ext cx="445305" cy="167478"/>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4" name="组合 53"/>
            <p:cNvGrpSpPr/>
            <p:nvPr/>
          </p:nvGrpSpPr>
          <p:grpSpPr>
            <a:xfrm>
              <a:off x="6252948" y="5105393"/>
              <a:ext cx="526847" cy="448465"/>
              <a:chOff x="4815689" y="5680080"/>
              <a:chExt cx="526833" cy="448465"/>
            </a:xfrm>
          </p:grpSpPr>
          <p:sp>
            <p:nvSpPr>
              <p:cNvPr id="65" name="平行四边形 64"/>
              <p:cNvSpPr/>
              <p:nvPr/>
            </p:nvSpPr>
            <p:spPr>
              <a:xfrm flipH="1">
                <a:off x="4815689" y="5828505"/>
                <a:ext cx="523876" cy="300036"/>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6" name="平行四边形 65"/>
              <p:cNvSpPr/>
              <p:nvPr/>
            </p:nvSpPr>
            <p:spPr>
              <a:xfrm rot="5400000">
                <a:off x="5032464" y="5818487"/>
                <a:ext cx="448465" cy="171651"/>
              </a:xfrm>
              <a:prstGeom prst="parallelogram">
                <a:avLst>
                  <a:gd name="adj" fmla="val 174617"/>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5" name="组合 54"/>
            <p:cNvGrpSpPr/>
            <p:nvPr/>
          </p:nvGrpSpPr>
          <p:grpSpPr>
            <a:xfrm>
              <a:off x="6612787" y="4968869"/>
              <a:ext cx="526258" cy="442117"/>
              <a:chOff x="4815673" y="5686427"/>
              <a:chExt cx="526261" cy="442117"/>
            </a:xfrm>
          </p:grpSpPr>
          <p:sp>
            <p:nvSpPr>
              <p:cNvPr id="63" name="平行四边形 62"/>
              <p:cNvSpPr/>
              <p:nvPr/>
            </p:nvSpPr>
            <p:spPr>
              <a:xfrm flipH="1">
                <a:off x="4815673" y="5826124"/>
                <a:ext cx="523873"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4" name="平行四边形 63"/>
              <p:cNvSpPr/>
              <p:nvPr/>
            </p:nvSpPr>
            <p:spPr>
              <a:xfrm rot="5400000">
                <a:off x="5037136" y="5823746"/>
                <a:ext cx="442117"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6" name="组合 55"/>
            <p:cNvGrpSpPr/>
            <p:nvPr/>
          </p:nvGrpSpPr>
          <p:grpSpPr>
            <a:xfrm>
              <a:off x="6969968" y="4823399"/>
              <a:ext cx="529443" cy="445113"/>
              <a:chOff x="4810093" y="5683431"/>
              <a:chExt cx="529459" cy="445113"/>
            </a:xfrm>
          </p:grpSpPr>
          <p:sp>
            <p:nvSpPr>
              <p:cNvPr id="61" name="平行四边形 60"/>
              <p:cNvSpPr/>
              <p:nvPr/>
            </p:nvSpPr>
            <p:spPr>
              <a:xfrm flipH="1">
                <a:off x="4810093" y="5828507"/>
                <a:ext cx="529438"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2" name="平行四边形 61"/>
              <p:cNvSpPr/>
              <p:nvPr/>
            </p:nvSpPr>
            <p:spPr>
              <a:xfrm rot="5400000">
                <a:off x="5033256" y="5822248"/>
                <a:ext cx="445113"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57" name="平行四边形 56"/>
            <p:cNvSpPr/>
            <p:nvPr/>
          </p:nvSpPr>
          <p:spPr>
            <a:xfrm flipH="1">
              <a:off x="7333267" y="4823399"/>
              <a:ext cx="523877"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8" name="任意多边形 57"/>
            <p:cNvSpPr/>
            <p:nvPr/>
          </p:nvSpPr>
          <p:spPr>
            <a:xfrm flipH="1">
              <a:off x="4980024" y="5121277"/>
              <a:ext cx="2880022" cy="1432800"/>
            </a:xfrm>
            <a:custGeom>
              <a:avLst/>
              <a:gdLst>
                <a:gd name="connsiteX0" fmla="*/ 360000 w 2880000"/>
                <a:gd name="connsiteY0" fmla="*/ 0 h 1432800"/>
                <a:gd name="connsiteX1" fmla="*/ 0 w 2880000"/>
                <a:gd name="connsiteY1" fmla="*/ 0 h 1432800"/>
                <a:gd name="connsiteX2" fmla="*/ 0 w 2880000"/>
                <a:gd name="connsiteY2" fmla="*/ 1432800 h 1432800"/>
                <a:gd name="connsiteX3" fmla="*/ 2880000 w 2880000"/>
                <a:gd name="connsiteY3" fmla="*/ 1432800 h 1432800"/>
                <a:gd name="connsiteX4" fmla="*/ 2880000 w 2880000"/>
                <a:gd name="connsiteY4" fmla="*/ 1008801 h 1432800"/>
                <a:gd name="connsiteX5" fmla="*/ 2520000 w 2880000"/>
                <a:gd name="connsiteY5" fmla="*/ 1008801 h 1432800"/>
                <a:gd name="connsiteX6" fmla="*/ 2520000 w 2880000"/>
                <a:gd name="connsiteY6" fmla="*/ 864000 h 1432800"/>
                <a:gd name="connsiteX7" fmla="*/ 2160000 w 2880000"/>
                <a:gd name="connsiteY7" fmla="*/ 864000 h 1432800"/>
                <a:gd name="connsiteX8" fmla="*/ 2160000 w 2880000"/>
                <a:gd name="connsiteY8" fmla="*/ 720000 h 1432800"/>
                <a:gd name="connsiteX9" fmla="*/ 1800000 w 2880000"/>
                <a:gd name="connsiteY9" fmla="*/ 720000 h 1432800"/>
                <a:gd name="connsiteX10" fmla="*/ 1800000 w 2880000"/>
                <a:gd name="connsiteY10" fmla="*/ 576000 h 1432800"/>
                <a:gd name="connsiteX11" fmla="*/ 1440000 w 2880000"/>
                <a:gd name="connsiteY11" fmla="*/ 576000 h 1432800"/>
                <a:gd name="connsiteX12" fmla="*/ 1440000 w 2880000"/>
                <a:gd name="connsiteY12" fmla="*/ 432000 h 1432800"/>
                <a:gd name="connsiteX13" fmla="*/ 1080000 w 2880000"/>
                <a:gd name="connsiteY13" fmla="*/ 432000 h 1432800"/>
                <a:gd name="connsiteX14" fmla="*/ 1080000 w 2880000"/>
                <a:gd name="connsiteY14" fmla="*/ 288000 h 1432800"/>
                <a:gd name="connsiteX15" fmla="*/ 720000 w 2880000"/>
                <a:gd name="connsiteY15" fmla="*/ 288000 h 1432800"/>
                <a:gd name="connsiteX16" fmla="*/ 720000 w 2880000"/>
                <a:gd name="connsiteY16" fmla="*/ 144000 h 1432800"/>
                <a:gd name="connsiteX17" fmla="*/ 360000 w 2880000"/>
                <a:gd name="connsiteY17" fmla="*/ 144000 h 143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80000" h="1432800">
                  <a:moveTo>
                    <a:pt x="360000" y="0"/>
                  </a:moveTo>
                  <a:lnTo>
                    <a:pt x="0" y="0"/>
                  </a:lnTo>
                  <a:lnTo>
                    <a:pt x="0" y="1432800"/>
                  </a:lnTo>
                  <a:lnTo>
                    <a:pt x="2880000" y="1432800"/>
                  </a:lnTo>
                  <a:lnTo>
                    <a:pt x="2880000" y="1008801"/>
                  </a:lnTo>
                  <a:lnTo>
                    <a:pt x="2520000" y="1008801"/>
                  </a:lnTo>
                  <a:lnTo>
                    <a:pt x="2520000" y="864000"/>
                  </a:lnTo>
                  <a:lnTo>
                    <a:pt x="2160000" y="864000"/>
                  </a:lnTo>
                  <a:lnTo>
                    <a:pt x="2160000" y="720000"/>
                  </a:lnTo>
                  <a:lnTo>
                    <a:pt x="1800000" y="720000"/>
                  </a:lnTo>
                  <a:lnTo>
                    <a:pt x="1800000" y="576000"/>
                  </a:lnTo>
                  <a:lnTo>
                    <a:pt x="1440000" y="576000"/>
                  </a:lnTo>
                  <a:lnTo>
                    <a:pt x="1440000" y="432000"/>
                  </a:lnTo>
                  <a:lnTo>
                    <a:pt x="1080000" y="432000"/>
                  </a:lnTo>
                  <a:lnTo>
                    <a:pt x="1080000" y="288000"/>
                  </a:lnTo>
                  <a:lnTo>
                    <a:pt x="720000" y="288000"/>
                  </a:lnTo>
                  <a:lnTo>
                    <a:pt x="720000" y="144000"/>
                  </a:lnTo>
                  <a:lnTo>
                    <a:pt x="360000" y="14400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9" name="平行四边形 58"/>
            <p:cNvSpPr/>
            <p:nvPr/>
          </p:nvSpPr>
          <p:spPr>
            <a:xfrm rot="16200000" flipH="1" flipV="1">
              <a:off x="4536280" y="6107932"/>
              <a:ext cx="725570" cy="166720"/>
            </a:xfrm>
            <a:prstGeom prst="parallelogram">
              <a:avLst>
                <a:gd name="adj" fmla="val 183941"/>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75" name="任意多边形 74"/>
          <p:cNvSpPr/>
          <p:nvPr/>
        </p:nvSpPr>
        <p:spPr>
          <a:xfrm rot="5400000">
            <a:off x="5618616" y="5944159"/>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6" name="任意多边形 75"/>
          <p:cNvSpPr/>
          <p:nvPr/>
        </p:nvSpPr>
        <p:spPr>
          <a:xfrm rot="5400000">
            <a:off x="5925438" y="5821966"/>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7" name="任意多边形 76"/>
          <p:cNvSpPr/>
          <p:nvPr/>
        </p:nvSpPr>
        <p:spPr>
          <a:xfrm rot="5400000">
            <a:off x="6230695" y="5701793"/>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8" name="任意多边形 77"/>
          <p:cNvSpPr/>
          <p:nvPr/>
        </p:nvSpPr>
        <p:spPr>
          <a:xfrm rot="5400000">
            <a:off x="6532250" y="5578924"/>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79" name="任意多边形 78"/>
          <p:cNvSpPr/>
          <p:nvPr/>
        </p:nvSpPr>
        <p:spPr>
          <a:xfrm rot="5400000">
            <a:off x="6836052" y="5458072"/>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80" name="任意多边形 79"/>
          <p:cNvSpPr/>
          <p:nvPr/>
        </p:nvSpPr>
        <p:spPr>
          <a:xfrm rot="5400000">
            <a:off x="7140414" y="5335213"/>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81" name="任意多边形 80"/>
          <p:cNvSpPr/>
          <p:nvPr/>
        </p:nvSpPr>
        <p:spPr>
          <a:xfrm rot="5400000">
            <a:off x="7447234" y="5216721"/>
            <a:ext cx="256468" cy="141659"/>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85" name="AutoShape 34"/>
          <p:cNvSpPr>
            <a:spLocks noChangeAspect="1" noChangeArrowheads="1" noTextEdit="1"/>
          </p:cNvSpPr>
          <p:nvPr/>
        </p:nvSpPr>
        <p:spPr bwMode="auto">
          <a:xfrm>
            <a:off x="6332852" y="3765332"/>
            <a:ext cx="237740" cy="224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nvGrpSpPr>
          <p:cNvPr id="86" name="组合 85"/>
          <p:cNvGrpSpPr/>
          <p:nvPr/>
        </p:nvGrpSpPr>
        <p:grpSpPr>
          <a:xfrm>
            <a:off x="6392188" y="5780708"/>
            <a:ext cx="1098256" cy="681200"/>
            <a:chOff x="6039549" y="5233623"/>
            <a:chExt cx="1041366" cy="645915"/>
          </a:xfrm>
        </p:grpSpPr>
        <p:sp>
          <p:nvSpPr>
            <p:cNvPr id="87" name="文本框 1024"/>
            <p:cNvSpPr txBox="1"/>
            <p:nvPr/>
          </p:nvSpPr>
          <p:spPr>
            <a:xfrm>
              <a:off x="6127310" y="5233623"/>
              <a:ext cx="901541" cy="518432"/>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01</a:t>
              </a:r>
              <a:endParaRPr lang="zh-CN" altLang="en-US" sz="2953" dirty="0">
                <a:solidFill>
                  <a:prstClr val="white"/>
                </a:solidFill>
                <a:latin typeface="Impact" panose="020B0806030902050204" pitchFamily="34" charset="0"/>
              </a:endParaRPr>
            </a:p>
          </p:txBody>
        </p:sp>
        <p:sp>
          <p:nvSpPr>
            <p:cNvPr id="88" name="文本框 1025"/>
            <p:cNvSpPr txBox="1"/>
            <p:nvPr/>
          </p:nvSpPr>
          <p:spPr>
            <a:xfrm>
              <a:off x="6039549" y="5566242"/>
              <a:ext cx="1041366" cy="313296"/>
            </a:xfrm>
            <a:prstGeom prst="rect">
              <a:avLst/>
            </a:prstGeom>
            <a:noFill/>
          </p:spPr>
          <p:txBody>
            <a:bodyPr wrap="square" rtlCol="0">
              <a:spAutoFit/>
            </a:bodyPr>
            <a:lstStyle/>
            <a:p>
              <a:pPr algn="ctr"/>
              <a:r>
                <a:rPr lang="en-US" altLang="zh-CN" sz="1547" dirty="0">
                  <a:solidFill>
                    <a:prstClr val="white"/>
                  </a:solidFill>
                  <a:latin typeface="LiHei Pro" panose="020B0500000000000000" pitchFamily="34" charset="-122"/>
                  <a:ea typeface="LiHei Pro" panose="020B0500000000000000" pitchFamily="34" charset="-122"/>
                </a:rPr>
                <a:t>STEP</a:t>
              </a:r>
              <a:endParaRPr lang="zh-CN" altLang="en-US" sz="1547" dirty="0">
                <a:solidFill>
                  <a:prstClr val="white"/>
                </a:solidFill>
                <a:latin typeface="LiHei Pro" panose="020B0500000000000000" pitchFamily="34" charset="-122"/>
                <a:ea typeface="LiHei Pro" panose="020B0500000000000000" pitchFamily="34" charset="-122"/>
              </a:endParaRPr>
            </a:p>
          </p:txBody>
        </p:sp>
      </p:grpSp>
      <p:grpSp>
        <p:nvGrpSpPr>
          <p:cNvPr id="89" name="组合 88"/>
          <p:cNvGrpSpPr/>
          <p:nvPr/>
        </p:nvGrpSpPr>
        <p:grpSpPr>
          <a:xfrm>
            <a:off x="5303838" y="4690337"/>
            <a:ext cx="998266" cy="681200"/>
            <a:chOff x="6082295" y="5233623"/>
            <a:chExt cx="946556" cy="645915"/>
          </a:xfrm>
        </p:grpSpPr>
        <p:sp>
          <p:nvSpPr>
            <p:cNvPr id="90" name="文本框 349"/>
            <p:cNvSpPr txBox="1"/>
            <p:nvPr/>
          </p:nvSpPr>
          <p:spPr>
            <a:xfrm>
              <a:off x="6127310" y="5233623"/>
              <a:ext cx="901541" cy="518432"/>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02</a:t>
              </a:r>
              <a:endParaRPr lang="zh-CN" altLang="en-US" sz="2953" dirty="0">
                <a:solidFill>
                  <a:prstClr val="white"/>
                </a:solidFill>
                <a:latin typeface="Impact" panose="020B0806030902050204" pitchFamily="34" charset="0"/>
              </a:endParaRPr>
            </a:p>
          </p:txBody>
        </p:sp>
        <p:sp>
          <p:nvSpPr>
            <p:cNvPr id="91" name="文本框 350"/>
            <p:cNvSpPr txBox="1"/>
            <p:nvPr/>
          </p:nvSpPr>
          <p:spPr>
            <a:xfrm>
              <a:off x="6082295" y="5566242"/>
              <a:ext cx="795605" cy="313296"/>
            </a:xfrm>
            <a:prstGeom prst="rect">
              <a:avLst/>
            </a:prstGeom>
            <a:noFill/>
          </p:spPr>
          <p:txBody>
            <a:bodyPr wrap="square" rtlCol="0">
              <a:spAutoFit/>
            </a:bodyPr>
            <a:lstStyle/>
            <a:p>
              <a:pPr algn="ctr"/>
              <a:r>
                <a:rPr lang="en-US" altLang="zh-CN" sz="1547" dirty="0">
                  <a:solidFill>
                    <a:prstClr val="white"/>
                  </a:solidFill>
                  <a:latin typeface="LiHei Pro" panose="020B0500000000000000" pitchFamily="34" charset="-122"/>
                  <a:ea typeface="LiHei Pro" panose="020B0500000000000000" pitchFamily="34" charset="-122"/>
                </a:rPr>
                <a:t>STEP</a:t>
              </a:r>
              <a:endParaRPr lang="zh-CN" altLang="en-US" sz="1547" dirty="0">
                <a:solidFill>
                  <a:prstClr val="white"/>
                </a:solidFill>
                <a:latin typeface="LiHei Pro" panose="020B0500000000000000" pitchFamily="34" charset="-122"/>
                <a:ea typeface="LiHei Pro" panose="020B0500000000000000" pitchFamily="34" charset="-122"/>
              </a:endParaRPr>
            </a:p>
          </p:txBody>
        </p:sp>
      </p:grpSp>
      <p:grpSp>
        <p:nvGrpSpPr>
          <p:cNvPr id="92" name="组合 91"/>
          <p:cNvGrpSpPr/>
          <p:nvPr/>
        </p:nvGrpSpPr>
        <p:grpSpPr>
          <a:xfrm>
            <a:off x="5028508" y="2186839"/>
            <a:ext cx="950792" cy="681200"/>
            <a:chOff x="6127310" y="5233623"/>
            <a:chExt cx="901541" cy="645915"/>
          </a:xfrm>
        </p:grpSpPr>
        <p:sp>
          <p:nvSpPr>
            <p:cNvPr id="93" name="文本框 352"/>
            <p:cNvSpPr txBox="1"/>
            <p:nvPr/>
          </p:nvSpPr>
          <p:spPr>
            <a:xfrm>
              <a:off x="6127310" y="5233623"/>
              <a:ext cx="901541" cy="518432"/>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04</a:t>
              </a:r>
              <a:endParaRPr lang="zh-CN" altLang="en-US" sz="2953" dirty="0">
                <a:solidFill>
                  <a:prstClr val="white"/>
                </a:solidFill>
                <a:latin typeface="Impact" panose="020B0806030902050204" pitchFamily="34" charset="0"/>
              </a:endParaRPr>
            </a:p>
          </p:txBody>
        </p:sp>
        <p:sp>
          <p:nvSpPr>
            <p:cNvPr id="94" name="文本框 353"/>
            <p:cNvSpPr txBox="1"/>
            <p:nvPr/>
          </p:nvSpPr>
          <p:spPr>
            <a:xfrm>
              <a:off x="6299898" y="5566242"/>
              <a:ext cx="578002" cy="313296"/>
            </a:xfrm>
            <a:prstGeom prst="rect">
              <a:avLst/>
            </a:prstGeom>
            <a:noFill/>
          </p:spPr>
          <p:txBody>
            <a:bodyPr wrap="square" rtlCol="0">
              <a:spAutoFit/>
            </a:bodyPr>
            <a:lstStyle/>
            <a:p>
              <a:pPr algn="ctr"/>
              <a:r>
                <a:rPr lang="en-US" altLang="zh-CN" sz="1547" dirty="0">
                  <a:solidFill>
                    <a:prstClr val="white"/>
                  </a:solidFill>
                  <a:latin typeface="LiHei Pro" panose="020B0500000000000000" pitchFamily="34" charset="-122"/>
                  <a:ea typeface="LiHei Pro" panose="020B0500000000000000" pitchFamily="34" charset="-122"/>
                </a:rPr>
                <a:t>STEP</a:t>
              </a:r>
              <a:endParaRPr lang="zh-CN" altLang="en-US" sz="1547" dirty="0">
                <a:solidFill>
                  <a:prstClr val="white"/>
                </a:solidFill>
                <a:latin typeface="LiHei Pro" panose="020B0500000000000000" pitchFamily="34" charset="-122"/>
                <a:ea typeface="LiHei Pro" panose="020B0500000000000000" pitchFamily="34" charset="-122"/>
              </a:endParaRPr>
            </a:p>
          </p:txBody>
        </p:sp>
      </p:grpSp>
      <p:grpSp>
        <p:nvGrpSpPr>
          <p:cNvPr id="95" name="组合 94"/>
          <p:cNvGrpSpPr/>
          <p:nvPr/>
        </p:nvGrpSpPr>
        <p:grpSpPr>
          <a:xfrm>
            <a:off x="6048960" y="3391129"/>
            <a:ext cx="950792" cy="681200"/>
            <a:chOff x="6127310" y="5233623"/>
            <a:chExt cx="901541" cy="645915"/>
          </a:xfrm>
        </p:grpSpPr>
        <p:sp>
          <p:nvSpPr>
            <p:cNvPr id="96" name="文本框 355"/>
            <p:cNvSpPr txBox="1"/>
            <p:nvPr/>
          </p:nvSpPr>
          <p:spPr>
            <a:xfrm>
              <a:off x="6127310" y="5233623"/>
              <a:ext cx="901541" cy="518432"/>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03</a:t>
              </a:r>
              <a:endParaRPr lang="zh-CN" altLang="en-US" sz="2953" dirty="0">
                <a:solidFill>
                  <a:prstClr val="white"/>
                </a:solidFill>
                <a:latin typeface="Impact" panose="020B0806030902050204" pitchFamily="34" charset="0"/>
              </a:endParaRPr>
            </a:p>
          </p:txBody>
        </p:sp>
        <p:sp>
          <p:nvSpPr>
            <p:cNvPr id="97" name="文本框 356"/>
            <p:cNvSpPr txBox="1"/>
            <p:nvPr/>
          </p:nvSpPr>
          <p:spPr>
            <a:xfrm>
              <a:off x="6299898" y="5566242"/>
              <a:ext cx="578002" cy="313296"/>
            </a:xfrm>
            <a:prstGeom prst="rect">
              <a:avLst/>
            </a:prstGeom>
            <a:noFill/>
          </p:spPr>
          <p:txBody>
            <a:bodyPr wrap="square" rtlCol="0">
              <a:spAutoFit/>
            </a:bodyPr>
            <a:lstStyle/>
            <a:p>
              <a:pPr algn="ctr"/>
              <a:r>
                <a:rPr lang="en-US" altLang="zh-CN" sz="1547" dirty="0">
                  <a:solidFill>
                    <a:prstClr val="white"/>
                  </a:solidFill>
                  <a:latin typeface="LiHei Pro" panose="020B0500000000000000" pitchFamily="34" charset="-122"/>
                  <a:ea typeface="LiHei Pro" panose="020B0500000000000000" pitchFamily="34" charset="-122"/>
                </a:rPr>
                <a:t>STEP</a:t>
              </a:r>
              <a:endParaRPr lang="zh-CN" altLang="en-US" sz="1547" dirty="0">
                <a:solidFill>
                  <a:prstClr val="white"/>
                </a:solidFill>
                <a:latin typeface="LiHei Pro" panose="020B0500000000000000" pitchFamily="34" charset="-122"/>
                <a:ea typeface="LiHei Pro" panose="020B0500000000000000" pitchFamily="34" charset="-122"/>
              </a:endParaRPr>
            </a:p>
          </p:txBody>
        </p:sp>
      </p:grpSp>
      <p:grpSp>
        <p:nvGrpSpPr>
          <p:cNvPr id="98" name="Group 243"/>
          <p:cNvGrpSpPr>
            <a:grpSpLocks noChangeAspect="1"/>
          </p:cNvGrpSpPr>
          <p:nvPr/>
        </p:nvGrpSpPr>
        <p:grpSpPr bwMode="auto">
          <a:xfrm>
            <a:off x="6144879" y="4828274"/>
            <a:ext cx="535961" cy="436345"/>
            <a:chOff x="5152" y="2874"/>
            <a:chExt cx="113" cy="92"/>
          </a:xfrm>
          <a:solidFill>
            <a:schemeClr val="bg1"/>
          </a:solidFill>
        </p:grpSpPr>
        <p:sp>
          <p:nvSpPr>
            <p:cNvPr id="99" name="Freeform 244"/>
            <p:cNvSpPr>
              <a:spLocks noEditPoints="1"/>
            </p:cNvSpPr>
            <p:nvPr/>
          </p:nvSpPr>
          <p:spPr bwMode="auto">
            <a:xfrm>
              <a:off x="5168" y="2877"/>
              <a:ext cx="95" cy="58"/>
            </a:xfrm>
            <a:custGeom>
              <a:avLst/>
              <a:gdLst>
                <a:gd name="T0" fmla="*/ 1 w 38"/>
                <a:gd name="T1" fmla="*/ 23 h 23"/>
                <a:gd name="T2" fmla="*/ 1 w 38"/>
                <a:gd name="T3" fmla="*/ 23 h 23"/>
                <a:gd name="T4" fmla="*/ 0 w 38"/>
                <a:gd name="T5" fmla="*/ 23 h 23"/>
                <a:gd name="T6" fmla="*/ 0 w 38"/>
                <a:gd name="T7" fmla="*/ 22 h 23"/>
                <a:gd name="T8" fmla="*/ 0 w 38"/>
                <a:gd name="T9" fmla="*/ 20 h 23"/>
                <a:gd name="T10" fmla="*/ 0 w 38"/>
                <a:gd name="T11" fmla="*/ 20 h 23"/>
                <a:gd name="T12" fmla="*/ 9 w 38"/>
                <a:gd name="T13" fmla="*/ 10 h 23"/>
                <a:gd name="T14" fmla="*/ 13 w 38"/>
                <a:gd name="T15" fmla="*/ 10 h 23"/>
                <a:gd name="T16" fmla="*/ 19 w 38"/>
                <a:gd name="T17" fmla="*/ 13 h 23"/>
                <a:gd name="T18" fmla="*/ 22 w 38"/>
                <a:gd name="T19" fmla="*/ 14 h 23"/>
                <a:gd name="T20" fmla="*/ 31 w 38"/>
                <a:gd name="T21" fmla="*/ 4 h 23"/>
                <a:gd name="T22" fmla="*/ 29 w 38"/>
                <a:gd name="T23" fmla="*/ 4 h 23"/>
                <a:gd name="T24" fmla="*/ 28 w 38"/>
                <a:gd name="T25" fmla="*/ 4 h 23"/>
                <a:gd name="T26" fmla="*/ 27 w 38"/>
                <a:gd name="T27" fmla="*/ 3 h 23"/>
                <a:gd name="T28" fmla="*/ 27 w 38"/>
                <a:gd name="T29" fmla="*/ 2 h 23"/>
                <a:gd name="T30" fmla="*/ 27 w 38"/>
                <a:gd name="T31" fmla="*/ 2 h 23"/>
                <a:gd name="T32" fmla="*/ 38 w 38"/>
                <a:gd name="T33" fmla="*/ 0 h 23"/>
                <a:gd name="T34" fmla="*/ 38 w 38"/>
                <a:gd name="T35" fmla="*/ 0 h 23"/>
                <a:gd name="T36" fmla="*/ 38 w 38"/>
                <a:gd name="T37" fmla="*/ 0 h 23"/>
                <a:gd name="T38" fmla="*/ 37 w 38"/>
                <a:gd name="T39" fmla="*/ 10 h 23"/>
                <a:gd name="T40" fmla="*/ 36 w 38"/>
                <a:gd name="T41" fmla="*/ 11 h 23"/>
                <a:gd name="T42" fmla="*/ 36 w 38"/>
                <a:gd name="T43" fmla="*/ 11 h 23"/>
                <a:gd name="T44" fmla="*/ 34 w 38"/>
                <a:gd name="T45" fmla="*/ 9 h 23"/>
                <a:gd name="T46" fmla="*/ 34 w 38"/>
                <a:gd name="T47" fmla="*/ 9 h 23"/>
                <a:gd name="T48" fmla="*/ 34 w 38"/>
                <a:gd name="T49" fmla="*/ 6 h 23"/>
                <a:gd name="T50" fmla="*/ 25 w 38"/>
                <a:gd name="T51" fmla="*/ 17 h 23"/>
                <a:gd name="T52" fmla="*/ 23 w 38"/>
                <a:gd name="T53" fmla="*/ 18 h 23"/>
                <a:gd name="T54" fmla="*/ 20 w 38"/>
                <a:gd name="T55" fmla="*/ 18 h 23"/>
                <a:gd name="T56" fmla="*/ 11 w 38"/>
                <a:gd name="T57" fmla="*/ 13 h 23"/>
                <a:gd name="T58" fmla="*/ 1 w 38"/>
                <a:gd name="T59" fmla="*/ 23 h 23"/>
                <a:gd name="T60" fmla="*/ 1 w 38"/>
                <a:gd name="T61" fmla="*/ 23 h 23"/>
                <a:gd name="T62" fmla="*/ 1 w 38"/>
                <a:gd name="T63" fmla="*/ 20 h 23"/>
                <a:gd name="T64" fmla="*/ 1 w 38"/>
                <a:gd name="T65" fmla="*/ 21 h 23"/>
                <a:gd name="T66" fmla="*/ 1 w 38"/>
                <a:gd name="T67" fmla="*/ 22 h 23"/>
                <a:gd name="T68" fmla="*/ 11 w 38"/>
                <a:gd name="T69" fmla="*/ 12 h 23"/>
                <a:gd name="T70" fmla="*/ 11 w 38"/>
                <a:gd name="T71" fmla="*/ 12 h 23"/>
                <a:gd name="T72" fmla="*/ 21 w 38"/>
                <a:gd name="T73" fmla="*/ 17 h 23"/>
                <a:gd name="T74" fmla="*/ 23 w 38"/>
                <a:gd name="T75" fmla="*/ 17 h 23"/>
                <a:gd name="T76" fmla="*/ 24 w 38"/>
                <a:gd name="T77" fmla="*/ 16 h 23"/>
                <a:gd name="T78" fmla="*/ 34 w 38"/>
                <a:gd name="T79" fmla="*/ 5 h 23"/>
                <a:gd name="T80" fmla="*/ 35 w 38"/>
                <a:gd name="T81" fmla="*/ 4 h 23"/>
                <a:gd name="T82" fmla="*/ 35 w 38"/>
                <a:gd name="T83" fmla="*/ 5 h 23"/>
                <a:gd name="T84" fmla="*/ 35 w 38"/>
                <a:gd name="T85" fmla="*/ 9 h 23"/>
                <a:gd name="T86" fmla="*/ 36 w 38"/>
                <a:gd name="T87" fmla="*/ 9 h 23"/>
                <a:gd name="T88" fmla="*/ 37 w 38"/>
                <a:gd name="T89" fmla="*/ 1 h 23"/>
                <a:gd name="T90" fmla="*/ 28 w 38"/>
                <a:gd name="T91" fmla="*/ 3 h 23"/>
                <a:gd name="T92" fmla="*/ 29 w 38"/>
                <a:gd name="T93" fmla="*/ 3 h 23"/>
                <a:gd name="T94" fmla="*/ 33 w 38"/>
                <a:gd name="T95" fmla="*/ 3 h 23"/>
                <a:gd name="T96" fmla="*/ 33 w 38"/>
                <a:gd name="T97" fmla="*/ 4 h 23"/>
                <a:gd name="T98" fmla="*/ 33 w 38"/>
                <a:gd name="T99" fmla="*/ 4 h 23"/>
                <a:gd name="T100" fmla="*/ 23 w 38"/>
                <a:gd name="T101" fmla="*/ 15 h 23"/>
                <a:gd name="T102" fmla="*/ 22 w 38"/>
                <a:gd name="T103" fmla="*/ 16 h 23"/>
                <a:gd name="T104" fmla="*/ 18 w 38"/>
                <a:gd name="T105" fmla="*/ 14 h 23"/>
                <a:gd name="T106" fmla="*/ 12 w 38"/>
                <a:gd name="T107" fmla="*/ 10 h 23"/>
                <a:gd name="T108" fmla="*/ 10 w 38"/>
                <a:gd name="T109" fmla="*/ 11 h 23"/>
                <a:gd name="T110" fmla="*/ 1 w 38"/>
                <a:gd name="T111"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23">
                  <a:moveTo>
                    <a:pt x="1" y="23"/>
                  </a:moveTo>
                  <a:cubicBezTo>
                    <a:pt x="1" y="23"/>
                    <a:pt x="1" y="23"/>
                    <a:pt x="1" y="23"/>
                  </a:cubicBezTo>
                  <a:cubicBezTo>
                    <a:pt x="0" y="23"/>
                    <a:pt x="0" y="23"/>
                    <a:pt x="0" y="23"/>
                  </a:cubicBezTo>
                  <a:cubicBezTo>
                    <a:pt x="0" y="22"/>
                    <a:pt x="0" y="22"/>
                    <a:pt x="0" y="22"/>
                  </a:cubicBezTo>
                  <a:cubicBezTo>
                    <a:pt x="0" y="21"/>
                    <a:pt x="0" y="21"/>
                    <a:pt x="0" y="20"/>
                  </a:cubicBezTo>
                  <a:cubicBezTo>
                    <a:pt x="0" y="20"/>
                    <a:pt x="0" y="20"/>
                    <a:pt x="0" y="20"/>
                  </a:cubicBezTo>
                  <a:cubicBezTo>
                    <a:pt x="9" y="10"/>
                    <a:pt x="9" y="10"/>
                    <a:pt x="9" y="10"/>
                  </a:cubicBezTo>
                  <a:cubicBezTo>
                    <a:pt x="10" y="9"/>
                    <a:pt x="12" y="9"/>
                    <a:pt x="13" y="10"/>
                  </a:cubicBezTo>
                  <a:cubicBezTo>
                    <a:pt x="14" y="11"/>
                    <a:pt x="17" y="12"/>
                    <a:pt x="19" y="13"/>
                  </a:cubicBezTo>
                  <a:cubicBezTo>
                    <a:pt x="20" y="13"/>
                    <a:pt x="22" y="14"/>
                    <a:pt x="22" y="14"/>
                  </a:cubicBezTo>
                  <a:cubicBezTo>
                    <a:pt x="25" y="11"/>
                    <a:pt x="30" y="6"/>
                    <a:pt x="31" y="4"/>
                  </a:cubicBezTo>
                  <a:cubicBezTo>
                    <a:pt x="29" y="4"/>
                    <a:pt x="29" y="4"/>
                    <a:pt x="29" y="4"/>
                  </a:cubicBezTo>
                  <a:cubicBezTo>
                    <a:pt x="29" y="4"/>
                    <a:pt x="28" y="4"/>
                    <a:pt x="28" y="4"/>
                  </a:cubicBezTo>
                  <a:cubicBezTo>
                    <a:pt x="28" y="4"/>
                    <a:pt x="27" y="3"/>
                    <a:pt x="27" y="3"/>
                  </a:cubicBezTo>
                  <a:cubicBezTo>
                    <a:pt x="27" y="3"/>
                    <a:pt x="26" y="2"/>
                    <a:pt x="27" y="2"/>
                  </a:cubicBezTo>
                  <a:cubicBezTo>
                    <a:pt x="27" y="2"/>
                    <a:pt x="27" y="2"/>
                    <a:pt x="27" y="2"/>
                  </a:cubicBezTo>
                  <a:cubicBezTo>
                    <a:pt x="31" y="1"/>
                    <a:pt x="38" y="0"/>
                    <a:pt x="38" y="0"/>
                  </a:cubicBezTo>
                  <a:cubicBezTo>
                    <a:pt x="38" y="0"/>
                    <a:pt x="38" y="0"/>
                    <a:pt x="38" y="0"/>
                  </a:cubicBezTo>
                  <a:cubicBezTo>
                    <a:pt x="38" y="0"/>
                    <a:pt x="38" y="0"/>
                    <a:pt x="38" y="0"/>
                  </a:cubicBezTo>
                  <a:cubicBezTo>
                    <a:pt x="38" y="1"/>
                    <a:pt x="37" y="8"/>
                    <a:pt x="37" y="10"/>
                  </a:cubicBezTo>
                  <a:cubicBezTo>
                    <a:pt x="37" y="10"/>
                    <a:pt x="36" y="10"/>
                    <a:pt x="36" y="11"/>
                  </a:cubicBezTo>
                  <a:cubicBezTo>
                    <a:pt x="36" y="11"/>
                    <a:pt x="36" y="11"/>
                    <a:pt x="36" y="11"/>
                  </a:cubicBezTo>
                  <a:cubicBezTo>
                    <a:pt x="35" y="10"/>
                    <a:pt x="34" y="9"/>
                    <a:pt x="34" y="9"/>
                  </a:cubicBezTo>
                  <a:cubicBezTo>
                    <a:pt x="34" y="9"/>
                    <a:pt x="34" y="9"/>
                    <a:pt x="34" y="9"/>
                  </a:cubicBezTo>
                  <a:cubicBezTo>
                    <a:pt x="34" y="6"/>
                    <a:pt x="34" y="6"/>
                    <a:pt x="34" y="6"/>
                  </a:cubicBezTo>
                  <a:cubicBezTo>
                    <a:pt x="32" y="9"/>
                    <a:pt x="28" y="14"/>
                    <a:pt x="25" y="17"/>
                  </a:cubicBezTo>
                  <a:cubicBezTo>
                    <a:pt x="24" y="18"/>
                    <a:pt x="24" y="18"/>
                    <a:pt x="23" y="18"/>
                  </a:cubicBezTo>
                  <a:cubicBezTo>
                    <a:pt x="22" y="19"/>
                    <a:pt x="21" y="18"/>
                    <a:pt x="20" y="18"/>
                  </a:cubicBezTo>
                  <a:cubicBezTo>
                    <a:pt x="11" y="13"/>
                    <a:pt x="11" y="13"/>
                    <a:pt x="11" y="13"/>
                  </a:cubicBezTo>
                  <a:cubicBezTo>
                    <a:pt x="1" y="23"/>
                    <a:pt x="1" y="23"/>
                    <a:pt x="1" y="23"/>
                  </a:cubicBezTo>
                  <a:cubicBezTo>
                    <a:pt x="1" y="23"/>
                    <a:pt x="1" y="23"/>
                    <a:pt x="1" y="23"/>
                  </a:cubicBezTo>
                  <a:close/>
                  <a:moveTo>
                    <a:pt x="1" y="20"/>
                  </a:moveTo>
                  <a:cubicBezTo>
                    <a:pt x="1" y="21"/>
                    <a:pt x="1" y="21"/>
                    <a:pt x="1" y="21"/>
                  </a:cubicBezTo>
                  <a:cubicBezTo>
                    <a:pt x="1" y="21"/>
                    <a:pt x="1" y="22"/>
                    <a:pt x="1" y="22"/>
                  </a:cubicBezTo>
                  <a:cubicBezTo>
                    <a:pt x="11" y="12"/>
                    <a:pt x="11" y="12"/>
                    <a:pt x="11" y="12"/>
                  </a:cubicBezTo>
                  <a:cubicBezTo>
                    <a:pt x="11" y="12"/>
                    <a:pt x="11" y="12"/>
                    <a:pt x="11" y="12"/>
                  </a:cubicBezTo>
                  <a:cubicBezTo>
                    <a:pt x="21" y="17"/>
                    <a:pt x="21" y="17"/>
                    <a:pt x="21" y="17"/>
                  </a:cubicBezTo>
                  <a:cubicBezTo>
                    <a:pt x="22" y="17"/>
                    <a:pt x="22" y="18"/>
                    <a:pt x="23" y="17"/>
                  </a:cubicBezTo>
                  <a:cubicBezTo>
                    <a:pt x="23" y="17"/>
                    <a:pt x="24" y="17"/>
                    <a:pt x="24" y="16"/>
                  </a:cubicBezTo>
                  <a:cubicBezTo>
                    <a:pt x="28" y="12"/>
                    <a:pt x="34" y="5"/>
                    <a:pt x="34" y="5"/>
                  </a:cubicBezTo>
                  <a:cubicBezTo>
                    <a:pt x="34" y="4"/>
                    <a:pt x="35" y="4"/>
                    <a:pt x="35" y="4"/>
                  </a:cubicBezTo>
                  <a:cubicBezTo>
                    <a:pt x="35" y="4"/>
                    <a:pt x="35" y="5"/>
                    <a:pt x="35" y="5"/>
                  </a:cubicBezTo>
                  <a:cubicBezTo>
                    <a:pt x="35" y="9"/>
                    <a:pt x="35" y="9"/>
                    <a:pt x="35" y="9"/>
                  </a:cubicBezTo>
                  <a:cubicBezTo>
                    <a:pt x="35" y="9"/>
                    <a:pt x="35" y="9"/>
                    <a:pt x="36" y="9"/>
                  </a:cubicBezTo>
                  <a:cubicBezTo>
                    <a:pt x="36" y="7"/>
                    <a:pt x="37" y="3"/>
                    <a:pt x="37" y="1"/>
                  </a:cubicBezTo>
                  <a:cubicBezTo>
                    <a:pt x="35" y="1"/>
                    <a:pt x="31" y="2"/>
                    <a:pt x="28" y="3"/>
                  </a:cubicBezTo>
                  <a:cubicBezTo>
                    <a:pt x="28" y="3"/>
                    <a:pt x="29" y="3"/>
                    <a:pt x="29" y="3"/>
                  </a:cubicBezTo>
                  <a:cubicBezTo>
                    <a:pt x="33" y="3"/>
                    <a:pt x="33" y="3"/>
                    <a:pt x="33" y="3"/>
                  </a:cubicBezTo>
                  <a:cubicBezTo>
                    <a:pt x="33" y="3"/>
                    <a:pt x="33" y="3"/>
                    <a:pt x="33" y="4"/>
                  </a:cubicBezTo>
                  <a:cubicBezTo>
                    <a:pt x="33" y="4"/>
                    <a:pt x="33" y="4"/>
                    <a:pt x="33" y="4"/>
                  </a:cubicBezTo>
                  <a:cubicBezTo>
                    <a:pt x="33" y="4"/>
                    <a:pt x="27" y="11"/>
                    <a:pt x="23" y="15"/>
                  </a:cubicBezTo>
                  <a:cubicBezTo>
                    <a:pt x="23" y="16"/>
                    <a:pt x="23" y="16"/>
                    <a:pt x="22" y="16"/>
                  </a:cubicBezTo>
                  <a:cubicBezTo>
                    <a:pt x="22" y="15"/>
                    <a:pt x="20" y="14"/>
                    <a:pt x="18" y="14"/>
                  </a:cubicBezTo>
                  <a:cubicBezTo>
                    <a:pt x="16" y="13"/>
                    <a:pt x="14" y="11"/>
                    <a:pt x="12" y="10"/>
                  </a:cubicBezTo>
                  <a:cubicBezTo>
                    <a:pt x="12" y="10"/>
                    <a:pt x="10" y="10"/>
                    <a:pt x="10" y="11"/>
                  </a:cubicBezTo>
                  <a:lnTo>
                    <a:pt x="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0" name="Freeform 245"/>
            <p:cNvSpPr>
              <a:spLocks noEditPoints="1"/>
            </p:cNvSpPr>
            <p:nvPr/>
          </p:nvSpPr>
          <p:spPr bwMode="auto">
            <a:xfrm>
              <a:off x="5173" y="2925"/>
              <a:ext cx="15" cy="28"/>
            </a:xfrm>
            <a:custGeom>
              <a:avLst/>
              <a:gdLst>
                <a:gd name="T0" fmla="*/ 6 w 6"/>
                <a:gd name="T1" fmla="*/ 11 h 11"/>
                <a:gd name="T2" fmla="*/ 1 w 6"/>
                <a:gd name="T3" fmla="*/ 11 h 11"/>
                <a:gd name="T4" fmla="*/ 0 w 6"/>
                <a:gd name="T5" fmla="*/ 11 h 11"/>
                <a:gd name="T6" fmla="*/ 0 w 6"/>
                <a:gd name="T7" fmla="*/ 8 h 11"/>
                <a:gd name="T8" fmla="*/ 0 w 6"/>
                <a:gd name="T9" fmla="*/ 6 h 11"/>
                <a:gd name="T10" fmla="*/ 0 w 6"/>
                <a:gd name="T11" fmla="*/ 5 h 11"/>
                <a:gd name="T12" fmla="*/ 4 w 6"/>
                <a:gd name="T13" fmla="*/ 2 h 11"/>
                <a:gd name="T14" fmla="*/ 5 w 6"/>
                <a:gd name="T15" fmla="*/ 1 h 11"/>
                <a:gd name="T16" fmla="*/ 6 w 6"/>
                <a:gd name="T17" fmla="*/ 0 h 11"/>
                <a:gd name="T18" fmla="*/ 6 w 6"/>
                <a:gd name="T19" fmla="*/ 1 h 11"/>
                <a:gd name="T20" fmla="*/ 6 w 6"/>
                <a:gd name="T21" fmla="*/ 11 h 11"/>
                <a:gd name="T22" fmla="*/ 6 w 6"/>
                <a:gd name="T23" fmla="*/ 11 h 11"/>
                <a:gd name="T24" fmla="*/ 1 w 6"/>
                <a:gd name="T25" fmla="*/ 10 h 11"/>
                <a:gd name="T26" fmla="*/ 5 w 6"/>
                <a:gd name="T27" fmla="*/ 10 h 11"/>
                <a:gd name="T28" fmla="*/ 5 w 6"/>
                <a:gd name="T29" fmla="*/ 2 h 11"/>
                <a:gd name="T30" fmla="*/ 5 w 6"/>
                <a:gd name="T31" fmla="*/ 2 h 11"/>
                <a:gd name="T32" fmla="*/ 1 w 6"/>
                <a:gd name="T33" fmla="*/ 6 h 11"/>
                <a:gd name="T34" fmla="*/ 1 w 6"/>
                <a:gd name="T35" fmla="*/ 8 h 11"/>
                <a:gd name="T36" fmla="*/ 1 w 6"/>
                <a:gd name="T3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1">
                  <a:moveTo>
                    <a:pt x="6" y="11"/>
                  </a:moveTo>
                  <a:cubicBezTo>
                    <a:pt x="1" y="11"/>
                    <a:pt x="1" y="11"/>
                    <a:pt x="1" y="11"/>
                  </a:cubicBezTo>
                  <a:cubicBezTo>
                    <a:pt x="0" y="11"/>
                    <a:pt x="0" y="11"/>
                    <a:pt x="0" y="11"/>
                  </a:cubicBezTo>
                  <a:cubicBezTo>
                    <a:pt x="0" y="10"/>
                    <a:pt x="0" y="9"/>
                    <a:pt x="0" y="8"/>
                  </a:cubicBezTo>
                  <a:cubicBezTo>
                    <a:pt x="0" y="8"/>
                    <a:pt x="0" y="7"/>
                    <a:pt x="0" y="6"/>
                  </a:cubicBezTo>
                  <a:cubicBezTo>
                    <a:pt x="0" y="6"/>
                    <a:pt x="0" y="6"/>
                    <a:pt x="0" y="5"/>
                  </a:cubicBezTo>
                  <a:cubicBezTo>
                    <a:pt x="2" y="4"/>
                    <a:pt x="3" y="3"/>
                    <a:pt x="4" y="2"/>
                  </a:cubicBezTo>
                  <a:cubicBezTo>
                    <a:pt x="5" y="1"/>
                    <a:pt x="5" y="1"/>
                    <a:pt x="5" y="1"/>
                  </a:cubicBezTo>
                  <a:cubicBezTo>
                    <a:pt x="5" y="0"/>
                    <a:pt x="6" y="0"/>
                    <a:pt x="6" y="0"/>
                  </a:cubicBezTo>
                  <a:cubicBezTo>
                    <a:pt x="6" y="0"/>
                    <a:pt x="6" y="1"/>
                    <a:pt x="6" y="1"/>
                  </a:cubicBezTo>
                  <a:cubicBezTo>
                    <a:pt x="6" y="5"/>
                    <a:pt x="6" y="8"/>
                    <a:pt x="6" y="11"/>
                  </a:cubicBezTo>
                  <a:cubicBezTo>
                    <a:pt x="6" y="11"/>
                    <a:pt x="6" y="11"/>
                    <a:pt x="6" y="11"/>
                  </a:cubicBezTo>
                  <a:close/>
                  <a:moveTo>
                    <a:pt x="1" y="10"/>
                  </a:moveTo>
                  <a:cubicBezTo>
                    <a:pt x="5" y="10"/>
                    <a:pt x="5" y="10"/>
                    <a:pt x="5" y="10"/>
                  </a:cubicBezTo>
                  <a:cubicBezTo>
                    <a:pt x="5" y="8"/>
                    <a:pt x="5" y="5"/>
                    <a:pt x="5" y="2"/>
                  </a:cubicBezTo>
                  <a:cubicBezTo>
                    <a:pt x="5" y="2"/>
                    <a:pt x="5" y="2"/>
                    <a:pt x="5" y="2"/>
                  </a:cubicBezTo>
                  <a:cubicBezTo>
                    <a:pt x="4" y="4"/>
                    <a:pt x="2" y="5"/>
                    <a:pt x="1" y="6"/>
                  </a:cubicBezTo>
                  <a:cubicBezTo>
                    <a:pt x="1" y="7"/>
                    <a:pt x="1" y="8"/>
                    <a:pt x="1" y="8"/>
                  </a:cubicBezTo>
                  <a:cubicBezTo>
                    <a:pt x="1" y="9"/>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1" name="Freeform 246"/>
            <p:cNvSpPr>
              <a:spLocks noEditPoints="1"/>
            </p:cNvSpPr>
            <p:nvPr/>
          </p:nvSpPr>
          <p:spPr bwMode="auto">
            <a:xfrm>
              <a:off x="5193" y="2918"/>
              <a:ext cx="15" cy="35"/>
            </a:xfrm>
            <a:custGeom>
              <a:avLst/>
              <a:gdLst>
                <a:gd name="T0" fmla="*/ 6 w 6"/>
                <a:gd name="T1" fmla="*/ 14 h 14"/>
                <a:gd name="T2" fmla="*/ 1 w 6"/>
                <a:gd name="T3" fmla="*/ 14 h 14"/>
                <a:gd name="T4" fmla="*/ 0 w 6"/>
                <a:gd name="T5" fmla="*/ 14 h 14"/>
                <a:gd name="T6" fmla="*/ 0 w 6"/>
                <a:gd name="T7" fmla="*/ 8 h 14"/>
                <a:gd name="T8" fmla="*/ 0 w 6"/>
                <a:gd name="T9" fmla="*/ 2 h 14"/>
                <a:gd name="T10" fmla="*/ 0 w 6"/>
                <a:gd name="T11" fmla="*/ 2 h 14"/>
                <a:gd name="T12" fmla="*/ 0 w 6"/>
                <a:gd name="T13" fmla="*/ 2 h 14"/>
                <a:gd name="T14" fmla="*/ 2 w 6"/>
                <a:gd name="T15" fmla="*/ 0 h 14"/>
                <a:gd name="T16" fmla="*/ 2 w 6"/>
                <a:gd name="T17" fmla="*/ 0 h 14"/>
                <a:gd name="T18" fmla="*/ 5 w 6"/>
                <a:gd name="T19" fmla="*/ 2 h 14"/>
                <a:gd name="T20" fmla="*/ 6 w 6"/>
                <a:gd name="T21" fmla="*/ 3 h 14"/>
                <a:gd name="T22" fmla="*/ 6 w 6"/>
                <a:gd name="T23" fmla="*/ 4 h 14"/>
                <a:gd name="T24" fmla="*/ 6 w 6"/>
                <a:gd name="T25" fmla="*/ 14 h 14"/>
                <a:gd name="T26" fmla="*/ 6 w 6"/>
                <a:gd name="T27" fmla="*/ 14 h 14"/>
                <a:gd name="T28" fmla="*/ 1 w 6"/>
                <a:gd name="T29" fmla="*/ 13 h 14"/>
                <a:gd name="T30" fmla="*/ 5 w 6"/>
                <a:gd name="T31" fmla="*/ 13 h 14"/>
                <a:gd name="T32" fmla="*/ 5 w 6"/>
                <a:gd name="T33" fmla="*/ 4 h 14"/>
                <a:gd name="T34" fmla="*/ 4 w 6"/>
                <a:gd name="T35" fmla="*/ 3 h 14"/>
                <a:gd name="T36" fmla="*/ 2 w 6"/>
                <a:gd name="T37" fmla="*/ 1 h 14"/>
                <a:gd name="T38" fmla="*/ 1 w 6"/>
                <a:gd name="T39" fmla="*/ 2 h 14"/>
                <a:gd name="T40" fmla="*/ 1 w 6"/>
                <a:gd name="T41" fmla="*/ 3 h 14"/>
                <a:gd name="T42" fmla="*/ 1 w 6"/>
                <a:gd name="T43" fmla="*/ 8 h 14"/>
                <a:gd name="T44" fmla="*/ 1 w 6"/>
                <a:gd name="T4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4">
                  <a:moveTo>
                    <a:pt x="6" y="14"/>
                  </a:moveTo>
                  <a:cubicBezTo>
                    <a:pt x="1" y="14"/>
                    <a:pt x="1" y="14"/>
                    <a:pt x="1" y="14"/>
                  </a:cubicBezTo>
                  <a:cubicBezTo>
                    <a:pt x="1" y="14"/>
                    <a:pt x="0" y="14"/>
                    <a:pt x="0" y="14"/>
                  </a:cubicBezTo>
                  <a:cubicBezTo>
                    <a:pt x="0" y="12"/>
                    <a:pt x="0" y="10"/>
                    <a:pt x="0" y="8"/>
                  </a:cubicBezTo>
                  <a:cubicBezTo>
                    <a:pt x="0" y="7"/>
                    <a:pt x="0" y="5"/>
                    <a:pt x="0" y="2"/>
                  </a:cubicBezTo>
                  <a:cubicBezTo>
                    <a:pt x="0" y="2"/>
                    <a:pt x="0" y="2"/>
                    <a:pt x="0" y="2"/>
                  </a:cubicBezTo>
                  <a:cubicBezTo>
                    <a:pt x="0" y="2"/>
                    <a:pt x="0" y="2"/>
                    <a:pt x="0" y="2"/>
                  </a:cubicBezTo>
                  <a:cubicBezTo>
                    <a:pt x="1" y="1"/>
                    <a:pt x="1" y="0"/>
                    <a:pt x="2" y="0"/>
                  </a:cubicBezTo>
                  <a:cubicBezTo>
                    <a:pt x="2" y="0"/>
                    <a:pt x="2" y="0"/>
                    <a:pt x="2" y="0"/>
                  </a:cubicBezTo>
                  <a:cubicBezTo>
                    <a:pt x="3" y="1"/>
                    <a:pt x="4" y="1"/>
                    <a:pt x="5" y="2"/>
                  </a:cubicBezTo>
                  <a:cubicBezTo>
                    <a:pt x="5" y="2"/>
                    <a:pt x="6" y="3"/>
                    <a:pt x="6" y="3"/>
                  </a:cubicBezTo>
                  <a:cubicBezTo>
                    <a:pt x="6" y="3"/>
                    <a:pt x="6" y="3"/>
                    <a:pt x="6" y="4"/>
                  </a:cubicBezTo>
                  <a:cubicBezTo>
                    <a:pt x="6" y="7"/>
                    <a:pt x="6" y="11"/>
                    <a:pt x="6" y="14"/>
                  </a:cubicBezTo>
                  <a:cubicBezTo>
                    <a:pt x="6" y="14"/>
                    <a:pt x="6" y="14"/>
                    <a:pt x="6" y="14"/>
                  </a:cubicBezTo>
                  <a:close/>
                  <a:moveTo>
                    <a:pt x="1" y="13"/>
                  </a:moveTo>
                  <a:cubicBezTo>
                    <a:pt x="5" y="13"/>
                    <a:pt x="5" y="13"/>
                    <a:pt x="5" y="13"/>
                  </a:cubicBezTo>
                  <a:cubicBezTo>
                    <a:pt x="5" y="11"/>
                    <a:pt x="5" y="7"/>
                    <a:pt x="5" y="4"/>
                  </a:cubicBezTo>
                  <a:cubicBezTo>
                    <a:pt x="5" y="3"/>
                    <a:pt x="4" y="3"/>
                    <a:pt x="4" y="3"/>
                  </a:cubicBezTo>
                  <a:cubicBezTo>
                    <a:pt x="3" y="2"/>
                    <a:pt x="3" y="2"/>
                    <a:pt x="2" y="1"/>
                  </a:cubicBezTo>
                  <a:cubicBezTo>
                    <a:pt x="2" y="1"/>
                    <a:pt x="1" y="2"/>
                    <a:pt x="1" y="2"/>
                  </a:cubicBezTo>
                  <a:cubicBezTo>
                    <a:pt x="1" y="2"/>
                    <a:pt x="1" y="3"/>
                    <a:pt x="1" y="3"/>
                  </a:cubicBezTo>
                  <a:cubicBezTo>
                    <a:pt x="1" y="5"/>
                    <a:pt x="1" y="7"/>
                    <a:pt x="1" y="8"/>
                  </a:cubicBezTo>
                  <a:cubicBezTo>
                    <a:pt x="1" y="10"/>
                    <a:pt x="1" y="11"/>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2" name="Freeform 247"/>
            <p:cNvSpPr>
              <a:spLocks noEditPoints="1"/>
            </p:cNvSpPr>
            <p:nvPr/>
          </p:nvSpPr>
          <p:spPr bwMode="auto">
            <a:xfrm>
              <a:off x="5213" y="2928"/>
              <a:ext cx="17" cy="25"/>
            </a:xfrm>
            <a:custGeom>
              <a:avLst/>
              <a:gdLst>
                <a:gd name="T0" fmla="*/ 6 w 7"/>
                <a:gd name="T1" fmla="*/ 10 h 10"/>
                <a:gd name="T2" fmla="*/ 1 w 7"/>
                <a:gd name="T3" fmla="*/ 10 h 10"/>
                <a:gd name="T4" fmla="*/ 1 w 7"/>
                <a:gd name="T5" fmla="*/ 10 h 10"/>
                <a:gd name="T6" fmla="*/ 0 w 7"/>
                <a:gd name="T7" fmla="*/ 1 h 10"/>
                <a:gd name="T8" fmla="*/ 1 w 7"/>
                <a:gd name="T9" fmla="*/ 0 h 10"/>
                <a:gd name="T10" fmla="*/ 1 w 7"/>
                <a:gd name="T11" fmla="*/ 0 h 10"/>
                <a:gd name="T12" fmla="*/ 2 w 7"/>
                <a:gd name="T13" fmla="*/ 1 h 10"/>
                <a:gd name="T14" fmla="*/ 4 w 7"/>
                <a:gd name="T15" fmla="*/ 1 h 10"/>
                <a:gd name="T16" fmla="*/ 5 w 7"/>
                <a:gd name="T17" fmla="*/ 1 h 10"/>
                <a:gd name="T18" fmla="*/ 6 w 7"/>
                <a:gd name="T19" fmla="*/ 0 h 10"/>
                <a:gd name="T20" fmla="*/ 6 w 7"/>
                <a:gd name="T21" fmla="*/ 0 h 10"/>
                <a:gd name="T22" fmla="*/ 7 w 7"/>
                <a:gd name="T23" fmla="*/ 1 h 10"/>
                <a:gd name="T24" fmla="*/ 7 w 7"/>
                <a:gd name="T25" fmla="*/ 10 h 10"/>
                <a:gd name="T26" fmla="*/ 6 w 7"/>
                <a:gd name="T27" fmla="*/ 10 h 10"/>
                <a:gd name="T28" fmla="*/ 2 w 7"/>
                <a:gd name="T29" fmla="*/ 9 h 10"/>
                <a:gd name="T30" fmla="*/ 6 w 7"/>
                <a:gd name="T31" fmla="*/ 9 h 10"/>
                <a:gd name="T32" fmla="*/ 6 w 7"/>
                <a:gd name="T33" fmla="*/ 2 h 10"/>
                <a:gd name="T34" fmla="*/ 4 w 7"/>
                <a:gd name="T35" fmla="*/ 2 h 10"/>
                <a:gd name="T36" fmla="*/ 2 w 7"/>
                <a:gd name="T37" fmla="*/ 1 h 10"/>
                <a:gd name="T38" fmla="*/ 1 w 7"/>
                <a:gd name="T39" fmla="*/ 1 h 10"/>
                <a:gd name="T40" fmla="*/ 2 w 7"/>
                <a:gd name="T4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0">
                  <a:moveTo>
                    <a:pt x="6" y="10"/>
                  </a:moveTo>
                  <a:cubicBezTo>
                    <a:pt x="1" y="10"/>
                    <a:pt x="1" y="10"/>
                    <a:pt x="1" y="10"/>
                  </a:cubicBezTo>
                  <a:cubicBezTo>
                    <a:pt x="1" y="10"/>
                    <a:pt x="1" y="10"/>
                    <a:pt x="1" y="10"/>
                  </a:cubicBezTo>
                  <a:cubicBezTo>
                    <a:pt x="0" y="1"/>
                    <a:pt x="0" y="1"/>
                    <a:pt x="0" y="1"/>
                  </a:cubicBezTo>
                  <a:cubicBezTo>
                    <a:pt x="0" y="0"/>
                    <a:pt x="0" y="0"/>
                    <a:pt x="1" y="0"/>
                  </a:cubicBezTo>
                  <a:cubicBezTo>
                    <a:pt x="1" y="0"/>
                    <a:pt x="1" y="0"/>
                    <a:pt x="1" y="0"/>
                  </a:cubicBezTo>
                  <a:cubicBezTo>
                    <a:pt x="1" y="0"/>
                    <a:pt x="1" y="0"/>
                    <a:pt x="2" y="1"/>
                  </a:cubicBezTo>
                  <a:cubicBezTo>
                    <a:pt x="3" y="1"/>
                    <a:pt x="4" y="1"/>
                    <a:pt x="4" y="1"/>
                  </a:cubicBezTo>
                  <a:cubicBezTo>
                    <a:pt x="5" y="1"/>
                    <a:pt x="5" y="1"/>
                    <a:pt x="5" y="1"/>
                  </a:cubicBezTo>
                  <a:cubicBezTo>
                    <a:pt x="5" y="0"/>
                    <a:pt x="6" y="0"/>
                    <a:pt x="6" y="0"/>
                  </a:cubicBezTo>
                  <a:cubicBezTo>
                    <a:pt x="6" y="0"/>
                    <a:pt x="6" y="0"/>
                    <a:pt x="6" y="0"/>
                  </a:cubicBezTo>
                  <a:cubicBezTo>
                    <a:pt x="6" y="0"/>
                    <a:pt x="7" y="0"/>
                    <a:pt x="7" y="1"/>
                  </a:cubicBezTo>
                  <a:cubicBezTo>
                    <a:pt x="7" y="4"/>
                    <a:pt x="7" y="7"/>
                    <a:pt x="7" y="10"/>
                  </a:cubicBezTo>
                  <a:cubicBezTo>
                    <a:pt x="7" y="10"/>
                    <a:pt x="6" y="10"/>
                    <a:pt x="6" y="10"/>
                  </a:cubicBezTo>
                  <a:close/>
                  <a:moveTo>
                    <a:pt x="2" y="9"/>
                  </a:moveTo>
                  <a:cubicBezTo>
                    <a:pt x="6" y="9"/>
                    <a:pt x="6" y="9"/>
                    <a:pt x="6" y="9"/>
                  </a:cubicBezTo>
                  <a:cubicBezTo>
                    <a:pt x="6" y="7"/>
                    <a:pt x="6" y="5"/>
                    <a:pt x="6" y="2"/>
                  </a:cubicBezTo>
                  <a:cubicBezTo>
                    <a:pt x="5" y="2"/>
                    <a:pt x="5" y="2"/>
                    <a:pt x="4" y="2"/>
                  </a:cubicBezTo>
                  <a:cubicBezTo>
                    <a:pt x="3" y="2"/>
                    <a:pt x="3" y="2"/>
                    <a:pt x="2" y="1"/>
                  </a:cubicBezTo>
                  <a:cubicBezTo>
                    <a:pt x="2" y="1"/>
                    <a:pt x="2" y="1"/>
                    <a:pt x="1" y="1"/>
                  </a:cubicBezTo>
                  <a:lnTo>
                    <a:pt x="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3" name="Freeform 248"/>
            <p:cNvSpPr>
              <a:spLocks noEditPoints="1"/>
            </p:cNvSpPr>
            <p:nvPr/>
          </p:nvSpPr>
          <p:spPr bwMode="auto">
            <a:xfrm>
              <a:off x="5235" y="2910"/>
              <a:ext cx="15" cy="43"/>
            </a:xfrm>
            <a:custGeom>
              <a:avLst/>
              <a:gdLst>
                <a:gd name="T0" fmla="*/ 5 w 6"/>
                <a:gd name="T1" fmla="*/ 17 h 17"/>
                <a:gd name="T2" fmla="*/ 0 w 6"/>
                <a:gd name="T3" fmla="*/ 17 h 17"/>
                <a:gd name="T4" fmla="*/ 0 w 6"/>
                <a:gd name="T5" fmla="*/ 17 h 17"/>
                <a:gd name="T6" fmla="*/ 0 w 6"/>
                <a:gd name="T7" fmla="*/ 11 h 17"/>
                <a:gd name="T8" fmla="*/ 0 w 6"/>
                <a:gd name="T9" fmla="*/ 6 h 17"/>
                <a:gd name="T10" fmla="*/ 0 w 6"/>
                <a:gd name="T11" fmla="*/ 5 h 17"/>
                <a:gd name="T12" fmla="*/ 1 w 6"/>
                <a:gd name="T13" fmla="*/ 4 h 17"/>
                <a:gd name="T14" fmla="*/ 5 w 6"/>
                <a:gd name="T15" fmla="*/ 0 h 17"/>
                <a:gd name="T16" fmla="*/ 5 w 6"/>
                <a:gd name="T17" fmla="*/ 0 h 17"/>
                <a:gd name="T18" fmla="*/ 6 w 6"/>
                <a:gd name="T19" fmla="*/ 0 h 17"/>
                <a:gd name="T20" fmla="*/ 6 w 6"/>
                <a:gd name="T21" fmla="*/ 17 h 17"/>
                <a:gd name="T22" fmla="*/ 5 w 6"/>
                <a:gd name="T23" fmla="*/ 17 h 17"/>
                <a:gd name="T24" fmla="*/ 1 w 6"/>
                <a:gd name="T25" fmla="*/ 16 h 17"/>
                <a:gd name="T26" fmla="*/ 5 w 6"/>
                <a:gd name="T27" fmla="*/ 16 h 17"/>
                <a:gd name="T28" fmla="*/ 5 w 6"/>
                <a:gd name="T29" fmla="*/ 2 h 17"/>
                <a:gd name="T30" fmla="*/ 2 w 6"/>
                <a:gd name="T31" fmla="*/ 4 h 17"/>
                <a:gd name="T32" fmla="*/ 1 w 6"/>
                <a:gd name="T33" fmla="*/ 6 h 17"/>
                <a:gd name="T34" fmla="*/ 1 w 6"/>
                <a:gd name="T35" fmla="*/ 11 h 17"/>
                <a:gd name="T36" fmla="*/ 1 w 6"/>
                <a:gd name="T3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7">
                  <a:moveTo>
                    <a:pt x="5" y="17"/>
                  </a:moveTo>
                  <a:cubicBezTo>
                    <a:pt x="0" y="17"/>
                    <a:pt x="0" y="17"/>
                    <a:pt x="0" y="17"/>
                  </a:cubicBezTo>
                  <a:cubicBezTo>
                    <a:pt x="0" y="17"/>
                    <a:pt x="0" y="17"/>
                    <a:pt x="0" y="17"/>
                  </a:cubicBezTo>
                  <a:cubicBezTo>
                    <a:pt x="0" y="15"/>
                    <a:pt x="0" y="13"/>
                    <a:pt x="0" y="11"/>
                  </a:cubicBezTo>
                  <a:cubicBezTo>
                    <a:pt x="0" y="10"/>
                    <a:pt x="0" y="8"/>
                    <a:pt x="0" y="6"/>
                  </a:cubicBezTo>
                  <a:cubicBezTo>
                    <a:pt x="0" y="6"/>
                    <a:pt x="0" y="5"/>
                    <a:pt x="0" y="5"/>
                  </a:cubicBezTo>
                  <a:cubicBezTo>
                    <a:pt x="0" y="5"/>
                    <a:pt x="0" y="5"/>
                    <a:pt x="1" y="4"/>
                  </a:cubicBezTo>
                  <a:cubicBezTo>
                    <a:pt x="3" y="2"/>
                    <a:pt x="4" y="1"/>
                    <a:pt x="5" y="0"/>
                  </a:cubicBezTo>
                  <a:cubicBezTo>
                    <a:pt x="5" y="0"/>
                    <a:pt x="5" y="0"/>
                    <a:pt x="5" y="0"/>
                  </a:cubicBezTo>
                  <a:cubicBezTo>
                    <a:pt x="6" y="0"/>
                    <a:pt x="6" y="0"/>
                    <a:pt x="6" y="0"/>
                  </a:cubicBezTo>
                  <a:cubicBezTo>
                    <a:pt x="6" y="6"/>
                    <a:pt x="6" y="12"/>
                    <a:pt x="6" y="17"/>
                  </a:cubicBezTo>
                  <a:cubicBezTo>
                    <a:pt x="6" y="17"/>
                    <a:pt x="6" y="17"/>
                    <a:pt x="5" y="17"/>
                  </a:cubicBezTo>
                  <a:close/>
                  <a:moveTo>
                    <a:pt x="1" y="16"/>
                  </a:moveTo>
                  <a:cubicBezTo>
                    <a:pt x="5" y="16"/>
                    <a:pt x="5" y="16"/>
                    <a:pt x="5" y="16"/>
                  </a:cubicBezTo>
                  <a:cubicBezTo>
                    <a:pt x="5" y="12"/>
                    <a:pt x="5" y="7"/>
                    <a:pt x="5" y="2"/>
                  </a:cubicBezTo>
                  <a:cubicBezTo>
                    <a:pt x="4" y="2"/>
                    <a:pt x="3" y="3"/>
                    <a:pt x="2" y="4"/>
                  </a:cubicBezTo>
                  <a:cubicBezTo>
                    <a:pt x="1" y="5"/>
                    <a:pt x="1" y="6"/>
                    <a:pt x="1" y="6"/>
                  </a:cubicBezTo>
                  <a:cubicBezTo>
                    <a:pt x="1" y="8"/>
                    <a:pt x="1" y="10"/>
                    <a:pt x="1" y="11"/>
                  </a:cubicBezTo>
                  <a:cubicBezTo>
                    <a:pt x="1" y="13"/>
                    <a:pt x="1" y="15"/>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4" name="Freeform 249"/>
            <p:cNvSpPr>
              <a:spLocks/>
            </p:cNvSpPr>
            <p:nvPr/>
          </p:nvSpPr>
          <p:spPr bwMode="auto">
            <a:xfrm>
              <a:off x="5155" y="2928"/>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1"/>
                    <a:pt x="1" y="0"/>
                    <a:pt x="1" y="0"/>
                  </a:cubicBezTo>
                  <a:cubicBezTo>
                    <a:pt x="2" y="0"/>
                    <a:pt x="2" y="0"/>
                    <a:pt x="2" y="0"/>
                  </a:cubicBezTo>
                  <a:cubicBezTo>
                    <a:pt x="3" y="0"/>
                    <a:pt x="3" y="1"/>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5" name="Freeform 250"/>
            <p:cNvSpPr>
              <a:spLocks/>
            </p:cNvSpPr>
            <p:nvPr/>
          </p:nvSpPr>
          <p:spPr bwMode="auto">
            <a:xfrm>
              <a:off x="5155" y="2941"/>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6" name="Freeform 251"/>
            <p:cNvSpPr>
              <a:spLocks/>
            </p:cNvSpPr>
            <p:nvPr/>
          </p:nvSpPr>
          <p:spPr bwMode="auto">
            <a:xfrm>
              <a:off x="5155" y="2905"/>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7" name="Freeform 252"/>
            <p:cNvSpPr>
              <a:spLocks/>
            </p:cNvSpPr>
            <p:nvPr/>
          </p:nvSpPr>
          <p:spPr bwMode="auto">
            <a:xfrm>
              <a:off x="5155" y="2895"/>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8" name="Freeform 253"/>
            <p:cNvSpPr>
              <a:spLocks/>
            </p:cNvSpPr>
            <p:nvPr/>
          </p:nvSpPr>
          <p:spPr bwMode="auto">
            <a:xfrm>
              <a:off x="5155" y="2918"/>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09" name="Freeform 254"/>
            <p:cNvSpPr>
              <a:spLocks/>
            </p:cNvSpPr>
            <p:nvPr/>
          </p:nvSpPr>
          <p:spPr bwMode="auto">
            <a:xfrm>
              <a:off x="5173" y="2943"/>
              <a:ext cx="15" cy="10"/>
            </a:xfrm>
            <a:custGeom>
              <a:avLst/>
              <a:gdLst>
                <a:gd name="T0" fmla="*/ 1 w 6"/>
                <a:gd name="T1" fmla="*/ 4 h 4"/>
                <a:gd name="T2" fmla="*/ 0 w 6"/>
                <a:gd name="T3" fmla="*/ 4 h 4"/>
                <a:gd name="T4" fmla="*/ 1 w 6"/>
                <a:gd name="T5" fmla="*/ 3 h 4"/>
                <a:gd name="T6" fmla="*/ 3 w 6"/>
                <a:gd name="T7" fmla="*/ 2 h 4"/>
                <a:gd name="T8" fmla="*/ 5 w 6"/>
                <a:gd name="T9" fmla="*/ 1 h 4"/>
                <a:gd name="T10" fmla="*/ 6 w 6"/>
                <a:gd name="T11" fmla="*/ 1 h 4"/>
                <a:gd name="T12" fmla="*/ 6 w 6"/>
                <a:gd name="T13" fmla="*/ 1 h 4"/>
                <a:gd name="T14" fmla="*/ 3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1" y="3"/>
                    <a:pt x="2" y="2"/>
                    <a:pt x="3" y="2"/>
                  </a:cubicBezTo>
                  <a:cubicBezTo>
                    <a:pt x="4" y="2"/>
                    <a:pt x="4" y="1"/>
                    <a:pt x="5" y="1"/>
                  </a:cubicBezTo>
                  <a:cubicBezTo>
                    <a:pt x="5" y="0"/>
                    <a:pt x="6" y="1"/>
                    <a:pt x="6" y="1"/>
                  </a:cubicBezTo>
                  <a:cubicBezTo>
                    <a:pt x="6" y="1"/>
                    <a:pt x="6" y="1"/>
                    <a:pt x="6" y="1"/>
                  </a:cubicBezTo>
                  <a:cubicBezTo>
                    <a:pt x="5" y="2"/>
                    <a:pt x="4" y="2"/>
                    <a:pt x="3" y="3"/>
                  </a:cubicBezTo>
                  <a:cubicBezTo>
                    <a:pt x="3" y="3"/>
                    <a:pt x="2"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0" name="Freeform 255"/>
            <p:cNvSpPr>
              <a:spLocks/>
            </p:cNvSpPr>
            <p:nvPr/>
          </p:nvSpPr>
          <p:spPr bwMode="auto">
            <a:xfrm>
              <a:off x="5173" y="2938"/>
              <a:ext cx="15" cy="8"/>
            </a:xfrm>
            <a:custGeom>
              <a:avLst/>
              <a:gdLst>
                <a:gd name="T0" fmla="*/ 1 w 6"/>
                <a:gd name="T1" fmla="*/ 3 h 3"/>
                <a:gd name="T2" fmla="*/ 0 w 6"/>
                <a:gd name="T3" fmla="*/ 3 h 3"/>
                <a:gd name="T4" fmla="*/ 1 w 6"/>
                <a:gd name="T5" fmla="*/ 2 h 3"/>
                <a:gd name="T6" fmla="*/ 3 w 6"/>
                <a:gd name="T7" fmla="*/ 1 h 3"/>
                <a:gd name="T8" fmla="*/ 5 w 6"/>
                <a:gd name="T9" fmla="*/ 0 h 3"/>
                <a:gd name="T10" fmla="*/ 6 w 6"/>
                <a:gd name="T11" fmla="*/ 0 h 3"/>
                <a:gd name="T12" fmla="*/ 6 w 6"/>
                <a:gd name="T13" fmla="*/ 1 h 3"/>
                <a:gd name="T14" fmla="*/ 1 w 6"/>
                <a:gd name="T15" fmla="*/ 3 h 3"/>
                <a:gd name="T16" fmla="*/ 1 w 6"/>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1" y="3"/>
                  </a:moveTo>
                  <a:cubicBezTo>
                    <a:pt x="1" y="3"/>
                    <a:pt x="1" y="3"/>
                    <a:pt x="0" y="3"/>
                  </a:cubicBezTo>
                  <a:cubicBezTo>
                    <a:pt x="0" y="3"/>
                    <a:pt x="0" y="2"/>
                    <a:pt x="1" y="2"/>
                  </a:cubicBezTo>
                  <a:cubicBezTo>
                    <a:pt x="2" y="2"/>
                    <a:pt x="2" y="2"/>
                    <a:pt x="3" y="1"/>
                  </a:cubicBezTo>
                  <a:cubicBezTo>
                    <a:pt x="4" y="1"/>
                    <a:pt x="4" y="0"/>
                    <a:pt x="5" y="0"/>
                  </a:cubicBezTo>
                  <a:cubicBezTo>
                    <a:pt x="6" y="0"/>
                    <a:pt x="6" y="0"/>
                    <a:pt x="6" y="0"/>
                  </a:cubicBezTo>
                  <a:cubicBezTo>
                    <a:pt x="6" y="0"/>
                    <a:pt x="6" y="1"/>
                    <a:pt x="6" y="1"/>
                  </a:cubicBezTo>
                  <a:cubicBezTo>
                    <a:pt x="4" y="2"/>
                    <a:pt x="3"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1" name="Freeform 256"/>
            <p:cNvSpPr>
              <a:spLocks/>
            </p:cNvSpPr>
            <p:nvPr/>
          </p:nvSpPr>
          <p:spPr bwMode="auto">
            <a:xfrm>
              <a:off x="5193" y="2923"/>
              <a:ext cx="12" cy="7"/>
            </a:xfrm>
            <a:custGeom>
              <a:avLst/>
              <a:gdLst>
                <a:gd name="T0" fmla="*/ 1 w 5"/>
                <a:gd name="T1" fmla="*/ 3 h 3"/>
                <a:gd name="T2" fmla="*/ 0 w 5"/>
                <a:gd name="T3" fmla="*/ 3 h 3"/>
                <a:gd name="T4" fmla="*/ 1 w 5"/>
                <a:gd name="T5" fmla="*/ 2 h 3"/>
                <a:gd name="T6" fmla="*/ 4 w 5"/>
                <a:gd name="T7" fmla="*/ 0 h 3"/>
                <a:gd name="T8" fmla="*/ 5 w 5"/>
                <a:gd name="T9" fmla="*/ 0 h 3"/>
                <a:gd name="T10" fmla="*/ 5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2" y="2"/>
                    <a:pt x="3" y="1"/>
                    <a:pt x="4" y="0"/>
                  </a:cubicBezTo>
                  <a:cubicBezTo>
                    <a:pt x="5" y="0"/>
                    <a:pt x="5" y="0"/>
                    <a:pt x="5" y="0"/>
                  </a:cubicBezTo>
                  <a:cubicBezTo>
                    <a:pt x="5" y="1"/>
                    <a:pt x="5" y="1"/>
                    <a:pt x="5" y="1"/>
                  </a:cubicBezTo>
                  <a:cubicBezTo>
                    <a:pt x="3" y="2"/>
                    <a:pt x="2"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2" name="Freeform 257"/>
            <p:cNvSpPr>
              <a:spLocks/>
            </p:cNvSpPr>
            <p:nvPr/>
          </p:nvSpPr>
          <p:spPr bwMode="auto">
            <a:xfrm>
              <a:off x="5193" y="2930"/>
              <a:ext cx="15" cy="11"/>
            </a:xfrm>
            <a:custGeom>
              <a:avLst/>
              <a:gdLst>
                <a:gd name="T0" fmla="*/ 1 w 6"/>
                <a:gd name="T1" fmla="*/ 4 h 4"/>
                <a:gd name="T2" fmla="*/ 1 w 6"/>
                <a:gd name="T3" fmla="*/ 4 h 4"/>
                <a:gd name="T4" fmla="*/ 1 w 6"/>
                <a:gd name="T5" fmla="*/ 3 h 4"/>
                <a:gd name="T6" fmla="*/ 6 w 6"/>
                <a:gd name="T7" fmla="*/ 0 h 4"/>
                <a:gd name="T8" fmla="*/ 6 w 6"/>
                <a:gd name="T9" fmla="*/ 0 h 4"/>
                <a:gd name="T10" fmla="*/ 6 w 6"/>
                <a:gd name="T11" fmla="*/ 1 h 4"/>
                <a:gd name="T12" fmla="*/ 1 w 6"/>
                <a:gd name="T13" fmla="*/ 4 h 4"/>
                <a:gd name="T14" fmla="*/ 1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1" y="4"/>
                  </a:moveTo>
                  <a:cubicBezTo>
                    <a:pt x="1" y="4"/>
                    <a:pt x="1" y="4"/>
                    <a:pt x="1" y="4"/>
                  </a:cubicBezTo>
                  <a:cubicBezTo>
                    <a:pt x="0" y="4"/>
                    <a:pt x="1" y="3"/>
                    <a:pt x="1" y="3"/>
                  </a:cubicBezTo>
                  <a:cubicBezTo>
                    <a:pt x="6" y="0"/>
                    <a:pt x="6" y="0"/>
                    <a:pt x="6" y="0"/>
                  </a:cubicBezTo>
                  <a:cubicBezTo>
                    <a:pt x="6" y="0"/>
                    <a:pt x="6" y="0"/>
                    <a:pt x="6" y="0"/>
                  </a:cubicBezTo>
                  <a:cubicBezTo>
                    <a:pt x="6" y="1"/>
                    <a:pt x="6" y="1"/>
                    <a:pt x="6" y="1"/>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3" name="Freeform 258"/>
            <p:cNvSpPr>
              <a:spLocks/>
            </p:cNvSpPr>
            <p:nvPr/>
          </p:nvSpPr>
          <p:spPr bwMode="auto">
            <a:xfrm>
              <a:off x="5193" y="2938"/>
              <a:ext cx="15" cy="10"/>
            </a:xfrm>
            <a:custGeom>
              <a:avLst/>
              <a:gdLst>
                <a:gd name="T0" fmla="*/ 1 w 6"/>
                <a:gd name="T1" fmla="*/ 4 h 4"/>
                <a:gd name="T2" fmla="*/ 0 w 6"/>
                <a:gd name="T3" fmla="*/ 4 h 4"/>
                <a:gd name="T4" fmla="*/ 1 w 6"/>
                <a:gd name="T5" fmla="*/ 3 h 4"/>
                <a:gd name="T6" fmla="*/ 3 w 6"/>
                <a:gd name="T7" fmla="*/ 2 h 4"/>
                <a:gd name="T8" fmla="*/ 6 w 6"/>
                <a:gd name="T9" fmla="*/ 0 h 4"/>
                <a:gd name="T10" fmla="*/ 6 w 6"/>
                <a:gd name="T11" fmla="*/ 1 h 4"/>
                <a:gd name="T12" fmla="*/ 6 w 6"/>
                <a:gd name="T13" fmla="*/ 1 h 4"/>
                <a:gd name="T14" fmla="*/ 4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2" y="3"/>
                    <a:pt x="2" y="2"/>
                    <a:pt x="3" y="2"/>
                  </a:cubicBezTo>
                  <a:cubicBezTo>
                    <a:pt x="4" y="1"/>
                    <a:pt x="5" y="1"/>
                    <a:pt x="6" y="0"/>
                  </a:cubicBezTo>
                  <a:cubicBezTo>
                    <a:pt x="6" y="0"/>
                    <a:pt x="6" y="0"/>
                    <a:pt x="6" y="1"/>
                  </a:cubicBezTo>
                  <a:cubicBezTo>
                    <a:pt x="6" y="1"/>
                    <a:pt x="6" y="1"/>
                    <a:pt x="6" y="1"/>
                  </a:cubicBezTo>
                  <a:cubicBezTo>
                    <a:pt x="5" y="2"/>
                    <a:pt x="4" y="2"/>
                    <a:pt x="4" y="3"/>
                  </a:cubicBezTo>
                  <a:cubicBezTo>
                    <a:pt x="3" y="3"/>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4" name="Freeform 259"/>
            <p:cNvSpPr>
              <a:spLocks/>
            </p:cNvSpPr>
            <p:nvPr/>
          </p:nvSpPr>
          <p:spPr bwMode="auto">
            <a:xfrm>
              <a:off x="5198" y="2946"/>
              <a:ext cx="10" cy="7"/>
            </a:xfrm>
            <a:custGeom>
              <a:avLst/>
              <a:gdLst>
                <a:gd name="T0" fmla="*/ 0 w 4"/>
                <a:gd name="T1" fmla="*/ 3 h 3"/>
                <a:gd name="T2" fmla="*/ 0 w 4"/>
                <a:gd name="T3" fmla="*/ 3 h 3"/>
                <a:gd name="T4" fmla="*/ 0 w 4"/>
                <a:gd name="T5" fmla="*/ 2 h 3"/>
                <a:gd name="T6" fmla="*/ 4 w 4"/>
                <a:gd name="T7" fmla="*/ 0 h 3"/>
                <a:gd name="T8" fmla="*/ 4 w 4"/>
                <a:gd name="T9" fmla="*/ 0 h 3"/>
                <a:gd name="T10" fmla="*/ 4 w 4"/>
                <a:gd name="T11" fmla="*/ 1 h 3"/>
                <a:gd name="T12" fmla="*/ 0 w 4"/>
                <a:gd name="T13" fmla="*/ 3 h 3"/>
                <a:gd name="T14" fmla="*/ 0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3"/>
                  </a:moveTo>
                  <a:cubicBezTo>
                    <a:pt x="0" y="3"/>
                    <a:pt x="0" y="3"/>
                    <a:pt x="0" y="3"/>
                  </a:cubicBezTo>
                  <a:cubicBezTo>
                    <a:pt x="0" y="3"/>
                    <a:pt x="0" y="3"/>
                    <a:pt x="0" y="2"/>
                  </a:cubicBezTo>
                  <a:cubicBezTo>
                    <a:pt x="1" y="2"/>
                    <a:pt x="3" y="1"/>
                    <a:pt x="4" y="0"/>
                  </a:cubicBezTo>
                  <a:cubicBezTo>
                    <a:pt x="4" y="0"/>
                    <a:pt x="4" y="0"/>
                    <a:pt x="4" y="0"/>
                  </a:cubicBezTo>
                  <a:cubicBezTo>
                    <a:pt x="4" y="0"/>
                    <a:pt x="4" y="1"/>
                    <a:pt x="4" y="1"/>
                  </a:cubicBezTo>
                  <a:cubicBezTo>
                    <a:pt x="3" y="2"/>
                    <a:pt x="2"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5" name="Freeform 260"/>
            <p:cNvSpPr>
              <a:spLocks/>
            </p:cNvSpPr>
            <p:nvPr/>
          </p:nvSpPr>
          <p:spPr bwMode="auto">
            <a:xfrm>
              <a:off x="5215" y="2933"/>
              <a:ext cx="13" cy="8"/>
            </a:xfrm>
            <a:custGeom>
              <a:avLst/>
              <a:gdLst>
                <a:gd name="T0" fmla="*/ 0 w 5"/>
                <a:gd name="T1" fmla="*/ 3 h 3"/>
                <a:gd name="T2" fmla="*/ 0 w 5"/>
                <a:gd name="T3" fmla="*/ 3 h 3"/>
                <a:gd name="T4" fmla="*/ 0 w 5"/>
                <a:gd name="T5" fmla="*/ 2 h 3"/>
                <a:gd name="T6" fmla="*/ 2 w 5"/>
                <a:gd name="T7" fmla="*/ 1 h 3"/>
                <a:gd name="T8" fmla="*/ 5 w 5"/>
                <a:gd name="T9" fmla="*/ 0 h 3"/>
                <a:gd name="T10" fmla="*/ 5 w 5"/>
                <a:gd name="T11" fmla="*/ 0 h 3"/>
                <a:gd name="T12" fmla="*/ 5 w 5"/>
                <a:gd name="T13" fmla="*/ 1 h 3"/>
                <a:gd name="T14" fmla="*/ 3 w 5"/>
                <a:gd name="T15" fmla="*/ 2 h 3"/>
                <a:gd name="T16" fmla="*/ 0 w 5"/>
                <a:gd name="T17" fmla="*/ 3 h 3"/>
                <a:gd name="T18" fmla="*/ 0 w 5"/>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3"/>
                  </a:moveTo>
                  <a:cubicBezTo>
                    <a:pt x="0" y="3"/>
                    <a:pt x="0" y="3"/>
                    <a:pt x="0" y="3"/>
                  </a:cubicBezTo>
                  <a:cubicBezTo>
                    <a:pt x="0" y="3"/>
                    <a:pt x="0" y="2"/>
                    <a:pt x="0" y="2"/>
                  </a:cubicBezTo>
                  <a:cubicBezTo>
                    <a:pt x="1" y="2"/>
                    <a:pt x="1" y="2"/>
                    <a:pt x="2" y="1"/>
                  </a:cubicBezTo>
                  <a:cubicBezTo>
                    <a:pt x="3" y="1"/>
                    <a:pt x="4" y="1"/>
                    <a:pt x="5" y="0"/>
                  </a:cubicBezTo>
                  <a:cubicBezTo>
                    <a:pt x="5" y="0"/>
                    <a:pt x="5" y="0"/>
                    <a:pt x="5" y="0"/>
                  </a:cubicBezTo>
                  <a:cubicBezTo>
                    <a:pt x="5" y="1"/>
                    <a:pt x="5" y="1"/>
                    <a:pt x="5" y="1"/>
                  </a:cubicBezTo>
                  <a:cubicBezTo>
                    <a:pt x="4" y="1"/>
                    <a:pt x="4" y="2"/>
                    <a:pt x="3" y="2"/>
                  </a:cubicBezTo>
                  <a:cubicBezTo>
                    <a:pt x="2"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6" name="Freeform 261"/>
            <p:cNvSpPr>
              <a:spLocks/>
            </p:cNvSpPr>
            <p:nvPr/>
          </p:nvSpPr>
          <p:spPr bwMode="auto">
            <a:xfrm>
              <a:off x="5213" y="2941"/>
              <a:ext cx="17" cy="10"/>
            </a:xfrm>
            <a:custGeom>
              <a:avLst/>
              <a:gdLst>
                <a:gd name="T0" fmla="*/ 1 w 7"/>
                <a:gd name="T1" fmla="*/ 4 h 4"/>
                <a:gd name="T2" fmla="*/ 1 w 7"/>
                <a:gd name="T3" fmla="*/ 4 h 4"/>
                <a:gd name="T4" fmla="*/ 1 w 7"/>
                <a:gd name="T5" fmla="*/ 3 h 4"/>
                <a:gd name="T6" fmla="*/ 6 w 7"/>
                <a:gd name="T7" fmla="*/ 0 h 4"/>
                <a:gd name="T8" fmla="*/ 6 w 7"/>
                <a:gd name="T9" fmla="*/ 0 h 4"/>
                <a:gd name="T10" fmla="*/ 6 w 7"/>
                <a:gd name="T11" fmla="*/ 1 h 4"/>
                <a:gd name="T12" fmla="*/ 1 w 7"/>
                <a:gd name="T13" fmla="*/ 4 h 4"/>
                <a:gd name="T14" fmla="*/ 1 w 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1" y="4"/>
                  </a:moveTo>
                  <a:cubicBezTo>
                    <a:pt x="1" y="4"/>
                    <a:pt x="1" y="4"/>
                    <a:pt x="1" y="4"/>
                  </a:cubicBezTo>
                  <a:cubicBezTo>
                    <a:pt x="0" y="4"/>
                    <a:pt x="1" y="3"/>
                    <a:pt x="1" y="3"/>
                  </a:cubicBezTo>
                  <a:cubicBezTo>
                    <a:pt x="2" y="2"/>
                    <a:pt x="4" y="1"/>
                    <a:pt x="6" y="0"/>
                  </a:cubicBezTo>
                  <a:cubicBezTo>
                    <a:pt x="6" y="0"/>
                    <a:pt x="6" y="0"/>
                    <a:pt x="6" y="0"/>
                  </a:cubicBezTo>
                  <a:cubicBezTo>
                    <a:pt x="7" y="1"/>
                    <a:pt x="6" y="1"/>
                    <a:pt x="6" y="1"/>
                  </a:cubicBezTo>
                  <a:cubicBezTo>
                    <a:pt x="4" y="2"/>
                    <a:pt x="3"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7" name="Freeform 262"/>
            <p:cNvSpPr>
              <a:spLocks/>
            </p:cNvSpPr>
            <p:nvPr/>
          </p:nvSpPr>
          <p:spPr bwMode="auto">
            <a:xfrm>
              <a:off x="5218" y="2946"/>
              <a:ext cx="12" cy="7"/>
            </a:xfrm>
            <a:custGeom>
              <a:avLst/>
              <a:gdLst>
                <a:gd name="T0" fmla="*/ 1 w 5"/>
                <a:gd name="T1" fmla="*/ 3 h 3"/>
                <a:gd name="T2" fmla="*/ 0 w 5"/>
                <a:gd name="T3" fmla="*/ 3 h 3"/>
                <a:gd name="T4" fmla="*/ 1 w 5"/>
                <a:gd name="T5" fmla="*/ 2 h 3"/>
                <a:gd name="T6" fmla="*/ 4 w 5"/>
                <a:gd name="T7" fmla="*/ 0 h 3"/>
                <a:gd name="T8" fmla="*/ 4 w 5"/>
                <a:gd name="T9" fmla="*/ 1 h 3"/>
                <a:gd name="T10" fmla="*/ 4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4" y="0"/>
                    <a:pt x="4" y="0"/>
                    <a:pt x="4" y="0"/>
                  </a:cubicBezTo>
                  <a:cubicBezTo>
                    <a:pt x="4" y="0"/>
                    <a:pt x="4" y="0"/>
                    <a:pt x="4" y="1"/>
                  </a:cubicBezTo>
                  <a:cubicBezTo>
                    <a:pt x="5" y="1"/>
                    <a:pt x="4" y="1"/>
                    <a:pt x="4"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8" name="Freeform 263"/>
            <p:cNvSpPr>
              <a:spLocks/>
            </p:cNvSpPr>
            <p:nvPr/>
          </p:nvSpPr>
          <p:spPr bwMode="auto">
            <a:xfrm>
              <a:off x="5235" y="2918"/>
              <a:ext cx="15" cy="15"/>
            </a:xfrm>
            <a:custGeom>
              <a:avLst/>
              <a:gdLst>
                <a:gd name="T0" fmla="*/ 0 w 6"/>
                <a:gd name="T1" fmla="*/ 6 h 6"/>
                <a:gd name="T2" fmla="*/ 0 w 6"/>
                <a:gd name="T3" fmla="*/ 6 h 6"/>
                <a:gd name="T4" fmla="*/ 0 w 6"/>
                <a:gd name="T5" fmla="*/ 5 h 6"/>
                <a:gd name="T6" fmla="*/ 4 w 6"/>
                <a:gd name="T7" fmla="*/ 1 h 6"/>
                <a:gd name="T8" fmla="*/ 5 w 6"/>
                <a:gd name="T9" fmla="*/ 1 h 6"/>
                <a:gd name="T10" fmla="*/ 6 w 6"/>
                <a:gd name="T11" fmla="*/ 1 h 6"/>
                <a:gd name="T12" fmla="*/ 6 w 6"/>
                <a:gd name="T13" fmla="*/ 1 h 6"/>
                <a:gd name="T14" fmla="*/ 5 w 6"/>
                <a:gd name="T15" fmla="*/ 2 h 6"/>
                <a:gd name="T16" fmla="*/ 1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cubicBezTo>
                    <a:pt x="0" y="6"/>
                    <a:pt x="0" y="6"/>
                    <a:pt x="0" y="6"/>
                  </a:cubicBezTo>
                  <a:cubicBezTo>
                    <a:pt x="0" y="5"/>
                    <a:pt x="0" y="5"/>
                    <a:pt x="0" y="5"/>
                  </a:cubicBezTo>
                  <a:cubicBezTo>
                    <a:pt x="2" y="4"/>
                    <a:pt x="3" y="3"/>
                    <a:pt x="4" y="1"/>
                  </a:cubicBezTo>
                  <a:cubicBezTo>
                    <a:pt x="5" y="1"/>
                    <a:pt x="5" y="1"/>
                    <a:pt x="5" y="1"/>
                  </a:cubicBezTo>
                  <a:cubicBezTo>
                    <a:pt x="5" y="0"/>
                    <a:pt x="6" y="0"/>
                    <a:pt x="6" y="1"/>
                  </a:cubicBezTo>
                  <a:cubicBezTo>
                    <a:pt x="6" y="1"/>
                    <a:pt x="6" y="1"/>
                    <a:pt x="6" y="1"/>
                  </a:cubicBezTo>
                  <a:cubicBezTo>
                    <a:pt x="5" y="2"/>
                    <a:pt x="5" y="2"/>
                    <a:pt x="5" y="2"/>
                  </a:cubicBezTo>
                  <a:cubicBezTo>
                    <a:pt x="4" y="4"/>
                    <a:pt x="3" y="5"/>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9" name="Freeform 264"/>
            <p:cNvSpPr>
              <a:spLocks/>
            </p:cNvSpPr>
            <p:nvPr/>
          </p:nvSpPr>
          <p:spPr bwMode="auto">
            <a:xfrm>
              <a:off x="5235" y="2930"/>
              <a:ext cx="15" cy="13"/>
            </a:xfrm>
            <a:custGeom>
              <a:avLst/>
              <a:gdLst>
                <a:gd name="T0" fmla="*/ 0 w 6"/>
                <a:gd name="T1" fmla="*/ 5 h 5"/>
                <a:gd name="T2" fmla="*/ 0 w 6"/>
                <a:gd name="T3" fmla="*/ 4 h 5"/>
                <a:gd name="T4" fmla="*/ 0 w 6"/>
                <a:gd name="T5" fmla="*/ 4 h 5"/>
                <a:gd name="T6" fmla="*/ 1 w 6"/>
                <a:gd name="T7" fmla="*/ 3 h 5"/>
                <a:gd name="T8" fmla="*/ 5 w 6"/>
                <a:gd name="T9" fmla="*/ 0 h 5"/>
                <a:gd name="T10" fmla="*/ 5 w 6"/>
                <a:gd name="T11" fmla="*/ 0 h 5"/>
                <a:gd name="T12" fmla="*/ 5 w 6"/>
                <a:gd name="T13" fmla="*/ 1 h 5"/>
                <a:gd name="T14" fmla="*/ 1 w 6"/>
                <a:gd name="T15" fmla="*/ 4 h 5"/>
                <a:gd name="T16" fmla="*/ 1 w 6"/>
                <a:gd name="T17" fmla="*/ 4 h 5"/>
                <a:gd name="T18" fmla="*/ 0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0" y="5"/>
                  </a:moveTo>
                  <a:cubicBezTo>
                    <a:pt x="0" y="5"/>
                    <a:pt x="0" y="4"/>
                    <a:pt x="0" y="4"/>
                  </a:cubicBezTo>
                  <a:cubicBezTo>
                    <a:pt x="0" y="4"/>
                    <a:pt x="0" y="4"/>
                    <a:pt x="0" y="4"/>
                  </a:cubicBezTo>
                  <a:cubicBezTo>
                    <a:pt x="1" y="3"/>
                    <a:pt x="1" y="3"/>
                    <a:pt x="1" y="3"/>
                  </a:cubicBezTo>
                  <a:cubicBezTo>
                    <a:pt x="2" y="2"/>
                    <a:pt x="3" y="2"/>
                    <a:pt x="5" y="0"/>
                  </a:cubicBezTo>
                  <a:cubicBezTo>
                    <a:pt x="5" y="0"/>
                    <a:pt x="5" y="0"/>
                    <a:pt x="5" y="0"/>
                  </a:cubicBezTo>
                  <a:cubicBezTo>
                    <a:pt x="6" y="0"/>
                    <a:pt x="6" y="1"/>
                    <a:pt x="5" y="1"/>
                  </a:cubicBezTo>
                  <a:cubicBezTo>
                    <a:pt x="3" y="2"/>
                    <a:pt x="3" y="3"/>
                    <a:pt x="1" y="4"/>
                  </a:cubicBezTo>
                  <a:cubicBezTo>
                    <a:pt x="1" y="4"/>
                    <a:pt x="1" y="4"/>
                    <a:pt x="1" y="4"/>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0" name="Freeform 265"/>
            <p:cNvSpPr>
              <a:spLocks/>
            </p:cNvSpPr>
            <p:nvPr/>
          </p:nvSpPr>
          <p:spPr bwMode="auto">
            <a:xfrm>
              <a:off x="5235" y="2941"/>
              <a:ext cx="15" cy="10"/>
            </a:xfrm>
            <a:custGeom>
              <a:avLst/>
              <a:gdLst>
                <a:gd name="T0" fmla="*/ 0 w 6"/>
                <a:gd name="T1" fmla="*/ 4 h 4"/>
                <a:gd name="T2" fmla="*/ 0 w 6"/>
                <a:gd name="T3" fmla="*/ 3 h 4"/>
                <a:gd name="T4" fmla="*/ 0 w 6"/>
                <a:gd name="T5" fmla="*/ 3 h 4"/>
                <a:gd name="T6" fmla="*/ 2 w 6"/>
                <a:gd name="T7" fmla="*/ 1 h 4"/>
                <a:gd name="T8" fmla="*/ 5 w 6"/>
                <a:gd name="T9" fmla="*/ 0 h 4"/>
                <a:gd name="T10" fmla="*/ 5 w 6"/>
                <a:gd name="T11" fmla="*/ 0 h 4"/>
                <a:gd name="T12" fmla="*/ 5 w 6"/>
                <a:gd name="T13" fmla="*/ 1 h 4"/>
                <a:gd name="T14" fmla="*/ 3 w 6"/>
                <a:gd name="T15" fmla="*/ 2 h 4"/>
                <a:gd name="T16" fmla="*/ 1 w 6"/>
                <a:gd name="T17" fmla="*/ 4 h 4"/>
                <a:gd name="T18" fmla="*/ 0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4"/>
                  </a:moveTo>
                  <a:cubicBezTo>
                    <a:pt x="0" y="4"/>
                    <a:pt x="0" y="4"/>
                    <a:pt x="0" y="3"/>
                  </a:cubicBezTo>
                  <a:cubicBezTo>
                    <a:pt x="0" y="3"/>
                    <a:pt x="0" y="3"/>
                    <a:pt x="0" y="3"/>
                  </a:cubicBezTo>
                  <a:cubicBezTo>
                    <a:pt x="1" y="2"/>
                    <a:pt x="2" y="2"/>
                    <a:pt x="2" y="1"/>
                  </a:cubicBezTo>
                  <a:cubicBezTo>
                    <a:pt x="3" y="1"/>
                    <a:pt x="4" y="0"/>
                    <a:pt x="5" y="0"/>
                  </a:cubicBezTo>
                  <a:cubicBezTo>
                    <a:pt x="5" y="0"/>
                    <a:pt x="5" y="0"/>
                    <a:pt x="5" y="0"/>
                  </a:cubicBezTo>
                  <a:cubicBezTo>
                    <a:pt x="6" y="0"/>
                    <a:pt x="6" y="0"/>
                    <a:pt x="5" y="1"/>
                  </a:cubicBezTo>
                  <a:cubicBezTo>
                    <a:pt x="4" y="1"/>
                    <a:pt x="4" y="2"/>
                    <a:pt x="3" y="2"/>
                  </a:cubicBezTo>
                  <a:cubicBezTo>
                    <a:pt x="2" y="3"/>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1" name="Freeform 266"/>
            <p:cNvSpPr>
              <a:spLocks/>
            </p:cNvSpPr>
            <p:nvPr/>
          </p:nvSpPr>
          <p:spPr bwMode="auto">
            <a:xfrm>
              <a:off x="5152" y="2953"/>
              <a:ext cx="113" cy="3"/>
            </a:xfrm>
            <a:custGeom>
              <a:avLst/>
              <a:gdLst>
                <a:gd name="T0" fmla="*/ 44 w 45"/>
                <a:gd name="T1" fmla="*/ 1 h 1"/>
                <a:gd name="T2" fmla="*/ 0 w 45"/>
                <a:gd name="T3" fmla="*/ 1 h 1"/>
                <a:gd name="T4" fmla="*/ 0 w 45"/>
                <a:gd name="T5" fmla="*/ 0 h 1"/>
                <a:gd name="T6" fmla="*/ 0 w 45"/>
                <a:gd name="T7" fmla="*/ 0 h 1"/>
                <a:gd name="T8" fmla="*/ 44 w 45"/>
                <a:gd name="T9" fmla="*/ 0 h 1"/>
                <a:gd name="T10" fmla="*/ 45 w 45"/>
                <a:gd name="T11" fmla="*/ 0 h 1"/>
                <a:gd name="T12" fmla="*/ 44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44" y="1"/>
                  </a:moveTo>
                  <a:cubicBezTo>
                    <a:pt x="0" y="1"/>
                    <a:pt x="0" y="1"/>
                    <a:pt x="0" y="1"/>
                  </a:cubicBezTo>
                  <a:cubicBezTo>
                    <a:pt x="0" y="1"/>
                    <a:pt x="0" y="1"/>
                    <a:pt x="0" y="0"/>
                  </a:cubicBezTo>
                  <a:cubicBezTo>
                    <a:pt x="0" y="0"/>
                    <a:pt x="0" y="0"/>
                    <a:pt x="0" y="0"/>
                  </a:cubicBezTo>
                  <a:cubicBezTo>
                    <a:pt x="44" y="0"/>
                    <a:pt x="44" y="0"/>
                    <a:pt x="44" y="0"/>
                  </a:cubicBezTo>
                  <a:cubicBezTo>
                    <a:pt x="44" y="0"/>
                    <a:pt x="45" y="0"/>
                    <a:pt x="45" y="0"/>
                  </a:cubicBezTo>
                  <a:cubicBezTo>
                    <a:pt x="45" y="1"/>
                    <a:pt x="44" y="1"/>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2" name="Freeform 267"/>
            <p:cNvSpPr>
              <a:spLocks/>
            </p:cNvSpPr>
            <p:nvPr/>
          </p:nvSpPr>
          <p:spPr bwMode="auto">
            <a:xfrm>
              <a:off x="5160" y="2874"/>
              <a:ext cx="3" cy="92"/>
            </a:xfrm>
            <a:custGeom>
              <a:avLst/>
              <a:gdLst>
                <a:gd name="T0" fmla="*/ 0 w 1"/>
                <a:gd name="T1" fmla="*/ 36 h 36"/>
                <a:gd name="T2" fmla="*/ 0 w 1"/>
                <a:gd name="T3" fmla="*/ 35 h 36"/>
                <a:gd name="T4" fmla="*/ 0 w 1"/>
                <a:gd name="T5" fmla="*/ 0 h 36"/>
                <a:gd name="T6" fmla="*/ 0 w 1"/>
                <a:gd name="T7" fmla="*/ 0 h 36"/>
                <a:gd name="T8" fmla="*/ 1 w 1"/>
                <a:gd name="T9" fmla="*/ 0 h 36"/>
                <a:gd name="T10" fmla="*/ 1 w 1"/>
                <a:gd name="T11" fmla="*/ 35 h 36"/>
                <a:gd name="T12" fmla="*/ 0 w 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 h="36">
                  <a:moveTo>
                    <a:pt x="0" y="36"/>
                  </a:moveTo>
                  <a:cubicBezTo>
                    <a:pt x="0" y="36"/>
                    <a:pt x="0" y="36"/>
                    <a:pt x="0" y="35"/>
                  </a:cubicBezTo>
                  <a:cubicBezTo>
                    <a:pt x="0" y="0"/>
                    <a:pt x="0" y="0"/>
                    <a:pt x="0" y="0"/>
                  </a:cubicBezTo>
                  <a:cubicBezTo>
                    <a:pt x="0" y="0"/>
                    <a:pt x="0" y="0"/>
                    <a:pt x="0" y="0"/>
                  </a:cubicBezTo>
                  <a:cubicBezTo>
                    <a:pt x="1" y="0"/>
                    <a:pt x="1" y="0"/>
                    <a:pt x="1" y="0"/>
                  </a:cubicBezTo>
                  <a:cubicBezTo>
                    <a:pt x="1" y="35"/>
                    <a:pt x="1" y="35"/>
                    <a:pt x="1" y="35"/>
                  </a:cubicBezTo>
                  <a:cubicBezTo>
                    <a:pt x="1" y="36"/>
                    <a:pt x="1"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3" name="Freeform 268"/>
            <p:cNvSpPr>
              <a:spLocks noEditPoints="1"/>
            </p:cNvSpPr>
            <p:nvPr/>
          </p:nvSpPr>
          <p:spPr bwMode="auto">
            <a:xfrm>
              <a:off x="5168" y="2877"/>
              <a:ext cx="95" cy="58"/>
            </a:xfrm>
            <a:custGeom>
              <a:avLst/>
              <a:gdLst>
                <a:gd name="T0" fmla="*/ 1 w 38"/>
                <a:gd name="T1" fmla="*/ 23 h 23"/>
                <a:gd name="T2" fmla="*/ 1 w 38"/>
                <a:gd name="T3" fmla="*/ 23 h 23"/>
                <a:gd name="T4" fmla="*/ 0 w 38"/>
                <a:gd name="T5" fmla="*/ 23 h 23"/>
                <a:gd name="T6" fmla="*/ 0 w 38"/>
                <a:gd name="T7" fmla="*/ 22 h 23"/>
                <a:gd name="T8" fmla="*/ 0 w 38"/>
                <a:gd name="T9" fmla="*/ 20 h 23"/>
                <a:gd name="T10" fmla="*/ 0 w 38"/>
                <a:gd name="T11" fmla="*/ 20 h 23"/>
                <a:gd name="T12" fmla="*/ 9 w 38"/>
                <a:gd name="T13" fmla="*/ 10 h 23"/>
                <a:gd name="T14" fmla="*/ 13 w 38"/>
                <a:gd name="T15" fmla="*/ 10 h 23"/>
                <a:gd name="T16" fmla="*/ 19 w 38"/>
                <a:gd name="T17" fmla="*/ 13 h 23"/>
                <a:gd name="T18" fmla="*/ 22 w 38"/>
                <a:gd name="T19" fmla="*/ 14 h 23"/>
                <a:gd name="T20" fmla="*/ 31 w 38"/>
                <a:gd name="T21" fmla="*/ 4 h 23"/>
                <a:gd name="T22" fmla="*/ 29 w 38"/>
                <a:gd name="T23" fmla="*/ 4 h 23"/>
                <a:gd name="T24" fmla="*/ 28 w 38"/>
                <a:gd name="T25" fmla="*/ 4 h 23"/>
                <a:gd name="T26" fmla="*/ 27 w 38"/>
                <a:gd name="T27" fmla="*/ 3 h 23"/>
                <a:gd name="T28" fmla="*/ 27 w 38"/>
                <a:gd name="T29" fmla="*/ 2 h 23"/>
                <a:gd name="T30" fmla="*/ 27 w 38"/>
                <a:gd name="T31" fmla="*/ 2 h 23"/>
                <a:gd name="T32" fmla="*/ 38 w 38"/>
                <a:gd name="T33" fmla="*/ 0 h 23"/>
                <a:gd name="T34" fmla="*/ 38 w 38"/>
                <a:gd name="T35" fmla="*/ 0 h 23"/>
                <a:gd name="T36" fmla="*/ 38 w 38"/>
                <a:gd name="T37" fmla="*/ 0 h 23"/>
                <a:gd name="T38" fmla="*/ 37 w 38"/>
                <a:gd name="T39" fmla="*/ 10 h 23"/>
                <a:gd name="T40" fmla="*/ 36 w 38"/>
                <a:gd name="T41" fmla="*/ 11 h 23"/>
                <a:gd name="T42" fmla="*/ 36 w 38"/>
                <a:gd name="T43" fmla="*/ 11 h 23"/>
                <a:gd name="T44" fmla="*/ 34 w 38"/>
                <a:gd name="T45" fmla="*/ 9 h 23"/>
                <a:gd name="T46" fmla="*/ 34 w 38"/>
                <a:gd name="T47" fmla="*/ 9 h 23"/>
                <a:gd name="T48" fmla="*/ 34 w 38"/>
                <a:gd name="T49" fmla="*/ 6 h 23"/>
                <a:gd name="T50" fmla="*/ 25 w 38"/>
                <a:gd name="T51" fmla="*/ 17 h 23"/>
                <a:gd name="T52" fmla="*/ 23 w 38"/>
                <a:gd name="T53" fmla="*/ 18 h 23"/>
                <a:gd name="T54" fmla="*/ 20 w 38"/>
                <a:gd name="T55" fmla="*/ 18 h 23"/>
                <a:gd name="T56" fmla="*/ 11 w 38"/>
                <a:gd name="T57" fmla="*/ 13 h 23"/>
                <a:gd name="T58" fmla="*/ 1 w 38"/>
                <a:gd name="T59" fmla="*/ 23 h 23"/>
                <a:gd name="T60" fmla="*/ 1 w 38"/>
                <a:gd name="T61" fmla="*/ 23 h 23"/>
                <a:gd name="T62" fmla="*/ 1 w 38"/>
                <a:gd name="T63" fmla="*/ 20 h 23"/>
                <a:gd name="T64" fmla="*/ 1 w 38"/>
                <a:gd name="T65" fmla="*/ 21 h 23"/>
                <a:gd name="T66" fmla="*/ 1 w 38"/>
                <a:gd name="T67" fmla="*/ 22 h 23"/>
                <a:gd name="T68" fmla="*/ 11 w 38"/>
                <a:gd name="T69" fmla="*/ 12 h 23"/>
                <a:gd name="T70" fmla="*/ 11 w 38"/>
                <a:gd name="T71" fmla="*/ 12 h 23"/>
                <a:gd name="T72" fmla="*/ 21 w 38"/>
                <a:gd name="T73" fmla="*/ 17 h 23"/>
                <a:gd name="T74" fmla="*/ 23 w 38"/>
                <a:gd name="T75" fmla="*/ 17 h 23"/>
                <a:gd name="T76" fmla="*/ 24 w 38"/>
                <a:gd name="T77" fmla="*/ 16 h 23"/>
                <a:gd name="T78" fmla="*/ 34 w 38"/>
                <a:gd name="T79" fmla="*/ 5 h 23"/>
                <a:gd name="T80" fmla="*/ 35 w 38"/>
                <a:gd name="T81" fmla="*/ 4 h 23"/>
                <a:gd name="T82" fmla="*/ 35 w 38"/>
                <a:gd name="T83" fmla="*/ 5 h 23"/>
                <a:gd name="T84" fmla="*/ 35 w 38"/>
                <a:gd name="T85" fmla="*/ 9 h 23"/>
                <a:gd name="T86" fmla="*/ 36 w 38"/>
                <a:gd name="T87" fmla="*/ 9 h 23"/>
                <a:gd name="T88" fmla="*/ 37 w 38"/>
                <a:gd name="T89" fmla="*/ 1 h 23"/>
                <a:gd name="T90" fmla="*/ 28 w 38"/>
                <a:gd name="T91" fmla="*/ 3 h 23"/>
                <a:gd name="T92" fmla="*/ 29 w 38"/>
                <a:gd name="T93" fmla="*/ 3 h 23"/>
                <a:gd name="T94" fmla="*/ 33 w 38"/>
                <a:gd name="T95" fmla="*/ 3 h 23"/>
                <a:gd name="T96" fmla="*/ 33 w 38"/>
                <a:gd name="T97" fmla="*/ 4 h 23"/>
                <a:gd name="T98" fmla="*/ 33 w 38"/>
                <a:gd name="T99" fmla="*/ 4 h 23"/>
                <a:gd name="T100" fmla="*/ 23 w 38"/>
                <a:gd name="T101" fmla="*/ 15 h 23"/>
                <a:gd name="T102" fmla="*/ 22 w 38"/>
                <a:gd name="T103" fmla="*/ 16 h 23"/>
                <a:gd name="T104" fmla="*/ 18 w 38"/>
                <a:gd name="T105" fmla="*/ 14 h 23"/>
                <a:gd name="T106" fmla="*/ 12 w 38"/>
                <a:gd name="T107" fmla="*/ 10 h 23"/>
                <a:gd name="T108" fmla="*/ 10 w 38"/>
                <a:gd name="T109" fmla="*/ 11 h 23"/>
                <a:gd name="T110" fmla="*/ 1 w 38"/>
                <a:gd name="T111"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23">
                  <a:moveTo>
                    <a:pt x="1" y="23"/>
                  </a:moveTo>
                  <a:cubicBezTo>
                    <a:pt x="1" y="23"/>
                    <a:pt x="1" y="23"/>
                    <a:pt x="1" y="23"/>
                  </a:cubicBezTo>
                  <a:cubicBezTo>
                    <a:pt x="0" y="23"/>
                    <a:pt x="0" y="23"/>
                    <a:pt x="0" y="23"/>
                  </a:cubicBezTo>
                  <a:cubicBezTo>
                    <a:pt x="0" y="22"/>
                    <a:pt x="0" y="22"/>
                    <a:pt x="0" y="22"/>
                  </a:cubicBezTo>
                  <a:cubicBezTo>
                    <a:pt x="0" y="21"/>
                    <a:pt x="0" y="21"/>
                    <a:pt x="0" y="20"/>
                  </a:cubicBezTo>
                  <a:cubicBezTo>
                    <a:pt x="0" y="20"/>
                    <a:pt x="0" y="20"/>
                    <a:pt x="0" y="20"/>
                  </a:cubicBezTo>
                  <a:cubicBezTo>
                    <a:pt x="9" y="10"/>
                    <a:pt x="9" y="10"/>
                    <a:pt x="9" y="10"/>
                  </a:cubicBezTo>
                  <a:cubicBezTo>
                    <a:pt x="10" y="9"/>
                    <a:pt x="12" y="9"/>
                    <a:pt x="13" y="10"/>
                  </a:cubicBezTo>
                  <a:cubicBezTo>
                    <a:pt x="14" y="11"/>
                    <a:pt x="17" y="12"/>
                    <a:pt x="19" y="13"/>
                  </a:cubicBezTo>
                  <a:cubicBezTo>
                    <a:pt x="20" y="13"/>
                    <a:pt x="22" y="14"/>
                    <a:pt x="22" y="14"/>
                  </a:cubicBezTo>
                  <a:cubicBezTo>
                    <a:pt x="25" y="11"/>
                    <a:pt x="30" y="6"/>
                    <a:pt x="31" y="4"/>
                  </a:cubicBezTo>
                  <a:cubicBezTo>
                    <a:pt x="29" y="4"/>
                    <a:pt x="29" y="4"/>
                    <a:pt x="29" y="4"/>
                  </a:cubicBezTo>
                  <a:cubicBezTo>
                    <a:pt x="29" y="4"/>
                    <a:pt x="28" y="4"/>
                    <a:pt x="28" y="4"/>
                  </a:cubicBezTo>
                  <a:cubicBezTo>
                    <a:pt x="28" y="4"/>
                    <a:pt x="27" y="3"/>
                    <a:pt x="27" y="3"/>
                  </a:cubicBezTo>
                  <a:cubicBezTo>
                    <a:pt x="27" y="3"/>
                    <a:pt x="26" y="2"/>
                    <a:pt x="27" y="2"/>
                  </a:cubicBezTo>
                  <a:cubicBezTo>
                    <a:pt x="27" y="2"/>
                    <a:pt x="27" y="2"/>
                    <a:pt x="27" y="2"/>
                  </a:cubicBezTo>
                  <a:cubicBezTo>
                    <a:pt x="31" y="1"/>
                    <a:pt x="38" y="0"/>
                    <a:pt x="38" y="0"/>
                  </a:cubicBezTo>
                  <a:cubicBezTo>
                    <a:pt x="38" y="0"/>
                    <a:pt x="38" y="0"/>
                    <a:pt x="38" y="0"/>
                  </a:cubicBezTo>
                  <a:cubicBezTo>
                    <a:pt x="38" y="0"/>
                    <a:pt x="38" y="0"/>
                    <a:pt x="38" y="0"/>
                  </a:cubicBezTo>
                  <a:cubicBezTo>
                    <a:pt x="38" y="1"/>
                    <a:pt x="37" y="8"/>
                    <a:pt x="37" y="10"/>
                  </a:cubicBezTo>
                  <a:cubicBezTo>
                    <a:pt x="37" y="10"/>
                    <a:pt x="36" y="10"/>
                    <a:pt x="36" y="11"/>
                  </a:cubicBezTo>
                  <a:cubicBezTo>
                    <a:pt x="36" y="11"/>
                    <a:pt x="36" y="11"/>
                    <a:pt x="36" y="11"/>
                  </a:cubicBezTo>
                  <a:cubicBezTo>
                    <a:pt x="35" y="10"/>
                    <a:pt x="34" y="9"/>
                    <a:pt x="34" y="9"/>
                  </a:cubicBezTo>
                  <a:cubicBezTo>
                    <a:pt x="34" y="9"/>
                    <a:pt x="34" y="9"/>
                    <a:pt x="34" y="9"/>
                  </a:cubicBezTo>
                  <a:cubicBezTo>
                    <a:pt x="34" y="6"/>
                    <a:pt x="34" y="6"/>
                    <a:pt x="34" y="6"/>
                  </a:cubicBezTo>
                  <a:cubicBezTo>
                    <a:pt x="32" y="9"/>
                    <a:pt x="28" y="14"/>
                    <a:pt x="25" y="17"/>
                  </a:cubicBezTo>
                  <a:cubicBezTo>
                    <a:pt x="24" y="18"/>
                    <a:pt x="24" y="18"/>
                    <a:pt x="23" y="18"/>
                  </a:cubicBezTo>
                  <a:cubicBezTo>
                    <a:pt x="22" y="19"/>
                    <a:pt x="21" y="18"/>
                    <a:pt x="20" y="18"/>
                  </a:cubicBezTo>
                  <a:cubicBezTo>
                    <a:pt x="11" y="13"/>
                    <a:pt x="11" y="13"/>
                    <a:pt x="11" y="13"/>
                  </a:cubicBezTo>
                  <a:cubicBezTo>
                    <a:pt x="1" y="23"/>
                    <a:pt x="1" y="23"/>
                    <a:pt x="1" y="23"/>
                  </a:cubicBezTo>
                  <a:cubicBezTo>
                    <a:pt x="1" y="23"/>
                    <a:pt x="1" y="23"/>
                    <a:pt x="1" y="23"/>
                  </a:cubicBezTo>
                  <a:close/>
                  <a:moveTo>
                    <a:pt x="1" y="20"/>
                  </a:moveTo>
                  <a:cubicBezTo>
                    <a:pt x="1" y="21"/>
                    <a:pt x="1" y="21"/>
                    <a:pt x="1" y="21"/>
                  </a:cubicBezTo>
                  <a:cubicBezTo>
                    <a:pt x="1" y="21"/>
                    <a:pt x="1" y="22"/>
                    <a:pt x="1" y="22"/>
                  </a:cubicBezTo>
                  <a:cubicBezTo>
                    <a:pt x="11" y="12"/>
                    <a:pt x="11" y="12"/>
                    <a:pt x="11" y="12"/>
                  </a:cubicBezTo>
                  <a:cubicBezTo>
                    <a:pt x="11" y="12"/>
                    <a:pt x="11" y="12"/>
                    <a:pt x="11" y="12"/>
                  </a:cubicBezTo>
                  <a:cubicBezTo>
                    <a:pt x="21" y="17"/>
                    <a:pt x="21" y="17"/>
                    <a:pt x="21" y="17"/>
                  </a:cubicBezTo>
                  <a:cubicBezTo>
                    <a:pt x="22" y="17"/>
                    <a:pt x="22" y="18"/>
                    <a:pt x="23" y="17"/>
                  </a:cubicBezTo>
                  <a:cubicBezTo>
                    <a:pt x="23" y="17"/>
                    <a:pt x="24" y="17"/>
                    <a:pt x="24" y="16"/>
                  </a:cubicBezTo>
                  <a:cubicBezTo>
                    <a:pt x="28" y="12"/>
                    <a:pt x="34" y="5"/>
                    <a:pt x="34" y="5"/>
                  </a:cubicBezTo>
                  <a:cubicBezTo>
                    <a:pt x="34" y="4"/>
                    <a:pt x="35" y="4"/>
                    <a:pt x="35" y="4"/>
                  </a:cubicBezTo>
                  <a:cubicBezTo>
                    <a:pt x="35" y="4"/>
                    <a:pt x="35" y="5"/>
                    <a:pt x="35" y="5"/>
                  </a:cubicBezTo>
                  <a:cubicBezTo>
                    <a:pt x="35" y="9"/>
                    <a:pt x="35" y="9"/>
                    <a:pt x="35" y="9"/>
                  </a:cubicBezTo>
                  <a:cubicBezTo>
                    <a:pt x="35" y="9"/>
                    <a:pt x="35" y="9"/>
                    <a:pt x="36" y="9"/>
                  </a:cubicBezTo>
                  <a:cubicBezTo>
                    <a:pt x="36" y="7"/>
                    <a:pt x="37" y="3"/>
                    <a:pt x="37" y="1"/>
                  </a:cubicBezTo>
                  <a:cubicBezTo>
                    <a:pt x="35" y="1"/>
                    <a:pt x="31" y="2"/>
                    <a:pt x="28" y="3"/>
                  </a:cubicBezTo>
                  <a:cubicBezTo>
                    <a:pt x="28" y="3"/>
                    <a:pt x="29" y="3"/>
                    <a:pt x="29" y="3"/>
                  </a:cubicBezTo>
                  <a:cubicBezTo>
                    <a:pt x="33" y="3"/>
                    <a:pt x="33" y="3"/>
                    <a:pt x="33" y="3"/>
                  </a:cubicBezTo>
                  <a:cubicBezTo>
                    <a:pt x="33" y="3"/>
                    <a:pt x="33" y="3"/>
                    <a:pt x="33" y="4"/>
                  </a:cubicBezTo>
                  <a:cubicBezTo>
                    <a:pt x="33" y="4"/>
                    <a:pt x="33" y="4"/>
                    <a:pt x="33" y="4"/>
                  </a:cubicBezTo>
                  <a:cubicBezTo>
                    <a:pt x="33" y="4"/>
                    <a:pt x="27" y="11"/>
                    <a:pt x="23" y="15"/>
                  </a:cubicBezTo>
                  <a:cubicBezTo>
                    <a:pt x="23" y="16"/>
                    <a:pt x="23" y="16"/>
                    <a:pt x="22" y="16"/>
                  </a:cubicBezTo>
                  <a:cubicBezTo>
                    <a:pt x="22" y="15"/>
                    <a:pt x="20" y="14"/>
                    <a:pt x="18" y="14"/>
                  </a:cubicBezTo>
                  <a:cubicBezTo>
                    <a:pt x="16" y="13"/>
                    <a:pt x="14" y="11"/>
                    <a:pt x="12" y="10"/>
                  </a:cubicBezTo>
                  <a:cubicBezTo>
                    <a:pt x="12" y="10"/>
                    <a:pt x="10" y="10"/>
                    <a:pt x="10" y="11"/>
                  </a:cubicBezTo>
                  <a:lnTo>
                    <a:pt x="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4" name="Freeform 269"/>
            <p:cNvSpPr>
              <a:spLocks noEditPoints="1"/>
            </p:cNvSpPr>
            <p:nvPr/>
          </p:nvSpPr>
          <p:spPr bwMode="auto">
            <a:xfrm>
              <a:off x="5173" y="2925"/>
              <a:ext cx="15" cy="28"/>
            </a:xfrm>
            <a:custGeom>
              <a:avLst/>
              <a:gdLst>
                <a:gd name="T0" fmla="*/ 6 w 6"/>
                <a:gd name="T1" fmla="*/ 11 h 11"/>
                <a:gd name="T2" fmla="*/ 1 w 6"/>
                <a:gd name="T3" fmla="*/ 11 h 11"/>
                <a:gd name="T4" fmla="*/ 0 w 6"/>
                <a:gd name="T5" fmla="*/ 11 h 11"/>
                <a:gd name="T6" fmla="*/ 0 w 6"/>
                <a:gd name="T7" fmla="*/ 8 h 11"/>
                <a:gd name="T8" fmla="*/ 0 w 6"/>
                <a:gd name="T9" fmla="*/ 6 h 11"/>
                <a:gd name="T10" fmla="*/ 0 w 6"/>
                <a:gd name="T11" fmla="*/ 5 h 11"/>
                <a:gd name="T12" fmla="*/ 4 w 6"/>
                <a:gd name="T13" fmla="*/ 2 h 11"/>
                <a:gd name="T14" fmla="*/ 5 w 6"/>
                <a:gd name="T15" fmla="*/ 1 h 11"/>
                <a:gd name="T16" fmla="*/ 6 w 6"/>
                <a:gd name="T17" fmla="*/ 0 h 11"/>
                <a:gd name="T18" fmla="*/ 6 w 6"/>
                <a:gd name="T19" fmla="*/ 1 h 11"/>
                <a:gd name="T20" fmla="*/ 6 w 6"/>
                <a:gd name="T21" fmla="*/ 11 h 11"/>
                <a:gd name="T22" fmla="*/ 6 w 6"/>
                <a:gd name="T23" fmla="*/ 11 h 11"/>
                <a:gd name="T24" fmla="*/ 1 w 6"/>
                <a:gd name="T25" fmla="*/ 10 h 11"/>
                <a:gd name="T26" fmla="*/ 5 w 6"/>
                <a:gd name="T27" fmla="*/ 10 h 11"/>
                <a:gd name="T28" fmla="*/ 5 w 6"/>
                <a:gd name="T29" fmla="*/ 2 h 11"/>
                <a:gd name="T30" fmla="*/ 5 w 6"/>
                <a:gd name="T31" fmla="*/ 2 h 11"/>
                <a:gd name="T32" fmla="*/ 1 w 6"/>
                <a:gd name="T33" fmla="*/ 6 h 11"/>
                <a:gd name="T34" fmla="*/ 1 w 6"/>
                <a:gd name="T35" fmla="*/ 8 h 11"/>
                <a:gd name="T36" fmla="*/ 1 w 6"/>
                <a:gd name="T3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1">
                  <a:moveTo>
                    <a:pt x="6" y="11"/>
                  </a:moveTo>
                  <a:cubicBezTo>
                    <a:pt x="1" y="11"/>
                    <a:pt x="1" y="11"/>
                    <a:pt x="1" y="11"/>
                  </a:cubicBezTo>
                  <a:cubicBezTo>
                    <a:pt x="0" y="11"/>
                    <a:pt x="0" y="11"/>
                    <a:pt x="0" y="11"/>
                  </a:cubicBezTo>
                  <a:cubicBezTo>
                    <a:pt x="0" y="10"/>
                    <a:pt x="0" y="9"/>
                    <a:pt x="0" y="8"/>
                  </a:cubicBezTo>
                  <a:cubicBezTo>
                    <a:pt x="0" y="8"/>
                    <a:pt x="0" y="7"/>
                    <a:pt x="0" y="6"/>
                  </a:cubicBezTo>
                  <a:cubicBezTo>
                    <a:pt x="0" y="6"/>
                    <a:pt x="0" y="6"/>
                    <a:pt x="0" y="5"/>
                  </a:cubicBezTo>
                  <a:cubicBezTo>
                    <a:pt x="2" y="4"/>
                    <a:pt x="3" y="3"/>
                    <a:pt x="4" y="2"/>
                  </a:cubicBezTo>
                  <a:cubicBezTo>
                    <a:pt x="5" y="1"/>
                    <a:pt x="5" y="1"/>
                    <a:pt x="5" y="1"/>
                  </a:cubicBezTo>
                  <a:cubicBezTo>
                    <a:pt x="5" y="0"/>
                    <a:pt x="6" y="0"/>
                    <a:pt x="6" y="0"/>
                  </a:cubicBezTo>
                  <a:cubicBezTo>
                    <a:pt x="6" y="0"/>
                    <a:pt x="6" y="1"/>
                    <a:pt x="6" y="1"/>
                  </a:cubicBezTo>
                  <a:cubicBezTo>
                    <a:pt x="6" y="5"/>
                    <a:pt x="6" y="8"/>
                    <a:pt x="6" y="11"/>
                  </a:cubicBezTo>
                  <a:cubicBezTo>
                    <a:pt x="6" y="11"/>
                    <a:pt x="6" y="11"/>
                    <a:pt x="6" y="11"/>
                  </a:cubicBezTo>
                  <a:close/>
                  <a:moveTo>
                    <a:pt x="1" y="10"/>
                  </a:moveTo>
                  <a:cubicBezTo>
                    <a:pt x="5" y="10"/>
                    <a:pt x="5" y="10"/>
                    <a:pt x="5" y="10"/>
                  </a:cubicBezTo>
                  <a:cubicBezTo>
                    <a:pt x="5" y="8"/>
                    <a:pt x="5" y="5"/>
                    <a:pt x="5" y="2"/>
                  </a:cubicBezTo>
                  <a:cubicBezTo>
                    <a:pt x="5" y="2"/>
                    <a:pt x="5" y="2"/>
                    <a:pt x="5" y="2"/>
                  </a:cubicBezTo>
                  <a:cubicBezTo>
                    <a:pt x="4" y="4"/>
                    <a:pt x="2" y="5"/>
                    <a:pt x="1" y="6"/>
                  </a:cubicBezTo>
                  <a:cubicBezTo>
                    <a:pt x="1" y="7"/>
                    <a:pt x="1" y="8"/>
                    <a:pt x="1" y="8"/>
                  </a:cubicBezTo>
                  <a:cubicBezTo>
                    <a:pt x="1" y="9"/>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5" name="Freeform 270"/>
            <p:cNvSpPr>
              <a:spLocks noEditPoints="1"/>
            </p:cNvSpPr>
            <p:nvPr/>
          </p:nvSpPr>
          <p:spPr bwMode="auto">
            <a:xfrm>
              <a:off x="5193" y="2918"/>
              <a:ext cx="15" cy="35"/>
            </a:xfrm>
            <a:custGeom>
              <a:avLst/>
              <a:gdLst>
                <a:gd name="T0" fmla="*/ 6 w 6"/>
                <a:gd name="T1" fmla="*/ 14 h 14"/>
                <a:gd name="T2" fmla="*/ 1 w 6"/>
                <a:gd name="T3" fmla="*/ 14 h 14"/>
                <a:gd name="T4" fmla="*/ 0 w 6"/>
                <a:gd name="T5" fmla="*/ 14 h 14"/>
                <a:gd name="T6" fmla="*/ 0 w 6"/>
                <a:gd name="T7" fmla="*/ 8 h 14"/>
                <a:gd name="T8" fmla="*/ 0 w 6"/>
                <a:gd name="T9" fmla="*/ 2 h 14"/>
                <a:gd name="T10" fmla="*/ 0 w 6"/>
                <a:gd name="T11" fmla="*/ 2 h 14"/>
                <a:gd name="T12" fmla="*/ 0 w 6"/>
                <a:gd name="T13" fmla="*/ 2 h 14"/>
                <a:gd name="T14" fmla="*/ 2 w 6"/>
                <a:gd name="T15" fmla="*/ 0 h 14"/>
                <a:gd name="T16" fmla="*/ 2 w 6"/>
                <a:gd name="T17" fmla="*/ 0 h 14"/>
                <a:gd name="T18" fmla="*/ 5 w 6"/>
                <a:gd name="T19" fmla="*/ 2 h 14"/>
                <a:gd name="T20" fmla="*/ 6 w 6"/>
                <a:gd name="T21" fmla="*/ 3 h 14"/>
                <a:gd name="T22" fmla="*/ 6 w 6"/>
                <a:gd name="T23" fmla="*/ 4 h 14"/>
                <a:gd name="T24" fmla="*/ 6 w 6"/>
                <a:gd name="T25" fmla="*/ 14 h 14"/>
                <a:gd name="T26" fmla="*/ 6 w 6"/>
                <a:gd name="T27" fmla="*/ 14 h 14"/>
                <a:gd name="T28" fmla="*/ 1 w 6"/>
                <a:gd name="T29" fmla="*/ 13 h 14"/>
                <a:gd name="T30" fmla="*/ 5 w 6"/>
                <a:gd name="T31" fmla="*/ 13 h 14"/>
                <a:gd name="T32" fmla="*/ 5 w 6"/>
                <a:gd name="T33" fmla="*/ 4 h 14"/>
                <a:gd name="T34" fmla="*/ 4 w 6"/>
                <a:gd name="T35" fmla="*/ 3 h 14"/>
                <a:gd name="T36" fmla="*/ 2 w 6"/>
                <a:gd name="T37" fmla="*/ 1 h 14"/>
                <a:gd name="T38" fmla="*/ 1 w 6"/>
                <a:gd name="T39" fmla="*/ 2 h 14"/>
                <a:gd name="T40" fmla="*/ 1 w 6"/>
                <a:gd name="T41" fmla="*/ 3 h 14"/>
                <a:gd name="T42" fmla="*/ 1 w 6"/>
                <a:gd name="T43" fmla="*/ 8 h 14"/>
                <a:gd name="T44" fmla="*/ 1 w 6"/>
                <a:gd name="T4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4">
                  <a:moveTo>
                    <a:pt x="6" y="14"/>
                  </a:moveTo>
                  <a:cubicBezTo>
                    <a:pt x="1" y="14"/>
                    <a:pt x="1" y="14"/>
                    <a:pt x="1" y="14"/>
                  </a:cubicBezTo>
                  <a:cubicBezTo>
                    <a:pt x="1" y="14"/>
                    <a:pt x="0" y="14"/>
                    <a:pt x="0" y="14"/>
                  </a:cubicBezTo>
                  <a:cubicBezTo>
                    <a:pt x="0" y="12"/>
                    <a:pt x="0" y="10"/>
                    <a:pt x="0" y="8"/>
                  </a:cubicBezTo>
                  <a:cubicBezTo>
                    <a:pt x="0" y="7"/>
                    <a:pt x="0" y="5"/>
                    <a:pt x="0" y="2"/>
                  </a:cubicBezTo>
                  <a:cubicBezTo>
                    <a:pt x="0" y="2"/>
                    <a:pt x="0" y="2"/>
                    <a:pt x="0" y="2"/>
                  </a:cubicBezTo>
                  <a:cubicBezTo>
                    <a:pt x="0" y="2"/>
                    <a:pt x="0" y="2"/>
                    <a:pt x="0" y="2"/>
                  </a:cubicBezTo>
                  <a:cubicBezTo>
                    <a:pt x="1" y="1"/>
                    <a:pt x="1" y="0"/>
                    <a:pt x="2" y="0"/>
                  </a:cubicBezTo>
                  <a:cubicBezTo>
                    <a:pt x="2" y="0"/>
                    <a:pt x="2" y="0"/>
                    <a:pt x="2" y="0"/>
                  </a:cubicBezTo>
                  <a:cubicBezTo>
                    <a:pt x="3" y="1"/>
                    <a:pt x="4" y="1"/>
                    <a:pt x="5" y="2"/>
                  </a:cubicBezTo>
                  <a:cubicBezTo>
                    <a:pt x="5" y="2"/>
                    <a:pt x="6" y="3"/>
                    <a:pt x="6" y="3"/>
                  </a:cubicBezTo>
                  <a:cubicBezTo>
                    <a:pt x="6" y="3"/>
                    <a:pt x="6" y="3"/>
                    <a:pt x="6" y="4"/>
                  </a:cubicBezTo>
                  <a:cubicBezTo>
                    <a:pt x="6" y="7"/>
                    <a:pt x="6" y="11"/>
                    <a:pt x="6" y="14"/>
                  </a:cubicBezTo>
                  <a:cubicBezTo>
                    <a:pt x="6" y="14"/>
                    <a:pt x="6" y="14"/>
                    <a:pt x="6" y="14"/>
                  </a:cubicBezTo>
                  <a:close/>
                  <a:moveTo>
                    <a:pt x="1" y="13"/>
                  </a:moveTo>
                  <a:cubicBezTo>
                    <a:pt x="5" y="13"/>
                    <a:pt x="5" y="13"/>
                    <a:pt x="5" y="13"/>
                  </a:cubicBezTo>
                  <a:cubicBezTo>
                    <a:pt x="5" y="11"/>
                    <a:pt x="5" y="7"/>
                    <a:pt x="5" y="4"/>
                  </a:cubicBezTo>
                  <a:cubicBezTo>
                    <a:pt x="5" y="3"/>
                    <a:pt x="4" y="3"/>
                    <a:pt x="4" y="3"/>
                  </a:cubicBezTo>
                  <a:cubicBezTo>
                    <a:pt x="3" y="2"/>
                    <a:pt x="3" y="2"/>
                    <a:pt x="2" y="1"/>
                  </a:cubicBezTo>
                  <a:cubicBezTo>
                    <a:pt x="2" y="1"/>
                    <a:pt x="1" y="2"/>
                    <a:pt x="1" y="2"/>
                  </a:cubicBezTo>
                  <a:cubicBezTo>
                    <a:pt x="1" y="2"/>
                    <a:pt x="1" y="3"/>
                    <a:pt x="1" y="3"/>
                  </a:cubicBezTo>
                  <a:cubicBezTo>
                    <a:pt x="1" y="5"/>
                    <a:pt x="1" y="7"/>
                    <a:pt x="1" y="8"/>
                  </a:cubicBezTo>
                  <a:cubicBezTo>
                    <a:pt x="1" y="10"/>
                    <a:pt x="1" y="11"/>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6" name="Freeform 271"/>
            <p:cNvSpPr>
              <a:spLocks noEditPoints="1"/>
            </p:cNvSpPr>
            <p:nvPr/>
          </p:nvSpPr>
          <p:spPr bwMode="auto">
            <a:xfrm>
              <a:off x="5213" y="2928"/>
              <a:ext cx="17" cy="25"/>
            </a:xfrm>
            <a:custGeom>
              <a:avLst/>
              <a:gdLst>
                <a:gd name="T0" fmla="*/ 6 w 7"/>
                <a:gd name="T1" fmla="*/ 10 h 10"/>
                <a:gd name="T2" fmla="*/ 1 w 7"/>
                <a:gd name="T3" fmla="*/ 10 h 10"/>
                <a:gd name="T4" fmla="*/ 1 w 7"/>
                <a:gd name="T5" fmla="*/ 10 h 10"/>
                <a:gd name="T6" fmla="*/ 0 w 7"/>
                <a:gd name="T7" fmla="*/ 1 h 10"/>
                <a:gd name="T8" fmla="*/ 1 w 7"/>
                <a:gd name="T9" fmla="*/ 0 h 10"/>
                <a:gd name="T10" fmla="*/ 1 w 7"/>
                <a:gd name="T11" fmla="*/ 0 h 10"/>
                <a:gd name="T12" fmla="*/ 2 w 7"/>
                <a:gd name="T13" fmla="*/ 1 h 10"/>
                <a:gd name="T14" fmla="*/ 4 w 7"/>
                <a:gd name="T15" fmla="*/ 1 h 10"/>
                <a:gd name="T16" fmla="*/ 5 w 7"/>
                <a:gd name="T17" fmla="*/ 1 h 10"/>
                <a:gd name="T18" fmla="*/ 6 w 7"/>
                <a:gd name="T19" fmla="*/ 0 h 10"/>
                <a:gd name="T20" fmla="*/ 6 w 7"/>
                <a:gd name="T21" fmla="*/ 0 h 10"/>
                <a:gd name="T22" fmla="*/ 7 w 7"/>
                <a:gd name="T23" fmla="*/ 1 h 10"/>
                <a:gd name="T24" fmla="*/ 7 w 7"/>
                <a:gd name="T25" fmla="*/ 10 h 10"/>
                <a:gd name="T26" fmla="*/ 6 w 7"/>
                <a:gd name="T27" fmla="*/ 10 h 10"/>
                <a:gd name="T28" fmla="*/ 2 w 7"/>
                <a:gd name="T29" fmla="*/ 9 h 10"/>
                <a:gd name="T30" fmla="*/ 6 w 7"/>
                <a:gd name="T31" fmla="*/ 9 h 10"/>
                <a:gd name="T32" fmla="*/ 6 w 7"/>
                <a:gd name="T33" fmla="*/ 2 h 10"/>
                <a:gd name="T34" fmla="*/ 4 w 7"/>
                <a:gd name="T35" fmla="*/ 2 h 10"/>
                <a:gd name="T36" fmla="*/ 2 w 7"/>
                <a:gd name="T37" fmla="*/ 1 h 10"/>
                <a:gd name="T38" fmla="*/ 1 w 7"/>
                <a:gd name="T39" fmla="*/ 1 h 10"/>
                <a:gd name="T40" fmla="*/ 2 w 7"/>
                <a:gd name="T4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0">
                  <a:moveTo>
                    <a:pt x="6" y="10"/>
                  </a:moveTo>
                  <a:cubicBezTo>
                    <a:pt x="1" y="10"/>
                    <a:pt x="1" y="10"/>
                    <a:pt x="1" y="10"/>
                  </a:cubicBezTo>
                  <a:cubicBezTo>
                    <a:pt x="1" y="10"/>
                    <a:pt x="1" y="10"/>
                    <a:pt x="1" y="10"/>
                  </a:cubicBezTo>
                  <a:cubicBezTo>
                    <a:pt x="0" y="1"/>
                    <a:pt x="0" y="1"/>
                    <a:pt x="0" y="1"/>
                  </a:cubicBezTo>
                  <a:cubicBezTo>
                    <a:pt x="0" y="0"/>
                    <a:pt x="0" y="0"/>
                    <a:pt x="1" y="0"/>
                  </a:cubicBezTo>
                  <a:cubicBezTo>
                    <a:pt x="1" y="0"/>
                    <a:pt x="1" y="0"/>
                    <a:pt x="1" y="0"/>
                  </a:cubicBezTo>
                  <a:cubicBezTo>
                    <a:pt x="1" y="0"/>
                    <a:pt x="1" y="0"/>
                    <a:pt x="2" y="1"/>
                  </a:cubicBezTo>
                  <a:cubicBezTo>
                    <a:pt x="3" y="1"/>
                    <a:pt x="4" y="1"/>
                    <a:pt x="4" y="1"/>
                  </a:cubicBezTo>
                  <a:cubicBezTo>
                    <a:pt x="5" y="1"/>
                    <a:pt x="5" y="1"/>
                    <a:pt x="5" y="1"/>
                  </a:cubicBezTo>
                  <a:cubicBezTo>
                    <a:pt x="5" y="0"/>
                    <a:pt x="6" y="0"/>
                    <a:pt x="6" y="0"/>
                  </a:cubicBezTo>
                  <a:cubicBezTo>
                    <a:pt x="6" y="0"/>
                    <a:pt x="6" y="0"/>
                    <a:pt x="6" y="0"/>
                  </a:cubicBezTo>
                  <a:cubicBezTo>
                    <a:pt x="6" y="0"/>
                    <a:pt x="7" y="0"/>
                    <a:pt x="7" y="1"/>
                  </a:cubicBezTo>
                  <a:cubicBezTo>
                    <a:pt x="7" y="4"/>
                    <a:pt x="7" y="7"/>
                    <a:pt x="7" y="10"/>
                  </a:cubicBezTo>
                  <a:cubicBezTo>
                    <a:pt x="7" y="10"/>
                    <a:pt x="6" y="10"/>
                    <a:pt x="6" y="10"/>
                  </a:cubicBezTo>
                  <a:close/>
                  <a:moveTo>
                    <a:pt x="2" y="9"/>
                  </a:moveTo>
                  <a:cubicBezTo>
                    <a:pt x="6" y="9"/>
                    <a:pt x="6" y="9"/>
                    <a:pt x="6" y="9"/>
                  </a:cubicBezTo>
                  <a:cubicBezTo>
                    <a:pt x="6" y="7"/>
                    <a:pt x="6" y="5"/>
                    <a:pt x="6" y="2"/>
                  </a:cubicBezTo>
                  <a:cubicBezTo>
                    <a:pt x="5" y="2"/>
                    <a:pt x="5" y="2"/>
                    <a:pt x="4" y="2"/>
                  </a:cubicBezTo>
                  <a:cubicBezTo>
                    <a:pt x="3" y="2"/>
                    <a:pt x="3" y="2"/>
                    <a:pt x="2" y="1"/>
                  </a:cubicBezTo>
                  <a:cubicBezTo>
                    <a:pt x="2" y="1"/>
                    <a:pt x="2" y="1"/>
                    <a:pt x="1" y="1"/>
                  </a:cubicBezTo>
                  <a:lnTo>
                    <a:pt x="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7" name="Freeform 272"/>
            <p:cNvSpPr>
              <a:spLocks noEditPoints="1"/>
            </p:cNvSpPr>
            <p:nvPr/>
          </p:nvSpPr>
          <p:spPr bwMode="auto">
            <a:xfrm>
              <a:off x="5235" y="2910"/>
              <a:ext cx="15" cy="43"/>
            </a:xfrm>
            <a:custGeom>
              <a:avLst/>
              <a:gdLst>
                <a:gd name="T0" fmla="*/ 5 w 6"/>
                <a:gd name="T1" fmla="*/ 17 h 17"/>
                <a:gd name="T2" fmla="*/ 0 w 6"/>
                <a:gd name="T3" fmla="*/ 17 h 17"/>
                <a:gd name="T4" fmla="*/ 0 w 6"/>
                <a:gd name="T5" fmla="*/ 17 h 17"/>
                <a:gd name="T6" fmla="*/ 0 w 6"/>
                <a:gd name="T7" fmla="*/ 11 h 17"/>
                <a:gd name="T8" fmla="*/ 0 w 6"/>
                <a:gd name="T9" fmla="*/ 6 h 17"/>
                <a:gd name="T10" fmla="*/ 0 w 6"/>
                <a:gd name="T11" fmla="*/ 5 h 17"/>
                <a:gd name="T12" fmla="*/ 1 w 6"/>
                <a:gd name="T13" fmla="*/ 4 h 17"/>
                <a:gd name="T14" fmla="*/ 5 w 6"/>
                <a:gd name="T15" fmla="*/ 0 h 17"/>
                <a:gd name="T16" fmla="*/ 5 w 6"/>
                <a:gd name="T17" fmla="*/ 0 h 17"/>
                <a:gd name="T18" fmla="*/ 6 w 6"/>
                <a:gd name="T19" fmla="*/ 0 h 17"/>
                <a:gd name="T20" fmla="*/ 6 w 6"/>
                <a:gd name="T21" fmla="*/ 17 h 17"/>
                <a:gd name="T22" fmla="*/ 5 w 6"/>
                <a:gd name="T23" fmla="*/ 17 h 17"/>
                <a:gd name="T24" fmla="*/ 1 w 6"/>
                <a:gd name="T25" fmla="*/ 16 h 17"/>
                <a:gd name="T26" fmla="*/ 5 w 6"/>
                <a:gd name="T27" fmla="*/ 16 h 17"/>
                <a:gd name="T28" fmla="*/ 5 w 6"/>
                <a:gd name="T29" fmla="*/ 2 h 17"/>
                <a:gd name="T30" fmla="*/ 2 w 6"/>
                <a:gd name="T31" fmla="*/ 4 h 17"/>
                <a:gd name="T32" fmla="*/ 1 w 6"/>
                <a:gd name="T33" fmla="*/ 6 h 17"/>
                <a:gd name="T34" fmla="*/ 1 w 6"/>
                <a:gd name="T35" fmla="*/ 11 h 17"/>
                <a:gd name="T36" fmla="*/ 1 w 6"/>
                <a:gd name="T3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7">
                  <a:moveTo>
                    <a:pt x="5" y="17"/>
                  </a:moveTo>
                  <a:cubicBezTo>
                    <a:pt x="0" y="17"/>
                    <a:pt x="0" y="17"/>
                    <a:pt x="0" y="17"/>
                  </a:cubicBezTo>
                  <a:cubicBezTo>
                    <a:pt x="0" y="17"/>
                    <a:pt x="0" y="17"/>
                    <a:pt x="0" y="17"/>
                  </a:cubicBezTo>
                  <a:cubicBezTo>
                    <a:pt x="0" y="15"/>
                    <a:pt x="0" y="13"/>
                    <a:pt x="0" y="11"/>
                  </a:cubicBezTo>
                  <a:cubicBezTo>
                    <a:pt x="0" y="10"/>
                    <a:pt x="0" y="8"/>
                    <a:pt x="0" y="6"/>
                  </a:cubicBezTo>
                  <a:cubicBezTo>
                    <a:pt x="0" y="6"/>
                    <a:pt x="0" y="5"/>
                    <a:pt x="0" y="5"/>
                  </a:cubicBezTo>
                  <a:cubicBezTo>
                    <a:pt x="0" y="5"/>
                    <a:pt x="0" y="5"/>
                    <a:pt x="1" y="4"/>
                  </a:cubicBezTo>
                  <a:cubicBezTo>
                    <a:pt x="3" y="2"/>
                    <a:pt x="4" y="1"/>
                    <a:pt x="5" y="0"/>
                  </a:cubicBezTo>
                  <a:cubicBezTo>
                    <a:pt x="5" y="0"/>
                    <a:pt x="5" y="0"/>
                    <a:pt x="5" y="0"/>
                  </a:cubicBezTo>
                  <a:cubicBezTo>
                    <a:pt x="6" y="0"/>
                    <a:pt x="6" y="0"/>
                    <a:pt x="6" y="0"/>
                  </a:cubicBezTo>
                  <a:cubicBezTo>
                    <a:pt x="6" y="6"/>
                    <a:pt x="6" y="12"/>
                    <a:pt x="6" y="17"/>
                  </a:cubicBezTo>
                  <a:cubicBezTo>
                    <a:pt x="6" y="17"/>
                    <a:pt x="6" y="17"/>
                    <a:pt x="5" y="17"/>
                  </a:cubicBezTo>
                  <a:close/>
                  <a:moveTo>
                    <a:pt x="1" y="16"/>
                  </a:moveTo>
                  <a:cubicBezTo>
                    <a:pt x="5" y="16"/>
                    <a:pt x="5" y="16"/>
                    <a:pt x="5" y="16"/>
                  </a:cubicBezTo>
                  <a:cubicBezTo>
                    <a:pt x="5" y="12"/>
                    <a:pt x="5" y="7"/>
                    <a:pt x="5" y="2"/>
                  </a:cubicBezTo>
                  <a:cubicBezTo>
                    <a:pt x="4" y="2"/>
                    <a:pt x="3" y="3"/>
                    <a:pt x="2" y="4"/>
                  </a:cubicBezTo>
                  <a:cubicBezTo>
                    <a:pt x="1" y="5"/>
                    <a:pt x="1" y="6"/>
                    <a:pt x="1" y="6"/>
                  </a:cubicBezTo>
                  <a:cubicBezTo>
                    <a:pt x="1" y="8"/>
                    <a:pt x="1" y="10"/>
                    <a:pt x="1" y="11"/>
                  </a:cubicBezTo>
                  <a:cubicBezTo>
                    <a:pt x="1" y="13"/>
                    <a:pt x="1" y="15"/>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8" name="Freeform 273"/>
            <p:cNvSpPr>
              <a:spLocks/>
            </p:cNvSpPr>
            <p:nvPr/>
          </p:nvSpPr>
          <p:spPr bwMode="auto">
            <a:xfrm>
              <a:off x="5155" y="2928"/>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1"/>
                    <a:pt x="1" y="0"/>
                    <a:pt x="1" y="0"/>
                  </a:cubicBezTo>
                  <a:cubicBezTo>
                    <a:pt x="2" y="0"/>
                    <a:pt x="2" y="0"/>
                    <a:pt x="2" y="0"/>
                  </a:cubicBezTo>
                  <a:cubicBezTo>
                    <a:pt x="3" y="0"/>
                    <a:pt x="3" y="1"/>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29" name="Freeform 274"/>
            <p:cNvSpPr>
              <a:spLocks/>
            </p:cNvSpPr>
            <p:nvPr/>
          </p:nvSpPr>
          <p:spPr bwMode="auto">
            <a:xfrm>
              <a:off x="5155" y="2941"/>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0" name="Freeform 275"/>
            <p:cNvSpPr>
              <a:spLocks/>
            </p:cNvSpPr>
            <p:nvPr/>
          </p:nvSpPr>
          <p:spPr bwMode="auto">
            <a:xfrm>
              <a:off x="5155" y="2905"/>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1" name="Freeform 276"/>
            <p:cNvSpPr>
              <a:spLocks/>
            </p:cNvSpPr>
            <p:nvPr/>
          </p:nvSpPr>
          <p:spPr bwMode="auto">
            <a:xfrm>
              <a:off x="5155" y="2895"/>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2" name="Freeform 277"/>
            <p:cNvSpPr>
              <a:spLocks/>
            </p:cNvSpPr>
            <p:nvPr/>
          </p:nvSpPr>
          <p:spPr bwMode="auto">
            <a:xfrm>
              <a:off x="5155" y="2918"/>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3" name="Freeform 278"/>
            <p:cNvSpPr>
              <a:spLocks/>
            </p:cNvSpPr>
            <p:nvPr/>
          </p:nvSpPr>
          <p:spPr bwMode="auto">
            <a:xfrm>
              <a:off x="5173" y="2943"/>
              <a:ext cx="15" cy="10"/>
            </a:xfrm>
            <a:custGeom>
              <a:avLst/>
              <a:gdLst>
                <a:gd name="T0" fmla="*/ 1 w 6"/>
                <a:gd name="T1" fmla="*/ 4 h 4"/>
                <a:gd name="T2" fmla="*/ 0 w 6"/>
                <a:gd name="T3" fmla="*/ 4 h 4"/>
                <a:gd name="T4" fmla="*/ 1 w 6"/>
                <a:gd name="T5" fmla="*/ 3 h 4"/>
                <a:gd name="T6" fmla="*/ 3 w 6"/>
                <a:gd name="T7" fmla="*/ 2 h 4"/>
                <a:gd name="T8" fmla="*/ 5 w 6"/>
                <a:gd name="T9" fmla="*/ 1 h 4"/>
                <a:gd name="T10" fmla="*/ 6 w 6"/>
                <a:gd name="T11" fmla="*/ 1 h 4"/>
                <a:gd name="T12" fmla="*/ 6 w 6"/>
                <a:gd name="T13" fmla="*/ 1 h 4"/>
                <a:gd name="T14" fmla="*/ 3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1" y="3"/>
                    <a:pt x="2" y="2"/>
                    <a:pt x="3" y="2"/>
                  </a:cubicBezTo>
                  <a:cubicBezTo>
                    <a:pt x="4" y="2"/>
                    <a:pt x="4" y="1"/>
                    <a:pt x="5" y="1"/>
                  </a:cubicBezTo>
                  <a:cubicBezTo>
                    <a:pt x="5" y="0"/>
                    <a:pt x="6" y="1"/>
                    <a:pt x="6" y="1"/>
                  </a:cubicBezTo>
                  <a:cubicBezTo>
                    <a:pt x="6" y="1"/>
                    <a:pt x="6" y="1"/>
                    <a:pt x="6" y="1"/>
                  </a:cubicBezTo>
                  <a:cubicBezTo>
                    <a:pt x="5" y="2"/>
                    <a:pt x="4" y="2"/>
                    <a:pt x="3" y="3"/>
                  </a:cubicBezTo>
                  <a:cubicBezTo>
                    <a:pt x="3" y="3"/>
                    <a:pt x="2"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4" name="Freeform 279"/>
            <p:cNvSpPr>
              <a:spLocks/>
            </p:cNvSpPr>
            <p:nvPr/>
          </p:nvSpPr>
          <p:spPr bwMode="auto">
            <a:xfrm>
              <a:off x="5173" y="2938"/>
              <a:ext cx="15" cy="8"/>
            </a:xfrm>
            <a:custGeom>
              <a:avLst/>
              <a:gdLst>
                <a:gd name="T0" fmla="*/ 1 w 6"/>
                <a:gd name="T1" fmla="*/ 3 h 3"/>
                <a:gd name="T2" fmla="*/ 0 w 6"/>
                <a:gd name="T3" fmla="*/ 3 h 3"/>
                <a:gd name="T4" fmla="*/ 1 w 6"/>
                <a:gd name="T5" fmla="*/ 2 h 3"/>
                <a:gd name="T6" fmla="*/ 3 w 6"/>
                <a:gd name="T7" fmla="*/ 1 h 3"/>
                <a:gd name="T8" fmla="*/ 5 w 6"/>
                <a:gd name="T9" fmla="*/ 0 h 3"/>
                <a:gd name="T10" fmla="*/ 6 w 6"/>
                <a:gd name="T11" fmla="*/ 0 h 3"/>
                <a:gd name="T12" fmla="*/ 6 w 6"/>
                <a:gd name="T13" fmla="*/ 1 h 3"/>
                <a:gd name="T14" fmla="*/ 1 w 6"/>
                <a:gd name="T15" fmla="*/ 3 h 3"/>
                <a:gd name="T16" fmla="*/ 1 w 6"/>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1" y="3"/>
                  </a:moveTo>
                  <a:cubicBezTo>
                    <a:pt x="1" y="3"/>
                    <a:pt x="1" y="3"/>
                    <a:pt x="0" y="3"/>
                  </a:cubicBezTo>
                  <a:cubicBezTo>
                    <a:pt x="0" y="3"/>
                    <a:pt x="0" y="2"/>
                    <a:pt x="1" y="2"/>
                  </a:cubicBezTo>
                  <a:cubicBezTo>
                    <a:pt x="2" y="2"/>
                    <a:pt x="2" y="2"/>
                    <a:pt x="3" y="1"/>
                  </a:cubicBezTo>
                  <a:cubicBezTo>
                    <a:pt x="4" y="1"/>
                    <a:pt x="4" y="0"/>
                    <a:pt x="5" y="0"/>
                  </a:cubicBezTo>
                  <a:cubicBezTo>
                    <a:pt x="6" y="0"/>
                    <a:pt x="6" y="0"/>
                    <a:pt x="6" y="0"/>
                  </a:cubicBezTo>
                  <a:cubicBezTo>
                    <a:pt x="6" y="0"/>
                    <a:pt x="6" y="1"/>
                    <a:pt x="6" y="1"/>
                  </a:cubicBezTo>
                  <a:cubicBezTo>
                    <a:pt x="4" y="2"/>
                    <a:pt x="3"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5" name="Freeform 280"/>
            <p:cNvSpPr>
              <a:spLocks/>
            </p:cNvSpPr>
            <p:nvPr/>
          </p:nvSpPr>
          <p:spPr bwMode="auto">
            <a:xfrm>
              <a:off x="5193" y="2923"/>
              <a:ext cx="12" cy="7"/>
            </a:xfrm>
            <a:custGeom>
              <a:avLst/>
              <a:gdLst>
                <a:gd name="T0" fmla="*/ 1 w 5"/>
                <a:gd name="T1" fmla="*/ 3 h 3"/>
                <a:gd name="T2" fmla="*/ 0 w 5"/>
                <a:gd name="T3" fmla="*/ 3 h 3"/>
                <a:gd name="T4" fmla="*/ 1 w 5"/>
                <a:gd name="T5" fmla="*/ 2 h 3"/>
                <a:gd name="T6" fmla="*/ 4 w 5"/>
                <a:gd name="T7" fmla="*/ 0 h 3"/>
                <a:gd name="T8" fmla="*/ 5 w 5"/>
                <a:gd name="T9" fmla="*/ 0 h 3"/>
                <a:gd name="T10" fmla="*/ 5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2" y="2"/>
                    <a:pt x="3" y="1"/>
                    <a:pt x="4" y="0"/>
                  </a:cubicBezTo>
                  <a:cubicBezTo>
                    <a:pt x="5" y="0"/>
                    <a:pt x="5" y="0"/>
                    <a:pt x="5" y="0"/>
                  </a:cubicBezTo>
                  <a:cubicBezTo>
                    <a:pt x="5" y="1"/>
                    <a:pt x="5" y="1"/>
                    <a:pt x="5" y="1"/>
                  </a:cubicBezTo>
                  <a:cubicBezTo>
                    <a:pt x="3" y="2"/>
                    <a:pt x="2"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6" name="Freeform 281"/>
            <p:cNvSpPr>
              <a:spLocks/>
            </p:cNvSpPr>
            <p:nvPr/>
          </p:nvSpPr>
          <p:spPr bwMode="auto">
            <a:xfrm>
              <a:off x="5193" y="2930"/>
              <a:ext cx="15" cy="11"/>
            </a:xfrm>
            <a:custGeom>
              <a:avLst/>
              <a:gdLst>
                <a:gd name="T0" fmla="*/ 1 w 6"/>
                <a:gd name="T1" fmla="*/ 4 h 4"/>
                <a:gd name="T2" fmla="*/ 1 w 6"/>
                <a:gd name="T3" fmla="*/ 4 h 4"/>
                <a:gd name="T4" fmla="*/ 1 w 6"/>
                <a:gd name="T5" fmla="*/ 3 h 4"/>
                <a:gd name="T6" fmla="*/ 6 w 6"/>
                <a:gd name="T7" fmla="*/ 0 h 4"/>
                <a:gd name="T8" fmla="*/ 6 w 6"/>
                <a:gd name="T9" fmla="*/ 0 h 4"/>
                <a:gd name="T10" fmla="*/ 6 w 6"/>
                <a:gd name="T11" fmla="*/ 1 h 4"/>
                <a:gd name="T12" fmla="*/ 1 w 6"/>
                <a:gd name="T13" fmla="*/ 4 h 4"/>
                <a:gd name="T14" fmla="*/ 1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1" y="4"/>
                  </a:moveTo>
                  <a:cubicBezTo>
                    <a:pt x="1" y="4"/>
                    <a:pt x="1" y="4"/>
                    <a:pt x="1" y="4"/>
                  </a:cubicBezTo>
                  <a:cubicBezTo>
                    <a:pt x="0" y="4"/>
                    <a:pt x="1" y="3"/>
                    <a:pt x="1" y="3"/>
                  </a:cubicBezTo>
                  <a:cubicBezTo>
                    <a:pt x="6" y="0"/>
                    <a:pt x="6" y="0"/>
                    <a:pt x="6" y="0"/>
                  </a:cubicBezTo>
                  <a:cubicBezTo>
                    <a:pt x="6" y="0"/>
                    <a:pt x="6" y="0"/>
                    <a:pt x="6" y="0"/>
                  </a:cubicBezTo>
                  <a:cubicBezTo>
                    <a:pt x="6" y="1"/>
                    <a:pt x="6" y="1"/>
                    <a:pt x="6" y="1"/>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7" name="Freeform 282"/>
            <p:cNvSpPr>
              <a:spLocks/>
            </p:cNvSpPr>
            <p:nvPr/>
          </p:nvSpPr>
          <p:spPr bwMode="auto">
            <a:xfrm>
              <a:off x="5193" y="2938"/>
              <a:ext cx="15" cy="10"/>
            </a:xfrm>
            <a:custGeom>
              <a:avLst/>
              <a:gdLst>
                <a:gd name="T0" fmla="*/ 1 w 6"/>
                <a:gd name="T1" fmla="*/ 4 h 4"/>
                <a:gd name="T2" fmla="*/ 0 w 6"/>
                <a:gd name="T3" fmla="*/ 4 h 4"/>
                <a:gd name="T4" fmla="*/ 1 w 6"/>
                <a:gd name="T5" fmla="*/ 3 h 4"/>
                <a:gd name="T6" fmla="*/ 3 w 6"/>
                <a:gd name="T7" fmla="*/ 2 h 4"/>
                <a:gd name="T8" fmla="*/ 6 w 6"/>
                <a:gd name="T9" fmla="*/ 0 h 4"/>
                <a:gd name="T10" fmla="*/ 6 w 6"/>
                <a:gd name="T11" fmla="*/ 1 h 4"/>
                <a:gd name="T12" fmla="*/ 6 w 6"/>
                <a:gd name="T13" fmla="*/ 1 h 4"/>
                <a:gd name="T14" fmla="*/ 4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2" y="3"/>
                    <a:pt x="2" y="2"/>
                    <a:pt x="3" y="2"/>
                  </a:cubicBezTo>
                  <a:cubicBezTo>
                    <a:pt x="4" y="1"/>
                    <a:pt x="5" y="1"/>
                    <a:pt x="6" y="0"/>
                  </a:cubicBezTo>
                  <a:cubicBezTo>
                    <a:pt x="6" y="0"/>
                    <a:pt x="6" y="0"/>
                    <a:pt x="6" y="1"/>
                  </a:cubicBezTo>
                  <a:cubicBezTo>
                    <a:pt x="6" y="1"/>
                    <a:pt x="6" y="1"/>
                    <a:pt x="6" y="1"/>
                  </a:cubicBezTo>
                  <a:cubicBezTo>
                    <a:pt x="5" y="2"/>
                    <a:pt x="4" y="2"/>
                    <a:pt x="4" y="3"/>
                  </a:cubicBezTo>
                  <a:cubicBezTo>
                    <a:pt x="3" y="3"/>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8" name="Freeform 283"/>
            <p:cNvSpPr>
              <a:spLocks/>
            </p:cNvSpPr>
            <p:nvPr/>
          </p:nvSpPr>
          <p:spPr bwMode="auto">
            <a:xfrm>
              <a:off x="5198" y="2946"/>
              <a:ext cx="10" cy="7"/>
            </a:xfrm>
            <a:custGeom>
              <a:avLst/>
              <a:gdLst>
                <a:gd name="T0" fmla="*/ 0 w 4"/>
                <a:gd name="T1" fmla="*/ 3 h 3"/>
                <a:gd name="T2" fmla="*/ 0 w 4"/>
                <a:gd name="T3" fmla="*/ 3 h 3"/>
                <a:gd name="T4" fmla="*/ 0 w 4"/>
                <a:gd name="T5" fmla="*/ 2 h 3"/>
                <a:gd name="T6" fmla="*/ 4 w 4"/>
                <a:gd name="T7" fmla="*/ 0 h 3"/>
                <a:gd name="T8" fmla="*/ 4 w 4"/>
                <a:gd name="T9" fmla="*/ 0 h 3"/>
                <a:gd name="T10" fmla="*/ 4 w 4"/>
                <a:gd name="T11" fmla="*/ 1 h 3"/>
                <a:gd name="T12" fmla="*/ 0 w 4"/>
                <a:gd name="T13" fmla="*/ 3 h 3"/>
                <a:gd name="T14" fmla="*/ 0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3"/>
                  </a:moveTo>
                  <a:cubicBezTo>
                    <a:pt x="0" y="3"/>
                    <a:pt x="0" y="3"/>
                    <a:pt x="0" y="3"/>
                  </a:cubicBezTo>
                  <a:cubicBezTo>
                    <a:pt x="0" y="3"/>
                    <a:pt x="0" y="3"/>
                    <a:pt x="0" y="2"/>
                  </a:cubicBezTo>
                  <a:cubicBezTo>
                    <a:pt x="1" y="2"/>
                    <a:pt x="3" y="1"/>
                    <a:pt x="4" y="0"/>
                  </a:cubicBezTo>
                  <a:cubicBezTo>
                    <a:pt x="4" y="0"/>
                    <a:pt x="4" y="0"/>
                    <a:pt x="4" y="0"/>
                  </a:cubicBezTo>
                  <a:cubicBezTo>
                    <a:pt x="4" y="0"/>
                    <a:pt x="4" y="1"/>
                    <a:pt x="4" y="1"/>
                  </a:cubicBezTo>
                  <a:cubicBezTo>
                    <a:pt x="3" y="2"/>
                    <a:pt x="2"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39" name="Freeform 284"/>
            <p:cNvSpPr>
              <a:spLocks/>
            </p:cNvSpPr>
            <p:nvPr/>
          </p:nvSpPr>
          <p:spPr bwMode="auto">
            <a:xfrm>
              <a:off x="5215" y="2933"/>
              <a:ext cx="13" cy="8"/>
            </a:xfrm>
            <a:custGeom>
              <a:avLst/>
              <a:gdLst>
                <a:gd name="T0" fmla="*/ 0 w 5"/>
                <a:gd name="T1" fmla="*/ 3 h 3"/>
                <a:gd name="T2" fmla="*/ 0 w 5"/>
                <a:gd name="T3" fmla="*/ 3 h 3"/>
                <a:gd name="T4" fmla="*/ 0 w 5"/>
                <a:gd name="T5" fmla="*/ 2 h 3"/>
                <a:gd name="T6" fmla="*/ 2 w 5"/>
                <a:gd name="T7" fmla="*/ 1 h 3"/>
                <a:gd name="T8" fmla="*/ 5 w 5"/>
                <a:gd name="T9" fmla="*/ 0 h 3"/>
                <a:gd name="T10" fmla="*/ 5 w 5"/>
                <a:gd name="T11" fmla="*/ 0 h 3"/>
                <a:gd name="T12" fmla="*/ 5 w 5"/>
                <a:gd name="T13" fmla="*/ 1 h 3"/>
                <a:gd name="T14" fmla="*/ 3 w 5"/>
                <a:gd name="T15" fmla="*/ 2 h 3"/>
                <a:gd name="T16" fmla="*/ 0 w 5"/>
                <a:gd name="T17" fmla="*/ 3 h 3"/>
                <a:gd name="T18" fmla="*/ 0 w 5"/>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3"/>
                  </a:moveTo>
                  <a:cubicBezTo>
                    <a:pt x="0" y="3"/>
                    <a:pt x="0" y="3"/>
                    <a:pt x="0" y="3"/>
                  </a:cubicBezTo>
                  <a:cubicBezTo>
                    <a:pt x="0" y="3"/>
                    <a:pt x="0" y="2"/>
                    <a:pt x="0" y="2"/>
                  </a:cubicBezTo>
                  <a:cubicBezTo>
                    <a:pt x="1" y="2"/>
                    <a:pt x="1" y="2"/>
                    <a:pt x="2" y="1"/>
                  </a:cubicBezTo>
                  <a:cubicBezTo>
                    <a:pt x="3" y="1"/>
                    <a:pt x="4" y="1"/>
                    <a:pt x="5" y="0"/>
                  </a:cubicBezTo>
                  <a:cubicBezTo>
                    <a:pt x="5" y="0"/>
                    <a:pt x="5" y="0"/>
                    <a:pt x="5" y="0"/>
                  </a:cubicBezTo>
                  <a:cubicBezTo>
                    <a:pt x="5" y="1"/>
                    <a:pt x="5" y="1"/>
                    <a:pt x="5" y="1"/>
                  </a:cubicBezTo>
                  <a:cubicBezTo>
                    <a:pt x="4" y="1"/>
                    <a:pt x="4" y="2"/>
                    <a:pt x="3" y="2"/>
                  </a:cubicBezTo>
                  <a:cubicBezTo>
                    <a:pt x="2"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0" name="Freeform 285"/>
            <p:cNvSpPr>
              <a:spLocks/>
            </p:cNvSpPr>
            <p:nvPr/>
          </p:nvSpPr>
          <p:spPr bwMode="auto">
            <a:xfrm>
              <a:off x="5213" y="2941"/>
              <a:ext cx="17" cy="10"/>
            </a:xfrm>
            <a:custGeom>
              <a:avLst/>
              <a:gdLst>
                <a:gd name="T0" fmla="*/ 1 w 7"/>
                <a:gd name="T1" fmla="*/ 4 h 4"/>
                <a:gd name="T2" fmla="*/ 1 w 7"/>
                <a:gd name="T3" fmla="*/ 4 h 4"/>
                <a:gd name="T4" fmla="*/ 1 w 7"/>
                <a:gd name="T5" fmla="*/ 3 h 4"/>
                <a:gd name="T6" fmla="*/ 6 w 7"/>
                <a:gd name="T7" fmla="*/ 0 h 4"/>
                <a:gd name="T8" fmla="*/ 6 w 7"/>
                <a:gd name="T9" fmla="*/ 0 h 4"/>
                <a:gd name="T10" fmla="*/ 6 w 7"/>
                <a:gd name="T11" fmla="*/ 1 h 4"/>
                <a:gd name="T12" fmla="*/ 1 w 7"/>
                <a:gd name="T13" fmla="*/ 4 h 4"/>
                <a:gd name="T14" fmla="*/ 1 w 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1" y="4"/>
                  </a:moveTo>
                  <a:cubicBezTo>
                    <a:pt x="1" y="4"/>
                    <a:pt x="1" y="4"/>
                    <a:pt x="1" y="4"/>
                  </a:cubicBezTo>
                  <a:cubicBezTo>
                    <a:pt x="0" y="4"/>
                    <a:pt x="1" y="3"/>
                    <a:pt x="1" y="3"/>
                  </a:cubicBezTo>
                  <a:cubicBezTo>
                    <a:pt x="2" y="2"/>
                    <a:pt x="4" y="1"/>
                    <a:pt x="6" y="0"/>
                  </a:cubicBezTo>
                  <a:cubicBezTo>
                    <a:pt x="6" y="0"/>
                    <a:pt x="6" y="0"/>
                    <a:pt x="6" y="0"/>
                  </a:cubicBezTo>
                  <a:cubicBezTo>
                    <a:pt x="7" y="1"/>
                    <a:pt x="6" y="1"/>
                    <a:pt x="6" y="1"/>
                  </a:cubicBezTo>
                  <a:cubicBezTo>
                    <a:pt x="4" y="2"/>
                    <a:pt x="3"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1" name="Freeform 286"/>
            <p:cNvSpPr>
              <a:spLocks/>
            </p:cNvSpPr>
            <p:nvPr/>
          </p:nvSpPr>
          <p:spPr bwMode="auto">
            <a:xfrm>
              <a:off x="5218" y="2946"/>
              <a:ext cx="12" cy="7"/>
            </a:xfrm>
            <a:custGeom>
              <a:avLst/>
              <a:gdLst>
                <a:gd name="T0" fmla="*/ 1 w 5"/>
                <a:gd name="T1" fmla="*/ 3 h 3"/>
                <a:gd name="T2" fmla="*/ 0 w 5"/>
                <a:gd name="T3" fmla="*/ 3 h 3"/>
                <a:gd name="T4" fmla="*/ 1 w 5"/>
                <a:gd name="T5" fmla="*/ 2 h 3"/>
                <a:gd name="T6" fmla="*/ 4 w 5"/>
                <a:gd name="T7" fmla="*/ 0 h 3"/>
                <a:gd name="T8" fmla="*/ 4 w 5"/>
                <a:gd name="T9" fmla="*/ 1 h 3"/>
                <a:gd name="T10" fmla="*/ 4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4" y="0"/>
                    <a:pt x="4" y="0"/>
                    <a:pt x="4" y="0"/>
                  </a:cubicBezTo>
                  <a:cubicBezTo>
                    <a:pt x="4" y="0"/>
                    <a:pt x="4" y="0"/>
                    <a:pt x="4" y="1"/>
                  </a:cubicBezTo>
                  <a:cubicBezTo>
                    <a:pt x="5" y="1"/>
                    <a:pt x="4" y="1"/>
                    <a:pt x="4"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2" name="Freeform 287"/>
            <p:cNvSpPr>
              <a:spLocks/>
            </p:cNvSpPr>
            <p:nvPr/>
          </p:nvSpPr>
          <p:spPr bwMode="auto">
            <a:xfrm>
              <a:off x="5235" y="2918"/>
              <a:ext cx="15" cy="15"/>
            </a:xfrm>
            <a:custGeom>
              <a:avLst/>
              <a:gdLst>
                <a:gd name="T0" fmla="*/ 0 w 6"/>
                <a:gd name="T1" fmla="*/ 6 h 6"/>
                <a:gd name="T2" fmla="*/ 0 w 6"/>
                <a:gd name="T3" fmla="*/ 6 h 6"/>
                <a:gd name="T4" fmla="*/ 0 w 6"/>
                <a:gd name="T5" fmla="*/ 5 h 6"/>
                <a:gd name="T6" fmla="*/ 4 w 6"/>
                <a:gd name="T7" fmla="*/ 1 h 6"/>
                <a:gd name="T8" fmla="*/ 5 w 6"/>
                <a:gd name="T9" fmla="*/ 1 h 6"/>
                <a:gd name="T10" fmla="*/ 6 w 6"/>
                <a:gd name="T11" fmla="*/ 1 h 6"/>
                <a:gd name="T12" fmla="*/ 6 w 6"/>
                <a:gd name="T13" fmla="*/ 1 h 6"/>
                <a:gd name="T14" fmla="*/ 5 w 6"/>
                <a:gd name="T15" fmla="*/ 2 h 6"/>
                <a:gd name="T16" fmla="*/ 1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cubicBezTo>
                    <a:pt x="0" y="6"/>
                    <a:pt x="0" y="6"/>
                    <a:pt x="0" y="6"/>
                  </a:cubicBezTo>
                  <a:cubicBezTo>
                    <a:pt x="0" y="5"/>
                    <a:pt x="0" y="5"/>
                    <a:pt x="0" y="5"/>
                  </a:cubicBezTo>
                  <a:cubicBezTo>
                    <a:pt x="2" y="4"/>
                    <a:pt x="3" y="3"/>
                    <a:pt x="4" y="1"/>
                  </a:cubicBezTo>
                  <a:cubicBezTo>
                    <a:pt x="5" y="1"/>
                    <a:pt x="5" y="1"/>
                    <a:pt x="5" y="1"/>
                  </a:cubicBezTo>
                  <a:cubicBezTo>
                    <a:pt x="5" y="0"/>
                    <a:pt x="6" y="0"/>
                    <a:pt x="6" y="1"/>
                  </a:cubicBezTo>
                  <a:cubicBezTo>
                    <a:pt x="6" y="1"/>
                    <a:pt x="6" y="1"/>
                    <a:pt x="6" y="1"/>
                  </a:cubicBezTo>
                  <a:cubicBezTo>
                    <a:pt x="5" y="2"/>
                    <a:pt x="5" y="2"/>
                    <a:pt x="5" y="2"/>
                  </a:cubicBezTo>
                  <a:cubicBezTo>
                    <a:pt x="4" y="4"/>
                    <a:pt x="3" y="5"/>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3" name="Freeform 288"/>
            <p:cNvSpPr>
              <a:spLocks/>
            </p:cNvSpPr>
            <p:nvPr/>
          </p:nvSpPr>
          <p:spPr bwMode="auto">
            <a:xfrm>
              <a:off x="5235" y="2930"/>
              <a:ext cx="15" cy="13"/>
            </a:xfrm>
            <a:custGeom>
              <a:avLst/>
              <a:gdLst>
                <a:gd name="T0" fmla="*/ 0 w 6"/>
                <a:gd name="T1" fmla="*/ 5 h 5"/>
                <a:gd name="T2" fmla="*/ 0 w 6"/>
                <a:gd name="T3" fmla="*/ 4 h 5"/>
                <a:gd name="T4" fmla="*/ 0 w 6"/>
                <a:gd name="T5" fmla="*/ 4 h 5"/>
                <a:gd name="T6" fmla="*/ 1 w 6"/>
                <a:gd name="T7" fmla="*/ 3 h 5"/>
                <a:gd name="T8" fmla="*/ 5 w 6"/>
                <a:gd name="T9" fmla="*/ 0 h 5"/>
                <a:gd name="T10" fmla="*/ 5 w 6"/>
                <a:gd name="T11" fmla="*/ 0 h 5"/>
                <a:gd name="T12" fmla="*/ 5 w 6"/>
                <a:gd name="T13" fmla="*/ 1 h 5"/>
                <a:gd name="T14" fmla="*/ 1 w 6"/>
                <a:gd name="T15" fmla="*/ 4 h 5"/>
                <a:gd name="T16" fmla="*/ 1 w 6"/>
                <a:gd name="T17" fmla="*/ 4 h 5"/>
                <a:gd name="T18" fmla="*/ 0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0" y="5"/>
                  </a:moveTo>
                  <a:cubicBezTo>
                    <a:pt x="0" y="5"/>
                    <a:pt x="0" y="4"/>
                    <a:pt x="0" y="4"/>
                  </a:cubicBezTo>
                  <a:cubicBezTo>
                    <a:pt x="0" y="4"/>
                    <a:pt x="0" y="4"/>
                    <a:pt x="0" y="4"/>
                  </a:cubicBezTo>
                  <a:cubicBezTo>
                    <a:pt x="1" y="3"/>
                    <a:pt x="1" y="3"/>
                    <a:pt x="1" y="3"/>
                  </a:cubicBezTo>
                  <a:cubicBezTo>
                    <a:pt x="2" y="2"/>
                    <a:pt x="3" y="2"/>
                    <a:pt x="5" y="0"/>
                  </a:cubicBezTo>
                  <a:cubicBezTo>
                    <a:pt x="5" y="0"/>
                    <a:pt x="5" y="0"/>
                    <a:pt x="5" y="0"/>
                  </a:cubicBezTo>
                  <a:cubicBezTo>
                    <a:pt x="6" y="0"/>
                    <a:pt x="6" y="1"/>
                    <a:pt x="5" y="1"/>
                  </a:cubicBezTo>
                  <a:cubicBezTo>
                    <a:pt x="3" y="2"/>
                    <a:pt x="3" y="3"/>
                    <a:pt x="1" y="4"/>
                  </a:cubicBezTo>
                  <a:cubicBezTo>
                    <a:pt x="1" y="4"/>
                    <a:pt x="1" y="4"/>
                    <a:pt x="1" y="4"/>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4" name="Freeform 289"/>
            <p:cNvSpPr>
              <a:spLocks/>
            </p:cNvSpPr>
            <p:nvPr/>
          </p:nvSpPr>
          <p:spPr bwMode="auto">
            <a:xfrm>
              <a:off x="5235" y="2941"/>
              <a:ext cx="15" cy="10"/>
            </a:xfrm>
            <a:custGeom>
              <a:avLst/>
              <a:gdLst>
                <a:gd name="T0" fmla="*/ 0 w 6"/>
                <a:gd name="T1" fmla="*/ 4 h 4"/>
                <a:gd name="T2" fmla="*/ 0 w 6"/>
                <a:gd name="T3" fmla="*/ 3 h 4"/>
                <a:gd name="T4" fmla="*/ 0 w 6"/>
                <a:gd name="T5" fmla="*/ 3 h 4"/>
                <a:gd name="T6" fmla="*/ 2 w 6"/>
                <a:gd name="T7" fmla="*/ 1 h 4"/>
                <a:gd name="T8" fmla="*/ 5 w 6"/>
                <a:gd name="T9" fmla="*/ 0 h 4"/>
                <a:gd name="T10" fmla="*/ 5 w 6"/>
                <a:gd name="T11" fmla="*/ 0 h 4"/>
                <a:gd name="T12" fmla="*/ 5 w 6"/>
                <a:gd name="T13" fmla="*/ 1 h 4"/>
                <a:gd name="T14" fmla="*/ 3 w 6"/>
                <a:gd name="T15" fmla="*/ 2 h 4"/>
                <a:gd name="T16" fmla="*/ 1 w 6"/>
                <a:gd name="T17" fmla="*/ 4 h 4"/>
                <a:gd name="T18" fmla="*/ 0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4"/>
                  </a:moveTo>
                  <a:cubicBezTo>
                    <a:pt x="0" y="4"/>
                    <a:pt x="0" y="4"/>
                    <a:pt x="0" y="3"/>
                  </a:cubicBezTo>
                  <a:cubicBezTo>
                    <a:pt x="0" y="3"/>
                    <a:pt x="0" y="3"/>
                    <a:pt x="0" y="3"/>
                  </a:cubicBezTo>
                  <a:cubicBezTo>
                    <a:pt x="1" y="2"/>
                    <a:pt x="2" y="2"/>
                    <a:pt x="2" y="1"/>
                  </a:cubicBezTo>
                  <a:cubicBezTo>
                    <a:pt x="3" y="1"/>
                    <a:pt x="4" y="0"/>
                    <a:pt x="5" y="0"/>
                  </a:cubicBezTo>
                  <a:cubicBezTo>
                    <a:pt x="5" y="0"/>
                    <a:pt x="5" y="0"/>
                    <a:pt x="5" y="0"/>
                  </a:cubicBezTo>
                  <a:cubicBezTo>
                    <a:pt x="6" y="0"/>
                    <a:pt x="6" y="0"/>
                    <a:pt x="5" y="1"/>
                  </a:cubicBezTo>
                  <a:cubicBezTo>
                    <a:pt x="4" y="1"/>
                    <a:pt x="4" y="2"/>
                    <a:pt x="3" y="2"/>
                  </a:cubicBezTo>
                  <a:cubicBezTo>
                    <a:pt x="2" y="3"/>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5" name="Freeform 290"/>
            <p:cNvSpPr>
              <a:spLocks/>
            </p:cNvSpPr>
            <p:nvPr/>
          </p:nvSpPr>
          <p:spPr bwMode="auto">
            <a:xfrm>
              <a:off x="5152" y="2953"/>
              <a:ext cx="113" cy="3"/>
            </a:xfrm>
            <a:custGeom>
              <a:avLst/>
              <a:gdLst>
                <a:gd name="T0" fmla="*/ 44 w 45"/>
                <a:gd name="T1" fmla="*/ 1 h 1"/>
                <a:gd name="T2" fmla="*/ 0 w 45"/>
                <a:gd name="T3" fmla="*/ 1 h 1"/>
                <a:gd name="T4" fmla="*/ 0 w 45"/>
                <a:gd name="T5" fmla="*/ 0 h 1"/>
                <a:gd name="T6" fmla="*/ 0 w 45"/>
                <a:gd name="T7" fmla="*/ 0 h 1"/>
                <a:gd name="T8" fmla="*/ 44 w 45"/>
                <a:gd name="T9" fmla="*/ 0 h 1"/>
                <a:gd name="T10" fmla="*/ 45 w 45"/>
                <a:gd name="T11" fmla="*/ 0 h 1"/>
                <a:gd name="T12" fmla="*/ 44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44" y="1"/>
                  </a:moveTo>
                  <a:cubicBezTo>
                    <a:pt x="0" y="1"/>
                    <a:pt x="0" y="1"/>
                    <a:pt x="0" y="1"/>
                  </a:cubicBezTo>
                  <a:cubicBezTo>
                    <a:pt x="0" y="1"/>
                    <a:pt x="0" y="1"/>
                    <a:pt x="0" y="0"/>
                  </a:cubicBezTo>
                  <a:cubicBezTo>
                    <a:pt x="0" y="0"/>
                    <a:pt x="0" y="0"/>
                    <a:pt x="0" y="0"/>
                  </a:cubicBezTo>
                  <a:cubicBezTo>
                    <a:pt x="44" y="0"/>
                    <a:pt x="44" y="0"/>
                    <a:pt x="44" y="0"/>
                  </a:cubicBezTo>
                  <a:cubicBezTo>
                    <a:pt x="44" y="0"/>
                    <a:pt x="45" y="0"/>
                    <a:pt x="45" y="0"/>
                  </a:cubicBezTo>
                  <a:cubicBezTo>
                    <a:pt x="45" y="1"/>
                    <a:pt x="44" y="1"/>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6" name="Freeform 291"/>
            <p:cNvSpPr>
              <a:spLocks/>
            </p:cNvSpPr>
            <p:nvPr/>
          </p:nvSpPr>
          <p:spPr bwMode="auto">
            <a:xfrm>
              <a:off x="5160" y="2874"/>
              <a:ext cx="3" cy="92"/>
            </a:xfrm>
            <a:custGeom>
              <a:avLst/>
              <a:gdLst>
                <a:gd name="T0" fmla="*/ 0 w 1"/>
                <a:gd name="T1" fmla="*/ 36 h 36"/>
                <a:gd name="T2" fmla="*/ 0 w 1"/>
                <a:gd name="T3" fmla="*/ 35 h 36"/>
                <a:gd name="T4" fmla="*/ 0 w 1"/>
                <a:gd name="T5" fmla="*/ 0 h 36"/>
                <a:gd name="T6" fmla="*/ 0 w 1"/>
                <a:gd name="T7" fmla="*/ 0 h 36"/>
                <a:gd name="T8" fmla="*/ 1 w 1"/>
                <a:gd name="T9" fmla="*/ 0 h 36"/>
                <a:gd name="T10" fmla="*/ 1 w 1"/>
                <a:gd name="T11" fmla="*/ 35 h 36"/>
                <a:gd name="T12" fmla="*/ 0 w 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 h="36">
                  <a:moveTo>
                    <a:pt x="0" y="36"/>
                  </a:moveTo>
                  <a:cubicBezTo>
                    <a:pt x="0" y="36"/>
                    <a:pt x="0" y="36"/>
                    <a:pt x="0" y="35"/>
                  </a:cubicBezTo>
                  <a:cubicBezTo>
                    <a:pt x="0" y="0"/>
                    <a:pt x="0" y="0"/>
                    <a:pt x="0" y="0"/>
                  </a:cubicBezTo>
                  <a:cubicBezTo>
                    <a:pt x="0" y="0"/>
                    <a:pt x="0" y="0"/>
                    <a:pt x="0" y="0"/>
                  </a:cubicBezTo>
                  <a:cubicBezTo>
                    <a:pt x="1" y="0"/>
                    <a:pt x="1" y="0"/>
                    <a:pt x="1" y="0"/>
                  </a:cubicBezTo>
                  <a:cubicBezTo>
                    <a:pt x="1" y="35"/>
                    <a:pt x="1" y="35"/>
                    <a:pt x="1" y="35"/>
                  </a:cubicBezTo>
                  <a:cubicBezTo>
                    <a:pt x="1" y="36"/>
                    <a:pt x="1"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147" name="Group 294"/>
          <p:cNvGrpSpPr>
            <a:grpSpLocks noChangeAspect="1"/>
          </p:cNvGrpSpPr>
          <p:nvPr/>
        </p:nvGrpSpPr>
        <p:grpSpPr bwMode="auto">
          <a:xfrm>
            <a:off x="7226046" y="5864504"/>
            <a:ext cx="502516" cy="438120"/>
            <a:chOff x="4997" y="3211"/>
            <a:chExt cx="117" cy="102"/>
          </a:xfrm>
          <a:solidFill>
            <a:schemeClr val="bg1"/>
          </a:solidFill>
        </p:grpSpPr>
        <p:sp>
          <p:nvSpPr>
            <p:cNvPr id="148" name="Freeform 295"/>
            <p:cNvSpPr>
              <a:spLocks/>
            </p:cNvSpPr>
            <p:nvPr/>
          </p:nvSpPr>
          <p:spPr bwMode="auto">
            <a:xfrm>
              <a:off x="4997" y="3270"/>
              <a:ext cx="5" cy="7"/>
            </a:xfrm>
            <a:custGeom>
              <a:avLst/>
              <a:gdLst>
                <a:gd name="T0" fmla="*/ 0 w 2"/>
                <a:gd name="T1" fmla="*/ 3 h 3"/>
                <a:gd name="T2" fmla="*/ 0 w 2"/>
                <a:gd name="T3" fmla="*/ 3 h 3"/>
                <a:gd name="T4" fmla="*/ 0 w 2"/>
                <a:gd name="T5" fmla="*/ 3 h 3"/>
                <a:gd name="T6" fmla="*/ 1 w 2"/>
                <a:gd name="T7" fmla="*/ 0 h 3"/>
                <a:gd name="T8" fmla="*/ 1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0"/>
                    <a:pt x="1" y="0"/>
                    <a:pt x="1" y="0"/>
                  </a:cubicBezTo>
                  <a:cubicBezTo>
                    <a:pt x="1" y="0"/>
                    <a:pt x="1" y="0"/>
                    <a:pt x="1" y="0"/>
                  </a:cubicBezTo>
                  <a:cubicBezTo>
                    <a:pt x="2" y="0"/>
                    <a:pt x="2" y="0"/>
                    <a:pt x="2" y="0"/>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49" name="Freeform 296"/>
            <p:cNvSpPr>
              <a:spLocks/>
            </p:cNvSpPr>
            <p:nvPr/>
          </p:nvSpPr>
          <p:spPr bwMode="auto">
            <a:xfrm>
              <a:off x="5027" y="3298"/>
              <a:ext cx="3" cy="7"/>
            </a:xfrm>
            <a:custGeom>
              <a:avLst/>
              <a:gdLst>
                <a:gd name="T0" fmla="*/ 0 w 1"/>
                <a:gd name="T1" fmla="*/ 3 h 3"/>
                <a:gd name="T2" fmla="*/ 0 w 1"/>
                <a:gd name="T3" fmla="*/ 3 h 3"/>
                <a:gd name="T4" fmla="*/ 0 w 1"/>
                <a:gd name="T5" fmla="*/ 3 h 3"/>
                <a:gd name="T6" fmla="*/ 1 w 1"/>
                <a:gd name="T7" fmla="*/ 1 h 3"/>
                <a:gd name="T8" fmla="*/ 1 w 1"/>
                <a:gd name="T9" fmla="*/ 0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1" y="1"/>
                  </a:cubicBezTo>
                  <a:cubicBezTo>
                    <a:pt x="1" y="0"/>
                    <a:pt x="1" y="0"/>
                    <a:pt x="1" y="0"/>
                  </a:cubicBezTo>
                  <a:cubicBezTo>
                    <a:pt x="1" y="1"/>
                    <a:pt x="1" y="1"/>
                    <a:pt x="1" y="1"/>
                  </a:cubicBezTo>
                  <a:cubicBezTo>
                    <a:pt x="1"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0" name="Freeform 297"/>
            <p:cNvSpPr>
              <a:spLocks/>
            </p:cNvSpPr>
            <p:nvPr/>
          </p:nvSpPr>
          <p:spPr bwMode="auto">
            <a:xfrm>
              <a:off x="5030" y="3298"/>
              <a:ext cx="2" cy="7"/>
            </a:xfrm>
            <a:custGeom>
              <a:avLst/>
              <a:gdLst>
                <a:gd name="T0" fmla="*/ 0 w 1"/>
                <a:gd name="T1" fmla="*/ 3 h 3"/>
                <a:gd name="T2" fmla="*/ 0 w 1"/>
                <a:gd name="T3" fmla="*/ 3 h 3"/>
                <a:gd name="T4" fmla="*/ 0 w 1"/>
                <a:gd name="T5" fmla="*/ 3 h 3"/>
                <a:gd name="T6" fmla="*/ 0 w 1"/>
                <a:gd name="T7" fmla="*/ 1 h 3"/>
                <a:gd name="T8" fmla="*/ 1 w 1"/>
                <a:gd name="T9" fmla="*/ 0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0" y="1"/>
                  </a:cubicBezTo>
                  <a:cubicBezTo>
                    <a:pt x="1" y="0"/>
                    <a:pt x="1" y="0"/>
                    <a:pt x="1" y="0"/>
                  </a:cubicBezTo>
                  <a:cubicBezTo>
                    <a:pt x="1" y="1"/>
                    <a:pt x="1" y="1"/>
                    <a:pt x="1" y="1"/>
                  </a:cubicBezTo>
                  <a:cubicBezTo>
                    <a:pt x="0"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1" name="Freeform 298"/>
            <p:cNvSpPr>
              <a:spLocks/>
            </p:cNvSpPr>
            <p:nvPr/>
          </p:nvSpPr>
          <p:spPr bwMode="auto">
            <a:xfrm>
              <a:off x="5032" y="3298"/>
              <a:ext cx="3" cy="7"/>
            </a:xfrm>
            <a:custGeom>
              <a:avLst/>
              <a:gdLst>
                <a:gd name="T0" fmla="*/ 0 w 1"/>
                <a:gd name="T1" fmla="*/ 3 h 3"/>
                <a:gd name="T2" fmla="*/ 0 w 1"/>
                <a:gd name="T3" fmla="*/ 3 h 3"/>
                <a:gd name="T4" fmla="*/ 0 w 1"/>
                <a:gd name="T5" fmla="*/ 3 h 3"/>
                <a:gd name="T6" fmla="*/ 0 w 1"/>
                <a:gd name="T7" fmla="*/ 3 h 3"/>
                <a:gd name="T8" fmla="*/ 1 w 1"/>
                <a:gd name="T9" fmla="*/ 1 h 3"/>
                <a:gd name="T10" fmla="*/ 1 w 1"/>
                <a:gd name="T11" fmla="*/ 0 h 3"/>
                <a:gd name="T12" fmla="*/ 1 w 1"/>
                <a:gd name="T13" fmla="*/ 1 h 3"/>
                <a:gd name="T14" fmla="*/ 0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3"/>
                    <a:pt x="0" y="3"/>
                    <a:pt x="0" y="3"/>
                  </a:cubicBezTo>
                  <a:cubicBezTo>
                    <a:pt x="0" y="3"/>
                    <a:pt x="0" y="3"/>
                    <a:pt x="0" y="3"/>
                  </a:cubicBezTo>
                  <a:cubicBezTo>
                    <a:pt x="0" y="2"/>
                    <a:pt x="0" y="1"/>
                    <a:pt x="1" y="1"/>
                  </a:cubicBezTo>
                  <a:cubicBezTo>
                    <a:pt x="1" y="0"/>
                    <a:pt x="1" y="0"/>
                    <a:pt x="1" y="0"/>
                  </a:cubicBezTo>
                  <a:cubicBezTo>
                    <a:pt x="1" y="0"/>
                    <a:pt x="1" y="1"/>
                    <a:pt x="1" y="1"/>
                  </a:cubicBezTo>
                  <a:cubicBezTo>
                    <a:pt x="0"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2" name="Freeform 299"/>
            <p:cNvSpPr>
              <a:spLocks/>
            </p:cNvSpPr>
            <p:nvPr/>
          </p:nvSpPr>
          <p:spPr bwMode="auto">
            <a:xfrm>
              <a:off x="5032" y="3300"/>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3" name="Freeform 300"/>
            <p:cNvSpPr>
              <a:spLocks/>
            </p:cNvSpPr>
            <p:nvPr/>
          </p:nvSpPr>
          <p:spPr bwMode="auto">
            <a:xfrm>
              <a:off x="5010" y="3293"/>
              <a:ext cx="2" cy="7"/>
            </a:xfrm>
            <a:custGeom>
              <a:avLst/>
              <a:gdLst>
                <a:gd name="T0" fmla="*/ 1 w 1"/>
                <a:gd name="T1" fmla="*/ 3 h 3"/>
                <a:gd name="T2" fmla="*/ 0 w 1"/>
                <a:gd name="T3" fmla="*/ 3 h 3"/>
                <a:gd name="T4" fmla="*/ 0 w 1"/>
                <a:gd name="T5" fmla="*/ 1 h 3"/>
                <a:gd name="T6" fmla="*/ 1 w 1"/>
                <a:gd name="T7" fmla="*/ 0 h 3"/>
                <a:gd name="T8" fmla="*/ 1 w 1"/>
                <a:gd name="T9" fmla="*/ 0 h 3"/>
                <a:gd name="T10" fmla="*/ 1 w 1"/>
                <a:gd name="T11" fmla="*/ 0 h 3"/>
                <a:gd name="T12" fmla="*/ 1 w 1"/>
                <a:gd name="T13" fmla="*/ 1 h 3"/>
                <a:gd name="T14" fmla="*/ 1 w 1"/>
                <a:gd name="T15" fmla="*/ 2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cubicBezTo>
                    <a:pt x="0" y="3"/>
                    <a:pt x="0" y="3"/>
                    <a:pt x="0" y="3"/>
                  </a:cubicBezTo>
                  <a:cubicBezTo>
                    <a:pt x="0" y="2"/>
                    <a:pt x="0" y="2"/>
                    <a:pt x="0" y="1"/>
                  </a:cubicBezTo>
                  <a:cubicBezTo>
                    <a:pt x="1" y="1"/>
                    <a:pt x="1" y="0"/>
                    <a:pt x="1" y="0"/>
                  </a:cubicBezTo>
                  <a:cubicBezTo>
                    <a:pt x="1" y="0"/>
                    <a:pt x="1" y="0"/>
                    <a:pt x="1" y="0"/>
                  </a:cubicBezTo>
                  <a:cubicBezTo>
                    <a:pt x="1" y="0"/>
                    <a:pt x="1" y="0"/>
                    <a:pt x="1" y="0"/>
                  </a:cubicBezTo>
                  <a:cubicBezTo>
                    <a:pt x="1" y="0"/>
                    <a:pt x="1" y="1"/>
                    <a:pt x="1" y="1"/>
                  </a:cubicBezTo>
                  <a:cubicBezTo>
                    <a:pt x="1" y="2"/>
                    <a:pt x="1" y="2"/>
                    <a:pt x="1"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4" name="Freeform 301"/>
            <p:cNvSpPr>
              <a:spLocks/>
            </p:cNvSpPr>
            <p:nvPr/>
          </p:nvSpPr>
          <p:spPr bwMode="auto">
            <a:xfrm>
              <a:off x="5025" y="3298"/>
              <a:ext cx="2" cy="7"/>
            </a:xfrm>
            <a:custGeom>
              <a:avLst/>
              <a:gdLst>
                <a:gd name="T0" fmla="*/ 0 w 1"/>
                <a:gd name="T1" fmla="*/ 3 h 3"/>
                <a:gd name="T2" fmla="*/ 0 w 1"/>
                <a:gd name="T3" fmla="*/ 3 h 3"/>
                <a:gd name="T4" fmla="*/ 0 w 1"/>
                <a:gd name="T5" fmla="*/ 1 h 3"/>
                <a:gd name="T6" fmla="*/ 0 w 1"/>
                <a:gd name="T7" fmla="*/ 0 h 3"/>
                <a:gd name="T8" fmla="*/ 1 w 1"/>
                <a:gd name="T9" fmla="*/ 0 h 3"/>
                <a:gd name="T10" fmla="*/ 1 w 1"/>
                <a:gd name="T11" fmla="*/ 0 h 3"/>
                <a:gd name="T12" fmla="*/ 1 w 1"/>
                <a:gd name="T13" fmla="*/ 2 h 3"/>
                <a:gd name="T14" fmla="*/ 1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2"/>
                    <a:pt x="0" y="2"/>
                    <a:pt x="0" y="1"/>
                  </a:cubicBezTo>
                  <a:cubicBezTo>
                    <a:pt x="0" y="1"/>
                    <a:pt x="0" y="1"/>
                    <a:pt x="0" y="0"/>
                  </a:cubicBezTo>
                  <a:cubicBezTo>
                    <a:pt x="0" y="0"/>
                    <a:pt x="0" y="0"/>
                    <a:pt x="1" y="0"/>
                  </a:cubicBezTo>
                  <a:cubicBezTo>
                    <a:pt x="1" y="0"/>
                    <a:pt x="1" y="0"/>
                    <a:pt x="1" y="0"/>
                  </a:cubicBezTo>
                  <a:cubicBezTo>
                    <a:pt x="1" y="1"/>
                    <a:pt x="1" y="1"/>
                    <a:pt x="1" y="2"/>
                  </a:cubicBezTo>
                  <a:cubicBezTo>
                    <a:pt x="1" y="2"/>
                    <a:pt x="1" y="2"/>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5" name="Freeform 302"/>
            <p:cNvSpPr>
              <a:spLocks/>
            </p:cNvSpPr>
            <p:nvPr/>
          </p:nvSpPr>
          <p:spPr bwMode="auto">
            <a:xfrm>
              <a:off x="5055" y="3249"/>
              <a:ext cx="5" cy="6"/>
            </a:xfrm>
            <a:custGeom>
              <a:avLst/>
              <a:gdLst>
                <a:gd name="T0" fmla="*/ 1 w 2"/>
                <a:gd name="T1" fmla="*/ 2 h 2"/>
                <a:gd name="T2" fmla="*/ 0 w 2"/>
                <a:gd name="T3" fmla="*/ 2 h 2"/>
                <a:gd name="T4" fmla="*/ 0 w 2"/>
                <a:gd name="T5" fmla="*/ 1 h 2"/>
                <a:gd name="T6" fmla="*/ 1 w 2"/>
                <a:gd name="T7" fmla="*/ 1 h 2"/>
                <a:gd name="T8" fmla="*/ 1 w 2"/>
                <a:gd name="T9" fmla="*/ 1 h 2"/>
                <a:gd name="T10" fmla="*/ 2 w 2"/>
                <a:gd name="T11" fmla="*/ 1 h 2"/>
                <a:gd name="T12" fmla="*/ 2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2"/>
                    <a:pt x="0" y="1"/>
                    <a:pt x="0" y="1"/>
                  </a:cubicBezTo>
                  <a:cubicBezTo>
                    <a:pt x="1" y="1"/>
                    <a:pt x="1" y="1"/>
                    <a:pt x="1" y="1"/>
                  </a:cubicBezTo>
                  <a:cubicBezTo>
                    <a:pt x="1" y="1"/>
                    <a:pt x="1" y="1"/>
                    <a:pt x="1" y="1"/>
                  </a:cubicBezTo>
                  <a:cubicBezTo>
                    <a:pt x="1" y="0"/>
                    <a:pt x="1" y="1"/>
                    <a:pt x="2" y="1"/>
                  </a:cubicBezTo>
                  <a:cubicBezTo>
                    <a:pt x="2" y="1"/>
                    <a:pt x="2" y="1"/>
                    <a:pt x="2" y="1"/>
                  </a:cubicBezTo>
                  <a:cubicBezTo>
                    <a:pt x="1" y="1"/>
                    <a:pt x="1" y="1"/>
                    <a:pt x="1" y="1"/>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6" name="Freeform 303"/>
            <p:cNvSpPr>
              <a:spLocks/>
            </p:cNvSpPr>
            <p:nvPr/>
          </p:nvSpPr>
          <p:spPr bwMode="auto">
            <a:xfrm>
              <a:off x="5050" y="3293"/>
              <a:ext cx="3" cy="7"/>
            </a:xfrm>
            <a:custGeom>
              <a:avLst/>
              <a:gdLst>
                <a:gd name="T0" fmla="*/ 0 w 1"/>
                <a:gd name="T1" fmla="*/ 3 h 3"/>
                <a:gd name="T2" fmla="*/ 0 w 1"/>
                <a:gd name="T3" fmla="*/ 2 h 3"/>
                <a:gd name="T4" fmla="*/ 0 w 1"/>
                <a:gd name="T5" fmla="*/ 0 h 3"/>
                <a:gd name="T6" fmla="*/ 0 w 1"/>
                <a:gd name="T7" fmla="*/ 0 h 3"/>
                <a:gd name="T8" fmla="*/ 1 w 1"/>
                <a:gd name="T9" fmla="*/ 0 h 3"/>
                <a:gd name="T10" fmla="*/ 0 w 1"/>
                <a:gd name="T11" fmla="*/ 2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0" y="2"/>
                  </a:cubicBezTo>
                  <a:cubicBezTo>
                    <a:pt x="0" y="2"/>
                    <a:pt x="0" y="1"/>
                    <a:pt x="0" y="0"/>
                  </a:cubicBezTo>
                  <a:cubicBezTo>
                    <a:pt x="0" y="0"/>
                    <a:pt x="0" y="0"/>
                    <a:pt x="0" y="0"/>
                  </a:cubicBezTo>
                  <a:cubicBezTo>
                    <a:pt x="1" y="0"/>
                    <a:pt x="1" y="0"/>
                    <a:pt x="1" y="0"/>
                  </a:cubicBezTo>
                  <a:cubicBezTo>
                    <a:pt x="0" y="1"/>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7" name="Freeform 304"/>
            <p:cNvSpPr>
              <a:spLocks/>
            </p:cNvSpPr>
            <p:nvPr/>
          </p:nvSpPr>
          <p:spPr bwMode="auto">
            <a:xfrm>
              <a:off x="5045" y="3288"/>
              <a:ext cx="3" cy="7"/>
            </a:xfrm>
            <a:custGeom>
              <a:avLst/>
              <a:gdLst>
                <a:gd name="T0" fmla="*/ 1 w 1"/>
                <a:gd name="T1" fmla="*/ 3 h 3"/>
                <a:gd name="T2" fmla="*/ 0 w 1"/>
                <a:gd name="T3" fmla="*/ 3 h 3"/>
                <a:gd name="T4" fmla="*/ 0 w 1"/>
                <a:gd name="T5" fmla="*/ 1 h 3"/>
                <a:gd name="T6" fmla="*/ 1 w 1"/>
                <a:gd name="T7" fmla="*/ 0 h 3"/>
                <a:gd name="T8" fmla="*/ 1 w 1"/>
                <a:gd name="T9" fmla="*/ 1 h 3"/>
                <a:gd name="T10" fmla="*/ 1 w 1"/>
                <a:gd name="T11" fmla="*/ 3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0" y="3"/>
                    <a:pt x="0" y="3"/>
                  </a:cubicBezTo>
                  <a:cubicBezTo>
                    <a:pt x="0" y="2"/>
                    <a:pt x="0" y="1"/>
                    <a:pt x="0" y="1"/>
                  </a:cubicBezTo>
                  <a:cubicBezTo>
                    <a:pt x="0" y="1"/>
                    <a:pt x="1" y="0"/>
                    <a:pt x="1" y="0"/>
                  </a:cubicBezTo>
                  <a:cubicBezTo>
                    <a:pt x="1" y="0"/>
                    <a:pt x="1" y="1"/>
                    <a:pt x="1" y="1"/>
                  </a:cubicBezTo>
                  <a:cubicBezTo>
                    <a:pt x="1"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8" name="Freeform 305"/>
            <p:cNvSpPr>
              <a:spLocks/>
            </p:cNvSpPr>
            <p:nvPr/>
          </p:nvSpPr>
          <p:spPr bwMode="auto">
            <a:xfrm>
              <a:off x="5058" y="3272"/>
              <a:ext cx="2" cy="8"/>
            </a:xfrm>
            <a:custGeom>
              <a:avLst/>
              <a:gdLst>
                <a:gd name="T0" fmla="*/ 0 w 1"/>
                <a:gd name="T1" fmla="*/ 3 h 3"/>
                <a:gd name="T2" fmla="*/ 0 w 1"/>
                <a:gd name="T3" fmla="*/ 2 h 3"/>
                <a:gd name="T4" fmla="*/ 0 w 1"/>
                <a:gd name="T5" fmla="*/ 0 h 3"/>
                <a:gd name="T6" fmla="*/ 1 w 1"/>
                <a:gd name="T7" fmla="*/ 0 h 3"/>
                <a:gd name="T8" fmla="*/ 1 w 1"/>
                <a:gd name="T9" fmla="*/ 0 h 3"/>
                <a:gd name="T10" fmla="*/ 1 w 1"/>
                <a:gd name="T11" fmla="*/ 2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2"/>
                    <a:pt x="0" y="2"/>
                  </a:cubicBezTo>
                  <a:cubicBezTo>
                    <a:pt x="0" y="1"/>
                    <a:pt x="0" y="1"/>
                    <a:pt x="0" y="0"/>
                  </a:cubicBezTo>
                  <a:cubicBezTo>
                    <a:pt x="0" y="0"/>
                    <a:pt x="0" y="0"/>
                    <a:pt x="1" y="0"/>
                  </a:cubicBezTo>
                  <a:cubicBezTo>
                    <a:pt x="1" y="0"/>
                    <a:pt x="1" y="0"/>
                    <a:pt x="1" y="0"/>
                  </a:cubicBezTo>
                  <a:cubicBezTo>
                    <a:pt x="1" y="1"/>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59" name="Freeform 306"/>
            <p:cNvSpPr>
              <a:spLocks/>
            </p:cNvSpPr>
            <p:nvPr/>
          </p:nvSpPr>
          <p:spPr bwMode="auto">
            <a:xfrm>
              <a:off x="5015" y="3288"/>
              <a:ext cx="2" cy="7"/>
            </a:xfrm>
            <a:custGeom>
              <a:avLst/>
              <a:gdLst>
                <a:gd name="T0" fmla="*/ 0 w 1"/>
                <a:gd name="T1" fmla="*/ 3 h 3"/>
                <a:gd name="T2" fmla="*/ 0 w 1"/>
                <a:gd name="T3" fmla="*/ 3 h 3"/>
                <a:gd name="T4" fmla="*/ 0 w 1"/>
                <a:gd name="T5" fmla="*/ 3 h 3"/>
                <a:gd name="T6" fmla="*/ 0 w 1"/>
                <a:gd name="T7" fmla="*/ 1 h 3"/>
                <a:gd name="T8" fmla="*/ 1 w 1"/>
                <a:gd name="T9" fmla="*/ 0 h 3"/>
                <a:gd name="T10" fmla="*/ 1 w 1"/>
                <a:gd name="T11" fmla="*/ 1 h 3"/>
                <a:gd name="T12" fmla="*/ 1 w 1"/>
                <a:gd name="T13" fmla="*/ 3 h 3"/>
                <a:gd name="T14" fmla="*/ 0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3"/>
                    <a:pt x="0" y="3"/>
                    <a:pt x="0" y="3"/>
                  </a:cubicBezTo>
                  <a:cubicBezTo>
                    <a:pt x="0" y="2"/>
                    <a:pt x="0" y="1"/>
                    <a:pt x="0" y="1"/>
                  </a:cubicBezTo>
                  <a:cubicBezTo>
                    <a:pt x="0" y="0"/>
                    <a:pt x="0" y="0"/>
                    <a:pt x="1" y="0"/>
                  </a:cubicBezTo>
                  <a:cubicBezTo>
                    <a:pt x="1" y="0"/>
                    <a:pt x="1" y="1"/>
                    <a:pt x="1" y="1"/>
                  </a:cubicBezTo>
                  <a:cubicBezTo>
                    <a:pt x="1" y="1"/>
                    <a:pt x="1" y="2"/>
                    <a:pt x="1" y="3"/>
                  </a:cubicBezTo>
                  <a:cubicBezTo>
                    <a:pt x="1"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0" name="Freeform 307"/>
            <p:cNvSpPr>
              <a:spLocks/>
            </p:cNvSpPr>
            <p:nvPr/>
          </p:nvSpPr>
          <p:spPr bwMode="auto">
            <a:xfrm>
              <a:off x="5002" y="3270"/>
              <a:ext cx="2" cy="7"/>
            </a:xfrm>
            <a:custGeom>
              <a:avLst/>
              <a:gdLst>
                <a:gd name="T0" fmla="*/ 1 w 1"/>
                <a:gd name="T1" fmla="*/ 3 h 3"/>
                <a:gd name="T2" fmla="*/ 0 w 1"/>
                <a:gd name="T3" fmla="*/ 3 h 3"/>
                <a:gd name="T4" fmla="*/ 0 w 1"/>
                <a:gd name="T5" fmla="*/ 1 h 3"/>
                <a:gd name="T6" fmla="*/ 1 w 1"/>
                <a:gd name="T7" fmla="*/ 0 h 3"/>
                <a:gd name="T8" fmla="*/ 1 w 1"/>
                <a:gd name="T9" fmla="*/ 1 h 3"/>
                <a:gd name="T10" fmla="*/ 1 w 1"/>
                <a:gd name="T11" fmla="*/ 3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0" y="3"/>
                    <a:pt x="0" y="3"/>
                  </a:cubicBezTo>
                  <a:cubicBezTo>
                    <a:pt x="0" y="2"/>
                    <a:pt x="0" y="1"/>
                    <a:pt x="0" y="1"/>
                  </a:cubicBezTo>
                  <a:cubicBezTo>
                    <a:pt x="0" y="0"/>
                    <a:pt x="1" y="0"/>
                    <a:pt x="1" y="0"/>
                  </a:cubicBezTo>
                  <a:cubicBezTo>
                    <a:pt x="1" y="0"/>
                    <a:pt x="1" y="0"/>
                    <a:pt x="1" y="1"/>
                  </a:cubicBezTo>
                  <a:cubicBezTo>
                    <a:pt x="1"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1" name="Freeform 308"/>
            <p:cNvSpPr>
              <a:spLocks/>
            </p:cNvSpPr>
            <p:nvPr/>
          </p:nvSpPr>
          <p:spPr bwMode="auto">
            <a:xfrm>
              <a:off x="4999" y="3270"/>
              <a:ext cx="5" cy="7"/>
            </a:xfrm>
            <a:custGeom>
              <a:avLst/>
              <a:gdLst>
                <a:gd name="T0" fmla="*/ 0 w 2"/>
                <a:gd name="T1" fmla="*/ 3 h 3"/>
                <a:gd name="T2" fmla="*/ 0 w 2"/>
                <a:gd name="T3" fmla="*/ 3 h 3"/>
                <a:gd name="T4" fmla="*/ 0 w 2"/>
                <a:gd name="T5" fmla="*/ 3 h 3"/>
                <a:gd name="T6" fmla="*/ 1 w 2"/>
                <a:gd name="T7" fmla="*/ 0 h 3"/>
                <a:gd name="T8" fmla="*/ 1 w 2"/>
                <a:gd name="T9" fmla="*/ 0 h 3"/>
                <a:gd name="T10" fmla="*/ 2 w 2"/>
                <a:gd name="T11" fmla="*/ 0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1" y="0"/>
                  </a:cubicBezTo>
                  <a:cubicBezTo>
                    <a:pt x="1" y="0"/>
                    <a:pt x="1" y="0"/>
                    <a:pt x="1" y="0"/>
                  </a:cubicBezTo>
                  <a:cubicBezTo>
                    <a:pt x="2" y="0"/>
                    <a:pt x="2" y="0"/>
                    <a:pt x="2" y="0"/>
                  </a:cubicBezTo>
                  <a:cubicBezTo>
                    <a:pt x="1" y="1"/>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2" name="Freeform 309"/>
            <p:cNvSpPr>
              <a:spLocks/>
            </p:cNvSpPr>
            <p:nvPr/>
          </p:nvSpPr>
          <p:spPr bwMode="auto">
            <a:xfrm>
              <a:off x="5002" y="3272"/>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3" name="Freeform 310"/>
            <p:cNvSpPr>
              <a:spLocks/>
            </p:cNvSpPr>
            <p:nvPr/>
          </p:nvSpPr>
          <p:spPr bwMode="auto">
            <a:xfrm>
              <a:off x="5004" y="3288"/>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4" name="Freeform 311"/>
            <p:cNvSpPr>
              <a:spLocks/>
            </p:cNvSpPr>
            <p:nvPr/>
          </p:nvSpPr>
          <p:spPr bwMode="auto">
            <a:xfrm>
              <a:off x="5004" y="328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5" name="Freeform 312"/>
            <p:cNvSpPr>
              <a:spLocks/>
            </p:cNvSpPr>
            <p:nvPr/>
          </p:nvSpPr>
          <p:spPr bwMode="auto">
            <a:xfrm>
              <a:off x="5004" y="3290"/>
              <a:ext cx="6"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6" name="Freeform 313"/>
            <p:cNvSpPr>
              <a:spLocks/>
            </p:cNvSpPr>
            <p:nvPr/>
          </p:nvSpPr>
          <p:spPr bwMode="auto">
            <a:xfrm>
              <a:off x="5007" y="3290"/>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1"/>
                    <a:pt x="1" y="1"/>
                  </a:cubicBezTo>
                  <a:cubicBezTo>
                    <a:pt x="1"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7" name="Freeform 314"/>
            <p:cNvSpPr>
              <a:spLocks/>
            </p:cNvSpPr>
            <p:nvPr/>
          </p:nvSpPr>
          <p:spPr bwMode="auto">
            <a:xfrm>
              <a:off x="5007" y="3293"/>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8" name="Freeform 315"/>
            <p:cNvSpPr>
              <a:spLocks/>
            </p:cNvSpPr>
            <p:nvPr/>
          </p:nvSpPr>
          <p:spPr bwMode="auto">
            <a:xfrm>
              <a:off x="5015" y="3290"/>
              <a:ext cx="2" cy="3"/>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0" y="1"/>
                    <a:pt x="0" y="1"/>
                  </a:cubicBezTo>
                  <a:cubicBezTo>
                    <a:pt x="0" y="1"/>
                    <a:pt x="0" y="1"/>
                    <a:pt x="0" y="1"/>
                  </a:cubicBezTo>
                  <a:cubicBezTo>
                    <a:pt x="1" y="1"/>
                    <a:pt x="1" y="0"/>
                    <a:pt x="1" y="0"/>
                  </a:cubicBezTo>
                  <a:cubicBezTo>
                    <a:pt x="1" y="0"/>
                    <a:pt x="1" y="0"/>
                    <a:pt x="1" y="0"/>
                  </a:cubicBezTo>
                  <a:cubicBezTo>
                    <a:pt x="1" y="0"/>
                    <a:pt x="1" y="0"/>
                    <a:pt x="1"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9" name="Freeform 316"/>
            <p:cNvSpPr>
              <a:spLocks/>
            </p:cNvSpPr>
            <p:nvPr/>
          </p:nvSpPr>
          <p:spPr bwMode="auto">
            <a:xfrm>
              <a:off x="5017" y="3290"/>
              <a:ext cx="3" cy="5"/>
            </a:xfrm>
            <a:custGeom>
              <a:avLst/>
              <a:gdLst>
                <a:gd name="T0" fmla="*/ 0 w 1"/>
                <a:gd name="T1" fmla="*/ 2 h 2"/>
                <a:gd name="T2" fmla="*/ 0 w 1"/>
                <a:gd name="T3" fmla="*/ 2 h 2"/>
                <a:gd name="T4" fmla="*/ 0 w 1"/>
                <a:gd name="T5" fmla="*/ 2 h 2"/>
                <a:gd name="T6" fmla="*/ 1 w 1"/>
                <a:gd name="T7" fmla="*/ 1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1"/>
                    <a:pt x="1" y="1"/>
                    <a:pt x="1" y="1"/>
                  </a:cubicBezTo>
                  <a:cubicBezTo>
                    <a:pt x="1" y="0"/>
                    <a:pt x="1" y="0"/>
                    <a:pt x="1" y="0"/>
                  </a:cubicBezTo>
                  <a:cubicBezTo>
                    <a:pt x="1" y="1"/>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0" name="Freeform 317"/>
            <p:cNvSpPr>
              <a:spLocks/>
            </p:cNvSpPr>
            <p:nvPr/>
          </p:nvSpPr>
          <p:spPr bwMode="auto">
            <a:xfrm>
              <a:off x="5017" y="3293"/>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1" y="1"/>
                    <a:pt x="1" y="0"/>
                    <a:pt x="2" y="0"/>
                  </a:cubicBezTo>
                  <a:cubicBezTo>
                    <a:pt x="2" y="0"/>
                    <a:pt x="2" y="0"/>
                    <a:pt x="2" y="0"/>
                  </a:cubicBezTo>
                  <a:cubicBezTo>
                    <a:pt x="2" y="0"/>
                    <a:pt x="2" y="0"/>
                    <a:pt x="2" y="0"/>
                  </a:cubicBezTo>
                  <a:cubicBezTo>
                    <a:pt x="1" y="0"/>
                    <a:pt x="1" y="1"/>
                    <a:pt x="1"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1" name="Freeform 318"/>
            <p:cNvSpPr>
              <a:spLocks/>
            </p:cNvSpPr>
            <p:nvPr/>
          </p:nvSpPr>
          <p:spPr bwMode="auto">
            <a:xfrm>
              <a:off x="5020" y="3293"/>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2" name="Freeform 319"/>
            <p:cNvSpPr>
              <a:spLocks/>
            </p:cNvSpPr>
            <p:nvPr/>
          </p:nvSpPr>
          <p:spPr bwMode="auto">
            <a:xfrm>
              <a:off x="5022" y="3293"/>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3" name="Freeform 320"/>
            <p:cNvSpPr>
              <a:spLocks/>
            </p:cNvSpPr>
            <p:nvPr/>
          </p:nvSpPr>
          <p:spPr bwMode="auto">
            <a:xfrm>
              <a:off x="5037" y="3293"/>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4" name="Freeform 321"/>
            <p:cNvSpPr>
              <a:spLocks/>
            </p:cNvSpPr>
            <p:nvPr/>
          </p:nvSpPr>
          <p:spPr bwMode="auto">
            <a:xfrm>
              <a:off x="5037" y="3293"/>
              <a:ext cx="6"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2"/>
                    <a:pt x="0" y="2"/>
                  </a:cubicBezTo>
                  <a:cubicBezTo>
                    <a:pt x="1" y="1"/>
                    <a:pt x="1" y="0"/>
                    <a:pt x="2" y="0"/>
                  </a:cubicBezTo>
                  <a:cubicBezTo>
                    <a:pt x="2"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5" name="Freeform 322"/>
            <p:cNvSpPr>
              <a:spLocks/>
            </p:cNvSpPr>
            <p:nvPr/>
          </p:nvSpPr>
          <p:spPr bwMode="auto">
            <a:xfrm>
              <a:off x="5043" y="3290"/>
              <a:ext cx="2" cy="8"/>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 name="T16" fmla="*/ 0 w 1"/>
                <a:gd name="T17" fmla="*/ 3 h 3"/>
                <a:gd name="T18" fmla="*/ 0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3"/>
                  </a:move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6" name="Freeform 323"/>
            <p:cNvSpPr>
              <a:spLocks/>
            </p:cNvSpPr>
            <p:nvPr/>
          </p:nvSpPr>
          <p:spPr bwMode="auto">
            <a:xfrm>
              <a:off x="5043" y="3290"/>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0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3"/>
                    <a:pt x="0" y="3"/>
                    <a:pt x="1" y="2"/>
                  </a:cubicBezTo>
                  <a:cubicBezTo>
                    <a:pt x="1" y="0"/>
                    <a:pt x="1" y="0"/>
                    <a:pt x="1" y="0"/>
                  </a:cubicBezTo>
                  <a:cubicBezTo>
                    <a:pt x="2" y="0"/>
                    <a:pt x="2" y="0"/>
                    <a:pt x="2" y="0"/>
                  </a:cubicBezTo>
                  <a:cubicBezTo>
                    <a:pt x="2" y="0"/>
                    <a:pt x="2" y="0"/>
                    <a:pt x="2" y="0"/>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7" name="Freeform 324"/>
            <p:cNvSpPr>
              <a:spLocks/>
            </p:cNvSpPr>
            <p:nvPr/>
          </p:nvSpPr>
          <p:spPr bwMode="auto">
            <a:xfrm>
              <a:off x="5002" y="3247"/>
              <a:ext cx="5"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0" y="2"/>
                    <a:pt x="0" y="2"/>
                    <a:pt x="0" y="2"/>
                  </a:cubicBezTo>
                  <a:cubicBezTo>
                    <a:pt x="0" y="2"/>
                    <a:pt x="0" y="2"/>
                    <a:pt x="0" y="2"/>
                  </a:cubicBezTo>
                  <a:cubicBezTo>
                    <a:pt x="2" y="0"/>
                    <a:pt x="2" y="0"/>
                    <a:pt x="2" y="0"/>
                  </a:cubicBezTo>
                  <a:cubicBezTo>
                    <a:pt x="2" y="0"/>
                    <a:pt x="2" y="0"/>
                    <a:pt x="2" y="0"/>
                  </a:cubicBezTo>
                  <a:cubicBezTo>
                    <a:pt x="2" y="0"/>
                    <a:pt x="2" y="1"/>
                    <a:pt x="2" y="1"/>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8" name="Freeform 325"/>
            <p:cNvSpPr>
              <a:spLocks/>
            </p:cNvSpPr>
            <p:nvPr/>
          </p:nvSpPr>
          <p:spPr bwMode="auto">
            <a:xfrm>
              <a:off x="5004" y="3249"/>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0 h 1"/>
                <a:gd name="T14" fmla="*/ 1 w 1"/>
                <a:gd name="T15" fmla="*/ 0 h 1"/>
                <a:gd name="T16" fmla="*/ 0 w 1"/>
                <a:gd name="T17" fmla="*/ 1 h 1"/>
                <a:gd name="T18" fmla="*/ 0 w 1"/>
                <a:gd name="T19" fmla="*/ 1 h 1"/>
                <a:gd name="T20" fmla="*/ 0 w 1"/>
                <a:gd name="T21" fmla="*/ 1 h 1"/>
                <a:gd name="T22" fmla="*/ 0 w 1"/>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79" name="Freeform 326"/>
            <p:cNvSpPr>
              <a:spLocks/>
            </p:cNvSpPr>
            <p:nvPr/>
          </p:nvSpPr>
          <p:spPr bwMode="auto">
            <a:xfrm>
              <a:off x="5012" y="3249"/>
              <a:ext cx="8" cy="11"/>
            </a:xfrm>
            <a:custGeom>
              <a:avLst/>
              <a:gdLst>
                <a:gd name="T0" fmla="*/ 0 w 3"/>
                <a:gd name="T1" fmla="*/ 4 h 4"/>
                <a:gd name="T2" fmla="*/ 0 w 3"/>
                <a:gd name="T3" fmla="*/ 4 h 4"/>
                <a:gd name="T4" fmla="*/ 0 w 3"/>
                <a:gd name="T5" fmla="*/ 4 h 4"/>
                <a:gd name="T6" fmla="*/ 2 w 3"/>
                <a:gd name="T7" fmla="*/ 1 h 4"/>
                <a:gd name="T8" fmla="*/ 2 w 3"/>
                <a:gd name="T9" fmla="*/ 0 h 4"/>
                <a:gd name="T10" fmla="*/ 3 w 3"/>
                <a:gd name="T11" fmla="*/ 0 h 4"/>
                <a:gd name="T12" fmla="*/ 3 w 3"/>
                <a:gd name="T13" fmla="*/ 0 h 4"/>
                <a:gd name="T14" fmla="*/ 2 w 3"/>
                <a:gd name="T15" fmla="*/ 1 h 4"/>
                <a:gd name="T16" fmla="*/ 0 w 3"/>
                <a:gd name="T17" fmla="*/ 4 h 4"/>
                <a:gd name="T18" fmla="*/ 0 w 3"/>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0" y="4"/>
                  </a:moveTo>
                  <a:cubicBezTo>
                    <a:pt x="0" y="4"/>
                    <a:pt x="0" y="4"/>
                    <a:pt x="0" y="4"/>
                  </a:cubicBezTo>
                  <a:cubicBezTo>
                    <a:pt x="0" y="4"/>
                    <a:pt x="0" y="4"/>
                    <a:pt x="0" y="4"/>
                  </a:cubicBezTo>
                  <a:cubicBezTo>
                    <a:pt x="0" y="3"/>
                    <a:pt x="1" y="2"/>
                    <a:pt x="2" y="1"/>
                  </a:cubicBezTo>
                  <a:cubicBezTo>
                    <a:pt x="2" y="0"/>
                    <a:pt x="2" y="0"/>
                    <a:pt x="2" y="0"/>
                  </a:cubicBezTo>
                  <a:cubicBezTo>
                    <a:pt x="2" y="0"/>
                    <a:pt x="2" y="0"/>
                    <a:pt x="3" y="0"/>
                  </a:cubicBezTo>
                  <a:cubicBezTo>
                    <a:pt x="3" y="0"/>
                    <a:pt x="3" y="0"/>
                    <a:pt x="3" y="0"/>
                  </a:cubicBezTo>
                  <a:cubicBezTo>
                    <a:pt x="2" y="1"/>
                    <a:pt x="2" y="1"/>
                    <a:pt x="2" y="1"/>
                  </a:cubicBezTo>
                  <a:cubicBezTo>
                    <a:pt x="1" y="2"/>
                    <a:pt x="1" y="3"/>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0" name="Freeform 327"/>
            <p:cNvSpPr>
              <a:spLocks/>
            </p:cNvSpPr>
            <p:nvPr/>
          </p:nvSpPr>
          <p:spPr bwMode="auto">
            <a:xfrm>
              <a:off x="5015" y="3247"/>
              <a:ext cx="7" cy="13"/>
            </a:xfrm>
            <a:custGeom>
              <a:avLst/>
              <a:gdLst>
                <a:gd name="T0" fmla="*/ 0 w 3"/>
                <a:gd name="T1" fmla="*/ 5 h 5"/>
                <a:gd name="T2" fmla="*/ 0 w 3"/>
                <a:gd name="T3" fmla="*/ 5 h 5"/>
                <a:gd name="T4" fmla="*/ 0 w 3"/>
                <a:gd name="T5" fmla="*/ 4 h 5"/>
                <a:gd name="T6" fmla="*/ 3 w 3"/>
                <a:gd name="T7" fmla="*/ 0 h 5"/>
                <a:gd name="T8" fmla="*/ 3 w 3"/>
                <a:gd name="T9" fmla="*/ 0 h 5"/>
                <a:gd name="T10" fmla="*/ 3 w 3"/>
                <a:gd name="T11" fmla="*/ 0 h 5"/>
                <a:gd name="T12" fmla="*/ 0 w 3"/>
                <a:gd name="T13" fmla="*/ 5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0" y="5"/>
                    <a:pt x="0" y="5"/>
                    <a:pt x="0" y="5"/>
                  </a:cubicBezTo>
                  <a:cubicBezTo>
                    <a:pt x="0" y="5"/>
                    <a:pt x="0" y="4"/>
                    <a:pt x="0" y="4"/>
                  </a:cubicBezTo>
                  <a:cubicBezTo>
                    <a:pt x="1" y="3"/>
                    <a:pt x="2" y="1"/>
                    <a:pt x="3" y="0"/>
                  </a:cubicBezTo>
                  <a:cubicBezTo>
                    <a:pt x="3" y="0"/>
                    <a:pt x="3" y="0"/>
                    <a:pt x="3" y="0"/>
                  </a:cubicBezTo>
                  <a:cubicBezTo>
                    <a:pt x="3" y="0"/>
                    <a:pt x="3" y="0"/>
                    <a:pt x="3" y="0"/>
                  </a:cubicBezTo>
                  <a:cubicBezTo>
                    <a:pt x="2" y="2"/>
                    <a:pt x="1"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1" name="Freeform 328"/>
            <p:cNvSpPr>
              <a:spLocks/>
            </p:cNvSpPr>
            <p:nvPr/>
          </p:nvSpPr>
          <p:spPr bwMode="auto">
            <a:xfrm>
              <a:off x="5020" y="3244"/>
              <a:ext cx="5" cy="11"/>
            </a:xfrm>
            <a:custGeom>
              <a:avLst/>
              <a:gdLst>
                <a:gd name="T0" fmla="*/ 0 w 2"/>
                <a:gd name="T1" fmla="*/ 4 h 4"/>
                <a:gd name="T2" fmla="*/ 0 w 2"/>
                <a:gd name="T3" fmla="*/ 4 h 4"/>
                <a:gd name="T4" fmla="*/ 0 w 2"/>
                <a:gd name="T5" fmla="*/ 4 h 4"/>
                <a:gd name="T6" fmla="*/ 2 w 2"/>
                <a:gd name="T7" fmla="*/ 0 h 4"/>
                <a:gd name="T8" fmla="*/ 2 w 2"/>
                <a:gd name="T9" fmla="*/ 0 h 4"/>
                <a:gd name="T10" fmla="*/ 2 w 2"/>
                <a:gd name="T11" fmla="*/ 1 h 4"/>
                <a:gd name="T12" fmla="*/ 0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4"/>
                  </a:cubicBezTo>
                  <a:cubicBezTo>
                    <a:pt x="2" y="0"/>
                    <a:pt x="2" y="0"/>
                    <a:pt x="2" y="0"/>
                  </a:cubicBezTo>
                  <a:cubicBezTo>
                    <a:pt x="2" y="0"/>
                    <a:pt x="2" y="0"/>
                    <a:pt x="2" y="0"/>
                  </a:cubicBezTo>
                  <a:cubicBezTo>
                    <a:pt x="2" y="0"/>
                    <a:pt x="2" y="1"/>
                    <a:pt x="2" y="1"/>
                  </a:cubicBezTo>
                  <a:cubicBezTo>
                    <a:pt x="0" y="4"/>
                    <a:pt x="0"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2" name="Freeform 329"/>
            <p:cNvSpPr>
              <a:spLocks/>
            </p:cNvSpPr>
            <p:nvPr/>
          </p:nvSpPr>
          <p:spPr bwMode="auto">
            <a:xfrm>
              <a:off x="5022" y="3244"/>
              <a:ext cx="5" cy="8"/>
            </a:xfrm>
            <a:custGeom>
              <a:avLst/>
              <a:gdLst>
                <a:gd name="T0" fmla="*/ 0 w 2"/>
                <a:gd name="T1" fmla="*/ 3 h 3"/>
                <a:gd name="T2" fmla="*/ 0 w 2"/>
                <a:gd name="T3" fmla="*/ 3 h 3"/>
                <a:gd name="T4" fmla="*/ 0 w 2"/>
                <a:gd name="T5" fmla="*/ 3 h 3"/>
                <a:gd name="T6" fmla="*/ 2 w 2"/>
                <a:gd name="T7" fmla="*/ 0 h 3"/>
                <a:gd name="T8" fmla="*/ 2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3" name="Freeform 330"/>
            <p:cNvSpPr>
              <a:spLocks/>
            </p:cNvSpPr>
            <p:nvPr/>
          </p:nvSpPr>
          <p:spPr bwMode="auto">
            <a:xfrm>
              <a:off x="5025" y="3244"/>
              <a:ext cx="5" cy="8"/>
            </a:xfrm>
            <a:custGeom>
              <a:avLst/>
              <a:gdLst>
                <a:gd name="T0" fmla="*/ 0 w 2"/>
                <a:gd name="T1" fmla="*/ 3 h 3"/>
                <a:gd name="T2" fmla="*/ 0 w 2"/>
                <a:gd name="T3" fmla="*/ 3 h 3"/>
                <a:gd name="T4" fmla="*/ 0 w 2"/>
                <a:gd name="T5" fmla="*/ 3 h 3"/>
                <a:gd name="T6" fmla="*/ 2 w 2"/>
                <a:gd name="T7" fmla="*/ 0 h 3"/>
                <a:gd name="T8" fmla="*/ 2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4" name="Freeform 331"/>
            <p:cNvSpPr>
              <a:spLocks/>
            </p:cNvSpPr>
            <p:nvPr/>
          </p:nvSpPr>
          <p:spPr bwMode="auto">
            <a:xfrm>
              <a:off x="5027" y="3244"/>
              <a:ext cx="8" cy="8"/>
            </a:xfrm>
            <a:custGeom>
              <a:avLst/>
              <a:gdLst>
                <a:gd name="T0" fmla="*/ 1 w 3"/>
                <a:gd name="T1" fmla="*/ 3 h 3"/>
                <a:gd name="T2" fmla="*/ 0 w 3"/>
                <a:gd name="T3" fmla="*/ 3 h 3"/>
                <a:gd name="T4" fmla="*/ 0 w 3"/>
                <a:gd name="T5" fmla="*/ 3 h 3"/>
                <a:gd name="T6" fmla="*/ 2 w 3"/>
                <a:gd name="T7" fmla="*/ 0 h 3"/>
                <a:gd name="T8" fmla="*/ 3 w 3"/>
                <a:gd name="T9" fmla="*/ 0 h 3"/>
                <a:gd name="T10" fmla="*/ 3 w 3"/>
                <a:gd name="T11" fmla="*/ 0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0" y="3"/>
                  </a:cubicBezTo>
                  <a:cubicBezTo>
                    <a:pt x="0" y="3"/>
                    <a:pt x="0" y="3"/>
                    <a:pt x="0" y="3"/>
                  </a:cubicBezTo>
                  <a:cubicBezTo>
                    <a:pt x="1" y="2"/>
                    <a:pt x="2" y="1"/>
                    <a:pt x="2" y="0"/>
                  </a:cubicBezTo>
                  <a:cubicBezTo>
                    <a:pt x="2" y="0"/>
                    <a:pt x="2" y="0"/>
                    <a:pt x="3" y="0"/>
                  </a:cubicBezTo>
                  <a:cubicBezTo>
                    <a:pt x="3" y="0"/>
                    <a:pt x="3" y="0"/>
                    <a:pt x="3" y="0"/>
                  </a:cubicBezTo>
                  <a:cubicBezTo>
                    <a:pt x="2"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5" name="Freeform 332"/>
            <p:cNvSpPr>
              <a:spLocks/>
            </p:cNvSpPr>
            <p:nvPr/>
          </p:nvSpPr>
          <p:spPr bwMode="auto">
            <a:xfrm>
              <a:off x="5032" y="3244"/>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1 w 2"/>
                <a:gd name="T11" fmla="*/ 0 h 3"/>
                <a:gd name="T12" fmla="*/ 1 w 2"/>
                <a:gd name="T13" fmla="*/ 1 h 3"/>
                <a:gd name="T14" fmla="*/ 1 w 2"/>
                <a:gd name="T15" fmla="*/ 1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0" y="3"/>
                    <a:pt x="0" y="3"/>
                  </a:cubicBezTo>
                  <a:cubicBezTo>
                    <a:pt x="0" y="2"/>
                    <a:pt x="0" y="2"/>
                    <a:pt x="0" y="2"/>
                  </a:cubicBezTo>
                  <a:cubicBezTo>
                    <a:pt x="0" y="2"/>
                    <a:pt x="0" y="1"/>
                    <a:pt x="1" y="1"/>
                  </a:cubicBezTo>
                  <a:cubicBezTo>
                    <a:pt x="1" y="0"/>
                    <a:pt x="1" y="0"/>
                    <a:pt x="1" y="0"/>
                  </a:cubicBezTo>
                  <a:cubicBezTo>
                    <a:pt x="1" y="0"/>
                    <a:pt x="1" y="0"/>
                    <a:pt x="1" y="0"/>
                  </a:cubicBezTo>
                  <a:cubicBezTo>
                    <a:pt x="2" y="0"/>
                    <a:pt x="2" y="0"/>
                    <a:pt x="1" y="1"/>
                  </a:cubicBezTo>
                  <a:cubicBezTo>
                    <a:pt x="1" y="1"/>
                    <a:pt x="1" y="1"/>
                    <a:pt x="1" y="1"/>
                  </a:cubicBezTo>
                  <a:cubicBezTo>
                    <a:pt x="0" y="2"/>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6" name="Freeform 333"/>
            <p:cNvSpPr>
              <a:spLocks/>
            </p:cNvSpPr>
            <p:nvPr/>
          </p:nvSpPr>
          <p:spPr bwMode="auto">
            <a:xfrm>
              <a:off x="5032" y="3247"/>
              <a:ext cx="8" cy="5"/>
            </a:xfrm>
            <a:custGeom>
              <a:avLst/>
              <a:gdLst>
                <a:gd name="T0" fmla="*/ 1 w 3"/>
                <a:gd name="T1" fmla="*/ 2 h 2"/>
                <a:gd name="T2" fmla="*/ 1 w 3"/>
                <a:gd name="T3" fmla="*/ 2 h 2"/>
                <a:gd name="T4" fmla="*/ 1 w 3"/>
                <a:gd name="T5" fmla="*/ 2 h 2"/>
                <a:gd name="T6" fmla="*/ 2 w 3"/>
                <a:gd name="T7" fmla="*/ 0 h 2"/>
                <a:gd name="T8" fmla="*/ 3 w 3"/>
                <a:gd name="T9" fmla="*/ 0 h 2"/>
                <a:gd name="T10" fmla="*/ 3 w 3"/>
                <a:gd name="T11" fmla="*/ 0 h 2"/>
                <a:gd name="T12" fmla="*/ 1 w 3"/>
                <a:gd name="T13" fmla="*/ 2 h 2"/>
                <a:gd name="T14" fmla="*/ 1 w 3"/>
                <a:gd name="T15" fmla="*/ 2 h 2"/>
                <a:gd name="T16" fmla="*/ 1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2"/>
                  </a:moveTo>
                  <a:cubicBezTo>
                    <a:pt x="1" y="2"/>
                    <a:pt x="1" y="2"/>
                    <a:pt x="1" y="2"/>
                  </a:cubicBezTo>
                  <a:cubicBezTo>
                    <a:pt x="1" y="2"/>
                    <a:pt x="0" y="2"/>
                    <a:pt x="1" y="2"/>
                  </a:cubicBezTo>
                  <a:cubicBezTo>
                    <a:pt x="1" y="1"/>
                    <a:pt x="2" y="0"/>
                    <a:pt x="2" y="0"/>
                  </a:cubicBezTo>
                  <a:cubicBezTo>
                    <a:pt x="2" y="0"/>
                    <a:pt x="2" y="0"/>
                    <a:pt x="3" y="0"/>
                  </a:cubicBezTo>
                  <a:cubicBezTo>
                    <a:pt x="3" y="0"/>
                    <a:pt x="3" y="0"/>
                    <a:pt x="3" y="0"/>
                  </a:cubicBezTo>
                  <a:cubicBezTo>
                    <a:pt x="2"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7" name="Freeform 334"/>
            <p:cNvSpPr>
              <a:spLocks/>
            </p:cNvSpPr>
            <p:nvPr/>
          </p:nvSpPr>
          <p:spPr bwMode="auto">
            <a:xfrm>
              <a:off x="5035" y="3247"/>
              <a:ext cx="5"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0 h 2"/>
                <a:gd name="T12" fmla="*/ 2 w 2"/>
                <a:gd name="T13" fmla="*/ 0 h 2"/>
                <a:gd name="T14" fmla="*/ 2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2" y="0"/>
                    <a:pt x="2" y="0"/>
                    <a:pt x="2" y="0"/>
                  </a:cubicBezTo>
                  <a:cubicBezTo>
                    <a:pt x="2" y="0"/>
                    <a:pt x="2" y="1"/>
                    <a:pt x="2"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8" name="Freeform 335"/>
            <p:cNvSpPr>
              <a:spLocks/>
            </p:cNvSpPr>
            <p:nvPr/>
          </p:nvSpPr>
          <p:spPr bwMode="auto">
            <a:xfrm>
              <a:off x="5037" y="3249"/>
              <a:ext cx="6" cy="6"/>
            </a:xfrm>
            <a:custGeom>
              <a:avLst/>
              <a:gdLst>
                <a:gd name="T0" fmla="*/ 0 w 2"/>
                <a:gd name="T1" fmla="*/ 2 h 2"/>
                <a:gd name="T2" fmla="*/ 0 w 2"/>
                <a:gd name="T3" fmla="*/ 1 h 2"/>
                <a:gd name="T4" fmla="*/ 0 w 2"/>
                <a:gd name="T5" fmla="*/ 1 h 2"/>
                <a:gd name="T6" fmla="*/ 2 w 2"/>
                <a:gd name="T7" fmla="*/ 0 h 2"/>
                <a:gd name="T8" fmla="*/ 2 w 2"/>
                <a:gd name="T9" fmla="*/ 0 h 2"/>
                <a:gd name="T10" fmla="*/ 2 w 2"/>
                <a:gd name="T11" fmla="*/ 0 h 2"/>
                <a:gd name="T12" fmla="*/ 1 w 2"/>
                <a:gd name="T13" fmla="*/ 1 h 2"/>
                <a:gd name="T14" fmla="*/ 1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1"/>
                  </a:cubicBezTo>
                  <a:cubicBezTo>
                    <a:pt x="0" y="1"/>
                    <a:pt x="0" y="1"/>
                    <a:pt x="0" y="1"/>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89" name="Freeform 336"/>
            <p:cNvSpPr>
              <a:spLocks/>
            </p:cNvSpPr>
            <p:nvPr/>
          </p:nvSpPr>
          <p:spPr bwMode="auto">
            <a:xfrm>
              <a:off x="5040" y="3249"/>
              <a:ext cx="5" cy="6"/>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1 h 2"/>
                <a:gd name="T12" fmla="*/ 1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0" y="2"/>
                    <a:pt x="0" y="2"/>
                  </a:cubicBezTo>
                  <a:cubicBezTo>
                    <a:pt x="1" y="1"/>
                    <a:pt x="1" y="1"/>
                    <a:pt x="2" y="0"/>
                  </a:cubicBezTo>
                  <a:cubicBezTo>
                    <a:pt x="2" y="0"/>
                    <a:pt x="2" y="0"/>
                    <a:pt x="2" y="0"/>
                  </a:cubicBezTo>
                  <a:cubicBezTo>
                    <a:pt x="2" y="0"/>
                    <a:pt x="2" y="1"/>
                    <a:pt x="2" y="1"/>
                  </a:cubicBezTo>
                  <a:cubicBezTo>
                    <a:pt x="2" y="1"/>
                    <a:pt x="1" y="1"/>
                    <a:pt x="1" y="2"/>
                  </a:cubicBezTo>
                  <a:cubicBezTo>
                    <a:pt x="1" y="2"/>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0" name="Freeform 337"/>
            <p:cNvSpPr>
              <a:spLocks/>
            </p:cNvSpPr>
            <p:nvPr/>
          </p:nvSpPr>
          <p:spPr bwMode="auto">
            <a:xfrm>
              <a:off x="5043" y="3252"/>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1" name="Freeform 338"/>
            <p:cNvSpPr>
              <a:spLocks/>
            </p:cNvSpPr>
            <p:nvPr/>
          </p:nvSpPr>
          <p:spPr bwMode="auto">
            <a:xfrm>
              <a:off x="5045" y="3255"/>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2" name="Freeform 339"/>
            <p:cNvSpPr>
              <a:spLocks/>
            </p:cNvSpPr>
            <p:nvPr/>
          </p:nvSpPr>
          <p:spPr bwMode="auto">
            <a:xfrm>
              <a:off x="5045" y="3255"/>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1"/>
                    <a:pt x="1" y="1"/>
                    <a:pt x="2" y="0"/>
                  </a:cubicBezTo>
                  <a:cubicBezTo>
                    <a:pt x="2"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3" name="Freeform 340"/>
            <p:cNvSpPr>
              <a:spLocks/>
            </p:cNvSpPr>
            <p:nvPr/>
          </p:nvSpPr>
          <p:spPr bwMode="auto">
            <a:xfrm>
              <a:off x="5048" y="3257"/>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4" name="Freeform 341"/>
            <p:cNvSpPr>
              <a:spLocks/>
            </p:cNvSpPr>
            <p:nvPr/>
          </p:nvSpPr>
          <p:spPr bwMode="auto">
            <a:xfrm>
              <a:off x="5048" y="3260"/>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1"/>
                    <a:pt x="1"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5" name="Freeform 342"/>
            <p:cNvSpPr>
              <a:spLocks/>
            </p:cNvSpPr>
            <p:nvPr/>
          </p:nvSpPr>
          <p:spPr bwMode="auto">
            <a:xfrm>
              <a:off x="5048" y="3262"/>
              <a:ext cx="5" cy="3"/>
            </a:xfrm>
            <a:custGeom>
              <a:avLst/>
              <a:gdLst>
                <a:gd name="T0" fmla="*/ 1 w 2"/>
                <a:gd name="T1" fmla="*/ 1 h 1"/>
                <a:gd name="T2" fmla="*/ 0 w 2"/>
                <a:gd name="T3" fmla="*/ 1 h 1"/>
                <a:gd name="T4" fmla="*/ 0 w 2"/>
                <a:gd name="T5" fmla="*/ 0 h 1"/>
                <a:gd name="T6" fmla="*/ 1 w 2"/>
                <a:gd name="T7" fmla="*/ 0 h 1"/>
                <a:gd name="T8" fmla="*/ 1 w 2"/>
                <a:gd name="T9" fmla="*/ 0 h 1"/>
                <a:gd name="T10" fmla="*/ 1 w 2"/>
                <a:gd name="T11" fmla="*/ 0 h 1"/>
                <a:gd name="T12" fmla="*/ 1 w 2"/>
                <a:gd name="T13" fmla="*/ 0 h 1"/>
                <a:gd name="T14" fmla="*/ 1 w 2"/>
                <a:gd name="T15" fmla="*/ 0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0" y="1"/>
                    <a:pt x="0" y="1"/>
                  </a:cubicBezTo>
                  <a:cubicBezTo>
                    <a:pt x="0" y="1"/>
                    <a:pt x="0" y="0"/>
                    <a:pt x="0" y="0"/>
                  </a:cubicBezTo>
                  <a:cubicBezTo>
                    <a:pt x="1" y="0"/>
                    <a:pt x="1" y="0"/>
                    <a:pt x="1" y="0"/>
                  </a:cubicBezTo>
                  <a:cubicBezTo>
                    <a:pt x="1" y="0"/>
                    <a:pt x="1" y="0"/>
                    <a:pt x="1" y="0"/>
                  </a:cubicBezTo>
                  <a:cubicBezTo>
                    <a:pt x="1" y="0"/>
                    <a:pt x="1" y="0"/>
                    <a:pt x="1" y="0"/>
                  </a:cubicBezTo>
                  <a:cubicBezTo>
                    <a:pt x="2" y="0"/>
                    <a:pt x="2" y="0"/>
                    <a:pt x="1" y="0"/>
                  </a:cubicBezTo>
                  <a:cubicBezTo>
                    <a:pt x="1" y="0"/>
                    <a:pt x="1" y="0"/>
                    <a:pt x="1"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6" name="Freeform 343"/>
            <p:cNvSpPr>
              <a:spLocks/>
            </p:cNvSpPr>
            <p:nvPr/>
          </p:nvSpPr>
          <p:spPr bwMode="auto">
            <a:xfrm>
              <a:off x="5060" y="3270"/>
              <a:ext cx="3" cy="5"/>
            </a:xfrm>
            <a:custGeom>
              <a:avLst/>
              <a:gdLst>
                <a:gd name="T0" fmla="*/ 0 w 1"/>
                <a:gd name="T1" fmla="*/ 2 h 2"/>
                <a:gd name="T2" fmla="*/ 0 w 1"/>
                <a:gd name="T3" fmla="*/ 2 h 2"/>
                <a:gd name="T4" fmla="*/ 0 w 1"/>
                <a:gd name="T5" fmla="*/ 2 h 2"/>
                <a:gd name="T6" fmla="*/ 0 w 1"/>
                <a:gd name="T7" fmla="*/ 1 h 2"/>
                <a:gd name="T8" fmla="*/ 0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2"/>
                    <a:pt x="0" y="1"/>
                    <a:pt x="0" y="1"/>
                  </a:cubicBezTo>
                  <a:cubicBezTo>
                    <a:pt x="0" y="1"/>
                    <a:pt x="0" y="0"/>
                    <a:pt x="0" y="0"/>
                  </a:cubicBezTo>
                  <a:cubicBezTo>
                    <a:pt x="1" y="1"/>
                    <a:pt x="1" y="1"/>
                    <a:pt x="1" y="1"/>
                  </a:cubicBezTo>
                  <a:cubicBezTo>
                    <a:pt x="0"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7" name="Freeform 344"/>
            <p:cNvSpPr>
              <a:spLocks/>
            </p:cNvSpPr>
            <p:nvPr/>
          </p:nvSpPr>
          <p:spPr bwMode="auto">
            <a:xfrm>
              <a:off x="5060" y="3270"/>
              <a:ext cx="3" cy="7"/>
            </a:xfrm>
            <a:custGeom>
              <a:avLst/>
              <a:gdLst>
                <a:gd name="T0" fmla="*/ 0 w 1"/>
                <a:gd name="T1" fmla="*/ 3 h 3"/>
                <a:gd name="T2" fmla="*/ 0 w 1"/>
                <a:gd name="T3" fmla="*/ 3 h 3"/>
                <a:gd name="T4" fmla="*/ 0 w 1"/>
                <a:gd name="T5" fmla="*/ 3 h 3"/>
                <a:gd name="T6" fmla="*/ 1 w 1"/>
                <a:gd name="T7" fmla="*/ 1 h 3"/>
                <a:gd name="T8" fmla="*/ 1 w 1"/>
                <a:gd name="T9" fmla="*/ 1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1" y="1"/>
                    <a:pt x="1" y="1"/>
                  </a:cubicBezTo>
                  <a:cubicBezTo>
                    <a:pt x="1" y="1"/>
                    <a:pt x="1" y="0"/>
                    <a:pt x="1" y="1"/>
                  </a:cubicBezTo>
                  <a:cubicBezTo>
                    <a:pt x="1" y="1"/>
                    <a:pt x="1" y="1"/>
                    <a:pt x="1" y="1"/>
                  </a:cubicBezTo>
                  <a:cubicBezTo>
                    <a:pt x="1"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8" name="Freeform 345"/>
            <p:cNvSpPr>
              <a:spLocks/>
            </p:cNvSpPr>
            <p:nvPr/>
          </p:nvSpPr>
          <p:spPr bwMode="auto">
            <a:xfrm>
              <a:off x="5048" y="3290"/>
              <a:ext cx="2" cy="5"/>
            </a:xfrm>
            <a:custGeom>
              <a:avLst/>
              <a:gdLst>
                <a:gd name="T0" fmla="*/ 0 w 1"/>
                <a:gd name="T1" fmla="*/ 2 h 2"/>
                <a:gd name="T2" fmla="*/ 0 w 1"/>
                <a:gd name="T3" fmla="*/ 2 h 2"/>
                <a:gd name="T4" fmla="*/ 0 w 1"/>
                <a:gd name="T5" fmla="*/ 2 h 2"/>
                <a:gd name="T6" fmla="*/ 0 w 1"/>
                <a:gd name="T7" fmla="*/ 1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2"/>
                    <a:pt x="0" y="1"/>
                    <a:pt x="0" y="1"/>
                  </a:cubicBezTo>
                  <a:cubicBezTo>
                    <a:pt x="0" y="0"/>
                    <a:pt x="1" y="0"/>
                    <a:pt x="1" y="0"/>
                  </a:cubicBezTo>
                  <a:cubicBezTo>
                    <a:pt x="1" y="0"/>
                    <a:pt x="1" y="1"/>
                    <a:pt x="1" y="1"/>
                  </a:cubicBezTo>
                  <a:cubicBezTo>
                    <a:pt x="1"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99" name="Freeform 346"/>
            <p:cNvSpPr>
              <a:spLocks/>
            </p:cNvSpPr>
            <p:nvPr/>
          </p:nvSpPr>
          <p:spPr bwMode="auto">
            <a:xfrm>
              <a:off x="5048" y="3293"/>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0" name="Freeform 347"/>
            <p:cNvSpPr>
              <a:spLocks/>
            </p:cNvSpPr>
            <p:nvPr/>
          </p:nvSpPr>
          <p:spPr bwMode="auto">
            <a:xfrm>
              <a:off x="5053" y="3290"/>
              <a:ext cx="2" cy="8"/>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1" name="Freeform 348"/>
            <p:cNvSpPr>
              <a:spLocks/>
            </p:cNvSpPr>
            <p:nvPr/>
          </p:nvSpPr>
          <p:spPr bwMode="auto">
            <a:xfrm>
              <a:off x="5055" y="3288"/>
              <a:ext cx="3" cy="7"/>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1" y="0"/>
                  </a:cubicBezTo>
                  <a:cubicBezTo>
                    <a:pt x="1" y="0"/>
                    <a:pt x="1" y="0"/>
                    <a:pt x="1" y="0"/>
                  </a:cubicBezTo>
                  <a:cubicBezTo>
                    <a:pt x="1" y="0"/>
                    <a:pt x="1" y="0"/>
                    <a:pt x="1" y="0"/>
                  </a:cubicBezTo>
                  <a:cubicBezTo>
                    <a:pt x="1"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2" name="Freeform 349"/>
            <p:cNvSpPr>
              <a:spLocks/>
            </p:cNvSpPr>
            <p:nvPr/>
          </p:nvSpPr>
          <p:spPr bwMode="auto">
            <a:xfrm>
              <a:off x="5004" y="3275"/>
              <a:ext cx="3" cy="7"/>
            </a:xfrm>
            <a:custGeom>
              <a:avLst/>
              <a:gdLst>
                <a:gd name="T0" fmla="*/ 0 w 1"/>
                <a:gd name="T1" fmla="*/ 3 h 3"/>
                <a:gd name="T2" fmla="*/ 0 w 1"/>
                <a:gd name="T3" fmla="*/ 3 h 3"/>
                <a:gd name="T4" fmla="*/ 0 w 1"/>
                <a:gd name="T5" fmla="*/ 2 h 3"/>
                <a:gd name="T6" fmla="*/ 0 w 1"/>
                <a:gd name="T7" fmla="*/ 1 h 3"/>
                <a:gd name="T8" fmla="*/ 0 w 1"/>
                <a:gd name="T9" fmla="*/ 0 h 3"/>
                <a:gd name="T10" fmla="*/ 0 w 1"/>
                <a:gd name="T11" fmla="*/ 0 h 3"/>
                <a:gd name="T12" fmla="*/ 1 w 1"/>
                <a:gd name="T13" fmla="*/ 1 h 3"/>
                <a:gd name="T14" fmla="*/ 1 w 1"/>
                <a:gd name="T15" fmla="*/ 1 h 3"/>
                <a:gd name="T16" fmla="*/ 1 w 1"/>
                <a:gd name="T17" fmla="*/ 1 h 3"/>
                <a:gd name="T18" fmla="*/ 0 w 1"/>
                <a:gd name="T19" fmla="*/ 2 h 3"/>
                <a:gd name="T20" fmla="*/ 0 w 1"/>
                <a:gd name="T21" fmla="*/ 3 h 3"/>
                <a:gd name="T22" fmla="*/ 0 w 1"/>
                <a:gd name="T23" fmla="*/ 3 h 3"/>
                <a:gd name="T24" fmla="*/ 0 w 1"/>
                <a:gd name="T2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
                  <a:moveTo>
                    <a:pt x="0" y="3"/>
                  </a:moveTo>
                  <a:cubicBezTo>
                    <a:pt x="0" y="3"/>
                    <a:pt x="0" y="3"/>
                    <a:pt x="0" y="3"/>
                  </a:cubicBezTo>
                  <a:cubicBezTo>
                    <a:pt x="0" y="3"/>
                    <a:pt x="0" y="2"/>
                    <a:pt x="0" y="2"/>
                  </a:cubicBezTo>
                  <a:cubicBezTo>
                    <a:pt x="0" y="1"/>
                    <a:pt x="0" y="1"/>
                    <a:pt x="0" y="1"/>
                  </a:cubicBezTo>
                  <a:cubicBezTo>
                    <a:pt x="0" y="1"/>
                    <a:pt x="0" y="1"/>
                    <a:pt x="0" y="0"/>
                  </a:cubicBezTo>
                  <a:cubicBezTo>
                    <a:pt x="0" y="0"/>
                    <a:pt x="0" y="0"/>
                    <a:pt x="0" y="0"/>
                  </a:cubicBezTo>
                  <a:cubicBezTo>
                    <a:pt x="1" y="0"/>
                    <a:pt x="1" y="0"/>
                    <a:pt x="1" y="1"/>
                  </a:cubicBezTo>
                  <a:cubicBezTo>
                    <a:pt x="1" y="1"/>
                    <a:pt x="1" y="1"/>
                    <a:pt x="1" y="1"/>
                  </a:cubicBezTo>
                  <a:cubicBezTo>
                    <a:pt x="1" y="1"/>
                    <a:pt x="1" y="1"/>
                    <a:pt x="1" y="1"/>
                  </a:cubicBezTo>
                  <a:cubicBezTo>
                    <a:pt x="0" y="2"/>
                    <a:pt x="0" y="2"/>
                    <a:pt x="0" y="2"/>
                  </a:cubicBezTo>
                  <a:cubicBezTo>
                    <a:pt x="0" y="2"/>
                    <a:pt x="0" y="2"/>
                    <a:pt x="0" y="3"/>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3" name="Freeform 350"/>
            <p:cNvSpPr>
              <a:spLocks/>
            </p:cNvSpPr>
            <p:nvPr/>
          </p:nvSpPr>
          <p:spPr bwMode="auto">
            <a:xfrm>
              <a:off x="5004" y="3277"/>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1"/>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4" name="Freeform 351"/>
            <p:cNvSpPr>
              <a:spLocks noEditPoints="1"/>
            </p:cNvSpPr>
            <p:nvPr/>
          </p:nvSpPr>
          <p:spPr bwMode="auto">
            <a:xfrm>
              <a:off x="4997" y="3232"/>
              <a:ext cx="68" cy="68"/>
            </a:xfrm>
            <a:custGeom>
              <a:avLst/>
              <a:gdLst>
                <a:gd name="T0" fmla="*/ 11 w 27"/>
                <a:gd name="T1" fmla="*/ 26 h 27"/>
                <a:gd name="T2" fmla="*/ 6 w 27"/>
                <a:gd name="T3" fmla="*/ 24 h 27"/>
                <a:gd name="T4" fmla="*/ 3 w 27"/>
                <a:gd name="T5" fmla="*/ 21 h 27"/>
                <a:gd name="T6" fmla="*/ 1 w 27"/>
                <a:gd name="T7" fmla="*/ 16 h 27"/>
                <a:gd name="T8" fmla="*/ 1 w 27"/>
                <a:gd name="T9" fmla="*/ 11 h 27"/>
                <a:gd name="T10" fmla="*/ 3 w 27"/>
                <a:gd name="T11" fmla="*/ 6 h 27"/>
                <a:gd name="T12" fmla="*/ 6 w 27"/>
                <a:gd name="T13" fmla="*/ 2 h 27"/>
                <a:gd name="T14" fmla="*/ 11 w 27"/>
                <a:gd name="T15" fmla="*/ 0 h 27"/>
                <a:gd name="T16" fmla="*/ 16 w 27"/>
                <a:gd name="T17" fmla="*/ 0 h 27"/>
                <a:gd name="T18" fmla="*/ 21 w 27"/>
                <a:gd name="T19" fmla="*/ 2 h 27"/>
                <a:gd name="T20" fmla="*/ 24 w 27"/>
                <a:gd name="T21" fmla="*/ 5 h 27"/>
                <a:gd name="T22" fmla="*/ 25 w 27"/>
                <a:gd name="T23" fmla="*/ 6 h 27"/>
                <a:gd name="T24" fmla="*/ 24 w 27"/>
                <a:gd name="T25" fmla="*/ 8 h 27"/>
                <a:gd name="T26" fmla="*/ 23 w 27"/>
                <a:gd name="T27" fmla="*/ 7 h 27"/>
                <a:gd name="T28" fmla="*/ 27 w 27"/>
                <a:gd name="T29" fmla="*/ 11 h 27"/>
                <a:gd name="T30" fmla="*/ 24 w 27"/>
                <a:gd name="T31" fmla="*/ 17 h 27"/>
                <a:gd name="T32" fmla="*/ 25 w 27"/>
                <a:gd name="T33" fmla="*/ 21 h 27"/>
                <a:gd name="T34" fmla="*/ 20 w 27"/>
                <a:gd name="T35" fmla="*/ 23 h 27"/>
                <a:gd name="T36" fmla="*/ 16 w 27"/>
                <a:gd name="T37" fmla="*/ 27 h 27"/>
                <a:gd name="T38" fmla="*/ 16 w 27"/>
                <a:gd name="T39" fmla="*/ 26 h 27"/>
                <a:gd name="T40" fmla="*/ 20 w 27"/>
                <a:gd name="T41" fmla="*/ 22 h 27"/>
                <a:gd name="T42" fmla="*/ 24 w 27"/>
                <a:gd name="T43" fmla="*/ 21 h 27"/>
                <a:gd name="T44" fmla="*/ 24 w 27"/>
                <a:gd name="T45" fmla="*/ 17 h 27"/>
                <a:gd name="T46" fmla="*/ 24 w 27"/>
                <a:gd name="T47" fmla="*/ 11 h 27"/>
                <a:gd name="T48" fmla="*/ 23 w 27"/>
                <a:gd name="T49" fmla="*/ 7 h 27"/>
                <a:gd name="T50" fmla="*/ 23 w 27"/>
                <a:gd name="T51" fmla="*/ 5 h 27"/>
                <a:gd name="T52" fmla="*/ 20 w 27"/>
                <a:gd name="T53" fmla="*/ 4 h 27"/>
                <a:gd name="T54" fmla="*/ 16 w 27"/>
                <a:gd name="T55" fmla="*/ 1 h 27"/>
                <a:gd name="T56" fmla="*/ 12 w 27"/>
                <a:gd name="T57" fmla="*/ 3 h 27"/>
                <a:gd name="T58" fmla="*/ 6 w 27"/>
                <a:gd name="T59" fmla="*/ 3 h 27"/>
                <a:gd name="T60" fmla="*/ 5 w 27"/>
                <a:gd name="T61" fmla="*/ 7 h 27"/>
                <a:gd name="T62" fmla="*/ 1 w 27"/>
                <a:gd name="T63" fmla="*/ 11 h 27"/>
                <a:gd name="T64" fmla="*/ 3 w 27"/>
                <a:gd name="T65" fmla="*/ 15 h 27"/>
                <a:gd name="T66" fmla="*/ 3 w 27"/>
                <a:gd name="T67" fmla="*/ 21 h 27"/>
                <a:gd name="T68" fmla="*/ 8 w 27"/>
                <a:gd name="T69" fmla="*/ 22 h 27"/>
                <a:gd name="T70" fmla="*/ 12 w 27"/>
                <a:gd name="T71" fmla="*/ 26 h 27"/>
                <a:gd name="T72" fmla="*/ 8 w 27"/>
                <a:gd name="T73" fmla="*/ 7 h 27"/>
                <a:gd name="T74" fmla="*/ 20 w 27"/>
                <a:gd name="T75" fmla="*/ 19 h 27"/>
                <a:gd name="T76" fmla="*/ 19 w 27"/>
                <a:gd name="T77" fmla="*/ 20 h 27"/>
                <a:gd name="T78" fmla="*/ 14 w 27"/>
                <a:gd name="T79" fmla="*/ 22 h 27"/>
                <a:gd name="T80" fmla="*/ 8 w 27"/>
                <a:gd name="T81" fmla="*/ 19 h 27"/>
                <a:gd name="T82" fmla="*/ 19 w 27"/>
                <a:gd name="T8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27">
                  <a:moveTo>
                    <a:pt x="14" y="27"/>
                  </a:moveTo>
                  <a:cubicBezTo>
                    <a:pt x="13" y="27"/>
                    <a:pt x="12" y="27"/>
                    <a:pt x="11" y="27"/>
                  </a:cubicBezTo>
                  <a:cubicBezTo>
                    <a:pt x="11" y="27"/>
                    <a:pt x="11" y="27"/>
                    <a:pt x="11" y="26"/>
                  </a:cubicBezTo>
                  <a:cubicBezTo>
                    <a:pt x="11" y="24"/>
                    <a:pt x="11" y="24"/>
                    <a:pt x="11" y="24"/>
                  </a:cubicBezTo>
                  <a:cubicBezTo>
                    <a:pt x="10" y="24"/>
                    <a:pt x="9" y="24"/>
                    <a:pt x="8" y="23"/>
                  </a:cubicBezTo>
                  <a:cubicBezTo>
                    <a:pt x="6" y="24"/>
                    <a:pt x="6" y="24"/>
                    <a:pt x="6" y="24"/>
                  </a:cubicBezTo>
                  <a:cubicBezTo>
                    <a:pt x="6" y="24"/>
                    <a:pt x="6" y="24"/>
                    <a:pt x="6" y="24"/>
                  </a:cubicBezTo>
                  <a:cubicBezTo>
                    <a:pt x="5" y="23"/>
                    <a:pt x="3" y="22"/>
                    <a:pt x="3" y="21"/>
                  </a:cubicBezTo>
                  <a:cubicBezTo>
                    <a:pt x="3" y="21"/>
                    <a:pt x="3" y="21"/>
                    <a:pt x="3" y="21"/>
                  </a:cubicBezTo>
                  <a:cubicBezTo>
                    <a:pt x="4" y="19"/>
                    <a:pt x="4" y="19"/>
                    <a:pt x="4" y="19"/>
                  </a:cubicBezTo>
                  <a:cubicBezTo>
                    <a:pt x="3" y="18"/>
                    <a:pt x="3" y="17"/>
                    <a:pt x="3" y="16"/>
                  </a:cubicBezTo>
                  <a:cubicBezTo>
                    <a:pt x="1" y="16"/>
                    <a:pt x="1" y="16"/>
                    <a:pt x="1" y="16"/>
                  </a:cubicBezTo>
                  <a:cubicBezTo>
                    <a:pt x="0" y="16"/>
                    <a:pt x="0" y="16"/>
                    <a:pt x="0" y="16"/>
                  </a:cubicBezTo>
                  <a:cubicBezTo>
                    <a:pt x="0" y="14"/>
                    <a:pt x="0" y="13"/>
                    <a:pt x="0" y="11"/>
                  </a:cubicBezTo>
                  <a:cubicBezTo>
                    <a:pt x="0" y="11"/>
                    <a:pt x="0" y="11"/>
                    <a:pt x="1" y="11"/>
                  </a:cubicBezTo>
                  <a:cubicBezTo>
                    <a:pt x="3" y="11"/>
                    <a:pt x="3" y="11"/>
                    <a:pt x="3" y="11"/>
                  </a:cubicBezTo>
                  <a:cubicBezTo>
                    <a:pt x="3" y="10"/>
                    <a:pt x="3" y="8"/>
                    <a:pt x="4" y="7"/>
                  </a:cubicBezTo>
                  <a:cubicBezTo>
                    <a:pt x="3" y="6"/>
                    <a:pt x="3" y="6"/>
                    <a:pt x="3" y="6"/>
                  </a:cubicBezTo>
                  <a:cubicBezTo>
                    <a:pt x="3" y="6"/>
                    <a:pt x="3" y="6"/>
                    <a:pt x="3" y="5"/>
                  </a:cubicBezTo>
                  <a:cubicBezTo>
                    <a:pt x="4" y="4"/>
                    <a:pt x="5" y="3"/>
                    <a:pt x="6" y="2"/>
                  </a:cubicBezTo>
                  <a:cubicBezTo>
                    <a:pt x="6" y="2"/>
                    <a:pt x="6" y="2"/>
                    <a:pt x="6" y="2"/>
                  </a:cubicBezTo>
                  <a:cubicBezTo>
                    <a:pt x="8" y="4"/>
                    <a:pt x="8" y="4"/>
                    <a:pt x="8" y="4"/>
                  </a:cubicBezTo>
                  <a:cubicBezTo>
                    <a:pt x="9" y="3"/>
                    <a:pt x="10" y="3"/>
                    <a:pt x="11" y="2"/>
                  </a:cubicBezTo>
                  <a:cubicBezTo>
                    <a:pt x="11" y="0"/>
                    <a:pt x="11" y="0"/>
                    <a:pt x="11" y="0"/>
                  </a:cubicBezTo>
                  <a:cubicBezTo>
                    <a:pt x="11" y="0"/>
                    <a:pt x="11" y="0"/>
                    <a:pt x="11" y="0"/>
                  </a:cubicBezTo>
                  <a:cubicBezTo>
                    <a:pt x="13" y="0"/>
                    <a:pt x="14" y="0"/>
                    <a:pt x="16" y="0"/>
                  </a:cubicBezTo>
                  <a:cubicBezTo>
                    <a:pt x="16" y="0"/>
                    <a:pt x="16" y="0"/>
                    <a:pt x="16" y="0"/>
                  </a:cubicBezTo>
                  <a:cubicBezTo>
                    <a:pt x="16" y="2"/>
                    <a:pt x="16" y="2"/>
                    <a:pt x="16" y="2"/>
                  </a:cubicBezTo>
                  <a:cubicBezTo>
                    <a:pt x="17" y="3"/>
                    <a:pt x="19" y="3"/>
                    <a:pt x="20" y="4"/>
                  </a:cubicBezTo>
                  <a:cubicBezTo>
                    <a:pt x="21" y="2"/>
                    <a:pt x="21" y="2"/>
                    <a:pt x="21" y="2"/>
                  </a:cubicBezTo>
                  <a:cubicBezTo>
                    <a:pt x="21" y="2"/>
                    <a:pt x="21" y="2"/>
                    <a:pt x="21" y="2"/>
                  </a:cubicBezTo>
                  <a:cubicBezTo>
                    <a:pt x="22" y="2"/>
                    <a:pt x="24" y="4"/>
                    <a:pt x="24" y="5"/>
                  </a:cubicBezTo>
                  <a:cubicBezTo>
                    <a:pt x="24" y="5"/>
                    <a:pt x="24" y="5"/>
                    <a:pt x="24" y="5"/>
                  </a:cubicBezTo>
                  <a:cubicBezTo>
                    <a:pt x="25" y="5"/>
                    <a:pt x="25" y="5"/>
                    <a:pt x="25" y="5"/>
                  </a:cubicBezTo>
                  <a:cubicBezTo>
                    <a:pt x="25" y="5"/>
                    <a:pt x="25" y="5"/>
                    <a:pt x="25" y="5"/>
                  </a:cubicBezTo>
                  <a:cubicBezTo>
                    <a:pt x="25" y="6"/>
                    <a:pt x="25" y="6"/>
                    <a:pt x="25" y="6"/>
                  </a:cubicBezTo>
                  <a:cubicBezTo>
                    <a:pt x="25" y="6"/>
                    <a:pt x="25" y="6"/>
                    <a:pt x="25" y="6"/>
                  </a:cubicBezTo>
                  <a:cubicBezTo>
                    <a:pt x="25" y="7"/>
                    <a:pt x="25" y="7"/>
                    <a:pt x="25" y="8"/>
                  </a:cubicBezTo>
                  <a:cubicBezTo>
                    <a:pt x="25" y="8"/>
                    <a:pt x="25" y="8"/>
                    <a:pt x="24" y="8"/>
                  </a:cubicBezTo>
                  <a:cubicBezTo>
                    <a:pt x="24" y="8"/>
                    <a:pt x="24" y="8"/>
                    <a:pt x="24" y="8"/>
                  </a:cubicBezTo>
                  <a:cubicBezTo>
                    <a:pt x="24" y="7"/>
                    <a:pt x="24" y="7"/>
                    <a:pt x="24" y="6"/>
                  </a:cubicBezTo>
                  <a:cubicBezTo>
                    <a:pt x="23" y="7"/>
                    <a:pt x="23" y="7"/>
                    <a:pt x="23" y="7"/>
                  </a:cubicBezTo>
                  <a:cubicBezTo>
                    <a:pt x="24" y="8"/>
                    <a:pt x="24" y="10"/>
                    <a:pt x="25" y="11"/>
                  </a:cubicBezTo>
                  <a:cubicBezTo>
                    <a:pt x="27" y="11"/>
                    <a:pt x="27" y="11"/>
                    <a:pt x="27" y="11"/>
                  </a:cubicBezTo>
                  <a:cubicBezTo>
                    <a:pt x="27" y="11"/>
                    <a:pt x="27" y="11"/>
                    <a:pt x="27" y="11"/>
                  </a:cubicBezTo>
                  <a:cubicBezTo>
                    <a:pt x="27" y="13"/>
                    <a:pt x="27" y="14"/>
                    <a:pt x="27" y="16"/>
                  </a:cubicBezTo>
                  <a:cubicBezTo>
                    <a:pt x="27" y="16"/>
                    <a:pt x="27" y="16"/>
                    <a:pt x="27" y="16"/>
                  </a:cubicBezTo>
                  <a:cubicBezTo>
                    <a:pt x="25" y="16"/>
                    <a:pt x="25" y="16"/>
                    <a:pt x="24" y="17"/>
                  </a:cubicBezTo>
                  <a:cubicBezTo>
                    <a:pt x="24" y="18"/>
                    <a:pt x="24" y="19"/>
                    <a:pt x="23" y="19"/>
                  </a:cubicBezTo>
                  <a:cubicBezTo>
                    <a:pt x="25" y="21"/>
                    <a:pt x="25" y="21"/>
                    <a:pt x="25" y="21"/>
                  </a:cubicBezTo>
                  <a:cubicBezTo>
                    <a:pt x="25" y="21"/>
                    <a:pt x="25" y="21"/>
                    <a:pt x="25" y="21"/>
                  </a:cubicBezTo>
                  <a:cubicBezTo>
                    <a:pt x="24" y="22"/>
                    <a:pt x="23" y="23"/>
                    <a:pt x="22" y="24"/>
                  </a:cubicBezTo>
                  <a:cubicBezTo>
                    <a:pt x="21" y="24"/>
                    <a:pt x="21" y="24"/>
                    <a:pt x="21" y="24"/>
                  </a:cubicBezTo>
                  <a:cubicBezTo>
                    <a:pt x="20" y="23"/>
                    <a:pt x="20" y="23"/>
                    <a:pt x="20" y="23"/>
                  </a:cubicBezTo>
                  <a:cubicBezTo>
                    <a:pt x="19" y="24"/>
                    <a:pt x="17" y="24"/>
                    <a:pt x="16" y="24"/>
                  </a:cubicBezTo>
                  <a:cubicBezTo>
                    <a:pt x="16" y="26"/>
                    <a:pt x="16" y="26"/>
                    <a:pt x="16" y="26"/>
                  </a:cubicBezTo>
                  <a:cubicBezTo>
                    <a:pt x="16" y="27"/>
                    <a:pt x="16" y="27"/>
                    <a:pt x="16" y="27"/>
                  </a:cubicBezTo>
                  <a:cubicBezTo>
                    <a:pt x="15" y="27"/>
                    <a:pt x="14" y="27"/>
                    <a:pt x="14" y="27"/>
                  </a:cubicBezTo>
                  <a:close/>
                  <a:moveTo>
                    <a:pt x="12" y="26"/>
                  </a:moveTo>
                  <a:cubicBezTo>
                    <a:pt x="13" y="26"/>
                    <a:pt x="14" y="26"/>
                    <a:pt x="16" y="26"/>
                  </a:cubicBezTo>
                  <a:cubicBezTo>
                    <a:pt x="16" y="24"/>
                    <a:pt x="16" y="24"/>
                    <a:pt x="16" y="24"/>
                  </a:cubicBezTo>
                  <a:cubicBezTo>
                    <a:pt x="16" y="24"/>
                    <a:pt x="16" y="24"/>
                    <a:pt x="16" y="24"/>
                  </a:cubicBezTo>
                  <a:cubicBezTo>
                    <a:pt x="17" y="24"/>
                    <a:pt x="18" y="23"/>
                    <a:pt x="20" y="22"/>
                  </a:cubicBezTo>
                  <a:cubicBezTo>
                    <a:pt x="20" y="22"/>
                    <a:pt x="20" y="22"/>
                    <a:pt x="20" y="22"/>
                  </a:cubicBezTo>
                  <a:cubicBezTo>
                    <a:pt x="21" y="24"/>
                    <a:pt x="21" y="24"/>
                    <a:pt x="21" y="24"/>
                  </a:cubicBezTo>
                  <a:cubicBezTo>
                    <a:pt x="22" y="23"/>
                    <a:pt x="23" y="22"/>
                    <a:pt x="24" y="21"/>
                  </a:cubicBezTo>
                  <a:cubicBezTo>
                    <a:pt x="23" y="20"/>
                    <a:pt x="23" y="20"/>
                    <a:pt x="23" y="20"/>
                  </a:cubicBezTo>
                  <a:cubicBezTo>
                    <a:pt x="23" y="20"/>
                    <a:pt x="23" y="19"/>
                    <a:pt x="23" y="19"/>
                  </a:cubicBezTo>
                  <a:cubicBezTo>
                    <a:pt x="23" y="19"/>
                    <a:pt x="23" y="18"/>
                    <a:pt x="24" y="17"/>
                  </a:cubicBezTo>
                  <a:cubicBezTo>
                    <a:pt x="24" y="16"/>
                    <a:pt x="24" y="15"/>
                    <a:pt x="26" y="15"/>
                  </a:cubicBezTo>
                  <a:cubicBezTo>
                    <a:pt x="27" y="14"/>
                    <a:pt x="27" y="13"/>
                    <a:pt x="26" y="11"/>
                  </a:cubicBezTo>
                  <a:cubicBezTo>
                    <a:pt x="24" y="11"/>
                    <a:pt x="24" y="11"/>
                    <a:pt x="24" y="11"/>
                  </a:cubicBezTo>
                  <a:cubicBezTo>
                    <a:pt x="24" y="11"/>
                    <a:pt x="24" y="11"/>
                    <a:pt x="24" y="11"/>
                  </a:cubicBezTo>
                  <a:cubicBezTo>
                    <a:pt x="24" y="10"/>
                    <a:pt x="23" y="9"/>
                    <a:pt x="23" y="7"/>
                  </a:cubicBezTo>
                  <a:cubicBezTo>
                    <a:pt x="23" y="7"/>
                    <a:pt x="23" y="7"/>
                    <a:pt x="23" y="7"/>
                  </a:cubicBezTo>
                  <a:cubicBezTo>
                    <a:pt x="24" y="6"/>
                    <a:pt x="24" y="6"/>
                    <a:pt x="24" y="6"/>
                  </a:cubicBezTo>
                  <a:cubicBezTo>
                    <a:pt x="24" y="6"/>
                    <a:pt x="24" y="6"/>
                    <a:pt x="24" y="6"/>
                  </a:cubicBezTo>
                  <a:cubicBezTo>
                    <a:pt x="24" y="5"/>
                    <a:pt x="24" y="5"/>
                    <a:pt x="23" y="5"/>
                  </a:cubicBezTo>
                  <a:cubicBezTo>
                    <a:pt x="23" y="5"/>
                    <a:pt x="22" y="3"/>
                    <a:pt x="21" y="3"/>
                  </a:cubicBezTo>
                  <a:cubicBezTo>
                    <a:pt x="20" y="4"/>
                    <a:pt x="20" y="4"/>
                    <a:pt x="20" y="4"/>
                  </a:cubicBezTo>
                  <a:cubicBezTo>
                    <a:pt x="20" y="4"/>
                    <a:pt x="20" y="4"/>
                    <a:pt x="20" y="4"/>
                  </a:cubicBezTo>
                  <a:cubicBezTo>
                    <a:pt x="18" y="4"/>
                    <a:pt x="17" y="3"/>
                    <a:pt x="16" y="3"/>
                  </a:cubicBezTo>
                  <a:cubicBezTo>
                    <a:pt x="16" y="3"/>
                    <a:pt x="16" y="3"/>
                    <a:pt x="16" y="3"/>
                  </a:cubicBezTo>
                  <a:cubicBezTo>
                    <a:pt x="16" y="1"/>
                    <a:pt x="16" y="1"/>
                    <a:pt x="16" y="1"/>
                  </a:cubicBezTo>
                  <a:cubicBezTo>
                    <a:pt x="14" y="0"/>
                    <a:pt x="13" y="0"/>
                    <a:pt x="12" y="1"/>
                  </a:cubicBezTo>
                  <a:cubicBezTo>
                    <a:pt x="12" y="3"/>
                    <a:pt x="12" y="3"/>
                    <a:pt x="12" y="3"/>
                  </a:cubicBezTo>
                  <a:cubicBezTo>
                    <a:pt x="12" y="3"/>
                    <a:pt x="12" y="3"/>
                    <a:pt x="12" y="3"/>
                  </a:cubicBezTo>
                  <a:cubicBezTo>
                    <a:pt x="10" y="3"/>
                    <a:pt x="9" y="4"/>
                    <a:pt x="8" y="4"/>
                  </a:cubicBezTo>
                  <a:cubicBezTo>
                    <a:pt x="8" y="4"/>
                    <a:pt x="7" y="4"/>
                    <a:pt x="7" y="4"/>
                  </a:cubicBezTo>
                  <a:cubicBezTo>
                    <a:pt x="6" y="3"/>
                    <a:pt x="6" y="3"/>
                    <a:pt x="6" y="3"/>
                  </a:cubicBezTo>
                  <a:cubicBezTo>
                    <a:pt x="5" y="4"/>
                    <a:pt x="4" y="5"/>
                    <a:pt x="3" y="6"/>
                  </a:cubicBezTo>
                  <a:cubicBezTo>
                    <a:pt x="5" y="7"/>
                    <a:pt x="5" y="7"/>
                    <a:pt x="5" y="7"/>
                  </a:cubicBezTo>
                  <a:cubicBezTo>
                    <a:pt x="5" y="7"/>
                    <a:pt x="5" y="7"/>
                    <a:pt x="5" y="7"/>
                  </a:cubicBezTo>
                  <a:cubicBezTo>
                    <a:pt x="4" y="9"/>
                    <a:pt x="3" y="10"/>
                    <a:pt x="3" y="11"/>
                  </a:cubicBezTo>
                  <a:cubicBezTo>
                    <a:pt x="3" y="11"/>
                    <a:pt x="3" y="11"/>
                    <a:pt x="3" y="11"/>
                  </a:cubicBezTo>
                  <a:cubicBezTo>
                    <a:pt x="1" y="11"/>
                    <a:pt x="1" y="11"/>
                    <a:pt x="1" y="11"/>
                  </a:cubicBezTo>
                  <a:cubicBezTo>
                    <a:pt x="1" y="13"/>
                    <a:pt x="1" y="14"/>
                    <a:pt x="1" y="15"/>
                  </a:cubicBezTo>
                  <a:cubicBezTo>
                    <a:pt x="3" y="15"/>
                    <a:pt x="3" y="15"/>
                    <a:pt x="3" y="15"/>
                  </a:cubicBezTo>
                  <a:cubicBezTo>
                    <a:pt x="3" y="15"/>
                    <a:pt x="3" y="15"/>
                    <a:pt x="3" y="15"/>
                  </a:cubicBezTo>
                  <a:cubicBezTo>
                    <a:pt x="3" y="17"/>
                    <a:pt x="4" y="18"/>
                    <a:pt x="5" y="19"/>
                  </a:cubicBezTo>
                  <a:cubicBezTo>
                    <a:pt x="5" y="19"/>
                    <a:pt x="5" y="20"/>
                    <a:pt x="5" y="20"/>
                  </a:cubicBezTo>
                  <a:cubicBezTo>
                    <a:pt x="3" y="21"/>
                    <a:pt x="3" y="21"/>
                    <a:pt x="3" y="21"/>
                  </a:cubicBezTo>
                  <a:cubicBezTo>
                    <a:pt x="4" y="22"/>
                    <a:pt x="5" y="23"/>
                    <a:pt x="6" y="24"/>
                  </a:cubicBezTo>
                  <a:cubicBezTo>
                    <a:pt x="7" y="22"/>
                    <a:pt x="7" y="22"/>
                    <a:pt x="7" y="22"/>
                  </a:cubicBezTo>
                  <a:cubicBezTo>
                    <a:pt x="7" y="22"/>
                    <a:pt x="8" y="22"/>
                    <a:pt x="8" y="22"/>
                  </a:cubicBezTo>
                  <a:cubicBezTo>
                    <a:pt x="9" y="23"/>
                    <a:pt x="10" y="24"/>
                    <a:pt x="12" y="24"/>
                  </a:cubicBezTo>
                  <a:cubicBezTo>
                    <a:pt x="12" y="24"/>
                    <a:pt x="12" y="24"/>
                    <a:pt x="12" y="24"/>
                  </a:cubicBezTo>
                  <a:lnTo>
                    <a:pt x="12" y="26"/>
                  </a:lnTo>
                  <a:close/>
                  <a:moveTo>
                    <a:pt x="14" y="22"/>
                  </a:moveTo>
                  <a:cubicBezTo>
                    <a:pt x="12" y="22"/>
                    <a:pt x="9" y="21"/>
                    <a:pt x="8" y="19"/>
                  </a:cubicBezTo>
                  <a:cubicBezTo>
                    <a:pt x="5" y="16"/>
                    <a:pt x="4" y="11"/>
                    <a:pt x="8" y="7"/>
                  </a:cubicBezTo>
                  <a:cubicBezTo>
                    <a:pt x="12" y="3"/>
                    <a:pt x="17" y="5"/>
                    <a:pt x="19" y="8"/>
                  </a:cubicBezTo>
                  <a:cubicBezTo>
                    <a:pt x="22" y="10"/>
                    <a:pt x="24" y="15"/>
                    <a:pt x="20" y="19"/>
                  </a:cubicBezTo>
                  <a:cubicBezTo>
                    <a:pt x="20" y="19"/>
                    <a:pt x="20" y="19"/>
                    <a:pt x="20" y="19"/>
                  </a:cubicBezTo>
                  <a:cubicBezTo>
                    <a:pt x="20" y="19"/>
                    <a:pt x="20" y="19"/>
                    <a:pt x="20" y="19"/>
                  </a:cubicBezTo>
                  <a:cubicBezTo>
                    <a:pt x="20" y="19"/>
                    <a:pt x="20" y="19"/>
                    <a:pt x="20" y="19"/>
                  </a:cubicBezTo>
                  <a:cubicBezTo>
                    <a:pt x="20" y="19"/>
                    <a:pt x="20" y="20"/>
                    <a:pt x="19" y="20"/>
                  </a:cubicBezTo>
                  <a:cubicBezTo>
                    <a:pt x="19" y="20"/>
                    <a:pt x="19" y="20"/>
                    <a:pt x="19" y="20"/>
                  </a:cubicBezTo>
                  <a:cubicBezTo>
                    <a:pt x="19" y="20"/>
                    <a:pt x="19" y="20"/>
                    <a:pt x="19" y="20"/>
                  </a:cubicBezTo>
                  <a:cubicBezTo>
                    <a:pt x="18" y="21"/>
                    <a:pt x="16" y="22"/>
                    <a:pt x="14" y="22"/>
                  </a:cubicBezTo>
                  <a:close/>
                  <a:moveTo>
                    <a:pt x="13" y="5"/>
                  </a:moveTo>
                  <a:cubicBezTo>
                    <a:pt x="12" y="5"/>
                    <a:pt x="10" y="6"/>
                    <a:pt x="8" y="8"/>
                  </a:cubicBezTo>
                  <a:cubicBezTo>
                    <a:pt x="4" y="11"/>
                    <a:pt x="6" y="16"/>
                    <a:pt x="8" y="19"/>
                  </a:cubicBezTo>
                  <a:cubicBezTo>
                    <a:pt x="11" y="21"/>
                    <a:pt x="15" y="23"/>
                    <a:pt x="19" y="19"/>
                  </a:cubicBezTo>
                  <a:cubicBezTo>
                    <a:pt x="19" y="19"/>
                    <a:pt x="19" y="19"/>
                    <a:pt x="19" y="19"/>
                  </a:cubicBezTo>
                  <a:cubicBezTo>
                    <a:pt x="19" y="19"/>
                    <a:pt x="19" y="19"/>
                    <a:pt x="19" y="19"/>
                  </a:cubicBezTo>
                  <a:cubicBezTo>
                    <a:pt x="23" y="15"/>
                    <a:pt x="22" y="11"/>
                    <a:pt x="19" y="8"/>
                  </a:cubicBezTo>
                  <a:cubicBezTo>
                    <a:pt x="18" y="7"/>
                    <a:pt x="16"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5" name="Freeform 352"/>
            <p:cNvSpPr>
              <a:spLocks noEditPoints="1"/>
            </p:cNvSpPr>
            <p:nvPr/>
          </p:nvSpPr>
          <p:spPr bwMode="auto">
            <a:xfrm>
              <a:off x="4997" y="3244"/>
              <a:ext cx="68" cy="61"/>
            </a:xfrm>
            <a:custGeom>
              <a:avLst/>
              <a:gdLst>
                <a:gd name="T0" fmla="*/ 11 w 27"/>
                <a:gd name="T1" fmla="*/ 24 h 24"/>
                <a:gd name="T2" fmla="*/ 11 w 27"/>
                <a:gd name="T3" fmla="*/ 22 h 24"/>
                <a:gd name="T4" fmla="*/ 7 w 27"/>
                <a:gd name="T5" fmla="*/ 20 h 24"/>
                <a:gd name="T6" fmla="*/ 6 w 27"/>
                <a:gd name="T7" fmla="*/ 22 h 24"/>
                <a:gd name="T8" fmla="*/ 2 w 27"/>
                <a:gd name="T9" fmla="*/ 18 h 24"/>
                <a:gd name="T10" fmla="*/ 6 w 27"/>
                <a:gd name="T11" fmla="*/ 21 h 24"/>
                <a:gd name="T12" fmla="*/ 7 w 27"/>
                <a:gd name="T13" fmla="*/ 20 h 24"/>
                <a:gd name="T14" fmla="*/ 11 w 27"/>
                <a:gd name="T15" fmla="*/ 22 h 24"/>
                <a:gd name="T16" fmla="*/ 12 w 27"/>
                <a:gd name="T17" fmla="*/ 24 h 24"/>
                <a:gd name="T18" fmla="*/ 15 w 27"/>
                <a:gd name="T19" fmla="*/ 23 h 24"/>
                <a:gd name="T20" fmla="*/ 16 w 27"/>
                <a:gd name="T21" fmla="*/ 21 h 24"/>
                <a:gd name="T22" fmla="*/ 20 w 27"/>
                <a:gd name="T23" fmla="*/ 20 h 24"/>
                <a:gd name="T24" fmla="*/ 24 w 27"/>
                <a:gd name="T25" fmla="*/ 18 h 24"/>
                <a:gd name="T26" fmla="*/ 24 w 27"/>
                <a:gd name="T27" fmla="*/ 16 h 24"/>
                <a:gd name="T28" fmla="*/ 25 w 27"/>
                <a:gd name="T29" fmla="*/ 16 h 24"/>
                <a:gd name="T30" fmla="*/ 25 w 27"/>
                <a:gd name="T31" fmla="*/ 19 h 24"/>
                <a:gd name="T32" fmla="*/ 21 w 27"/>
                <a:gd name="T33" fmla="*/ 22 h 24"/>
                <a:gd name="T34" fmla="*/ 20 w 27"/>
                <a:gd name="T35" fmla="*/ 20 h 24"/>
                <a:gd name="T36" fmla="*/ 16 w 27"/>
                <a:gd name="T37" fmla="*/ 23 h 24"/>
                <a:gd name="T38" fmla="*/ 16 w 27"/>
                <a:gd name="T39" fmla="*/ 24 h 24"/>
                <a:gd name="T40" fmla="*/ 3 w 27"/>
                <a:gd name="T41" fmla="*/ 16 h 24"/>
                <a:gd name="T42" fmla="*/ 2 w 27"/>
                <a:gd name="T43" fmla="*/ 13 h 24"/>
                <a:gd name="T44" fmla="*/ 0 w 27"/>
                <a:gd name="T45" fmla="*/ 13 h 24"/>
                <a:gd name="T46" fmla="*/ 0 w 27"/>
                <a:gd name="T47" fmla="*/ 6 h 24"/>
                <a:gd name="T48" fmla="*/ 1 w 27"/>
                <a:gd name="T49" fmla="*/ 13 h 24"/>
                <a:gd name="T50" fmla="*/ 3 w 27"/>
                <a:gd name="T51" fmla="*/ 13 h 24"/>
                <a:gd name="T52" fmla="*/ 4 w 27"/>
                <a:gd name="T53" fmla="*/ 16 h 24"/>
                <a:gd name="T54" fmla="*/ 24 w 27"/>
                <a:gd name="T55" fmla="*/ 15 h 24"/>
                <a:gd name="T56" fmla="*/ 23 w 27"/>
                <a:gd name="T57" fmla="*/ 15 h 24"/>
                <a:gd name="T58" fmla="*/ 26 w 27"/>
                <a:gd name="T59" fmla="*/ 13 h 24"/>
                <a:gd name="T60" fmla="*/ 27 w 27"/>
                <a:gd name="T61" fmla="*/ 10 h 24"/>
                <a:gd name="T62" fmla="*/ 27 w 27"/>
                <a:gd name="T63" fmla="*/ 13 h 24"/>
                <a:gd name="T64" fmla="*/ 24 w 27"/>
                <a:gd name="T65" fmla="*/ 14 h 24"/>
                <a:gd name="T66" fmla="*/ 24 w 27"/>
                <a:gd name="T67" fmla="*/ 15 h 24"/>
                <a:gd name="T68" fmla="*/ 21 w 27"/>
                <a:gd name="T69" fmla="*/ 10 h 24"/>
                <a:gd name="T70" fmla="*/ 8 w 27"/>
                <a:gd name="T71" fmla="*/ 5 h 24"/>
                <a:gd name="T72" fmla="*/ 6 w 27"/>
                <a:gd name="T73" fmla="*/ 8 h 24"/>
                <a:gd name="T74" fmla="*/ 7 w 27"/>
                <a:gd name="T75" fmla="*/ 5 h 24"/>
                <a:gd name="T76" fmla="*/ 22 w 27"/>
                <a:gd name="T77" fmla="*/ 10 h 24"/>
                <a:gd name="T78" fmla="*/ 4 w 27"/>
                <a:gd name="T79" fmla="*/ 4 h 24"/>
                <a:gd name="T80" fmla="*/ 2 w 27"/>
                <a:gd name="T81" fmla="*/ 3 h 24"/>
                <a:gd name="T82" fmla="*/ 3 w 27"/>
                <a:gd name="T83" fmla="*/ 1 h 24"/>
                <a:gd name="T84" fmla="*/ 3 w 27"/>
                <a:gd name="T85" fmla="*/ 1 h 24"/>
                <a:gd name="T86" fmla="*/ 3 w 27"/>
                <a:gd name="T87" fmla="*/ 1 h 24"/>
                <a:gd name="T88" fmla="*/ 4 w 27"/>
                <a:gd name="T89" fmla="*/ 4 h 24"/>
                <a:gd name="T90" fmla="*/ 4 w 27"/>
                <a:gd name="T9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24">
                  <a:moveTo>
                    <a:pt x="13" y="24"/>
                  </a:moveTo>
                  <a:cubicBezTo>
                    <a:pt x="13" y="24"/>
                    <a:pt x="12" y="24"/>
                    <a:pt x="11" y="24"/>
                  </a:cubicBezTo>
                  <a:cubicBezTo>
                    <a:pt x="11" y="24"/>
                    <a:pt x="11" y="24"/>
                    <a:pt x="11" y="24"/>
                  </a:cubicBezTo>
                  <a:cubicBezTo>
                    <a:pt x="11" y="23"/>
                    <a:pt x="11" y="23"/>
                    <a:pt x="11" y="22"/>
                  </a:cubicBezTo>
                  <a:cubicBezTo>
                    <a:pt x="11" y="22"/>
                    <a:pt x="11" y="22"/>
                    <a:pt x="11" y="22"/>
                  </a:cubicBezTo>
                  <a:cubicBezTo>
                    <a:pt x="9" y="22"/>
                    <a:pt x="8" y="21"/>
                    <a:pt x="7" y="20"/>
                  </a:cubicBezTo>
                  <a:cubicBezTo>
                    <a:pt x="6" y="22"/>
                    <a:pt x="6" y="22"/>
                    <a:pt x="6" y="22"/>
                  </a:cubicBezTo>
                  <a:cubicBezTo>
                    <a:pt x="6" y="22"/>
                    <a:pt x="6" y="22"/>
                    <a:pt x="6" y="22"/>
                  </a:cubicBezTo>
                  <a:cubicBezTo>
                    <a:pt x="4" y="21"/>
                    <a:pt x="3" y="20"/>
                    <a:pt x="2" y="19"/>
                  </a:cubicBezTo>
                  <a:cubicBezTo>
                    <a:pt x="2" y="19"/>
                    <a:pt x="2" y="18"/>
                    <a:pt x="2" y="18"/>
                  </a:cubicBezTo>
                  <a:cubicBezTo>
                    <a:pt x="3" y="18"/>
                    <a:pt x="3" y="18"/>
                    <a:pt x="3" y="18"/>
                  </a:cubicBezTo>
                  <a:cubicBezTo>
                    <a:pt x="4" y="19"/>
                    <a:pt x="5" y="20"/>
                    <a:pt x="6" y="21"/>
                  </a:cubicBezTo>
                  <a:cubicBezTo>
                    <a:pt x="7" y="20"/>
                    <a:pt x="7" y="20"/>
                    <a:pt x="7" y="20"/>
                  </a:cubicBezTo>
                  <a:cubicBezTo>
                    <a:pt x="7" y="20"/>
                    <a:pt x="7" y="20"/>
                    <a:pt x="7" y="20"/>
                  </a:cubicBezTo>
                  <a:cubicBezTo>
                    <a:pt x="9" y="21"/>
                    <a:pt x="10" y="21"/>
                    <a:pt x="11" y="21"/>
                  </a:cubicBezTo>
                  <a:cubicBezTo>
                    <a:pt x="11" y="21"/>
                    <a:pt x="11" y="21"/>
                    <a:pt x="11" y="22"/>
                  </a:cubicBezTo>
                  <a:cubicBezTo>
                    <a:pt x="11" y="22"/>
                    <a:pt x="11" y="22"/>
                    <a:pt x="11" y="22"/>
                  </a:cubicBezTo>
                  <a:cubicBezTo>
                    <a:pt x="11" y="23"/>
                    <a:pt x="11" y="23"/>
                    <a:pt x="12" y="24"/>
                  </a:cubicBezTo>
                  <a:cubicBezTo>
                    <a:pt x="13" y="24"/>
                    <a:pt x="14" y="24"/>
                    <a:pt x="15" y="24"/>
                  </a:cubicBezTo>
                  <a:cubicBezTo>
                    <a:pt x="15" y="23"/>
                    <a:pt x="15" y="23"/>
                    <a:pt x="15" y="23"/>
                  </a:cubicBezTo>
                  <a:cubicBezTo>
                    <a:pt x="15" y="22"/>
                    <a:pt x="16" y="22"/>
                    <a:pt x="16" y="22"/>
                  </a:cubicBezTo>
                  <a:cubicBezTo>
                    <a:pt x="16" y="21"/>
                    <a:pt x="16" y="21"/>
                    <a:pt x="16" y="21"/>
                  </a:cubicBezTo>
                  <a:cubicBezTo>
                    <a:pt x="17" y="21"/>
                    <a:pt x="18" y="20"/>
                    <a:pt x="19" y="20"/>
                  </a:cubicBezTo>
                  <a:cubicBezTo>
                    <a:pt x="20" y="20"/>
                    <a:pt x="20" y="20"/>
                    <a:pt x="20" y="20"/>
                  </a:cubicBezTo>
                  <a:cubicBezTo>
                    <a:pt x="21" y="21"/>
                    <a:pt x="21" y="21"/>
                    <a:pt x="21" y="21"/>
                  </a:cubicBezTo>
                  <a:cubicBezTo>
                    <a:pt x="22" y="20"/>
                    <a:pt x="23" y="19"/>
                    <a:pt x="24" y="18"/>
                  </a:cubicBezTo>
                  <a:cubicBezTo>
                    <a:pt x="24" y="18"/>
                    <a:pt x="24" y="17"/>
                    <a:pt x="24" y="17"/>
                  </a:cubicBezTo>
                  <a:cubicBezTo>
                    <a:pt x="24" y="17"/>
                    <a:pt x="24" y="16"/>
                    <a:pt x="24" y="16"/>
                  </a:cubicBezTo>
                  <a:cubicBezTo>
                    <a:pt x="24" y="16"/>
                    <a:pt x="24" y="16"/>
                    <a:pt x="24" y="16"/>
                  </a:cubicBezTo>
                  <a:cubicBezTo>
                    <a:pt x="25" y="16"/>
                    <a:pt x="25" y="16"/>
                    <a:pt x="25" y="16"/>
                  </a:cubicBezTo>
                  <a:cubicBezTo>
                    <a:pt x="25" y="16"/>
                    <a:pt x="25" y="17"/>
                    <a:pt x="25" y="17"/>
                  </a:cubicBezTo>
                  <a:cubicBezTo>
                    <a:pt x="25" y="18"/>
                    <a:pt x="25" y="18"/>
                    <a:pt x="25" y="19"/>
                  </a:cubicBezTo>
                  <a:cubicBezTo>
                    <a:pt x="25" y="19"/>
                    <a:pt x="25" y="19"/>
                    <a:pt x="24" y="19"/>
                  </a:cubicBezTo>
                  <a:cubicBezTo>
                    <a:pt x="24" y="20"/>
                    <a:pt x="23" y="21"/>
                    <a:pt x="21" y="22"/>
                  </a:cubicBezTo>
                  <a:cubicBezTo>
                    <a:pt x="21" y="22"/>
                    <a:pt x="21" y="22"/>
                    <a:pt x="21" y="22"/>
                  </a:cubicBezTo>
                  <a:cubicBezTo>
                    <a:pt x="20" y="20"/>
                    <a:pt x="20" y="20"/>
                    <a:pt x="20" y="20"/>
                  </a:cubicBezTo>
                  <a:cubicBezTo>
                    <a:pt x="18" y="21"/>
                    <a:pt x="18" y="21"/>
                    <a:pt x="16" y="22"/>
                  </a:cubicBezTo>
                  <a:cubicBezTo>
                    <a:pt x="16" y="22"/>
                    <a:pt x="16" y="23"/>
                    <a:pt x="16" y="23"/>
                  </a:cubicBezTo>
                  <a:cubicBezTo>
                    <a:pt x="16" y="23"/>
                    <a:pt x="16" y="24"/>
                    <a:pt x="16" y="24"/>
                  </a:cubicBezTo>
                  <a:cubicBezTo>
                    <a:pt x="16" y="24"/>
                    <a:pt x="16" y="24"/>
                    <a:pt x="16" y="24"/>
                  </a:cubicBezTo>
                  <a:cubicBezTo>
                    <a:pt x="15" y="24"/>
                    <a:pt x="14" y="24"/>
                    <a:pt x="13" y="24"/>
                  </a:cubicBezTo>
                  <a:close/>
                  <a:moveTo>
                    <a:pt x="3" y="16"/>
                  </a:moveTo>
                  <a:cubicBezTo>
                    <a:pt x="3" y="16"/>
                    <a:pt x="3" y="16"/>
                    <a:pt x="3" y="16"/>
                  </a:cubicBezTo>
                  <a:cubicBezTo>
                    <a:pt x="3" y="15"/>
                    <a:pt x="3" y="14"/>
                    <a:pt x="2" y="13"/>
                  </a:cubicBezTo>
                  <a:cubicBezTo>
                    <a:pt x="0" y="13"/>
                    <a:pt x="0" y="13"/>
                    <a:pt x="0" y="13"/>
                  </a:cubicBezTo>
                  <a:cubicBezTo>
                    <a:pt x="0" y="13"/>
                    <a:pt x="0" y="13"/>
                    <a:pt x="0" y="13"/>
                  </a:cubicBezTo>
                  <a:cubicBezTo>
                    <a:pt x="0" y="12"/>
                    <a:pt x="0" y="8"/>
                    <a:pt x="0" y="7"/>
                  </a:cubicBezTo>
                  <a:cubicBezTo>
                    <a:pt x="0" y="6"/>
                    <a:pt x="0" y="6"/>
                    <a:pt x="0" y="6"/>
                  </a:cubicBezTo>
                  <a:cubicBezTo>
                    <a:pt x="1" y="6"/>
                    <a:pt x="1" y="7"/>
                    <a:pt x="1" y="7"/>
                  </a:cubicBezTo>
                  <a:cubicBezTo>
                    <a:pt x="1" y="8"/>
                    <a:pt x="0" y="11"/>
                    <a:pt x="1" y="13"/>
                  </a:cubicBezTo>
                  <a:cubicBezTo>
                    <a:pt x="3" y="13"/>
                    <a:pt x="3" y="13"/>
                    <a:pt x="3" y="13"/>
                  </a:cubicBezTo>
                  <a:cubicBezTo>
                    <a:pt x="3" y="13"/>
                    <a:pt x="3" y="13"/>
                    <a:pt x="3" y="13"/>
                  </a:cubicBezTo>
                  <a:cubicBezTo>
                    <a:pt x="3" y="14"/>
                    <a:pt x="3" y="15"/>
                    <a:pt x="4" y="15"/>
                  </a:cubicBezTo>
                  <a:cubicBezTo>
                    <a:pt x="4" y="15"/>
                    <a:pt x="4" y="16"/>
                    <a:pt x="4" y="16"/>
                  </a:cubicBezTo>
                  <a:cubicBezTo>
                    <a:pt x="3" y="16"/>
                    <a:pt x="3" y="16"/>
                    <a:pt x="3" y="16"/>
                  </a:cubicBezTo>
                  <a:close/>
                  <a:moveTo>
                    <a:pt x="24" y="15"/>
                  </a:moveTo>
                  <a:cubicBezTo>
                    <a:pt x="24" y="15"/>
                    <a:pt x="24" y="15"/>
                    <a:pt x="23" y="15"/>
                  </a:cubicBezTo>
                  <a:cubicBezTo>
                    <a:pt x="23" y="15"/>
                    <a:pt x="23" y="15"/>
                    <a:pt x="23" y="15"/>
                  </a:cubicBezTo>
                  <a:cubicBezTo>
                    <a:pt x="24" y="14"/>
                    <a:pt x="24" y="14"/>
                    <a:pt x="24" y="14"/>
                  </a:cubicBezTo>
                  <a:cubicBezTo>
                    <a:pt x="25" y="13"/>
                    <a:pt x="25" y="13"/>
                    <a:pt x="26" y="13"/>
                  </a:cubicBezTo>
                  <a:cubicBezTo>
                    <a:pt x="26" y="12"/>
                    <a:pt x="26" y="11"/>
                    <a:pt x="26" y="10"/>
                  </a:cubicBezTo>
                  <a:cubicBezTo>
                    <a:pt x="26" y="10"/>
                    <a:pt x="27" y="10"/>
                    <a:pt x="27" y="10"/>
                  </a:cubicBezTo>
                  <a:cubicBezTo>
                    <a:pt x="27" y="10"/>
                    <a:pt x="27" y="10"/>
                    <a:pt x="27" y="11"/>
                  </a:cubicBezTo>
                  <a:cubicBezTo>
                    <a:pt x="27" y="11"/>
                    <a:pt x="27" y="12"/>
                    <a:pt x="27" y="13"/>
                  </a:cubicBezTo>
                  <a:cubicBezTo>
                    <a:pt x="27" y="13"/>
                    <a:pt x="27" y="13"/>
                    <a:pt x="26" y="13"/>
                  </a:cubicBezTo>
                  <a:cubicBezTo>
                    <a:pt x="25" y="13"/>
                    <a:pt x="25" y="13"/>
                    <a:pt x="24" y="14"/>
                  </a:cubicBezTo>
                  <a:cubicBezTo>
                    <a:pt x="24" y="14"/>
                    <a:pt x="24" y="15"/>
                    <a:pt x="24" y="15"/>
                  </a:cubicBezTo>
                  <a:cubicBezTo>
                    <a:pt x="24" y="15"/>
                    <a:pt x="24" y="15"/>
                    <a:pt x="24" y="15"/>
                  </a:cubicBezTo>
                  <a:close/>
                  <a:moveTo>
                    <a:pt x="22" y="11"/>
                  </a:moveTo>
                  <a:cubicBezTo>
                    <a:pt x="21" y="11"/>
                    <a:pt x="21" y="11"/>
                    <a:pt x="21" y="10"/>
                  </a:cubicBezTo>
                  <a:cubicBezTo>
                    <a:pt x="21" y="7"/>
                    <a:pt x="19" y="4"/>
                    <a:pt x="16" y="3"/>
                  </a:cubicBezTo>
                  <a:cubicBezTo>
                    <a:pt x="14" y="3"/>
                    <a:pt x="11" y="2"/>
                    <a:pt x="8" y="5"/>
                  </a:cubicBezTo>
                  <a:cubicBezTo>
                    <a:pt x="7" y="6"/>
                    <a:pt x="6" y="7"/>
                    <a:pt x="6" y="8"/>
                  </a:cubicBezTo>
                  <a:cubicBezTo>
                    <a:pt x="6" y="8"/>
                    <a:pt x="6" y="8"/>
                    <a:pt x="6" y="8"/>
                  </a:cubicBezTo>
                  <a:cubicBezTo>
                    <a:pt x="5" y="8"/>
                    <a:pt x="5" y="8"/>
                    <a:pt x="5" y="8"/>
                  </a:cubicBezTo>
                  <a:cubicBezTo>
                    <a:pt x="6" y="7"/>
                    <a:pt x="6" y="6"/>
                    <a:pt x="7" y="5"/>
                  </a:cubicBezTo>
                  <a:cubicBezTo>
                    <a:pt x="10" y="2"/>
                    <a:pt x="13" y="2"/>
                    <a:pt x="16" y="3"/>
                  </a:cubicBezTo>
                  <a:cubicBezTo>
                    <a:pt x="19" y="4"/>
                    <a:pt x="22" y="7"/>
                    <a:pt x="22" y="10"/>
                  </a:cubicBezTo>
                  <a:cubicBezTo>
                    <a:pt x="22" y="11"/>
                    <a:pt x="22" y="11"/>
                    <a:pt x="22" y="11"/>
                  </a:cubicBezTo>
                  <a:close/>
                  <a:moveTo>
                    <a:pt x="4" y="4"/>
                  </a:moveTo>
                  <a:cubicBezTo>
                    <a:pt x="3" y="4"/>
                    <a:pt x="3" y="4"/>
                    <a:pt x="3" y="4"/>
                  </a:cubicBezTo>
                  <a:cubicBezTo>
                    <a:pt x="2" y="3"/>
                    <a:pt x="2" y="3"/>
                    <a:pt x="2" y="3"/>
                  </a:cubicBezTo>
                  <a:cubicBezTo>
                    <a:pt x="2" y="3"/>
                    <a:pt x="2" y="3"/>
                    <a:pt x="2" y="3"/>
                  </a:cubicBezTo>
                  <a:cubicBezTo>
                    <a:pt x="2" y="2"/>
                    <a:pt x="3" y="2"/>
                    <a:pt x="3" y="1"/>
                  </a:cubicBezTo>
                  <a:cubicBezTo>
                    <a:pt x="3" y="1"/>
                    <a:pt x="3" y="1"/>
                    <a:pt x="3" y="1"/>
                  </a:cubicBezTo>
                  <a:cubicBezTo>
                    <a:pt x="3" y="1"/>
                    <a:pt x="3" y="0"/>
                    <a:pt x="3" y="1"/>
                  </a:cubicBezTo>
                  <a:cubicBezTo>
                    <a:pt x="3" y="1"/>
                    <a:pt x="3" y="1"/>
                    <a:pt x="3" y="1"/>
                  </a:cubicBezTo>
                  <a:cubicBezTo>
                    <a:pt x="3" y="1"/>
                    <a:pt x="3" y="1"/>
                    <a:pt x="3" y="1"/>
                  </a:cubicBezTo>
                  <a:cubicBezTo>
                    <a:pt x="3" y="2"/>
                    <a:pt x="3" y="2"/>
                    <a:pt x="3" y="3"/>
                  </a:cubicBezTo>
                  <a:cubicBezTo>
                    <a:pt x="4" y="4"/>
                    <a:pt x="4" y="4"/>
                    <a:pt x="4" y="4"/>
                  </a:cubicBezTo>
                  <a:cubicBezTo>
                    <a:pt x="4" y="4"/>
                    <a:pt x="4" y="4"/>
                    <a:pt x="4" y="4"/>
                  </a:cubicBezTo>
                  <a:cubicBezTo>
                    <a:pt x="4" y="4"/>
                    <a:pt x="4" y="4"/>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6" name="Freeform 353"/>
            <p:cNvSpPr>
              <a:spLocks/>
            </p:cNvSpPr>
            <p:nvPr/>
          </p:nvSpPr>
          <p:spPr bwMode="auto">
            <a:xfrm>
              <a:off x="5002" y="3285"/>
              <a:ext cx="2" cy="8"/>
            </a:xfrm>
            <a:custGeom>
              <a:avLst/>
              <a:gdLst>
                <a:gd name="T0" fmla="*/ 1 w 1"/>
                <a:gd name="T1" fmla="*/ 3 h 3"/>
                <a:gd name="T2" fmla="*/ 1 w 1"/>
                <a:gd name="T3" fmla="*/ 3 h 3"/>
                <a:gd name="T4" fmla="*/ 0 w 1"/>
                <a:gd name="T5" fmla="*/ 3 h 3"/>
                <a:gd name="T6" fmla="*/ 1 w 1"/>
                <a:gd name="T7" fmla="*/ 0 h 3"/>
                <a:gd name="T8" fmla="*/ 1 w 1"/>
                <a:gd name="T9" fmla="*/ 0 h 3"/>
                <a:gd name="T10" fmla="*/ 1 w 1"/>
                <a:gd name="T11" fmla="*/ 0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3"/>
                  </a:cubicBezTo>
                  <a:cubicBezTo>
                    <a:pt x="0" y="2"/>
                    <a:pt x="1" y="1"/>
                    <a:pt x="1" y="0"/>
                  </a:cubicBezTo>
                  <a:cubicBezTo>
                    <a:pt x="1" y="0"/>
                    <a:pt x="1" y="0"/>
                    <a:pt x="1" y="0"/>
                  </a:cubicBezTo>
                  <a:cubicBezTo>
                    <a:pt x="1" y="0"/>
                    <a:pt x="1" y="0"/>
                    <a:pt x="1" y="0"/>
                  </a:cubicBezTo>
                  <a:cubicBezTo>
                    <a:pt x="1"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7" name="Freeform 354"/>
            <p:cNvSpPr>
              <a:spLocks/>
            </p:cNvSpPr>
            <p:nvPr/>
          </p:nvSpPr>
          <p:spPr bwMode="auto">
            <a:xfrm>
              <a:off x="5060" y="3234"/>
              <a:ext cx="5" cy="8"/>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2"/>
                    <a:pt x="0" y="2"/>
                    <a:pt x="0" y="2"/>
                  </a:cubicBezTo>
                  <a:cubicBezTo>
                    <a:pt x="1" y="1"/>
                    <a:pt x="1" y="1"/>
                    <a:pt x="1" y="1"/>
                  </a:cubicBezTo>
                  <a:cubicBezTo>
                    <a:pt x="1" y="0"/>
                    <a:pt x="2" y="0"/>
                    <a:pt x="2" y="0"/>
                  </a:cubicBezTo>
                  <a:cubicBezTo>
                    <a:pt x="2" y="1"/>
                    <a:pt x="2" y="1"/>
                    <a:pt x="2" y="1"/>
                  </a:cubicBezTo>
                  <a:cubicBezTo>
                    <a:pt x="1" y="2"/>
                    <a:pt x="1" y="2"/>
                    <a:pt x="1"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8" name="Freeform 355"/>
            <p:cNvSpPr>
              <a:spLocks/>
            </p:cNvSpPr>
            <p:nvPr/>
          </p:nvSpPr>
          <p:spPr bwMode="auto">
            <a:xfrm>
              <a:off x="5078" y="3260"/>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1" y="1"/>
                    <a:pt x="1" y="1"/>
                    <a:pt x="1" y="0"/>
                  </a:cubicBezTo>
                  <a:cubicBezTo>
                    <a:pt x="1" y="0"/>
                    <a:pt x="1" y="0"/>
                    <a:pt x="1" y="0"/>
                  </a:cubicBezTo>
                  <a:cubicBezTo>
                    <a:pt x="2" y="0"/>
                    <a:pt x="2" y="0"/>
                    <a:pt x="2"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09" name="Freeform 356"/>
            <p:cNvSpPr>
              <a:spLocks/>
            </p:cNvSpPr>
            <p:nvPr/>
          </p:nvSpPr>
          <p:spPr bwMode="auto">
            <a:xfrm>
              <a:off x="5081" y="3260"/>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0" name="Freeform 357"/>
            <p:cNvSpPr>
              <a:spLocks/>
            </p:cNvSpPr>
            <p:nvPr/>
          </p:nvSpPr>
          <p:spPr bwMode="auto">
            <a:xfrm>
              <a:off x="5083" y="3260"/>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1" name="Freeform 358"/>
            <p:cNvSpPr>
              <a:spLocks/>
            </p:cNvSpPr>
            <p:nvPr/>
          </p:nvSpPr>
          <p:spPr bwMode="auto">
            <a:xfrm>
              <a:off x="5083" y="3260"/>
              <a:ext cx="5" cy="5"/>
            </a:xfrm>
            <a:custGeom>
              <a:avLst/>
              <a:gdLst>
                <a:gd name="T0" fmla="*/ 0 w 2"/>
                <a:gd name="T1" fmla="*/ 2 h 2"/>
                <a:gd name="T2" fmla="*/ 0 w 2"/>
                <a:gd name="T3" fmla="*/ 2 h 2"/>
                <a:gd name="T4" fmla="*/ 0 w 2"/>
                <a:gd name="T5" fmla="*/ 2 h 2"/>
                <a:gd name="T6" fmla="*/ 1 w 2"/>
                <a:gd name="T7" fmla="*/ 1 h 2"/>
                <a:gd name="T8" fmla="*/ 1 w 2"/>
                <a:gd name="T9" fmla="*/ 1 h 2"/>
                <a:gd name="T10" fmla="*/ 1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1" y="1"/>
                    <a:pt x="1" y="1"/>
                    <a:pt x="1" y="1"/>
                  </a:cubicBezTo>
                  <a:cubicBezTo>
                    <a:pt x="1" y="0"/>
                    <a:pt x="1" y="0"/>
                    <a:pt x="1" y="1"/>
                  </a:cubicBezTo>
                  <a:cubicBezTo>
                    <a:pt x="2" y="1"/>
                    <a:pt x="2"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2" name="Freeform 359"/>
            <p:cNvSpPr>
              <a:spLocks/>
            </p:cNvSpPr>
            <p:nvPr/>
          </p:nvSpPr>
          <p:spPr bwMode="auto">
            <a:xfrm>
              <a:off x="5068" y="3252"/>
              <a:ext cx="2" cy="8"/>
            </a:xfrm>
            <a:custGeom>
              <a:avLst/>
              <a:gdLst>
                <a:gd name="T0" fmla="*/ 0 w 1"/>
                <a:gd name="T1" fmla="*/ 3 h 3"/>
                <a:gd name="T2" fmla="*/ 0 w 1"/>
                <a:gd name="T3" fmla="*/ 2 h 3"/>
                <a:gd name="T4" fmla="*/ 0 w 1"/>
                <a:gd name="T5" fmla="*/ 1 h 3"/>
                <a:gd name="T6" fmla="*/ 0 w 1"/>
                <a:gd name="T7" fmla="*/ 0 h 3"/>
                <a:gd name="T8" fmla="*/ 1 w 1"/>
                <a:gd name="T9" fmla="*/ 0 h 3"/>
                <a:gd name="T10" fmla="*/ 1 w 1"/>
                <a:gd name="T11" fmla="*/ 0 h 3"/>
                <a:gd name="T12" fmla="*/ 1 w 1"/>
                <a:gd name="T13" fmla="*/ 1 h 3"/>
                <a:gd name="T14" fmla="*/ 1 w 1"/>
                <a:gd name="T15" fmla="*/ 2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2"/>
                    <a:pt x="0" y="2"/>
                  </a:cubicBezTo>
                  <a:cubicBezTo>
                    <a:pt x="0" y="2"/>
                    <a:pt x="0" y="1"/>
                    <a:pt x="0" y="1"/>
                  </a:cubicBezTo>
                  <a:cubicBezTo>
                    <a:pt x="0" y="1"/>
                    <a:pt x="0" y="1"/>
                    <a:pt x="0" y="0"/>
                  </a:cubicBezTo>
                  <a:cubicBezTo>
                    <a:pt x="0" y="0"/>
                    <a:pt x="1" y="0"/>
                    <a:pt x="1" y="0"/>
                  </a:cubicBezTo>
                  <a:cubicBezTo>
                    <a:pt x="1" y="0"/>
                    <a:pt x="1" y="0"/>
                    <a:pt x="1" y="0"/>
                  </a:cubicBezTo>
                  <a:cubicBezTo>
                    <a:pt x="1" y="1"/>
                    <a:pt x="1" y="1"/>
                    <a:pt x="1" y="1"/>
                  </a:cubicBezTo>
                  <a:cubicBezTo>
                    <a:pt x="1" y="2"/>
                    <a:pt x="1" y="2"/>
                    <a:pt x="1" y="2"/>
                  </a:cubicBezTo>
                  <a:cubicBezTo>
                    <a:pt x="1"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3" name="Freeform 360"/>
            <p:cNvSpPr>
              <a:spLocks/>
            </p:cNvSpPr>
            <p:nvPr/>
          </p:nvSpPr>
          <p:spPr bwMode="auto">
            <a:xfrm>
              <a:off x="5078" y="3257"/>
              <a:ext cx="3" cy="8"/>
            </a:xfrm>
            <a:custGeom>
              <a:avLst/>
              <a:gdLst>
                <a:gd name="T0" fmla="*/ 0 w 1"/>
                <a:gd name="T1" fmla="*/ 3 h 3"/>
                <a:gd name="T2" fmla="*/ 0 w 1"/>
                <a:gd name="T3" fmla="*/ 3 h 3"/>
                <a:gd name="T4" fmla="*/ 0 w 1"/>
                <a:gd name="T5" fmla="*/ 2 h 3"/>
                <a:gd name="T6" fmla="*/ 0 w 1"/>
                <a:gd name="T7" fmla="*/ 2 h 3"/>
                <a:gd name="T8" fmla="*/ 0 w 1"/>
                <a:gd name="T9" fmla="*/ 1 h 3"/>
                <a:gd name="T10" fmla="*/ 1 w 1"/>
                <a:gd name="T11" fmla="*/ 1 h 3"/>
                <a:gd name="T12" fmla="*/ 1 w 1"/>
                <a:gd name="T13" fmla="*/ 1 h 3"/>
                <a:gd name="T14" fmla="*/ 1 w 1"/>
                <a:gd name="T15" fmla="*/ 2 h 3"/>
                <a:gd name="T16" fmla="*/ 0 w 1"/>
                <a:gd name="T17" fmla="*/ 2 h 3"/>
                <a:gd name="T18" fmla="*/ 0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3"/>
                  </a:moveTo>
                  <a:cubicBezTo>
                    <a:pt x="0" y="3"/>
                    <a:pt x="0" y="3"/>
                    <a:pt x="0" y="3"/>
                  </a:cubicBezTo>
                  <a:cubicBezTo>
                    <a:pt x="0" y="3"/>
                    <a:pt x="0" y="3"/>
                    <a:pt x="0" y="2"/>
                  </a:cubicBezTo>
                  <a:cubicBezTo>
                    <a:pt x="0" y="2"/>
                    <a:pt x="0" y="2"/>
                    <a:pt x="0" y="2"/>
                  </a:cubicBezTo>
                  <a:cubicBezTo>
                    <a:pt x="0" y="1"/>
                    <a:pt x="0" y="1"/>
                    <a:pt x="0" y="1"/>
                  </a:cubicBezTo>
                  <a:cubicBezTo>
                    <a:pt x="0" y="1"/>
                    <a:pt x="0" y="0"/>
                    <a:pt x="1" y="1"/>
                  </a:cubicBezTo>
                  <a:cubicBezTo>
                    <a:pt x="1" y="1"/>
                    <a:pt x="1" y="1"/>
                    <a:pt x="1" y="1"/>
                  </a:cubicBezTo>
                  <a:cubicBezTo>
                    <a:pt x="1" y="1"/>
                    <a:pt x="1" y="1"/>
                    <a:pt x="1" y="2"/>
                  </a:cubicBezTo>
                  <a:cubicBezTo>
                    <a:pt x="1" y="2"/>
                    <a:pt x="1"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4" name="Freeform 361"/>
            <p:cNvSpPr>
              <a:spLocks/>
            </p:cNvSpPr>
            <p:nvPr/>
          </p:nvSpPr>
          <p:spPr bwMode="auto">
            <a:xfrm>
              <a:off x="5106" y="3229"/>
              <a:ext cx="3" cy="3"/>
            </a:xfrm>
            <a:custGeom>
              <a:avLst/>
              <a:gdLst>
                <a:gd name="T0" fmla="*/ 0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5" name="Freeform 362"/>
            <p:cNvSpPr>
              <a:spLocks/>
            </p:cNvSpPr>
            <p:nvPr/>
          </p:nvSpPr>
          <p:spPr bwMode="auto">
            <a:xfrm>
              <a:off x="5096" y="3257"/>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6" name="Freeform 363"/>
            <p:cNvSpPr>
              <a:spLocks/>
            </p:cNvSpPr>
            <p:nvPr/>
          </p:nvSpPr>
          <p:spPr bwMode="auto">
            <a:xfrm>
              <a:off x="5093" y="3255"/>
              <a:ext cx="3"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7" name="Freeform 364"/>
            <p:cNvSpPr>
              <a:spLocks/>
            </p:cNvSpPr>
            <p:nvPr/>
          </p:nvSpPr>
          <p:spPr bwMode="auto">
            <a:xfrm>
              <a:off x="5106" y="3244"/>
              <a:ext cx="3" cy="5"/>
            </a:xfrm>
            <a:custGeom>
              <a:avLst/>
              <a:gdLst>
                <a:gd name="T0" fmla="*/ 0 w 1"/>
                <a:gd name="T1" fmla="*/ 2 h 2"/>
                <a:gd name="T2" fmla="*/ 0 w 1"/>
                <a:gd name="T3" fmla="*/ 2 h 2"/>
                <a:gd name="T4" fmla="*/ 0 w 1"/>
                <a:gd name="T5" fmla="*/ 1 h 2"/>
                <a:gd name="T6" fmla="*/ 0 w 1"/>
                <a:gd name="T7" fmla="*/ 0 h 2"/>
                <a:gd name="T8" fmla="*/ 0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0" y="0"/>
                    <a:pt x="0" y="0"/>
                    <a:pt x="0" y="0"/>
                  </a:cubicBezTo>
                  <a:cubicBezTo>
                    <a:pt x="0" y="0"/>
                    <a:pt x="1" y="0"/>
                    <a:pt x="1" y="0"/>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8" name="Freeform 365"/>
            <p:cNvSpPr>
              <a:spLocks/>
            </p:cNvSpPr>
            <p:nvPr/>
          </p:nvSpPr>
          <p:spPr bwMode="auto">
            <a:xfrm>
              <a:off x="5070" y="3249"/>
              <a:ext cx="3" cy="8"/>
            </a:xfrm>
            <a:custGeom>
              <a:avLst/>
              <a:gdLst>
                <a:gd name="T0" fmla="*/ 1 w 1"/>
                <a:gd name="T1" fmla="*/ 3 h 3"/>
                <a:gd name="T2" fmla="*/ 0 w 1"/>
                <a:gd name="T3" fmla="*/ 2 h 3"/>
                <a:gd name="T4" fmla="*/ 0 w 1"/>
                <a:gd name="T5" fmla="*/ 2 h 3"/>
                <a:gd name="T6" fmla="*/ 1 w 1"/>
                <a:gd name="T7" fmla="*/ 1 h 3"/>
                <a:gd name="T8" fmla="*/ 1 w 1"/>
                <a:gd name="T9" fmla="*/ 0 h 3"/>
                <a:gd name="T10" fmla="*/ 1 w 1"/>
                <a:gd name="T11" fmla="*/ 1 h 3"/>
                <a:gd name="T12" fmla="*/ 1 w 1"/>
                <a:gd name="T13" fmla="*/ 2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0" y="3"/>
                    <a:pt x="0" y="2"/>
                  </a:cubicBezTo>
                  <a:cubicBezTo>
                    <a:pt x="0" y="2"/>
                    <a:pt x="0" y="2"/>
                    <a:pt x="0" y="2"/>
                  </a:cubicBezTo>
                  <a:cubicBezTo>
                    <a:pt x="0" y="2"/>
                    <a:pt x="1" y="1"/>
                    <a:pt x="1" y="1"/>
                  </a:cubicBezTo>
                  <a:cubicBezTo>
                    <a:pt x="1" y="0"/>
                    <a:pt x="1" y="0"/>
                    <a:pt x="1" y="0"/>
                  </a:cubicBezTo>
                  <a:cubicBezTo>
                    <a:pt x="1" y="0"/>
                    <a:pt x="1" y="1"/>
                    <a:pt x="1" y="1"/>
                  </a:cubicBezTo>
                  <a:cubicBezTo>
                    <a:pt x="1" y="1"/>
                    <a:pt x="1" y="2"/>
                    <a:pt x="1" y="2"/>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9" name="Freeform 366"/>
            <p:cNvSpPr>
              <a:spLocks/>
            </p:cNvSpPr>
            <p:nvPr/>
          </p:nvSpPr>
          <p:spPr bwMode="auto">
            <a:xfrm>
              <a:off x="5065" y="3237"/>
              <a:ext cx="3" cy="5"/>
            </a:xfrm>
            <a:custGeom>
              <a:avLst/>
              <a:gdLst>
                <a:gd name="T0" fmla="*/ 0 w 1"/>
                <a:gd name="T1" fmla="*/ 2 h 2"/>
                <a:gd name="T2" fmla="*/ 0 w 1"/>
                <a:gd name="T3" fmla="*/ 2 h 2"/>
                <a:gd name="T4" fmla="*/ 0 w 1"/>
                <a:gd name="T5" fmla="*/ 2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0"/>
                    <a:pt x="0" y="0"/>
                  </a:cubicBezTo>
                  <a:cubicBezTo>
                    <a:pt x="0" y="0"/>
                    <a:pt x="0"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0" name="Freeform 367"/>
            <p:cNvSpPr>
              <a:spLocks/>
            </p:cNvSpPr>
            <p:nvPr/>
          </p:nvSpPr>
          <p:spPr bwMode="auto">
            <a:xfrm>
              <a:off x="5063" y="3237"/>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1" name="Freeform 368"/>
            <p:cNvSpPr>
              <a:spLocks/>
            </p:cNvSpPr>
            <p:nvPr/>
          </p:nvSpPr>
          <p:spPr bwMode="auto">
            <a:xfrm>
              <a:off x="5065" y="3237"/>
              <a:ext cx="3" cy="5"/>
            </a:xfrm>
            <a:custGeom>
              <a:avLst/>
              <a:gdLst>
                <a:gd name="T0" fmla="*/ 0 w 1"/>
                <a:gd name="T1" fmla="*/ 2 h 2"/>
                <a:gd name="T2" fmla="*/ 0 w 1"/>
                <a:gd name="T3" fmla="*/ 2 h 2"/>
                <a:gd name="T4" fmla="*/ 0 w 1"/>
                <a:gd name="T5" fmla="*/ 2 h 2"/>
                <a:gd name="T6" fmla="*/ 0 w 1"/>
                <a:gd name="T7" fmla="*/ 1 h 2"/>
                <a:gd name="T8" fmla="*/ 0 w 1"/>
                <a:gd name="T9" fmla="*/ 0 h 2"/>
                <a:gd name="T10" fmla="*/ 0 w 1"/>
                <a:gd name="T11" fmla="*/ 0 h 2"/>
                <a:gd name="T12" fmla="*/ 1 w 1"/>
                <a:gd name="T13" fmla="*/ 0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0" y="2"/>
                    <a:pt x="0" y="1"/>
                    <a:pt x="0" y="1"/>
                  </a:cubicBezTo>
                  <a:cubicBezTo>
                    <a:pt x="0" y="0"/>
                    <a:pt x="0" y="0"/>
                    <a:pt x="0" y="0"/>
                  </a:cubicBezTo>
                  <a:cubicBezTo>
                    <a:pt x="0" y="0"/>
                    <a:pt x="0" y="0"/>
                    <a:pt x="0"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2" name="Freeform 369"/>
            <p:cNvSpPr>
              <a:spLocks/>
            </p:cNvSpPr>
            <p:nvPr/>
          </p:nvSpPr>
          <p:spPr bwMode="auto">
            <a:xfrm>
              <a:off x="5065" y="3249"/>
              <a:ext cx="3" cy="3"/>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3" name="Freeform 370"/>
            <p:cNvSpPr>
              <a:spLocks/>
            </p:cNvSpPr>
            <p:nvPr/>
          </p:nvSpPr>
          <p:spPr bwMode="auto">
            <a:xfrm>
              <a:off x="5065" y="3249"/>
              <a:ext cx="3" cy="6"/>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1"/>
                    <a:pt x="1" y="1"/>
                  </a:cubicBezTo>
                  <a:cubicBezTo>
                    <a:pt x="0" y="1"/>
                    <a:pt x="0" y="1"/>
                    <a:pt x="0" y="1"/>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4" name="Freeform 371"/>
            <p:cNvSpPr>
              <a:spLocks/>
            </p:cNvSpPr>
            <p:nvPr/>
          </p:nvSpPr>
          <p:spPr bwMode="auto">
            <a:xfrm>
              <a:off x="5065" y="3252"/>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5" name="Freeform 372"/>
            <p:cNvSpPr>
              <a:spLocks/>
            </p:cNvSpPr>
            <p:nvPr/>
          </p:nvSpPr>
          <p:spPr bwMode="auto">
            <a:xfrm>
              <a:off x="5065" y="3252"/>
              <a:ext cx="5" cy="5"/>
            </a:xfrm>
            <a:custGeom>
              <a:avLst/>
              <a:gdLst>
                <a:gd name="T0" fmla="*/ 1 w 2"/>
                <a:gd name="T1" fmla="*/ 2 h 2"/>
                <a:gd name="T2" fmla="*/ 1 w 2"/>
                <a:gd name="T3" fmla="*/ 1 h 2"/>
                <a:gd name="T4" fmla="*/ 1 w 2"/>
                <a:gd name="T5" fmla="*/ 1 h 2"/>
                <a:gd name="T6" fmla="*/ 1 w 2"/>
                <a:gd name="T7" fmla="*/ 0 h 2"/>
                <a:gd name="T8" fmla="*/ 2 w 2"/>
                <a:gd name="T9" fmla="*/ 0 h 2"/>
                <a:gd name="T10" fmla="*/ 2 w 2"/>
                <a:gd name="T11" fmla="*/ 0 h 2"/>
                <a:gd name="T12" fmla="*/ 1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1"/>
                    <a:pt x="1" y="1"/>
                  </a:cubicBezTo>
                  <a:cubicBezTo>
                    <a:pt x="0" y="1"/>
                    <a:pt x="0" y="1"/>
                    <a:pt x="1" y="1"/>
                  </a:cubicBezTo>
                  <a:cubicBezTo>
                    <a:pt x="1" y="0"/>
                    <a:pt x="1" y="0"/>
                    <a:pt x="1" y="0"/>
                  </a:cubicBezTo>
                  <a:cubicBezTo>
                    <a:pt x="1" y="0"/>
                    <a:pt x="2" y="0"/>
                    <a:pt x="2" y="0"/>
                  </a:cubicBezTo>
                  <a:cubicBezTo>
                    <a:pt x="2" y="0"/>
                    <a:pt x="2" y="0"/>
                    <a:pt x="2" y="0"/>
                  </a:cubicBezTo>
                  <a:cubicBezTo>
                    <a:pt x="1" y="1"/>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6" name="Freeform 373"/>
            <p:cNvSpPr>
              <a:spLocks/>
            </p:cNvSpPr>
            <p:nvPr/>
          </p:nvSpPr>
          <p:spPr bwMode="auto">
            <a:xfrm>
              <a:off x="5073" y="3252"/>
              <a:ext cx="3" cy="3"/>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7" name="Freeform 374"/>
            <p:cNvSpPr>
              <a:spLocks/>
            </p:cNvSpPr>
            <p:nvPr/>
          </p:nvSpPr>
          <p:spPr bwMode="auto">
            <a:xfrm>
              <a:off x="5073" y="3252"/>
              <a:ext cx="3" cy="5"/>
            </a:xfrm>
            <a:custGeom>
              <a:avLst/>
              <a:gdLst>
                <a:gd name="T0" fmla="*/ 0 w 1"/>
                <a:gd name="T1" fmla="*/ 2 h 2"/>
                <a:gd name="T2" fmla="*/ 0 w 1"/>
                <a:gd name="T3" fmla="*/ 1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1"/>
                    <a:pt x="0" y="1"/>
                  </a:cubicBezTo>
                  <a:cubicBezTo>
                    <a:pt x="0" y="1"/>
                    <a:pt x="0" y="1"/>
                    <a:pt x="0" y="1"/>
                  </a:cubicBezTo>
                  <a:cubicBezTo>
                    <a:pt x="1" y="0"/>
                    <a:pt x="1" y="0"/>
                    <a:pt x="1" y="0"/>
                  </a:cubicBezTo>
                  <a:cubicBezTo>
                    <a:pt x="1" y="0"/>
                    <a:pt x="1" y="0"/>
                    <a:pt x="1" y="0"/>
                  </a:cubicBezTo>
                  <a:cubicBezTo>
                    <a:pt x="1" y="0"/>
                    <a:pt x="1" y="1"/>
                    <a:pt x="1" y="1"/>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8" name="Freeform 375"/>
            <p:cNvSpPr>
              <a:spLocks/>
            </p:cNvSpPr>
            <p:nvPr/>
          </p:nvSpPr>
          <p:spPr bwMode="auto">
            <a:xfrm>
              <a:off x="5073" y="3255"/>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2" y="0"/>
                    <a:pt x="2" y="0"/>
                    <a:pt x="2" y="0"/>
                  </a:cubicBezTo>
                  <a:cubicBezTo>
                    <a:pt x="2" y="0"/>
                    <a:pt x="2" y="0"/>
                    <a:pt x="2" y="0"/>
                  </a:cubicBezTo>
                  <a:cubicBezTo>
                    <a:pt x="1" y="0"/>
                    <a:pt x="1" y="0"/>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29" name="Freeform 376"/>
            <p:cNvSpPr>
              <a:spLocks/>
            </p:cNvSpPr>
            <p:nvPr/>
          </p:nvSpPr>
          <p:spPr bwMode="auto">
            <a:xfrm>
              <a:off x="5076" y="3255"/>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0" name="Freeform 377"/>
            <p:cNvSpPr>
              <a:spLocks/>
            </p:cNvSpPr>
            <p:nvPr/>
          </p:nvSpPr>
          <p:spPr bwMode="auto">
            <a:xfrm>
              <a:off x="5076" y="3255"/>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2" y="0"/>
                    <a:pt x="2" y="0"/>
                    <a:pt x="2" y="0"/>
                  </a:cubicBezTo>
                  <a:cubicBezTo>
                    <a:pt x="2" y="0"/>
                    <a:pt x="2" y="0"/>
                    <a:pt x="2" y="0"/>
                  </a:cubicBezTo>
                  <a:cubicBezTo>
                    <a:pt x="2" y="0"/>
                    <a:pt x="2" y="0"/>
                    <a:pt x="2"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1" name="Freeform 378"/>
            <p:cNvSpPr>
              <a:spLocks/>
            </p:cNvSpPr>
            <p:nvPr/>
          </p:nvSpPr>
          <p:spPr bwMode="auto">
            <a:xfrm>
              <a:off x="5088" y="3257"/>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2" name="Freeform 379"/>
            <p:cNvSpPr>
              <a:spLocks/>
            </p:cNvSpPr>
            <p:nvPr/>
          </p:nvSpPr>
          <p:spPr bwMode="auto">
            <a:xfrm>
              <a:off x="5088" y="3255"/>
              <a:ext cx="5" cy="5"/>
            </a:xfrm>
            <a:custGeom>
              <a:avLst/>
              <a:gdLst>
                <a:gd name="T0" fmla="*/ 0 w 2"/>
                <a:gd name="T1" fmla="*/ 2 h 2"/>
                <a:gd name="T2" fmla="*/ 0 w 2"/>
                <a:gd name="T3" fmla="*/ 2 h 2"/>
                <a:gd name="T4" fmla="*/ 0 w 2"/>
                <a:gd name="T5" fmla="*/ 2 h 2"/>
                <a:gd name="T6" fmla="*/ 1 w 2"/>
                <a:gd name="T7" fmla="*/ 1 h 2"/>
                <a:gd name="T8" fmla="*/ 1 w 2"/>
                <a:gd name="T9" fmla="*/ 1 h 2"/>
                <a:gd name="T10" fmla="*/ 2 w 2"/>
                <a:gd name="T11" fmla="*/ 1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2"/>
                    <a:pt x="1" y="1"/>
                    <a:pt x="1" y="1"/>
                  </a:cubicBezTo>
                  <a:cubicBezTo>
                    <a:pt x="1" y="0"/>
                    <a:pt x="1" y="0"/>
                    <a:pt x="1" y="1"/>
                  </a:cubicBezTo>
                  <a:cubicBezTo>
                    <a:pt x="2" y="1"/>
                    <a:pt x="2" y="1"/>
                    <a:pt x="2" y="1"/>
                  </a:cubicBezTo>
                  <a:cubicBezTo>
                    <a:pt x="1" y="1"/>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3" name="Freeform 380"/>
            <p:cNvSpPr>
              <a:spLocks/>
            </p:cNvSpPr>
            <p:nvPr/>
          </p:nvSpPr>
          <p:spPr bwMode="auto">
            <a:xfrm>
              <a:off x="5091" y="3255"/>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4" name="Freeform 381"/>
            <p:cNvSpPr>
              <a:spLocks/>
            </p:cNvSpPr>
            <p:nvPr/>
          </p:nvSpPr>
          <p:spPr bwMode="auto">
            <a:xfrm>
              <a:off x="5068" y="3219"/>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1"/>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5" name="Freeform 382"/>
            <p:cNvSpPr>
              <a:spLocks/>
            </p:cNvSpPr>
            <p:nvPr/>
          </p:nvSpPr>
          <p:spPr bwMode="auto">
            <a:xfrm>
              <a:off x="5068" y="3222"/>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2 w 2"/>
                <a:gd name="T11" fmla="*/ 0 h 1"/>
                <a:gd name="T12" fmla="*/ 2 w 2"/>
                <a:gd name="T13" fmla="*/ 0 h 1"/>
                <a:gd name="T14" fmla="*/ 1 w 2"/>
                <a:gd name="T15" fmla="*/ 1 h 1"/>
                <a:gd name="T16" fmla="*/ 1 w 2"/>
                <a:gd name="T17" fmla="*/ 1 h 1"/>
                <a:gd name="T18" fmla="*/ 1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cubicBezTo>
                    <a:pt x="0" y="1"/>
                    <a:pt x="0" y="1"/>
                    <a:pt x="0" y="1"/>
                  </a:cubicBezTo>
                  <a:cubicBezTo>
                    <a:pt x="0" y="1"/>
                    <a:pt x="0" y="1"/>
                    <a:pt x="0" y="1"/>
                  </a:cubicBezTo>
                  <a:cubicBezTo>
                    <a:pt x="1" y="0"/>
                    <a:pt x="1" y="0"/>
                    <a:pt x="1" y="0"/>
                  </a:cubicBezTo>
                  <a:cubicBezTo>
                    <a:pt x="1" y="0"/>
                    <a:pt x="1" y="0"/>
                    <a:pt x="1" y="0"/>
                  </a:cubicBezTo>
                  <a:cubicBezTo>
                    <a:pt x="2" y="0"/>
                    <a:pt x="2"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6" name="Freeform 383"/>
            <p:cNvSpPr>
              <a:spLocks/>
            </p:cNvSpPr>
            <p:nvPr/>
          </p:nvSpPr>
          <p:spPr bwMode="auto">
            <a:xfrm>
              <a:off x="5073" y="3222"/>
              <a:ext cx="8" cy="7"/>
            </a:xfrm>
            <a:custGeom>
              <a:avLst/>
              <a:gdLst>
                <a:gd name="T0" fmla="*/ 0 w 3"/>
                <a:gd name="T1" fmla="*/ 3 h 3"/>
                <a:gd name="T2" fmla="*/ 0 w 3"/>
                <a:gd name="T3" fmla="*/ 3 h 3"/>
                <a:gd name="T4" fmla="*/ 0 w 3"/>
                <a:gd name="T5" fmla="*/ 3 h 3"/>
                <a:gd name="T6" fmla="*/ 2 w 3"/>
                <a:gd name="T7" fmla="*/ 1 h 3"/>
                <a:gd name="T8" fmla="*/ 3 w 3"/>
                <a:gd name="T9" fmla="*/ 0 h 3"/>
                <a:gd name="T10" fmla="*/ 3 w 3"/>
                <a:gd name="T11" fmla="*/ 0 h 3"/>
                <a:gd name="T12" fmla="*/ 3 w 3"/>
                <a:gd name="T13" fmla="*/ 1 h 3"/>
                <a:gd name="T14" fmla="*/ 2 w 3"/>
                <a:gd name="T15" fmla="*/ 1 h 3"/>
                <a:gd name="T16" fmla="*/ 1 w 3"/>
                <a:gd name="T17" fmla="*/ 3 h 3"/>
                <a:gd name="T18" fmla="*/ 0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3"/>
                  </a:moveTo>
                  <a:cubicBezTo>
                    <a:pt x="0" y="3"/>
                    <a:pt x="0" y="3"/>
                    <a:pt x="0" y="3"/>
                  </a:cubicBezTo>
                  <a:cubicBezTo>
                    <a:pt x="0" y="3"/>
                    <a:pt x="0" y="3"/>
                    <a:pt x="0" y="3"/>
                  </a:cubicBezTo>
                  <a:cubicBezTo>
                    <a:pt x="1" y="2"/>
                    <a:pt x="1" y="2"/>
                    <a:pt x="2" y="1"/>
                  </a:cubicBezTo>
                  <a:cubicBezTo>
                    <a:pt x="3" y="0"/>
                    <a:pt x="3" y="0"/>
                    <a:pt x="3" y="0"/>
                  </a:cubicBezTo>
                  <a:cubicBezTo>
                    <a:pt x="3" y="0"/>
                    <a:pt x="3" y="0"/>
                    <a:pt x="3" y="0"/>
                  </a:cubicBezTo>
                  <a:cubicBezTo>
                    <a:pt x="3" y="1"/>
                    <a:pt x="3" y="1"/>
                    <a:pt x="3" y="1"/>
                  </a:cubicBezTo>
                  <a:cubicBezTo>
                    <a:pt x="2" y="1"/>
                    <a:pt x="2" y="1"/>
                    <a:pt x="2" y="1"/>
                  </a:cubicBezTo>
                  <a:cubicBezTo>
                    <a:pt x="2" y="2"/>
                    <a:pt x="1" y="2"/>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7" name="Freeform 384"/>
            <p:cNvSpPr>
              <a:spLocks/>
            </p:cNvSpPr>
            <p:nvPr/>
          </p:nvSpPr>
          <p:spPr bwMode="auto">
            <a:xfrm>
              <a:off x="5076" y="3222"/>
              <a:ext cx="7" cy="7"/>
            </a:xfrm>
            <a:custGeom>
              <a:avLst/>
              <a:gdLst>
                <a:gd name="T0" fmla="*/ 0 w 3"/>
                <a:gd name="T1" fmla="*/ 3 h 3"/>
                <a:gd name="T2" fmla="*/ 0 w 3"/>
                <a:gd name="T3" fmla="*/ 3 h 3"/>
                <a:gd name="T4" fmla="*/ 0 w 3"/>
                <a:gd name="T5" fmla="*/ 3 h 3"/>
                <a:gd name="T6" fmla="*/ 3 w 3"/>
                <a:gd name="T7" fmla="*/ 0 h 3"/>
                <a:gd name="T8" fmla="*/ 3 w 3"/>
                <a:gd name="T9" fmla="*/ 0 h 3"/>
                <a:gd name="T10" fmla="*/ 3 w 3"/>
                <a:gd name="T11" fmla="*/ 0 h 3"/>
                <a:gd name="T12" fmla="*/ 0 w 3"/>
                <a:gd name="T13" fmla="*/ 3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cubicBezTo>
                    <a:pt x="0" y="3"/>
                    <a:pt x="0" y="3"/>
                    <a:pt x="0" y="3"/>
                  </a:cubicBezTo>
                  <a:cubicBezTo>
                    <a:pt x="0" y="3"/>
                    <a:pt x="0" y="3"/>
                    <a:pt x="0" y="3"/>
                  </a:cubicBezTo>
                  <a:cubicBezTo>
                    <a:pt x="1" y="2"/>
                    <a:pt x="2" y="1"/>
                    <a:pt x="3" y="0"/>
                  </a:cubicBezTo>
                  <a:cubicBezTo>
                    <a:pt x="3" y="0"/>
                    <a:pt x="3" y="0"/>
                    <a:pt x="3" y="0"/>
                  </a:cubicBezTo>
                  <a:cubicBezTo>
                    <a:pt x="3" y="0"/>
                    <a:pt x="3" y="0"/>
                    <a:pt x="3"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8" name="Freeform 385"/>
            <p:cNvSpPr>
              <a:spLocks/>
            </p:cNvSpPr>
            <p:nvPr/>
          </p:nvSpPr>
          <p:spPr bwMode="auto">
            <a:xfrm>
              <a:off x="5081" y="3222"/>
              <a:ext cx="5" cy="5"/>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39" name="Freeform 386"/>
            <p:cNvSpPr>
              <a:spLocks/>
            </p:cNvSpPr>
            <p:nvPr/>
          </p:nvSpPr>
          <p:spPr bwMode="auto">
            <a:xfrm>
              <a:off x="5083" y="3219"/>
              <a:ext cx="5" cy="8"/>
            </a:xfrm>
            <a:custGeom>
              <a:avLst/>
              <a:gdLst>
                <a:gd name="T0" fmla="*/ 0 w 2"/>
                <a:gd name="T1" fmla="*/ 3 h 3"/>
                <a:gd name="T2" fmla="*/ 0 w 2"/>
                <a:gd name="T3" fmla="*/ 2 h 3"/>
                <a:gd name="T4" fmla="*/ 0 w 2"/>
                <a:gd name="T5" fmla="*/ 2 h 3"/>
                <a:gd name="T6" fmla="*/ 2 w 2"/>
                <a:gd name="T7" fmla="*/ 0 h 3"/>
                <a:gd name="T8" fmla="*/ 2 w 2"/>
                <a:gd name="T9" fmla="*/ 0 h 3"/>
                <a:gd name="T10" fmla="*/ 2 w 2"/>
                <a:gd name="T11" fmla="*/ 1 h 3"/>
                <a:gd name="T12" fmla="*/ 0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0" y="2"/>
                    <a:pt x="1" y="1"/>
                    <a:pt x="2" y="0"/>
                  </a:cubicBezTo>
                  <a:cubicBezTo>
                    <a:pt x="2" y="0"/>
                    <a:pt x="2" y="0"/>
                    <a:pt x="2" y="0"/>
                  </a:cubicBezTo>
                  <a:cubicBezTo>
                    <a:pt x="2" y="1"/>
                    <a:pt x="2" y="1"/>
                    <a:pt x="2" y="1"/>
                  </a:cubicBezTo>
                  <a:cubicBezTo>
                    <a:pt x="1" y="1"/>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0" name="Freeform 387"/>
            <p:cNvSpPr>
              <a:spLocks/>
            </p:cNvSpPr>
            <p:nvPr/>
          </p:nvSpPr>
          <p:spPr bwMode="auto">
            <a:xfrm>
              <a:off x="5083" y="3219"/>
              <a:ext cx="8" cy="5"/>
            </a:xfrm>
            <a:custGeom>
              <a:avLst/>
              <a:gdLst>
                <a:gd name="T0" fmla="*/ 1 w 3"/>
                <a:gd name="T1" fmla="*/ 2 h 2"/>
                <a:gd name="T2" fmla="*/ 0 w 3"/>
                <a:gd name="T3" fmla="*/ 2 h 2"/>
                <a:gd name="T4" fmla="*/ 0 w 3"/>
                <a:gd name="T5" fmla="*/ 2 h 2"/>
                <a:gd name="T6" fmla="*/ 2 w 3"/>
                <a:gd name="T7" fmla="*/ 0 h 2"/>
                <a:gd name="T8" fmla="*/ 3 w 3"/>
                <a:gd name="T9" fmla="*/ 0 h 2"/>
                <a:gd name="T10" fmla="*/ 3 w 3"/>
                <a:gd name="T11" fmla="*/ 1 h 2"/>
                <a:gd name="T12" fmla="*/ 1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1" y="2"/>
                    <a:pt x="0" y="2"/>
                  </a:cubicBezTo>
                  <a:cubicBezTo>
                    <a:pt x="0" y="2"/>
                    <a:pt x="0" y="2"/>
                    <a:pt x="0" y="2"/>
                  </a:cubicBezTo>
                  <a:cubicBezTo>
                    <a:pt x="1" y="2"/>
                    <a:pt x="2" y="1"/>
                    <a:pt x="2" y="0"/>
                  </a:cubicBezTo>
                  <a:cubicBezTo>
                    <a:pt x="2" y="0"/>
                    <a:pt x="2" y="0"/>
                    <a:pt x="3" y="0"/>
                  </a:cubicBezTo>
                  <a:cubicBezTo>
                    <a:pt x="3" y="1"/>
                    <a:pt x="3" y="1"/>
                    <a:pt x="3" y="1"/>
                  </a:cubicBezTo>
                  <a:cubicBezTo>
                    <a:pt x="2"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1" name="Freeform 388"/>
            <p:cNvSpPr>
              <a:spLocks/>
            </p:cNvSpPr>
            <p:nvPr/>
          </p:nvSpPr>
          <p:spPr bwMode="auto">
            <a:xfrm>
              <a:off x="5086" y="3222"/>
              <a:ext cx="5" cy="5"/>
            </a:xfrm>
            <a:custGeom>
              <a:avLst/>
              <a:gdLst>
                <a:gd name="T0" fmla="*/ 1 w 2"/>
                <a:gd name="T1" fmla="*/ 2 h 2"/>
                <a:gd name="T2" fmla="*/ 0 w 2"/>
                <a:gd name="T3" fmla="*/ 1 h 2"/>
                <a:gd name="T4" fmla="*/ 0 w 2"/>
                <a:gd name="T5" fmla="*/ 1 h 2"/>
                <a:gd name="T6" fmla="*/ 2 w 2"/>
                <a:gd name="T7" fmla="*/ 0 h 2"/>
                <a:gd name="T8" fmla="*/ 2 w 2"/>
                <a:gd name="T9" fmla="*/ 0 h 2"/>
                <a:gd name="T10" fmla="*/ 2 w 2"/>
                <a:gd name="T11" fmla="*/ 0 h 2"/>
                <a:gd name="T12" fmla="*/ 1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1"/>
                  </a:cubicBezTo>
                  <a:cubicBezTo>
                    <a:pt x="0" y="1"/>
                    <a:pt x="0" y="1"/>
                    <a:pt x="0" y="1"/>
                  </a:cubicBezTo>
                  <a:cubicBezTo>
                    <a:pt x="1" y="1"/>
                    <a:pt x="2" y="0"/>
                    <a:pt x="2" y="0"/>
                  </a:cubicBezTo>
                  <a:cubicBezTo>
                    <a:pt x="2" y="0"/>
                    <a:pt x="2" y="0"/>
                    <a:pt x="2" y="0"/>
                  </a:cubicBezTo>
                  <a:cubicBezTo>
                    <a:pt x="2" y="0"/>
                    <a:pt x="2" y="0"/>
                    <a:pt x="2" y="0"/>
                  </a:cubicBezTo>
                  <a:cubicBezTo>
                    <a:pt x="2" y="0"/>
                    <a:pt x="1" y="1"/>
                    <a:pt x="1" y="1"/>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2" name="Freeform 389"/>
            <p:cNvSpPr>
              <a:spLocks/>
            </p:cNvSpPr>
            <p:nvPr/>
          </p:nvSpPr>
          <p:spPr bwMode="auto">
            <a:xfrm>
              <a:off x="5088" y="3222"/>
              <a:ext cx="5" cy="5"/>
            </a:xfrm>
            <a:custGeom>
              <a:avLst/>
              <a:gdLst>
                <a:gd name="T0" fmla="*/ 0 w 2"/>
                <a:gd name="T1" fmla="*/ 2 h 2"/>
                <a:gd name="T2" fmla="*/ 0 w 2"/>
                <a:gd name="T3" fmla="*/ 1 h 2"/>
                <a:gd name="T4" fmla="*/ 0 w 2"/>
                <a:gd name="T5" fmla="*/ 1 h 2"/>
                <a:gd name="T6" fmla="*/ 1 w 2"/>
                <a:gd name="T7" fmla="*/ 0 h 2"/>
                <a:gd name="T8" fmla="*/ 2 w 2"/>
                <a:gd name="T9" fmla="*/ 0 h 2"/>
                <a:gd name="T10" fmla="*/ 2 w 2"/>
                <a:gd name="T11" fmla="*/ 0 h 2"/>
                <a:gd name="T12" fmla="*/ 2 w 2"/>
                <a:gd name="T13" fmla="*/ 0 h 2"/>
                <a:gd name="T14" fmla="*/ 1 w 2"/>
                <a:gd name="T15" fmla="*/ 1 h 2"/>
                <a:gd name="T16" fmla="*/ 1 w 2"/>
                <a:gd name="T17" fmla="*/ 1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1"/>
                    <a:pt x="0" y="1"/>
                  </a:cubicBezTo>
                  <a:cubicBezTo>
                    <a:pt x="0" y="1"/>
                    <a:pt x="0" y="1"/>
                    <a:pt x="0" y="1"/>
                  </a:cubicBezTo>
                  <a:cubicBezTo>
                    <a:pt x="1" y="1"/>
                    <a:pt x="1" y="1"/>
                    <a:pt x="1"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3" name="Freeform 390"/>
            <p:cNvSpPr>
              <a:spLocks/>
            </p:cNvSpPr>
            <p:nvPr/>
          </p:nvSpPr>
          <p:spPr bwMode="auto">
            <a:xfrm>
              <a:off x="5091" y="3222"/>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0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0" y="2"/>
                    <a:pt x="0" y="2"/>
                  </a:cubicBezTo>
                  <a:cubicBezTo>
                    <a:pt x="0" y="1"/>
                    <a:pt x="1" y="1"/>
                    <a:pt x="1" y="0"/>
                  </a:cubicBezTo>
                  <a:cubicBezTo>
                    <a:pt x="2" y="0"/>
                    <a:pt x="2" y="0"/>
                    <a:pt x="2" y="0"/>
                  </a:cubicBezTo>
                  <a:cubicBezTo>
                    <a:pt x="2" y="1"/>
                    <a:pt x="2" y="1"/>
                    <a:pt x="2" y="1"/>
                  </a:cubicBezTo>
                  <a:cubicBezTo>
                    <a:pt x="1" y="1"/>
                    <a:pt x="1"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4" name="Freeform 391"/>
            <p:cNvSpPr>
              <a:spLocks/>
            </p:cNvSpPr>
            <p:nvPr/>
          </p:nvSpPr>
          <p:spPr bwMode="auto">
            <a:xfrm>
              <a:off x="5093" y="3224"/>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0 h 1"/>
                <a:gd name="T14" fmla="*/ 1 w 1"/>
                <a:gd name="T15" fmla="*/ 0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5" name="Freeform 392"/>
            <p:cNvSpPr>
              <a:spLocks/>
            </p:cNvSpPr>
            <p:nvPr/>
          </p:nvSpPr>
          <p:spPr bwMode="auto">
            <a:xfrm>
              <a:off x="5093" y="3224"/>
              <a:ext cx="5" cy="5"/>
            </a:xfrm>
            <a:custGeom>
              <a:avLst/>
              <a:gdLst>
                <a:gd name="T0" fmla="*/ 0 w 2"/>
                <a:gd name="T1" fmla="*/ 2 h 2"/>
                <a:gd name="T2" fmla="*/ 0 w 2"/>
                <a:gd name="T3" fmla="*/ 1 h 2"/>
                <a:gd name="T4" fmla="*/ 0 w 2"/>
                <a:gd name="T5" fmla="*/ 1 h 2"/>
                <a:gd name="T6" fmla="*/ 2 w 2"/>
                <a:gd name="T7" fmla="*/ 0 h 2"/>
                <a:gd name="T8" fmla="*/ 2 w 2"/>
                <a:gd name="T9" fmla="*/ 0 h 2"/>
                <a:gd name="T10" fmla="*/ 2 w 2"/>
                <a:gd name="T11" fmla="*/ 1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1"/>
                    <a:pt x="0" y="1"/>
                  </a:cubicBezTo>
                  <a:cubicBezTo>
                    <a:pt x="0" y="1"/>
                    <a:pt x="0" y="1"/>
                    <a:pt x="0" y="1"/>
                  </a:cubicBezTo>
                  <a:cubicBezTo>
                    <a:pt x="2" y="0"/>
                    <a:pt x="2" y="0"/>
                    <a:pt x="2" y="0"/>
                  </a:cubicBezTo>
                  <a:cubicBezTo>
                    <a:pt x="2" y="0"/>
                    <a:pt x="2" y="0"/>
                    <a:pt x="2" y="0"/>
                  </a:cubicBezTo>
                  <a:cubicBezTo>
                    <a:pt x="2" y="0"/>
                    <a:pt x="2" y="1"/>
                    <a:pt x="2"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6" name="Freeform 393"/>
            <p:cNvSpPr>
              <a:spLocks/>
            </p:cNvSpPr>
            <p:nvPr/>
          </p:nvSpPr>
          <p:spPr bwMode="auto">
            <a:xfrm>
              <a:off x="5096" y="3227"/>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7" name="Freeform 394"/>
            <p:cNvSpPr>
              <a:spLocks/>
            </p:cNvSpPr>
            <p:nvPr/>
          </p:nvSpPr>
          <p:spPr bwMode="auto">
            <a:xfrm>
              <a:off x="5096" y="3229"/>
              <a:ext cx="5" cy="3"/>
            </a:xfrm>
            <a:custGeom>
              <a:avLst/>
              <a:gdLst>
                <a:gd name="T0" fmla="*/ 0 w 2"/>
                <a:gd name="T1" fmla="*/ 1 h 1"/>
                <a:gd name="T2" fmla="*/ 0 w 2"/>
                <a:gd name="T3" fmla="*/ 0 h 1"/>
                <a:gd name="T4" fmla="*/ 0 w 2"/>
                <a:gd name="T5" fmla="*/ 0 h 1"/>
                <a:gd name="T6" fmla="*/ 2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0"/>
                  </a:cubicBezTo>
                  <a:cubicBezTo>
                    <a:pt x="0" y="0"/>
                    <a:pt x="0" y="0"/>
                    <a:pt x="0" y="0"/>
                  </a:cubicBezTo>
                  <a:cubicBezTo>
                    <a:pt x="2" y="0"/>
                    <a:pt x="2" y="0"/>
                    <a:pt x="2" y="0"/>
                  </a:cubicBezTo>
                  <a:cubicBezTo>
                    <a:pt x="2" y="0"/>
                    <a:pt x="2" y="0"/>
                    <a:pt x="2" y="0"/>
                  </a:cubicBezTo>
                  <a:cubicBezTo>
                    <a:pt x="2" y="0"/>
                    <a:pt x="2" y="0"/>
                    <a:pt x="2"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8" name="Freeform 395"/>
            <p:cNvSpPr>
              <a:spLocks/>
            </p:cNvSpPr>
            <p:nvPr/>
          </p:nvSpPr>
          <p:spPr bwMode="auto">
            <a:xfrm>
              <a:off x="5098" y="3229"/>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9" name="Freeform 396"/>
            <p:cNvSpPr>
              <a:spLocks/>
            </p:cNvSpPr>
            <p:nvPr/>
          </p:nvSpPr>
          <p:spPr bwMode="auto">
            <a:xfrm>
              <a:off x="5098" y="3229"/>
              <a:ext cx="3" cy="3"/>
            </a:xfrm>
            <a:custGeom>
              <a:avLst/>
              <a:gdLst>
                <a:gd name="T0" fmla="*/ 0 w 1"/>
                <a:gd name="T1" fmla="*/ 1 h 1"/>
                <a:gd name="T2" fmla="*/ 0 w 1"/>
                <a:gd name="T3" fmla="*/ 1 h 1"/>
                <a:gd name="T4" fmla="*/ 0 w 1"/>
                <a:gd name="T5" fmla="*/ 1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1"/>
                    <a:pt x="1" y="0"/>
                  </a:cubicBezTo>
                  <a:cubicBezTo>
                    <a:pt x="1" y="0"/>
                    <a:pt x="1" y="0"/>
                    <a:pt x="1" y="1"/>
                  </a:cubicBezTo>
                  <a:cubicBezTo>
                    <a:pt x="1" y="1"/>
                    <a:pt x="1" y="1"/>
                    <a:pt x="1" y="1"/>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0" name="Freeform 397"/>
            <p:cNvSpPr>
              <a:spLocks/>
            </p:cNvSpPr>
            <p:nvPr/>
          </p:nvSpPr>
          <p:spPr bwMode="auto">
            <a:xfrm>
              <a:off x="5098" y="3232"/>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1" name="Freeform 398"/>
            <p:cNvSpPr>
              <a:spLocks/>
            </p:cNvSpPr>
            <p:nvPr/>
          </p:nvSpPr>
          <p:spPr bwMode="auto">
            <a:xfrm>
              <a:off x="5098" y="3234"/>
              <a:ext cx="5" cy="3"/>
            </a:xfrm>
            <a:custGeom>
              <a:avLst/>
              <a:gdLst>
                <a:gd name="T0" fmla="*/ 1 w 2"/>
                <a:gd name="T1" fmla="*/ 1 h 1"/>
                <a:gd name="T2" fmla="*/ 0 w 2"/>
                <a:gd name="T3" fmla="*/ 0 h 1"/>
                <a:gd name="T4" fmla="*/ 1 w 2"/>
                <a:gd name="T5" fmla="*/ 0 h 1"/>
                <a:gd name="T6" fmla="*/ 1 w 2"/>
                <a:gd name="T7" fmla="*/ 0 h 1"/>
                <a:gd name="T8" fmla="*/ 2 w 2"/>
                <a:gd name="T9" fmla="*/ 0 h 1"/>
                <a:gd name="T10" fmla="*/ 2 w 2"/>
                <a:gd name="T11" fmla="*/ 0 h 1"/>
                <a:gd name="T12" fmla="*/ 1 w 2"/>
                <a:gd name="T13" fmla="*/ 0 h 1"/>
                <a:gd name="T14" fmla="*/ 1 w 2"/>
                <a:gd name="T15" fmla="*/ 0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0" y="1"/>
                    <a:pt x="0" y="0"/>
                  </a:cubicBezTo>
                  <a:cubicBezTo>
                    <a:pt x="0" y="0"/>
                    <a:pt x="0" y="0"/>
                    <a:pt x="1" y="0"/>
                  </a:cubicBezTo>
                  <a:cubicBezTo>
                    <a:pt x="1" y="0"/>
                    <a:pt x="1" y="0"/>
                    <a:pt x="1" y="0"/>
                  </a:cubicBezTo>
                  <a:cubicBezTo>
                    <a:pt x="1" y="0"/>
                    <a:pt x="2" y="0"/>
                    <a:pt x="2" y="0"/>
                  </a:cubicBezTo>
                  <a:cubicBezTo>
                    <a:pt x="2" y="0"/>
                    <a:pt x="2" y="0"/>
                    <a:pt x="2" y="0"/>
                  </a:cubicBezTo>
                  <a:cubicBezTo>
                    <a:pt x="1" y="0"/>
                    <a:pt x="1" y="0"/>
                    <a:pt x="1" y="0"/>
                  </a:cubicBezTo>
                  <a:cubicBezTo>
                    <a:pt x="1" y="0"/>
                    <a:pt x="1" y="0"/>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2" name="Freeform 399"/>
            <p:cNvSpPr>
              <a:spLocks/>
            </p:cNvSpPr>
            <p:nvPr/>
          </p:nvSpPr>
          <p:spPr bwMode="auto">
            <a:xfrm>
              <a:off x="5101" y="3234"/>
              <a:ext cx="2" cy="3"/>
            </a:xfrm>
            <a:custGeom>
              <a:avLst/>
              <a:gdLst>
                <a:gd name="T0" fmla="*/ 0 w 1"/>
                <a:gd name="T1" fmla="*/ 1 h 1"/>
                <a:gd name="T2" fmla="*/ 0 w 1"/>
                <a:gd name="T3" fmla="*/ 1 h 1"/>
                <a:gd name="T4" fmla="*/ 0 w 1"/>
                <a:gd name="T5" fmla="*/ 1 h 1"/>
                <a:gd name="T6" fmla="*/ 0 w 1"/>
                <a:gd name="T7" fmla="*/ 1 h 1"/>
                <a:gd name="T8" fmla="*/ 0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1"/>
                    <a:pt x="0" y="1"/>
                    <a:pt x="0" y="1"/>
                  </a:cubicBezTo>
                  <a:cubicBezTo>
                    <a:pt x="0" y="0"/>
                    <a:pt x="0" y="0"/>
                    <a:pt x="0" y="0"/>
                  </a:cubicBezTo>
                  <a:cubicBezTo>
                    <a:pt x="0" y="0"/>
                    <a:pt x="1" y="0"/>
                    <a:pt x="1" y="0"/>
                  </a:cubicBezTo>
                  <a:cubicBezTo>
                    <a:pt x="1" y="1"/>
                    <a:pt x="1"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3" name="Freeform 400"/>
            <p:cNvSpPr>
              <a:spLocks/>
            </p:cNvSpPr>
            <p:nvPr/>
          </p:nvSpPr>
          <p:spPr bwMode="auto">
            <a:xfrm>
              <a:off x="5106" y="3244"/>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4" name="Freeform 401"/>
            <p:cNvSpPr>
              <a:spLocks/>
            </p:cNvSpPr>
            <p:nvPr/>
          </p:nvSpPr>
          <p:spPr bwMode="auto">
            <a:xfrm>
              <a:off x="5106" y="3244"/>
              <a:ext cx="5" cy="3"/>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5" name="Freeform 402"/>
            <p:cNvSpPr>
              <a:spLocks/>
            </p:cNvSpPr>
            <p:nvPr/>
          </p:nvSpPr>
          <p:spPr bwMode="auto">
            <a:xfrm>
              <a:off x="5096" y="3257"/>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6" name="Freeform 403"/>
            <p:cNvSpPr>
              <a:spLocks/>
            </p:cNvSpPr>
            <p:nvPr/>
          </p:nvSpPr>
          <p:spPr bwMode="auto">
            <a:xfrm>
              <a:off x="5098" y="3257"/>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7" name="Freeform 404"/>
            <p:cNvSpPr>
              <a:spLocks/>
            </p:cNvSpPr>
            <p:nvPr/>
          </p:nvSpPr>
          <p:spPr bwMode="auto">
            <a:xfrm>
              <a:off x="5101" y="3255"/>
              <a:ext cx="2" cy="7"/>
            </a:xfrm>
            <a:custGeom>
              <a:avLst/>
              <a:gdLst>
                <a:gd name="T0" fmla="*/ 0 w 1"/>
                <a:gd name="T1" fmla="*/ 3 h 3"/>
                <a:gd name="T2" fmla="*/ 0 w 1"/>
                <a:gd name="T3" fmla="*/ 3 h 3"/>
                <a:gd name="T4" fmla="*/ 0 w 1"/>
                <a:gd name="T5" fmla="*/ 2 h 3"/>
                <a:gd name="T6" fmla="*/ 0 w 1"/>
                <a:gd name="T7" fmla="*/ 2 h 3"/>
                <a:gd name="T8" fmla="*/ 1 w 1"/>
                <a:gd name="T9" fmla="*/ 0 h 3"/>
                <a:gd name="T10" fmla="*/ 1 w 1"/>
                <a:gd name="T11" fmla="*/ 0 h 3"/>
                <a:gd name="T12" fmla="*/ 1 w 1"/>
                <a:gd name="T13" fmla="*/ 0 h 3"/>
                <a:gd name="T14" fmla="*/ 0 w 1"/>
                <a:gd name="T15" fmla="*/ 2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2"/>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8" name="Freeform 405"/>
            <p:cNvSpPr>
              <a:spLocks/>
            </p:cNvSpPr>
            <p:nvPr/>
          </p:nvSpPr>
          <p:spPr bwMode="auto">
            <a:xfrm>
              <a:off x="5065" y="323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0 h 2"/>
                <a:gd name="T14" fmla="*/ 1 w 1"/>
                <a:gd name="T15" fmla="*/ 0 h 2"/>
                <a:gd name="T16" fmla="*/ 0 w 1"/>
                <a:gd name="T17" fmla="*/ 2 h 2"/>
                <a:gd name="T18" fmla="*/ 0 w 1"/>
                <a:gd name="T19" fmla="*/ 2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59" name="Freeform 406"/>
            <p:cNvSpPr>
              <a:spLocks/>
            </p:cNvSpPr>
            <p:nvPr/>
          </p:nvSpPr>
          <p:spPr bwMode="auto">
            <a:xfrm>
              <a:off x="5065" y="3242"/>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0" name="Freeform 407"/>
            <p:cNvSpPr>
              <a:spLocks noEditPoints="1"/>
            </p:cNvSpPr>
            <p:nvPr/>
          </p:nvSpPr>
          <p:spPr bwMode="auto">
            <a:xfrm>
              <a:off x="5063" y="3211"/>
              <a:ext cx="51" cy="51"/>
            </a:xfrm>
            <a:custGeom>
              <a:avLst/>
              <a:gdLst>
                <a:gd name="T0" fmla="*/ 6 w 20"/>
                <a:gd name="T1" fmla="*/ 19 h 20"/>
                <a:gd name="T2" fmla="*/ 6 w 20"/>
                <a:gd name="T3" fmla="*/ 17 h 20"/>
                <a:gd name="T4" fmla="*/ 3 w 20"/>
                <a:gd name="T5" fmla="*/ 17 h 20"/>
                <a:gd name="T6" fmla="*/ 1 w 20"/>
                <a:gd name="T7" fmla="*/ 14 h 20"/>
                <a:gd name="T8" fmla="*/ 2 w 20"/>
                <a:gd name="T9" fmla="*/ 13 h 20"/>
                <a:gd name="T10" fmla="*/ 0 w 20"/>
                <a:gd name="T11" fmla="*/ 10 h 20"/>
                <a:gd name="T12" fmla="*/ 0 w 20"/>
                <a:gd name="T13" fmla="*/ 6 h 20"/>
                <a:gd name="T14" fmla="*/ 2 w 20"/>
                <a:gd name="T15" fmla="*/ 6 h 20"/>
                <a:gd name="T16" fmla="*/ 3 w 20"/>
                <a:gd name="T17" fmla="*/ 3 h 20"/>
                <a:gd name="T18" fmla="*/ 5 w 20"/>
                <a:gd name="T19" fmla="*/ 1 h 20"/>
                <a:gd name="T20" fmla="*/ 7 w 20"/>
                <a:gd name="T21" fmla="*/ 2 h 20"/>
                <a:gd name="T22" fmla="*/ 9 w 20"/>
                <a:gd name="T23" fmla="*/ 0 h 20"/>
                <a:gd name="T24" fmla="*/ 13 w 20"/>
                <a:gd name="T25" fmla="*/ 0 h 20"/>
                <a:gd name="T26" fmla="*/ 13 w 20"/>
                <a:gd name="T27" fmla="*/ 2 h 20"/>
                <a:gd name="T28" fmla="*/ 16 w 20"/>
                <a:gd name="T29" fmla="*/ 3 h 20"/>
                <a:gd name="T30" fmla="*/ 18 w 20"/>
                <a:gd name="T31" fmla="*/ 4 h 20"/>
                <a:gd name="T32" fmla="*/ 19 w 20"/>
                <a:gd name="T33" fmla="*/ 5 h 20"/>
                <a:gd name="T34" fmla="*/ 19 w 20"/>
                <a:gd name="T35" fmla="*/ 6 h 20"/>
                <a:gd name="T36" fmla="*/ 18 w 20"/>
                <a:gd name="T37" fmla="*/ 7 h 20"/>
                <a:gd name="T38" fmla="*/ 18 w 20"/>
                <a:gd name="T39" fmla="*/ 6 h 20"/>
                <a:gd name="T40" fmla="*/ 18 w 20"/>
                <a:gd name="T41" fmla="*/ 9 h 20"/>
                <a:gd name="T42" fmla="*/ 20 w 20"/>
                <a:gd name="T43" fmla="*/ 10 h 20"/>
                <a:gd name="T44" fmla="*/ 19 w 20"/>
                <a:gd name="T45" fmla="*/ 13 h 20"/>
                <a:gd name="T46" fmla="*/ 16 w 20"/>
                <a:gd name="T47" fmla="*/ 15 h 20"/>
                <a:gd name="T48" fmla="*/ 17 w 20"/>
                <a:gd name="T49" fmla="*/ 17 h 20"/>
                <a:gd name="T50" fmla="*/ 14 w 20"/>
                <a:gd name="T51" fmla="*/ 19 h 20"/>
                <a:gd name="T52" fmla="*/ 10 w 20"/>
                <a:gd name="T53" fmla="*/ 18 h 20"/>
                <a:gd name="T54" fmla="*/ 10 w 20"/>
                <a:gd name="T55" fmla="*/ 20 h 20"/>
                <a:gd name="T56" fmla="*/ 9 w 20"/>
                <a:gd name="T57" fmla="*/ 19 h 20"/>
                <a:gd name="T58" fmla="*/ 10 w 20"/>
                <a:gd name="T59" fmla="*/ 17 h 20"/>
                <a:gd name="T60" fmla="*/ 13 w 20"/>
                <a:gd name="T61" fmla="*/ 17 h 20"/>
                <a:gd name="T62" fmla="*/ 16 w 20"/>
                <a:gd name="T63" fmla="*/ 16 h 20"/>
                <a:gd name="T64" fmla="*/ 15 w 20"/>
                <a:gd name="T65" fmla="*/ 15 h 20"/>
                <a:gd name="T66" fmla="*/ 19 w 20"/>
                <a:gd name="T67" fmla="*/ 12 h 20"/>
                <a:gd name="T68" fmla="*/ 18 w 20"/>
                <a:gd name="T69" fmla="*/ 10 h 20"/>
                <a:gd name="T70" fmla="*/ 17 w 20"/>
                <a:gd name="T71" fmla="*/ 6 h 20"/>
                <a:gd name="T72" fmla="*/ 18 w 20"/>
                <a:gd name="T73" fmla="*/ 5 h 20"/>
                <a:gd name="T74" fmla="*/ 17 w 20"/>
                <a:gd name="T75" fmla="*/ 3 h 20"/>
                <a:gd name="T76" fmla="*/ 15 w 20"/>
                <a:gd name="T77" fmla="*/ 4 h 20"/>
                <a:gd name="T78" fmla="*/ 12 w 20"/>
                <a:gd name="T79" fmla="*/ 2 h 20"/>
                <a:gd name="T80" fmla="*/ 10 w 20"/>
                <a:gd name="T81" fmla="*/ 0 h 20"/>
                <a:gd name="T82" fmla="*/ 9 w 20"/>
                <a:gd name="T83" fmla="*/ 2 h 20"/>
                <a:gd name="T84" fmla="*/ 6 w 20"/>
                <a:gd name="T85" fmla="*/ 2 h 20"/>
                <a:gd name="T86" fmla="*/ 3 w 20"/>
                <a:gd name="T87" fmla="*/ 3 h 20"/>
                <a:gd name="T88" fmla="*/ 4 w 20"/>
                <a:gd name="T89" fmla="*/ 4 h 20"/>
                <a:gd name="T90" fmla="*/ 2 w 20"/>
                <a:gd name="T91" fmla="*/ 7 h 20"/>
                <a:gd name="T92" fmla="*/ 0 w 20"/>
                <a:gd name="T93" fmla="*/ 9 h 20"/>
                <a:gd name="T94" fmla="*/ 2 w 20"/>
                <a:gd name="T95" fmla="*/ 10 h 20"/>
                <a:gd name="T96" fmla="*/ 2 w 20"/>
                <a:gd name="T97" fmla="*/ 13 h 20"/>
                <a:gd name="T98" fmla="*/ 3 w 20"/>
                <a:gd name="T99" fmla="*/ 16 h 20"/>
                <a:gd name="T100" fmla="*/ 4 w 20"/>
                <a:gd name="T101" fmla="*/ 15 h 20"/>
                <a:gd name="T102" fmla="*/ 7 w 20"/>
                <a:gd name="T103" fmla="*/ 17 h 20"/>
                <a:gd name="T104" fmla="*/ 10 w 20"/>
                <a:gd name="T105" fmla="*/ 16 h 20"/>
                <a:gd name="T106" fmla="*/ 6 w 20"/>
                <a:gd name="T107" fmla="*/ 5 h 20"/>
                <a:gd name="T108" fmla="*/ 14 w 20"/>
                <a:gd name="T109" fmla="*/ 14 h 20"/>
                <a:gd name="T110" fmla="*/ 14 w 20"/>
                <a:gd name="T111" fmla="*/ 15 h 20"/>
                <a:gd name="T112" fmla="*/ 13 w 20"/>
                <a:gd name="T113" fmla="*/ 15 h 20"/>
                <a:gd name="T114" fmla="*/ 13 w 20"/>
                <a:gd name="T115" fmla="*/ 15 h 20"/>
                <a:gd name="T116" fmla="*/ 10 w 20"/>
                <a:gd name="T117" fmla="*/ 4 h 20"/>
                <a:gd name="T118" fmla="*/ 5 w 20"/>
                <a:gd name="T119" fmla="*/ 13 h 20"/>
                <a:gd name="T120" fmla="*/ 13 w 20"/>
                <a:gd name="T121" fmla="*/ 14 h 20"/>
                <a:gd name="T122" fmla="*/ 14 w 20"/>
                <a:gd name="T12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 h="20">
                  <a:moveTo>
                    <a:pt x="10" y="20"/>
                  </a:moveTo>
                  <a:cubicBezTo>
                    <a:pt x="9" y="20"/>
                    <a:pt x="7" y="19"/>
                    <a:pt x="6" y="19"/>
                  </a:cubicBezTo>
                  <a:cubicBezTo>
                    <a:pt x="6" y="19"/>
                    <a:pt x="6" y="19"/>
                    <a:pt x="6" y="19"/>
                  </a:cubicBezTo>
                  <a:cubicBezTo>
                    <a:pt x="6" y="17"/>
                    <a:pt x="6" y="17"/>
                    <a:pt x="6" y="17"/>
                  </a:cubicBezTo>
                  <a:cubicBezTo>
                    <a:pt x="6" y="17"/>
                    <a:pt x="5" y="17"/>
                    <a:pt x="4" y="16"/>
                  </a:cubicBezTo>
                  <a:cubicBezTo>
                    <a:pt x="3" y="17"/>
                    <a:pt x="3" y="17"/>
                    <a:pt x="3" y="17"/>
                  </a:cubicBezTo>
                  <a:cubicBezTo>
                    <a:pt x="3" y="17"/>
                    <a:pt x="3" y="17"/>
                    <a:pt x="3" y="17"/>
                  </a:cubicBezTo>
                  <a:cubicBezTo>
                    <a:pt x="2" y="16"/>
                    <a:pt x="1" y="15"/>
                    <a:pt x="1" y="14"/>
                  </a:cubicBezTo>
                  <a:cubicBezTo>
                    <a:pt x="1" y="14"/>
                    <a:pt x="1" y="14"/>
                    <a:pt x="1" y="14"/>
                  </a:cubicBezTo>
                  <a:cubicBezTo>
                    <a:pt x="2" y="13"/>
                    <a:pt x="2" y="13"/>
                    <a:pt x="2" y="13"/>
                  </a:cubicBezTo>
                  <a:cubicBezTo>
                    <a:pt x="2" y="12"/>
                    <a:pt x="1" y="11"/>
                    <a:pt x="1" y="10"/>
                  </a:cubicBezTo>
                  <a:cubicBezTo>
                    <a:pt x="0" y="10"/>
                    <a:pt x="0" y="10"/>
                    <a:pt x="0" y="10"/>
                  </a:cubicBezTo>
                  <a:cubicBezTo>
                    <a:pt x="0" y="10"/>
                    <a:pt x="0" y="10"/>
                    <a:pt x="0" y="10"/>
                  </a:cubicBezTo>
                  <a:cubicBezTo>
                    <a:pt x="0" y="8"/>
                    <a:pt x="0" y="7"/>
                    <a:pt x="0" y="6"/>
                  </a:cubicBezTo>
                  <a:cubicBezTo>
                    <a:pt x="0" y="6"/>
                    <a:pt x="0" y="6"/>
                    <a:pt x="1" y="6"/>
                  </a:cubicBezTo>
                  <a:cubicBezTo>
                    <a:pt x="2" y="6"/>
                    <a:pt x="2" y="6"/>
                    <a:pt x="2" y="6"/>
                  </a:cubicBezTo>
                  <a:cubicBezTo>
                    <a:pt x="2" y="6"/>
                    <a:pt x="3" y="5"/>
                    <a:pt x="3" y="4"/>
                  </a:cubicBezTo>
                  <a:cubicBezTo>
                    <a:pt x="3" y="3"/>
                    <a:pt x="3" y="3"/>
                    <a:pt x="3" y="3"/>
                  </a:cubicBezTo>
                  <a:cubicBezTo>
                    <a:pt x="3" y="3"/>
                    <a:pt x="3" y="3"/>
                    <a:pt x="3" y="3"/>
                  </a:cubicBezTo>
                  <a:cubicBezTo>
                    <a:pt x="3" y="2"/>
                    <a:pt x="4" y="1"/>
                    <a:pt x="5" y="1"/>
                  </a:cubicBezTo>
                  <a:cubicBezTo>
                    <a:pt x="5" y="1"/>
                    <a:pt x="6" y="1"/>
                    <a:pt x="6" y="1"/>
                  </a:cubicBezTo>
                  <a:cubicBezTo>
                    <a:pt x="7" y="2"/>
                    <a:pt x="7" y="2"/>
                    <a:pt x="7" y="2"/>
                  </a:cubicBezTo>
                  <a:cubicBezTo>
                    <a:pt x="7" y="1"/>
                    <a:pt x="8" y="1"/>
                    <a:pt x="9" y="1"/>
                  </a:cubicBezTo>
                  <a:cubicBezTo>
                    <a:pt x="9" y="0"/>
                    <a:pt x="9" y="0"/>
                    <a:pt x="9" y="0"/>
                  </a:cubicBezTo>
                  <a:cubicBezTo>
                    <a:pt x="9" y="0"/>
                    <a:pt x="10" y="0"/>
                    <a:pt x="10" y="0"/>
                  </a:cubicBezTo>
                  <a:cubicBezTo>
                    <a:pt x="11" y="0"/>
                    <a:pt x="12" y="0"/>
                    <a:pt x="13" y="0"/>
                  </a:cubicBezTo>
                  <a:cubicBezTo>
                    <a:pt x="13" y="0"/>
                    <a:pt x="13" y="0"/>
                    <a:pt x="13" y="1"/>
                  </a:cubicBezTo>
                  <a:cubicBezTo>
                    <a:pt x="13" y="2"/>
                    <a:pt x="13" y="2"/>
                    <a:pt x="13" y="2"/>
                  </a:cubicBezTo>
                  <a:cubicBezTo>
                    <a:pt x="14" y="2"/>
                    <a:pt x="15" y="3"/>
                    <a:pt x="15" y="3"/>
                  </a:cubicBezTo>
                  <a:cubicBezTo>
                    <a:pt x="16" y="3"/>
                    <a:pt x="16" y="3"/>
                    <a:pt x="16" y="3"/>
                  </a:cubicBezTo>
                  <a:cubicBezTo>
                    <a:pt x="16" y="2"/>
                    <a:pt x="17" y="2"/>
                    <a:pt x="17" y="2"/>
                  </a:cubicBezTo>
                  <a:cubicBezTo>
                    <a:pt x="17" y="3"/>
                    <a:pt x="18" y="4"/>
                    <a:pt x="18" y="4"/>
                  </a:cubicBezTo>
                  <a:cubicBezTo>
                    <a:pt x="18" y="5"/>
                    <a:pt x="18" y="5"/>
                    <a:pt x="19" y="5"/>
                  </a:cubicBezTo>
                  <a:cubicBezTo>
                    <a:pt x="19" y="5"/>
                    <a:pt x="19" y="5"/>
                    <a:pt x="19" y="5"/>
                  </a:cubicBezTo>
                  <a:cubicBezTo>
                    <a:pt x="19" y="5"/>
                    <a:pt x="19" y="5"/>
                    <a:pt x="19" y="6"/>
                  </a:cubicBezTo>
                  <a:cubicBezTo>
                    <a:pt x="19" y="6"/>
                    <a:pt x="19" y="6"/>
                    <a:pt x="19" y="6"/>
                  </a:cubicBezTo>
                  <a:cubicBezTo>
                    <a:pt x="19" y="6"/>
                    <a:pt x="18" y="7"/>
                    <a:pt x="18" y="7"/>
                  </a:cubicBezTo>
                  <a:cubicBezTo>
                    <a:pt x="18" y="7"/>
                    <a:pt x="18" y="7"/>
                    <a:pt x="18" y="7"/>
                  </a:cubicBezTo>
                  <a:cubicBezTo>
                    <a:pt x="18" y="7"/>
                    <a:pt x="18" y="7"/>
                    <a:pt x="18" y="7"/>
                  </a:cubicBezTo>
                  <a:cubicBezTo>
                    <a:pt x="18" y="7"/>
                    <a:pt x="18" y="6"/>
                    <a:pt x="18" y="6"/>
                  </a:cubicBezTo>
                  <a:cubicBezTo>
                    <a:pt x="17" y="6"/>
                    <a:pt x="17" y="6"/>
                    <a:pt x="17" y="6"/>
                  </a:cubicBezTo>
                  <a:cubicBezTo>
                    <a:pt x="18" y="7"/>
                    <a:pt x="18" y="8"/>
                    <a:pt x="18" y="9"/>
                  </a:cubicBezTo>
                  <a:cubicBezTo>
                    <a:pt x="19" y="9"/>
                    <a:pt x="19" y="9"/>
                    <a:pt x="19" y="9"/>
                  </a:cubicBezTo>
                  <a:cubicBezTo>
                    <a:pt x="20" y="9"/>
                    <a:pt x="20" y="9"/>
                    <a:pt x="20" y="10"/>
                  </a:cubicBezTo>
                  <a:cubicBezTo>
                    <a:pt x="20" y="11"/>
                    <a:pt x="20" y="12"/>
                    <a:pt x="19" y="13"/>
                  </a:cubicBezTo>
                  <a:cubicBezTo>
                    <a:pt x="19" y="13"/>
                    <a:pt x="19" y="13"/>
                    <a:pt x="19" y="13"/>
                  </a:cubicBezTo>
                  <a:cubicBezTo>
                    <a:pt x="17" y="13"/>
                    <a:pt x="17" y="13"/>
                    <a:pt x="17" y="14"/>
                  </a:cubicBezTo>
                  <a:cubicBezTo>
                    <a:pt x="17" y="14"/>
                    <a:pt x="16" y="15"/>
                    <a:pt x="16" y="15"/>
                  </a:cubicBezTo>
                  <a:cubicBezTo>
                    <a:pt x="17" y="16"/>
                    <a:pt x="17" y="16"/>
                    <a:pt x="17" y="16"/>
                  </a:cubicBezTo>
                  <a:cubicBezTo>
                    <a:pt x="17" y="16"/>
                    <a:pt x="17" y="17"/>
                    <a:pt x="17" y="17"/>
                  </a:cubicBezTo>
                  <a:cubicBezTo>
                    <a:pt x="16" y="18"/>
                    <a:pt x="15" y="18"/>
                    <a:pt x="14" y="19"/>
                  </a:cubicBezTo>
                  <a:cubicBezTo>
                    <a:pt x="14" y="19"/>
                    <a:pt x="14" y="19"/>
                    <a:pt x="14" y="19"/>
                  </a:cubicBezTo>
                  <a:cubicBezTo>
                    <a:pt x="13" y="17"/>
                    <a:pt x="13" y="17"/>
                    <a:pt x="13" y="17"/>
                  </a:cubicBezTo>
                  <a:cubicBezTo>
                    <a:pt x="12" y="18"/>
                    <a:pt x="11" y="18"/>
                    <a:pt x="10" y="18"/>
                  </a:cubicBezTo>
                  <a:cubicBezTo>
                    <a:pt x="10" y="19"/>
                    <a:pt x="10" y="19"/>
                    <a:pt x="10" y="19"/>
                  </a:cubicBezTo>
                  <a:cubicBezTo>
                    <a:pt x="10" y="20"/>
                    <a:pt x="10" y="20"/>
                    <a:pt x="10" y="20"/>
                  </a:cubicBezTo>
                  <a:close/>
                  <a:moveTo>
                    <a:pt x="7" y="19"/>
                  </a:moveTo>
                  <a:cubicBezTo>
                    <a:pt x="8" y="19"/>
                    <a:pt x="9" y="19"/>
                    <a:pt x="9" y="19"/>
                  </a:cubicBezTo>
                  <a:cubicBezTo>
                    <a:pt x="10" y="18"/>
                    <a:pt x="10" y="18"/>
                    <a:pt x="10" y="18"/>
                  </a:cubicBezTo>
                  <a:cubicBezTo>
                    <a:pt x="10" y="18"/>
                    <a:pt x="10" y="17"/>
                    <a:pt x="10" y="17"/>
                  </a:cubicBezTo>
                  <a:cubicBezTo>
                    <a:pt x="11" y="17"/>
                    <a:pt x="12" y="17"/>
                    <a:pt x="13" y="17"/>
                  </a:cubicBezTo>
                  <a:cubicBezTo>
                    <a:pt x="13" y="17"/>
                    <a:pt x="13" y="17"/>
                    <a:pt x="13" y="17"/>
                  </a:cubicBezTo>
                  <a:cubicBezTo>
                    <a:pt x="14" y="18"/>
                    <a:pt x="14" y="18"/>
                    <a:pt x="14" y="18"/>
                  </a:cubicBezTo>
                  <a:cubicBezTo>
                    <a:pt x="15" y="18"/>
                    <a:pt x="16" y="17"/>
                    <a:pt x="16" y="16"/>
                  </a:cubicBezTo>
                  <a:cubicBezTo>
                    <a:pt x="15" y="15"/>
                    <a:pt x="15" y="15"/>
                    <a:pt x="15" y="15"/>
                  </a:cubicBezTo>
                  <a:cubicBezTo>
                    <a:pt x="15" y="15"/>
                    <a:pt x="15" y="15"/>
                    <a:pt x="15" y="15"/>
                  </a:cubicBezTo>
                  <a:cubicBezTo>
                    <a:pt x="16" y="15"/>
                    <a:pt x="16" y="14"/>
                    <a:pt x="16" y="14"/>
                  </a:cubicBezTo>
                  <a:cubicBezTo>
                    <a:pt x="17" y="13"/>
                    <a:pt x="17" y="12"/>
                    <a:pt x="19" y="12"/>
                  </a:cubicBezTo>
                  <a:cubicBezTo>
                    <a:pt x="19" y="12"/>
                    <a:pt x="19" y="11"/>
                    <a:pt x="19" y="10"/>
                  </a:cubicBezTo>
                  <a:cubicBezTo>
                    <a:pt x="18" y="10"/>
                    <a:pt x="18" y="10"/>
                    <a:pt x="18" y="10"/>
                  </a:cubicBezTo>
                  <a:cubicBezTo>
                    <a:pt x="18" y="10"/>
                    <a:pt x="17" y="10"/>
                    <a:pt x="17" y="9"/>
                  </a:cubicBezTo>
                  <a:cubicBezTo>
                    <a:pt x="17" y="8"/>
                    <a:pt x="17" y="7"/>
                    <a:pt x="17" y="6"/>
                  </a:cubicBezTo>
                  <a:cubicBezTo>
                    <a:pt x="17" y="6"/>
                    <a:pt x="17" y="6"/>
                    <a:pt x="17" y="6"/>
                  </a:cubicBezTo>
                  <a:cubicBezTo>
                    <a:pt x="18" y="5"/>
                    <a:pt x="18" y="5"/>
                    <a:pt x="18" y="5"/>
                  </a:cubicBezTo>
                  <a:cubicBezTo>
                    <a:pt x="18" y="5"/>
                    <a:pt x="18" y="5"/>
                    <a:pt x="18" y="5"/>
                  </a:cubicBezTo>
                  <a:cubicBezTo>
                    <a:pt x="18" y="5"/>
                    <a:pt x="17" y="4"/>
                    <a:pt x="17" y="3"/>
                  </a:cubicBezTo>
                  <a:cubicBezTo>
                    <a:pt x="15" y="4"/>
                    <a:pt x="15" y="4"/>
                    <a:pt x="15" y="4"/>
                  </a:cubicBezTo>
                  <a:cubicBezTo>
                    <a:pt x="15" y="4"/>
                    <a:pt x="15" y="4"/>
                    <a:pt x="15" y="4"/>
                  </a:cubicBezTo>
                  <a:cubicBezTo>
                    <a:pt x="14" y="3"/>
                    <a:pt x="13" y="3"/>
                    <a:pt x="12" y="2"/>
                  </a:cubicBezTo>
                  <a:cubicBezTo>
                    <a:pt x="12" y="2"/>
                    <a:pt x="12" y="2"/>
                    <a:pt x="12" y="2"/>
                  </a:cubicBezTo>
                  <a:cubicBezTo>
                    <a:pt x="13" y="1"/>
                    <a:pt x="13" y="1"/>
                    <a:pt x="13" y="1"/>
                  </a:cubicBezTo>
                  <a:cubicBezTo>
                    <a:pt x="12" y="0"/>
                    <a:pt x="11" y="0"/>
                    <a:pt x="10" y="0"/>
                  </a:cubicBezTo>
                  <a:cubicBezTo>
                    <a:pt x="10" y="2"/>
                    <a:pt x="10" y="2"/>
                    <a:pt x="10" y="2"/>
                  </a:cubicBezTo>
                  <a:cubicBezTo>
                    <a:pt x="10" y="2"/>
                    <a:pt x="10" y="2"/>
                    <a:pt x="9" y="2"/>
                  </a:cubicBezTo>
                  <a:cubicBezTo>
                    <a:pt x="8" y="2"/>
                    <a:pt x="7" y="2"/>
                    <a:pt x="7" y="3"/>
                  </a:cubicBezTo>
                  <a:cubicBezTo>
                    <a:pt x="6" y="3"/>
                    <a:pt x="6" y="3"/>
                    <a:pt x="6" y="2"/>
                  </a:cubicBezTo>
                  <a:cubicBezTo>
                    <a:pt x="5" y="1"/>
                    <a:pt x="5" y="1"/>
                    <a:pt x="5" y="1"/>
                  </a:cubicBezTo>
                  <a:cubicBezTo>
                    <a:pt x="5" y="2"/>
                    <a:pt x="4" y="2"/>
                    <a:pt x="3" y="3"/>
                  </a:cubicBezTo>
                  <a:cubicBezTo>
                    <a:pt x="4" y="4"/>
                    <a:pt x="4" y="4"/>
                    <a:pt x="4" y="4"/>
                  </a:cubicBezTo>
                  <a:cubicBezTo>
                    <a:pt x="4" y="4"/>
                    <a:pt x="4" y="4"/>
                    <a:pt x="4" y="4"/>
                  </a:cubicBezTo>
                  <a:cubicBezTo>
                    <a:pt x="3" y="5"/>
                    <a:pt x="3" y="6"/>
                    <a:pt x="2" y="7"/>
                  </a:cubicBezTo>
                  <a:cubicBezTo>
                    <a:pt x="2" y="7"/>
                    <a:pt x="2" y="7"/>
                    <a:pt x="2" y="7"/>
                  </a:cubicBezTo>
                  <a:cubicBezTo>
                    <a:pt x="1" y="7"/>
                    <a:pt x="1" y="7"/>
                    <a:pt x="1" y="7"/>
                  </a:cubicBezTo>
                  <a:cubicBezTo>
                    <a:pt x="0" y="8"/>
                    <a:pt x="0" y="8"/>
                    <a:pt x="0" y="9"/>
                  </a:cubicBezTo>
                  <a:cubicBezTo>
                    <a:pt x="2" y="10"/>
                    <a:pt x="2" y="10"/>
                    <a:pt x="2" y="10"/>
                  </a:cubicBezTo>
                  <a:cubicBezTo>
                    <a:pt x="2" y="10"/>
                    <a:pt x="2" y="10"/>
                    <a:pt x="2" y="10"/>
                  </a:cubicBezTo>
                  <a:cubicBezTo>
                    <a:pt x="2" y="11"/>
                    <a:pt x="2" y="12"/>
                    <a:pt x="3" y="13"/>
                  </a:cubicBezTo>
                  <a:cubicBezTo>
                    <a:pt x="3" y="13"/>
                    <a:pt x="3" y="13"/>
                    <a:pt x="2" y="13"/>
                  </a:cubicBezTo>
                  <a:cubicBezTo>
                    <a:pt x="1" y="14"/>
                    <a:pt x="1" y="14"/>
                    <a:pt x="1" y="14"/>
                  </a:cubicBezTo>
                  <a:cubicBezTo>
                    <a:pt x="2" y="15"/>
                    <a:pt x="2" y="15"/>
                    <a:pt x="3" y="16"/>
                  </a:cubicBezTo>
                  <a:cubicBezTo>
                    <a:pt x="4" y="15"/>
                    <a:pt x="4" y="15"/>
                    <a:pt x="4" y="15"/>
                  </a:cubicBezTo>
                  <a:cubicBezTo>
                    <a:pt x="4" y="15"/>
                    <a:pt x="4" y="15"/>
                    <a:pt x="4" y="15"/>
                  </a:cubicBezTo>
                  <a:cubicBezTo>
                    <a:pt x="5" y="16"/>
                    <a:pt x="6" y="17"/>
                    <a:pt x="7" y="17"/>
                  </a:cubicBezTo>
                  <a:cubicBezTo>
                    <a:pt x="7" y="17"/>
                    <a:pt x="7" y="17"/>
                    <a:pt x="7" y="17"/>
                  </a:cubicBezTo>
                  <a:lnTo>
                    <a:pt x="7" y="19"/>
                  </a:lnTo>
                  <a:close/>
                  <a:moveTo>
                    <a:pt x="10" y="16"/>
                  </a:moveTo>
                  <a:cubicBezTo>
                    <a:pt x="8" y="16"/>
                    <a:pt x="6" y="15"/>
                    <a:pt x="5" y="13"/>
                  </a:cubicBezTo>
                  <a:cubicBezTo>
                    <a:pt x="3" y="11"/>
                    <a:pt x="3" y="7"/>
                    <a:pt x="6" y="5"/>
                  </a:cubicBezTo>
                  <a:cubicBezTo>
                    <a:pt x="9" y="2"/>
                    <a:pt x="13" y="4"/>
                    <a:pt x="15" y="6"/>
                  </a:cubicBezTo>
                  <a:cubicBezTo>
                    <a:pt x="16" y="8"/>
                    <a:pt x="17" y="12"/>
                    <a:pt x="14" y="14"/>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1" y="16"/>
                    <a:pt x="10" y="16"/>
                  </a:cubicBezTo>
                  <a:close/>
                  <a:moveTo>
                    <a:pt x="10" y="4"/>
                  </a:moveTo>
                  <a:cubicBezTo>
                    <a:pt x="9" y="4"/>
                    <a:pt x="7" y="4"/>
                    <a:pt x="6" y="5"/>
                  </a:cubicBezTo>
                  <a:cubicBezTo>
                    <a:pt x="3" y="7"/>
                    <a:pt x="4" y="11"/>
                    <a:pt x="5" y="13"/>
                  </a:cubicBezTo>
                  <a:cubicBezTo>
                    <a:pt x="7" y="15"/>
                    <a:pt x="10" y="16"/>
                    <a:pt x="13" y="14"/>
                  </a:cubicBezTo>
                  <a:cubicBezTo>
                    <a:pt x="13" y="14"/>
                    <a:pt x="13" y="14"/>
                    <a:pt x="13" y="14"/>
                  </a:cubicBezTo>
                  <a:cubicBezTo>
                    <a:pt x="13" y="14"/>
                    <a:pt x="13" y="14"/>
                    <a:pt x="13" y="14"/>
                  </a:cubicBezTo>
                  <a:cubicBezTo>
                    <a:pt x="16" y="12"/>
                    <a:pt x="16" y="9"/>
                    <a:pt x="14" y="6"/>
                  </a:cubicBezTo>
                  <a:cubicBezTo>
                    <a:pt x="13" y="5"/>
                    <a:pt x="11"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1" name="Freeform 408"/>
            <p:cNvSpPr>
              <a:spLocks noEditPoints="1"/>
            </p:cNvSpPr>
            <p:nvPr/>
          </p:nvSpPr>
          <p:spPr bwMode="auto">
            <a:xfrm>
              <a:off x="5060" y="3219"/>
              <a:ext cx="51" cy="46"/>
            </a:xfrm>
            <a:custGeom>
              <a:avLst/>
              <a:gdLst>
                <a:gd name="T0" fmla="*/ 7 w 20"/>
                <a:gd name="T1" fmla="*/ 18 h 18"/>
                <a:gd name="T2" fmla="*/ 7 w 20"/>
                <a:gd name="T3" fmla="*/ 16 h 18"/>
                <a:gd name="T4" fmla="*/ 5 w 20"/>
                <a:gd name="T5" fmla="*/ 15 h 18"/>
                <a:gd name="T6" fmla="*/ 3 w 20"/>
                <a:gd name="T7" fmla="*/ 15 h 18"/>
                <a:gd name="T8" fmla="*/ 1 w 20"/>
                <a:gd name="T9" fmla="*/ 12 h 18"/>
                <a:gd name="T10" fmla="*/ 3 w 20"/>
                <a:gd name="T11" fmla="*/ 15 h 18"/>
                <a:gd name="T12" fmla="*/ 5 w 20"/>
                <a:gd name="T13" fmla="*/ 14 h 18"/>
                <a:gd name="T14" fmla="*/ 7 w 20"/>
                <a:gd name="T15" fmla="*/ 16 h 18"/>
                <a:gd name="T16" fmla="*/ 7 w 20"/>
                <a:gd name="T17" fmla="*/ 17 h 18"/>
                <a:gd name="T18" fmla="*/ 10 w 20"/>
                <a:gd name="T19" fmla="*/ 17 h 18"/>
                <a:gd name="T20" fmla="*/ 11 w 20"/>
                <a:gd name="T21" fmla="*/ 16 h 18"/>
                <a:gd name="T22" fmla="*/ 14 w 20"/>
                <a:gd name="T23" fmla="*/ 16 h 18"/>
                <a:gd name="T24" fmla="*/ 17 w 20"/>
                <a:gd name="T25" fmla="*/ 15 h 18"/>
                <a:gd name="T26" fmla="*/ 17 w 20"/>
                <a:gd name="T27" fmla="*/ 13 h 18"/>
                <a:gd name="T28" fmla="*/ 18 w 20"/>
                <a:gd name="T29" fmla="*/ 14 h 18"/>
                <a:gd name="T30" fmla="*/ 17 w 20"/>
                <a:gd name="T31" fmla="*/ 15 h 18"/>
                <a:gd name="T32" fmla="*/ 15 w 20"/>
                <a:gd name="T33" fmla="*/ 17 h 18"/>
                <a:gd name="T34" fmla="*/ 13 w 20"/>
                <a:gd name="T35" fmla="*/ 16 h 18"/>
                <a:gd name="T36" fmla="*/ 11 w 20"/>
                <a:gd name="T37" fmla="*/ 17 h 18"/>
                <a:gd name="T38" fmla="*/ 10 w 20"/>
                <a:gd name="T39" fmla="*/ 18 h 18"/>
                <a:gd name="T40" fmla="*/ 17 w 20"/>
                <a:gd name="T41" fmla="*/ 13 h 18"/>
                <a:gd name="T42" fmla="*/ 17 w 20"/>
                <a:gd name="T43" fmla="*/ 12 h 18"/>
                <a:gd name="T44" fmla="*/ 20 w 20"/>
                <a:gd name="T45" fmla="*/ 10 h 18"/>
                <a:gd name="T46" fmla="*/ 20 w 20"/>
                <a:gd name="T47" fmla="*/ 10 h 18"/>
                <a:gd name="T48" fmla="*/ 19 w 20"/>
                <a:gd name="T49" fmla="*/ 12 h 18"/>
                <a:gd name="T50" fmla="*/ 17 w 20"/>
                <a:gd name="T51" fmla="*/ 13 h 18"/>
                <a:gd name="T52" fmla="*/ 2 w 20"/>
                <a:gd name="T53" fmla="*/ 11 h 18"/>
                <a:gd name="T54" fmla="*/ 2 w 20"/>
                <a:gd name="T55" fmla="*/ 9 h 18"/>
                <a:gd name="T56" fmla="*/ 0 w 20"/>
                <a:gd name="T57" fmla="*/ 8 h 18"/>
                <a:gd name="T58" fmla="*/ 1 w 20"/>
                <a:gd name="T59" fmla="*/ 4 h 18"/>
                <a:gd name="T60" fmla="*/ 1 w 20"/>
                <a:gd name="T61" fmla="*/ 8 h 18"/>
                <a:gd name="T62" fmla="*/ 2 w 20"/>
                <a:gd name="T63" fmla="*/ 9 h 18"/>
                <a:gd name="T64" fmla="*/ 2 w 20"/>
                <a:gd name="T65" fmla="*/ 11 h 18"/>
                <a:gd name="T66" fmla="*/ 16 w 20"/>
                <a:gd name="T67" fmla="*/ 9 h 18"/>
                <a:gd name="T68" fmla="*/ 13 w 20"/>
                <a:gd name="T69" fmla="*/ 3 h 18"/>
                <a:gd name="T70" fmla="*/ 5 w 20"/>
                <a:gd name="T71" fmla="*/ 6 h 18"/>
                <a:gd name="T72" fmla="*/ 5 w 20"/>
                <a:gd name="T73" fmla="*/ 5 h 18"/>
                <a:gd name="T74" fmla="*/ 13 w 20"/>
                <a:gd name="T75" fmla="*/ 3 h 18"/>
                <a:gd name="T76" fmla="*/ 16 w 20"/>
                <a:gd name="T77" fmla="*/ 9 h 18"/>
                <a:gd name="T78" fmla="*/ 4 w 20"/>
                <a:gd name="T79" fmla="*/ 2 h 18"/>
                <a:gd name="T80" fmla="*/ 3 w 20"/>
                <a:gd name="T81" fmla="*/ 1 h 18"/>
                <a:gd name="T82" fmla="*/ 4 w 20"/>
                <a:gd name="T83" fmla="*/ 0 h 18"/>
                <a:gd name="T84" fmla="*/ 4 w 20"/>
                <a:gd name="T85" fmla="*/ 0 h 18"/>
                <a:gd name="T86" fmla="*/ 4 w 20"/>
                <a:gd name="T87" fmla="*/ 1 h 18"/>
                <a:gd name="T88" fmla="*/ 4 w 20"/>
                <a:gd name="T8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18">
                  <a:moveTo>
                    <a:pt x="10" y="18"/>
                  </a:moveTo>
                  <a:cubicBezTo>
                    <a:pt x="9" y="18"/>
                    <a:pt x="8" y="18"/>
                    <a:pt x="7" y="18"/>
                  </a:cubicBezTo>
                  <a:cubicBezTo>
                    <a:pt x="7" y="18"/>
                    <a:pt x="7" y="18"/>
                    <a:pt x="7" y="18"/>
                  </a:cubicBezTo>
                  <a:cubicBezTo>
                    <a:pt x="7" y="17"/>
                    <a:pt x="7" y="17"/>
                    <a:pt x="7" y="16"/>
                  </a:cubicBezTo>
                  <a:cubicBezTo>
                    <a:pt x="7" y="16"/>
                    <a:pt x="7" y="16"/>
                    <a:pt x="7" y="16"/>
                  </a:cubicBezTo>
                  <a:cubicBezTo>
                    <a:pt x="6" y="16"/>
                    <a:pt x="5" y="15"/>
                    <a:pt x="5" y="15"/>
                  </a:cubicBezTo>
                  <a:cubicBezTo>
                    <a:pt x="3" y="15"/>
                    <a:pt x="3" y="15"/>
                    <a:pt x="3" y="15"/>
                  </a:cubicBezTo>
                  <a:cubicBezTo>
                    <a:pt x="3" y="16"/>
                    <a:pt x="3" y="16"/>
                    <a:pt x="3" y="15"/>
                  </a:cubicBezTo>
                  <a:cubicBezTo>
                    <a:pt x="2" y="15"/>
                    <a:pt x="2" y="14"/>
                    <a:pt x="1" y="13"/>
                  </a:cubicBezTo>
                  <a:cubicBezTo>
                    <a:pt x="1" y="13"/>
                    <a:pt x="1" y="12"/>
                    <a:pt x="1" y="12"/>
                  </a:cubicBezTo>
                  <a:cubicBezTo>
                    <a:pt x="1" y="12"/>
                    <a:pt x="2" y="12"/>
                    <a:pt x="2" y="12"/>
                  </a:cubicBezTo>
                  <a:cubicBezTo>
                    <a:pt x="2" y="13"/>
                    <a:pt x="3" y="14"/>
                    <a:pt x="3" y="15"/>
                  </a:cubicBezTo>
                  <a:cubicBezTo>
                    <a:pt x="4" y="14"/>
                    <a:pt x="4" y="14"/>
                    <a:pt x="4" y="14"/>
                  </a:cubicBezTo>
                  <a:cubicBezTo>
                    <a:pt x="5" y="14"/>
                    <a:pt x="5" y="14"/>
                    <a:pt x="5" y="14"/>
                  </a:cubicBezTo>
                  <a:cubicBezTo>
                    <a:pt x="6" y="15"/>
                    <a:pt x="6" y="15"/>
                    <a:pt x="7" y="16"/>
                  </a:cubicBezTo>
                  <a:cubicBezTo>
                    <a:pt x="7" y="16"/>
                    <a:pt x="7" y="16"/>
                    <a:pt x="7" y="16"/>
                  </a:cubicBezTo>
                  <a:cubicBezTo>
                    <a:pt x="7" y="16"/>
                    <a:pt x="7" y="16"/>
                    <a:pt x="7" y="16"/>
                  </a:cubicBezTo>
                  <a:cubicBezTo>
                    <a:pt x="7" y="17"/>
                    <a:pt x="7" y="17"/>
                    <a:pt x="7" y="17"/>
                  </a:cubicBezTo>
                  <a:cubicBezTo>
                    <a:pt x="8" y="18"/>
                    <a:pt x="9" y="18"/>
                    <a:pt x="10" y="18"/>
                  </a:cubicBezTo>
                  <a:cubicBezTo>
                    <a:pt x="10" y="18"/>
                    <a:pt x="10" y="17"/>
                    <a:pt x="10" y="17"/>
                  </a:cubicBezTo>
                  <a:cubicBezTo>
                    <a:pt x="10" y="17"/>
                    <a:pt x="10" y="17"/>
                    <a:pt x="10" y="16"/>
                  </a:cubicBezTo>
                  <a:cubicBezTo>
                    <a:pt x="10" y="16"/>
                    <a:pt x="10" y="16"/>
                    <a:pt x="11" y="16"/>
                  </a:cubicBezTo>
                  <a:cubicBezTo>
                    <a:pt x="12" y="16"/>
                    <a:pt x="12" y="16"/>
                    <a:pt x="13" y="16"/>
                  </a:cubicBezTo>
                  <a:cubicBezTo>
                    <a:pt x="14" y="15"/>
                    <a:pt x="14" y="15"/>
                    <a:pt x="14" y="16"/>
                  </a:cubicBezTo>
                  <a:cubicBezTo>
                    <a:pt x="15" y="17"/>
                    <a:pt x="15" y="17"/>
                    <a:pt x="15" y="17"/>
                  </a:cubicBezTo>
                  <a:cubicBezTo>
                    <a:pt x="15" y="16"/>
                    <a:pt x="16" y="16"/>
                    <a:pt x="17" y="15"/>
                  </a:cubicBezTo>
                  <a:cubicBezTo>
                    <a:pt x="17" y="15"/>
                    <a:pt x="17" y="14"/>
                    <a:pt x="17" y="14"/>
                  </a:cubicBezTo>
                  <a:cubicBezTo>
                    <a:pt x="17" y="14"/>
                    <a:pt x="17" y="14"/>
                    <a:pt x="17" y="13"/>
                  </a:cubicBezTo>
                  <a:cubicBezTo>
                    <a:pt x="17" y="13"/>
                    <a:pt x="17" y="13"/>
                    <a:pt x="18" y="13"/>
                  </a:cubicBezTo>
                  <a:cubicBezTo>
                    <a:pt x="18" y="13"/>
                    <a:pt x="18" y="13"/>
                    <a:pt x="18" y="14"/>
                  </a:cubicBezTo>
                  <a:cubicBezTo>
                    <a:pt x="18" y="14"/>
                    <a:pt x="18" y="14"/>
                    <a:pt x="18" y="14"/>
                  </a:cubicBezTo>
                  <a:cubicBezTo>
                    <a:pt x="18" y="15"/>
                    <a:pt x="18" y="15"/>
                    <a:pt x="17" y="15"/>
                  </a:cubicBezTo>
                  <a:cubicBezTo>
                    <a:pt x="17" y="15"/>
                    <a:pt x="17" y="15"/>
                    <a:pt x="17" y="15"/>
                  </a:cubicBezTo>
                  <a:cubicBezTo>
                    <a:pt x="16" y="16"/>
                    <a:pt x="16" y="17"/>
                    <a:pt x="15" y="17"/>
                  </a:cubicBezTo>
                  <a:cubicBezTo>
                    <a:pt x="14" y="17"/>
                    <a:pt x="14" y="17"/>
                    <a:pt x="14" y="17"/>
                  </a:cubicBezTo>
                  <a:cubicBezTo>
                    <a:pt x="13" y="16"/>
                    <a:pt x="13" y="16"/>
                    <a:pt x="13" y="16"/>
                  </a:cubicBezTo>
                  <a:cubicBezTo>
                    <a:pt x="13" y="17"/>
                    <a:pt x="12" y="17"/>
                    <a:pt x="11" y="17"/>
                  </a:cubicBezTo>
                  <a:cubicBezTo>
                    <a:pt x="11" y="17"/>
                    <a:pt x="11" y="17"/>
                    <a:pt x="11" y="17"/>
                  </a:cubicBezTo>
                  <a:cubicBezTo>
                    <a:pt x="11" y="18"/>
                    <a:pt x="11" y="18"/>
                    <a:pt x="10" y="18"/>
                  </a:cubicBezTo>
                  <a:cubicBezTo>
                    <a:pt x="10" y="18"/>
                    <a:pt x="10" y="18"/>
                    <a:pt x="10" y="18"/>
                  </a:cubicBezTo>
                  <a:close/>
                  <a:moveTo>
                    <a:pt x="17" y="13"/>
                  </a:moveTo>
                  <a:cubicBezTo>
                    <a:pt x="17" y="13"/>
                    <a:pt x="17" y="13"/>
                    <a:pt x="17" y="13"/>
                  </a:cubicBezTo>
                  <a:cubicBezTo>
                    <a:pt x="17" y="13"/>
                    <a:pt x="17" y="13"/>
                    <a:pt x="17" y="12"/>
                  </a:cubicBezTo>
                  <a:cubicBezTo>
                    <a:pt x="17" y="12"/>
                    <a:pt x="17" y="12"/>
                    <a:pt x="17" y="12"/>
                  </a:cubicBezTo>
                  <a:cubicBezTo>
                    <a:pt x="18" y="11"/>
                    <a:pt x="18" y="11"/>
                    <a:pt x="19" y="11"/>
                  </a:cubicBezTo>
                  <a:cubicBezTo>
                    <a:pt x="19" y="11"/>
                    <a:pt x="19" y="10"/>
                    <a:pt x="20" y="10"/>
                  </a:cubicBezTo>
                  <a:cubicBezTo>
                    <a:pt x="20" y="10"/>
                    <a:pt x="20" y="9"/>
                    <a:pt x="20" y="9"/>
                  </a:cubicBezTo>
                  <a:cubicBezTo>
                    <a:pt x="20" y="10"/>
                    <a:pt x="20" y="10"/>
                    <a:pt x="20" y="10"/>
                  </a:cubicBezTo>
                  <a:cubicBezTo>
                    <a:pt x="20" y="11"/>
                    <a:pt x="20" y="11"/>
                    <a:pt x="20" y="12"/>
                  </a:cubicBezTo>
                  <a:cubicBezTo>
                    <a:pt x="20" y="12"/>
                    <a:pt x="19" y="12"/>
                    <a:pt x="19" y="12"/>
                  </a:cubicBezTo>
                  <a:cubicBezTo>
                    <a:pt x="18" y="12"/>
                    <a:pt x="18" y="12"/>
                    <a:pt x="18" y="12"/>
                  </a:cubicBezTo>
                  <a:cubicBezTo>
                    <a:pt x="18" y="12"/>
                    <a:pt x="18" y="13"/>
                    <a:pt x="17" y="13"/>
                  </a:cubicBezTo>
                  <a:cubicBezTo>
                    <a:pt x="17" y="13"/>
                    <a:pt x="17" y="13"/>
                    <a:pt x="17" y="13"/>
                  </a:cubicBezTo>
                  <a:close/>
                  <a:moveTo>
                    <a:pt x="2" y="11"/>
                  </a:moveTo>
                  <a:cubicBezTo>
                    <a:pt x="2" y="11"/>
                    <a:pt x="2" y="11"/>
                    <a:pt x="2" y="11"/>
                  </a:cubicBezTo>
                  <a:cubicBezTo>
                    <a:pt x="2" y="10"/>
                    <a:pt x="2" y="9"/>
                    <a:pt x="2" y="9"/>
                  </a:cubicBezTo>
                  <a:cubicBezTo>
                    <a:pt x="0" y="9"/>
                    <a:pt x="0" y="9"/>
                    <a:pt x="0" y="9"/>
                  </a:cubicBezTo>
                  <a:cubicBezTo>
                    <a:pt x="0" y="9"/>
                    <a:pt x="0" y="8"/>
                    <a:pt x="0" y="8"/>
                  </a:cubicBezTo>
                  <a:cubicBezTo>
                    <a:pt x="0" y="7"/>
                    <a:pt x="1" y="5"/>
                    <a:pt x="1" y="4"/>
                  </a:cubicBezTo>
                  <a:cubicBezTo>
                    <a:pt x="1" y="4"/>
                    <a:pt x="1" y="3"/>
                    <a:pt x="1" y="4"/>
                  </a:cubicBezTo>
                  <a:cubicBezTo>
                    <a:pt x="2" y="4"/>
                    <a:pt x="2" y="4"/>
                    <a:pt x="2" y="4"/>
                  </a:cubicBezTo>
                  <a:cubicBezTo>
                    <a:pt x="1" y="5"/>
                    <a:pt x="1" y="7"/>
                    <a:pt x="1" y="8"/>
                  </a:cubicBezTo>
                  <a:cubicBezTo>
                    <a:pt x="2" y="8"/>
                    <a:pt x="2" y="8"/>
                    <a:pt x="2" y="8"/>
                  </a:cubicBezTo>
                  <a:cubicBezTo>
                    <a:pt x="2" y="8"/>
                    <a:pt x="2" y="8"/>
                    <a:pt x="2" y="9"/>
                  </a:cubicBezTo>
                  <a:cubicBezTo>
                    <a:pt x="2" y="9"/>
                    <a:pt x="3" y="10"/>
                    <a:pt x="3" y="10"/>
                  </a:cubicBezTo>
                  <a:cubicBezTo>
                    <a:pt x="3" y="11"/>
                    <a:pt x="3" y="11"/>
                    <a:pt x="2" y="11"/>
                  </a:cubicBezTo>
                  <a:cubicBezTo>
                    <a:pt x="2" y="11"/>
                    <a:pt x="2" y="11"/>
                    <a:pt x="2" y="11"/>
                  </a:cubicBezTo>
                  <a:close/>
                  <a:moveTo>
                    <a:pt x="16" y="9"/>
                  </a:moveTo>
                  <a:cubicBezTo>
                    <a:pt x="16" y="9"/>
                    <a:pt x="16" y="9"/>
                    <a:pt x="16" y="9"/>
                  </a:cubicBezTo>
                  <a:cubicBezTo>
                    <a:pt x="16" y="7"/>
                    <a:pt x="15" y="5"/>
                    <a:pt x="13" y="3"/>
                  </a:cubicBezTo>
                  <a:cubicBezTo>
                    <a:pt x="12" y="3"/>
                    <a:pt x="9" y="2"/>
                    <a:pt x="7" y="4"/>
                  </a:cubicBezTo>
                  <a:cubicBezTo>
                    <a:pt x="6" y="4"/>
                    <a:pt x="6" y="5"/>
                    <a:pt x="5" y="6"/>
                  </a:cubicBezTo>
                  <a:cubicBezTo>
                    <a:pt x="5" y="6"/>
                    <a:pt x="5" y="6"/>
                    <a:pt x="5" y="6"/>
                  </a:cubicBezTo>
                  <a:cubicBezTo>
                    <a:pt x="5" y="6"/>
                    <a:pt x="5" y="5"/>
                    <a:pt x="5" y="5"/>
                  </a:cubicBezTo>
                  <a:cubicBezTo>
                    <a:pt x="5" y="5"/>
                    <a:pt x="6" y="4"/>
                    <a:pt x="7" y="3"/>
                  </a:cubicBezTo>
                  <a:cubicBezTo>
                    <a:pt x="9" y="2"/>
                    <a:pt x="11" y="2"/>
                    <a:pt x="13" y="3"/>
                  </a:cubicBezTo>
                  <a:cubicBezTo>
                    <a:pt x="15" y="4"/>
                    <a:pt x="17" y="7"/>
                    <a:pt x="16" y="9"/>
                  </a:cubicBezTo>
                  <a:cubicBezTo>
                    <a:pt x="16" y="9"/>
                    <a:pt x="16" y="9"/>
                    <a:pt x="16" y="9"/>
                  </a:cubicBezTo>
                  <a:close/>
                  <a:moveTo>
                    <a:pt x="4" y="3"/>
                  </a:moveTo>
                  <a:cubicBezTo>
                    <a:pt x="4" y="3"/>
                    <a:pt x="4" y="3"/>
                    <a:pt x="4" y="2"/>
                  </a:cubicBezTo>
                  <a:cubicBezTo>
                    <a:pt x="3" y="2"/>
                    <a:pt x="3" y="2"/>
                    <a:pt x="3" y="2"/>
                  </a:cubicBezTo>
                  <a:cubicBezTo>
                    <a:pt x="3" y="2"/>
                    <a:pt x="3" y="1"/>
                    <a:pt x="3" y="1"/>
                  </a:cubicBezTo>
                  <a:cubicBezTo>
                    <a:pt x="3" y="1"/>
                    <a:pt x="3" y="1"/>
                    <a:pt x="3"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2"/>
                    <a:pt x="4" y="2"/>
                    <a:pt x="4" y="2"/>
                  </a:cubicBezTo>
                  <a:cubicBezTo>
                    <a:pt x="4" y="2"/>
                    <a:pt x="4" y="2"/>
                    <a:pt x="4" y="2"/>
                  </a:cubicBezTo>
                  <a:cubicBezTo>
                    <a:pt x="4" y="3"/>
                    <a:pt x="4"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2" name="Freeform 409"/>
            <p:cNvSpPr>
              <a:spLocks/>
            </p:cNvSpPr>
            <p:nvPr/>
          </p:nvSpPr>
          <p:spPr bwMode="auto">
            <a:xfrm>
              <a:off x="5063" y="3247"/>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0"/>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3" name="Freeform 410"/>
            <p:cNvSpPr>
              <a:spLocks/>
            </p:cNvSpPr>
            <p:nvPr/>
          </p:nvSpPr>
          <p:spPr bwMode="auto">
            <a:xfrm>
              <a:off x="5063" y="3288"/>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4" name="Freeform 411"/>
            <p:cNvSpPr>
              <a:spLocks/>
            </p:cNvSpPr>
            <p:nvPr/>
          </p:nvSpPr>
          <p:spPr bwMode="auto">
            <a:xfrm>
              <a:off x="5076" y="3308"/>
              <a:ext cx="2" cy="5"/>
            </a:xfrm>
            <a:custGeom>
              <a:avLst/>
              <a:gdLst>
                <a:gd name="T0" fmla="*/ 0 w 1"/>
                <a:gd name="T1" fmla="*/ 2 h 2"/>
                <a:gd name="T2" fmla="*/ 0 w 1"/>
                <a:gd name="T3" fmla="*/ 1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1"/>
                  </a:cubicBezTo>
                  <a:cubicBezTo>
                    <a:pt x="0" y="1"/>
                    <a:pt x="0" y="1"/>
                    <a:pt x="0" y="1"/>
                  </a:cubicBezTo>
                  <a:cubicBezTo>
                    <a:pt x="0" y="1"/>
                    <a:pt x="1"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5" name="Freeform 412"/>
            <p:cNvSpPr>
              <a:spLocks/>
            </p:cNvSpPr>
            <p:nvPr/>
          </p:nvSpPr>
          <p:spPr bwMode="auto">
            <a:xfrm>
              <a:off x="5078" y="330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6" name="Freeform 413"/>
            <p:cNvSpPr>
              <a:spLocks/>
            </p:cNvSpPr>
            <p:nvPr/>
          </p:nvSpPr>
          <p:spPr bwMode="auto">
            <a:xfrm>
              <a:off x="5078" y="330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1"/>
                    <a:pt x="1" y="1"/>
                    <a:pt x="1" y="0"/>
                  </a:cubicBezTo>
                  <a:cubicBezTo>
                    <a:pt x="1" y="0"/>
                    <a:pt x="1" y="0"/>
                    <a:pt x="1" y="0"/>
                  </a:cubicBezTo>
                  <a:cubicBezTo>
                    <a:pt x="1" y="0"/>
                    <a:pt x="1" y="0"/>
                    <a:pt x="1" y="1"/>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7" name="Freeform 414"/>
            <p:cNvSpPr>
              <a:spLocks/>
            </p:cNvSpPr>
            <p:nvPr/>
          </p:nvSpPr>
          <p:spPr bwMode="auto">
            <a:xfrm>
              <a:off x="5081" y="3310"/>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1"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8" name="Freeform 415"/>
            <p:cNvSpPr>
              <a:spLocks/>
            </p:cNvSpPr>
            <p:nvPr/>
          </p:nvSpPr>
          <p:spPr bwMode="auto">
            <a:xfrm>
              <a:off x="5068" y="3300"/>
              <a:ext cx="2" cy="5"/>
            </a:xfrm>
            <a:custGeom>
              <a:avLst/>
              <a:gdLst>
                <a:gd name="T0" fmla="*/ 0 w 1"/>
                <a:gd name="T1" fmla="*/ 2 h 2"/>
                <a:gd name="T2" fmla="*/ 0 w 1"/>
                <a:gd name="T3" fmla="*/ 2 h 2"/>
                <a:gd name="T4" fmla="*/ 0 w 1"/>
                <a:gd name="T5" fmla="*/ 1 h 2"/>
                <a:gd name="T6" fmla="*/ 0 w 1"/>
                <a:gd name="T7" fmla="*/ 1 h 2"/>
                <a:gd name="T8" fmla="*/ 1 w 1"/>
                <a:gd name="T9" fmla="*/ 0 h 2"/>
                <a:gd name="T10" fmla="*/ 1 w 1"/>
                <a:gd name="T11" fmla="*/ 1 h 2"/>
                <a:gd name="T12" fmla="*/ 1 w 1"/>
                <a:gd name="T13" fmla="*/ 1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1"/>
                    <a:pt x="0" y="1"/>
                  </a:cubicBezTo>
                  <a:cubicBezTo>
                    <a:pt x="0" y="1"/>
                    <a:pt x="0" y="1"/>
                    <a:pt x="0" y="1"/>
                  </a:cubicBezTo>
                  <a:cubicBezTo>
                    <a:pt x="0" y="0"/>
                    <a:pt x="0" y="0"/>
                    <a:pt x="1" y="0"/>
                  </a:cubicBezTo>
                  <a:cubicBezTo>
                    <a:pt x="1" y="0"/>
                    <a:pt x="1" y="1"/>
                    <a:pt x="1" y="1"/>
                  </a:cubicBezTo>
                  <a:cubicBezTo>
                    <a:pt x="1" y="1"/>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69" name="Freeform 416"/>
            <p:cNvSpPr>
              <a:spLocks/>
            </p:cNvSpPr>
            <p:nvPr/>
          </p:nvSpPr>
          <p:spPr bwMode="auto">
            <a:xfrm>
              <a:off x="5076" y="3308"/>
              <a:ext cx="2" cy="5"/>
            </a:xfrm>
            <a:custGeom>
              <a:avLst/>
              <a:gdLst>
                <a:gd name="T0" fmla="*/ 0 w 1"/>
                <a:gd name="T1" fmla="*/ 2 h 2"/>
                <a:gd name="T2" fmla="*/ 0 w 1"/>
                <a:gd name="T3" fmla="*/ 1 h 2"/>
                <a:gd name="T4" fmla="*/ 0 w 1"/>
                <a:gd name="T5" fmla="*/ 1 h 2"/>
                <a:gd name="T6" fmla="*/ 0 w 1"/>
                <a:gd name="T7" fmla="*/ 0 h 2"/>
                <a:gd name="T8" fmla="*/ 0 w 1"/>
                <a:gd name="T9" fmla="*/ 0 h 2"/>
                <a:gd name="T10" fmla="*/ 1 w 1"/>
                <a:gd name="T11" fmla="*/ 0 h 2"/>
                <a:gd name="T12" fmla="*/ 1 w 1"/>
                <a:gd name="T13" fmla="*/ 0 h 2"/>
                <a:gd name="T14" fmla="*/ 1 w 1"/>
                <a:gd name="T15" fmla="*/ 1 h 2"/>
                <a:gd name="T16" fmla="*/ 0 w 1"/>
                <a:gd name="T17" fmla="*/ 1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1"/>
                  </a:cubicBezTo>
                  <a:cubicBezTo>
                    <a:pt x="0" y="1"/>
                    <a:pt x="0" y="1"/>
                    <a:pt x="0" y="1"/>
                  </a:cubicBezTo>
                  <a:cubicBezTo>
                    <a:pt x="0" y="1"/>
                    <a:pt x="0" y="1"/>
                    <a:pt x="0" y="0"/>
                  </a:cubicBezTo>
                  <a:cubicBezTo>
                    <a:pt x="0" y="0"/>
                    <a:pt x="0" y="0"/>
                    <a:pt x="0" y="0"/>
                  </a:cubicBezTo>
                  <a:cubicBezTo>
                    <a:pt x="0" y="0"/>
                    <a:pt x="0" y="0"/>
                    <a:pt x="1" y="0"/>
                  </a:cubicBezTo>
                  <a:cubicBezTo>
                    <a:pt x="1" y="0"/>
                    <a:pt x="1" y="0"/>
                    <a:pt x="1" y="0"/>
                  </a:cubicBezTo>
                  <a:cubicBezTo>
                    <a:pt x="1" y="0"/>
                    <a:pt x="1" y="0"/>
                    <a:pt x="1" y="1"/>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0" name="Freeform 417"/>
            <p:cNvSpPr>
              <a:spLocks/>
            </p:cNvSpPr>
            <p:nvPr/>
          </p:nvSpPr>
          <p:spPr bwMode="auto">
            <a:xfrm>
              <a:off x="5101" y="3282"/>
              <a:ext cx="2" cy="3"/>
            </a:xfrm>
            <a:custGeom>
              <a:avLst/>
              <a:gdLst>
                <a:gd name="T0" fmla="*/ 0 w 1"/>
                <a:gd name="T1" fmla="*/ 1 h 1"/>
                <a:gd name="T2" fmla="*/ 0 w 1"/>
                <a:gd name="T3" fmla="*/ 1 h 1"/>
                <a:gd name="T4" fmla="*/ 0 w 1"/>
                <a:gd name="T5" fmla="*/ 1 h 1"/>
                <a:gd name="T6" fmla="*/ 1 w 1"/>
                <a:gd name="T7" fmla="*/ 1 h 1"/>
                <a:gd name="T8" fmla="*/ 1 w 1"/>
                <a:gd name="T9" fmla="*/ 1 h 1"/>
                <a:gd name="T10" fmla="*/ 1 w 1"/>
                <a:gd name="T11" fmla="*/ 1 h 1"/>
                <a:gd name="T12" fmla="*/ 1 w 1"/>
                <a:gd name="T13" fmla="*/ 1 h 1"/>
                <a:gd name="T14" fmla="*/ 1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1"/>
                    <a:pt x="0" y="1"/>
                    <a:pt x="1" y="1"/>
                  </a:cubicBezTo>
                  <a:cubicBezTo>
                    <a:pt x="1" y="1"/>
                    <a:pt x="1" y="1"/>
                    <a:pt x="1" y="1"/>
                  </a:cubicBezTo>
                  <a:cubicBezTo>
                    <a:pt x="1" y="0"/>
                    <a:pt x="1" y="1"/>
                    <a:pt x="1" y="1"/>
                  </a:cubicBezTo>
                  <a:cubicBezTo>
                    <a:pt x="1" y="1"/>
                    <a:pt x="1" y="1"/>
                    <a:pt x="1" y="1"/>
                  </a:cubicBezTo>
                  <a:cubicBezTo>
                    <a:pt x="1" y="1"/>
                    <a:pt x="1" y="1"/>
                    <a:pt x="1" y="1"/>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1" name="Freeform 418"/>
            <p:cNvSpPr>
              <a:spLocks/>
            </p:cNvSpPr>
            <p:nvPr/>
          </p:nvSpPr>
          <p:spPr bwMode="auto">
            <a:xfrm>
              <a:off x="5091" y="3308"/>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0" y="0"/>
                    <a:pt x="1" y="0"/>
                    <a:pt x="1" y="0"/>
                  </a:cubicBezTo>
                  <a:cubicBezTo>
                    <a:pt x="1" y="0"/>
                    <a:pt x="1" y="0"/>
                    <a:pt x="1" y="0"/>
                  </a:cubicBezTo>
                  <a:cubicBezTo>
                    <a:pt x="1" y="0"/>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2" name="Freeform 419"/>
            <p:cNvSpPr>
              <a:spLocks/>
            </p:cNvSpPr>
            <p:nvPr/>
          </p:nvSpPr>
          <p:spPr bwMode="auto">
            <a:xfrm>
              <a:off x="5088" y="3305"/>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0"/>
                    <a:pt x="1" y="1"/>
                    <a:pt x="1" y="1"/>
                  </a:cubicBezTo>
                  <a:cubicBezTo>
                    <a:pt x="1" y="1"/>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3" name="Freeform 420"/>
            <p:cNvSpPr>
              <a:spLocks/>
            </p:cNvSpPr>
            <p:nvPr/>
          </p:nvSpPr>
          <p:spPr bwMode="auto">
            <a:xfrm>
              <a:off x="5070" y="3300"/>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0" y="0"/>
                  </a:cubicBezTo>
                  <a:cubicBezTo>
                    <a:pt x="0" y="0"/>
                    <a:pt x="1" y="0"/>
                    <a:pt x="1" y="0"/>
                  </a:cubicBezTo>
                  <a:cubicBezTo>
                    <a:pt x="1" y="0"/>
                    <a:pt x="1"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4" name="Freeform 421"/>
            <p:cNvSpPr>
              <a:spLocks/>
            </p:cNvSpPr>
            <p:nvPr/>
          </p:nvSpPr>
          <p:spPr bwMode="auto">
            <a:xfrm>
              <a:off x="5065" y="328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5" name="Freeform 422"/>
            <p:cNvSpPr>
              <a:spLocks/>
            </p:cNvSpPr>
            <p:nvPr/>
          </p:nvSpPr>
          <p:spPr bwMode="auto">
            <a:xfrm>
              <a:off x="5065" y="3288"/>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6" name="Freeform 423"/>
            <p:cNvSpPr>
              <a:spLocks/>
            </p:cNvSpPr>
            <p:nvPr/>
          </p:nvSpPr>
          <p:spPr bwMode="auto">
            <a:xfrm>
              <a:off x="5065" y="3288"/>
              <a:ext cx="3" cy="5"/>
            </a:xfrm>
            <a:custGeom>
              <a:avLst/>
              <a:gdLst>
                <a:gd name="T0" fmla="*/ 0 w 1"/>
                <a:gd name="T1" fmla="*/ 2 h 2"/>
                <a:gd name="T2" fmla="*/ 0 w 1"/>
                <a:gd name="T3" fmla="*/ 2 h 2"/>
                <a:gd name="T4" fmla="*/ 0 w 1"/>
                <a:gd name="T5" fmla="*/ 2 h 2"/>
                <a:gd name="T6" fmla="*/ 0 w 1"/>
                <a:gd name="T7" fmla="*/ 1 h 2"/>
                <a:gd name="T8" fmla="*/ 1 w 1"/>
                <a:gd name="T9" fmla="*/ 1 h 2"/>
                <a:gd name="T10" fmla="*/ 1 w 1"/>
                <a:gd name="T11" fmla="*/ 1 h 2"/>
                <a:gd name="T12" fmla="*/ 1 w 1"/>
                <a:gd name="T13" fmla="*/ 1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0" y="1"/>
                    <a:pt x="0" y="1"/>
                    <a:pt x="0" y="1"/>
                  </a:cubicBezTo>
                  <a:cubicBezTo>
                    <a:pt x="1" y="1"/>
                    <a:pt x="1" y="1"/>
                    <a:pt x="1" y="1"/>
                  </a:cubicBezTo>
                  <a:cubicBezTo>
                    <a:pt x="1" y="0"/>
                    <a:pt x="1" y="0"/>
                    <a:pt x="1" y="1"/>
                  </a:cubicBezTo>
                  <a:cubicBezTo>
                    <a:pt x="1" y="1"/>
                    <a:pt x="1" y="1"/>
                    <a:pt x="1" y="1"/>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7" name="Freeform 424"/>
            <p:cNvSpPr>
              <a:spLocks/>
            </p:cNvSpPr>
            <p:nvPr/>
          </p:nvSpPr>
          <p:spPr bwMode="auto">
            <a:xfrm>
              <a:off x="5065" y="3298"/>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8" name="Freeform 425"/>
            <p:cNvSpPr>
              <a:spLocks/>
            </p:cNvSpPr>
            <p:nvPr/>
          </p:nvSpPr>
          <p:spPr bwMode="auto">
            <a:xfrm>
              <a:off x="5065" y="3300"/>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9" name="Freeform 426"/>
            <p:cNvSpPr>
              <a:spLocks/>
            </p:cNvSpPr>
            <p:nvPr/>
          </p:nvSpPr>
          <p:spPr bwMode="auto">
            <a:xfrm>
              <a:off x="5070" y="3300"/>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1"/>
                    <a:pt x="1" y="1"/>
                    <a:pt x="1" y="0"/>
                  </a:cubicBezTo>
                  <a:cubicBezTo>
                    <a:pt x="1" y="0"/>
                    <a:pt x="1" y="0"/>
                    <a:pt x="1" y="0"/>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0" name="Freeform 427"/>
            <p:cNvSpPr>
              <a:spLocks/>
            </p:cNvSpPr>
            <p:nvPr/>
          </p:nvSpPr>
          <p:spPr bwMode="auto">
            <a:xfrm>
              <a:off x="5070" y="3303"/>
              <a:ext cx="6" cy="2"/>
            </a:xfrm>
            <a:custGeom>
              <a:avLst/>
              <a:gdLst>
                <a:gd name="T0" fmla="*/ 1 w 2"/>
                <a:gd name="T1" fmla="*/ 1 h 1"/>
                <a:gd name="T2" fmla="*/ 1 w 2"/>
                <a:gd name="T3" fmla="*/ 1 h 1"/>
                <a:gd name="T4" fmla="*/ 1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1"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1" name="Freeform 428"/>
            <p:cNvSpPr>
              <a:spLocks/>
            </p:cNvSpPr>
            <p:nvPr/>
          </p:nvSpPr>
          <p:spPr bwMode="auto">
            <a:xfrm>
              <a:off x="5073" y="3303"/>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2" name="Freeform 429"/>
            <p:cNvSpPr>
              <a:spLocks/>
            </p:cNvSpPr>
            <p:nvPr/>
          </p:nvSpPr>
          <p:spPr bwMode="auto">
            <a:xfrm>
              <a:off x="5083" y="3305"/>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0" y="2"/>
                    <a:pt x="0" y="2"/>
                    <a:pt x="0" y="2"/>
                  </a:cubicBezTo>
                  <a:cubicBezTo>
                    <a:pt x="0" y="2"/>
                    <a:pt x="0" y="1"/>
                    <a:pt x="0" y="1"/>
                  </a:cubicBezTo>
                  <a:cubicBezTo>
                    <a:pt x="1" y="1"/>
                    <a:pt x="1" y="1"/>
                    <a:pt x="1" y="0"/>
                  </a:cubicBezTo>
                  <a:cubicBezTo>
                    <a:pt x="2"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3" name="Freeform 430"/>
            <p:cNvSpPr>
              <a:spLocks/>
            </p:cNvSpPr>
            <p:nvPr/>
          </p:nvSpPr>
          <p:spPr bwMode="auto">
            <a:xfrm>
              <a:off x="5086" y="3305"/>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4" name="Freeform 431"/>
            <p:cNvSpPr>
              <a:spLocks/>
            </p:cNvSpPr>
            <p:nvPr/>
          </p:nvSpPr>
          <p:spPr bwMode="auto">
            <a:xfrm>
              <a:off x="5076" y="3275"/>
              <a:ext cx="7" cy="7"/>
            </a:xfrm>
            <a:custGeom>
              <a:avLst/>
              <a:gdLst>
                <a:gd name="T0" fmla="*/ 0 w 3"/>
                <a:gd name="T1" fmla="*/ 3 h 3"/>
                <a:gd name="T2" fmla="*/ 0 w 3"/>
                <a:gd name="T3" fmla="*/ 3 h 3"/>
                <a:gd name="T4" fmla="*/ 0 w 3"/>
                <a:gd name="T5" fmla="*/ 3 h 3"/>
                <a:gd name="T6" fmla="*/ 2 w 3"/>
                <a:gd name="T7" fmla="*/ 1 h 3"/>
                <a:gd name="T8" fmla="*/ 3 w 3"/>
                <a:gd name="T9" fmla="*/ 1 h 3"/>
                <a:gd name="T10" fmla="*/ 3 w 3"/>
                <a:gd name="T11" fmla="*/ 1 h 3"/>
                <a:gd name="T12" fmla="*/ 0 w 3"/>
                <a:gd name="T13" fmla="*/ 3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cubicBezTo>
                    <a:pt x="0" y="3"/>
                    <a:pt x="0" y="3"/>
                    <a:pt x="0" y="3"/>
                  </a:cubicBezTo>
                  <a:cubicBezTo>
                    <a:pt x="0" y="3"/>
                    <a:pt x="0" y="3"/>
                    <a:pt x="0" y="3"/>
                  </a:cubicBezTo>
                  <a:cubicBezTo>
                    <a:pt x="1" y="2"/>
                    <a:pt x="1" y="1"/>
                    <a:pt x="2" y="1"/>
                  </a:cubicBezTo>
                  <a:cubicBezTo>
                    <a:pt x="2" y="0"/>
                    <a:pt x="2" y="0"/>
                    <a:pt x="3" y="1"/>
                  </a:cubicBezTo>
                  <a:cubicBezTo>
                    <a:pt x="3" y="1"/>
                    <a:pt x="3" y="1"/>
                    <a:pt x="3" y="1"/>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5" name="Freeform 432"/>
            <p:cNvSpPr>
              <a:spLocks/>
            </p:cNvSpPr>
            <p:nvPr/>
          </p:nvSpPr>
          <p:spPr bwMode="auto">
            <a:xfrm>
              <a:off x="5078" y="3275"/>
              <a:ext cx="8" cy="5"/>
            </a:xfrm>
            <a:custGeom>
              <a:avLst/>
              <a:gdLst>
                <a:gd name="T0" fmla="*/ 0 w 3"/>
                <a:gd name="T1" fmla="*/ 2 h 2"/>
                <a:gd name="T2" fmla="*/ 0 w 3"/>
                <a:gd name="T3" fmla="*/ 2 h 2"/>
                <a:gd name="T4" fmla="*/ 0 w 3"/>
                <a:gd name="T5" fmla="*/ 2 h 2"/>
                <a:gd name="T6" fmla="*/ 2 w 3"/>
                <a:gd name="T7" fmla="*/ 0 h 2"/>
                <a:gd name="T8" fmla="*/ 2 w 3"/>
                <a:gd name="T9" fmla="*/ 0 h 2"/>
                <a:gd name="T10" fmla="*/ 2 w 3"/>
                <a:gd name="T11" fmla="*/ 1 h 2"/>
                <a:gd name="T12" fmla="*/ 1 w 3"/>
                <a:gd name="T13" fmla="*/ 2 h 2"/>
                <a:gd name="T14" fmla="*/ 0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2"/>
                  </a:moveTo>
                  <a:cubicBezTo>
                    <a:pt x="0" y="2"/>
                    <a:pt x="0" y="2"/>
                    <a:pt x="0" y="2"/>
                  </a:cubicBezTo>
                  <a:cubicBezTo>
                    <a:pt x="0" y="2"/>
                    <a:pt x="0" y="2"/>
                    <a:pt x="0" y="2"/>
                  </a:cubicBezTo>
                  <a:cubicBezTo>
                    <a:pt x="2" y="0"/>
                    <a:pt x="2" y="0"/>
                    <a:pt x="2" y="0"/>
                  </a:cubicBezTo>
                  <a:cubicBezTo>
                    <a:pt x="2" y="0"/>
                    <a:pt x="2" y="0"/>
                    <a:pt x="2" y="0"/>
                  </a:cubicBezTo>
                  <a:cubicBezTo>
                    <a:pt x="3" y="1"/>
                    <a:pt x="3" y="1"/>
                    <a:pt x="2"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6" name="Freeform 433"/>
            <p:cNvSpPr>
              <a:spLocks/>
            </p:cNvSpPr>
            <p:nvPr/>
          </p:nvSpPr>
          <p:spPr bwMode="auto">
            <a:xfrm>
              <a:off x="5083" y="3275"/>
              <a:ext cx="5" cy="5"/>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1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2" y="0"/>
                  </a:cubicBezTo>
                  <a:cubicBezTo>
                    <a:pt x="2" y="0"/>
                    <a:pt x="2" y="0"/>
                    <a:pt x="2" y="0"/>
                  </a:cubicBezTo>
                  <a:cubicBezTo>
                    <a:pt x="2" y="1"/>
                    <a:pt x="2" y="1"/>
                    <a:pt x="2" y="1"/>
                  </a:cubicBezTo>
                  <a:cubicBezTo>
                    <a:pt x="1" y="1"/>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7" name="Freeform 434"/>
            <p:cNvSpPr>
              <a:spLocks/>
            </p:cNvSpPr>
            <p:nvPr/>
          </p:nvSpPr>
          <p:spPr bwMode="auto">
            <a:xfrm>
              <a:off x="5086" y="3277"/>
              <a:ext cx="5" cy="3"/>
            </a:xfrm>
            <a:custGeom>
              <a:avLst/>
              <a:gdLst>
                <a:gd name="T0" fmla="*/ 1 w 2"/>
                <a:gd name="T1" fmla="*/ 1 h 1"/>
                <a:gd name="T2" fmla="*/ 0 w 2"/>
                <a:gd name="T3" fmla="*/ 1 h 1"/>
                <a:gd name="T4" fmla="*/ 0 w 2"/>
                <a:gd name="T5" fmla="*/ 1 h 1"/>
                <a:gd name="T6" fmla="*/ 1 w 2"/>
                <a:gd name="T7" fmla="*/ 0 h 1"/>
                <a:gd name="T8" fmla="*/ 2 w 2"/>
                <a:gd name="T9" fmla="*/ 0 h 1"/>
                <a:gd name="T10" fmla="*/ 2 w 2"/>
                <a:gd name="T11" fmla="*/ 0 h 1"/>
                <a:gd name="T12" fmla="*/ 2 w 2"/>
                <a:gd name="T13" fmla="*/ 0 h 1"/>
                <a:gd name="T14" fmla="*/ 1 w 2"/>
                <a:gd name="T15" fmla="*/ 1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1" y="1"/>
                    <a:pt x="0" y="1"/>
                  </a:cubicBezTo>
                  <a:cubicBezTo>
                    <a:pt x="0" y="1"/>
                    <a:pt x="0" y="1"/>
                    <a:pt x="0" y="1"/>
                  </a:cubicBezTo>
                  <a:cubicBezTo>
                    <a:pt x="1" y="1"/>
                    <a:pt x="1" y="0"/>
                    <a:pt x="1"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8" name="Freeform 435"/>
            <p:cNvSpPr>
              <a:spLocks/>
            </p:cNvSpPr>
            <p:nvPr/>
          </p:nvSpPr>
          <p:spPr bwMode="auto">
            <a:xfrm>
              <a:off x="5088" y="3280"/>
              <a:ext cx="5" cy="2"/>
            </a:xfrm>
            <a:custGeom>
              <a:avLst/>
              <a:gdLst>
                <a:gd name="T0" fmla="*/ 1 w 2"/>
                <a:gd name="T1" fmla="*/ 1 h 1"/>
                <a:gd name="T2" fmla="*/ 0 w 2"/>
                <a:gd name="T3" fmla="*/ 1 h 1"/>
                <a:gd name="T4" fmla="*/ 0 w 2"/>
                <a:gd name="T5" fmla="*/ 0 h 1"/>
                <a:gd name="T6" fmla="*/ 1 w 2"/>
                <a:gd name="T7" fmla="*/ 0 h 1"/>
                <a:gd name="T8" fmla="*/ 2 w 2"/>
                <a:gd name="T9" fmla="*/ 0 h 1"/>
                <a:gd name="T10" fmla="*/ 2 w 2"/>
                <a:gd name="T11" fmla="*/ 0 h 1"/>
                <a:gd name="T12" fmla="*/ 2 w 2"/>
                <a:gd name="T13" fmla="*/ 0 h 1"/>
                <a:gd name="T14" fmla="*/ 2 w 2"/>
                <a:gd name="T15" fmla="*/ 0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0" y="1"/>
                    <a:pt x="0" y="1"/>
                    <a:pt x="0" y="1"/>
                  </a:cubicBezTo>
                  <a:cubicBezTo>
                    <a:pt x="0" y="1"/>
                    <a:pt x="0" y="0"/>
                    <a:pt x="0"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89" name="Freeform 436"/>
            <p:cNvSpPr>
              <a:spLocks/>
            </p:cNvSpPr>
            <p:nvPr/>
          </p:nvSpPr>
          <p:spPr bwMode="auto">
            <a:xfrm>
              <a:off x="5091" y="3282"/>
              <a:ext cx="5" cy="3"/>
            </a:xfrm>
            <a:custGeom>
              <a:avLst/>
              <a:gdLst>
                <a:gd name="T0" fmla="*/ 0 w 2"/>
                <a:gd name="T1" fmla="*/ 1 h 1"/>
                <a:gd name="T2" fmla="*/ 0 w 2"/>
                <a:gd name="T3" fmla="*/ 0 h 1"/>
                <a:gd name="T4" fmla="*/ 0 w 2"/>
                <a:gd name="T5" fmla="*/ 0 h 1"/>
                <a:gd name="T6" fmla="*/ 2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0"/>
                  </a:cubicBezTo>
                  <a:cubicBezTo>
                    <a:pt x="0" y="0"/>
                    <a:pt x="0" y="0"/>
                    <a:pt x="0" y="0"/>
                  </a:cubicBezTo>
                  <a:cubicBezTo>
                    <a:pt x="1" y="0"/>
                    <a:pt x="1" y="0"/>
                    <a:pt x="2" y="0"/>
                  </a:cubicBezTo>
                  <a:cubicBezTo>
                    <a:pt x="2" y="0"/>
                    <a:pt x="2" y="0"/>
                    <a:pt x="2" y="0"/>
                  </a:cubicBezTo>
                  <a:cubicBezTo>
                    <a:pt x="2" y="0"/>
                    <a:pt x="2" y="0"/>
                    <a:pt x="2" y="0"/>
                  </a:cubicBezTo>
                  <a:cubicBezTo>
                    <a:pt x="1" y="0"/>
                    <a:pt x="1" y="0"/>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0" name="Freeform 437"/>
            <p:cNvSpPr>
              <a:spLocks/>
            </p:cNvSpPr>
            <p:nvPr/>
          </p:nvSpPr>
          <p:spPr bwMode="auto">
            <a:xfrm>
              <a:off x="5093" y="3285"/>
              <a:ext cx="3" cy="0"/>
            </a:xfrm>
            <a:custGeom>
              <a:avLst/>
              <a:gdLst>
                <a:gd name="T0" fmla="*/ 0 w 1"/>
                <a:gd name="T1" fmla="*/ 0 w 1"/>
                <a:gd name="T2" fmla="*/ 0 w 1"/>
                <a:gd name="T3" fmla="*/ 1 w 1"/>
                <a:gd name="T4" fmla="*/ 1 w 1"/>
                <a:gd name="T5" fmla="*/ 1 w 1"/>
                <a:gd name="T6" fmla="*/ 0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1" name="Freeform 438"/>
            <p:cNvSpPr>
              <a:spLocks/>
            </p:cNvSpPr>
            <p:nvPr/>
          </p:nvSpPr>
          <p:spPr bwMode="auto">
            <a:xfrm>
              <a:off x="5093" y="3288"/>
              <a:ext cx="5" cy="0"/>
            </a:xfrm>
            <a:custGeom>
              <a:avLst/>
              <a:gdLst>
                <a:gd name="T0" fmla="*/ 1 w 2"/>
                <a:gd name="T1" fmla="*/ 0 w 2"/>
                <a:gd name="T2" fmla="*/ 1 w 2"/>
                <a:gd name="T3" fmla="*/ 1 w 2"/>
                <a:gd name="T4" fmla="*/ 2 w 2"/>
                <a:gd name="T5" fmla="*/ 2 w 2"/>
                <a:gd name="T6" fmla="*/ 1 w 2"/>
                <a:gd name="T7" fmla="*/ 1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1" y="0"/>
                  </a:moveTo>
                  <a:cubicBezTo>
                    <a:pt x="1" y="0"/>
                    <a:pt x="1" y="0"/>
                    <a:pt x="0" y="0"/>
                  </a:cubicBezTo>
                  <a:cubicBezTo>
                    <a:pt x="0" y="0"/>
                    <a:pt x="0" y="0"/>
                    <a:pt x="1" y="0"/>
                  </a:cubicBezTo>
                  <a:cubicBezTo>
                    <a:pt x="1" y="0"/>
                    <a:pt x="1" y="0"/>
                    <a:pt x="1" y="0"/>
                  </a:cubicBezTo>
                  <a:cubicBezTo>
                    <a:pt x="1" y="0"/>
                    <a:pt x="2" y="0"/>
                    <a:pt x="2" y="0"/>
                  </a:cubicBezTo>
                  <a:cubicBezTo>
                    <a:pt x="2" y="0"/>
                    <a:pt x="2" y="0"/>
                    <a:pt x="2"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2" name="Freeform 439"/>
            <p:cNvSpPr>
              <a:spLocks/>
            </p:cNvSpPr>
            <p:nvPr/>
          </p:nvSpPr>
          <p:spPr bwMode="auto">
            <a:xfrm>
              <a:off x="5096" y="3288"/>
              <a:ext cx="2" cy="2"/>
            </a:xfrm>
            <a:custGeom>
              <a:avLst/>
              <a:gdLst>
                <a:gd name="T0" fmla="*/ 0 w 1"/>
                <a:gd name="T1" fmla="*/ 1 h 1"/>
                <a:gd name="T2" fmla="*/ 0 w 1"/>
                <a:gd name="T3" fmla="*/ 1 h 1"/>
                <a:gd name="T4" fmla="*/ 0 w 1"/>
                <a:gd name="T5" fmla="*/ 0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cubicBezTo>
                    <a:pt x="0" y="1"/>
                    <a:pt x="0" y="1"/>
                    <a:pt x="0" y="1"/>
                  </a:cubicBezTo>
                  <a:cubicBezTo>
                    <a:pt x="0" y="1"/>
                    <a:pt x="0" y="0"/>
                    <a:pt x="0" y="0"/>
                  </a:cubicBezTo>
                  <a:cubicBezTo>
                    <a:pt x="0" y="0"/>
                    <a:pt x="0" y="0"/>
                    <a:pt x="0"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3" name="Freeform 440"/>
            <p:cNvSpPr>
              <a:spLocks/>
            </p:cNvSpPr>
            <p:nvPr/>
          </p:nvSpPr>
          <p:spPr bwMode="auto">
            <a:xfrm>
              <a:off x="5096" y="3290"/>
              <a:ext cx="2" cy="0"/>
            </a:xfrm>
            <a:custGeom>
              <a:avLst/>
              <a:gdLst>
                <a:gd name="T0" fmla="*/ 0 w 1"/>
                <a:gd name="T1" fmla="*/ 0 w 1"/>
                <a:gd name="T2" fmla="*/ 0 w 1"/>
                <a:gd name="T3" fmla="*/ 0 w 1"/>
                <a:gd name="T4" fmla="*/ 0 w 1"/>
                <a:gd name="T5" fmla="*/ 1 w 1"/>
                <a:gd name="T6" fmla="*/ 0 w 1"/>
                <a:gd name="T7" fmla="*/ 0 w 1"/>
                <a:gd name="T8" fmla="*/ 0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1" y="0"/>
                  </a:cubicBezTo>
                  <a:cubicBezTo>
                    <a:pt x="1" y="0"/>
                    <a:pt x="1"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4" name="Freeform 441"/>
            <p:cNvSpPr>
              <a:spLocks/>
            </p:cNvSpPr>
            <p:nvPr/>
          </p:nvSpPr>
          <p:spPr bwMode="auto">
            <a:xfrm>
              <a:off x="5101" y="3295"/>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1"/>
                  </a:cubicBezTo>
                  <a:cubicBezTo>
                    <a:pt x="1" y="1"/>
                    <a:pt x="1" y="0"/>
                    <a:pt x="1" y="1"/>
                  </a:cubicBezTo>
                  <a:cubicBezTo>
                    <a:pt x="1" y="1"/>
                    <a:pt x="1" y="1"/>
                    <a:pt x="1" y="1"/>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5" name="Freeform 442"/>
            <p:cNvSpPr>
              <a:spLocks/>
            </p:cNvSpPr>
            <p:nvPr/>
          </p:nvSpPr>
          <p:spPr bwMode="auto">
            <a:xfrm>
              <a:off x="5093" y="3305"/>
              <a:ext cx="3" cy="5"/>
            </a:xfrm>
            <a:custGeom>
              <a:avLst/>
              <a:gdLst>
                <a:gd name="T0" fmla="*/ 0 w 1"/>
                <a:gd name="T1" fmla="*/ 2 h 2"/>
                <a:gd name="T2" fmla="*/ 0 w 1"/>
                <a:gd name="T3" fmla="*/ 2 h 2"/>
                <a:gd name="T4" fmla="*/ 0 w 1"/>
                <a:gd name="T5" fmla="*/ 2 h 2"/>
                <a:gd name="T6" fmla="*/ 0 w 1"/>
                <a:gd name="T7" fmla="*/ 2 h 2"/>
                <a:gd name="T8" fmla="*/ 1 w 1"/>
                <a:gd name="T9" fmla="*/ 0 h 2"/>
                <a:gd name="T10" fmla="*/ 1 w 1"/>
                <a:gd name="T11" fmla="*/ 0 h 2"/>
                <a:gd name="T12" fmla="*/ 1 w 1"/>
                <a:gd name="T13" fmla="*/ 0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6" name="Freeform 443"/>
            <p:cNvSpPr>
              <a:spLocks/>
            </p:cNvSpPr>
            <p:nvPr/>
          </p:nvSpPr>
          <p:spPr bwMode="auto">
            <a:xfrm>
              <a:off x="5065" y="3290"/>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1 w 1"/>
                <a:gd name="T15" fmla="*/ 2 h 2"/>
                <a:gd name="T16" fmla="*/ 1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1"/>
                    <a:pt x="1" y="1"/>
                  </a:cubicBezTo>
                  <a:cubicBezTo>
                    <a:pt x="1" y="1"/>
                    <a:pt x="1" y="2"/>
                    <a:pt x="1" y="2"/>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7" name="Freeform 444"/>
            <p:cNvSpPr>
              <a:spLocks/>
            </p:cNvSpPr>
            <p:nvPr/>
          </p:nvSpPr>
          <p:spPr bwMode="auto">
            <a:xfrm>
              <a:off x="5065" y="3293"/>
              <a:ext cx="3" cy="2"/>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0" y="1"/>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8" name="Freeform 445"/>
            <p:cNvSpPr>
              <a:spLocks noEditPoints="1"/>
            </p:cNvSpPr>
            <p:nvPr/>
          </p:nvSpPr>
          <p:spPr bwMode="auto">
            <a:xfrm>
              <a:off x="5063" y="3267"/>
              <a:ext cx="43" cy="43"/>
            </a:xfrm>
            <a:custGeom>
              <a:avLst/>
              <a:gdLst>
                <a:gd name="T0" fmla="*/ 5 w 17"/>
                <a:gd name="T1" fmla="*/ 16 h 17"/>
                <a:gd name="T2" fmla="*/ 5 w 17"/>
                <a:gd name="T3" fmla="*/ 15 h 17"/>
                <a:gd name="T4" fmla="*/ 3 w 17"/>
                <a:gd name="T5" fmla="*/ 14 h 17"/>
                <a:gd name="T6" fmla="*/ 1 w 17"/>
                <a:gd name="T7" fmla="*/ 12 h 17"/>
                <a:gd name="T8" fmla="*/ 2 w 17"/>
                <a:gd name="T9" fmla="*/ 11 h 17"/>
                <a:gd name="T10" fmla="*/ 1 w 17"/>
                <a:gd name="T11" fmla="*/ 8 h 17"/>
                <a:gd name="T12" fmla="*/ 1 w 17"/>
                <a:gd name="T13" fmla="*/ 5 h 17"/>
                <a:gd name="T14" fmla="*/ 2 w 17"/>
                <a:gd name="T15" fmla="*/ 5 h 17"/>
                <a:gd name="T16" fmla="*/ 3 w 17"/>
                <a:gd name="T17" fmla="*/ 3 h 17"/>
                <a:gd name="T18" fmla="*/ 6 w 17"/>
                <a:gd name="T19" fmla="*/ 1 h 17"/>
                <a:gd name="T20" fmla="*/ 7 w 17"/>
                <a:gd name="T21" fmla="*/ 2 h 17"/>
                <a:gd name="T22" fmla="*/ 9 w 17"/>
                <a:gd name="T23" fmla="*/ 0 h 17"/>
                <a:gd name="T24" fmla="*/ 12 w 17"/>
                <a:gd name="T25" fmla="*/ 1 h 17"/>
                <a:gd name="T26" fmla="*/ 12 w 17"/>
                <a:gd name="T27" fmla="*/ 2 h 17"/>
                <a:gd name="T28" fmla="*/ 15 w 17"/>
                <a:gd name="T29" fmla="*/ 3 h 17"/>
                <a:gd name="T30" fmla="*/ 16 w 17"/>
                <a:gd name="T31" fmla="*/ 5 h 17"/>
                <a:gd name="T32" fmla="*/ 16 w 17"/>
                <a:gd name="T33" fmla="*/ 5 h 17"/>
                <a:gd name="T34" fmla="*/ 16 w 17"/>
                <a:gd name="T35" fmla="*/ 6 h 17"/>
                <a:gd name="T36" fmla="*/ 16 w 17"/>
                <a:gd name="T37" fmla="*/ 7 h 17"/>
                <a:gd name="T38" fmla="*/ 16 w 17"/>
                <a:gd name="T39" fmla="*/ 9 h 17"/>
                <a:gd name="T40" fmla="*/ 17 w 17"/>
                <a:gd name="T41" fmla="*/ 9 h 17"/>
                <a:gd name="T42" fmla="*/ 16 w 17"/>
                <a:gd name="T43" fmla="*/ 12 h 17"/>
                <a:gd name="T44" fmla="*/ 14 w 17"/>
                <a:gd name="T45" fmla="*/ 13 h 17"/>
                <a:gd name="T46" fmla="*/ 14 w 17"/>
                <a:gd name="T47" fmla="*/ 15 h 17"/>
                <a:gd name="T48" fmla="*/ 11 w 17"/>
                <a:gd name="T49" fmla="*/ 16 h 17"/>
                <a:gd name="T50" fmla="*/ 9 w 17"/>
                <a:gd name="T51" fmla="*/ 16 h 17"/>
                <a:gd name="T52" fmla="*/ 8 w 17"/>
                <a:gd name="T53" fmla="*/ 17 h 17"/>
                <a:gd name="T54" fmla="*/ 8 w 17"/>
                <a:gd name="T55" fmla="*/ 16 h 17"/>
                <a:gd name="T56" fmla="*/ 8 w 17"/>
                <a:gd name="T57" fmla="*/ 15 h 17"/>
                <a:gd name="T58" fmla="*/ 11 w 17"/>
                <a:gd name="T59" fmla="*/ 15 h 17"/>
                <a:gd name="T60" fmla="*/ 14 w 17"/>
                <a:gd name="T61" fmla="*/ 15 h 17"/>
                <a:gd name="T62" fmla="*/ 13 w 17"/>
                <a:gd name="T63" fmla="*/ 13 h 17"/>
                <a:gd name="T64" fmla="*/ 16 w 17"/>
                <a:gd name="T65" fmla="*/ 11 h 17"/>
                <a:gd name="T66" fmla="*/ 15 w 17"/>
                <a:gd name="T67" fmla="*/ 9 h 17"/>
                <a:gd name="T68" fmla="*/ 15 w 17"/>
                <a:gd name="T69" fmla="*/ 6 h 17"/>
                <a:gd name="T70" fmla="*/ 16 w 17"/>
                <a:gd name="T71" fmla="*/ 5 h 17"/>
                <a:gd name="T72" fmla="*/ 15 w 17"/>
                <a:gd name="T73" fmla="*/ 4 h 17"/>
                <a:gd name="T74" fmla="*/ 13 w 17"/>
                <a:gd name="T75" fmla="*/ 4 h 17"/>
                <a:gd name="T76" fmla="*/ 11 w 17"/>
                <a:gd name="T77" fmla="*/ 2 h 17"/>
                <a:gd name="T78" fmla="*/ 9 w 17"/>
                <a:gd name="T79" fmla="*/ 1 h 17"/>
                <a:gd name="T80" fmla="*/ 9 w 17"/>
                <a:gd name="T81" fmla="*/ 2 h 17"/>
                <a:gd name="T82" fmla="*/ 6 w 17"/>
                <a:gd name="T83" fmla="*/ 2 h 17"/>
                <a:gd name="T84" fmla="*/ 4 w 17"/>
                <a:gd name="T85" fmla="*/ 2 h 17"/>
                <a:gd name="T86" fmla="*/ 4 w 17"/>
                <a:gd name="T87" fmla="*/ 4 h 17"/>
                <a:gd name="T88" fmla="*/ 2 w 17"/>
                <a:gd name="T89" fmla="*/ 6 h 17"/>
                <a:gd name="T90" fmla="*/ 1 w 17"/>
                <a:gd name="T91" fmla="*/ 8 h 17"/>
                <a:gd name="T92" fmla="*/ 2 w 17"/>
                <a:gd name="T93" fmla="*/ 8 h 17"/>
                <a:gd name="T94" fmla="*/ 2 w 17"/>
                <a:gd name="T95" fmla="*/ 11 h 17"/>
                <a:gd name="T96" fmla="*/ 3 w 17"/>
                <a:gd name="T97" fmla="*/ 13 h 17"/>
                <a:gd name="T98" fmla="*/ 4 w 17"/>
                <a:gd name="T99" fmla="*/ 13 h 17"/>
                <a:gd name="T100" fmla="*/ 6 w 17"/>
                <a:gd name="T101" fmla="*/ 15 h 17"/>
                <a:gd name="T102" fmla="*/ 15 w 17"/>
                <a:gd name="T103" fmla="*/ 6 h 17"/>
                <a:gd name="T104" fmla="*/ 16 w 17"/>
                <a:gd name="T105" fmla="*/ 6 h 17"/>
                <a:gd name="T106" fmla="*/ 9 w 17"/>
                <a:gd name="T107" fmla="*/ 14 h 17"/>
                <a:gd name="T108" fmla="*/ 6 w 17"/>
                <a:gd name="T109" fmla="*/ 4 h 17"/>
                <a:gd name="T110" fmla="*/ 12 w 17"/>
                <a:gd name="T111" fmla="*/ 13 h 17"/>
                <a:gd name="T112" fmla="*/ 11 w 17"/>
                <a:gd name="T113" fmla="*/ 13 h 17"/>
                <a:gd name="T114" fmla="*/ 11 w 17"/>
                <a:gd name="T115" fmla="*/ 13 h 17"/>
                <a:gd name="T116" fmla="*/ 9 w 17"/>
                <a:gd name="T117" fmla="*/ 4 h 17"/>
                <a:gd name="T118" fmla="*/ 5 w 17"/>
                <a:gd name="T119" fmla="*/ 11 h 17"/>
                <a:gd name="T120" fmla="*/ 11 w 17"/>
                <a:gd name="T121" fmla="*/ 12 h 17"/>
                <a:gd name="T122" fmla="*/ 12 w 17"/>
                <a:gd name="T12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17">
                  <a:moveTo>
                    <a:pt x="8" y="17"/>
                  </a:moveTo>
                  <a:cubicBezTo>
                    <a:pt x="7" y="17"/>
                    <a:pt x="6" y="17"/>
                    <a:pt x="5" y="16"/>
                  </a:cubicBezTo>
                  <a:cubicBezTo>
                    <a:pt x="5" y="16"/>
                    <a:pt x="5" y="16"/>
                    <a:pt x="5" y="16"/>
                  </a:cubicBezTo>
                  <a:cubicBezTo>
                    <a:pt x="5" y="15"/>
                    <a:pt x="5" y="15"/>
                    <a:pt x="5" y="15"/>
                  </a:cubicBezTo>
                  <a:cubicBezTo>
                    <a:pt x="5" y="14"/>
                    <a:pt x="4" y="14"/>
                    <a:pt x="4" y="13"/>
                  </a:cubicBezTo>
                  <a:cubicBezTo>
                    <a:pt x="3" y="14"/>
                    <a:pt x="3" y="14"/>
                    <a:pt x="3" y="14"/>
                  </a:cubicBezTo>
                  <a:cubicBezTo>
                    <a:pt x="3" y="14"/>
                    <a:pt x="2" y="14"/>
                    <a:pt x="2" y="14"/>
                  </a:cubicBezTo>
                  <a:cubicBezTo>
                    <a:pt x="2" y="13"/>
                    <a:pt x="1" y="12"/>
                    <a:pt x="1" y="12"/>
                  </a:cubicBezTo>
                  <a:cubicBezTo>
                    <a:pt x="1" y="11"/>
                    <a:pt x="1" y="11"/>
                    <a:pt x="1" y="11"/>
                  </a:cubicBezTo>
                  <a:cubicBezTo>
                    <a:pt x="2" y="11"/>
                    <a:pt x="2" y="11"/>
                    <a:pt x="2" y="11"/>
                  </a:cubicBezTo>
                  <a:cubicBezTo>
                    <a:pt x="2" y="10"/>
                    <a:pt x="2" y="9"/>
                    <a:pt x="2" y="8"/>
                  </a:cubicBezTo>
                  <a:cubicBezTo>
                    <a:pt x="1" y="8"/>
                    <a:pt x="1" y="8"/>
                    <a:pt x="1" y="8"/>
                  </a:cubicBezTo>
                  <a:cubicBezTo>
                    <a:pt x="0" y="8"/>
                    <a:pt x="0" y="8"/>
                    <a:pt x="0" y="8"/>
                  </a:cubicBezTo>
                  <a:cubicBezTo>
                    <a:pt x="0" y="7"/>
                    <a:pt x="1" y="6"/>
                    <a:pt x="1" y="5"/>
                  </a:cubicBezTo>
                  <a:cubicBezTo>
                    <a:pt x="1" y="5"/>
                    <a:pt x="1" y="5"/>
                    <a:pt x="1" y="5"/>
                  </a:cubicBezTo>
                  <a:cubicBezTo>
                    <a:pt x="2" y="5"/>
                    <a:pt x="2" y="5"/>
                    <a:pt x="2" y="5"/>
                  </a:cubicBezTo>
                  <a:cubicBezTo>
                    <a:pt x="3" y="5"/>
                    <a:pt x="3" y="4"/>
                    <a:pt x="4" y="3"/>
                  </a:cubicBezTo>
                  <a:cubicBezTo>
                    <a:pt x="3" y="3"/>
                    <a:pt x="3" y="3"/>
                    <a:pt x="3" y="3"/>
                  </a:cubicBezTo>
                  <a:cubicBezTo>
                    <a:pt x="3" y="2"/>
                    <a:pt x="3" y="2"/>
                    <a:pt x="3" y="2"/>
                  </a:cubicBezTo>
                  <a:cubicBezTo>
                    <a:pt x="4" y="2"/>
                    <a:pt x="5" y="1"/>
                    <a:pt x="6" y="1"/>
                  </a:cubicBezTo>
                  <a:cubicBezTo>
                    <a:pt x="6" y="1"/>
                    <a:pt x="6" y="1"/>
                    <a:pt x="6" y="1"/>
                  </a:cubicBezTo>
                  <a:cubicBezTo>
                    <a:pt x="7" y="2"/>
                    <a:pt x="7" y="2"/>
                    <a:pt x="7" y="2"/>
                  </a:cubicBezTo>
                  <a:cubicBezTo>
                    <a:pt x="7" y="2"/>
                    <a:pt x="8" y="1"/>
                    <a:pt x="9" y="1"/>
                  </a:cubicBezTo>
                  <a:cubicBezTo>
                    <a:pt x="9" y="0"/>
                    <a:pt x="9" y="0"/>
                    <a:pt x="9" y="0"/>
                  </a:cubicBezTo>
                  <a:cubicBezTo>
                    <a:pt x="9" y="0"/>
                    <a:pt x="9" y="0"/>
                    <a:pt x="9" y="0"/>
                  </a:cubicBezTo>
                  <a:cubicBezTo>
                    <a:pt x="10" y="0"/>
                    <a:pt x="11" y="0"/>
                    <a:pt x="12" y="1"/>
                  </a:cubicBezTo>
                  <a:cubicBezTo>
                    <a:pt x="12" y="1"/>
                    <a:pt x="12" y="1"/>
                    <a:pt x="12" y="1"/>
                  </a:cubicBezTo>
                  <a:cubicBezTo>
                    <a:pt x="12" y="2"/>
                    <a:pt x="12" y="2"/>
                    <a:pt x="12" y="2"/>
                  </a:cubicBezTo>
                  <a:cubicBezTo>
                    <a:pt x="13" y="3"/>
                    <a:pt x="13" y="3"/>
                    <a:pt x="14" y="4"/>
                  </a:cubicBezTo>
                  <a:cubicBezTo>
                    <a:pt x="15" y="3"/>
                    <a:pt x="15" y="3"/>
                    <a:pt x="15" y="3"/>
                  </a:cubicBezTo>
                  <a:cubicBezTo>
                    <a:pt x="15" y="3"/>
                    <a:pt x="15" y="3"/>
                    <a:pt x="15" y="3"/>
                  </a:cubicBezTo>
                  <a:cubicBezTo>
                    <a:pt x="15" y="3"/>
                    <a:pt x="16" y="5"/>
                    <a:pt x="16" y="5"/>
                  </a:cubicBezTo>
                  <a:cubicBezTo>
                    <a:pt x="16" y="5"/>
                    <a:pt x="16" y="5"/>
                    <a:pt x="16" y="5"/>
                  </a:cubicBezTo>
                  <a:cubicBezTo>
                    <a:pt x="16" y="5"/>
                    <a:pt x="16" y="5"/>
                    <a:pt x="16" y="5"/>
                  </a:cubicBezTo>
                  <a:cubicBezTo>
                    <a:pt x="16" y="5"/>
                    <a:pt x="16" y="6"/>
                    <a:pt x="16" y="6"/>
                  </a:cubicBezTo>
                  <a:cubicBezTo>
                    <a:pt x="16" y="6"/>
                    <a:pt x="16" y="6"/>
                    <a:pt x="16" y="6"/>
                  </a:cubicBezTo>
                  <a:cubicBezTo>
                    <a:pt x="16" y="6"/>
                    <a:pt x="16" y="7"/>
                    <a:pt x="16" y="7"/>
                  </a:cubicBezTo>
                  <a:cubicBezTo>
                    <a:pt x="16" y="7"/>
                    <a:pt x="16" y="7"/>
                    <a:pt x="16" y="7"/>
                  </a:cubicBezTo>
                  <a:cubicBezTo>
                    <a:pt x="16" y="7"/>
                    <a:pt x="16" y="7"/>
                    <a:pt x="16" y="7"/>
                  </a:cubicBezTo>
                  <a:cubicBezTo>
                    <a:pt x="16" y="8"/>
                    <a:pt x="16" y="8"/>
                    <a:pt x="16" y="9"/>
                  </a:cubicBezTo>
                  <a:cubicBezTo>
                    <a:pt x="17" y="9"/>
                    <a:pt x="17" y="9"/>
                    <a:pt x="17" y="9"/>
                  </a:cubicBezTo>
                  <a:cubicBezTo>
                    <a:pt x="17" y="9"/>
                    <a:pt x="17" y="9"/>
                    <a:pt x="17" y="9"/>
                  </a:cubicBezTo>
                  <a:cubicBezTo>
                    <a:pt x="17" y="10"/>
                    <a:pt x="17" y="11"/>
                    <a:pt x="16" y="12"/>
                  </a:cubicBezTo>
                  <a:cubicBezTo>
                    <a:pt x="16" y="12"/>
                    <a:pt x="16" y="12"/>
                    <a:pt x="16" y="12"/>
                  </a:cubicBezTo>
                  <a:cubicBezTo>
                    <a:pt x="15" y="12"/>
                    <a:pt x="15" y="12"/>
                    <a:pt x="14" y="13"/>
                  </a:cubicBezTo>
                  <a:cubicBezTo>
                    <a:pt x="14" y="13"/>
                    <a:pt x="14" y="13"/>
                    <a:pt x="14" y="13"/>
                  </a:cubicBezTo>
                  <a:cubicBezTo>
                    <a:pt x="14" y="14"/>
                    <a:pt x="14" y="14"/>
                    <a:pt x="14" y="14"/>
                  </a:cubicBezTo>
                  <a:cubicBezTo>
                    <a:pt x="14" y="15"/>
                    <a:pt x="14" y="15"/>
                    <a:pt x="14" y="15"/>
                  </a:cubicBezTo>
                  <a:cubicBezTo>
                    <a:pt x="13" y="15"/>
                    <a:pt x="13" y="16"/>
                    <a:pt x="12" y="16"/>
                  </a:cubicBezTo>
                  <a:cubicBezTo>
                    <a:pt x="12" y="16"/>
                    <a:pt x="11" y="16"/>
                    <a:pt x="11" y="16"/>
                  </a:cubicBezTo>
                  <a:cubicBezTo>
                    <a:pt x="11" y="15"/>
                    <a:pt x="11" y="15"/>
                    <a:pt x="11" y="15"/>
                  </a:cubicBezTo>
                  <a:cubicBezTo>
                    <a:pt x="10" y="15"/>
                    <a:pt x="9" y="16"/>
                    <a:pt x="9" y="16"/>
                  </a:cubicBezTo>
                  <a:cubicBezTo>
                    <a:pt x="8" y="17"/>
                    <a:pt x="8" y="17"/>
                    <a:pt x="8" y="17"/>
                  </a:cubicBezTo>
                  <a:cubicBezTo>
                    <a:pt x="8" y="17"/>
                    <a:pt x="8" y="17"/>
                    <a:pt x="8" y="17"/>
                  </a:cubicBezTo>
                  <a:close/>
                  <a:moveTo>
                    <a:pt x="6" y="16"/>
                  </a:moveTo>
                  <a:cubicBezTo>
                    <a:pt x="6" y="16"/>
                    <a:pt x="7" y="16"/>
                    <a:pt x="8" y="16"/>
                  </a:cubicBezTo>
                  <a:cubicBezTo>
                    <a:pt x="8" y="15"/>
                    <a:pt x="8" y="15"/>
                    <a:pt x="8" y="15"/>
                  </a:cubicBezTo>
                  <a:cubicBezTo>
                    <a:pt x="8" y="15"/>
                    <a:pt x="8" y="15"/>
                    <a:pt x="8" y="15"/>
                  </a:cubicBezTo>
                  <a:cubicBezTo>
                    <a:pt x="9" y="15"/>
                    <a:pt x="10" y="15"/>
                    <a:pt x="11" y="15"/>
                  </a:cubicBezTo>
                  <a:cubicBezTo>
                    <a:pt x="11" y="14"/>
                    <a:pt x="11" y="15"/>
                    <a:pt x="11" y="15"/>
                  </a:cubicBezTo>
                  <a:cubicBezTo>
                    <a:pt x="12" y="16"/>
                    <a:pt x="12" y="16"/>
                    <a:pt x="12" y="16"/>
                  </a:cubicBezTo>
                  <a:cubicBezTo>
                    <a:pt x="12" y="15"/>
                    <a:pt x="13" y="15"/>
                    <a:pt x="14" y="15"/>
                  </a:cubicBezTo>
                  <a:cubicBezTo>
                    <a:pt x="13" y="14"/>
                    <a:pt x="13" y="14"/>
                    <a:pt x="13" y="14"/>
                  </a:cubicBezTo>
                  <a:cubicBezTo>
                    <a:pt x="13" y="13"/>
                    <a:pt x="13" y="13"/>
                    <a:pt x="13" y="13"/>
                  </a:cubicBezTo>
                  <a:cubicBezTo>
                    <a:pt x="13" y="13"/>
                    <a:pt x="14" y="12"/>
                    <a:pt x="14" y="12"/>
                  </a:cubicBezTo>
                  <a:cubicBezTo>
                    <a:pt x="14" y="12"/>
                    <a:pt x="15" y="11"/>
                    <a:pt x="16" y="11"/>
                  </a:cubicBezTo>
                  <a:cubicBezTo>
                    <a:pt x="16" y="11"/>
                    <a:pt x="16" y="10"/>
                    <a:pt x="16" y="9"/>
                  </a:cubicBezTo>
                  <a:cubicBezTo>
                    <a:pt x="15" y="9"/>
                    <a:pt x="15" y="9"/>
                    <a:pt x="15" y="9"/>
                  </a:cubicBezTo>
                  <a:cubicBezTo>
                    <a:pt x="15" y="9"/>
                    <a:pt x="15" y="9"/>
                    <a:pt x="15" y="9"/>
                  </a:cubicBezTo>
                  <a:cubicBezTo>
                    <a:pt x="15" y="8"/>
                    <a:pt x="15" y="7"/>
                    <a:pt x="15" y="6"/>
                  </a:cubicBezTo>
                  <a:cubicBezTo>
                    <a:pt x="15" y="6"/>
                    <a:pt x="15" y="6"/>
                    <a:pt x="15" y="6"/>
                  </a:cubicBezTo>
                  <a:cubicBezTo>
                    <a:pt x="16" y="5"/>
                    <a:pt x="16" y="5"/>
                    <a:pt x="16" y="5"/>
                  </a:cubicBezTo>
                  <a:cubicBezTo>
                    <a:pt x="16" y="5"/>
                    <a:pt x="16" y="5"/>
                    <a:pt x="16" y="5"/>
                  </a:cubicBezTo>
                  <a:cubicBezTo>
                    <a:pt x="15" y="5"/>
                    <a:pt x="15" y="4"/>
                    <a:pt x="15" y="4"/>
                  </a:cubicBezTo>
                  <a:cubicBezTo>
                    <a:pt x="14" y="4"/>
                    <a:pt x="14" y="4"/>
                    <a:pt x="14" y="4"/>
                  </a:cubicBezTo>
                  <a:cubicBezTo>
                    <a:pt x="14" y="4"/>
                    <a:pt x="13" y="4"/>
                    <a:pt x="13" y="4"/>
                  </a:cubicBezTo>
                  <a:cubicBezTo>
                    <a:pt x="13" y="4"/>
                    <a:pt x="12" y="3"/>
                    <a:pt x="11" y="3"/>
                  </a:cubicBezTo>
                  <a:cubicBezTo>
                    <a:pt x="11" y="3"/>
                    <a:pt x="11" y="2"/>
                    <a:pt x="11" y="2"/>
                  </a:cubicBezTo>
                  <a:cubicBezTo>
                    <a:pt x="11" y="1"/>
                    <a:pt x="11" y="1"/>
                    <a:pt x="11" y="1"/>
                  </a:cubicBezTo>
                  <a:cubicBezTo>
                    <a:pt x="11" y="1"/>
                    <a:pt x="10" y="1"/>
                    <a:pt x="9" y="1"/>
                  </a:cubicBezTo>
                  <a:cubicBezTo>
                    <a:pt x="9" y="2"/>
                    <a:pt x="9" y="2"/>
                    <a:pt x="9" y="2"/>
                  </a:cubicBezTo>
                  <a:cubicBezTo>
                    <a:pt x="9" y="2"/>
                    <a:pt x="9" y="2"/>
                    <a:pt x="9" y="2"/>
                  </a:cubicBezTo>
                  <a:cubicBezTo>
                    <a:pt x="8" y="2"/>
                    <a:pt x="7" y="2"/>
                    <a:pt x="6" y="2"/>
                  </a:cubicBezTo>
                  <a:cubicBezTo>
                    <a:pt x="6" y="3"/>
                    <a:pt x="6" y="2"/>
                    <a:pt x="6" y="2"/>
                  </a:cubicBezTo>
                  <a:cubicBezTo>
                    <a:pt x="6" y="1"/>
                    <a:pt x="6" y="1"/>
                    <a:pt x="6" y="1"/>
                  </a:cubicBezTo>
                  <a:cubicBezTo>
                    <a:pt x="5" y="2"/>
                    <a:pt x="4" y="2"/>
                    <a:pt x="4" y="2"/>
                  </a:cubicBezTo>
                  <a:cubicBezTo>
                    <a:pt x="4" y="3"/>
                    <a:pt x="4" y="3"/>
                    <a:pt x="4" y="3"/>
                  </a:cubicBezTo>
                  <a:cubicBezTo>
                    <a:pt x="4" y="4"/>
                    <a:pt x="4" y="4"/>
                    <a:pt x="4" y="4"/>
                  </a:cubicBezTo>
                  <a:cubicBezTo>
                    <a:pt x="4" y="4"/>
                    <a:pt x="3" y="5"/>
                    <a:pt x="3" y="6"/>
                  </a:cubicBezTo>
                  <a:cubicBezTo>
                    <a:pt x="3" y="6"/>
                    <a:pt x="3" y="6"/>
                    <a:pt x="2" y="6"/>
                  </a:cubicBezTo>
                  <a:cubicBezTo>
                    <a:pt x="1" y="6"/>
                    <a:pt x="1" y="6"/>
                    <a:pt x="1" y="6"/>
                  </a:cubicBezTo>
                  <a:cubicBezTo>
                    <a:pt x="1" y="6"/>
                    <a:pt x="1" y="7"/>
                    <a:pt x="1" y="8"/>
                  </a:cubicBezTo>
                  <a:cubicBezTo>
                    <a:pt x="2" y="8"/>
                    <a:pt x="2" y="8"/>
                    <a:pt x="2" y="8"/>
                  </a:cubicBezTo>
                  <a:cubicBezTo>
                    <a:pt x="2" y="8"/>
                    <a:pt x="2" y="8"/>
                    <a:pt x="2" y="8"/>
                  </a:cubicBezTo>
                  <a:cubicBezTo>
                    <a:pt x="2" y="9"/>
                    <a:pt x="2" y="10"/>
                    <a:pt x="3" y="11"/>
                  </a:cubicBezTo>
                  <a:cubicBezTo>
                    <a:pt x="3" y="11"/>
                    <a:pt x="3" y="11"/>
                    <a:pt x="2" y="11"/>
                  </a:cubicBezTo>
                  <a:cubicBezTo>
                    <a:pt x="2" y="12"/>
                    <a:pt x="2" y="12"/>
                    <a:pt x="2" y="12"/>
                  </a:cubicBezTo>
                  <a:cubicBezTo>
                    <a:pt x="2" y="12"/>
                    <a:pt x="2" y="13"/>
                    <a:pt x="3" y="13"/>
                  </a:cubicBezTo>
                  <a:cubicBezTo>
                    <a:pt x="4" y="13"/>
                    <a:pt x="4" y="13"/>
                    <a:pt x="4" y="13"/>
                  </a:cubicBezTo>
                  <a:cubicBezTo>
                    <a:pt x="4" y="13"/>
                    <a:pt x="4" y="13"/>
                    <a:pt x="4" y="13"/>
                  </a:cubicBezTo>
                  <a:cubicBezTo>
                    <a:pt x="4" y="13"/>
                    <a:pt x="5" y="14"/>
                    <a:pt x="6" y="14"/>
                  </a:cubicBezTo>
                  <a:cubicBezTo>
                    <a:pt x="6" y="14"/>
                    <a:pt x="6" y="15"/>
                    <a:pt x="6" y="15"/>
                  </a:cubicBezTo>
                  <a:lnTo>
                    <a:pt x="6" y="16"/>
                  </a:lnTo>
                  <a:close/>
                  <a:moveTo>
                    <a:pt x="15" y="6"/>
                  </a:moveTo>
                  <a:cubicBezTo>
                    <a:pt x="15" y="6"/>
                    <a:pt x="15" y="7"/>
                    <a:pt x="15" y="7"/>
                  </a:cubicBezTo>
                  <a:cubicBezTo>
                    <a:pt x="15" y="7"/>
                    <a:pt x="16" y="6"/>
                    <a:pt x="16" y="6"/>
                  </a:cubicBezTo>
                  <a:lnTo>
                    <a:pt x="15" y="6"/>
                  </a:lnTo>
                  <a:close/>
                  <a:moveTo>
                    <a:pt x="9" y="14"/>
                  </a:moveTo>
                  <a:cubicBezTo>
                    <a:pt x="7" y="14"/>
                    <a:pt x="5" y="13"/>
                    <a:pt x="4" y="11"/>
                  </a:cubicBezTo>
                  <a:cubicBezTo>
                    <a:pt x="3" y="9"/>
                    <a:pt x="3" y="6"/>
                    <a:pt x="6" y="4"/>
                  </a:cubicBezTo>
                  <a:cubicBezTo>
                    <a:pt x="9" y="2"/>
                    <a:pt x="12" y="4"/>
                    <a:pt x="13" y="6"/>
                  </a:cubicBezTo>
                  <a:cubicBezTo>
                    <a:pt x="14" y="8"/>
                    <a:pt x="14" y="11"/>
                    <a:pt x="12" y="13"/>
                  </a:cubicBezTo>
                  <a:cubicBezTo>
                    <a:pt x="12" y="13"/>
                    <a:pt x="12" y="13"/>
                    <a:pt x="12" y="13"/>
                  </a:cubicBezTo>
                  <a:cubicBezTo>
                    <a:pt x="11" y="13"/>
                    <a:pt x="11" y="13"/>
                    <a:pt x="11" y="13"/>
                  </a:cubicBezTo>
                  <a:cubicBezTo>
                    <a:pt x="11" y="13"/>
                    <a:pt x="11" y="13"/>
                    <a:pt x="11" y="13"/>
                  </a:cubicBezTo>
                  <a:cubicBezTo>
                    <a:pt x="11" y="13"/>
                    <a:pt x="11" y="13"/>
                    <a:pt x="11" y="13"/>
                  </a:cubicBezTo>
                  <a:cubicBezTo>
                    <a:pt x="10" y="14"/>
                    <a:pt x="9" y="14"/>
                    <a:pt x="9" y="14"/>
                  </a:cubicBezTo>
                  <a:close/>
                  <a:moveTo>
                    <a:pt x="9" y="4"/>
                  </a:moveTo>
                  <a:cubicBezTo>
                    <a:pt x="8" y="4"/>
                    <a:pt x="7" y="4"/>
                    <a:pt x="6" y="5"/>
                  </a:cubicBezTo>
                  <a:cubicBezTo>
                    <a:pt x="4" y="6"/>
                    <a:pt x="4" y="9"/>
                    <a:pt x="5" y="11"/>
                  </a:cubicBezTo>
                  <a:cubicBezTo>
                    <a:pt x="6" y="13"/>
                    <a:pt x="8" y="14"/>
                    <a:pt x="11" y="13"/>
                  </a:cubicBezTo>
                  <a:cubicBezTo>
                    <a:pt x="11" y="13"/>
                    <a:pt x="11" y="12"/>
                    <a:pt x="11" y="12"/>
                  </a:cubicBezTo>
                  <a:cubicBezTo>
                    <a:pt x="11" y="12"/>
                    <a:pt x="11" y="12"/>
                    <a:pt x="11" y="12"/>
                  </a:cubicBezTo>
                  <a:cubicBezTo>
                    <a:pt x="14" y="11"/>
                    <a:pt x="14" y="8"/>
                    <a:pt x="12" y="6"/>
                  </a:cubicBezTo>
                  <a:cubicBezTo>
                    <a:pt x="12" y="5"/>
                    <a:pt x="10" y="4"/>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99" name="Freeform 446"/>
            <p:cNvSpPr>
              <a:spLocks noEditPoints="1"/>
            </p:cNvSpPr>
            <p:nvPr/>
          </p:nvSpPr>
          <p:spPr bwMode="auto">
            <a:xfrm>
              <a:off x="5063" y="3272"/>
              <a:ext cx="40" cy="41"/>
            </a:xfrm>
            <a:custGeom>
              <a:avLst/>
              <a:gdLst>
                <a:gd name="T0" fmla="*/ 5 w 16"/>
                <a:gd name="T1" fmla="*/ 16 h 16"/>
                <a:gd name="T2" fmla="*/ 5 w 16"/>
                <a:gd name="T3" fmla="*/ 14 h 16"/>
                <a:gd name="T4" fmla="*/ 2 w 16"/>
                <a:gd name="T5" fmla="*/ 13 h 16"/>
                <a:gd name="T6" fmla="*/ 0 w 16"/>
                <a:gd name="T7" fmla="*/ 11 h 16"/>
                <a:gd name="T8" fmla="*/ 1 w 16"/>
                <a:gd name="T9" fmla="*/ 11 h 16"/>
                <a:gd name="T10" fmla="*/ 3 w 16"/>
                <a:gd name="T11" fmla="*/ 12 h 16"/>
                <a:gd name="T12" fmla="*/ 5 w 16"/>
                <a:gd name="T13" fmla="*/ 14 h 16"/>
                <a:gd name="T14" fmla="*/ 5 w 16"/>
                <a:gd name="T15" fmla="*/ 14 h 16"/>
                <a:gd name="T16" fmla="*/ 7 w 16"/>
                <a:gd name="T17" fmla="*/ 16 h 16"/>
                <a:gd name="T18" fmla="*/ 8 w 16"/>
                <a:gd name="T19" fmla="*/ 15 h 16"/>
                <a:gd name="T20" fmla="*/ 10 w 16"/>
                <a:gd name="T21" fmla="*/ 14 h 16"/>
                <a:gd name="T22" fmla="*/ 11 w 16"/>
                <a:gd name="T23" fmla="*/ 15 h 16"/>
                <a:gd name="T24" fmla="*/ 13 w 16"/>
                <a:gd name="T25" fmla="*/ 13 h 16"/>
                <a:gd name="T26" fmla="*/ 14 w 16"/>
                <a:gd name="T27" fmla="*/ 12 h 16"/>
                <a:gd name="T28" fmla="*/ 14 w 16"/>
                <a:gd name="T29" fmla="*/ 13 h 16"/>
                <a:gd name="T30" fmla="*/ 14 w 16"/>
                <a:gd name="T31" fmla="*/ 14 h 16"/>
                <a:gd name="T32" fmla="*/ 11 w 16"/>
                <a:gd name="T33" fmla="*/ 16 h 16"/>
                <a:gd name="T34" fmla="*/ 8 w 16"/>
                <a:gd name="T35" fmla="*/ 15 h 16"/>
                <a:gd name="T36" fmla="*/ 8 w 16"/>
                <a:gd name="T37" fmla="*/ 16 h 16"/>
                <a:gd name="T38" fmla="*/ 14 w 16"/>
                <a:gd name="T39" fmla="*/ 12 h 16"/>
                <a:gd name="T40" fmla="*/ 13 w 16"/>
                <a:gd name="T41" fmla="*/ 12 h 16"/>
                <a:gd name="T42" fmla="*/ 15 w 16"/>
                <a:gd name="T43" fmla="*/ 11 h 16"/>
                <a:gd name="T44" fmla="*/ 16 w 16"/>
                <a:gd name="T45" fmla="*/ 9 h 16"/>
                <a:gd name="T46" fmla="*/ 16 w 16"/>
                <a:gd name="T47" fmla="*/ 11 h 16"/>
                <a:gd name="T48" fmla="*/ 14 w 16"/>
                <a:gd name="T49" fmla="*/ 12 h 16"/>
                <a:gd name="T50" fmla="*/ 14 w 16"/>
                <a:gd name="T51" fmla="*/ 12 h 16"/>
                <a:gd name="T52" fmla="*/ 1 w 16"/>
                <a:gd name="T53" fmla="*/ 9 h 16"/>
                <a:gd name="T54" fmla="*/ 0 w 16"/>
                <a:gd name="T55" fmla="*/ 8 h 16"/>
                <a:gd name="T56" fmla="*/ 1 w 16"/>
                <a:gd name="T57" fmla="*/ 3 h 16"/>
                <a:gd name="T58" fmla="*/ 1 w 16"/>
                <a:gd name="T59" fmla="*/ 4 h 16"/>
                <a:gd name="T60" fmla="*/ 2 w 16"/>
                <a:gd name="T61" fmla="*/ 7 h 16"/>
                <a:gd name="T62" fmla="*/ 2 w 16"/>
                <a:gd name="T63" fmla="*/ 9 h 16"/>
                <a:gd name="T64" fmla="*/ 2 w 16"/>
                <a:gd name="T65" fmla="*/ 10 h 16"/>
                <a:gd name="T66" fmla="*/ 13 w 16"/>
                <a:gd name="T67" fmla="*/ 9 h 16"/>
                <a:gd name="T68" fmla="*/ 10 w 16"/>
                <a:gd name="T69" fmla="*/ 4 h 16"/>
                <a:gd name="T70" fmla="*/ 4 w 16"/>
                <a:gd name="T71" fmla="*/ 5 h 16"/>
                <a:gd name="T72" fmla="*/ 4 w 16"/>
                <a:gd name="T73" fmla="*/ 5 h 16"/>
                <a:gd name="T74" fmla="*/ 11 w 16"/>
                <a:gd name="T75" fmla="*/ 3 h 16"/>
                <a:gd name="T76" fmla="*/ 13 w 16"/>
                <a:gd name="T77" fmla="*/ 9 h 16"/>
                <a:gd name="T78" fmla="*/ 3 w 16"/>
                <a:gd name="T79" fmla="*/ 3 h 16"/>
                <a:gd name="T80" fmla="*/ 3 w 16"/>
                <a:gd name="T81" fmla="*/ 2 h 16"/>
                <a:gd name="T82" fmla="*/ 3 w 16"/>
                <a:gd name="T83" fmla="*/ 0 h 16"/>
                <a:gd name="T84" fmla="*/ 4 w 16"/>
                <a:gd name="T85" fmla="*/ 1 h 16"/>
                <a:gd name="T86" fmla="*/ 3 w 16"/>
                <a:gd name="T87" fmla="*/ 2 h 16"/>
                <a:gd name="T88" fmla="*/ 3 w 16"/>
                <a:gd name="T8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6">
                  <a:moveTo>
                    <a:pt x="8" y="16"/>
                  </a:moveTo>
                  <a:cubicBezTo>
                    <a:pt x="7" y="16"/>
                    <a:pt x="6" y="16"/>
                    <a:pt x="5" y="16"/>
                  </a:cubicBezTo>
                  <a:cubicBezTo>
                    <a:pt x="5" y="16"/>
                    <a:pt x="5" y="15"/>
                    <a:pt x="5" y="15"/>
                  </a:cubicBezTo>
                  <a:cubicBezTo>
                    <a:pt x="5" y="15"/>
                    <a:pt x="5" y="15"/>
                    <a:pt x="5" y="14"/>
                  </a:cubicBezTo>
                  <a:cubicBezTo>
                    <a:pt x="4" y="14"/>
                    <a:pt x="4" y="13"/>
                    <a:pt x="3" y="13"/>
                  </a:cubicBezTo>
                  <a:cubicBezTo>
                    <a:pt x="2" y="13"/>
                    <a:pt x="2" y="13"/>
                    <a:pt x="2" y="13"/>
                  </a:cubicBezTo>
                  <a:cubicBezTo>
                    <a:pt x="2" y="14"/>
                    <a:pt x="2" y="13"/>
                    <a:pt x="2" y="13"/>
                  </a:cubicBezTo>
                  <a:cubicBezTo>
                    <a:pt x="1" y="13"/>
                    <a:pt x="1" y="12"/>
                    <a:pt x="0" y="11"/>
                  </a:cubicBezTo>
                  <a:cubicBezTo>
                    <a:pt x="0" y="11"/>
                    <a:pt x="0" y="11"/>
                    <a:pt x="1" y="11"/>
                  </a:cubicBezTo>
                  <a:cubicBezTo>
                    <a:pt x="1" y="11"/>
                    <a:pt x="1" y="11"/>
                    <a:pt x="1" y="11"/>
                  </a:cubicBezTo>
                  <a:cubicBezTo>
                    <a:pt x="1" y="11"/>
                    <a:pt x="2" y="12"/>
                    <a:pt x="2" y="13"/>
                  </a:cubicBezTo>
                  <a:cubicBezTo>
                    <a:pt x="3" y="12"/>
                    <a:pt x="3" y="12"/>
                    <a:pt x="3" y="12"/>
                  </a:cubicBezTo>
                  <a:cubicBezTo>
                    <a:pt x="3" y="12"/>
                    <a:pt x="3" y="12"/>
                    <a:pt x="3" y="12"/>
                  </a:cubicBezTo>
                  <a:cubicBezTo>
                    <a:pt x="4" y="13"/>
                    <a:pt x="4" y="13"/>
                    <a:pt x="5" y="14"/>
                  </a:cubicBezTo>
                  <a:cubicBezTo>
                    <a:pt x="5" y="14"/>
                    <a:pt x="5" y="14"/>
                    <a:pt x="5" y="14"/>
                  </a:cubicBezTo>
                  <a:cubicBezTo>
                    <a:pt x="5" y="14"/>
                    <a:pt x="5" y="14"/>
                    <a:pt x="5" y="14"/>
                  </a:cubicBezTo>
                  <a:cubicBezTo>
                    <a:pt x="5" y="15"/>
                    <a:pt x="5" y="15"/>
                    <a:pt x="5" y="15"/>
                  </a:cubicBezTo>
                  <a:cubicBezTo>
                    <a:pt x="6" y="15"/>
                    <a:pt x="7" y="16"/>
                    <a:pt x="7" y="16"/>
                  </a:cubicBezTo>
                  <a:cubicBezTo>
                    <a:pt x="7" y="15"/>
                    <a:pt x="7" y="15"/>
                    <a:pt x="7" y="15"/>
                  </a:cubicBezTo>
                  <a:cubicBezTo>
                    <a:pt x="8" y="15"/>
                    <a:pt x="8" y="15"/>
                    <a:pt x="8" y="15"/>
                  </a:cubicBezTo>
                  <a:cubicBezTo>
                    <a:pt x="8" y="14"/>
                    <a:pt x="8" y="14"/>
                    <a:pt x="8" y="14"/>
                  </a:cubicBezTo>
                  <a:cubicBezTo>
                    <a:pt x="9" y="14"/>
                    <a:pt x="10" y="14"/>
                    <a:pt x="10" y="14"/>
                  </a:cubicBezTo>
                  <a:cubicBezTo>
                    <a:pt x="10" y="14"/>
                    <a:pt x="11" y="14"/>
                    <a:pt x="11" y="14"/>
                  </a:cubicBezTo>
                  <a:cubicBezTo>
                    <a:pt x="11" y="15"/>
                    <a:pt x="11" y="15"/>
                    <a:pt x="11" y="15"/>
                  </a:cubicBezTo>
                  <a:cubicBezTo>
                    <a:pt x="12" y="15"/>
                    <a:pt x="13" y="14"/>
                    <a:pt x="13" y="14"/>
                  </a:cubicBezTo>
                  <a:cubicBezTo>
                    <a:pt x="13" y="14"/>
                    <a:pt x="13" y="13"/>
                    <a:pt x="13" y="13"/>
                  </a:cubicBezTo>
                  <a:cubicBezTo>
                    <a:pt x="13" y="13"/>
                    <a:pt x="14" y="13"/>
                    <a:pt x="14" y="12"/>
                  </a:cubicBezTo>
                  <a:cubicBezTo>
                    <a:pt x="14" y="12"/>
                    <a:pt x="14" y="12"/>
                    <a:pt x="14" y="12"/>
                  </a:cubicBezTo>
                  <a:cubicBezTo>
                    <a:pt x="14" y="12"/>
                    <a:pt x="14" y="13"/>
                    <a:pt x="14" y="13"/>
                  </a:cubicBezTo>
                  <a:cubicBezTo>
                    <a:pt x="14" y="13"/>
                    <a:pt x="14" y="13"/>
                    <a:pt x="14" y="13"/>
                  </a:cubicBezTo>
                  <a:cubicBezTo>
                    <a:pt x="14" y="14"/>
                    <a:pt x="14" y="14"/>
                    <a:pt x="14" y="14"/>
                  </a:cubicBezTo>
                  <a:cubicBezTo>
                    <a:pt x="14" y="14"/>
                    <a:pt x="14" y="14"/>
                    <a:pt x="14" y="14"/>
                  </a:cubicBezTo>
                  <a:cubicBezTo>
                    <a:pt x="13" y="15"/>
                    <a:pt x="12" y="15"/>
                    <a:pt x="11" y="16"/>
                  </a:cubicBezTo>
                  <a:cubicBezTo>
                    <a:pt x="11" y="16"/>
                    <a:pt x="11" y="16"/>
                    <a:pt x="11" y="16"/>
                  </a:cubicBezTo>
                  <a:cubicBezTo>
                    <a:pt x="10" y="15"/>
                    <a:pt x="10" y="15"/>
                    <a:pt x="10" y="15"/>
                  </a:cubicBezTo>
                  <a:cubicBezTo>
                    <a:pt x="10" y="15"/>
                    <a:pt x="9" y="15"/>
                    <a:pt x="8" y="15"/>
                  </a:cubicBezTo>
                  <a:cubicBezTo>
                    <a:pt x="8" y="15"/>
                    <a:pt x="8" y="15"/>
                    <a:pt x="8" y="15"/>
                  </a:cubicBezTo>
                  <a:cubicBezTo>
                    <a:pt x="8" y="16"/>
                    <a:pt x="8" y="16"/>
                    <a:pt x="8" y="16"/>
                  </a:cubicBezTo>
                  <a:cubicBezTo>
                    <a:pt x="8" y="16"/>
                    <a:pt x="8" y="16"/>
                    <a:pt x="8" y="16"/>
                  </a:cubicBezTo>
                  <a:close/>
                  <a:moveTo>
                    <a:pt x="14" y="12"/>
                  </a:moveTo>
                  <a:cubicBezTo>
                    <a:pt x="13" y="12"/>
                    <a:pt x="13" y="12"/>
                    <a:pt x="13" y="12"/>
                  </a:cubicBezTo>
                  <a:cubicBezTo>
                    <a:pt x="13" y="12"/>
                    <a:pt x="13" y="12"/>
                    <a:pt x="13" y="12"/>
                  </a:cubicBezTo>
                  <a:cubicBezTo>
                    <a:pt x="14" y="11"/>
                    <a:pt x="14" y="11"/>
                    <a:pt x="14" y="11"/>
                  </a:cubicBezTo>
                  <a:cubicBezTo>
                    <a:pt x="14" y="11"/>
                    <a:pt x="15" y="10"/>
                    <a:pt x="15" y="11"/>
                  </a:cubicBezTo>
                  <a:cubicBezTo>
                    <a:pt x="16" y="10"/>
                    <a:pt x="16" y="10"/>
                    <a:pt x="16" y="10"/>
                  </a:cubicBezTo>
                  <a:cubicBezTo>
                    <a:pt x="16" y="9"/>
                    <a:pt x="16" y="9"/>
                    <a:pt x="16" y="9"/>
                  </a:cubicBezTo>
                  <a:cubicBezTo>
                    <a:pt x="16" y="9"/>
                    <a:pt x="16" y="10"/>
                    <a:pt x="16" y="10"/>
                  </a:cubicBezTo>
                  <a:cubicBezTo>
                    <a:pt x="16" y="10"/>
                    <a:pt x="16" y="11"/>
                    <a:pt x="16" y="11"/>
                  </a:cubicBezTo>
                  <a:cubicBezTo>
                    <a:pt x="16" y="11"/>
                    <a:pt x="16" y="11"/>
                    <a:pt x="15" y="11"/>
                  </a:cubicBezTo>
                  <a:cubicBezTo>
                    <a:pt x="15" y="11"/>
                    <a:pt x="15" y="11"/>
                    <a:pt x="14" y="12"/>
                  </a:cubicBezTo>
                  <a:cubicBezTo>
                    <a:pt x="14" y="12"/>
                    <a:pt x="14" y="12"/>
                    <a:pt x="14" y="12"/>
                  </a:cubicBezTo>
                  <a:cubicBezTo>
                    <a:pt x="14" y="12"/>
                    <a:pt x="14" y="12"/>
                    <a:pt x="14" y="12"/>
                  </a:cubicBezTo>
                  <a:close/>
                  <a:moveTo>
                    <a:pt x="2" y="10"/>
                  </a:moveTo>
                  <a:cubicBezTo>
                    <a:pt x="1" y="10"/>
                    <a:pt x="1" y="9"/>
                    <a:pt x="1" y="9"/>
                  </a:cubicBezTo>
                  <a:cubicBezTo>
                    <a:pt x="1" y="9"/>
                    <a:pt x="1" y="8"/>
                    <a:pt x="1" y="8"/>
                  </a:cubicBezTo>
                  <a:cubicBezTo>
                    <a:pt x="0" y="8"/>
                    <a:pt x="0" y="8"/>
                    <a:pt x="0" y="8"/>
                  </a:cubicBezTo>
                  <a:cubicBezTo>
                    <a:pt x="0" y="8"/>
                    <a:pt x="0" y="7"/>
                    <a:pt x="0" y="7"/>
                  </a:cubicBezTo>
                  <a:cubicBezTo>
                    <a:pt x="0" y="6"/>
                    <a:pt x="0" y="4"/>
                    <a:pt x="1" y="3"/>
                  </a:cubicBezTo>
                  <a:cubicBezTo>
                    <a:pt x="1" y="3"/>
                    <a:pt x="1" y="3"/>
                    <a:pt x="1" y="3"/>
                  </a:cubicBezTo>
                  <a:cubicBezTo>
                    <a:pt x="1" y="3"/>
                    <a:pt x="1" y="4"/>
                    <a:pt x="1" y="4"/>
                  </a:cubicBezTo>
                  <a:cubicBezTo>
                    <a:pt x="1" y="4"/>
                    <a:pt x="1" y="6"/>
                    <a:pt x="0" y="7"/>
                  </a:cubicBezTo>
                  <a:cubicBezTo>
                    <a:pt x="2" y="7"/>
                    <a:pt x="2" y="7"/>
                    <a:pt x="2" y="7"/>
                  </a:cubicBezTo>
                  <a:cubicBezTo>
                    <a:pt x="2" y="7"/>
                    <a:pt x="2" y="7"/>
                    <a:pt x="2" y="8"/>
                  </a:cubicBezTo>
                  <a:cubicBezTo>
                    <a:pt x="2" y="8"/>
                    <a:pt x="2" y="9"/>
                    <a:pt x="2" y="9"/>
                  </a:cubicBezTo>
                  <a:cubicBezTo>
                    <a:pt x="2" y="9"/>
                    <a:pt x="2" y="9"/>
                    <a:pt x="2" y="10"/>
                  </a:cubicBezTo>
                  <a:cubicBezTo>
                    <a:pt x="2" y="10"/>
                    <a:pt x="2" y="10"/>
                    <a:pt x="2" y="10"/>
                  </a:cubicBezTo>
                  <a:close/>
                  <a:moveTo>
                    <a:pt x="13" y="9"/>
                  </a:moveTo>
                  <a:cubicBezTo>
                    <a:pt x="13" y="9"/>
                    <a:pt x="13" y="9"/>
                    <a:pt x="13" y="9"/>
                  </a:cubicBezTo>
                  <a:cubicBezTo>
                    <a:pt x="13" y="9"/>
                    <a:pt x="13" y="9"/>
                    <a:pt x="13" y="9"/>
                  </a:cubicBezTo>
                  <a:cubicBezTo>
                    <a:pt x="13" y="7"/>
                    <a:pt x="12" y="5"/>
                    <a:pt x="10" y="4"/>
                  </a:cubicBezTo>
                  <a:cubicBezTo>
                    <a:pt x="10" y="3"/>
                    <a:pt x="8" y="3"/>
                    <a:pt x="6" y="4"/>
                  </a:cubicBezTo>
                  <a:cubicBezTo>
                    <a:pt x="5" y="4"/>
                    <a:pt x="5" y="5"/>
                    <a:pt x="4" y="5"/>
                  </a:cubicBezTo>
                  <a:cubicBezTo>
                    <a:pt x="4" y="5"/>
                    <a:pt x="4" y="6"/>
                    <a:pt x="4" y="5"/>
                  </a:cubicBezTo>
                  <a:cubicBezTo>
                    <a:pt x="4" y="5"/>
                    <a:pt x="4" y="5"/>
                    <a:pt x="4" y="5"/>
                  </a:cubicBezTo>
                  <a:cubicBezTo>
                    <a:pt x="4" y="4"/>
                    <a:pt x="5" y="4"/>
                    <a:pt x="5" y="3"/>
                  </a:cubicBezTo>
                  <a:cubicBezTo>
                    <a:pt x="7" y="2"/>
                    <a:pt x="9" y="2"/>
                    <a:pt x="11" y="3"/>
                  </a:cubicBezTo>
                  <a:cubicBezTo>
                    <a:pt x="13" y="5"/>
                    <a:pt x="14" y="7"/>
                    <a:pt x="13" y="9"/>
                  </a:cubicBezTo>
                  <a:cubicBezTo>
                    <a:pt x="13" y="9"/>
                    <a:pt x="13" y="9"/>
                    <a:pt x="13" y="9"/>
                  </a:cubicBezTo>
                  <a:close/>
                  <a:moveTo>
                    <a:pt x="3" y="3"/>
                  </a:moveTo>
                  <a:cubicBezTo>
                    <a:pt x="3" y="3"/>
                    <a:pt x="3" y="3"/>
                    <a:pt x="3" y="3"/>
                  </a:cubicBezTo>
                  <a:cubicBezTo>
                    <a:pt x="3" y="2"/>
                    <a:pt x="3" y="2"/>
                    <a:pt x="3" y="2"/>
                  </a:cubicBezTo>
                  <a:cubicBezTo>
                    <a:pt x="3" y="2"/>
                    <a:pt x="3" y="2"/>
                    <a:pt x="3" y="2"/>
                  </a:cubicBezTo>
                  <a:cubicBezTo>
                    <a:pt x="3" y="1"/>
                    <a:pt x="3" y="1"/>
                    <a:pt x="3" y="1"/>
                  </a:cubicBezTo>
                  <a:cubicBezTo>
                    <a:pt x="3" y="0"/>
                    <a:pt x="3" y="0"/>
                    <a:pt x="3" y="0"/>
                  </a:cubicBezTo>
                  <a:cubicBezTo>
                    <a:pt x="3" y="0"/>
                    <a:pt x="3" y="0"/>
                    <a:pt x="4" y="0"/>
                  </a:cubicBezTo>
                  <a:cubicBezTo>
                    <a:pt x="4" y="0"/>
                    <a:pt x="4" y="0"/>
                    <a:pt x="4" y="1"/>
                  </a:cubicBezTo>
                  <a:cubicBezTo>
                    <a:pt x="4" y="1"/>
                    <a:pt x="4" y="1"/>
                    <a:pt x="4" y="1"/>
                  </a:cubicBezTo>
                  <a:cubicBezTo>
                    <a:pt x="3" y="1"/>
                    <a:pt x="3" y="1"/>
                    <a:pt x="3" y="2"/>
                  </a:cubicBezTo>
                  <a:cubicBezTo>
                    <a:pt x="4" y="2"/>
                    <a:pt x="4" y="2"/>
                    <a:pt x="4" y="2"/>
                  </a:cubicBezTo>
                  <a:cubicBezTo>
                    <a:pt x="4" y="2"/>
                    <a:pt x="4" y="3"/>
                    <a:pt x="3" y="3"/>
                  </a:cubicBezTo>
                  <a:cubicBezTo>
                    <a:pt x="3" y="3"/>
                    <a:pt x="3"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0" name="Freeform 447"/>
            <p:cNvSpPr>
              <a:spLocks/>
            </p:cNvSpPr>
            <p:nvPr/>
          </p:nvSpPr>
          <p:spPr bwMode="auto">
            <a:xfrm>
              <a:off x="5063" y="3295"/>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0" y="2"/>
                  </a:cubicBezTo>
                  <a:cubicBezTo>
                    <a:pt x="0" y="2"/>
                    <a:pt x="0" y="2"/>
                    <a:pt x="0" y="2"/>
                  </a:cubicBezTo>
                  <a:cubicBezTo>
                    <a:pt x="1" y="1"/>
                    <a:pt x="1" y="1"/>
                    <a:pt x="1" y="0"/>
                  </a:cubicBezTo>
                  <a:cubicBezTo>
                    <a:pt x="1" y="0"/>
                    <a:pt x="1" y="0"/>
                    <a:pt x="1" y="0"/>
                  </a:cubicBezTo>
                  <a:cubicBezTo>
                    <a:pt x="1" y="0"/>
                    <a:pt x="1" y="0"/>
                    <a:pt x="1" y="1"/>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301" name="Group 450"/>
          <p:cNvGrpSpPr>
            <a:grpSpLocks noChangeAspect="1"/>
          </p:cNvGrpSpPr>
          <p:nvPr/>
        </p:nvGrpSpPr>
        <p:grpSpPr bwMode="auto">
          <a:xfrm>
            <a:off x="6806690" y="3517744"/>
            <a:ext cx="425106" cy="405951"/>
            <a:chOff x="3782" y="2107"/>
            <a:chExt cx="111" cy="106"/>
          </a:xfrm>
          <a:solidFill>
            <a:schemeClr val="bg1"/>
          </a:solidFill>
        </p:grpSpPr>
        <p:sp>
          <p:nvSpPr>
            <p:cNvPr id="302" name="Freeform 451"/>
            <p:cNvSpPr>
              <a:spLocks/>
            </p:cNvSpPr>
            <p:nvPr/>
          </p:nvSpPr>
          <p:spPr bwMode="auto">
            <a:xfrm>
              <a:off x="3848" y="2107"/>
              <a:ext cx="42" cy="23"/>
            </a:xfrm>
            <a:custGeom>
              <a:avLst/>
              <a:gdLst>
                <a:gd name="T0" fmla="*/ 16 w 17"/>
                <a:gd name="T1" fmla="*/ 9 h 9"/>
                <a:gd name="T2" fmla="*/ 16 w 17"/>
                <a:gd name="T3" fmla="*/ 8 h 9"/>
                <a:gd name="T4" fmla="*/ 14 w 17"/>
                <a:gd name="T5" fmla="*/ 6 h 9"/>
                <a:gd name="T6" fmla="*/ 3 w 17"/>
                <a:gd name="T7" fmla="*/ 1 h 9"/>
                <a:gd name="T8" fmla="*/ 0 w 17"/>
                <a:gd name="T9" fmla="*/ 1 h 9"/>
                <a:gd name="T10" fmla="*/ 0 w 17"/>
                <a:gd name="T11" fmla="*/ 0 h 9"/>
                <a:gd name="T12" fmla="*/ 0 w 17"/>
                <a:gd name="T13" fmla="*/ 0 h 9"/>
                <a:gd name="T14" fmla="*/ 3 w 17"/>
                <a:gd name="T15" fmla="*/ 0 h 9"/>
                <a:gd name="T16" fmla="*/ 15 w 17"/>
                <a:gd name="T17" fmla="*/ 6 h 9"/>
                <a:gd name="T18" fmla="*/ 16 w 17"/>
                <a:gd name="T19" fmla="*/ 8 h 9"/>
                <a:gd name="T20" fmla="*/ 16 w 17"/>
                <a:gd name="T21" fmla="*/ 9 h 9"/>
                <a:gd name="T22" fmla="*/ 16 w 17"/>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6" y="9"/>
                  </a:moveTo>
                  <a:cubicBezTo>
                    <a:pt x="16" y="9"/>
                    <a:pt x="16" y="8"/>
                    <a:pt x="16" y="8"/>
                  </a:cubicBezTo>
                  <a:cubicBezTo>
                    <a:pt x="15" y="8"/>
                    <a:pt x="15" y="7"/>
                    <a:pt x="14" y="6"/>
                  </a:cubicBezTo>
                  <a:cubicBezTo>
                    <a:pt x="12" y="3"/>
                    <a:pt x="8" y="1"/>
                    <a:pt x="3" y="1"/>
                  </a:cubicBezTo>
                  <a:cubicBezTo>
                    <a:pt x="2" y="1"/>
                    <a:pt x="1" y="1"/>
                    <a:pt x="0" y="1"/>
                  </a:cubicBezTo>
                  <a:cubicBezTo>
                    <a:pt x="0" y="1"/>
                    <a:pt x="0" y="0"/>
                    <a:pt x="0" y="0"/>
                  </a:cubicBezTo>
                  <a:cubicBezTo>
                    <a:pt x="0" y="0"/>
                    <a:pt x="0" y="0"/>
                    <a:pt x="0" y="0"/>
                  </a:cubicBezTo>
                  <a:cubicBezTo>
                    <a:pt x="1" y="0"/>
                    <a:pt x="2" y="0"/>
                    <a:pt x="3" y="0"/>
                  </a:cubicBezTo>
                  <a:cubicBezTo>
                    <a:pt x="8" y="0"/>
                    <a:pt x="13" y="3"/>
                    <a:pt x="15" y="6"/>
                  </a:cubicBezTo>
                  <a:cubicBezTo>
                    <a:pt x="16" y="6"/>
                    <a:pt x="16" y="7"/>
                    <a:pt x="16" y="8"/>
                  </a:cubicBezTo>
                  <a:cubicBezTo>
                    <a:pt x="17" y="8"/>
                    <a:pt x="16" y="8"/>
                    <a:pt x="16" y="9"/>
                  </a:cubicBezTo>
                  <a:cubicBezTo>
                    <a:pt x="16" y="9"/>
                    <a:pt x="16" y="9"/>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3" name="Freeform 452"/>
            <p:cNvSpPr>
              <a:spLocks/>
            </p:cNvSpPr>
            <p:nvPr/>
          </p:nvSpPr>
          <p:spPr bwMode="auto">
            <a:xfrm>
              <a:off x="3885" y="2140"/>
              <a:ext cx="8" cy="35"/>
            </a:xfrm>
            <a:custGeom>
              <a:avLst/>
              <a:gdLst>
                <a:gd name="T0" fmla="*/ 1 w 3"/>
                <a:gd name="T1" fmla="*/ 14 h 14"/>
                <a:gd name="T2" fmla="*/ 1 w 3"/>
                <a:gd name="T3" fmla="*/ 14 h 14"/>
                <a:gd name="T4" fmla="*/ 0 w 3"/>
                <a:gd name="T5" fmla="*/ 13 h 14"/>
                <a:gd name="T6" fmla="*/ 1 w 3"/>
                <a:gd name="T7" fmla="*/ 1 h 14"/>
                <a:gd name="T8" fmla="*/ 1 w 3"/>
                <a:gd name="T9" fmla="*/ 0 h 14"/>
                <a:gd name="T10" fmla="*/ 2 w 3"/>
                <a:gd name="T11" fmla="*/ 1 h 14"/>
                <a:gd name="T12" fmla="*/ 1 w 3"/>
                <a:gd name="T13" fmla="*/ 13 h 14"/>
                <a:gd name="T14" fmla="*/ 1 w 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1" y="14"/>
                  </a:moveTo>
                  <a:cubicBezTo>
                    <a:pt x="1" y="14"/>
                    <a:pt x="1" y="14"/>
                    <a:pt x="1" y="14"/>
                  </a:cubicBezTo>
                  <a:cubicBezTo>
                    <a:pt x="1" y="14"/>
                    <a:pt x="0" y="13"/>
                    <a:pt x="0" y="13"/>
                  </a:cubicBezTo>
                  <a:cubicBezTo>
                    <a:pt x="2" y="10"/>
                    <a:pt x="2" y="5"/>
                    <a:pt x="1" y="1"/>
                  </a:cubicBezTo>
                  <a:cubicBezTo>
                    <a:pt x="1" y="1"/>
                    <a:pt x="1" y="0"/>
                    <a:pt x="1" y="0"/>
                  </a:cubicBezTo>
                  <a:cubicBezTo>
                    <a:pt x="2" y="0"/>
                    <a:pt x="2" y="1"/>
                    <a:pt x="2" y="1"/>
                  </a:cubicBezTo>
                  <a:cubicBezTo>
                    <a:pt x="3" y="5"/>
                    <a:pt x="3" y="10"/>
                    <a:pt x="1" y="13"/>
                  </a:cubicBezTo>
                  <a:cubicBezTo>
                    <a:pt x="1"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4" name="Freeform 453"/>
            <p:cNvSpPr>
              <a:spLocks/>
            </p:cNvSpPr>
            <p:nvPr/>
          </p:nvSpPr>
          <p:spPr bwMode="auto">
            <a:xfrm>
              <a:off x="3858" y="2178"/>
              <a:ext cx="27" cy="20"/>
            </a:xfrm>
            <a:custGeom>
              <a:avLst/>
              <a:gdLst>
                <a:gd name="T0" fmla="*/ 1 w 11"/>
                <a:gd name="T1" fmla="*/ 8 h 8"/>
                <a:gd name="T2" fmla="*/ 0 w 11"/>
                <a:gd name="T3" fmla="*/ 8 h 8"/>
                <a:gd name="T4" fmla="*/ 1 w 11"/>
                <a:gd name="T5" fmla="*/ 7 h 8"/>
                <a:gd name="T6" fmla="*/ 11 w 11"/>
                <a:gd name="T7" fmla="*/ 0 h 8"/>
                <a:gd name="T8" fmla="*/ 11 w 11"/>
                <a:gd name="T9" fmla="*/ 0 h 8"/>
                <a:gd name="T10" fmla="*/ 11 w 11"/>
                <a:gd name="T11" fmla="*/ 1 h 8"/>
                <a:gd name="T12" fmla="*/ 1 w 11"/>
                <a:gd name="T13" fmla="*/ 8 h 8"/>
                <a:gd name="T14" fmla="*/ 1 w 11"/>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1" y="8"/>
                  </a:moveTo>
                  <a:cubicBezTo>
                    <a:pt x="1" y="8"/>
                    <a:pt x="1" y="8"/>
                    <a:pt x="0" y="8"/>
                  </a:cubicBezTo>
                  <a:cubicBezTo>
                    <a:pt x="0" y="7"/>
                    <a:pt x="0" y="7"/>
                    <a:pt x="1" y="7"/>
                  </a:cubicBezTo>
                  <a:cubicBezTo>
                    <a:pt x="6" y="5"/>
                    <a:pt x="9" y="2"/>
                    <a:pt x="11" y="0"/>
                  </a:cubicBezTo>
                  <a:cubicBezTo>
                    <a:pt x="11" y="0"/>
                    <a:pt x="11" y="0"/>
                    <a:pt x="11" y="0"/>
                  </a:cubicBezTo>
                  <a:cubicBezTo>
                    <a:pt x="11" y="0"/>
                    <a:pt x="11" y="0"/>
                    <a:pt x="11" y="1"/>
                  </a:cubicBezTo>
                  <a:cubicBezTo>
                    <a:pt x="10" y="3"/>
                    <a:pt x="6" y="6"/>
                    <a:pt x="1" y="8"/>
                  </a:cubicBezTo>
                  <a:cubicBezTo>
                    <a:pt x="1"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5" name="Freeform 454"/>
            <p:cNvSpPr>
              <a:spLocks/>
            </p:cNvSpPr>
            <p:nvPr/>
          </p:nvSpPr>
          <p:spPr bwMode="auto">
            <a:xfrm>
              <a:off x="3782" y="2110"/>
              <a:ext cx="71" cy="90"/>
            </a:xfrm>
            <a:custGeom>
              <a:avLst/>
              <a:gdLst>
                <a:gd name="T0" fmla="*/ 23 w 28"/>
                <a:gd name="T1" fmla="*/ 36 h 36"/>
                <a:gd name="T2" fmla="*/ 8 w 28"/>
                <a:gd name="T3" fmla="*/ 31 h 36"/>
                <a:gd name="T4" fmla="*/ 6 w 28"/>
                <a:gd name="T5" fmla="*/ 9 h 36"/>
                <a:gd name="T6" fmla="*/ 23 w 28"/>
                <a:gd name="T7" fmla="*/ 0 h 36"/>
                <a:gd name="T8" fmla="*/ 23 w 28"/>
                <a:gd name="T9" fmla="*/ 1 h 36"/>
                <a:gd name="T10" fmla="*/ 23 w 28"/>
                <a:gd name="T11" fmla="*/ 1 h 36"/>
                <a:gd name="T12" fmla="*/ 6 w 28"/>
                <a:gd name="T13" fmla="*/ 10 h 36"/>
                <a:gd name="T14" fmla="*/ 9 w 28"/>
                <a:gd name="T15" fmla="*/ 30 h 36"/>
                <a:gd name="T16" fmla="*/ 28 w 28"/>
                <a:gd name="T17" fmla="*/ 35 h 36"/>
                <a:gd name="T18" fmla="*/ 28 w 28"/>
                <a:gd name="T19" fmla="*/ 35 h 36"/>
                <a:gd name="T20" fmla="*/ 28 w 28"/>
                <a:gd name="T21" fmla="*/ 36 h 36"/>
                <a:gd name="T22" fmla="*/ 23 w 28"/>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6">
                  <a:moveTo>
                    <a:pt x="23" y="36"/>
                  </a:moveTo>
                  <a:cubicBezTo>
                    <a:pt x="19" y="36"/>
                    <a:pt x="13" y="35"/>
                    <a:pt x="8" y="31"/>
                  </a:cubicBezTo>
                  <a:cubicBezTo>
                    <a:pt x="3" y="27"/>
                    <a:pt x="0" y="17"/>
                    <a:pt x="6" y="9"/>
                  </a:cubicBezTo>
                  <a:cubicBezTo>
                    <a:pt x="9" y="4"/>
                    <a:pt x="15" y="1"/>
                    <a:pt x="23" y="0"/>
                  </a:cubicBezTo>
                  <a:cubicBezTo>
                    <a:pt x="23" y="0"/>
                    <a:pt x="23" y="0"/>
                    <a:pt x="23" y="1"/>
                  </a:cubicBezTo>
                  <a:cubicBezTo>
                    <a:pt x="23" y="1"/>
                    <a:pt x="23" y="1"/>
                    <a:pt x="23" y="1"/>
                  </a:cubicBezTo>
                  <a:cubicBezTo>
                    <a:pt x="16" y="2"/>
                    <a:pt x="10" y="5"/>
                    <a:pt x="6" y="10"/>
                  </a:cubicBezTo>
                  <a:cubicBezTo>
                    <a:pt x="1" y="17"/>
                    <a:pt x="4" y="26"/>
                    <a:pt x="9" y="30"/>
                  </a:cubicBezTo>
                  <a:cubicBezTo>
                    <a:pt x="16" y="36"/>
                    <a:pt x="23" y="36"/>
                    <a:pt x="28" y="35"/>
                  </a:cubicBezTo>
                  <a:cubicBezTo>
                    <a:pt x="28" y="35"/>
                    <a:pt x="28" y="35"/>
                    <a:pt x="28" y="35"/>
                  </a:cubicBezTo>
                  <a:cubicBezTo>
                    <a:pt x="28" y="35"/>
                    <a:pt x="28" y="36"/>
                    <a:pt x="28" y="36"/>
                  </a:cubicBezTo>
                  <a:cubicBezTo>
                    <a:pt x="27" y="36"/>
                    <a:pt x="25" y="36"/>
                    <a:pt x="2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6" name="Freeform 455"/>
            <p:cNvSpPr>
              <a:spLocks/>
            </p:cNvSpPr>
            <p:nvPr/>
          </p:nvSpPr>
          <p:spPr bwMode="auto">
            <a:xfrm>
              <a:off x="3858" y="2188"/>
              <a:ext cx="27" cy="22"/>
            </a:xfrm>
            <a:custGeom>
              <a:avLst/>
              <a:gdLst>
                <a:gd name="T0" fmla="*/ 0 w 11"/>
                <a:gd name="T1" fmla="*/ 9 h 9"/>
                <a:gd name="T2" fmla="*/ 0 w 11"/>
                <a:gd name="T3" fmla="*/ 9 h 9"/>
                <a:gd name="T4" fmla="*/ 0 w 11"/>
                <a:gd name="T5" fmla="*/ 8 h 9"/>
                <a:gd name="T6" fmla="*/ 10 w 11"/>
                <a:gd name="T7" fmla="*/ 1 h 9"/>
                <a:gd name="T8" fmla="*/ 10 w 11"/>
                <a:gd name="T9" fmla="*/ 0 h 9"/>
                <a:gd name="T10" fmla="*/ 11 w 11"/>
                <a:gd name="T11" fmla="*/ 1 h 9"/>
                <a:gd name="T12" fmla="*/ 1 w 11"/>
                <a:gd name="T13" fmla="*/ 9 h 9"/>
                <a:gd name="T14" fmla="*/ 0 w 11"/>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9"/>
                  </a:moveTo>
                  <a:cubicBezTo>
                    <a:pt x="0" y="9"/>
                    <a:pt x="0" y="9"/>
                    <a:pt x="0" y="9"/>
                  </a:cubicBezTo>
                  <a:cubicBezTo>
                    <a:pt x="0" y="9"/>
                    <a:pt x="0" y="8"/>
                    <a:pt x="0" y="8"/>
                  </a:cubicBezTo>
                  <a:cubicBezTo>
                    <a:pt x="5" y="7"/>
                    <a:pt x="8" y="4"/>
                    <a:pt x="10" y="1"/>
                  </a:cubicBezTo>
                  <a:cubicBezTo>
                    <a:pt x="10" y="0"/>
                    <a:pt x="10" y="0"/>
                    <a:pt x="10" y="0"/>
                  </a:cubicBezTo>
                  <a:cubicBezTo>
                    <a:pt x="11" y="0"/>
                    <a:pt x="11" y="1"/>
                    <a:pt x="11" y="1"/>
                  </a:cubicBezTo>
                  <a:cubicBezTo>
                    <a:pt x="9" y="4"/>
                    <a:pt x="5" y="7"/>
                    <a:pt x="1"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7" name="Freeform 456"/>
            <p:cNvSpPr>
              <a:spLocks/>
            </p:cNvSpPr>
            <p:nvPr/>
          </p:nvSpPr>
          <p:spPr bwMode="auto">
            <a:xfrm>
              <a:off x="3785" y="2155"/>
              <a:ext cx="70" cy="58"/>
            </a:xfrm>
            <a:custGeom>
              <a:avLst/>
              <a:gdLst>
                <a:gd name="T0" fmla="*/ 21 w 28"/>
                <a:gd name="T1" fmla="*/ 23 h 23"/>
                <a:gd name="T2" fmla="*/ 7 w 28"/>
                <a:gd name="T3" fmla="*/ 17 h 23"/>
                <a:gd name="T4" fmla="*/ 2 w 28"/>
                <a:gd name="T5" fmla="*/ 0 h 23"/>
                <a:gd name="T6" fmla="*/ 2 w 28"/>
                <a:gd name="T7" fmla="*/ 0 h 23"/>
                <a:gd name="T8" fmla="*/ 3 w 28"/>
                <a:gd name="T9" fmla="*/ 1 h 23"/>
                <a:gd name="T10" fmla="*/ 7 w 28"/>
                <a:gd name="T11" fmla="*/ 17 h 23"/>
                <a:gd name="T12" fmla="*/ 27 w 28"/>
                <a:gd name="T13" fmla="*/ 22 h 23"/>
                <a:gd name="T14" fmla="*/ 27 w 28"/>
                <a:gd name="T15" fmla="*/ 22 h 23"/>
                <a:gd name="T16" fmla="*/ 27 w 28"/>
                <a:gd name="T17" fmla="*/ 23 h 23"/>
                <a:gd name="T18" fmla="*/ 21 w 28"/>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1" y="23"/>
                  </a:moveTo>
                  <a:cubicBezTo>
                    <a:pt x="15" y="23"/>
                    <a:pt x="11" y="21"/>
                    <a:pt x="7" y="17"/>
                  </a:cubicBezTo>
                  <a:cubicBezTo>
                    <a:pt x="2" y="13"/>
                    <a:pt x="0" y="6"/>
                    <a:pt x="2" y="0"/>
                  </a:cubicBezTo>
                  <a:cubicBezTo>
                    <a:pt x="2" y="0"/>
                    <a:pt x="2" y="0"/>
                    <a:pt x="2" y="0"/>
                  </a:cubicBezTo>
                  <a:cubicBezTo>
                    <a:pt x="3" y="0"/>
                    <a:pt x="3" y="0"/>
                    <a:pt x="3" y="1"/>
                  </a:cubicBezTo>
                  <a:cubicBezTo>
                    <a:pt x="1" y="6"/>
                    <a:pt x="3" y="12"/>
                    <a:pt x="7" y="17"/>
                  </a:cubicBezTo>
                  <a:cubicBezTo>
                    <a:pt x="12" y="22"/>
                    <a:pt x="19" y="23"/>
                    <a:pt x="27" y="22"/>
                  </a:cubicBezTo>
                  <a:cubicBezTo>
                    <a:pt x="27" y="22"/>
                    <a:pt x="27" y="22"/>
                    <a:pt x="27" y="22"/>
                  </a:cubicBezTo>
                  <a:cubicBezTo>
                    <a:pt x="28" y="22"/>
                    <a:pt x="27" y="23"/>
                    <a:pt x="27" y="23"/>
                  </a:cubicBezTo>
                  <a:cubicBezTo>
                    <a:pt x="25" y="23"/>
                    <a:pt x="23" y="23"/>
                    <a:pt x="2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8" name="Freeform 457"/>
            <p:cNvSpPr>
              <a:spLocks/>
            </p:cNvSpPr>
            <p:nvPr/>
          </p:nvSpPr>
          <p:spPr bwMode="auto">
            <a:xfrm>
              <a:off x="3842" y="2140"/>
              <a:ext cx="48" cy="17"/>
            </a:xfrm>
            <a:custGeom>
              <a:avLst/>
              <a:gdLst>
                <a:gd name="T0" fmla="*/ 0 w 19"/>
                <a:gd name="T1" fmla="*/ 7 h 7"/>
                <a:gd name="T2" fmla="*/ 0 w 19"/>
                <a:gd name="T3" fmla="*/ 7 h 7"/>
                <a:gd name="T4" fmla="*/ 0 w 19"/>
                <a:gd name="T5" fmla="*/ 7 h 7"/>
                <a:gd name="T6" fmla="*/ 0 w 19"/>
                <a:gd name="T7" fmla="*/ 7 h 7"/>
                <a:gd name="T8" fmla="*/ 8 w 19"/>
                <a:gd name="T9" fmla="*/ 4 h 7"/>
                <a:gd name="T10" fmla="*/ 18 w 19"/>
                <a:gd name="T11" fmla="*/ 0 h 7"/>
                <a:gd name="T12" fmla="*/ 19 w 19"/>
                <a:gd name="T13" fmla="*/ 1 h 7"/>
                <a:gd name="T14" fmla="*/ 19 w 19"/>
                <a:gd name="T15" fmla="*/ 1 h 7"/>
                <a:gd name="T16" fmla="*/ 8 w 19"/>
                <a:gd name="T17" fmla="*/ 5 h 7"/>
                <a:gd name="T18" fmla="*/ 0 w 19"/>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
                  <a:moveTo>
                    <a:pt x="0" y="7"/>
                  </a:moveTo>
                  <a:cubicBezTo>
                    <a:pt x="0" y="7"/>
                    <a:pt x="0" y="7"/>
                    <a:pt x="0" y="7"/>
                  </a:cubicBezTo>
                  <a:cubicBezTo>
                    <a:pt x="0" y="7"/>
                    <a:pt x="0" y="7"/>
                    <a:pt x="0" y="7"/>
                  </a:cubicBezTo>
                  <a:cubicBezTo>
                    <a:pt x="0" y="7"/>
                    <a:pt x="0" y="7"/>
                    <a:pt x="0" y="7"/>
                  </a:cubicBezTo>
                  <a:cubicBezTo>
                    <a:pt x="1" y="7"/>
                    <a:pt x="5" y="5"/>
                    <a:pt x="8" y="4"/>
                  </a:cubicBezTo>
                  <a:cubicBezTo>
                    <a:pt x="11" y="3"/>
                    <a:pt x="16" y="1"/>
                    <a:pt x="18" y="0"/>
                  </a:cubicBezTo>
                  <a:cubicBezTo>
                    <a:pt x="19" y="0"/>
                    <a:pt x="19" y="1"/>
                    <a:pt x="19" y="1"/>
                  </a:cubicBezTo>
                  <a:cubicBezTo>
                    <a:pt x="19" y="1"/>
                    <a:pt x="19" y="1"/>
                    <a:pt x="19" y="1"/>
                  </a:cubicBezTo>
                  <a:cubicBezTo>
                    <a:pt x="16" y="2"/>
                    <a:pt x="12" y="4"/>
                    <a:pt x="8" y="5"/>
                  </a:cubicBezTo>
                  <a:cubicBezTo>
                    <a:pt x="4" y="7"/>
                    <a:pt x="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09" name="Freeform 458"/>
            <p:cNvSpPr>
              <a:spLocks/>
            </p:cNvSpPr>
            <p:nvPr/>
          </p:nvSpPr>
          <p:spPr bwMode="auto">
            <a:xfrm>
              <a:off x="3840" y="2107"/>
              <a:ext cx="8" cy="45"/>
            </a:xfrm>
            <a:custGeom>
              <a:avLst/>
              <a:gdLst>
                <a:gd name="T0" fmla="*/ 1 w 3"/>
                <a:gd name="T1" fmla="*/ 18 h 18"/>
                <a:gd name="T2" fmla="*/ 0 w 3"/>
                <a:gd name="T3" fmla="*/ 18 h 18"/>
                <a:gd name="T4" fmla="*/ 2 w 3"/>
                <a:gd name="T5" fmla="*/ 6 h 18"/>
                <a:gd name="T6" fmla="*/ 3 w 3"/>
                <a:gd name="T7" fmla="*/ 0 h 18"/>
                <a:gd name="T8" fmla="*/ 3 w 3"/>
                <a:gd name="T9" fmla="*/ 0 h 18"/>
                <a:gd name="T10" fmla="*/ 3 w 3"/>
                <a:gd name="T11" fmla="*/ 0 h 18"/>
                <a:gd name="T12" fmla="*/ 3 w 3"/>
                <a:gd name="T13" fmla="*/ 6 h 18"/>
                <a:gd name="T14" fmla="*/ 1 w 3"/>
                <a:gd name="T15" fmla="*/ 18 h 18"/>
                <a:gd name="T16" fmla="*/ 1 w 3"/>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8">
                  <a:moveTo>
                    <a:pt x="1" y="18"/>
                  </a:moveTo>
                  <a:cubicBezTo>
                    <a:pt x="1" y="18"/>
                    <a:pt x="0" y="18"/>
                    <a:pt x="0" y="18"/>
                  </a:cubicBezTo>
                  <a:cubicBezTo>
                    <a:pt x="1" y="13"/>
                    <a:pt x="1" y="10"/>
                    <a:pt x="2" y="6"/>
                  </a:cubicBezTo>
                  <a:cubicBezTo>
                    <a:pt x="2" y="4"/>
                    <a:pt x="2" y="3"/>
                    <a:pt x="3" y="0"/>
                  </a:cubicBezTo>
                  <a:cubicBezTo>
                    <a:pt x="3" y="0"/>
                    <a:pt x="3" y="0"/>
                    <a:pt x="3" y="0"/>
                  </a:cubicBezTo>
                  <a:cubicBezTo>
                    <a:pt x="3" y="0"/>
                    <a:pt x="3" y="0"/>
                    <a:pt x="3" y="0"/>
                  </a:cubicBezTo>
                  <a:cubicBezTo>
                    <a:pt x="3" y="3"/>
                    <a:pt x="3" y="5"/>
                    <a:pt x="3" y="6"/>
                  </a:cubicBezTo>
                  <a:cubicBezTo>
                    <a:pt x="2" y="10"/>
                    <a:pt x="2" y="14"/>
                    <a:pt x="1" y="18"/>
                  </a:cubicBezTo>
                  <a:cubicBezTo>
                    <a:pt x="1"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0" name="Freeform 459"/>
            <p:cNvSpPr>
              <a:spLocks/>
            </p:cNvSpPr>
            <p:nvPr/>
          </p:nvSpPr>
          <p:spPr bwMode="auto">
            <a:xfrm>
              <a:off x="3837" y="2157"/>
              <a:ext cx="48" cy="23"/>
            </a:xfrm>
            <a:custGeom>
              <a:avLst/>
              <a:gdLst>
                <a:gd name="T0" fmla="*/ 19 w 19"/>
                <a:gd name="T1" fmla="*/ 9 h 9"/>
                <a:gd name="T2" fmla="*/ 19 w 19"/>
                <a:gd name="T3" fmla="*/ 9 h 9"/>
                <a:gd name="T4" fmla="*/ 16 w 19"/>
                <a:gd name="T5" fmla="*/ 7 h 9"/>
                <a:gd name="T6" fmla="*/ 1 w 19"/>
                <a:gd name="T7" fmla="*/ 1 h 9"/>
                <a:gd name="T8" fmla="*/ 0 w 19"/>
                <a:gd name="T9" fmla="*/ 0 h 9"/>
                <a:gd name="T10" fmla="*/ 1 w 19"/>
                <a:gd name="T11" fmla="*/ 0 h 9"/>
                <a:gd name="T12" fmla="*/ 16 w 19"/>
                <a:gd name="T13" fmla="*/ 7 h 9"/>
                <a:gd name="T14" fmla="*/ 19 w 19"/>
                <a:gd name="T15" fmla="*/ 8 h 9"/>
                <a:gd name="T16" fmla="*/ 19 w 19"/>
                <a:gd name="T17" fmla="*/ 8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cubicBezTo>
                    <a:pt x="19" y="9"/>
                    <a:pt x="19" y="9"/>
                    <a:pt x="19" y="9"/>
                  </a:cubicBezTo>
                  <a:cubicBezTo>
                    <a:pt x="18" y="9"/>
                    <a:pt x="17" y="8"/>
                    <a:pt x="16" y="7"/>
                  </a:cubicBezTo>
                  <a:cubicBezTo>
                    <a:pt x="11" y="5"/>
                    <a:pt x="2" y="2"/>
                    <a:pt x="1" y="1"/>
                  </a:cubicBezTo>
                  <a:cubicBezTo>
                    <a:pt x="0" y="1"/>
                    <a:pt x="0" y="0"/>
                    <a:pt x="0" y="0"/>
                  </a:cubicBezTo>
                  <a:cubicBezTo>
                    <a:pt x="0" y="0"/>
                    <a:pt x="1" y="0"/>
                    <a:pt x="1" y="0"/>
                  </a:cubicBezTo>
                  <a:cubicBezTo>
                    <a:pt x="3" y="1"/>
                    <a:pt x="11" y="5"/>
                    <a:pt x="16" y="7"/>
                  </a:cubicBezTo>
                  <a:cubicBezTo>
                    <a:pt x="17" y="7"/>
                    <a:pt x="19" y="8"/>
                    <a:pt x="19" y="8"/>
                  </a:cubicBezTo>
                  <a:cubicBezTo>
                    <a:pt x="19" y="8"/>
                    <a:pt x="19" y="8"/>
                    <a:pt x="19" y="8"/>
                  </a:cubicBezTo>
                  <a:cubicBezTo>
                    <a:pt x="19" y="9"/>
                    <a:pt x="19" y="9"/>
                    <a:pt x="1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1" name="Freeform 460"/>
            <p:cNvSpPr>
              <a:spLocks/>
            </p:cNvSpPr>
            <p:nvPr/>
          </p:nvSpPr>
          <p:spPr bwMode="auto">
            <a:xfrm>
              <a:off x="3837" y="2157"/>
              <a:ext cx="18" cy="43"/>
            </a:xfrm>
            <a:custGeom>
              <a:avLst/>
              <a:gdLst>
                <a:gd name="T0" fmla="*/ 6 w 7"/>
                <a:gd name="T1" fmla="*/ 17 h 17"/>
                <a:gd name="T2" fmla="*/ 6 w 7"/>
                <a:gd name="T3" fmla="*/ 16 h 17"/>
                <a:gd name="T4" fmla="*/ 0 w 7"/>
                <a:gd name="T5" fmla="*/ 1 h 17"/>
                <a:gd name="T6" fmla="*/ 0 w 7"/>
                <a:gd name="T7" fmla="*/ 0 h 17"/>
                <a:gd name="T8" fmla="*/ 1 w 7"/>
                <a:gd name="T9" fmla="*/ 0 h 17"/>
                <a:gd name="T10" fmla="*/ 6 w 7"/>
                <a:gd name="T11" fmla="*/ 16 h 17"/>
                <a:gd name="T12" fmla="*/ 6 w 7"/>
                <a:gd name="T13" fmla="*/ 16 h 17"/>
                <a:gd name="T14" fmla="*/ 6 w 7"/>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6" y="17"/>
                  </a:moveTo>
                  <a:cubicBezTo>
                    <a:pt x="6" y="17"/>
                    <a:pt x="6" y="16"/>
                    <a:pt x="6" y="16"/>
                  </a:cubicBezTo>
                  <a:cubicBezTo>
                    <a:pt x="4" y="13"/>
                    <a:pt x="1" y="2"/>
                    <a:pt x="0" y="1"/>
                  </a:cubicBezTo>
                  <a:cubicBezTo>
                    <a:pt x="0" y="0"/>
                    <a:pt x="0" y="0"/>
                    <a:pt x="0" y="0"/>
                  </a:cubicBezTo>
                  <a:cubicBezTo>
                    <a:pt x="1" y="0"/>
                    <a:pt x="1" y="0"/>
                    <a:pt x="1" y="0"/>
                  </a:cubicBezTo>
                  <a:cubicBezTo>
                    <a:pt x="1" y="2"/>
                    <a:pt x="5" y="12"/>
                    <a:pt x="6" y="16"/>
                  </a:cubicBezTo>
                  <a:cubicBezTo>
                    <a:pt x="7" y="16"/>
                    <a:pt x="6" y="16"/>
                    <a:pt x="6" y="16"/>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2" name="Freeform 461"/>
            <p:cNvSpPr>
              <a:spLocks/>
            </p:cNvSpPr>
            <p:nvPr/>
          </p:nvSpPr>
          <p:spPr bwMode="auto">
            <a:xfrm>
              <a:off x="3837" y="2110"/>
              <a:ext cx="3" cy="50"/>
            </a:xfrm>
            <a:custGeom>
              <a:avLst/>
              <a:gdLst>
                <a:gd name="T0" fmla="*/ 1 w 1"/>
                <a:gd name="T1" fmla="*/ 20 h 20"/>
                <a:gd name="T2" fmla="*/ 0 w 1"/>
                <a:gd name="T3" fmla="*/ 19 h 20"/>
                <a:gd name="T4" fmla="*/ 0 w 1"/>
                <a:gd name="T5" fmla="*/ 1 h 20"/>
                <a:gd name="T6" fmla="*/ 1 w 1"/>
                <a:gd name="T7" fmla="*/ 0 h 20"/>
                <a:gd name="T8" fmla="*/ 1 w 1"/>
                <a:gd name="T9" fmla="*/ 1 h 20"/>
                <a:gd name="T10" fmla="*/ 1 w 1"/>
                <a:gd name="T11" fmla="*/ 19 h 20"/>
                <a:gd name="T12" fmla="*/ 1 w 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20"/>
                  </a:moveTo>
                  <a:cubicBezTo>
                    <a:pt x="0" y="20"/>
                    <a:pt x="0" y="19"/>
                    <a:pt x="0" y="19"/>
                  </a:cubicBezTo>
                  <a:cubicBezTo>
                    <a:pt x="0" y="17"/>
                    <a:pt x="0" y="2"/>
                    <a:pt x="0" y="1"/>
                  </a:cubicBezTo>
                  <a:cubicBezTo>
                    <a:pt x="0" y="0"/>
                    <a:pt x="1" y="0"/>
                    <a:pt x="1" y="0"/>
                  </a:cubicBezTo>
                  <a:cubicBezTo>
                    <a:pt x="1" y="0"/>
                    <a:pt x="1" y="0"/>
                    <a:pt x="1" y="1"/>
                  </a:cubicBezTo>
                  <a:cubicBezTo>
                    <a:pt x="1" y="2"/>
                    <a:pt x="1" y="17"/>
                    <a:pt x="1" y="19"/>
                  </a:cubicBezTo>
                  <a:cubicBezTo>
                    <a:pt x="1" y="19"/>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3" name="Freeform 462"/>
            <p:cNvSpPr>
              <a:spLocks/>
            </p:cNvSpPr>
            <p:nvPr/>
          </p:nvSpPr>
          <p:spPr bwMode="auto">
            <a:xfrm>
              <a:off x="3840" y="2127"/>
              <a:ext cx="48" cy="30"/>
            </a:xfrm>
            <a:custGeom>
              <a:avLst/>
              <a:gdLst>
                <a:gd name="T0" fmla="*/ 4 w 19"/>
                <a:gd name="T1" fmla="*/ 12 h 12"/>
                <a:gd name="T2" fmla="*/ 4 w 19"/>
                <a:gd name="T3" fmla="*/ 11 h 12"/>
                <a:gd name="T4" fmla="*/ 4 w 19"/>
                <a:gd name="T5" fmla="*/ 11 h 12"/>
                <a:gd name="T6" fmla="*/ 15 w 19"/>
                <a:gd name="T7" fmla="*/ 6 h 12"/>
                <a:gd name="T8" fmla="*/ 17 w 19"/>
                <a:gd name="T9" fmla="*/ 4 h 12"/>
                <a:gd name="T10" fmla="*/ 18 w 19"/>
                <a:gd name="T11" fmla="*/ 1 h 12"/>
                <a:gd name="T12" fmla="*/ 18 w 19"/>
                <a:gd name="T13" fmla="*/ 1 h 12"/>
                <a:gd name="T14" fmla="*/ 3 w 19"/>
                <a:gd name="T15" fmla="*/ 9 h 12"/>
                <a:gd name="T16" fmla="*/ 1 w 19"/>
                <a:gd name="T17" fmla="*/ 10 h 12"/>
                <a:gd name="T18" fmla="*/ 1 w 19"/>
                <a:gd name="T19" fmla="*/ 10 h 12"/>
                <a:gd name="T20" fmla="*/ 1 w 19"/>
                <a:gd name="T21" fmla="*/ 10 h 12"/>
                <a:gd name="T22" fmla="*/ 3 w 19"/>
                <a:gd name="T23" fmla="*/ 8 h 12"/>
                <a:gd name="T24" fmla="*/ 19 w 19"/>
                <a:gd name="T25" fmla="*/ 0 h 12"/>
                <a:gd name="T26" fmla="*/ 19 w 19"/>
                <a:gd name="T27" fmla="*/ 0 h 12"/>
                <a:gd name="T28" fmla="*/ 19 w 19"/>
                <a:gd name="T29" fmla="*/ 0 h 12"/>
                <a:gd name="T30" fmla="*/ 19 w 19"/>
                <a:gd name="T31" fmla="*/ 2 h 12"/>
                <a:gd name="T32" fmla="*/ 18 w 19"/>
                <a:gd name="T33" fmla="*/ 5 h 12"/>
                <a:gd name="T34" fmla="*/ 18 w 19"/>
                <a:gd name="T35" fmla="*/ 5 h 12"/>
                <a:gd name="T36" fmla="*/ 16 w 19"/>
                <a:gd name="T37" fmla="*/ 6 h 12"/>
                <a:gd name="T38" fmla="*/ 4 w 19"/>
                <a:gd name="T39" fmla="*/ 11 h 12"/>
                <a:gd name="T40" fmla="*/ 4 w 19"/>
                <a:gd name="T4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2">
                  <a:moveTo>
                    <a:pt x="4" y="12"/>
                  </a:moveTo>
                  <a:cubicBezTo>
                    <a:pt x="4" y="12"/>
                    <a:pt x="4" y="11"/>
                    <a:pt x="4" y="11"/>
                  </a:cubicBezTo>
                  <a:cubicBezTo>
                    <a:pt x="4" y="11"/>
                    <a:pt x="4" y="11"/>
                    <a:pt x="4" y="11"/>
                  </a:cubicBezTo>
                  <a:cubicBezTo>
                    <a:pt x="7" y="9"/>
                    <a:pt x="12" y="7"/>
                    <a:pt x="15" y="6"/>
                  </a:cubicBezTo>
                  <a:cubicBezTo>
                    <a:pt x="17" y="4"/>
                    <a:pt x="17" y="4"/>
                    <a:pt x="17" y="4"/>
                  </a:cubicBezTo>
                  <a:cubicBezTo>
                    <a:pt x="18" y="3"/>
                    <a:pt x="18" y="2"/>
                    <a:pt x="18" y="1"/>
                  </a:cubicBezTo>
                  <a:cubicBezTo>
                    <a:pt x="18" y="1"/>
                    <a:pt x="18" y="1"/>
                    <a:pt x="18" y="1"/>
                  </a:cubicBezTo>
                  <a:cubicBezTo>
                    <a:pt x="14" y="3"/>
                    <a:pt x="7" y="7"/>
                    <a:pt x="3" y="9"/>
                  </a:cubicBezTo>
                  <a:cubicBezTo>
                    <a:pt x="1" y="11"/>
                    <a:pt x="1" y="11"/>
                    <a:pt x="1" y="10"/>
                  </a:cubicBezTo>
                  <a:cubicBezTo>
                    <a:pt x="1" y="10"/>
                    <a:pt x="0" y="10"/>
                    <a:pt x="1" y="10"/>
                  </a:cubicBezTo>
                  <a:cubicBezTo>
                    <a:pt x="1" y="10"/>
                    <a:pt x="1" y="10"/>
                    <a:pt x="1" y="10"/>
                  </a:cubicBezTo>
                  <a:cubicBezTo>
                    <a:pt x="1" y="9"/>
                    <a:pt x="2" y="9"/>
                    <a:pt x="3" y="8"/>
                  </a:cubicBezTo>
                  <a:cubicBezTo>
                    <a:pt x="7" y="6"/>
                    <a:pt x="14" y="2"/>
                    <a:pt x="19" y="0"/>
                  </a:cubicBezTo>
                  <a:cubicBezTo>
                    <a:pt x="19" y="0"/>
                    <a:pt x="19" y="0"/>
                    <a:pt x="19" y="0"/>
                  </a:cubicBezTo>
                  <a:cubicBezTo>
                    <a:pt x="19" y="0"/>
                    <a:pt x="19" y="0"/>
                    <a:pt x="19" y="0"/>
                  </a:cubicBezTo>
                  <a:cubicBezTo>
                    <a:pt x="19" y="1"/>
                    <a:pt x="19" y="1"/>
                    <a:pt x="19" y="2"/>
                  </a:cubicBezTo>
                  <a:cubicBezTo>
                    <a:pt x="19" y="3"/>
                    <a:pt x="19" y="4"/>
                    <a:pt x="18" y="5"/>
                  </a:cubicBezTo>
                  <a:cubicBezTo>
                    <a:pt x="18" y="5"/>
                    <a:pt x="18" y="5"/>
                    <a:pt x="18" y="5"/>
                  </a:cubicBezTo>
                  <a:cubicBezTo>
                    <a:pt x="16" y="6"/>
                    <a:pt x="16" y="6"/>
                    <a:pt x="16" y="6"/>
                  </a:cubicBezTo>
                  <a:cubicBezTo>
                    <a:pt x="12" y="8"/>
                    <a:pt x="8" y="10"/>
                    <a:pt x="4" y="11"/>
                  </a:cubicBezTo>
                  <a:cubicBezTo>
                    <a:pt x="4" y="11"/>
                    <a:pt x="4" y="12"/>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4" name="Freeform 463"/>
            <p:cNvSpPr>
              <a:spLocks/>
            </p:cNvSpPr>
            <p:nvPr/>
          </p:nvSpPr>
          <p:spPr bwMode="auto">
            <a:xfrm>
              <a:off x="3850" y="2198"/>
              <a:ext cx="5" cy="12"/>
            </a:xfrm>
            <a:custGeom>
              <a:avLst/>
              <a:gdLst>
                <a:gd name="T0" fmla="*/ 1 w 2"/>
                <a:gd name="T1" fmla="*/ 5 h 5"/>
                <a:gd name="T2" fmla="*/ 1 w 2"/>
                <a:gd name="T3" fmla="*/ 5 h 5"/>
                <a:gd name="T4" fmla="*/ 0 w 2"/>
                <a:gd name="T5" fmla="*/ 5 h 5"/>
                <a:gd name="T6" fmla="*/ 1 w 2"/>
                <a:gd name="T7" fmla="*/ 0 h 5"/>
                <a:gd name="T8" fmla="*/ 1 w 2"/>
                <a:gd name="T9" fmla="*/ 0 h 5"/>
                <a:gd name="T10" fmla="*/ 2 w 2"/>
                <a:gd name="T11" fmla="*/ 0 h 5"/>
                <a:gd name="T12" fmla="*/ 1 w 2"/>
                <a:gd name="T13" fmla="*/ 5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5"/>
                    <a:pt x="1" y="5"/>
                    <a:pt x="1" y="5"/>
                  </a:cubicBezTo>
                  <a:cubicBezTo>
                    <a:pt x="1" y="5"/>
                    <a:pt x="0" y="5"/>
                    <a:pt x="0" y="5"/>
                  </a:cubicBezTo>
                  <a:cubicBezTo>
                    <a:pt x="1" y="3"/>
                    <a:pt x="1" y="2"/>
                    <a:pt x="1" y="0"/>
                  </a:cubicBezTo>
                  <a:cubicBezTo>
                    <a:pt x="1" y="0"/>
                    <a:pt x="1" y="0"/>
                    <a:pt x="1" y="0"/>
                  </a:cubicBezTo>
                  <a:cubicBezTo>
                    <a:pt x="1" y="0"/>
                    <a:pt x="2" y="0"/>
                    <a:pt x="2" y="0"/>
                  </a:cubicBezTo>
                  <a:cubicBezTo>
                    <a:pt x="2" y="2"/>
                    <a:pt x="2" y="3"/>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5" name="Freeform 464"/>
            <p:cNvSpPr>
              <a:spLocks/>
            </p:cNvSpPr>
            <p:nvPr/>
          </p:nvSpPr>
          <p:spPr bwMode="auto">
            <a:xfrm>
              <a:off x="3840" y="2157"/>
              <a:ext cx="20" cy="53"/>
            </a:xfrm>
            <a:custGeom>
              <a:avLst/>
              <a:gdLst>
                <a:gd name="T0" fmla="*/ 7 w 8"/>
                <a:gd name="T1" fmla="*/ 21 h 21"/>
                <a:gd name="T2" fmla="*/ 7 w 8"/>
                <a:gd name="T3" fmla="*/ 21 h 21"/>
                <a:gd name="T4" fmla="*/ 6 w 8"/>
                <a:gd name="T5" fmla="*/ 20 h 21"/>
                <a:gd name="T6" fmla="*/ 5 w 8"/>
                <a:gd name="T7" fmla="*/ 18 h 21"/>
                <a:gd name="T8" fmla="*/ 5 w 8"/>
                <a:gd name="T9" fmla="*/ 18 h 21"/>
                <a:gd name="T10" fmla="*/ 6 w 8"/>
                <a:gd name="T11" fmla="*/ 18 h 21"/>
                <a:gd name="T12" fmla="*/ 7 w 8"/>
                <a:gd name="T13" fmla="*/ 19 h 21"/>
                <a:gd name="T14" fmla="*/ 7 w 8"/>
                <a:gd name="T15" fmla="*/ 20 h 21"/>
                <a:gd name="T16" fmla="*/ 7 w 8"/>
                <a:gd name="T17" fmla="*/ 18 h 21"/>
                <a:gd name="T18" fmla="*/ 7 w 8"/>
                <a:gd name="T19" fmla="*/ 15 h 21"/>
                <a:gd name="T20" fmla="*/ 4 w 8"/>
                <a:gd name="T21" fmla="*/ 9 h 21"/>
                <a:gd name="T22" fmla="*/ 0 w 8"/>
                <a:gd name="T23" fmla="*/ 1 h 21"/>
                <a:gd name="T24" fmla="*/ 0 w 8"/>
                <a:gd name="T25" fmla="*/ 0 h 21"/>
                <a:gd name="T26" fmla="*/ 1 w 8"/>
                <a:gd name="T27" fmla="*/ 0 h 21"/>
                <a:gd name="T28" fmla="*/ 5 w 8"/>
                <a:gd name="T29" fmla="*/ 9 h 21"/>
                <a:gd name="T30" fmla="*/ 8 w 8"/>
                <a:gd name="T31" fmla="*/ 15 h 21"/>
                <a:gd name="T32" fmla="*/ 8 w 8"/>
                <a:gd name="T33" fmla="*/ 19 h 21"/>
                <a:gd name="T34" fmla="*/ 8 w 8"/>
                <a:gd name="T35" fmla="*/ 21 h 21"/>
                <a:gd name="T36" fmla="*/ 8 w 8"/>
                <a:gd name="T37" fmla="*/ 21 h 21"/>
                <a:gd name="T38" fmla="*/ 7 w 8"/>
                <a:gd name="T3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1">
                  <a:moveTo>
                    <a:pt x="7" y="21"/>
                  </a:moveTo>
                  <a:cubicBezTo>
                    <a:pt x="7" y="21"/>
                    <a:pt x="7" y="21"/>
                    <a:pt x="7" y="21"/>
                  </a:cubicBezTo>
                  <a:cubicBezTo>
                    <a:pt x="7" y="21"/>
                    <a:pt x="6" y="20"/>
                    <a:pt x="6" y="20"/>
                  </a:cubicBezTo>
                  <a:cubicBezTo>
                    <a:pt x="6" y="19"/>
                    <a:pt x="5" y="19"/>
                    <a:pt x="5" y="18"/>
                  </a:cubicBezTo>
                  <a:cubicBezTo>
                    <a:pt x="5" y="18"/>
                    <a:pt x="5" y="18"/>
                    <a:pt x="5" y="18"/>
                  </a:cubicBezTo>
                  <a:cubicBezTo>
                    <a:pt x="5" y="17"/>
                    <a:pt x="5" y="17"/>
                    <a:pt x="6" y="18"/>
                  </a:cubicBezTo>
                  <a:cubicBezTo>
                    <a:pt x="6" y="18"/>
                    <a:pt x="6" y="19"/>
                    <a:pt x="7" y="19"/>
                  </a:cubicBezTo>
                  <a:cubicBezTo>
                    <a:pt x="7" y="19"/>
                    <a:pt x="7" y="19"/>
                    <a:pt x="7" y="20"/>
                  </a:cubicBezTo>
                  <a:cubicBezTo>
                    <a:pt x="7" y="19"/>
                    <a:pt x="7" y="19"/>
                    <a:pt x="7" y="18"/>
                  </a:cubicBezTo>
                  <a:cubicBezTo>
                    <a:pt x="7" y="17"/>
                    <a:pt x="7" y="16"/>
                    <a:pt x="7" y="15"/>
                  </a:cubicBezTo>
                  <a:cubicBezTo>
                    <a:pt x="7" y="15"/>
                    <a:pt x="6" y="12"/>
                    <a:pt x="4" y="9"/>
                  </a:cubicBezTo>
                  <a:cubicBezTo>
                    <a:pt x="3" y="6"/>
                    <a:pt x="1" y="3"/>
                    <a:pt x="0" y="1"/>
                  </a:cubicBezTo>
                  <a:cubicBezTo>
                    <a:pt x="0" y="1"/>
                    <a:pt x="0" y="0"/>
                    <a:pt x="0" y="0"/>
                  </a:cubicBezTo>
                  <a:cubicBezTo>
                    <a:pt x="0" y="0"/>
                    <a:pt x="1" y="0"/>
                    <a:pt x="1" y="0"/>
                  </a:cubicBezTo>
                  <a:cubicBezTo>
                    <a:pt x="2" y="2"/>
                    <a:pt x="3" y="6"/>
                    <a:pt x="5" y="9"/>
                  </a:cubicBezTo>
                  <a:cubicBezTo>
                    <a:pt x="7" y="13"/>
                    <a:pt x="8" y="15"/>
                    <a:pt x="8" y="15"/>
                  </a:cubicBezTo>
                  <a:cubicBezTo>
                    <a:pt x="8" y="15"/>
                    <a:pt x="8" y="17"/>
                    <a:pt x="8" y="19"/>
                  </a:cubicBezTo>
                  <a:cubicBezTo>
                    <a:pt x="8" y="19"/>
                    <a:pt x="8" y="20"/>
                    <a:pt x="8" y="21"/>
                  </a:cubicBezTo>
                  <a:cubicBezTo>
                    <a:pt x="8" y="21"/>
                    <a:pt x="8" y="21"/>
                    <a:pt x="8" y="21"/>
                  </a:cubicBezTo>
                  <a:cubicBezTo>
                    <a:pt x="7" y="21"/>
                    <a:pt x="7"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6" name="Freeform 465"/>
            <p:cNvSpPr>
              <a:spLocks/>
            </p:cNvSpPr>
            <p:nvPr/>
          </p:nvSpPr>
          <p:spPr bwMode="auto">
            <a:xfrm>
              <a:off x="3842" y="2157"/>
              <a:ext cx="46" cy="18"/>
            </a:xfrm>
            <a:custGeom>
              <a:avLst/>
              <a:gdLst>
                <a:gd name="T0" fmla="*/ 18 w 18"/>
                <a:gd name="T1" fmla="*/ 7 h 7"/>
                <a:gd name="T2" fmla="*/ 18 w 18"/>
                <a:gd name="T3" fmla="*/ 7 h 7"/>
                <a:gd name="T4" fmla="*/ 13 w 18"/>
                <a:gd name="T5" fmla="*/ 5 h 7"/>
                <a:gd name="T6" fmla="*/ 0 w 18"/>
                <a:gd name="T7" fmla="*/ 0 h 7"/>
                <a:gd name="T8" fmla="*/ 0 w 18"/>
                <a:gd name="T9" fmla="*/ 0 h 7"/>
                <a:gd name="T10" fmla="*/ 0 w 18"/>
                <a:gd name="T11" fmla="*/ 0 h 7"/>
                <a:gd name="T12" fmla="*/ 13 w 18"/>
                <a:gd name="T13" fmla="*/ 4 h 7"/>
                <a:gd name="T14" fmla="*/ 18 w 18"/>
                <a:gd name="T15" fmla="*/ 6 h 7"/>
                <a:gd name="T16" fmla="*/ 18 w 18"/>
                <a:gd name="T17" fmla="*/ 6 h 7"/>
                <a:gd name="T18" fmla="*/ 18 w 18"/>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8" y="7"/>
                  </a:moveTo>
                  <a:cubicBezTo>
                    <a:pt x="18" y="7"/>
                    <a:pt x="18" y="7"/>
                    <a:pt x="18" y="7"/>
                  </a:cubicBezTo>
                  <a:cubicBezTo>
                    <a:pt x="16" y="6"/>
                    <a:pt x="15" y="6"/>
                    <a:pt x="13" y="5"/>
                  </a:cubicBezTo>
                  <a:cubicBezTo>
                    <a:pt x="8" y="3"/>
                    <a:pt x="2" y="1"/>
                    <a:pt x="0" y="0"/>
                  </a:cubicBezTo>
                  <a:cubicBezTo>
                    <a:pt x="0" y="0"/>
                    <a:pt x="0" y="0"/>
                    <a:pt x="0" y="0"/>
                  </a:cubicBezTo>
                  <a:cubicBezTo>
                    <a:pt x="0" y="0"/>
                    <a:pt x="0" y="0"/>
                    <a:pt x="0" y="0"/>
                  </a:cubicBezTo>
                  <a:cubicBezTo>
                    <a:pt x="2" y="0"/>
                    <a:pt x="9" y="3"/>
                    <a:pt x="13" y="4"/>
                  </a:cubicBezTo>
                  <a:cubicBezTo>
                    <a:pt x="15" y="5"/>
                    <a:pt x="17" y="5"/>
                    <a:pt x="18" y="6"/>
                  </a:cubicBezTo>
                  <a:cubicBezTo>
                    <a:pt x="18" y="6"/>
                    <a:pt x="18" y="6"/>
                    <a:pt x="18" y="6"/>
                  </a:cubicBezTo>
                  <a:cubicBezTo>
                    <a:pt x="18" y="6"/>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7" name="Freeform 466"/>
            <p:cNvSpPr>
              <a:spLocks/>
            </p:cNvSpPr>
            <p:nvPr/>
          </p:nvSpPr>
          <p:spPr bwMode="auto">
            <a:xfrm>
              <a:off x="3883" y="2178"/>
              <a:ext cx="2" cy="12"/>
            </a:xfrm>
            <a:custGeom>
              <a:avLst/>
              <a:gdLst>
                <a:gd name="T0" fmla="*/ 0 w 1"/>
                <a:gd name="T1" fmla="*/ 5 h 5"/>
                <a:gd name="T2" fmla="*/ 0 w 1"/>
                <a:gd name="T3" fmla="*/ 5 h 5"/>
                <a:gd name="T4" fmla="*/ 0 w 1"/>
                <a:gd name="T5" fmla="*/ 5 h 5"/>
                <a:gd name="T6" fmla="*/ 0 w 1"/>
                <a:gd name="T7" fmla="*/ 2 h 5"/>
                <a:gd name="T8" fmla="*/ 0 w 1"/>
                <a:gd name="T9" fmla="*/ 0 h 5"/>
                <a:gd name="T10" fmla="*/ 1 w 1"/>
                <a:gd name="T11" fmla="*/ 0 h 5"/>
                <a:gd name="T12" fmla="*/ 1 w 1"/>
                <a:gd name="T13" fmla="*/ 0 h 5"/>
                <a:gd name="T14" fmla="*/ 1 w 1"/>
                <a:gd name="T15" fmla="*/ 2 h 5"/>
                <a:gd name="T16" fmla="*/ 0 w 1"/>
                <a:gd name="T17" fmla="*/ 5 h 5"/>
                <a:gd name="T18" fmla="*/ 0 w 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0" y="5"/>
                  </a:moveTo>
                  <a:cubicBezTo>
                    <a:pt x="0" y="5"/>
                    <a:pt x="0" y="5"/>
                    <a:pt x="0" y="5"/>
                  </a:cubicBezTo>
                  <a:cubicBezTo>
                    <a:pt x="0" y="5"/>
                    <a:pt x="0" y="5"/>
                    <a:pt x="0" y="5"/>
                  </a:cubicBezTo>
                  <a:cubicBezTo>
                    <a:pt x="0" y="4"/>
                    <a:pt x="0" y="3"/>
                    <a:pt x="0" y="2"/>
                  </a:cubicBezTo>
                  <a:cubicBezTo>
                    <a:pt x="0" y="1"/>
                    <a:pt x="0" y="1"/>
                    <a:pt x="0" y="0"/>
                  </a:cubicBezTo>
                  <a:cubicBezTo>
                    <a:pt x="0" y="0"/>
                    <a:pt x="1" y="0"/>
                    <a:pt x="1" y="0"/>
                  </a:cubicBezTo>
                  <a:cubicBezTo>
                    <a:pt x="1" y="0"/>
                    <a:pt x="1" y="0"/>
                    <a:pt x="1" y="0"/>
                  </a:cubicBezTo>
                  <a:cubicBezTo>
                    <a:pt x="1" y="1"/>
                    <a:pt x="1" y="1"/>
                    <a:pt x="1" y="2"/>
                  </a:cubicBezTo>
                  <a:cubicBezTo>
                    <a:pt x="1" y="5"/>
                    <a:pt x="1"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8" name="Freeform 467"/>
            <p:cNvSpPr>
              <a:spLocks/>
            </p:cNvSpPr>
            <p:nvPr/>
          </p:nvSpPr>
          <p:spPr bwMode="auto">
            <a:xfrm>
              <a:off x="3883" y="2170"/>
              <a:ext cx="5" cy="15"/>
            </a:xfrm>
            <a:custGeom>
              <a:avLst/>
              <a:gdLst>
                <a:gd name="T0" fmla="*/ 1 w 2"/>
                <a:gd name="T1" fmla="*/ 6 h 6"/>
                <a:gd name="T2" fmla="*/ 1 w 2"/>
                <a:gd name="T3" fmla="*/ 6 h 6"/>
                <a:gd name="T4" fmla="*/ 1 w 2"/>
                <a:gd name="T5" fmla="*/ 6 h 6"/>
                <a:gd name="T6" fmla="*/ 1 w 2"/>
                <a:gd name="T7" fmla="*/ 5 h 6"/>
                <a:gd name="T8" fmla="*/ 1 w 2"/>
                <a:gd name="T9" fmla="*/ 5 h 6"/>
                <a:gd name="T10" fmla="*/ 1 w 2"/>
                <a:gd name="T11" fmla="*/ 1 h 6"/>
                <a:gd name="T12" fmla="*/ 2 w 2"/>
                <a:gd name="T13" fmla="*/ 0 h 6"/>
                <a:gd name="T14" fmla="*/ 2 w 2"/>
                <a:gd name="T15" fmla="*/ 1 h 6"/>
                <a:gd name="T16" fmla="*/ 2 w 2"/>
                <a:gd name="T17" fmla="*/ 6 h 6"/>
                <a:gd name="T18" fmla="*/ 2 w 2"/>
                <a:gd name="T19" fmla="*/ 6 h 6"/>
                <a:gd name="T20" fmla="*/ 1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1" y="6"/>
                  </a:moveTo>
                  <a:cubicBezTo>
                    <a:pt x="1" y="6"/>
                    <a:pt x="1" y="6"/>
                    <a:pt x="1" y="6"/>
                  </a:cubicBezTo>
                  <a:cubicBezTo>
                    <a:pt x="1" y="6"/>
                    <a:pt x="1" y="6"/>
                    <a:pt x="1" y="6"/>
                  </a:cubicBezTo>
                  <a:cubicBezTo>
                    <a:pt x="1" y="6"/>
                    <a:pt x="0" y="5"/>
                    <a:pt x="1" y="5"/>
                  </a:cubicBezTo>
                  <a:cubicBezTo>
                    <a:pt x="1" y="5"/>
                    <a:pt x="1" y="5"/>
                    <a:pt x="1" y="5"/>
                  </a:cubicBezTo>
                  <a:cubicBezTo>
                    <a:pt x="1" y="1"/>
                    <a:pt x="1" y="1"/>
                    <a:pt x="1" y="1"/>
                  </a:cubicBezTo>
                  <a:cubicBezTo>
                    <a:pt x="1" y="1"/>
                    <a:pt x="2" y="0"/>
                    <a:pt x="2" y="0"/>
                  </a:cubicBezTo>
                  <a:cubicBezTo>
                    <a:pt x="2" y="0"/>
                    <a:pt x="2" y="1"/>
                    <a:pt x="2" y="1"/>
                  </a:cubicBezTo>
                  <a:cubicBezTo>
                    <a:pt x="2" y="6"/>
                    <a:pt x="2" y="6"/>
                    <a:pt x="2" y="6"/>
                  </a:cubicBezTo>
                  <a:cubicBezTo>
                    <a:pt x="2" y="6"/>
                    <a:pt x="2" y="6"/>
                    <a:pt x="2"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19" name="Freeform 468"/>
            <p:cNvSpPr>
              <a:spLocks/>
            </p:cNvSpPr>
            <p:nvPr/>
          </p:nvSpPr>
          <p:spPr bwMode="auto">
            <a:xfrm>
              <a:off x="3885" y="2140"/>
              <a:ext cx="8" cy="48"/>
            </a:xfrm>
            <a:custGeom>
              <a:avLst/>
              <a:gdLst>
                <a:gd name="T0" fmla="*/ 1 w 3"/>
                <a:gd name="T1" fmla="*/ 19 h 19"/>
                <a:gd name="T2" fmla="*/ 0 w 3"/>
                <a:gd name="T3" fmla="*/ 19 h 19"/>
                <a:gd name="T4" fmla="*/ 0 w 3"/>
                <a:gd name="T5" fmla="*/ 18 h 19"/>
                <a:gd name="T6" fmla="*/ 1 w 3"/>
                <a:gd name="T7" fmla="*/ 17 h 19"/>
                <a:gd name="T8" fmla="*/ 1 w 3"/>
                <a:gd name="T9" fmla="*/ 17 h 19"/>
                <a:gd name="T10" fmla="*/ 2 w 3"/>
                <a:gd name="T11" fmla="*/ 10 h 19"/>
                <a:gd name="T12" fmla="*/ 1 w 3"/>
                <a:gd name="T13" fmla="*/ 1 h 19"/>
                <a:gd name="T14" fmla="*/ 1 w 3"/>
                <a:gd name="T15" fmla="*/ 1 h 19"/>
                <a:gd name="T16" fmla="*/ 2 w 3"/>
                <a:gd name="T17" fmla="*/ 1 h 19"/>
                <a:gd name="T18" fmla="*/ 3 w 3"/>
                <a:gd name="T19" fmla="*/ 10 h 19"/>
                <a:gd name="T20" fmla="*/ 1 w 3"/>
                <a:gd name="T21" fmla="*/ 18 h 19"/>
                <a:gd name="T22" fmla="*/ 1 w 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9">
                  <a:moveTo>
                    <a:pt x="1" y="19"/>
                  </a:moveTo>
                  <a:cubicBezTo>
                    <a:pt x="1" y="19"/>
                    <a:pt x="1" y="19"/>
                    <a:pt x="0" y="19"/>
                  </a:cubicBezTo>
                  <a:cubicBezTo>
                    <a:pt x="0" y="18"/>
                    <a:pt x="0" y="18"/>
                    <a:pt x="0" y="18"/>
                  </a:cubicBezTo>
                  <a:cubicBezTo>
                    <a:pt x="0" y="17"/>
                    <a:pt x="0" y="17"/>
                    <a:pt x="1" y="17"/>
                  </a:cubicBezTo>
                  <a:cubicBezTo>
                    <a:pt x="1" y="17"/>
                    <a:pt x="1" y="17"/>
                    <a:pt x="1" y="17"/>
                  </a:cubicBezTo>
                  <a:cubicBezTo>
                    <a:pt x="2" y="15"/>
                    <a:pt x="2" y="13"/>
                    <a:pt x="2" y="10"/>
                  </a:cubicBezTo>
                  <a:cubicBezTo>
                    <a:pt x="2" y="7"/>
                    <a:pt x="2" y="4"/>
                    <a:pt x="1" y="1"/>
                  </a:cubicBezTo>
                  <a:cubicBezTo>
                    <a:pt x="1" y="1"/>
                    <a:pt x="1" y="1"/>
                    <a:pt x="1" y="1"/>
                  </a:cubicBezTo>
                  <a:cubicBezTo>
                    <a:pt x="2" y="0"/>
                    <a:pt x="2" y="1"/>
                    <a:pt x="2" y="1"/>
                  </a:cubicBezTo>
                  <a:cubicBezTo>
                    <a:pt x="2" y="4"/>
                    <a:pt x="3" y="7"/>
                    <a:pt x="3" y="10"/>
                  </a:cubicBezTo>
                  <a:cubicBezTo>
                    <a:pt x="3" y="13"/>
                    <a:pt x="2" y="16"/>
                    <a:pt x="1" y="18"/>
                  </a:cubicBezTo>
                  <a:cubicBezTo>
                    <a:pt x="1" y="18"/>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0" name="Freeform 469"/>
            <p:cNvSpPr>
              <a:spLocks/>
            </p:cNvSpPr>
            <p:nvPr/>
          </p:nvSpPr>
          <p:spPr bwMode="auto">
            <a:xfrm>
              <a:off x="3840" y="2150"/>
              <a:ext cx="2" cy="10"/>
            </a:xfrm>
            <a:custGeom>
              <a:avLst/>
              <a:gdLst>
                <a:gd name="T0" fmla="*/ 1 w 1"/>
                <a:gd name="T1" fmla="*/ 4 h 4"/>
                <a:gd name="T2" fmla="*/ 1 w 1"/>
                <a:gd name="T3" fmla="*/ 4 h 4"/>
                <a:gd name="T4" fmla="*/ 0 w 1"/>
                <a:gd name="T5" fmla="*/ 4 h 4"/>
                <a:gd name="T6" fmla="*/ 0 w 1"/>
                <a:gd name="T7" fmla="*/ 2 h 4"/>
                <a:gd name="T8" fmla="*/ 0 w 1"/>
                <a:gd name="T9" fmla="*/ 1 h 4"/>
                <a:gd name="T10" fmla="*/ 1 w 1"/>
                <a:gd name="T11" fmla="*/ 0 h 4"/>
                <a:gd name="T12" fmla="*/ 1 w 1"/>
                <a:gd name="T13" fmla="*/ 1 h 4"/>
                <a:gd name="T14" fmla="*/ 1 w 1"/>
                <a:gd name="T15" fmla="*/ 2 h 4"/>
                <a:gd name="T16" fmla="*/ 1 w 1"/>
                <a:gd name="T17" fmla="*/ 4 h 4"/>
                <a:gd name="T18" fmla="*/ 1 w 1"/>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4"/>
                  </a:moveTo>
                  <a:cubicBezTo>
                    <a:pt x="1" y="4"/>
                    <a:pt x="1" y="4"/>
                    <a:pt x="1" y="4"/>
                  </a:cubicBezTo>
                  <a:cubicBezTo>
                    <a:pt x="0" y="4"/>
                    <a:pt x="0" y="4"/>
                    <a:pt x="0" y="4"/>
                  </a:cubicBezTo>
                  <a:cubicBezTo>
                    <a:pt x="0" y="3"/>
                    <a:pt x="0" y="3"/>
                    <a:pt x="0" y="2"/>
                  </a:cubicBezTo>
                  <a:cubicBezTo>
                    <a:pt x="0" y="2"/>
                    <a:pt x="0" y="1"/>
                    <a:pt x="0" y="1"/>
                  </a:cubicBezTo>
                  <a:cubicBezTo>
                    <a:pt x="0" y="0"/>
                    <a:pt x="1" y="0"/>
                    <a:pt x="1" y="0"/>
                  </a:cubicBezTo>
                  <a:cubicBezTo>
                    <a:pt x="1" y="0"/>
                    <a:pt x="1" y="1"/>
                    <a:pt x="1" y="1"/>
                  </a:cubicBezTo>
                  <a:cubicBezTo>
                    <a:pt x="1" y="1"/>
                    <a:pt x="1" y="2"/>
                    <a:pt x="1" y="2"/>
                  </a:cubicBezTo>
                  <a:cubicBezTo>
                    <a:pt x="1"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1" name="Freeform 470"/>
            <p:cNvSpPr>
              <a:spLocks/>
            </p:cNvSpPr>
            <p:nvPr/>
          </p:nvSpPr>
          <p:spPr bwMode="auto">
            <a:xfrm>
              <a:off x="3790" y="2170"/>
              <a:ext cx="5" cy="8"/>
            </a:xfrm>
            <a:custGeom>
              <a:avLst/>
              <a:gdLst>
                <a:gd name="T0" fmla="*/ 0 w 2"/>
                <a:gd name="T1" fmla="*/ 3 h 3"/>
                <a:gd name="T2" fmla="*/ 0 w 2"/>
                <a:gd name="T3" fmla="*/ 3 h 3"/>
                <a:gd name="T4" fmla="*/ 0 w 2"/>
                <a:gd name="T5" fmla="*/ 2 h 3"/>
                <a:gd name="T6" fmla="*/ 1 w 2"/>
                <a:gd name="T7" fmla="*/ 0 h 3"/>
                <a:gd name="T8" fmla="*/ 1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0"/>
                    <a:pt x="1" y="0"/>
                    <a:pt x="1" y="0"/>
                  </a:cubicBezTo>
                  <a:cubicBezTo>
                    <a:pt x="1" y="0"/>
                    <a:pt x="1" y="0"/>
                    <a:pt x="1" y="0"/>
                  </a:cubicBezTo>
                  <a:cubicBezTo>
                    <a:pt x="2" y="0"/>
                    <a:pt x="2" y="1"/>
                    <a:pt x="2" y="1"/>
                  </a:cubicBezTo>
                  <a:cubicBezTo>
                    <a:pt x="1" y="3"/>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2" name="Freeform 471"/>
            <p:cNvSpPr>
              <a:spLocks/>
            </p:cNvSpPr>
            <p:nvPr/>
          </p:nvSpPr>
          <p:spPr bwMode="auto">
            <a:xfrm>
              <a:off x="3792" y="2175"/>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1 w 2"/>
                <a:gd name="T11" fmla="*/ 1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0" y="1"/>
                    <a:pt x="1" y="1"/>
                  </a:cubicBezTo>
                  <a:cubicBezTo>
                    <a:pt x="1" y="1"/>
                    <a:pt x="1" y="0"/>
                    <a:pt x="1" y="1"/>
                  </a:cubicBezTo>
                  <a:cubicBezTo>
                    <a:pt x="1" y="1"/>
                    <a:pt x="2" y="1"/>
                    <a:pt x="1" y="1"/>
                  </a:cubicBezTo>
                  <a:cubicBezTo>
                    <a:pt x="1" y="2"/>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3" name="Freeform 472"/>
            <p:cNvSpPr>
              <a:spLocks/>
            </p:cNvSpPr>
            <p:nvPr/>
          </p:nvSpPr>
          <p:spPr bwMode="auto">
            <a:xfrm>
              <a:off x="3792" y="2180"/>
              <a:ext cx="8" cy="8"/>
            </a:xfrm>
            <a:custGeom>
              <a:avLst/>
              <a:gdLst>
                <a:gd name="T0" fmla="*/ 1 w 3"/>
                <a:gd name="T1" fmla="*/ 3 h 3"/>
                <a:gd name="T2" fmla="*/ 1 w 3"/>
                <a:gd name="T3" fmla="*/ 3 h 3"/>
                <a:gd name="T4" fmla="*/ 1 w 3"/>
                <a:gd name="T5" fmla="*/ 3 h 3"/>
                <a:gd name="T6" fmla="*/ 2 w 3"/>
                <a:gd name="T7" fmla="*/ 0 h 3"/>
                <a:gd name="T8" fmla="*/ 2 w 3"/>
                <a:gd name="T9" fmla="*/ 0 h 3"/>
                <a:gd name="T10" fmla="*/ 2 w 3"/>
                <a:gd name="T11" fmla="*/ 1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1" y="3"/>
                  </a:cubicBezTo>
                  <a:cubicBezTo>
                    <a:pt x="0" y="3"/>
                    <a:pt x="0" y="3"/>
                    <a:pt x="1" y="3"/>
                  </a:cubicBezTo>
                  <a:cubicBezTo>
                    <a:pt x="2" y="0"/>
                    <a:pt x="2" y="0"/>
                    <a:pt x="2" y="0"/>
                  </a:cubicBezTo>
                  <a:cubicBezTo>
                    <a:pt x="2" y="0"/>
                    <a:pt x="2" y="0"/>
                    <a:pt x="2" y="0"/>
                  </a:cubicBezTo>
                  <a:cubicBezTo>
                    <a:pt x="3" y="0"/>
                    <a:pt x="3"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4" name="Freeform 473"/>
            <p:cNvSpPr>
              <a:spLocks/>
            </p:cNvSpPr>
            <p:nvPr/>
          </p:nvSpPr>
          <p:spPr bwMode="auto">
            <a:xfrm>
              <a:off x="3795" y="2183"/>
              <a:ext cx="7" cy="10"/>
            </a:xfrm>
            <a:custGeom>
              <a:avLst/>
              <a:gdLst>
                <a:gd name="T0" fmla="*/ 1 w 3"/>
                <a:gd name="T1" fmla="*/ 4 h 4"/>
                <a:gd name="T2" fmla="*/ 1 w 3"/>
                <a:gd name="T3" fmla="*/ 4 h 4"/>
                <a:gd name="T4" fmla="*/ 0 w 3"/>
                <a:gd name="T5" fmla="*/ 3 h 4"/>
                <a:gd name="T6" fmla="*/ 2 w 3"/>
                <a:gd name="T7" fmla="*/ 1 h 4"/>
                <a:gd name="T8" fmla="*/ 2 w 3"/>
                <a:gd name="T9" fmla="*/ 0 h 4"/>
                <a:gd name="T10" fmla="*/ 3 w 3"/>
                <a:gd name="T11" fmla="*/ 1 h 4"/>
                <a:gd name="T12" fmla="*/ 1 w 3"/>
                <a:gd name="T13" fmla="*/ 3 h 4"/>
                <a:gd name="T14" fmla="*/ 1 w 3"/>
                <a:gd name="T15" fmla="*/ 4 h 4"/>
                <a:gd name="T16" fmla="*/ 1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4"/>
                  </a:moveTo>
                  <a:cubicBezTo>
                    <a:pt x="1" y="4"/>
                    <a:pt x="1" y="4"/>
                    <a:pt x="1" y="4"/>
                  </a:cubicBezTo>
                  <a:cubicBezTo>
                    <a:pt x="0" y="4"/>
                    <a:pt x="0" y="3"/>
                    <a:pt x="0" y="3"/>
                  </a:cubicBezTo>
                  <a:cubicBezTo>
                    <a:pt x="1" y="2"/>
                    <a:pt x="1" y="1"/>
                    <a:pt x="2" y="1"/>
                  </a:cubicBezTo>
                  <a:cubicBezTo>
                    <a:pt x="2" y="0"/>
                    <a:pt x="2" y="0"/>
                    <a:pt x="2" y="0"/>
                  </a:cubicBezTo>
                  <a:cubicBezTo>
                    <a:pt x="3" y="1"/>
                    <a:pt x="3" y="1"/>
                    <a:pt x="3" y="1"/>
                  </a:cubicBezTo>
                  <a:cubicBezTo>
                    <a:pt x="2" y="2"/>
                    <a:pt x="2" y="2"/>
                    <a:pt x="1" y="3"/>
                  </a:cubicBezTo>
                  <a:cubicBezTo>
                    <a:pt x="1" y="3"/>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5" name="Freeform 474"/>
            <p:cNvSpPr>
              <a:spLocks/>
            </p:cNvSpPr>
            <p:nvPr/>
          </p:nvSpPr>
          <p:spPr bwMode="auto">
            <a:xfrm>
              <a:off x="3800" y="2188"/>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3"/>
                    <a:pt x="0" y="3"/>
                  </a:cubicBezTo>
                  <a:cubicBezTo>
                    <a:pt x="1" y="0"/>
                    <a:pt x="1" y="0"/>
                    <a:pt x="1" y="0"/>
                  </a:cubicBezTo>
                  <a:cubicBezTo>
                    <a:pt x="1" y="0"/>
                    <a:pt x="2" y="0"/>
                    <a:pt x="2" y="0"/>
                  </a:cubicBezTo>
                  <a:cubicBezTo>
                    <a:pt x="2" y="0"/>
                    <a:pt x="2" y="0"/>
                    <a:pt x="2" y="0"/>
                  </a:cubicBezTo>
                  <a:cubicBezTo>
                    <a:pt x="1" y="3"/>
                    <a:pt x="1" y="3"/>
                    <a:pt x="1" y="3"/>
                  </a:cubicBezTo>
                  <a:cubicBezTo>
                    <a:pt x="1"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6" name="Freeform 475"/>
            <p:cNvSpPr>
              <a:spLocks/>
            </p:cNvSpPr>
            <p:nvPr/>
          </p:nvSpPr>
          <p:spPr bwMode="auto">
            <a:xfrm>
              <a:off x="3802" y="2190"/>
              <a:ext cx="8" cy="10"/>
            </a:xfrm>
            <a:custGeom>
              <a:avLst/>
              <a:gdLst>
                <a:gd name="T0" fmla="*/ 1 w 3"/>
                <a:gd name="T1" fmla="*/ 4 h 4"/>
                <a:gd name="T2" fmla="*/ 1 w 3"/>
                <a:gd name="T3" fmla="*/ 4 h 4"/>
                <a:gd name="T4" fmla="*/ 0 w 3"/>
                <a:gd name="T5" fmla="*/ 3 h 4"/>
                <a:gd name="T6" fmla="*/ 2 w 3"/>
                <a:gd name="T7" fmla="*/ 0 h 4"/>
                <a:gd name="T8" fmla="*/ 3 w 3"/>
                <a:gd name="T9" fmla="*/ 0 h 4"/>
                <a:gd name="T10" fmla="*/ 3 w 3"/>
                <a:gd name="T11" fmla="*/ 0 h 4"/>
                <a:gd name="T12" fmla="*/ 1 w 3"/>
                <a:gd name="T13" fmla="*/ 4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0" y="4"/>
                    <a:pt x="0" y="4"/>
                    <a:pt x="0" y="3"/>
                  </a:cubicBezTo>
                  <a:cubicBezTo>
                    <a:pt x="1" y="2"/>
                    <a:pt x="1" y="1"/>
                    <a:pt x="2" y="0"/>
                  </a:cubicBezTo>
                  <a:cubicBezTo>
                    <a:pt x="2" y="0"/>
                    <a:pt x="2" y="0"/>
                    <a:pt x="3" y="0"/>
                  </a:cubicBezTo>
                  <a:cubicBezTo>
                    <a:pt x="3" y="0"/>
                    <a:pt x="3" y="0"/>
                    <a:pt x="3" y="0"/>
                  </a:cubicBezTo>
                  <a:cubicBezTo>
                    <a:pt x="2" y="1"/>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7" name="Freeform 476"/>
            <p:cNvSpPr>
              <a:spLocks/>
            </p:cNvSpPr>
            <p:nvPr/>
          </p:nvSpPr>
          <p:spPr bwMode="auto">
            <a:xfrm>
              <a:off x="3807" y="2193"/>
              <a:ext cx="8" cy="12"/>
            </a:xfrm>
            <a:custGeom>
              <a:avLst/>
              <a:gdLst>
                <a:gd name="T0" fmla="*/ 1 w 3"/>
                <a:gd name="T1" fmla="*/ 5 h 5"/>
                <a:gd name="T2" fmla="*/ 0 w 3"/>
                <a:gd name="T3" fmla="*/ 5 h 5"/>
                <a:gd name="T4" fmla="*/ 0 w 3"/>
                <a:gd name="T5" fmla="*/ 4 h 5"/>
                <a:gd name="T6" fmla="*/ 2 w 3"/>
                <a:gd name="T7" fmla="*/ 0 h 5"/>
                <a:gd name="T8" fmla="*/ 2 w 3"/>
                <a:gd name="T9" fmla="*/ 0 h 5"/>
                <a:gd name="T10" fmla="*/ 3 w 3"/>
                <a:gd name="T11" fmla="*/ 0 h 5"/>
                <a:gd name="T12" fmla="*/ 3 w 3"/>
                <a:gd name="T13" fmla="*/ 0 h 5"/>
                <a:gd name="T14" fmla="*/ 3 w 3"/>
                <a:gd name="T15" fmla="*/ 1 h 5"/>
                <a:gd name="T16" fmla="*/ 1 w 3"/>
                <a:gd name="T17" fmla="*/ 4 h 5"/>
                <a:gd name="T18" fmla="*/ 1 w 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5"/>
                  </a:moveTo>
                  <a:cubicBezTo>
                    <a:pt x="1" y="5"/>
                    <a:pt x="1" y="5"/>
                    <a:pt x="0" y="5"/>
                  </a:cubicBezTo>
                  <a:cubicBezTo>
                    <a:pt x="0" y="5"/>
                    <a:pt x="0" y="4"/>
                    <a:pt x="0" y="4"/>
                  </a:cubicBezTo>
                  <a:cubicBezTo>
                    <a:pt x="1" y="3"/>
                    <a:pt x="1" y="1"/>
                    <a:pt x="2" y="0"/>
                  </a:cubicBezTo>
                  <a:cubicBezTo>
                    <a:pt x="2" y="0"/>
                    <a:pt x="2" y="0"/>
                    <a:pt x="2" y="0"/>
                  </a:cubicBezTo>
                  <a:cubicBezTo>
                    <a:pt x="3" y="0"/>
                    <a:pt x="3" y="0"/>
                    <a:pt x="3" y="0"/>
                  </a:cubicBezTo>
                  <a:cubicBezTo>
                    <a:pt x="3" y="0"/>
                    <a:pt x="3" y="0"/>
                    <a:pt x="3" y="0"/>
                  </a:cubicBezTo>
                  <a:cubicBezTo>
                    <a:pt x="3" y="1"/>
                    <a:pt x="3" y="1"/>
                    <a:pt x="3" y="1"/>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8" name="Freeform 477"/>
            <p:cNvSpPr>
              <a:spLocks/>
            </p:cNvSpPr>
            <p:nvPr/>
          </p:nvSpPr>
          <p:spPr bwMode="auto">
            <a:xfrm>
              <a:off x="3812" y="2195"/>
              <a:ext cx="10" cy="13"/>
            </a:xfrm>
            <a:custGeom>
              <a:avLst/>
              <a:gdLst>
                <a:gd name="T0" fmla="*/ 1 w 4"/>
                <a:gd name="T1" fmla="*/ 5 h 5"/>
                <a:gd name="T2" fmla="*/ 1 w 4"/>
                <a:gd name="T3" fmla="*/ 5 h 5"/>
                <a:gd name="T4" fmla="*/ 1 w 4"/>
                <a:gd name="T5" fmla="*/ 4 h 5"/>
                <a:gd name="T6" fmla="*/ 3 w 4"/>
                <a:gd name="T7" fmla="*/ 0 h 5"/>
                <a:gd name="T8" fmla="*/ 3 w 4"/>
                <a:gd name="T9" fmla="*/ 0 h 5"/>
                <a:gd name="T10" fmla="*/ 3 w 4"/>
                <a:gd name="T11" fmla="*/ 1 h 5"/>
                <a:gd name="T12" fmla="*/ 1 w 4"/>
                <a:gd name="T13" fmla="*/ 4 h 5"/>
                <a:gd name="T14" fmla="*/ 1 w 4"/>
                <a:gd name="T15" fmla="*/ 5 h 5"/>
                <a:gd name="T16" fmla="*/ 1 w 4"/>
                <a:gd name="T17" fmla="*/ 5 h 5"/>
                <a:gd name="T18" fmla="*/ 1 w 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1" y="5"/>
                  </a:moveTo>
                  <a:cubicBezTo>
                    <a:pt x="1" y="5"/>
                    <a:pt x="1" y="5"/>
                    <a:pt x="1" y="5"/>
                  </a:cubicBezTo>
                  <a:cubicBezTo>
                    <a:pt x="0" y="5"/>
                    <a:pt x="1" y="4"/>
                    <a:pt x="1" y="4"/>
                  </a:cubicBezTo>
                  <a:cubicBezTo>
                    <a:pt x="3" y="0"/>
                    <a:pt x="3" y="0"/>
                    <a:pt x="3" y="0"/>
                  </a:cubicBezTo>
                  <a:cubicBezTo>
                    <a:pt x="3" y="0"/>
                    <a:pt x="3" y="0"/>
                    <a:pt x="3" y="0"/>
                  </a:cubicBezTo>
                  <a:cubicBezTo>
                    <a:pt x="3" y="0"/>
                    <a:pt x="4" y="0"/>
                    <a:pt x="3" y="1"/>
                  </a:cubicBezTo>
                  <a:cubicBezTo>
                    <a:pt x="1" y="4"/>
                    <a:pt x="1" y="4"/>
                    <a:pt x="1" y="4"/>
                  </a:cubicBezTo>
                  <a:cubicBezTo>
                    <a:pt x="1" y="4"/>
                    <a:pt x="1" y="5"/>
                    <a:pt x="1" y="5"/>
                  </a:cubicBezTo>
                  <a:cubicBezTo>
                    <a:pt x="1" y="5"/>
                    <a:pt x="1" y="5"/>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29" name="Freeform 478"/>
            <p:cNvSpPr>
              <a:spLocks/>
            </p:cNvSpPr>
            <p:nvPr/>
          </p:nvSpPr>
          <p:spPr bwMode="auto">
            <a:xfrm>
              <a:off x="3820" y="2198"/>
              <a:ext cx="7" cy="15"/>
            </a:xfrm>
            <a:custGeom>
              <a:avLst/>
              <a:gdLst>
                <a:gd name="T0" fmla="*/ 1 w 3"/>
                <a:gd name="T1" fmla="*/ 6 h 6"/>
                <a:gd name="T2" fmla="*/ 0 w 3"/>
                <a:gd name="T3" fmla="*/ 5 h 6"/>
                <a:gd name="T4" fmla="*/ 0 w 3"/>
                <a:gd name="T5" fmla="*/ 5 h 6"/>
                <a:gd name="T6" fmla="*/ 2 w 3"/>
                <a:gd name="T7" fmla="*/ 0 h 6"/>
                <a:gd name="T8" fmla="*/ 3 w 3"/>
                <a:gd name="T9" fmla="*/ 0 h 6"/>
                <a:gd name="T10" fmla="*/ 3 w 3"/>
                <a:gd name="T11" fmla="*/ 0 h 6"/>
                <a:gd name="T12" fmla="*/ 1 w 3"/>
                <a:gd name="T13" fmla="*/ 5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0" y="6"/>
                    <a:pt x="0" y="5"/>
                  </a:cubicBezTo>
                  <a:cubicBezTo>
                    <a:pt x="0" y="5"/>
                    <a:pt x="0" y="5"/>
                    <a:pt x="0" y="5"/>
                  </a:cubicBezTo>
                  <a:cubicBezTo>
                    <a:pt x="1" y="3"/>
                    <a:pt x="2" y="1"/>
                    <a:pt x="2" y="0"/>
                  </a:cubicBezTo>
                  <a:cubicBezTo>
                    <a:pt x="3" y="0"/>
                    <a:pt x="3" y="0"/>
                    <a:pt x="3" y="0"/>
                  </a:cubicBezTo>
                  <a:cubicBezTo>
                    <a:pt x="3" y="0"/>
                    <a:pt x="3" y="0"/>
                    <a:pt x="3" y="0"/>
                  </a:cubicBezTo>
                  <a:cubicBezTo>
                    <a:pt x="2" y="2"/>
                    <a:pt x="2" y="4"/>
                    <a:pt x="1" y="5"/>
                  </a:cubicBezTo>
                  <a:cubicBezTo>
                    <a:pt x="1"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0" name="Freeform 479"/>
            <p:cNvSpPr>
              <a:spLocks/>
            </p:cNvSpPr>
            <p:nvPr/>
          </p:nvSpPr>
          <p:spPr bwMode="auto">
            <a:xfrm>
              <a:off x="3825" y="2198"/>
              <a:ext cx="7" cy="15"/>
            </a:xfrm>
            <a:custGeom>
              <a:avLst/>
              <a:gdLst>
                <a:gd name="T0" fmla="*/ 1 w 3"/>
                <a:gd name="T1" fmla="*/ 6 h 6"/>
                <a:gd name="T2" fmla="*/ 1 w 3"/>
                <a:gd name="T3" fmla="*/ 6 h 6"/>
                <a:gd name="T4" fmla="*/ 0 w 3"/>
                <a:gd name="T5" fmla="*/ 6 h 6"/>
                <a:gd name="T6" fmla="*/ 2 w 3"/>
                <a:gd name="T7" fmla="*/ 1 h 6"/>
                <a:gd name="T8" fmla="*/ 3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1" y="6"/>
                    <a:pt x="0" y="6"/>
                    <a:pt x="0" y="6"/>
                  </a:cubicBezTo>
                  <a:cubicBezTo>
                    <a:pt x="1" y="4"/>
                    <a:pt x="2" y="2"/>
                    <a:pt x="2" y="1"/>
                  </a:cubicBezTo>
                  <a:cubicBezTo>
                    <a:pt x="2" y="0"/>
                    <a:pt x="3" y="0"/>
                    <a:pt x="3" y="0"/>
                  </a:cubicBezTo>
                  <a:cubicBezTo>
                    <a:pt x="3" y="0"/>
                    <a:pt x="3" y="1"/>
                    <a:pt x="3" y="1"/>
                  </a:cubicBezTo>
                  <a:cubicBezTo>
                    <a:pt x="2" y="3"/>
                    <a:pt x="2" y="4"/>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1" name="Freeform 480"/>
            <p:cNvSpPr>
              <a:spLocks/>
            </p:cNvSpPr>
            <p:nvPr/>
          </p:nvSpPr>
          <p:spPr bwMode="auto">
            <a:xfrm>
              <a:off x="3832"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1 h 6"/>
                <a:gd name="T12" fmla="*/ 1 w 3"/>
                <a:gd name="T13" fmla="*/ 6 h 6"/>
                <a:gd name="T14" fmla="*/ 0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6"/>
                  </a:moveTo>
                  <a:cubicBezTo>
                    <a:pt x="0" y="6"/>
                    <a:pt x="0" y="6"/>
                    <a:pt x="0" y="6"/>
                  </a:cubicBezTo>
                  <a:cubicBezTo>
                    <a:pt x="0" y="6"/>
                    <a:pt x="0" y="6"/>
                    <a:pt x="0" y="6"/>
                  </a:cubicBezTo>
                  <a:cubicBezTo>
                    <a:pt x="2" y="0"/>
                    <a:pt x="2" y="0"/>
                    <a:pt x="2" y="0"/>
                  </a:cubicBezTo>
                  <a:cubicBezTo>
                    <a:pt x="2" y="0"/>
                    <a:pt x="2" y="0"/>
                    <a:pt x="2" y="0"/>
                  </a:cubicBezTo>
                  <a:cubicBezTo>
                    <a:pt x="3" y="0"/>
                    <a:pt x="3" y="0"/>
                    <a:pt x="3" y="1"/>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2" name="Freeform 481"/>
            <p:cNvSpPr>
              <a:spLocks/>
            </p:cNvSpPr>
            <p:nvPr/>
          </p:nvSpPr>
          <p:spPr bwMode="auto">
            <a:xfrm>
              <a:off x="3837" y="2198"/>
              <a:ext cx="8" cy="15"/>
            </a:xfrm>
            <a:custGeom>
              <a:avLst/>
              <a:gdLst>
                <a:gd name="T0" fmla="*/ 1 w 3"/>
                <a:gd name="T1" fmla="*/ 6 h 6"/>
                <a:gd name="T2" fmla="*/ 0 w 3"/>
                <a:gd name="T3" fmla="*/ 6 h 6"/>
                <a:gd name="T4" fmla="*/ 0 w 3"/>
                <a:gd name="T5" fmla="*/ 6 h 6"/>
                <a:gd name="T6" fmla="*/ 2 w 3"/>
                <a:gd name="T7" fmla="*/ 1 h 6"/>
                <a:gd name="T8" fmla="*/ 3 w 3"/>
                <a:gd name="T9" fmla="*/ 0 h 6"/>
                <a:gd name="T10" fmla="*/ 3 w 3"/>
                <a:gd name="T11" fmla="*/ 1 h 6"/>
                <a:gd name="T12" fmla="*/ 1 w 3"/>
                <a:gd name="T13" fmla="*/ 5 h 6"/>
                <a:gd name="T14" fmla="*/ 1 w 3"/>
                <a:gd name="T15" fmla="*/ 6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1" y="6"/>
                    <a:pt x="0" y="6"/>
                    <a:pt x="0" y="6"/>
                  </a:cubicBezTo>
                  <a:cubicBezTo>
                    <a:pt x="0" y="6"/>
                    <a:pt x="0" y="6"/>
                    <a:pt x="0" y="6"/>
                  </a:cubicBezTo>
                  <a:cubicBezTo>
                    <a:pt x="2" y="1"/>
                    <a:pt x="2" y="1"/>
                    <a:pt x="2" y="1"/>
                  </a:cubicBezTo>
                  <a:cubicBezTo>
                    <a:pt x="3" y="0"/>
                    <a:pt x="3" y="0"/>
                    <a:pt x="3" y="0"/>
                  </a:cubicBezTo>
                  <a:cubicBezTo>
                    <a:pt x="3" y="0"/>
                    <a:pt x="3" y="1"/>
                    <a:pt x="3" y="1"/>
                  </a:cubicBezTo>
                  <a:cubicBezTo>
                    <a:pt x="1" y="5"/>
                    <a:pt x="1" y="5"/>
                    <a:pt x="1" y="5"/>
                  </a:cubicBezTo>
                  <a:cubicBezTo>
                    <a:pt x="1" y="6"/>
                    <a:pt x="1" y="6"/>
                    <a:pt x="1" y="6"/>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3" name="Freeform 482"/>
            <p:cNvSpPr>
              <a:spLocks/>
            </p:cNvSpPr>
            <p:nvPr/>
          </p:nvSpPr>
          <p:spPr bwMode="auto">
            <a:xfrm>
              <a:off x="3845"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0 h 6"/>
                <a:gd name="T12" fmla="*/ 1 w 3"/>
                <a:gd name="T13" fmla="*/ 6 h 6"/>
                <a:gd name="T14" fmla="*/ 0 w 3"/>
                <a:gd name="T15" fmla="*/ 6 h 6"/>
                <a:gd name="T16" fmla="*/ 0 w 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6"/>
                  </a:moveTo>
                  <a:cubicBezTo>
                    <a:pt x="0" y="6"/>
                    <a:pt x="0" y="6"/>
                    <a:pt x="0" y="6"/>
                  </a:cubicBezTo>
                  <a:cubicBezTo>
                    <a:pt x="0" y="6"/>
                    <a:pt x="0" y="6"/>
                    <a:pt x="0" y="6"/>
                  </a:cubicBezTo>
                  <a:cubicBezTo>
                    <a:pt x="0" y="4"/>
                    <a:pt x="1" y="2"/>
                    <a:pt x="2" y="0"/>
                  </a:cubicBezTo>
                  <a:cubicBezTo>
                    <a:pt x="2" y="0"/>
                    <a:pt x="2" y="0"/>
                    <a:pt x="2" y="0"/>
                  </a:cubicBezTo>
                  <a:cubicBezTo>
                    <a:pt x="3" y="0"/>
                    <a:pt x="3" y="0"/>
                    <a:pt x="3" y="0"/>
                  </a:cubicBezTo>
                  <a:cubicBezTo>
                    <a:pt x="2" y="2"/>
                    <a:pt x="1" y="4"/>
                    <a:pt x="1" y="6"/>
                  </a:cubicBezTo>
                  <a:cubicBezTo>
                    <a:pt x="1" y="6"/>
                    <a:pt x="1" y="6"/>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4" name="Freeform 483"/>
            <p:cNvSpPr>
              <a:spLocks/>
            </p:cNvSpPr>
            <p:nvPr/>
          </p:nvSpPr>
          <p:spPr bwMode="auto">
            <a:xfrm>
              <a:off x="3848" y="2203"/>
              <a:ext cx="5" cy="10"/>
            </a:xfrm>
            <a:custGeom>
              <a:avLst/>
              <a:gdLst>
                <a:gd name="T0" fmla="*/ 1 w 2"/>
                <a:gd name="T1" fmla="*/ 4 h 4"/>
                <a:gd name="T2" fmla="*/ 0 w 2"/>
                <a:gd name="T3" fmla="*/ 4 h 4"/>
                <a:gd name="T4" fmla="*/ 0 w 2"/>
                <a:gd name="T5" fmla="*/ 3 h 4"/>
                <a:gd name="T6" fmla="*/ 2 w 2"/>
                <a:gd name="T7" fmla="*/ 0 h 4"/>
                <a:gd name="T8" fmla="*/ 2 w 2"/>
                <a:gd name="T9" fmla="*/ 0 h 4"/>
                <a:gd name="T10" fmla="*/ 2 w 2"/>
                <a:gd name="T11" fmla="*/ 0 h 4"/>
                <a:gd name="T12" fmla="*/ 1 w 2"/>
                <a:gd name="T13" fmla="*/ 3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0" y="4"/>
                  </a:cubicBezTo>
                  <a:cubicBezTo>
                    <a:pt x="0" y="4"/>
                    <a:pt x="0" y="3"/>
                    <a:pt x="0" y="3"/>
                  </a:cubicBezTo>
                  <a:cubicBezTo>
                    <a:pt x="2" y="0"/>
                    <a:pt x="2" y="0"/>
                    <a:pt x="2" y="0"/>
                  </a:cubicBezTo>
                  <a:cubicBezTo>
                    <a:pt x="2" y="0"/>
                    <a:pt x="2" y="0"/>
                    <a:pt x="2" y="0"/>
                  </a:cubicBezTo>
                  <a:cubicBezTo>
                    <a:pt x="2" y="0"/>
                    <a:pt x="2" y="0"/>
                    <a:pt x="2" y="0"/>
                  </a:cubicBezTo>
                  <a:cubicBezTo>
                    <a:pt x="1" y="3"/>
                    <a:pt x="1" y="3"/>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5" name="Freeform 484"/>
            <p:cNvSpPr>
              <a:spLocks/>
            </p:cNvSpPr>
            <p:nvPr/>
          </p:nvSpPr>
          <p:spPr bwMode="auto">
            <a:xfrm>
              <a:off x="3842"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6" name="Freeform 485"/>
            <p:cNvSpPr>
              <a:spLocks/>
            </p:cNvSpPr>
            <p:nvPr/>
          </p:nvSpPr>
          <p:spPr bwMode="auto">
            <a:xfrm>
              <a:off x="3842" y="2168"/>
              <a:ext cx="6" cy="7"/>
            </a:xfrm>
            <a:custGeom>
              <a:avLst/>
              <a:gdLst>
                <a:gd name="T0" fmla="*/ 1 w 2"/>
                <a:gd name="T1" fmla="*/ 3 h 3"/>
                <a:gd name="T2" fmla="*/ 1 w 2"/>
                <a:gd name="T3" fmla="*/ 3 h 3"/>
                <a:gd name="T4" fmla="*/ 1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0" y="3"/>
                    <a:pt x="0" y="3"/>
                    <a:pt x="1" y="2"/>
                  </a:cubicBezTo>
                  <a:cubicBezTo>
                    <a:pt x="1" y="2"/>
                    <a:pt x="1" y="1"/>
                    <a:pt x="1" y="1"/>
                  </a:cubicBezTo>
                  <a:cubicBezTo>
                    <a:pt x="1" y="1"/>
                    <a:pt x="1" y="0"/>
                    <a:pt x="2" y="0"/>
                  </a:cubicBezTo>
                  <a:cubicBezTo>
                    <a:pt x="2" y="1"/>
                    <a:pt x="2" y="1"/>
                    <a:pt x="2" y="1"/>
                  </a:cubicBezTo>
                  <a:cubicBezTo>
                    <a:pt x="2" y="2"/>
                    <a:pt x="2"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7" name="Freeform 486"/>
            <p:cNvSpPr>
              <a:spLocks/>
            </p:cNvSpPr>
            <p:nvPr/>
          </p:nvSpPr>
          <p:spPr bwMode="auto">
            <a:xfrm>
              <a:off x="3845" y="2173"/>
              <a:ext cx="5" cy="7"/>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1"/>
                    <a:pt x="1" y="1"/>
                    <a:pt x="1" y="1"/>
                  </a:cubicBezTo>
                  <a:cubicBezTo>
                    <a:pt x="1" y="0"/>
                    <a:pt x="1" y="0"/>
                    <a:pt x="2" y="0"/>
                  </a:cubicBezTo>
                  <a:cubicBezTo>
                    <a:pt x="2" y="0"/>
                    <a:pt x="2" y="1"/>
                    <a:pt x="2" y="1"/>
                  </a:cubicBezTo>
                  <a:cubicBezTo>
                    <a:pt x="1" y="3"/>
                    <a:pt x="1" y="3"/>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8" name="Freeform 487"/>
            <p:cNvSpPr>
              <a:spLocks/>
            </p:cNvSpPr>
            <p:nvPr/>
          </p:nvSpPr>
          <p:spPr bwMode="auto">
            <a:xfrm>
              <a:off x="3848" y="2178"/>
              <a:ext cx="5" cy="10"/>
            </a:xfrm>
            <a:custGeom>
              <a:avLst/>
              <a:gdLst>
                <a:gd name="T0" fmla="*/ 0 w 2"/>
                <a:gd name="T1" fmla="*/ 4 h 4"/>
                <a:gd name="T2" fmla="*/ 0 w 2"/>
                <a:gd name="T3" fmla="*/ 3 h 4"/>
                <a:gd name="T4" fmla="*/ 0 w 2"/>
                <a:gd name="T5" fmla="*/ 3 h 4"/>
                <a:gd name="T6" fmla="*/ 1 w 2"/>
                <a:gd name="T7" fmla="*/ 0 h 4"/>
                <a:gd name="T8" fmla="*/ 1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3"/>
                  </a:cubicBezTo>
                  <a:cubicBezTo>
                    <a:pt x="0" y="3"/>
                    <a:pt x="0" y="3"/>
                    <a:pt x="0" y="3"/>
                  </a:cubicBezTo>
                  <a:cubicBezTo>
                    <a:pt x="1" y="0"/>
                    <a:pt x="1" y="0"/>
                    <a:pt x="1" y="0"/>
                  </a:cubicBezTo>
                  <a:cubicBezTo>
                    <a:pt x="1" y="0"/>
                    <a:pt x="1" y="0"/>
                    <a:pt x="1" y="0"/>
                  </a:cubicBezTo>
                  <a:cubicBezTo>
                    <a:pt x="2" y="0"/>
                    <a:pt x="2" y="1"/>
                    <a:pt x="2" y="1"/>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39" name="Freeform 488"/>
            <p:cNvSpPr>
              <a:spLocks/>
            </p:cNvSpPr>
            <p:nvPr/>
          </p:nvSpPr>
          <p:spPr bwMode="auto">
            <a:xfrm>
              <a:off x="3850" y="2183"/>
              <a:ext cx="5" cy="10"/>
            </a:xfrm>
            <a:custGeom>
              <a:avLst/>
              <a:gdLst>
                <a:gd name="T0" fmla="*/ 0 w 2"/>
                <a:gd name="T1" fmla="*/ 4 h 4"/>
                <a:gd name="T2" fmla="*/ 0 w 2"/>
                <a:gd name="T3" fmla="*/ 3 h 4"/>
                <a:gd name="T4" fmla="*/ 0 w 2"/>
                <a:gd name="T5" fmla="*/ 3 h 4"/>
                <a:gd name="T6" fmla="*/ 1 w 2"/>
                <a:gd name="T7" fmla="*/ 0 h 4"/>
                <a:gd name="T8" fmla="*/ 2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3"/>
                    <a:pt x="0" y="3"/>
                  </a:cubicBezTo>
                  <a:cubicBezTo>
                    <a:pt x="0" y="3"/>
                    <a:pt x="0" y="3"/>
                    <a:pt x="0" y="3"/>
                  </a:cubicBezTo>
                  <a:cubicBezTo>
                    <a:pt x="0" y="2"/>
                    <a:pt x="1" y="1"/>
                    <a:pt x="1" y="0"/>
                  </a:cubicBezTo>
                  <a:cubicBezTo>
                    <a:pt x="1" y="0"/>
                    <a:pt x="1" y="0"/>
                    <a:pt x="2" y="0"/>
                  </a:cubicBezTo>
                  <a:cubicBezTo>
                    <a:pt x="2" y="0"/>
                    <a:pt x="2" y="1"/>
                    <a:pt x="2" y="1"/>
                  </a:cubicBezTo>
                  <a:cubicBezTo>
                    <a:pt x="1" y="2"/>
                    <a:pt x="1" y="2"/>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0" name="Freeform 489"/>
            <p:cNvSpPr>
              <a:spLocks/>
            </p:cNvSpPr>
            <p:nvPr/>
          </p:nvSpPr>
          <p:spPr bwMode="auto">
            <a:xfrm>
              <a:off x="3850" y="2188"/>
              <a:ext cx="8" cy="10"/>
            </a:xfrm>
            <a:custGeom>
              <a:avLst/>
              <a:gdLst>
                <a:gd name="T0" fmla="*/ 1 w 3"/>
                <a:gd name="T1" fmla="*/ 4 h 4"/>
                <a:gd name="T2" fmla="*/ 1 w 3"/>
                <a:gd name="T3" fmla="*/ 4 h 4"/>
                <a:gd name="T4" fmla="*/ 1 w 3"/>
                <a:gd name="T5" fmla="*/ 3 h 4"/>
                <a:gd name="T6" fmla="*/ 2 w 3"/>
                <a:gd name="T7" fmla="*/ 0 h 4"/>
                <a:gd name="T8" fmla="*/ 3 w 3"/>
                <a:gd name="T9" fmla="*/ 0 h 4"/>
                <a:gd name="T10" fmla="*/ 3 w 3"/>
                <a:gd name="T11" fmla="*/ 1 h 4"/>
                <a:gd name="T12" fmla="*/ 1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1" y="4"/>
                    <a:pt x="0" y="3"/>
                    <a:pt x="1" y="3"/>
                  </a:cubicBezTo>
                  <a:cubicBezTo>
                    <a:pt x="1" y="2"/>
                    <a:pt x="1" y="1"/>
                    <a:pt x="2" y="0"/>
                  </a:cubicBezTo>
                  <a:cubicBezTo>
                    <a:pt x="2" y="0"/>
                    <a:pt x="2" y="0"/>
                    <a:pt x="3" y="0"/>
                  </a:cubicBezTo>
                  <a:cubicBezTo>
                    <a:pt x="3" y="0"/>
                    <a:pt x="3" y="0"/>
                    <a:pt x="3" y="1"/>
                  </a:cubicBezTo>
                  <a:cubicBezTo>
                    <a:pt x="2" y="2"/>
                    <a:pt x="2" y="2"/>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1" name="Freeform 490"/>
            <p:cNvSpPr>
              <a:spLocks/>
            </p:cNvSpPr>
            <p:nvPr/>
          </p:nvSpPr>
          <p:spPr bwMode="auto">
            <a:xfrm>
              <a:off x="3853" y="2193"/>
              <a:ext cx="7" cy="10"/>
            </a:xfrm>
            <a:custGeom>
              <a:avLst/>
              <a:gdLst>
                <a:gd name="T0" fmla="*/ 1 w 3"/>
                <a:gd name="T1" fmla="*/ 4 h 4"/>
                <a:gd name="T2" fmla="*/ 1 w 3"/>
                <a:gd name="T3" fmla="*/ 4 h 4"/>
                <a:gd name="T4" fmla="*/ 0 w 3"/>
                <a:gd name="T5" fmla="*/ 4 h 4"/>
                <a:gd name="T6" fmla="*/ 1 w 3"/>
                <a:gd name="T7" fmla="*/ 2 h 4"/>
                <a:gd name="T8" fmla="*/ 1 w 3"/>
                <a:gd name="T9" fmla="*/ 1 h 4"/>
                <a:gd name="T10" fmla="*/ 2 w 3"/>
                <a:gd name="T11" fmla="*/ 0 h 4"/>
                <a:gd name="T12" fmla="*/ 2 w 3"/>
                <a:gd name="T13" fmla="*/ 0 h 4"/>
                <a:gd name="T14" fmla="*/ 3 w 3"/>
                <a:gd name="T15" fmla="*/ 0 h 4"/>
                <a:gd name="T16" fmla="*/ 2 w 3"/>
                <a:gd name="T17" fmla="*/ 2 h 4"/>
                <a:gd name="T18" fmla="*/ 2 w 3"/>
                <a:gd name="T19" fmla="*/ 2 h 4"/>
                <a:gd name="T20" fmla="*/ 1 w 3"/>
                <a:gd name="T21" fmla="*/ 4 h 4"/>
                <a:gd name="T22" fmla="*/ 1 w 3"/>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4"/>
                  </a:moveTo>
                  <a:cubicBezTo>
                    <a:pt x="1" y="4"/>
                    <a:pt x="1" y="4"/>
                    <a:pt x="1" y="4"/>
                  </a:cubicBezTo>
                  <a:cubicBezTo>
                    <a:pt x="0" y="4"/>
                    <a:pt x="0" y="4"/>
                    <a:pt x="0" y="4"/>
                  </a:cubicBezTo>
                  <a:cubicBezTo>
                    <a:pt x="0" y="3"/>
                    <a:pt x="1" y="2"/>
                    <a:pt x="1" y="2"/>
                  </a:cubicBezTo>
                  <a:cubicBezTo>
                    <a:pt x="1" y="1"/>
                    <a:pt x="1" y="1"/>
                    <a:pt x="1" y="1"/>
                  </a:cubicBezTo>
                  <a:cubicBezTo>
                    <a:pt x="2" y="1"/>
                    <a:pt x="2" y="1"/>
                    <a:pt x="2" y="0"/>
                  </a:cubicBezTo>
                  <a:cubicBezTo>
                    <a:pt x="2" y="0"/>
                    <a:pt x="2" y="0"/>
                    <a:pt x="2" y="0"/>
                  </a:cubicBezTo>
                  <a:cubicBezTo>
                    <a:pt x="2" y="0"/>
                    <a:pt x="3" y="0"/>
                    <a:pt x="3" y="0"/>
                  </a:cubicBezTo>
                  <a:cubicBezTo>
                    <a:pt x="3" y="1"/>
                    <a:pt x="2" y="1"/>
                    <a:pt x="2" y="2"/>
                  </a:cubicBezTo>
                  <a:cubicBezTo>
                    <a:pt x="2" y="2"/>
                    <a:pt x="2" y="2"/>
                    <a:pt x="2" y="2"/>
                  </a:cubicBezTo>
                  <a:cubicBezTo>
                    <a:pt x="2"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2" name="Freeform 491"/>
            <p:cNvSpPr>
              <a:spLocks/>
            </p:cNvSpPr>
            <p:nvPr/>
          </p:nvSpPr>
          <p:spPr bwMode="auto">
            <a:xfrm>
              <a:off x="3855" y="2200"/>
              <a:ext cx="5" cy="8"/>
            </a:xfrm>
            <a:custGeom>
              <a:avLst/>
              <a:gdLst>
                <a:gd name="T0" fmla="*/ 0 w 2"/>
                <a:gd name="T1" fmla="*/ 3 h 3"/>
                <a:gd name="T2" fmla="*/ 0 w 2"/>
                <a:gd name="T3" fmla="*/ 2 h 3"/>
                <a:gd name="T4" fmla="*/ 0 w 2"/>
                <a:gd name="T5" fmla="*/ 2 h 3"/>
                <a:gd name="T6" fmla="*/ 1 w 2"/>
                <a:gd name="T7" fmla="*/ 0 h 3"/>
                <a:gd name="T8" fmla="*/ 2 w 2"/>
                <a:gd name="T9" fmla="*/ 0 h 3"/>
                <a:gd name="T10" fmla="*/ 2 w 2"/>
                <a:gd name="T11" fmla="*/ 0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1" y="0"/>
                    <a:pt x="1" y="0"/>
                    <a:pt x="1" y="0"/>
                  </a:cubicBezTo>
                  <a:cubicBezTo>
                    <a:pt x="1" y="0"/>
                    <a:pt x="1" y="0"/>
                    <a:pt x="2" y="0"/>
                  </a:cubicBezTo>
                  <a:cubicBezTo>
                    <a:pt x="2" y="0"/>
                    <a:pt x="2" y="0"/>
                    <a:pt x="2" y="0"/>
                  </a:cubicBezTo>
                  <a:cubicBezTo>
                    <a:pt x="1" y="2"/>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3" name="Freeform 492"/>
            <p:cNvSpPr>
              <a:spLocks/>
            </p:cNvSpPr>
            <p:nvPr/>
          </p:nvSpPr>
          <p:spPr bwMode="auto">
            <a:xfrm>
              <a:off x="3848" y="2157"/>
              <a:ext cx="2" cy="5"/>
            </a:xfrm>
            <a:custGeom>
              <a:avLst/>
              <a:gdLst>
                <a:gd name="T0" fmla="*/ 0 w 1"/>
                <a:gd name="T1" fmla="*/ 2 h 2"/>
                <a:gd name="T2" fmla="*/ 0 w 1"/>
                <a:gd name="T3" fmla="*/ 2 h 2"/>
                <a:gd name="T4" fmla="*/ 1 w 1"/>
                <a:gd name="T5" fmla="*/ 1 h 2"/>
                <a:gd name="T6" fmla="*/ 1 w 1"/>
                <a:gd name="T7" fmla="*/ 1 h 2"/>
                <a:gd name="T8" fmla="*/ 1 w 1"/>
                <a:gd name="T9" fmla="*/ 1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1" y="1"/>
                  </a:cubicBezTo>
                  <a:cubicBezTo>
                    <a:pt x="1" y="0"/>
                    <a:pt x="1" y="0"/>
                    <a:pt x="1" y="1"/>
                  </a:cubicBezTo>
                  <a:cubicBezTo>
                    <a:pt x="1" y="1"/>
                    <a:pt x="1"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4" name="Freeform 493"/>
            <p:cNvSpPr>
              <a:spLocks/>
            </p:cNvSpPr>
            <p:nvPr/>
          </p:nvSpPr>
          <p:spPr bwMode="auto">
            <a:xfrm>
              <a:off x="3850" y="2160"/>
              <a:ext cx="5" cy="5"/>
            </a:xfrm>
            <a:custGeom>
              <a:avLst/>
              <a:gdLst>
                <a:gd name="T0" fmla="*/ 1 w 2"/>
                <a:gd name="T1" fmla="*/ 2 h 2"/>
                <a:gd name="T2" fmla="*/ 1 w 2"/>
                <a:gd name="T3" fmla="*/ 2 h 2"/>
                <a:gd name="T4" fmla="*/ 0 w 2"/>
                <a:gd name="T5" fmla="*/ 1 h 2"/>
                <a:gd name="T6" fmla="*/ 1 w 2"/>
                <a:gd name="T7" fmla="*/ 0 h 2"/>
                <a:gd name="T8" fmla="*/ 1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1"/>
                    <a:pt x="1" y="1"/>
                    <a:pt x="1" y="0"/>
                  </a:cubicBezTo>
                  <a:cubicBezTo>
                    <a:pt x="1" y="0"/>
                    <a:pt x="1" y="0"/>
                    <a:pt x="1"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5" name="Freeform 494"/>
            <p:cNvSpPr>
              <a:spLocks/>
            </p:cNvSpPr>
            <p:nvPr/>
          </p:nvSpPr>
          <p:spPr bwMode="auto">
            <a:xfrm>
              <a:off x="3855" y="2162"/>
              <a:ext cx="5" cy="6"/>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1"/>
                    <a:pt x="1" y="0"/>
                  </a:cubicBezTo>
                  <a:cubicBezTo>
                    <a:pt x="1" y="0"/>
                    <a:pt x="1"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6" name="Freeform 495"/>
            <p:cNvSpPr>
              <a:spLocks/>
            </p:cNvSpPr>
            <p:nvPr/>
          </p:nvSpPr>
          <p:spPr bwMode="auto">
            <a:xfrm>
              <a:off x="3860" y="2162"/>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2"/>
                    <a:pt x="0" y="2"/>
                  </a:cubicBezTo>
                  <a:cubicBezTo>
                    <a:pt x="1" y="1"/>
                    <a:pt x="1" y="1"/>
                    <a:pt x="1" y="1"/>
                  </a:cubicBezTo>
                  <a:cubicBezTo>
                    <a:pt x="1" y="0"/>
                    <a:pt x="1" y="0"/>
                    <a:pt x="1" y="0"/>
                  </a:cubicBezTo>
                  <a:cubicBezTo>
                    <a:pt x="2" y="1"/>
                    <a:pt x="2" y="1"/>
                    <a:pt x="2" y="1"/>
                  </a:cubicBezTo>
                  <a:cubicBezTo>
                    <a:pt x="1" y="2"/>
                    <a:pt x="1" y="2"/>
                    <a:pt x="1" y="2"/>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7" name="Freeform 496"/>
            <p:cNvSpPr>
              <a:spLocks/>
            </p:cNvSpPr>
            <p:nvPr/>
          </p:nvSpPr>
          <p:spPr bwMode="auto">
            <a:xfrm>
              <a:off x="3865" y="2165"/>
              <a:ext cx="5" cy="8"/>
            </a:xfrm>
            <a:custGeom>
              <a:avLst/>
              <a:gdLst>
                <a:gd name="T0" fmla="*/ 1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2"/>
                    <a:pt x="0" y="2"/>
                  </a:cubicBezTo>
                  <a:cubicBezTo>
                    <a:pt x="1" y="1"/>
                    <a:pt x="1" y="1"/>
                    <a:pt x="1" y="1"/>
                  </a:cubicBezTo>
                  <a:cubicBezTo>
                    <a:pt x="1" y="0"/>
                    <a:pt x="1" y="0"/>
                    <a:pt x="2" y="0"/>
                  </a:cubicBezTo>
                  <a:cubicBezTo>
                    <a:pt x="2" y="0"/>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8" name="Freeform 497"/>
            <p:cNvSpPr>
              <a:spLocks/>
            </p:cNvSpPr>
            <p:nvPr/>
          </p:nvSpPr>
          <p:spPr bwMode="auto">
            <a:xfrm>
              <a:off x="3870"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49" name="Freeform 498"/>
            <p:cNvSpPr>
              <a:spLocks/>
            </p:cNvSpPr>
            <p:nvPr/>
          </p:nvSpPr>
          <p:spPr bwMode="auto">
            <a:xfrm>
              <a:off x="3875" y="2170"/>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0" name="Freeform 499"/>
            <p:cNvSpPr>
              <a:spLocks/>
            </p:cNvSpPr>
            <p:nvPr/>
          </p:nvSpPr>
          <p:spPr bwMode="auto">
            <a:xfrm>
              <a:off x="3880" y="2170"/>
              <a:ext cx="5" cy="8"/>
            </a:xfrm>
            <a:custGeom>
              <a:avLst/>
              <a:gdLst>
                <a:gd name="T0" fmla="*/ 0 w 2"/>
                <a:gd name="T1" fmla="*/ 3 h 3"/>
                <a:gd name="T2" fmla="*/ 0 w 2"/>
                <a:gd name="T3" fmla="*/ 3 h 3"/>
                <a:gd name="T4" fmla="*/ 0 w 2"/>
                <a:gd name="T5" fmla="*/ 3 h 3"/>
                <a:gd name="T6" fmla="*/ 1 w 2"/>
                <a:gd name="T7" fmla="*/ 0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0" y="2"/>
                    <a:pt x="1" y="1"/>
                    <a:pt x="1" y="0"/>
                  </a:cubicBezTo>
                  <a:cubicBezTo>
                    <a:pt x="1" y="0"/>
                    <a:pt x="2" y="0"/>
                    <a:pt x="2" y="0"/>
                  </a:cubicBezTo>
                  <a:cubicBezTo>
                    <a:pt x="2" y="1"/>
                    <a:pt x="2" y="1"/>
                    <a:pt x="2" y="1"/>
                  </a:cubicBezTo>
                  <a:cubicBezTo>
                    <a:pt x="1" y="2"/>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1" name="Freeform 500"/>
            <p:cNvSpPr>
              <a:spLocks/>
            </p:cNvSpPr>
            <p:nvPr/>
          </p:nvSpPr>
          <p:spPr bwMode="auto">
            <a:xfrm>
              <a:off x="3883" y="2175"/>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2" name="Freeform 501"/>
            <p:cNvSpPr>
              <a:spLocks/>
            </p:cNvSpPr>
            <p:nvPr/>
          </p:nvSpPr>
          <p:spPr bwMode="auto">
            <a:xfrm>
              <a:off x="3860" y="2193"/>
              <a:ext cx="8" cy="15"/>
            </a:xfrm>
            <a:custGeom>
              <a:avLst/>
              <a:gdLst>
                <a:gd name="T0" fmla="*/ 1 w 3"/>
                <a:gd name="T1" fmla="*/ 6 h 6"/>
                <a:gd name="T2" fmla="*/ 1 w 3"/>
                <a:gd name="T3" fmla="*/ 6 h 6"/>
                <a:gd name="T4" fmla="*/ 0 w 3"/>
                <a:gd name="T5" fmla="*/ 6 h 6"/>
                <a:gd name="T6" fmla="*/ 2 w 3"/>
                <a:gd name="T7" fmla="*/ 1 h 6"/>
                <a:gd name="T8" fmla="*/ 2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0" y="6"/>
                    <a:pt x="0" y="6"/>
                    <a:pt x="0" y="6"/>
                  </a:cubicBezTo>
                  <a:cubicBezTo>
                    <a:pt x="2" y="1"/>
                    <a:pt x="2" y="1"/>
                    <a:pt x="2" y="1"/>
                  </a:cubicBezTo>
                  <a:cubicBezTo>
                    <a:pt x="2" y="0"/>
                    <a:pt x="2" y="0"/>
                    <a:pt x="2" y="0"/>
                  </a:cubicBezTo>
                  <a:cubicBezTo>
                    <a:pt x="3" y="0"/>
                    <a:pt x="3" y="1"/>
                    <a:pt x="3" y="1"/>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3" name="Freeform 502"/>
            <p:cNvSpPr>
              <a:spLocks/>
            </p:cNvSpPr>
            <p:nvPr/>
          </p:nvSpPr>
          <p:spPr bwMode="auto">
            <a:xfrm>
              <a:off x="3865" y="2190"/>
              <a:ext cx="5" cy="18"/>
            </a:xfrm>
            <a:custGeom>
              <a:avLst/>
              <a:gdLst>
                <a:gd name="T0" fmla="*/ 0 w 2"/>
                <a:gd name="T1" fmla="*/ 7 h 7"/>
                <a:gd name="T2" fmla="*/ 0 w 2"/>
                <a:gd name="T3" fmla="*/ 7 h 7"/>
                <a:gd name="T4" fmla="*/ 0 w 2"/>
                <a:gd name="T5" fmla="*/ 6 h 7"/>
                <a:gd name="T6" fmla="*/ 2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1" y="4"/>
                    <a:pt x="1" y="3"/>
                    <a:pt x="2" y="1"/>
                  </a:cubicBezTo>
                  <a:cubicBezTo>
                    <a:pt x="2" y="1"/>
                    <a:pt x="2" y="0"/>
                    <a:pt x="2" y="0"/>
                  </a:cubicBezTo>
                  <a:cubicBezTo>
                    <a:pt x="2" y="0"/>
                    <a:pt x="2" y="1"/>
                    <a:pt x="2" y="1"/>
                  </a:cubicBezTo>
                  <a:cubicBezTo>
                    <a:pt x="2" y="3"/>
                    <a:pt x="1" y="4"/>
                    <a:pt x="1" y="6"/>
                  </a:cubicBezTo>
                  <a:cubicBezTo>
                    <a:pt x="1" y="6"/>
                    <a:pt x="1" y="6"/>
                    <a:pt x="1" y="6"/>
                  </a:cubicBezTo>
                  <a:cubicBezTo>
                    <a:pt x="1" y="7"/>
                    <a:pt x="1" y="7"/>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4" name="Freeform 503"/>
            <p:cNvSpPr>
              <a:spLocks/>
            </p:cNvSpPr>
            <p:nvPr/>
          </p:nvSpPr>
          <p:spPr bwMode="auto">
            <a:xfrm>
              <a:off x="3870" y="2188"/>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0" y="4"/>
                    <a:pt x="1" y="2"/>
                    <a:pt x="1" y="1"/>
                  </a:cubicBezTo>
                  <a:cubicBezTo>
                    <a:pt x="2" y="0"/>
                    <a:pt x="2" y="0"/>
                    <a:pt x="2" y="0"/>
                  </a:cubicBezTo>
                  <a:cubicBezTo>
                    <a:pt x="2" y="0"/>
                    <a:pt x="2" y="1"/>
                    <a:pt x="2" y="1"/>
                  </a:cubicBezTo>
                  <a:cubicBezTo>
                    <a:pt x="2" y="2"/>
                    <a:pt x="1" y="4"/>
                    <a:pt x="1" y="6"/>
                  </a:cubicBezTo>
                  <a:cubicBezTo>
                    <a:pt x="1" y="6"/>
                    <a:pt x="1" y="6"/>
                    <a:pt x="1" y="6"/>
                  </a:cubicBezTo>
                  <a:cubicBezTo>
                    <a:pt x="1" y="7"/>
                    <a:pt x="1" y="7"/>
                    <a:pt x="1"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5" name="Freeform 504"/>
            <p:cNvSpPr>
              <a:spLocks/>
            </p:cNvSpPr>
            <p:nvPr/>
          </p:nvSpPr>
          <p:spPr bwMode="auto">
            <a:xfrm>
              <a:off x="3875" y="2183"/>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7 h 7"/>
                <a:gd name="T14" fmla="*/ 0 w 2"/>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0" y="7"/>
                  </a:moveTo>
                  <a:cubicBezTo>
                    <a:pt x="0" y="7"/>
                    <a:pt x="0" y="7"/>
                    <a:pt x="0" y="7"/>
                  </a:cubicBezTo>
                  <a:cubicBezTo>
                    <a:pt x="0" y="7"/>
                    <a:pt x="0" y="7"/>
                    <a:pt x="0" y="6"/>
                  </a:cubicBezTo>
                  <a:cubicBezTo>
                    <a:pt x="1" y="4"/>
                    <a:pt x="1" y="3"/>
                    <a:pt x="1" y="1"/>
                  </a:cubicBezTo>
                  <a:cubicBezTo>
                    <a:pt x="2" y="0"/>
                    <a:pt x="2" y="0"/>
                    <a:pt x="2" y="0"/>
                  </a:cubicBezTo>
                  <a:cubicBezTo>
                    <a:pt x="2" y="0"/>
                    <a:pt x="2" y="0"/>
                    <a:pt x="2" y="1"/>
                  </a:cubicBezTo>
                  <a:cubicBezTo>
                    <a:pt x="2" y="3"/>
                    <a:pt x="1" y="5"/>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6" name="Freeform 505"/>
            <p:cNvSpPr>
              <a:spLocks/>
            </p:cNvSpPr>
            <p:nvPr/>
          </p:nvSpPr>
          <p:spPr bwMode="auto">
            <a:xfrm>
              <a:off x="3845" y="2147"/>
              <a:ext cx="5" cy="10"/>
            </a:xfrm>
            <a:custGeom>
              <a:avLst/>
              <a:gdLst>
                <a:gd name="T0" fmla="*/ 1 w 2"/>
                <a:gd name="T1" fmla="*/ 4 h 4"/>
                <a:gd name="T2" fmla="*/ 1 w 2"/>
                <a:gd name="T3" fmla="*/ 4 h 4"/>
                <a:gd name="T4" fmla="*/ 0 w 2"/>
                <a:gd name="T5" fmla="*/ 4 h 4"/>
                <a:gd name="T6" fmla="*/ 1 w 2"/>
                <a:gd name="T7" fmla="*/ 0 h 4"/>
                <a:gd name="T8" fmla="*/ 2 w 2"/>
                <a:gd name="T9" fmla="*/ 0 h 4"/>
                <a:gd name="T10" fmla="*/ 2 w 2"/>
                <a:gd name="T11" fmla="*/ 1 h 4"/>
                <a:gd name="T12" fmla="*/ 1 w 2"/>
                <a:gd name="T13" fmla="*/ 4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1" y="4"/>
                  </a:cubicBezTo>
                  <a:cubicBezTo>
                    <a:pt x="0" y="4"/>
                    <a:pt x="0" y="4"/>
                    <a:pt x="0" y="4"/>
                  </a:cubicBezTo>
                  <a:cubicBezTo>
                    <a:pt x="0" y="3"/>
                    <a:pt x="1" y="1"/>
                    <a:pt x="1" y="0"/>
                  </a:cubicBezTo>
                  <a:cubicBezTo>
                    <a:pt x="1" y="0"/>
                    <a:pt x="2" y="0"/>
                    <a:pt x="2" y="0"/>
                  </a:cubicBezTo>
                  <a:cubicBezTo>
                    <a:pt x="2" y="0"/>
                    <a:pt x="2" y="1"/>
                    <a:pt x="2" y="1"/>
                  </a:cubicBezTo>
                  <a:cubicBezTo>
                    <a:pt x="2" y="2"/>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7" name="Freeform 506"/>
            <p:cNvSpPr>
              <a:spLocks/>
            </p:cNvSpPr>
            <p:nvPr/>
          </p:nvSpPr>
          <p:spPr bwMode="auto">
            <a:xfrm>
              <a:off x="3853" y="2145"/>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3"/>
                  </a:cubicBezTo>
                  <a:cubicBezTo>
                    <a:pt x="0" y="2"/>
                    <a:pt x="1" y="1"/>
                    <a:pt x="1" y="0"/>
                  </a:cubicBezTo>
                  <a:cubicBezTo>
                    <a:pt x="1" y="0"/>
                    <a:pt x="1" y="0"/>
                    <a:pt x="2" y="0"/>
                  </a:cubicBezTo>
                  <a:cubicBezTo>
                    <a:pt x="2" y="0"/>
                    <a:pt x="2" y="0"/>
                    <a:pt x="2" y="0"/>
                  </a:cubicBezTo>
                  <a:cubicBezTo>
                    <a:pt x="1" y="1"/>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8" name="Freeform 507"/>
            <p:cNvSpPr>
              <a:spLocks/>
            </p:cNvSpPr>
            <p:nvPr/>
          </p:nvSpPr>
          <p:spPr bwMode="auto">
            <a:xfrm>
              <a:off x="3855" y="2142"/>
              <a:ext cx="8" cy="13"/>
            </a:xfrm>
            <a:custGeom>
              <a:avLst/>
              <a:gdLst>
                <a:gd name="T0" fmla="*/ 1 w 3"/>
                <a:gd name="T1" fmla="*/ 5 h 5"/>
                <a:gd name="T2" fmla="*/ 1 w 3"/>
                <a:gd name="T3" fmla="*/ 5 h 5"/>
                <a:gd name="T4" fmla="*/ 0 w 3"/>
                <a:gd name="T5" fmla="*/ 4 h 5"/>
                <a:gd name="T6" fmla="*/ 2 w 3"/>
                <a:gd name="T7" fmla="*/ 0 h 5"/>
                <a:gd name="T8" fmla="*/ 3 w 3"/>
                <a:gd name="T9" fmla="*/ 0 h 5"/>
                <a:gd name="T10" fmla="*/ 3 w 3"/>
                <a:gd name="T11" fmla="*/ 0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1" y="5"/>
                    <a:pt x="1" y="5"/>
                    <a:pt x="1" y="5"/>
                  </a:cubicBezTo>
                  <a:cubicBezTo>
                    <a:pt x="0" y="5"/>
                    <a:pt x="0" y="4"/>
                    <a:pt x="0" y="4"/>
                  </a:cubicBezTo>
                  <a:cubicBezTo>
                    <a:pt x="1" y="3"/>
                    <a:pt x="1" y="1"/>
                    <a:pt x="2" y="0"/>
                  </a:cubicBezTo>
                  <a:cubicBezTo>
                    <a:pt x="2" y="0"/>
                    <a:pt x="3" y="0"/>
                    <a:pt x="3" y="0"/>
                  </a:cubicBezTo>
                  <a:cubicBezTo>
                    <a:pt x="3" y="0"/>
                    <a:pt x="3" y="0"/>
                    <a:pt x="3" y="0"/>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59" name="Freeform 508"/>
            <p:cNvSpPr>
              <a:spLocks/>
            </p:cNvSpPr>
            <p:nvPr/>
          </p:nvSpPr>
          <p:spPr bwMode="auto">
            <a:xfrm>
              <a:off x="3863" y="2137"/>
              <a:ext cx="5" cy="13"/>
            </a:xfrm>
            <a:custGeom>
              <a:avLst/>
              <a:gdLst>
                <a:gd name="T0" fmla="*/ 0 w 2"/>
                <a:gd name="T1" fmla="*/ 5 h 5"/>
                <a:gd name="T2" fmla="*/ 0 w 2"/>
                <a:gd name="T3" fmla="*/ 5 h 5"/>
                <a:gd name="T4" fmla="*/ 0 w 2"/>
                <a:gd name="T5" fmla="*/ 5 h 5"/>
                <a:gd name="T6" fmla="*/ 2 w 2"/>
                <a:gd name="T7" fmla="*/ 0 h 5"/>
                <a:gd name="T8" fmla="*/ 2 w 2"/>
                <a:gd name="T9" fmla="*/ 0 h 5"/>
                <a:gd name="T10" fmla="*/ 2 w 2"/>
                <a:gd name="T11" fmla="*/ 1 h 5"/>
                <a:gd name="T12" fmla="*/ 1 w 2"/>
                <a:gd name="T13" fmla="*/ 5 h 5"/>
                <a:gd name="T14" fmla="*/ 0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5"/>
                  </a:moveTo>
                  <a:cubicBezTo>
                    <a:pt x="0" y="5"/>
                    <a:pt x="0" y="5"/>
                    <a:pt x="0" y="5"/>
                  </a:cubicBezTo>
                  <a:cubicBezTo>
                    <a:pt x="0" y="5"/>
                    <a:pt x="0" y="5"/>
                    <a:pt x="0" y="5"/>
                  </a:cubicBezTo>
                  <a:cubicBezTo>
                    <a:pt x="2" y="0"/>
                    <a:pt x="2" y="0"/>
                    <a:pt x="2" y="0"/>
                  </a:cubicBezTo>
                  <a:cubicBezTo>
                    <a:pt x="2" y="0"/>
                    <a:pt x="2" y="0"/>
                    <a:pt x="2" y="0"/>
                  </a:cubicBezTo>
                  <a:cubicBezTo>
                    <a:pt x="2" y="0"/>
                    <a:pt x="2" y="0"/>
                    <a:pt x="2" y="1"/>
                  </a:cubicBezTo>
                  <a:cubicBezTo>
                    <a:pt x="1" y="5"/>
                    <a:pt x="1" y="5"/>
                    <a:pt x="1" y="5"/>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0" name="Freeform 509"/>
            <p:cNvSpPr>
              <a:spLocks/>
            </p:cNvSpPr>
            <p:nvPr/>
          </p:nvSpPr>
          <p:spPr bwMode="auto">
            <a:xfrm>
              <a:off x="3870" y="2132"/>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cubicBezTo>
                    <a:pt x="0" y="6"/>
                    <a:pt x="0" y="6"/>
                    <a:pt x="0" y="6"/>
                  </a:cubicBezTo>
                  <a:cubicBezTo>
                    <a:pt x="0" y="6"/>
                    <a:pt x="0" y="6"/>
                    <a:pt x="0" y="5"/>
                  </a:cubicBezTo>
                  <a:cubicBezTo>
                    <a:pt x="0" y="4"/>
                    <a:pt x="1" y="2"/>
                    <a:pt x="1" y="1"/>
                  </a:cubicBezTo>
                  <a:cubicBezTo>
                    <a:pt x="1" y="0"/>
                    <a:pt x="2" y="0"/>
                    <a:pt x="2" y="0"/>
                  </a:cubicBezTo>
                  <a:cubicBezTo>
                    <a:pt x="2" y="0"/>
                    <a:pt x="2" y="1"/>
                    <a:pt x="2" y="1"/>
                  </a:cubicBezTo>
                  <a:cubicBezTo>
                    <a:pt x="2" y="2"/>
                    <a:pt x="1" y="4"/>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1" name="Freeform 510"/>
            <p:cNvSpPr>
              <a:spLocks/>
            </p:cNvSpPr>
            <p:nvPr/>
          </p:nvSpPr>
          <p:spPr bwMode="auto">
            <a:xfrm>
              <a:off x="3875" y="2130"/>
              <a:ext cx="8" cy="15"/>
            </a:xfrm>
            <a:custGeom>
              <a:avLst/>
              <a:gdLst>
                <a:gd name="T0" fmla="*/ 1 w 3"/>
                <a:gd name="T1" fmla="*/ 6 h 6"/>
                <a:gd name="T2" fmla="*/ 0 w 3"/>
                <a:gd name="T3" fmla="*/ 5 h 6"/>
                <a:gd name="T4" fmla="*/ 0 w 3"/>
                <a:gd name="T5" fmla="*/ 5 h 6"/>
                <a:gd name="T6" fmla="*/ 2 w 3"/>
                <a:gd name="T7" fmla="*/ 0 h 6"/>
                <a:gd name="T8" fmla="*/ 2 w 3"/>
                <a:gd name="T9" fmla="*/ 0 h 6"/>
                <a:gd name="T10" fmla="*/ 3 w 3"/>
                <a:gd name="T11" fmla="*/ 0 h 6"/>
                <a:gd name="T12" fmla="*/ 1 w 3"/>
                <a:gd name="T13" fmla="*/ 5 h 6"/>
                <a:gd name="T14" fmla="*/ 1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0" y="6"/>
                    <a:pt x="0" y="6"/>
                    <a:pt x="0" y="5"/>
                  </a:cubicBezTo>
                  <a:cubicBezTo>
                    <a:pt x="0" y="5"/>
                    <a:pt x="0" y="5"/>
                    <a:pt x="0" y="5"/>
                  </a:cubicBezTo>
                  <a:cubicBezTo>
                    <a:pt x="1" y="3"/>
                    <a:pt x="1" y="2"/>
                    <a:pt x="2" y="0"/>
                  </a:cubicBezTo>
                  <a:cubicBezTo>
                    <a:pt x="2" y="0"/>
                    <a:pt x="2" y="0"/>
                    <a:pt x="2" y="0"/>
                  </a:cubicBezTo>
                  <a:cubicBezTo>
                    <a:pt x="3" y="0"/>
                    <a:pt x="3" y="0"/>
                    <a:pt x="3" y="0"/>
                  </a:cubicBezTo>
                  <a:cubicBezTo>
                    <a:pt x="2" y="2"/>
                    <a:pt x="1" y="3"/>
                    <a:pt x="1" y="5"/>
                  </a:cubicBezTo>
                  <a:cubicBezTo>
                    <a:pt x="1" y="5"/>
                    <a:pt x="1" y="5"/>
                    <a:pt x="1" y="5"/>
                  </a:cubicBezTo>
                  <a:cubicBezTo>
                    <a:pt x="1"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2" name="Freeform 511"/>
            <p:cNvSpPr>
              <a:spLocks/>
            </p:cNvSpPr>
            <p:nvPr/>
          </p:nvSpPr>
          <p:spPr bwMode="auto">
            <a:xfrm>
              <a:off x="3880" y="2127"/>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5 h 6"/>
                <a:gd name="T14" fmla="*/ 1 w 2"/>
                <a:gd name="T15" fmla="*/ 5 h 6"/>
                <a:gd name="T16" fmla="*/ 1 w 2"/>
                <a:gd name="T17" fmla="*/ 6 h 6"/>
                <a:gd name="T18" fmla="*/ 0 w 2"/>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6"/>
                  </a:moveTo>
                  <a:cubicBezTo>
                    <a:pt x="0" y="6"/>
                    <a:pt x="0" y="6"/>
                    <a:pt x="0" y="6"/>
                  </a:cubicBezTo>
                  <a:cubicBezTo>
                    <a:pt x="0" y="6"/>
                    <a:pt x="0" y="6"/>
                    <a:pt x="0" y="5"/>
                  </a:cubicBezTo>
                  <a:cubicBezTo>
                    <a:pt x="0" y="4"/>
                    <a:pt x="1" y="2"/>
                    <a:pt x="1" y="1"/>
                  </a:cubicBezTo>
                  <a:cubicBezTo>
                    <a:pt x="2" y="0"/>
                    <a:pt x="2" y="0"/>
                    <a:pt x="2" y="0"/>
                  </a:cubicBezTo>
                  <a:cubicBezTo>
                    <a:pt x="2" y="0"/>
                    <a:pt x="2" y="1"/>
                    <a:pt x="2" y="1"/>
                  </a:cubicBezTo>
                  <a:cubicBezTo>
                    <a:pt x="2" y="2"/>
                    <a:pt x="1" y="4"/>
                    <a:pt x="1" y="5"/>
                  </a:cubicBezTo>
                  <a:cubicBezTo>
                    <a:pt x="1" y="5"/>
                    <a:pt x="1" y="5"/>
                    <a:pt x="1" y="5"/>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3" name="Freeform 512"/>
            <p:cNvSpPr>
              <a:spLocks/>
            </p:cNvSpPr>
            <p:nvPr/>
          </p:nvSpPr>
          <p:spPr bwMode="auto">
            <a:xfrm>
              <a:off x="3848" y="2107"/>
              <a:ext cx="42" cy="23"/>
            </a:xfrm>
            <a:custGeom>
              <a:avLst/>
              <a:gdLst>
                <a:gd name="T0" fmla="*/ 16 w 17"/>
                <a:gd name="T1" fmla="*/ 9 h 9"/>
                <a:gd name="T2" fmla="*/ 16 w 17"/>
                <a:gd name="T3" fmla="*/ 8 h 9"/>
                <a:gd name="T4" fmla="*/ 14 w 17"/>
                <a:gd name="T5" fmla="*/ 6 h 9"/>
                <a:gd name="T6" fmla="*/ 3 w 17"/>
                <a:gd name="T7" fmla="*/ 1 h 9"/>
                <a:gd name="T8" fmla="*/ 0 w 17"/>
                <a:gd name="T9" fmla="*/ 1 h 9"/>
                <a:gd name="T10" fmla="*/ 0 w 17"/>
                <a:gd name="T11" fmla="*/ 0 h 9"/>
                <a:gd name="T12" fmla="*/ 0 w 17"/>
                <a:gd name="T13" fmla="*/ 0 h 9"/>
                <a:gd name="T14" fmla="*/ 3 w 17"/>
                <a:gd name="T15" fmla="*/ 0 h 9"/>
                <a:gd name="T16" fmla="*/ 15 w 17"/>
                <a:gd name="T17" fmla="*/ 6 h 9"/>
                <a:gd name="T18" fmla="*/ 16 w 17"/>
                <a:gd name="T19" fmla="*/ 8 h 9"/>
                <a:gd name="T20" fmla="*/ 16 w 17"/>
                <a:gd name="T21" fmla="*/ 9 h 9"/>
                <a:gd name="T22" fmla="*/ 16 w 17"/>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6" y="9"/>
                  </a:moveTo>
                  <a:cubicBezTo>
                    <a:pt x="16" y="9"/>
                    <a:pt x="16" y="8"/>
                    <a:pt x="16" y="8"/>
                  </a:cubicBezTo>
                  <a:cubicBezTo>
                    <a:pt x="15" y="8"/>
                    <a:pt x="15" y="7"/>
                    <a:pt x="14" y="6"/>
                  </a:cubicBezTo>
                  <a:cubicBezTo>
                    <a:pt x="12" y="3"/>
                    <a:pt x="8" y="1"/>
                    <a:pt x="3" y="1"/>
                  </a:cubicBezTo>
                  <a:cubicBezTo>
                    <a:pt x="2" y="1"/>
                    <a:pt x="1" y="1"/>
                    <a:pt x="0" y="1"/>
                  </a:cubicBezTo>
                  <a:cubicBezTo>
                    <a:pt x="0" y="1"/>
                    <a:pt x="0" y="0"/>
                    <a:pt x="0" y="0"/>
                  </a:cubicBezTo>
                  <a:cubicBezTo>
                    <a:pt x="0" y="0"/>
                    <a:pt x="0" y="0"/>
                    <a:pt x="0" y="0"/>
                  </a:cubicBezTo>
                  <a:cubicBezTo>
                    <a:pt x="1" y="0"/>
                    <a:pt x="2" y="0"/>
                    <a:pt x="3" y="0"/>
                  </a:cubicBezTo>
                  <a:cubicBezTo>
                    <a:pt x="8" y="0"/>
                    <a:pt x="13" y="3"/>
                    <a:pt x="15" y="6"/>
                  </a:cubicBezTo>
                  <a:cubicBezTo>
                    <a:pt x="16" y="6"/>
                    <a:pt x="16" y="7"/>
                    <a:pt x="16" y="8"/>
                  </a:cubicBezTo>
                  <a:cubicBezTo>
                    <a:pt x="17" y="8"/>
                    <a:pt x="16" y="8"/>
                    <a:pt x="16" y="9"/>
                  </a:cubicBezTo>
                  <a:cubicBezTo>
                    <a:pt x="16" y="9"/>
                    <a:pt x="16" y="9"/>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4" name="Freeform 513"/>
            <p:cNvSpPr>
              <a:spLocks/>
            </p:cNvSpPr>
            <p:nvPr/>
          </p:nvSpPr>
          <p:spPr bwMode="auto">
            <a:xfrm>
              <a:off x="3885" y="2140"/>
              <a:ext cx="8" cy="35"/>
            </a:xfrm>
            <a:custGeom>
              <a:avLst/>
              <a:gdLst>
                <a:gd name="T0" fmla="*/ 1 w 3"/>
                <a:gd name="T1" fmla="*/ 14 h 14"/>
                <a:gd name="T2" fmla="*/ 1 w 3"/>
                <a:gd name="T3" fmla="*/ 14 h 14"/>
                <a:gd name="T4" fmla="*/ 0 w 3"/>
                <a:gd name="T5" fmla="*/ 13 h 14"/>
                <a:gd name="T6" fmla="*/ 1 w 3"/>
                <a:gd name="T7" fmla="*/ 1 h 14"/>
                <a:gd name="T8" fmla="*/ 1 w 3"/>
                <a:gd name="T9" fmla="*/ 0 h 14"/>
                <a:gd name="T10" fmla="*/ 2 w 3"/>
                <a:gd name="T11" fmla="*/ 1 h 14"/>
                <a:gd name="T12" fmla="*/ 1 w 3"/>
                <a:gd name="T13" fmla="*/ 13 h 14"/>
                <a:gd name="T14" fmla="*/ 1 w 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1" y="14"/>
                  </a:moveTo>
                  <a:cubicBezTo>
                    <a:pt x="1" y="14"/>
                    <a:pt x="1" y="14"/>
                    <a:pt x="1" y="14"/>
                  </a:cubicBezTo>
                  <a:cubicBezTo>
                    <a:pt x="1" y="14"/>
                    <a:pt x="0" y="13"/>
                    <a:pt x="0" y="13"/>
                  </a:cubicBezTo>
                  <a:cubicBezTo>
                    <a:pt x="2" y="10"/>
                    <a:pt x="2" y="5"/>
                    <a:pt x="1" y="1"/>
                  </a:cubicBezTo>
                  <a:cubicBezTo>
                    <a:pt x="1" y="1"/>
                    <a:pt x="1" y="0"/>
                    <a:pt x="1" y="0"/>
                  </a:cubicBezTo>
                  <a:cubicBezTo>
                    <a:pt x="2" y="0"/>
                    <a:pt x="2" y="1"/>
                    <a:pt x="2" y="1"/>
                  </a:cubicBezTo>
                  <a:cubicBezTo>
                    <a:pt x="3" y="5"/>
                    <a:pt x="3" y="10"/>
                    <a:pt x="1" y="13"/>
                  </a:cubicBezTo>
                  <a:cubicBezTo>
                    <a:pt x="1"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5" name="Freeform 514"/>
            <p:cNvSpPr>
              <a:spLocks/>
            </p:cNvSpPr>
            <p:nvPr/>
          </p:nvSpPr>
          <p:spPr bwMode="auto">
            <a:xfrm>
              <a:off x="3858" y="2178"/>
              <a:ext cx="27" cy="20"/>
            </a:xfrm>
            <a:custGeom>
              <a:avLst/>
              <a:gdLst>
                <a:gd name="T0" fmla="*/ 1 w 11"/>
                <a:gd name="T1" fmla="*/ 8 h 8"/>
                <a:gd name="T2" fmla="*/ 0 w 11"/>
                <a:gd name="T3" fmla="*/ 8 h 8"/>
                <a:gd name="T4" fmla="*/ 1 w 11"/>
                <a:gd name="T5" fmla="*/ 7 h 8"/>
                <a:gd name="T6" fmla="*/ 11 w 11"/>
                <a:gd name="T7" fmla="*/ 0 h 8"/>
                <a:gd name="T8" fmla="*/ 11 w 11"/>
                <a:gd name="T9" fmla="*/ 0 h 8"/>
                <a:gd name="T10" fmla="*/ 11 w 11"/>
                <a:gd name="T11" fmla="*/ 1 h 8"/>
                <a:gd name="T12" fmla="*/ 1 w 11"/>
                <a:gd name="T13" fmla="*/ 8 h 8"/>
                <a:gd name="T14" fmla="*/ 1 w 11"/>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1" y="8"/>
                  </a:moveTo>
                  <a:cubicBezTo>
                    <a:pt x="1" y="8"/>
                    <a:pt x="1" y="8"/>
                    <a:pt x="0" y="8"/>
                  </a:cubicBezTo>
                  <a:cubicBezTo>
                    <a:pt x="0" y="7"/>
                    <a:pt x="0" y="7"/>
                    <a:pt x="1" y="7"/>
                  </a:cubicBezTo>
                  <a:cubicBezTo>
                    <a:pt x="6" y="5"/>
                    <a:pt x="9" y="2"/>
                    <a:pt x="11" y="0"/>
                  </a:cubicBezTo>
                  <a:cubicBezTo>
                    <a:pt x="11" y="0"/>
                    <a:pt x="11" y="0"/>
                    <a:pt x="11" y="0"/>
                  </a:cubicBezTo>
                  <a:cubicBezTo>
                    <a:pt x="11" y="0"/>
                    <a:pt x="11" y="0"/>
                    <a:pt x="11" y="1"/>
                  </a:cubicBezTo>
                  <a:cubicBezTo>
                    <a:pt x="10" y="3"/>
                    <a:pt x="6" y="6"/>
                    <a:pt x="1" y="8"/>
                  </a:cubicBezTo>
                  <a:cubicBezTo>
                    <a:pt x="1"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6" name="Freeform 515"/>
            <p:cNvSpPr>
              <a:spLocks/>
            </p:cNvSpPr>
            <p:nvPr/>
          </p:nvSpPr>
          <p:spPr bwMode="auto">
            <a:xfrm>
              <a:off x="3782" y="2110"/>
              <a:ext cx="71" cy="90"/>
            </a:xfrm>
            <a:custGeom>
              <a:avLst/>
              <a:gdLst>
                <a:gd name="T0" fmla="*/ 23 w 28"/>
                <a:gd name="T1" fmla="*/ 36 h 36"/>
                <a:gd name="T2" fmla="*/ 8 w 28"/>
                <a:gd name="T3" fmla="*/ 31 h 36"/>
                <a:gd name="T4" fmla="*/ 6 w 28"/>
                <a:gd name="T5" fmla="*/ 9 h 36"/>
                <a:gd name="T6" fmla="*/ 23 w 28"/>
                <a:gd name="T7" fmla="*/ 0 h 36"/>
                <a:gd name="T8" fmla="*/ 23 w 28"/>
                <a:gd name="T9" fmla="*/ 1 h 36"/>
                <a:gd name="T10" fmla="*/ 23 w 28"/>
                <a:gd name="T11" fmla="*/ 1 h 36"/>
                <a:gd name="T12" fmla="*/ 6 w 28"/>
                <a:gd name="T13" fmla="*/ 10 h 36"/>
                <a:gd name="T14" fmla="*/ 9 w 28"/>
                <a:gd name="T15" fmla="*/ 30 h 36"/>
                <a:gd name="T16" fmla="*/ 28 w 28"/>
                <a:gd name="T17" fmla="*/ 35 h 36"/>
                <a:gd name="T18" fmla="*/ 28 w 28"/>
                <a:gd name="T19" fmla="*/ 35 h 36"/>
                <a:gd name="T20" fmla="*/ 28 w 28"/>
                <a:gd name="T21" fmla="*/ 36 h 36"/>
                <a:gd name="T22" fmla="*/ 23 w 28"/>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6">
                  <a:moveTo>
                    <a:pt x="23" y="36"/>
                  </a:moveTo>
                  <a:cubicBezTo>
                    <a:pt x="19" y="36"/>
                    <a:pt x="13" y="35"/>
                    <a:pt x="8" y="31"/>
                  </a:cubicBezTo>
                  <a:cubicBezTo>
                    <a:pt x="3" y="27"/>
                    <a:pt x="0" y="17"/>
                    <a:pt x="6" y="9"/>
                  </a:cubicBezTo>
                  <a:cubicBezTo>
                    <a:pt x="9" y="4"/>
                    <a:pt x="15" y="1"/>
                    <a:pt x="23" y="0"/>
                  </a:cubicBezTo>
                  <a:cubicBezTo>
                    <a:pt x="23" y="0"/>
                    <a:pt x="23" y="0"/>
                    <a:pt x="23" y="1"/>
                  </a:cubicBezTo>
                  <a:cubicBezTo>
                    <a:pt x="23" y="1"/>
                    <a:pt x="23" y="1"/>
                    <a:pt x="23" y="1"/>
                  </a:cubicBezTo>
                  <a:cubicBezTo>
                    <a:pt x="16" y="2"/>
                    <a:pt x="10" y="5"/>
                    <a:pt x="6" y="10"/>
                  </a:cubicBezTo>
                  <a:cubicBezTo>
                    <a:pt x="1" y="17"/>
                    <a:pt x="4" y="26"/>
                    <a:pt x="9" y="30"/>
                  </a:cubicBezTo>
                  <a:cubicBezTo>
                    <a:pt x="16" y="36"/>
                    <a:pt x="23" y="36"/>
                    <a:pt x="28" y="35"/>
                  </a:cubicBezTo>
                  <a:cubicBezTo>
                    <a:pt x="28" y="35"/>
                    <a:pt x="28" y="35"/>
                    <a:pt x="28" y="35"/>
                  </a:cubicBezTo>
                  <a:cubicBezTo>
                    <a:pt x="28" y="35"/>
                    <a:pt x="28" y="36"/>
                    <a:pt x="28" y="36"/>
                  </a:cubicBezTo>
                  <a:cubicBezTo>
                    <a:pt x="27" y="36"/>
                    <a:pt x="25" y="36"/>
                    <a:pt x="2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7" name="Freeform 516"/>
            <p:cNvSpPr>
              <a:spLocks/>
            </p:cNvSpPr>
            <p:nvPr/>
          </p:nvSpPr>
          <p:spPr bwMode="auto">
            <a:xfrm>
              <a:off x="3858" y="2188"/>
              <a:ext cx="27" cy="22"/>
            </a:xfrm>
            <a:custGeom>
              <a:avLst/>
              <a:gdLst>
                <a:gd name="T0" fmla="*/ 0 w 11"/>
                <a:gd name="T1" fmla="*/ 9 h 9"/>
                <a:gd name="T2" fmla="*/ 0 w 11"/>
                <a:gd name="T3" fmla="*/ 9 h 9"/>
                <a:gd name="T4" fmla="*/ 0 w 11"/>
                <a:gd name="T5" fmla="*/ 8 h 9"/>
                <a:gd name="T6" fmla="*/ 10 w 11"/>
                <a:gd name="T7" fmla="*/ 1 h 9"/>
                <a:gd name="T8" fmla="*/ 10 w 11"/>
                <a:gd name="T9" fmla="*/ 0 h 9"/>
                <a:gd name="T10" fmla="*/ 11 w 11"/>
                <a:gd name="T11" fmla="*/ 1 h 9"/>
                <a:gd name="T12" fmla="*/ 1 w 11"/>
                <a:gd name="T13" fmla="*/ 9 h 9"/>
                <a:gd name="T14" fmla="*/ 0 w 11"/>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9"/>
                  </a:moveTo>
                  <a:cubicBezTo>
                    <a:pt x="0" y="9"/>
                    <a:pt x="0" y="9"/>
                    <a:pt x="0" y="9"/>
                  </a:cubicBezTo>
                  <a:cubicBezTo>
                    <a:pt x="0" y="9"/>
                    <a:pt x="0" y="8"/>
                    <a:pt x="0" y="8"/>
                  </a:cubicBezTo>
                  <a:cubicBezTo>
                    <a:pt x="5" y="7"/>
                    <a:pt x="8" y="4"/>
                    <a:pt x="10" y="1"/>
                  </a:cubicBezTo>
                  <a:cubicBezTo>
                    <a:pt x="10" y="0"/>
                    <a:pt x="10" y="0"/>
                    <a:pt x="10" y="0"/>
                  </a:cubicBezTo>
                  <a:cubicBezTo>
                    <a:pt x="11" y="0"/>
                    <a:pt x="11" y="1"/>
                    <a:pt x="11" y="1"/>
                  </a:cubicBezTo>
                  <a:cubicBezTo>
                    <a:pt x="9" y="4"/>
                    <a:pt x="5" y="7"/>
                    <a:pt x="1"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8" name="Freeform 517"/>
            <p:cNvSpPr>
              <a:spLocks/>
            </p:cNvSpPr>
            <p:nvPr/>
          </p:nvSpPr>
          <p:spPr bwMode="auto">
            <a:xfrm>
              <a:off x="3785" y="2155"/>
              <a:ext cx="70" cy="58"/>
            </a:xfrm>
            <a:custGeom>
              <a:avLst/>
              <a:gdLst>
                <a:gd name="T0" fmla="*/ 21 w 28"/>
                <a:gd name="T1" fmla="*/ 23 h 23"/>
                <a:gd name="T2" fmla="*/ 7 w 28"/>
                <a:gd name="T3" fmla="*/ 17 h 23"/>
                <a:gd name="T4" fmla="*/ 2 w 28"/>
                <a:gd name="T5" fmla="*/ 0 h 23"/>
                <a:gd name="T6" fmla="*/ 2 w 28"/>
                <a:gd name="T7" fmla="*/ 0 h 23"/>
                <a:gd name="T8" fmla="*/ 3 w 28"/>
                <a:gd name="T9" fmla="*/ 1 h 23"/>
                <a:gd name="T10" fmla="*/ 7 w 28"/>
                <a:gd name="T11" fmla="*/ 17 h 23"/>
                <a:gd name="T12" fmla="*/ 27 w 28"/>
                <a:gd name="T13" fmla="*/ 22 h 23"/>
                <a:gd name="T14" fmla="*/ 27 w 28"/>
                <a:gd name="T15" fmla="*/ 22 h 23"/>
                <a:gd name="T16" fmla="*/ 27 w 28"/>
                <a:gd name="T17" fmla="*/ 23 h 23"/>
                <a:gd name="T18" fmla="*/ 21 w 28"/>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1" y="23"/>
                  </a:moveTo>
                  <a:cubicBezTo>
                    <a:pt x="15" y="23"/>
                    <a:pt x="11" y="21"/>
                    <a:pt x="7" y="17"/>
                  </a:cubicBezTo>
                  <a:cubicBezTo>
                    <a:pt x="2" y="13"/>
                    <a:pt x="0" y="6"/>
                    <a:pt x="2" y="0"/>
                  </a:cubicBezTo>
                  <a:cubicBezTo>
                    <a:pt x="2" y="0"/>
                    <a:pt x="2" y="0"/>
                    <a:pt x="2" y="0"/>
                  </a:cubicBezTo>
                  <a:cubicBezTo>
                    <a:pt x="3" y="0"/>
                    <a:pt x="3" y="0"/>
                    <a:pt x="3" y="1"/>
                  </a:cubicBezTo>
                  <a:cubicBezTo>
                    <a:pt x="1" y="6"/>
                    <a:pt x="3" y="12"/>
                    <a:pt x="7" y="17"/>
                  </a:cubicBezTo>
                  <a:cubicBezTo>
                    <a:pt x="12" y="22"/>
                    <a:pt x="19" y="23"/>
                    <a:pt x="27" y="22"/>
                  </a:cubicBezTo>
                  <a:cubicBezTo>
                    <a:pt x="27" y="22"/>
                    <a:pt x="27" y="22"/>
                    <a:pt x="27" y="22"/>
                  </a:cubicBezTo>
                  <a:cubicBezTo>
                    <a:pt x="28" y="22"/>
                    <a:pt x="27" y="23"/>
                    <a:pt x="27" y="23"/>
                  </a:cubicBezTo>
                  <a:cubicBezTo>
                    <a:pt x="25" y="23"/>
                    <a:pt x="23" y="23"/>
                    <a:pt x="2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69" name="Freeform 518"/>
            <p:cNvSpPr>
              <a:spLocks/>
            </p:cNvSpPr>
            <p:nvPr/>
          </p:nvSpPr>
          <p:spPr bwMode="auto">
            <a:xfrm>
              <a:off x="3842" y="2140"/>
              <a:ext cx="48" cy="17"/>
            </a:xfrm>
            <a:custGeom>
              <a:avLst/>
              <a:gdLst>
                <a:gd name="T0" fmla="*/ 0 w 19"/>
                <a:gd name="T1" fmla="*/ 7 h 7"/>
                <a:gd name="T2" fmla="*/ 0 w 19"/>
                <a:gd name="T3" fmla="*/ 7 h 7"/>
                <a:gd name="T4" fmla="*/ 0 w 19"/>
                <a:gd name="T5" fmla="*/ 7 h 7"/>
                <a:gd name="T6" fmla="*/ 0 w 19"/>
                <a:gd name="T7" fmla="*/ 7 h 7"/>
                <a:gd name="T8" fmla="*/ 8 w 19"/>
                <a:gd name="T9" fmla="*/ 4 h 7"/>
                <a:gd name="T10" fmla="*/ 18 w 19"/>
                <a:gd name="T11" fmla="*/ 0 h 7"/>
                <a:gd name="T12" fmla="*/ 19 w 19"/>
                <a:gd name="T13" fmla="*/ 1 h 7"/>
                <a:gd name="T14" fmla="*/ 19 w 19"/>
                <a:gd name="T15" fmla="*/ 1 h 7"/>
                <a:gd name="T16" fmla="*/ 8 w 19"/>
                <a:gd name="T17" fmla="*/ 5 h 7"/>
                <a:gd name="T18" fmla="*/ 0 w 19"/>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
                  <a:moveTo>
                    <a:pt x="0" y="7"/>
                  </a:moveTo>
                  <a:cubicBezTo>
                    <a:pt x="0" y="7"/>
                    <a:pt x="0" y="7"/>
                    <a:pt x="0" y="7"/>
                  </a:cubicBezTo>
                  <a:cubicBezTo>
                    <a:pt x="0" y="7"/>
                    <a:pt x="0" y="7"/>
                    <a:pt x="0" y="7"/>
                  </a:cubicBezTo>
                  <a:cubicBezTo>
                    <a:pt x="0" y="7"/>
                    <a:pt x="0" y="7"/>
                    <a:pt x="0" y="7"/>
                  </a:cubicBezTo>
                  <a:cubicBezTo>
                    <a:pt x="1" y="7"/>
                    <a:pt x="5" y="5"/>
                    <a:pt x="8" y="4"/>
                  </a:cubicBezTo>
                  <a:cubicBezTo>
                    <a:pt x="11" y="3"/>
                    <a:pt x="16" y="1"/>
                    <a:pt x="18" y="0"/>
                  </a:cubicBezTo>
                  <a:cubicBezTo>
                    <a:pt x="19" y="0"/>
                    <a:pt x="19" y="1"/>
                    <a:pt x="19" y="1"/>
                  </a:cubicBezTo>
                  <a:cubicBezTo>
                    <a:pt x="19" y="1"/>
                    <a:pt x="19" y="1"/>
                    <a:pt x="19" y="1"/>
                  </a:cubicBezTo>
                  <a:cubicBezTo>
                    <a:pt x="16" y="2"/>
                    <a:pt x="12" y="4"/>
                    <a:pt x="8" y="5"/>
                  </a:cubicBezTo>
                  <a:cubicBezTo>
                    <a:pt x="4" y="7"/>
                    <a:pt x="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0" name="Freeform 519"/>
            <p:cNvSpPr>
              <a:spLocks/>
            </p:cNvSpPr>
            <p:nvPr/>
          </p:nvSpPr>
          <p:spPr bwMode="auto">
            <a:xfrm>
              <a:off x="3840" y="2107"/>
              <a:ext cx="8" cy="45"/>
            </a:xfrm>
            <a:custGeom>
              <a:avLst/>
              <a:gdLst>
                <a:gd name="T0" fmla="*/ 1 w 3"/>
                <a:gd name="T1" fmla="*/ 18 h 18"/>
                <a:gd name="T2" fmla="*/ 0 w 3"/>
                <a:gd name="T3" fmla="*/ 18 h 18"/>
                <a:gd name="T4" fmla="*/ 2 w 3"/>
                <a:gd name="T5" fmla="*/ 6 h 18"/>
                <a:gd name="T6" fmla="*/ 3 w 3"/>
                <a:gd name="T7" fmla="*/ 0 h 18"/>
                <a:gd name="T8" fmla="*/ 3 w 3"/>
                <a:gd name="T9" fmla="*/ 0 h 18"/>
                <a:gd name="T10" fmla="*/ 3 w 3"/>
                <a:gd name="T11" fmla="*/ 0 h 18"/>
                <a:gd name="T12" fmla="*/ 3 w 3"/>
                <a:gd name="T13" fmla="*/ 6 h 18"/>
                <a:gd name="T14" fmla="*/ 1 w 3"/>
                <a:gd name="T15" fmla="*/ 18 h 18"/>
                <a:gd name="T16" fmla="*/ 1 w 3"/>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8">
                  <a:moveTo>
                    <a:pt x="1" y="18"/>
                  </a:moveTo>
                  <a:cubicBezTo>
                    <a:pt x="1" y="18"/>
                    <a:pt x="0" y="18"/>
                    <a:pt x="0" y="18"/>
                  </a:cubicBezTo>
                  <a:cubicBezTo>
                    <a:pt x="1" y="13"/>
                    <a:pt x="1" y="10"/>
                    <a:pt x="2" y="6"/>
                  </a:cubicBezTo>
                  <a:cubicBezTo>
                    <a:pt x="2" y="4"/>
                    <a:pt x="2" y="3"/>
                    <a:pt x="3" y="0"/>
                  </a:cubicBezTo>
                  <a:cubicBezTo>
                    <a:pt x="3" y="0"/>
                    <a:pt x="3" y="0"/>
                    <a:pt x="3" y="0"/>
                  </a:cubicBezTo>
                  <a:cubicBezTo>
                    <a:pt x="3" y="0"/>
                    <a:pt x="3" y="0"/>
                    <a:pt x="3" y="0"/>
                  </a:cubicBezTo>
                  <a:cubicBezTo>
                    <a:pt x="3" y="3"/>
                    <a:pt x="3" y="5"/>
                    <a:pt x="3" y="6"/>
                  </a:cubicBezTo>
                  <a:cubicBezTo>
                    <a:pt x="2" y="10"/>
                    <a:pt x="2" y="14"/>
                    <a:pt x="1" y="18"/>
                  </a:cubicBezTo>
                  <a:cubicBezTo>
                    <a:pt x="1"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1" name="Freeform 520"/>
            <p:cNvSpPr>
              <a:spLocks/>
            </p:cNvSpPr>
            <p:nvPr/>
          </p:nvSpPr>
          <p:spPr bwMode="auto">
            <a:xfrm>
              <a:off x="3837" y="2157"/>
              <a:ext cx="48" cy="23"/>
            </a:xfrm>
            <a:custGeom>
              <a:avLst/>
              <a:gdLst>
                <a:gd name="T0" fmla="*/ 19 w 19"/>
                <a:gd name="T1" fmla="*/ 9 h 9"/>
                <a:gd name="T2" fmla="*/ 19 w 19"/>
                <a:gd name="T3" fmla="*/ 9 h 9"/>
                <a:gd name="T4" fmla="*/ 16 w 19"/>
                <a:gd name="T5" fmla="*/ 7 h 9"/>
                <a:gd name="T6" fmla="*/ 1 w 19"/>
                <a:gd name="T7" fmla="*/ 1 h 9"/>
                <a:gd name="T8" fmla="*/ 0 w 19"/>
                <a:gd name="T9" fmla="*/ 0 h 9"/>
                <a:gd name="T10" fmla="*/ 1 w 19"/>
                <a:gd name="T11" fmla="*/ 0 h 9"/>
                <a:gd name="T12" fmla="*/ 16 w 19"/>
                <a:gd name="T13" fmla="*/ 7 h 9"/>
                <a:gd name="T14" fmla="*/ 19 w 19"/>
                <a:gd name="T15" fmla="*/ 8 h 9"/>
                <a:gd name="T16" fmla="*/ 19 w 19"/>
                <a:gd name="T17" fmla="*/ 8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cubicBezTo>
                    <a:pt x="19" y="9"/>
                    <a:pt x="19" y="9"/>
                    <a:pt x="19" y="9"/>
                  </a:cubicBezTo>
                  <a:cubicBezTo>
                    <a:pt x="18" y="9"/>
                    <a:pt x="17" y="8"/>
                    <a:pt x="16" y="7"/>
                  </a:cubicBezTo>
                  <a:cubicBezTo>
                    <a:pt x="11" y="5"/>
                    <a:pt x="2" y="2"/>
                    <a:pt x="1" y="1"/>
                  </a:cubicBezTo>
                  <a:cubicBezTo>
                    <a:pt x="0" y="1"/>
                    <a:pt x="0" y="0"/>
                    <a:pt x="0" y="0"/>
                  </a:cubicBezTo>
                  <a:cubicBezTo>
                    <a:pt x="0" y="0"/>
                    <a:pt x="1" y="0"/>
                    <a:pt x="1" y="0"/>
                  </a:cubicBezTo>
                  <a:cubicBezTo>
                    <a:pt x="3" y="1"/>
                    <a:pt x="11" y="5"/>
                    <a:pt x="16" y="7"/>
                  </a:cubicBezTo>
                  <a:cubicBezTo>
                    <a:pt x="17" y="7"/>
                    <a:pt x="19" y="8"/>
                    <a:pt x="19" y="8"/>
                  </a:cubicBezTo>
                  <a:cubicBezTo>
                    <a:pt x="19" y="8"/>
                    <a:pt x="19" y="8"/>
                    <a:pt x="19" y="8"/>
                  </a:cubicBezTo>
                  <a:cubicBezTo>
                    <a:pt x="19" y="9"/>
                    <a:pt x="19" y="9"/>
                    <a:pt x="1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2" name="Freeform 521"/>
            <p:cNvSpPr>
              <a:spLocks/>
            </p:cNvSpPr>
            <p:nvPr/>
          </p:nvSpPr>
          <p:spPr bwMode="auto">
            <a:xfrm>
              <a:off x="3837" y="2157"/>
              <a:ext cx="18" cy="43"/>
            </a:xfrm>
            <a:custGeom>
              <a:avLst/>
              <a:gdLst>
                <a:gd name="T0" fmla="*/ 6 w 7"/>
                <a:gd name="T1" fmla="*/ 17 h 17"/>
                <a:gd name="T2" fmla="*/ 6 w 7"/>
                <a:gd name="T3" fmla="*/ 16 h 17"/>
                <a:gd name="T4" fmla="*/ 0 w 7"/>
                <a:gd name="T5" fmla="*/ 1 h 17"/>
                <a:gd name="T6" fmla="*/ 0 w 7"/>
                <a:gd name="T7" fmla="*/ 0 h 17"/>
                <a:gd name="T8" fmla="*/ 1 w 7"/>
                <a:gd name="T9" fmla="*/ 0 h 17"/>
                <a:gd name="T10" fmla="*/ 6 w 7"/>
                <a:gd name="T11" fmla="*/ 16 h 17"/>
                <a:gd name="T12" fmla="*/ 6 w 7"/>
                <a:gd name="T13" fmla="*/ 16 h 17"/>
                <a:gd name="T14" fmla="*/ 6 w 7"/>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6" y="17"/>
                  </a:moveTo>
                  <a:cubicBezTo>
                    <a:pt x="6" y="17"/>
                    <a:pt x="6" y="16"/>
                    <a:pt x="6" y="16"/>
                  </a:cubicBezTo>
                  <a:cubicBezTo>
                    <a:pt x="4" y="13"/>
                    <a:pt x="1" y="2"/>
                    <a:pt x="0" y="1"/>
                  </a:cubicBezTo>
                  <a:cubicBezTo>
                    <a:pt x="0" y="0"/>
                    <a:pt x="0" y="0"/>
                    <a:pt x="0" y="0"/>
                  </a:cubicBezTo>
                  <a:cubicBezTo>
                    <a:pt x="1" y="0"/>
                    <a:pt x="1" y="0"/>
                    <a:pt x="1" y="0"/>
                  </a:cubicBezTo>
                  <a:cubicBezTo>
                    <a:pt x="1" y="2"/>
                    <a:pt x="5" y="12"/>
                    <a:pt x="6" y="16"/>
                  </a:cubicBezTo>
                  <a:cubicBezTo>
                    <a:pt x="7" y="16"/>
                    <a:pt x="6" y="16"/>
                    <a:pt x="6" y="16"/>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3" name="Freeform 522"/>
            <p:cNvSpPr>
              <a:spLocks/>
            </p:cNvSpPr>
            <p:nvPr/>
          </p:nvSpPr>
          <p:spPr bwMode="auto">
            <a:xfrm>
              <a:off x="3837" y="2110"/>
              <a:ext cx="3" cy="50"/>
            </a:xfrm>
            <a:custGeom>
              <a:avLst/>
              <a:gdLst>
                <a:gd name="T0" fmla="*/ 1 w 1"/>
                <a:gd name="T1" fmla="*/ 20 h 20"/>
                <a:gd name="T2" fmla="*/ 0 w 1"/>
                <a:gd name="T3" fmla="*/ 19 h 20"/>
                <a:gd name="T4" fmla="*/ 0 w 1"/>
                <a:gd name="T5" fmla="*/ 1 h 20"/>
                <a:gd name="T6" fmla="*/ 1 w 1"/>
                <a:gd name="T7" fmla="*/ 0 h 20"/>
                <a:gd name="T8" fmla="*/ 1 w 1"/>
                <a:gd name="T9" fmla="*/ 1 h 20"/>
                <a:gd name="T10" fmla="*/ 1 w 1"/>
                <a:gd name="T11" fmla="*/ 19 h 20"/>
                <a:gd name="T12" fmla="*/ 1 w 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20"/>
                  </a:moveTo>
                  <a:cubicBezTo>
                    <a:pt x="0" y="20"/>
                    <a:pt x="0" y="19"/>
                    <a:pt x="0" y="19"/>
                  </a:cubicBezTo>
                  <a:cubicBezTo>
                    <a:pt x="0" y="17"/>
                    <a:pt x="0" y="2"/>
                    <a:pt x="0" y="1"/>
                  </a:cubicBezTo>
                  <a:cubicBezTo>
                    <a:pt x="0" y="0"/>
                    <a:pt x="1" y="0"/>
                    <a:pt x="1" y="0"/>
                  </a:cubicBezTo>
                  <a:cubicBezTo>
                    <a:pt x="1" y="0"/>
                    <a:pt x="1" y="0"/>
                    <a:pt x="1" y="1"/>
                  </a:cubicBezTo>
                  <a:cubicBezTo>
                    <a:pt x="1" y="2"/>
                    <a:pt x="1" y="17"/>
                    <a:pt x="1" y="19"/>
                  </a:cubicBezTo>
                  <a:cubicBezTo>
                    <a:pt x="1" y="19"/>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4" name="Freeform 523"/>
            <p:cNvSpPr>
              <a:spLocks/>
            </p:cNvSpPr>
            <p:nvPr/>
          </p:nvSpPr>
          <p:spPr bwMode="auto">
            <a:xfrm>
              <a:off x="3840" y="2127"/>
              <a:ext cx="48" cy="30"/>
            </a:xfrm>
            <a:custGeom>
              <a:avLst/>
              <a:gdLst>
                <a:gd name="T0" fmla="*/ 4 w 19"/>
                <a:gd name="T1" fmla="*/ 12 h 12"/>
                <a:gd name="T2" fmla="*/ 4 w 19"/>
                <a:gd name="T3" fmla="*/ 11 h 12"/>
                <a:gd name="T4" fmla="*/ 4 w 19"/>
                <a:gd name="T5" fmla="*/ 11 h 12"/>
                <a:gd name="T6" fmla="*/ 15 w 19"/>
                <a:gd name="T7" fmla="*/ 6 h 12"/>
                <a:gd name="T8" fmla="*/ 17 w 19"/>
                <a:gd name="T9" fmla="*/ 4 h 12"/>
                <a:gd name="T10" fmla="*/ 18 w 19"/>
                <a:gd name="T11" fmla="*/ 1 h 12"/>
                <a:gd name="T12" fmla="*/ 18 w 19"/>
                <a:gd name="T13" fmla="*/ 1 h 12"/>
                <a:gd name="T14" fmla="*/ 3 w 19"/>
                <a:gd name="T15" fmla="*/ 9 h 12"/>
                <a:gd name="T16" fmla="*/ 1 w 19"/>
                <a:gd name="T17" fmla="*/ 10 h 12"/>
                <a:gd name="T18" fmla="*/ 1 w 19"/>
                <a:gd name="T19" fmla="*/ 10 h 12"/>
                <a:gd name="T20" fmla="*/ 1 w 19"/>
                <a:gd name="T21" fmla="*/ 10 h 12"/>
                <a:gd name="T22" fmla="*/ 3 w 19"/>
                <a:gd name="T23" fmla="*/ 8 h 12"/>
                <a:gd name="T24" fmla="*/ 19 w 19"/>
                <a:gd name="T25" fmla="*/ 0 h 12"/>
                <a:gd name="T26" fmla="*/ 19 w 19"/>
                <a:gd name="T27" fmla="*/ 0 h 12"/>
                <a:gd name="T28" fmla="*/ 19 w 19"/>
                <a:gd name="T29" fmla="*/ 0 h 12"/>
                <a:gd name="T30" fmla="*/ 19 w 19"/>
                <a:gd name="T31" fmla="*/ 2 h 12"/>
                <a:gd name="T32" fmla="*/ 18 w 19"/>
                <a:gd name="T33" fmla="*/ 5 h 12"/>
                <a:gd name="T34" fmla="*/ 18 w 19"/>
                <a:gd name="T35" fmla="*/ 5 h 12"/>
                <a:gd name="T36" fmla="*/ 16 w 19"/>
                <a:gd name="T37" fmla="*/ 6 h 12"/>
                <a:gd name="T38" fmla="*/ 4 w 19"/>
                <a:gd name="T39" fmla="*/ 11 h 12"/>
                <a:gd name="T40" fmla="*/ 4 w 19"/>
                <a:gd name="T4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2">
                  <a:moveTo>
                    <a:pt x="4" y="12"/>
                  </a:moveTo>
                  <a:cubicBezTo>
                    <a:pt x="4" y="12"/>
                    <a:pt x="4" y="11"/>
                    <a:pt x="4" y="11"/>
                  </a:cubicBezTo>
                  <a:cubicBezTo>
                    <a:pt x="4" y="11"/>
                    <a:pt x="4" y="11"/>
                    <a:pt x="4" y="11"/>
                  </a:cubicBezTo>
                  <a:cubicBezTo>
                    <a:pt x="7" y="9"/>
                    <a:pt x="12" y="7"/>
                    <a:pt x="15" y="6"/>
                  </a:cubicBezTo>
                  <a:cubicBezTo>
                    <a:pt x="17" y="4"/>
                    <a:pt x="17" y="4"/>
                    <a:pt x="17" y="4"/>
                  </a:cubicBezTo>
                  <a:cubicBezTo>
                    <a:pt x="18" y="3"/>
                    <a:pt x="18" y="2"/>
                    <a:pt x="18" y="1"/>
                  </a:cubicBezTo>
                  <a:cubicBezTo>
                    <a:pt x="18" y="1"/>
                    <a:pt x="18" y="1"/>
                    <a:pt x="18" y="1"/>
                  </a:cubicBezTo>
                  <a:cubicBezTo>
                    <a:pt x="14" y="3"/>
                    <a:pt x="7" y="7"/>
                    <a:pt x="3" y="9"/>
                  </a:cubicBezTo>
                  <a:cubicBezTo>
                    <a:pt x="1" y="11"/>
                    <a:pt x="1" y="11"/>
                    <a:pt x="1" y="10"/>
                  </a:cubicBezTo>
                  <a:cubicBezTo>
                    <a:pt x="1" y="10"/>
                    <a:pt x="0" y="10"/>
                    <a:pt x="1" y="10"/>
                  </a:cubicBezTo>
                  <a:cubicBezTo>
                    <a:pt x="1" y="10"/>
                    <a:pt x="1" y="10"/>
                    <a:pt x="1" y="10"/>
                  </a:cubicBezTo>
                  <a:cubicBezTo>
                    <a:pt x="1" y="9"/>
                    <a:pt x="2" y="9"/>
                    <a:pt x="3" y="8"/>
                  </a:cubicBezTo>
                  <a:cubicBezTo>
                    <a:pt x="7" y="6"/>
                    <a:pt x="14" y="2"/>
                    <a:pt x="19" y="0"/>
                  </a:cubicBezTo>
                  <a:cubicBezTo>
                    <a:pt x="19" y="0"/>
                    <a:pt x="19" y="0"/>
                    <a:pt x="19" y="0"/>
                  </a:cubicBezTo>
                  <a:cubicBezTo>
                    <a:pt x="19" y="0"/>
                    <a:pt x="19" y="0"/>
                    <a:pt x="19" y="0"/>
                  </a:cubicBezTo>
                  <a:cubicBezTo>
                    <a:pt x="19" y="1"/>
                    <a:pt x="19" y="1"/>
                    <a:pt x="19" y="2"/>
                  </a:cubicBezTo>
                  <a:cubicBezTo>
                    <a:pt x="19" y="3"/>
                    <a:pt x="19" y="4"/>
                    <a:pt x="18" y="5"/>
                  </a:cubicBezTo>
                  <a:cubicBezTo>
                    <a:pt x="18" y="5"/>
                    <a:pt x="18" y="5"/>
                    <a:pt x="18" y="5"/>
                  </a:cubicBezTo>
                  <a:cubicBezTo>
                    <a:pt x="16" y="6"/>
                    <a:pt x="16" y="6"/>
                    <a:pt x="16" y="6"/>
                  </a:cubicBezTo>
                  <a:cubicBezTo>
                    <a:pt x="12" y="8"/>
                    <a:pt x="8" y="10"/>
                    <a:pt x="4" y="11"/>
                  </a:cubicBezTo>
                  <a:cubicBezTo>
                    <a:pt x="4" y="11"/>
                    <a:pt x="4" y="12"/>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5" name="Freeform 524"/>
            <p:cNvSpPr>
              <a:spLocks/>
            </p:cNvSpPr>
            <p:nvPr/>
          </p:nvSpPr>
          <p:spPr bwMode="auto">
            <a:xfrm>
              <a:off x="3850" y="2198"/>
              <a:ext cx="5" cy="12"/>
            </a:xfrm>
            <a:custGeom>
              <a:avLst/>
              <a:gdLst>
                <a:gd name="T0" fmla="*/ 1 w 2"/>
                <a:gd name="T1" fmla="*/ 5 h 5"/>
                <a:gd name="T2" fmla="*/ 1 w 2"/>
                <a:gd name="T3" fmla="*/ 5 h 5"/>
                <a:gd name="T4" fmla="*/ 0 w 2"/>
                <a:gd name="T5" fmla="*/ 5 h 5"/>
                <a:gd name="T6" fmla="*/ 1 w 2"/>
                <a:gd name="T7" fmla="*/ 0 h 5"/>
                <a:gd name="T8" fmla="*/ 1 w 2"/>
                <a:gd name="T9" fmla="*/ 0 h 5"/>
                <a:gd name="T10" fmla="*/ 2 w 2"/>
                <a:gd name="T11" fmla="*/ 0 h 5"/>
                <a:gd name="T12" fmla="*/ 1 w 2"/>
                <a:gd name="T13" fmla="*/ 5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5"/>
                    <a:pt x="1" y="5"/>
                    <a:pt x="1" y="5"/>
                  </a:cubicBezTo>
                  <a:cubicBezTo>
                    <a:pt x="1" y="5"/>
                    <a:pt x="0" y="5"/>
                    <a:pt x="0" y="5"/>
                  </a:cubicBezTo>
                  <a:cubicBezTo>
                    <a:pt x="1" y="3"/>
                    <a:pt x="1" y="2"/>
                    <a:pt x="1" y="0"/>
                  </a:cubicBezTo>
                  <a:cubicBezTo>
                    <a:pt x="1" y="0"/>
                    <a:pt x="1" y="0"/>
                    <a:pt x="1" y="0"/>
                  </a:cubicBezTo>
                  <a:cubicBezTo>
                    <a:pt x="1" y="0"/>
                    <a:pt x="2" y="0"/>
                    <a:pt x="2" y="0"/>
                  </a:cubicBezTo>
                  <a:cubicBezTo>
                    <a:pt x="2" y="2"/>
                    <a:pt x="2" y="3"/>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6" name="Freeform 525"/>
            <p:cNvSpPr>
              <a:spLocks/>
            </p:cNvSpPr>
            <p:nvPr/>
          </p:nvSpPr>
          <p:spPr bwMode="auto">
            <a:xfrm>
              <a:off x="3840" y="2157"/>
              <a:ext cx="20" cy="53"/>
            </a:xfrm>
            <a:custGeom>
              <a:avLst/>
              <a:gdLst>
                <a:gd name="T0" fmla="*/ 7 w 8"/>
                <a:gd name="T1" fmla="*/ 21 h 21"/>
                <a:gd name="T2" fmla="*/ 7 w 8"/>
                <a:gd name="T3" fmla="*/ 21 h 21"/>
                <a:gd name="T4" fmla="*/ 6 w 8"/>
                <a:gd name="T5" fmla="*/ 20 h 21"/>
                <a:gd name="T6" fmla="*/ 5 w 8"/>
                <a:gd name="T7" fmla="*/ 18 h 21"/>
                <a:gd name="T8" fmla="*/ 5 w 8"/>
                <a:gd name="T9" fmla="*/ 18 h 21"/>
                <a:gd name="T10" fmla="*/ 6 w 8"/>
                <a:gd name="T11" fmla="*/ 18 h 21"/>
                <a:gd name="T12" fmla="*/ 7 w 8"/>
                <a:gd name="T13" fmla="*/ 19 h 21"/>
                <a:gd name="T14" fmla="*/ 7 w 8"/>
                <a:gd name="T15" fmla="*/ 20 h 21"/>
                <a:gd name="T16" fmla="*/ 7 w 8"/>
                <a:gd name="T17" fmla="*/ 18 h 21"/>
                <a:gd name="T18" fmla="*/ 7 w 8"/>
                <a:gd name="T19" fmla="*/ 15 h 21"/>
                <a:gd name="T20" fmla="*/ 4 w 8"/>
                <a:gd name="T21" fmla="*/ 9 h 21"/>
                <a:gd name="T22" fmla="*/ 0 w 8"/>
                <a:gd name="T23" fmla="*/ 1 h 21"/>
                <a:gd name="T24" fmla="*/ 0 w 8"/>
                <a:gd name="T25" fmla="*/ 0 h 21"/>
                <a:gd name="T26" fmla="*/ 1 w 8"/>
                <a:gd name="T27" fmla="*/ 0 h 21"/>
                <a:gd name="T28" fmla="*/ 5 w 8"/>
                <a:gd name="T29" fmla="*/ 9 h 21"/>
                <a:gd name="T30" fmla="*/ 8 w 8"/>
                <a:gd name="T31" fmla="*/ 15 h 21"/>
                <a:gd name="T32" fmla="*/ 8 w 8"/>
                <a:gd name="T33" fmla="*/ 19 h 21"/>
                <a:gd name="T34" fmla="*/ 8 w 8"/>
                <a:gd name="T35" fmla="*/ 21 h 21"/>
                <a:gd name="T36" fmla="*/ 8 w 8"/>
                <a:gd name="T37" fmla="*/ 21 h 21"/>
                <a:gd name="T38" fmla="*/ 7 w 8"/>
                <a:gd name="T3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1">
                  <a:moveTo>
                    <a:pt x="7" y="21"/>
                  </a:moveTo>
                  <a:cubicBezTo>
                    <a:pt x="7" y="21"/>
                    <a:pt x="7" y="21"/>
                    <a:pt x="7" y="21"/>
                  </a:cubicBezTo>
                  <a:cubicBezTo>
                    <a:pt x="7" y="21"/>
                    <a:pt x="6" y="20"/>
                    <a:pt x="6" y="20"/>
                  </a:cubicBezTo>
                  <a:cubicBezTo>
                    <a:pt x="6" y="19"/>
                    <a:pt x="5" y="19"/>
                    <a:pt x="5" y="18"/>
                  </a:cubicBezTo>
                  <a:cubicBezTo>
                    <a:pt x="5" y="18"/>
                    <a:pt x="5" y="18"/>
                    <a:pt x="5" y="18"/>
                  </a:cubicBezTo>
                  <a:cubicBezTo>
                    <a:pt x="5" y="17"/>
                    <a:pt x="5" y="17"/>
                    <a:pt x="6" y="18"/>
                  </a:cubicBezTo>
                  <a:cubicBezTo>
                    <a:pt x="6" y="18"/>
                    <a:pt x="6" y="19"/>
                    <a:pt x="7" y="19"/>
                  </a:cubicBezTo>
                  <a:cubicBezTo>
                    <a:pt x="7" y="19"/>
                    <a:pt x="7" y="19"/>
                    <a:pt x="7" y="20"/>
                  </a:cubicBezTo>
                  <a:cubicBezTo>
                    <a:pt x="7" y="19"/>
                    <a:pt x="7" y="19"/>
                    <a:pt x="7" y="18"/>
                  </a:cubicBezTo>
                  <a:cubicBezTo>
                    <a:pt x="7" y="17"/>
                    <a:pt x="7" y="16"/>
                    <a:pt x="7" y="15"/>
                  </a:cubicBezTo>
                  <a:cubicBezTo>
                    <a:pt x="7" y="15"/>
                    <a:pt x="6" y="12"/>
                    <a:pt x="4" y="9"/>
                  </a:cubicBezTo>
                  <a:cubicBezTo>
                    <a:pt x="3" y="6"/>
                    <a:pt x="1" y="3"/>
                    <a:pt x="0" y="1"/>
                  </a:cubicBezTo>
                  <a:cubicBezTo>
                    <a:pt x="0" y="1"/>
                    <a:pt x="0" y="0"/>
                    <a:pt x="0" y="0"/>
                  </a:cubicBezTo>
                  <a:cubicBezTo>
                    <a:pt x="0" y="0"/>
                    <a:pt x="1" y="0"/>
                    <a:pt x="1" y="0"/>
                  </a:cubicBezTo>
                  <a:cubicBezTo>
                    <a:pt x="2" y="2"/>
                    <a:pt x="3" y="6"/>
                    <a:pt x="5" y="9"/>
                  </a:cubicBezTo>
                  <a:cubicBezTo>
                    <a:pt x="7" y="13"/>
                    <a:pt x="8" y="15"/>
                    <a:pt x="8" y="15"/>
                  </a:cubicBezTo>
                  <a:cubicBezTo>
                    <a:pt x="8" y="15"/>
                    <a:pt x="8" y="17"/>
                    <a:pt x="8" y="19"/>
                  </a:cubicBezTo>
                  <a:cubicBezTo>
                    <a:pt x="8" y="19"/>
                    <a:pt x="8" y="20"/>
                    <a:pt x="8" y="21"/>
                  </a:cubicBezTo>
                  <a:cubicBezTo>
                    <a:pt x="8" y="21"/>
                    <a:pt x="8" y="21"/>
                    <a:pt x="8" y="21"/>
                  </a:cubicBezTo>
                  <a:cubicBezTo>
                    <a:pt x="7" y="21"/>
                    <a:pt x="7"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7" name="Freeform 526"/>
            <p:cNvSpPr>
              <a:spLocks/>
            </p:cNvSpPr>
            <p:nvPr/>
          </p:nvSpPr>
          <p:spPr bwMode="auto">
            <a:xfrm>
              <a:off x="3842" y="2157"/>
              <a:ext cx="46" cy="18"/>
            </a:xfrm>
            <a:custGeom>
              <a:avLst/>
              <a:gdLst>
                <a:gd name="T0" fmla="*/ 18 w 18"/>
                <a:gd name="T1" fmla="*/ 7 h 7"/>
                <a:gd name="T2" fmla="*/ 18 w 18"/>
                <a:gd name="T3" fmla="*/ 7 h 7"/>
                <a:gd name="T4" fmla="*/ 13 w 18"/>
                <a:gd name="T5" fmla="*/ 5 h 7"/>
                <a:gd name="T6" fmla="*/ 0 w 18"/>
                <a:gd name="T7" fmla="*/ 0 h 7"/>
                <a:gd name="T8" fmla="*/ 0 w 18"/>
                <a:gd name="T9" fmla="*/ 0 h 7"/>
                <a:gd name="T10" fmla="*/ 0 w 18"/>
                <a:gd name="T11" fmla="*/ 0 h 7"/>
                <a:gd name="T12" fmla="*/ 13 w 18"/>
                <a:gd name="T13" fmla="*/ 4 h 7"/>
                <a:gd name="T14" fmla="*/ 18 w 18"/>
                <a:gd name="T15" fmla="*/ 6 h 7"/>
                <a:gd name="T16" fmla="*/ 18 w 18"/>
                <a:gd name="T17" fmla="*/ 6 h 7"/>
                <a:gd name="T18" fmla="*/ 18 w 18"/>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8" y="7"/>
                  </a:moveTo>
                  <a:cubicBezTo>
                    <a:pt x="18" y="7"/>
                    <a:pt x="18" y="7"/>
                    <a:pt x="18" y="7"/>
                  </a:cubicBezTo>
                  <a:cubicBezTo>
                    <a:pt x="16" y="6"/>
                    <a:pt x="15" y="6"/>
                    <a:pt x="13" y="5"/>
                  </a:cubicBezTo>
                  <a:cubicBezTo>
                    <a:pt x="8" y="3"/>
                    <a:pt x="2" y="1"/>
                    <a:pt x="0" y="0"/>
                  </a:cubicBezTo>
                  <a:cubicBezTo>
                    <a:pt x="0" y="0"/>
                    <a:pt x="0" y="0"/>
                    <a:pt x="0" y="0"/>
                  </a:cubicBezTo>
                  <a:cubicBezTo>
                    <a:pt x="0" y="0"/>
                    <a:pt x="0" y="0"/>
                    <a:pt x="0" y="0"/>
                  </a:cubicBezTo>
                  <a:cubicBezTo>
                    <a:pt x="2" y="0"/>
                    <a:pt x="9" y="3"/>
                    <a:pt x="13" y="4"/>
                  </a:cubicBezTo>
                  <a:cubicBezTo>
                    <a:pt x="15" y="5"/>
                    <a:pt x="17" y="5"/>
                    <a:pt x="18" y="6"/>
                  </a:cubicBezTo>
                  <a:cubicBezTo>
                    <a:pt x="18" y="6"/>
                    <a:pt x="18" y="6"/>
                    <a:pt x="18" y="6"/>
                  </a:cubicBezTo>
                  <a:cubicBezTo>
                    <a:pt x="18" y="6"/>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8" name="Freeform 527"/>
            <p:cNvSpPr>
              <a:spLocks/>
            </p:cNvSpPr>
            <p:nvPr/>
          </p:nvSpPr>
          <p:spPr bwMode="auto">
            <a:xfrm>
              <a:off x="3883" y="2178"/>
              <a:ext cx="2" cy="12"/>
            </a:xfrm>
            <a:custGeom>
              <a:avLst/>
              <a:gdLst>
                <a:gd name="T0" fmla="*/ 0 w 1"/>
                <a:gd name="T1" fmla="*/ 5 h 5"/>
                <a:gd name="T2" fmla="*/ 0 w 1"/>
                <a:gd name="T3" fmla="*/ 5 h 5"/>
                <a:gd name="T4" fmla="*/ 0 w 1"/>
                <a:gd name="T5" fmla="*/ 5 h 5"/>
                <a:gd name="T6" fmla="*/ 0 w 1"/>
                <a:gd name="T7" fmla="*/ 2 h 5"/>
                <a:gd name="T8" fmla="*/ 0 w 1"/>
                <a:gd name="T9" fmla="*/ 0 h 5"/>
                <a:gd name="T10" fmla="*/ 1 w 1"/>
                <a:gd name="T11" fmla="*/ 0 h 5"/>
                <a:gd name="T12" fmla="*/ 1 w 1"/>
                <a:gd name="T13" fmla="*/ 0 h 5"/>
                <a:gd name="T14" fmla="*/ 1 w 1"/>
                <a:gd name="T15" fmla="*/ 2 h 5"/>
                <a:gd name="T16" fmla="*/ 0 w 1"/>
                <a:gd name="T17" fmla="*/ 5 h 5"/>
                <a:gd name="T18" fmla="*/ 0 w 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0" y="5"/>
                  </a:moveTo>
                  <a:cubicBezTo>
                    <a:pt x="0" y="5"/>
                    <a:pt x="0" y="5"/>
                    <a:pt x="0" y="5"/>
                  </a:cubicBezTo>
                  <a:cubicBezTo>
                    <a:pt x="0" y="5"/>
                    <a:pt x="0" y="5"/>
                    <a:pt x="0" y="5"/>
                  </a:cubicBezTo>
                  <a:cubicBezTo>
                    <a:pt x="0" y="4"/>
                    <a:pt x="0" y="3"/>
                    <a:pt x="0" y="2"/>
                  </a:cubicBezTo>
                  <a:cubicBezTo>
                    <a:pt x="0" y="1"/>
                    <a:pt x="0" y="1"/>
                    <a:pt x="0" y="0"/>
                  </a:cubicBezTo>
                  <a:cubicBezTo>
                    <a:pt x="0" y="0"/>
                    <a:pt x="1" y="0"/>
                    <a:pt x="1" y="0"/>
                  </a:cubicBezTo>
                  <a:cubicBezTo>
                    <a:pt x="1" y="0"/>
                    <a:pt x="1" y="0"/>
                    <a:pt x="1" y="0"/>
                  </a:cubicBezTo>
                  <a:cubicBezTo>
                    <a:pt x="1" y="1"/>
                    <a:pt x="1" y="1"/>
                    <a:pt x="1" y="2"/>
                  </a:cubicBezTo>
                  <a:cubicBezTo>
                    <a:pt x="1" y="5"/>
                    <a:pt x="1"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79" name="Freeform 528"/>
            <p:cNvSpPr>
              <a:spLocks/>
            </p:cNvSpPr>
            <p:nvPr/>
          </p:nvSpPr>
          <p:spPr bwMode="auto">
            <a:xfrm>
              <a:off x="3883" y="2170"/>
              <a:ext cx="5" cy="15"/>
            </a:xfrm>
            <a:custGeom>
              <a:avLst/>
              <a:gdLst>
                <a:gd name="T0" fmla="*/ 1 w 2"/>
                <a:gd name="T1" fmla="*/ 6 h 6"/>
                <a:gd name="T2" fmla="*/ 1 w 2"/>
                <a:gd name="T3" fmla="*/ 6 h 6"/>
                <a:gd name="T4" fmla="*/ 1 w 2"/>
                <a:gd name="T5" fmla="*/ 6 h 6"/>
                <a:gd name="T6" fmla="*/ 1 w 2"/>
                <a:gd name="T7" fmla="*/ 5 h 6"/>
                <a:gd name="T8" fmla="*/ 1 w 2"/>
                <a:gd name="T9" fmla="*/ 5 h 6"/>
                <a:gd name="T10" fmla="*/ 1 w 2"/>
                <a:gd name="T11" fmla="*/ 1 h 6"/>
                <a:gd name="T12" fmla="*/ 2 w 2"/>
                <a:gd name="T13" fmla="*/ 0 h 6"/>
                <a:gd name="T14" fmla="*/ 2 w 2"/>
                <a:gd name="T15" fmla="*/ 1 h 6"/>
                <a:gd name="T16" fmla="*/ 2 w 2"/>
                <a:gd name="T17" fmla="*/ 6 h 6"/>
                <a:gd name="T18" fmla="*/ 2 w 2"/>
                <a:gd name="T19" fmla="*/ 6 h 6"/>
                <a:gd name="T20" fmla="*/ 1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1" y="6"/>
                  </a:moveTo>
                  <a:cubicBezTo>
                    <a:pt x="1" y="6"/>
                    <a:pt x="1" y="6"/>
                    <a:pt x="1" y="6"/>
                  </a:cubicBezTo>
                  <a:cubicBezTo>
                    <a:pt x="1" y="6"/>
                    <a:pt x="1" y="6"/>
                    <a:pt x="1" y="6"/>
                  </a:cubicBezTo>
                  <a:cubicBezTo>
                    <a:pt x="1" y="6"/>
                    <a:pt x="0" y="5"/>
                    <a:pt x="1" y="5"/>
                  </a:cubicBezTo>
                  <a:cubicBezTo>
                    <a:pt x="1" y="5"/>
                    <a:pt x="1" y="5"/>
                    <a:pt x="1" y="5"/>
                  </a:cubicBezTo>
                  <a:cubicBezTo>
                    <a:pt x="1" y="1"/>
                    <a:pt x="1" y="1"/>
                    <a:pt x="1" y="1"/>
                  </a:cubicBezTo>
                  <a:cubicBezTo>
                    <a:pt x="1" y="1"/>
                    <a:pt x="2" y="0"/>
                    <a:pt x="2" y="0"/>
                  </a:cubicBezTo>
                  <a:cubicBezTo>
                    <a:pt x="2" y="0"/>
                    <a:pt x="2" y="1"/>
                    <a:pt x="2" y="1"/>
                  </a:cubicBezTo>
                  <a:cubicBezTo>
                    <a:pt x="2" y="6"/>
                    <a:pt x="2" y="6"/>
                    <a:pt x="2" y="6"/>
                  </a:cubicBezTo>
                  <a:cubicBezTo>
                    <a:pt x="2" y="6"/>
                    <a:pt x="2" y="6"/>
                    <a:pt x="2"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0" name="Freeform 529"/>
            <p:cNvSpPr>
              <a:spLocks/>
            </p:cNvSpPr>
            <p:nvPr/>
          </p:nvSpPr>
          <p:spPr bwMode="auto">
            <a:xfrm>
              <a:off x="3885" y="2140"/>
              <a:ext cx="8" cy="48"/>
            </a:xfrm>
            <a:custGeom>
              <a:avLst/>
              <a:gdLst>
                <a:gd name="T0" fmla="*/ 1 w 3"/>
                <a:gd name="T1" fmla="*/ 19 h 19"/>
                <a:gd name="T2" fmla="*/ 0 w 3"/>
                <a:gd name="T3" fmla="*/ 19 h 19"/>
                <a:gd name="T4" fmla="*/ 0 w 3"/>
                <a:gd name="T5" fmla="*/ 18 h 19"/>
                <a:gd name="T6" fmla="*/ 1 w 3"/>
                <a:gd name="T7" fmla="*/ 17 h 19"/>
                <a:gd name="T8" fmla="*/ 1 w 3"/>
                <a:gd name="T9" fmla="*/ 17 h 19"/>
                <a:gd name="T10" fmla="*/ 2 w 3"/>
                <a:gd name="T11" fmla="*/ 10 h 19"/>
                <a:gd name="T12" fmla="*/ 1 w 3"/>
                <a:gd name="T13" fmla="*/ 1 h 19"/>
                <a:gd name="T14" fmla="*/ 1 w 3"/>
                <a:gd name="T15" fmla="*/ 1 h 19"/>
                <a:gd name="T16" fmla="*/ 2 w 3"/>
                <a:gd name="T17" fmla="*/ 1 h 19"/>
                <a:gd name="T18" fmla="*/ 3 w 3"/>
                <a:gd name="T19" fmla="*/ 10 h 19"/>
                <a:gd name="T20" fmla="*/ 1 w 3"/>
                <a:gd name="T21" fmla="*/ 18 h 19"/>
                <a:gd name="T22" fmla="*/ 1 w 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9">
                  <a:moveTo>
                    <a:pt x="1" y="19"/>
                  </a:moveTo>
                  <a:cubicBezTo>
                    <a:pt x="1" y="19"/>
                    <a:pt x="1" y="19"/>
                    <a:pt x="0" y="19"/>
                  </a:cubicBezTo>
                  <a:cubicBezTo>
                    <a:pt x="0" y="18"/>
                    <a:pt x="0" y="18"/>
                    <a:pt x="0" y="18"/>
                  </a:cubicBezTo>
                  <a:cubicBezTo>
                    <a:pt x="0" y="17"/>
                    <a:pt x="0" y="17"/>
                    <a:pt x="1" y="17"/>
                  </a:cubicBezTo>
                  <a:cubicBezTo>
                    <a:pt x="1" y="17"/>
                    <a:pt x="1" y="17"/>
                    <a:pt x="1" y="17"/>
                  </a:cubicBezTo>
                  <a:cubicBezTo>
                    <a:pt x="2" y="15"/>
                    <a:pt x="2" y="13"/>
                    <a:pt x="2" y="10"/>
                  </a:cubicBezTo>
                  <a:cubicBezTo>
                    <a:pt x="2" y="7"/>
                    <a:pt x="2" y="4"/>
                    <a:pt x="1" y="1"/>
                  </a:cubicBezTo>
                  <a:cubicBezTo>
                    <a:pt x="1" y="1"/>
                    <a:pt x="1" y="1"/>
                    <a:pt x="1" y="1"/>
                  </a:cubicBezTo>
                  <a:cubicBezTo>
                    <a:pt x="2" y="0"/>
                    <a:pt x="2" y="1"/>
                    <a:pt x="2" y="1"/>
                  </a:cubicBezTo>
                  <a:cubicBezTo>
                    <a:pt x="2" y="4"/>
                    <a:pt x="3" y="7"/>
                    <a:pt x="3" y="10"/>
                  </a:cubicBezTo>
                  <a:cubicBezTo>
                    <a:pt x="3" y="13"/>
                    <a:pt x="2" y="16"/>
                    <a:pt x="1" y="18"/>
                  </a:cubicBezTo>
                  <a:cubicBezTo>
                    <a:pt x="1" y="18"/>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1" name="Freeform 530"/>
            <p:cNvSpPr>
              <a:spLocks/>
            </p:cNvSpPr>
            <p:nvPr/>
          </p:nvSpPr>
          <p:spPr bwMode="auto">
            <a:xfrm>
              <a:off x="3840" y="2150"/>
              <a:ext cx="2" cy="10"/>
            </a:xfrm>
            <a:custGeom>
              <a:avLst/>
              <a:gdLst>
                <a:gd name="T0" fmla="*/ 1 w 1"/>
                <a:gd name="T1" fmla="*/ 4 h 4"/>
                <a:gd name="T2" fmla="*/ 1 w 1"/>
                <a:gd name="T3" fmla="*/ 4 h 4"/>
                <a:gd name="T4" fmla="*/ 0 w 1"/>
                <a:gd name="T5" fmla="*/ 4 h 4"/>
                <a:gd name="T6" fmla="*/ 0 w 1"/>
                <a:gd name="T7" fmla="*/ 2 h 4"/>
                <a:gd name="T8" fmla="*/ 0 w 1"/>
                <a:gd name="T9" fmla="*/ 1 h 4"/>
                <a:gd name="T10" fmla="*/ 1 w 1"/>
                <a:gd name="T11" fmla="*/ 0 h 4"/>
                <a:gd name="T12" fmla="*/ 1 w 1"/>
                <a:gd name="T13" fmla="*/ 1 h 4"/>
                <a:gd name="T14" fmla="*/ 1 w 1"/>
                <a:gd name="T15" fmla="*/ 2 h 4"/>
                <a:gd name="T16" fmla="*/ 1 w 1"/>
                <a:gd name="T17" fmla="*/ 4 h 4"/>
                <a:gd name="T18" fmla="*/ 1 w 1"/>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4"/>
                  </a:moveTo>
                  <a:cubicBezTo>
                    <a:pt x="1" y="4"/>
                    <a:pt x="1" y="4"/>
                    <a:pt x="1" y="4"/>
                  </a:cubicBezTo>
                  <a:cubicBezTo>
                    <a:pt x="0" y="4"/>
                    <a:pt x="0" y="4"/>
                    <a:pt x="0" y="4"/>
                  </a:cubicBezTo>
                  <a:cubicBezTo>
                    <a:pt x="0" y="3"/>
                    <a:pt x="0" y="3"/>
                    <a:pt x="0" y="2"/>
                  </a:cubicBezTo>
                  <a:cubicBezTo>
                    <a:pt x="0" y="2"/>
                    <a:pt x="0" y="1"/>
                    <a:pt x="0" y="1"/>
                  </a:cubicBezTo>
                  <a:cubicBezTo>
                    <a:pt x="0" y="0"/>
                    <a:pt x="1" y="0"/>
                    <a:pt x="1" y="0"/>
                  </a:cubicBezTo>
                  <a:cubicBezTo>
                    <a:pt x="1" y="0"/>
                    <a:pt x="1" y="1"/>
                    <a:pt x="1" y="1"/>
                  </a:cubicBezTo>
                  <a:cubicBezTo>
                    <a:pt x="1" y="1"/>
                    <a:pt x="1" y="2"/>
                    <a:pt x="1" y="2"/>
                  </a:cubicBezTo>
                  <a:cubicBezTo>
                    <a:pt x="1"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2" name="Freeform 531"/>
            <p:cNvSpPr>
              <a:spLocks/>
            </p:cNvSpPr>
            <p:nvPr/>
          </p:nvSpPr>
          <p:spPr bwMode="auto">
            <a:xfrm>
              <a:off x="3790" y="2170"/>
              <a:ext cx="5" cy="8"/>
            </a:xfrm>
            <a:custGeom>
              <a:avLst/>
              <a:gdLst>
                <a:gd name="T0" fmla="*/ 0 w 2"/>
                <a:gd name="T1" fmla="*/ 3 h 3"/>
                <a:gd name="T2" fmla="*/ 0 w 2"/>
                <a:gd name="T3" fmla="*/ 3 h 3"/>
                <a:gd name="T4" fmla="*/ 0 w 2"/>
                <a:gd name="T5" fmla="*/ 2 h 3"/>
                <a:gd name="T6" fmla="*/ 1 w 2"/>
                <a:gd name="T7" fmla="*/ 0 h 3"/>
                <a:gd name="T8" fmla="*/ 1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0"/>
                    <a:pt x="1" y="0"/>
                    <a:pt x="1" y="0"/>
                  </a:cubicBezTo>
                  <a:cubicBezTo>
                    <a:pt x="1" y="0"/>
                    <a:pt x="1" y="0"/>
                    <a:pt x="1" y="0"/>
                  </a:cubicBezTo>
                  <a:cubicBezTo>
                    <a:pt x="2" y="0"/>
                    <a:pt x="2" y="1"/>
                    <a:pt x="2" y="1"/>
                  </a:cubicBezTo>
                  <a:cubicBezTo>
                    <a:pt x="1" y="3"/>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3" name="Freeform 532"/>
            <p:cNvSpPr>
              <a:spLocks/>
            </p:cNvSpPr>
            <p:nvPr/>
          </p:nvSpPr>
          <p:spPr bwMode="auto">
            <a:xfrm>
              <a:off x="3792" y="2175"/>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1 w 2"/>
                <a:gd name="T11" fmla="*/ 1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0" y="1"/>
                    <a:pt x="1" y="1"/>
                  </a:cubicBezTo>
                  <a:cubicBezTo>
                    <a:pt x="1" y="1"/>
                    <a:pt x="1" y="0"/>
                    <a:pt x="1" y="1"/>
                  </a:cubicBezTo>
                  <a:cubicBezTo>
                    <a:pt x="1" y="1"/>
                    <a:pt x="2" y="1"/>
                    <a:pt x="1" y="1"/>
                  </a:cubicBezTo>
                  <a:cubicBezTo>
                    <a:pt x="1" y="2"/>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4" name="Freeform 533"/>
            <p:cNvSpPr>
              <a:spLocks/>
            </p:cNvSpPr>
            <p:nvPr/>
          </p:nvSpPr>
          <p:spPr bwMode="auto">
            <a:xfrm>
              <a:off x="3792" y="2180"/>
              <a:ext cx="8" cy="8"/>
            </a:xfrm>
            <a:custGeom>
              <a:avLst/>
              <a:gdLst>
                <a:gd name="T0" fmla="*/ 1 w 3"/>
                <a:gd name="T1" fmla="*/ 3 h 3"/>
                <a:gd name="T2" fmla="*/ 1 w 3"/>
                <a:gd name="T3" fmla="*/ 3 h 3"/>
                <a:gd name="T4" fmla="*/ 1 w 3"/>
                <a:gd name="T5" fmla="*/ 3 h 3"/>
                <a:gd name="T6" fmla="*/ 2 w 3"/>
                <a:gd name="T7" fmla="*/ 0 h 3"/>
                <a:gd name="T8" fmla="*/ 2 w 3"/>
                <a:gd name="T9" fmla="*/ 0 h 3"/>
                <a:gd name="T10" fmla="*/ 2 w 3"/>
                <a:gd name="T11" fmla="*/ 1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1" y="3"/>
                  </a:cubicBezTo>
                  <a:cubicBezTo>
                    <a:pt x="0" y="3"/>
                    <a:pt x="0" y="3"/>
                    <a:pt x="1" y="3"/>
                  </a:cubicBezTo>
                  <a:cubicBezTo>
                    <a:pt x="2" y="0"/>
                    <a:pt x="2" y="0"/>
                    <a:pt x="2" y="0"/>
                  </a:cubicBezTo>
                  <a:cubicBezTo>
                    <a:pt x="2" y="0"/>
                    <a:pt x="2" y="0"/>
                    <a:pt x="2" y="0"/>
                  </a:cubicBezTo>
                  <a:cubicBezTo>
                    <a:pt x="3" y="0"/>
                    <a:pt x="3"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5" name="Freeform 534"/>
            <p:cNvSpPr>
              <a:spLocks/>
            </p:cNvSpPr>
            <p:nvPr/>
          </p:nvSpPr>
          <p:spPr bwMode="auto">
            <a:xfrm>
              <a:off x="3795" y="2183"/>
              <a:ext cx="7" cy="10"/>
            </a:xfrm>
            <a:custGeom>
              <a:avLst/>
              <a:gdLst>
                <a:gd name="T0" fmla="*/ 1 w 3"/>
                <a:gd name="T1" fmla="*/ 4 h 4"/>
                <a:gd name="T2" fmla="*/ 1 w 3"/>
                <a:gd name="T3" fmla="*/ 4 h 4"/>
                <a:gd name="T4" fmla="*/ 0 w 3"/>
                <a:gd name="T5" fmla="*/ 3 h 4"/>
                <a:gd name="T6" fmla="*/ 2 w 3"/>
                <a:gd name="T7" fmla="*/ 1 h 4"/>
                <a:gd name="T8" fmla="*/ 2 w 3"/>
                <a:gd name="T9" fmla="*/ 0 h 4"/>
                <a:gd name="T10" fmla="*/ 3 w 3"/>
                <a:gd name="T11" fmla="*/ 1 h 4"/>
                <a:gd name="T12" fmla="*/ 1 w 3"/>
                <a:gd name="T13" fmla="*/ 3 h 4"/>
                <a:gd name="T14" fmla="*/ 1 w 3"/>
                <a:gd name="T15" fmla="*/ 4 h 4"/>
                <a:gd name="T16" fmla="*/ 1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4"/>
                  </a:moveTo>
                  <a:cubicBezTo>
                    <a:pt x="1" y="4"/>
                    <a:pt x="1" y="4"/>
                    <a:pt x="1" y="4"/>
                  </a:cubicBezTo>
                  <a:cubicBezTo>
                    <a:pt x="0" y="4"/>
                    <a:pt x="0" y="3"/>
                    <a:pt x="0" y="3"/>
                  </a:cubicBezTo>
                  <a:cubicBezTo>
                    <a:pt x="1" y="2"/>
                    <a:pt x="1" y="1"/>
                    <a:pt x="2" y="1"/>
                  </a:cubicBezTo>
                  <a:cubicBezTo>
                    <a:pt x="2" y="0"/>
                    <a:pt x="2" y="0"/>
                    <a:pt x="2" y="0"/>
                  </a:cubicBezTo>
                  <a:cubicBezTo>
                    <a:pt x="3" y="1"/>
                    <a:pt x="3" y="1"/>
                    <a:pt x="3" y="1"/>
                  </a:cubicBezTo>
                  <a:cubicBezTo>
                    <a:pt x="2" y="2"/>
                    <a:pt x="2" y="2"/>
                    <a:pt x="1" y="3"/>
                  </a:cubicBezTo>
                  <a:cubicBezTo>
                    <a:pt x="1" y="3"/>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6" name="Freeform 535"/>
            <p:cNvSpPr>
              <a:spLocks/>
            </p:cNvSpPr>
            <p:nvPr/>
          </p:nvSpPr>
          <p:spPr bwMode="auto">
            <a:xfrm>
              <a:off x="3800" y="2188"/>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3"/>
                    <a:pt x="0" y="3"/>
                  </a:cubicBezTo>
                  <a:cubicBezTo>
                    <a:pt x="1" y="0"/>
                    <a:pt x="1" y="0"/>
                    <a:pt x="1" y="0"/>
                  </a:cubicBezTo>
                  <a:cubicBezTo>
                    <a:pt x="1" y="0"/>
                    <a:pt x="2" y="0"/>
                    <a:pt x="2" y="0"/>
                  </a:cubicBezTo>
                  <a:cubicBezTo>
                    <a:pt x="2" y="0"/>
                    <a:pt x="2" y="0"/>
                    <a:pt x="2" y="0"/>
                  </a:cubicBezTo>
                  <a:cubicBezTo>
                    <a:pt x="1" y="3"/>
                    <a:pt x="1" y="3"/>
                    <a:pt x="1" y="3"/>
                  </a:cubicBezTo>
                  <a:cubicBezTo>
                    <a:pt x="1"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7" name="Freeform 536"/>
            <p:cNvSpPr>
              <a:spLocks/>
            </p:cNvSpPr>
            <p:nvPr/>
          </p:nvSpPr>
          <p:spPr bwMode="auto">
            <a:xfrm>
              <a:off x="3802" y="2190"/>
              <a:ext cx="8" cy="10"/>
            </a:xfrm>
            <a:custGeom>
              <a:avLst/>
              <a:gdLst>
                <a:gd name="T0" fmla="*/ 1 w 3"/>
                <a:gd name="T1" fmla="*/ 4 h 4"/>
                <a:gd name="T2" fmla="*/ 1 w 3"/>
                <a:gd name="T3" fmla="*/ 4 h 4"/>
                <a:gd name="T4" fmla="*/ 0 w 3"/>
                <a:gd name="T5" fmla="*/ 3 h 4"/>
                <a:gd name="T6" fmla="*/ 2 w 3"/>
                <a:gd name="T7" fmla="*/ 0 h 4"/>
                <a:gd name="T8" fmla="*/ 3 w 3"/>
                <a:gd name="T9" fmla="*/ 0 h 4"/>
                <a:gd name="T10" fmla="*/ 3 w 3"/>
                <a:gd name="T11" fmla="*/ 0 h 4"/>
                <a:gd name="T12" fmla="*/ 1 w 3"/>
                <a:gd name="T13" fmla="*/ 4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0" y="4"/>
                    <a:pt x="0" y="4"/>
                    <a:pt x="0" y="3"/>
                  </a:cubicBezTo>
                  <a:cubicBezTo>
                    <a:pt x="1" y="2"/>
                    <a:pt x="1" y="1"/>
                    <a:pt x="2" y="0"/>
                  </a:cubicBezTo>
                  <a:cubicBezTo>
                    <a:pt x="2" y="0"/>
                    <a:pt x="2" y="0"/>
                    <a:pt x="3" y="0"/>
                  </a:cubicBezTo>
                  <a:cubicBezTo>
                    <a:pt x="3" y="0"/>
                    <a:pt x="3" y="0"/>
                    <a:pt x="3" y="0"/>
                  </a:cubicBezTo>
                  <a:cubicBezTo>
                    <a:pt x="2" y="1"/>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8" name="Freeform 537"/>
            <p:cNvSpPr>
              <a:spLocks/>
            </p:cNvSpPr>
            <p:nvPr/>
          </p:nvSpPr>
          <p:spPr bwMode="auto">
            <a:xfrm>
              <a:off x="3807" y="2193"/>
              <a:ext cx="8" cy="12"/>
            </a:xfrm>
            <a:custGeom>
              <a:avLst/>
              <a:gdLst>
                <a:gd name="T0" fmla="*/ 1 w 3"/>
                <a:gd name="T1" fmla="*/ 5 h 5"/>
                <a:gd name="T2" fmla="*/ 0 w 3"/>
                <a:gd name="T3" fmla="*/ 5 h 5"/>
                <a:gd name="T4" fmla="*/ 0 w 3"/>
                <a:gd name="T5" fmla="*/ 4 h 5"/>
                <a:gd name="T6" fmla="*/ 2 w 3"/>
                <a:gd name="T7" fmla="*/ 0 h 5"/>
                <a:gd name="T8" fmla="*/ 2 w 3"/>
                <a:gd name="T9" fmla="*/ 0 h 5"/>
                <a:gd name="T10" fmla="*/ 3 w 3"/>
                <a:gd name="T11" fmla="*/ 0 h 5"/>
                <a:gd name="T12" fmla="*/ 3 w 3"/>
                <a:gd name="T13" fmla="*/ 0 h 5"/>
                <a:gd name="T14" fmla="*/ 3 w 3"/>
                <a:gd name="T15" fmla="*/ 1 h 5"/>
                <a:gd name="T16" fmla="*/ 1 w 3"/>
                <a:gd name="T17" fmla="*/ 4 h 5"/>
                <a:gd name="T18" fmla="*/ 1 w 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5"/>
                  </a:moveTo>
                  <a:cubicBezTo>
                    <a:pt x="1" y="5"/>
                    <a:pt x="1" y="5"/>
                    <a:pt x="0" y="5"/>
                  </a:cubicBezTo>
                  <a:cubicBezTo>
                    <a:pt x="0" y="5"/>
                    <a:pt x="0" y="4"/>
                    <a:pt x="0" y="4"/>
                  </a:cubicBezTo>
                  <a:cubicBezTo>
                    <a:pt x="1" y="3"/>
                    <a:pt x="1" y="1"/>
                    <a:pt x="2" y="0"/>
                  </a:cubicBezTo>
                  <a:cubicBezTo>
                    <a:pt x="2" y="0"/>
                    <a:pt x="2" y="0"/>
                    <a:pt x="2" y="0"/>
                  </a:cubicBezTo>
                  <a:cubicBezTo>
                    <a:pt x="3" y="0"/>
                    <a:pt x="3" y="0"/>
                    <a:pt x="3" y="0"/>
                  </a:cubicBezTo>
                  <a:cubicBezTo>
                    <a:pt x="3" y="0"/>
                    <a:pt x="3" y="0"/>
                    <a:pt x="3" y="0"/>
                  </a:cubicBezTo>
                  <a:cubicBezTo>
                    <a:pt x="3" y="1"/>
                    <a:pt x="3" y="1"/>
                    <a:pt x="3" y="1"/>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89" name="Freeform 538"/>
            <p:cNvSpPr>
              <a:spLocks/>
            </p:cNvSpPr>
            <p:nvPr/>
          </p:nvSpPr>
          <p:spPr bwMode="auto">
            <a:xfrm>
              <a:off x="3812" y="2195"/>
              <a:ext cx="10" cy="13"/>
            </a:xfrm>
            <a:custGeom>
              <a:avLst/>
              <a:gdLst>
                <a:gd name="T0" fmla="*/ 1 w 4"/>
                <a:gd name="T1" fmla="*/ 5 h 5"/>
                <a:gd name="T2" fmla="*/ 1 w 4"/>
                <a:gd name="T3" fmla="*/ 5 h 5"/>
                <a:gd name="T4" fmla="*/ 1 w 4"/>
                <a:gd name="T5" fmla="*/ 4 h 5"/>
                <a:gd name="T6" fmla="*/ 3 w 4"/>
                <a:gd name="T7" fmla="*/ 0 h 5"/>
                <a:gd name="T8" fmla="*/ 3 w 4"/>
                <a:gd name="T9" fmla="*/ 0 h 5"/>
                <a:gd name="T10" fmla="*/ 3 w 4"/>
                <a:gd name="T11" fmla="*/ 1 h 5"/>
                <a:gd name="T12" fmla="*/ 1 w 4"/>
                <a:gd name="T13" fmla="*/ 4 h 5"/>
                <a:gd name="T14" fmla="*/ 1 w 4"/>
                <a:gd name="T15" fmla="*/ 5 h 5"/>
                <a:gd name="T16" fmla="*/ 1 w 4"/>
                <a:gd name="T17" fmla="*/ 5 h 5"/>
                <a:gd name="T18" fmla="*/ 1 w 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1" y="5"/>
                  </a:moveTo>
                  <a:cubicBezTo>
                    <a:pt x="1" y="5"/>
                    <a:pt x="1" y="5"/>
                    <a:pt x="1" y="5"/>
                  </a:cubicBezTo>
                  <a:cubicBezTo>
                    <a:pt x="0" y="5"/>
                    <a:pt x="1" y="4"/>
                    <a:pt x="1" y="4"/>
                  </a:cubicBezTo>
                  <a:cubicBezTo>
                    <a:pt x="3" y="0"/>
                    <a:pt x="3" y="0"/>
                    <a:pt x="3" y="0"/>
                  </a:cubicBezTo>
                  <a:cubicBezTo>
                    <a:pt x="3" y="0"/>
                    <a:pt x="3" y="0"/>
                    <a:pt x="3" y="0"/>
                  </a:cubicBezTo>
                  <a:cubicBezTo>
                    <a:pt x="3" y="0"/>
                    <a:pt x="4" y="0"/>
                    <a:pt x="3" y="1"/>
                  </a:cubicBezTo>
                  <a:cubicBezTo>
                    <a:pt x="1" y="4"/>
                    <a:pt x="1" y="4"/>
                    <a:pt x="1" y="4"/>
                  </a:cubicBezTo>
                  <a:cubicBezTo>
                    <a:pt x="1" y="4"/>
                    <a:pt x="1" y="5"/>
                    <a:pt x="1" y="5"/>
                  </a:cubicBezTo>
                  <a:cubicBezTo>
                    <a:pt x="1" y="5"/>
                    <a:pt x="1" y="5"/>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0" name="Freeform 539"/>
            <p:cNvSpPr>
              <a:spLocks/>
            </p:cNvSpPr>
            <p:nvPr/>
          </p:nvSpPr>
          <p:spPr bwMode="auto">
            <a:xfrm>
              <a:off x="3820" y="2198"/>
              <a:ext cx="7" cy="15"/>
            </a:xfrm>
            <a:custGeom>
              <a:avLst/>
              <a:gdLst>
                <a:gd name="T0" fmla="*/ 1 w 3"/>
                <a:gd name="T1" fmla="*/ 6 h 6"/>
                <a:gd name="T2" fmla="*/ 0 w 3"/>
                <a:gd name="T3" fmla="*/ 5 h 6"/>
                <a:gd name="T4" fmla="*/ 0 w 3"/>
                <a:gd name="T5" fmla="*/ 5 h 6"/>
                <a:gd name="T6" fmla="*/ 2 w 3"/>
                <a:gd name="T7" fmla="*/ 0 h 6"/>
                <a:gd name="T8" fmla="*/ 3 w 3"/>
                <a:gd name="T9" fmla="*/ 0 h 6"/>
                <a:gd name="T10" fmla="*/ 3 w 3"/>
                <a:gd name="T11" fmla="*/ 0 h 6"/>
                <a:gd name="T12" fmla="*/ 1 w 3"/>
                <a:gd name="T13" fmla="*/ 5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0" y="6"/>
                    <a:pt x="0" y="5"/>
                  </a:cubicBezTo>
                  <a:cubicBezTo>
                    <a:pt x="0" y="5"/>
                    <a:pt x="0" y="5"/>
                    <a:pt x="0" y="5"/>
                  </a:cubicBezTo>
                  <a:cubicBezTo>
                    <a:pt x="1" y="3"/>
                    <a:pt x="2" y="1"/>
                    <a:pt x="2" y="0"/>
                  </a:cubicBezTo>
                  <a:cubicBezTo>
                    <a:pt x="3" y="0"/>
                    <a:pt x="3" y="0"/>
                    <a:pt x="3" y="0"/>
                  </a:cubicBezTo>
                  <a:cubicBezTo>
                    <a:pt x="3" y="0"/>
                    <a:pt x="3" y="0"/>
                    <a:pt x="3" y="0"/>
                  </a:cubicBezTo>
                  <a:cubicBezTo>
                    <a:pt x="2" y="2"/>
                    <a:pt x="2" y="4"/>
                    <a:pt x="1" y="5"/>
                  </a:cubicBezTo>
                  <a:cubicBezTo>
                    <a:pt x="1"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1" name="Freeform 540"/>
            <p:cNvSpPr>
              <a:spLocks/>
            </p:cNvSpPr>
            <p:nvPr/>
          </p:nvSpPr>
          <p:spPr bwMode="auto">
            <a:xfrm>
              <a:off x="3825" y="2198"/>
              <a:ext cx="7" cy="15"/>
            </a:xfrm>
            <a:custGeom>
              <a:avLst/>
              <a:gdLst>
                <a:gd name="T0" fmla="*/ 1 w 3"/>
                <a:gd name="T1" fmla="*/ 6 h 6"/>
                <a:gd name="T2" fmla="*/ 1 w 3"/>
                <a:gd name="T3" fmla="*/ 6 h 6"/>
                <a:gd name="T4" fmla="*/ 0 w 3"/>
                <a:gd name="T5" fmla="*/ 6 h 6"/>
                <a:gd name="T6" fmla="*/ 2 w 3"/>
                <a:gd name="T7" fmla="*/ 1 h 6"/>
                <a:gd name="T8" fmla="*/ 3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1" y="6"/>
                    <a:pt x="0" y="6"/>
                    <a:pt x="0" y="6"/>
                  </a:cubicBezTo>
                  <a:cubicBezTo>
                    <a:pt x="1" y="4"/>
                    <a:pt x="2" y="2"/>
                    <a:pt x="2" y="1"/>
                  </a:cubicBezTo>
                  <a:cubicBezTo>
                    <a:pt x="2" y="0"/>
                    <a:pt x="3" y="0"/>
                    <a:pt x="3" y="0"/>
                  </a:cubicBezTo>
                  <a:cubicBezTo>
                    <a:pt x="3" y="0"/>
                    <a:pt x="3" y="1"/>
                    <a:pt x="3" y="1"/>
                  </a:cubicBezTo>
                  <a:cubicBezTo>
                    <a:pt x="2" y="3"/>
                    <a:pt x="2" y="4"/>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2" name="Freeform 541"/>
            <p:cNvSpPr>
              <a:spLocks/>
            </p:cNvSpPr>
            <p:nvPr/>
          </p:nvSpPr>
          <p:spPr bwMode="auto">
            <a:xfrm>
              <a:off x="3832"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1 h 6"/>
                <a:gd name="T12" fmla="*/ 1 w 3"/>
                <a:gd name="T13" fmla="*/ 6 h 6"/>
                <a:gd name="T14" fmla="*/ 0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6"/>
                  </a:moveTo>
                  <a:cubicBezTo>
                    <a:pt x="0" y="6"/>
                    <a:pt x="0" y="6"/>
                    <a:pt x="0" y="6"/>
                  </a:cubicBezTo>
                  <a:cubicBezTo>
                    <a:pt x="0" y="6"/>
                    <a:pt x="0" y="6"/>
                    <a:pt x="0" y="6"/>
                  </a:cubicBezTo>
                  <a:cubicBezTo>
                    <a:pt x="2" y="0"/>
                    <a:pt x="2" y="0"/>
                    <a:pt x="2" y="0"/>
                  </a:cubicBezTo>
                  <a:cubicBezTo>
                    <a:pt x="2" y="0"/>
                    <a:pt x="2" y="0"/>
                    <a:pt x="2" y="0"/>
                  </a:cubicBezTo>
                  <a:cubicBezTo>
                    <a:pt x="3" y="0"/>
                    <a:pt x="3" y="0"/>
                    <a:pt x="3" y="1"/>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3" name="Freeform 542"/>
            <p:cNvSpPr>
              <a:spLocks/>
            </p:cNvSpPr>
            <p:nvPr/>
          </p:nvSpPr>
          <p:spPr bwMode="auto">
            <a:xfrm>
              <a:off x="3837" y="2198"/>
              <a:ext cx="8" cy="15"/>
            </a:xfrm>
            <a:custGeom>
              <a:avLst/>
              <a:gdLst>
                <a:gd name="T0" fmla="*/ 1 w 3"/>
                <a:gd name="T1" fmla="*/ 6 h 6"/>
                <a:gd name="T2" fmla="*/ 0 w 3"/>
                <a:gd name="T3" fmla="*/ 6 h 6"/>
                <a:gd name="T4" fmla="*/ 0 w 3"/>
                <a:gd name="T5" fmla="*/ 6 h 6"/>
                <a:gd name="T6" fmla="*/ 2 w 3"/>
                <a:gd name="T7" fmla="*/ 1 h 6"/>
                <a:gd name="T8" fmla="*/ 3 w 3"/>
                <a:gd name="T9" fmla="*/ 0 h 6"/>
                <a:gd name="T10" fmla="*/ 3 w 3"/>
                <a:gd name="T11" fmla="*/ 1 h 6"/>
                <a:gd name="T12" fmla="*/ 1 w 3"/>
                <a:gd name="T13" fmla="*/ 5 h 6"/>
                <a:gd name="T14" fmla="*/ 1 w 3"/>
                <a:gd name="T15" fmla="*/ 6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1" y="6"/>
                    <a:pt x="0" y="6"/>
                    <a:pt x="0" y="6"/>
                  </a:cubicBezTo>
                  <a:cubicBezTo>
                    <a:pt x="0" y="6"/>
                    <a:pt x="0" y="6"/>
                    <a:pt x="0" y="6"/>
                  </a:cubicBezTo>
                  <a:cubicBezTo>
                    <a:pt x="2" y="1"/>
                    <a:pt x="2" y="1"/>
                    <a:pt x="2" y="1"/>
                  </a:cubicBezTo>
                  <a:cubicBezTo>
                    <a:pt x="3" y="0"/>
                    <a:pt x="3" y="0"/>
                    <a:pt x="3" y="0"/>
                  </a:cubicBezTo>
                  <a:cubicBezTo>
                    <a:pt x="3" y="0"/>
                    <a:pt x="3" y="1"/>
                    <a:pt x="3" y="1"/>
                  </a:cubicBezTo>
                  <a:cubicBezTo>
                    <a:pt x="1" y="5"/>
                    <a:pt x="1" y="5"/>
                    <a:pt x="1" y="5"/>
                  </a:cubicBezTo>
                  <a:cubicBezTo>
                    <a:pt x="1" y="6"/>
                    <a:pt x="1" y="6"/>
                    <a:pt x="1" y="6"/>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4" name="Freeform 543"/>
            <p:cNvSpPr>
              <a:spLocks/>
            </p:cNvSpPr>
            <p:nvPr/>
          </p:nvSpPr>
          <p:spPr bwMode="auto">
            <a:xfrm>
              <a:off x="3845"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0 h 6"/>
                <a:gd name="T12" fmla="*/ 1 w 3"/>
                <a:gd name="T13" fmla="*/ 6 h 6"/>
                <a:gd name="T14" fmla="*/ 0 w 3"/>
                <a:gd name="T15" fmla="*/ 6 h 6"/>
                <a:gd name="T16" fmla="*/ 0 w 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6"/>
                  </a:moveTo>
                  <a:cubicBezTo>
                    <a:pt x="0" y="6"/>
                    <a:pt x="0" y="6"/>
                    <a:pt x="0" y="6"/>
                  </a:cubicBezTo>
                  <a:cubicBezTo>
                    <a:pt x="0" y="6"/>
                    <a:pt x="0" y="6"/>
                    <a:pt x="0" y="6"/>
                  </a:cubicBezTo>
                  <a:cubicBezTo>
                    <a:pt x="0" y="4"/>
                    <a:pt x="1" y="2"/>
                    <a:pt x="2" y="0"/>
                  </a:cubicBezTo>
                  <a:cubicBezTo>
                    <a:pt x="2" y="0"/>
                    <a:pt x="2" y="0"/>
                    <a:pt x="2" y="0"/>
                  </a:cubicBezTo>
                  <a:cubicBezTo>
                    <a:pt x="3" y="0"/>
                    <a:pt x="3" y="0"/>
                    <a:pt x="3" y="0"/>
                  </a:cubicBezTo>
                  <a:cubicBezTo>
                    <a:pt x="2" y="2"/>
                    <a:pt x="1" y="4"/>
                    <a:pt x="1" y="6"/>
                  </a:cubicBezTo>
                  <a:cubicBezTo>
                    <a:pt x="1" y="6"/>
                    <a:pt x="1" y="6"/>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5" name="Freeform 544"/>
            <p:cNvSpPr>
              <a:spLocks/>
            </p:cNvSpPr>
            <p:nvPr/>
          </p:nvSpPr>
          <p:spPr bwMode="auto">
            <a:xfrm>
              <a:off x="3848" y="2203"/>
              <a:ext cx="5" cy="10"/>
            </a:xfrm>
            <a:custGeom>
              <a:avLst/>
              <a:gdLst>
                <a:gd name="T0" fmla="*/ 1 w 2"/>
                <a:gd name="T1" fmla="*/ 4 h 4"/>
                <a:gd name="T2" fmla="*/ 0 w 2"/>
                <a:gd name="T3" fmla="*/ 4 h 4"/>
                <a:gd name="T4" fmla="*/ 0 w 2"/>
                <a:gd name="T5" fmla="*/ 3 h 4"/>
                <a:gd name="T6" fmla="*/ 2 w 2"/>
                <a:gd name="T7" fmla="*/ 0 h 4"/>
                <a:gd name="T8" fmla="*/ 2 w 2"/>
                <a:gd name="T9" fmla="*/ 0 h 4"/>
                <a:gd name="T10" fmla="*/ 2 w 2"/>
                <a:gd name="T11" fmla="*/ 0 h 4"/>
                <a:gd name="T12" fmla="*/ 1 w 2"/>
                <a:gd name="T13" fmla="*/ 3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0" y="4"/>
                  </a:cubicBezTo>
                  <a:cubicBezTo>
                    <a:pt x="0" y="4"/>
                    <a:pt x="0" y="3"/>
                    <a:pt x="0" y="3"/>
                  </a:cubicBezTo>
                  <a:cubicBezTo>
                    <a:pt x="2" y="0"/>
                    <a:pt x="2" y="0"/>
                    <a:pt x="2" y="0"/>
                  </a:cubicBezTo>
                  <a:cubicBezTo>
                    <a:pt x="2" y="0"/>
                    <a:pt x="2" y="0"/>
                    <a:pt x="2" y="0"/>
                  </a:cubicBezTo>
                  <a:cubicBezTo>
                    <a:pt x="2" y="0"/>
                    <a:pt x="2" y="0"/>
                    <a:pt x="2" y="0"/>
                  </a:cubicBezTo>
                  <a:cubicBezTo>
                    <a:pt x="1" y="3"/>
                    <a:pt x="1" y="3"/>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6" name="Freeform 545"/>
            <p:cNvSpPr>
              <a:spLocks/>
            </p:cNvSpPr>
            <p:nvPr/>
          </p:nvSpPr>
          <p:spPr bwMode="auto">
            <a:xfrm>
              <a:off x="3842"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7" name="Freeform 546"/>
            <p:cNvSpPr>
              <a:spLocks/>
            </p:cNvSpPr>
            <p:nvPr/>
          </p:nvSpPr>
          <p:spPr bwMode="auto">
            <a:xfrm>
              <a:off x="3842" y="2168"/>
              <a:ext cx="6" cy="7"/>
            </a:xfrm>
            <a:custGeom>
              <a:avLst/>
              <a:gdLst>
                <a:gd name="T0" fmla="*/ 1 w 2"/>
                <a:gd name="T1" fmla="*/ 3 h 3"/>
                <a:gd name="T2" fmla="*/ 1 w 2"/>
                <a:gd name="T3" fmla="*/ 3 h 3"/>
                <a:gd name="T4" fmla="*/ 1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0" y="3"/>
                    <a:pt x="0" y="3"/>
                    <a:pt x="1" y="2"/>
                  </a:cubicBezTo>
                  <a:cubicBezTo>
                    <a:pt x="1" y="2"/>
                    <a:pt x="1" y="1"/>
                    <a:pt x="1" y="1"/>
                  </a:cubicBezTo>
                  <a:cubicBezTo>
                    <a:pt x="1" y="1"/>
                    <a:pt x="1" y="0"/>
                    <a:pt x="2" y="0"/>
                  </a:cubicBezTo>
                  <a:cubicBezTo>
                    <a:pt x="2" y="1"/>
                    <a:pt x="2" y="1"/>
                    <a:pt x="2" y="1"/>
                  </a:cubicBezTo>
                  <a:cubicBezTo>
                    <a:pt x="2" y="2"/>
                    <a:pt x="2"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8" name="Freeform 547"/>
            <p:cNvSpPr>
              <a:spLocks/>
            </p:cNvSpPr>
            <p:nvPr/>
          </p:nvSpPr>
          <p:spPr bwMode="auto">
            <a:xfrm>
              <a:off x="3845" y="2173"/>
              <a:ext cx="5" cy="7"/>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1"/>
                    <a:pt x="1" y="1"/>
                    <a:pt x="1" y="1"/>
                  </a:cubicBezTo>
                  <a:cubicBezTo>
                    <a:pt x="1" y="0"/>
                    <a:pt x="1" y="0"/>
                    <a:pt x="2" y="0"/>
                  </a:cubicBezTo>
                  <a:cubicBezTo>
                    <a:pt x="2" y="0"/>
                    <a:pt x="2" y="1"/>
                    <a:pt x="2" y="1"/>
                  </a:cubicBezTo>
                  <a:cubicBezTo>
                    <a:pt x="1" y="3"/>
                    <a:pt x="1" y="3"/>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399" name="Freeform 548"/>
            <p:cNvSpPr>
              <a:spLocks/>
            </p:cNvSpPr>
            <p:nvPr/>
          </p:nvSpPr>
          <p:spPr bwMode="auto">
            <a:xfrm>
              <a:off x="3848" y="2178"/>
              <a:ext cx="5" cy="10"/>
            </a:xfrm>
            <a:custGeom>
              <a:avLst/>
              <a:gdLst>
                <a:gd name="T0" fmla="*/ 0 w 2"/>
                <a:gd name="T1" fmla="*/ 4 h 4"/>
                <a:gd name="T2" fmla="*/ 0 w 2"/>
                <a:gd name="T3" fmla="*/ 3 h 4"/>
                <a:gd name="T4" fmla="*/ 0 w 2"/>
                <a:gd name="T5" fmla="*/ 3 h 4"/>
                <a:gd name="T6" fmla="*/ 1 w 2"/>
                <a:gd name="T7" fmla="*/ 0 h 4"/>
                <a:gd name="T8" fmla="*/ 1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3"/>
                  </a:cubicBezTo>
                  <a:cubicBezTo>
                    <a:pt x="0" y="3"/>
                    <a:pt x="0" y="3"/>
                    <a:pt x="0" y="3"/>
                  </a:cubicBezTo>
                  <a:cubicBezTo>
                    <a:pt x="1" y="0"/>
                    <a:pt x="1" y="0"/>
                    <a:pt x="1" y="0"/>
                  </a:cubicBezTo>
                  <a:cubicBezTo>
                    <a:pt x="1" y="0"/>
                    <a:pt x="1" y="0"/>
                    <a:pt x="1" y="0"/>
                  </a:cubicBezTo>
                  <a:cubicBezTo>
                    <a:pt x="2" y="0"/>
                    <a:pt x="2" y="1"/>
                    <a:pt x="2" y="1"/>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0" name="Freeform 549"/>
            <p:cNvSpPr>
              <a:spLocks/>
            </p:cNvSpPr>
            <p:nvPr/>
          </p:nvSpPr>
          <p:spPr bwMode="auto">
            <a:xfrm>
              <a:off x="3850" y="2183"/>
              <a:ext cx="5" cy="10"/>
            </a:xfrm>
            <a:custGeom>
              <a:avLst/>
              <a:gdLst>
                <a:gd name="T0" fmla="*/ 0 w 2"/>
                <a:gd name="T1" fmla="*/ 4 h 4"/>
                <a:gd name="T2" fmla="*/ 0 w 2"/>
                <a:gd name="T3" fmla="*/ 3 h 4"/>
                <a:gd name="T4" fmla="*/ 0 w 2"/>
                <a:gd name="T5" fmla="*/ 3 h 4"/>
                <a:gd name="T6" fmla="*/ 1 w 2"/>
                <a:gd name="T7" fmla="*/ 0 h 4"/>
                <a:gd name="T8" fmla="*/ 2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3"/>
                    <a:pt x="0" y="3"/>
                  </a:cubicBezTo>
                  <a:cubicBezTo>
                    <a:pt x="0" y="3"/>
                    <a:pt x="0" y="3"/>
                    <a:pt x="0" y="3"/>
                  </a:cubicBezTo>
                  <a:cubicBezTo>
                    <a:pt x="0" y="2"/>
                    <a:pt x="1" y="1"/>
                    <a:pt x="1" y="0"/>
                  </a:cubicBezTo>
                  <a:cubicBezTo>
                    <a:pt x="1" y="0"/>
                    <a:pt x="1" y="0"/>
                    <a:pt x="2" y="0"/>
                  </a:cubicBezTo>
                  <a:cubicBezTo>
                    <a:pt x="2" y="0"/>
                    <a:pt x="2" y="1"/>
                    <a:pt x="2" y="1"/>
                  </a:cubicBezTo>
                  <a:cubicBezTo>
                    <a:pt x="1" y="2"/>
                    <a:pt x="1" y="2"/>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1" name="Freeform 550"/>
            <p:cNvSpPr>
              <a:spLocks/>
            </p:cNvSpPr>
            <p:nvPr/>
          </p:nvSpPr>
          <p:spPr bwMode="auto">
            <a:xfrm>
              <a:off x="3850" y="2188"/>
              <a:ext cx="8" cy="10"/>
            </a:xfrm>
            <a:custGeom>
              <a:avLst/>
              <a:gdLst>
                <a:gd name="T0" fmla="*/ 1 w 3"/>
                <a:gd name="T1" fmla="*/ 4 h 4"/>
                <a:gd name="T2" fmla="*/ 1 w 3"/>
                <a:gd name="T3" fmla="*/ 4 h 4"/>
                <a:gd name="T4" fmla="*/ 1 w 3"/>
                <a:gd name="T5" fmla="*/ 3 h 4"/>
                <a:gd name="T6" fmla="*/ 2 w 3"/>
                <a:gd name="T7" fmla="*/ 0 h 4"/>
                <a:gd name="T8" fmla="*/ 3 w 3"/>
                <a:gd name="T9" fmla="*/ 0 h 4"/>
                <a:gd name="T10" fmla="*/ 3 w 3"/>
                <a:gd name="T11" fmla="*/ 1 h 4"/>
                <a:gd name="T12" fmla="*/ 1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1" y="4"/>
                    <a:pt x="0" y="3"/>
                    <a:pt x="1" y="3"/>
                  </a:cubicBezTo>
                  <a:cubicBezTo>
                    <a:pt x="1" y="2"/>
                    <a:pt x="1" y="1"/>
                    <a:pt x="2" y="0"/>
                  </a:cubicBezTo>
                  <a:cubicBezTo>
                    <a:pt x="2" y="0"/>
                    <a:pt x="2" y="0"/>
                    <a:pt x="3" y="0"/>
                  </a:cubicBezTo>
                  <a:cubicBezTo>
                    <a:pt x="3" y="0"/>
                    <a:pt x="3" y="0"/>
                    <a:pt x="3" y="1"/>
                  </a:cubicBezTo>
                  <a:cubicBezTo>
                    <a:pt x="2" y="2"/>
                    <a:pt x="2" y="2"/>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2" name="Freeform 551"/>
            <p:cNvSpPr>
              <a:spLocks/>
            </p:cNvSpPr>
            <p:nvPr/>
          </p:nvSpPr>
          <p:spPr bwMode="auto">
            <a:xfrm>
              <a:off x="3853" y="2193"/>
              <a:ext cx="7" cy="10"/>
            </a:xfrm>
            <a:custGeom>
              <a:avLst/>
              <a:gdLst>
                <a:gd name="T0" fmla="*/ 1 w 3"/>
                <a:gd name="T1" fmla="*/ 4 h 4"/>
                <a:gd name="T2" fmla="*/ 1 w 3"/>
                <a:gd name="T3" fmla="*/ 4 h 4"/>
                <a:gd name="T4" fmla="*/ 0 w 3"/>
                <a:gd name="T5" fmla="*/ 4 h 4"/>
                <a:gd name="T6" fmla="*/ 1 w 3"/>
                <a:gd name="T7" fmla="*/ 2 h 4"/>
                <a:gd name="T8" fmla="*/ 1 w 3"/>
                <a:gd name="T9" fmla="*/ 1 h 4"/>
                <a:gd name="T10" fmla="*/ 2 w 3"/>
                <a:gd name="T11" fmla="*/ 0 h 4"/>
                <a:gd name="T12" fmla="*/ 2 w 3"/>
                <a:gd name="T13" fmla="*/ 0 h 4"/>
                <a:gd name="T14" fmla="*/ 3 w 3"/>
                <a:gd name="T15" fmla="*/ 0 h 4"/>
                <a:gd name="T16" fmla="*/ 2 w 3"/>
                <a:gd name="T17" fmla="*/ 2 h 4"/>
                <a:gd name="T18" fmla="*/ 2 w 3"/>
                <a:gd name="T19" fmla="*/ 2 h 4"/>
                <a:gd name="T20" fmla="*/ 1 w 3"/>
                <a:gd name="T21" fmla="*/ 4 h 4"/>
                <a:gd name="T22" fmla="*/ 1 w 3"/>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4"/>
                  </a:moveTo>
                  <a:cubicBezTo>
                    <a:pt x="1" y="4"/>
                    <a:pt x="1" y="4"/>
                    <a:pt x="1" y="4"/>
                  </a:cubicBezTo>
                  <a:cubicBezTo>
                    <a:pt x="0" y="4"/>
                    <a:pt x="0" y="4"/>
                    <a:pt x="0" y="4"/>
                  </a:cubicBezTo>
                  <a:cubicBezTo>
                    <a:pt x="0" y="3"/>
                    <a:pt x="1" y="2"/>
                    <a:pt x="1" y="2"/>
                  </a:cubicBezTo>
                  <a:cubicBezTo>
                    <a:pt x="1" y="1"/>
                    <a:pt x="1" y="1"/>
                    <a:pt x="1" y="1"/>
                  </a:cubicBezTo>
                  <a:cubicBezTo>
                    <a:pt x="2" y="1"/>
                    <a:pt x="2" y="1"/>
                    <a:pt x="2" y="0"/>
                  </a:cubicBezTo>
                  <a:cubicBezTo>
                    <a:pt x="2" y="0"/>
                    <a:pt x="2" y="0"/>
                    <a:pt x="2" y="0"/>
                  </a:cubicBezTo>
                  <a:cubicBezTo>
                    <a:pt x="2" y="0"/>
                    <a:pt x="3" y="0"/>
                    <a:pt x="3" y="0"/>
                  </a:cubicBezTo>
                  <a:cubicBezTo>
                    <a:pt x="3" y="1"/>
                    <a:pt x="2" y="1"/>
                    <a:pt x="2" y="2"/>
                  </a:cubicBezTo>
                  <a:cubicBezTo>
                    <a:pt x="2" y="2"/>
                    <a:pt x="2" y="2"/>
                    <a:pt x="2" y="2"/>
                  </a:cubicBezTo>
                  <a:cubicBezTo>
                    <a:pt x="2"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3" name="Freeform 552"/>
            <p:cNvSpPr>
              <a:spLocks/>
            </p:cNvSpPr>
            <p:nvPr/>
          </p:nvSpPr>
          <p:spPr bwMode="auto">
            <a:xfrm>
              <a:off x="3855" y="2200"/>
              <a:ext cx="5" cy="8"/>
            </a:xfrm>
            <a:custGeom>
              <a:avLst/>
              <a:gdLst>
                <a:gd name="T0" fmla="*/ 0 w 2"/>
                <a:gd name="T1" fmla="*/ 3 h 3"/>
                <a:gd name="T2" fmla="*/ 0 w 2"/>
                <a:gd name="T3" fmla="*/ 2 h 3"/>
                <a:gd name="T4" fmla="*/ 0 w 2"/>
                <a:gd name="T5" fmla="*/ 2 h 3"/>
                <a:gd name="T6" fmla="*/ 1 w 2"/>
                <a:gd name="T7" fmla="*/ 0 h 3"/>
                <a:gd name="T8" fmla="*/ 2 w 2"/>
                <a:gd name="T9" fmla="*/ 0 h 3"/>
                <a:gd name="T10" fmla="*/ 2 w 2"/>
                <a:gd name="T11" fmla="*/ 0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1" y="0"/>
                    <a:pt x="1" y="0"/>
                    <a:pt x="1" y="0"/>
                  </a:cubicBezTo>
                  <a:cubicBezTo>
                    <a:pt x="1" y="0"/>
                    <a:pt x="1" y="0"/>
                    <a:pt x="2" y="0"/>
                  </a:cubicBezTo>
                  <a:cubicBezTo>
                    <a:pt x="2" y="0"/>
                    <a:pt x="2" y="0"/>
                    <a:pt x="2" y="0"/>
                  </a:cubicBezTo>
                  <a:cubicBezTo>
                    <a:pt x="1" y="2"/>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4" name="Freeform 553"/>
            <p:cNvSpPr>
              <a:spLocks/>
            </p:cNvSpPr>
            <p:nvPr/>
          </p:nvSpPr>
          <p:spPr bwMode="auto">
            <a:xfrm>
              <a:off x="3848" y="2157"/>
              <a:ext cx="2" cy="5"/>
            </a:xfrm>
            <a:custGeom>
              <a:avLst/>
              <a:gdLst>
                <a:gd name="T0" fmla="*/ 0 w 1"/>
                <a:gd name="T1" fmla="*/ 2 h 2"/>
                <a:gd name="T2" fmla="*/ 0 w 1"/>
                <a:gd name="T3" fmla="*/ 2 h 2"/>
                <a:gd name="T4" fmla="*/ 1 w 1"/>
                <a:gd name="T5" fmla="*/ 1 h 2"/>
                <a:gd name="T6" fmla="*/ 1 w 1"/>
                <a:gd name="T7" fmla="*/ 1 h 2"/>
                <a:gd name="T8" fmla="*/ 1 w 1"/>
                <a:gd name="T9" fmla="*/ 1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1" y="1"/>
                  </a:cubicBezTo>
                  <a:cubicBezTo>
                    <a:pt x="1" y="0"/>
                    <a:pt x="1" y="0"/>
                    <a:pt x="1" y="1"/>
                  </a:cubicBezTo>
                  <a:cubicBezTo>
                    <a:pt x="1" y="1"/>
                    <a:pt x="1"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5" name="Freeform 554"/>
            <p:cNvSpPr>
              <a:spLocks/>
            </p:cNvSpPr>
            <p:nvPr/>
          </p:nvSpPr>
          <p:spPr bwMode="auto">
            <a:xfrm>
              <a:off x="3850" y="2160"/>
              <a:ext cx="5" cy="5"/>
            </a:xfrm>
            <a:custGeom>
              <a:avLst/>
              <a:gdLst>
                <a:gd name="T0" fmla="*/ 1 w 2"/>
                <a:gd name="T1" fmla="*/ 2 h 2"/>
                <a:gd name="T2" fmla="*/ 1 w 2"/>
                <a:gd name="T3" fmla="*/ 2 h 2"/>
                <a:gd name="T4" fmla="*/ 0 w 2"/>
                <a:gd name="T5" fmla="*/ 1 h 2"/>
                <a:gd name="T6" fmla="*/ 1 w 2"/>
                <a:gd name="T7" fmla="*/ 0 h 2"/>
                <a:gd name="T8" fmla="*/ 1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1"/>
                    <a:pt x="1" y="1"/>
                    <a:pt x="1" y="0"/>
                  </a:cubicBezTo>
                  <a:cubicBezTo>
                    <a:pt x="1" y="0"/>
                    <a:pt x="1" y="0"/>
                    <a:pt x="1"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6" name="Freeform 555"/>
            <p:cNvSpPr>
              <a:spLocks/>
            </p:cNvSpPr>
            <p:nvPr/>
          </p:nvSpPr>
          <p:spPr bwMode="auto">
            <a:xfrm>
              <a:off x="3855" y="2162"/>
              <a:ext cx="5" cy="6"/>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1"/>
                    <a:pt x="1" y="0"/>
                  </a:cubicBezTo>
                  <a:cubicBezTo>
                    <a:pt x="1" y="0"/>
                    <a:pt x="1"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7" name="Freeform 556"/>
            <p:cNvSpPr>
              <a:spLocks/>
            </p:cNvSpPr>
            <p:nvPr/>
          </p:nvSpPr>
          <p:spPr bwMode="auto">
            <a:xfrm>
              <a:off x="3860" y="2162"/>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2"/>
                    <a:pt x="0" y="2"/>
                  </a:cubicBezTo>
                  <a:cubicBezTo>
                    <a:pt x="1" y="1"/>
                    <a:pt x="1" y="1"/>
                    <a:pt x="1" y="1"/>
                  </a:cubicBezTo>
                  <a:cubicBezTo>
                    <a:pt x="1" y="0"/>
                    <a:pt x="1" y="0"/>
                    <a:pt x="1" y="0"/>
                  </a:cubicBezTo>
                  <a:cubicBezTo>
                    <a:pt x="2" y="1"/>
                    <a:pt x="2" y="1"/>
                    <a:pt x="2" y="1"/>
                  </a:cubicBezTo>
                  <a:cubicBezTo>
                    <a:pt x="1" y="2"/>
                    <a:pt x="1" y="2"/>
                    <a:pt x="1" y="2"/>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8" name="Freeform 557"/>
            <p:cNvSpPr>
              <a:spLocks/>
            </p:cNvSpPr>
            <p:nvPr/>
          </p:nvSpPr>
          <p:spPr bwMode="auto">
            <a:xfrm>
              <a:off x="3865" y="2165"/>
              <a:ext cx="5" cy="8"/>
            </a:xfrm>
            <a:custGeom>
              <a:avLst/>
              <a:gdLst>
                <a:gd name="T0" fmla="*/ 1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2"/>
                    <a:pt x="0" y="2"/>
                  </a:cubicBezTo>
                  <a:cubicBezTo>
                    <a:pt x="1" y="1"/>
                    <a:pt x="1" y="1"/>
                    <a:pt x="1" y="1"/>
                  </a:cubicBezTo>
                  <a:cubicBezTo>
                    <a:pt x="1" y="0"/>
                    <a:pt x="1" y="0"/>
                    <a:pt x="2" y="0"/>
                  </a:cubicBezTo>
                  <a:cubicBezTo>
                    <a:pt x="2" y="0"/>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09" name="Freeform 558"/>
            <p:cNvSpPr>
              <a:spLocks/>
            </p:cNvSpPr>
            <p:nvPr/>
          </p:nvSpPr>
          <p:spPr bwMode="auto">
            <a:xfrm>
              <a:off x="3870"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0" name="Freeform 559"/>
            <p:cNvSpPr>
              <a:spLocks/>
            </p:cNvSpPr>
            <p:nvPr/>
          </p:nvSpPr>
          <p:spPr bwMode="auto">
            <a:xfrm>
              <a:off x="3875" y="2170"/>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1" name="Freeform 560"/>
            <p:cNvSpPr>
              <a:spLocks/>
            </p:cNvSpPr>
            <p:nvPr/>
          </p:nvSpPr>
          <p:spPr bwMode="auto">
            <a:xfrm>
              <a:off x="3880" y="2170"/>
              <a:ext cx="5" cy="8"/>
            </a:xfrm>
            <a:custGeom>
              <a:avLst/>
              <a:gdLst>
                <a:gd name="T0" fmla="*/ 0 w 2"/>
                <a:gd name="T1" fmla="*/ 3 h 3"/>
                <a:gd name="T2" fmla="*/ 0 w 2"/>
                <a:gd name="T3" fmla="*/ 3 h 3"/>
                <a:gd name="T4" fmla="*/ 0 w 2"/>
                <a:gd name="T5" fmla="*/ 3 h 3"/>
                <a:gd name="T6" fmla="*/ 1 w 2"/>
                <a:gd name="T7" fmla="*/ 0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0" y="2"/>
                    <a:pt x="1" y="1"/>
                    <a:pt x="1" y="0"/>
                  </a:cubicBezTo>
                  <a:cubicBezTo>
                    <a:pt x="1" y="0"/>
                    <a:pt x="2" y="0"/>
                    <a:pt x="2" y="0"/>
                  </a:cubicBezTo>
                  <a:cubicBezTo>
                    <a:pt x="2" y="1"/>
                    <a:pt x="2" y="1"/>
                    <a:pt x="2" y="1"/>
                  </a:cubicBezTo>
                  <a:cubicBezTo>
                    <a:pt x="1" y="2"/>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2" name="Freeform 561"/>
            <p:cNvSpPr>
              <a:spLocks/>
            </p:cNvSpPr>
            <p:nvPr/>
          </p:nvSpPr>
          <p:spPr bwMode="auto">
            <a:xfrm>
              <a:off x="3883" y="2175"/>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3" name="Freeform 562"/>
            <p:cNvSpPr>
              <a:spLocks/>
            </p:cNvSpPr>
            <p:nvPr/>
          </p:nvSpPr>
          <p:spPr bwMode="auto">
            <a:xfrm>
              <a:off x="3860" y="2193"/>
              <a:ext cx="8" cy="15"/>
            </a:xfrm>
            <a:custGeom>
              <a:avLst/>
              <a:gdLst>
                <a:gd name="T0" fmla="*/ 1 w 3"/>
                <a:gd name="T1" fmla="*/ 6 h 6"/>
                <a:gd name="T2" fmla="*/ 1 w 3"/>
                <a:gd name="T3" fmla="*/ 6 h 6"/>
                <a:gd name="T4" fmla="*/ 0 w 3"/>
                <a:gd name="T5" fmla="*/ 6 h 6"/>
                <a:gd name="T6" fmla="*/ 2 w 3"/>
                <a:gd name="T7" fmla="*/ 1 h 6"/>
                <a:gd name="T8" fmla="*/ 2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0" y="6"/>
                    <a:pt x="0" y="6"/>
                    <a:pt x="0" y="6"/>
                  </a:cubicBezTo>
                  <a:cubicBezTo>
                    <a:pt x="2" y="1"/>
                    <a:pt x="2" y="1"/>
                    <a:pt x="2" y="1"/>
                  </a:cubicBezTo>
                  <a:cubicBezTo>
                    <a:pt x="2" y="0"/>
                    <a:pt x="2" y="0"/>
                    <a:pt x="2" y="0"/>
                  </a:cubicBezTo>
                  <a:cubicBezTo>
                    <a:pt x="3" y="0"/>
                    <a:pt x="3" y="1"/>
                    <a:pt x="3" y="1"/>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4" name="Freeform 563"/>
            <p:cNvSpPr>
              <a:spLocks/>
            </p:cNvSpPr>
            <p:nvPr/>
          </p:nvSpPr>
          <p:spPr bwMode="auto">
            <a:xfrm>
              <a:off x="3865" y="2190"/>
              <a:ext cx="5" cy="18"/>
            </a:xfrm>
            <a:custGeom>
              <a:avLst/>
              <a:gdLst>
                <a:gd name="T0" fmla="*/ 0 w 2"/>
                <a:gd name="T1" fmla="*/ 7 h 7"/>
                <a:gd name="T2" fmla="*/ 0 w 2"/>
                <a:gd name="T3" fmla="*/ 7 h 7"/>
                <a:gd name="T4" fmla="*/ 0 w 2"/>
                <a:gd name="T5" fmla="*/ 6 h 7"/>
                <a:gd name="T6" fmla="*/ 2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1" y="4"/>
                    <a:pt x="1" y="3"/>
                    <a:pt x="2" y="1"/>
                  </a:cubicBezTo>
                  <a:cubicBezTo>
                    <a:pt x="2" y="1"/>
                    <a:pt x="2" y="0"/>
                    <a:pt x="2" y="0"/>
                  </a:cubicBezTo>
                  <a:cubicBezTo>
                    <a:pt x="2" y="0"/>
                    <a:pt x="2" y="1"/>
                    <a:pt x="2" y="1"/>
                  </a:cubicBezTo>
                  <a:cubicBezTo>
                    <a:pt x="2" y="3"/>
                    <a:pt x="1" y="4"/>
                    <a:pt x="1" y="6"/>
                  </a:cubicBezTo>
                  <a:cubicBezTo>
                    <a:pt x="1" y="6"/>
                    <a:pt x="1" y="6"/>
                    <a:pt x="1" y="6"/>
                  </a:cubicBezTo>
                  <a:cubicBezTo>
                    <a:pt x="1" y="7"/>
                    <a:pt x="1" y="7"/>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5" name="Freeform 564"/>
            <p:cNvSpPr>
              <a:spLocks/>
            </p:cNvSpPr>
            <p:nvPr/>
          </p:nvSpPr>
          <p:spPr bwMode="auto">
            <a:xfrm>
              <a:off x="3870" y="2188"/>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0" y="4"/>
                    <a:pt x="1" y="2"/>
                    <a:pt x="1" y="1"/>
                  </a:cubicBezTo>
                  <a:cubicBezTo>
                    <a:pt x="2" y="0"/>
                    <a:pt x="2" y="0"/>
                    <a:pt x="2" y="0"/>
                  </a:cubicBezTo>
                  <a:cubicBezTo>
                    <a:pt x="2" y="0"/>
                    <a:pt x="2" y="1"/>
                    <a:pt x="2" y="1"/>
                  </a:cubicBezTo>
                  <a:cubicBezTo>
                    <a:pt x="2" y="2"/>
                    <a:pt x="1" y="4"/>
                    <a:pt x="1" y="6"/>
                  </a:cubicBezTo>
                  <a:cubicBezTo>
                    <a:pt x="1" y="6"/>
                    <a:pt x="1" y="6"/>
                    <a:pt x="1" y="6"/>
                  </a:cubicBezTo>
                  <a:cubicBezTo>
                    <a:pt x="1" y="7"/>
                    <a:pt x="1" y="7"/>
                    <a:pt x="1"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6" name="Freeform 565"/>
            <p:cNvSpPr>
              <a:spLocks/>
            </p:cNvSpPr>
            <p:nvPr/>
          </p:nvSpPr>
          <p:spPr bwMode="auto">
            <a:xfrm>
              <a:off x="3875" y="2183"/>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7 h 7"/>
                <a:gd name="T14" fmla="*/ 0 w 2"/>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0" y="7"/>
                  </a:moveTo>
                  <a:cubicBezTo>
                    <a:pt x="0" y="7"/>
                    <a:pt x="0" y="7"/>
                    <a:pt x="0" y="7"/>
                  </a:cubicBezTo>
                  <a:cubicBezTo>
                    <a:pt x="0" y="7"/>
                    <a:pt x="0" y="7"/>
                    <a:pt x="0" y="6"/>
                  </a:cubicBezTo>
                  <a:cubicBezTo>
                    <a:pt x="1" y="4"/>
                    <a:pt x="1" y="3"/>
                    <a:pt x="1" y="1"/>
                  </a:cubicBezTo>
                  <a:cubicBezTo>
                    <a:pt x="2" y="0"/>
                    <a:pt x="2" y="0"/>
                    <a:pt x="2" y="0"/>
                  </a:cubicBezTo>
                  <a:cubicBezTo>
                    <a:pt x="2" y="0"/>
                    <a:pt x="2" y="0"/>
                    <a:pt x="2" y="1"/>
                  </a:cubicBezTo>
                  <a:cubicBezTo>
                    <a:pt x="2" y="3"/>
                    <a:pt x="1" y="5"/>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7" name="Freeform 566"/>
            <p:cNvSpPr>
              <a:spLocks/>
            </p:cNvSpPr>
            <p:nvPr/>
          </p:nvSpPr>
          <p:spPr bwMode="auto">
            <a:xfrm>
              <a:off x="3845" y="2147"/>
              <a:ext cx="5" cy="10"/>
            </a:xfrm>
            <a:custGeom>
              <a:avLst/>
              <a:gdLst>
                <a:gd name="T0" fmla="*/ 1 w 2"/>
                <a:gd name="T1" fmla="*/ 4 h 4"/>
                <a:gd name="T2" fmla="*/ 1 w 2"/>
                <a:gd name="T3" fmla="*/ 4 h 4"/>
                <a:gd name="T4" fmla="*/ 0 w 2"/>
                <a:gd name="T5" fmla="*/ 4 h 4"/>
                <a:gd name="T6" fmla="*/ 1 w 2"/>
                <a:gd name="T7" fmla="*/ 0 h 4"/>
                <a:gd name="T8" fmla="*/ 2 w 2"/>
                <a:gd name="T9" fmla="*/ 0 h 4"/>
                <a:gd name="T10" fmla="*/ 2 w 2"/>
                <a:gd name="T11" fmla="*/ 1 h 4"/>
                <a:gd name="T12" fmla="*/ 1 w 2"/>
                <a:gd name="T13" fmla="*/ 4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1" y="4"/>
                  </a:cubicBezTo>
                  <a:cubicBezTo>
                    <a:pt x="0" y="4"/>
                    <a:pt x="0" y="4"/>
                    <a:pt x="0" y="4"/>
                  </a:cubicBezTo>
                  <a:cubicBezTo>
                    <a:pt x="0" y="3"/>
                    <a:pt x="1" y="1"/>
                    <a:pt x="1" y="0"/>
                  </a:cubicBezTo>
                  <a:cubicBezTo>
                    <a:pt x="1" y="0"/>
                    <a:pt x="2" y="0"/>
                    <a:pt x="2" y="0"/>
                  </a:cubicBezTo>
                  <a:cubicBezTo>
                    <a:pt x="2" y="0"/>
                    <a:pt x="2" y="1"/>
                    <a:pt x="2" y="1"/>
                  </a:cubicBezTo>
                  <a:cubicBezTo>
                    <a:pt x="2" y="2"/>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8" name="Freeform 567"/>
            <p:cNvSpPr>
              <a:spLocks/>
            </p:cNvSpPr>
            <p:nvPr/>
          </p:nvSpPr>
          <p:spPr bwMode="auto">
            <a:xfrm>
              <a:off x="3853" y="2145"/>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3"/>
                  </a:cubicBezTo>
                  <a:cubicBezTo>
                    <a:pt x="0" y="2"/>
                    <a:pt x="1" y="1"/>
                    <a:pt x="1" y="0"/>
                  </a:cubicBezTo>
                  <a:cubicBezTo>
                    <a:pt x="1" y="0"/>
                    <a:pt x="1" y="0"/>
                    <a:pt x="2" y="0"/>
                  </a:cubicBezTo>
                  <a:cubicBezTo>
                    <a:pt x="2" y="0"/>
                    <a:pt x="2" y="0"/>
                    <a:pt x="2" y="0"/>
                  </a:cubicBezTo>
                  <a:cubicBezTo>
                    <a:pt x="1" y="1"/>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9" name="Freeform 568"/>
            <p:cNvSpPr>
              <a:spLocks/>
            </p:cNvSpPr>
            <p:nvPr/>
          </p:nvSpPr>
          <p:spPr bwMode="auto">
            <a:xfrm>
              <a:off x="3855" y="2142"/>
              <a:ext cx="8" cy="13"/>
            </a:xfrm>
            <a:custGeom>
              <a:avLst/>
              <a:gdLst>
                <a:gd name="T0" fmla="*/ 1 w 3"/>
                <a:gd name="T1" fmla="*/ 5 h 5"/>
                <a:gd name="T2" fmla="*/ 1 w 3"/>
                <a:gd name="T3" fmla="*/ 5 h 5"/>
                <a:gd name="T4" fmla="*/ 0 w 3"/>
                <a:gd name="T5" fmla="*/ 4 h 5"/>
                <a:gd name="T6" fmla="*/ 2 w 3"/>
                <a:gd name="T7" fmla="*/ 0 h 5"/>
                <a:gd name="T8" fmla="*/ 3 w 3"/>
                <a:gd name="T9" fmla="*/ 0 h 5"/>
                <a:gd name="T10" fmla="*/ 3 w 3"/>
                <a:gd name="T11" fmla="*/ 0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1" y="5"/>
                    <a:pt x="1" y="5"/>
                    <a:pt x="1" y="5"/>
                  </a:cubicBezTo>
                  <a:cubicBezTo>
                    <a:pt x="0" y="5"/>
                    <a:pt x="0" y="4"/>
                    <a:pt x="0" y="4"/>
                  </a:cubicBezTo>
                  <a:cubicBezTo>
                    <a:pt x="1" y="3"/>
                    <a:pt x="1" y="1"/>
                    <a:pt x="2" y="0"/>
                  </a:cubicBezTo>
                  <a:cubicBezTo>
                    <a:pt x="2" y="0"/>
                    <a:pt x="3" y="0"/>
                    <a:pt x="3" y="0"/>
                  </a:cubicBezTo>
                  <a:cubicBezTo>
                    <a:pt x="3" y="0"/>
                    <a:pt x="3" y="0"/>
                    <a:pt x="3" y="0"/>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0" name="Freeform 569"/>
            <p:cNvSpPr>
              <a:spLocks/>
            </p:cNvSpPr>
            <p:nvPr/>
          </p:nvSpPr>
          <p:spPr bwMode="auto">
            <a:xfrm>
              <a:off x="3863" y="2137"/>
              <a:ext cx="5" cy="13"/>
            </a:xfrm>
            <a:custGeom>
              <a:avLst/>
              <a:gdLst>
                <a:gd name="T0" fmla="*/ 0 w 2"/>
                <a:gd name="T1" fmla="*/ 5 h 5"/>
                <a:gd name="T2" fmla="*/ 0 w 2"/>
                <a:gd name="T3" fmla="*/ 5 h 5"/>
                <a:gd name="T4" fmla="*/ 0 w 2"/>
                <a:gd name="T5" fmla="*/ 5 h 5"/>
                <a:gd name="T6" fmla="*/ 2 w 2"/>
                <a:gd name="T7" fmla="*/ 0 h 5"/>
                <a:gd name="T8" fmla="*/ 2 w 2"/>
                <a:gd name="T9" fmla="*/ 0 h 5"/>
                <a:gd name="T10" fmla="*/ 2 w 2"/>
                <a:gd name="T11" fmla="*/ 1 h 5"/>
                <a:gd name="T12" fmla="*/ 1 w 2"/>
                <a:gd name="T13" fmla="*/ 5 h 5"/>
                <a:gd name="T14" fmla="*/ 0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5"/>
                  </a:moveTo>
                  <a:cubicBezTo>
                    <a:pt x="0" y="5"/>
                    <a:pt x="0" y="5"/>
                    <a:pt x="0" y="5"/>
                  </a:cubicBezTo>
                  <a:cubicBezTo>
                    <a:pt x="0" y="5"/>
                    <a:pt x="0" y="5"/>
                    <a:pt x="0" y="5"/>
                  </a:cubicBezTo>
                  <a:cubicBezTo>
                    <a:pt x="2" y="0"/>
                    <a:pt x="2" y="0"/>
                    <a:pt x="2" y="0"/>
                  </a:cubicBezTo>
                  <a:cubicBezTo>
                    <a:pt x="2" y="0"/>
                    <a:pt x="2" y="0"/>
                    <a:pt x="2" y="0"/>
                  </a:cubicBezTo>
                  <a:cubicBezTo>
                    <a:pt x="2" y="0"/>
                    <a:pt x="2" y="0"/>
                    <a:pt x="2" y="1"/>
                  </a:cubicBezTo>
                  <a:cubicBezTo>
                    <a:pt x="1" y="5"/>
                    <a:pt x="1" y="5"/>
                    <a:pt x="1" y="5"/>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1" name="Freeform 570"/>
            <p:cNvSpPr>
              <a:spLocks/>
            </p:cNvSpPr>
            <p:nvPr/>
          </p:nvSpPr>
          <p:spPr bwMode="auto">
            <a:xfrm>
              <a:off x="3870" y="2132"/>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cubicBezTo>
                    <a:pt x="0" y="6"/>
                    <a:pt x="0" y="6"/>
                    <a:pt x="0" y="6"/>
                  </a:cubicBezTo>
                  <a:cubicBezTo>
                    <a:pt x="0" y="6"/>
                    <a:pt x="0" y="6"/>
                    <a:pt x="0" y="5"/>
                  </a:cubicBezTo>
                  <a:cubicBezTo>
                    <a:pt x="0" y="4"/>
                    <a:pt x="1" y="2"/>
                    <a:pt x="1" y="1"/>
                  </a:cubicBezTo>
                  <a:cubicBezTo>
                    <a:pt x="1" y="0"/>
                    <a:pt x="2" y="0"/>
                    <a:pt x="2" y="0"/>
                  </a:cubicBezTo>
                  <a:cubicBezTo>
                    <a:pt x="2" y="0"/>
                    <a:pt x="2" y="1"/>
                    <a:pt x="2" y="1"/>
                  </a:cubicBezTo>
                  <a:cubicBezTo>
                    <a:pt x="2" y="2"/>
                    <a:pt x="1" y="4"/>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2" name="Freeform 571"/>
            <p:cNvSpPr>
              <a:spLocks/>
            </p:cNvSpPr>
            <p:nvPr/>
          </p:nvSpPr>
          <p:spPr bwMode="auto">
            <a:xfrm>
              <a:off x="3875" y="2130"/>
              <a:ext cx="8" cy="15"/>
            </a:xfrm>
            <a:custGeom>
              <a:avLst/>
              <a:gdLst>
                <a:gd name="T0" fmla="*/ 1 w 3"/>
                <a:gd name="T1" fmla="*/ 6 h 6"/>
                <a:gd name="T2" fmla="*/ 0 w 3"/>
                <a:gd name="T3" fmla="*/ 5 h 6"/>
                <a:gd name="T4" fmla="*/ 0 w 3"/>
                <a:gd name="T5" fmla="*/ 5 h 6"/>
                <a:gd name="T6" fmla="*/ 2 w 3"/>
                <a:gd name="T7" fmla="*/ 0 h 6"/>
                <a:gd name="T8" fmla="*/ 2 w 3"/>
                <a:gd name="T9" fmla="*/ 0 h 6"/>
                <a:gd name="T10" fmla="*/ 3 w 3"/>
                <a:gd name="T11" fmla="*/ 0 h 6"/>
                <a:gd name="T12" fmla="*/ 1 w 3"/>
                <a:gd name="T13" fmla="*/ 5 h 6"/>
                <a:gd name="T14" fmla="*/ 1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0" y="6"/>
                    <a:pt x="0" y="6"/>
                    <a:pt x="0" y="5"/>
                  </a:cubicBezTo>
                  <a:cubicBezTo>
                    <a:pt x="0" y="5"/>
                    <a:pt x="0" y="5"/>
                    <a:pt x="0" y="5"/>
                  </a:cubicBezTo>
                  <a:cubicBezTo>
                    <a:pt x="1" y="3"/>
                    <a:pt x="1" y="2"/>
                    <a:pt x="2" y="0"/>
                  </a:cubicBezTo>
                  <a:cubicBezTo>
                    <a:pt x="2" y="0"/>
                    <a:pt x="2" y="0"/>
                    <a:pt x="2" y="0"/>
                  </a:cubicBezTo>
                  <a:cubicBezTo>
                    <a:pt x="3" y="0"/>
                    <a:pt x="3" y="0"/>
                    <a:pt x="3" y="0"/>
                  </a:cubicBezTo>
                  <a:cubicBezTo>
                    <a:pt x="2" y="2"/>
                    <a:pt x="1" y="3"/>
                    <a:pt x="1" y="5"/>
                  </a:cubicBezTo>
                  <a:cubicBezTo>
                    <a:pt x="1" y="5"/>
                    <a:pt x="1" y="5"/>
                    <a:pt x="1" y="5"/>
                  </a:cubicBezTo>
                  <a:cubicBezTo>
                    <a:pt x="1"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3" name="Freeform 572"/>
            <p:cNvSpPr>
              <a:spLocks/>
            </p:cNvSpPr>
            <p:nvPr/>
          </p:nvSpPr>
          <p:spPr bwMode="auto">
            <a:xfrm>
              <a:off x="3880" y="2127"/>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5 h 6"/>
                <a:gd name="T14" fmla="*/ 1 w 2"/>
                <a:gd name="T15" fmla="*/ 5 h 6"/>
                <a:gd name="T16" fmla="*/ 1 w 2"/>
                <a:gd name="T17" fmla="*/ 6 h 6"/>
                <a:gd name="T18" fmla="*/ 0 w 2"/>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6"/>
                  </a:moveTo>
                  <a:cubicBezTo>
                    <a:pt x="0" y="6"/>
                    <a:pt x="0" y="6"/>
                    <a:pt x="0" y="6"/>
                  </a:cubicBezTo>
                  <a:cubicBezTo>
                    <a:pt x="0" y="6"/>
                    <a:pt x="0" y="6"/>
                    <a:pt x="0" y="5"/>
                  </a:cubicBezTo>
                  <a:cubicBezTo>
                    <a:pt x="0" y="4"/>
                    <a:pt x="1" y="2"/>
                    <a:pt x="1" y="1"/>
                  </a:cubicBezTo>
                  <a:cubicBezTo>
                    <a:pt x="2" y="0"/>
                    <a:pt x="2" y="0"/>
                    <a:pt x="2" y="0"/>
                  </a:cubicBezTo>
                  <a:cubicBezTo>
                    <a:pt x="2" y="0"/>
                    <a:pt x="2" y="1"/>
                    <a:pt x="2" y="1"/>
                  </a:cubicBezTo>
                  <a:cubicBezTo>
                    <a:pt x="2" y="2"/>
                    <a:pt x="1" y="4"/>
                    <a:pt x="1" y="5"/>
                  </a:cubicBezTo>
                  <a:cubicBezTo>
                    <a:pt x="1" y="5"/>
                    <a:pt x="1" y="5"/>
                    <a:pt x="1" y="5"/>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424" name="Group 575"/>
          <p:cNvGrpSpPr>
            <a:grpSpLocks noChangeAspect="1"/>
          </p:cNvGrpSpPr>
          <p:nvPr/>
        </p:nvGrpSpPr>
        <p:grpSpPr bwMode="auto">
          <a:xfrm>
            <a:off x="5817609" y="2370545"/>
            <a:ext cx="438620" cy="339409"/>
            <a:chOff x="3538" y="1339"/>
            <a:chExt cx="168" cy="130"/>
          </a:xfrm>
          <a:solidFill>
            <a:schemeClr val="bg1"/>
          </a:solidFill>
        </p:grpSpPr>
        <p:sp>
          <p:nvSpPr>
            <p:cNvPr id="425" name="Freeform 576"/>
            <p:cNvSpPr>
              <a:spLocks noEditPoints="1"/>
            </p:cNvSpPr>
            <p:nvPr/>
          </p:nvSpPr>
          <p:spPr bwMode="auto">
            <a:xfrm>
              <a:off x="3545" y="1339"/>
              <a:ext cx="101" cy="70"/>
            </a:xfrm>
            <a:custGeom>
              <a:avLst/>
              <a:gdLst>
                <a:gd name="T0" fmla="*/ 1 w 41"/>
                <a:gd name="T1" fmla="*/ 25 h 28"/>
                <a:gd name="T2" fmla="*/ 1 w 41"/>
                <a:gd name="T3" fmla="*/ 10 h 28"/>
                <a:gd name="T4" fmla="*/ 3 w 41"/>
                <a:gd name="T5" fmla="*/ 0 h 28"/>
                <a:gd name="T6" fmla="*/ 9 w 41"/>
                <a:gd name="T7" fmla="*/ 0 h 28"/>
                <a:gd name="T8" fmla="*/ 38 w 41"/>
                <a:gd name="T9" fmla="*/ 0 h 28"/>
                <a:gd name="T10" fmla="*/ 40 w 41"/>
                <a:gd name="T11" fmla="*/ 6 h 28"/>
                <a:gd name="T12" fmla="*/ 40 w 41"/>
                <a:gd name="T13" fmla="*/ 19 h 28"/>
                <a:gd name="T14" fmla="*/ 40 w 41"/>
                <a:gd name="T15" fmla="*/ 26 h 28"/>
                <a:gd name="T16" fmla="*/ 35 w 41"/>
                <a:gd name="T17" fmla="*/ 28 h 28"/>
                <a:gd name="T18" fmla="*/ 32 w 41"/>
                <a:gd name="T19" fmla="*/ 28 h 28"/>
                <a:gd name="T20" fmla="*/ 11 w 41"/>
                <a:gd name="T21" fmla="*/ 28 h 28"/>
                <a:gd name="T22" fmla="*/ 6 w 41"/>
                <a:gd name="T23" fmla="*/ 28 h 28"/>
                <a:gd name="T24" fmla="*/ 3 w 41"/>
                <a:gd name="T25" fmla="*/ 1 h 28"/>
                <a:gd name="T26" fmla="*/ 2 w 41"/>
                <a:gd name="T27" fmla="*/ 1 h 28"/>
                <a:gd name="T28" fmla="*/ 1 w 41"/>
                <a:gd name="T29" fmla="*/ 11 h 28"/>
                <a:gd name="T30" fmla="*/ 6 w 41"/>
                <a:gd name="T31" fmla="*/ 28 h 28"/>
                <a:gd name="T32" fmla="*/ 11 w 41"/>
                <a:gd name="T33" fmla="*/ 27 h 28"/>
                <a:gd name="T34" fmla="*/ 32 w 41"/>
                <a:gd name="T35" fmla="*/ 28 h 28"/>
                <a:gd name="T36" fmla="*/ 35 w 41"/>
                <a:gd name="T37" fmla="*/ 28 h 28"/>
                <a:gd name="T38" fmla="*/ 40 w 41"/>
                <a:gd name="T39" fmla="*/ 26 h 28"/>
                <a:gd name="T40" fmla="*/ 40 w 41"/>
                <a:gd name="T41" fmla="*/ 19 h 28"/>
                <a:gd name="T42" fmla="*/ 40 w 41"/>
                <a:gd name="T43" fmla="*/ 6 h 28"/>
                <a:gd name="T44" fmla="*/ 38 w 41"/>
                <a:gd name="T45" fmla="*/ 1 h 28"/>
                <a:gd name="T46" fmla="*/ 9 w 41"/>
                <a:gd name="T47" fmla="*/ 1 h 28"/>
                <a:gd name="T48" fmla="*/ 7 w 41"/>
                <a:gd name="T49" fmla="*/ 24 h 28"/>
                <a:gd name="T50" fmla="*/ 3 w 41"/>
                <a:gd name="T51" fmla="*/ 23 h 28"/>
                <a:gd name="T52" fmla="*/ 3 w 41"/>
                <a:gd name="T53" fmla="*/ 9 h 28"/>
                <a:gd name="T54" fmla="*/ 4 w 41"/>
                <a:gd name="T55" fmla="*/ 2 h 28"/>
                <a:gd name="T56" fmla="*/ 38 w 41"/>
                <a:gd name="T57" fmla="*/ 3 h 28"/>
                <a:gd name="T58" fmla="*/ 38 w 41"/>
                <a:gd name="T59" fmla="*/ 5 h 28"/>
                <a:gd name="T60" fmla="*/ 38 w 41"/>
                <a:gd name="T61" fmla="*/ 24 h 28"/>
                <a:gd name="T62" fmla="*/ 7 w 41"/>
                <a:gd name="T63" fmla="*/ 24 h 28"/>
                <a:gd name="T64" fmla="*/ 7 w 41"/>
                <a:gd name="T65" fmla="*/ 23 h 28"/>
                <a:gd name="T66" fmla="*/ 12 w 41"/>
                <a:gd name="T67" fmla="*/ 23 h 28"/>
                <a:gd name="T68" fmla="*/ 37 w 41"/>
                <a:gd name="T69" fmla="*/ 5 h 28"/>
                <a:gd name="T70" fmla="*/ 37 w 41"/>
                <a:gd name="T71" fmla="*/ 3 h 28"/>
                <a:gd name="T72" fmla="*/ 4 w 41"/>
                <a:gd name="T73" fmla="*/ 3 h 28"/>
                <a:gd name="T74" fmla="*/ 4 w 41"/>
                <a:gd name="T75" fmla="*/ 9 h 28"/>
                <a:gd name="T76" fmla="*/ 4 w 41"/>
                <a:gd name="T77"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 h="28">
                  <a:moveTo>
                    <a:pt x="6" y="28"/>
                  </a:moveTo>
                  <a:cubicBezTo>
                    <a:pt x="5" y="28"/>
                    <a:pt x="1" y="28"/>
                    <a:pt x="1" y="25"/>
                  </a:cubicBezTo>
                  <a:cubicBezTo>
                    <a:pt x="1" y="11"/>
                    <a:pt x="1" y="11"/>
                    <a:pt x="1" y="11"/>
                  </a:cubicBezTo>
                  <a:cubicBezTo>
                    <a:pt x="1" y="11"/>
                    <a:pt x="1" y="10"/>
                    <a:pt x="1" y="10"/>
                  </a:cubicBezTo>
                  <a:cubicBezTo>
                    <a:pt x="0" y="6"/>
                    <a:pt x="0" y="2"/>
                    <a:pt x="2" y="1"/>
                  </a:cubicBezTo>
                  <a:cubicBezTo>
                    <a:pt x="2" y="0"/>
                    <a:pt x="2" y="0"/>
                    <a:pt x="3" y="0"/>
                  </a:cubicBezTo>
                  <a:cubicBezTo>
                    <a:pt x="4" y="0"/>
                    <a:pt x="5" y="0"/>
                    <a:pt x="6" y="0"/>
                  </a:cubicBezTo>
                  <a:cubicBezTo>
                    <a:pt x="7" y="0"/>
                    <a:pt x="8" y="0"/>
                    <a:pt x="9" y="0"/>
                  </a:cubicBezTo>
                  <a:cubicBezTo>
                    <a:pt x="10" y="0"/>
                    <a:pt x="11" y="0"/>
                    <a:pt x="12" y="0"/>
                  </a:cubicBezTo>
                  <a:cubicBezTo>
                    <a:pt x="38" y="0"/>
                    <a:pt x="38" y="0"/>
                    <a:pt x="38" y="0"/>
                  </a:cubicBezTo>
                  <a:cubicBezTo>
                    <a:pt x="39" y="0"/>
                    <a:pt x="39" y="0"/>
                    <a:pt x="40" y="1"/>
                  </a:cubicBezTo>
                  <a:cubicBezTo>
                    <a:pt x="41" y="2"/>
                    <a:pt x="41" y="4"/>
                    <a:pt x="40" y="6"/>
                  </a:cubicBezTo>
                  <a:cubicBezTo>
                    <a:pt x="40" y="6"/>
                    <a:pt x="40" y="7"/>
                    <a:pt x="40" y="7"/>
                  </a:cubicBezTo>
                  <a:cubicBezTo>
                    <a:pt x="40" y="19"/>
                    <a:pt x="40" y="19"/>
                    <a:pt x="40" y="19"/>
                  </a:cubicBezTo>
                  <a:cubicBezTo>
                    <a:pt x="40" y="19"/>
                    <a:pt x="40" y="20"/>
                    <a:pt x="40" y="21"/>
                  </a:cubicBezTo>
                  <a:cubicBezTo>
                    <a:pt x="40" y="23"/>
                    <a:pt x="40" y="24"/>
                    <a:pt x="40" y="26"/>
                  </a:cubicBezTo>
                  <a:cubicBezTo>
                    <a:pt x="40" y="26"/>
                    <a:pt x="40" y="27"/>
                    <a:pt x="40" y="27"/>
                  </a:cubicBezTo>
                  <a:cubicBezTo>
                    <a:pt x="39" y="28"/>
                    <a:pt x="37" y="28"/>
                    <a:pt x="35" y="28"/>
                  </a:cubicBezTo>
                  <a:cubicBezTo>
                    <a:pt x="34" y="28"/>
                    <a:pt x="34" y="28"/>
                    <a:pt x="34" y="28"/>
                  </a:cubicBezTo>
                  <a:cubicBezTo>
                    <a:pt x="33" y="28"/>
                    <a:pt x="33" y="28"/>
                    <a:pt x="32" y="28"/>
                  </a:cubicBezTo>
                  <a:cubicBezTo>
                    <a:pt x="29" y="28"/>
                    <a:pt x="25" y="28"/>
                    <a:pt x="22" y="28"/>
                  </a:cubicBezTo>
                  <a:cubicBezTo>
                    <a:pt x="18" y="28"/>
                    <a:pt x="15" y="28"/>
                    <a:pt x="11" y="28"/>
                  </a:cubicBezTo>
                  <a:cubicBezTo>
                    <a:pt x="11" y="28"/>
                    <a:pt x="10" y="28"/>
                    <a:pt x="9" y="28"/>
                  </a:cubicBezTo>
                  <a:cubicBezTo>
                    <a:pt x="8" y="28"/>
                    <a:pt x="7" y="28"/>
                    <a:pt x="6" y="28"/>
                  </a:cubicBezTo>
                  <a:close/>
                  <a:moveTo>
                    <a:pt x="6" y="1"/>
                  </a:moveTo>
                  <a:cubicBezTo>
                    <a:pt x="5" y="1"/>
                    <a:pt x="4" y="1"/>
                    <a:pt x="3" y="1"/>
                  </a:cubicBezTo>
                  <a:cubicBezTo>
                    <a:pt x="3" y="1"/>
                    <a:pt x="3" y="1"/>
                    <a:pt x="3" y="1"/>
                  </a:cubicBezTo>
                  <a:cubicBezTo>
                    <a:pt x="3" y="1"/>
                    <a:pt x="2" y="1"/>
                    <a:pt x="2" y="1"/>
                  </a:cubicBezTo>
                  <a:cubicBezTo>
                    <a:pt x="1" y="3"/>
                    <a:pt x="1" y="7"/>
                    <a:pt x="1" y="10"/>
                  </a:cubicBezTo>
                  <a:cubicBezTo>
                    <a:pt x="1" y="10"/>
                    <a:pt x="1" y="11"/>
                    <a:pt x="1" y="11"/>
                  </a:cubicBezTo>
                  <a:cubicBezTo>
                    <a:pt x="1" y="25"/>
                    <a:pt x="1" y="25"/>
                    <a:pt x="1" y="25"/>
                  </a:cubicBezTo>
                  <a:cubicBezTo>
                    <a:pt x="1" y="27"/>
                    <a:pt x="3" y="28"/>
                    <a:pt x="6" y="28"/>
                  </a:cubicBezTo>
                  <a:cubicBezTo>
                    <a:pt x="7" y="28"/>
                    <a:pt x="8" y="28"/>
                    <a:pt x="9" y="28"/>
                  </a:cubicBezTo>
                  <a:cubicBezTo>
                    <a:pt x="10" y="27"/>
                    <a:pt x="11" y="27"/>
                    <a:pt x="11" y="27"/>
                  </a:cubicBezTo>
                  <a:cubicBezTo>
                    <a:pt x="15" y="27"/>
                    <a:pt x="18" y="27"/>
                    <a:pt x="22" y="28"/>
                  </a:cubicBezTo>
                  <a:cubicBezTo>
                    <a:pt x="25" y="28"/>
                    <a:pt x="29" y="28"/>
                    <a:pt x="32" y="28"/>
                  </a:cubicBezTo>
                  <a:cubicBezTo>
                    <a:pt x="33" y="28"/>
                    <a:pt x="33" y="28"/>
                    <a:pt x="34" y="28"/>
                  </a:cubicBezTo>
                  <a:cubicBezTo>
                    <a:pt x="34" y="28"/>
                    <a:pt x="34" y="28"/>
                    <a:pt x="35" y="28"/>
                  </a:cubicBezTo>
                  <a:cubicBezTo>
                    <a:pt x="37" y="28"/>
                    <a:pt x="39" y="28"/>
                    <a:pt x="39" y="27"/>
                  </a:cubicBezTo>
                  <a:cubicBezTo>
                    <a:pt x="40" y="26"/>
                    <a:pt x="40" y="26"/>
                    <a:pt x="40" y="26"/>
                  </a:cubicBezTo>
                  <a:cubicBezTo>
                    <a:pt x="40" y="24"/>
                    <a:pt x="40" y="23"/>
                    <a:pt x="40" y="21"/>
                  </a:cubicBezTo>
                  <a:cubicBezTo>
                    <a:pt x="40" y="20"/>
                    <a:pt x="40" y="19"/>
                    <a:pt x="40" y="19"/>
                  </a:cubicBezTo>
                  <a:cubicBezTo>
                    <a:pt x="40" y="7"/>
                    <a:pt x="40" y="7"/>
                    <a:pt x="40" y="7"/>
                  </a:cubicBezTo>
                  <a:cubicBezTo>
                    <a:pt x="40" y="7"/>
                    <a:pt x="40" y="6"/>
                    <a:pt x="40" y="6"/>
                  </a:cubicBezTo>
                  <a:cubicBezTo>
                    <a:pt x="40" y="4"/>
                    <a:pt x="40" y="2"/>
                    <a:pt x="39" y="1"/>
                  </a:cubicBezTo>
                  <a:cubicBezTo>
                    <a:pt x="39" y="1"/>
                    <a:pt x="38" y="1"/>
                    <a:pt x="38" y="1"/>
                  </a:cubicBezTo>
                  <a:cubicBezTo>
                    <a:pt x="12" y="1"/>
                    <a:pt x="12" y="1"/>
                    <a:pt x="12" y="1"/>
                  </a:cubicBezTo>
                  <a:cubicBezTo>
                    <a:pt x="11" y="1"/>
                    <a:pt x="10" y="1"/>
                    <a:pt x="9" y="1"/>
                  </a:cubicBezTo>
                  <a:cubicBezTo>
                    <a:pt x="8" y="1"/>
                    <a:pt x="7" y="1"/>
                    <a:pt x="6" y="1"/>
                  </a:cubicBezTo>
                  <a:close/>
                  <a:moveTo>
                    <a:pt x="7" y="24"/>
                  </a:moveTo>
                  <a:cubicBezTo>
                    <a:pt x="6" y="24"/>
                    <a:pt x="5" y="24"/>
                    <a:pt x="5" y="24"/>
                  </a:cubicBezTo>
                  <a:cubicBezTo>
                    <a:pt x="4" y="24"/>
                    <a:pt x="3" y="24"/>
                    <a:pt x="3" y="23"/>
                  </a:cubicBezTo>
                  <a:cubicBezTo>
                    <a:pt x="3" y="10"/>
                    <a:pt x="3" y="10"/>
                    <a:pt x="3" y="10"/>
                  </a:cubicBezTo>
                  <a:cubicBezTo>
                    <a:pt x="3" y="10"/>
                    <a:pt x="3" y="9"/>
                    <a:pt x="3" y="9"/>
                  </a:cubicBezTo>
                  <a:cubicBezTo>
                    <a:pt x="3" y="6"/>
                    <a:pt x="3" y="4"/>
                    <a:pt x="3" y="3"/>
                  </a:cubicBezTo>
                  <a:cubicBezTo>
                    <a:pt x="4" y="3"/>
                    <a:pt x="4" y="2"/>
                    <a:pt x="4" y="2"/>
                  </a:cubicBezTo>
                  <a:cubicBezTo>
                    <a:pt x="37" y="2"/>
                    <a:pt x="37" y="2"/>
                    <a:pt x="37" y="2"/>
                  </a:cubicBezTo>
                  <a:cubicBezTo>
                    <a:pt x="37" y="2"/>
                    <a:pt x="38" y="3"/>
                    <a:pt x="38" y="3"/>
                  </a:cubicBezTo>
                  <a:cubicBezTo>
                    <a:pt x="38" y="3"/>
                    <a:pt x="38" y="4"/>
                    <a:pt x="38" y="5"/>
                  </a:cubicBezTo>
                  <a:cubicBezTo>
                    <a:pt x="38" y="5"/>
                    <a:pt x="38" y="5"/>
                    <a:pt x="38" y="5"/>
                  </a:cubicBezTo>
                  <a:cubicBezTo>
                    <a:pt x="38" y="23"/>
                    <a:pt x="38" y="23"/>
                    <a:pt x="38" y="23"/>
                  </a:cubicBezTo>
                  <a:cubicBezTo>
                    <a:pt x="38" y="23"/>
                    <a:pt x="38" y="24"/>
                    <a:pt x="38" y="24"/>
                  </a:cubicBezTo>
                  <a:cubicBezTo>
                    <a:pt x="11" y="24"/>
                    <a:pt x="11" y="24"/>
                    <a:pt x="11" y="24"/>
                  </a:cubicBezTo>
                  <a:cubicBezTo>
                    <a:pt x="10" y="24"/>
                    <a:pt x="9" y="24"/>
                    <a:pt x="7" y="24"/>
                  </a:cubicBezTo>
                  <a:close/>
                  <a:moveTo>
                    <a:pt x="4" y="23"/>
                  </a:moveTo>
                  <a:cubicBezTo>
                    <a:pt x="4" y="23"/>
                    <a:pt x="5" y="23"/>
                    <a:pt x="7" y="23"/>
                  </a:cubicBezTo>
                  <a:cubicBezTo>
                    <a:pt x="9" y="23"/>
                    <a:pt x="10" y="23"/>
                    <a:pt x="11" y="23"/>
                  </a:cubicBezTo>
                  <a:cubicBezTo>
                    <a:pt x="12" y="23"/>
                    <a:pt x="12" y="23"/>
                    <a:pt x="12" y="23"/>
                  </a:cubicBezTo>
                  <a:cubicBezTo>
                    <a:pt x="37" y="23"/>
                    <a:pt x="37" y="23"/>
                    <a:pt x="37" y="23"/>
                  </a:cubicBezTo>
                  <a:cubicBezTo>
                    <a:pt x="37" y="5"/>
                    <a:pt x="37" y="5"/>
                    <a:pt x="37" y="5"/>
                  </a:cubicBezTo>
                  <a:cubicBezTo>
                    <a:pt x="37" y="5"/>
                    <a:pt x="37" y="5"/>
                    <a:pt x="37" y="4"/>
                  </a:cubicBezTo>
                  <a:cubicBezTo>
                    <a:pt x="37" y="4"/>
                    <a:pt x="37" y="3"/>
                    <a:pt x="37" y="3"/>
                  </a:cubicBezTo>
                  <a:cubicBezTo>
                    <a:pt x="33" y="3"/>
                    <a:pt x="33" y="3"/>
                    <a:pt x="33" y="3"/>
                  </a:cubicBezTo>
                  <a:cubicBezTo>
                    <a:pt x="4" y="3"/>
                    <a:pt x="4" y="3"/>
                    <a:pt x="4" y="3"/>
                  </a:cubicBezTo>
                  <a:cubicBezTo>
                    <a:pt x="4" y="3"/>
                    <a:pt x="4" y="3"/>
                    <a:pt x="4" y="3"/>
                  </a:cubicBezTo>
                  <a:cubicBezTo>
                    <a:pt x="3" y="4"/>
                    <a:pt x="4" y="7"/>
                    <a:pt x="4" y="9"/>
                  </a:cubicBezTo>
                  <a:cubicBezTo>
                    <a:pt x="4" y="9"/>
                    <a:pt x="4" y="10"/>
                    <a:pt x="4" y="10"/>
                  </a:cubicBezTo>
                  <a:lnTo>
                    <a:pt x="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6" name="Freeform 577"/>
            <p:cNvSpPr>
              <a:spLocks/>
            </p:cNvSpPr>
            <p:nvPr/>
          </p:nvSpPr>
          <p:spPr bwMode="auto">
            <a:xfrm>
              <a:off x="3570" y="1411"/>
              <a:ext cx="54" cy="18"/>
            </a:xfrm>
            <a:custGeom>
              <a:avLst/>
              <a:gdLst>
                <a:gd name="T0" fmla="*/ 1 w 22"/>
                <a:gd name="T1" fmla="*/ 7 h 7"/>
                <a:gd name="T2" fmla="*/ 0 w 22"/>
                <a:gd name="T3" fmla="*/ 7 h 7"/>
                <a:gd name="T4" fmla="*/ 0 w 22"/>
                <a:gd name="T5" fmla="*/ 6 h 7"/>
                <a:gd name="T6" fmla="*/ 0 w 22"/>
                <a:gd name="T7" fmla="*/ 5 h 7"/>
                <a:gd name="T8" fmla="*/ 2 w 22"/>
                <a:gd name="T9" fmla="*/ 5 h 7"/>
                <a:gd name="T10" fmla="*/ 2 w 22"/>
                <a:gd name="T11" fmla="*/ 5 h 7"/>
                <a:gd name="T12" fmla="*/ 4 w 22"/>
                <a:gd name="T13" fmla="*/ 5 h 7"/>
                <a:gd name="T14" fmla="*/ 5 w 22"/>
                <a:gd name="T15" fmla="*/ 4 h 7"/>
                <a:gd name="T16" fmla="*/ 5 w 22"/>
                <a:gd name="T17" fmla="*/ 4 h 7"/>
                <a:gd name="T18" fmla="*/ 5 w 22"/>
                <a:gd name="T19" fmla="*/ 2 h 7"/>
                <a:gd name="T20" fmla="*/ 5 w 22"/>
                <a:gd name="T21" fmla="*/ 1 h 7"/>
                <a:gd name="T22" fmla="*/ 5 w 22"/>
                <a:gd name="T23" fmla="*/ 0 h 7"/>
                <a:gd name="T24" fmla="*/ 6 w 22"/>
                <a:gd name="T25" fmla="*/ 1 h 7"/>
                <a:gd name="T26" fmla="*/ 6 w 22"/>
                <a:gd name="T27" fmla="*/ 2 h 7"/>
                <a:gd name="T28" fmla="*/ 6 w 22"/>
                <a:gd name="T29" fmla="*/ 4 h 7"/>
                <a:gd name="T30" fmla="*/ 6 w 22"/>
                <a:gd name="T31" fmla="*/ 5 h 7"/>
                <a:gd name="T32" fmla="*/ 4 w 22"/>
                <a:gd name="T33" fmla="*/ 5 h 7"/>
                <a:gd name="T34" fmla="*/ 3 w 22"/>
                <a:gd name="T35" fmla="*/ 6 h 7"/>
                <a:gd name="T36" fmla="*/ 2 w 22"/>
                <a:gd name="T37" fmla="*/ 6 h 7"/>
                <a:gd name="T38" fmla="*/ 0 w 22"/>
                <a:gd name="T39" fmla="*/ 6 h 7"/>
                <a:gd name="T40" fmla="*/ 0 w 22"/>
                <a:gd name="T41" fmla="*/ 6 h 7"/>
                <a:gd name="T42" fmla="*/ 0 w 22"/>
                <a:gd name="T43" fmla="*/ 7 h 7"/>
                <a:gd name="T44" fmla="*/ 1 w 22"/>
                <a:gd name="T45" fmla="*/ 7 h 7"/>
                <a:gd name="T46" fmla="*/ 21 w 22"/>
                <a:gd name="T47" fmla="*/ 7 h 7"/>
                <a:gd name="T48" fmla="*/ 21 w 22"/>
                <a:gd name="T49" fmla="*/ 6 h 7"/>
                <a:gd name="T50" fmla="*/ 20 w 22"/>
                <a:gd name="T51" fmla="*/ 5 h 7"/>
                <a:gd name="T52" fmla="*/ 16 w 22"/>
                <a:gd name="T53" fmla="*/ 5 h 7"/>
                <a:gd name="T54" fmla="*/ 15 w 22"/>
                <a:gd name="T55" fmla="*/ 5 h 7"/>
                <a:gd name="T56" fmla="*/ 15 w 22"/>
                <a:gd name="T57" fmla="*/ 3 h 7"/>
                <a:gd name="T58" fmla="*/ 15 w 22"/>
                <a:gd name="T59" fmla="*/ 3 h 7"/>
                <a:gd name="T60" fmla="*/ 15 w 22"/>
                <a:gd name="T61" fmla="*/ 3 h 7"/>
                <a:gd name="T62" fmla="*/ 15 w 22"/>
                <a:gd name="T63" fmla="*/ 1 h 7"/>
                <a:gd name="T64" fmla="*/ 16 w 22"/>
                <a:gd name="T65" fmla="*/ 0 h 7"/>
                <a:gd name="T66" fmla="*/ 16 w 22"/>
                <a:gd name="T67" fmla="*/ 1 h 7"/>
                <a:gd name="T68" fmla="*/ 16 w 22"/>
                <a:gd name="T69" fmla="*/ 3 h 7"/>
                <a:gd name="T70" fmla="*/ 16 w 22"/>
                <a:gd name="T71" fmla="*/ 3 h 7"/>
                <a:gd name="T72" fmla="*/ 16 w 22"/>
                <a:gd name="T73" fmla="*/ 3 h 7"/>
                <a:gd name="T74" fmla="*/ 16 w 22"/>
                <a:gd name="T75" fmla="*/ 4 h 7"/>
                <a:gd name="T76" fmla="*/ 16 w 22"/>
                <a:gd name="T77" fmla="*/ 4 h 7"/>
                <a:gd name="T78" fmla="*/ 20 w 22"/>
                <a:gd name="T79" fmla="*/ 4 h 7"/>
                <a:gd name="T80" fmla="*/ 22 w 22"/>
                <a:gd name="T81" fmla="*/ 6 h 7"/>
                <a:gd name="T82" fmla="*/ 21 w 22"/>
                <a:gd name="T83" fmla="*/ 7 h 7"/>
                <a:gd name="T84" fmla="*/ 1 w 22"/>
                <a:gd name="T85" fmla="*/ 7 h 7"/>
                <a:gd name="T86" fmla="*/ 1 w 22"/>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7">
                  <a:moveTo>
                    <a:pt x="1" y="7"/>
                  </a:moveTo>
                  <a:cubicBezTo>
                    <a:pt x="0" y="7"/>
                    <a:pt x="0" y="7"/>
                    <a:pt x="0" y="7"/>
                  </a:cubicBezTo>
                  <a:cubicBezTo>
                    <a:pt x="0" y="7"/>
                    <a:pt x="0" y="7"/>
                    <a:pt x="0" y="6"/>
                  </a:cubicBezTo>
                  <a:cubicBezTo>
                    <a:pt x="0" y="6"/>
                    <a:pt x="0" y="5"/>
                    <a:pt x="0" y="5"/>
                  </a:cubicBezTo>
                  <a:cubicBezTo>
                    <a:pt x="0" y="5"/>
                    <a:pt x="1" y="5"/>
                    <a:pt x="2" y="5"/>
                  </a:cubicBezTo>
                  <a:cubicBezTo>
                    <a:pt x="2" y="5"/>
                    <a:pt x="2" y="5"/>
                    <a:pt x="2" y="5"/>
                  </a:cubicBezTo>
                  <a:cubicBezTo>
                    <a:pt x="3" y="5"/>
                    <a:pt x="3" y="5"/>
                    <a:pt x="4" y="5"/>
                  </a:cubicBezTo>
                  <a:cubicBezTo>
                    <a:pt x="4" y="5"/>
                    <a:pt x="5" y="5"/>
                    <a:pt x="5" y="4"/>
                  </a:cubicBezTo>
                  <a:cubicBezTo>
                    <a:pt x="5" y="4"/>
                    <a:pt x="5" y="4"/>
                    <a:pt x="5" y="4"/>
                  </a:cubicBezTo>
                  <a:cubicBezTo>
                    <a:pt x="5" y="3"/>
                    <a:pt x="5" y="3"/>
                    <a:pt x="5" y="2"/>
                  </a:cubicBezTo>
                  <a:cubicBezTo>
                    <a:pt x="5" y="2"/>
                    <a:pt x="5" y="1"/>
                    <a:pt x="5" y="1"/>
                  </a:cubicBezTo>
                  <a:cubicBezTo>
                    <a:pt x="5" y="1"/>
                    <a:pt x="5" y="0"/>
                    <a:pt x="5" y="0"/>
                  </a:cubicBezTo>
                  <a:cubicBezTo>
                    <a:pt x="6" y="0"/>
                    <a:pt x="6" y="1"/>
                    <a:pt x="6" y="1"/>
                  </a:cubicBezTo>
                  <a:cubicBezTo>
                    <a:pt x="6" y="1"/>
                    <a:pt x="6" y="2"/>
                    <a:pt x="6" y="2"/>
                  </a:cubicBezTo>
                  <a:cubicBezTo>
                    <a:pt x="6" y="3"/>
                    <a:pt x="6" y="3"/>
                    <a:pt x="6" y="4"/>
                  </a:cubicBezTo>
                  <a:cubicBezTo>
                    <a:pt x="6" y="4"/>
                    <a:pt x="6" y="5"/>
                    <a:pt x="6" y="5"/>
                  </a:cubicBezTo>
                  <a:cubicBezTo>
                    <a:pt x="5" y="5"/>
                    <a:pt x="4" y="5"/>
                    <a:pt x="4" y="5"/>
                  </a:cubicBezTo>
                  <a:cubicBezTo>
                    <a:pt x="3" y="5"/>
                    <a:pt x="3" y="5"/>
                    <a:pt x="3" y="6"/>
                  </a:cubicBezTo>
                  <a:cubicBezTo>
                    <a:pt x="2" y="6"/>
                    <a:pt x="2" y="6"/>
                    <a:pt x="2" y="6"/>
                  </a:cubicBezTo>
                  <a:cubicBezTo>
                    <a:pt x="1" y="5"/>
                    <a:pt x="1" y="5"/>
                    <a:pt x="0" y="6"/>
                  </a:cubicBezTo>
                  <a:cubicBezTo>
                    <a:pt x="0" y="6"/>
                    <a:pt x="0" y="6"/>
                    <a:pt x="0" y="6"/>
                  </a:cubicBezTo>
                  <a:cubicBezTo>
                    <a:pt x="0" y="6"/>
                    <a:pt x="0" y="6"/>
                    <a:pt x="0" y="7"/>
                  </a:cubicBezTo>
                  <a:cubicBezTo>
                    <a:pt x="0" y="7"/>
                    <a:pt x="1" y="7"/>
                    <a:pt x="1" y="7"/>
                  </a:cubicBezTo>
                  <a:cubicBezTo>
                    <a:pt x="21" y="7"/>
                    <a:pt x="21" y="7"/>
                    <a:pt x="21" y="7"/>
                  </a:cubicBezTo>
                  <a:cubicBezTo>
                    <a:pt x="21" y="6"/>
                    <a:pt x="21" y="6"/>
                    <a:pt x="21" y="6"/>
                  </a:cubicBezTo>
                  <a:cubicBezTo>
                    <a:pt x="20" y="6"/>
                    <a:pt x="20" y="5"/>
                    <a:pt x="20" y="5"/>
                  </a:cubicBezTo>
                  <a:cubicBezTo>
                    <a:pt x="16" y="5"/>
                    <a:pt x="16" y="5"/>
                    <a:pt x="16" y="5"/>
                  </a:cubicBezTo>
                  <a:cubicBezTo>
                    <a:pt x="16" y="5"/>
                    <a:pt x="16" y="5"/>
                    <a:pt x="15" y="5"/>
                  </a:cubicBezTo>
                  <a:cubicBezTo>
                    <a:pt x="15" y="5"/>
                    <a:pt x="15" y="4"/>
                    <a:pt x="15" y="3"/>
                  </a:cubicBezTo>
                  <a:cubicBezTo>
                    <a:pt x="15" y="3"/>
                    <a:pt x="15" y="3"/>
                    <a:pt x="15" y="3"/>
                  </a:cubicBezTo>
                  <a:cubicBezTo>
                    <a:pt x="15" y="3"/>
                    <a:pt x="15" y="3"/>
                    <a:pt x="15" y="3"/>
                  </a:cubicBezTo>
                  <a:cubicBezTo>
                    <a:pt x="15" y="2"/>
                    <a:pt x="15" y="1"/>
                    <a:pt x="15" y="1"/>
                  </a:cubicBezTo>
                  <a:cubicBezTo>
                    <a:pt x="15" y="1"/>
                    <a:pt x="15" y="0"/>
                    <a:pt x="16" y="0"/>
                  </a:cubicBezTo>
                  <a:cubicBezTo>
                    <a:pt x="16" y="0"/>
                    <a:pt x="16" y="1"/>
                    <a:pt x="16" y="1"/>
                  </a:cubicBezTo>
                  <a:cubicBezTo>
                    <a:pt x="16" y="1"/>
                    <a:pt x="16" y="2"/>
                    <a:pt x="16" y="3"/>
                  </a:cubicBezTo>
                  <a:cubicBezTo>
                    <a:pt x="16" y="3"/>
                    <a:pt x="16" y="3"/>
                    <a:pt x="16" y="3"/>
                  </a:cubicBezTo>
                  <a:cubicBezTo>
                    <a:pt x="16" y="3"/>
                    <a:pt x="16" y="3"/>
                    <a:pt x="16" y="3"/>
                  </a:cubicBezTo>
                  <a:cubicBezTo>
                    <a:pt x="16" y="4"/>
                    <a:pt x="16" y="4"/>
                    <a:pt x="16" y="4"/>
                  </a:cubicBezTo>
                  <a:cubicBezTo>
                    <a:pt x="16" y="4"/>
                    <a:pt x="16" y="4"/>
                    <a:pt x="16" y="4"/>
                  </a:cubicBezTo>
                  <a:cubicBezTo>
                    <a:pt x="20" y="4"/>
                    <a:pt x="20" y="4"/>
                    <a:pt x="20" y="4"/>
                  </a:cubicBezTo>
                  <a:cubicBezTo>
                    <a:pt x="21" y="4"/>
                    <a:pt x="22" y="6"/>
                    <a:pt x="22" y="6"/>
                  </a:cubicBezTo>
                  <a:cubicBezTo>
                    <a:pt x="22" y="7"/>
                    <a:pt x="21" y="7"/>
                    <a:pt x="21" y="7"/>
                  </a:cubicBezTo>
                  <a:cubicBezTo>
                    <a:pt x="1" y="7"/>
                    <a:pt x="1" y="7"/>
                    <a:pt x="1" y="7"/>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7" name="Freeform 578"/>
            <p:cNvSpPr>
              <a:spLocks/>
            </p:cNvSpPr>
            <p:nvPr/>
          </p:nvSpPr>
          <p:spPr bwMode="auto">
            <a:xfrm>
              <a:off x="3548" y="1401"/>
              <a:ext cx="98" cy="13"/>
            </a:xfrm>
            <a:custGeom>
              <a:avLst/>
              <a:gdLst>
                <a:gd name="T0" fmla="*/ 13 w 40"/>
                <a:gd name="T1" fmla="*/ 5 h 5"/>
                <a:gd name="T2" fmla="*/ 4 w 40"/>
                <a:gd name="T3" fmla="*/ 5 h 5"/>
                <a:gd name="T4" fmla="*/ 1 w 40"/>
                <a:gd name="T5" fmla="*/ 4 h 5"/>
                <a:gd name="T6" fmla="*/ 0 w 40"/>
                <a:gd name="T7" fmla="*/ 1 h 5"/>
                <a:gd name="T8" fmla="*/ 0 w 40"/>
                <a:gd name="T9" fmla="*/ 0 h 5"/>
                <a:gd name="T10" fmla="*/ 1 w 40"/>
                <a:gd name="T11" fmla="*/ 1 h 5"/>
                <a:gd name="T12" fmla="*/ 1 w 40"/>
                <a:gd name="T13" fmla="*/ 4 h 5"/>
                <a:gd name="T14" fmla="*/ 4 w 40"/>
                <a:gd name="T15" fmla="*/ 4 h 5"/>
                <a:gd name="T16" fmla="*/ 37 w 40"/>
                <a:gd name="T17" fmla="*/ 4 h 5"/>
                <a:gd name="T18" fmla="*/ 38 w 40"/>
                <a:gd name="T19" fmla="*/ 4 h 5"/>
                <a:gd name="T20" fmla="*/ 39 w 40"/>
                <a:gd name="T21" fmla="*/ 1 h 5"/>
                <a:gd name="T22" fmla="*/ 39 w 40"/>
                <a:gd name="T23" fmla="*/ 1 h 5"/>
                <a:gd name="T24" fmla="*/ 40 w 40"/>
                <a:gd name="T25" fmla="*/ 1 h 5"/>
                <a:gd name="T26" fmla="*/ 39 w 40"/>
                <a:gd name="T27" fmla="*/ 4 h 5"/>
                <a:gd name="T28" fmla="*/ 37 w 40"/>
                <a:gd name="T29" fmla="*/ 5 h 5"/>
                <a:gd name="T30" fmla="*/ 13 w 40"/>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
                  <a:moveTo>
                    <a:pt x="13" y="5"/>
                  </a:moveTo>
                  <a:cubicBezTo>
                    <a:pt x="10" y="5"/>
                    <a:pt x="7" y="5"/>
                    <a:pt x="4" y="5"/>
                  </a:cubicBezTo>
                  <a:cubicBezTo>
                    <a:pt x="2" y="5"/>
                    <a:pt x="1" y="5"/>
                    <a:pt x="1" y="4"/>
                  </a:cubicBezTo>
                  <a:cubicBezTo>
                    <a:pt x="0" y="3"/>
                    <a:pt x="0" y="2"/>
                    <a:pt x="0" y="1"/>
                  </a:cubicBezTo>
                  <a:cubicBezTo>
                    <a:pt x="0" y="1"/>
                    <a:pt x="0" y="0"/>
                    <a:pt x="0" y="0"/>
                  </a:cubicBezTo>
                  <a:cubicBezTo>
                    <a:pt x="0" y="0"/>
                    <a:pt x="1" y="1"/>
                    <a:pt x="1" y="1"/>
                  </a:cubicBezTo>
                  <a:cubicBezTo>
                    <a:pt x="1" y="2"/>
                    <a:pt x="1" y="3"/>
                    <a:pt x="1" y="4"/>
                  </a:cubicBezTo>
                  <a:cubicBezTo>
                    <a:pt x="2" y="4"/>
                    <a:pt x="2" y="4"/>
                    <a:pt x="4" y="4"/>
                  </a:cubicBezTo>
                  <a:cubicBezTo>
                    <a:pt x="15" y="4"/>
                    <a:pt x="34" y="4"/>
                    <a:pt x="37" y="4"/>
                  </a:cubicBezTo>
                  <a:cubicBezTo>
                    <a:pt x="37" y="4"/>
                    <a:pt x="38" y="4"/>
                    <a:pt x="38" y="4"/>
                  </a:cubicBezTo>
                  <a:cubicBezTo>
                    <a:pt x="39" y="3"/>
                    <a:pt x="39" y="2"/>
                    <a:pt x="39" y="1"/>
                  </a:cubicBezTo>
                  <a:cubicBezTo>
                    <a:pt x="39" y="1"/>
                    <a:pt x="39" y="1"/>
                    <a:pt x="39" y="1"/>
                  </a:cubicBezTo>
                  <a:cubicBezTo>
                    <a:pt x="39" y="1"/>
                    <a:pt x="39" y="1"/>
                    <a:pt x="40" y="1"/>
                  </a:cubicBezTo>
                  <a:cubicBezTo>
                    <a:pt x="40" y="2"/>
                    <a:pt x="40" y="4"/>
                    <a:pt x="39" y="4"/>
                  </a:cubicBezTo>
                  <a:cubicBezTo>
                    <a:pt x="38" y="5"/>
                    <a:pt x="38" y="5"/>
                    <a:pt x="37" y="5"/>
                  </a:cubicBezTo>
                  <a:cubicBezTo>
                    <a:pt x="34" y="5"/>
                    <a:pt x="2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8" name="Freeform 579"/>
            <p:cNvSpPr>
              <a:spLocks/>
            </p:cNvSpPr>
            <p:nvPr/>
          </p:nvSpPr>
          <p:spPr bwMode="auto">
            <a:xfrm>
              <a:off x="3550" y="140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29" name="Freeform 580"/>
            <p:cNvSpPr>
              <a:spLocks/>
            </p:cNvSpPr>
            <p:nvPr/>
          </p:nvSpPr>
          <p:spPr bwMode="auto">
            <a:xfrm>
              <a:off x="3553" y="140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0" name="Freeform 581"/>
            <p:cNvSpPr>
              <a:spLocks/>
            </p:cNvSpPr>
            <p:nvPr/>
          </p:nvSpPr>
          <p:spPr bwMode="auto">
            <a:xfrm>
              <a:off x="3558" y="140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1" y="0"/>
                    <a:pt x="1" y="0"/>
                    <a:pt x="1" y="0"/>
                  </a:cubicBezTo>
                  <a:cubicBezTo>
                    <a:pt x="1" y="0"/>
                    <a:pt x="1" y="0"/>
                    <a:pt x="1" y="0"/>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1" name="Freeform 582"/>
            <p:cNvSpPr>
              <a:spLocks/>
            </p:cNvSpPr>
            <p:nvPr/>
          </p:nvSpPr>
          <p:spPr bwMode="auto">
            <a:xfrm>
              <a:off x="3560"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1" y="0"/>
                    <a:pt x="1" y="0"/>
                  </a:cubicBezTo>
                  <a:cubicBezTo>
                    <a:pt x="1" y="0"/>
                    <a:pt x="2"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2" name="Freeform 583"/>
            <p:cNvSpPr>
              <a:spLocks/>
            </p:cNvSpPr>
            <p:nvPr/>
          </p:nvSpPr>
          <p:spPr bwMode="auto">
            <a:xfrm>
              <a:off x="3563"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1"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3" name="Freeform 584"/>
            <p:cNvSpPr>
              <a:spLocks/>
            </p:cNvSpPr>
            <p:nvPr/>
          </p:nvSpPr>
          <p:spPr bwMode="auto">
            <a:xfrm>
              <a:off x="3568" y="1406"/>
              <a:ext cx="5" cy="8"/>
            </a:xfrm>
            <a:custGeom>
              <a:avLst/>
              <a:gdLst>
                <a:gd name="T0" fmla="*/ 1 w 2"/>
                <a:gd name="T1" fmla="*/ 3 h 3"/>
                <a:gd name="T2" fmla="*/ 0 w 2"/>
                <a:gd name="T3" fmla="*/ 3 h 3"/>
                <a:gd name="T4" fmla="*/ 0 w 2"/>
                <a:gd name="T5" fmla="*/ 3 h 3"/>
                <a:gd name="T6" fmla="*/ 2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3"/>
                    <a:pt x="0" y="3"/>
                  </a:cubicBezTo>
                  <a:cubicBezTo>
                    <a:pt x="2" y="1"/>
                    <a:pt x="2" y="1"/>
                    <a:pt x="2" y="1"/>
                  </a:cubicBezTo>
                  <a:cubicBezTo>
                    <a:pt x="2" y="0"/>
                    <a:pt x="2" y="0"/>
                    <a:pt x="2" y="1"/>
                  </a:cubicBezTo>
                  <a:cubicBezTo>
                    <a:pt x="2" y="1"/>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4" name="Freeform 585"/>
            <p:cNvSpPr>
              <a:spLocks/>
            </p:cNvSpPr>
            <p:nvPr/>
          </p:nvSpPr>
          <p:spPr bwMode="auto">
            <a:xfrm>
              <a:off x="3573" y="140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1"/>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5" name="Freeform 586"/>
            <p:cNvSpPr>
              <a:spLocks/>
            </p:cNvSpPr>
            <p:nvPr/>
          </p:nvSpPr>
          <p:spPr bwMode="auto">
            <a:xfrm>
              <a:off x="3577" y="1409"/>
              <a:ext cx="5" cy="5"/>
            </a:xfrm>
            <a:custGeom>
              <a:avLst/>
              <a:gdLst>
                <a:gd name="T0" fmla="*/ 0 w 2"/>
                <a:gd name="T1" fmla="*/ 2 h 2"/>
                <a:gd name="T2" fmla="*/ 0 w 2"/>
                <a:gd name="T3" fmla="*/ 2 h 2"/>
                <a:gd name="T4" fmla="*/ 0 w 2"/>
                <a:gd name="T5" fmla="*/ 2 h 2"/>
                <a:gd name="T6" fmla="*/ 0 w 2"/>
                <a:gd name="T7" fmla="*/ 1 h 2"/>
                <a:gd name="T8" fmla="*/ 0 w 2"/>
                <a:gd name="T9" fmla="*/ 1 h 2"/>
                <a:gd name="T10" fmla="*/ 1 w 2"/>
                <a:gd name="T11" fmla="*/ 0 h 2"/>
                <a:gd name="T12" fmla="*/ 2 w 2"/>
                <a:gd name="T13" fmla="*/ 0 h 2"/>
                <a:gd name="T14" fmla="*/ 2 w 2"/>
                <a:gd name="T15" fmla="*/ 0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6" name="Freeform 587"/>
            <p:cNvSpPr>
              <a:spLocks/>
            </p:cNvSpPr>
            <p:nvPr/>
          </p:nvSpPr>
          <p:spPr bwMode="auto">
            <a:xfrm>
              <a:off x="3580" y="1406"/>
              <a:ext cx="7" cy="8"/>
            </a:xfrm>
            <a:custGeom>
              <a:avLst/>
              <a:gdLst>
                <a:gd name="T0" fmla="*/ 1 w 3"/>
                <a:gd name="T1" fmla="*/ 3 h 3"/>
                <a:gd name="T2" fmla="*/ 1 w 3"/>
                <a:gd name="T3" fmla="*/ 3 h 3"/>
                <a:gd name="T4" fmla="*/ 1 w 3"/>
                <a:gd name="T5" fmla="*/ 3 h 3"/>
                <a:gd name="T6" fmla="*/ 2 w 3"/>
                <a:gd name="T7" fmla="*/ 1 h 3"/>
                <a:gd name="T8" fmla="*/ 2 w 3"/>
                <a:gd name="T9" fmla="*/ 1 h 3"/>
                <a:gd name="T10" fmla="*/ 2 w 3"/>
                <a:gd name="T11" fmla="*/ 1 h 3"/>
                <a:gd name="T12" fmla="*/ 3 w 3"/>
                <a:gd name="T13" fmla="*/ 1 h 3"/>
                <a:gd name="T14" fmla="*/ 2 w 3"/>
                <a:gd name="T15" fmla="*/ 2 h 3"/>
                <a:gd name="T16" fmla="*/ 1 w 3"/>
                <a:gd name="T17" fmla="*/ 3 h 3"/>
                <a:gd name="T18" fmla="*/ 1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3"/>
                  </a:moveTo>
                  <a:cubicBezTo>
                    <a:pt x="1" y="3"/>
                    <a:pt x="1" y="3"/>
                    <a:pt x="1" y="3"/>
                  </a:cubicBezTo>
                  <a:cubicBezTo>
                    <a:pt x="0" y="3"/>
                    <a:pt x="0" y="3"/>
                    <a:pt x="1" y="3"/>
                  </a:cubicBezTo>
                  <a:cubicBezTo>
                    <a:pt x="2" y="1"/>
                    <a:pt x="2" y="1"/>
                    <a:pt x="2" y="1"/>
                  </a:cubicBezTo>
                  <a:cubicBezTo>
                    <a:pt x="2" y="1"/>
                    <a:pt x="2" y="1"/>
                    <a:pt x="2" y="1"/>
                  </a:cubicBezTo>
                  <a:cubicBezTo>
                    <a:pt x="2" y="0"/>
                    <a:pt x="2" y="0"/>
                    <a:pt x="2" y="1"/>
                  </a:cubicBezTo>
                  <a:cubicBezTo>
                    <a:pt x="3" y="1"/>
                    <a:pt x="3" y="1"/>
                    <a:pt x="3" y="1"/>
                  </a:cubicBezTo>
                  <a:cubicBezTo>
                    <a:pt x="2" y="1"/>
                    <a:pt x="2" y="1"/>
                    <a:pt x="2"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7" name="Freeform 588"/>
            <p:cNvSpPr>
              <a:spLocks/>
            </p:cNvSpPr>
            <p:nvPr/>
          </p:nvSpPr>
          <p:spPr bwMode="auto">
            <a:xfrm>
              <a:off x="3587" y="1406"/>
              <a:ext cx="5" cy="8"/>
            </a:xfrm>
            <a:custGeom>
              <a:avLst/>
              <a:gdLst>
                <a:gd name="T0" fmla="*/ 1 w 2"/>
                <a:gd name="T1" fmla="*/ 3 h 3"/>
                <a:gd name="T2" fmla="*/ 0 w 2"/>
                <a:gd name="T3" fmla="*/ 3 h 3"/>
                <a:gd name="T4" fmla="*/ 0 w 2"/>
                <a:gd name="T5" fmla="*/ 2 h 3"/>
                <a:gd name="T6" fmla="*/ 1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0" y="3"/>
                  </a:cubicBezTo>
                  <a:cubicBezTo>
                    <a:pt x="0" y="3"/>
                    <a:pt x="0" y="2"/>
                    <a:pt x="0" y="2"/>
                  </a:cubicBezTo>
                  <a:cubicBezTo>
                    <a:pt x="1" y="2"/>
                    <a:pt x="1" y="1"/>
                    <a:pt x="1" y="1"/>
                  </a:cubicBezTo>
                  <a:cubicBezTo>
                    <a:pt x="1" y="1"/>
                    <a:pt x="2" y="0"/>
                    <a:pt x="2" y="1"/>
                  </a:cubicBezTo>
                  <a:cubicBezTo>
                    <a:pt x="2" y="1"/>
                    <a:pt x="2" y="1"/>
                    <a:pt x="2" y="1"/>
                  </a:cubicBezTo>
                  <a:cubicBezTo>
                    <a:pt x="2"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8" name="Freeform 589"/>
            <p:cNvSpPr>
              <a:spLocks/>
            </p:cNvSpPr>
            <p:nvPr/>
          </p:nvSpPr>
          <p:spPr bwMode="auto">
            <a:xfrm>
              <a:off x="3592" y="1406"/>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1" y="1"/>
                    <a:pt x="1" y="1"/>
                  </a:cubicBezTo>
                  <a:cubicBezTo>
                    <a:pt x="1" y="1"/>
                    <a:pt x="1" y="0"/>
                    <a:pt x="1" y="1"/>
                  </a:cubicBezTo>
                  <a:cubicBezTo>
                    <a:pt x="2" y="1"/>
                    <a:pt x="2" y="1"/>
                    <a:pt x="2" y="1"/>
                  </a:cubicBezTo>
                  <a:cubicBezTo>
                    <a:pt x="1" y="2"/>
                    <a:pt x="1" y="2"/>
                    <a:pt x="1"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39" name="Freeform 590"/>
            <p:cNvSpPr>
              <a:spLocks/>
            </p:cNvSpPr>
            <p:nvPr/>
          </p:nvSpPr>
          <p:spPr bwMode="auto">
            <a:xfrm>
              <a:off x="3595" y="1409"/>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1" y="0"/>
                  </a:cubicBezTo>
                  <a:cubicBezTo>
                    <a:pt x="1" y="0"/>
                    <a:pt x="1" y="0"/>
                    <a:pt x="1" y="0"/>
                  </a:cubicBezTo>
                  <a:cubicBezTo>
                    <a:pt x="1" y="0"/>
                    <a:pt x="2"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0" name="Freeform 591"/>
            <p:cNvSpPr>
              <a:spLocks/>
            </p:cNvSpPr>
            <p:nvPr/>
          </p:nvSpPr>
          <p:spPr bwMode="auto">
            <a:xfrm>
              <a:off x="359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1" name="Freeform 592"/>
            <p:cNvSpPr>
              <a:spLocks/>
            </p:cNvSpPr>
            <p:nvPr/>
          </p:nvSpPr>
          <p:spPr bwMode="auto">
            <a:xfrm>
              <a:off x="3600"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2 w 2"/>
                <a:gd name="T13" fmla="*/ 0 h 2"/>
                <a:gd name="T14" fmla="*/ 2 w 2"/>
                <a:gd name="T15" fmla="*/ 0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0" y="2"/>
                    <a:pt x="0" y="2"/>
                    <a:pt x="1"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2" name="Freeform 593"/>
            <p:cNvSpPr>
              <a:spLocks/>
            </p:cNvSpPr>
            <p:nvPr/>
          </p:nvSpPr>
          <p:spPr bwMode="auto">
            <a:xfrm>
              <a:off x="3605"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3" name="Freeform 594"/>
            <p:cNvSpPr>
              <a:spLocks/>
            </p:cNvSpPr>
            <p:nvPr/>
          </p:nvSpPr>
          <p:spPr bwMode="auto">
            <a:xfrm>
              <a:off x="360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4" name="Freeform 595"/>
            <p:cNvSpPr>
              <a:spLocks/>
            </p:cNvSpPr>
            <p:nvPr/>
          </p:nvSpPr>
          <p:spPr bwMode="auto">
            <a:xfrm>
              <a:off x="3612" y="140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1"/>
                    <a:pt x="0" y="1"/>
                  </a:cubicBezTo>
                  <a:cubicBezTo>
                    <a:pt x="1" y="0"/>
                    <a:pt x="1" y="0"/>
                    <a:pt x="1" y="0"/>
                  </a:cubicBezTo>
                  <a:cubicBezTo>
                    <a:pt x="1" y="0"/>
                    <a:pt x="1"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5" name="Freeform 596"/>
            <p:cNvSpPr>
              <a:spLocks/>
            </p:cNvSpPr>
            <p:nvPr/>
          </p:nvSpPr>
          <p:spPr bwMode="auto">
            <a:xfrm>
              <a:off x="3617"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0" y="0"/>
                    <a:pt x="1" y="0"/>
                  </a:cubicBezTo>
                  <a:cubicBezTo>
                    <a:pt x="1" y="0"/>
                    <a:pt x="1" y="0"/>
                    <a:pt x="1" y="0"/>
                  </a:cubicBezTo>
                  <a:cubicBezTo>
                    <a:pt x="2"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6" name="Freeform 597"/>
            <p:cNvSpPr>
              <a:spLocks/>
            </p:cNvSpPr>
            <p:nvPr/>
          </p:nvSpPr>
          <p:spPr bwMode="auto">
            <a:xfrm>
              <a:off x="3622"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7" name="Freeform 598"/>
            <p:cNvSpPr>
              <a:spLocks/>
            </p:cNvSpPr>
            <p:nvPr/>
          </p:nvSpPr>
          <p:spPr bwMode="auto">
            <a:xfrm>
              <a:off x="3627"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8" name="Freeform 599"/>
            <p:cNvSpPr>
              <a:spLocks/>
            </p:cNvSpPr>
            <p:nvPr/>
          </p:nvSpPr>
          <p:spPr bwMode="auto">
            <a:xfrm>
              <a:off x="3629"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0" y="1"/>
                    <a:pt x="1" y="0"/>
                    <a:pt x="1" y="0"/>
                  </a:cubicBezTo>
                  <a:cubicBezTo>
                    <a:pt x="1" y="0"/>
                    <a:pt x="1" y="0"/>
                    <a:pt x="1" y="0"/>
                  </a:cubicBezTo>
                  <a:cubicBezTo>
                    <a:pt x="2" y="0"/>
                    <a:pt x="2"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49" name="Freeform 600"/>
            <p:cNvSpPr>
              <a:spLocks/>
            </p:cNvSpPr>
            <p:nvPr/>
          </p:nvSpPr>
          <p:spPr bwMode="auto">
            <a:xfrm>
              <a:off x="3634" y="140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0" name="Freeform 601"/>
            <p:cNvSpPr>
              <a:spLocks/>
            </p:cNvSpPr>
            <p:nvPr/>
          </p:nvSpPr>
          <p:spPr bwMode="auto">
            <a:xfrm>
              <a:off x="3637" y="1406"/>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1 h 3"/>
                <a:gd name="T12" fmla="*/ 1 w 2"/>
                <a:gd name="T13" fmla="*/ 2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2"/>
                    <a:pt x="0" y="2"/>
                    <a:pt x="1" y="2"/>
                  </a:cubicBezTo>
                  <a:cubicBezTo>
                    <a:pt x="1" y="2"/>
                    <a:pt x="1" y="1"/>
                    <a:pt x="1" y="0"/>
                  </a:cubicBezTo>
                  <a:cubicBezTo>
                    <a:pt x="2" y="0"/>
                    <a:pt x="2" y="0"/>
                    <a:pt x="2" y="0"/>
                  </a:cubicBezTo>
                  <a:cubicBezTo>
                    <a:pt x="2" y="1"/>
                    <a:pt x="2" y="1"/>
                    <a:pt x="2" y="1"/>
                  </a:cubicBezTo>
                  <a:cubicBezTo>
                    <a:pt x="2" y="1"/>
                    <a:pt x="1" y="2"/>
                    <a:pt x="1"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1" name="Freeform 602"/>
            <p:cNvSpPr>
              <a:spLocks/>
            </p:cNvSpPr>
            <p:nvPr/>
          </p:nvSpPr>
          <p:spPr bwMode="auto">
            <a:xfrm>
              <a:off x="3570" y="1426"/>
              <a:ext cx="54" cy="8"/>
            </a:xfrm>
            <a:custGeom>
              <a:avLst/>
              <a:gdLst>
                <a:gd name="T0" fmla="*/ 2 w 22"/>
                <a:gd name="T1" fmla="*/ 3 h 3"/>
                <a:gd name="T2" fmla="*/ 0 w 22"/>
                <a:gd name="T3" fmla="*/ 3 h 3"/>
                <a:gd name="T4" fmla="*/ 0 w 22"/>
                <a:gd name="T5" fmla="*/ 2 h 3"/>
                <a:gd name="T6" fmla="*/ 0 w 22"/>
                <a:gd name="T7" fmla="*/ 0 h 3"/>
                <a:gd name="T8" fmla="*/ 0 w 22"/>
                <a:gd name="T9" fmla="*/ 0 h 3"/>
                <a:gd name="T10" fmla="*/ 0 w 22"/>
                <a:gd name="T11" fmla="*/ 0 h 3"/>
                <a:gd name="T12" fmla="*/ 0 w 22"/>
                <a:gd name="T13" fmla="*/ 2 h 3"/>
                <a:gd name="T14" fmla="*/ 2 w 22"/>
                <a:gd name="T15" fmla="*/ 2 h 3"/>
                <a:gd name="T16" fmla="*/ 3 w 22"/>
                <a:gd name="T17" fmla="*/ 2 h 3"/>
                <a:gd name="T18" fmla="*/ 9 w 22"/>
                <a:gd name="T19" fmla="*/ 2 h 3"/>
                <a:gd name="T20" fmla="*/ 19 w 22"/>
                <a:gd name="T21" fmla="*/ 2 h 3"/>
                <a:gd name="T22" fmla="*/ 21 w 22"/>
                <a:gd name="T23" fmla="*/ 2 h 3"/>
                <a:gd name="T24" fmla="*/ 21 w 22"/>
                <a:gd name="T25" fmla="*/ 1 h 3"/>
                <a:gd name="T26" fmla="*/ 21 w 22"/>
                <a:gd name="T27" fmla="*/ 0 h 3"/>
                <a:gd name="T28" fmla="*/ 22 w 22"/>
                <a:gd name="T29" fmla="*/ 1 h 3"/>
                <a:gd name="T30" fmla="*/ 22 w 22"/>
                <a:gd name="T31" fmla="*/ 2 h 3"/>
                <a:gd name="T32" fmla="*/ 19 w 22"/>
                <a:gd name="T33" fmla="*/ 3 h 3"/>
                <a:gd name="T34" fmla="*/ 9 w 22"/>
                <a:gd name="T35" fmla="*/ 3 h 3"/>
                <a:gd name="T36" fmla="*/ 3 w 22"/>
                <a:gd name="T37" fmla="*/ 3 h 3"/>
                <a:gd name="T38" fmla="*/ 2 w 22"/>
                <a:gd name="T39" fmla="*/ 3 h 3"/>
                <a:gd name="T40" fmla="*/ 2 w 2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3">
                  <a:moveTo>
                    <a:pt x="2" y="3"/>
                  </a:moveTo>
                  <a:cubicBezTo>
                    <a:pt x="1" y="3"/>
                    <a:pt x="0" y="3"/>
                    <a:pt x="0" y="3"/>
                  </a:cubicBezTo>
                  <a:cubicBezTo>
                    <a:pt x="0" y="2"/>
                    <a:pt x="0" y="2"/>
                    <a:pt x="0" y="2"/>
                  </a:cubicBezTo>
                  <a:cubicBezTo>
                    <a:pt x="0" y="2"/>
                    <a:pt x="0" y="0"/>
                    <a:pt x="0" y="0"/>
                  </a:cubicBezTo>
                  <a:cubicBezTo>
                    <a:pt x="0" y="0"/>
                    <a:pt x="0" y="0"/>
                    <a:pt x="0" y="0"/>
                  </a:cubicBezTo>
                  <a:cubicBezTo>
                    <a:pt x="0" y="0"/>
                    <a:pt x="0" y="0"/>
                    <a:pt x="0" y="0"/>
                  </a:cubicBezTo>
                  <a:cubicBezTo>
                    <a:pt x="0" y="1"/>
                    <a:pt x="0" y="1"/>
                    <a:pt x="0" y="2"/>
                  </a:cubicBezTo>
                  <a:cubicBezTo>
                    <a:pt x="1" y="2"/>
                    <a:pt x="2" y="2"/>
                    <a:pt x="2" y="2"/>
                  </a:cubicBezTo>
                  <a:cubicBezTo>
                    <a:pt x="3" y="2"/>
                    <a:pt x="3" y="2"/>
                    <a:pt x="3" y="2"/>
                  </a:cubicBezTo>
                  <a:cubicBezTo>
                    <a:pt x="5" y="2"/>
                    <a:pt x="7" y="2"/>
                    <a:pt x="9" y="2"/>
                  </a:cubicBezTo>
                  <a:cubicBezTo>
                    <a:pt x="12" y="2"/>
                    <a:pt x="15" y="2"/>
                    <a:pt x="19" y="2"/>
                  </a:cubicBezTo>
                  <a:cubicBezTo>
                    <a:pt x="20" y="2"/>
                    <a:pt x="21" y="2"/>
                    <a:pt x="21" y="2"/>
                  </a:cubicBezTo>
                  <a:cubicBezTo>
                    <a:pt x="21" y="1"/>
                    <a:pt x="21" y="1"/>
                    <a:pt x="21" y="1"/>
                  </a:cubicBezTo>
                  <a:cubicBezTo>
                    <a:pt x="21" y="0"/>
                    <a:pt x="21" y="0"/>
                    <a:pt x="21" y="0"/>
                  </a:cubicBezTo>
                  <a:cubicBezTo>
                    <a:pt x="21" y="0"/>
                    <a:pt x="22" y="0"/>
                    <a:pt x="22" y="1"/>
                  </a:cubicBezTo>
                  <a:cubicBezTo>
                    <a:pt x="22" y="2"/>
                    <a:pt x="22" y="2"/>
                    <a:pt x="22" y="2"/>
                  </a:cubicBezTo>
                  <a:cubicBezTo>
                    <a:pt x="21" y="3"/>
                    <a:pt x="19" y="3"/>
                    <a:pt x="19" y="3"/>
                  </a:cubicBezTo>
                  <a:cubicBezTo>
                    <a:pt x="15" y="3"/>
                    <a:pt x="12" y="3"/>
                    <a:pt x="9" y="3"/>
                  </a:cubicBezTo>
                  <a:cubicBezTo>
                    <a:pt x="7" y="3"/>
                    <a:pt x="5" y="3"/>
                    <a:pt x="3" y="3"/>
                  </a:cubicBezTo>
                  <a:cubicBezTo>
                    <a:pt x="3" y="3"/>
                    <a:pt x="3" y="3"/>
                    <a:pt x="2" y="3"/>
                  </a:cubicBezTo>
                  <a:cubicBezTo>
                    <a:pt x="2" y="3"/>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2" name="Freeform 603"/>
            <p:cNvSpPr>
              <a:spLocks/>
            </p:cNvSpPr>
            <p:nvPr/>
          </p:nvSpPr>
          <p:spPr bwMode="auto">
            <a:xfrm>
              <a:off x="3570"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 name="T16" fmla="*/ 1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3" name="Freeform 604"/>
            <p:cNvSpPr>
              <a:spLocks/>
            </p:cNvSpPr>
            <p:nvPr/>
          </p:nvSpPr>
          <p:spPr bwMode="auto">
            <a:xfrm>
              <a:off x="3575" y="1429"/>
              <a:ext cx="2"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4" name="Freeform 605"/>
            <p:cNvSpPr>
              <a:spLocks/>
            </p:cNvSpPr>
            <p:nvPr/>
          </p:nvSpPr>
          <p:spPr bwMode="auto">
            <a:xfrm>
              <a:off x="3577" y="1429"/>
              <a:ext cx="5" cy="2"/>
            </a:xfrm>
            <a:custGeom>
              <a:avLst/>
              <a:gdLst>
                <a:gd name="T0" fmla="*/ 1 w 2"/>
                <a:gd name="T1" fmla="*/ 1 h 1"/>
                <a:gd name="T2" fmla="*/ 0 w 2"/>
                <a:gd name="T3" fmla="*/ 1 h 1"/>
                <a:gd name="T4" fmla="*/ 0 w 2"/>
                <a:gd name="T5" fmla="*/ 1 h 1"/>
                <a:gd name="T6" fmla="*/ 1 w 2"/>
                <a:gd name="T7" fmla="*/ 0 h 1"/>
                <a:gd name="T8" fmla="*/ 1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1" y="0"/>
                  </a:cubicBezTo>
                  <a:cubicBezTo>
                    <a:pt x="1" y="0"/>
                    <a:pt x="1" y="0"/>
                    <a:pt x="1"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5" name="Freeform 606"/>
            <p:cNvSpPr>
              <a:spLocks/>
            </p:cNvSpPr>
            <p:nvPr/>
          </p:nvSpPr>
          <p:spPr bwMode="auto">
            <a:xfrm>
              <a:off x="3582" y="1429"/>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6" name="Freeform 607"/>
            <p:cNvSpPr>
              <a:spLocks/>
            </p:cNvSpPr>
            <p:nvPr/>
          </p:nvSpPr>
          <p:spPr bwMode="auto">
            <a:xfrm>
              <a:off x="3585" y="1429"/>
              <a:ext cx="5" cy="2"/>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7" name="Freeform 608"/>
            <p:cNvSpPr>
              <a:spLocks/>
            </p:cNvSpPr>
            <p:nvPr/>
          </p:nvSpPr>
          <p:spPr bwMode="auto">
            <a:xfrm>
              <a:off x="3590" y="1429"/>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8" name="Freeform 609"/>
            <p:cNvSpPr>
              <a:spLocks/>
            </p:cNvSpPr>
            <p:nvPr/>
          </p:nvSpPr>
          <p:spPr bwMode="auto">
            <a:xfrm>
              <a:off x="3595" y="1426"/>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1"/>
                    <a:pt x="0" y="1"/>
                    <a:pt x="1" y="1"/>
                  </a:cubicBezTo>
                  <a:cubicBezTo>
                    <a:pt x="1" y="0"/>
                    <a:pt x="1" y="0"/>
                    <a:pt x="1" y="1"/>
                  </a:cubicBezTo>
                  <a:cubicBezTo>
                    <a:pt x="1" y="1"/>
                    <a:pt x="1" y="1"/>
                    <a:pt x="1" y="1"/>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59" name="Freeform 610"/>
            <p:cNvSpPr>
              <a:spLocks/>
            </p:cNvSpPr>
            <p:nvPr/>
          </p:nvSpPr>
          <p:spPr bwMode="auto">
            <a:xfrm>
              <a:off x="3600"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0" name="Freeform 611"/>
            <p:cNvSpPr>
              <a:spLocks/>
            </p:cNvSpPr>
            <p:nvPr/>
          </p:nvSpPr>
          <p:spPr bwMode="auto">
            <a:xfrm>
              <a:off x="3602" y="1429"/>
              <a:ext cx="5" cy="2"/>
            </a:xfrm>
            <a:custGeom>
              <a:avLst/>
              <a:gdLst>
                <a:gd name="T0" fmla="*/ 1 w 2"/>
                <a:gd name="T1" fmla="*/ 1 h 1"/>
                <a:gd name="T2" fmla="*/ 0 w 2"/>
                <a:gd name="T3" fmla="*/ 1 h 1"/>
                <a:gd name="T4" fmla="*/ 0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1" name="Freeform 612"/>
            <p:cNvSpPr>
              <a:spLocks/>
            </p:cNvSpPr>
            <p:nvPr/>
          </p:nvSpPr>
          <p:spPr bwMode="auto">
            <a:xfrm>
              <a:off x="3607"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2" name="Freeform 613"/>
            <p:cNvSpPr>
              <a:spLocks/>
            </p:cNvSpPr>
            <p:nvPr/>
          </p:nvSpPr>
          <p:spPr bwMode="auto">
            <a:xfrm>
              <a:off x="3612"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3" name="Freeform 614"/>
            <p:cNvSpPr>
              <a:spLocks/>
            </p:cNvSpPr>
            <p:nvPr/>
          </p:nvSpPr>
          <p:spPr bwMode="auto">
            <a:xfrm>
              <a:off x="3614" y="142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4" name="Freeform 615"/>
            <p:cNvSpPr>
              <a:spLocks/>
            </p:cNvSpPr>
            <p:nvPr/>
          </p:nvSpPr>
          <p:spPr bwMode="auto">
            <a:xfrm>
              <a:off x="3619" y="142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0"/>
                    <a:pt x="0" y="0"/>
                    <a:pt x="0" y="0"/>
                  </a:cubicBezTo>
                  <a:cubicBezTo>
                    <a:pt x="0" y="0"/>
                    <a:pt x="0"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5" name="Freeform 616"/>
            <p:cNvSpPr>
              <a:spLocks noEditPoints="1"/>
            </p:cNvSpPr>
            <p:nvPr/>
          </p:nvSpPr>
          <p:spPr bwMode="auto">
            <a:xfrm>
              <a:off x="3656" y="1426"/>
              <a:ext cx="50" cy="43"/>
            </a:xfrm>
            <a:custGeom>
              <a:avLst/>
              <a:gdLst>
                <a:gd name="T0" fmla="*/ 16 w 20"/>
                <a:gd name="T1" fmla="*/ 17 h 17"/>
                <a:gd name="T2" fmla="*/ 12 w 20"/>
                <a:gd name="T3" fmla="*/ 16 h 17"/>
                <a:gd name="T4" fmla="*/ 9 w 20"/>
                <a:gd name="T5" fmla="*/ 14 h 17"/>
                <a:gd name="T6" fmla="*/ 7 w 20"/>
                <a:gd name="T7" fmla="*/ 12 h 17"/>
                <a:gd name="T8" fmla="*/ 5 w 20"/>
                <a:gd name="T9" fmla="*/ 11 h 17"/>
                <a:gd name="T10" fmla="*/ 1 w 20"/>
                <a:gd name="T11" fmla="*/ 7 h 17"/>
                <a:gd name="T12" fmla="*/ 6 w 20"/>
                <a:gd name="T13" fmla="*/ 0 h 17"/>
                <a:gd name="T14" fmla="*/ 16 w 20"/>
                <a:gd name="T15" fmla="*/ 3 h 17"/>
                <a:gd name="T16" fmla="*/ 20 w 20"/>
                <a:gd name="T17" fmla="*/ 11 h 17"/>
                <a:gd name="T18" fmla="*/ 19 w 20"/>
                <a:gd name="T19" fmla="*/ 16 h 17"/>
                <a:gd name="T20" fmla="*/ 16 w 20"/>
                <a:gd name="T21" fmla="*/ 17 h 17"/>
                <a:gd name="T22" fmla="*/ 9 w 20"/>
                <a:gd name="T23" fmla="*/ 1 h 17"/>
                <a:gd name="T24" fmla="*/ 6 w 20"/>
                <a:gd name="T25" fmla="*/ 1 h 17"/>
                <a:gd name="T26" fmla="*/ 2 w 20"/>
                <a:gd name="T27" fmla="*/ 6 h 17"/>
                <a:gd name="T28" fmla="*/ 5 w 20"/>
                <a:gd name="T29" fmla="*/ 10 h 17"/>
                <a:gd name="T30" fmla="*/ 7 w 20"/>
                <a:gd name="T31" fmla="*/ 11 h 17"/>
                <a:gd name="T32" fmla="*/ 9 w 20"/>
                <a:gd name="T33" fmla="*/ 13 h 17"/>
                <a:gd name="T34" fmla="*/ 12 w 20"/>
                <a:gd name="T35" fmla="*/ 15 h 17"/>
                <a:gd name="T36" fmla="*/ 16 w 20"/>
                <a:gd name="T37" fmla="*/ 16 h 17"/>
                <a:gd name="T38" fmla="*/ 18 w 20"/>
                <a:gd name="T39" fmla="*/ 15 h 17"/>
                <a:gd name="T40" fmla="*/ 20 w 20"/>
                <a:gd name="T41" fmla="*/ 11 h 17"/>
                <a:gd name="T42" fmla="*/ 15 w 20"/>
                <a:gd name="T43" fmla="*/ 3 h 17"/>
                <a:gd name="T44" fmla="*/ 9 w 20"/>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7">
                  <a:moveTo>
                    <a:pt x="16" y="17"/>
                  </a:moveTo>
                  <a:cubicBezTo>
                    <a:pt x="14" y="17"/>
                    <a:pt x="13" y="16"/>
                    <a:pt x="12" y="16"/>
                  </a:cubicBezTo>
                  <a:cubicBezTo>
                    <a:pt x="11" y="15"/>
                    <a:pt x="10" y="14"/>
                    <a:pt x="9" y="14"/>
                  </a:cubicBezTo>
                  <a:cubicBezTo>
                    <a:pt x="8" y="13"/>
                    <a:pt x="7" y="12"/>
                    <a:pt x="7" y="12"/>
                  </a:cubicBezTo>
                  <a:cubicBezTo>
                    <a:pt x="6" y="11"/>
                    <a:pt x="6" y="11"/>
                    <a:pt x="5" y="11"/>
                  </a:cubicBezTo>
                  <a:cubicBezTo>
                    <a:pt x="3" y="10"/>
                    <a:pt x="1" y="9"/>
                    <a:pt x="1" y="7"/>
                  </a:cubicBezTo>
                  <a:cubicBezTo>
                    <a:pt x="0" y="4"/>
                    <a:pt x="3" y="1"/>
                    <a:pt x="6" y="0"/>
                  </a:cubicBezTo>
                  <a:cubicBezTo>
                    <a:pt x="9" y="0"/>
                    <a:pt x="13" y="0"/>
                    <a:pt x="16" y="3"/>
                  </a:cubicBezTo>
                  <a:cubicBezTo>
                    <a:pt x="19" y="5"/>
                    <a:pt x="20" y="8"/>
                    <a:pt x="20" y="11"/>
                  </a:cubicBezTo>
                  <a:cubicBezTo>
                    <a:pt x="20" y="13"/>
                    <a:pt x="20" y="15"/>
                    <a:pt x="19" y="16"/>
                  </a:cubicBezTo>
                  <a:cubicBezTo>
                    <a:pt x="18" y="16"/>
                    <a:pt x="17" y="17"/>
                    <a:pt x="16" y="17"/>
                  </a:cubicBezTo>
                  <a:close/>
                  <a:moveTo>
                    <a:pt x="9" y="1"/>
                  </a:moveTo>
                  <a:cubicBezTo>
                    <a:pt x="8" y="1"/>
                    <a:pt x="7" y="1"/>
                    <a:pt x="6" y="1"/>
                  </a:cubicBezTo>
                  <a:cubicBezTo>
                    <a:pt x="3" y="2"/>
                    <a:pt x="1" y="4"/>
                    <a:pt x="2" y="6"/>
                  </a:cubicBezTo>
                  <a:cubicBezTo>
                    <a:pt x="2" y="8"/>
                    <a:pt x="4" y="9"/>
                    <a:pt x="5" y="10"/>
                  </a:cubicBezTo>
                  <a:cubicBezTo>
                    <a:pt x="6" y="10"/>
                    <a:pt x="7" y="11"/>
                    <a:pt x="7" y="11"/>
                  </a:cubicBezTo>
                  <a:cubicBezTo>
                    <a:pt x="8" y="12"/>
                    <a:pt x="9" y="12"/>
                    <a:pt x="9" y="13"/>
                  </a:cubicBezTo>
                  <a:cubicBezTo>
                    <a:pt x="10" y="14"/>
                    <a:pt x="11" y="15"/>
                    <a:pt x="12" y="15"/>
                  </a:cubicBezTo>
                  <a:cubicBezTo>
                    <a:pt x="13" y="16"/>
                    <a:pt x="15" y="16"/>
                    <a:pt x="16" y="16"/>
                  </a:cubicBezTo>
                  <a:cubicBezTo>
                    <a:pt x="16" y="16"/>
                    <a:pt x="18" y="16"/>
                    <a:pt x="18" y="15"/>
                  </a:cubicBezTo>
                  <a:cubicBezTo>
                    <a:pt x="20" y="14"/>
                    <a:pt x="20" y="12"/>
                    <a:pt x="20" y="11"/>
                  </a:cubicBezTo>
                  <a:cubicBezTo>
                    <a:pt x="19" y="8"/>
                    <a:pt x="18" y="5"/>
                    <a:pt x="15" y="3"/>
                  </a:cubicBezTo>
                  <a:cubicBezTo>
                    <a:pt x="14" y="2"/>
                    <a:pt x="11"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6" name="Freeform 617"/>
            <p:cNvSpPr>
              <a:spLocks/>
            </p:cNvSpPr>
            <p:nvPr/>
          </p:nvSpPr>
          <p:spPr bwMode="auto">
            <a:xfrm>
              <a:off x="3656" y="1434"/>
              <a:ext cx="50" cy="30"/>
            </a:xfrm>
            <a:custGeom>
              <a:avLst/>
              <a:gdLst>
                <a:gd name="T0" fmla="*/ 16 w 20"/>
                <a:gd name="T1" fmla="*/ 12 h 12"/>
                <a:gd name="T2" fmla="*/ 13 w 20"/>
                <a:gd name="T3" fmla="*/ 12 h 12"/>
                <a:gd name="T4" fmla="*/ 10 w 20"/>
                <a:gd name="T5" fmla="*/ 10 h 12"/>
                <a:gd name="T6" fmla="*/ 10 w 20"/>
                <a:gd name="T7" fmla="*/ 9 h 12"/>
                <a:gd name="T8" fmla="*/ 4 w 20"/>
                <a:gd name="T9" fmla="*/ 5 h 12"/>
                <a:gd name="T10" fmla="*/ 4 w 20"/>
                <a:gd name="T11" fmla="*/ 5 h 12"/>
                <a:gd name="T12" fmla="*/ 1 w 20"/>
                <a:gd name="T13" fmla="*/ 3 h 12"/>
                <a:gd name="T14" fmla="*/ 1 w 20"/>
                <a:gd name="T15" fmla="*/ 1 h 12"/>
                <a:gd name="T16" fmla="*/ 2 w 20"/>
                <a:gd name="T17" fmla="*/ 1 h 12"/>
                <a:gd name="T18" fmla="*/ 2 w 20"/>
                <a:gd name="T19" fmla="*/ 1 h 12"/>
                <a:gd name="T20" fmla="*/ 2 w 20"/>
                <a:gd name="T21" fmla="*/ 3 h 12"/>
                <a:gd name="T22" fmla="*/ 4 w 20"/>
                <a:gd name="T23" fmla="*/ 4 h 12"/>
                <a:gd name="T24" fmla="*/ 4 w 20"/>
                <a:gd name="T25" fmla="*/ 4 h 12"/>
                <a:gd name="T26" fmla="*/ 10 w 20"/>
                <a:gd name="T27" fmla="*/ 8 h 12"/>
                <a:gd name="T28" fmla="*/ 11 w 20"/>
                <a:gd name="T29" fmla="*/ 9 h 12"/>
                <a:gd name="T30" fmla="*/ 13 w 20"/>
                <a:gd name="T31" fmla="*/ 11 h 12"/>
                <a:gd name="T32" fmla="*/ 19 w 20"/>
                <a:gd name="T33" fmla="*/ 10 h 12"/>
                <a:gd name="T34" fmla="*/ 20 w 20"/>
                <a:gd name="T35" fmla="*/ 10 h 12"/>
                <a:gd name="T36" fmla="*/ 20 w 20"/>
                <a:gd name="T37" fmla="*/ 11 h 12"/>
                <a:gd name="T38" fmla="*/ 16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16" y="12"/>
                  </a:moveTo>
                  <a:cubicBezTo>
                    <a:pt x="15" y="12"/>
                    <a:pt x="14" y="12"/>
                    <a:pt x="13" y="12"/>
                  </a:cubicBezTo>
                  <a:cubicBezTo>
                    <a:pt x="12" y="11"/>
                    <a:pt x="11" y="10"/>
                    <a:pt x="10" y="10"/>
                  </a:cubicBezTo>
                  <a:cubicBezTo>
                    <a:pt x="10" y="9"/>
                    <a:pt x="10" y="9"/>
                    <a:pt x="10" y="9"/>
                  </a:cubicBezTo>
                  <a:cubicBezTo>
                    <a:pt x="8" y="7"/>
                    <a:pt x="6" y="6"/>
                    <a:pt x="4" y="5"/>
                  </a:cubicBezTo>
                  <a:cubicBezTo>
                    <a:pt x="4" y="5"/>
                    <a:pt x="4" y="5"/>
                    <a:pt x="4" y="5"/>
                  </a:cubicBezTo>
                  <a:cubicBezTo>
                    <a:pt x="3" y="4"/>
                    <a:pt x="2" y="4"/>
                    <a:pt x="1" y="3"/>
                  </a:cubicBezTo>
                  <a:cubicBezTo>
                    <a:pt x="1" y="3"/>
                    <a:pt x="0" y="2"/>
                    <a:pt x="1" y="1"/>
                  </a:cubicBezTo>
                  <a:cubicBezTo>
                    <a:pt x="1" y="1"/>
                    <a:pt x="1" y="0"/>
                    <a:pt x="2" y="1"/>
                  </a:cubicBezTo>
                  <a:cubicBezTo>
                    <a:pt x="2" y="1"/>
                    <a:pt x="2" y="1"/>
                    <a:pt x="2" y="1"/>
                  </a:cubicBezTo>
                  <a:cubicBezTo>
                    <a:pt x="1" y="2"/>
                    <a:pt x="2" y="2"/>
                    <a:pt x="2" y="3"/>
                  </a:cubicBezTo>
                  <a:cubicBezTo>
                    <a:pt x="3" y="3"/>
                    <a:pt x="3" y="4"/>
                    <a:pt x="4" y="4"/>
                  </a:cubicBezTo>
                  <a:cubicBezTo>
                    <a:pt x="4" y="4"/>
                    <a:pt x="4" y="4"/>
                    <a:pt x="4" y="4"/>
                  </a:cubicBezTo>
                  <a:cubicBezTo>
                    <a:pt x="7" y="5"/>
                    <a:pt x="9" y="7"/>
                    <a:pt x="10" y="8"/>
                  </a:cubicBezTo>
                  <a:cubicBezTo>
                    <a:pt x="11" y="9"/>
                    <a:pt x="11" y="9"/>
                    <a:pt x="11" y="9"/>
                  </a:cubicBezTo>
                  <a:cubicBezTo>
                    <a:pt x="12" y="10"/>
                    <a:pt x="12" y="11"/>
                    <a:pt x="13" y="11"/>
                  </a:cubicBezTo>
                  <a:cubicBezTo>
                    <a:pt x="15" y="12"/>
                    <a:pt x="18" y="12"/>
                    <a:pt x="19" y="10"/>
                  </a:cubicBezTo>
                  <a:cubicBezTo>
                    <a:pt x="20" y="10"/>
                    <a:pt x="20" y="10"/>
                    <a:pt x="20" y="10"/>
                  </a:cubicBezTo>
                  <a:cubicBezTo>
                    <a:pt x="20" y="10"/>
                    <a:pt x="20" y="11"/>
                    <a:pt x="20" y="11"/>
                  </a:cubicBezTo>
                  <a:cubicBezTo>
                    <a:pt x="19" y="12"/>
                    <a:pt x="17"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7" name="Freeform 618"/>
            <p:cNvSpPr>
              <a:spLocks/>
            </p:cNvSpPr>
            <p:nvPr/>
          </p:nvSpPr>
          <p:spPr bwMode="auto">
            <a:xfrm>
              <a:off x="3669" y="1431"/>
              <a:ext cx="24" cy="15"/>
            </a:xfrm>
            <a:custGeom>
              <a:avLst/>
              <a:gdLst>
                <a:gd name="T0" fmla="*/ 1 w 10"/>
                <a:gd name="T1" fmla="*/ 6 h 6"/>
                <a:gd name="T2" fmla="*/ 0 w 10"/>
                <a:gd name="T3" fmla="*/ 6 h 6"/>
                <a:gd name="T4" fmla="*/ 2 w 10"/>
                <a:gd name="T5" fmla="*/ 4 h 6"/>
                <a:gd name="T6" fmla="*/ 4 w 10"/>
                <a:gd name="T7" fmla="*/ 2 h 6"/>
                <a:gd name="T8" fmla="*/ 5 w 10"/>
                <a:gd name="T9" fmla="*/ 1 h 6"/>
                <a:gd name="T10" fmla="*/ 10 w 10"/>
                <a:gd name="T11" fmla="*/ 0 h 6"/>
                <a:gd name="T12" fmla="*/ 10 w 10"/>
                <a:gd name="T13" fmla="*/ 0 h 6"/>
                <a:gd name="T14" fmla="*/ 10 w 10"/>
                <a:gd name="T15" fmla="*/ 1 h 6"/>
                <a:gd name="T16" fmla="*/ 6 w 10"/>
                <a:gd name="T17" fmla="*/ 2 h 6"/>
                <a:gd name="T18" fmla="*/ 4 w 10"/>
                <a:gd name="T19" fmla="*/ 3 h 6"/>
                <a:gd name="T20" fmla="*/ 2 w 10"/>
                <a:gd name="T21" fmla="*/ 4 h 6"/>
                <a:gd name="T22" fmla="*/ 1 w 10"/>
                <a:gd name="T23" fmla="*/ 6 h 6"/>
                <a:gd name="T24" fmla="*/ 1 w 10"/>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6">
                  <a:moveTo>
                    <a:pt x="1" y="6"/>
                  </a:moveTo>
                  <a:cubicBezTo>
                    <a:pt x="0" y="6"/>
                    <a:pt x="0" y="6"/>
                    <a:pt x="0" y="6"/>
                  </a:cubicBezTo>
                  <a:cubicBezTo>
                    <a:pt x="0" y="5"/>
                    <a:pt x="1" y="4"/>
                    <a:pt x="2" y="4"/>
                  </a:cubicBezTo>
                  <a:cubicBezTo>
                    <a:pt x="2" y="3"/>
                    <a:pt x="3" y="3"/>
                    <a:pt x="4" y="2"/>
                  </a:cubicBezTo>
                  <a:cubicBezTo>
                    <a:pt x="5" y="1"/>
                    <a:pt x="5" y="1"/>
                    <a:pt x="5" y="1"/>
                  </a:cubicBezTo>
                  <a:cubicBezTo>
                    <a:pt x="7" y="1"/>
                    <a:pt x="8" y="0"/>
                    <a:pt x="10" y="0"/>
                  </a:cubicBezTo>
                  <a:cubicBezTo>
                    <a:pt x="10" y="0"/>
                    <a:pt x="10" y="0"/>
                    <a:pt x="10" y="0"/>
                  </a:cubicBezTo>
                  <a:cubicBezTo>
                    <a:pt x="10" y="1"/>
                    <a:pt x="10" y="1"/>
                    <a:pt x="10" y="1"/>
                  </a:cubicBezTo>
                  <a:cubicBezTo>
                    <a:pt x="8" y="1"/>
                    <a:pt x="7" y="1"/>
                    <a:pt x="6" y="2"/>
                  </a:cubicBezTo>
                  <a:cubicBezTo>
                    <a:pt x="4" y="3"/>
                    <a:pt x="4" y="3"/>
                    <a:pt x="4" y="3"/>
                  </a:cubicBezTo>
                  <a:cubicBezTo>
                    <a:pt x="4" y="3"/>
                    <a:pt x="3" y="4"/>
                    <a:pt x="2" y="4"/>
                  </a:cubicBezTo>
                  <a:cubicBezTo>
                    <a:pt x="2"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8" name="Freeform 619"/>
            <p:cNvSpPr>
              <a:spLocks/>
            </p:cNvSpPr>
            <p:nvPr/>
          </p:nvSpPr>
          <p:spPr bwMode="auto">
            <a:xfrm>
              <a:off x="3666" y="1429"/>
              <a:ext cx="15" cy="10"/>
            </a:xfrm>
            <a:custGeom>
              <a:avLst/>
              <a:gdLst>
                <a:gd name="T0" fmla="*/ 6 w 6"/>
                <a:gd name="T1" fmla="*/ 4 h 4"/>
                <a:gd name="T2" fmla="*/ 5 w 6"/>
                <a:gd name="T3" fmla="*/ 3 h 4"/>
                <a:gd name="T4" fmla="*/ 5 w 6"/>
                <a:gd name="T5" fmla="*/ 3 h 4"/>
                <a:gd name="T6" fmla="*/ 0 w 6"/>
                <a:gd name="T7" fmla="*/ 1 h 4"/>
                <a:gd name="T8" fmla="*/ 0 w 6"/>
                <a:gd name="T9" fmla="*/ 0 h 4"/>
                <a:gd name="T10" fmla="*/ 1 w 6"/>
                <a:gd name="T11" fmla="*/ 0 h 4"/>
                <a:gd name="T12" fmla="*/ 6 w 6"/>
                <a:gd name="T13" fmla="*/ 2 h 4"/>
                <a:gd name="T14" fmla="*/ 6 w 6"/>
                <a:gd name="T15" fmla="*/ 3 h 4"/>
                <a:gd name="T16" fmla="*/ 6 w 6"/>
                <a:gd name="T17" fmla="*/ 4 h 4"/>
                <a:gd name="T18" fmla="*/ 6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4"/>
                  </a:moveTo>
                  <a:cubicBezTo>
                    <a:pt x="5" y="4"/>
                    <a:pt x="5" y="3"/>
                    <a:pt x="5" y="3"/>
                  </a:cubicBezTo>
                  <a:cubicBezTo>
                    <a:pt x="5" y="3"/>
                    <a:pt x="5" y="3"/>
                    <a:pt x="5" y="3"/>
                  </a:cubicBezTo>
                  <a:cubicBezTo>
                    <a:pt x="4" y="2"/>
                    <a:pt x="2" y="1"/>
                    <a:pt x="0" y="1"/>
                  </a:cubicBezTo>
                  <a:cubicBezTo>
                    <a:pt x="0" y="1"/>
                    <a:pt x="0" y="0"/>
                    <a:pt x="0" y="0"/>
                  </a:cubicBezTo>
                  <a:cubicBezTo>
                    <a:pt x="0" y="0"/>
                    <a:pt x="0" y="0"/>
                    <a:pt x="1" y="0"/>
                  </a:cubicBezTo>
                  <a:cubicBezTo>
                    <a:pt x="2" y="1"/>
                    <a:pt x="4" y="1"/>
                    <a:pt x="6" y="2"/>
                  </a:cubicBezTo>
                  <a:cubicBezTo>
                    <a:pt x="6" y="3"/>
                    <a:pt x="6" y="3"/>
                    <a:pt x="6" y="3"/>
                  </a:cubicBezTo>
                  <a:cubicBezTo>
                    <a:pt x="6" y="3"/>
                    <a:pt x="6" y="3"/>
                    <a:pt x="6" y="4"/>
                  </a:cubicBezTo>
                  <a:cubicBezTo>
                    <a:pt x="6" y="4"/>
                    <a:pt x="6" y="4"/>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9" name="Freeform 620"/>
            <p:cNvSpPr>
              <a:spLocks noEditPoints="1"/>
            </p:cNvSpPr>
            <p:nvPr/>
          </p:nvSpPr>
          <p:spPr bwMode="auto">
            <a:xfrm>
              <a:off x="3541" y="1436"/>
              <a:ext cx="108" cy="25"/>
            </a:xfrm>
            <a:custGeom>
              <a:avLst/>
              <a:gdLst>
                <a:gd name="T0" fmla="*/ 6 w 44"/>
                <a:gd name="T1" fmla="*/ 10 h 10"/>
                <a:gd name="T2" fmla="*/ 0 w 44"/>
                <a:gd name="T3" fmla="*/ 9 h 10"/>
                <a:gd name="T4" fmla="*/ 0 w 44"/>
                <a:gd name="T5" fmla="*/ 9 h 10"/>
                <a:gd name="T6" fmla="*/ 0 w 44"/>
                <a:gd name="T7" fmla="*/ 9 h 10"/>
                <a:gd name="T8" fmla="*/ 5 w 44"/>
                <a:gd name="T9" fmla="*/ 1 h 10"/>
                <a:gd name="T10" fmla="*/ 6 w 44"/>
                <a:gd name="T11" fmla="*/ 1 h 10"/>
                <a:gd name="T12" fmla="*/ 39 w 44"/>
                <a:gd name="T13" fmla="*/ 0 h 10"/>
                <a:gd name="T14" fmla="*/ 41 w 44"/>
                <a:gd name="T15" fmla="*/ 1 h 10"/>
                <a:gd name="T16" fmla="*/ 42 w 44"/>
                <a:gd name="T17" fmla="*/ 2 h 10"/>
                <a:gd name="T18" fmla="*/ 44 w 44"/>
                <a:gd name="T19" fmla="*/ 9 h 10"/>
                <a:gd name="T20" fmla="*/ 44 w 44"/>
                <a:gd name="T21" fmla="*/ 9 h 10"/>
                <a:gd name="T22" fmla="*/ 44 w 44"/>
                <a:gd name="T23" fmla="*/ 9 h 10"/>
                <a:gd name="T24" fmla="*/ 6 w 44"/>
                <a:gd name="T25" fmla="*/ 10 h 10"/>
                <a:gd name="T26" fmla="*/ 1 w 44"/>
                <a:gd name="T27" fmla="*/ 9 h 10"/>
                <a:gd name="T28" fmla="*/ 6 w 44"/>
                <a:gd name="T29" fmla="*/ 9 h 10"/>
                <a:gd name="T30" fmla="*/ 7 w 44"/>
                <a:gd name="T31" fmla="*/ 9 h 10"/>
                <a:gd name="T32" fmla="*/ 43 w 44"/>
                <a:gd name="T33" fmla="*/ 9 h 10"/>
                <a:gd name="T34" fmla="*/ 41 w 44"/>
                <a:gd name="T35" fmla="*/ 2 h 10"/>
                <a:gd name="T36" fmla="*/ 40 w 44"/>
                <a:gd name="T37" fmla="*/ 1 h 10"/>
                <a:gd name="T38" fmla="*/ 39 w 44"/>
                <a:gd name="T39" fmla="*/ 1 h 10"/>
                <a:gd name="T40" fmla="*/ 6 w 44"/>
                <a:gd name="T41" fmla="*/ 2 h 10"/>
                <a:gd name="T42" fmla="*/ 1 w 44"/>
                <a:gd name="T4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
                  <a:moveTo>
                    <a:pt x="6" y="10"/>
                  </a:moveTo>
                  <a:cubicBezTo>
                    <a:pt x="4" y="10"/>
                    <a:pt x="2" y="10"/>
                    <a:pt x="0" y="9"/>
                  </a:cubicBezTo>
                  <a:cubicBezTo>
                    <a:pt x="0" y="9"/>
                    <a:pt x="0" y="9"/>
                    <a:pt x="0" y="9"/>
                  </a:cubicBezTo>
                  <a:cubicBezTo>
                    <a:pt x="0" y="9"/>
                    <a:pt x="0" y="9"/>
                    <a:pt x="0" y="9"/>
                  </a:cubicBezTo>
                  <a:cubicBezTo>
                    <a:pt x="5" y="1"/>
                    <a:pt x="5" y="1"/>
                    <a:pt x="5" y="1"/>
                  </a:cubicBezTo>
                  <a:cubicBezTo>
                    <a:pt x="5" y="1"/>
                    <a:pt x="6" y="1"/>
                    <a:pt x="6" y="1"/>
                  </a:cubicBezTo>
                  <a:cubicBezTo>
                    <a:pt x="17" y="0"/>
                    <a:pt x="28" y="0"/>
                    <a:pt x="39" y="0"/>
                  </a:cubicBezTo>
                  <a:cubicBezTo>
                    <a:pt x="40" y="0"/>
                    <a:pt x="40" y="0"/>
                    <a:pt x="41" y="1"/>
                  </a:cubicBezTo>
                  <a:cubicBezTo>
                    <a:pt x="41" y="1"/>
                    <a:pt x="42" y="2"/>
                    <a:pt x="42" y="2"/>
                  </a:cubicBezTo>
                  <a:cubicBezTo>
                    <a:pt x="44" y="9"/>
                    <a:pt x="44" y="9"/>
                    <a:pt x="44" y="9"/>
                  </a:cubicBezTo>
                  <a:cubicBezTo>
                    <a:pt x="44" y="9"/>
                    <a:pt x="44" y="9"/>
                    <a:pt x="44" y="9"/>
                  </a:cubicBezTo>
                  <a:cubicBezTo>
                    <a:pt x="44" y="9"/>
                    <a:pt x="44" y="9"/>
                    <a:pt x="44" y="9"/>
                  </a:cubicBezTo>
                  <a:lnTo>
                    <a:pt x="6" y="10"/>
                  </a:lnTo>
                  <a:close/>
                  <a:moveTo>
                    <a:pt x="1" y="9"/>
                  </a:moveTo>
                  <a:cubicBezTo>
                    <a:pt x="2" y="9"/>
                    <a:pt x="4" y="9"/>
                    <a:pt x="6" y="9"/>
                  </a:cubicBezTo>
                  <a:cubicBezTo>
                    <a:pt x="7" y="9"/>
                    <a:pt x="7" y="9"/>
                    <a:pt x="7" y="9"/>
                  </a:cubicBezTo>
                  <a:cubicBezTo>
                    <a:pt x="43" y="9"/>
                    <a:pt x="43" y="9"/>
                    <a:pt x="43" y="9"/>
                  </a:cubicBezTo>
                  <a:cubicBezTo>
                    <a:pt x="41" y="2"/>
                    <a:pt x="41" y="2"/>
                    <a:pt x="41" y="2"/>
                  </a:cubicBezTo>
                  <a:cubicBezTo>
                    <a:pt x="41" y="2"/>
                    <a:pt x="41" y="2"/>
                    <a:pt x="40" y="1"/>
                  </a:cubicBezTo>
                  <a:cubicBezTo>
                    <a:pt x="40" y="1"/>
                    <a:pt x="40" y="1"/>
                    <a:pt x="39" y="1"/>
                  </a:cubicBezTo>
                  <a:cubicBezTo>
                    <a:pt x="28" y="1"/>
                    <a:pt x="17" y="1"/>
                    <a:pt x="6" y="2"/>
                  </a:cubicBez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0" name="Freeform 621"/>
            <p:cNvSpPr>
              <a:spLocks/>
            </p:cNvSpPr>
            <p:nvPr/>
          </p:nvSpPr>
          <p:spPr bwMode="auto">
            <a:xfrm>
              <a:off x="3538" y="1461"/>
              <a:ext cx="111" cy="3"/>
            </a:xfrm>
            <a:custGeom>
              <a:avLst/>
              <a:gdLst>
                <a:gd name="T0" fmla="*/ 1 w 45"/>
                <a:gd name="T1" fmla="*/ 1 h 1"/>
                <a:gd name="T2" fmla="*/ 0 w 45"/>
                <a:gd name="T3" fmla="*/ 1 h 1"/>
                <a:gd name="T4" fmla="*/ 1 w 45"/>
                <a:gd name="T5" fmla="*/ 0 h 1"/>
                <a:gd name="T6" fmla="*/ 45 w 45"/>
                <a:gd name="T7" fmla="*/ 0 h 1"/>
                <a:gd name="T8" fmla="*/ 45 w 45"/>
                <a:gd name="T9" fmla="*/ 0 h 1"/>
                <a:gd name="T10" fmla="*/ 45 w 45"/>
                <a:gd name="T11" fmla="*/ 1 h 1"/>
                <a:gd name="T12" fmla="*/ 1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1" y="1"/>
                  </a:moveTo>
                  <a:cubicBezTo>
                    <a:pt x="1" y="1"/>
                    <a:pt x="0" y="1"/>
                    <a:pt x="0" y="1"/>
                  </a:cubicBezTo>
                  <a:cubicBezTo>
                    <a:pt x="0" y="0"/>
                    <a:pt x="1" y="0"/>
                    <a:pt x="1" y="0"/>
                  </a:cubicBezTo>
                  <a:cubicBezTo>
                    <a:pt x="45" y="0"/>
                    <a:pt x="45" y="0"/>
                    <a:pt x="45" y="0"/>
                  </a:cubicBezTo>
                  <a:cubicBezTo>
                    <a:pt x="45" y="0"/>
                    <a:pt x="45" y="0"/>
                    <a:pt x="45" y="0"/>
                  </a:cubicBezTo>
                  <a:cubicBezTo>
                    <a:pt x="45" y="1"/>
                    <a:pt x="45" y="1"/>
                    <a:pt x="45"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1" name="Freeform 622"/>
            <p:cNvSpPr>
              <a:spLocks/>
            </p:cNvSpPr>
            <p:nvPr/>
          </p:nvSpPr>
          <p:spPr bwMode="auto">
            <a:xfrm>
              <a:off x="3646" y="1456"/>
              <a:ext cx="3" cy="8"/>
            </a:xfrm>
            <a:custGeom>
              <a:avLst/>
              <a:gdLst>
                <a:gd name="T0" fmla="*/ 1 w 1"/>
                <a:gd name="T1" fmla="*/ 3 h 3"/>
                <a:gd name="T2" fmla="*/ 1 w 1"/>
                <a:gd name="T3" fmla="*/ 3 h 3"/>
                <a:gd name="T4" fmla="*/ 0 w 1"/>
                <a:gd name="T5" fmla="*/ 2 h 3"/>
                <a:gd name="T6" fmla="*/ 0 w 1"/>
                <a:gd name="T7" fmla="*/ 1 h 3"/>
                <a:gd name="T8" fmla="*/ 1 w 1"/>
                <a:gd name="T9" fmla="*/ 1 h 3"/>
                <a:gd name="T10" fmla="*/ 1 w 1"/>
                <a:gd name="T11" fmla="*/ 1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2"/>
                  </a:cubicBezTo>
                  <a:cubicBezTo>
                    <a:pt x="0" y="1"/>
                    <a:pt x="0" y="1"/>
                    <a:pt x="0" y="1"/>
                  </a:cubicBezTo>
                  <a:cubicBezTo>
                    <a:pt x="0" y="1"/>
                    <a:pt x="1" y="0"/>
                    <a:pt x="1" y="1"/>
                  </a:cubicBezTo>
                  <a:cubicBezTo>
                    <a:pt x="1" y="1"/>
                    <a:pt x="1" y="1"/>
                    <a:pt x="1"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2" name="Freeform 623"/>
            <p:cNvSpPr>
              <a:spLocks/>
            </p:cNvSpPr>
            <p:nvPr/>
          </p:nvSpPr>
          <p:spPr bwMode="auto">
            <a:xfrm>
              <a:off x="3538" y="1456"/>
              <a:ext cx="3" cy="8"/>
            </a:xfrm>
            <a:custGeom>
              <a:avLst/>
              <a:gdLst>
                <a:gd name="T0" fmla="*/ 1 w 1"/>
                <a:gd name="T1" fmla="*/ 3 h 3"/>
                <a:gd name="T2" fmla="*/ 1 w 1"/>
                <a:gd name="T3" fmla="*/ 3 h 3"/>
                <a:gd name="T4" fmla="*/ 0 w 1"/>
                <a:gd name="T5" fmla="*/ 1 h 3"/>
                <a:gd name="T6" fmla="*/ 1 w 1"/>
                <a:gd name="T7" fmla="*/ 0 h 3"/>
                <a:gd name="T8" fmla="*/ 1 w 1"/>
                <a:gd name="T9" fmla="*/ 1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2"/>
                    <a:pt x="0" y="1"/>
                    <a:pt x="0" y="1"/>
                  </a:cubicBezTo>
                  <a:cubicBezTo>
                    <a:pt x="0" y="0"/>
                    <a:pt x="1" y="0"/>
                    <a:pt x="1" y="0"/>
                  </a:cubicBezTo>
                  <a:cubicBezTo>
                    <a:pt x="1" y="0"/>
                    <a:pt x="1" y="1"/>
                    <a:pt x="1" y="1"/>
                  </a:cubicBezTo>
                  <a:cubicBezTo>
                    <a:pt x="1" y="1"/>
                    <a:pt x="1" y="2"/>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3" name="Freeform 624"/>
            <p:cNvSpPr>
              <a:spLocks noEditPoints="1"/>
            </p:cNvSpPr>
            <p:nvPr/>
          </p:nvSpPr>
          <p:spPr bwMode="auto">
            <a:xfrm>
              <a:off x="3568" y="1449"/>
              <a:ext cx="46" cy="7"/>
            </a:xfrm>
            <a:custGeom>
              <a:avLst/>
              <a:gdLst>
                <a:gd name="T0" fmla="*/ 18 w 19"/>
                <a:gd name="T1" fmla="*/ 3 h 3"/>
                <a:gd name="T2" fmla="*/ 0 w 19"/>
                <a:gd name="T3" fmla="*/ 3 h 3"/>
                <a:gd name="T4" fmla="*/ 0 w 19"/>
                <a:gd name="T5" fmla="*/ 2 h 3"/>
                <a:gd name="T6" fmla="*/ 0 w 19"/>
                <a:gd name="T7" fmla="*/ 2 h 3"/>
                <a:gd name="T8" fmla="*/ 0 w 19"/>
                <a:gd name="T9" fmla="*/ 1 h 3"/>
                <a:gd name="T10" fmla="*/ 0 w 19"/>
                <a:gd name="T11" fmla="*/ 1 h 3"/>
                <a:gd name="T12" fmla="*/ 0 w 19"/>
                <a:gd name="T13" fmla="*/ 0 h 3"/>
                <a:gd name="T14" fmla="*/ 18 w 19"/>
                <a:gd name="T15" fmla="*/ 0 h 3"/>
                <a:gd name="T16" fmla="*/ 19 w 19"/>
                <a:gd name="T17" fmla="*/ 1 h 3"/>
                <a:gd name="T18" fmla="*/ 19 w 19"/>
                <a:gd name="T19" fmla="*/ 2 h 3"/>
                <a:gd name="T20" fmla="*/ 19 w 19"/>
                <a:gd name="T21" fmla="*/ 3 h 3"/>
                <a:gd name="T22" fmla="*/ 18 w 19"/>
                <a:gd name="T23" fmla="*/ 3 h 3"/>
                <a:gd name="T24" fmla="*/ 9 w 19"/>
                <a:gd name="T25" fmla="*/ 2 h 3"/>
                <a:gd name="T26" fmla="*/ 18 w 19"/>
                <a:gd name="T27" fmla="*/ 2 h 3"/>
                <a:gd name="T28" fmla="*/ 18 w 19"/>
                <a:gd name="T29" fmla="*/ 1 h 3"/>
                <a:gd name="T30" fmla="*/ 1 w 19"/>
                <a:gd name="T31" fmla="*/ 1 h 3"/>
                <a:gd name="T32" fmla="*/ 1 w 19"/>
                <a:gd name="T33" fmla="*/ 2 h 3"/>
                <a:gd name="T34" fmla="*/ 1 w 19"/>
                <a:gd name="T35" fmla="*/ 2 h 3"/>
                <a:gd name="T36" fmla="*/ 9 w 19"/>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3">
                  <a:moveTo>
                    <a:pt x="18" y="3"/>
                  </a:moveTo>
                  <a:cubicBezTo>
                    <a:pt x="12" y="3"/>
                    <a:pt x="6" y="2"/>
                    <a:pt x="0" y="3"/>
                  </a:cubicBezTo>
                  <a:cubicBezTo>
                    <a:pt x="0" y="3"/>
                    <a:pt x="0" y="3"/>
                    <a:pt x="0" y="2"/>
                  </a:cubicBezTo>
                  <a:cubicBezTo>
                    <a:pt x="0" y="2"/>
                    <a:pt x="0" y="2"/>
                    <a:pt x="0" y="2"/>
                  </a:cubicBezTo>
                  <a:cubicBezTo>
                    <a:pt x="0" y="1"/>
                    <a:pt x="0" y="1"/>
                    <a:pt x="0" y="1"/>
                  </a:cubicBezTo>
                  <a:cubicBezTo>
                    <a:pt x="0" y="1"/>
                    <a:pt x="0" y="1"/>
                    <a:pt x="0" y="1"/>
                  </a:cubicBezTo>
                  <a:cubicBezTo>
                    <a:pt x="0" y="1"/>
                    <a:pt x="0" y="0"/>
                    <a:pt x="0" y="0"/>
                  </a:cubicBezTo>
                  <a:cubicBezTo>
                    <a:pt x="7" y="0"/>
                    <a:pt x="12" y="0"/>
                    <a:pt x="18" y="0"/>
                  </a:cubicBezTo>
                  <a:cubicBezTo>
                    <a:pt x="19" y="0"/>
                    <a:pt x="19" y="1"/>
                    <a:pt x="19" y="1"/>
                  </a:cubicBezTo>
                  <a:cubicBezTo>
                    <a:pt x="19" y="2"/>
                    <a:pt x="19" y="2"/>
                    <a:pt x="19" y="2"/>
                  </a:cubicBezTo>
                  <a:cubicBezTo>
                    <a:pt x="19" y="2"/>
                    <a:pt x="19" y="2"/>
                    <a:pt x="19" y="3"/>
                  </a:cubicBezTo>
                  <a:cubicBezTo>
                    <a:pt x="18" y="3"/>
                    <a:pt x="18" y="3"/>
                    <a:pt x="18" y="3"/>
                  </a:cubicBezTo>
                  <a:close/>
                  <a:moveTo>
                    <a:pt x="9" y="2"/>
                  </a:moveTo>
                  <a:cubicBezTo>
                    <a:pt x="12" y="2"/>
                    <a:pt x="15" y="2"/>
                    <a:pt x="18" y="2"/>
                  </a:cubicBezTo>
                  <a:cubicBezTo>
                    <a:pt x="18" y="1"/>
                    <a:pt x="18" y="1"/>
                    <a:pt x="18" y="1"/>
                  </a:cubicBezTo>
                  <a:cubicBezTo>
                    <a:pt x="12" y="1"/>
                    <a:pt x="7" y="1"/>
                    <a:pt x="1" y="1"/>
                  </a:cubicBezTo>
                  <a:cubicBezTo>
                    <a:pt x="1" y="1"/>
                    <a:pt x="1" y="1"/>
                    <a:pt x="1" y="2"/>
                  </a:cubicBezTo>
                  <a:cubicBezTo>
                    <a:pt x="1" y="2"/>
                    <a:pt x="1" y="2"/>
                    <a:pt x="1" y="2"/>
                  </a:cubicBezTo>
                  <a:cubicBezTo>
                    <a:pt x="3" y="2"/>
                    <a:pt x="6" y="2"/>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4" name="Freeform 625"/>
            <p:cNvSpPr>
              <a:spLocks noEditPoints="1"/>
            </p:cNvSpPr>
            <p:nvPr/>
          </p:nvSpPr>
          <p:spPr bwMode="auto">
            <a:xfrm>
              <a:off x="3555" y="1441"/>
              <a:ext cx="18" cy="5"/>
            </a:xfrm>
            <a:custGeom>
              <a:avLst/>
              <a:gdLst>
                <a:gd name="T0" fmla="*/ 0 w 7"/>
                <a:gd name="T1" fmla="*/ 2 h 2"/>
                <a:gd name="T2" fmla="*/ 0 w 7"/>
                <a:gd name="T3" fmla="*/ 2 h 2"/>
                <a:gd name="T4" fmla="*/ 1 w 7"/>
                <a:gd name="T5" fmla="*/ 1 h 2"/>
                <a:gd name="T6" fmla="*/ 1 w 7"/>
                <a:gd name="T7" fmla="*/ 1 h 2"/>
                <a:gd name="T8" fmla="*/ 1 w 7"/>
                <a:gd name="T9" fmla="*/ 0 h 2"/>
                <a:gd name="T10" fmla="*/ 2 w 7"/>
                <a:gd name="T11" fmla="*/ 0 h 2"/>
                <a:gd name="T12" fmla="*/ 6 w 7"/>
                <a:gd name="T13" fmla="*/ 0 h 2"/>
                <a:gd name="T14" fmla="*/ 7 w 7"/>
                <a:gd name="T15" fmla="*/ 0 h 2"/>
                <a:gd name="T16" fmla="*/ 7 w 7"/>
                <a:gd name="T17" fmla="*/ 1 h 2"/>
                <a:gd name="T18" fmla="*/ 6 w 7"/>
                <a:gd name="T19" fmla="*/ 2 h 2"/>
                <a:gd name="T20" fmla="*/ 6 w 7"/>
                <a:gd name="T21" fmla="*/ 2 h 2"/>
                <a:gd name="T22" fmla="*/ 6 w 7"/>
                <a:gd name="T23" fmla="*/ 2 h 2"/>
                <a:gd name="T24" fmla="*/ 0 w 7"/>
                <a:gd name="T25" fmla="*/ 2 h 2"/>
                <a:gd name="T26" fmla="*/ 2 w 7"/>
                <a:gd name="T27" fmla="*/ 1 h 2"/>
                <a:gd name="T28" fmla="*/ 1 w 7"/>
                <a:gd name="T29" fmla="*/ 1 h 2"/>
                <a:gd name="T30" fmla="*/ 5 w 7"/>
                <a:gd name="T31" fmla="*/ 1 h 2"/>
                <a:gd name="T32" fmla="*/ 5 w 7"/>
                <a:gd name="T33" fmla="*/ 1 h 2"/>
                <a:gd name="T34" fmla="*/ 6 w 7"/>
                <a:gd name="T35" fmla="*/ 1 h 2"/>
                <a:gd name="T36" fmla="*/ 2 w 7"/>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2">
                  <a:moveTo>
                    <a:pt x="0" y="2"/>
                  </a:moveTo>
                  <a:cubicBezTo>
                    <a:pt x="0" y="2"/>
                    <a:pt x="0" y="2"/>
                    <a:pt x="0" y="2"/>
                  </a:cubicBezTo>
                  <a:cubicBezTo>
                    <a:pt x="0" y="2"/>
                    <a:pt x="0" y="1"/>
                    <a:pt x="1" y="1"/>
                  </a:cubicBezTo>
                  <a:cubicBezTo>
                    <a:pt x="1" y="1"/>
                    <a:pt x="1" y="1"/>
                    <a:pt x="1" y="1"/>
                  </a:cubicBezTo>
                  <a:cubicBezTo>
                    <a:pt x="1" y="0"/>
                    <a:pt x="1" y="0"/>
                    <a:pt x="1" y="0"/>
                  </a:cubicBezTo>
                  <a:cubicBezTo>
                    <a:pt x="1" y="0"/>
                    <a:pt x="1" y="0"/>
                    <a:pt x="2" y="0"/>
                  </a:cubicBezTo>
                  <a:cubicBezTo>
                    <a:pt x="3" y="0"/>
                    <a:pt x="5" y="0"/>
                    <a:pt x="6" y="0"/>
                  </a:cubicBezTo>
                  <a:cubicBezTo>
                    <a:pt x="6" y="0"/>
                    <a:pt x="6" y="0"/>
                    <a:pt x="7" y="0"/>
                  </a:cubicBezTo>
                  <a:cubicBezTo>
                    <a:pt x="7" y="0"/>
                    <a:pt x="7" y="0"/>
                    <a:pt x="7" y="1"/>
                  </a:cubicBezTo>
                  <a:cubicBezTo>
                    <a:pt x="6" y="1"/>
                    <a:pt x="6" y="1"/>
                    <a:pt x="6" y="2"/>
                  </a:cubicBezTo>
                  <a:cubicBezTo>
                    <a:pt x="6" y="2"/>
                    <a:pt x="6" y="2"/>
                    <a:pt x="6" y="2"/>
                  </a:cubicBezTo>
                  <a:cubicBezTo>
                    <a:pt x="6" y="2"/>
                    <a:pt x="6" y="2"/>
                    <a:pt x="6" y="2"/>
                  </a:cubicBezTo>
                  <a:cubicBezTo>
                    <a:pt x="4" y="2"/>
                    <a:pt x="2" y="2"/>
                    <a:pt x="0" y="2"/>
                  </a:cubicBezTo>
                  <a:close/>
                  <a:moveTo>
                    <a:pt x="2" y="1"/>
                  </a:moveTo>
                  <a:cubicBezTo>
                    <a:pt x="2" y="1"/>
                    <a:pt x="2" y="1"/>
                    <a:pt x="1" y="1"/>
                  </a:cubicBezTo>
                  <a:cubicBezTo>
                    <a:pt x="3" y="1"/>
                    <a:pt x="4" y="1"/>
                    <a:pt x="5" y="1"/>
                  </a:cubicBezTo>
                  <a:cubicBezTo>
                    <a:pt x="5" y="1"/>
                    <a:pt x="5" y="1"/>
                    <a:pt x="5" y="1"/>
                  </a:cubicBezTo>
                  <a:cubicBezTo>
                    <a:pt x="5" y="1"/>
                    <a:pt x="6" y="1"/>
                    <a:pt x="6"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5" name="Freeform 626"/>
            <p:cNvSpPr>
              <a:spLocks noEditPoints="1"/>
            </p:cNvSpPr>
            <p:nvPr/>
          </p:nvSpPr>
          <p:spPr bwMode="auto">
            <a:xfrm>
              <a:off x="3550" y="1449"/>
              <a:ext cx="15" cy="7"/>
            </a:xfrm>
            <a:custGeom>
              <a:avLst/>
              <a:gdLst>
                <a:gd name="T0" fmla="*/ 0 w 6"/>
                <a:gd name="T1" fmla="*/ 3 h 3"/>
                <a:gd name="T2" fmla="*/ 0 w 6"/>
                <a:gd name="T3" fmla="*/ 2 h 3"/>
                <a:gd name="T4" fmla="*/ 0 w 6"/>
                <a:gd name="T5" fmla="*/ 1 h 3"/>
                <a:gd name="T6" fmla="*/ 1 w 6"/>
                <a:gd name="T7" fmla="*/ 1 h 3"/>
                <a:gd name="T8" fmla="*/ 1 w 6"/>
                <a:gd name="T9" fmla="*/ 1 h 3"/>
                <a:gd name="T10" fmla="*/ 1 w 6"/>
                <a:gd name="T11" fmla="*/ 1 h 3"/>
                <a:gd name="T12" fmla="*/ 6 w 6"/>
                <a:gd name="T13" fmla="*/ 0 h 3"/>
                <a:gd name="T14" fmla="*/ 6 w 6"/>
                <a:gd name="T15" fmla="*/ 1 h 3"/>
                <a:gd name="T16" fmla="*/ 6 w 6"/>
                <a:gd name="T17" fmla="*/ 1 h 3"/>
                <a:gd name="T18" fmla="*/ 6 w 6"/>
                <a:gd name="T19" fmla="*/ 2 h 3"/>
                <a:gd name="T20" fmla="*/ 6 w 6"/>
                <a:gd name="T21" fmla="*/ 2 h 3"/>
                <a:gd name="T22" fmla="*/ 5 w 6"/>
                <a:gd name="T23" fmla="*/ 2 h 3"/>
                <a:gd name="T24" fmla="*/ 0 w 6"/>
                <a:gd name="T25" fmla="*/ 3 h 3"/>
                <a:gd name="T26" fmla="*/ 2 w 6"/>
                <a:gd name="T27" fmla="*/ 1 h 3"/>
                <a:gd name="T28" fmla="*/ 1 w 6"/>
                <a:gd name="T29" fmla="*/ 2 h 3"/>
                <a:gd name="T30" fmla="*/ 5 w 6"/>
                <a:gd name="T31" fmla="*/ 2 h 3"/>
                <a:gd name="T32" fmla="*/ 5 w 6"/>
                <a:gd name="T33" fmla="*/ 2 h 3"/>
                <a:gd name="T34" fmla="*/ 5 w 6"/>
                <a:gd name="T35" fmla="*/ 1 h 3"/>
                <a:gd name="T36" fmla="*/ 2 w 6"/>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0" y="3"/>
                  </a:moveTo>
                  <a:cubicBezTo>
                    <a:pt x="0" y="3"/>
                    <a:pt x="0" y="2"/>
                    <a:pt x="0" y="2"/>
                  </a:cubicBezTo>
                  <a:cubicBezTo>
                    <a:pt x="0" y="2"/>
                    <a:pt x="0" y="2"/>
                    <a:pt x="0" y="1"/>
                  </a:cubicBezTo>
                  <a:cubicBezTo>
                    <a:pt x="1" y="1"/>
                    <a:pt x="1" y="1"/>
                    <a:pt x="1" y="1"/>
                  </a:cubicBezTo>
                  <a:cubicBezTo>
                    <a:pt x="1" y="1"/>
                    <a:pt x="1" y="1"/>
                    <a:pt x="1" y="1"/>
                  </a:cubicBezTo>
                  <a:cubicBezTo>
                    <a:pt x="1" y="1"/>
                    <a:pt x="1" y="1"/>
                    <a:pt x="1" y="1"/>
                  </a:cubicBezTo>
                  <a:cubicBezTo>
                    <a:pt x="3" y="0"/>
                    <a:pt x="4" y="0"/>
                    <a:pt x="6" y="0"/>
                  </a:cubicBezTo>
                  <a:cubicBezTo>
                    <a:pt x="6" y="0"/>
                    <a:pt x="6" y="0"/>
                    <a:pt x="6" y="1"/>
                  </a:cubicBezTo>
                  <a:cubicBezTo>
                    <a:pt x="6" y="1"/>
                    <a:pt x="6" y="1"/>
                    <a:pt x="6" y="1"/>
                  </a:cubicBezTo>
                  <a:cubicBezTo>
                    <a:pt x="6" y="1"/>
                    <a:pt x="6" y="2"/>
                    <a:pt x="6" y="2"/>
                  </a:cubicBezTo>
                  <a:cubicBezTo>
                    <a:pt x="6" y="2"/>
                    <a:pt x="6" y="2"/>
                    <a:pt x="6" y="2"/>
                  </a:cubicBezTo>
                  <a:cubicBezTo>
                    <a:pt x="6" y="2"/>
                    <a:pt x="6" y="2"/>
                    <a:pt x="5" y="2"/>
                  </a:cubicBezTo>
                  <a:cubicBezTo>
                    <a:pt x="4" y="3"/>
                    <a:pt x="2" y="3"/>
                    <a:pt x="0" y="3"/>
                  </a:cubicBezTo>
                  <a:close/>
                  <a:moveTo>
                    <a:pt x="2" y="1"/>
                  </a:moveTo>
                  <a:cubicBezTo>
                    <a:pt x="1" y="1"/>
                    <a:pt x="1" y="2"/>
                    <a:pt x="1" y="2"/>
                  </a:cubicBezTo>
                  <a:cubicBezTo>
                    <a:pt x="2" y="2"/>
                    <a:pt x="4" y="2"/>
                    <a:pt x="5" y="2"/>
                  </a:cubicBezTo>
                  <a:cubicBezTo>
                    <a:pt x="5"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6" name="Freeform 627"/>
            <p:cNvSpPr>
              <a:spLocks noEditPoints="1"/>
            </p:cNvSpPr>
            <p:nvPr/>
          </p:nvSpPr>
          <p:spPr bwMode="auto">
            <a:xfrm>
              <a:off x="3600" y="1441"/>
              <a:ext cx="10" cy="5"/>
            </a:xfrm>
            <a:custGeom>
              <a:avLst/>
              <a:gdLst>
                <a:gd name="T0" fmla="*/ 0 w 4"/>
                <a:gd name="T1" fmla="*/ 2 h 2"/>
                <a:gd name="T2" fmla="*/ 0 w 4"/>
                <a:gd name="T3" fmla="*/ 2 h 2"/>
                <a:gd name="T4" fmla="*/ 0 w 4"/>
                <a:gd name="T5" fmla="*/ 2 h 2"/>
                <a:gd name="T6" fmla="*/ 0 w 4"/>
                <a:gd name="T7" fmla="*/ 0 h 2"/>
                <a:gd name="T8" fmla="*/ 0 w 4"/>
                <a:gd name="T9" fmla="*/ 0 h 2"/>
                <a:gd name="T10" fmla="*/ 4 w 4"/>
                <a:gd name="T11" fmla="*/ 0 h 2"/>
                <a:gd name="T12" fmla="*/ 4 w 4"/>
                <a:gd name="T13" fmla="*/ 0 h 2"/>
                <a:gd name="T14" fmla="*/ 4 w 4"/>
                <a:gd name="T15" fmla="*/ 2 h 2"/>
                <a:gd name="T16" fmla="*/ 4 w 4"/>
                <a:gd name="T17" fmla="*/ 2 h 2"/>
                <a:gd name="T18" fmla="*/ 4 w 4"/>
                <a:gd name="T19" fmla="*/ 2 h 2"/>
                <a:gd name="T20" fmla="*/ 0 w 4"/>
                <a:gd name="T21" fmla="*/ 2 h 2"/>
                <a:gd name="T22" fmla="*/ 1 w 4"/>
                <a:gd name="T23" fmla="*/ 1 h 2"/>
                <a:gd name="T24" fmla="*/ 1 w 4"/>
                <a:gd name="T25" fmla="*/ 1 h 2"/>
                <a:gd name="T26" fmla="*/ 3 w 4"/>
                <a:gd name="T27" fmla="*/ 1 h 2"/>
                <a:gd name="T28" fmla="*/ 3 w 4"/>
                <a:gd name="T29" fmla="*/ 1 h 2"/>
                <a:gd name="T30" fmla="*/ 1 w 4"/>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
                  <a:moveTo>
                    <a:pt x="0" y="2"/>
                  </a:moveTo>
                  <a:cubicBezTo>
                    <a:pt x="0" y="2"/>
                    <a:pt x="0" y="2"/>
                    <a:pt x="0" y="2"/>
                  </a:cubicBezTo>
                  <a:cubicBezTo>
                    <a:pt x="0" y="2"/>
                    <a:pt x="0" y="2"/>
                    <a:pt x="0" y="2"/>
                  </a:cubicBezTo>
                  <a:cubicBezTo>
                    <a:pt x="0" y="0"/>
                    <a:pt x="0" y="0"/>
                    <a:pt x="0" y="0"/>
                  </a:cubicBezTo>
                  <a:cubicBezTo>
                    <a:pt x="0" y="0"/>
                    <a:pt x="0" y="0"/>
                    <a:pt x="0" y="0"/>
                  </a:cubicBezTo>
                  <a:cubicBezTo>
                    <a:pt x="2" y="0"/>
                    <a:pt x="3" y="0"/>
                    <a:pt x="4" y="0"/>
                  </a:cubicBezTo>
                  <a:cubicBezTo>
                    <a:pt x="4" y="0"/>
                    <a:pt x="4" y="0"/>
                    <a:pt x="4" y="0"/>
                  </a:cubicBezTo>
                  <a:cubicBezTo>
                    <a:pt x="4" y="1"/>
                    <a:pt x="4" y="1"/>
                    <a:pt x="4" y="2"/>
                  </a:cubicBezTo>
                  <a:cubicBezTo>
                    <a:pt x="4" y="2"/>
                    <a:pt x="4" y="2"/>
                    <a:pt x="4" y="2"/>
                  </a:cubicBezTo>
                  <a:cubicBezTo>
                    <a:pt x="4" y="2"/>
                    <a:pt x="4" y="2"/>
                    <a:pt x="4" y="2"/>
                  </a:cubicBezTo>
                  <a:cubicBezTo>
                    <a:pt x="4" y="2"/>
                    <a:pt x="0" y="2"/>
                    <a:pt x="0" y="2"/>
                  </a:cubicBezTo>
                  <a:close/>
                  <a:moveTo>
                    <a:pt x="1" y="1"/>
                  </a:moveTo>
                  <a:cubicBezTo>
                    <a:pt x="1" y="1"/>
                    <a:pt x="1" y="1"/>
                    <a:pt x="1" y="1"/>
                  </a:cubicBezTo>
                  <a:cubicBezTo>
                    <a:pt x="3" y="1"/>
                    <a:pt x="3" y="1"/>
                    <a:pt x="3" y="1"/>
                  </a:cubicBezTo>
                  <a:cubicBezTo>
                    <a:pt x="3" y="1"/>
                    <a:pt x="3" y="1"/>
                    <a:pt x="3"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7" name="Freeform 628"/>
            <p:cNvSpPr>
              <a:spLocks noEditPoints="1"/>
            </p:cNvSpPr>
            <p:nvPr/>
          </p:nvSpPr>
          <p:spPr bwMode="auto">
            <a:xfrm>
              <a:off x="3624" y="1441"/>
              <a:ext cx="15" cy="5"/>
            </a:xfrm>
            <a:custGeom>
              <a:avLst/>
              <a:gdLst>
                <a:gd name="T0" fmla="*/ 1 w 6"/>
                <a:gd name="T1" fmla="*/ 2 h 2"/>
                <a:gd name="T2" fmla="*/ 1 w 6"/>
                <a:gd name="T3" fmla="*/ 2 h 2"/>
                <a:gd name="T4" fmla="*/ 0 w 6"/>
                <a:gd name="T5" fmla="*/ 1 h 2"/>
                <a:gd name="T6" fmla="*/ 0 w 6"/>
                <a:gd name="T7" fmla="*/ 0 h 2"/>
                <a:gd name="T8" fmla="*/ 1 w 6"/>
                <a:gd name="T9" fmla="*/ 0 h 2"/>
                <a:gd name="T10" fmla="*/ 5 w 6"/>
                <a:gd name="T11" fmla="*/ 0 h 2"/>
                <a:gd name="T12" fmla="*/ 6 w 6"/>
                <a:gd name="T13" fmla="*/ 1 h 2"/>
                <a:gd name="T14" fmla="*/ 6 w 6"/>
                <a:gd name="T15" fmla="*/ 1 h 2"/>
                <a:gd name="T16" fmla="*/ 6 w 6"/>
                <a:gd name="T17" fmla="*/ 2 h 2"/>
                <a:gd name="T18" fmla="*/ 6 w 6"/>
                <a:gd name="T19" fmla="*/ 2 h 2"/>
                <a:gd name="T20" fmla="*/ 1 w 6"/>
                <a:gd name="T21" fmla="*/ 2 h 2"/>
                <a:gd name="T22" fmla="*/ 1 w 6"/>
                <a:gd name="T23" fmla="*/ 1 h 2"/>
                <a:gd name="T24" fmla="*/ 1 w 6"/>
                <a:gd name="T25" fmla="*/ 1 h 2"/>
                <a:gd name="T26" fmla="*/ 5 w 6"/>
                <a:gd name="T27" fmla="*/ 1 h 2"/>
                <a:gd name="T28" fmla="*/ 5 w 6"/>
                <a:gd name="T29" fmla="*/ 1 h 2"/>
                <a:gd name="T30" fmla="*/ 5 w 6"/>
                <a:gd name="T31" fmla="*/ 1 h 2"/>
                <a:gd name="T32" fmla="*/ 1 w 6"/>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1" y="2"/>
                  </a:moveTo>
                  <a:cubicBezTo>
                    <a:pt x="1" y="2"/>
                    <a:pt x="1" y="2"/>
                    <a:pt x="1" y="2"/>
                  </a:cubicBezTo>
                  <a:cubicBezTo>
                    <a:pt x="0" y="1"/>
                    <a:pt x="0" y="1"/>
                    <a:pt x="0" y="1"/>
                  </a:cubicBezTo>
                  <a:cubicBezTo>
                    <a:pt x="0" y="0"/>
                    <a:pt x="0" y="0"/>
                    <a:pt x="0" y="0"/>
                  </a:cubicBezTo>
                  <a:cubicBezTo>
                    <a:pt x="0" y="0"/>
                    <a:pt x="1" y="0"/>
                    <a:pt x="1" y="0"/>
                  </a:cubicBezTo>
                  <a:cubicBezTo>
                    <a:pt x="2" y="0"/>
                    <a:pt x="3" y="0"/>
                    <a:pt x="5" y="0"/>
                  </a:cubicBezTo>
                  <a:cubicBezTo>
                    <a:pt x="6" y="0"/>
                    <a:pt x="6" y="0"/>
                    <a:pt x="6" y="1"/>
                  </a:cubicBezTo>
                  <a:cubicBezTo>
                    <a:pt x="6" y="1"/>
                    <a:pt x="6" y="1"/>
                    <a:pt x="6" y="1"/>
                  </a:cubicBezTo>
                  <a:cubicBezTo>
                    <a:pt x="6" y="1"/>
                    <a:pt x="6" y="2"/>
                    <a:pt x="6" y="2"/>
                  </a:cubicBezTo>
                  <a:cubicBezTo>
                    <a:pt x="6" y="2"/>
                    <a:pt x="6" y="2"/>
                    <a:pt x="6" y="2"/>
                  </a:cubicBezTo>
                  <a:cubicBezTo>
                    <a:pt x="4" y="2"/>
                    <a:pt x="3" y="2"/>
                    <a:pt x="1" y="2"/>
                  </a:cubicBezTo>
                  <a:close/>
                  <a:moveTo>
                    <a:pt x="1" y="1"/>
                  </a:moveTo>
                  <a:cubicBezTo>
                    <a:pt x="1" y="1"/>
                    <a:pt x="1" y="1"/>
                    <a:pt x="1" y="1"/>
                  </a:cubicBezTo>
                  <a:cubicBezTo>
                    <a:pt x="3" y="1"/>
                    <a:pt x="4" y="1"/>
                    <a:pt x="5" y="1"/>
                  </a:cubicBezTo>
                  <a:cubicBezTo>
                    <a:pt x="5" y="1"/>
                    <a:pt x="5" y="1"/>
                    <a:pt x="5" y="1"/>
                  </a:cubicBezTo>
                  <a:cubicBezTo>
                    <a:pt x="5" y="1"/>
                    <a:pt x="5" y="1"/>
                    <a:pt x="5" y="1"/>
                  </a:cubicBezTo>
                  <a:cubicBezTo>
                    <a:pt x="4"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8" name="Freeform 629"/>
            <p:cNvSpPr>
              <a:spLocks noEditPoints="1"/>
            </p:cNvSpPr>
            <p:nvPr/>
          </p:nvSpPr>
          <p:spPr bwMode="auto">
            <a:xfrm>
              <a:off x="3627" y="1449"/>
              <a:ext cx="17" cy="5"/>
            </a:xfrm>
            <a:custGeom>
              <a:avLst/>
              <a:gdLst>
                <a:gd name="T0" fmla="*/ 1 w 7"/>
                <a:gd name="T1" fmla="*/ 2 h 2"/>
                <a:gd name="T2" fmla="*/ 1 w 7"/>
                <a:gd name="T3" fmla="*/ 2 h 2"/>
                <a:gd name="T4" fmla="*/ 1 w 7"/>
                <a:gd name="T5" fmla="*/ 1 h 2"/>
                <a:gd name="T6" fmla="*/ 1 w 7"/>
                <a:gd name="T7" fmla="*/ 1 h 2"/>
                <a:gd name="T8" fmla="*/ 1 w 7"/>
                <a:gd name="T9" fmla="*/ 0 h 2"/>
                <a:gd name="T10" fmla="*/ 5 w 7"/>
                <a:gd name="T11" fmla="*/ 1 h 2"/>
                <a:gd name="T12" fmla="*/ 6 w 7"/>
                <a:gd name="T13" fmla="*/ 1 h 2"/>
                <a:gd name="T14" fmla="*/ 7 w 7"/>
                <a:gd name="T15" fmla="*/ 2 h 2"/>
                <a:gd name="T16" fmla="*/ 7 w 7"/>
                <a:gd name="T17" fmla="*/ 2 h 2"/>
                <a:gd name="T18" fmla="*/ 6 w 7"/>
                <a:gd name="T19" fmla="*/ 2 h 2"/>
                <a:gd name="T20" fmla="*/ 1 w 7"/>
                <a:gd name="T21" fmla="*/ 2 h 2"/>
                <a:gd name="T22" fmla="*/ 2 w 7"/>
                <a:gd name="T23" fmla="*/ 1 h 2"/>
                <a:gd name="T24" fmla="*/ 2 w 7"/>
                <a:gd name="T25" fmla="*/ 2 h 2"/>
                <a:gd name="T26" fmla="*/ 6 w 7"/>
                <a:gd name="T27" fmla="*/ 2 h 2"/>
                <a:gd name="T28" fmla="*/ 6 w 7"/>
                <a:gd name="T29" fmla="*/ 1 h 2"/>
                <a:gd name="T30" fmla="*/ 5 w 7"/>
                <a:gd name="T31" fmla="*/ 1 h 2"/>
                <a:gd name="T32" fmla="*/ 2 w 7"/>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2">
                  <a:moveTo>
                    <a:pt x="1" y="2"/>
                  </a:moveTo>
                  <a:cubicBezTo>
                    <a:pt x="1" y="2"/>
                    <a:pt x="1" y="2"/>
                    <a:pt x="1" y="2"/>
                  </a:cubicBezTo>
                  <a:cubicBezTo>
                    <a:pt x="1" y="1"/>
                    <a:pt x="1" y="1"/>
                    <a:pt x="1" y="1"/>
                  </a:cubicBezTo>
                  <a:cubicBezTo>
                    <a:pt x="0" y="1"/>
                    <a:pt x="0" y="1"/>
                    <a:pt x="1" y="1"/>
                  </a:cubicBezTo>
                  <a:cubicBezTo>
                    <a:pt x="1" y="1"/>
                    <a:pt x="1" y="0"/>
                    <a:pt x="1" y="0"/>
                  </a:cubicBezTo>
                  <a:cubicBezTo>
                    <a:pt x="2" y="0"/>
                    <a:pt x="4" y="0"/>
                    <a:pt x="5" y="1"/>
                  </a:cubicBezTo>
                  <a:cubicBezTo>
                    <a:pt x="6" y="1"/>
                    <a:pt x="6" y="1"/>
                    <a:pt x="6" y="1"/>
                  </a:cubicBezTo>
                  <a:cubicBezTo>
                    <a:pt x="6" y="1"/>
                    <a:pt x="7" y="2"/>
                    <a:pt x="7" y="2"/>
                  </a:cubicBezTo>
                  <a:cubicBezTo>
                    <a:pt x="7" y="2"/>
                    <a:pt x="7" y="2"/>
                    <a:pt x="7" y="2"/>
                  </a:cubicBezTo>
                  <a:cubicBezTo>
                    <a:pt x="6" y="2"/>
                    <a:pt x="6" y="2"/>
                    <a:pt x="6" y="2"/>
                  </a:cubicBezTo>
                  <a:cubicBezTo>
                    <a:pt x="5" y="2"/>
                    <a:pt x="3" y="2"/>
                    <a:pt x="1" y="2"/>
                  </a:cubicBezTo>
                  <a:close/>
                  <a:moveTo>
                    <a:pt x="2" y="1"/>
                  </a:moveTo>
                  <a:cubicBezTo>
                    <a:pt x="2" y="2"/>
                    <a:pt x="2" y="2"/>
                    <a:pt x="2" y="2"/>
                  </a:cubicBezTo>
                  <a:cubicBezTo>
                    <a:pt x="3" y="2"/>
                    <a:pt x="4" y="2"/>
                    <a:pt x="6" y="2"/>
                  </a:cubicBezTo>
                  <a:cubicBezTo>
                    <a:pt x="6" y="1"/>
                    <a:pt x="6" y="1"/>
                    <a:pt x="6" y="1"/>
                  </a:cubicBezTo>
                  <a:cubicBezTo>
                    <a:pt x="6"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79" name="Freeform 630"/>
            <p:cNvSpPr>
              <a:spLocks noEditPoints="1"/>
            </p:cNvSpPr>
            <p:nvPr/>
          </p:nvSpPr>
          <p:spPr bwMode="auto">
            <a:xfrm>
              <a:off x="3612" y="1441"/>
              <a:ext cx="12" cy="5"/>
            </a:xfrm>
            <a:custGeom>
              <a:avLst/>
              <a:gdLst>
                <a:gd name="T0" fmla="*/ 0 w 5"/>
                <a:gd name="T1" fmla="*/ 2 h 2"/>
                <a:gd name="T2" fmla="*/ 0 w 5"/>
                <a:gd name="T3" fmla="*/ 2 h 2"/>
                <a:gd name="T4" fmla="*/ 0 w 5"/>
                <a:gd name="T5" fmla="*/ 0 h 2"/>
                <a:gd name="T6" fmla="*/ 0 w 5"/>
                <a:gd name="T7" fmla="*/ 0 h 2"/>
                <a:gd name="T8" fmla="*/ 0 w 5"/>
                <a:gd name="T9" fmla="*/ 0 h 2"/>
                <a:gd name="T10" fmla="*/ 4 w 5"/>
                <a:gd name="T11" fmla="*/ 0 h 2"/>
                <a:gd name="T12" fmla="*/ 4 w 5"/>
                <a:gd name="T13" fmla="*/ 0 h 2"/>
                <a:gd name="T14" fmla="*/ 4 w 5"/>
                <a:gd name="T15" fmla="*/ 0 h 2"/>
                <a:gd name="T16" fmla="*/ 5 w 5"/>
                <a:gd name="T17" fmla="*/ 1 h 2"/>
                <a:gd name="T18" fmla="*/ 5 w 5"/>
                <a:gd name="T19" fmla="*/ 1 h 2"/>
                <a:gd name="T20" fmla="*/ 5 w 5"/>
                <a:gd name="T21" fmla="*/ 2 h 2"/>
                <a:gd name="T22" fmla="*/ 5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0" y="2"/>
                  </a:moveTo>
                  <a:cubicBezTo>
                    <a:pt x="0" y="2"/>
                    <a:pt x="0" y="2"/>
                    <a:pt x="0" y="2"/>
                  </a:cubicBezTo>
                  <a:cubicBezTo>
                    <a:pt x="0" y="1"/>
                    <a:pt x="0" y="1"/>
                    <a:pt x="0" y="0"/>
                  </a:cubicBezTo>
                  <a:cubicBezTo>
                    <a:pt x="0" y="0"/>
                    <a:pt x="0" y="0"/>
                    <a:pt x="0" y="0"/>
                  </a:cubicBezTo>
                  <a:cubicBezTo>
                    <a:pt x="0" y="0"/>
                    <a:pt x="0" y="0"/>
                    <a:pt x="0" y="0"/>
                  </a:cubicBezTo>
                  <a:cubicBezTo>
                    <a:pt x="4" y="0"/>
                    <a:pt x="4" y="0"/>
                    <a:pt x="4" y="0"/>
                  </a:cubicBezTo>
                  <a:cubicBezTo>
                    <a:pt x="4" y="0"/>
                    <a:pt x="4" y="0"/>
                    <a:pt x="4" y="0"/>
                  </a:cubicBezTo>
                  <a:cubicBezTo>
                    <a:pt x="4" y="0"/>
                    <a:pt x="4" y="0"/>
                    <a:pt x="4" y="0"/>
                  </a:cubicBezTo>
                  <a:cubicBezTo>
                    <a:pt x="5" y="0"/>
                    <a:pt x="5" y="1"/>
                    <a:pt x="5" y="1"/>
                  </a:cubicBezTo>
                  <a:cubicBezTo>
                    <a:pt x="5" y="1"/>
                    <a:pt x="5" y="1"/>
                    <a:pt x="5" y="1"/>
                  </a:cubicBezTo>
                  <a:cubicBezTo>
                    <a:pt x="5" y="1"/>
                    <a:pt x="5" y="2"/>
                    <a:pt x="5" y="2"/>
                  </a:cubicBezTo>
                  <a:cubicBezTo>
                    <a:pt x="5" y="2"/>
                    <a:pt x="5" y="2"/>
                    <a:pt x="5" y="2"/>
                  </a:cubicBezTo>
                  <a:cubicBezTo>
                    <a:pt x="5"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0" name="Freeform 631"/>
            <p:cNvSpPr>
              <a:spLocks noEditPoints="1"/>
            </p:cNvSpPr>
            <p:nvPr/>
          </p:nvSpPr>
          <p:spPr bwMode="auto">
            <a:xfrm>
              <a:off x="3614" y="1449"/>
              <a:ext cx="13" cy="5"/>
            </a:xfrm>
            <a:custGeom>
              <a:avLst/>
              <a:gdLst>
                <a:gd name="T0" fmla="*/ 1 w 5"/>
                <a:gd name="T1" fmla="*/ 2 h 2"/>
                <a:gd name="T2" fmla="*/ 0 w 5"/>
                <a:gd name="T3" fmla="*/ 2 h 2"/>
                <a:gd name="T4" fmla="*/ 0 w 5"/>
                <a:gd name="T5" fmla="*/ 1 h 2"/>
                <a:gd name="T6" fmla="*/ 0 w 5"/>
                <a:gd name="T7" fmla="*/ 0 h 2"/>
                <a:gd name="T8" fmla="*/ 1 w 5"/>
                <a:gd name="T9" fmla="*/ 0 h 2"/>
                <a:gd name="T10" fmla="*/ 4 w 5"/>
                <a:gd name="T11" fmla="*/ 0 h 2"/>
                <a:gd name="T12" fmla="*/ 5 w 5"/>
                <a:gd name="T13" fmla="*/ 1 h 2"/>
                <a:gd name="T14" fmla="*/ 5 w 5"/>
                <a:gd name="T15" fmla="*/ 1 h 2"/>
                <a:gd name="T16" fmla="*/ 5 w 5"/>
                <a:gd name="T17" fmla="*/ 1 h 2"/>
                <a:gd name="T18" fmla="*/ 5 w 5"/>
                <a:gd name="T19" fmla="*/ 2 h 2"/>
                <a:gd name="T20" fmla="*/ 5 w 5"/>
                <a:gd name="T21" fmla="*/ 2 h 2"/>
                <a:gd name="T22" fmla="*/ 5 w 5"/>
                <a:gd name="T23" fmla="*/ 2 h 2"/>
                <a:gd name="T24" fmla="*/ 1 w 5"/>
                <a:gd name="T25" fmla="*/ 2 h 2"/>
                <a:gd name="T26" fmla="*/ 1 w 5"/>
                <a:gd name="T27" fmla="*/ 1 h 2"/>
                <a:gd name="T28" fmla="*/ 1 w 5"/>
                <a:gd name="T29" fmla="*/ 2 h 2"/>
                <a:gd name="T30" fmla="*/ 4 w 5"/>
                <a:gd name="T31" fmla="*/ 2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1" y="2"/>
                  </a:moveTo>
                  <a:cubicBezTo>
                    <a:pt x="1" y="2"/>
                    <a:pt x="0" y="2"/>
                    <a:pt x="0" y="2"/>
                  </a:cubicBezTo>
                  <a:cubicBezTo>
                    <a:pt x="0" y="2"/>
                    <a:pt x="0" y="1"/>
                    <a:pt x="0" y="1"/>
                  </a:cubicBezTo>
                  <a:cubicBezTo>
                    <a:pt x="0" y="1"/>
                    <a:pt x="0" y="1"/>
                    <a:pt x="0" y="0"/>
                  </a:cubicBezTo>
                  <a:cubicBezTo>
                    <a:pt x="0" y="0"/>
                    <a:pt x="0" y="0"/>
                    <a:pt x="1" y="0"/>
                  </a:cubicBezTo>
                  <a:cubicBezTo>
                    <a:pt x="4" y="0"/>
                    <a:pt x="4" y="0"/>
                    <a:pt x="4" y="0"/>
                  </a:cubicBezTo>
                  <a:cubicBezTo>
                    <a:pt x="4" y="0"/>
                    <a:pt x="5" y="0"/>
                    <a:pt x="5" y="1"/>
                  </a:cubicBezTo>
                  <a:cubicBezTo>
                    <a:pt x="5" y="1"/>
                    <a:pt x="5" y="1"/>
                    <a:pt x="5" y="1"/>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1" y="1"/>
                  </a:moveTo>
                  <a:cubicBezTo>
                    <a:pt x="1" y="1"/>
                    <a:pt x="1" y="1"/>
                    <a:pt x="1" y="2"/>
                  </a:cubicBezTo>
                  <a:cubicBezTo>
                    <a:pt x="4" y="2"/>
                    <a:pt x="4" y="2"/>
                    <a:pt x="4" y="2"/>
                  </a:cubicBezTo>
                  <a:cubicBezTo>
                    <a:pt x="4" y="2"/>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1" name="Freeform 632"/>
            <p:cNvSpPr>
              <a:spLocks noEditPoints="1"/>
            </p:cNvSpPr>
            <p:nvPr/>
          </p:nvSpPr>
          <p:spPr bwMode="auto">
            <a:xfrm>
              <a:off x="3585" y="1441"/>
              <a:ext cx="12" cy="5"/>
            </a:xfrm>
            <a:custGeom>
              <a:avLst/>
              <a:gdLst>
                <a:gd name="T0" fmla="*/ 1 w 5"/>
                <a:gd name="T1" fmla="*/ 2 h 2"/>
                <a:gd name="T2" fmla="*/ 0 w 5"/>
                <a:gd name="T3" fmla="*/ 2 h 2"/>
                <a:gd name="T4" fmla="*/ 0 w 5"/>
                <a:gd name="T5" fmla="*/ 1 h 2"/>
                <a:gd name="T6" fmla="*/ 1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5 w 5"/>
                <a:gd name="T23" fmla="*/ 2 h 2"/>
                <a:gd name="T24" fmla="*/ 1 w 5"/>
                <a:gd name="T25" fmla="*/ 2 h 2"/>
                <a:gd name="T26" fmla="*/ 2 w 5"/>
                <a:gd name="T27" fmla="*/ 1 h 2"/>
                <a:gd name="T28" fmla="*/ 1 w 5"/>
                <a:gd name="T29" fmla="*/ 1 h 2"/>
                <a:gd name="T30" fmla="*/ 4 w 5"/>
                <a:gd name="T31" fmla="*/ 1 h 2"/>
                <a:gd name="T32" fmla="*/ 4 w 5"/>
                <a:gd name="T33" fmla="*/ 1 h 2"/>
                <a:gd name="T34" fmla="*/ 2 w 5"/>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2">
                  <a:moveTo>
                    <a:pt x="1" y="2"/>
                  </a:moveTo>
                  <a:cubicBezTo>
                    <a:pt x="1" y="2"/>
                    <a:pt x="0" y="2"/>
                    <a:pt x="0" y="2"/>
                  </a:cubicBezTo>
                  <a:cubicBezTo>
                    <a:pt x="0" y="2"/>
                    <a:pt x="0" y="2"/>
                    <a:pt x="0" y="1"/>
                  </a:cubicBezTo>
                  <a:cubicBezTo>
                    <a:pt x="1" y="1"/>
                    <a:pt x="1" y="1"/>
                    <a:pt x="1" y="0"/>
                  </a:cubicBezTo>
                  <a:cubicBezTo>
                    <a:pt x="1" y="0"/>
                    <a:pt x="1" y="0"/>
                    <a:pt x="1" y="0"/>
                  </a:cubicBezTo>
                  <a:cubicBezTo>
                    <a:pt x="2" y="0"/>
                    <a:pt x="4" y="0"/>
                    <a:pt x="5" y="0"/>
                  </a:cubicBezTo>
                  <a:cubicBezTo>
                    <a:pt x="5" y="0"/>
                    <a:pt x="5" y="0"/>
                    <a:pt x="5" y="0"/>
                  </a:cubicBezTo>
                  <a:cubicBezTo>
                    <a:pt x="5" y="0"/>
                    <a:pt x="5" y="0"/>
                    <a:pt x="5" y="0"/>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2" y="1"/>
                  </a:moveTo>
                  <a:cubicBezTo>
                    <a:pt x="2" y="1"/>
                    <a:pt x="2" y="1"/>
                    <a:pt x="1" y="1"/>
                  </a:cubicBezTo>
                  <a:cubicBezTo>
                    <a:pt x="4" y="1"/>
                    <a:pt x="4" y="1"/>
                    <a:pt x="4" y="1"/>
                  </a:cubicBezTo>
                  <a:cubicBezTo>
                    <a:pt x="4" y="1"/>
                    <a:pt x="4" y="1"/>
                    <a:pt x="4"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2" name="Freeform 633"/>
            <p:cNvSpPr>
              <a:spLocks noEditPoints="1"/>
            </p:cNvSpPr>
            <p:nvPr/>
          </p:nvSpPr>
          <p:spPr bwMode="auto">
            <a:xfrm>
              <a:off x="3573" y="1441"/>
              <a:ext cx="12" cy="5"/>
            </a:xfrm>
            <a:custGeom>
              <a:avLst/>
              <a:gdLst>
                <a:gd name="T0" fmla="*/ 0 w 5"/>
                <a:gd name="T1" fmla="*/ 2 h 2"/>
                <a:gd name="T2" fmla="*/ 0 w 5"/>
                <a:gd name="T3" fmla="*/ 2 h 2"/>
                <a:gd name="T4" fmla="*/ 0 w 5"/>
                <a:gd name="T5" fmla="*/ 2 h 2"/>
                <a:gd name="T6" fmla="*/ 0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4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1 w 5"/>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2">
                  <a:moveTo>
                    <a:pt x="0" y="2"/>
                  </a:moveTo>
                  <a:cubicBezTo>
                    <a:pt x="0" y="2"/>
                    <a:pt x="0" y="2"/>
                    <a:pt x="0" y="2"/>
                  </a:cubicBezTo>
                  <a:cubicBezTo>
                    <a:pt x="0" y="2"/>
                    <a:pt x="0" y="2"/>
                    <a:pt x="0" y="2"/>
                  </a:cubicBezTo>
                  <a:cubicBezTo>
                    <a:pt x="0" y="1"/>
                    <a:pt x="0" y="1"/>
                    <a:pt x="0" y="0"/>
                  </a:cubicBezTo>
                  <a:cubicBezTo>
                    <a:pt x="0" y="0"/>
                    <a:pt x="1" y="0"/>
                    <a:pt x="1" y="0"/>
                  </a:cubicBezTo>
                  <a:cubicBezTo>
                    <a:pt x="2" y="0"/>
                    <a:pt x="3" y="0"/>
                    <a:pt x="5" y="0"/>
                  </a:cubicBezTo>
                  <a:cubicBezTo>
                    <a:pt x="5" y="0"/>
                    <a:pt x="5" y="0"/>
                    <a:pt x="5" y="0"/>
                  </a:cubicBezTo>
                  <a:cubicBezTo>
                    <a:pt x="5" y="0"/>
                    <a:pt x="5" y="0"/>
                    <a:pt x="5" y="0"/>
                  </a:cubicBezTo>
                  <a:cubicBezTo>
                    <a:pt x="5" y="1"/>
                    <a:pt x="5" y="1"/>
                    <a:pt x="5" y="1"/>
                  </a:cubicBezTo>
                  <a:cubicBezTo>
                    <a:pt x="5" y="1"/>
                    <a:pt x="5" y="1"/>
                    <a:pt x="5" y="2"/>
                  </a:cubicBezTo>
                  <a:cubicBezTo>
                    <a:pt x="5" y="2"/>
                    <a:pt x="5" y="2"/>
                    <a:pt x="5" y="2"/>
                  </a:cubicBezTo>
                  <a:cubicBezTo>
                    <a:pt x="5" y="2"/>
                    <a:pt x="4" y="2"/>
                    <a:pt x="4" y="2"/>
                  </a:cubicBezTo>
                  <a:cubicBezTo>
                    <a:pt x="4"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3" name="Freeform 634"/>
            <p:cNvSpPr>
              <a:spLocks/>
            </p:cNvSpPr>
            <p:nvPr/>
          </p:nvSpPr>
          <p:spPr bwMode="auto">
            <a:xfrm>
              <a:off x="3543"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1" y="0"/>
                  </a:cubicBezTo>
                  <a:cubicBezTo>
                    <a:pt x="1" y="0"/>
                    <a:pt x="1" y="0"/>
                    <a:pt x="1" y="0"/>
                  </a:cubicBezTo>
                  <a:cubicBezTo>
                    <a:pt x="1" y="0"/>
                    <a:pt x="1"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4" name="Freeform 635"/>
            <p:cNvSpPr>
              <a:spLocks/>
            </p:cNvSpPr>
            <p:nvPr/>
          </p:nvSpPr>
          <p:spPr bwMode="auto">
            <a:xfrm>
              <a:off x="354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1"/>
                    <a:pt x="0" y="0"/>
                  </a:cubicBezTo>
                  <a:cubicBezTo>
                    <a:pt x="1" y="0"/>
                    <a:pt x="1" y="0"/>
                    <a:pt x="1" y="0"/>
                  </a:cubicBezTo>
                  <a:cubicBezTo>
                    <a:pt x="1" y="0"/>
                    <a:pt x="1" y="1"/>
                    <a:pt x="1" y="1"/>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5" name="Freeform 636"/>
            <p:cNvSpPr>
              <a:spLocks/>
            </p:cNvSpPr>
            <p:nvPr/>
          </p:nvSpPr>
          <p:spPr bwMode="auto">
            <a:xfrm>
              <a:off x="3553"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0"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6" name="Freeform 637"/>
            <p:cNvSpPr>
              <a:spLocks/>
            </p:cNvSpPr>
            <p:nvPr/>
          </p:nvSpPr>
          <p:spPr bwMode="auto">
            <a:xfrm>
              <a:off x="355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1" y="0"/>
                    <a:pt x="1" y="0"/>
                    <a:pt x="1" y="0"/>
                  </a:cubicBezTo>
                  <a:cubicBezTo>
                    <a:pt x="1" y="0"/>
                    <a:pt x="1" y="0"/>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7" name="Freeform 638"/>
            <p:cNvSpPr>
              <a:spLocks/>
            </p:cNvSpPr>
            <p:nvPr/>
          </p:nvSpPr>
          <p:spPr bwMode="auto">
            <a:xfrm>
              <a:off x="3563" y="1459"/>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0" y="2"/>
                    <a:pt x="0" y="2"/>
                    <a:pt x="0" y="2"/>
                  </a:cubicBezTo>
                  <a:cubicBezTo>
                    <a:pt x="0" y="2"/>
                    <a:pt x="0" y="2"/>
                    <a:pt x="0" y="2"/>
                  </a:cubicBezTo>
                  <a:cubicBezTo>
                    <a:pt x="1" y="0"/>
                    <a:pt x="1" y="0"/>
                    <a:pt x="1" y="0"/>
                  </a:cubicBezTo>
                  <a:cubicBezTo>
                    <a:pt x="1" y="0"/>
                    <a:pt x="1" y="0"/>
                    <a:pt x="1" y="0"/>
                  </a:cubicBezTo>
                  <a:cubicBezTo>
                    <a:pt x="1" y="0"/>
                    <a:pt x="1" y="0"/>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8" name="Freeform 639"/>
            <p:cNvSpPr>
              <a:spLocks/>
            </p:cNvSpPr>
            <p:nvPr/>
          </p:nvSpPr>
          <p:spPr bwMode="auto">
            <a:xfrm>
              <a:off x="3568"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1"/>
                    <a:pt x="1" y="0"/>
                  </a:cubicBezTo>
                  <a:cubicBezTo>
                    <a:pt x="1" y="0"/>
                    <a:pt x="2"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89" name="Freeform 640"/>
            <p:cNvSpPr>
              <a:spLocks/>
            </p:cNvSpPr>
            <p:nvPr/>
          </p:nvSpPr>
          <p:spPr bwMode="auto">
            <a:xfrm>
              <a:off x="3575" y="1459"/>
              <a:ext cx="5" cy="5"/>
            </a:xfrm>
            <a:custGeom>
              <a:avLst/>
              <a:gdLst>
                <a:gd name="T0" fmla="*/ 1 w 2"/>
                <a:gd name="T1" fmla="*/ 2 h 2"/>
                <a:gd name="T2" fmla="*/ 1 w 2"/>
                <a:gd name="T3" fmla="*/ 2 h 2"/>
                <a:gd name="T4" fmla="*/ 0 w 2"/>
                <a:gd name="T5" fmla="*/ 2 h 2"/>
                <a:gd name="T6" fmla="*/ 1 w 2"/>
                <a:gd name="T7" fmla="*/ 0 h 2"/>
                <a:gd name="T8" fmla="*/ 1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1" y="2"/>
                    <a:pt x="1" y="2"/>
                  </a:cubicBezTo>
                  <a:cubicBezTo>
                    <a:pt x="1" y="2"/>
                    <a:pt x="0" y="2"/>
                    <a:pt x="0" y="2"/>
                  </a:cubicBezTo>
                  <a:cubicBezTo>
                    <a:pt x="1" y="1"/>
                    <a:pt x="1" y="1"/>
                    <a:pt x="1" y="0"/>
                  </a:cubicBezTo>
                  <a:cubicBezTo>
                    <a:pt x="1" y="0"/>
                    <a:pt x="1" y="0"/>
                    <a:pt x="1" y="0"/>
                  </a:cubicBezTo>
                  <a:cubicBezTo>
                    <a:pt x="2" y="0"/>
                    <a:pt x="2" y="1"/>
                    <a:pt x="2" y="1"/>
                  </a:cubicBezTo>
                  <a:cubicBezTo>
                    <a:pt x="1"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0" name="Freeform 641"/>
            <p:cNvSpPr>
              <a:spLocks/>
            </p:cNvSpPr>
            <p:nvPr/>
          </p:nvSpPr>
          <p:spPr bwMode="auto">
            <a:xfrm>
              <a:off x="3582"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0"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1" name="Freeform 642"/>
            <p:cNvSpPr>
              <a:spLocks/>
            </p:cNvSpPr>
            <p:nvPr/>
          </p:nvSpPr>
          <p:spPr bwMode="auto">
            <a:xfrm>
              <a:off x="3590"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2" name="Freeform 643"/>
            <p:cNvSpPr>
              <a:spLocks/>
            </p:cNvSpPr>
            <p:nvPr/>
          </p:nvSpPr>
          <p:spPr bwMode="auto">
            <a:xfrm>
              <a:off x="3595" y="1459"/>
              <a:ext cx="2" cy="5"/>
            </a:xfrm>
            <a:custGeom>
              <a:avLst/>
              <a:gdLst>
                <a:gd name="T0" fmla="*/ 0 w 1"/>
                <a:gd name="T1" fmla="*/ 2 h 2"/>
                <a:gd name="T2" fmla="*/ 0 w 1"/>
                <a:gd name="T3" fmla="*/ 2 h 2"/>
                <a:gd name="T4" fmla="*/ 0 w 1"/>
                <a:gd name="T5" fmla="*/ 1 h 2"/>
                <a:gd name="T6" fmla="*/ 1 w 1"/>
                <a:gd name="T7" fmla="*/ 1 h 2"/>
                <a:gd name="T8" fmla="*/ 1 w 1"/>
                <a:gd name="T9" fmla="*/ 1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0" y="1"/>
                  </a:cubicBezTo>
                  <a:cubicBezTo>
                    <a:pt x="0" y="0"/>
                    <a:pt x="1" y="0"/>
                    <a:pt x="1" y="1"/>
                  </a:cubicBezTo>
                  <a:cubicBezTo>
                    <a:pt x="1" y="1"/>
                    <a:pt x="1" y="1"/>
                    <a:pt x="1" y="1"/>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3" name="Freeform 644"/>
            <p:cNvSpPr>
              <a:spLocks/>
            </p:cNvSpPr>
            <p:nvPr/>
          </p:nvSpPr>
          <p:spPr bwMode="auto">
            <a:xfrm>
              <a:off x="3600"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1"/>
                    <a:pt x="0"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4" name="Freeform 645"/>
            <p:cNvSpPr>
              <a:spLocks/>
            </p:cNvSpPr>
            <p:nvPr/>
          </p:nvSpPr>
          <p:spPr bwMode="auto">
            <a:xfrm>
              <a:off x="3602" y="145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5" name="Freeform 646"/>
            <p:cNvSpPr>
              <a:spLocks/>
            </p:cNvSpPr>
            <p:nvPr/>
          </p:nvSpPr>
          <p:spPr bwMode="auto">
            <a:xfrm>
              <a:off x="3607" y="1459"/>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1" y="0"/>
                  </a:cubicBezTo>
                  <a:cubicBezTo>
                    <a:pt x="1" y="0"/>
                    <a:pt x="2" y="0"/>
                    <a:pt x="2" y="0"/>
                  </a:cubicBezTo>
                  <a:cubicBezTo>
                    <a:pt x="2" y="0"/>
                    <a:pt x="2" y="1"/>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6" name="Freeform 647"/>
            <p:cNvSpPr>
              <a:spLocks/>
            </p:cNvSpPr>
            <p:nvPr/>
          </p:nvSpPr>
          <p:spPr bwMode="auto">
            <a:xfrm>
              <a:off x="361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1"/>
                    <a:pt x="1"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7" name="Freeform 648"/>
            <p:cNvSpPr>
              <a:spLocks/>
            </p:cNvSpPr>
            <p:nvPr/>
          </p:nvSpPr>
          <p:spPr bwMode="auto">
            <a:xfrm>
              <a:off x="3619"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8" name="Freeform 649"/>
            <p:cNvSpPr>
              <a:spLocks/>
            </p:cNvSpPr>
            <p:nvPr/>
          </p:nvSpPr>
          <p:spPr bwMode="auto">
            <a:xfrm>
              <a:off x="362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99" name="Freeform 650"/>
            <p:cNvSpPr>
              <a:spLocks/>
            </p:cNvSpPr>
            <p:nvPr/>
          </p:nvSpPr>
          <p:spPr bwMode="auto">
            <a:xfrm>
              <a:off x="3627" y="1459"/>
              <a:ext cx="5" cy="5"/>
            </a:xfrm>
            <a:custGeom>
              <a:avLst/>
              <a:gdLst>
                <a:gd name="T0" fmla="*/ 1 w 2"/>
                <a:gd name="T1" fmla="*/ 2 h 2"/>
                <a:gd name="T2" fmla="*/ 1 w 2"/>
                <a:gd name="T3" fmla="*/ 2 h 2"/>
                <a:gd name="T4" fmla="*/ 0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0" name="Freeform 651"/>
            <p:cNvSpPr>
              <a:spLocks/>
            </p:cNvSpPr>
            <p:nvPr/>
          </p:nvSpPr>
          <p:spPr bwMode="auto">
            <a:xfrm>
              <a:off x="3632" y="145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1"/>
                    <a:pt x="1" y="0"/>
                  </a:cubicBezTo>
                  <a:cubicBezTo>
                    <a:pt x="1" y="0"/>
                    <a:pt x="1" y="0"/>
                    <a:pt x="2" y="0"/>
                  </a:cubicBezTo>
                  <a:cubicBezTo>
                    <a:pt x="2" y="0"/>
                    <a:pt x="2" y="1"/>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1" name="Freeform 652"/>
            <p:cNvSpPr>
              <a:spLocks/>
            </p:cNvSpPr>
            <p:nvPr/>
          </p:nvSpPr>
          <p:spPr bwMode="auto">
            <a:xfrm>
              <a:off x="3637" y="145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0"/>
                    <a:pt x="1" y="0"/>
                    <a:pt x="1" y="0"/>
                  </a:cubicBezTo>
                  <a:cubicBezTo>
                    <a:pt x="1" y="0"/>
                    <a:pt x="1" y="0"/>
                    <a:pt x="1" y="0"/>
                  </a:cubicBezTo>
                  <a:cubicBezTo>
                    <a:pt x="2" y="0"/>
                    <a:pt x="2"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2" name="Freeform 653"/>
            <p:cNvSpPr>
              <a:spLocks/>
            </p:cNvSpPr>
            <p:nvPr/>
          </p:nvSpPr>
          <p:spPr bwMode="auto">
            <a:xfrm>
              <a:off x="3642" y="145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3" name="Freeform 654"/>
            <p:cNvSpPr>
              <a:spLocks/>
            </p:cNvSpPr>
            <p:nvPr/>
          </p:nvSpPr>
          <p:spPr bwMode="auto">
            <a:xfrm>
              <a:off x="3560"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4" y="14"/>
                    <a:pt x="9" y="7"/>
                    <a:pt x="14" y="0"/>
                  </a:cubicBezTo>
                  <a:cubicBezTo>
                    <a:pt x="15" y="1"/>
                    <a:pt x="15" y="1"/>
                    <a:pt x="15" y="1"/>
                  </a:cubicBezTo>
                  <a:cubicBezTo>
                    <a:pt x="10" y="7"/>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4" name="Freeform 655"/>
            <p:cNvSpPr>
              <a:spLocks/>
            </p:cNvSpPr>
            <p:nvPr/>
          </p:nvSpPr>
          <p:spPr bwMode="auto">
            <a:xfrm>
              <a:off x="3577"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5" y="14"/>
                    <a:pt x="9" y="7"/>
                    <a:pt x="14" y="0"/>
                  </a:cubicBezTo>
                  <a:cubicBezTo>
                    <a:pt x="15" y="1"/>
                    <a:pt x="15" y="1"/>
                    <a:pt x="15" y="1"/>
                  </a:cubicBezTo>
                  <a:cubicBezTo>
                    <a:pt x="10" y="8"/>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5" name="Freeform 656"/>
            <p:cNvSpPr>
              <a:spLocks/>
            </p:cNvSpPr>
            <p:nvPr/>
          </p:nvSpPr>
          <p:spPr bwMode="auto">
            <a:xfrm>
              <a:off x="3619" y="1369"/>
              <a:ext cx="20" cy="27"/>
            </a:xfrm>
            <a:custGeom>
              <a:avLst/>
              <a:gdLst>
                <a:gd name="T0" fmla="*/ 1 w 8"/>
                <a:gd name="T1" fmla="*/ 11 h 11"/>
                <a:gd name="T2" fmla="*/ 0 w 8"/>
                <a:gd name="T3" fmla="*/ 11 h 11"/>
                <a:gd name="T4" fmla="*/ 7 w 8"/>
                <a:gd name="T5" fmla="*/ 0 h 11"/>
                <a:gd name="T6" fmla="*/ 8 w 8"/>
                <a:gd name="T7" fmla="*/ 1 h 11"/>
                <a:gd name="T8" fmla="*/ 1 w 8"/>
                <a:gd name="T9" fmla="*/ 11 h 11"/>
              </a:gdLst>
              <a:ahLst/>
              <a:cxnLst>
                <a:cxn ang="0">
                  <a:pos x="T0" y="T1"/>
                </a:cxn>
                <a:cxn ang="0">
                  <a:pos x="T2" y="T3"/>
                </a:cxn>
                <a:cxn ang="0">
                  <a:pos x="T4" y="T5"/>
                </a:cxn>
                <a:cxn ang="0">
                  <a:pos x="T6" y="T7"/>
                </a:cxn>
                <a:cxn ang="0">
                  <a:pos x="T8" y="T9"/>
                </a:cxn>
              </a:cxnLst>
              <a:rect l="0" t="0" r="r" b="b"/>
              <a:pathLst>
                <a:path w="8" h="11">
                  <a:moveTo>
                    <a:pt x="1" y="11"/>
                  </a:moveTo>
                  <a:cubicBezTo>
                    <a:pt x="0" y="11"/>
                    <a:pt x="0" y="11"/>
                    <a:pt x="0" y="11"/>
                  </a:cubicBezTo>
                  <a:cubicBezTo>
                    <a:pt x="3" y="7"/>
                    <a:pt x="5" y="4"/>
                    <a:pt x="7" y="0"/>
                  </a:cubicBezTo>
                  <a:cubicBezTo>
                    <a:pt x="8" y="1"/>
                    <a:pt x="8" y="1"/>
                    <a:pt x="8" y="1"/>
                  </a:cubicBezTo>
                  <a:cubicBezTo>
                    <a:pt x="5" y="4"/>
                    <a:pt x="3" y="8"/>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6" name="Freeform 657"/>
            <p:cNvSpPr>
              <a:spLocks noEditPoints="1"/>
            </p:cNvSpPr>
            <p:nvPr/>
          </p:nvSpPr>
          <p:spPr bwMode="auto">
            <a:xfrm>
              <a:off x="3545" y="1339"/>
              <a:ext cx="101" cy="70"/>
            </a:xfrm>
            <a:custGeom>
              <a:avLst/>
              <a:gdLst>
                <a:gd name="T0" fmla="*/ 1 w 41"/>
                <a:gd name="T1" fmla="*/ 25 h 28"/>
                <a:gd name="T2" fmla="*/ 1 w 41"/>
                <a:gd name="T3" fmla="*/ 10 h 28"/>
                <a:gd name="T4" fmla="*/ 3 w 41"/>
                <a:gd name="T5" fmla="*/ 0 h 28"/>
                <a:gd name="T6" fmla="*/ 9 w 41"/>
                <a:gd name="T7" fmla="*/ 0 h 28"/>
                <a:gd name="T8" fmla="*/ 38 w 41"/>
                <a:gd name="T9" fmla="*/ 0 h 28"/>
                <a:gd name="T10" fmla="*/ 40 w 41"/>
                <a:gd name="T11" fmla="*/ 6 h 28"/>
                <a:gd name="T12" fmla="*/ 40 w 41"/>
                <a:gd name="T13" fmla="*/ 19 h 28"/>
                <a:gd name="T14" fmla="*/ 40 w 41"/>
                <a:gd name="T15" fmla="*/ 26 h 28"/>
                <a:gd name="T16" fmla="*/ 35 w 41"/>
                <a:gd name="T17" fmla="*/ 28 h 28"/>
                <a:gd name="T18" fmla="*/ 32 w 41"/>
                <a:gd name="T19" fmla="*/ 28 h 28"/>
                <a:gd name="T20" fmla="*/ 11 w 41"/>
                <a:gd name="T21" fmla="*/ 28 h 28"/>
                <a:gd name="T22" fmla="*/ 6 w 41"/>
                <a:gd name="T23" fmla="*/ 28 h 28"/>
                <a:gd name="T24" fmla="*/ 3 w 41"/>
                <a:gd name="T25" fmla="*/ 1 h 28"/>
                <a:gd name="T26" fmla="*/ 2 w 41"/>
                <a:gd name="T27" fmla="*/ 1 h 28"/>
                <a:gd name="T28" fmla="*/ 1 w 41"/>
                <a:gd name="T29" fmla="*/ 11 h 28"/>
                <a:gd name="T30" fmla="*/ 6 w 41"/>
                <a:gd name="T31" fmla="*/ 28 h 28"/>
                <a:gd name="T32" fmla="*/ 11 w 41"/>
                <a:gd name="T33" fmla="*/ 27 h 28"/>
                <a:gd name="T34" fmla="*/ 32 w 41"/>
                <a:gd name="T35" fmla="*/ 28 h 28"/>
                <a:gd name="T36" fmla="*/ 35 w 41"/>
                <a:gd name="T37" fmla="*/ 28 h 28"/>
                <a:gd name="T38" fmla="*/ 40 w 41"/>
                <a:gd name="T39" fmla="*/ 26 h 28"/>
                <a:gd name="T40" fmla="*/ 40 w 41"/>
                <a:gd name="T41" fmla="*/ 19 h 28"/>
                <a:gd name="T42" fmla="*/ 40 w 41"/>
                <a:gd name="T43" fmla="*/ 6 h 28"/>
                <a:gd name="T44" fmla="*/ 38 w 41"/>
                <a:gd name="T45" fmla="*/ 1 h 28"/>
                <a:gd name="T46" fmla="*/ 9 w 41"/>
                <a:gd name="T47" fmla="*/ 1 h 28"/>
                <a:gd name="T48" fmla="*/ 7 w 41"/>
                <a:gd name="T49" fmla="*/ 24 h 28"/>
                <a:gd name="T50" fmla="*/ 3 w 41"/>
                <a:gd name="T51" fmla="*/ 23 h 28"/>
                <a:gd name="T52" fmla="*/ 3 w 41"/>
                <a:gd name="T53" fmla="*/ 9 h 28"/>
                <a:gd name="T54" fmla="*/ 4 w 41"/>
                <a:gd name="T55" fmla="*/ 2 h 28"/>
                <a:gd name="T56" fmla="*/ 38 w 41"/>
                <a:gd name="T57" fmla="*/ 3 h 28"/>
                <a:gd name="T58" fmla="*/ 38 w 41"/>
                <a:gd name="T59" fmla="*/ 5 h 28"/>
                <a:gd name="T60" fmla="*/ 38 w 41"/>
                <a:gd name="T61" fmla="*/ 24 h 28"/>
                <a:gd name="T62" fmla="*/ 7 w 41"/>
                <a:gd name="T63" fmla="*/ 24 h 28"/>
                <a:gd name="T64" fmla="*/ 7 w 41"/>
                <a:gd name="T65" fmla="*/ 23 h 28"/>
                <a:gd name="T66" fmla="*/ 12 w 41"/>
                <a:gd name="T67" fmla="*/ 23 h 28"/>
                <a:gd name="T68" fmla="*/ 37 w 41"/>
                <a:gd name="T69" fmla="*/ 5 h 28"/>
                <a:gd name="T70" fmla="*/ 37 w 41"/>
                <a:gd name="T71" fmla="*/ 3 h 28"/>
                <a:gd name="T72" fmla="*/ 4 w 41"/>
                <a:gd name="T73" fmla="*/ 3 h 28"/>
                <a:gd name="T74" fmla="*/ 4 w 41"/>
                <a:gd name="T75" fmla="*/ 9 h 28"/>
                <a:gd name="T76" fmla="*/ 4 w 41"/>
                <a:gd name="T77"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 h="28">
                  <a:moveTo>
                    <a:pt x="6" y="28"/>
                  </a:moveTo>
                  <a:cubicBezTo>
                    <a:pt x="5" y="28"/>
                    <a:pt x="1" y="28"/>
                    <a:pt x="1" y="25"/>
                  </a:cubicBezTo>
                  <a:cubicBezTo>
                    <a:pt x="1" y="11"/>
                    <a:pt x="1" y="11"/>
                    <a:pt x="1" y="11"/>
                  </a:cubicBezTo>
                  <a:cubicBezTo>
                    <a:pt x="1" y="11"/>
                    <a:pt x="1" y="10"/>
                    <a:pt x="1" y="10"/>
                  </a:cubicBezTo>
                  <a:cubicBezTo>
                    <a:pt x="0" y="6"/>
                    <a:pt x="0" y="2"/>
                    <a:pt x="2" y="1"/>
                  </a:cubicBezTo>
                  <a:cubicBezTo>
                    <a:pt x="2" y="0"/>
                    <a:pt x="2" y="0"/>
                    <a:pt x="3" y="0"/>
                  </a:cubicBezTo>
                  <a:cubicBezTo>
                    <a:pt x="4" y="0"/>
                    <a:pt x="5" y="0"/>
                    <a:pt x="6" y="0"/>
                  </a:cubicBezTo>
                  <a:cubicBezTo>
                    <a:pt x="7" y="0"/>
                    <a:pt x="8" y="0"/>
                    <a:pt x="9" y="0"/>
                  </a:cubicBezTo>
                  <a:cubicBezTo>
                    <a:pt x="10" y="0"/>
                    <a:pt x="11" y="0"/>
                    <a:pt x="12" y="0"/>
                  </a:cubicBezTo>
                  <a:cubicBezTo>
                    <a:pt x="38" y="0"/>
                    <a:pt x="38" y="0"/>
                    <a:pt x="38" y="0"/>
                  </a:cubicBezTo>
                  <a:cubicBezTo>
                    <a:pt x="39" y="0"/>
                    <a:pt x="39" y="0"/>
                    <a:pt x="40" y="1"/>
                  </a:cubicBezTo>
                  <a:cubicBezTo>
                    <a:pt x="41" y="2"/>
                    <a:pt x="41" y="4"/>
                    <a:pt x="40" y="6"/>
                  </a:cubicBezTo>
                  <a:cubicBezTo>
                    <a:pt x="40" y="6"/>
                    <a:pt x="40" y="7"/>
                    <a:pt x="40" y="7"/>
                  </a:cubicBezTo>
                  <a:cubicBezTo>
                    <a:pt x="40" y="19"/>
                    <a:pt x="40" y="19"/>
                    <a:pt x="40" y="19"/>
                  </a:cubicBezTo>
                  <a:cubicBezTo>
                    <a:pt x="40" y="19"/>
                    <a:pt x="40" y="20"/>
                    <a:pt x="40" y="21"/>
                  </a:cubicBezTo>
                  <a:cubicBezTo>
                    <a:pt x="40" y="23"/>
                    <a:pt x="40" y="24"/>
                    <a:pt x="40" y="26"/>
                  </a:cubicBezTo>
                  <a:cubicBezTo>
                    <a:pt x="40" y="26"/>
                    <a:pt x="40" y="27"/>
                    <a:pt x="40" y="27"/>
                  </a:cubicBezTo>
                  <a:cubicBezTo>
                    <a:pt x="39" y="28"/>
                    <a:pt x="37" y="28"/>
                    <a:pt x="35" y="28"/>
                  </a:cubicBezTo>
                  <a:cubicBezTo>
                    <a:pt x="34" y="28"/>
                    <a:pt x="34" y="28"/>
                    <a:pt x="34" y="28"/>
                  </a:cubicBezTo>
                  <a:cubicBezTo>
                    <a:pt x="33" y="28"/>
                    <a:pt x="33" y="28"/>
                    <a:pt x="32" y="28"/>
                  </a:cubicBezTo>
                  <a:cubicBezTo>
                    <a:pt x="29" y="28"/>
                    <a:pt x="25" y="28"/>
                    <a:pt x="22" y="28"/>
                  </a:cubicBezTo>
                  <a:cubicBezTo>
                    <a:pt x="18" y="28"/>
                    <a:pt x="15" y="28"/>
                    <a:pt x="11" y="28"/>
                  </a:cubicBezTo>
                  <a:cubicBezTo>
                    <a:pt x="11" y="28"/>
                    <a:pt x="10" y="28"/>
                    <a:pt x="9" y="28"/>
                  </a:cubicBezTo>
                  <a:cubicBezTo>
                    <a:pt x="8" y="28"/>
                    <a:pt x="7" y="28"/>
                    <a:pt x="6" y="28"/>
                  </a:cubicBezTo>
                  <a:close/>
                  <a:moveTo>
                    <a:pt x="6" y="1"/>
                  </a:moveTo>
                  <a:cubicBezTo>
                    <a:pt x="5" y="1"/>
                    <a:pt x="4" y="1"/>
                    <a:pt x="3" y="1"/>
                  </a:cubicBezTo>
                  <a:cubicBezTo>
                    <a:pt x="3" y="1"/>
                    <a:pt x="3" y="1"/>
                    <a:pt x="3" y="1"/>
                  </a:cubicBezTo>
                  <a:cubicBezTo>
                    <a:pt x="3" y="1"/>
                    <a:pt x="2" y="1"/>
                    <a:pt x="2" y="1"/>
                  </a:cubicBezTo>
                  <a:cubicBezTo>
                    <a:pt x="1" y="3"/>
                    <a:pt x="1" y="7"/>
                    <a:pt x="1" y="10"/>
                  </a:cubicBezTo>
                  <a:cubicBezTo>
                    <a:pt x="1" y="10"/>
                    <a:pt x="1" y="11"/>
                    <a:pt x="1" y="11"/>
                  </a:cubicBezTo>
                  <a:cubicBezTo>
                    <a:pt x="1" y="25"/>
                    <a:pt x="1" y="25"/>
                    <a:pt x="1" y="25"/>
                  </a:cubicBezTo>
                  <a:cubicBezTo>
                    <a:pt x="1" y="27"/>
                    <a:pt x="3" y="28"/>
                    <a:pt x="6" y="28"/>
                  </a:cubicBezTo>
                  <a:cubicBezTo>
                    <a:pt x="7" y="28"/>
                    <a:pt x="8" y="28"/>
                    <a:pt x="9" y="28"/>
                  </a:cubicBezTo>
                  <a:cubicBezTo>
                    <a:pt x="10" y="27"/>
                    <a:pt x="11" y="27"/>
                    <a:pt x="11" y="27"/>
                  </a:cubicBezTo>
                  <a:cubicBezTo>
                    <a:pt x="15" y="27"/>
                    <a:pt x="18" y="27"/>
                    <a:pt x="22" y="28"/>
                  </a:cubicBezTo>
                  <a:cubicBezTo>
                    <a:pt x="25" y="28"/>
                    <a:pt x="29" y="28"/>
                    <a:pt x="32" y="28"/>
                  </a:cubicBezTo>
                  <a:cubicBezTo>
                    <a:pt x="33" y="28"/>
                    <a:pt x="33" y="28"/>
                    <a:pt x="34" y="28"/>
                  </a:cubicBezTo>
                  <a:cubicBezTo>
                    <a:pt x="34" y="28"/>
                    <a:pt x="34" y="28"/>
                    <a:pt x="35" y="28"/>
                  </a:cubicBezTo>
                  <a:cubicBezTo>
                    <a:pt x="37" y="28"/>
                    <a:pt x="39" y="28"/>
                    <a:pt x="39" y="27"/>
                  </a:cubicBezTo>
                  <a:cubicBezTo>
                    <a:pt x="40" y="26"/>
                    <a:pt x="40" y="26"/>
                    <a:pt x="40" y="26"/>
                  </a:cubicBezTo>
                  <a:cubicBezTo>
                    <a:pt x="40" y="24"/>
                    <a:pt x="40" y="23"/>
                    <a:pt x="40" y="21"/>
                  </a:cubicBezTo>
                  <a:cubicBezTo>
                    <a:pt x="40" y="20"/>
                    <a:pt x="40" y="19"/>
                    <a:pt x="40" y="19"/>
                  </a:cubicBezTo>
                  <a:cubicBezTo>
                    <a:pt x="40" y="7"/>
                    <a:pt x="40" y="7"/>
                    <a:pt x="40" y="7"/>
                  </a:cubicBezTo>
                  <a:cubicBezTo>
                    <a:pt x="40" y="7"/>
                    <a:pt x="40" y="6"/>
                    <a:pt x="40" y="6"/>
                  </a:cubicBezTo>
                  <a:cubicBezTo>
                    <a:pt x="40" y="4"/>
                    <a:pt x="40" y="2"/>
                    <a:pt x="39" y="1"/>
                  </a:cubicBezTo>
                  <a:cubicBezTo>
                    <a:pt x="39" y="1"/>
                    <a:pt x="38" y="1"/>
                    <a:pt x="38" y="1"/>
                  </a:cubicBezTo>
                  <a:cubicBezTo>
                    <a:pt x="12" y="1"/>
                    <a:pt x="12" y="1"/>
                    <a:pt x="12" y="1"/>
                  </a:cubicBezTo>
                  <a:cubicBezTo>
                    <a:pt x="11" y="1"/>
                    <a:pt x="10" y="1"/>
                    <a:pt x="9" y="1"/>
                  </a:cubicBezTo>
                  <a:cubicBezTo>
                    <a:pt x="8" y="1"/>
                    <a:pt x="7" y="1"/>
                    <a:pt x="6" y="1"/>
                  </a:cubicBezTo>
                  <a:close/>
                  <a:moveTo>
                    <a:pt x="7" y="24"/>
                  </a:moveTo>
                  <a:cubicBezTo>
                    <a:pt x="6" y="24"/>
                    <a:pt x="5" y="24"/>
                    <a:pt x="5" y="24"/>
                  </a:cubicBezTo>
                  <a:cubicBezTo>
                    <a:pt x="4" y="24"/>
                    <a:pt x="3" y="24"/>
                    <a:pt x="3" y="23"/>
                  </a:cubicBezTo>
                  <a:cubicBezTo>
                    <a:pt x="3" y="10"/>
                    <a:pt x="3" y="10"/>
                    <a:pt x="3" y="10"/>
                  </a:cubicBezTo>
                  <a:cubicBezTo>
                    <a:pt x="3" y="10"/>
                    <a:pt x="3" y="9"/>
                    <a:pt x="3" y="9"/>
                  </a:cubicBezTo>
                  <a:cubicBezTo>
                    <a:pt x="3" y="6"/>
                    <a:pt x="3" y="4"/>
                    <a:pt x="3" y="3"/>
                  </a:cubicBezTo>
                  <a:cubicBezTo>
                    <a:pt x="4" y="3"/>
                    <a:pt x="4" y="2"/>
                    <a:pt x="4" y="2"/>
                  </a:cubicBezTo>
                  <a:cubicBezTo>
                    <a:pt x="37" y="2"/>
                    <a:pt x="37" y="2"/>
                    <a:pt x="37" y="2"/>
                  </a:cubicBezTo>
                  <a:cubicBezTo>
                    <a:pt x="37" y="2"/>
                    <a:pt x="38" y="3"/>
                    <a:pt x="38" y="3"/>
                  </a:cubicBezTo>
                  <a:cubicBezTo>
                    <a:pt x="38" y="3"/>
                    <a:pt x="38" y="4"/>
                    <a:pt x="38" y="5"/>
                  </a:cubicBezTo>
                  <a:cubicBezTo>
                    <a:pt x="38" y="5"/>
                    <a:pt x="38" y="5"/>
                    <a:pt x="38" y="5"/>
                  </a:cubicBezTo>
                  <a:cubicBezTo>
                    <a:pt x="38" y="23"/>
                    <a:pt x="38" y="23"/>
                    <a:pt x="38" y="23"/>
                  </a:cubicBezTo>
                  <a:cubicBezTo>
                    <a:pt x="38" y="23"/>
                    <a:pt x="38" y="24"/>
                    <a:pt x="38" y="24"/>
                  </a:cubicBezTo>
                  <a:cubicBezTo>
                    <a:pt x="11" y="24"/>
                    <a:pt x="11" y="24"/>
                    <a:pt x="11" y="24"/>
                  </a:cubicBezTo>
                  <a:cubicBezTo>
                    <a:pt x="10" y="24"/>
                    <a:pt x="9" y="24"/>
                    <a:pt x="7" y="24"/>
                  </a:cubicBezTo>
                  <a:close/>
                  <a:moveTo>
                    <a:pt x="4" y="23"/>
                  </a:moveTo>
                  <a:cubicBezTo>
                    <a:pt x="4" y="23"/>
                    <a:pt x="5" y="23"/>
                    <a:pt x="7" y="23"/>
                  </a:cubicBezTo>
                  <a:cubicBezTo>
                    <a:pt x="9" y="23"/>
                    <a:pt x="10" y="23"/>
                    <a:pt x="11" y="23"/>
                  </a:cubicBezTo>
                  <a:cubicBezTo>
                    <a:pt x="12" y="23"/>
                    <a:pt x="12" y="23"/>
                    <a:pt x="12" y="23"/>
                  </a:cubicBezTo>
                  <a:cubicBezTo>
                    <a:pt x="37" y="23"/>
                    <a:pt x="37" y="23"/>
                    <a:pt x="37" y="23"/>
                  </a:cubicBezTo>
                  <a:cubicBezTo>
                    <a:pt x="37" y="5"/>
                    <a:pt x="37" y="5"/>
                    <a:pt x="37" y="5"/>
                  </a:cubicBezTo>
                  <a:cubicBezTo>
                    <a:pt x="37" y="5"/>
                    <a:pt x="37" y="5"/>
                    <a:pt x="37" y="4"/>
                  </a:cubicBezTo>
                  <a:cubicBezTo>
                    <a:pt x="37" y="4"/>
                    <a:pt x="37" y="3"/>
                    <a:pt x="37" y="3"/>
                  </a:cubicBezTo>
                  <a:cubicBezTo>
                    <a:pt x="33" y="3"/>
                    <a:pt x="33" y="3"/>
                    <a:pt x="33" y="3"/>
                  </a:cubicBezTo>
                  <a:cubicBezTo>
                    <a:pt x="4" y="3"/>
                    <a:pt x="4" y="3"/>
                    <a:pt x="4" y="3"/>
                  </a:cubicBezTo>
                  <a:cubicBezTo>
                    <a:pt x="4" y="3"/>
                    <a:pt x="4" y="3"/>
                    <a:pt x="4" y="3"/>
                  </a:cubicBezTo>
                  <a:cubicBezTo>
                    <a:pt x="3" y="4"/>
                    <a:pt x="4" y="7"/>
                    <a:pt x="4" y="9"/>
                  </a:cubicBezTo>
                  <a:cubicBezTo>
                    <a:pt x="4" y="9"/>
                    <a:pt x="4" y="10"/>
                    <a:pt x="4" y="10"/>
                  </a:cubicBezTo>
                  <a:lnTo>
                    <a:pt x="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7" name="Freeform 658"/>
            <p:cNvSpPr>
              <a:spLocks/>
            </p:cNvSpPr>
            <p:nvPr/>
          </p:nvSpPr>
          <p:spPr bwMode="auto">
            <a:xfrm>
              <a:off x="3570" y="1411"/>
              <a:ext cx="54" cy="18"/>
            </a:xfrm>
            <a:custGeom>
              <a:avLst/>
              <a:gdLst>
                <a:gd name="T0" fmla="*/ 1 w 22"/>
                <a:gd name="T1" fmla="*/ 7 h 7"/>
                <a:gd name="T2" fmla="*/ 0 w 22"/>
                <a:gd name="T3" fmla="*/ 7 h 7"/>
                <a:gd name="T4" fmla="*/ 0 w 22"/>
                <a:gd name="T5" fmla="*/ 6 h 7"/>
                <a:gd name="T6" fmla="*/ 0 w 22"/>
                <a:gd name="T7" fmla="*/ 5 h 7"/>
                <a:gd name="T8" fmla="*/ 2 w 22"/>
                <a:gd name="T9" fmla="*/ 5 h 7"/>
                <a:gd name="T10" fmla="*/ 2 w 22"/>
                <a:gd name="T11" fmla="*/ 5 h 7"/>
                <a:gd name="T12" fmla="*/ 4 w 22"/>
                <a:gd name="T13" fmla="*/ 5 h 7"/>
                <a:gd name="T14" fmla="*/ 5 w 22"/>
                <a:gd name="T15" fmla="*/ 4 h 7"/>
                <a:gd name="T16" fmla="*/ 5 w 22"/>
                <a:gd name="T17" fmla="*/ 4 h 7"/>
                <a:gd name="T18" fmla="*/ 5 w 22"/>
                <a:gd name="T19" fmla="*/ 2 h 7"/>
                <a:gd name="T20" fmla="*/ 5 w 22"/>
                <a:gd name="T21" fmla="*/ 1 h 7"/>
                <a:gd name="T22" fmla="*/ 5 w 22"/>
                <a:gd name="T23" fmla="*/ 0 h 7"/>
                <a:gd name="T24" fmla="*/ 6 w 22"/>
                <a:gd name="T25" fmla="*/ 1 h 7"/>
                <a:gd name="T26" fmla="*/ 6 w 22"/>
                <a:gd name="T27" fmla="*/ 2 h 7"/>
                <a:gd name="T28" fmla="*/ 6 w 22"/>
                <a:gd name="T29" fmla="*/ 4 h 7"/>
                <a:gd name="T30" fmla="*/ 6 w 22"/>
                <a:gd name="T31" fmla="*/ 5 h 7"/>
                <a:gd name="T32" fmla="*/ 4 w 22"/>
                <a:gd name="T33" fmla="*/ 5 h 7"/>
                <a:gd name="T34" fmla="*/ 3 w 22"/>
                <a:gd name="T35" fmla="*/ 6 h 7"/>
                <a:gd name="T36" fmla="*/ 2 w 22"/>
                <a:gd name="T37" fmla="*/ 6 h 7"/>
                <a:gd name="T38" fmla="*/ 0 w 22"/>
                <a:gd name="T39" fmla="*/ 6 h 7"/>
                <a:gd name="T40" fmla="*/ 0 w 22"/>
                <a:gd name="T41" fmla="*/ 6 h 7"/>
                <a:gd name="T42" fmla="*/ 0 w 22"/>
                <a:gd name="T43" fmla="*/ 7 h 7"/>
                <a:gd name="T44" fmla="*/ 1 w 22"/>
                <a:gd name="T45" fmla="*/ 7 h 7"/>
                <a:gd name="T46" fmla="*/ 21 w 22"/>
                <a:gd name="T47" fmla="*/ 7 h 7"/>
                <a:gd name="T48" fmla="*/ 21 w 22"/>
                <a:gd name="T49" fmla="*/ 6 h 7"/>
                <a:gd name="T50" fmla="*/ 20 w 22"/>
                <a:gd name="T51" fmla="*/ 5 h 7"/>
                <a:gd name="T52" fmla="*/ 16 w 22"/>
                <a:gd name="T53" fmla="*/ 5 h 7"/>
                <a:gd name="T54" fmla="*/ 15 w 22"/>
                <a:gd name="T55" fmla="*/ 5 h 7"/>
                <a:gd name="T56" fmla="*/ 15 w 22"/>
                <a:gd name="T57" fmla="*/ 3 h 7"/>
                <a:gd name="T58" fmla="*/ 15 w 22"/>
                <a:gd name="T59" fmla="*/ 3 h 7"/>
                <a:gd name="T60" fmla="*/ 15 w 22"/>
                <a:gd name="T61" fmla="*/ 3 h 7"/>
                <a:gd name="T62" fmla="*/ 15 w 22"/>
                <a:gd name="T63" fmla="*/ 1 h 7"/>
                <a:gd name="T64" fmla="*/ 16 w 22"/>
                <a:gd name="T65" fmla="*/ 0 h 7"/>
                <a:gd name="T66" fmla="*/ 16 w 22"/>
                <a:gd name="T67" fmla="*/ 1 h 7"/>
                <a:gd name="T68" fmla="*/ 16 w 22"/>
                <a:gd name="T69" fmla="*/ 3 h 7"/>
                <a:gd name="T70" fmla="*/ 16 w 22"/>
                <a:gd name="T71" fmla="*/ 3 h 7"/>
                <a:gd name="T72" fmla="*/ 16 w 22"/>
                <a:gd name="T73" fmla="*/ 3 h 7"/>
                <a:gd name="T74" fmla="*/ 16 w 22"/>
                <a:gd name="T75" fmla="*/ 4 h 7"/>
                <a:gd name="T76" fmla="*/ 16 w 22"/>
                <a:gd name="T77" fmla="*/ 4 h 7"/>
                <a:gd name="T78" fmla="*/ 20 w 22"/>
                <a:gd name="T79" fmla="*/ 4 h 7"/>
                <a:gd name="T80" fmla="*/ 22 w 22"/>
                <a:gd name="T81" fmla="*/ 6 h 7"/>
                <a:gd name="T82" fmla="*/ 21 w 22"/>
                <a:gd name="T83" fmla="*/ 7 h 7"/>
                <a:gd name="T84" fmla="*/ 1 w 22"/>
                <a:gd name="T85" fmla="*/ 7 h 7"/>
                <a:gd name="T86" fmla="*/ 1 w 22"/>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7">
                  <a:moveTo>
                    <a:pt x="1" y="7"/>
                  </a:moveTo>
                  <a:cubicBezTo>
                    <a:pt x="0" y="7"/>
                    <a:pt x="0" y="7"/>
                    <a:pt x="0" y="7"/>
                  </a:cubicBezTo>
                  <a:cubicBezTo>
                    <a:pt x="0" y="7"/>
                    <a:pt x="0" y="7"/>
                    <a:pt x="0" y="6"/>
                  </a:cubicBezTo>
                  <a:cubicBezTo>
                    <a:pt x="0" y="6"/>
                    <a:pt x="0" y="5"/>
                    <a:pt x="0" y="5"/>
                  </a:cubicBezTo>
                  <a:cubicBezTo>
                    <a:pt x="0" y="5"/>
                    <a:pt x="1" y="5"/>
                    <a:pt x="2" y="5"/>
                  </a:cubicBezTo>
                  <a:cubicBezTo>
                    <a:pt x="2" y="5"/>
                    <a:pt x="2" y="5"/>
                    <a:pt x="2" y="5"/>
                  </a:cubicBezTo>
                  <a:cubicBezTo>
                    <a:pt x="3" y="5"/>
                    <a:pt x="3" y="5"/>
                    <a:pt x="4" y="5"/>
                  </a:cubicBezTo>
                  <a:cubicBezTo>
                    <a:pt x="4" y="5"/>
                    <a:pt x="5" y="5"/>
                    <a:pt x="5" y="4"/>
                  </a:cubicBezTo>
                  <a:cubicBezTo>
                    <a:pt x="5" y="4"/>
                    <a:pt x="5" y="4"/>
                    <a:pt x="5" y="4"/>
                  </a:cubicBezTo>
                  <a:cubicBezTo>
                    <a:pt x="5" y="3"/>
                    <a:pt x="5" y="3"/>
                    <a:pt x="5" y="2"/>
                  </a:cubicBezTo>
                  <a:cubicBezTo>
                    <a:pt x="5" y="2"/>
                    <a:pt x="5" y="1"/>
                    <a:pt x="5" y="1"/>
                  </a:cubicBezTo>
                  <a:cubicBezTo>
                    <a:pt x="5" y="1"/>
                    <a:pt x="5" y="0"/>
                    <a:pt x="5" y="0"/>
                  </a:cubicBezTo>
                  <a:cubicBezTo>
                    <a:pt x="6" y="0"/>
                    <a:pt x="6" y="1"/>
                    <a:pt x="6" y="1"/>
                  </a:cubicBezTo>
                  <a:cubicBezTo>
                    <a:pt x="6" y="1"/>
                    <a:pt x="6" y="2"/>
                    <a:pt x="6" y="2"/>
                  </a:cubicBezTo>
                  <a:cubicBezTo>
                    <a:pt x="6" y="3"/>
                    <a:pt x="6" y="3"/>
                    <a:pt x="6" y="4"/>
                  </a:cubicBezTo>
                  <a:cubicBezTo>
                    <a:pt x="6" y="4"/>
                    <a:pt x="6" y="5"/>
                    <a:pt x="6" y="5"/>
                  </a:cubicBezTo>
                  <a:cubicBezTo>
                    <a:pt x="5" y="5"/>
                    <a:pt x="4" y="5"/>
                    <a:pt x="4" y="5"/>
                  </a:cubicBezTo>
                  <a:cubicBezTo>
                    <a:pt x="3" y="5"/>
                    <a:pt x="3" y="5"/>
                    <a:pt x="3" y="6"/>
                  </a:cubicBezTo>
                  <a:cubicBezTo>
                    <a:pt x="2" y="6"/>
                    <a:pt x="2" y="6"/>
                    <a:pt x="2" y="6"/>
                  </a:cubicBezTo>
                  <a:cubicBezTo>
                    <a:pt x="1" y="5"/>
                    <a:pt x="1" y="5"/>
                    <a:pt x="0" y="6"/>
                  </a:cubicBezTo>
                  <a:cubicBezTo>
                    <a:pt x="0" y="6"/>
                    <a:pt x="0" y="6"/>
                    <a:pt x="0" y="6"/>
                  </a:cubicBezTo>
                  <a:cubicBezTo>
                    <a:pt x="0" y="6"/>
                    <a:pt x="0" y="6"/>
                    <a:pt x="0" y="7"/>
                  </a:cubicBezTo>
                  <a:cubicBezTo>
                    <a:pt x="0" y="7"/>
                    <a:pt x="1" y="7"/>
                    <a:pt x="1" y="7"/>
                  </a:cubicBezTo>
                  <a:cubicBezTo>
                    <a:pt x="21" y="7"/>
                    <a:pt x="21" y="7"/>
                    <a:pt x="21" y="7"/>
                  </a:cubicBezTo>
                  <a:cubicBezTo>
                    <a:pt x="21" y="6"/>
                    <a:pt x="21" y="6"/>
                    <a:pt x="21" y="6"/>
                  </a:cubicBezTo>
                  <a:cubicBezTo>
                    <a:pt x="20" y="6"/>
                    <a:pt x="20" y="5"/>
                    <a:pt x="20" y="5"/>
                  </a:cubicBezTo>
                  <a:cubicBezTo>
                    <a:pt x="16" y="5"/>
                    <a:pt x="16" y="5"/>
                    <a:pt x="16" y="5"/>
                  </a:cubicBezTo>
                  <a:cubicBezTo>
                    <a:pt x="16" y="5"/>
                    <a:pt x="16" y="5"/>
                    <a:pt x="15" y="5"/>
                  </a:cubicBezTo>
                  <a:cubicBezTo>
                    <a:pt x="15" y="5"/>
                    <a:pt x="15" y="4"/>
                    <a:pt x="15" y="3"/>
                  </a:cubicBezTo>
                  <a:cubicBezTo>
                    <a:pt x="15" y="3"/>
                    <a:pt x="15" y="3"/>
                    <a:pt x="15" y="3"/>
                  </a:cubicBezTo>
                  <a:cubicBezTo>
                    <a:pt x="15" y="3"/>
                    <a:pt x="15" y="3"/>
                    <a:pt x="15" y="3"/>
                  </a:cubicBezTo>
                  <a:cubicBezTo>
                    <a:pt x="15" y="2"/>
                    <a:pt x="15" y="1"/>
                    <a:pt x="15" y="1"/>
                  </a:cubicBezTo>
                  <a:cubicBezTo>
                    <a:pt x="15" y="1"/>
                    <a:pt x="15" y="0"/>
                    <a:pt x="16" y="0"/>
                  </a:cubicBezTo>
                  <a:cubicBezTo>
                    <a:pt x="16" y="0"/>
                    <a:pt x="16" y="1"/>
                    <a:pt x="16" y="1"/>
                  </a:cubicBezTo>
                  <a:cubicBezTo>
                    <a:pt x="16" y="1"/>
                    <a:pt x="16" y="2"/>
                    <a:pt x="16" y="3"/>
                  </a:cubicBezTo>
                  <a:cubicBezTo>
                    <a:pt x="16" y="3"/>
                    <a:pt x="16" y="3"/>
                    <a:pt x="16" y="3"/>
                  </a:cubicBezTo>
                  <a:cubicBezTo>
                    <a:pt x="16" y="3"/>
                    <a:pt x="16" y="3"/>
                    <a:pt x="16" y="3"/>
                  </a:cubicBezTo>
                  <a:cubicBezTo>
                    <a:pt x="16" y="4"/>
                    <a:pt x="16" y="4"/>
                    <a:pt x="16" y="4"/>
                  </a:cubicBezTo>
                  <a:cubicBezTo>
                    <a:pt x="16" y="4"/>
                    <a:pt x="16" y="4"/>
                    <a:pt x="16" y="4"/>
                  </a:cubicBezTo>
                  <a:cubicBezTo>
                    <a:pt x="20" y="4"/>
                    <a:pt x="20" y="4"/>
                    <a:pt x="20" y="4"/>
                  </a:cubicBezTo>
                  <a:cubicBezTo>
                    <a:pt x="21" y="4"/>
                    <a:pt x="22" y="6"/>
                    <a:pt x="22" y="6"/>
                  </a:cubicBezTo>
                  <a:cubicBezTo>
                    <a:pt x="22" y="7"/>
                    <a:pt x="21" y="7"/>
                    <a:pt x="21" y="7"/>
                  </a:cubicBezTo>
                  <a:cubicBezTo>
                    <a:pt x="1" y="7"/>
                    <a:pt x="1" y="7"/>
                    <a:pt x="1" y="7"/>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8" name="Freeform 659"/>
            <p:cNvSpPr>
              <a:spLocks/>
            </p:cNvSpPr>
            <p:nvPr/>
          </p:nvSpPr>
          <p:spPr bwMode="auto">
            <a:xfrm>
              <a:off x="3548" y="1401"/>
              <a:ext cx="98" cy="13"/>
            </a:xfrm>
            <a:custGeom>
              <a:avLst/>
              <a:gdLst>
                <a:gd name="T0" fmla="*/ 13 w 40"/>
                <a:gd name="T1" fmla="*/ 5 h 5"/>
                <a:gd name="T2" fmla="*/ 4 w 40"/>
                <a:gd name="T3" fmla="*/ 5 h 5"/>
                <a:gd name="T4" fmla="*/ 1 w 40"/>
                <a:gd name="T5" fmla="*/ 4 h 5"/>
                <a:gd name="T6" fmla="*/ 0 w 40"/>
                <a:gd name="T7" fmla="*/ 1 h 5"/>
                <a:gd name="T8" fmla="*/ 0 w 40"/>
                <a:gd name="T9" fmla="*/ 0 h 5"/>
                <a:gd name="T10" fmla="*/ 1 w 40"/>
                <a:gd name="T11" fmla="*/ 1 h 5"/>
                <a:gd name="T12" fmla="*/ 1 w 40"/>
                <a:gd name="T13" fmla="*/ 4 h 5"/>
                <a:gd name="T14" fmla="*/ 4 w 40"/>
                <a:gd name="T15" fmla="*/ 4 h 5"/>
                <a:gd name="T16" fmla="*/ 37 w 40"/>
                <a:gd name="T17" fmla="*/ 4 h 5"/>
                <a:gd name="T18" fmla="*/ 38 w 40"/>
                <a:gd name="T19" fmla="*/ 4 h 5"/>
                <a:gd name="T20" fmla="*/ 39 w 40"/>
                <a:gd name="T21" fmla="*/ 1 h 5"/>
                <a:gd name="T22" fmla="*/ 39 w 40"/>
                <a:gd name="T23" fmla="*/ 1 h 5"/>
                <a:gd name="T24" fmla="*/ 40 w 40"/>
                <a:gd name="T25" fmla="*/ 1 h 5"/>
                <a:gd name="T26" fmla="*/ 39 w 40"/>
                <a:gd name="T27" fmla="*/ 4 h 5"/>
                <a:gd name="T28" fmla="*/ 37 w 40"/>
                <a:gd name="T29" fmla="*/ 5 h 5"/>
                <a:gd name="T30" fmla="*/ 13 w 40"/>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
                  <a:moveTo>
                    <a:pt x="13" y="5"/>
                  </a:moveTo>
                  <a:cubicBezTo>
                    <a:pt x="10" y="5"/>
                    <a:pt x="7" y="5"/>
                    <a:pt x="4" y="5"/>
                  </a:cubicBezTo>
                  <a:cubicBezTo>
                    <a:pt x="2" y="5"/>
                    <a:pt x="1" y="5"/>
                    <a:pt x="1" y="4"/>
                  </a:cubicBezTo>
                  <a:cubicBezTo>
                    <a:pt x="0" y="3"/>
                    <a:pt x="0" y="2"/>
                    <a:pt x="0" y="1"/>
                  </a:cubicBezTo>
                  <a:cubicBezTo>
                    <a:pt x="0" y="1"/>
                    <a:pt x="0" y="0"/>
                    <a:pt x="0" y="0"/>
                  </a:cubicBezTo>
                  <a:cubicBezTo>
                    <a:pt x="0" y="0"/>
                    <a:pt x="1" y="1"/>
                    <a:pt x="1" y="1"/>
                  </a:cubicBezTo>
                  <a:cubicBezTo>
                    <a:pt x="1" y="2"/>
                    <a:pt x="1" y="3"/>
                    <a:pt x="1" y="4"/>
                  </a:cubicBezTo>
                  <a:cubicBezTo>
                    <a:pt x="2" y="4"/>
                    <a:pt x="2" y="4"/>
                    <a:pt x="4" y="4"/>
                  </a:cubicBezTo>
                  <a:cubicBezTo>
                    <a:pt x="15" y="4"/>
                    <a:pt x="34" y="4"/>
                    <a:pt x="37" y="4"/>
                  </a:cubicBezTo>
                  <a:cubicBezTo>
                    <a:pt x="37" y="4"/>
                    <a:pt x="38" y="4"/>
                    <a:pt x="38" y="4"/>
                  </a:cubicBezTo>
                  <a:cubicBezTo>
                    <a:pt x="39" y="3"/>
                    <a:pt x="39" y="2"/>
                    <a:pt x="39" y="1"/>
                  </a:cubicBezTo>
                  <a:cubicBezTo>
                    <a:pt x="39" y="1"/>
                    <a:pt x="39" y="1"/>
                    <a:pt x="39" y="1"/>
                  </a:cubicBezTo>
                  <a:cubicBezTo>
                    <a:pt x="39" y="1"/>
                    <a:pt x="39" y="1"/>
                    <a:pt x="40" y="1"/>
                  </a:cubicBezTo>
                  <a:cubicBezTo>
                    <a:pt x="40" y="2"/>
                    <a:pt x="40" y="4"/>
                    <a:pt x="39" y="4"/>
                  </a:cubicBezTo>
                  <a:cubicBezTo>
                    <a:pt x="38" y="5"/>
                    <a:pt x="38" y="5"/>
                    <a:pt x="37" y="5"/>
                  </a:cubicBezTo>
                  <a:cubicBezTo>
                    <a:pt x="34" y="5"/>
                    <a:pt x="2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09" name="Freeform 660"/>
            <p:cNvSpPr>
              <a:spLocks/>
            </p:cNvSpPr>
            <p:nvPr/>
          </p:nvSpPr>
          <p:spPr bwMode="auto">
            <a:xfrm>
              <a:off x="3550" y="140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0" name="Freeform 661"/>
            <p:cNvSpPr>
              <a:spLocks/>
            </p:cNvSpPr>
            <p:nvPr/>
          </p:nvSpPr>
          <p:spPr bwMode="auto">
            <a:xfrm>
              <a:off x="3553" y="140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1" name="Freeform 662"/>
            <p:cNvSpPr>
              <a:spLocks/>
            </p:cNvSpPr>
            <p:nvPr/>
          </p:nvSpPr>
          <p:spPr bwMode="auto">
            <a:xfrm>
              <a:off x="3558" y="140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1" y="0"/>
                    <a:pt x="1" y="0"/>
                    <a:pt x="1" y="0"/>
                  </a:cubicBezTo>
                  <a:cubicBezTo>
                    <a:pt x="1" y="0"/>
                    <a:pt x="1" y="0"/>
                    <a:pt x="1" y="0"/>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2" name="Freeform 663"/>
            <p:cNvSpPr>
              <a:spLocks/>
            </p:cNvSpPr>
            <p:nvPr/>
          </p:nvSpPr>
          <p:spPr bwMode="auto">
            <a:xfrm>
              <a:off x="3560"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1" y="0"/>
                    <a:pt x="1" y="0"/>
                  </a:cubicBezTo>
                  <a:cubicBezTo>
                    <a:pt x="1" y="0"/>
                    <a:pt x="2"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3" name="Freeform 664"/>
            <p:cNvSpPr>
              <a:spLocks/>
            </p:cNvSpPr>
            <p:nvPr/>
          </p:nvSpPr>
          <p:spPr bwMode="auto">
            <a:xfrm>
              <a:off x="3563"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1"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4" name="Freeform 665"/>
            <p:cNvSpPr>
              <a:spLocks/>
            </p:cNvSpPr>
            <p:nvPr/>
          </p:nvSpPr>
          <p:spPr bwMode="auto">
            <a:xfrm>
              <a:off x="3568" y="1406"/>
              <a:ext cx="5" cy="8"/>
            </a:xfrm>
            <a:custGeom>
              <a:avLst/>
              <a:gdLst>
                <a:gd name="T0" fmla="*/ 1 w 2"/>
                <a:gd name="T1" fmla="*/ 3 h 3"/>
                <a:gd name="T2" fmla="*/ 0 w 2"/>
                <a:gd name="T3" fmla="*/ 3 h 3"/>
                <a:gd name="T4" fmla="*/ 0 w 2"/>
                <a:gd name="T5" fmla="*/ 3 h 3"/>
                <a:gd name="T6" fmla="*/ 2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3"/>
                    <a:pt x="0" y="3"/>
                  </a:cubicBezTo>
                  <a:cubicBezTo>
                    <a:pt x="2" y="1"/>
                    <a:pt x="2" y="1"/>
                    <a:pt x="2" y="1"/>
                  </a:cubicBezTo>
                  <a:cubicBezTo>
                    <a:pt x="2" y="0"/>
                    <a:pt x="2" y="0"/>
                    <a:pt x="2" y="1"/>
                  </a:cubicBezTo>
                  <a:cubicBezTo>
                    <a:pt x="2" y="1"/>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5" name="Freeform 666"/>
            <p:cNvSpPr>
              <a:spLocks/>
            </p:cNvSpPr>
            <p:nvPr/>
          </p:nvSpPr>
          <p:spPr bwMode="auto">
            <a:xfrm>
              <a:off x="3573" y="140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1"/>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6" name="Freeform 667"/>
            <p:cNvSpPr>
              <a:spLocks/>
            </p:cNvSpPr>
            <p:nvPr/>
          </p:nvSpPr>
          <p:spPr bwMode="auto">
            <a:xfrm>
              <a:off x="3577" y="1409"/>
              <a:ext cx="5" cy="5"/>
            </a:xfrm>
            <a:custGeom>
              <a:avLst/>
              <a:gdLst>
                <a:gd name="T0" fmla="*/ 0 w 2"/>
                <a:gd name="T1" fmla="*/ 2 h 2"/>
                <a:gd name="T2" fmla="*/ 0 w 2"/>
                <a:gd name="T3" fmla="*/ 2 h 2"/>
                <a:gd name="T4" fmla="*/ 0 w 2"/>
                <a:gd name="T5" fmla="*/ 2 h 2"/>
                <a:gd name="T6" fmla="*/ 0 w 2"/>
                <a:gd name="T7" fmla="*/ 1 h 2"/>
                <a:gd name="T8" fmla="*/ 0 w 2"/>
                <a:gd name="T9" fmla="*/ 1 h 2"/>
                <a:gd name="T10" fmla="*/ 1 w 2"/>
                <a:gd name="T11" fmla="*/ 0 h 2"/>
                <a:gd name="T12" fmla="*/ 2 w 2"/>
                <a:gd name="T13" fmla="*/ 0 h 2"/>
                <a:gd name="T14" fmla="*/ 2 w 2"/>
                <a:gd name="T15" fmla="*/ 0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7" name="Freeform 668"/>
            <p:cNvSpPr>
              <a:spLocks/>
            </p:cNvSpPr>
            <p:nvPr/>
          </p:nvSpPr>
          <p:spPr bwMode="auto">
            <a:xfrm>
              <a:off x="3580" y="1406"/>
              <a:ext cx="7" cy="8"/>
            </a:xfrm>
            <a:custGeom>
              <a:avLst/>
              <a:gdLst>
                <a:gd name="T0" fmla="*/ 1 w 3"/>
                <a:gd name="T1" fmla="*/ 3 h 3"/>
                <a:gd name="T2" fmla="*/ 1 w 3"/>
                <a:gd name="T3" fmla="*/ 3 h 3"/>
                <a:gd name="T4" fmla="*/ 1 w 3"/>
                <a:gd name="T5" fmla="*/ 3 h 3"/>
                <a:gd name="T6" fmla="*/ 2 w 3"/>
                <a:gd name="T7" fmla="*/ 1 h 3"/>
                <a:gd name="T8" fmla="*/ 2 w 3"/>
                <a:gd name="T9" fmla="*/ 1 h 3"/>
                <a:gd name="T10" fmla="*/ 2 w 3"/>
                <a:gd name="T11" fmla="*/ 1 h 3"/>
                <a:gd name="T12" fmla="*/ 3 w 3"/>
                <a:gd name="T13" fmla="*/ 1 h 3"/>
                <a:gd name="T14" fmla="*/ 2 w 3"/>
                <a:gd name="T15" fmla="*/ 2 h 3"/>
                <a:gd name="T16" fmla="*/ 1 w 3"/>
                <a:gd name="T17" fmla="*/ 3 h 3"/>
                <a:gd name="T18" fmla="*/ 1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3"/>
                  </a:moveTo>
                  <a:cubicBezTo>
                    <a:pt x="1" y="3"/>
                    <a:pt x="1" y="3"/>
                    <a:pt x="1" y="3"/>
                  </a:cubicBezTo>
                  <a:cubicBezTo>
                    <a:pt x="0" y="3"/>
                    <a:pt x="0" y="3"/>
                    <a:pt x="1" y="3"/>
                  </a:cubicBezTo>
                  <a:cubicBezTo>
                    <a:pt x="2" y="1"/>
                    <a:pt x="2" y="1"/>
                    <a:pt x="2" y="1"/>
                  </a:cubicBezTo>
                  <a:cubicBezTo>
                    <a:pt x="2" y="1"/>
                    <a:pt x="2" y="1"/>
                    <a:pt x="2" y="1"/>
                  </a:cubicBezTo>
                  <a:cubicBezTo>
                    <a:pt x="2" y="0"/>
                    <a:pt x="2" y="0"/>
                    <a:pt x="2" y="1"/>
                  </a:cubicBezTo>
                  <a:cubicBezTo>
                    <a:pt x="3" y="1"/>
                    <a:pt x="3" y="1"/>
                    <a:pt x="3" y="1"/>
                  </a:cubicBezTo>
                  <a:cubicBezTo>
                    <a:pt x="2" y="1"/>
                    <a:pt x="2" y="1"/>
                    <a:pt x="2"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8" name="Freeform 669"/>
            <p:cNvSpPr>
              <a:spLocks/>
            </p:cNvSpPr>
            <p:nvPr/>
          </p:nvSpPr>
          <p:spPr bwMode="auto">
            <a:xfrm>
              <a:off x="3587" y="1406"/>
              <a:ext cx="5" cy="8"/>
            </a:xfrm>
            <a:custGeom>
              <a:avLst/>
              <a:gdLst>
                <a:gd name="T0" fmla="*/ 1 w 2"/>
                <a:gd name="T1" fmla="*/ 3 h 3"/>
                <a:gd name="T2" fmla="*/ 0 w 2"/>
                <a:gd name="T3" fmla="*/ 3 h 3"/>
                <a:gd name="T4" fmla="*/ 0 w 2"/>
                <a:gd name="T5" fmla="*/ 2 h 3"/>
                <a:gd name="T6" fmla="*/ 1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0" y="3"/>
                  </a:cubicBezTo>
                  <a:cubicBezTo>
                    <a:pt x="0" y="3"/>
                    <a:pt x="0" y="2"/>
                    <a:pt x="0" y="2"/>
                  </a:cubicBezTo>
                  <a:cubicBezTo>
                    <a:pt x="1" y="2"/>
                    <a:pt x="1" y="1"/>
                    <a:pt x="1" y="1"/>
                  </a:cubicBezTo>
                  <a:cubicBezTo>
                    <a:pt x="1" y="1"/>
                    <a:pt x="2" y="0"/>
                    <a:pt x="2" y="1"/>
                  </a:cubicBezTo>
                  <a:cubicBezTo>
                    <a:pt x="2" y="1"/>
                    <a:pt x="2" y="1"/>
                    <a:pt x="2" y="1"/>
                  </a:cubicBezTo>
                  <a:cubicBezTo>
                    <a:pt x="2"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9" name="Freeform 670"/>
            <p:cNvSpPr>
              <a:spLocks/>
            </p:cNvSpPr>
            <p:nvPr/>
          </p:nvSpPr>
          <p:spPr bwMode="auto">
            <a:xfrm>
              <a:off x="3592" y="1406"/>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1" y="1"/>
                    <a:pt x="1" y="1"/>
                  </a:cubicBezTo>
                  <a:cubicBezTo>
                    <a:pt x="1" y="1"/>
                    <a:pt x="1" y="0"/>
                    <a:pt x="1" y="1"/>
                  </a:cubicBezTo>
                  <a:cubicBezTo>
                    <a:pt x="2" y="1"/>
                    <a:pt x="2" y="1"/>
                    <a:pt x="2" y="1"/>
                  </a:cubicBezTo>
                  <a:cubicBezTo>
                    <a:pt x="1" y="2"/>
                    <a:pt x="1" y="2"/>
                    <a:pt x="1"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0" name="Freeform 671"/>
            <p:cNvSpPr>
              <a:spLocks/>
            </p:cNvSpPr>
            <p:nvPr/>
          </p:nvSpPr>
          <p:spPr bwMode="auto">
            <a:xfrm>
              <a:off x="3595" y="1409"/>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1" y="0"/>
                  </a:cubicBezTo>
                  <a:cubicBezTo>
                    <a:pt x="1" y="0"/>
                    <a:pt x="1" y="0"/>
                    <a:pt x="1" y="0"/>
                  </a:cubicBezTo>
                  <a:cubicBezTo>
                    <a:pt x="1" y="0"/>
                    <a:pt x="2"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1" name="Freeform 672"/>
            <p:cNvSpPr>
              <a:spLocks/>
            </p:cNvSpPr>
            <p:nvPr/>
          </p:nvSpPr>
          <p:spPr bwMode="auto">
            <a:xfrm>
              <a:off x="359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2" name="Freeform 673"/>
            <p:cNvSpPr>
              <a:spLocks/>
            </p:cNvSpPr>
            <p:nvPr/>
          </p:nvSpPr>
          <p:spPr bwMode="auto">
            <a:xfrm>
              <a:off x="3600"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2 w 2"/>
                <a:gd name="T13" fmla="*/ 0 h 2"/>
                <a:gd name="T14" fmla="*/ 2 w 2"/>
                <a:gd name="T15" fmla="*/ 0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0" y="2"/>
                    <a:pt x="0" y="2"/>
                    <a:pt x="1"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3" name="Freeform 674"/>
            <p:cNvSpPr>
              <a:spLocks/>
            </p:cNvSpPr>
            <p:nvPr/>
          </p:nvSpPr>
          <p:spPr bwMode="auto">
            <a:xfrm>
              <a:off x="3605"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4" name="Freeform 675"/>
            <p:cNvSpPr>
              <a:spLocks/>
            </p:cNvSpPr>
            <p:nvPr/>
          </p:nvSpPr>
          <p:spPr bwMode="auto">
            <a:xfrm>
              <a:off x="360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5" name="Freeform 676"/>
            <p:cNvSpPr>
              <a:spLocks/>
            </p:cNvSpPr>
            <p:nvPr/>
          </p:nvSpPr>
          <p:spPr bwMode="auto">
            <a:xfrm>
              <a:off x="3612" y="140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1"/>
                    <a:pt x="0" y="1"/>
                  </a:cubicBezTo>
                  <a:cubicBezTo>
                    <a:pt x="1" y="0"/>
                    <a:pt x="1" y="0"/>
                    <a:pt x="1" y="0"/>
                  </a:cubicBezTo>
                  <a:cubicBezTo>
                    <a:pt x="1" y="0"/>
                    <a:pt x="1"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6" name="Freeform 677"/>
            <p:cNvSpPr>
              <a:spLocks/>
            </p:cNvSpPr>
            <p:nvPr/>
          </p:nvSpPr>
          <p:spPr bwMode="auto">
            <a:xfrm>
              <a:off x="3617"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0" y="0"/>
                    <a:pt x="1" y="0"/>
                  </a:cubicBezTo>
                  <a:cubicBezTo>
                    <a:pt x="1" y="0"/>
                    <a:pt x="1" y="0"/>
                    <a:pt x="1" y="0"/>
                  </a:cubicBezTo>
                  <a:cubicBezTo>
                    <a:pt x="2"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7" name="Freeform 678"/>
            <p:cNvSpPr>
              <a:spLocks/>
            </p:cNvSpPr>
            <p:nvPr/>
          </p:nvSpPr>
          <p:spPr bwMode="auto">
            <a:xfrm>
              <a:off x="3622"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8" name="Freeform 679"/>
            <p:cNvSpPr>
              <a:spLocks/>
            </p:cNvSpPr>
            <p:nvPr/>
          </p:nvSpPr>
          <p:spPr bwMode="auto">
            <a:xfrm>
              <a:off x="3627"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29" name="Freeform 680"/>
            <p:cNvSpPr>
              <a:spLocks/>
            </p:cNvSpPr>
            <p:nvPr/>
          </p:nvSpPr>
          <p:spPr bwMode="auto">
            <a:xfrm>
              <a:off x="3629"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0" y="1"/>
                    <a:pt x="1" y="0"/>
                    <a:pt x="1" y="0"/>
                  </a:cubicBezTo>
                  <a:cubicBezTo>
                    <a:pt x="1" y="0"/>
                    <a:pt x="1" y="0"/>
                    <a:pt x="1" y="0"/>
                  </a:cubicBezTo>
                  <a:cubicBezTo>
                    <a:pt x="2" y="0"/>
                    <a:pt x="2"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0" name="Freeform 681"/>
            <p:cNvSpPr>
              <a:spLocks/>
            </p:cNvSpPr>
            <p:nvPr/>
          </p:nvSpPr>
          <p:spPr bwMode="auto">
            <a:xfrm>
              <a:off x="3634" y="140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1" name="Freeform 682"/>
            <p:cNvSpPr>
              <a:spLocks/>
            </p:cNvSpPr>
            <p:nvPr/>
          </p:nvSpPr>
          <p:spPr bwMode="auto">
            <a:xfrm>
              <a:off x="3637" y="1406"/>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1 h 3"/>
                <a:gd name="T12" fmla="*/ 1 w 2"/>
                <a:gd name="T13" fmla="*/ 2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2"/>
                    <a:pt x="0" y="2"/>
                    <a:pt x="1" y="2"/>
                  </a:cubicBezTo>
                  <a:cubicBezTo>
                    <a:pt x="1" y="2"/>
                    <a:pt x="1" y="1"/>
                    <a:pt x="1" y="0"/>
                  </a:cubicBezTo>
                  <a:cubicBezTo>
                    <a:pt x="2" y="0"/>
                    <a:pt x="2" y="0"/>
                    <a:pt x="2" y="0"/>
                  </a:cubicBezTo>
                  <a:cubicBezTo>
                    <a:pt x="2" y="1"/>
                    <a:pt x="2" y="1"/>
                    <a:pt x="2" y="1"/>
                  </a:cubicBezTo>
                  <a:cubicBezTo>
                    <a:pt x="2" y="1"/>
                    <a:pt x="1" y="2"/>
                    <a:pt x="1"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2" name="Freeform 683"/>
            <p:cNvSpPr>
              <a:spLocks/>
            </p:cNvSpPr>
            <p:nvPr/>
          </p:nvSpPr>
          <p:spPr bwMode="auto">
            <a:xfrm>
              <a:off x="3570" y="1426"/>
              <a:ext cx="54" cy="8"/>
            </a:xfrm>
            <a:custGeom>
              <a:avLst/>
              <a:gdLst>
                <a:gd name="T0" fmla="*/ 2 w 22"/>
                <a:gd name="T1" fmla="*/ 3 h 3"/>
                <a:gd name="T2" fmla="*/ 0 w 22"/>
                <a:gd name="T3" fmla="*/ 3 h 3"/>
                <a:gd name="T4" fmla="*/ 0 w 22"/>
                <a:gd name="T5" fmla="*/ 2 h 3"/>
                <a:gd name="T6" fmla="*/ 0 w 22"/>
                <a:gd name="T7" fmla="*/ 0 h 3"/>
                <a:gd name="T8" fmla="*/ 0 w 22"/>
                <a:gd name="T9" fmla="*/ 0 h 3"/>
                <a:gd name="T10" fmla="*/ 0 w 22"/>
                <a:gd name="T11" fmla="*/ 0 h 3"/>
                <a:gd name="T12" fmla="*/ 0 w 22"/>
                <a:gd name="T13" fmla="*/ 2 h 3"/>
                <a:gd name="T14" fmla="*/ 2 w 22"/>
                <a:gd name="T15" fmla="*/ 2 h 3"/>
                <a:gd name="T16" fmla="*/ 3 w 22"/>
                <a:gd name="T17" fmla="*/ 2 h 3"/>
                <a:gd name="T18" fmla="*/ 9 w 22"/>
                <a:gd name="T19" fmla="*/ 2 h 3"/>
                <a:gd name="T20" fmla="*/ 19 w 22"/>
                <a:gd name="T21" fmla="*/ 2 h 3"/>
                <a:gd name="T22" fmla="*/ 21 w 22"/>
                <a:gd name="T23" fmla="*/ 2 h 3"/>
                <a:gd name="T24" fmla="*/ 21 w 22"/>
                <a:gd name="T25" fmla="*/ 1 h 3"/>
                <a:gd name="T26" fmla="*/ 21 w 22"/>
                <a:gd name="T27" fmla="*/ 0 h 3"/>
                <a:gd name="T28" fmla="*/ 22 w 22"/>
                <a:gd name="T29" fmla="*/ 1 h 3"/>
                <a:gd name="T30" fmla="*/ 22 w 22"/>
                <a:gd name="T31" fmla="*/ 2 h 3"/>
                <a:gd name="T32" fmla="*/ 19 w 22"/>
                <a:gd name="T33" fmla="*/ 3 h 3"/>
                <a:gd name="T34" fmla="*/ 9 w 22"/>
                <a:gd name="T35" fmla="*/ 3 h 3"/>
                <a:gd name="T36" fmla="*/ 3 w 22"/>
                <a:gd name="T37" fmla="*/ 3 h 3"/>
                <a:gd name="T38" fmla="*/ 2 w 22"/>
                <a:gd name="T39" fmla="*/ 3 h 3"/>
                <a:gd name="T40" fmla="*/ 2 w 2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3">
                  <a:moveTo>
                    <a:pt x="2" y="3"/>
                  </a:moveTo>
                  <a:cubicBezTo>
                    <a:pt x="1" y="3"/>
                    <a:pt x="0" y="3"/>
                    <a:pt x="0" y="3"/>
                  </a:cubicBezTo>
                  <a:cubicBezTo>
                    <a:pt x="0" y="2"/>
                    <a:pt x="0" y="2"/>
                    <a:pt x="0" y="2"/>
                  </a:cubicBezTo>
                  <a:cubicBezTo>
                    <a:pt x="0" y="2"/>
                    <a:pt x="0" y="0"/>
                    <a:pt x="0" y="0"/>
                  </a:cubicBezTo>
                  <a:cubicBezTo>
                    <a:pt x="0" y="0"/>
                    <a:pt x="0" y="0"/>
                    <a:pt x="0" y="0"/>
                  </a:cubicBezTo>
                  <a:cubicBezTo>
                    <a:pt x="0" y="0"/>
                    <a:pt x="0" y="0"/>
                    <a:pt x="0" y="0"/>
                  </a:cubicBezTo>
                  <a:cubicBezTo>
                    <a:pt x="0" y="1"/>
                    <a:pt x="0" y="1"/>
                    <a:pt x="0" y="2"/>
                  </a:cubicBezTo>
                  <a:cubicBezTo>
                    <a:pt x="1" y="2"/>
                    <a:pt x="2" y="2"/>
                    <a:pt x="2" y="2"/>
                  </a:cubicBezTo>
                  <a:cubicBezTo>
                    <a:pt x="3" y="2"/>
                    <a:pt x="3" y="2"/>
                    <a:pt x="3" y="2"/>
                  </a:cubicBezTo>
                  <a:cubicBezTo>
                    <a:pt x="5" y="2"/>
                    <a:pt x="7" y="2"/>
                    <a:pt x="9" y="2"/>
                  </a:cubicBezTo>
                  <a:cubicBezTo>
                    <a:pt x="12" y="2"/>
                    <a:pt x="15" y="2"/>
                    <a:pt x="19" y="2"/>
                  </a:cubicBezTo>
                  <a:cubicBezTo>
                    <a:pt x="20" y="2"/>
                    <a:pt x="21" y="2"/>
                    <a:pt x="21" y="2"/>
                  </a:cubicBezTo>
                  <a:cubicBezTo>
                    <a:pt x="21" y="1"/>
                    <a:pt x="21" y="1"/>
                    <a:pt x="21" y="1"/>
                  </a:cubicBezTo>
                  <a:cubicBezTo>
                    <a:pt x="21" y="0"/>
                    <a:pt x="21" y="0"/>
                    <a:pt x="21" y="0"/>
                  </a:cubicBezTo>
                  <a:cubicBezTo>
                    <a:pt x="21" y="0"/>
                    <a:pt x="22" y="0"/>
                    <a:pt x="22" y="1"/>
                  </a:cubicBezTo>
                  <a:cubicBezTo>
                    <a:pt x="22" y="2"/>
                    <a:pt x="22" y="2"/>
                    <a:pt x="22" y="2"/>
                  </a:cubicBezTo>
                  <a:cubicBezTo>
                    <a:pt x="21" y="3"/>
                    <a:pt x="19" y="3"/>
                    <a:pt x="19" y="3"/>
                  </a:cubicBezTo>
                  <a:cubicBezTo>
                    <a:pt x="15" y="3"/>
                    <a:pt x="12" y="3"/>
                    <a:pt x="9" y="3"/>
                  </a:cubicBezTo>
                  <a:cubicBezTo>
                    <a:pt x="7" y="3"/>
                    <a:pt x="5" y="3"/>
                    <a:pt x="3" y="3"/>
                  </a:cubicBezTo>
                  <a:cubicBezTo>
                    <a:pt x="3" y="3"/>
                    <a:pt x="3" y="3"/>
                    <a:pt x="2" y="3"/>
                  </a:cubicBezTo>
                  <a:cubicBezTo>
                    <a:pt x="2" y="3"/>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3" name="Freeform 684"/>
            <p:cNvSpPr>
              <a:spLocks/>
            </p:cNvSpPr>
            <p:nvPr/>
          </p:nvSpPr>
          <p:spPr bwMode="auto">
            <a:xfrm>
              <a:off x="3570"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 name="T16" fmla="*/ 1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4" name="Freeform 685"/>
            <p:cNvSpPr>
              <a:spLocks/>
            </p:cNvSpPr>
            <p:nvPr/>
          </p:nvSpPr>
          <p:spPr bwMode="auto">
            <a:xfrm>
              <a:off x="3575" y="1429"/>
              <a:ext cx="2"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5" name="Freeform 686"/>
            <p:cNvSpPr>
              <a:spLocks/>
            </p:cNvSpPr>
            <p:nvPr/>
          </p:nvSpPr>
          <p:spPr bwMode="auto">
            <a:xfrm>
              <a:off x="3577" y="1429"/>
              <a:ext cx="5" cy="2"/>
            </a:xfrm>
            <a:custGeom>
              <a:avLst/>
              <a:gdLst>
                <a:gd name="T0" fmla="*/ 1 w 2"/>
                <a:gd name="T1" fmla="*/ 1 h 1"/>
                <a:gd name="T2" fmla="*/ 0 w 2"/>
                <a:gd name="T3" fmla="*/ 1 h 1"/>
                <a:gd name="T4" fmla="*/ 0 w 2"/>
                <a:gd name="T5" fmla="*/ 1 h 1"/>
                <a:gd name="T6" fmla="*/ 1 w 2"/>
                <a:gd name="T7" fmla="*/ 0 h 1"/>
                <a:gd name="T8" fmla="*/ 1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1" y="0"/>
                  </a:cubicBezTo>
                  <a:cubicBezTo>
                    <a:pt x="1" y="0"/>
                    <a:pt x="1" y="0"/>
                    <a:pt x="1"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6" name="Freeform 687"/>
            <p:cNvSpPr>
              <a:spLocks/>
            </p:cNvSpPr>
            <p:nvPr/>
          </p:nvSpPr>
          <p:spPr bwMode="auto">
            <a:xfrm>
              <a:off x="3582" y="1429"/>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7" name="Freeform 688"/>
            <p:cNvSpPr>
              <a:spLocks/>
            </p:cNvSpPr>
            <p:nvPr/>
          </p:nvSpPr>
          <p:spPr bwMode="auto">
            <a:xfrm>
              <a:off x="3585" y="1429"/>
              <a:ext cx="5" cy="2"/>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8" name="Freeform 689"/>
            <p:cNvSpPr>
              <a:spLocks/>
            </p:cNvSpPr>
            <p:nvPr/>
          </p:nvSpPr>
          <p:spPr bwMode="auto">
            <a:xfrm>
              <a:off x="3590" y="1429"/>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39" name="Freeform 690"/>
            <p:cNvSpPr>
              <a:spLocks/>
            </p:cNvSpPr>
            <p:nvPr/>
          </p:nvSpPr>
          <p:spPr bwMode="auto">
            <a:xfrm>
              <a:off x="3595" y="1426"/>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1"/>
                    <a:pt x="0" y="1"/>
                    <a:pt x="1" y="1"/>
                  </a:cubicBezTo>
                  <a:cubicBezTo>
                    <a:pt x="1" y="0"/>
                    <a:pt x="1" y="0"/>
                    <a:pt x="1" y="1"/>
                  </a:cubicBezTo>
                  <a:cubicBezTo>
                    <a:pt x="1" y="1"/>
                    <a:pt x="1" y="1"/>
                    <a:pt x="1" y="1"/>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0" name="Freeform 691"/>
            <p:cNvSpPr>
              <a:spLocks/>
            </p:cNvSpPr>
            <p:nvPr/>
          </p:nvSpPr>
          <p:spPr bwMode="auto">
            <a:xfrm>
              <a:off x="3600"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1" name="Freeform 692"/>
            <p:cNvSpPr>
              <a:spLocks/>
            </p:cNvSpPr>
            <p:nvPr/>
          </p:nvSpPr>
          <p:spPr bwMode="auto">
            <a:xfrm>
              <a:off x="3602" y="1429"/>
              <a:ext cx="5" cy="2"/>
            </a:xfrm>
            <a:custGeom>
              <a:avLst/>
              <a:gdLst>
                <a:gd name="T0" fmla="*/ 1 w 2"/>
                <a:gd name="T1" fmla="*/ 1 h 1"/>
                <a:gd name="T2" fmla="*/ 0 w 2"/>
                <a:gd name="T3" fmla="*/ 1 h 1"/>
                <a:gd name="T4" fmla="*/ 0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2" name="Freeform 693"/>
            <p:cNvSpPr>
              <a:spLocks/>
            </p:cNvSpPr>
            <p:nvPr/>
          </p:nvSpPr>
          <p:spPr bwMode="auto">
            <a:xfrm>
              <a:off x="3607"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3" name="Freeform 694"/>
            <p:cNvSpPr>
              <a:spLocks/>
            </p:cNvSpPr>
            <p:nvPr/>
          </p:nvSpPr>
          <p:spPr bwMode="auto">
            <a:xfrm>
              <a:off x="3612"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4" name="Freeform 695"/>
            <p:cNvSpPr>
              <a:spLocks/>
            </p:cNvSpPr>
            <p:nvPr/>
          </p:nvSpPr>
          <p:spPr bwMode="auto">
            <a:xfrm>
              <a:off x="3614" y="142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5" name="Freeform 696"/>
            <p:cNvSpPr>
              <a:spLocks/>
            </p:cNvSpPr>
            <p:nvPr/>
          </p:nvSpPr>
          <p:spPr bwMode="auto">
            <a:xfrm>
              <a:off x="3619" y="142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0"/>
                    <a:pt x="0" y="0"/>
                    <a:pt x="0" y="0"/>
                  </a:cubicBezTo>
                  <a:cubicBezTo>
                    <a:pt x="0" y="0"/>
                    <a:pt x="0"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6" name="Freeform 697"/>
            <p:cNvSpPr>
              <a:spLocks noEditPoints="1"/>
            </p:cNvSpPr>
            <p:nvPr/>
          </p:nvSpPr>
          <p:spPr bwMode="auto">
            <a:xfrm>
              <a:off x="3656" y="1426"/>
              <a:ext cx="50" cy="43"/>
            </a:xfrm>
            <a:custGeom>
              <a:avLst/>
              <a:gdLst>
                <a:gd name="T0" fmla="*/ 16 w 20"/>
                <a:gd name="T1" fmla="*/ 17 h 17"/>
                <a:gd name="T2" fmla="*/ 12 w 20"/>
                <a:gd name="T3" fmla="*/ 16 h 17"/>
                <a:gd name="T4" fmla="*/ 9 w 20"/>
                <a:gd name="T5" fmla="*/ 14 h 17"/>
                <a:gd name="T6" fmla="*/ 7 w 20"/>
                <a:gd name="T7" fmla="*/ 12 h 17"/>
                <a:gd name="T8" fmla="*/ 5 w 20"/>
                <a:gd name="T9" fmla="*/ 11 h 17"/>
                <a:gd name="T10" fmla="*/ 1 w 20"/>
                <a:gd name="T11" fmla="*/ 7 h 17"/>
                <a:gd name="T12" fmla="*/ 6 w 20"/>
                <a:gd name="T13" fmla="*/ 0 h 17"/>
                <a:gd name="T14" fmla="*/ 16 w 20"/>
                <a:gd name="T15" fmla="*/ 3 h 17"/>
                <a:gd name="T16" fmla="*/ 20 w 20"/>
                <a:gd name="T17" fmla="*/ 11 h 17"/>
                <a:gd name="T18" fmla="*/ 19 w 20"/>
                <a:gd name="T19" fmla="*/ 16 h 17"/>
                <a:gd name="T20" fmla="*/ 16 w 20"/>
                <a:gd name="T21" fmla="*/ 17 h 17"/>
                <a:gd name="T22" fmla="*/ 9 w 20"/>
                <a:gd name="T23" fmla="*/ 1 h 17"/>
                <a:gd name="T24" fmla="*/ 6 w 20"/>
                <a:gd name="T25" fmla="*/ 1 h 17"/>
                <a:gd name="T26" fmla="*/ 2 w 20"/>
                <a:gd name="T27" fmla="*/ 6 h 17"/>
                <a:gd name="T28" fmla="*/ 5 w 20"/>
                <a:gd name="T29" fmla="*/ 10 h 17"/>
                <a:gd name="T30" fmla="*/ 7 w 20"/>
                <a:gd name="T31" fmla="*/ 11 h 17"/>
                <a:gd name="T32" fmla="*/ 9 w 20"/>
                <a:gd name="T33" fmla="*/ 13 h 17"/>
                <a:gd name="T34" fmla="*/ 12 w 20"/>
                <a:gd name="T35" fmla="*/ 15 h 17"/>
                <a:gd name="T36" fmla="*/ 16 w 20"/>
                <a:gd name="T37" fmla="*/ 16 h 17"/>
                <a:gd name="T38" fmla="*/ 18 w 20"/>
                <a:gd name="T39" fmla="*/ 15 h 17"/>
                <a:gd name="T40" fmla="*/ 20 w 20"/>
                <a:gd name="T41" fmla="*/ 11 h 17"/>
                <a:gd name="T42" fmla="*/ 15 w 20"/>
                <a:gd name="T43" fmla="*/ 3 h 17"/>
                <a:gd name="T44" fmla="*/ 9 w 20"/>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7">
                  <a:moveTo>
                    <a:pt x="16" y="17"/>
                  </a:moveTo>
                  <a:cubicBezTo>
                    <a:pt x="14" y="17"/>
                    <a:pt x="13" y="16"/>
                    <a:pt x="12" y="16"/>
                  </a:cubicBezTo>
                  <a:cubicBezTo>
                    <a:pt x="11" y="15"/>
                    <a:pt x="10" y="14"/>
                    <a:pt x="9" y="14"/>
                  </a:cubicBezTo>
                  <a:cubicBezTo>
                    <a:pt x="8" y="13"/>
                    <a:pt x="7" y="12"/>
                    <a:pt x="7" y="12"/>
                  </a:cubicBezTo>
                  <a:cubicBezTo>
                    <a:pt x="6" y="11"/>
                    <a:pt x="6" y="11"/>
                    <a:pt x="5" y="11"/>
                  </a:cubicBezTo>
                  <a:cubicBezTo>
                    <a:pt x="3" y="10"/>
                    <a:pt x="1" y="9"/>
                    <a:pt x="1" y="7"/>
                  </a:cubicBezTo>
                  <a:cubicBezTo>
                    <a:pt x="0" y="4"/>
                    <a:pt x="3" y="1"/>
                    <a:pt x="6" y="0"/>
                  </a:cubicBezTo>
                  <a:cubicBezTo>
                    <a:pt x="9" y="0"/>
                    <a:pt x="13" y="0"/>
                    <a:pt x="16" y="3"/>
                  </a:cubicBezTo>
                  <a:cubicBezTo>
                    <a:pt x="19" y="5"/>
                    <a:pt x="20" y="8"/>
                    <a:pt x="20" y="11"/>
                  </a:cubicBezTo>
                  <a:cubicBezTo>
                    <a:pt x="20" y="13"/>
                    <a:pt x="20" y="15"/>
                    <a:pt x="19" y="16"/>
                  </a:cubicBezTo>
                  <a:cubicBezTo>
                    <a:pt x="18" y="16"/>
                    <a:pt x="17" y="17"/>
                    <a:pt x="16" y="17"/>
                  </a:cubicBezTo>
                  <a:close/>
                  <a:moveTo>
                    <a:pt x="9" y="1"/>
                  </a:moveTo>
                  <a:cubicBezTo>
                    <a:pt x="8" y="1"/>
                    <a:pt x="7" y="1"/>
                    <a:pt x="6" y="1"/>
                  </a:cubicBezTo>
                  <a:cubicBezTo>
                    <a:pt x="3" y="2"/>
                    <a:pt x="1" y="4"/>
                    <a:pt x="2" y="6"/>
                  </a:cubicBezTo>
                  <a:cubicBezTo>
                    <a:pt x="2" y="8"/>
                    <a:pt x="4" y="9"/>
                    <a:pt x="5" y="10"/>
                  </a:cubicBezTo>
                  <a:cubicBezTo>
                    <a:pt x="6" y="10"/>
                    <a:pt x="7" y="11"/>
                    <a:pt x="7" y="11"/>
                  </a:cubicBezTo>
                  <a:cubicBezTo>
                    <a:pt x="8" y="12"/>
                    <a:pt x="9" y="12"/>
                    <a:pt x="9" y="13"/>
                  </a:cubicBezTo>
                  <a:cubicBezTo>
                    <a:pt x="10" y="14"/>
                    <a:pt x="11" y="15"/>
                    <a:pt x="12" y="15"/>
                  </a:cubicBezTo>
                  <a:cubicBezTo>
                    <a:pt x="13" y="16"/>
                    <a:pt x="15" y="16"/>
                    <a:pt x="16" y="16"/>
                  </a:cubicBezTo>
                  <a:cubicBezTo>
                    <a:pt x="16" y="16"/>
                    <a:pt x="18" y="16"/>
                    <a:pt x="18" y="15"/>
                  </a:cubicBezTo>
                  <a:cubicBezTo>
                    <a:pt x="20" y="14"/>
                    <a:pt x="20" y="12"/>
                    <a:pt x="20" y="11"/>
                  </a:cubicBezTo>
                  <a:cubicBezTo>
                    <a:pt x="19" y="8"/>
                    <a:pt x="18" y="5"/>
                    <a:pt x="15" y="3"/>
                  </a:cubicBezTo>
                  <a:cubicBezTo>
                    <a:pt x="14" y="2"/>
                    <a:pt x="11"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7" name="Freeform 698"/>
            <p:cNvSpPr>
              <a:spLocks/>
            </p:cNvSpPr>
            <p:nvPr/>
          </p:nvSpPr>
          <p:spPr bwMode="auto">
            <a:xfrm>
              <a:off x="3656" y="1434"/>
              <a:ext cx="50" cy="30"/>
            </a:xfrm>
            <a:custGeom>
              <a:avLst/>
              <a:gdLst>
                <a:gd name="T0" fmla="*/ 16 w 20"/>
                <a:gd name="T1" fmla="*/ 12 h 12"/>
                <a:gd name="T2" fmla="*/ 13 w 20"/>
                <a:gd name="T3" fmla="*/ 12 h 12"/>
                <a:gd name="T4" fmla="*/ 10 w 20"/>
                <a:gd name="T5" fmla="*/ 10 h 12"/>
                <a:gd name="T6" fmla="*/ 10 w 20"/>
                <a:gd name="T7" fmla="*/ 9 h 12"/>
                <a:gd name="T8" fmla="*/ 4 w 20"/>
                <a:gd name="T9" fmla="*/ 5 h 12"/>
                <a:gd name="T10" fmla="*/ 4 w 20"/>
                <a:gd name="T11" fmla="*/ 5 h 12"/>
                <a:gd name="T12" fmla="*/ 1 w 20"/>
                <a:gd name="T13" fmla="*/ 3 h 12"/>
                <a:gd name="T14" fmla="*/ 1 w 20"/>
                <a:gd name="T15" fmla="*/ 1 h 12"/>
                <a:gd name="T16" fmla="*/ 2 w 20"/>
                <a:gd name="T17" fmla="*/ 1 h 12"/>
                <a:gd name="T18" fmla="*/ 2 w 20"/>
                <a:gd name="T19" fmla="*/ 1 h 12"/>
                <a:gd name="T20" fmla="*/ 2 w 20"/>
                <a:gd name="T21" fmla="*/ 3 h 12"/>
                <a:gd name="T22" fmla="*/ 4 w 20"/>
                <a:gd name="T23" fmla="*/ 4 h 12"/>
                <a:gd name="T24" fmla="*/ 4 w 20"/>
                <a:gd name="T25" fmla="*/ 4 h 12"/>
                <a:gd name="T26" fmla="*/ 10 w 20"/>
                <a:gd name="T27" fmla="*/ 8 h 12"/>
                <a:gd name="T28" fmla="*/ 11 w 20"/>
                <a:gd name="T29" fmla="*/ 9 h 12"/>
                <a:gd name="T30" fmla="*/ 13 w 20"/>
                <a:gd name="T31" fmla="*/ 11 h 12"/>
                <a:gd name="T32" fmla="*/ 19 w 20"/>
                <a:gd name="T33" fmla="*/ 10 h 12"/>
                <a:gd name="T34" fmla="*/ 20 w 20"/>
                <a:gd name="T35" fmla="*/ 10 h 12"/>
                <a:gd name="T36" fmla="*/ 20 w 20"/>
                <a:gd name="T37" fmla="*/ 11 h 12"/>
                <a:gd name="T38" fmla="*/ 16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16" y="12"/>
                  </a:moveTo>
                  <a:cubicBezTo>
                    <a:pt x="15" y="12"/>
                    <a:pt x="14" y="12"/>
                    <a:pt x="13" y="12"/>
                  </a:cubicBezTo>
                  <a:cubicBezTo>
                    <a:pt x="12" y="11"/>
                    <a:pt x="11" y="10"/>
                    <a:pt x="10" y="10"/>
                  </a:cubicBezTo>
                  <a:cubicBezTo>
                    <a:pt x="10" y="9"/>
                    <a:pt x="10" y="9"/>
                    <a:pt x="10" y="9"/>
                  </a:cubicBezTo>
                  <a:cubicBezTo>
                    <a:pt x="8" y="7"/>
                    <a:pt x="6" y="6"/>
                    <a:pt x="4" y="5"/>
                  </a:cubicBezTo>
                  <a:cubicBezTo>
                    <a:pt x="4" y="5"/>
                    <a:pt x="4" y="5"/>
                    <a:pt x="4" y="5"/>
                  </a:cubicBezTo>
                  <a:cubicBezTo>
                    <a:pt x="3" y="4"/>
                    <a:pt x="2" y="4"/>
                    <a:pt x="1" y="3"/>
                  </a:cubicBezTo>
                  <a:cubicBezTo>
                    <a:pt x="1" y="3"/>
                    <a:pt x="0" y="2"/>
                    <a:pt x="1" y="1"/>
                  </a:cubicBezTo>
                  <a:cubicBezTo>
                    <a:pt x="1" y="1"/>
                    <a:pt x="1" y="0"/>
                    <a:pt x="2" y="1"/>
                  </a:cubicBezTo>
                  <a:cubicBezTo>
                    <a:pt x="2" y="1"/>
                    <a:pt x="2" y="1"/>
                    <a:pt x="2" y="1"/>
                  </a:cubicBezTo>
                  <a:cubicBezTo>
                    <a:pt x="1" y="2"/>
                    <a:pt x="2" y="2"/>
                    <a:pt x="2" y="3"/>
                  </a:cubicBezTo>
                  <a:cubicBezTo>
                    <a:pt x="3" y="3"/>
                    <a:pt x="3" y="4"/>
                    <a:pt x="4" y="4"/>
                  </a:cubicBezTo>
                  <a:cubicBezTo>
                    <a:pt x="4" y="4"/>
                    <a:pt x="4" y="4"/>
                    <a:pt x="4" y="4"/>
                  </a:cubicBezTo>
                  <a:cubicBezTo>
                    <a:pt x="7" y="5"/>
                    <a:pt x="9" y="7"/>
                    <a:pt x="10" y="8"/>
                  </a:cubicBezTo>
                  <a:cubicBezTo>
                    <a:pt x="11" y="9"/>
                    <a:pt x="11" y="9"/>
                    <a:pt x="11" y="9"/>
                  </a:cubicBezTo>
                  <a:cubicBezTo>
                    <a:pt x="12" y="10"/>
                    <a:pt x="12" y="11"/>
                    <a:pt x="13" y="11"/>
                  </a:cubicBezTo>
                  <a:cubicBezTo>
                    <a:pt x="15" y="12"/>
                    <a:pt x="18" y="12"/>
                    <a:pt x="19" y="10"/>
                  </a:cubicBezTo>
                  <a:cubicBezTo>
                    <a:pt x="20" y="10"/>
                    <a:pt x="20" y="10"/>
                    <a:pt x="20" y="10"/>
                  </a:cubicBezTo>
                  <a:cubicBezTo>
                    <a:pt x="20" y="10"/>
                    <a:pt x="20" y="11"/>
                    <a:pt x="20" y="11"/>
                  </a:cubicBezTo>
                  <a:cubicBezTo>
                    <a:pt x="19" y="12"/>
                    <a:pt x="17"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8" name="Freeform 699"/>
            <p:cNvSpPr>
              <a:spLocks/>
            </p:cNvSpPr>
            <p:nvPr/>
          </p:nvSpPr>
          <p:spPr bwMode="auto">
            <a:xfrm>
              <a:off x="3669" y="1431"/>
              <a:ext cx="24" cy="15"/>
            </a:xfrm>
            <a:custGeom>
              <a:avLst/>
              <a:gdLst>
                <a:gd name="T0" fmla="*/ 1 w 10"/>
                <a:gd name="T1" fmla="*/ 6 h 6"/>
                <a:gd name="T2" fmla="*/ 0 w 10"/>
                <a:gd name="T3" fmla="*/ 6 h 6"/>
                <a:gd name="T4" fmla="*/ 2 w 10"/>
                <a:gd name="T5" fmla="*/ 4 h 6"/>
                <a:gd name="T6" fmla="*/ 4 w 10"/>
                <a:gd name="T7" fmla="*/ 2 h 6"/>
                <a:gd name="T8" fmla="*/ 5 w 10"/>
                <a:gd name="T9" fmla="*/ 1 h 6"/>
                <a:gd name="T10" fmla="*/ 10 w 10"/>
                <a:gd name="T11" fmla="*/ 0 h 6"/>
                <a:gd name="T12" fmla="*/ 10 w 10"/>
                <a:gd name="T13" fmla="*/ 0 h 6"/>
                <a:gd name="T14" fmla="*/ 10 w 10"/>
                <a:gd name="T15" fmla="*/ 1 h 6"/>
                <a:gd name="T16" fmla="*/ 6 w 10"/>
                <a:gd name="T17" fmla="*/ 2 h 6"/>
                <a:gd name="T18" fmla="*/ 4 w 10"/>
                <a:gd name="T19" fmla="*/ 3 h 6"/>
                <a:gd name="T20" fmla="*/ 2 w 10"/>
                <a:gd name="T21" fmla="*/ 4 h 6"/>
                <a:gd name="T22" fmla="*/ 1 w 10"/>
                <a:gd name="T23" fmla="*/ 6 h 6"/>
                <a:gd name="T24" fmla="*/ 1 w 10"/>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6">
                  <a:moveTo>
                    <a:pt x="1" y="6"/>
                  </a:moveTo>
                  <a:cubicBezTo>
                    <a:pt x="0" y="6"/>
                    <a:pt x="0" y="6"/>
                    <a:pt x="0" y="6"/>
                  </a:cubicBezTo>
                  <a:cubicBezTo>
                    <a:pt x="0" y="5"/>
                    <a:pt x="1" y="4"/>
                    <a:pt x="2" y="4"/>
                  </a:cubicBezTo>
                  <a:cubicBezTo>
                    <a:pt x="2" y="3"/>
                    <a:pt x="3" y="3"/>
                    <a:pt x="4" y="2"/>
                  </a:cubicBezTo>
                  <a:cubicBezTo>
                    <a:pt x="5" y="1"/>
                    <a:pt x="5" y="1"/>
                    <a:pt x="5" y="1"/>
                  </a:cubicBezTo>
                  <a:cubicBezTo>
                    <a:pt x="7" y="1"/>
                    <a:pt x="8" y="0"/>
                    <a:pt x="10" y="0"/>
                  </a:cubicBezTo>
                  <a:cubicBezTo>
                    <a:pt x="10" y="0"/>
                    <a:pt x="10" y="0"/>
                    <a:pt x="10" y="0"/>
                  </a:cubicBezTo>
                  <a:cubicBezTo>
                    <a:pt x="10" y="1"/>
                    <a:pt x="10" y="1"/>
                    <a:pt x="10" y="1"/>
                  </a:cubicBezTo>
                  <a:cubicBezTo>
                    <a:pt x="8" y="1"/>
                    <a:pt x="7" y="1"/>
                    <a:pt x="6" y="2"/>
                  </a:cubicBezTo>
                  <a:cubicBezTo>
                    <a:pt x="4" y="3"/>
                    <a:pt x="4" y="3"/>
                    <a:pt x="4" y="3"/>
                  </a:cubicBezTo>
                  <a:cubicBezTo>
                    <a:pt x="4" y="3"/>
                    <a:pt x="3" y="4"/>
                    <a:pt x="2" y="4"/>
                  </a:cubicBezTo>
                  <a:cubicBezTo>
                    <a:pt x="2"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49" name="Freeform 700"/>
            <p:cNvSpPr>
              <a:spLocks/>
            </p:cNvSpPr>
            <p:nvPr/>
          </p:nvSpPr>
          <p:spPr bwMode="auto">
            <a:xfrm>
              <a:off x="3666" y="1429"/>
              <a:ext cx="15" cy="10"/>
            </a:xfrm>
            <a:custGeom>
              <a:avLst/>
              <a:gdLst>
                <a:gd name="T0" fmla="*/ 6 w 6"/>
                <a:gd name="T1" fmla="*/ 4 h 4"/>
                <a:gd name="T2" fmla="*/ 5 w 6"/>
                <a:gd name="T3" fmla="*/ 3 h 4"/>
                <a:gd name="T4" fmla="*/ 5 w 6"/>
                <a:gd name="T5" fmla="*/ 3 h 4"/>
                <a:gd name="T6" fmla="*/ 0 w 6"/>
                <a:gd name="T7" fmla="*/ 1 h 4"/>
                <a:gd name="T8" fmla="*/ 0 w 6"/>
                <a:gd name="T9" fmla="*/ 0 h 4"/>
                <a:gd name="T10" fmla="*/ 1 w 6"/>
                <a:gd name="T11" fmla="*/ 0 h 4"/>
                <a:gd name="T12" fmla="*/ 6 w 6"/>
                <a:gd name="T13" fmla="*/ 2 h 4"/>
                <a:gd name="T14" fmla="*/ 6 w 6"/>
                <a:gd name="T15" fmla="*/ 3 h 4"/>
                <a:gd name="T16" fmla="*/ 6 w 6"/>
                <a:gd name="T17" fmla="*/ 4 h 4"/>
                <a:gd name="T18" fmla="*/ 6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4"/>
                  </a:moveTo>
                  <a:cubicBezTo>
                    <a:pt x="5" y="4"/>
                    <a:pt x="5" y="3"/>
                    <a:pt x="5" y="3"/>
                  </a:cubicBezTo>
                  <a:cubicBezTo>
                    <a:pt x="5" y="3"/>
                    <a:pt x="5" y="3"/>
                    <a:pt x="5" y="3"/>
                  </a:cubicBezTo>
                  <a:cubicBezTo>
                    <a:pt x="4" y="2"/>
                    <a:pt x="2" y="1"/>
                    <a:pt x="0" y="1"/>
                  </a:cubicBezTo>
                  <a:cubicBezTo>
                    <a:pt x="0" y="1"/>
                    <a:pt x="0" y="0"/>
                    <a:pt x="0" y="0"/>
                  </a:cubicBezTo>
                  <a:cubicBezTo>
                    <a:pt x="0" y="0"/>
                    <a:pt x="0" y="0"/>
                    <a:pt x="1" y="0"/>
                  </a:cubicBezTo>
                  <a:cubicBezTo>
                    <a:pt x="2" y="1"/>
                    <a:pt x="4" y="1"/>
                    <a:pt x="6" y="2"/>
                  </a:cubicBezTo>
                  <a:cubicBezTo>
                    <a:pt x="6" y="3"/>
                    <a:pt x="6" y="3"/>
                    <a:pt x="6" y="3"/>
                  </a:cubicBezTo>
                  <a:cubicBezTo>
                    <a:pt x="6" y="3"/>
                    <a:pt x="6" y="3"/>
                    <a:pt x="6" y="4"/>
                  </a:cubicBezTo>
                  <a:cubicBezTo>
                    <a:pt x="6" y="4"/>
                    <a:pt x="6" y="4"/>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0" name="Freeform 701"/>
            <p:cNvSpPr>
              <a:spLocks noEditPoints="1"/>
            </p:cNvSpPr>
            <p:nvPr/>
          </p:nvSpPr>
          <p:spPr bwMode="auto">
            <a:xfrm>
              <a:off x="3541" y="1436"/>
              <a:ext cx="108" cy="25"/>
            </a:xfrm>
            <a:custGeom>
              <a:avLst/>
              <a:gdLst>
                <a:gd name="T0" fmla="*/ 6 w 44"/>
                <a:gd name="T1" fmla="*/ 10 h 10"/>
                <a:gd name="T2" fmla="*/ 0 w 44"/>
                <a:gd name="T3" fmla="*/ 9 h 10"/>
                <a:gd name="T4" fmla="*/ 0 w 44"/>
                <a:gd name="T5" fmla="*/ 9 h 10"/>
                <a:gd name="T6" fmla="*/ 0 w 44"/>
                <a:gd name="T7" fmla="*/ 9 h 10"/>
                <a:gd name="T8" fmla="*/ 5 w 44"/>
                <a:gd name="T9" fmla="*/ 1 h 10"/>
                <a:gd name="T10" fmla="*/ 6 w 44"/>
                <a:gd name="T11" fmla="*/ 1 h 10"/>
                <a:gd name="T12" fmla="*/ 39 w 44"/>
                <a:gd name="T13" fmla="*/ 0 h 10"/>
                <a:gd name="T14" fmla="*/ 41 w 44"/>
                <a:gd name="T15" fmla="*/ 1 h 10"/>
                <a:gd name="T16" fmla="*/ 42 w 44"/>
                <a:gd name="T17" fmla="*/ 2 h 10"/>
                <a:gd name="T18" fmla="*/ 44 w 44"/>
                <a:gd name="T19" fmla="*/ 9 h 10"/>
                <a:gd name="T20" fmla="*/ 44 w 44"/>
                <a:gd name="T21" fmla="*/ 9 h 10"/>
                <a:gd name="T22" fmla="*/ 44 w 44"/>
                <a:gd name="T23" fmla="*/ 9 h 10"/>
                <a:gd name="T24" fmla="*/ 6 w 44"/>
                <a:gd name="T25" fmla="*/ 10 h 10"/>
                <a:gd name="T26" fmla="*/ 1 w 44"/>
                <a:gd name="T27" fmla="*/ 9 h 10"/>
                <a:gd name="T28" fmla="*/ 6 w 44"/>
                <a:gd name="T29" fmla="*/ 9 h 10"/>
                <a:gd name="T30" fmla="*/ 7 w 44"/>
                <a:gd name="T31" fmla="*/ 9 h 10"/>
                <a:gd name="T32" fmla="*/ 43 w 44"/>
                <a:gd name="T33" fmla="*/ 9 h 10"/>
                <a:gd name="T34" fmla="*/ 41 w 44"/>
                <a:gd name="T35" fmla="*/ 2 h 10"/>
                <a:gd name="T36" fmla="*/ 40 w 44"/>
                <a:gd name="T37" fmla="*/ 1 h 10"/>
                <a:gd name="T38" fmla="*/ 39 w 44"/>
                <a:gd name="T39" fmla="*/ 1 h 10"/>
                <a:gd name="T40" fmla="*/ 6 w 44"/>
                <a:gd name="T41" fmla="*/ 2 h 10"/>
                <a:gd name="T42" fmla="*/ 1 w 44"/>
                <a:gd name="T4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
                  <a:moveTo>
                    <a:pt x="6" y="10"/>
                  </a:moveTo>
                  <a:cubicBezTo>
                    <a:pt x="4" y="10"/>
                    <a:pt x="2" y="10"/>
                    <a:pt x="0" y="9"/>
                  </a:cubicBezTo>
                  <a:cubicBezTo>
                    <a:pt x="0" y="9"/>
                    <a:pt x="0" y="9"/>
                    <a:pt x="0" y="9"/>
                  </a:cubicBezTo>
                  <a:cubicBezTo>
                    <a:pt x="0" y="9"/>
                    <a:pt x="0" y="9"/>
                    <a:pt x="0" y="9"/>
                  </a:cubicBezTo>
                  <a:cubicBezTo>
                    <a:pt x="5" y="1"/>
                    <a:pt x="5" y="1"/>
                    <a:pt x="5" y="1"/>
                  </a:cubicBezTo>
                  <a:cubicBezTo>
                    <a:pt x="5" y="1"/>
                    <a:pt x="6" y="1"/>
                    <a:pt x="6" y="1"/>
                  </a:cubicBezTo>
                  <a:cubicBezTo>
                    <a:pt x="17" y="0"/>
                    <a:pt x="28" y="0"/>
                    <a:pt x="39" y="0"/>
                  </a:cubicBezTo>
                  <a:cubicBezTo>
                    <a:pt x="40" y="0"/>
                    <a:pt x="40" y="0"/>
                    <a:pt x="41" y="1"/>
                  </a:cubicBezTo>
                  <a:cubicBezTo>
                    <a:pt x="41" y="1"/>
                    <a:pt x="42" y="2"/>
                    <a:pt x="42" y="2"/>
                  </a:cubicBezTo>
                  <a:cubicBezTo>
                    <a:pt x="44" y="9"/>
                    <a:pt x="44" y="9"/>
                    <a:pt x="44" y="9"/>
                  </a:cubicBezTo>
                  <a:cubicBezTo>
                    <a:pt x="44" y="9"/>
                    <a:pt x="44" y="9"/>
                    <a:pt x="44" y="9"/>
                  </a:cubicBezTo>
                  <a:cubicBezTo>
                    <a:pt x="44" y="9"/>
                    <a:pt x="44" y="9"/>
                    <a:pt x="44" y="9"/>
                  </a:cubicBezTo>
                  <a:lnTo>
                    <a:pt x="6" y="10"/>
                  </a:lnTo>
                  <a:close/>
                  <a:moveTo>
                    <a:pt x="1" y="9"/>
                  </a:moveTo>
                  <a:cubicBezTo>
                    <a:pt x="2" y="9"/>
                    <a:pt x="4" y="9"/>
                    <a:pt x="6" y="9"/>
                  </a:cubicBezTo>
                  <a:cubicBezTo>
                    <a:pt x="7" y="9"/>
                    <a:pt x="7" y="9"/>
                    <a:pt x="7" y="9"/>
                  </a:cubicBezTo>
                  <a:cubicBezTo>
                    <a:pt x="43" y="9"/>
                    <a:pt x="43" y="9"/>
                    <a:pt x="43" y="9"/>
                  </a:cubicBezTo>
                  <a:cubicBezTo>
                    <a:pt x="41" y="2"/>
                    <a:pt x="41" y="2"/>
                    <a:pt x="41" y="2"/>
                  </a:cubicBezTo>
                  <a:cubicBezTo>
                    <a:pt x="41" y="2"/>
                    <a:pt x="41" y="2"/>
                    <a:pt x="40" y="1"/>
                  </a:cubicBezTo>
                  <a:cubicBezTo>
                    <a:pt x="40" y="1"/>
                    <a:pt x="40" y="1"/>
                    <a:pt x="39" y="1"/>
                  </a:cubicBezTo>
                  <a:cubicBezTo>
                    <a:pt x="28" y="1"/>
                    <a:pt x="17" y="1"/>
                    <a:pt x="6" y="2"/>
                  </a:cubicBez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1" name="Freeform 702"/>
            <p:cNvSpPr>
              <a:spLocks/>
            </p:cNvSpPr>
            <p:nvPr/>
          </p:nvSpPr>
          <p:spPr bwMode="auto">
            <a:xfrm>
              <a:off x="3538" y="1461"/>
              <a:ext cx="111" cy="3"/>
            </a:xfrm>
            <a:custGeom>
              <a:avLst/>
              <a:gdLst>
                <a:gd name="T0" fmla="*/ 1 w 45"/>
                <a:gd name="T1" fmla="*/ 1 h 1"/>
                <a:gd name="T2" fmla="*/ 0 w 45"/>
                <a:gd name="T3" fmla="*/ 1 h 1"/>
                <a:gd name="T4" fmla="*/ 1 w 45"/>
                <a:gd name="T5" fmla="*/ 0 h 1"/>
                <a:gd name="T6" fmla="*/ 45 w 45"/>
                <a:gd name="T7" fmla="*/ 0 h 1"/>
                <a:gd name="T8" fmla="*/ 45 w 45"/>
                <a:gd name="T9" fmla="*/ 0 h 1"/>
                <a:gd name="T10" fmla="*/ 45 w 45"/>
                <a:gd name="T11" fmla="*/ 1 h 1"/>
                <a:gd name="T12" fmla="*/ 1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1" y="1"/>
                  </a:moveTo>
                  <a:cubicBezTo>
                    <a:pt x="1" y="1"/>
                    <a:pt x="0" y="1"/>
                    <a:pt x="0" y="1"/>
                  </a:cubicBezTo>
                  <a:cubicBezTo>
                    <a:pt x="0" y="0"/>
                    <a:pt x="1" y="0"/>
                    <a:pt x="1" y="0"/>
                  </a:cubicBezTo>
                  <a:cubicBezTo>
                    <a:pt x="45" y="0"/>
                    <a:pt x="45" y="0"/>
                    <a:pt x="45" y="0"/>
                  </a:cubicBezTo>
                  <a:cubicBezTo>
                    <a:pt x="45" y="0"/>
                    <a:pt x="45" y="0"/>
                    <a:pt x="45" y="0"/>
                  </a:cubicBezTo>
                  <a:cubicBezTo>
                    <a:pt x="45" y="1"/>
                    <a:pt x="45" y="1"/>
                    <a:pt x="45"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2" name="Freeform 703"/>
            <p:cNvSpPr>
              <a:spLocks/>
            </p:cNvSpPr>
            <p:nvPr/>
          </p:nvSpPr>
          <p:spPr bwMode="auto">
            <a:xfrm>
              <a:off x="3646" y="1456"/>
              <a:ext cx="3" cy="8"/>
            </a:xfrm>
            <a:custGeom>
              <a:avLst/>
              <a:gdLst>
                <a:gd name="T0" fmla="*/ 1 w 1"/>
                <a:gd name="T1" fmla="*/ 3 h 3"/>
                <a:gd name="T2" fmla="*/ 1 w 1"/>
                <a:gd name="T3" fmla="*/ 3 h 3"/>
                <a:gd name="T4" fmla="*/ 0 w 1"/>
                <a:gd name="T5" fmla="*/ 2 h 3"/>
                <a:gd name="T6" fmla="*/ 0 w 1"/>
                <a:gd name="T7" fmla="*/ 1 h 3"/>
                <a:gd name="T8" fmla="*/ 1 w 1"/>
                <a:gd name="T9" fmla="*/ 1 h 3"/>
                <a:gd name="T10" fmla="*/ 1 w 1"/>
                <a:gd name="T11" fmla="*/ 1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2"/>
                  </a:cubicBezTo>
                  <a:cubicBezTo>
                    <a:pt x="0" y="1"/>
                    <a:pt x="0" y="1"/>
                    <a:pt x="0" y="1"/>
                  </a:cubicBezTo>
                  <a:cubicBezTo>
                    <a:pt x="0" y="1"/>
                    <a:pt x="1" y="0"/>
                    <a:pt x="1" y="1"/>
                  </a:cubicBezTo>
                  <a:cubicBezTo>
                    <a:pt x="1" y="1"/>
                    <a:pt x="1" y="1"/>
                    <a:pt x="1"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3" name="Freeform 704"/>
            <p:cNvSpPr>
              <a:spLocks/>
            </p:cNvSpPr>
            <p:nvPr/>
          </p:nvSpPr>
          <p:spPr bwMode="auto">
            <a:xfrm>
              <a:off x="3538" y="1456"/>
              <a:ext cx="3" cy="8"/>
            </a:xfrm>
            <a:custGeom>
              <a:avLst/>
              <a:gdLst>
                <a:gd name="T0" fmla="*/ 1 w 1"/>
                <a:gd name="T1" fmla="*/ 3 h 3"/>
                <a:gd name="T2" fmla="*/ 1 w 1"/>
                <a:gd name="T3" fmla="*/ 3 h 3"/>
                <a:gd name="T4" fmla="*/ 0 w 1"/>
                <a:gd name="T5" fmla="*/ 1 h 3"/>
                <a:gd name="T6" fmla="*/ 1 w 1"/>
                <a:gd name="T7" fmla="*/ 0 h 3"/>
                <a:gd name="T8" fmla="*/ 1 w 1"/>
                <a:gd name="T9" fmla="*/ 1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2"/>
                    <a:pt x="0" y="1"/>
                    <a:pt x="0" y="1"/>
                  </a:cubicBezTo>
                  <a:cubicBezTo>
                    <a:pt x="0" y="0"/>
                    <a:pt x="1" y="0"/>
                    <a:pt x="1" y="0"/>
                  </a:cubicBezTo>
                  <a:cubicBezTo>
                    <a:pt x="1" y="0"/>
                    <a:pt x="1" y="1"/>
                    <a:pt x="1" y="1"/>
                  </a:cubicBezTo>
                  <a:cubicBezTo>
                    <a:pt x="1" y="1"/>
                    <a:pt x="1" y="2"/>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4" name="Freeform 705"/>
            <p:cNvSpPr>
              <a:spLocks noEditPoints="1"/>
            </p:cNvSpPr>
            <p:nvPr/>
          </p:nvSpPr>
          <p:spPr bwMode="auto">
            <a:xfrm>
              <a:off x="3568" y="1449"/>
              <a:ext cx="46" cy="7"/>
            </a:xfrm>
            <a:custGeom>
              <a:avLst/>
              <a:gdLst>
                <a:gd name="T0" fmla="*/ 18 w 19"/>
                <a:gd name="T1" fmla="*/ 3 h 3"/>
                <a:gd name="T2" fmla="*/ 0 w 19"/>
                <a:gd name="T3" fmla="*/ 3 h 3"/>
                <a:gd name="T4" fmla="*/ 0 w 19"/>
                <a:gd name="T5" fmla="*/ 2 h 3"/>
                <a:gd name="T6" fmla="*/ 0 w 19"/>
                <a:gd name="T7" fmla="*/ 2 h 3"/>
                <a:gd name="T8" fmla="*/ 0 w 19"/>
                <a:gd name="T9" fmla="*/ 1 h 3"/>
                <a:gd name="T10" fmla="*/ 0 w 19"/>
                <a:gd name="T11" fmla="*/ 1 h 3"/>
                <a:gd name="T12" fmla="*/ 0 w 19"/>
                <a:gd name="T13" fmla="*/ 0 h 3"/>
                <a:gd name="T14" fmla="*/ 18 w 19"/>
                <a:gd name="T15" fmla="*/ 0 h 3"/>
                <a:gd name="T16" fmla="*/ 19 w 19"/>
                <a:gd name="T17" fmla="*/ 1 h 3"/>
                <a:gd name="T18" fmla="*/ 19 w 19"/>
                <a:gd name="T19" fmla="*/ 2 h 3"/>
                <a:gd name="T20" fmla="*/ 19 w 19"/>
                <a:gd name="T21" fmla="*/ 3 h 3"/>
                <a:gd name="T22" fmla="*/ 18 w 19"/>
                <a:gd name="T23" fmla="*/ 3 h 3"/>
                <a:gd name="T24" fmla="*/ 9 w 19"/>
                <a:gd name="T25" fmla="*/ 2 h 3"/>
                <a:gd name="T26" fmla="*/ 18 w 19"/>
                <a:gd name="T27" fmla="*/ 2 h 3"/>
                <a:gd name="T28" fmla="*/ 18 w 19"/>
                <a:gd name="T29" fmla="*/ 1 h 3"/>
                <a:gd name="T30" fmla="*/ 1 w 19"/>
                <a:gd name="T31" fmla="*/ 1 h 3"/>
                <a:gd name="T32" fmla="*/ 1 w 19"/>
                <a:gd name="T33" fmla="*/ 2 h 3"/>
                <a:gd name="T34" fmla="*/ 1 w 19"/>
                <a:gd name="T35" fmla="*/ 2 h 3"/>
                <a:gd name="T36" fmla="*/ 9 w 19"/>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3">
                  <a:moveTo>
                    <a:pt x="18" y="3"/>
                  </a:moveTo>
                  <a:cubicBezTo>
                    <a:pt x="12" y="3"/>
                    <a:pt x="6" y="2"/>
                    <a:pt x="0" y="3"/>
                  </a:cubicBezTo>
                  <a:cubicBezTo>
                    <a:pt x="0" y="3"/>
                    <a:pt x="0" y="3"/>
                    <a:pt x="0" y="2"/>
                  </a:cubicBezTo>
                  <a:cubicBezTo>
                    <a:pt x="0" y="2"/>
                    <a:pt x="0" y="2"/>
                    <a:pt x="0" y="2"/>
                  </a:cubicBezTo>
                  <a:cubicBezTo>
                    <a:pt x="0" y="1"/>
                    <a:pt x="0" y="1"/>
                    <a:pt x="0" y="1"/>
                  </a:cubicBezTo>
                  <a:cubicBezTo>
                    <a:pt x="0" y="1"/>
                    <a:pt x="0" y="1"/>
                    <a:pt x="0" y="1"/>
                  </a:cubicBezTo>
                  <a:cubicBezTo>
                    <a:pt x="0" y="1"/>
                    <a:pt x="0" y="0"/>
                    <a:pt x="0" y="0"/>
                  </a:cubicBezTo>
                  <a:cubicBezTo>
                    <a:pt x="7" y="0"/>
                    <a:pt x="12" y="0"/>
                    <a:pt x="18" y="0"/>
                  </a:cubicBezTo>
                  <a:cubicBezTo>
                    <a:pt x="19" y="0"/>
                    <a:pt x="19" y="1"/>
                    <a:pt x="19" y="1"/>
                  </a:cubicBezTo>
                  <a:cubicBezTo>
                    <a:pt x="19" y="2"/>
                    <a:pt x="19" y="2"/>
                    <a:pt x="19" y="2"/>
                  </a:cubicBezTo>
                  <a:cubicBezTo>
                    <a:pt x="19" y="2"/>
                    <a:pt x="19" y="2"/>
                    <a:pt x="19" y="3"/>
                  </a:cubicBezTo>
                  <a:cubicBezTo>
                    <a:pt x="18" y="3"/>
                    <a:pt x="18" y="3"/>
                    <a:pt x="18" y="3"/>
                  </a:cubicBezTo>
                  <a:close/>
                  <a:moveTo>
                    <a:pt x="9" y="2"/>
                  </a:moveTo>
                  <a:cubicBezTo>
                    <a:pt x="12" y="2"/>
                    <a:pt x="15" y="2"/>
                    <a:pt x="18" y="2"/>
                  </a:cubicBezTo>
                  <a:cubicBezTo>
                    <a:pt x="18" y="1"/>
                    <a:pt x="18" y="1"/>
                    <a:pt x="18" y="1"/>
                  </a:cubicBezTo>
                  <a:cubicBezTo>
                    <a:pt x="12" y="1"/>
                    <a:pt x="7" y="1"/>
                    <a:pt x="1" y="1"/>
                  </a:cubicBezTo>
                  <a:cubicBezTo>
                    <a:pt x="1" y="1"/>
                    <a:pt x="1" y="1"/>
                    <a:pt x="1" y="2"/>
                  </a:cubicBezTo>
                  <a:cubicBezTo>
                    <a:pt x="1" y="2"/>
                    <a:pt x="1" y="2"/>
                    <a:pt x="1" y="2"/>
                  </a:cubicBezTo>
                  <a:cubicBezTo>
                    <a:pt x="3" y="2"/>
                    <a:pt x="6" y="2"/>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5" name="Freeform 706"/>
            <p:cNvSpPr>
              <a:spLocks noEditPoints="1"/>
            </p:cNvSpPr>
            <p:nvPr/>
          </p:nvSpPr>
          <p:spPr bwMode="auto">
            <a:xfrm>
              <a:off x="3555" y="1441"/>
              <a:ext cx="18" cy="5"/>
            </a:xfrm>
            <a:custGeom>
              <a:avLst/>
              <a:gdLst>
                <a:gd name="T0" fmla="*/ 0 w 7"/>
                <a:gd name="T1" fmla="*/ 2 h 2"/>
                <a:gd name="T2" fmla="*/ 0 w 7"/>
                <a:gd name="T3" fmla="*/ 2 h 2"/>
                <a:gd name="T4" fmla="*/ 1 w 7"/>
                <a:gd name="T5" fmla="*/ 1 h 2"/>
                <a:gd name="T6" fmla="*/ 1 w 7"/>
                <a:gd name="T7" fmla="*/ 1 h 2"/>
                <a:gd name="T8" fmla="*/ 1 w 7"/>
                <a:gd name="T9" fmla="*/ 0 h 2"/>
                <a:gd name="T10" fmla="*/ 2 w 7"/>
                <a:gd name="T11" fmla="*/ 0 h 2"/>
                <a:gd name="T12" fmla="*/ 6 w 7"/>
                <a:gd name="T13" fmla="*/ 0 h 2"/>
                <a:gd name="T14" fmla="*/ 7 w 7"/>
                <a:gd name="T15" fmla="*/ 0 h 2"/>
                <a:gd name="T16" fmla="*/ 7 w 7"/>
                <a:gd name="T17" fmla="*/ 1 h 2"/>
                <a:gd name="T18" fmla="*/ 6 w 7"/>
                <a:gd name="T19" fmla="*/ 2 h 2"/>
                <a:gd name="T20" fmla="*/ 6 w 7"/>
                <a:gd name="T21" fmla="*/ 2 h 2"/>
                <a:gd name="T22" fmla="*/ 6 w 7"/>
                <a:gd name="T23" fmla="*/ 2 h 2"/>
                <a:gd name="T24" fmla="*/ 0 w 7"/>
                <a:gd name="T25" fmla="*/ 2 h 2"/>
                <a:gd name="T26" fmla="*/ 2 w 7"/>
                <a:gd name="T27" fmla="*/ 1 h 2"/>
                <a:gd name="T28" fmla="*/ 1 w 7"/>
                <a:gd name="T29" fmla="*/ 1 h 2"/>
                <a:gd name="T30" fmla="*/ 5 w 7"/>
                <a:gd name="T31" fmla="*/ 1 h 2"/>
                <a:gd name="T32" fmla="*/ 5 w 7"/>
                <a:gd name="T33" fmla="*/ 1 h 2"/>
                <a:gd name="T34" fmla="*/ 6 w 7"/>
                <a:gd name="T35" fmla="*/ 1 h 2"/>
                <a:gd name="T36" fmla="*/ 2 w 7"/>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2">
                  <a:moveTo>
                    <a:pt x="0" y="2"/>
                  </a:moveTo>
                  <a:cubicBezTo>
                    <a:pt x="0" y="2"/>
                    <a:pt x="0" y="2"/>
                    <a:pt x="0" y="2"/>
                  </a:cubicBezTo>
                  <a:cubicBezTo>
                    <a:pt x="0" y="2"/>
                    <a:pt x="0" y="1"/>
                    <a:pt x="1" y="1"/>
                  </a:cubicBezTo>
                  <a:cubicBezTo>
                    <a:pt x="1" y="1"/>
                    <a:pt x="1" y="1"/>
                    <a:pt x="1" y="1"/>
                  </a:cubicBezTo>
                  <a:cubicBezTo>
                    <a:pt x="1" y="0"/>
                    <a:pt x="1" y="0"/>
                    <a:pt x="1" y="0"/>
                  </a:cubicBezTo>
                  <a:cubicBezTo>
                    <a:pt x="1" y="0"/>
                    <a:pt x="1" y="0"/>
                    <a:pt x="2" y="0"/>
                  </a:cubicBezTo>
                  <a:cubicBezTo>
                    <a:pt x="3" y="0"/>
                    <a:pt x="5" y="0"/>
                    <a:pt x="6" y="0"/>
                  </a:cubicBezTo>
                  <a:cubicBezTo>
                    <a:pt x="6" y="0"/>
                    <a:pt x="6" y="0"/>
                    <a:pt x="7" y="0"/>
                  </a:cubicBezTo>
                  <a:cubicBezTo>
                    <a:pt x="7" y="0"/>
                    <a:pt x="7" y="0"/>
                    <a:pt x="7" y="1"/>
                  </a:cubicBezTo>
                  <a:cubicBezTo>
                    <a:pt x="6" y="1"/>
                    <a:pt x="6" y="1"/>
                    <a:pt x="6" y="2"/>
                  </a:cubicBezTo>
                  <a:cubicBezTo>
                    <a:pt x="6" y="2"/>
                    <a:pt x="6" y="2"/>
                    <a:pt x="6" y="2"/>
                  </a:cubicBezTo>
                  <a:cubicBezTo>
                    <a:pt x="6" y="2"/>
                    <a:pt x="6" y="2"/>
                    <a:pt x="6" y="2"/>
                  </a:cubicBezTo>
                  <a:cubicBezTo>
                    <a:pt x="4" y="2"/>
                    <a:pt x="2" y="2"/>
                    <a:pt x="0" y="2"/>
                  </a:cubicBezTo>
                  <a:close/>
                  <a:moveTo>
                    <a:pt x="2" y="1"/>
                  </a:moveTo>
                  <a:cubicBezTo>
                    <a:pt x="2" y="1"/>
                    <a:pt x="2" y="1"/>
                    <a:pt x="1" y="1"/>
                  </a:cubicBezTo>
                  <a:cubicBezTo>
                    <a:pt x="3" y="1"/>
                    <a:pt x="4" y="1"/>
                    <a:pt x="5" y="1"/>
                  </a:cubicBezTo>
                  <a:cubicBezTo>
                    <a:pt x="5" y="1"/>
                    <a:pt x="5" y="1"/>
                    <a:pt x="5" y="1"/>
                  </a:cubicBezTo>
                  <a:cubicBezTo>
                    <a:pt x="5" y="1"/>
                    <a:pt x="6" y="1"/>
                    <a:pt x="6"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6" name="Freeform 707"/>
            <p:cNvSpPr>
              <a:spLocks noEditPoints="1"/>
            </p:cNvSpPr>
            <p:nvPr/>
          </p:nvSpPr>
          <p:spPr bwMode="auto">
            <a:xfrm>
              <a:off x="3550" y="1449"/>
              <a:ext cx="15" cy="7"/>
            </a:xfrm>
            <a:custGeom>
              <a:avLst/>
              <a:gdLst>
                <a:gd name="T0" fmla="*/ 0 w 6"/>
                <a:gd name="T1" fmla="*/ 3 h 3"/>
                <a:gd name="T2" fmla="*/ 0 w 6"/>
                <a:gd name="T3" fmla="*/ 2 h 3"/>
                <a:gd name="T4" fmla="*/ 0 w 6"/>
                <a:gd name="T5" fmla="*/ 1 h 3"/>
                <a:gd name="T6" fmla="*/ 1 w 6"/>
                <a:gd name="T7" fmla="*/ 1 h 3"/>
                <a:gd name="T8" fmla="*/ 1 w 6"/>
                <a:gd name="T9" fmla="*/ 1 h 3"/>
                <a:gd name="T10" fmla="*/ 1 w 6"/>
                <a:gd name="T11" fmla="*/ 1 h 3"/>
                <a:gd name="T12" fmla="*/ 6 w 6"/>
                <a:gd name="T13" fmla="*/ 0 h 3"/>
                <a:gd name="T14" fmla="*/ 6 w 6"/>
                <a:gd name="T15" fmla="*/ 1 h 3"/>
                <a:gd name="T16" fmla="*/ 6 w 6"/>
                <a:gd name="T17" fmla="*/ 1 h 3"/>
                <a:gd name="T18" fmla="*/ 6 w 6"/>
                <a:gd name="T19" fmla="*/ 2 h 3"/>
                <a:gd name="T20" fmla="*/ 6 w 6"/>
                <a:gd name="T21" fmla="*/ 2 h 3"/>
                <a:gd name="T22" fmla="*/ 5 w 6"/>
                <a:gd name="T23" fmla="*/ 2 h 3"/>
                <a:gd name="T24" fmla="*/ 0 w 6"/>
                <a:gd name="T25" fmla="*/ 3 h 3"/>
                <a:gd name="T26" fmla="*/ 2 w 6"/>
                <a:gd name="T27" fmla="*/ 1 h 3"/>
                <a:gd name="T28" fmla="*/ 1 w 6"/>
                <a:gd name="T29" fmla="*/ 2 h 3"/>
                <a:gd name="T30" fmla="*/ 5 w 6"/>
                <a:gd name="T31" fmla="*/ 2 h 3"/>
                <a:gd name="T32" fmla="*/ 5 w 6"/>
                <a:gd name="T33" fmla="*/ 2 h 3"/>
                <a:gd name="T34" fmla="*/ 5 w 6"/>
                <a:gd name="T35" fmla="*/ 1 h 3"/>
                <a:gd name="T36" fmla="*/ 2 w 6"/>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0" y="3"/>
                  </a:moveTo>
                  <a:cubicBezTo>
                    <a:pt x="0" y="3"/>
                    <a:pt x="0" y="2"/>
                    <a:pt x="0" y="2"/>
                  </a:cubicBezTo>
                  <a:cubicBezTo>
                    <a:pt x="0" y="2"/>
                    <a:pt x="0" y="2"/>
                    <a:pt x="0" y="1"/>
                  </a:cubicBezTo>
                  <a:cubicBezTo>
                    <a:pt x="1" y="1"/>
                    <a:pt x="1" y="1"/>
                    <a:pt x="1" y="1"/>
                  </a:cubicBezTo>
                  <a:cubicBezTo>
                    <a:pt x="1" y="1"/>
                    <a:pt x="1" y="1"/>
                    <a:pt x="1" y="1"/>
                  </a:cubicBezTo>
                  <a:cubicBezTo>
                    <a:pt x="1" y="1"/>
                    <a:pt x="1" y="1"/>
                    <a:pt x="1" y="1"/>
                  </a:cubicBezTo>
                  <a:cubicBezTo>
                    <a:pt x="3" y="0"/>
                    <a:pt x="4" y="0"/>
                    <a:pt x="6" y="0"/>
                  </a:cubicBezTo>
                  <a:cubicBezTo>
                    <a:pt x="6" y="0"/>
                    <a:pt x="6" y="0"/>
                    <a:pt x="6" y="1"/>
                  </a:cubicBezTo>
                  <a:cubicBezTo>
                    <a:pt x="6" y="1"/>
                    <a:pt x="6" y="1"/>
                    <a:pt x="6" y="1"/>
                  </a:cubicBezTo>
                  <a:cubicBezTo>
                    <a:pt x="6" y="1"/>
                    <a:pt x="6" y="2"/>
                    <a:pt x="6" y="2"/>
                  </a:cubicBezTo>
                  <a:cubicBezTo>
                    <a:pt x="6" y="2"/>
                    <a:pt x="6" y="2"/>
                    <a:pt x="6" y="2"/>
                  </a:cubicBezTo>
                  <a:cubicBezTo>
                    <a:pt x="6" y="2"/>
                    <a:pt x="6" y="2"/>
                    <a:pt x="5" y="2"/>
                  </a:cubicBezTo>
                  <a:cubicBezTo>
                    <a:pt x="4" y="3"/>
                    <a:pt x="2" y="3"/>
                    <a:pt x="0" y="3"/>
                  </a:cubicBezTo>
                  <a:close/>
                  <a:moveTo>
                    <a:pt x="2" y="1"/>
                  </a:moveTo>
                  <a:cubicBezTo>
                    <a:pt x="1" y="1"/>
                    <a:pt x="1" y="2"/>
                    <a:pt x="1" y="2"/>
                  </a:cubicBezTo>
                  <a:cubicBezTo>
                    <a:pt x="2" y="2"/>
                    <a:pt x="4" y="2"/>
                    <a:pt x="5" y="2"/>
                  </a:cubicBezTo>
                  <a:cubicBezTo>
                    <a:pt x="5"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7" name="Freeform 708"/>
            <p:cNvSpPr>
              <a:spLocks noEditPoints="1"/>
            </p:cNvSpPr>
            <p:nvPr/>
          </p:nvSpPr>
          <p:spPr bwMode="auto">
            <a:xfrm>
              <a:off x="3600" y="1441"/>
              <a:ext cx="10" cy="5"/>
            </a:xfrm>
            <a:custGeom>
              <a:avLst/>
              <a:gdLst>
                <a:gd name="T0" fmla="*/ 0 w 4"/>
                <a:gd name="T1" fmla="*/ 2 h 2"/>
                <a:gd name="T2" fmla="*/ 0 w 4"/>
                <a:gd name="T3" fmla="*/ 2 h 2"/>
                <a:gd name="T4" fmla="*/ 0 w 4"/>
                <a:gd name="T5" fmla="*/ 2 h 2"/>
                <a:gd name="T6" fmla="*/ 0 w 4"/>
                <a:gd name="T7" fmla="*/ 0 h 2"/>
                <a:gd name="T8" fmla="*/ 0 w 4"/>
                <a:gd name="T9" fmla="*/ 0 h 2"/>
                <a:gd name="T10" fmla="*/ 4 w 4"/>
                <a:gd name="T11" fmla="*/ 0 h 2"/>
                <a:gd name="T12" fmla="*/ 4 w 4"/>
                <a:gd name="T13" fmla="*/ 0 h 2"/>
                <a:gd name="T14" fmla="*/ 4 w 4"/>
                <a:gd name="T15" fmla="*/ 2 h 2"/>
                <a:gd name="T16" fmla="*/ 4 w 4"/>
                <a:gd name="T17" fmla="*/ 2 h 2"/>
                <a:gd name="T18" fmla="*/ 4 w 4"/>
                <a:gd name="T19" fmla="*/ 2 h 2"/>
                <a:gd name="T20" fmla="*/ 0 w 4"/>
                <a:gd name="T21" fmla="*/ 2 h 2"/>
                <a:gd name="T22" fmla="*/ 1 w 4"/>
                <a:gd name="T23" fmla="*/ 1 h 2"/>
                <a:gd name="T24" fmla="*/ 1 w 4"/>
                <a:gd name="T25" fmla="*/ 1 h 2"/>
                <a:gd name="T26" fmla="*/ 3 w 4"/>
                <a:gd name="T27" fmla="*/ 1 h 2"/>
                <a:gd name="T28" fmla="*/ 3 w 4"/>
                <a:gd name="T29" fmla="*/ 1 h 2"/>
                <a:gd name="T30" fmla="*/ 1 w 4"/>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
                  <a:moveTo>
                    <a:pt x="0" y="2"/>
                  </a:moveTo>
                  <a:cubicBezTo>
                    <a:pt x="0" y="2"/>
                    <a:pt x="0" y="2"/>
                    <a:pt x="0" y="2"/>
                  </a:cubicBezTo>
                  <a:cubicBezTo>
                    <a:pt x="0" y="2"/>
                    <a:pt x="0" y="2"/>
                    <a:pt x="0" y="2"/>
                  </a:cubicBezTo>
                  <a:cubicBezTo>
                    <a:pt x="0" y="0"/>
                    <a:pt x="0" y="0"/>
                    <a:pt x="0" y="0"/>
                  </a:cubicBezTo>
                  <a:cubicBezTo>
                    <a:pt x="0" y="0"/>
                    <a:pt x="0" y="0"/>
                    <a:pt x="0" y="0"/>
                  </a:cubicBezTo>
                  <a:cubicBezTo>
                    <a:pt x="2" y="0"/>
                    <a:pt x="3" y="0"/>
                    <a:pt x="4" y="0"/>
                  </a:cubicBezTo>
                  <a:cubicBezTo>
                    <a:pt x="4" y="0"/>
                    <a:pt x="4" y="0"/>
                    <a:pt x="4" y="0"/>
                  </a:cubicBezTo>
                  <a:cubicBezTo>
                    <a:pt x="4" y="1"/>
                    <a:pt x="4" y="1"/>
                    <a:pt x="4" y="2"/>
                  </a:cubicBezTo>
                  <a:cubicBezTo>
                    <a:pt x="4" y="2"/>
                    <a:pt x="4" y="2"/>
                    <a:pt x="4" y="2"/>
                  </a:cubicBezTo>
                  <a:cubicBezTo>
                    <a:pt x="4" y="2"/>
                    <a:pt x="4" y="2"/>
                    <a:pt x="4" y="2"/>
                  </a:cubicBezTo>
                  <a:cubicBezTo>
                    <a:pt x="4" y="2"/>
                    <a:pt x="0" y="2"/>
                    <a:pt x="0" y="2"/>
                  </a:cubicBezTo>
                  <a:close/>
                  <a:moveTo>
                    <a:pt x="1" y="1"/>
                  </a:moveTo>
                  <a:cubicBezTo>
                    <a:pt x="1" y="1"/>
                    <a:pt x="1" y="1"/>
                    <a:pt x="1" y="1"/>
                  </a:cubicBezTo>
                  <a:cubicBezTo>
                    <a:pt x="3" y="1"/>
                    <a:pt x="3" y="1"/>
                    <a:pt x="3" y="1"/>
                  </a:cubicBezTo>
                  <a:cubicBezTo>
                    <a:pt x="3" y="1"/>
                    <a:pt x="3" y="1"/>
                    <a:pt x="3"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8" name="Freeform 709"/>
            <p:cNvSpPr>
              <a:spLocks noEditPoints="1"/>
            </p:cNvSpPr>
            <p:nvPr/>
          </p:nvSpPr>
          <p:spPr bwMode="auto">
            <a:xfrm>
              <a:off x="3624" y="1441"/>
              <a:ext cx="15" cy="5"/>
            </a:xfrm>
            <a:custGeom>
              <a:avLst/>
              <a:gdLst>
                <a:gd name="T0" fmla="*/ 1 w 6"/>
                <a:gd name="T1" fmla="*/ 2 h 2"/>
                <a:gd name="T2" fmla="*/ 1 w 6"/>
                <a:gd name="T3" fmla="*/ 2 h 2"/>
                <a:gd name="T4" fmla="*/ 0 w 6"/>
                <a:gd name="T5" fmla="*/ 1 h 2"/>
                <a:gd name="T6" fmla="*/ 0 w 6"/>
                <a:gd name="T7" fmla="*/ 0 h 2"/>
                <a:gd name="T8" fmla="*/ 1 w 6"/>
                <a:gd name="T9" fmla="*/ 0 h 2"/>
                <a:gd name="T10" fmla="*/ 5 w 6"/>
                <a:gd name="T11" fmla="*/ 0 h 2"/>
                <a:gd name="T12" fmla="*/ 6 w 6"/>
                <a:gd name="T13" fmla="*/ 1 h 2"/>
                <a:gd name="T14" fmla="*/ 6 w 6"/>
                <a:gd name="T15" fmla="*/ 1 h 2"/>
                <a:gd name="T16" fmla="*/ 6 w 6"/>
                <a:gd name="T17" fmla="*/ 2 h 2"/>
                <a:gd name="T18" fmla="*/ 6 w 6"/>
                <a:gd name="T19" fmla="*/ 2 h 2"/>
                <a:gd name="T20" fmla="*/ 1 w 6"/>
                <a:gd name="T21" fmla="*/ 2 h 2"/>
                <a:gd name="T22" fmla="*/ 1 w 6"/>
                <a:gd name="T23" fmla="*/ 1 h 2"/>
                <a:gd name="T24" fmla="*/ 1 w 6"/>
                <a:gd name="T25" fmla="*/ 1 h 2"/>
                <a:gd name="T26" fmla="*/ 5 w 6"/>
                <a:gd name="T27" fmla="*/ 1 h 2"/>
                <a:gd name="T28" fmla="*/ 5 w 6"/>
                <a:gd name="T29" fmla="*/ 1 h 2"/>
                <a:gd name="T30" fmla="*/ 5 w 6"/>
                <a:gd name="T31" fmla="*/ 1 h 2"/>
                <a:gd name="T32" fmla="*/ 1 w 6"/>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1" y="2"/>
                  </a:moveTo>
                  <a:cubicBezTo>
                    <a:pt x="1" y="2"/>
                    <a:pt x="1" y="2"/>
                    <a:pt x="1" y="2"/>
                  </a:cubicBezTo>
                  <a:cubicBezTo>
                    <a:pt x="0" y="1"/>
                    <a:pt x="0" y="1"/>
                    <a:pt x="0" y="1"/>
                  </a:cubicBezTo>
                  <a:cubicBezTo>
                    <a:pt x="0" y="0"/>
                    <a:pt x="0" y="0"/>
                    <a:pt x="0" y="0"/>
                  </a:cubicBezTo>
                  <a:cubicBezTo>
                    <a:pt x="0" y="0"/>
                    <a:pt x="1" y="0"/>
                    <a:pt x="1" y="0"/>
                  </a:cubicBezTo>
                  <a:cubicBezTo>
                    <a:pt x="2" y="0"/>
                    <a:pt x="3" y="0"/>
                    <a:pt x="5" y="0"/>
                  </a:cubicBezTo>
                  <a:cubicBezTo>
                    <a:pt x="6" y="0"/>
                    <a:pt x="6" y="0"/>
                    <a:pt x="6" y="1"/>
                  </a:cubicBezTo>
                  <a:cubicBezTo>
                    <a:pt x="6" y="1"/>
                    <a:pt x="6" y="1"/>
                    <a:pt x="6" y="1"/>
                  </a:cubicBezTo>
                  <a:cubicBezTo>
                    <a:pt x="6" y="1"/>
                    <a:pt x="6" y="2"/>
                    <a:pt x="6" y="2"/>
                  </a:cubicBezTo>
                  <a:cubicBezTo>
                    <a:pt x="6" y="2"/>
                    <a:pt x="6" y="2"/>
                    <a:pt x="6" y="2"/>
                  </a:cubicBezTo>
                  <a:cubicBezTo>
                    <a:pt x="4" y="2"/>
                    <a:pt x="3" y="2"/>
                    <a:pt x="1" y="2"/>
                  </a:cubicBezTo>
                  <a:close/>
                  <a:moveTo>
                    <a:pt x="1" y="1"/>
                  </a:moveTo>
                  <a:cubicBezTo>
                    <a:pt x="1" y="1"/>
                    <a:pt x="1" y="1"/>
                    <a:pt x="1" y="1"/>
                  </a:cubicBezTo>
                  <a:cubicBezTo>
                    <a:pt x="3" y="1"/>
                    <a:pt x="4" y="1"/>
                    <a:pt x="5" y="1"/>
                  </a:cubicBezTo>
                  <a:cubicBezTo>
                    <a:pt x="5" y="1"/>
                    <a:pt x="5" y="1"/>
                    <a:pt x="5" y="1"/>
                  </a:cubicBezTo>
                  <a:cubicBezTo>
                    <a:pt x="5" y="1"/>
                    <a:pt x="5" y="1"/>
                    <a:pt x="5" y="1"/>
                  </a:cubicBezTo>
                  <a:cubicBezTo>
                    <a:pt x="4"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59" name="Freeform 710"/>
            <p:cNvSpPr>
              <a:spLocks noEditPoints="1"/>
            </p:cNvSpPr>
            <p:nvPr/>
          </p:nvSpPr>
          <p:spPr bwMode="auto">
            <a:xfrm>
              <a:off x="3627" y="1449"/>
              <a:ext cx="17" cy="5"/>
            </a:xfrm>
            <a:custGeom>
              <a:avLst/>
              <a:gdLst>
                <a:gd name="T0" fmla="*/ 1 w 7"/>
                <a:gd name="T1" fmla="*/ 2 h 2"/>
                <a:gd name="T2" fmla="*/ 1 w 7"/>
                <a:gd name="T3" fmla="*/ 2 h 2"/>
                <a:gd name="T4" fmla="*/ 1 w 7"/>
                <a:gd name="T5" fmla="*/ 1 h 2"/>
                <a:gd name="T6" fmla="*/ 1 w 7"/>
                <a:gd name="T7" fmla="*/ 1 h 2"/>
                <a:gd name="T8" fmla="*/ 1 w 7"/>
                <a:gd name="T9" fmla="*/ 0 h 2"/>
                <a:gd name="T10" fmla="*/ 5 w 7"/>
                <a:gd name="T11" fmla="*/ 1 h 2"/>
                <a:gd name="T12" fmla="*/ 6 w 7"/>
                <a:gd name="T13" fmla="*/ 1 h 2"/>
                <a:gd name="T14" fmla="*/ 7 w 7"/>
                <a:gd name="T15" fmla="*/ 2 h 2"/>
                <a:gd name="T16" fmla="*/ 7 w 7"/>
                <a:gd name="T17" fmla="*/ 2 h 2"/>
                <a:gd name="T18" fmla="*/ 6 w 7"/>
                <a:gd name="T19" fmla="*/ 2 h 2"/>
                <a:gd name="T20" fmla="*/ 1 w 7"/>
                <a:gd name="T21" fmla="*/ 2 h 2"/>
                <a:gd name="T22" fmla="*/ 2 w 7"/>
                <a:gd name="T23" fmla="*/ 1 h 2"/>
                <a:gd name="T24" fmla="*/ 2 w 7"/>
                <a:gd name="T25" fmla="*/ 2 h 2"/>
                <a:gd name="T26" fmla="*/ 6 w 7"/>
                <a:gd name="T27" fmla="*/ 2 h 2"/>
                <a:gd name="T28" fmla="*/ 6 w 7"/>
                <a:gd name="T29" fmla="*/ 1 h 2"/>
                <a:gd name="T30" fmla="*/ 5 w 7"/>
                <a:gd name="T31" fmla="*/ 1 h 2"/>
                <a:gd name="T32" fmla="*/ 2 w 7"/>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2">
                  <a:moveTo>
                    <a:pt x="1" y="2"/>
                  </a:moveTo>
                  <a:cubicBezTo>
                    <a:pt x="1" y="2"/>
                    <a:pt x="1" y="2"/>
                    <a:pt x="1" y="2"/>
                  </a:cubicBezTo>
                  <a:cubicBezTo>
                    <a:pt x="1" y="1"/>
                    <a:pt x="1" y="1"/>
                    <a:pt x="1" y="1"/>
                  </a:cubicBezTo>
                  <a:cubicBezTo>
                    <a:pt x="0" y="1"/>
                    <a:pt x="0" y="1"/>
                    <a:pt x="1" y="1"/>
                  </a:cubicBezTo>
                  <a:cubicBezTo>
                    <a:pt x="1" y="1"/>
                    <a:pt x="1" y="0"/>
                    <a:pt x="1" y="0"/>
                  </a:cubicBezTo>
                  <a:cubicBezTo>
                    <a:pt x="2" y="0"/>
                    <a:pt x="4" y="0"/>
                    <a:pt x="5" y="1"/>
                  </a:cubicBezTo>
                  <a:cubicBezTo>
                    <a:pt x="6" y="1"/>
                    <a:pt x="6" y="1"/>
                    <a:pt x="6" y="1"/>
                  </a:cubicBezTo>
                  <a:cubicBezTo>
                    <a:pt x="6" y="1"/>
                    <a:pt x="7" y="2"/>
                    <a:pt x="7" y="2"/>
                  </a:cubicBezTo>
                  <a:cubicBezTo>
                    <a:pt x="7" y="2"/>
                    <a:pt x="7" y="2"/>
                    <a:pt x="7" y="2"/>
                  </a:cubicBezTo>
                  <a:cubicBezTo>
                    <a:pt x="6" y="2"/>
                    <a:pt x="6" y="2"/>
                    <a:pt x="6" y="2"/>
                  </a:cubicBezTo>
                  <a:cubicBezTo>
                    <a:pt x="5" y="2"/>
                    <a:pt x="3" y="2"/>
                    <a:pt x="1" y="2"/>
                  </a:cubicBezTo>
                  <a:close/>
                  <a:moveTo>
                    <a:pt x="2" y="1"/>
                  </a:moveTo>
                  <a:cubicBezTo>
                    <a:pt x="2" y="2"/>
                    <a:pt x="2" y="2"/>
                    <a:pt x="2" y="2"/>
                  </a:cubicBezTo>
                  <a:cubicBezTo>
                    <a:pt x="3" y="2"/>
                    <a:pt x="4" y="2"/>
                    <a:pt x="6" y="2"/>
                  </a:cubicBezTo>
                  <a:cubicBezTo>
                    <a:pt x="6" y="1"/>
                    <a:pt x="6" y="1"/>
                    <a:pt x="6" y="1"/>
                  </a:cubicBezTo>
                  <a:cubicBezTo>
                    <a:pt x="6"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0" name="Freeform 711"/>
            <p:cNvSpPr>
              <a:spLocks noEditPoints="1"/>
            </p:cNvSpPr>
            <p:nvPr/>
          </p:nvSpPr>
          <p:spPr bwMode="auto">
            <a:xfrm>
              <a:off x="3612" y="1441"/>
              <a:ext cx="12" cy="5"/>
            </a:xfrm>
            <a:custGeom>
              <a:avLst/>
              <a:gdLst>
                <a:gd name="T0" fmla="*/ 0 w 5"/>
                <a:gd name="T1" fmla="*/ 2 h 2"/>
                <a:gd name="T2" fmla="*/ 0 w 5"/>
                <a:gd name="T3" fmla="*/ 2 h 2"/>
                <a:gd name="T4" fmla="*/ 0 w 5"/>
                <a:gd name="T5" fmla="*/ 0 h 2"/>
                <a:gd name="T6" fmla="*/ 0 w 5"/>
                <a:gd name="T7" fmla="*/ 0 h 2"/>
                <a:gd name="T8" fmla="*/ 0 w 5"/>
                <a:gd name="T9" fmla="*/ 0 h 2"/>
                <a:gd name="T10" fmla="*/ 4 w 5"/>
                <a:gd name="T11" fmla="*/ 0 h 2"/>
                <a:gd name="T12" fmla="*/ 4 w 5"/>
                <a:gd name="T13" fmla="*/ 0 h 2"/>
                <a:gd name="T14" fmla="*/ 4 w 5"/>
                <a:gd name="T15" fmla="*/ 0 h 2"/>
                <a:gd name="T16" fmla="*/ 5 w 5"/>
                <a:gd name="T17" fmla="*/ 1 h 2"/>
                <a:gd name="T18" fmla="*/ 5 w 5"/>
                <a:gd name="T19" fmla="*/ 1 h 2"/>
                <a:gd name="T20" fmla="*/ 5 w 5"/>
                <a:gd name="T21" fmla="*/ 2 h 2"/>
                <a:gd name="T22" fmla="*/ 5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0" y="2"/>
                  </a:moveTo>
                  <a:cubicBezTo>
                    <a:pt x="0" y="2"/>
                    <a:pt x="0" y="2"/>
                    <a:pt x="0" y="2"/>
                  </a:cubicBezTo>
                  <a:cubicBezTo>
                    <a:pt x="0" y="1"/>
                    <a:pt x="0" y="1"/>
                    <a:pt x="0" y="0"/>
                  </a:cubicBezTo>
                  <a:cubicBezTo>
                    <a:pt x="0" y="0"/>
                    <a:pt x="0" y="0"/>
                    <a:pt x="0" y="0"/>
                  </a:cubicBezTo>
                  <a:cubicBezTo>
                    <a:pt x="0" y="0"/>
                    <a:pt x="0" y="0"/>
                    <a:pt x="0" y="0"/>
                  </a:cubicBezTo>
                  <a:cubicBezTo>
                    <a:pt x="4" y="0"/>
                    <a:pt x="4" y="0"/>
                    <a:pt x="4" y="0"/>
                  </a:cubicBezTo>
                  <a:cubicBezTo>
                    <a:pt x="4" y="0"/>
                    <a:pt x="4" y="0"/>
                    <a:pt x="4" y="0"/>
                  </a:cubicBezTo>
                  <a:cubicBezTo>
                    <a:pt x="4" y="0"/>
                    <a:pt x="4" y="0"/>
                    <a:pt x="4" y="0"/>
                  </a:cubicBezTo>
                  <a:cubicBezTo>
                    <a:pt x="5" y="0"/>
                    <a:pt x="5" y="1"/>
                    <a:pt x="5" y="1"/>
                  </a:cubicBezTo>
                  <a:cubicBezTo>
                    <a:pt x="5" y="1"/>
                    <a:pt x="5" y="1"/>
                    <a:pt x="5" y="1"/>
                  </a:cubicBezTo>
                  <a:cubicBezTo>
                    <a:pt x="5" y="1"/>
                    <a:pt x="5" y="2"/>
                    <a:pt x="5" y="2"/>
                  </a:cubicBezTo>
                  <a:cubicBezTo>
                    <a:pt x="5" y="2"/>
                    <a:pt x="5" y="2"/>
                    <a:pt x="5" y="2"/>
                  </a:cubicBezTo>
                  <a:cubicBezTo>
                    <a:pt x="5"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1" name="Freeform 712"/>
            <p:cNvSpPr>
              <a:spLocks noEditPoints="1"/>
            </p:cNvSpPr>
            <p:nvPr/>
          </p:nvSpPr>
          <p:spPr bwMode="auto">
            <a:xfrm>
              <a:off x="3614" y="1449"/>
              <a:ext cx="13" cy="5"/>
            </a:xfrm>
            <a:custGeom>
              <a:avLst/>
              <a:gdLst>
                <a:gd name="T0" fmla="*/ 1 w 5"/>
                <a:gd name="T1" fmla="*/ 2 h 2"/>
                <a:gd name="T2" fmla="*/ 0 w 5"/>
                <a:gd name="T3" fmla="*/ 2 h 2"/>
                <a:gd name="T4" fmla="*/ 0 w 5"/>
                <a:gd name="T5" fmla="*/ 1 h 2"/>
                <a:gd name="T6" fmla="*/ 0 w 5"/>
                <a:gd name="T7" fmla="*/ 0 h 2"/>
                <a:gd name="T8" fmla="*/ 1 w 5"/>
                <a:gd name="T9" fmla="*/ 0 h 2"/>
                <a:gd name="T10" fmla="*/ 4 w 5"/>
                <a:gd name="T11" fmla="*/ 0 h 2"/>
                <a:gd name="T12" fmla="*/ 5 w 5"/>
                <a:gd name="T13" fmla="*/ 1 h 2"/>
                <a:gd name="T14" fmla="*/ 5 w 5"/>
                <a:gd name="T15" fmla="*/ 1 h 2"/>
                <a:gd name="T16" fmla="*/ 5 w 5"/>
                <a:gd name="T17" fmla="*/ 1 h 2"/>
                <a:gd name="T18" fmla="*/ 5 w 5"/>
                <a:gd name="T19" fmla="*/ 2 h 2"/>
                <a:gd name="T20" fmla="*/ 5 w 5"/>
                <a:gd name="T21" fmla="*/ 2 h 2"/>
                <a:gd name="T22" fmla="*/ 5 w 5"/>
                <a:gd name="T23" fmla="*/ 2 h 2"/>
                <a:gd name="T24" fmla="*/ 1 w 5"/>
                <a:gd name="T25" fmla="*/ 2 h 2"/>
                <a:gd name="T26" fmla="*/ 1 w 5"/>
                <a:gd name="T27" fmla="*/ 1 h 2"/>
                <a:gd name="T28" fmla="*/ 1 w 5"/>
                <a:gd name="T29" fmla="*/ 2 h 2"/>
                <a:gd name="T30" fmla="*/ 4 w 5"/>
                <a:gd name="T31" fmla="*/ 2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1" y="2"/>
                  </a:moveTo>
                  <a:cubicBezTo>
                    <a:pt x="1" y="2"/>
                    <a:pt x="0" y="2"/>
                    <a:pt x="0" y="2"/>
                  </a:cubicBezTo>
                  <a:cubicBezTo>
                    <a:pt x="0" y="2"/>
                    <a:pt x="0" y="1"/>
                    <a:pt x="0" y="1"/>
                  </a:cubicBezTo>
                  <a:cubicBezTo>
                    <a:pt x="0" y="1"/>
                    <a:pt x="0" y="1"/>
                    <a:pt x="0" y="0"/>
                  </a:cubicBezTo>
                  <a:cubicBezTo>
                    <a:pt x="0" y="0"/>
                    <a:pt x="0" y="0"/>
                    <a:pt x="1" y="0"/>
                  </a:cubicBezTo>
                  <a:cubicBezTo>
                    <a:pt x="4" y="0"/>
                    <a:pt x="4" y="0"/>
                    <a:pt x="4" y="0"/>
                  </a:cubicBezTo>
                  <a:cubicBezTo>
                    <a:pt x="4" y="0"/>
                    <a:pt x="5" y="0"/>
                    <a:pt x="5" y="1"/>
                  </a:cubicBezTo>
                  <a:cubicBezTo>
                    <a:pt x="5" y="1"/>
                    <a:pt x="5" y="1"/>
                    <a:pt x="5" y="1"/>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1" y="1"/>
                  </a:moveTo>
                  <a:cubicBezTo>
                    <a:pt x="1" y="1"/>
                    <a:pt x="1" y="1"/>
                    <a:pt x="1" y="2"/>
                  </a:cubicBezTo>
                  <a:cubicBezTo>
                    <a:pt x="4" y="2"/>
                    <a:pt x="4" y="2"/>
                    <a:pt x="4" y="2"/>
                  </a:cubicBezTo>
                  <a:cubicBezTo>
                    <a:pt x="4" y="2"/>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2" name="Freeform 713"/>
            <p:cNvSpPr>
              <a:spLocks noEditPoints="1"/>
            </p:cNvSpPr>
            <p:nvPr/>
          </p:nvSpPr>
          <p:spPr bwMode="auto">
            <a:xfrm>
              <a:off x="3585" y="1441"/>
              <a:ext cx="12" cy="5"/>
            </a:xfrm>
            <a:custGeom>
              <a:avLst/>
              <a:gdLst>
                <a:gd name="T0" fmla="*/ 1 w 5"/>
                <a:gd name="T1" fmla="*/ 2 h 2"/>
                <a:gd name="T2" fmla="*/ 0 w 5"/>
                <a:gd name="T3" fmla="*/ 2 h 2"/>
                <a:gd name="T4" fmla="*/ 0 w 5"/>
                <a:gd name="T5" fmla="*/ 1 h 2"/>
                <a:gd name="T6" fmla="*/ 1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5 w 5"/>
                <a:gd name="T23" fmla="*/ 2 h 2"/>
                <a:gd name="T24" fmla="*/ 1 w 5"/>
                <a:gd name="T25" fmla="*/ 2 h 2"/>
                <a:gd name="T26" fmla="*/ 2 w 5"/>
                <a:gd name="T27" fmla="*/ 1 h 2"/>
                <a:gd name="T28" fmla="*/ 1 w 5"/>
                <a:gd name="T29" fmla="*/ 1 h 2"/>
                <a:gd name="T30" fmla="*/ 4 w 5"/>
                <a:gd name="T31" fmla="*/ 1 h 2"/>
                <a:gd name="T32" fmla="*/ 4 w 5"/>
                <a:gd name="T33" fmla="*/ 1 h 2"/>
                <a:gd name="T34" fmla="*/ 2 w 5"/>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2">
                  <a:moveTo>
                    <a:pt x="1" y="2"/>
                  </a:moveTo>
                  <a:cubicBezTo>
                    <a:pt x="1" y="2"/>
                    <a:pt x="0" y="2"/>
                    <a:pt x="0" y="2"/>
                  </a:cubicBezTo>
                  <a:cubicBezTo>
                    <a:pt x="0" y="2"/>
                    <a:pt x="0" y="2"/>
                    <a:pt x="0" y="1"/>
                  </a:cubicBezTo>
                  <a:cubicBezTo>
                    <a:pt x="1" y="1"/>
                    <a:pt x="1" y="1"/>
                    <a:pt x="1" y="0"/>
                  </a:cubicBezTo>
                  <a:cubicBezTo>
                    <a:pt x="1" y="0"/>
                    <a:pt x="1" y="0"/>
                    <a:pt x="1" y="0"/>
                  </a:cubicBezTo>
                  <a:cubicBezTo>
                    <a:pt x="2" y="0"/>
                    <a:pt x="4" y="0"/>
                    <a:pt x="5" y="0"/>
                  </a:cubicBezTo>
                  <a:cubicBezTo>
                    <a:pt x="5" y="0"/>
                    <a:pt x="5" y="0"/>
                    <a:pt x="5" y="0"/>
                  </a:cubicBezTo>
                  <a:cubicBezTo>
                    <a:pt x="5" y="0"/>
                    <a:pt x="5" y="0"/>
                    <a:pt x="5" y="0"/>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2" y="1"/>
                  </a:moveTo>
                  <a:cubicBezTo>
                    <a:pt x="2" y="1"/>
                    <a:pt x="2" y="1"/>
                    <a:pt x="1" y="1"/>
                  </a:cubicBezTo>
                  <a:cubicBezTo>
                    <a:pt x="4" y="1"/>
                    <a:pt x="4" y="1"/>
                    <a:pt x="4" y="1"/>
                  </a:cubicBezTo>
                  <a:cubicBezTo>
                    <a:pt x="4" y="1"/>
                    <a:pt x="4" y="1"/>
                    <a:pt x="4"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3" name="Freeform 714"/>
            <p:cNvSpPr>
              <a:spLocks noEditPoints="1"/>
            </p:cNvSpPr>
            <p:nvPr/>
          </p:nvSpPr>
          <p:spPr bwMode="auto">
            <a:xfrm>
              <a:off x="3573" y="1441"/>
              <a:ext cx="12" cy="5"/>
            </a:xfrm>
            <a:custGeom>
              <a:avLst/>
              <a:gdLst>
                <a:gd name="T0" fmla="*/ 0 w 5"/>
                <a:gd name="T1" fmla="*/ 2 h 2"/>
                <a:gd name="T2" fmla="*/ 0 w 5"/>
                <a:gd name="T3" fmla="*/ 2 h 2"/>
                <a:gd name="T4" fmla="*/ 0 w 5"/>
                <a:gd name="T5" fmla="*/ 2 h 2"/>
                <a:gd name="T6" fmla="*/ 0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4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1 w 5"/>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2">
                  <a:moveTo>
                    <a:pt x="0" y="2"/>
                  </a:moveTo>
                  <a:cubicBezTo>
                    <a:pt x="0" y="2"/>
                    <a:pt x="0" y="2"/>
                    <a:pt x="0" y="2"/>
                  </a:cubicBezTo>
                  <a:cubicBezTo>
                    <a:pt x="0" y="2"/>
                    <a:pt x="0" y="2"/>
                    <a:pt x="0" y="2"/>
                  </a:cubicBezTo>
                  <a:cubicBezTo>
                    <a:pt x="0" y="1"/>
                    <a:pt x="0" y="1"/>
                    <a:pt x="0" y="0"/>
                  </a:cubicBezTo>
                  <a:cubicBezTo>
                    <a:pt x="0" y="0"/>
                    <a:pt x="1" y="0"/>
                    <a:pt x="1" y="0"/>
                  </a:cubicBezTo>
                  <a:cubicBezTo>
                    <a:pt x="2" y="0"/>
                    <a:pt x="3" y="0"/>
                    <a:pt x="5" y="0"/>
                  </a:cubicBezTo>
                  <a:cubicBezTo>
                    <a:pt x="5" y="0"/>
                    <a:pt x="5" y="0"/>
                    <a:pt x="5" y="0"/>
                  </a:cubicBezTo>
                  <a:cubicBezTo>
                    <a:pt x="5" y="0"/>
                    <a:pt x="5" y="0"/>
                    <a:pt x="5" y="0"/>
                  </a:cubicBezTo>
                  <a:cubicBezTo>
                    <a:pt x="5" y="1"/>
                    <a:pt x="5" y="1"/>
                    <a:pt x="5" y="1"/>
                  </a:cubicBezTo>
                  <a:cubicBezTo>
                    <a:pt x="5" y="1"/>
                    <a:pt x="5" y="1"/>
                    <a:pt x="5" y="2"/>
                  </a:cubicBezTo>
                  <a:cubicBezTo>
                    <a:pt x="5" y="2"/>
                    <a:pt x="5" y="2"/>
                    <a:pt x="5" y="2"/>
                  </a:cubicBezTo>
                  <a:cubicBezTo>
                    <a:pt x="5" y="2"/>
                    <a:pt x="4" y="2"/>
                    <a:pt x="4" y="2"/>
                  </a:cubicBezTo>
                  <a:cubicBezTo>
                    <a:pt x="4"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4" name="Freeform 715"/>
            <p:cNvSpPr>
              <a:spLocks/>
            </p:cNvSpPr>
            <p:nvPr/>
          </p:nvSpPr>
          <p:spPr bwMode="auto">
            <a:xfrm>
              <a:off x="3543"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1" y="0"/>
                  </a:cubicBezTo>
                  <a:cubicBezTo>
                    <a:pt x="1" y="0"/>
                    <a:pt x="1" y="0"/>
                    <a:pt x="1" y="0"/>
                  </a:cubicBezTo>
                  <a:cubicBezTo>
                    <a:pt x="1" y="0"/>
                    <a:pt x="1"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5" name="Freeform 716"/>
            <p:cNvSpPr>
              <a:spLocks/>
            </p:cNvSpPr>
            <p:nvPr/>
          </p:nvSpPr>
          <p:spPr bwMode="auto">
            <a:xfrm>
              <a:off x="354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1"/>
                    <a:pt x="0" y="0"/>
                  </a:cubicBezTo>
                  <a:cubicBezTo>
                    <a:pt x="1" y="0"/>
                    <a:pt x="1" y="0"/>
                    <a:pt x="1" y="0"/>
                  </a:cubicBezTo>
                  <a:cubicBezTo>
                    <a:pt x="1" y="0"/>
                    <a:pt x="1" y="1"/>
                    <a:pt x="1" y="1"/>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6" name="Freeform 717"/>
            <p:cNvSpPr>
              <a:spLocks/>
            </p:cNvSpPr>
            <p:nvPr/>
          </p:nvSpPr>
          <p:spPr bwMode="auto">
            <a:xfrm>
              <a:off x="3553"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0"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7" name="Freeform 718"/>
            <p:cNvSpPr>
              <a:spLocks/>
            </p:cNvSpPr>
            <p:nvPr/>
          </p:nvSpPr>
          <p:spPr bwMode="auto">
            <a:xfrm>
              <a:off x="355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1" y="0"/>
                    <a:pt x="1" y="0"/>
                    <a:pt x="1" y="0"/>
                  </a:cubicBezTo>
                  <a:cubicBezTo>
                    <a:pt x="1" y="0"/>
                    <a:pt x="1" y="0"/>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8" name="Freeform 719"/>
            <p:cNvSpPr>
              <a:spLocks/>
            </p:cNvSpPr>
            <p:nvPr/>
          </p:nvSpPr>
          <p:spPr bwMode="auto">
            <a:xfrm>
              <a:off x="3563" y="1459"/>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0" y="2"/>
                    <a:pt x="0" y="2"/>
                    <a:pt x="0" y="2"/>
                  </a:cubicBezTo>
                  <a:cubicBezTo>
                    <a:pt x="0" y="2"/>
                    <a:pt x="0" y="2"/>
                    <a:pt x="0" y="2"/>
                  </a:cubicBezTo>
                  <a:cubicBezTo>
                    <a:pt x="1" y="0"/>
                    <a:pt x="1" y="0"/>
                    <a:pt x="1" y="0"/>
                  </a:cubicBezTo>
                  <a:cubicBezTo>
                    <a:pt x="1" y="0"/>
                    <a:pt x="1" y="0"/>
                    <a:pt x="1" y="0"/>
                  </a:cubicBezTo>
                  <a:cubicBezTo>
                    <a:pt x="1" y="0"/>
                    <a:pt x="1" y="0"/>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9" name="Freeform 720"/>
            <p:cNvSpPr>
              <a:spLocks/>
            </p:cNvSpPr>
            <p:nvPr/>
          </p:nvSpPr>
          <p:spPr bwMode="auto">
            <a:xfrm>
              <a:off x="3568"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1"/>
                    <a:pt x="1" y="0"/>
                  </a:cubicBezTo>
                  <a:cubicBezTo>
                    <a:pt x="1" y="0"/>
                    <a:pt x="2"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0" name="Freeform 721"/>
            <p:cNvSpPr>
              <a:spLocks/>
            </p:cNvSpPr>
            <p:nvPr/>
          </p:nvSpPr>
          <p:spPr bwMode="auto">
            <a:xfrm>
              <a:off x="3575" y="1459"/>
              <a:ext cx="5" cy="5"/>
            </a:xfrm>
            <a:custGeom>
              <a:avLst/>
              <a:gdLst>
                <a:gd name="T0" fmla="*/ 1 w 2"/>
                <a:gd name="T1" fmla="*/ 2 h 2"/>
                <a:gd name="T2" fmla="*/ 1 w 2"/>
                <a:gd name="T3" fmla="*/ 2 h 2"/>
                <a:gd name="T4" fmla="*/ 0 w 2"/>
                <a:gd name="T5" fmla="*/ 2 h 2"/>
                <a:gd name="T6" fmla="*/ 1 w 2"/>
                <a:gd name="T7" fmla="*/ 0 h 2"/>
                <a:gd name="T8" fmla="*/ 1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1" y="2"/>
                    <a:pt x="1" y="2"/>
                  </a:cubicBezTo>
                  <a:cubicBezTo>
                    <a:pt x="1" y="2"/>
                    <a:pt x="0" y="2"/>
                    <a:pt x="0" y="2"/>
                  </a:cubicBezTo>
                  <a:cubicBezTo>
                    <a:pt x="1" y="1"/>
                    <a:pt x="1" y="1"/>
                    <a:pt x="1" y="0"/>
                  </a:cubicBezTo>
                  <a:cubicBezTo>
                    <a:pt x="1" y="0"/>
                    <a:pt x="1" y="0"/>
                    <a:pt x="1" y="0"/>
                  </a:cubicBezTo>
                  <a:cubicBezTo>
                    <a:pt x="2" y="0"/>
                    <a:pt x="2" y="1"/>
                    <a:pt x="2" y="1"/>
                  </a:cubicBezTo>
                  <a:cubicBezTo>
                    <a:pt x="1"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1" name="Freeform 722"/>
            <p:cNvSpPr>
              <a:spLocks/>
            </p:cNvSpPr>
            <p:nvPr/>
          </p:nvSpPr>
          <p:spPr bwMode="auto">
            <a:xfrm>
              <a:off x="3582"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0"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2" name="Freeform 723"/>
            <p:cNvSpPr>
              <a:spLocks/>
            </p:cNvSpPr>
            <p:nvPr/>
          </p:nvSpPr>
          <p:spPr bwMode="auto">
            <a:xfrm>
              <a:off x="3590"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3" name="Freeform 724"/>
            <p:cNvSpPr>
              <a:spLocks/>
            </p:cNvSpPr>
            <p:nvPr/>
          </p:nvSpPr>
          <p:spPr bwMode="auto">
            <a:xfrm>
              <a:off x="3595" y="1459"/>
              <a:ext cx="2" cy="5"/>
            </a:xfrm>
            <a:custGeom>
              <a:avLst/>
              <a:gdLst>
                <a:gd name="T0" fmla="*/ 0 w 1"/>
                <a:gd name="T1" fmla="*/ 2 h 2"/>
                <a:gd name="T2" fmla="*/ 0 w 1"/>
                <a:gd name="T3" fmla="*/ 2 h 2"/>
                <a:gd name="T4" fmla="*/ 0 w 1"/>
                <a:gd name="T5" fmla="*/ 1 h 2"/>
                <a:gd name="T6" fmla="*/ 1 w 1"/>
                <a:gd name="T7" fmla="*/ 1 h 2"/>
                <a:gd name="T8" fmla="*/ 1 w 1"/>
                <a:gd name="T9" fmla="*/ 1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0" y="1"/>
                  </a:cubicBezTo>
                  <a:cubicBezTo>
                    <a:pt x="0" y="0"/>
                    <a:pt x="1" y="0"/>
                    <a:pt x="1" y="1"/>
                  </a:cubicBezTo>
                  <a:cubicBezTo>
                    <a:pt x="1" y="1"/>
                    <a:pt x="1" y="1"/>
                    <a:pt x="1" y="1"/>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4" name="Freeform 725"/>
            <p:cNvSpPr>
              <a:spLocks/>
            </p:cNvSpPr>
            <p:nvPr/>
          </p:nvSpPr>
          <p:spPr bwMode="auto">
            <a:xfrm>
              <a:off x="3600"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1"/>
                    <a:pt x="0"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5" name="Freeform 726"/>
            <p:cNvSpPr>
              <a:spLocks/>
            </p:cNvSpPr>
            <p:nvPr/>
          </p:nvSpPr>
          <p:spPr bwMode="auto">
            <a:xfrm>
              <a:off x="3602" y="145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6" name="Freeform 727"/>
            <p:cNvSpPr>
              <a:spLocks/>
            </p:cNvSpPr>
            <p:nvPr/>
          </p:nvSpPr>
          <p:spPr bwMode="auto">
            <a:xfrm>
              <a:off x="3607" y="1459"/>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1" y="0"/>
                  </a:cubicBezTo>
                  <a:cubicBezTo>
                    <a:pt x="1" y="0"/>
                    <a:pt x="2" y="0"/>
                    <a:pt x="2" y="0"/>
                  </a:cubicBezTo>
                  <a:cubicBezTo>
                    <a:pt x="2" y="0"/>
                    <a:pt x="2" y="1"/>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7" name="Freeform 728"/>
            <p:cNvSpPr>
              <a:spLocks/>
            </p:cNvSpPr>
            <p:nvPr/>
          </p:nvSpPr>
          <p:spPr bwMode="auto">
            <a:xfrm>
              <a:off x="361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1"/>
                    <a:pt x="1"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8" name="Freeform 729"/>
            <p:cNvSpPr>
              <a:spLocks/>
            </p:cNvSpPr>
            <p:nvPr/>
          </p:nvSpPr>
          <p:spPr bwMode="auto">
            <a:xfrm>
              <a:off x="3619"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79" name="Freeform 730"/>
            <p:cNvSpPr>
              <a:spLocks/>
            </p:cNvSpPr>
            <p:nvPr/>
          </p:nvSpPr>
          <p:spPr bwMode="auto">
            <a:xfrm>
              <a:off x="362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0" name="Freeform 731"/>
            <p:cNvSpPr>
              <a:spLocks/>
            </p:cNvSpPr>
            <p:nvPr/>
          </p:nvSpPr>
          <p:spPr bwMode="auto">
            <a:xfrm>
              <a:off x="3627" y="1459"/>
              <a:ext cx="5" cy="5"/>
            </a:xfrm>
            <a:custGeom>
              <a:avLst/>
              <a:gdLst>
                <a:gd name="T0" fmla="*/ 1 w 2"/>
                <a:gd name="T1" fmla="*/ 2 h 2"/>
                <a:gd name="T2" fmla="*/ 1 w 2"/>
                <a:gd name="T3" fmla="*/ 2 h 2"/>
                <a:gd name="T4" fmla="*/ 0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1" name="Freeform 732"/>
            <p:cNvSpPr>
              <a:spLocks/>
            </p:cNvSpPr>
            <p:nvPr/>
          </p:nvSpPr>
          <p:spPr bwMode="auto">
            <a:xfrm>
              <a:off x="3632" y="145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1"/>
                    <a:pt x="1" y="0"/>
                  </a:cubicBezTo>
                  <a:cubicBezTo>
                    <a:pt x="1" y="0"/>
                    <a:pt x="1" y="0"/>
                    <a:pt x="2" y="0"/>
                  </a:cubicBezTo>
                  <a:cubicBezTo>
                    <a:pt x="2" y="0"/>
                    <a:pt x="2" y="1"/>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2" name="Freeform 733"/>
            <p:cNvSpPr>
              <a:spLocks/>
            </p:cNvSpPr>
            <p:nvPr/>
          </p:nvSpPr>
          <p:spPr bwMode="auto">
            <a:xfrm>
              <a:off x="3637" y="145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0"/>
                    <a:pt x="1" y="0"/>
                    <a:pt x="1" y="0"/>
                  </a:cubicBezTo>
                  <a:cubicBezTo>
                    <a:pt x="1" y="0"/>
                    <a:pt x="1" y="0"/>
                    <a:pt x="1" y="0"/>
                  </a:cubicBezTo>
                  <a:cubicBezTo>
                    <a:pt x="2" y="0"/>
                    <a:pt x="2"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3" name="Freeform 734"/>
            <p:cNvSpPr>
              <a:spLocks/>
            </p:cNvSpPr>
            <p:nvPr/>
          </p:nvSpPr>
          <p:spPr bwMode="auto">
            <a:xfrm>
              <a:off x="3642" y="145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4" name="Freeform 735"/>
            <p:cNvSpPr>
              <a:spLocks/>
            </p:cNvSpPr>
            <p:nvPr/>
          </p:nvSpPr>
          <p:spPr bwMode="auto">
            <a:xfrm>
              <a:off x="3560"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4" y="14"/>
                    <a:pt x="9" y="7"/>
                    <a:pt x="14" y="0"/>
                  </a:cubicBezTo>
                  <a:cubicBezTo>
                    <a:pt x="15" y="1"/>
                    <a:pt x="15" y="1"/>
                    <a:pt x="15" y="1"/>
                  </a:cubicBezTo>
                  <a:cubicBezTo>
                    <a:pt x="10" y="7"/>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5" name="Freeform 736"/>
            <p:cNvSpPr>
              <a:spLocks/>
            </p:cNvSpPr>
            <p:nvPr/>
          </p:nvSpPr>
          <p:spPr bwMode="auto">
            <a:xfrm>
              <a:off x="3577"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5" y="14"/>
                    <a:pt x="9" y="7"/>
                    <a:pt x="14" y="0"/>
                  </a:cubicBezTo>
                  <a:cubicBezTo>
                    <a:pt x="15" y="1"/>
                    <a:pt x="15" y="1"/>
                    <a:pt x="15" y="1"/>
                  </a:cubicBezTo>
                  <a:cubicBezTo>
                    <a:pt x="10" y="8"/>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86" name="Freeform 737"/>
            <p:cNvSpPr>
              <a:spLocks/>
            </p:cNvSpPr>
            <p:nvPr/>
          </p:nvSpPr>
          <p:spPr bwMode="auto">
            <a:xfrm>
              <a:off x="3619" y="1369"/>
              <a:ext cx="20" cy="27"/>
            </a:xfrm>
            <a:custGeom>
              <a:avLst/>
              <a:gdLst>
                <a:gd name="T0" fmla="*/ 1 w 8"/>
                <a:gd name="T1" fmla="*/ 11 h 11"/>
                <a:gd name="T2" fmla="*/ 0 w 8"/>
                <a:gd name="T3" fmla="*/ 11 h 11"/>
                <a:gd name="T4" fmla="*/ 7 w 8"/>
                <a:gd name="T5" fmla="*/ 0 h 11"/>
                <a:gd name="T6" fmla="*/ 8 w 8"/>
                <a:gd name="T7" fmla="*/ 1 h 11"/>
                <a:gd name="T8" fmla="*/ 1 w 8"/>
                <a:gd name="T9" fmla="*/ 11 h 11"/>
              </a:gdLst>
              <a:ahLst/>
              <a:cxnLst>
                <a:cxn ang="0">
                  <a:pos x="T0" y="T1"/>
                </a:cxn>
                <a:cxn ang="0">
                  <a:pos x="T2" y="T3"/>
                </a:cxn>
                <a:cxn ang="0">
                  <a:pos x="T4" y="T5"/>
                </a:cxn>
                <a:cxn ang="0">
                  <a:pos x="T6" y="T7"/>
                </a:cxn>
                <a:cxn ang="0">
                  <a:pos x="T8" y="T9"/>
                </a:cxn>
              </a:cxnLst>
              <a:rect l="0" t="0" r="r" b="b"/>
              <a:pathLst>
                <a:path w="8" h="11">
                  <a:moveTo>
                    <a:pt x="1" y="11"/>
                  </a:moveTo>
                  <a:cubicBezTo>
                    <a:pt x="0" y="11"/>
                    <a:pt x="0" y="11"/>
                    <a:pt x="0" y="11"/>
                  </a:cubicBezTo>
                  <a:cubicBezTo>
                    <a:pt x="3" y="7"/>
                    <a:pt x="5" y="4"/>
                    <a:pt x="7" y="0"/>
                  </a:cubicBezTo>
                  <a:cubicBezTo>
                    <a:pt x="8" y="1"/>
                    <a:pt x="8" y="1"/>
                    <a:pt x="8" y="1"/>
                  </a:cubicBezTo>
                  <a:cubicBezTo>
                    <a:pt x="5" y="4"/>
                    <a:pt x="3" y="8"/>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587" name="任意多边形 586"/>
          <p:cNvSpPr/>
          <p:nvPr/>
        </p:nvSpPr>
        <p:spPr>
          <a:xfrm flipV="1">
            <a:off x="5057928" y="1265685"/>
            <a:ext cx="197463" cy="222690"/>
          </a:xfrm>
          <a:custGeom>
            <a:avLst/>
            <a:gdLst>
              <a:gd name="connsiteX0" fmla="*/ 0 w 187235"/>
              <a:gd name="connsiteY0" fmla="*/ 211154 h 211154"/>
              <a:gd name="connsiteX1" fmla="*/ 4007 w 187235"/>
              <a:gd name="connsiteY1" fmla="*/ 211154 h 211154"/>
              <a:gd name="connsiteX2" fmla="*/ 93617 w 187235"/>
              <a:gd name="connsiteY2" fmla="*/ 167392 h 211154"/>
              <a:gd name="connsiteX3" fmla="*/ 183227 w 187235"/>
              <a:gd name="connsiteY3" fmla="*/ 211154 h 211154"/>
              <a:gd name="connsiteX4" fmla="*/ 187235 w 187235"/>
              <a:gd name="connsiteY4" fmla="*/ 211154 h 211154"/>
              <a:gd name="connsiteX5" fmla="*/ 93618 w 187235"/>
              <a:gd name="connsiteY5" fmla="*/ 0 h 21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235" h="211154">
                <a:moveTo>
                  <a:pt x="0" y="211154"/>
                </a:moveTo>
                <a:lnTo>
                  <a:pt x="4007" y="211154"/>
                </a:lnTo>
                <a:lnTo>
                  <a:pt x="93617" y="167392"/>
                </a:lnTo>
                <a:lnTo>
                  <a:pt x="183227" y="211154"/>
                </a:lnTo>
                <a:lnTo>
                  <a:pt x="187235" y="211154"/>
                </a:lnTo>
                <a:lnTo>
                  <a:pt x="93618" y="0"/>
                </a:lnTo>
                <a:close/>
              </a:path>
            </a:pathLst>
          </a:custGeom>
          <a:solidFill>
            <a:srgbClr val="C00000"/>
          </a:solidFill>
          <a:ln>
            <a:noFill/>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rtlCol="0" anchor="ctr"/>
          <a:lstStyle/>
          <a:p>
            <a:pPr algn="ctr"/>
            <a:endParaRPr lang="zh-CN" altLang="en-US">
              <a:solidFill>
                <a:prstClr val="white"/>
              </a:solidFill>
            </a:endParaRPr>
          </a:p>
        </p:txBody>
      </p:sp>
      <p:sp>
        <p:nvSpPr>
          <p:cNvPr id="588" name="文本框 1872"/>
          <p:cNvSpPr txBox="1"/>
          <p:nvPr/>
        </p:nvSpPr>
        <p:spPr>
          <a:xfrm>
            <a:off x="4769244" y="910108"/>
            <a:ext cx="773249" cy="421954"/>
          </a:xfrm>
          <a:prstGeom prst="rect">
            <a:avLst/>
          </a:prstGeom>
          <a:noFill/>
        </p:spPr>
        <p:txBody>
          <a:bodyPr wrap="square" lIns="96435" tIns="48218" rIns="96435" bIns="48218" rtlCol="0">
            <a:spAutoFit/>
          </a:bodyPr>
          <a:lstStyle/>
          <a:p>
            <a:r>
              <a:rPr lang="zh-CN" altLang="en-US" sz="2109" dirty="0">
                <a:latin typeface="方正综艺简体" panose="03000509000000000000" pitchFamily="65" charset="-122"/>
                <a:ea typeface="方正综艺简体" panose="03000509000000000000" pitchFamily="65" charset="-122"/>
              </a:rPr>
              <a:t>成功</a:t>
            </a:r>
          </a:p>
        </p:txBody>
      </p:sp>
      <p:grpSp>
        <p:nvGrpSpPr>
          <p:cNvPr id="589" name="组合 588"/>
          <p:cNvGrpSpPr/>
          <p:nvPr/>
        </p:nvGrpSpPr>
        <p:grpSpPr>
          <a:xfrm flipH="1">
            <a:off x="6256231" y="1337869"/>
            <a:ext cx="438037" cy="615375"/>
            <a:chOff x="7816851" y="3132140"/>
            <a:chExt cx="133341" cy="187323"/>
          </a:xfrm>
          <a:solidFill>
            <a:schemeClr val="tx1"/>
          </a:solidFill>
          <a:effectLst>
            <a:reflection stA="33000" endPos="90000" dir="5400000" sy="-100000" algn="bl" rotWithShape="0"/>
          </a:effectLst>
        </p:grpSpPr>
        <p:sp>
          <p:nvSpPr>
            <p:cNvPr id="590" name="Freeform 1099"/>
            <p:cNvSpPr>
              <a:spLocks/>
            </p:cNvSpPr>
            <p:nvPr/>
          </p:nvSpPr>
          <p:spPr bwMode="auto">
            <a:xfrm>
              <a:off x="7875587" y="3132140"/>
              <a:ext cx="34925" cy="42863"/>
            </a:xfrm>
            <a:custGeom>
              <a:avLst/>
              <a:gdLst>
                <a:gd name="T0" fmla="*/ 5 w 9"/>
                <a:gd name="T1" fmla="*/ 10 h 11"/>
                <a:gd name="T2" fmla="*/ 8 w 9"/>
                <a:gd name="T3" fmla="*/ 4 h 11"/>
                <a:gd name="T4" fmla="*/ 5 w 9"/>
                <a:gd name="T5" fmla="*/ 0 h 11"/>
                <a:gd name="T6" fmla="*/ 0 w 9"/>
                <a:gd name="T7" fmla="*/ 4 h 11"/>
                <a:gd name="T8" fmla="*/ 5 w 9"/>
                <a:gd name="T9" fmla="*/ 10 h 11"/>
              </a:gdLst>
              <a:ahLst/>
              <a:cxnLst>
                <a:cxn ang="0">
                  <a:pos x="T0" y="T1"/>
                </a:cxn>
                <a:cxn ang="0">
                  <a:pos x="T2" y="T3"/>
                </a:cxn>
                <a:cxn ang="0">
                  <a:pos x="T4" y="T5"/>
                </a:cxn>
                <a:cxn ang="0">
                  <a:pos x="T6" y="T7"/>
                </a:cxn>
                <a:cxn ang="0">
                  <a:pos x="T8" y="T9"/>
                </a:cxn>
              </a:cxnLst>
              <a:rect l="0" t="0" r="r" b="b"/>
              <a:pathLst>
                <a:path w="9" h="11">
                  <a:moveTo>
                    <a:pt x="5" y="10"/>
                  </a:moveTo>
                  <a:cubicBezTo>
                    <a:pt x="8" y="10"/>
                    <a:pt x="8" y="7"/>
                    <a:pt x="8" y="4"/>
                  </a:cubicBezTo>
                  <a:cubicBezTo>
                    <a:pt x="9" y="2"/>
                    <a:pt x="7" y="0"/>
                    <a:pt x="5" y="0"/>
                  </a:cubicBezTo>
                  <a:cubicBezTo>
                    <a:pt x="2" y="0"/>
                    <a:pt x="0" y="2"/>
                    <a:pt x="0" y="4"/>
                  </a:cubicBezTo>
                  <a:cubicBezTo>
                    <a:pt x="1" y="8"/>
                    <a:pt x="4" y="11"/>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91" name="Freeform 1100"/>
            <p:cNvSpPr>
              <a:spLocks/>
            </p:cNvSpPr>
            <p:nvPr/>
          </p:nvSpPr>
          <p:spPr bwMode="auto">
            <a:xfrm>
              <a:off x="7820025" y="3249613"/>
              <a:ext cx="55563" cy="69850"/>
            </a:xfrm>
            <a:custGeom>
              <a:avLst/>
              <a:gdLst>
                <a:gd name="T0" fmla="*/ 12 w 14"/>
                <a:gd name="T1" fmla="*/ 1 h 18"/>
                <a:gd name="T2" fmla="*/ 10 w 14"/>
                <a:gd name="T3" fmla="*/ 0 h 18"/>
                <a:gd name="T4" fmla="*/ 8 w 14"/>
                <a:gd name="T5" fmla="*/ 6 h 18"/>
                <a:gd name="T6" fmla="*/ 1 w 14"/>
                <a:gd name="T7" fmla="*/ 14 h 18"/>
                <a:gd name="T8" fmla="*/ 1 w 14"/>
                <a:gd name="T9" fmla="*/ 17 h 18"/>
                <a:gd name="T10" fmla="*/ 4 w 14"/>
                <a:gd name="T11" fmla="*/ 17 h 18"/>
                <a:gd name="T12" fmla="*/ 12 w 14"/>
                <a:gd name="T13" fmla="*/ 9 h 18"/>
                <a:gd name="T14" fmla="*/ 13 w 14"/>
                <a:gd name="T15" fmla="*/ 8 h 18"/>
                <a:gd name="T16" fmla="*/ 14 w 14"/>
                <a:gd name="T17" fmla="*/ 3 h 18"/>
                <a:gd name="T18" fmla="*/ 12 w 14"/>
                <a:gd name="T1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8">
                  <a:moveTo>
                    <a:pt x="12" y="1"/>
                  </a:moveTo>
                  <a:cubicBezTo>
                    <a:pt x="11" y="1"/>
                    <a:pt x="10" y="0"/>
                    <a:pt x="10" y="0"/>
                  </a:cubicBezTo>
                  <a:cubicBezTo>
                    <a:pt x="8" y="6"/>
                    <a:pt x="8" y="6"/>
                    <a:pt x="8" y="6"/>
                  </a:cubicBezTo>
                  <a:cubicBezTo>
                    <a:pt x="1" y="14"/>
                    <a:pt x="1" y="14"/>
                    <a:pt x="1" y="14"/>
                  </a:cubicBezTo>
                  <a:cubicBezTo>
                    <a:pt x="0" y="15"/>
                    <a:pt x="0" y="16"/>
                    <a:pt x="1" y="17"/>
                  </a:cubicBezTo>
                  <a:cubicBezTo>
                    <a:pt x="2" y="18"/>
                    <a:pt x="4" y="18"/>
                    <a:pt x="4" y="17"/>
                  </a:cubicBezTo>
                  <a:cubicBezTo>
                    <a:pt x="12" y="9"/>
                    <a:pt x="12" y="9"/>
                    <a:pt x="12" y="9"/>
                  </a:cubicBezTo>
                  <a:cubicBezTo>
                    <a:pt x="12" y="9"/>
                    <a:pt x="13" y="8"/>
                    <a:pt x="13" y="8"/>
                  </a:cubicBezTo>
                  <a:cubicBezTo>
                    <a:pt x="14" y="3"/>
                    <a:pt x="14" y="3"/>
                    <a:pt x="14" y="3"/>
                  </a:cubicBezTo>
                  <a:cubicBezTo>
                    <a:pt x="13" y="2"/>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92" name="Freeform 1101"/>
            <p:cNvSpPr>
              <a:spLocks/>
            </p:cNvSpPr>
            <p:nvPr/>
          </p:nvSpPr>
          <p:spPr bwMode="auto">
            <a:xfrm>
              <a:off x="7899392" y="3175002"/>
              <a:ext cx="50800" cy="31750"/>
            </a:xfrm>
            <a:custGeom>
              <a:avLst/>
              <a:gdLst>
                <a:gd name="T0" fmla="*/ 6 w 13"/>
                <a:gd name="T1" fmla="*/ 8 h 8"/>
                <a:gd name="T2" fmla="*/ 12 w 13"/>
                <a:gd name="T3" fmla="*/ 4 h 8"/>
                <a:gd name="T4" fmla="*/ 12 w 13"/>
                <a:gd name="T5" fmla="*/ 1 h 8"/>
                <a:gd name="T6" fmla="*/ 10 w 13"/>
                <a:gd name="T7" fmla="*/ 1 h 8"/>
                <a:gd name="T8" fmla="*/ 5 w 13"/>
                <a:gd name="T9" fmla="*/ 4 h 8"/>
                <a:gd name="T10" fmla="*/ 1 w 13"/>
                <a:gd name="T11" fmla="*/ 3 h 8"/>
                <a:gd name="T12" fmla="*/ 1 w 13"/>
                <a:gd name="T13" fmla="*/ 5 h 8"/>
                <a:gd name="T14" fmla="*/ 0 w 13"/>
                <a:gd name="T15" fmla="*/ 7 h 8"/>
                <a:gd name="T16" fmla="*/ 5 w 13"/>
                <a:gd name="T17" fmla="*/ 8 h 8"/>
                <a:gd name="T18" fmla="*/ 6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6" y="8"/>
                  </a:moveTo>
                  <a:cubicBezTo>
                    <a:pt x="12" y="4"/>
                    <a:pt x="12" y="4"/>
                    <a:pt x="12" y="4"/>
                  </a:cubicBezTo>
                  <a:cubicBezTo>
                    <a:pt x="13" y="3"/>
                    <a:pt x="13" y="2"/>
                    <a:pt x="12" y="1"/>
                  </a:cubicBezTo>
                  <a:cubicBezTo>
                    <a:pt x="12" y="1"/>
                    <a:pt x="11" y="0"/>
                    <a:pt x="10" y="1"/>
                  </a:cubicBezTo>
                  <a:cubicBezTo>
                    <a:pt x="5" y="4"/>
                    <a:pt x="5" y="4"/>
                    <a:pt x="5" y="4"/>
                  </a:cubicBezTo>
                  <a:cubicBezTo>
                    <a:pt x="1" y="3"/>
                    <a:pt x="1" y="3"/>
                    <a:pt x="1" y="3"/>
                  </a:cubicBezTo>
                  <a:cubicBezTo>
                    <a:pt x="1" y="3"/>
                    <a:pt x="1" y="4"/>
                    <a:pt x="1" y="5"/>
                  </a:cubicBezTo>
                  <a:cubicBezTo>
                    <a:pt x="1" y="6"/>
                    <a:pt x="0" y="7"/>
                    <a:pt x="0" y="7"/>
                  </a:cubicBezTo>
                  <a:cubicBezTo>
                    <a:pt x="5" y="8"/>
                    <a:pt x="5" y="8"/>
                    <a:pt x="5" y="8"/>
                  </a:cubicBezTo>
                  <a:cubicBezTo>
                    <a:pt x="5" y="8"/>
                    <a:pt x="6"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93" name="Freeform 1102"/>
            <p:cNvSpPr>
              <a:spLocks/>
            </p:cNvSpPr>
            <p:nvPr/>
          </p:nvSpPr>
          <p:spPr bwMode="auto">
            <a:xfrm>
              <a:off x="7816851" y="3175001"/>
              <a:ext cx="88900" cy="136525"/>
            </a:xfrm>
            <a:custGeom>
              <a:avLst/>
              <a:gdLst>
                <a:gd name="T0" fmla="*/ 18 w 23"/>
                <a:gd name="T1" fmla="*/ 17 h 35"/>
                <a:gd name="T2" fmla="*/ 21 w 23"/>
                <a:gd name="T3" fmla="*/ 5 h 35"/>
                <a:gd name="T4" fmla="*/ 21 w 23"/>
                <a:gd name="T5" fmla="*/ 2 h 35"/>
                <a:gd name="T6" fmla="*/ 20 w 23"/>
                <a:gd name="T7" fmla="*/ 2 h 35"/>
                <a:gd name="T8" fmla="*/ 19 w 23"/>
                <a:gd name="T9" fmla="*/ 7 h 35"/>
                <a:gd name="T10" fmla="*/ 20 w 23"/>
                <a:gd name="T11" fmla="*/ 3 h 35"/>
                <a:gd name="T12" fmla="*/ 20 w 23"/>
                <a:gd name="T13" fmla="*/ 2 h 35"/>
                <a:gd name="T14" fmla="*/ 20 w 23"/>
                <a:gd name="T15" fmla="*/ 1 h 35"/>
                <a:gd name="T16" fmla="*/ 19 w 23"/>
                <a:gd name="T17" fmla="*/ 1 h 35"/>
                <a:gd name="T18" fmla="*/ 18 w 23"/>
                <a:gd name="T19" fmla="*/ 2 h 35"/>
                <a:gd name="T20" fmla="*/ 19 w 23"/>
                <a:gd name="T21" fmla="*/ 3 h 35"/>
                <a:gd name="T22" fmla="*/ 18 w 23"/>
                <a:gd name="T23" fmla="*/ 6 h 35"/>
                <a:gd name="T24" fmla="*/ 17 w 23"/>
                <a:gd name="T25" fmla="*/ 0 h 35"/>
                <a:gd name="T26" fmla="*/ 17 w 23"/>
                <a:gd name="T27" fmla="*/ 0 h 35"/>
                <a:gd name="T28" fmla="*/ 17 w 23"/>
                <a:gd name="T29" fmla="*/ 0 h 35"/>
                <a:gd name="T30" fmla="*/ 15 w 23"/>
                <a:gd name="T31" fmla="*/ 0 h 35"/>
                <a:gd name="T32" fmla="*/ 8 w 23"/>
                <a:gd name="T33" fmla="*/ 0 h 35"/>
                <a:gd name="T34" fmla="*/ 1 w 23"/>
                <a:gd name="T35" fmla="*/ 5 h 35"/>
                <a:gd name="T36" fmla="*/ 1 w 23"/>
                <a:gd name="T37" fmla="*/ 8 h 35"/>
                <a:gd name="T38" fmla="*/ 4 w 23"/>
                <a:gd name="T39" fmla="*/ 8 h 35"/>
                <a:gd name="T40" fmla="*/ 4 w 23"/>
                <a:gd name="T41" fmla="*/ 8 h 35"/>
                <a:gd name="T42" fmla="*/ 9 w 23"/>
                <a:gd name="T43" fmla="*/ 4 h 35"/>
                <a:gd name="T44" fmla="*/ 13 w 23"/>
                <a:gd name="T45" fmla="*/ 4 h 35"/>
                <a:gd name="T46" fmla="*/ 12 w 23"/>
                <a:gd name="T47" fmla="*/ 4 h 35"/>
                <a:gd name="T48" fmla="*/ 9 w 23"/>
                <a:gd name="T49" fmla="*/ 15 h 35"/>
                <a:gd name="T50" fmla="*/ 10 w 23"/>
                <a:gd name="T51" fmla="*/ 16 h 35"/>
                <a:gd name="T52" fmla="*/ 14 w 23"/>
                <a:gd name="T53" fmla="*/ 20 h 35"/>
                <a:gd name="T54" fmla="*/ 18 w 23"/>
                <a:gd name="T55" fmla="*/ 24 h 35"/>
                <a:gd name="T56" fmla="*/ 17 w 23"/>
                <a:gd name="T57" fmla="*/ 32 h 35"/>
                <a:gd name="T58" fmla="*/ 19 w 23"/>
                <a:gd name="T59" fmla="*/ 35 h 35"/>
                <a:gd name="T60" fmla="*/ 22 w 23"/>
                <a:gd name="T61" fmla="*/ 33 h 35"/>
                <a:gd name="T62" fmla="*/ 23 w 23"/>
                <a:gd name="T63" fmla="*/ 24 h 35"/>
                <a:gd name="T64" fmla="*/ 23 w 23"/>
                <a:gd name="T65" fmla="*/ 22 h 35"/>
                <a:gd name="T66" fmla="*/ 18 w 23"/>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5">
                  <a:moveTo>
                    <a:pt x="18" y="17"/>
                  </a:moveTo>
                  <a:cubicBezTo>
                    <a:pt x="19" y="10"/>
                    <a:pt x="21" y="6"/>
                    <a:pt x="21" y="5"/>
                  </a:cubicBezTo>
                  <a:cubicBezTo>
                    <a:pt x="21" y="3"/>
                    <a:pt x="21" y="2"/>
                    <a:pt x="21" y="2"/>
                  </a:cubicBezTo>
                  <a:cubicBezTo>
                    <a:pt x="20" y="2"/>
                    <a:pt x="20" y="2"/>
                    <a:pt x="20" y="2"/>
                  </a:cubicBezTo>
                  <a:cubicBezTo>
                    <a:pt x="20" y="5"/>
                    <a:pt x="19" y="7"/>
                    <a:pt x="19" y="7"/>
                  </a:cubicBezTo>
                  <a:cubicBezTo>
                    <a:pt x="19" y="7"/>
                    <a:pt x="20" y="4"/>
                    <a:pt x="20" y="3"/>
                  </a:cubicBezTo>
                  <a:cubicBezTo>
                    <a:pt x="20" y="2"/>
                    <a:pt x="20" y="2"/>
                    <a:pt x="20" y="2"/>
                  </a:cubicBezTo>
                  <a:cubicBezTo>
                    <a:pt x="20" y="1"/>
                    <a:pt x="20" y="1"/>
                    <a:pt x="20" y="1"/>
                  </a:cubicBezTo>
                  <a:cubicBezTo>
                    <a:pt x="19" y="1"/>
                    <a:pt x="19" y="1"/>
                    <a:pt x="19" y="1"/>
                  </a:cubicBezTo>
                  <a:cubicBezTo>
                    <a:pt x="18" y="2"/>
                    <a:pt x="18" y="2"/>
                    <a:pt x="18" y="2"/>
                  </a:cubicBezTo>
                  <a:cubicBezTo>
                    <a:pt x="18" y="2"/>
                    <a:pt x="18" y="2"/>
                    <a:pt x="19" y="3"/>
                  </a:cubicBezTo>
                  <a:cubicBezTo>
                    <a:pt x="19" y="3"/>
                    <a:pt x="18" y="4"/>
                    <a:pt x="18" y="6"/>
                  </a:cubicBezTo>
                  <a:cubicBezTo>
                    <a:pt x="18" y="1"/>
                    <a:pt x="17" y="0"/>
                    <a:pt x="17" y="0"/>
                  </a:cubicBezTo>
                  <a:cubicBezTo>
                    <a:pt x="17" y="0"/>
                    <a:pt x="17" y="0"/>
                    <a:pt x="17" y="0"/>
                  </a:cubicBezTo>
                  <a:cubicBezTo>
                    <a:pt x="17" y="0"/>
                    <a:pt x="17" y="0"/>
                    <a:pt x="17" y="0"/>
                  </a:cubicBezTo>
                  <a:cubicBezTo>
                    <a:pt x="16" y="0"/>
                    <a:pt x="15" y="0"/>
                    <a:pt x="15" y="0"/>
                  </a:cubicBezTo>
                  <a:cubicBezTo>
                    <a:pt x="13" y="0"/>
                    <a:pt x="11" y="0"/>
                    <a:pt x="8" y="0"/>
                  </a:cubicBezTo>
                  <a:cubicBezTo>
                    <a:pt x="1" y="5"/>
                    <a:pt x="1" y="5"/>
                    <a:pt x="1" y="5"/>
                  </a:cubicBezTo>
                  <a:cubicBezTo>
                    <a:pt x="0" y="6"/>
                    <a:pt x="0" y="7"/>
                    <a:pt x="1" y="8"/>
                  </a:cubicBezTo>
                  <a:cubicBezTo>
                    <a:pt x="2" y="8"/>
                    <a:pt x="3" y="9"/>
                    <a:pt x="4" y="8"/>
                  </a:cubicBezTo>
                  <a:cubicBezTo>
                    <a:pt x="4" y="8"/>
                    <a:pt x="4" y="8"/>
                    <a:pt x="4" y="8"/>
                  </a:cubicBezTo>
                  <a:cubicBezTo>
                    <a:pt x="9" y="4"/>
                    <a:pt x="9" y="4"/>
                    <a:pt x="9" y="4"/>
                  </a:cubicBezTo>
                  <a:cubicBezTo>
                    <a:pt x="13" y="4"/>
                    <a:pt x="13" y="4"/>
                    <a:pt x="13" y="4"/>
                  </a:cubicBezTo>
                  <a:cubicBezTo>
                    <a:pt x="12" y="4"/>
                    <a:pt x="12" y="4"/>
                    <a:pt x="12" y="4"/>
                  </a:cubicBezTo>
                  <a:cubicBezTo>
                    <a:pt x="11" y="7"/>
                    <a:pt x="9" y="13"/>
                    <a:pt x="9" y="15"/>
                  </a:cubicBezTo>
                  <a:cubicBezTo>
                    <a:pt x="10" y="16"/>
                    <a:pt x="10" y="16"/>
                    <a:pt x="10" y="16"/>
                  </a:cubicBezTo>
                  <a:cubicBezTo>
                    <a:pt x="10" y="16"/>
                    <a:pt x="11" y="18"/>
                    <a:pt x="14" y="20"/>
                  </a:cubicBezTo>
                  <a:cubicBezTo>
                    <a:pt x="14" y="20"/>
                    <a:pt x="18" y="24"/>
                    <a:pt x="18" y="24"/>
                  </a:cubicBezTo>
                  <a:cubicBezTo>
                    <a:pt x="17" y="32"/>
                    <a:pt x="17" y="32"/>
                    <a:pt x="17" y="32"/>
                  </a:cubicBezTo>
                  <a:cubicBezTo>
                    <a:pt x="17" y="34"/>
                    <a:pt x="18" y="35"/>
                    <a:pt x="19" y="35"/>
                  </a:cubicBezTo>
                  <a:cubicBezTo>
                    <a:pt x="20" y="35"/>
                    <a:pt x="21" y="35"/>
                    <a:pt x="22" y="33"/>
                  </a:cubicBezTo>
                  <a:cubicBezTo>
                    <a:pt x="23" y="24"/>
                    <a:pt x="23" y="24"/>
                    <a:pt x="23" y="24"/>
                  </a:cubicBezTo>
                  <a:cubicBezTo>
                    <a:pt x="23" y="23"/>
                    <a:pt x="23" y="22"/>
                    <a:pt x="23" y="22"/>
                  </a:cubicBezTo>
                  <a:cubicBezTo>
                    <a:pt x="22" y="21"/>
                    <a:pt x="18" y="17"/>
                    <a:pt x="1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594" name="组合 593"/>
          <p:cNvGrpSpPr/>
          <p:nvPr/>
        </p:nvGrpSpPr>
        <p:grpSpPr>
          <a:xfrm>
            <a:off x="3510531" y="2207207"/>
            <a:ext cx="1337109" cy="130542"/>
            <a:chOff x="3166157" y="1945699"/>
            <a:chExt cx="1267846" cy="123780"/>
          </a:xfrm>
          <a:solidFill>
            <a:schemeClr val="tx1"/>
          </a:solidFill>
        </p:grpSpPr>
        <p:cxnSp>
          <p:nvCxnSpPr>
            <p:cNvPr id="595" name="直接连接符 594"/>
            <p:cNvCxnSpPr/>
            <p:nvPr/>
          </p:nvCxnSpPr>
          <p:spPr>
            <a:xfrm flipH="1">
              <a:off x="3233469" y="2012479"/>
              <a:ext cx="1200534" cy="0"/>
            </a:xfrm>
            <a:prstGeom prst="line">
              <a:avLst/>
            </a:prstGeom>
            <a:grpFill/>
            <a:ln w="19050">
              <a:solidFill>
                <a:srgbClr val="663A77"/>
              </a:solidFill>
            </a:ln>
          </p:spPr>
          <p:style>
            <a:lnRef idx="1">
              <a:schemeClr val="accent1"/>
            </a:lnRef>
            <a:fillRef idx="0">
              <a:schemeClr val="accent1"/>
            </a:fillRef>
            <a:effectRef idx="0">
              <a:schemeClr val="accent1"/>
            </a:effectRef>
            <a:fontRef idx="minor">
              <a:schemeClr val="tx1"/>
            </a:fontRef>
          </p:style>
        </p:cxnSp>
        <p:sp>
          <p:nvSpPr>
            <p:cNvPr id="596" name="椭圆 595"/>
            <p:cNvSpPr/>
            <p:nvPr/>
          </p:nvSpPr>
          <p:spPr>
            <a:xfrm>
              <a:off x="3166157" y="1945699"/>
              <a:ext cx="123780" cy="12378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597" name="文本框 1952"/>
          <p:cNvSpPr txBox="1"/>
          <p:nvPr/>
        </p:nvSpPr>
        <p:spPr>
          <a:xfrm>
            <a:off x="1267662" y="1832870"/>
            <a:ext cx="1744554" cy="400409"/>
          </a:xfrm>
          <a:prstGeom prst="rect">
            <a:avLst/>
          </a:prstGeom>
          <a:noFill/>
        </p:spPr>
        <p:txBody>
          <a:bodyPr wrap="square" lIns="96435" tIns="48218" rIns="96435" bIns="48218" rtlCol="0">
            <a:spAutoFit/>
          </a:bodyPr>
          <a:lstStyle/>
          <a:p>
            <a:r>
              <a:rPr lang="zh-CN" altLang="en-US" sz="1969" dirty="0">
                <a:latin typeface="方正正中黑简体" panose="02000000000000000000" pitchFamily="2" charset="-122"/>
                <a:ea typeface="方正正中黑简体" panose="02000000000000000000" pitchFamily="2" charset="-122"/>
              </a:rPr>
              <a:t>在此添加标题</a:t>
            </a:r>
          </a:p>
        </p:txBody>
      </p:sp>
      <p:sp>
        <p:nvSpPr>
          <p:cNvPr id="598" name="文本框 1953"/>
          <p:cNvSpPr txBox="1"/>
          <p:nvPr/>
        </p:nvSpPr>
        <p:spPr>
          <a:xfrm>
            <a:off x="1286158" y="2254987"/>
            <a:ext cx="1726059" cy="789875"/>
          </a:xfrm>
          <a:prstGeom prst="rect">
            <a:avLst/>
          </a:prstGeom>
          <a:noFill/>
        </p:spPr>
        <p:txBody>
          <a:bodyPr wrap="square" lIns="96435" tIns="48218" rIns="96435" bIns="48218" rtlCol="0">
            <a:spAutoFit/>
          </a:bodyPr>
          <a:lstStyle/>
          <a:p>
            <a:pPr algn="just"/>
            <a:r>
              <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rPr>
              <a:t>替换你的文字替换你的文字替换你的文字替换你的文字替换你的文字</a:t>
            </a:r>
          </a:p>
          <a:p>
            <a:pPr algn="just"/>
            <a:endPar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endParaRPr>
          </a:p>
        </p:txBody>
      </p:sp>
      <p:grpSp>
        <p:nvGrpSpPr>
          <p:cNvPr id="603" name="组合 602"/>
          <p:cNvGrpSpPr/>
          <p:nvPr/>
        </p:nvGrpSpPr>
        <p:grpSpPr>
          <a:xfrm>
            <a:off x="3510531" y="4754966"/>
            <a:ext cx="1337109" cy="130542"/>
            <a:chOff x="3166157" y="1945699"/>
            <a:chExt cx="1267846" cy="123780"/>
          </a:xfrm>
          <a:solidFill>
            <a:schemeClr val="tx1"/>
          </a:solidFill>
        </p:grpSpPr>
        <p:cxnSp>
          <p:nvCxnSpPr>
            <p:cNvPr id="604" name="直接连接符 603"/>
            <p:cNvCxnSpPr/>
            <p:nvPr/>
          </p:nvCxnSpPr>
          <p:spPr>
            <a:xfrm flipH="1">
              <a:off x="3233469" y="2012479"/>
              <a:ext cx="1200534"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05" name="椭圆 604"/>
            <p:cNvSpPr/>
            <p:nvPr/>
          </p:nvSpPr>
          <p:spPr>
            <a:xfrm>
              <a:off x="3166157" y="1945699"/>
              <a:ext cx="123780" cy="12378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606" name="组合 605"/>
          <p:cNvGrpSpPr/>
          <p:nvPr/>
        </p:nvGrpSpPr>
        <p:grpSpPr>
          <a:xfrm flipH="1">
            <a:off x="8084849" y="5699290"/>
            <a:ext cx="1019533" cy="130542"/>
            <a:chOff x="3166157" y="1945699"/>
            <a:chExt cx="966721" cy="123780"/>
          </a:xfrm>
          <a:solidFill>
            <a:srgbClr val="C00000"/>
          </a:solidFill>
        </p:grpSpPr>
        <p:cxnSp>
          <p:nvCxnSpPr>
            <p:cNvPr id="607" name="直接连接符 606"/>
            <p:cNvCxnSpPr/>
            <p:nvPr/>
          </p:nvCxnSpPr>
          <p:spPr>
            <a:xfrm flipH="1">
              <a:off x="3233469" y="2012479"/>
              <a:ext cx="899409"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08" name="椭圆 607"/>
            <p:cNvSpPr/>
            <p:nvPr/>
          </p:nvSpPr>
          <p:spPr>
            <a:xfrm>
              <a:off x="3166157" y="1945699"/>
              <a:ext cx="123780" cy="12378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609" name="组合 608"/>
          <p:cNvGrpSpPr/>
          <p:nvPr/>
        </p:nvGrpSpPr>
        <p:grpSpPr>
          <a:xfrm flipH="1">
            <a:off x="7769852" y="3260594"/>
            <a:ext cx="1337109" cy="130542"/>
            <a:chOff x="3166157" y="1945699"/>
            <a:chExt cx="1267846" cy="123780"/>
          </a:xfrm>
          <a:solidFill>
            <a:srgbClr val="C00000"/>
          </a:solidFill>
        </p:grpSpPr>
        <p:cxnSp>
          <p:nvCxnSpPr>
            <p:cNvPr id="610" name="直接连接符 609"/>
            <p:cNvCxnSpPr/>
            <p:nvPr/>
          </p:nvCxnSpPr>
          <p:spPr>
            <a:xfrm flipH="1">
              <a:off x="3233469" y="2012479"/>
              <a:ext cx="1200534"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11" name="椭圆 610"/>
            <p:cNvSpPr/>
            <p:nvPr/>
          </p:nvSpPr>
          <p:spPr>
            <a:xfrm>
              <a:off x="3166157" y="1945699"/>
              <a:ext cx="123780" cy="12378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cxnSp>
        <p:nvCxnSpPr>
          <p:cNvPr id="614" name="直接连接符 613"/>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5" name="直接连接符 614"/>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16" name="椭圆 615"/>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7" name="TextBox 616"/>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发展计划</a:t>
            </a:r>
          </a:p>
        </p:txBody>
      </p:sp>
      <p:cxnSp>
        <p:nvCxnSpPr>
          <p:cNvPr id="619" name="直接连接符 618"/>
          <p:cNvCxnSpPr/>
          <p:nvPr/>
        </p:nvCxnSpPr>
        <p:spPr>
          <a:xfrm>
            <a:off x="3178047" y="405398"/>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20" name="矩形 619"/>
          <p:cNvSpPr/>
          <p:nvPr/>
        </p:nvSpPr>
        <p:spPr>
          <a:xfrm>
            <a:off x="353" y="6960309"/>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1" name="文本框 1952"/>
          <p:cNvSpPr txBox="1"/>
          <p:nvPr/>
        </p:nvSpPr>
        <p:spPr>
          <a:xfrm>
            <a:off x="1487585" y="4456494"/>
            <a:ext cx="1744554" cy="400409"/>
          </a:xfrm>
          <a:prstGeom prst="rect">
            <a:avLst/>
          </a:prstGeom>
          <a:noFill/>
        </p:spPr>
        <p:txBody>
          <a:bodyPr wrap="square" lIns="96435" tIns="48218" rIns="96435" bIns="48218" rtlCol="0">
            <a:spAutoFit/>
          </a:bodyPr>
          <a:lstStyle/>
          <a:p>
            <a:r>
              <a:rPr lang="zh-CN" altLang="en-US" sz="1969" dirty="0">
                <a:latin typeface="方正正中黑简体" panose="02000000000000000000" pitchFamily="2" charset="-122"/>
                <a:ea typeface="方正正中黑简体" panose="02000000000000000000" pitchFamily="2" charset="-122"/>
              </a:rPr>
              <a:t>在此添加标题</a:t>
            </a:r>
          </a:p>
        </p:txBody>
      </p:sp>
      <p:sp>
        <p:nvSpPr>
          <p:cNvPr id="622" name="文本框 1953"/>
          <p:cNvSpPr txBox="1"/>
          <p:nvPr/>
        </p:nvSpPr>
        <p:spPr>
          <a:xfrm>
            <a:off x="1506080" y="4878611"/>
            <a:ext cx="1726059" cy="789875"/>
          </a:xfrm>
          <a:prstGeom prst="rect">
            <a:avLst/>
          </a:prstGeom>
          <a:noFill/>
        </p:spPr>
        <p:txBody>
          <a:bodyPr wrap="square" lIns="96435" tIns="48218" rIns="96435" bIns="48218" rtlCol="0">
            <a:spAutoFit/>
          </a:bodyPr>
          <a:lstStyle/>
          <a:p>
            <a:pPr algn="just"/>
            <a:r>
              <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rPr>
              <a:t>替换你的文字替换你的文字替换你的文字替换你的文字替换你的文字</a:t>
            </a:r>
          </a:p>
          <a:p>
            <a:pPr algn="just"/>
            <a:endPar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endParaRPr>
          </a:p>
        </p:txBody>
      </p:sp>
      <p:sp>
        <p:nvSpPr>
          <p:cNvPr id="623" name="文本框 1952"/>
          <p:cNvSpPr txBox="1"/>
          <p:nvPr/>
        </p:nvSpPr>
        <p:spPr>
          <a:xfrm>
            <a:off x="9604225" y="5179246"/>
            <a:ext cx="1744554" cy="400409"/>
          </a:xfrm>
          <a:prstGeom prst="rect">
            <a:avLst/>
          </a:prstGeom>
          <a:noFill/>
        </p:spPr>
        <p:txBody>
          <a:bodyPr wrap="square" lIns="96435" tIns="48218" rIns="96435" bIns="48218" rtlCol="0">
            <a:spAutoFit/>
          </a:bodyPr>
          <a:lstStyle/>
          <a:p>
            <a:r>
              <a:rPr lang="zh-CN" altLang="en-US" sz="1969" dirty="0">
                <a:latin typeface="方正正中黑简体" panose="02000000000000000000" pitchFamily="2" charset="-122"/>
                <a:ea typeface="方正正中黑简体" panose="02000000000000000000" pitchFamily="2" charset="-122"/>
              </a:rPr>
              <a:t>在此添加标题</a:t>
            </a:r>
          </a:p>
        </p:txBody>
      </p:sp>
      <p:sp>
        <p:nvSpPr>
          <p:cNvPr id="624" name="文本框 1953"/>
          <p:cNvSpPr txBox="1"/>
          <p:nvPr/>
        </p:nvSpPr>
        <p:spPr>
          <a:xfrm>
            <a:off x="9622721" y="5601363"/>
            <a:ext cx="1726059" cy="789875"/>
          </a:xfrm>
          <a:prstGeom prst="rect">
            <a:avLst/>
          </a:prstGeom>
          <a:noFill/>
        </p:spPr>
        <p:txBody>
          <a:bodyPr wrap="square" lIns="96435" tIns="48218" rIns="96435" bIns="48218" rtlCol="0">
            <a:spAutoFit/>
          </a:bodyPr>
          <a:lstStyle/>
          <a:p>
            <a:pPr algn="just"/>
            <a:r>
              <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rPr>
              <a:t>替换你的文字替换你的文字替换你的文字替换你的文字替换你的文字</a:t>
            </a:r>
          </a:p>
          <a:p>
            <a:pPr algn="just"/>
            <a:endPar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endParaRPr>
          </a:p>
        </p:txBody>
      </p:sp>
      <p:sp>
        <p:nvSpPr>
          <p:cNvPr id="625" name="文本框 1952"/>
          <p:cNvSpPr txBox="1"/>
          <p:nvPr/>
        </p:nvSpPr>
        <p:spPr>
          <a:xfrm>
            <a:off x="9456893" y="2716061"/>
            <a:ext cx="1744554" cy="400409"/>
          </a:xfrm>
          <a:prstGeom prst="rect">
            <a:avLst/>
          </a:prstGeom>
          <a:noFill/>
        </p:spPr>
        <p:txBody>
          <a:bodyPr wrap="square" lIns="96435" tIns="48218" rIns="96435" bIns="48218" rtlCol="0">
            <a:spAutoFit/>
          </a:bodyPr>
          <a:lstStyle/>
          <a:p>
            <a:r>
              <a:rPr lang="zh-CN" altLang="en-US" sz="1969" dirty="0">
                <a:latin typeface="方正正中黑简体" panose="02000000000000000000" pitchFamily="2" charset="-122"/>
                <a:ea typeface="方正正中黑简体" panose="02000000000000000000" pitchFamily="2" charset="-122"/>
              </a:rPr>
              <a:t>在此添加标题</a:t>
            </a:r>
          </a:p>
        </p:txBody>
      </p:sp>
      <p:sp>
        <p:nvSpPr>
          <p:cNvPr id="626" name="文本框 1953"/>
          <p:cNvSpPr txBox="1"/>
          <p:nvPr/>
        </p:nvSpPr>
        <p:spPr>
          <a:xfrm>
            <a:off x="9475389" y="3138178"/>
            <a:ext cx="1726059" cy="789875"/>
          </a:xfrm>
          <a:prstGeom prst="rect">
            <a:avLst/>
          </a:prstGeom>
          <a:noFill/>
        </p:spPr>
        <p:txBody>
          <a:bodyPr wrap="square" lIns="96435" tIns="48218" rIns="96435" bIns="48218" rtlCol="0">
            <a:spAutoFit/>
          </a:bodyPr>
          <a:lstStyle/>
          <a:p>
            <a:pPr algn="just"/>
            <a:r>
              <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rPr>
              <a:t>替换你的文字替换你的文字替换你的文字替换你的文字替换你的文字</a:t>
            </a:r>
          </a:p>
          <a:p>
            <a:pPr algn="just"/>
            <a:endParaRPr lang="zh-CN" altLang="en-US" sz="1125" dirty="0">
              <a:solidFill>
                <a:prstClr val="black">
                  <a:lumMod val="65000"/>
                  <a:lumOff val="35000"/>
                </a:prst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225365024"/>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15"/>
                                        </p:tgtEl>
                                        <p:attrNameLst>
                                          <p:attrName>style.visibility</p:attrName>
                                        </p:attrNameLst>
                                      </p:cBhvr>
                                      <p:to>
                                        <p:strVal val="visible"/>
                                      </p:to>
                                    </p:set>
                                    <p:animEffect transition="in" filter="wipe(left)">
                                      <p:cBhvr>
                                        <p:cTn id="7" dur="300"/>
                                        <p:tgtEl>
                                          <p:spTgt spid="615"/>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616"/>
                                        </p:tgtEl>
                                        <p:attrNameLst>
                                          <p:attrName>style.visibility</p:attrName>
                                        </p:attrNameLst>
                                      </p:cBhvr>
                                      <p:to>
                                        <p:strVal val="visible"/>
                                      </p:to>
                                    </p:set>
                                    <p:animEffect transition="in" filter="wipe(down)">
                                      <p:cBhvr>
                                        <p:cTn id="11" dur="300"/>
                                        <p:tgtEl>
                                          <p:spTgt spid="616"/>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617"/>
                                        </p:tgtEl>
                                        <p:attrNameLst>
                                          <p:attrName>style.visibility</p:attrName>
                                        </p:attrNameLst>
                                      </p:cBhvr>
                                      <p:to>
                                        <p:strVal val="visible"/>
                                      </p:to>
                                    </p:set>
                                    <p:anim calcmode="lin" valueType="num">
                                      <p:cBhvr additive="base">
                                        <p:cTn id="15" dur="500"/>
                                        <p:tgtEl>
                                          <p:spTgt spid="617"/>
                                        </p:tgtEl>
                                        <p:attrNameLst>
                                          <p:attrName>ppt_x</p:attrName>
                                        </p:attrNameLst>
                                      </p:cBhvr>
                                      <p:tavLst>
                                        <p:tav tm="0">
                                          <p:val>
                                            <p:strVal val="#ppt_x-#ppt_w*1.125000"/>
                                          </p:val>
                                        </p:tav>
                                        <p:tav tm="100000">
                                          <p:val>
                                            <p:strVal val="#ppt_x"/>
                                          </p:val>
                                        </p:tav>
                                      </p:tavLst>
                                    </p:anim>
                                    <p:animEffect transition="in" filter="wipe(right)">
                                      <p:cBhvr>
                                        <p:cTn id="16" dur="500"/>
                                        <p:tgtEl>
                                          <p:spTgt spid="617"/>
                                        </p:tgtEl>
                                      </p:cBhvr>
                                    </p:animEffect>
                                  </p:childTnLst>
                                </p:cTn>
                              </p:par>
                              <p:par>
                                <p:cTn id="17" presetID="12" presetClass="entr" presetSubtype="8" fill="hold" nodeType="withEffect">
                                  <p:stCondLst>
                                    <p:cond delay="0"/>
                                  </p:stCondLst>
                                  <p:childTnLst>
                                    <p:set>
                                      <p:cBhvr>
                                        <p:cTn id="18" dur="1" fill="hold">
                                          <p:stCondLst>
                                            <p:cond delay="0"/>
                                          </p:stCondLst>
                                        </p:cTn>
                                        <p:tgtEl>
                                          <p:spTgt spid="619"/>
                                        </p:tgtEl>
                                        <p:attrNameLst>
                                          <p:attrName>style.visibility</p:attrName>
                                        </p:attrNameLst>
                                      </p:cBhvr>
                                      <p:to>
                                        <p:strVal val="visible"/>
                                      </p:to>
                                    </p:set>
                                    <p:anim calcmode="lin" valueType="num">
                                      <p:cBhvr additive="base">
                                        <p:cTn id="19" dur="500"/>
                                        <p:tgtEl>
                                          <p:spTgt spid="619"/>
                                        </p:tgtEl>
                                        <p:attrNameLst>
                                          <p:attrName>ppt_x</p:attrName>
                                        </p:attrNameLst>
                                      </p:cBhvr>
                                      <p:tavLst>
                                        <p:tav tm="0">
                                          <p:val>
                                            <p:strVal val="#ppt_x-#ppt_w*1.125000"/>
                                          </p:val>
                                        </p:tav>
                                        <p:tav tm="100000">
                                          <p:val>
                                            <p:strVal val="#ppt_x"/>
                                          </p:val>
                                        </p:tav>
                                      </p:tavLst>
                                    </p:anim>
                                    <p:animEffect transition="in" filter="wipe(right)">
                                      <p:cBhvr>
                                        <p:cTn id="20" dur="500"/>
                                        <p:tgtEl>
                                          <p:spTgt spid="619"/>
                                        </p:tgtEl>
                                      </p:cBhvr>
                                    </p:animEffect>
                                  </p:childTnLst>
                                </p:cTn>
                              </p:par>
                              <p:par>
                                <p:cTn id="21" presetID="22" presetClass="entr" presetSubtype="8" fill="hold" nodeType="withEffect">
                                  <p:stCondLst>
                                    <p:cond delay="0"/>
                                  </p:stCondLst>
                                  <p:childTnLst>
                                    <p:set>
                                      <p:cBhvr>
                                        <p:cTn id="22" dur="1" fill="hold">
                                          <p:stCondLst>
                                            <p:cond delay="0"/>
                                          </p:stCondLst>
                                        </p:cTn>
                                        <p:tgtEl>
                                          <p:spTgt spid="614"/>
                                        </p:tgtEl>
                                        <p:attrNameLst>
                                          <p:attrName>style.visibility</p:attrName>
                                        </p:attrNameLst>
                                      </p:cBhvr>
                                      <p:to>
                                        <p:strVal val="visible"/>
                                      </p:to>
                                    </p:set>
                                    <p:animEffect transition="in" filter="wipe(left)">
                                      <p:cBhvr>
                                        <p:cTn id="23" dur="300"/>
                                        <p:tgtEl>
                                          <p:spTgt spid="614"/>
                                        </p:tgtEl>
                                      </p:cBhvr>
                                    </p:animEffect>
                                  </p:childTnLst>
                                </p:cTn>
                              </p:par>
                            </p:childTnLst>
                          </p:cTn>
                        </p:par>
                        <p:par>
                          <p:cTn id="24" fill="hold">
                            <p:stCondLst>
                              <p:cond delay="1100"/>
                            </p:stCondLst>
                            <p:childTnLst>
                              <p:par>
                                <p:cTn id="25" presetID="22" presetClass="entr" presetSubtype="8" fill="hold"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ipe(left)">
                                      <p:cBhvr>
                                        <p:cTn id="27" dur="500"/>
                                        <p:tgtEl>
                                          <p:spTgt spid="49"/>
                                        </p:tgtEl>
                                      </p:cBhvr>
                                    </p:animEffect>
                                  </p:childTnLst>
                                </p:cTn>
                              </p:par>
                              <p:par>
                                <p:cTn id="28" presetID="22" presetClass="entr" presetSubtype="8" fill="hold" nodeType="withEffect">
                                  <p:stCondLst>
                                    <p:cond delay="0"/>
                                  </p:stCondLst>
                                  <p:childTnLst>
                                    <p:set>
                                      <p:cBhvr>
                                        <p:cTn id="29" dur="1" fill="hold">
                                          <p:stCondLst>
                                            <p:cond delay="0"/>
                                          </p:stCondLst>
                                        </p:cTn>
                                        <p:tgtEl>
                                          <p:spTgt spid="86"/>
                                        </p:tgtEl>
                                        <p:attrNameLst>
                                          <p:attrName>style.visibility</p:attrName>
                                        </p:attrNameLst>
                                      </p:cBhvr>
                                      <p:to>
                                        <p:strVal val="visible"/>
                                      </p:to>
                                    </p:set>
                                    <p:animEffect transition="in" filter="wipe(left)">
                                      <p:cBhvr>
                                        <p:cTn id="30" dur="500"/>
                                        <p:tgtEl>
                                          <p:spTgt spid="86"/>
                                        </p:tgtEl>
                                      </p:cBhvr>
                                    </p:animEffect>
                                  </p:childTnLst>
                                </p:cTn>
                              </p:par>
                              <p:par>
                                <p:cTn id="31" presetID="10" presetClass="entr" presetSubtype="0" fill="hold" nodeType="withEffect">
                                  <p:stCondLst>
                                    <p:cond delay="0"/>
                                  </p:stCondLst>
                                  <p:childTnLst>
                                    <p:set>
                                      <p:cBhvr>
                                        <p:cTn id="32" dur="1" fill="hold">
                                          <p:stCondLst>
                                            <p:cond delay="0"/>
                                          </p:stCondLst>
                                        </p:cTn>
                                        <p:tgtEl>
                                          <p:spTgt spid="147"/>
                                        </p:tgtEl>
                                        <p:attrNameLst>
                                          <p:attrName>style.visibility</p:attrName>
                                        </p:attrNameLst>
                                      </p:cBhvr>
                                      <p:to>
                                        <p:strVal val="visible"/>
                                      </p:to>
                                    </p:set>
                                    <p:animEffect transition="in" filter="fade">
                                      <p:cBhvr>
                                        <p:cTn id="33" dur="500"/>
                                        <p:tgtEl>
                                          <p:spTgt spid="147"/>
                                        </p:tgtEl>
                                      </p:cBhvr>
                                    </p:animEffect>
                                  </p:childTnLst>
                                </p:cTn>
                              </p:par>
                            </p:childTnLst>
                          </p:cTn>
                        </p:par>
                        <p:par>
                          <p:cTn id="34" fill="hold">
                            <p:stCondLst>
                              <p:cond delay="1600"/>
                            </p:stCondLst>
                            <p:childTnLst>
                              <p:par>
                                <p:cTn id="35" presetID="22" presetClass="entr" presetSubtype="8" fill="hold" nodeType="afterEffect">
                                  <p:stCondLst>
                                    <p:cond delay="0"/>
                                  </p:stCondLst>
                                  <p:childTnLst>
                                    <p:set>
                                      <p:cBhvr>
                                        <p:cTn id="36" dur="1" fill="hold">
                                          <p:stCondLst>
                                            <p:cond delay="0"/>
                                          </p:stCondLst>
                                        </p:cTn>
                                        <p:tgtEl>
                                          <p:spTgt spid="606"/>
                                        </p:tgtEl>
                                        <p:attrNameLst>
                                          <p:attrName>style.visibility</p:attrName>
                                        </p:attrNameLst>
                                      </p:cBhvr>
                                      <p:to>
                                        <p:strVal val="visible"/>
                                      </p:to>
                                    </p:set>
                                    <p:animEffect transition="in" filter="wipe(left)">
                                      <p:cBhvr>
                                        <p:cTn id="37" dur="500"/>
                                        <p:tgtEl>
                                          <p:spTgt spid="606"/>
                                        </p:tgtEl>
                                      </p:cBhvr>
                                    </p:animEffect>
                                  </p:childTnLst>
                                </p:cTn>
                              </p:par>
                            </p:childTnLst>
                          </p:cTn>
                        </p:par>
                        <p:par>
                          <p:cTn id="38" fill="hold">
                            <p:stCondLst>
                              <p:cond delay="2100"/>
                            </p:stCondLst>
                            <p:childTnLst>
                              <p:par>
                                <p:cTn id="39" presetID="22" presetClass="entr" presetSubtype="2" fill="hold" nodeType="afterEffect">
                                  <p:stCondLst>
                                    <p:cond delay="0"/>
                                  </p:stCondLst>
                                  <p:childTnLst>
                                    <p:set>
                                      <p:cBhvr>
                                        <p:cTn id="40" dur="1" fill="hold">
                                          <p:stCondLst>
                                            <p:cond delay="0"/>
                                          </p:stCondLst>
                                        </p:cTn>
                                        <p:tgtEl>
                                          <p:spTgt spid="89"/>
                                        </p:tgtEl>
                                        <p:attrNameLst>
                                          <p:attrName>style.visibility</p:attrName>
                                        </p:attrNameLst>
                                      </p:cBhvr>
                                      <p:to>
                                        <p:strVal val="visible"/>
                                      </p:to>
                                    </p:set>
                                    <p:animEffect transition="in" filter="wipe(right)">
                                      <p:cBhvr>
                                        <p:cTn id="41" dur="500"/>
                                        <p:tgtEl>
                                          <p:spTgt spid="89"/>
                                        </p:tgtEl>
                                      </p:cBhvr>
                                    </p:animEffect>
                                  </p:childTnLst>
                                </p:cTn>
                              </p:par>
                              <p:par>
                                <p:cTn id="42" presetID="22" presetClass="entr" presetSubtype="2" fill="hold" grpId="0" nodeType="with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right)">
                                      <p:cBhvr>
                                        <p:cTn id="44" dur="500"/>
                                        <p:tgtEl>
                                          <p:spTgt spid="46"/>
                                        </p:tgtEl>
                                      </p:cBhvr>
                                    </p:animEffect>
                                  </p:childTnLst>
                                </p:cTn>
                              </p:par>
                              <p:par>
                                <p:cTn id="45" presetID="22" presetClass="entr" presetSubtype="2" fill="hold" nodeType="with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right)">
                                      <p:cBhvr>
                                        <p:cTn id="47" dur="500"/>
                                        <p:tgtEl>
                                          <p:spTgt spid="98"/>
                                        </p:tgtEl>
                                      </p:cBhvr>
                                    </p:animEffect>
                                  </p:childTnLst>
                                </p:cTn>
                              </p:par>
                            </p:childTnLst>
                          </p:cTn>
                        </p:par>
                        <p:par>
                          <p:cTn id="48" fill="hold">
                            <p:stCondLst>
                              <p:cond delay="2600"/>
                            </p:stCondLst>
                            <p:childTnLst>
                              <p:par>
                                <p:cTn id="49" presetID="22" presetClass="entr" presetSubtype="2" fill="hold" nodeType="afterEffect">
                                  <p:stCondLst>
                                    <p:cond delay="0"/>
                                  </p:stCondLst>
                                  <p:childTnLst>
                                    <p:set>
                                      <p:cBhvr>
                                        <p:cTn id="50" dur="1" fill="hold">
                                          <p:stCondLst>
                                            <p:cond delay="0"/>
                                          </p:stCondLst>
                                        </p:cTn>
                                        <p:tgtEl>
                                          <p:spTgt spid="603"/>
                                        </p:tgtEl>
                                        <p:attrNameLst>
                                          <p:attrName>style.visibility</p:attrName>
                                        </p:attrNameLst>
                                      </p:cBhvr>
                                      <p:to>
                                        <p:strVal val="visible"/>
                                      </p:to>
                                    </p:set>
                                    <p:animEffect transition="in" filter="wipe(right)">
                                      <p:cBhvr>
                                        <p:cTn id="51" dur="500"/>
                                        <p:tgtEl>
                                          <p:spTgt spid="603"/>
                                        </p:tgtEl>
                                      </p:cBhvr>
                                    </p:animEffect>
                                  </p:childTnLst>
                                </p:cTn>
                              </p:par>
                            </p:childTnLst>
                          </p:cTn>
                        </p:par>
                        <p:par>
                          <p:cTn id="52" fill="hold">
                            <p:stCondLst>
                              <p:cond delay="3100"/>
                            </p:stCondLst>
                            <p:childTnLst>
                              <p:par>
                                <p:cTn id="53" presetID="22" presetClass="entr" presetSubtype="8" fill="hold" grpId="0"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wipe(left)">
                                      <p:cBhvr>
                                        <p:cTn id="55" dur="500"/>
                                        <p:tgtEl>
                                          <p:spTgt spid="30"/>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wipe(left)">
                                      <p:cBhvr>
                                        <p:cTn id="58" dur="500"/>
                                        <p:tgtEl>
                                          <p:spTgt spid="29"/>
                                        </p:tgtEl>
                                      </p:cBhvr>
                                    </p:animEffect>
                                  </p:childTnLst>
                                </p:cTn>
                              </p:par>
                              <p:par>
                                <p:cTn id="59" presetID="22" presetClass="entr" presetSubtype="8" fill="hold" nodeType="withEffect">
                                  <p:stCondLst>
                                    <p:cond delay="0"/>
                                  </p:stCondLst>
                                  <p:childTnLst>
                                    <p:set>
                                      <p:cBhvr>
                                        <p:cTn id="60" dur="1" fill="hold">
                                          <p:stCondLst>
                                            <p:cond delay="0"/>
                                          </p:stCondLst>
                                        </p:cTn>
                                        <p:tgtEl>
                                          <p:spTgt spid="301"/>
                                        </p:tgtEl>
                                        <p:attrNameLst>
                                          <p:attrName>style.visibility</p:attrName>
                                        </p:attrNameLst>
                                      </p:cBhvr>
                                      <p:to>
                                        <p:strVal val="visible"/>
                                      </p:to>
                                    </p:set>
                                    <p:animEffect transition="in" filter="wipe(left)">
                                      <p:cBhvr>
                                        <p:cTn id="61" dur="500"/>
                                        <p:tgtEl>
                                          <p:spTgt spid="301"/>
                                        </p:tgtEl>
                                      </p:cBhvr>
                                    </p:animEffect>
                                  </p:childTnLst>
                                </p:cTn>
                              </p:par>
                              <p:par>
                                <p:cTn id="62" presetID="22" presetClass="entr" presetSubtype="8" fill="hold" nodeType="withEffect">
                                  <p:stCondLst>
                                    <p:cond delay="0"/>
                                  </p:stCondLst>
                                  <p:childTnLst>
                                    <p:set>
                                      <p:cBhvr>
                                        <p:cTn id="63" dur="1" fill="hold">
                                          <p:stCondLst>
                                            <p:cond delay="0"/>
                                          </p:stCondLst>
                                        </p:cTn>
                                        <p:tgtEl>
                                          <p:spTgt spid="95"/>
                                        </p:tgtEl>
                                        <p:attrNameLst>
                                          <p:attrName>style.visibility</p:attrName>
                                        </p:attrNameLst>
                                      </p:cBhvr>
                                      <p:to>
                                        <p:strVal val="visible"/>
                                      </p:to>
                                    </p:set>
                                    <p:animEffect transition="in" filter="wipe(left)">
                                      <p:cBhvr>
                                        <p:cTn id="64" dur="500"/>
                                        <p:tgtEl>
                                          <p:spTgt spid="95"/>
                                        </p:tgtEl>
                                      </p:cBhvr>
                                    </p:animEffect>
                                  </p:childTnLst>
                                </p:cTn>
                              </p:par>
                            </p:childTnLst>
                          </p:cTn>
                        </p:par>
                        <p:par>
                          <p:cTn id="65" fill="hold">
                            <p:stCondLst>
                              <p:cond delay="3600"/>
                            </p:stCondLst>
                            <p:childTnLst>
                              <p:par>
                                <p:cTn id="66" presetID="22" presetClass="entr" presetSubtype="8" fill="hold" nodeType="afterEffect">
                                  <p:stCondLst>
                                    <p:cond delay="0"/>
                                  </p:stCondLst>
                                  <p:childTnLst>
                                    <p:set>
                                      <p:cBhvr>
                                        <p:cTn id="67" dur="1" fill="hold">
                                          <p:stCondLst>
                                            <p:cond delay="0"/>
                                          </p:stCondLst>
                                        </p:cTn>
                                        <p:tgtEl>
                                          <p:spTgt spid="609"/>
                                        </p:tgtEl>
                                        <p:attrNameLst>
                                          <p:attrName>style.visibility</p:attrName>
                                        </p:attrNameLst>
                                      </p:cBhvr>
                                      <p:to>
                                        <p:strVal val="visible"/>
                                      </p:to>
                                    </p:set>
                                    <p:animEffect transition="in" filter="wipe(left)">
                                      <p:cBhvr>
                                        <p:cTn id="68" dur="500"/>
                                        <p:tgtEl>
                                          <p:spTgt spid="609"/>
                                        </p:tgtEl>
                                      </p:cBhvr>
                                    </p:animEffect>
                                  </p:childTnLst>
                                </p:cTn>
                              </p:par>
                            </p:childTnLst>
                          </p:cTn>
                        </p:par>
                        <p:par>
                          <p:cTn id="69" fill="hold">
                            <p:stCondLst>
                              <p:cond delay="4100"/>
                            </p:stCondLst>
                            <p:childTnLst>
                              <p:par>
                                <p:cTn id="70" presetID="22" presetClass="entr" presetSubtype="4" fill="hold" grpId="0" nodeType="after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wipe(down)">
                                      <p:cBhvr>
                                        <p:cTn id="72" dur="500"/>
                                        <p:tgtEl>
                                          <p:spTgt spid="13"/>
                                        </p:tgtEl>
                                      </p:cBhvr>
                                    </p:animEffect>
                                  </p:childTnLst>
                                </p:cTn>
                              </p:par>
                              <p:par>
                                <p:cTn id="73" presetID="22" presetClass="entr" presetSubtype="4" fill="hold" nodeType="withEffect">
                                  <p:stCondLst>
                                    <p:cond delay="0"/>
                                  </p:stCondLst>
                                  <p:childTnLst>
                                    <p:set>
                                      <p:cBhvr>
                                        <p:cTn id="74" dur="1" fill="hold">
                                          <p:stCondLst>
                                            <p:cond delay="0"/>
                                          </p:stCondLst>
                                        </p:cTn>
                                        <p:tgtEl>
                                          <p:spTgt spid="92"/>
                                        </p:tgtEl>
                                        <p:attrNameLst>
                                          <p:attrName>style.visibility</p:attrName>
                                        </p:attrNameLst>
                                      </p:cBhvr>
                                      <p:to>
                                        <p:strVal val="visible"/>
                                      </p:to>
                                    </p:set>
                                    <p:animEffect transition="in" filter="wipe(down)">
                                      <p:cBhvr>
                                        <p:cTn id="75" dur="500"/>
                                        <p:tgtEl>
                                          <p:spTgt spid="92"/>
                                        </p:tgtEl>
                                      </p:cBhvr>
                                    </p:animEffect>
                                  </p:childTnLst>
                                </p:cTn>
                              </p:par>
                              <p:par>
                                <p:cTn id="76" presetID="22" presetClass="entr" presetSubtype="4" fill="hold" nodeType="withEffect">
                                  <p:stCondLst>
                                    <p:cond delay="0"/>
                                  </p:stCondLst>
                                  <p:childTnLst>
                                    <p:set>
                                      <p:cBhvr>
                                        <p:cTn id="77" dur="1" fill="hold">
                                          <p:stCondLst>
                                            <p:cond delay="0"/>
                                          </p:stCondLst>
                                        </p:cTn>
                                        <p:tgtEl>
                                          <p:spTgt spid="424"/>
                                        </p:tgtEl>
                                        <p:attrNameLst>
                                          <p:attrName>style.visibility</p:attrName>
                                        </p:attrNameLst>
                                      </p:cBhvr>
                                      <p:to>
                                        <p:strVal val="visible"/>
                                      </p:to>
                                    </p:set>
                                    <p:animEffect transition="in" filter="wipe(down)">
                                      <p:cBhvr>
                                        <p:cTn id="78" dur="500"/>
                                        <p:tgtEl>
                                          <p:spTgt spid="424"/>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wipe(down)">
                                      <p:cBhvr>
                                        <p:cTn id="81" dur="500"/>
                                        <p:tgtEl>
                                          <p:spTgt spid="12"/>
                                        </p:tgtEl>
                                      </p:cBhvr>
                                    </p:animEffect>
                                  </p:childTnLst>
                                </p:cTn>
                              </p:par>
                            </p:childTnLst>
                          </p:cTn>
                        </p:par>
                        <p:par>
                          <p:cTn id="82" fill="hold">
                            <p:stCondLst>
                              <p:cond delay="4600"/>
                            </p:stCondLst>
                            <p:childTnLst>
                              <p:par>
                                <p:cTn id="83" presetID="22" presetClass="entr" presetSubtype="4" fill="hold" grpId="0" nodeType="afterEffect">
                                  <p:stCondLst>
                                    <p:cond delay="0"/>
                                  </p:stCondLst>
                                  <p:childTnLst>
                                    <p:set>
                                      <p:cBhvr>
                                        <p:cTn id="84" dur="1" fill="hold">
                                          <p:stCondLst>
                                            <p:cond delay="0"/>
                                          </p:stCondLst>
                                        </p:cTn>
                                        <p:tgtEl>
                                          <p:spTgt spid="4"/>
                                        </p:tgtEl>
                                        <p:attrNameLst>
                                          <p:attrName>style.visibility</p:attrName>
                                        </p:attrNameLst>
                                      </p:cBhvr>
                                      <p:to>
                                        <p:strVal val="visible"/>
                                      </p:to>
                                    </p:set>
                                    <p:animEffect transition="in" filter="wipe(down)">
                                      <p:cBhvr>
                                        <p:cTn id="85" dur="500"/>
                                        <p:tgtEl>
                                          <p:spTgt spid="4"/>
                                        </p:tgtEl>
                                      </p:cBhvr>
                                    </p:animEffect>
                                  </p:childTnLst>
                                </p:cTn>
                              </p:par>
                              <p:par>
                                <p:cTn id="86" presetID="22" presetClass="entr" presetSubtype="4" fill="hold" grpId="0" nodeType="with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wipe(down)">
                                      <p:cBhvr>
                                        <p:cTn id="88" dur="500"/>
                                        <p:tgtEl>
                                          <p:spTgt spid="5"/>
                                        </p:tgtEl>
                                      </p:cBhvr>
                                    </p:animEffect>
                                  </p:childTnLst>
                                </p:cTn>
                              </p:par>
                              <p:par>
                                <p:cTn id="89" presetID="22" presetClass="entr" presetSubtype="4" fill="hold" grpId="0" nodeType="withEffect">
                                  <p:stCondLst>
                                    <p:cond delay="0"/>
                                  </p:stCondLst>
                                  <p:childTnLst>
                                    <p:set>
                                      <p:cBhvr>
                                        <p:cTn id="90" dur="1" fill="hold">
                                          <p:stCondLst>
                                            <p:cond delay="0"/>
                                          </p:stCondLst>
                                        </p:cTn>
                                        <p:tgtEl>
                                          <p:spTgt spid="6"/>
                                        </p:tgtEl>
                                        <p:attrNameLst>
                                          <p:attrName>style.visibility</p:attrName>
                                        </p:attrNameLst>
                                      </p:cBhvr>
                                      <p:to>
                                        <p:strVal val="visible"/>
                                      </p:to>
                                    </p:set>
                                    <p:animEffect transition="in" filter="wipe(down)">
                                      <p:cBhvr>
                                        <p:cTn id="91" dur="500"/>
                                        <p:tgtEl>
                                          <p:spTgt spid="6"/>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7"/>
                                        </p:tgtEl>
                                        <p:attrNameLst>
                                          <p:attrName>style.visibility</p:attrName>
                                        </p:attrNameLst>
                                      </p:cBhvr>
                                      <p:to>
                                        <p:strVal val="visible"/>
                                      </p:to>
                                    </p:set>
                                    <p:animEffect transition="in" filter="wipe(down)">
                                      <p:cBhvr>
                                        <p:cTn id="94" dur="500"/>
                                        <p:tgtEl>
                                          <p:spTgt spid="7"/>
                                        </p:tgtEl>
                                      </p:cBhvr>
                                    </p:animEffect>
                                  </p:childTnLst>
                                </p:cTn>
                              </p:par>
                              <p:par>
                                <p:cTn id="95" presetID="22" presetClass="entr" presetSubtype="4" fill="hold" grpId="0" nodeType="withEffect">
                                  <p:stCondLst>
                                    <p:cond delay="0"/>
                                  </p:stCondLst>
                                  <p:childTnLst>
                                    <p:set>
                                      <p:cBhvr>
                                        <p:cTn id="96" dur="1" fill="hold">
                                          <p:stCondLst>
                                            <p:cond delay="0"/>
                                          </p:stCondLst>
                                        </p:cTn>
                                        <p:tgtEl>
                                          <p:spTgt spid="8"/>
                                        </p:tgtEl>
                                        <p:attrNameLst>
                                          <p:attrName>style.visibility</p:attrName>
                                        </p:attrNameLst>
                                      </p:cBhvr>
                                      <p:to>
                                        <p:strVal val="visible"/>
                                      </p:to>
                                    </p:set>
                                    <p:animEffect transition="in" filter="wipe(down)">
                                      <p:cBhvr>
                                        <p:cTn id="97" dur="500"/>
                                        <p:tgtEl>
                                          <p:spTgt spid="8"/>
                                        </p:tgtEl>
                                      </p:cBhvr>
                                    </p:animEffect>
                                  </p:childTnLst>
                                </p:cTn>
                              </p:par>
                              <p:par>
                                <p:cTn id="98" presetID="22" presetClass="entr" presetSubtype="4" fill="hold" grpId="0" nodeType="with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wipe(down)">
                                      <p:cBhvr>
                                        <p:cTn id="100" dur="500"/>
                                        <p:tgtEl>
                                          <p:spTgt spid="9"/>
                                        </p:tgtEl>
                                      </p:cBhvr>
                                    </p:animEffect>
                                  </p:childTnLst>
                                </p:cTn>
                              </p:par>
                              <p:par>
                                <p:cTn id="101" presetID="22" presetClass="entr" presetSubtype="4"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Effect transition="in" filter="wipe(down)">
                                      <p:cBhvr>
                                        <p:cTn id="103" dur="500"/>
                                        <p:tgtEl>
                                          <p:spTgt spid="10"/>
                                        </p:tgtEl>
                                      </p:cBhvr>
                                    </p:animEffect>
                                  </p:childTnLst>
                                </p:cTn>
                              </p:par>
                              <p:par>
                                <p:cTn id="104" presetID="22" presetClass="entr" presetSubtype="4"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Effect transition="in" filter="wipe(down)">
                                      <p:cBhvr>
                                        <p:cTn id="106" dur="500"/>
                                        <p:tgtEl>
                                          <p:spTgt spid="11"/>
                                        </p:tgtEl>
                                      </p:cBhvr>
                                    </p:animEffect>
                                  </p:childTnLst>
                                </p:cTn>
                              </p:par>
                            </p:childTnLst>
                          </p:cTn>
                        </p:par>
                        <p:par>
                          <p:cTn id="107" fill="hold">
                            <p:stCondLst>
                              <p:cond delay="5100"/>
                            </p:stCondLst>
                            <p:childTnLst>
                              <p:par>
                                <p:cTn id="108" presetID="42" presetClass="entr" presetSubtype="0" fill="hold" grpId="0" nodeType="afterEffect">
                                  <p:stCondLst>
                                    <p:cond delay="0"/>
                                  </p:stCondLst>
                                  <p:childTnLst>
                                    <p:set>
                                      <p:cBhvr>
                                        <p:cTn id="109" dur="1" fill="hold">
                                          <p:stCondLst>
                                            <p:cond delay="0"/>
                                          </p:stCondLst>
                                        </p:cTn>
                                        <p:tgtEl>
                                          <p:spTgt spid="587"/>
                                        </p:tgtEl>
                                        <p:attrNameLst>
                                          <p:attrName>style.visibility</p:attrName>
                                        </p:attrNameLst>
                                      </p:cBhvr>
                                      <p:to>
                                        <p:strVal val="visible"/>
                                      </p:to>
                                    </p:set>
                                    <p:animEffect transition="in" filter="fade">
                                      <p:cBhvr>
                                        <p:cTn id="110" dur="1000"/>
                                        <p:tgtEl>
                                          <p:spTgt spid="587"/>
                                        </p:tgtEl>
                                      </p:cBhvr>
                                    </p:animEffect>
                                    <p:anim calcmode="lin" valueType="num">
                                      <p:cBhvr>
                                        <p:cTn id="111" dur="1000" fill="hold"/>
                                        <p:tgtEl>
                                          <p:spTgt spid="587"/>
                                        </p:tgtEl>
                                        <p:attrNameLst>
                                          <p:attrName>ppt_x</p:attrName>
                                        </p:attrNameLst>
                                      </p:cBhvr>
                                      <p:tavLst>
                                        <p:tav tm="0">
                                          <p:val>
                                            <p:strVal val="#ppt_x"/>
                                          </p:val>
                                        </p:tav>
                                        <p:tav tm="100000">
                                          <p:val>
                                            <p:strVal val="#ppt_x"/>
                                          </p:val>
                                        </p:tav>
                                      </p:tavLst>
                                    </p:anim>
                                    <p:anim calcmode="lin" valueType="num">
                                      <p:cBhvr>
                                        <p:cTn id="112" dur="1000" fill="hold"/>
                                        <p:tgtEl>
                                          <p:spTgt spid="587"/>
                                        </p:tgtEl>
                                        <p:attrNameLst>
                                          <p:attrName>ppt_y</p:attrName>
                                        </p:attrNameLst>
                                      </p:cBhvr>
                                      <p:tavLst>
                                        <p:tav tm="0">
                                          <p:val>
                                            <p:strVal val="#ppt_y+.1"/>
                                          </p:val>
                                        </p:tav>
                                        <p:tav tm="100000">
                                          <p:val>
                                            <p:strVal val="#ppt_y"/>
                                          </p:val>
                                        </p:tav>
                                      </p:tavLst>
                                    </p:anim>
                                  </p:childTnLst>
                                </p:cTn>
                              </p:par>
                            </p:childTnLst>
                          </p:cTn>
                        </p:par>
                        <p:par>
                          <p:cTn id="113" fill="hold">
                            <p:stCondLst>
                              <p:cond delay="6100"/>
                            </p:stCondLst>
                            <p:childTnLst>
                              <p:par>
                                <p:cTn id="114" presetID="10" presetClass="entr" presetSubtype="0" fill="hold" nodeType="afterEffect">
                                  <p:stCondLst>
                                    <p:cond delay="0"/>
                                  </p:stCondLst>
                                  <p:childTnLst>
                                    <p:set>
                                      <p:cBhvr>
                                        <p:cTn id="115" dur="1" fill="hold">
                                          <p:stCondLst>
                                            <p:cond delay="0"/>
                                          </p:stCondLst>
                                        </p:cTn>
                                        <p:tgtEl>
                                          <p:spTgt spid="589"/>
                                        </p:tgtEl>
                                        <p:attrNameLst>
                                          <p:attrName>style.visibility</p:attrName>
                                        </p:attrNameLst>
                                      </p:cBhvr>
                                      <p:to>
                                        <p:strVal val="visible"/>
                                      </p:to>
                                    </p:set>
                                    <p:animEffect transition="in" filter="fade">
                                      <p:cBhvr>
                                        <p:cTn id="116" dur="500"/>
                                        <p:tgtEl>
                                          <p:spTgt spid="589"/>
                                        </p:tgtEl>
                                      </p:cBhvr>
                                    </p:animEffect>
                                  </p:childTnLst>
                                </p:cTn>
                              </p:par>
                            </p:childTnLst>
                          </p:cTn>
                        </p:par>
                        <p:par>
                          <p:cTn id="117" fill="hold">
                            <p:stCondLst>
                              <p:cond delay="6600"/>
                            </p:stCondLst>
                            <p:childTnLst>
                              <p:par>
                                <p:cTn id="118" presetID="42" presetClass="entr" presetSubtype="0" fill="hold" grpId="0" nodeType="afterEffect">
                                  <p:stCondLst>
                                    <p:cond delay="0"/>
                                  </p:stCondLst>
                                  <p:childTnLst>
                                    <p:set>
                                      <p:cBhvr>
                                        <p:cTn id="119" dur="1" fill="hold">
                                          <p:stCondLst>
                                            <p:cond delay="0"/>
                                          </p:stCondLst>
                                        </p:cTn>
                                        <p:tgtEl>
                                          <p:spTgt spid="588"/>
                                        </p:tgtEl>
                                        <p:attrNameLst>
                                          <p:attrName>style.visibility</p:attrName>
                                        </p:attrNameLst>
                                      </p:cBhvr>
                                      <p:to>
                                        <p:strVal val="visible"/>
                                      </p:to>
                                    </p:set>
                                    <p:animEffect transition="in" filter="fade">
                                      <p:cBhvr>
                                        <p:cTn id="120" dur="1000"/>
                                        <p:tgtEl>
                                          <p:spTgt spid="588"/>
                                        </p:tgtEl>
                                      </p:cBhvr>
                                    </p:animEffect>
                                    <p:anim calcmode="lin" valueType="num">
                                      <p:cBhvr>
                                        <p:cTn id="121" dur="1000" fill="hold"/>
                                        <p:tgtEl>
                                          <p:spTgt spid="588"/>
                                        </p:tgtEl>
                                        <p:attrNameLst>
                                          <p:attrName>ppt_x</p:attrName>
                                        </p:attrNameLst>
                                      </p:cBhvr>
                                      <p:tavLst>
                                        <p:tav tm="0">
                                          <p:val>
                                            <p:strVal val="#ppt_x"/>
                                          </p:val>
                                        </p:tav>
                                        <p:tav tm="100000">
                                          <p:val>
                                            <p:strVal val="#ppt_x"/>
                                          </p:val>
                                        </p:tav>
                                      </p:tavLst>
                                    </p:anim>
                                    <p:anim calcmode="lin" valueType="num">
                                      <p:cBhvr>
                                        <p:cTn id="122" dur="1000" fill="hold"/>
                                        <p:tgtEl>
                                          <p:spTgt spid="588"/>
                                        </p:tgtEl>
                                        <p:attrNameLst>
                                          <p:attrName>ppt_y</p:attrName>
                                        </p:attrNameLst>
                                      </p:cBhvr>
                                      <p:tavLst>
                                        <p:tav tm="0">
                                          <p:val>
                                            <p:strVal val="#ppt_y+.1"/>
                                          </p:val>
                                        </p:tav>
                                        <p:tav tm="100000">
                                          <p:val>
                                            <p:strVal val="#ppt_y"/>
                                          </p:val>
                                        </p:tav>
                                      </p:tavLst>
                                    </p:anim>
                                  </p:childTnLst>
                                </p:cTn>
                              </p:par>
                            </p:childTnLst>
                          </p:cTn>
                        </p:par>
                        <p:par>
                          <p:cTn id="123" fill="hold">
                            <p:stCondLst>
                              <p:cond delay="7600"/>
                            </p:stCondLst>
                            <p:childTnLst>
                              <p:par>
                                <p:cTn id="124" presetID="22" presetClass="entr" presetSubtype="2" fill="hold" nodeType="afterEffect">
                                  <p:stCondLst>
                                    <p:cond delay="0"/>
                                  </p:stCondLst>
                                  <p:childTnLst>
                                    <p:set>
                                      <p:cBhvr>
                                        <p:cTn id="125" dur="1" fill="hold">
                                          <p:stCondLst>
                                            <p:cond delay="0"/>
                                          </p:stCondLst>
                                        </p:cTn>
                                        <p:tgtEl>
                                          <p:spTgt spid="594"/>
                                        </p:tgtEl>
                                        <p:attrNameLst>
                                          <p:attrName>style.visibility</p:attrName>
                                        </p:attrNameLst>
                                      </p:cBhvr>
                                      <p:to>
                                        <p:strVal val="visible"/>
                                      </p:to>
                                    </p:set>
                                    <p:animEffect transition="in" filter="wipe(right)">
                                      <p:cBhvr>
                                        <p:cTn id="126" dur="500"/>
                                        <p:tgtEl>
                                          <p:spTgt spid="594"/>
                                        </p:tgtEl>
                                      </p:cBhvr>
                                    </p:animEffect>
                                  </p:childTnLst>
                                </p:cTn>
                              </p:par>
                            </p:childTnLst>
                          </p:cTn>
                        </p:par>
                        <p:par>
                          <p:cTn id="127" fill="hold">
                            <p:stCondLst>
                              <p:cond delay="8100"/>
                            </p:stCondLst>
                            <p:childTnLst>
                              <p:par>
                                <p:cTn id="128" presetID="16" presetClass="entr" presetSubtype="21" fill="hold" grpId="0" nodeType="afterEffect">
                                  <p:stCondLst>
                                    <p:cond delay="0"/>
                                  </p:stCondLst>
                                  <p:childTnLst>
                                    <p:set>
                                      <p:cBhvr>
                                        <p:cTn id="129" dur="1" fill="hold">
                                          <p:stCondLst>
                                            <p:cond delay="0"/>
                                          </p:stCondLst>
                                        </p:cTn>
                                        <p:tgtEl>
                                          <p:spTgt spid="598"/>
                                        </p:tgtEl>
                                        <p:attrNameLst>
                                          <p:attrName>style.visibility</p:attrName>
                                        </p:attrNameLst>
                                      </p:cBhvr>
                                      <p:to>
                                        <p:strVal val="visible"/>
                                      </p:to>
                                    </p:set>
                                    <p:animEffect transition="in" filter="barn(inVertical)">
                                      <p:cBhvr>
                                        <p:cTn id="130" dur="500"/>
                                        <p:tgtEl>
                                          <p:spTgt spid="598"/>
                                        </p:tgtEl>
                                      </p:cBhvr>
                                    </p:animEffect>
                                  </p:childTnLst>
                                </p:cTn>
                              </p:par>
                              <p:par>
                                <p:cTn id="131" presetID="16" presetClass="entr" presetSubtype="21" fill="hold" grpId="0" nodeType="withEffect">
                                  <p:stCondLst>
                                    <p:cond delay="0"/>
                                  </p:stCondLst>
                                  <p:childTnLst>
                                    <p:set>
                                      <p:cBhvr>
                                        <p:cTn id="132" dur="1" fill="hold">
                                          <p:stCondLst>
                                            <p:cond delay="0"/>
                                          </p:stCondLst>
                                        </p:cTn>
                                        <p:tgtEl>
                                          <p:spTgt spid="597"/>
                                        </p:tgtEl>
                                        <p:attrNameLst>
                                          <p:attrName>style.visibility</p:attrName>
                                        </p:attrNameLst>
                                      </p:cBhvr>
                                      <p:to>
                                        <p:strVal val="visible"/>
                                      </p:to>
                                    </p:set>
                                    <p:animEffect transition="in" filter="barn(inVertical)">
                                      <p:cBhvr>
                                        <p:cTn id="133" dur="500"/>
                                        <p:tgtEl>
                                          <p:spTgt spid="597"/>
                                        </p:tgtEl>
                                      </p:cBhvr>
                                    </p:animEffect>
                                  </p:childTnLst>
                                </p:cTn>
                              </p:par>
                            </p:childTnLst>
                          </p:cTn>
                        </p:par>
                        <p:par>
                          <p:cTn id="134" fill="hold">
                            <p:stCondLst>
                              <p:cond delay="8600"/>
                            </p:stCondLst>
                            <p:childTnLst>
                              <p:par>
                                <p:cTn id="135" presetID="16" presetClass="entr" presetSubtype="21" fill="hold" grpId="0" nodeType="afterEffect">
                                  <p:stCondLst>
                                    <p:cond delay="0"/>
                                  </p:stCondLst>
                                  <p:childTnLst>
                                    <p:set>
                                      <p:cBhvr>
                                        <p:cTn id="136" dur="1" fill="hold">
                                          <p:stCondLst>
                                            <p:cond delay="0"/>
                                          </p:stCondLst>
                                        </p:cTn>
                                        <p:tgtEl>
                                          <p:spTgt spid="622"/>
                                        </p:tgtEl>
                                        <p:attrNameLst>
                                          <p:attrName>style.visibility</p:attrName>
                                        </p:attrNameLst>
                                      </p:cBhvr>
                                      <p:to>
                                        <p:strVal val="visible"/>
                                      </p:to>
                                    </p:set>
                                    <p:animEffect transition="in" filter="barn(inVertical)">
                                      <p:cBhvr>
                                        <p:cTn id="137" dur="500"/>
                                        <p:tgtEl>
                                          <p:spTgt spid="622"/>
                                        </p:tgtEl>
                                      </p:cBhvr>
                                    </p:animEffect>
                                  </p:childTnLst>
                                </p:cTn>
                              </p:par>
                              <p:par>
                                <p:cTn id="138" presetID="16" presetClass="entr" presetSubtype="21" fill="hold" grpId="0" nodeType="withEffect">
                                  <p:stCondLst>
                                    <p:cond delay="0"/>
                                  </p:stCondLst>
                                  <p:childTnLst>
                                    <p:set>
                                      <p:cBhvr>
                                        <p:cTn id="139" dur="1" fill="hold">
                                          <p:stCondLst>
                                            <p:cond delay="0"/>
                                          </p:stCondLst>
                                        </p:cTn>
                                        <p:tgtEl>
                                          <p:spTgt spid="621"/>
                                        </p:tgtEl>
                                        <p:attrNameLst>
                                          <p:attrName>style.visibility</p:attrName>
                                        </p:attrNameLst>
                                      </p:cBhvr>
                                      <p:to>
                                        <p:strVal val="visible"/>
                                      </p:to>
                                    </p:set>
                                    <p:animEffect transition="in" filter="barn(inVertical)">
                                      <p:cBhvr>
                                        <p:cTn id="140" dur="500"/>
                                        <p:tgtEl>
                                          <p:spTgt spid="621"/>
                                        </p:tgtEl>
                                      </p:cBhvr>
                                    </p:animEffect>
                                  </p:childTnLst>
                                </p:cTn>
                              </p:par>
                            </p:childTnLst>
                          </p:cTn>
                        </p:par>
                        <p:par>
                          <p:cTn id="141" fill="hold">
                            <p:stCondLst>
                              <p:cond delay="9100"/>
                            </p:stCondLst>
                            <p:childTnLst>
                              <p:par>
                                <p:cTn id="142" presetID="16" presetClass="entr" presetSubtype="21" fill="hold" grpId="0" nodeType="afterEffect">
                                  <p:stCondLst>
                                    <p:cond delay="0"/>
                                  </p:stCondLst>
                                  <p:childTnLst>
                                    <p:set>
                                      <p:cBhvr>
                                        <p:cTn id="143" dur="1" fill="hold">
                                          <p:stCondLst>
                                            <p:cond delay="0"/>
                                          </p:stCondLst>
                                        </p:cTn>
                                        <p:tgtEl>
                                          <p:spTgt spid="624"/>
                                        </p:tgtEl>
                                        <p:attrNameLst>
                                          <p:attrName>style.visibility</p:attrName>
                                        </p:attrNameLst>
                                      </p:cBhvr>
                                      <p:to>
                                        <p:strVal val="visible"/>
                                      </p:to>
                                    </p:set>
                                    <p:animEffect transition="in" filter="barn(inVertical)">
                                      <p:cBhvr>
                                        <p:cTn id="144" dur="500"/>
                                        <p:tgtEl>
                                          <p:spTgt spid="624"/>
                                        </p:tgtEl>
                                      </p:cBhvr>
                                    </p:animEffect>
                                  </p:childTnLst>
                                </p:cTn>
                              </p:par>
                              <p:par>
                                <p:cTn id="145" presetID="16" presetClass="entr" presetSubtype="21" fill="hold" grpId="0" nodeType="withEffect">
                                  <p:stCondLst>
                                    <p:cond delay="0"/>
                                  </p:stCondLst>
                                  <p:childTnLst>
                                    <p:set>
                                      <p:cBhvr>
                                        <p:cTn id="146" dur="1" fill="hold">
                                          <p:stCondLst>
                                            <p:cond delay="0"/>
                                          </p:stCondLst>
                                        </p:cTn>
                                        <p:tgtEl>
                                          <p:spTgt spid="623"/>
                                        </p:tgtEl>
                                        <p:attrNameLst>
                                          <p:attrName>style.visibility</p:attrName>
                                        </p:attrNameLst>
                                      </p:cBhvr>
                                      <p:to>
                                        <p:strVal val="visible"/>
                                      </p:to>
                                    </p:set>
                                    <p:animEffect transition="in" filter="barn(inVertical)">
                                      <p:cBhvr>
                                        <p:cTn id="147" dur="500"/>
                                        <p:tgtEl>
                                          <p:spTgt spid="623"/>
                                        </p:tgtEl>
                                      </p:cBhvr>
                                    </p:animEffect>
                                  </p:childTnLst>
                                </p:cTn>
                              </p:par>
                            </p:childTnLst>
                          </p:cTn>
                        </p:par>
                        <p:par>
                          <p:cTn id="148" fill="hold">
                            <p:stCondLst>
                              <p:cond delay="9600"/>
                            </p:stCondLst>
                            <p:childTnLst>
                              <p:par>
                                <p:cTn id="149" presetID="16" presetClass="entr" presetSubtype="21" fill="hold" grpId="0" nodeType="afterEffect">
                                  <p:stCondLst>
                                    <p:cond delay="0"/>
                                  </p:stCondLst>
                                  <p:childTnLst>
                                    <p:set>
                                      <p:cBhvr>
                                        <p:cTn id="150" dur="1" fill="hold">
                                          <p:stCondLst>
                                            <p:cond delay="0"/>
                                          </p:stCondLst>
                                        </p:cTn>
                                        <p:tgtEl>
                                          <p:spTgt spid="626"/>
                                        </p:tgtEl>
                                        <p:attrNameLst>
                                          <p:attrName>style.visibility</p:attrName>
                                        </p:attrNameLst>
                                      </p:cBhvr>
                                      <p:to>
                                        <p:strVal val="visible"/>
                                      </p:to>
                                    </p:set>
                                    <p:animEffect transition="in" filter="barn(inVertical)">
                                      <p:cBhvr>
                                        <p:cTn id="151" dur="500"/>
                                        <p:tgtEl>
                                          <p:spTgt spid="626"/>
                                        </p:tgtEl>
                                      </p:cBhvr>
                                    </p:animEffect>
                                  </p:childTnLst>
                                </p:cTn>
                              </p:par>
                              <p:par>
                                <p:cTn id="152" presetID="16" presetClass="entr" presetSubtype="21" fill="hold" grpId="0" nodeType="withEffect">
                                  <p:stCondLst>
                                    <p:cond delay="0"/>
                                  </p:stCondLst>
                                  <p:childTnLst>
                                    <p:set>
                                      <p:cBhvr>
                                        <p:cTn id="153" dur="1" fill="hold">
                                          <p:stCondLst>
                                            <p:cond delay="0"/>
                                          </p:stCondLst>
                                        </p:cTn>
                                        <p:tgtEl>
                                          <p:spTgt spid="625"/>
                                        </p:tgtEl>
                                        <p:attrNameLst>
                                          <p:attrName>style.visibility</p:attrName>
                                        </p:attrNameLst>
                                      </p:cBhvr>
                                      <p:to>
                                        <p:strVal val="visible"/>
                                      </p:to>
                                    </p:set>
                                    <p:animEffect transition="in" filter="barn(inVertical)">
                                      <p:cBhvr>
                                        <p:cTn id="154" dur="500"/>
                                        <p:tgtEl>
                                          <p:spTgt spid="6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29" grpId="0" animBg="1"/>
      <p:bldP spid="30" grpId="0" animBg="1"/>
      <p:bldP spid="46" grpId="0" animBg="1"/>
      <p:bldP spid="587" grpId="0" animBg="1"/>
      <p:bldP spid="588" grpId="0"/>
      <p:bldP spid="597" grpId="0"/>
      <p:bldP spid="598" grpId="0"/>
      <p:bldP spid="616" grpId="0" animBg="1"/>
      <p:bldP spid="617" grpId="0"/>
      <p:bldP spid="621" grpId="0"/>
      <p:bldP spid="622" grpId="0"/>
      <p:bldP spid="623" grpId="0"/>
      <p:bldP spid="624" grpId="0"/>
      <p:bldP spid="625" grpId="0"/>
      <p:bldP spid="62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6914653" y="4825918"/>
            <a:ext cx="4833929" cy="1215068"/>
          </a:xfrm>
          <a:prstGeom prst="roundRect">
            <a:avLst/>
          </a:prstGeom>
          <a:noFill/>
          <a:ln w="6350">
            <a:solidFill>
              <a:srgbClr val="6A377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圆角矩形 4"/>
          <p:cNvSpPr/>
          <p:nvPr/>
        </p:nvSpPr>
        <p:spPr>
          <a:xfrm>
            <a:off x="6914653" y="3357536"/>
            <a:ext cx="4833929" cy="1215068"/>
          </a:xfrm>
          <a:prstGeom prst="round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圆角矩形 5"/>
          <p:cNvSpPr/>
          <p:nvPr/>
        </p:nvSpPr>
        <p:spPr>
          <a:xfrm>
            <a:off x="6914653" y="1889155"/>
            <a:ext cx="4833929" cy="1215068"/>
          </a:xfrm>
          <a:prstGeom prst="roundRect">
            <a:avLst/>
          </a:prstGeom>
          <a:no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 name="组合 6"/>
          <p:cNvGrpSpPr/>
          <p:nvPr/>
        </p:nvGrpSpPr>
        <p:grpSpPr>
          <a:xfrm>
            <a:off x="6589739" y="2176627"/>
            <a:ext cx="656054" cy="664801"/>
            <a:chOff x="3321560" y="3740880"/>
            <a:chExt cx="726076" cy="735755"/>
          </a:xfrm>
        </p:grpSpPr>
        <p:grpSp>
          <p:nvGrpSpPr>
            <p:cNvPr id="8" name="组合 7"/>
            <p:cNvGrpSpPr/>
            <p:nvPr/>
          </p:nvGrpSpPr>
          <p:grpSpPr>
            <a:xfrm>
              <a:off x="3321560" y="3740880"/>
              <a:ext cx="726076" cy="735755"/>
              <a:chOff x="2097688" y="3921180"/>
              <a:chExt cx="2446337" cy="2478949"/>
            </a:xfrm>
          </p:grpSpPr>
          <p:sp>
            <p:nvSpPr>
              <p:cNvPr id="1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1" name="Oval 62"/>
              <p:cNvSpPr>
                <a:spLocks noChangeArrowheads="1"/>
              </p:cNvSpPr>
              <p:nvPr/>
            </p:nvSpPr>
            <p:spPr bwMode="auto">
              <a:xfrm>
                <a:off x="2184215" y="3921180"/>
                <a:ext cx="2284415" cy="2284413"/>
              </a:xfrm>
              <a:prstGeom prst="ellipse">
                <a:avLst/>
              </a:prstGeom>
              <a:solidFill>
                <a:srgbClr val="C00000"/>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9" name="椭圆 8"/>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zh-CN" altLang="en-US" sz="1687" dirty="0">
                <a:latin typeface="微软雅黑" pitchFamily="34" charset="-122"/>
                <a:ea typeface="微软雅黑" pitchFamily="34" charset="-122"/>
              </a:endParaRPr>
            </a:p>
          </p:txBody>
        </p:sp>
      </p:grpSp>
      <p:grpSp>
        <p:nvGrpSpPr>
          <p:cNvPr id="12" name="组合 11"/>
          <p:cNvGrpSpPr/>
          <p:nvPr/>
        </p:nvGrpSpPr>
        <p:grpSpPr>
          <a:xfrm>
            <a:off x="6576927" y="3657351"/>
            <a:ext cx="656054" cy="664801"/>
            <a:chOff x="3321560" y="3740880"/>
            <a:chExt cx="726076" cy="735755"/>
          </a:xfrm>
        </p:grpSpPr>
        <p:grpSp>
          <p:nvGrpSpPr>
            <p:cNvPr id="13" name="组合 12"/>
            <p:cNvGrpSpPr/>
            <p:nvPr/>
          </p:nvGrpSpPr>
          <p:grpSpPr>
            <a:xfrm>
              <a:off x="3321560" y="3740880"/>
              <a:ext cx="726076" cy="735755"/>
              <a:chOff x="2097688" y="3921180"/>
              <a:chExt cx="2446337" cy="2478949"/>
            </a:xfrm>
          </p:grpSpPr>
          <p:sp>
            <p:nvSpPr>
              <p:cNvPr id="15"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16" name="Oval 62"/>
              <p:cNvSpPr>
                <a:spLocks noChangeArrowheads="1"/>
              </p:cNvSpPr>
              <p:nvPr/>
            </p:nvSpPr>
            <p:spPr bwMode="auto">
              <a:xfrm>
                <a:off x="2184215" y="3921180"/>
                <a:ext cx="2284415" cy="2284413"/>
              </a:xfrm>
              <a:prstGeom prst="ellipse">
                <a:avLst/>
              </a:prstGeom>
              <a:solidFill>
                <a:schemeClr val="tx1"/>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14" name="椭圆 13"/>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zh-CN" altLang="en-US" sz="1687" dirty="0">
                <a:latin typeface="微软雅黑" pitchFamily="34" charset="-122"/>
                <a:ea typeface="微软雅黑" pitchFamily="34" charset="-122"/>
              </a:endParaRPr>
            </a:p>
          </p:txBody>
        </p:sp>
      </p:grpSp>
      <p:grpSp>
        <p:nvGrpSpPr>
          <p:cNvPr id="17" name="组合 16"/>
          <p:cNvGrpSpPr/>
          <p:nvPr/>
        </p:nvGrpSpPr>
        <p:grpSpPr>
          <a:xfrm>
            <a:off x="6586625" y="5084133"/>
            <a:ext cx="656054" cy="655203"/>
            <a:chOff x="3321560" y="3751502"/>
            <a:chExt cx="726076" cy="725134"/>
          </a:xfrm>
        </p:grpSpPr>
        <p:grpSp>
          <p:nvGrpSpPr>
            <p:cNvPr id="18" name="组合 17"/>
            <p:cNvGrpSpPr/>
            <p:nvPr/>
          </p:nvGrpSpPr>
          <p:grpSpPr>
            <a:xfrm>
              <a:off x="3321560" y="3751502"/>
              <a:ext cx="726076" cy="725134"/>
              <a:chOff x="2097688" y="3956966"/>
              <a:chExt cx="2446337" cy="2443163"/>
            </a:xfrm>
          </p:grpSpPr>
          <p:sp>
            <p:nvSpPr>
              <p:cNvPr id="2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1" name="Oval 62"/>
              <p:cNvSpPr>
                <a:spLocks noChangeArrowheads="1"/>
              </p:cNvSpPr>
              <p:nvPr/>
            </p:nvSpPr>
            <p:spPr bwMode="auto">
              <a:xfrm>
                <a:off x="2184214" y="4033556"/>
                <a:ext cx="2284414" cy="2284414"/>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19" name="椭圆 18"/>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zh-CN" altLang="en-US" sz="1687" dirty="0">
                <a:latin typeface="微软雅黑" pitchFamily="34" charset="-122"/>
                <a:ea typeface="微软雅黑" pitchFamily="34" charset="-122"/>
              </a:endParaRPr>
            </a:p>
          </p:txBody>
        </p:sp>
      </p:grpSp>
      <p:grpSp>
        <p:nvGrpSpPr>
          <p:cNvPr id="22" name="组合 21"/>
          <p:cNvGrpSpPr/>
          <p:nvPr/>
        </p:nvGrpSpPr>
        <p:grpSpPr>
          <a:xfrm>
            <a:off x="2160263" y="2734722"/>
            <a:ext cx="2613933" cy="2253392"/>
            <a:chOff x="2030922" y="2327368"/>
            <a:chExt cx="1528342" cy="1317536"/>
          </a:xfrm>
        </p:grpSpPr>
        <p:sp>
          <p:nvSpPr>
            <p:cNvPr id="23" name="六边形 22"/>
            <p:cNvSpPr/>
            <p:nvPr/>
          </p:nvSpPr>
          <p:spPr>
            <a:xfrm>
              <a:off x="2030922" y="2327368"/>
              <a:ext cx="1528342" cy="1317536"/>
            </a:xfrm>
            <a:prstGeom prst="hexagon">
              <a:avLst/>
            </a:prstGeom>
            <a:gradFill flip="none" rotWithShape="1">
              <a:gsLst>
                <a:gs pos="61000">
                  <a:srgbClr val="F6F6F6"/>
                </a:gs>
                <a:gs pos="37000">
                  <a:srgbClr val="E0E0E0"/>
                </a:gs>
                <a:gs pos="17000">
                  <a:srgbClr val="DEDEDE"/>
                </a:gs>
                <a:gs pos="100000">
                  <a:schemeClr val="bg1"/>
                </a:gs>
              </a:gsLst>
              <a:lin ang="13500000" scaled="1"/>
              <a:tileRect/>
            </a:gradFill>
            <a:ln w="19050">
              <a:noFill/>
            </a:ln>
            <a:effectLst>
              <a:outerShdw blurRad="381000" dist="127000" dir="2400000" algn="tl" rotWithShape="0">
                <a:srgbClr val="696969">
                  <a:alpha val="47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任意多边形 23"/>
            <p:cNvSpPr/>
            <p:nvPr/>
          </p:nvSpPr>
          <p:spPr>
            <a:xfrm>
              <a:off x="2105578" y="2390868"/>
              <a:ext cx="1381022" cy="1190535"/>
            </a:xfrm>
            <a:custGeom>
              <a:avLst/>
              <a:gdLst>
                <a:gd name="connsiteX0" fmla="*/ 407876 w 1381020"/>
                <a:gd name="connsiteY0" fmla="*/ 167033 h 1190534"/>
                <a:gd name="connsiteX1" fmla="*/ 193759 w 1381020"/>
                <a:gd name="connsiteY1" fmla="*/ 595266 h 1190534"/>
                <a:gd name="connsiteX2" fmla="*/ 407876 w 1381020"/>
                <a:gd name="connsiteY2" fmla="*/ 1023499 h 1190534"/>
                <a:gd name="connsiteX3" fmla="*/ 973145 w 1381020"/>
                <a:gd name="connsiteY3" fmla="*/ 1023499 h 1190534"/>
                <a:gd name="connsiteX4" fmla="*/ 1187261 w 1381020"/>
                <a:gd name="connsiteY4" fmla="*/ 595266 h 1190534"/>
                <a:gd name="connsiteX5" fmla="*/ 973145 w 1381020"/>
                <a:gd name="connsiteY5" fmla="*/ 167033 h 1190534"/>
                <a:gd name="connsiteX6" fmla="*/ 297634 w 1381020"/>
                <a:gd name="connsiteY6" fmla="*/ 0 h 1190534"/>
                <a:gd name="connsiteX7" fmla="*/ 1083387 w 1381020"/>
                <a:gd name="connsiteY7" fmla="*/ 0 h 1190534"/>
                <a:gd name="connsiteX8" fmla="*/ 1381020 w 1381020"/>
                <a:gd name="connsiteY8" fmla="*/ 595267 h 1190534"/>
                <a:gd name="connsiteX9" fmla="*/ 1083387 w 1381020"/>
                <a:gd name="connsiteY9" fmla="*/ 1190534 h 1190534"/>
                <a:gd name="connsiteX10" fmla="*/ 297634 w 1381020"/>
                <a:gd name="connsiteY10" fmla="*/ 1190534 h 1190534"/>
                <a:gd name="connsiteX11" fmla="*/ 0 w 1381020"/>
                <a:gd name="connsiteY11" fmla="*/ 595267 h 119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1020" h="1190534">
                  <a:moveTo>
                    <a:pt x="407876" y="167033"/>
                  </a:moveTo>
                  <a:lnTo>
                    <a:pt x="193759" y="595266"/>
                  </a:lnTo>
                  <a:lnTo>
                    <a:pt x="407876" y="1023499"/>
                  </a:lnTo>
                  <a:lnTo>
                    <a:pt x="973145" y="1023499"/>
                  </a:lnTo>
                  <a:lnTo>
                    <a:pt x="1187261" y="595266"/>
                  </a:lnTo>
                  <a:lnTo>
                    <a:pt x="973145" y="167033"/>
                  </a:lnTo>
                  <a:close/>
                  <a:moveTo>
                    <a:pt x="297634" y="0"/>
                  </a:moveTo>
                  <a:lnTo>
                    <a:pt x="1083387" y="0"/>
                  </a:lnTo>
                  <a:lnTo>
                    <a:pt x="1381020" y="595267"/>
                  </a:lnTo>
                  <a:lnTo>
                    <a:pt x="1083387" y="1190534"/>
                  </a:lnTo>
                  <a:lnTo>
                    <a:pt x="297634" y="1190534"/>
                  </a:lnTo>
                  <a:lnTo>
                    <a:pt x="0" y="595267"/>
                  </a:lnTo>
                  <a:close/>
                </a:path>
              </a:pathLst>
            </a:custGeom>
            <a:gradFill>
              <a:gsLst>
                <a:gs pos="57000">
                  <a:srgbClr val="F5F5F5"/>
                </a:gs>
                <a:gs pos="32000">
                  <a:srgbClr val="DEDEDE"/>
                </a:gs>
                <a:gs pos="0">
                  <a:srgbClr val="CBCBCB"/>
                </a:gs>
                <a:gs pos="100000">
                  <a:schemeClr val="bg1"/>
                </a:gs>
              </a:gsLst>
              <a:lin ang="2700000" scaled="1"/>
            </a:gradFill>
            <a:ln w="19050">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25" name="六边形 24"/>
            <p:cNvSpPr/>
            <p:nvPr/>
          </p:nvSpPr>
          <p:spPr>
            <a:xfrm>
              <a:off x="2298341" y="2557901"/>
              <a:ext cx="993503" cy="856467"/>
            </a:xfrm>
            <a:prstGeom prst="hexagon">
              <a:avLst/>
            </a:prstGeom>
            <a:solidFill>
              <a:schemeClr val="tx1"/>
            </a:solidFill>
            <a:ln w="19050">
              <a:noFill/>
            </a:ln>
            <a:effectLst>
              <a:innerShdw blurRad="76200" dist="63500" dir="13500000">
                <a:prstClr val="black">
                  <a:alpha val="46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 name="梯形 25"/>
            <p:cNvSpPr/>
            <p:nvPr/>
          </p:nvSpPr>
          <p:spPr>
            <a:xfrm>
              <a:off x="2402684" y="3414367"/>
              <a:ext cx="785815" cy="167035"/>
            </a:xfrm>
            <a:prstGeom prst="trapezoid">
              <a:avLst>
                <a:gd name="adj" fmla="val 66343"/>
              </a:avLst>
            </a:prstGeom>
            <a:gradFill>
              <a:gsLst>
                <a:gs pos="0">
                  <a:srgbClr val="E6E6E6"/>
                </a:gs>
                <a:gs pos="100000">
                  <a:srgbClr val="F7F7F7"/>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 name="梯形 71"/>
            <p:cNvSpPr/>
            <p:nvPr/>
          </p:nvSpPr>
          <p:spPr>
            <a:xfrm rot="14580000" flipH="1">
              <a:off x="2925227" y="2640055"/>
              <a:ext cx="667005" cy="171628"/>
            </a:xfrm>
            <a:custGeom>
              <a:avLst/>
              <a:gdLst>
                <a:gd name="connsiteX0" fmla="*/ 0 w 667005"/>
                <a:gd name="connsiteY0" fmla="*/ 171628 h 171628"/>
                <a:gd name="connsiteX1" fmla="*/ 85140 w 667005"/>
                <a:gd name="connsiteY1" fmla="*/ 0 h 171628"/>
                <a:gd name="connsiteX2" fmla="*/ 581865 w 667005"/>
                <a:gd name="connsiteY2" fmla="*/ 0 h 171628"/>
                <a:gd name="connsiteX3" fmla="*/ 667005 w 667005"/>
                <a:gd name="connsiteY3" fmla="*/ 171628 h 171628"/>
                <a:gd name="connsiteX4" fmla="*/ 0 w 667005"/>
                <a:gd name="connsiteY4" fmla="*/ 171628 h 171628"/>
                <a:gd name="connsiteX0" fmla="*/ 0 w 667005"/>
                <a:gd name="connsiteY0" fmla="*/ 171737 h 171737"/>
                <a:gd name="connsiteX1" fmla="*/ 99339 w 667005"/>
                <a:gd name="connsiteY1" fmla="*/ 0 h 171737"/>
                <a:gd name="connsiteX2" fmla="*/ 581865 w 667005"/>
                <a:gd name="connsiteY2" fmla="*/ 109 h 171737"/>
                <a:gd name="connsiteX3" fmla="*/ 667005 w 667005"/>
                <a:gd name="connsiteY3" fmla="*/ 171737 h 171737"/>
                <a:gd name="connsiteX4" fmla="*/ 0 w 667005"/>
                <a:gd name="connsiteY4" fmla="*/ 171737 h 171737"/>
                <a:gd name="connsiteX0" fmla="*/ 0 w 667005"/>
                <a:gd name="connsiteY0" fmla="*/ 171628 h 171628"/>
                <a:gd name="connsiteX1" fmla="*/ 140601 w 667005"/>
                <a:gd name="connsiteY1" fmla="*/ 10938 h 171628"/>
                <a:gd name="connsiteX2" fmla="*/ 581865 w 667005"/>
                <a:gd name="connsiteY2" fmla="*/ 0 h 171628"/>
                <a:gd name="connsiteX3" fmla="*/ 667005 w 667005"/>
                <a:gd name="connsiteY3" fmla="*/ 171628 h 171628"/>
                <a:gd name="connsiteX4" fmla="*/ 0 w 667005"/>
                <a:gd name="connsiteY4" fmla="*/ 171628 h 171628"/>
                <a:gd name="connsiteX0" fmla="*/ 0 w 667005"/>
                <a:gd name="connsiteY0" fmla="*/ 171628 h 171628"/>
                <a:gd name="connsiteX1" fmla="*/ 103609 w 667005"/>
                <a:gd name="connsiteY1" fmla="*/ 1280 h 171628"/>
                <a:gd name="connsiteX2" fmla="*/ 581865 w 667005"/>
                <a:gd name="connsiteY2" fmla="*/ 0 h 171628"/>
                <a:gd name="connsiteX3" fmla="*/ 667005 w 667005"/>
                <a:gd name="connsiteY3" fmla="*/ 171628 h 171628"/>
                <a:gd name="connsiteX4" fmla="*/ 0 w 667005"/>
                <a:gd name="connsiteY4" fmla="*/ 171628 h 171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005" h="171628">
                  <a:moveTo>
                    <a:pt x="0" y="171628"/>
                  </a:moveTo>
                  <a:lnTo>
                    <a:pt x="103609" y="1280"/>
                  </a:lnTo>
                  <a:lnTo>
                    <a:pt x="581865" y="0"/>
                  </a:lnTo>
                  <a:lnTo>
                    <a:pt x="667005" y="171628"/>
                  </a:lnTo>
                  <a:lnTo>
                    <a:pt x="0" y="171628"/>
                  </a:lnTo>
                  <a:close/>
                </a:path>
              </a:pathLst>
            </a:custGeom>
            <a:gradFill>
              <a:gsLst>
                <a:gs pos="0">
                  <a:srgbClr val="DEDEDE"/>
                </a:gs>
                <a:gs pos="100000">
                  <a:srgbClr val="F4F4F4"/>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 name="任意多边形 27"/>
            <p:cNvSpPr/>
            <p:nvPr/>
          </p:nvSpPr>
          <p:spPr>
            <a:xfrm>
              <a:off x="2105964" y="2395147"/>
              <a:ext cx="413216" cy="595267"/>
            </a:xfrm>
            <a:custGeom>
              <a:avLst/>
              <a:gdLst>
                <a:gd name="connsiteX0" fmla="*/ 297634 w 413216"/>
                <a:gd name="connsiteY0" fmla="*/ 0 h 595267"/>
                <a:gd name="connsiteX1" fmla="*/ 302996 w 413216"/>
                <a:gd name="connsiteY1" fmla="*/ 0 h 595267"/>
                <a:gd name="connsiteX2" fmla="*/ 413216 w 413216"/>
                <a:gd name="connsiteY2" fmla="*/ 167033 h 595267"/>
                <a:gd name="connsiteX3" fmla="*/ 407876 w 413216"/>
                <a:gd name="connsiteY3" fmla="*/ 167033 h 595267"/>
                <a:gd name="connsiteX4" fmla="*/ 193759 w 413216"/>
                <a:gd name="connsiteY4" fmla="*/ 595266 h 595267"/>
                <a:gd name="connsiteX5" fmla="*/ 193760 w 413216"/>
                <a:gd name="connsiteY5" fmla="*/ 595267 h 595267"/>
                <a:gd name="connsiteX6" fmla="*/ 0 w 413216"/>
                <a:gd name="connsiteY6" fmla="*/ 595267 h 59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3216" h="595267">
                  <a:moveTo>
                    <a:pt x="297634" y="0"/>
                  </a:moveTo>
                  <a:lnTo>
                    <a:pt x="302996" y="0"/>
                  </a:lnTo>
                  <a:lnTo>
                    <a:pt x="413216" y="167033"/>
                  </a:lnTo>
                  <a:lnTo>
                    <a:pt x="407876" y="167033"/>
                  </a:lnTo>
                  <a:lnTo>
                    <a:pt x="193759" y="595266"/>
                  </a:lnTo>
                  <a:lnTo>
                    <a:pt x="193760" y="595267"/>
                  </a:lnTo>
                  <a:lnTo>
                    <a:pt x="0" y="595267"/>
                  </a:lnTo>
                  <a:close/>
                </a:path>
              </a:pathLst>
            </a:custGeom>
            <a:gradFill>
              <a:gsLst>
                <a:gs pos="100000">
                  <a:srgbClr val="DFDFDF"/>
                </a:gs>
                <a:gs pos="0">
                  <a:srgbClr val="B4B4B4"/>
                </a:gs>
              </a:gsLst>
              <a:lin ang="2700000" scaled="0"/>
            </a:gradFill>
            <a:ln w="19050">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29" name="梯形 28"/>
            <p:cNvSpPr/>
            <p:nvPr/>
          </p:nvSpPr>
          <p:spPr>
            <a:xfrm flipV="1">
              <a:off x="2402681" y="2390864"/>
              <a:ext cx="785814" cy="167035"/>
            </a:xfrm>
            <a:prstGeom prst="trapezoid">
              <a:avLst>
                <a:gd name="adj" fmla="val 66343"/>
              </a:avLst>
            </a:prstGeom>
            <a:gradFill>
              <a:gsLst>
                <a:gs pos="100000">
                  <a:srgbClr val="DFDFDF"/>
                </a:gs>
                <a:gs pos="0">
                  <a:srgbClr val="B4B4B4"/>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0" name="TextBox 29"/>
          <p:cNvSpPr txBox="1"/>
          <p:nvPr/>
        </p:nvSpPr>
        <p:spPr>
          <a:xfrm>
            <a:off x="2848635" y="3272160"/>
            <a:ext cx="1241234" cy="1211742"/>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pPr algn="ctr">
              <a:lnSpc>
                <a:spcPct val="100000"/>
              </a:lnSpc>
            </a:pPr>
            <a:r>
              <a:rPr lang="zh-CN" altLang="en-US" sz="3937" b="1" dirty="0">
                <a:solidFill>
                  <a:schemeClr val="bg1"/>
                </a:solidFill>
              </a:rPr>
              <a:t>核心产品</a:t>
            </a:r>
            <a:endParaRPr lang="en-US" altLang="zh-CN" sz="3937" b="1" dirty="0">
              <a:solidFill>
                <a:schemeClr val="bg1"/>
              </a:solidFill>
            </a:endParaRPr>
          </a:p>
        </p:txBody>
      </p:sp>
      <p:sp>
        <p:nvSpPr>
          <p:cNvPr id="31" name="TextBox 30"/>
          <p:cNvSpPr txBox="1"/>
          <p:nvPr/>
        </p:nvSpPr>
        <p:spPr>
          <a:xfrm>
            <a:off x="6814962" y="2258657"/>
            <a:ext cx="202511" cy="476156"/>
          </a:xfrm>
          <a:prstGeom prst="rect">
            <a:avLst/>
          </a:prstGeom>
          <a:noFill/>
        </p:spPr>
        <p:txBody>
          <a:bodyPr wrap="square" lIns="0" tIns="0" rIns="0" bIns="0" rtlCol="0">
            <a:spAutoFit/>
          </a:bodyPr>
          <a:lstStyle/>
          <a:p>
            <a:pPr algn="ctr"/>
            <a:r>
              <a:rPr lang="en-US" altLang="zh-CN" sz="3094" b="1" dirty="0">
                <a:solidFill>
                  <a:schemeClr val="bg1"/>
                </a:solidFill>
                <a:latin typeface="微软雅黑" pitchFamily="34" charset="-122"/>
                <a:ea typeface="微软雅黑" pitchFamily="34" charset="-122"/>
              </a:rPr>
              <a:t>1</a:t>
            </a:r>
            <a:endParaRPr lang="zh-CN" altLang="en-US" sz="3094" b="1" dirty="0">
              <a:solidFill>
                <a:schemeClr val="bg1"/>
              </a:solidFill>
              <a:latin typeface="微软雅黑" pitchFamily="34" charset="-122"/>
              <a:ea typeface="微软雅黑" pitchFamily="34" charset="-122"/>
            </a:endParaRPr>
          </a:p>
        </p:txBody>
      </p:sp>
      <p:sp>
        <p:nvSpPr>
          <p:cNvPr id="32" name="TextBox 31"/>
          <p:cNvSpPr txBox="1"/>
          <p:nvPr/>
        </p:nvSpPr>
        <p:spPr>
          <a:xfrm>
            <a:off x="6814962" y="3727037"/>
            <a:ext cx="202511" cy="476156"/>
          </a:xfrm>
          <a:prstGeom prst="rect">
            <a:avLst/>
          </a:prstGeom>
          <a:noFill/>
        </p:spPr>
        <p:txBody>
          <a:bodyPr wrap="square" lIns="0" tIns="0" rIns="0" bIns="0" rtlCol="0">
            <a:spAutoFit/>
          </a:bodyPr>
          <a:lstStyle/>
          <a:p>
            <a:pPr algn="ctr"/>
            <a:r>
              <a:rPr lang="en-US" altLang="zh-CN" sz="3094" b="1" dirty="0">
                <a:solidFill>
                  <a:schemeClr val="bg1"/>
                </a:solidFill>
                <a:latin typeface="微软雅黑" pitchFamily="34" charset="-122"/>
                <a:ea typeface="微软雅黑" pitchFamily="34" charset="-122"/>
              </a:rPr>
              <a:t>2</a:t>
            </a:r>
            <a:endParaRPr lang="zh-CN" altLang="en-US" sz="3094" b="1" dirty="0">
              <a:solidFill>
                <a:schemeClr val="bg1"/>
              </a:solidFill>
              <a:latin typeface="微软雅黑" pitchFamily="34" charset="-122"/>
              <a:ea typeface="微软雅黑" pitchFamily="34" charset="-122"/>
            </a:endParaRPr>
          </a:p>
        </p:txBody>
      </p:sp>
      <p:sp>
        <p:nvSpPr>
          <p:cNvPr id="33" name="TextBox 32"/>
          <p:cNvSpPr txBox="1"/>
          <p:nvPr/>
        </p:nvSpPr>
        <p:spPr>
          <a:xfrm>
            <a:off x="6814962" y="5195419"/>
            <a:ext cx="202511" cy="476156"/>
          </a:xfrm>
          <a:prstGeom prst="rect">
            <a:avLst/>
          </a:prstGeom>
          <a:noFill/>
        </p:spPr>
        <p:txBody>
          <a:bodyPr wrap="square" lIns="0" tIns="0" rIns="0" bIns="0" rtlCol="0">
            <a:spAutoFit/>
          </a:bodyPr>
          <a:lstStyle/>
          <a:p>
            <a:pPr algn="ctr"/>
            <a:r>
              <a:rPr lang="en-US" altLang="zh-CN" sz="3094" b="1" dirty="0">
                <a:solidFill>
                  <a:schemeClr val="bg1"/>
                </a:solidFill>
                <a:latin typeface="微软雅黑" pitchFamily="34" charset="-122"/>
                <a:ea typeface="微软雅黑" pitchFamily="34" charset="-122"/>
              </a:rPr>
              <a:t>3</a:t>
            </a:r>
            <a:endParaRPr lang="zh-CN" altLang="en-US" sz="3094" b="1" dirty="0">
              <a:solidFill>
                <a:schemeClr val="bg1"/>
              </a:solidFill>
              <a:latin typeface="微软雅黑" pitchFamily="34" charset="-122"/>
              <a:ea typeface="微软雅黑" pitchFamily="34" charset="-122"/>
            </a:endParaRPr>
          </a:p>
        </p:txBody>
      </p:sp>
      <p:sp>
        <p:nvSpPr>
          <p:cNvPr id="34" name="TextBox 33"/>
          <p:cNvSpPr txBox="1"/>
          <p:nvPr/>
        </p:nvSpPr>
        <p:spPr>
          <a:xfrm>
            <a:off x="7322719" y="2145051"/>
            <a:ext cx="4136745" cy="500137"/>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r>
              <a:rPr lang="zh-CN" altLang="en-US" sz="1406" b="1" dirty="0">
                <a:solidFill>
                  <a:schemeClr val="tx1"/>
                </a:solidFill>
              </a:rPr>
              <a:t>产品说明一</a:t>
            </a:r>
            <a:r>
              <a:rPr lang="en-US" altLang="zh-CN" sz="1406" dirty="0">
                <a:solidFill>
                  <a:schemeClr val="tx1"/>
                </a:solidFill>
              </a:rPr>
              <a:t>……</a:t>
            </a:r>
            <a:r>
              <a:rPr lang="zh-CN" altLang="en-US" sz="1406" dirty="0">
                <a:solidFill>
                  <a:schemeClr val="tx1"/>
                </a:solidFill>
              </a:rPr>
              <a:t>点击输入本栏的具体文字，简明扼要的说明分项内容，此为概念图解，请根据您的具体内容酌情修改</a:t>
            </a:r>
            <a:endParaRPr lang="en-US" altLang="zh-CN" sz="1406" dirty="0">
              <a:solidFill>
                <a:schemeClr val="tx1"/>
              </a:solidFill>
            </a:endParaRPr>
          </a:p>
        </p:txBody>
      </p:sp>
      <p:sp>
        <p:nvSpPr>
          <p:cNvPr id="35" name="TextBox 34"/>
          <p:cNvSpPr txBox="1"/>
          <p:nvPr/>
        </p:nvSpPr>
        <p:spPr>
          <a:xfrm>
            <a:off x="7322719" y="3613432"/>
            <a:ext cx="4136745" cy="500137"/>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r>
              <a:rPr lang="zh-CN" altLang="en-US" sz="1406" b="1" dirty="0">
                <a:solidFill>
                  <a:schemeClr val="tx1"/>
                </a:solidFill>
              </a:rPr>
              <a:t>产品说明二</a:t>
            </a:r>
            <a:r>
              <a:rPr lang="en-US" altLang="zh-CN" sz="1406" dirty="0">
                <a:solidFill>
                  <a:schemeClr val="tx1"/>
                </a:solidFill>
              </a:rPr>
              <a:t>……</a:t>
            </a:r>
            <a:r>
              <a:rPr lang="zh-CN" altLang="en-US" sz="1406" dirty="0">
                <a:solidFill>
                  <a:schemeClr val="tx1"/>
                </a:solidFill>
              </a:rPr>
              <a:t>点击输入本栏的具体文字，简明扼要的说明分项内容，此为概念图解，请根据您的具体内容酌情修改</a:t>
            </a:r>
            <a:endParaRPr lang="en-US" altLang="zh-CN" sz="1406" dirty="0">
              <a:solidFill>
                <a:schemeClr val="tx1"/>
              </a:solidFill>
            </a:endParaRPr>
          </a:p>
        </p:txBody>
      </p:sp>
      <p:sp>
        <p:nvSpPr>
          <p:cNvPr id="36" name="TextBox 35"/>
          <p:cNvSpPr txBox="1"/>
          <p:nvPr/>
        </p:nvSpPr>
        <p:spPr>
          <a:xfrm>
            <a:off x="7322719" y="5081814"/>
            <a:ext cx="4136745" cy="500137"/>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r>
              <a:rPr lang="zh-CN" altLang="en-US" sz="1406" b="1" dirty="0">
                <a:solidFill>
                  <a:schemeClr val="tx1"/>
                </a:solidFill>
              </a:rPr>
              <a:t>产品说明三</a:t>
            </a:r>
            <a:r>
              <a:rPr lang="en-US" altLang="zh-CN" sz="1406" dirty="0">
                <a:solidFill>
                  <a:schemeClr val="tx1"/>
                </a:solidFill>
              </a:rPr>
              <a:t>……</a:t>
            </a:r>
            <a:r>
              <a:rPr lang="zh-CN" altLang="en-US" sz="1406" dirty="0">
                <a:solidFill>
                  <a:schemeClr val="tx1"/>
                </a:solidFill>
              </a:rPr>
              <a:t>点击输入本栏的具体文字，简明扼要的说明分项内容，此为概念图解，请根据您的具体内容酌情修改</a:t>
            </a:r>
            <a:endParaRPr lang="en-US" altLang="zh-CN" sz="1406" dirty="0">
              <a:solidFill>
                <a:schemeClr val="tx1"/>
              </a:solidFill>
            </a:endParaRPr>
          </a:p>
        </p:txBody>
      </p:sp>
      <p:grpSp>
        <p:nvGrpSpPr>
          <p:cNvPr id="37" name="组合 36"/>
          <p:cNvGrpSpPr/>
          <p:nvPr/>
        </p:nvGrpSpPr>
        <p:grpSpPr>
          <a:xfrm>
            <a:off x="1827646" y="5081813"/>
            <a:ext cx="1020988" cy="1019664"/>
            <a:chOff x="3321560" y="3751502"/>
            <a:chExt cx="726076" cy="725134"/>
          </a:xfrm>
        </p:grpSpPr>
        <p:grpSp>
          <p:nvGrpSpPr>
            <p:cNvPr id="38" name="组合 37"/>
            <p:cNvGrpSpPr/>
            <p:nvPr/>
          </p:nvGrpSpPr>
          <p:grpSpPr>
            <a:xfrm>
              <a:off x="3321560" y="3751502"/>
              <a:ext cx="726076" cy="725134"/>
              <a:chOff x="2097688" y="3956966"/>
              <a:chExt cx="2446337" cy="2443163"/>
            </a:xfrm>
          </p:grpSpPr>
          <p:sp>
            <p:nvSpPr>
              <p:cNvPr id="4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1" name="Oval 62"/>
              <p:cNvSpPr>
                <a:spLocks noChangeArrowheads="1"/>
              </p:cNvSpPr>
              <p:nvPr/>
            </p:nvSpPr>
            <p:spPr bwMode="auto">
              <a:xfrm>
                <a:off x="2184214" y="4033556"/>
                <a:ext cx="2284414" cy="2284414"/>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39" name="椭圆 38"/>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grpSp>
        <p:nvGrpSpPr>
          <p:cNvPr id="42" name="组合 41"/>
          <p:cNvGrpSpPr/>
          <p:nvPr/>
        </p:nvGrpSpPr>
        <p:grpSpPr>
          <a:xfrm>
            <a:off x="3999239" y="5113778"/>
            <a:ext cx="1020988" cy="1019664"/>
            <a:chOff x="3321560" y="3751502"/>
            <a:chExt cx="726076" cy="725134"/>
          </a:xfrm>
        </p:grpSpPr>
        <p:grpSp>
          <p:nvGrpSpPr>
            <p:cNvPr id="43" name="组合 42"/>
            <p:cNvGrpSpPr/>
            <p:nvPr/>
          </p:nvGrpSpPr>
          <p:grpSpPr>
            <a:xfrm>
              <a:off x="3321560" y="3751502"/>
              <a:ext cx="726076" cy="725134"/>
              <a:chOff x="2097688" y="3956966"/>
              <a:chExt cx="2446337" cy="2443163"/>
            </a:xfrm>
          </p:grpSpPr>
          <p:sp>
            <p:nvSpPr>
              <p:cNvPr id="45"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46" name="Oval 62"/>
              <p:cNvSpPr>
                <a:spLocks noChangeArrowheads="1"/>
              </p:cNvSpPr>
              <p:nvPr/>
            </p:nvSpPr>
            <p:spPr bwMode="auto">
              <a:xfrm>
                <a:off x="2184214" y="4033556"/>
                <a:ext cx="2284414" cy="2284414"/>
              </a:xfrm>
              <a:prstGeom prst="ellipse">
                <a:avLst/>
              </a:prstGeom>
              <a:solidFill>
                <a:srgbClr val="C00000"/>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44" name="椭圆 43"/>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grpSp>
        <p:nvGrpSpPr>
          <p:cNvPr id="47" name="组合 46"/>
          <p:cNvGrpSpPr/>
          <p:nvPr/>
        </p:nvGrpSpPr>
        <p:grpSpPr>
          <a:xfrm>
            <a:off x="4988758" y="3441314"/>
            <a:ext cx="1020988" cy="1019664"/>
            <a:chOff x="3321560" y="3751502"/>
            <a:chExt cx="726076" cy="725134"/>
          </a:xfrm>
        </p:grpSpPr>
        <p:grpSp>
          <p:nvGrpSpPr>
            <p:cNvPr id="48" name="组合 47"/>
            <p:cNvGrpSpPr/>
            <p:nvPr/>
          </p:nvGrpSpPr>
          <p:grpSpPr>
            <a:xfrm>
              <a:off x="3321560" y="3751502"/>
              <a:ext cx="726076" cy="725134"/>
              <a:chOff x="2097688" y="3956966"/>
              <a:chExt cx="2446337" cy="2443163"/>
            </a:xfrm>
          </p:grpSpPr>
          <p:sp>
            <p:nvSpPr>
              <p:cNvPr id="5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1" name="Oval 62"/>
              <p:cNvSpPr>
                <a:spLocks noChangeArrowheads="1"/>
              </p:cNvSpPr>
              <p:nvPr/>
            </p:nvSpPr>
            <p:spPr bwMode="auto">
              <a:xfrm>
                <a:off x="2184214" y="4033556"/>
                <a:ext cx="2284414" cy="2284414"/>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49" name="椭圆 48"/>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grpSp>
        <p:nvGrpSpPr>
          <p:cNvPr id="52" name="组合 51"/>
          <p:cNvGrpSpPr/>
          <p:nvPr/>
        </p:nvGrpSpPr>
        <p:grpSpPr>
          <a:xfrm>
            <a:off x="4085056" y="1715058"/>
            <a:ext cx="1020988" cy="1019664"/>
            <a:chOff x="3321560" y="3751502"/>
            <a:chExt cx="726076" cy="725134"/>
          </a:xfrm>
        </p:grpSpPr>
        <p:grpSp>
          <p:nvGrpSpPr>
            <p:cNvPr id="53" name="组合 52"/>
            <p:cNvGrpSpPr/>
            <p:nvPr/>
          </p:nvGrpSpPr>
          <p:grpSpPr>
            <a:xfrm>
              <a:off x="3321560" y="3751502"/>
              <a:ext cx="726076" cy="725134"/>
              <a:chOff x="2097688" y="3956966"/>
              <a:chExt cx="2446337" cy="2443163"/>
            </a:xfrm>
          </p:grpSpPr>
          <p:sp>
            <p:nvSpPr>
              <p:cNvPr id="55"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56" name="Oval 62"/>
              <p:cNvSpPr>
                <a:spLocks noChangeArrowheads="1"/>
              </p:cNvSpPr>
              <p:nvPr/>
            </p:nvSpPr>
            <p:spPr bwMode="auto">
              <a:xfrm>
                <a:off x="2184214" y="4033556"/>
                <a:ext cx="2284414" cy="2284414"/>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54" name="椭圆 53"/>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grpSp>
        <p:nvGrpSpPr>
          <p:cNvPr id="57" name="组合 56"/>
          <p:cNvGrpSpPr/>
          <p:nvPr/>
        </p:nvGrpSpPr>
        <p:grpSpPr>
          <a:xfrm>
            <a:off x="1863758" y="1674493"/>
            <a:ext cx="1020988" cy="1019664"/>
            <a:chOff x="3321560" y="3751502"/>
            <a:chExt cx="726076" cy="725134"/>
          </a:xfrm>
        </p:grpSpPr>
        <p:grpSp>
          <p:nvGrpSpPr>
            <p:cNvPr id="58" name="组合 57"/>
            <p:cNvGrpSpPr/>
            <p:nvPr/>
          </p:nvGrpSpPr>
          <p:grpSpPr>
            <a:xfrm>
              <a:off x="3321560" y="3751502"/>
              <a:ext cx="726076" cy="725134"/>
              <a:chOff x="2097688" y="3956966"/>
              <a:chExt cx="2446337" cy="2443163"/>
            </a:xfrm>
          </p:grpSpPr>
          <p:sp>
            <p:nvSpPr>
              <p:cNvPr id="60"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61" name="Oval 62"/>
              <p:cNvSpPr>
                <a:spLocks noChangeArrowheads="1"/>
              </p:cNvSpPr>
              <p:nvPr/>
            </p:nvSpPr>
            <p:spPr bwMode="auto">
              <a:xfrm>
                <a:off x="2184214" y="4033556"/>
                <a:ext cx="2284414" cy="2284414"/>
              </a:xfrm>
              <a:prstGeom prst="ellipse">
                <a:avLst/>
              </a:prstGeom>
              <a:solidFill>
                <a:srgbClr val="C00000"/>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59" name="椭圆 58"/>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grpSp>
        <p:nvGrpSpPr>
          <p:cNvPr id="62" name="组合 61"/>
          <p:cNvGrpSpPr/>
          <p:nvPr/>
        </p:nvGrpSpPr>
        <p:grpSpPr>
          <a:xfrm>
            <a:off x="878882" y="3297046"/>
            <a:ext cx="1020988" cy="1019664"/>
            <a:chOff x="3321560" y="3751502"/>
            <a:chExt cx="726076" cy="725134"/>
          </a:xfrm>
        </p:grpSpPr>
        <p:grpSp>
          <p:nvGrpSpPr>
            <p:cNvPr id="63" name="组合 62"/>
            <p:cNvGrpSpPr/>
            <p:nvPr/>
          </p:nvGrpSpPr>
          <p:grpSpPr>
            <a:xfrm>
              <a:off x="3321560" y="3751502"/>
              <a:ext cx="726076" cy="725134"/>
              <a:chOff x="2097688" y="3956966"/>
              <a:chExt cx="2446337" cy="2443163"/>
            </a:xfrm>
          </p:grpSpPr>
          <p:sp>
            <p:nvSpPr>
              <p:cNvPr id="65"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66" name="Oval 62"/>
              <p:cNvSpPr>
                <a:spLocks noChangeArrowheads="1"/>
              </p:cNvSpPr>
              <p:nvPr/>
            </p:nvSpPr>
            <p:spPr bwMode="auto">
              <a:xfrm>
                <a:off x="2184214" y="4033556"/>
                <a:ext cx="2284414" cy="2284414"/>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64" name="椭圆 63"/>
            <p:cNvSpPr/>
            <p:nvPr/>
          </p:nvSpPr>
          <p:spPr>
            <a:xfrm>
              <a:off x="3340964" y="3752384"/>
              <a:ext cx="687266" cy="687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latin typeface="微软雅黑" pitchFamily="34" charset="-122"/>
                  <a:ea typeface="微软雅黑" pitchFamily="34" charset="-122"/>
                </a:rPr>
                <a:t>子产品</a:t>
              </a:r>
            </a:p>
          </p:txBody>
        </p:sp>
      </p:grpSp>
      <p:cxnSp>
        <p:nvCxnSpPr>
          <p:cNvPr id="67" name="直接连接符 6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9" name="椭圆 68"/>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TextBox 69"/>
          <p:cNvSpPr txBox="1"/>
          <p:nvPr/>
        </p:nvSpPr>
        <p:spPr>
          <a:xfrm>
            <a:off x="1278504" y="290136"/>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产品开发计划</a:t>
            </a:r>
          </a:p>
        </p:txBody>
      </p:sp>
      <p:cxnSp>
        <p:nvCxnSpPr>
          <p:cNvPr id="72" name="直接连接符 71"/>
          <p:cNvCxnSpPr/>
          <p:nvPr/>
        </p:nvCxnSpPr>
        <p:spPr>
          <a:xfrm>
            <a:off x="3900616" y="421703"/>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矩形 72"/>
          <p:cNvSpPr/>
          <p:nvPr/>
        </p:nvSpPr>
        <p:spPr>
          <a:xfrm>
            <a:off x="353" y="6960309"/>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51227956"/>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left)">
                                      <p:cBhvr>
                                        <p:cTn id="7" dur="300"/>
                                        <p:tgtEl>
                                          <p:spTgt spid="67"/>
                                        </p:tgtEl>
                                      </p:cBhvr>
                                    </p:animEffect>
                                  </p:childTnLst>
                                </p:cTn>
                              </p:par>
                              <p:par>
                                <p:cTn id="8" presetID="22" presetClass="entr" presetSubtype="8" fill="hold" nodeType="withEffect">
                                  <p:stCondLst>
                                    <p:cond delay="0"/>
                                  </p:stCondLst>
                                  <p:childTnLst>
                                    <p:set>
                                      <p:cBhvr>
                                        <p:cTn id="9" dur="1" fill="hold">
                                          <p:stCondLst>
                                            <p:cond delay="0"/>
                                          </p:stCondLst>
                                        </p:cTn>
                                        <p:tgtEl>
                                          <p:spTgt spid="68"/>
                                        </p:tgtEl>
                                        <p:attrNameLst>
                                          <p:attrName>style.visibility</p:attrName>
                                        </p:attrNameLst>
                                      </p:cBhvr>
                                      <p:to>
                                        <p:strVal val="visible"/>
                                      </p:to>
                                    </p:set>
                                    <p:animEffect transition="in" filter="wipe(left)">
                                      <p:cBhvr>
                                        <p:cTn id="10" dur="300"/>
                                        <p:tgtEl>
                                          <p:spTgt spid="68"/>
                                        </p:tgtEl>
                                      </p:cBhvr>
                                    </p:animEffect>
                                  </p:childTnLst>
                                </p:cTn>
                              </p:par>
                            </p:childTnLst>
                          </p:cTn>
                        </p:par>
                        <p:par>
                          <p:cTn id="11" fill="hold">
                            <p:stCondLst>
                              <p:cond delay="300"/>
                            </p:stCondLst>
                            <p:childTnLst>
                              <p:par>
                                <p:cTn id="12" presetID="22" presetClass="entr" presetSubtype="4"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wipe(down)">
                                      <p:cBhvr>
                                        <p:cTn id="14" dur="300"/>
                                        <p:tgtEl>
                                          <p:spTgt spid="69"/>
                                        </p:tgtEl>
                                      </p:cBhvr>
                                    </p:animEffect>
                                  </p:childTnLst>
                                </p:cTn>
                              </p:par>
                            </p:childTnLst>
                          </p:cTn>
                        </p:par>
                        <p:par>
                          <p:cTn id="15" fill="hold">
                            <p:stCondLst>
                              <p:cond delay="600"/>
                            </p:stCondLst>
                            <p:childTnLst>
                              <p:par>
                                <p:cTn id="16" presetID="12" presetClass="entr" presetSubtype="8" fill="hold" grpId="0" nodeType="afterEffect">
                                  <p:stCondLst>
                                    <p:cond delay="0"/>
                                  </p:stCondLst>
                                  <p:childTnLst>
                                    <p:set>
                                      <p:cBhvr>
                                        <p:cTn id="17" dur="1" fill="hold">
                                          <p:stCondLst>
                                            <p:cond delay="0"/>
                                          </p:stCondLst>
                                        </p:cTn>
                                        <p:tgtEl>
                                          <p:spTgt spid="70"/>
                                        </p:tgtEl>
                                        <p:attrNameLst>
                                          <p:attrName>style.visibility</p:attrName>
                                        </p:attrNameLst>
                                      </p:cBhvr>
                                      <p:to>
                                        <p:strVal val="visible"/>
                                      </p:to>
                                    </p:set>
                                    <p:anim calcmode="lin" valueType="num">
                                      <p:cBhvr additive="base">
                                        <p:cTn id="18" dur="500"/>
                                        <p:tgtEl>
                                          <p:spTgt spid="70"/>
                                        </p:tgtEl>
                                        <p:attrNameLst>
                                          <p:attrName>ppt_x</p:attrName>
                                        </p:attrNameLst>
                                      </p:cBhvr>
                                      <p:tavLst>
                                        <p:tav tm="0">
                                          <p:val>
                                            <p:strVal val="#ppt_x-#ppt_w*1.125000"/>
                                          </p:val>
                                        </p:tav>
                                        <p:tav tm="100000">
                                          <p:val>
                                            <p:strVal val="#ppt_x"/>
                                          </p:val>
                                        </p:tav>
                                      </p:tavLst>
                                    </p:anim>
                                    <p:animEffect transition="in" filter="wipe(right)">
                                      <p:cBhvr>
                                        <p:cTn id="19" dur="500"/>
                                        <p:tgtEl>
                                          <p:spTgt spid="70"/>
                                        </p:tgtEl>
                                      </p:cBhvr>
                                    </p:animEffect>
                                  </p:childTnLst>
                                </p:cTn>
                              </p:par>
                              <p:par>
                                <p:cTn id="20" presetID="12" presetClass="entr" presetSubtype="8" fill="hold" nodeType="withEffect">
                                  <p:stCondLst>
                                    <p:cond delay="0"/>
                                  </p:stCondLst>
                                  <p:childTnLst>
                                    <p:set>
                                      <p:cBhvr>
                                        <p:cTn id="21" dur="1" fill="hold">
                                          <p:stCondLst>
                                            <p:cond delay="0"/>
                                          </p:stCondLst>
                                        </p:cTn>
                                        <p:tgtEl>
                                          <p:spTgt spid="72"/>
                                        </p:tgtEl>
                                        <p:attrNameLst>
                                          <p:attrName>style.visibility</p:attrName>
                                        </p:attrNameLst>
                                      </p:cBhvr>
                                      <p:to>
                                        <p:strVal val="visible"/>
                                      </p:to>
                                    </p:set>
                                    <p:anim calcmode="lin" valueType="num">
                                      <p:cBhvr additive="base">
                                        <p:cTn id="22" dur="500"/>
                                        <p:tgtEl>
                                          <p:spTgt spid="72"/>
                                        </p:tgtEl>
                                        <p:attrNameLst>
                                          <p:attrName>ppt_x</p:attrName>
                                        </p:attrNameLst>
                                      </p:cBhvr>
                                      <p:tavLst>
                                        <p:tav tm="0">
                                          <p:val>
                                            <p:strVal val="#ppt_x-#ppt_w*1.125000"/>
                                          </p:val>
                                        </p:tav>
                                        <p:tav tm="100000">
                                          <p:val>
                                            <p:strVal val="#ppt_x"/>
                                          </p:val>
                                        </p:tav>
                                      </p:tavLst>
                                    </p:anim>
                                    <p:animEffect transition="in" filter="wipe(right)">
                                      <p:cBhvr>
                                        <p:cTn id="23" dur="500"/>
                                        <p:tgtEl>
                                          <p:spTgt spid="72"/>
                                        </p:tgtEl>
                                      </p:cBhvr>
                                    </p:animEffect>
                                  </p:childTnLst>
                                </p:cTn>
                              </p:par>
                            </p:childTnLst>
                          </p:cTn>
                        </p:par>
                        <p:par>
                          <p:cTn id="24" fill="hold">
                            <p:stCondLst>
                              <p:cond delay="1100"/>
                            </p:stCondLst>
                            <p:childTnLst>
                              <p:par>
                                <p:cTn id="25" presetID="21" presetClass="entr" presetSubtype="1" fill="hold"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heel(1)">
                                      <p:cBhvr>
                                        <p:cTn id="27" dur="24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fade">
                                      <p:cBhvr>
                                        <p:cTn id="30" dur="500"/>
                                        <p:tgtEl>
                                          <p:spTgt spid="52"/>
                                        </p:tgtEl>
                                      </p:cBhvr>
                                    </p:animEffect>
                                  </p:childTnLst>
                                </p:cTn>
                              </p:par>
                              <p:par>
                                <p:cTn id="31" presetID="10" presetClass="entr" presetSubtype="0" fill="hold" nodeType="withEffect">
                                  <p:stCondLst>
                                    <p:cond delay="40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500"/>
                                        <p:tgtEl>
                                          <p:spTgt spid="47"/>
                                        </p:tgtEl>
                                      </p:cBhvr>
                                    </p:animEffect>
                                  </p:childTnLst>
                                </p:cTn>
                              </p:par>
                              <p:par>
                                <p:cTn id="34" presetID="10" presetClass="entr" presetSubtype="0" fill="hold" nodeType="withEffect">
                                  <p:stCondLst>
                                    <p:cond delay="80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500"/>
                                        <p:tgtEl>
                                          <p:spTgt spid="42"/>
                                        </p:tgtEl>
                                      </p:cBhvr>
                                    </p:animEffect>
                                  </p:childTnLst>
                                </p:cTn>
                              </p:par>
                              <p:par>
                                <p:cTn id="37" presetID="10" presetClass="entr" presetSubtype="0" fill="hold" nodeType="withEffect">
                                  <p:stCondLst>
                                    <p:cond delay="12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par>
                                <p:cTn id="40" presetID="10" presetClass="entr" presetSubtype="0" fill="hold" nodeType="withEffect">
                                  <p:stCondLst>
                                    <p:cond delay="1600"/>
                                  </p:stCondLst>
                                  <p:childTnLst>
                                    <p:set>
                                      <p:cBhvr>
                                        <p:cTn id="41" dur="1" fill="hold">
                                          <p:stCondLst>
                                            <p:cond delay="0"/>
                                          </p:stCondLst>
                                        </p:cTn>
                                        <p:tgtEl>
                                          <p:spTgt spid="62"/>
                                        </p:tgtEl>
                                        <p:attrNameLst>
                                          <p:attrName>style.visibility</p:attrName>
                                        </p:attrNameLst>
                                      </p:cBhvr>
                                      <p:to>
                                        <p:strVal val="visible"/>
                                      </p:to>
                                    </p:set>
                                    <p:animEffect transition="in" filter="fade">
                                      <p:cBhvr>
                                        <p:cTn id="42" dur="500"/>
                                        <p:tgtEl>
                                          <p:spTgt spid="62"/>
                                        </p:tgtEl>
                                      </p:cBhvr>
                                    </p:animEffect>
                                  </p:childTnLst>
                                </p:cTn>
                              </p:par>
                              <p:par>
                                <p:cTn id="43" presetID="10" presetClass="entr" presetSubtype="0" fill="hold" nodeType="withEffect">
                                  <p:stCondLst>
                                    <p:cond delay="2000"/>
                                  </p:stCondLst>
                                  <p:childTnLst>
                                    <p:set>
                                      <p:cBhvr>
                                        <p:cTn id="44" dur="1" fill="hold">
                                          <p:stCondLst>
                                            <p:cond delay="0"/>
                                          </p:stCondLst>
                                        </p:cTn>
                                        <p:tgtEl>
                                          <p:spTgt spid="57"/>
                                        </p:tgtEl>
                                        <p:attrNameLst>
                                          <p:attrName>style.visibility</p:attrName>
                                        </p:attrNameLst>
                                      </p:cBhvr>
                                      <p:to>
                                        <p:strVal val="visible"/>
                                      </p:to>
                                    </p:set>
                                    <p:animEffect transition="in" filter="fade">
                                      <p:cBhvr>
                                        <p:cTn id="45" dur="500"/>
                                        <p:tgtEl>
                                          <p:spTgt spid="57"/>
                                        </p:tgtEl>
                                      </p:cBhvr>
                                    </p:animEffect>
                                  </p:childTnLst>
                                </p:cTn>
                              </p:par>
                            </p:childTnLst>
                          </p:cTn>
                        </p:par>
                        <p:par>
                          <p:cTn id="46" fill="hold">
                            <p:stCondLst>
                              <p:cond delay="3600"/>
                            </p:stCondLst>
                            <p:childTnLst>
                              <p:par>
                                <p:cTn id="47" presetID="53" presetClass="entr" presetSubtype="16" fill="hold" grpId="0" nodeType="afterEffect">
                                  <p:stCondLst>
                                    <p:cond delay="0"/>
                                  </p:stCondLst>
                                  <p:childTnLst>
                                    <p:set>
                                      <p:cBhvr>
                                        <p:cTn id="48" dur="1" fill="hold">
                                          <p:stCondLst>
                                            <p:cond delay="0"/>
                                          </p:stCondLst>
                                        </p:cTn>
                                        <p:tgtEl>
                                          <p:spTgt spid="30"/>
                                        </p:tgtEl>
                                        <p:attrNameLst>
                                          <p:attrName>style.visibility</p:attrName>
                                        </p:attrNameLst>
                                      </p:cBhvr>
                                      <p:to>
                                        <p:strVal val="visible"/>
                                      </p:to>
                                    </p:set>
                                    <p:anim calcmode="lin" valueType="num">
                                      <p:cBhvr>
                                        <p:cTn id="49" dur="500" fill="hold"/>
                                        <p:tgtEl>
                                          <p:spTgt spid="30"/>
                                        </p:tgtEl>
                                        <p:attrNameLst>
                                          <p:attrName>ppt_w</p:attrName>
                                        </p:attrNameLst>
                                      </p:cBhvr>
                                      <p:tavLst>
                                        <p:tav tm="0">
                                          <p:val>
                                            <p:fltVal val="0"/>
                                          </p:val>
                                        </p:tav>
                                        <p:tav tm="100000">
                                          <p:val>
                                            <p:strVal val="#ppt_w"/>
                                          </p:val>
                                        </p:tav>
                                      </p:tavLst>
                                    </p:anim>
                                    <p:anim calcmode="lin" valueType="num">
                                      <p:cBhvr>
                                        <p:cTn id="50" dur="500" fill="hold"/>
                                        <p:tgtEl>
                                          <p:spTgt spid="30"/>
                                        </p:tgtEl>
                                        <p:attrNameLst>
                                          <p:attrName>ppt_h</p:attrName>
                                        </p:attrNameLst>
                                      </p:cBhvr>
                                      <p:tavLst>
                                        <p:tav tm="0">
                                          <p:val>
                                            <p:fltVal val="0"/>
                                          </p:val>
                                        </p:tav>
                                        <p:tav tm="100000">
                                          <p:val>
                                            <p:strVal val="#ppt_h"/>
                                          </p:val>
                                        </p:tav>
                                      </p:tavLst>
                                    </p:anim>
                                    <p:animEffect transition="in" filter="fade">
                                      <p:cBhvr>
                                        <p:cTn id="51" dur="500"/>
                                        <p:tgtEl>
                                          <p:spTgt spid="30"/>
                                        </p:tgtEl>
                                      </p:cBhvr>
                                    </p:animEffect>
                                  </p:childTnLst>
                                </p:cTn>
                              </p:par>
                            </p:childTnLst>
                          </p:cTn>
                        </p:par>
                        <p:par>
                          <p:cTn id="52" fill="hold">
                            <p:stCondLst>
                              <p:cond delay="4100"/>
                            </p:stCondLst>
                            <p:childTnLst>
                              <p:par>
                                <p:cTn id="53" presetID="10" presetClass="entr" presetSubtype="0" fill="hold" grpId="0" nodeType="after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500"/>
                                        <p:tgtEl>
                                          <p:spTgt spid="32"/>
                                        </p:tgtEl>
                                      </p:cBhvr>
                                    </p:animEffect>
                                  </p:childTnLst>
                                </p:cTn>
                              </p:par>
                              <p:par>
                                <p:cTn id="56" presetID="10" presetClass="entr" presetSubtype="0" fill="hold" nodeType="with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fade">
                                      <p:cBhvr>
                                        <p:cTn id="61" dur="500"/>
                                        <p:tgtEl>
                                          <p:spTgt spid="31"/>
                                        </p:tgtEl>
                                      </p:cBhvr>
                                    </p:animEffect>
                                  </p:childTnLst>
                                </p:cTn>
                              </p:par>
                              <p:par>
                                <p:cTn id="62" presetID="10" presetClass="entr" presetSubtype="0" fill="hold" nodeType="with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500"/>
                                        <p:tgtEl>
                                          <p:spTgt spid="1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par>
                                <p:cTn id="68" presetID="10" presetClass="entr" presetSubtype="0" fill="hold" nodeType="with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childTnLst>
                          </p:cTn>
                        </p:par>
                        <p:par>
                          <p:cTn id="71" fill="hold">
                            <p:stCondLst>
                              <p:cond delay="4600"/>
                            </p:stCondLst>
                            <p:childTnLst>
                              <p:par>
                                <p:cTn id="72" presetID="2" presetClass="entr" presetSubtype="2" fill="hold" grpId="0" nodeType="afterEffect">
                                  <p:stCondLst>
                                    <p:cond delay="0"/>
                                  </p:stCondLst>
                                  <p:childTnLst>
                                    <p:set>
                                      <p:cBhvr>
                                        <p:cTn id="73" dur="1" fill="hold">
                                          <p:stCondLst>
                                            <p:cond delay="0"/>
                                          </p:stCondLst>
                                        </p:cTn>
                                        <p:tgtEl>
                                          <p:spTgt spid="6"/>
                                        </p:tgtEl>
                                        <p:attrNameLst>
                                          <p:attrName>style.visibility</p:attrName>
                                        </p:attrNameLst>
                                      </p:cBhvr>
                                      <p:to>
                                        <p:strVal val="visible"/>
                                      </p:to>
                                    </p:set>
                                    <p:anim calcmode="lin" valueType="num">
                                      <p:cBhvr additive="base">
                                        <p:cTn id="74" dur="500" fill="hold"/>
                                        <p:tgtEl>
                                          <p:spTgt spid="6"/>
                                        </p:tgtEl>
                                        <p:attrNameLst>
                                          <p:attrName>ppt_x</p:attrName>
                                        </p:attrNameLst>
                                      </p:cBhvr>
                                      <p:tavLst>
                                        <p:tav tm="0">
                                          <p:val>
                                            <p:strVal val="1+#ppt_w/2"/>
                                          </p:val>
                                        </p:tav>
                                        <p:tav tm="100000">
                                          <p:val>
                                            <p:strVal val="#ppt_x"/>
                                          </p:val>
                                        </p:tav>
                                      </p:tavLst>
                                    </p:anim>
                                    <p:anim calcmode="lin" valueType="num">
                                      <p:cBhvr additive="base">
                                        <p:cTn id="75" dur="500" fill="hold"/>
                                        <p:tgtEl>
                                          <p:spTgt spid="6"/>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34"/>
                                        </p:tgtEl>
                                        <p:attrNameLst>
                                          <p:attrName>style.visibility</p:attrName>
                                        </p:attrNameLst>
                                      </p:cBhvr>
                                      <p:to>
                                        <p:strVal val="visible"/>
                                      </p:to>
                                    </p:set>
                                    <p:anim calcmode="lin" valueType="num">
                                      <p:cBhvr additive="base">
                                        <p:cTn id="78" dur="500" fill="hold"/>
                                        <p:tgtEl>
                                          <p:spTgt spid="34"/>
                                        </p:tgtEl>
                                        <p:attrNameLst>
                                          <p:attrName>ppt_x</p:attrName>
                                        </p:attrNameLst>
                                      </p:cBhvr>
                                      <p:tavLst>
                                        <p:tav tm="0">
                                          <p:val>
                                            <p:strVal val="1+#ppt_w/2"/>
                                          </p:val>
                                        </p:tav>
                                        <p:tav tm="100000">
                                          <p:val>
                                            <p:strVal val="#ppt_x"/>
                                          </p:val>
                                        </p:tav>
                                      </p:tavLst>
                                    </p:anim>
                                    <p:anim calcmode="lin" valueType="num">
                                      <p:cBhvr additive="base">
                                        <p:cTn id="79" dur="500" fill="hold"/>
                                        <p:tgtEl>
                                          <p:spTgt spid="34"/>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30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500" fill="hold"/>
                                        <p:tgtEl>
                                          <p:spTgt spid="5"/>
                                        </p:tgtEl>
                                        <p:attrNameLst>
                                          <p:attrName>ppt_x</p:attrName>
                                        </p:attrNameLst>
                                      </p:cBhvr>
                                      <p:tavLst>
                                        <p:tav tm="0">
                                          <p:val>
                                            <p:strVal val="1+#ppt_w/2"/>
                                          </p:val>
                                        </p:tav>
                                        <p:tav tm="100000">
                                          <p:val>
                                            <p:strVal val="#ppt_x"/>
                                          </p:val>
                                        </p:tav>
                                      </p:tavLst>
                                    </p:anim>
                                    <p:anim calcmode="lin" valueType="num">
                                      <p:cBhvr additive="base">
                                        <p:cTn id="83" dur="500" fill="hold"/>
                                        <p:tgtEl>
                                          <p:spTgt spid="5"/>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30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 fill="hold"/>
                                        <p:tgtEl>
                                          <p:spTgt spid="35"/>
                                        </p:tgtEl>
                                        <p:attrNameLst>
                                          <p:attrName>ppt_x</p:attrName>
                                        </p:attrNameLst>
                                      </p:cBhvr>
                                      <p:tavLst>
                                        <p:tav tm="0">
                                          <p:val>
                                            <p:strVal val="1+#ppt_w/2"/>
                                          </p:val>
                                        </p:tav>
                                        <p:tav tm="100000">
                                          <p:val>
                                            <p:strVal val="#ppt_x"/>
                                          </p:val>
                                        </p:tav>
                                      </p:tavLst>
                                    </p:anim>
                                    <p:anim calcmode="lin" valueType="num">
                                      <p:cBhvr additive="base">
                                        <p:cTn id="87" dur="500" fill="hold"/>
                                        <p:tgtEl>
                                          <p:spTgt spid="35"/>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60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500" fill="hold"/>
                                        <p:tgtEl>
                                          <p:spTgt spid="4"/>
                                        </p:tgtEl>
                                        <p:attrNameLst>
                                          <p:attrName>ppt_x</p:attrName>
                                        </p:attrNameLst>
                                      </p:cBhvr>
                                      <p:tavLst>
                                        <p:tav tm="0">
                                          <p:val>
                                            <p:strVal val="1+#ppt_w/2"/>
                                          </p:val>
                                        </p:tav>
                                        <p:tav tm="100000">
                                          <p:val>
                                            <p:strVal val="#ppt_x"/>
                                          </p:val>
                                        </p:tav>
                                      </p:tavLst>
                                    </p:anim>
                                    <p:anim calcmode="lin" valueType="num">
                                      <p:cBhvr additive="base">
                                        <p:cTn id="91" dur="500" fill="hold"/>
                                        <p:tgtEl>
                                          <p:spTgt spid="4"/>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600"/>
                                  </p:stCondLst>
                                  <p:childTnLst>
                                    <p:set>
                                      <p:cBhvr>
                                        <p:cTn id="93" dur="1" fill="hold">
                                          <p:stCondLst>
                                            <p:cond delay="0"/>
                                          </p:stCondLst>
                                        </p:cTn>
                                        <p:tgtEl>
                                          <p:spTgt spid="36"/>
                                        </p:tgtEl>
                                        <p:attrNameLst>
                                          <p:attrName>style.visibility</p:attrName>
                                        </p:attrNameLst>
                                      </p:cBhvr>
                                      <p:to>
                                        <p:strVal val="visible"/>
                                      </p:to>
                                    </p:set>
                                    <p:anim calcmode="lin" valueType="num">
                                      <p:cBhvr additive="base">
                                        <p:cTn id="94" dur="500" fill="hold"/>
                                        <p:tgtEl>
                                          <p:spTgt spid="36"/>
                                        </p:tgtEl>
                                        <p:attrNameLst>
                                          <p:attrName>ppt_x</p:attrName>
                                        </p:attrNameLst>
                                      </p:cBhvr>
                                      <p:tavLst>
                                        <p:tav tm="0">
                                          <p:val>
                                            <p:strVal val="1+#ppt_w/2"/>
                                          </p:val>
                                        </p:tav>
                                        <p:tav tm="100000">
                                          <p:val>
                                            <p:strVal val="#ppt_x"/>
                                          </p:val>
                                        </p:tav>
                                      </p:tavLst>
                                    </p:anim>
                                    <p:anim calcmode="lin" valueType="num">
                                      <p:cBhvr additive="base">
                                        <p:cTn id="95"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30" grpId="0"/>
      <p:bldP spid="31" grpId="0"/>
      <p:bldP spid="32" grpId="0"/>
      <p:bldP spid="33" grpId="0"/>
      <p:bldP spid="34" grpId="0"/>
      <p:bldP spid="35" grpId="0"/>
      <p:bldP spid="36" grpId="0"/>
      <p:bldP spid="69" grpId="0" animBg="1"/>
      <p:bldP spid="7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24"/>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263836" y="1398536"/>
            <a:ext cx="2549286" cy="5152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组合 6"/>
          <p:cNvGrpSpPr>
            <a:grpSpLocks/>
          </p:cNvGrpSpPr>
          <p:nvPr/>
        </p:nvGrpSpPr>
        <p:grpSpPr bwMode="auto">
          <a:xfrm>
            <a:off x="3770709" y="2537009"/>
            <a:ext cx="2102826" cy="2810466"/>
            <a:chOff x="0" y="0"/>
            <a:chExt cx="2052320" cy="1998133"/>
          </a:xfrm>
        </p:grpSpPr>
        <p:cxnSp>
          <p:nvCxnSpPr>
            <p:cNvPr id="6" name="直接连接符 4"/>
            <p:cNvCxnSpPr>
              <a:cxnSpLocks noChangeShapeType="1"/>
            </p:cNvCxnSpPr>
            <p:nvPr/>
          </p:nvCxnSpPr>
          <p:spPr bwMode="auto">
            <a:xfrm>
              <a:off x="0" y="1998133"/>
              <a:ext cx="2052320" cy="0"/>
            </a:xfrm>
            <a:prstGeom prst="line">
              <a:avLst/>
            </a:prstGeom>
            <a:noFill/>
            <a:ln w="6350">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7" name="直接连接符 5"/>
            <p:cNvCxnSpPr>
              <a:cxnSpLocks noChangeShapeType="1"/>
            </p:cNvCxnSpPr>
            <p:nvPr/>
          </p:nvCxnSpPr>
          <p:spPr bwMode="auto">
            <a:xfrm>
              <a:off x="0" y="1331560"/>
              <a:ext cx="2052320" cy="0"/>
            </a:xfrm>
            <a:prstGeom prst="line">
              <a:avLst/>
            </a:prstGeom>
            <a:noFill/>
            <a:ln w="6350">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8" name="直接连接符 6"/>
            <p:cNvCxnSpPr>
              <a:cxnSpLocks noChangeShapeType="1"/>
            </p:cNvCxnSpPr>
            <p:nvPr/>
          </p:nvCxnSpPr>
          <p:spPr bwMode="auto">
            <a:xfrm>
              <a:off x="0" y="666573"/>
              <a:ext cx="2052320" cy="0"/>
            </a:xfrm>
            <a:prstGeom prst="line">
              <a:avLst/>
            </a:prstGeom>
            <a:noFill/>
            <a:ln w="6350">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9" name="直接连接符 7"/>
            <p:cNvCxnSpPr>
              <a:cxnSpLocks noChangeShapeType="1"/>
            </p:cNvCxnSpPr>
            <p:nvPr/>
          </p:nvCxnSpPr>
          <p:spPr bwMode="auto">
            <a:xfrm>
              <a:off x="0" y="0"/>
              <a:ext cx="2052320" cy="0"/>
            </a:xfrm>
            <a:prstGeom prst="line">
              <a:avLst/>
            </a:prstGeom>
            <a:noFill/>
            <a:ln w="6350">
              <a:solidFill>
                <a:schemeClr val="tx1"/>
              </a:solidFill>
              <a:round/>
              <a:headEnd/>
              <a:tailEnd type="triangle" w="med" len="med"/>
            </a:ln>
            <a:extLst>
              <a:ext uri="{909E8E84-426E-40DD-AFC4-6F175D3DCCD1}">
                <a14:hiddenFill xmlns:a14="http://schemas.microsoft.com/office/drawing/2010/main">
                  <a:noFill/>
                </a14:hiddenFill>
              </a:ext>
            </a:extLst>
          </p:spPr>
        </p:cxnSp>
      </p:grpSp>
      <p:sp>
        <p:nvSpPr>
          <p:cNvPr id="10" name="文本框 35"/>
          <p:cNvSpPr txBox="1">
            <a:spLocks noChangeArrowheads="1"/>
          </p:cNvSpPr>
          <p:nvPr/>
        </p:nvSpPr>
        <p:spPr bwMode="auto">
          <a:xfrm>
            <a:off x="5873535" y="2249043"/>
            <a:ext cx="675185" cy="481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2531" b="1">
                <a:latin typeface="方正兰亭黑_GBK" pitchFamily="2" charset="-122"/>
                <a:ea typeface="方正兰亭黑_GBK" pitchFamily="2" charset="-122"/>
              </a:rPr>
              <a:t>10%</a:t>
            </a:r>
            <a:endParaRPr lang="zh-CN" altLang="en-US" sz="2531" b="1">
              <a:latin typeface="方正兰亭黑_GBK" pitchFamily="2" charset="-122"/>
              <a:ea typeface="方正兰亭黑_GBK" pitchFamily="2" charset="-122"/>
            </a:endParaRPr>
          </a:p>
        </p:txBody>
      </p:sp>
      <p:sp>
        <p:nvSpPr>
          <p:cNvPr id="11" name="文本框 36"/>
          <p:cNvSpPr txBox="1">
            <a:spLocks noChangeArrowheads="1"/>
          </p:cNvSpPr>
          <p:nvPr/>
        </p:nvSpPr>
        <p:spPr bwMode="auto">
          <a:xfrm>
            <a:off x="5873535" y="3222326"/>
            <a:ext cx="675185" cy="481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2531" b="1">
                <a:latin typeface="方正兰亭黑_GBK" pitchFamily="2" charset="-122"/>
                <a:ea typeface="方正兰亭黑_GBK" pitchFamily="2" charset="-122"/>
              </a:rPr>
              <a:t>25%</a:t>
            </a:r>
            <a:endParaRPr lang="zh-CN" altLang="en-US" sz="2531" b="1">
              <a:latin typeface="方正兰亭黑_GBK" pitchFamily="2" charset="-122"/>
              <a:ea typeface="方正兰亭黑_GBK" pitchFamily="2" charset="-122"/>
            </a:endParaRPr>
          </a:p>
        </p:txBody>
      </p:sp>
      <p:sp>
        <p:nvSpPr>
          <p:cNvPr id="12" name="文本框 37"/>
          <p:cNvSpPr txBox="1">
            <a:spLocks noChangeArrowheads="1"/>
          </p:cNvSpPr>
          <p:nvPr/>
        </p:nvSpPr>
        <p:spPr bwMode="auto">
          <a:xfrm>
            <a:off x="5873535" y="4159891"/>
            <a:ext cx="675185" cy="481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2531" b="1">
                <a:latin typeface="方正兰亭黑_GBK" pitchFamily="2" charset="-122"/>
                <a:ea typeface="方正兰亭黑_GBK" pitchFamily="2" charset="-122"/>
              </a:rPr>
              <a:t>30%</a:t>
            </a:r>
            <a:endParaRPr lang="zh-CN" altLang="en-US" sz="2531" b="1">
              <a:latin typeface="方正兰亭黑_GBK" pitchFamily="2" charset="-122"/>
              <a:ea typeface="方正兰亭黑_GBK" pitchFamily="2" charset="-122"/>
            </a:endParaRPr>
          </a:p>
        </p:txBody>
      </p:sp>
      <p:sp>
        <p:nvSpPr>
          <p:cNvPr id="13" name="文本框 38"/>
          <p:cNvSpPr txBox="1">
            <a:spLocks noChangeArrowheads="1"/>
          </p:cNvSpPr>
          <p:nvPr/>
        </p:nvSpPr>
        <p:spPr bwMode="auto">
          <a:xfrm>
            <a:off x="5873535" y="5086295"/>
            <a:ext cx="675185" cy="481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2531" b="1">
                <a:latin typeface="方正兰亭黑_GBK" pitchFamily="2" charset="-122"/>
                <a:ea typeface="方正兰亭黑_GBK" pitchFamily="2" charset="-122"/>
              </a:rPr>
              <a:t>35%</a:t>
            </a:r>
            <a:endParaRPr lang="zh-CN" altLang="en-US" sz="2531" b="1">
              <a:latin typeface="方正兰亭黑_GBK" pitchFamily="2" charset="-122"/>
              <a:ea typeface="方正兰亭黑_GBK" pitchFamily="2" charset="-122"/>
            </a:endParaRPr>
          </a:p>
        </p:txBody>
      </p:sp>
      <p:sp>
        <p:nvSpPr>
          <p:cNvPr id="14" name="矩形 39"/>
          <p:cNvSpPr>
            <a:spLocks noChangeArrowheads="1"/>
          </p:cNvSpPr>
          <p:nvPr/>
        </p:nvSpPr>
        <p:spPr bwMode="auto">
          <a:xfrm>
            <a:off x="6837889" y="2173145"/>
            <a:ext cx="4147612" cy="871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1266">
                <a:latin typeface="Arial" pitchFamily="34" charset="0"/>
                <a:ea typeface="方正兰亭超细黑简体" pitchFamily="2" charset="-122"/>
              </a:rPr>
              <a:t>Lorem ipsum dolor sit amet, consectetuer adipiscing elit. Aenean commodo ligula eget dolor. Aenean massa. Cum sociis natoque penatibus et magnis dis parturient montes</a:t>
            </a:r>
            <a:endParaRPr lang="zh-CN" altLang="en-US" sz="1687">
              <a:latin typeface="Arial" pitchFamily="34" charset="0"/>
              <a:ea typeface="微软雅黑" pitchFamily="34" charset="-122"/>
            </a:endParaRPr>
          </a:p>
        </p:txBody>
      </p:sp>
      <p:sp>
        <p:nvSpPr>
          <p:cNvPr id="15" name="矩形 40"/>
          <p:cNvSpPr>
            <a:spLocks noChangeArrowheads="1"/>
          </p:cNvSpPr>
          <p:nvPr/>
        </p:nvSpPr>
        <p:spPr bwMode="auto">
          <a:xfrm>
            <a:off x="6837889" y="3266971"/>
            <a:ext cx="4147612" cy="871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1266">
                <a:latin typeface="Arial" pitchFamily="34" charset="0"/>
                <a:ea typeface="方正兰亭超细黑简体" pitchFamily="2" charset="-122"/>
              </a:rPr>
              <a:t>Lorem ipsum dolor sit amet, consectetuer adipiscing elit. Aenean commodo ligula eget dolor. Aenean massa. Cum sociis natoque penatibus et magnis dis parturient montes</a:t>
            </a:r>
            <a:endParaRPr lang="zh-CN" altLang="en-US" sz="1687">
              <a:latin typeface="Arial" pitchFamily="34" charset="0"/>
              <a:ea typeface="微软雅黑" pitchFamily="34" charset="-122"/>
            </a:endParaRPr>
          </a:p>
        </p:txBody>
      </p:sp>
      <p:sp>
        <p:nvSpPr>
          <p:cNvPr id="16" name="矩形 41"/>
          <p:cNvSpPr>
            <a:spLocks noChangeArrowheads="1"/>
          </p:cNvSpPr>
          <p:nvPr/>
        </p:nvSpPr>
        <p:spPr bwMode="auto">
          <a:xfrm>
            <a:off x="6837889" y="4275971"/>
            <a:ext cx="4147612" cy="871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1266">
                <a:latin typeface="Arial" pitchFamily="34" charset="0"/>
                <a:ea typeface="方正兰亭超细黑简体" pitchFamily="2" charset="-122"/>
              </a:rPr>
              <a:t>Lorem ipsum dolor sit amet, consectetuer adipiscing elit. Aenean commodo ligula eget dolor. Aenean massa. Cum sociis natoque penatibus et magnis dis parturient montes</a:t>
            </a:r>
            <a:endParaRPr lang="zh-CN" altLang="en-US" sz="1687">
              <a:latin typeface="Arial" pitchFamily="34" charset="0"/>
              <a:ea typeface="微软雅黑" pitchFamily="34" charset="-122"/>
            </a:endParaRPr>
          </a:p>
        </p:txBody>
      </p:sp>
      <p:sp>
        <p:nvSpPr>
          <p:cNvPr id="17" name="矩形 42"/>
          <p:cNvSpPr>
            <a:spLocks noChangeArrowheads="1"/>
          </p:cNvSpPr>
          <p:nvPr/>
        </p:nvSpPr>
        <p:spPr bwMode="auto">
          <a:xfrm>
            <a:off x="6837889" y="5262647"/>
            <a:ext cx="4147612" cy="871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Calibri" pitchFamily="34" charset="0"/>
                <a:ea typeface="宋体" pitchFamily="2" charset="-122"/>
              </a:defRPr>
            </a:lvl1pPr>
            <a:lvl2pPr marL="742950" indent="-285750">
              <a:defRPr sz="1300">
                <a:solidFill>
                  <a:schemeClr val="tx1"/>
                </a:solidFill>
                <a:latin typeface="Calibri" pitchFamily="34" charset="0"/>
                <a:ea typeface="宋体" pitchFamily="2" charset="-122"/>
              </a:defRPr>
            </a:lvl2pPr>
            <a:lvl3pPr marL="1143000" indent="-228600">
              <a:defRPr sz="1300">
                <a:solidFill>
                  <a:schemeClr val="tx1"/>
                </a:solidFill>
                <a:latin typeface="Calibri" pitchFamily="34" charset="0"/>
                <a:ea typeface="宋体" pitchFamily="2" charset="-122"/>
              </a:defRPr>
            </a:lvl3pPr>
            <a:lvl4pPr marL="1600200" indent="-228600">
              <a:defRPr sz="1300">
                <a:solidFill>
                  <a:schemeClr val="tx1"/>
                </a:solidFill>
                <a:latin typeface="Calibri" pitchFamily="34" charset="0"/>
                <a:ea typeface="宋体" pitchFamily="2" charset="-122"/>
              </a:defRPr>
            </a:lvl4pPr>
            <a:lvl5pPr marL="2057400" indent="-228600">
              <a:defRPr sz="1300">
                <a:solidFill>
                  <a:schemeClr val="tx1"/>
                </a:solidFill>
                <a:latin typeface="Calibri" pitchFamily="34" charset="0"/>
                <a:ea typeface="宋体" pitchFamily="2" charset="-122"/>
              </a:defRPr>
            </a:lvl5pPr>
            <a:lvl6pPr marL="25146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6pPr>
            <a:lvl7pPr marL="29718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7pPr>
            <a:lvl8pPr marL="34290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8pPr>
            <a:lvl9pPr marL="3886200" indent="-228600" defTabSz="685800" eaLnBrk="0" fontAlgn="base" hangingPunct="0">
              <a:spcBef>
                <a:spcPct val="0"/>
              </a:spcBef>
              <a:spcAft>
                <a:spcPct val="0"/>
              </a:spcAft>
              <a:buFont typeface="Arial" pitchFamily="34" charset="0"/>
              <a:defRPr sz="1300">
                <a:solidFill>
                  <a:schemeClr val="tx1"/>
                </a:solidFill>
                <a:latin typeface="Calibri" pitchFamily="34" charset="0"/>
                <a:ea typeface="宋体" pitchFamily="2" charset="-122"/>
              </a:defRPr>
            </a:lvl9pPr>
          </a:lstStyle>
          <a:p>
            <a:pPr eaLnBrk="1" hangingPunct="1"/>
            <a:r>
              <a:rPr lang="en-US" altLang="zh-CN" sz="1266">
                <a:latin typeface="Arial" pitchFamily="34" charset="0"/>
                <a:ea typeface="方正兰亭超细黑简体" pitchFamily="2" charset="-122"/>
              </a:rPr>
              <a:t>Lorem ipsum dolor sit amet, consectetuer adipiscing elit. Aenean commodo ligula eget dolor. Aenean massa. Cum sociis natoque penatibus et magnis dis parturient montes</a:t>
            </a:r>
            <a:endParaRPr lang="zh-CN" altLang="en-US" sz="1687">
              <a:latin typeface="Arial" pitchFamily="34" charset="0"/>
              <a:ea typeface="微软雅黑" pitchFamily="34" charset="-122"/>
            </a:endParaRPr>
          </a:p>
        </p:txBody>
      </p:sp>
      <p:grpSp>
        <p:nvGrpSpPr>
          <p:cNvPr id="18" name="组合 25"/>
          <p:cNvGrpSpPr>
            <a:grpSpLocks/>
          </p:cNvGrpSpPr>
          <p:nvPr/>
        </p:nvGrpSpPr>
        <p:grpSpPr bwMode="auto">
          <a:xfrm>
            <a:off x="1435724" y="1983399"/>
            <a:ext cx="2218906" cy="3944474"/>
            <a:chOff x="0" y="0"/>
            <a:chExt cx="1485900" cy="2655887"/>
          </a:xfrm>
        </p:grpSpPr>
        <p:sp>
          <p:nvSpPr>
            <p:cNvPr id="19" name="矩形 8"/>
            <p:cNvSpPr>
              <a:spLocks noChangeArrowheads="1"/>
            </p:cNvSpPr>
            <p:nvPr/>
          </p:nvSpPr>
          <p:spPr bwMode="auto">
            <a:xfrm>
              <a:off x="0" y="0"/>
              <a:ext cx="1485900" cy="509534"/>
            </a:xfrm>
            <a:prstGeom prst="rect">
              <a:avLst/>
            </a:prstGeom>
            <a:solidFill>
              <a:schemeClr val="tx1">
                <a:lumMod val="75000"/>
                <a:lumOff val="2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a:solidFill>
                  <a:srgbClr val="FFFFFF"/>
                </a:solidFill>
              </a:endParaRPr>
            </a:p>
          </p:txBody>
        </p:sp>
        <p:sp>
          <p:nvSpPr>
            <p:cNvPr id="20" name="矩形 9"/>
            <p:cNvSpPr>
              <a:spLocks noChangeArrowheads="1"/>
            </p:cNvSpPr>
            <p:nvPr/>
          </p:nvSpPr>
          <p:spPr bwMode="auto">
            <a:xfrm>
              <a:off x="0" y="509534"/>
              <a:ext cx="1485900" cy="676372"/>
            </a:xfrm>
            <a:prstGeom prst="rect">
              <a:avLst/>
            </a:prstGeom>
            <a:solidFill>
              <a:schemeClr val="bg1">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a:solidFill>
                  <a:srgbClr val="FFFFFF"/>
                </a:solidFill>
              </a:endParaRPr>
            </a:p>
          </p:txBody>
        </p:sp>
        <p:sp>
          <p:nvSpPr>
            <p:cNvPr id="21" name="矩形 10"/>
            <p:cNvSpPr>
              <a:spLocks noChangeArrowheads="1"/>
            </p:cNvSpPr>
            <p:nvPr/>
          </p:nvSpPr>
          <p:spPr bwMode="auto">
            <a:xfrm>
              <a:off x="0" y="1185906"/>
              <a:ext cx="1485900" cy="694408"/>
            </a:xfrm>
            <a:prstGeom prst="rect">
              <a:avLst/>
            </a:prstGeom>
            <a:solidFill>
              <a:schemeClr val="tx1">
                <a:lumMod val="75000"/>
                <a:lumOff val="25000"/>
              </a:schemeClr>
            </a:solidFill>
            <a:ln w="9525">
              <a:noFill/>
              <a:miter lim="800000"/>
              <a:headEnd/>
              <a:tailEnd/>
            </a:ln>
          </p:spPr>
          <p:txBody>
            <a:bodyPr anchor="ctr"/>
            <a:lstStyle/>
            <a:p>
              <a:pPr algn="ctr" eaLnBrk="1" hangingPunct="1"/>
              <a:endParaRPr lang="zh-CN" altLang="en-US">
                <a:solidFill>
                  <a:srgbClr val="FFFFFF"/>
                </a:solidFill>
              </a:endParaRPr>
            </a:p>
          </p:txBody>
        </p:sp>
        <p:sp>
          <p:nvSpPr>
            <p:cNvPr id="22" name="矩形 11"/>
            <p:cNvSpPr>
              <a:spLocks noChangeArrowheads="1"/>
            </p:cNvSpPr>
            <p:nvPr/>
          </p:nvSpPr>
          <p:spPr bwMode="auto">
            <a:xfrm>
              <a:off x="0" y="1880314"/>
              <a:ext cx="1485900" cy="775573"/>
            </a:xfrm>
            <a:prstGeom prst="rect">
              <a:avLst/>
            </a:prstGeom>
            <a:solidFill>
              <a:schemeClr val="bg1">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endParaRPr lang="zh-CN" altLang="en-US">
                <a:solidFill>
                  <a:srgbClr val="FFFFFF"/>
                </a:solidFill>
              </a:endParaRPr>
            </a:p>
          </p:txBody>
        </p:sp>
        <p:sp>
          <p:nvSpPr>
            <p:cNvPr id="23" name="矩形 20"/>
            <p:cNvSpPr>
              <a:spLocks noChangeArrowheads="1"/>
            </p:cNvSpPr>
            <p:nvPr/>
          </p:nvSpPr>
          <p:spPr bwMode="auto">
            <a:xfrm>
              <a:off x="251138" y="138280"/>
              <a:ext cx="857908" cy="207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406" b="1">
                  <a:solidFill>
                    <a:schemeClr val="bg1"/>
                  </a:solidFill>
                  <a:latin typeface="方正兰亭黑_GBK" pitchFamily="2" charset="-122"/>
                  <a:ea typeface="方正兰亭黑_GBK" pitchFamily="2" charset="-122"/>
                </a:rPr>
                <a:t>Lorem ipsum </a:t>
              </a:r>
              <a:endParaRPr lang="zh-CN" altLang="en-US" sz="2250" b="1">
                <a:solidFill>
                  <a:schemeClr val="bg1"/>
                </a:solidFill>
                <a:latin typeface="方正兰亭黑_GBK" pitchFamily="2" charset="-122"/>
                <a:ea typeface="方正兰亭黑_GBK" pitchFamily="2" charset="-122"/>
              </a:endParaRPr>
            </a:p>
          </p:txBody>
        </p:sp>
        <p:sp>
          <p:nvSpPr>
            <p:cNvPr id="24" name="矩形 21"/>
            <p:cNvSpPr>
              <a:spLocks noChangeArrowheads="1"/>
            </p:cNvSpPr>
            <p:nvPr/>
          </p:nvSpPr>
          <p:spPr bwMode="auto">
            <a:xfrm>
              <a:off x="251138" y="745512"/>
              <a:ext cx="857908" cy="207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406" b="1">
                  <a:solidFill>
                    <a:schemeClr val="bg1"/>
                  </a:solidFill>
                  <a:latin typeface="方正兰亭黑_GBK" pitchFamily="2" charset="-122"/>
                  <a:ea typeface="方正兰亭黑_GBK" pitchFamily="2" charset="-122"/>
                </a:rPr>
                <a:t>Lorem ipsum </a:t>
              </a:r>
              <a:endParaRPr lang="zh-CN" altLang="en-US" sz="2250" b="1">
                <a:solidFill>
                  <a:schemeClr val="bg1"/>
                </a:solidFill>
                <a:latin typeface="方正兰亭黑_GBK" pitchFamily="2" charset="-122"/>
                <a:ea typeface="方正兰亭黑_GBK" pitchFamily="2" charset="-122"/>
              </a:endParaRPr>
            </a:p>
          </p:txBody>
        </p:sp>
        <p:sp>
          <p:nvSpPr>
            <p:cNvPr id="25" name="矩形 22"/>
            <p:cNvSpPr>
              <a:spLocks noChangeArrowheads="1"/>
            </p:cNvSpPr>
            <p:nvPr/>
          </p:nvSpPr>
          <p:spPr bwMode="auto">
            <a:xfrm>
              <a:off x="257118" y="1445933"/>
              <a:ext cx="857908" cy="207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406" b="1">
                  <a:solidFill>
                    <a:schemeClr val="bg1"/>
                  </a:solidFill>
                  <a:latin typeface="方正兰亭黑_GBK" pitchFamily="2" charset="-122"/>
                  <a:ea typeface="方正兰亭黑_GBK" pitchFamily="2" charset="-122"/>
                </a:rPr>
                <a:t>Lorem ipsum </a:t>
              </a:r>
              <a:endParaRPr lang="zh-CN" altLang="en-US" sz="2250" b="1">
                <a:solidFill>
                  <a:schemeClr val="bg1"/>
                </a:solidFill>
                <a:latin typeface="方正兰亭黑_GBK" pitchFamily="2" charset="-122"/>
                <a:ea typeface="方正兰亭黑_GBK" pitchFamily="2" charset="-122"/>
              </a:endParaRPr>
            </a:p>
          </p:txBody>
        </p:sp>
        <p:sp>
          <p:nvSpPr>
            <p:cNvPr id="26" name="矩形 23"/>
            <p:cNvSpPr>
              <a:spLocks noChangeArrowheads="1"/>
            </p:cNvSpPr>
            <p:nvPr/>
          </p:nvSpPr>
          <p:spPr bwMode="auto">
            <a:xfrm>
              <a:off x="257118" y="2129820"/>
              <a:ext cx="857908" cy="207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406" b="1" dirty="0">
                  <a:solidFill>
                    <a:schemeClr val="bg1"/>
                  </a:solidFill>
                  <a:latin typeface="方正兰亭黑_GBK" pitchFamily="2" charset="-122"/>
                  <a:ea typeface="方正兰亭黑_GBK" pitchFamily="2" charset="-122"/>
                </a:rPr>
                <a:t>Lorem ipsum </a:t>
              </a:r>
              <a:endParaRPr lang="zh-CN" altLang="en-US" sz="2250" b="1" dirty="0">
                <a:solidFill>
                  <a:schemeClr val="bg1"/>
                </a:solidFill>
                <a:latin typeface="方正兰亭黑_GBK" pitchFamily="2" charset="-122"/>
                <a:ea typeface="方正兰亭黑_GBK" pitchFamily="2" charset="-122"/>
              </a:endParaRPr>
            </a:p>
          </p:txBody>
        </p:sp>
      </p:grpSp>
      <p:cxnSp>
        <p:nvCxnSpPr>
          <p:cNvPr id="27" name="直接连接符 2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椭圆 28"/>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TextBox 29"/>
          <p:cNvSpPr txBox="1"/>
          <p:nvPr/>
        </p:nvSpPr>
        <p:spPr>
          <a:xfrm>
            <a:off x="1278504" y="290136"/>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市场开拓计划</a:t>
            </a:r>
          </a:p>
        </p:txBody>
      </p:sp>
      <p:cxnSp>
        <p:nvCxnSpPr>
          <p:cNvPr id="32" name="直接连接符 31"/>
          <p:cNvCxnSpPr/>
          <p:nvPr/>
        </p:nvCxnSpPr>
        <p:spPr>
          <a:xfrm>
            <a:off x="3900616" y="421703"/>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矩形 32"/>
          <p:cNvSpPr/>
          <p:nvPr/>
        </p:nvSpPr>
        <p:spPr>
          <a:xfrm>
            <a:off x="353" y="6960309"/>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931445969"/>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300"/>
                                        <p:tgtEl>
                                          <p:spTgt spid="27"/>
                                        </p:tgtEl>
                                      </p:cBhvr>
                                    </p:animEffect>
                                  </p:childTnLst>
                                </p:cTn>
                              </p:par>
                              <p:par>
                                <p:cTn id="8" presetID="22" presetClass="entr" presetSubtype="8" fill="hold"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wipe(left)">
                                      <p:cBhvr>
                                        <p:cTn id="10" dur="300"/>
                                        <p:tgtEl>
                                          <p:spTgt spid="28"/>
                                        </p:tgtEl>
                                      </p:cBhvr>
                                    </p:animEffect>
                                  </p:childTnLst>
                                </p:cTn>
                              </p:par>
                            </p:childTnLst>
                          </p:cTn>
                        </p:par>
                        <p:par>
                          <p:cTn id="11" fill="hold">
                            <p:stCondLst>
                              <p:cond delay="300"/>
                            </p:stCondLst>
                            <p:childTnLst>
                              <p:par>
                                <p:cTn id="12" presetID="22" presetClass="entr" presetSubtype="4" fill="hold" grpId="0" nodeType="afterEffect">
                                  <p:stCondLst>
                                    <p:cond delay="0"/>
                                  </p:stCondLst>
                                  <p:childTnLst>
                                    <p:set>
                                      <p:cBhvr>
                                        <p:cTn id="13" dur="1" fill="hold">
                                          <p:stCondLst>
                                            <p:cond delay="0"/>
                                          </p:stCondLst>
                                        </p:cTn>
                                        <p:tgtEl>
                                          <p:spTgt spid="29"/>
                                        </p:tgtEl>
                                        <p:attrNameLst>
                                          <p:attrName>style.visibility</p:attrName>
                                        </p:attrNameLst>
                                      </p:cBhvr>
                                      <p:to>
                                        <p:strVal val="visible"/>
                                      </p:to>
                                    </p:set>
                                    <p:animEffect transition="in" filter="wipe(down)">
                                      <p:cBhvr>
                                        <p:cTn id="14" dur="300"/>
                                        <p:tgtEl>
                                          <p:spTgt spid="29"/>
                                        </p:tgtEl>
                                      </p:cBhvr>
                                    </p:animEffect>
                                  </p:childTnLst>
                                </p:cTn>
                              </p:par>
                            </p:childTnLst>
                          </p:cTn>
                        </p:par>
                        <p:par>
                          <p:cTn id="15" fill="hold">
                            <p:stCondLst>
                              <p:cond delay="600"/>
                            </p:stCondLst>
                            <p:childTnLst>
                              <p:par>
                                <p:cTn id="16" presetID="12" presetClass="entr" presetSubtype="8" fill="hold" grpId="0" nodeType="afterEffect">
                                  <p:stCondLst>
                                    <p:cond delay="0"/>
                                  </p:stCondLst>
                                  <p:childTnLst>
                                    <p:set>
                                      <p:cBhvr>
                                        <p:cTn id="17" dur="1" fill="hold">
                                          <p:stCondLst>
                                            <p:cond delay="0"/>
                                          </p:stCondLst>
                                        </p:cTn>
                                        <p:tgtEl>
                                          <p:spTgt spid="30"/>
                                        </p:tgtEl>
                                        <p:attrNameLst>
                                          <p:attrName>style.visibility</p:attrName>
                                        </p:attrNameLst>
                                      </p:cBhvr>
                                      <p:to>
                                        <p:strVal val="visible"/>
                                      </p:to>
                                    </p:set>
                                    <p:anim calcmode="lin" valueType="num">
                                      <p:cBhvr additive="base">
                                        <p:cTn id="18" dur="500"/>
                                        <p:tgtEl>
                                          <p:spTgt spid="30"/>
                                        </p:tgtEl>
                                        <p:attrNameLst>
                                          <p:attrName>ppt_x</p:attrName>
                                        </p:attrNameLst>
                                      </p:cBhvr>
                                      <p:tavLst>
                                        <p:tav tm="0">
                                          <p:val>
                                            <p:strVal val="#ppt_x-#ppt_w*1.125000"/>
                                          </p:val>
                                        </p:tav>
                                        <p:tav tm="100000">
                                          <p:val>
                                            <p:strVal val="#ppt_x"/>
                                          </p:val>
                                        </p:tav>
                                      </p:tavLst>
                                    </p:anim>
                                    <p:animEffect transition="in" filter="wipe(right)">
                                      <p:cBhvr>
                                        <p:cTn id="19" dur="500"/>
                                        <p:tgtEl>
                                          <p:spTgt spid="30"/>
                                        </p:tgtEl>
                                      </p:cBhvr>
                                    </p:animEffect>
                                  </p:childTnLst>
                                </p:cTn>
                              </p:par>
                              <p:par>
                                <p:cTn id="20" presetID="12" presetClass="entr" presetSubtype="8" fill="hold" nodeType="withEffect">
                                  <p:stCondLst>
                                    <p:cond delay="0"/>
                                  </p:stCondLst>
                                  <p:childTnLst>
                                    <p:set>
                                      <p:cBhvr>
                                        <p:cTn id="21" dur="1" fill="hold">
                                          <p:stCondLst>
                                            <p:cond delay="0"/>
                                          </p:stCondLst>
                                        </p:cTn>
                                        <p:tgtEl>
                                          <p:spTgt spid="32"/>
                                        </p:tgtEl>
                                        <p:attrNameLst>
                                          <p:attrName>style.visibility</p:attrName>
                                        </p:attrNameLst>
                                      </p:cBhvr>
                                      <p:to>
                                        <p:strVal val="visible"/>
                                      </p:to>
                                    </p:set>
                                    <p:anim calcmode="lin" valueType="num">
                                      <p:cBhvr additive="base">
                                        <p:cTn id="22" dur="500"/>
                                        <p:tgtEl>
                                          <p:spTgt spid="32"/>
                                        </p:tgtEl>
                                        <p:attrNameLst>
                                          <p:attrName>ppt_x</p:attrName>
                                        </p:attrNameLst>
                                      </p:cBhvr>
                                      <p:tavLst>
                                        <p:tav tm="0">
                                          <p:val>
                                            <p:strVal val="#ppt_x-#ppt_w*1.125000"/>
                                          </p:val>
                                        </p:tav>
                                        <p:tav tm="100000">
                                          <p:val>
                                            <p:strVal val="#ppt_x"/>
                                          </p:val>
                                        </p:tav>
                                      </p:tavLst>
                                    </p:anim>
                                    <p:animEffect transition="in" filter="wipe(right)">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500"/>
                                        <p:tgtEl>
                                          <p:spTgt spid="4"/>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1" fill="hold"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wipe(left)">
                                      <p:cBhvr>
                                        <p:cTn id="38" dur="500"/>
                                        <p:tgtEl>
                                          <p:spTgt spid="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left)">
                                      <p:cBhvr>
                                        <p:cTn id="43" dur="500"/>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4"/>
                                        </p:tgtEl>
                                        <p:attrNameLst>
                                          <p:attrName>style.visibility</p:attrName>
                                        </p:attrNameLst>
                                      </p:cBhvr>
                                      <p:to>
                                        <p:strVal val="visible"/>
                                      </p:to>
                                    </p:set>
                                    <p:animEffect transition="in" filter="wipe(up)">
                                      <p:cBhvr>
                                        <p:cTn id="48" dur="500"/>
                                        <p:tgtEl>
                                          <p:spTgt spid="14"/>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left)">
                                      <p:cBhvr>
                                        <p:cTn id="53" dur="500"/>
                                        <p:tgtEl>
                                          <p:spTgt spid="1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wipe(up)">
                                      <p:cBhvr>
                                        <p:cTn id="58" dur="500"/>
                                        <p:tgtEl>
                                          <p:spTgt spid="15"/>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wipe(left)">
                                      <p:cBhvr>
                                        <p:cTn id="63" dur="500"/>
                                        <p:tgtEl>
                                          <p:spTgt spid="12"/>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grpId="0" nodeType="clickEffect">
                                  <p:stCondLst>
                                    <p:cond delay="0"/>
                                  </p:stCondLst>
                                  <p:childTnLst>
                                    <p:set>
                                      <p:cBhvr>
                                        <p:cTn id="67" dur="1" fill="hold">
                                          <p:stCondLst>
                                            <p:cond delay="0"/>
                                          </p:stCondLst>
                                        </p:cTn>
                                        <p:tgtEl>
                                          <p:spTgt spid="16"/>
                                        </p:tgtEl>
                                        <p:attrNameLst>
                                          <p:attrName>style.visibility</p:attrName>
                                        </p:attrNameLst>
                                      </p:cBhvr>
                                      <p:to>
                                        <p:strVal val="visible"/>
                                      </p:to>
                                    </p:set>
                                    <p:animEffect transition="in" filter="wipe(up)">
                                      <p:cBhvr>
                                        <p:cTn id="68" dur="500"/>
                                        <p:tgtEl>
                                          <p:spTgt spid="16"/>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wipe(left)">
                                      <p:cBhvr>
                                        <p:cTn id="73" dur="500"/>
                                        <p:tgtEl>
                                          <p:spTgt spid="13"/>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1" fill="hold" grpId="0" nodeType="click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wipe(up)">
                                      <p:cBhvr>
                                        <p:cTn id="7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p:bldP spid="15" grpId="0"/>
      <p:bldP spid="16" grpId="0"/>
      <p:bldP spid="17" grpId="0"/>
      <p:bldP spid="29" grpId="0" animBg="1"/>
      <p:bldP spid="3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直接连接符 45"/>
          <p:cNvCxnSpPr/>
          <p:nvPr/>
        </p:nvCxnSpPr>
        <p:spPr>
          <a:xfrm flipV="1">
            <a:off x="2400538" y="2183734"/>
            <a:ext cx="2121175" cy="187904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170682" y="1588355"/>
            <a:ext cx="1627369"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rPr>
              <a:t>办公成本</a:t>
            </a:r>
          </a:p>
        </p:txBody>
      </p:sp>
      <p:cxnSp>
        <p:nvCxnSpPr>
          <p:cNvPr id="58" name="直接连接符 57"/>
          <p:cNvCxnSpPr/>
          <p:nvPr/>
        </p:nvCxnSpPr>
        <p:spPr>
          <a:xfrm>
            <a:off x="1900809" y="4062775"/>
            <a:ext cx="3200880" cy="38865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flipV="1">
            <a:off x="2293388" y="3288644"/>
            <a:ext cx="2676064" cy="8370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p:cNvCxnSpPr/>
          <p:nvPr/>
        </p:nvCxnSpPr>
        <p:spPr>
          <a:xfrm>
            <a:off x="1900810" y="3952139"/>
            <a:ext cx="2940337" cy="180940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椭圆 52"/>
          <p:cNvSpPr/>
          <p:nvPr/>
        </p:nvSpPr>
        <p:spPr>
          <a:xfrm>
            <a:off x="4602402" y="3952140"/>
            <a:ext cx="998578" cy="998578"/>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 name="组合 18"/>
          <p:cNvGrpSpPr/>
          <p:nvPr/>
        </p:nvGrpSpPr>
        <p:grpSpPr>
          <a:xfrm>
            <a:off x="1107233" y="3245605"/>
            <a:ext cx="1971957" cy="1971958"/>
            <a:chOff x="3851771" y="1163107"/>
            <a:chExt cx="1402358" cy="1402358"/>
          </a:xfrm>
        </p:grpSpPr>
        <p:grpSp>
          <p:nvGrpSpPr>
            <p:cNvPr id="43" name="组合 42"/>
            <p:cNvGrpSpPr/>
            <p:nvPr/>
          </p:nvGrpSpPr>
          <p:grpSpPr>
            <a:xfrm>
              <a:off x="3851771" y="1163107"/>
              <a:ext cx="1402358" cy="1402358"/>
              <a:chOff x="304800" y="673100"/>
              <a:chExt cx="4000500" cy="4000500"/>
            </a:xfrm>
            <a:effectLst>
              <a:outerShdw blurRad="444500" dist="254000" dir="8100000" algn="tr" rotWithShape="0">
                <a:prstClr val="black">
                  <a:alpha val="50000"/>
                </a:prstClr>
              </a:outerShdw>
            </a:effectLst>
          </p:grpSpPr>
          <p:sp>
            <p:nvSpPr>
              <p:cNvPr id="44" name="同心圆 43"/>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 name="椭圆 44"/>
              <p:cNvSpPr/>
              <p:nvPr/>
            </p:nvSpPr>
            <p:spPr>
              <a:xfrm>
                <a:off x="392112" y="760412"/>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0" name="TextBox 79"/>
            <p:cNvSpPr txBox="1"/>
            <p:nvPr/>
          </p:nvSpPr>
          <p:spPr>
            <a:xfrm>
              <a:off x="4073667" y="1421591"/>
              <a:ext cx="926482" cy="927393"/>
            </a:xfrm>
            <a:prstGeom prst="rect">
              <a:avLst/>
            </a:prstGeom>
            <a:noFill/>
          </p:spPr>
          <p:txBody>
            <a:bodyPr wrap="none" rtlCol="0">
              <a:spAutoFit/>
            </a:bodyPr>
            <a:lstStyle/>
            <a:p>
              <a:r>
                <a:rPr lang="zh-CN" altLang="en-US" sz="3937" spc="422" dirty="0">
                  <a:solidFill>
                    <a:srgbClr val="C00000"/>
                  </a:solidFill>
                  <a:latin typeface="方正兰亭细黑_GBK" pitchFamily="2" charset="-122"/>
                  <a:ea typeface="方正兰亭细黑_GBK" pitchFamily="2" charset="-122"/>
                </a:rPr>
                <a:t>成本</a:t>
              </a:r>
              <a:endParaRPr lang="en-US" altLang="zh-CN" sz="3937" spc="422" dirty="0">
                <a:solidFill>
                  <a:srgbClr val="C00000"/>
                </a:solidFill>
                <a:latin typeface="方正兰亭细黑_GBK" pitchFamily="2" charset="-122"/>
                <a:ea typeface="方正兰亭细黑_GBK" pitchFamily="2" charset="-122"/>
              </a:endParaRPr>
            </a:p>
            <a:p>
              <a:r>
                <a:rPr lang="zh-CN" altLang="en-US" sz="3937" spc="422" dirty="0">
                  <a:solidFill>
                    <a:srgbClr val="C00000"/>
                  </a:solidFill>
                  <a:latin typeface="方正兰亭细黑_GBK" pitchFamily="2" charset="-122"/>
                  <a:ea typeface="方正兰亭细黑_GBK" pitchFamily="2" charset="-122"/>
                </a:rPr>
                <a:t>计划</a:t>
              </a:r>
            </a:p>
          </p:txBody>
        </p:sp>
      </p:grpSp>
      <p:sp>
        <p:nvSpPr>
          <p:cNvPr id="31" name="TextBox 30"/>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
        <p:nvSpPr>
          <p:cNvPr id="47" name="椭圆 46"/>
          <p:cNvSpPr/>
          <p:nvPr/>
        </p:nvSpPr>
        <p:spPr>
          <a:xfrm>
            <a:off x="4602400" y="2748184"/>
            <a:ext cx="998578" cy="998578"/>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椭圆 56"/>
          <p:cNvSpPr/>
          <p:nvPr/>
        </p:nvSpPr>
        <p:spPr>
          <a:xfrm>
            <a:off x="4198892" y="5116501"/>
            <a:ext cx="998578" cy="998578"/>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8" name="直接连接符 27"/>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0" name="椭圆 29"/>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TextBox 31"/>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成本计划</a:t>
            </a:r>
          </a:p>
        </p:txBody>
      </p:sp>
      <p:cxnSp>
        <p:nvCxnSpPr>
          <p:cNvPr id="34" name="直接连接符 33"/>
          <p:cNvCxnSpPr/>
          <p:nvPr/>
        </p:nvCxnSpPr>
        <p:spPr>
          <a:xfrm>
            <a:off x="3197193" y="398836"/>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矩形 34"/>
          <p:cNvSpPr/>
          <p:nvPr/>
        </p:nvSpPr>
        <p:spPr>
          <a:xfrm>
            <a:off x="353" y="6946916"/>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椭圆 47"/>
          <p:cNvSpPr/>
          <p:nvPr/>
        </p:nvSpPr>
        <p:spPr>
          <a:xfrm>
            <a:off x="4022426" y="1684447"/>
            <a:ext cx="998578" cy="998578"/>
          </a:xfrm>
          <a:prstGeom prst="ellipse">
            <a:avLst/>
          </a:prstGeom>
          <a:solidFill>
            <a:schemeClr val="tx1">
              <a:lumMod val="95000"/>
              <a:lumOff val="5000"/>
            </a:schemeClr>
          </a:solidFill>
          <a:ln>
            <a:no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TextBox 59"/>
          <p:cNvSpPr txBox="1"/>
          <p:nvPr/>
        </p:nvSpPr>
        <p:spPr>
          <a:xfrm>
            <a:off x="5909200" y="2841943"/>
            <a:ext cx="1627369"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rPr>
              <a:t>营销成本</a:t>
            </a:r>
          </a:p>
        </p:txBody>
      </p:sp>
      <p:sp>
        <p:nvSpPr>
          <p:cNvPr id="61" name="TextBox 60"/>
          <p:cNvSpPr txBox="1"/>
          <p:nvPr/>
        </p:nvSpPr>
        <p:spPr>
          <a:xfrm>
            <a:off x="5841501" y="4231583"/>
            <a:ext cx="1627369"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rPr>
              <a:t>管理成本</a:t>
            </a:r>
          </a:p>
        </p:txBody>
      </p:sp>
      <p:sp>
        <p:nvSpPr>
          <p:cNvPr id="62" name="TextBox 61"/>
          <p:cNvSpPr txBox="1"/>
          <p:nvPr/>
        </p:nvSpPr>
        <p:spPr>
          <a:xfrm>
            <a:off x="5448466" y="5480228"/>
            <a:ext cx="1627369" cy="525080"/>
          </a:xfrm>
          <a:prstGeom prst="rect">
            <a:avLst/>
          </a:prstGeom>
          <a:noFill/>
        </p:spPr>
        <p:txBody>
          <a:bodyPr wrap="none" rtlCol="0">
            <a:spAutoFit/>
          </a:bodyPr>
          <a:lstStyle/>
          <a:p>
            <a:r>
              <a:rPr lang="zh-CN" altLang="en-US" sz="2812" dirty="0">
                <a:solidFill>
                  <a:srgbClr val="C00000"/>
                </a:solidFill>
                <a:latin typeface="方正兰亭细黑_GBK" pitchFamily="2" charset="-122"/>
                <a:ea typeface="方正兰亭细黑_GBK" pitchFamily="2" charset="-122"/>
              </a:rPr>
              <a:t>其他成本</a:t>
            </a:r>
          </a:p>
        </p:txBody>
      </p:sp>
      <p:sp>
        <p:nvSpPr>
          <p:cNvPr id="63" name="TextBox 62"/>
          <p:cNvSpPr txBox="1"/>
          <p:nvPr/>
        </p:nvSpPr>
        <p:spPr>
          <a:xfrm>
            <a:off x="7860632" y="2797603"/>
            <a:ext cx="3746461" cy="577081"/>
          </a:xfrm>
          <a:prstGeom prst="rect">
            <a:avLst/>
          </a:prstGeom>
          <a:noFill/>
        </p:spPr>
        <p:txBody>
          <a:bodyPr wrap="square" lIns="0" tIns="0" rIns="0" bIns="0" rtlCol="0">
            <a:spAutoFit/>
          </a:bodyPr>
          <a:lstStyle>
            <a:defPPr>
              <a:defRPr lang="zh-CN"/>
            </a:defPPr>
            <a:lvl1pPr algn="just">
              <a:lnSpc>
                <a:spcPts val="1500"/>
              </a:lnSpc>
              <a:defRPr sz="1000">
                <a:solidFill>
                  <a:schemeClr val="tx1">
                    <a:lumMod val="65000"/>
                    <a:lumOff val="35000"/>
                  </a:schemeClr>
                </a:solidFill>
                <a:latin typeface="微软雅黑" pitchFamily="34" charset="-122"/>
                <a:ea typeface="微软雅黑" pitchFamily="34" charset="-122"/>
              </a:defRPr>
            </a:lvl1pPr>
          </a:lstStyle>
          <a:p>
            <a:r>
              <a:rPr lang="zh-CN" altLang="en-US" sz="1406" dirty="0"/>
              <a:t>点击输入本栏的具体文字，简明扼要的说明分项内容，此为概念图解，请根据您的具体内容酌情修改</a:t>
            </a:r>
            <a:endParaRPr lang="en-US" altLang="zh-CN" sz="1406" dirty="0"/>
          </a:p>
        </p:txBody>
      </p:sp>
      <p:sp>
        <p:nvSpPr>
          <p:cNvPr id="65" name="TextBox 64"/>
          <p:cNvSpPr txBox="1"/>
          <p:nvPr/>
        </p:nvSpPr>
        <p:spPr>
          <a:xfrm>
            <a:off x="7766876" y="1463929"/>
            <a:ext cx="3746461" cy="577081"/>
          </a:xfrm>
          <a:prstGeom prst="rect">
            <a:avLst/>
          </a:prstGeom>
          <a:noFill/>
        </p:spPr>
        <p:txBody>
          <a:bodyPr wrap="square" lIns="0" tIns="0" rIns="0" bIns="0" rtlCol="0">
            <a:spAutoFit/>
          </a:bodyPr>
          <a:lstStyle>
            <a:defPPr>
              <a:defRPr lang="zh-CN"/>
            </a:defPPr>
            <a:lvl1pPr algn="just">
              <a:lnSpc>
                <a:spcPts val="1500"/>
              </a:lnSpc>
              <a:defRPr sz="1000">
                <a:solidFill>
                  <a:schemeClr val="tx1">
                    <a:lumMod val="65000"/>
                    <a:lumOff val="35000"/>
                  </a:schemeClr>
                </a:solidFill>
                <a:latin typeface="微软雅黑" pitchFamily="34" charset="-122"/>
                <a:ea typeface="微软雅黑" pitchFamily="34" charset="-122"/>
              </a:defRPr>
            </a:lvl1pPr>
          </a:lstStyle>
          <a:p>
            <a:r>
              <a:rPr lang="zh-CN" altLang="en-US" sz="1406" dirty="0"/>
              <a:t>点击输入本栏的具体文字，简明扼要的说明分项内容，此为概念图解，请根据您的具体内容酌情修改</a:t>
            </a:r>
            <a:endParaRPr lang="en-US" altLang="zh-CN" sz="1406" dirty="0"/>
          </a:p>
        </p:txBody>
      </p:sp>
      <p:sp>
        <p:nvSpPr>
          <p:cNvPr id="66" name="TextBox 65"/>
          <p:cNvSpPr txBox="1"/>
          <p:nvPr/>
        </p:nvSpPr>
        <p:spPr>
          <a:xfrm>
            <a:off x="7994570" y="4231584"/>
            <a:ext cx="3746461" cy="577081"/>
          </a:xfrm>
          <a:prstGeom prst="rect">
            <a:avLst/>
          </a:prstGeom>
          <a:noFill/>
        </p:spPr>
        <p:txBody>
          <a:bodyPr wrap="square" lIns="0" tIns="0" rIns="0" bIns="0" rtlCol="0">
            <a:spAutoFit/>
          </a:bodyPr>
          <a:lstStyle>
            <a:defPPr>
              <a:defRPr lang="zh-CN"/>
            </a:defPPr>
            <a:lvl1pPr algn="just">
              <a:lnSpc>
                <a:spcPts val="1500"/>
              </a:lnSpc>
              <a:defRPr sz="1000">
                <a:solidFill>
                  <a:schemeClr val="tx1">
                    <a:lumMod val="65000"/>
                    <a:lumOff val="35000"/>
                  </a:schemeClr>
                </a:solidFill>
                <a:latin typeface="微软雅黑" pitchFamily="34" charset="-122"/>
                <a:ea typeface="微软雅黑" pitchFamily="34" charset="-122"/>
              </a:defRPr>
            </a:lvl1pPr>
          </a:lstStyle>
          <a:p>
            <a:r>
              <a:rPr lang="zh-CN" altLang="en-US" sz="1406" dirty="0"/>
              <a:t>点击输入本栏的具体文字，简明扼要的说明分项内容，此为概念图解，请根据您的具体内容酌情修改</a:t>
            </a:r>
            <a:endParaRPr lang="en-US" altLang="zh-CN" sz="1406" dirty="0"/>
          </a:p>
        </p:txBody>
      </p:sp>
      <p:sp>
        <p:nvSpPr>
          <p:cNvPr id="68" name="TextBox 67"/>
          <p:cNvSpPr txBox="1"/>
          <p:nvPr/>
        </p:nvSpPr>
        <p:spPr>
          <a:xfrm>
            <a:off x="7870246" y="5369196"/>
            <a:ext cx="3746461" cy="577081"/>
          </a:xfrm>
          <a:prstGeom prst="rect">
            <a:avLst/>
          </a:prstGeom>
          <a:noFill/>
        </p:spPr>
        <p:txBody>
          <a:bodyPr wrap="square" lIns="0" tIns="0" rIns="0" bIns="0" rtlCol="0">
            <a:spAutoFit/>
          </a:bodyPr>
          <a:lstStyle>
            <a:defPPr>
              <a:defRPr lang="zh-CN"/>
            </a:defPPr>
            <a:lvl1pPr algn="just">
              <a:lnSpc>
                <a:spcPts val="1500"/>
              </a:lnSpc>
              <a:defRPr sz="1000">
                <a:solidFill>
                  <a:schemeClr val="tx1">
                    <a:lumMod val="65000"/>
                    <a:lumOff val="35000"/>
                  </a:schemeClr>
                </a:solidFill>
                <a:latin typeface="微软雅黑" pitchFamily="34" charset="-122"/>
                <a:ea typeface="微软雅黑" pitchFamily="34" charset="-122"/>
              </a:defRPr>
            </a:lvl1pPr>
          </a:lstStyle>
          <a:p>
            <a:r>
              <a:rPr lang="zh-CN" altLang="en-US" sz="1406" dirty="0"/>
              <a:t>点击输入本栏的具体文字，简明扼要的说明分项内容，此为概念图解，请根据您的具体内容酌情修改</a:t>
            </a:r>
            <a:endParaRPr lang="en-US" altLang="zh-CN" sz="1406" dirty="0"/>
          </a:p>
        </p:txBody>
      </p:sp>
    </p:spTree>
    <p:custDataLst>
      <p:tags r:id="rId1"/>
    </p:custDataLst>
    <p:extLst>
      <p:ext uri="{BB962C8B-B14F-4D97-AF65-F5344CB8AC3E}">
        <p14:creationId xmlns:p14="http://schemas.microsoft.com/office/powerpoint/2010/main" val="517670478"/>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300"/>
                                        <p:tgtEl>
                                          <p:spTgt spid="28"/>
                                        </p:tgtEl>
                                      </p:cBhvr>
                                    </p:animEffect>
                                  </p:childTnLst>
                                </p:cTn>
                              </p:par>
                              <p:par>
                                <p:cTn id="8" presetID="22" presetClass="entr" presetSubtype="8"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wipe(left)">
                                      <p:cBhvr>
                                        <p:cTn id="10" dur="300"/>
                                        <p:tgtEl>
                                          <p:spTgt spid="29"/>
                                        </p:tgtEl>
                                      </p:cBhvr>
                                    </p:animEffect>
                                  </p:childTnLst>
                                </p:cTn>
                              </p:par>
                            </p:childTnLst>
                          </p:cTn>
                        </p:par>
                        <p:par>
                          <p:cTn id="11" fill="hold">
                            <p:stCondLst>
                              <p:cond delay="300"/>
                            </p:stCondLst>
                            <p:childTnLst>
                              <p:par>
                                <p:cTn id="12" presetID="22" presetClass="entr" presetSubtype="4"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wipe(down)">
                                      <p:cBhvr>
                                        <p:cTn id="14" dur="300"/>
                                        <p:tgtEl>
                                          <p:spTgt spid="30"/>
                                        </p:tgtEl>
                                      </p:cBhvr>
                                    </p:animEffect>
                                  </p:childTnLst>
                                </p:cTn>
                              </p:par>
                            </p:childTnLst>
                          </p:cTn>
                        </p:par>
                        <p:par>
                          <p:cTn id="15" fill="hold">
                            <p:stCondLst>
                              <p:cond delay="600"/>
                            </p:stCondLst>
                            <p:childTnLst>
                              <p:par>
                                <p:cTn id="16" presetID="12" presetClass="entr" presetSubtype="8" fill="hold" grpId="0" nodeType="after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additive="base">
                                        <p:cTn id="18" dur="500"/>
                                        <p:tgtEl>
                                          <p:spTgt spid="32"/>
                                        </p:tgtEl>
                                        <p:attrNameLst>
                                          <p:attrName>ppt_x</p:attrName>
                                        </p:attrNameLst>
                                      </p:cBhvr>
                                      <p:tavLst>
                                        <p:tav tm="0">
                                          <p:val>
                                            <p:strVal val="#ppt_x-#ppt_w*1.125000"/>
                                          </p:val>
                                        </p:tav>
                                        <p:tav tm="100000">
                                          <p:val>
                                            <p:strVal val="#ppt_x"/>
                                          </p:val>
                                        </p:tav>
                                      </p:tavLst>
                                    </p:anim>
                                    <p:animEffect transition="in" filter="wipe(right)">
                                      <p:cBhvr>
                                        <p:cTn id="19" dur="500"/>
                                        <p:tgtEl>
                                          <p:spTgt spid="32"/>
                                        </p:tgtEl>
                                      </p:cBhvr>
                                    </p:animEffect>
                                  </p:childTnLst>
                                </p:cTn>
                              </p:par>
                              <p:par>
                                <p:cTn id="20" presetID="12" presetClass="entr" presetSubtype="8" fill="hold" nodeType="with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additive="base">
                                        <p:cTn id="22" dur="500"/>
                                        <p:tgtEl>
                                          <p:spTgt spid="34"/>
                                        </p:tgtEl>
                                        <p:attrNameLst>
                                          <p:attrName>ppt_x</p:attrName>
                                        </p:attrNameLst>
                                      </p:cBhvr>
                                      <p:tavLst>
                                        <p:tav tm="0">
                                          <p:val>
                                            <p:strVal val="#ppt_x-#ppt_w*1.125000"/>
                                          </p:val>
                                        </p:tav>
                                        <p:tav tm="100000">
                                          <p:val>
                                            <p:strVal val="#ppt_x"/>
                                          </p:val>
                                        </p:tav>
                                      </p:tavLst>
                                    </p:anim>
                                    <p:animEffect transition="in" filter="wipe(right)">
                                      <p:cBhvr>
                                        <p:cTn id="23" dur="500"/>
                                        <p:tgtEl>
                                          <p:spTgt spid="34"/>
                                        </p:tgtEl>
                                      </p:cBhvr>
                                    </p:animEffect>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nodeType="clickEffect">
                                  <p:stCondLst>
                                    <p:cond delay="0"/>
                                  </p:stCondLst>
                                  <p:childTnLst>
                                    <p:set>
                                      <p:cBhvr>
                                        <p:cTn id="27" dur="1" fill="hold">
                                          <p:stCondLst>
                                            <p:cond delay="0"/>
                                          </p:stCondLst>
                                        </p:cTn>
                                        <p:tgtEl>
                                          <p:spTgt spid="19"/>
                                        </p:tgtEl>
                                        <p:attrNameLst>
                                          <p:attrName>style.visibility</p:attrName>
                                        </p:attrNameLst>
                                      </p:cBhvr>
                                      <p:to>
                                        <p:strVal val="visible"/>
                                      </p:to>
                                    </p:set>
                                    <p:anim calcmode="lin" valueType="num">
                                      <p:cBhvr>
                                        <p:cTn id="28" dur="1000" fill="hold"/>
                                        <p:tgtEl>
                                          <p:spTgt spid="19"/>
                                        </p:tgtEl>
                                        <p:attrNameLst>
                                          <p:attrName>ppt_w</p:attrName>
                                        </p:attrNameLst>
                                      </p:cBhvr>
                                      <p:tavLst>
                                        <p:tav tm="0">
                                          <p:val>
                                            <p:fltVal val="0"/>
                                          </p:val>
                                        </p:tav>
                                        <p:tav tm="100000">
                                          <p:val>
                                            <p:strVal val="#ppt_w"/>
                                          </p:val>
                                        </p:tav>
                                      </p:tavLst>
                                    </p:anim>
                                    <p:anim calcmode="lin" valueType="num">
                                      <p:cBhvr>
                                        <p:cTn id="29" dur="1000" fill="hold"/>
                                        <p:tgtEl>
                                          <p:spTgt spid="19"/>
                                        </p:tgtEl>
                                        <p:attrNameLst>
                                          <p:attrName>ppt_h</p:attrName>
                                        </p:attrNameLst>
                                      </p:cBhvr>
                                      <p:tavLst>
                                        <p:tav tm="0">
                                          <p:val>
                                            <p:fltVal val="0"/>
                                          </p:val>
                                        </p:tav>
                                        <p:tav tm="100000">
                                          <p:val>
                                            <p:strVal val="#ppt_h"/>
                                          </p:val>
                                        </p:tav>
                                      </p:tavLst>
                                    </p:anim>
                                    <p:anim calcmode="lin" valueType="num">
                                      <p:cBhvr>
                                        <p:cTn id="30" dur="1000" fill="hold"/>
                                        <p:tgtEl>
                                          <p:spTgt spid="19"/>
                                        </p:tgtEl>
                                        <p:attrNameLst>
                                          <p:attrName>style.rotation</p:attrName>
                                        </p:attrNameLst>
                                      </p:cBhvr>
                                      <p:tavLst>
                                        <p:tav tm="0">
                                          <p:val>
                                            <p:fltVal val="90"/>
                                          </p:val>
                                        </p:tav>
                                        <p:tav tm="100000">
                                          <p:val>
                                            <p:fltVal val="0"/>
                                          </p:val>
                                        </p:tav>
                                      </p:tavLst>
                                    </p:anim>
                                    <p:animEffect transition="in" filter="fade">
                                      <p:cBhvr>
                                        <p:cTn id="31" dur="10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8"/>
                                        </p:tgtEl>
                                        <p:attrNameLst>
                                          <p:attrName>style.visibility</p:attrName>
                                        </p:attrNameLst>
                                      </p:cBhvr>
                                      <p:to>
                                        <p:strVal val="visible"/>
                                      </p:to>
                                    </p:set>
                                    <p:animEffect transition="in" filter="wipe(left)">
                                      <p:cBhvr>
                                        <p:cTn id="36" dur="500"/>
                                        <p:tgtEl>
                                          <p:spTgt spid="58"/>
                                        </p:tgtEl>
                                      </p:cBhvr>
                                    </p:animEffect>
                                  </p:childTnLst>
                                </p:cTn>
                              </p:par>
                              <p:par>
                                <p:cTn id="37" presetID="22" presetClass="entr" presetSubtype="8" fill="hold" nodeType="with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wipe(left)">
                                      <p:cBhvr>
                                        <p:cTn id="39" dur="500"/>
                                        <p:tgtEl>
                                          <p:spTgt spid="64"/>
                                        </p:tgtEl>
                                      </p:cBhvr>
                                    </p:animEffect>
                                  </p:childTnLst>
                                </p:cTn>
                              </p:par>
                              <p:par>
                                <p:cTn id="40" presetID="22" presetClass="entr" presetSubtype="8" fill="hold" nodeType="withEffect">
                                  <p:stCondLst>
                                    <p:cond delay="0"/>
                                  </p:stCondLst>
                                  <p:childTnLst>
                                    <p:set>
                                      <p:cBhvr>
                                        <p:cTn id="41" dur="1" fill="hold">
                                          <p:stCondLst>
                                            <p:cond delay="0"/>
                                          </p:stCondLst>
                                        </p:cTn>
                                        <p:tgtEl>
                                          <p:spTgt spid="67"/>
                                        </p:tgtEl>
                                        <p:attrNameLst>
                                          <p:attrName>style.visibility</p:attrName>
                                        </p:attrNameLst>
                                      </p:cBhvr>
                                      <p:to>
                                        <p:strVal val="visible"/>
                                      </p:to>
                                    </p:set>
                                    <p:animEffect transition="in" filter="wipe(left)">
                                      <p:cBhvr>
                                        <p:cTn id="42" dur="500"/>
                                        <p:tgtEl>
                                          <p:spTgt spid="67"/>
                                        </p:tgtEl>
                                      </p:cBhvr>
                                    </p:animEffect>
                                  </p:childTnLst>
                                </p:cTn>
                              </p:par>
                              <p:par>
                                <p:cTn id="43" presetID="22" presetClass="entr" presetSubtype="8" fill="hold" nodeType="withEffect">
                                  <p:stCondLst>
                                    <p:cond delay="0"/>
                                  </p:stCondLst>
                                  <p:childTnLst>
                                    <p:set>
                                      <p:cBhvr>
                                        <p:cTn id="44" dur="1" fill="hold">
                                          <p:stCondLst>
                                            <p:cond delay="0"/>
                                          </p:stCondLst>
                                        </p:cTn>
                                        <p:tgtEl>
                                          <p:spTgt spid="46"/>
                                        </p:tgtEl>
                                        <p:attrNameLst>
                                          <p:attrName>style.visibility</p:attrName>
                                        </p:attrNameLst>
                                      </p:cBhvr>
                                      <p:to>
                                        <p:strVal val="visible"/>
                                      </p:to>
                                    </p:set>
                                    <p:animEffect transition="in" filter="wipe(left)">
                                      <p:cBhvr>
                                        <p:cTn id="45" dur="500"/>
                                        <p:tgtEl>
                                          <p:spTgt spid="46"/>
                                        </p:tgtEl>
                                      </p:cBhvr>
                                    </p:animEffect>
                                  </p:childTnLst>
                                </p:cTn>
                              </p:par>
                              <p:par>
                                <p:cTn id="46" presetID="53" presetClass="entr" presetSubtype="16" fill="hold" grpId="0" nodeType="withEffect">
                                  <p:stCondLst>
                                    <p:cond delay="900"/>
                                  </p:stCondLst>
                                  <p:childTnLst>
                                    <p:set>
                                      <p:cBhvr>
                                        <p:cTn id="47" dur="1" fill="hold">
                                          <p:stCondLst>
                                            <p:cond delay="0"/>
                                          </p:stCondLst>
                                        </p:cTn>
                                        <p:tgtEl>
                                          <p:spTgt spid="53"/>
                                        </p:tgtEl>
                                        <p:attrNameLst>
                                          <p:attrName>style.visibility</p:attrName>
                                        </p:attrNameLst>
                                      </p:cBhvr>
                                      <p:to>
                                        <p:strVal val="visible"/>
                                      </p:to>
                                    </p:set>
                                    <p:anim calcmode="lin" valueType="num">
                                      <p:cBhvr>
                                        <p:cTn id="48" dur="500" fill="hold"/>
                                        <p:tgtEl>
                                          <p:spTgt spid="53"/>
                                        </p:tgtEl>
                                        <p:attrNameLst>
                                          <p:attrName>ppt_w</p:attrName>
                                        </p:attrNameLst>
                                      </p:cBhvr>
                                      <p:tavLst>
                                        <p:tav tm="0">
                                          <p:val>
                                            <p:fltVal val="0"/>
                                          </p:val>
                                        </p:tav>
                                        <p:tav tm="100000">
                                          <p:val>
                                            <p:strVal val="#ppt_w"/>
                                          </p:val>
                                        </p:tav>
                                      </p:tavLst>
                                    </p:anim>
                                    <p:anim calcmode="lin" valueType="num">
                                      <p:cBhvr>
                                        <p:cTn id="49" dur="500" fill="hold"/>
                                        <p:tgtEl>
                                          <p:spTgt spid="53"/>
                                        </p:tgtEl>
                                        <p:attrNameLst>
                                          <p:attrName>ppt_h</p:attrName>
                                        </p:attrNameLst>
                                      </p:cBhvr>
                                      <p:tavLst>
                                        <p:tav tm="0">
                                          <p:val>
                                            <p:fltVal val="0"/>
                                          </p:val>
                                        </p:tav>
                                        <p:tav tm="100000">
                                          <p:val>
                                            <p:strVal val="#ppt_h"/>
                                          </p:val>
                                        </p:tav>
                                      </p:tavLst>
                                    </p:anim>
                                    <p:animEffect transition="in" filter="fade">
                                      <p:cBhvr>
                                        <p:cTn id="50" dur="500"/>
                                        <p:tgtEl>
                                          <p:spTgt spid="53"/>
                                        </p:tgtEl>
                                      </p:cBhvr>
                                    </p:animEffect>
                                  </p:childTnLst>
                                </p:cTn>
                              </p:par>
                              <p:par>
                                <p:cTn id="51" presetID="53" presetClass="entr" presetSubtype="16" fill="hold" grpId="0" nodeType="withEffect">
                                  <p:stCondLst>
                                    <p:cond delay="6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500" fill="hold"/>
                                        <p:tgtEl>
                                          <p:spTgt spid="47"/>
                                        </p:tgtEl>
                                        <p:attrNameLst>
                                          <p:attrName>ppt_w</p:attrName>
                                        </p:attrNameLst>
                                      </p:cBhvr>
                                      <p:tavLst>
                                        <p:tav tm="0">
                                          <p:val>
                                            <p:fltVal val="0"/>
                                          </p:val>
                                        </p:tav>
                                        <p:tav tm="100000">
                                          <p:val>
                                            <p:strVal val="#ppt_w"/>
                                          </p:val>
                                        </p:tav>
                                      </p:tavLst>
                                    </p:anim>
                                    <p:anim calcmode="lin" valueType="num">
                                      <p:cBhvr>
                                        <p:cTn id="54" dur="500" fill="hold"/>
                                        <p:tgtEl>
                                          <p:spTgt spid="47"/>
                                        </p:tgtEl>
                                        <p:attrNameLst>
                                          <p:attrName>ppt_h</p:attrName>
                                        </p:attrNameLst>
                                      </p:cBhvr>
                                      <p:tavLst>
                                        <p:tav tm="0">
                                          <p:val>
                                            <p:fltVal val="0"/>
                                          </p:val>
                                        </p:tav>
                                        <p:tav tm="100000">
                                          <p:val>
                                            <p:strVal val="#ppt_h"/>
                                          </p:val>
                                        </p:tav>
                                      </p:tavLst>
                                    </p:anim>
                                    <p:animEffect transition="in" filter="fade">
                                      <p:cBhvr>
                                        <p:cTn id="55" dur="500"/>
                                        <p:tgtEl>
                                          <p:spTgt spid="47"/>
                                        </p:tgtEl>
                                      </p:cBhvr>
                                    </p:animEffect>
                                  </p:childTnLst>
                                </p:cTn>
                              </p:par>
                              <p:par>
                                <p:cTn id="56" presetID="53" presetClass="entr" presetSubtype="16" fill="hold" grpId="0" nodeType="withEffect">
                                  <p:stCondLst>
                                    <p:cond delay="1200"/>
                                  </p:stCondLst>
                                  <p:childTnLst>
                                    <p:set>
                                      <p:cBhvr>
                                        <p:cTn id="57" dur="1" fill="hold">
                                          <p:stCondLst>
                                            <p:cond delay="0"/>
                                          </p:stCondLst>
                                        </p:cTn>
                                        <p:tgtEl>
                                          <p:spTgt spid="57"/>
                                        </p:tgtEl>
                                        <p:attrNameLst>
                                          <p:attrName>style.visibility</p:attrName>
                                        </p:attrNameLst>
                                      </p:cBhvr>
                                      <p:to>
                                        <p:strVal val="visible"/>
                                      </p:to>
                                    </p:set>
                                    <p:anim calcmode="lin" valueType="num">
                                      <p:cBhvr>
                                        <p:cTn id="58" dur="500" fill="hold"/>
                                        <p:tgtEl>
                                          <p:spTgt spid="57"/>
                                        </p:tgtEl>
                                        <p:attrNameLst>
                                          <p:attrName>ppt_w</p:attrName>
                                        </p:attrNameLst>
                                      </p:cBhvr>
                                      <p:tavLst>
                                        <p:tav tm="0">
                                          <p:val>
                                            <p:fltVal val="0"/>
                                          </p:val>
                                        </p:tav>
                                        <p:tav tm="100000">
                                          <p:val>
                                            <p:strVal val="#ppt_w"/>
                                          </p:val>
                                        </p:tav>
                                      </p:tavLst>
                                    </p:anim>
                                    <p:anim calcmode="lin" valueType="num">
                                      <p:cBhvr>
                                        <p:cTn id="59" dur="500" fill="hold"/>
                                        <p:tgtEl>
                                          <p:spTgt spid="57"/>
                                        </p:tgtEl>
                                        <p:attrNameLst>
                                          <p:attrName>ppt_h</p:attrName>
                                        </p:attrNameLst>
                                      </p:cBhvr>
                                      <p:tavLst>
                                        <p:tav tm="0">
                                          <p:val>
                                            <p:fltVal val="0"/>
                                          </p:val>
                                        </p:tav>
                                        <p:tav tm="100000">
                                          <p:val>
                                            <p:strVal val="#ppt_h"/>
                                          </p:val>
                                        </p:tav>
                                      </p:tavLst>
                                    </p:anim>
                                    <p:animEffect transition="in" filter="fade">
                                      <p:cBhvr>
                                        <p:cTn id="60" dur="500"/>
                                        <p:tgtEl>
                                          <p:spTgt spid="57"/>
                                        </p:tgtEl>
                                      </p:cBhvr>
                                    </p:animEffect>
                                  </p:childTnLst>
                                </p:cTn>
                              </p:par>
                              <p:par>
                                <p:cTn id="61" presetID="53" presetClass="entr" presetSubtype="16" fill="hold" grpId="0" nodeType="withEffect">
                                  <p:stCondLst>
                                    <p:cond delay="300"/>
                                  </p:stCondLst>
                                  <p:childTnLst>
                                    <p:set>
                                      <p:cBhvr>
                                        <p:cTn id="62" dur="1" fill="hold">
                                          <p:stCondLst>
                                            <p:cond delay="0"/>
                                          </p:stCondLst>
                                        </p:cTn>
                                        <p:tgtEl>
                                          <p:spTgt spid="48"/>
                                        </p:tgtEl>
                                        <p:attrNameLst>
                                          <p:attrName>style.visibility</p:attrName>
                                        </p:attrNameLst>
                                      </p:cBhvr>
                                      <p:to>
                                        <p:strVal val="visible"/>
                                      </p:to>
                                    </p:set>
                                    <p:anim calcmode="lin" valueType="num">
                                      <p:cBhvr>
                                        <p:cTn id="63" dur="500" fill="hold"/>
                                        <p:tgtEl>
                                          <p:spTgt spid="48"/>
                                        </p:tgtEl>
                                        <p:attrNameLst>
                                          <p:attrName>ppt_w</p:attrName>
                                        </p:attrNameLst>
                                      </p:cBhvr>
                                      <p:tavLst>
                                        <p:tav tm="0">
                                          <p:val>
                                            <p:fltVal val="0"/>
                                          </p:val>
                                        </p:tav>
                                        <p:tav tm="100000">
                                          <p:val>
                                            <p:strVal val="#ppt_w"/>
                                          </p:val>
                                        </p:tav>
                                      </p:tavLst>
                                    </p:anim>
                                    <p:anim calcmode="lin" valueType="num">
                                      <p:cBhvr>
                                        <p:cTn id="64" dur="500" fill="hold"/>
                                        <p:tgtEl>
                                          <p:spTgt spid="48"/>
                                        </p:tgtEl>
                                        <p:attrNameLst>
                                          <p:attrName>ppt_h</p:attrName>
                                        </p:attrNameLst>
                                      </p:cBhvr>
                                      <p:tavLst>
                                        <p:tav tm="0">
                                          <p:val>
                                            <p:fltVal val="0"/>
                                          </p:val>
                                        </p:tav>
                                        <p:tav tm="100000">
                                          <p:val>
                                            <p:strVal val="#ppt_h"/>
                                          </p:val>
                                        </p:tav>
                                      </p:tavLst>
                                    </p:anim>
                                    <p:animEffect transition="in" filter="fade">
                                      <p:cBhvr>
                                        <p:cTn id="65" dur="500"/>
                                        <p:tgtEl>
                                          <p:spTgt spid="48"/>
                                        </p:tgtEl>
                                      </p:cBhvr>
                                    </p:animEffect>
                                  </p:childTnLst>
                                </p:cTn>
                              </p:par>
                            </p:childTnLst>
                          </p:cTn>
                        </p:par>
                        <p:par>
                          <p:cTn id="66" fill="hold">
                            <p:stCondLst>
                              <p:cond delay="1700"/>
                            </p:stCondLst>
                            <p:childTnLst>
                              <p:par>
                                <p:cTn id="67" presetID="12" presetClass="entr" presetSubtype="2" fill="hold" grpId="0" nodeType="after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p:tgtEl>
                                          <p:spTgt spid="37"/>
                                        </p:tgtEl>
                                        <p:attrNameLst>
                                          <p:attrName>ppt_x</p:attrName>
                                        </p:attrNameLst>
                                      </p:cBhvr>
                                      <p:tavLst>
                                        <p:tav tm="0">
                                          <p:val>
                                            <p:strVal val="#ppt_x+#ppt_w*1.125000"/>
                                          </p:val>
                                        </p:tav>
                                        <p:tav tm="100000">
                                          <p:val>
                                            <p:strVal val="#ppt_x"/>
                                          </p:val>
                                        </p:tav>
                                      </p:tavLst>
                                    </p:anim>
                                    <p:animEffect transition="in" filter="wipe(left)">
                                      <p:cBhvr>
                                        <p:cTn id="70" dur="500"/>
                                        <p:tgtEl>
                                          <p:spTgt spid="37"/>
                                        </p:tgtEl>
                                      </p:cBhvr>
                                    </p:animEffect>
                                  </p:childTnLst>
                                </p:cTn>
                              </p:par>
                            </p:childTnLst>
                          </p:cTn>
                        </p:par>
                        <p:par>
                          <p:cTn id="71" fill="hold">
                            <p:stCondLst>
                              <p:cond delay="2200"/>
                            </p:stCondLst>
                            <p:childTnLst>
                              <p:par>
                                <p:cTn id="72" presetID="12" presetClass="entr" presetSubtype="2" fill="hold" grpId="0" nodeType="afterEffect">
                                  <p:stCondLst>
                                    <p:cond delay="0"/>
                                  </p:stCondLst>
                                  <p:childTnLst>
                                    <p:set>
                                      <p:cBhvr>
                                        <p:cTn id="73" dur="1" fill="hold">
                                          <p:stCondLst>
                                            <p:cond delay="0"/>
                                          </p:stCondLst>
                                        </p:cTn>
                                        <p:tgtEl>
                                          <p:spTgt spid="60"/>
                                        </p:tgtEl>
                                        <p:attrNameLst>
                                          <p:attrName>style.visibility</p:attrName>
                                        </p:attrNameLst>
                                      </p:cBhvr>
                                      <p:to>
                                        <p:strVal val="visible"/>
                                      </p:to>
                                    </p:set>
                                    <p:anim calcmode="lin" valueType="num">
                                      <p:cBhvr additive="base">
                                        <p:cTn id="74" dur="500"/>
                                        <p:tgtEl>
                                          <p:spTgt spid="60"/>
                                        </p:tgtEl>
                                        <p:attrNameLst>
                                          <p:attrName>ppt_x</p:attrName>
                                        </p:attrNameLst>
                                      </p:cBhvr>
                                      <p:tavLst>
                                        <p:tav tm="0">
                                          <p:val>
                                            <p:strVal val="#ppt_x+#ppt_w*1.125000"/>
                                          </p:val>
                                        </p:tav>
                                        <p:tav tm="100000">
                                          <p:val>
                                            <p:strVal val="#ppt_x"/>
                                          </p:val>
                                        </p:tav>
                                      </p:tavLst>
                                    </p:anim>
                                    <p:animEffect transition="in" filter="wipe(left)">
                                      <p:cBhvr>
                                        <p:cTn id="75" dur="500"/>
                                        <p:tgtEl>
                                          <p:spTgt spid="60"/>
                                        </p:tgtEl>
                                      </p:cBhvr>
                                    </p:animEffect>
                                  </p:childTnLst>
                                </p:cTn>
                              </p:par>
                            </p:childTnLst>
                          </p:cTn>
                        </p:par>
                        <p:par>
                          <p:cTn id="76" fill="hold">
                            <p:stCondLst>
                              <p:cond delay="2700"/>
                            </p:stCondLst>
                            <p:childTnLst>
                              <p:par>
                                <p:cTn id="77" presetID="12" presetClass="entr" presetSubtype="2" fill="hold" grpId="0" nodeType="afterEffect">
                                  <p:stCondLst>
                                    <p:cond delay="0"/>
                                  </p:stCondLst>
                                  <p:childTnLst>
                                    <p:set>
                                      <p:cBhvr>
                                        <p:cTn id="78" dur="1" fill="hold">
                                          <p:stCondLst>
                                            <p:cond delay="0"/>
                                          </p:stCondLst>
                                        </p:cTn>
                                        <p:tgtEl>
                                          <p:spTgt spid="61"/>
                                        </p:tgtEl>
                                        <p:attrNameLst>
                                          <p:attrName>style.visibility</p:attrName>
                                        </p:attrNameLst>
                                      </p:cBhvr>
                                      <p:to>
                                        <p:strVal val="visible"/>
                                      </p:to>
                                    </p:set>
                                    <p:anim calcmode="lin" valueType="num">
                                      <p:cBhvr additive="base">
                                        <p:cTn id="79" dur="500"/>
                                        <p:tgtEl>
                                          <p:spTgt spid="61"/>
                                        </p:tgtEl>
                                        <p:attrNameLst>
                                          <p:attrName>ppt_x</p:attrName>
                                        </p:attrNameLst>
                                      </p:cBhvr>
                                      <p:tavLst>
                                        <p:tav tm="0">
                                          <p:val>
                                            <p:strVal val="#ppt_x+#ppt_w*1.125000"/>
                                          </p:val>
                                        </p:tav>
                                        <p:tav tm="100000">
                                          <p:val>
                                            <p:strVal val="#ppt_x"/>
                                          </p:val>
                                        </p:tav>
                                      </p:tavLst>
                                    </p:anim>
                                    <p:animEffect transition="in" filter="wipe(left)">
                                      <p:cBhvr>
                                        <p:cTn id="80" dur="500"/>
                                        <p:tgtEl>
                                          <p:spTgt spid="61"/>
                                        </p:tgtEl>
                                      </p:cBhvr>
                                    </p:animEffect>
                                  </p:childTnLst>
                                </p:cTn>
                              </p:par>
                            </p:childTnLst>
                          </p:cTn>
                        </p:par>
                        <p:par>
                          <p:cTn id="81" fill="hold">
                            <p:stCondLst>
                              <p:cond delay="3200"/>
                            </p:stCondLst>
                            <p:childTnLst>
                              <p:par>
                                <p:cTn id="82" presetID="12" presetClass="entr" presetSubtype="2" fill="hold" grpId="0" nodeType="afterEffect">
                                  <p:stCondLst>
                                    <p:cond delay="0"/>
                                  </p:stCondLst>
                                  <p:childTnLst>
                                    <p:set>
                                      <p:cBhvr>
                                        <p:cTn id="83" dur="1" fill="hold">
                                          <p:stCondLst>
                                            <p:cond delay="0"/>
                                          </p:stCondLst>
                                        </p:cTn>
                                        <p:tgtEl>
                                          <p:spTgt spid="62"/>
                                        </p:tgtEl>
                                        <p:attrNameLst>
                                          <p:attrName>style.visibility</p:attrName>
                                        </p:attrNameLst>
                                      </p:cBhvr>
                                      <p:to>
                                        <p:strVal val="visible"/>
                                      </p:to>
                                    </p:set>
                                    <p:anim calcmode="lin" valueType="num">
                                      <p:cBhvr additive="base">
                                        <p:cTn id="84" dur="500"/>
                                        <p:tgtEl>
                                          <p:spTgt spid="62"/>
                                        </p:tgtEl>
                                        <p:attrNameLst>
                                          <p:attrName>ppt_x</p:attrName>
                                        </p:attrNameLst>
                                      </p:cBhvr>
                                      <p:tavLst>
                                        <p:tav tm="0">
                                          <p:val>
                                            <p:strVal val="#ppt_x+#ppt_w*1.125000"/>
                                          </p:val>
                                        </p:tav>
                                        <p:tav tm="100000">
                                          <p:val>
                                            <p:strVal val="#ppt_x"/>
                                          </p:val>
                                        </p:tav>
                                      </p:tavLst>
                                    </p:anim>
                                    <p:animEffect transition="in" filter="wipe(left)">
                                      <p:cBhvr>
                                        <p:cTn id="85" dur="500"/>
                                        <p:tgtEl>
                                          <p:spTgt spid="62"/>
                                        </p:tgtEl>
                                      </p:cBhvr>
                                    </p:animEffect>
                                  </p:childTnLst>
                                </p:cTn>
                              </p:par>
                              <p:par>
                                <p:cTn id="86" presetID="2" presetClass="entr" presetSubtype="2" fill="hold" grpId="0" nodeType="withEffect">
                                  <p:stCondLst>
                                    <p:cond delay="600"/>
                                  </p:stCondLst>
                                  <p:childTnLst>
                                    <p:set>
                                      <p:cBhvr>
                                        <p:cTn id="87" dur="1" fill="hold">
                                          <p:stCondLst>
                                            <p:cond delay="0"/>
                                          </p:stCondLst>
                                        </p:cTn>
                                        <p:tgtEl>
                                          <p:spTgt spid="63"/>
                                        </p:tgtEl>
                                        <p:attrNameLst>
                                          <p:attrName>style.visibility</p:attrName>
                                        </p:attrNameLst>
                                      </p:cBhvr>
                                      <p:to>
                                        <p:strVal val="visible"/>
                                      </p:to>
                                    </p:set>
                                    <p:anim calcmode="lin" valueType="num">
                                      <p:cBhvr additive="base">
                                        <p:cTn id="88" dur="500" fill="hold"/>
                                        <p:tgtEl>
                                          <p:spTgt spid="63"/>
                                        </p:tgtEl>
                                        <p:attrNameLst>
                                          <p:attrName>ppt_x</p:attrName>
                                        </p:attrNameLst>
                                      </p:cBhvr>
                                      <p:tavLst>
                                        <p:tav tm="0">
                                          <p:val>
                                            <p:strVal val="1+#ppt_w/2"/>
                                          </p:val>
                                        </p:tav>
                                        <p:tav tm="100000">
                                          <p:val>
                                            <p:strVal val="#ppt_x"/>
                                          </p:val>
                                        </p:tav>
                                      </p:tavLst>
                                    </p:anim>
                                    <p:anim calcmode="lin" valueType="num">
                                      <p:cBhvr additive="base">
                                        <p:cTn id="89" dur="500" fill="hold"/>
                                        <p:tgtEl>
                                          <p:spTgt spid="63"/>
                                        </p:tgtEl>
                                        <p:attrNameLst>
                                          <p:attrName>ppt_y</p:attrName>
                                        </p:attrNameLst>
                                      </p:cBhvr>
                                      <p:tavLst>
                                        <p:tav tm="0">
                                          <p:val>
                                            <p:strVal val="#ppt_y"/>
                                          </p:val>
                                        </p:tav>
                                        <p:tav tm="100000">
                                          <p:val>
                                            <p:strVal val="#ppt_y"/>
                                          </p:val>
                                        </p:tav>
                                      </p:tavLst>
                                    </p:anim>
                                  </p:childTnLst>
                                </p:cTn>
                              </p:par>
                              <p:par>
                                <p:cTn id="90" presetID="2" presetClass="entr" presetSubtype="2" fill="hold" grpId="0" nodeType="withEffect">
                                  <p:stCondLst>
                                    <p:cond delay="400"/>
                                  </p:stCondLst>
                                  <p:childTnLst>
                                    <p:set>
                                      <p:cBhvr>
                                        <p:cTn id="91" dur="1" fill="hold">
                                          <p:stCondLst>
                                            <p:cond delay="0"/>
                                          </p:stCondLst>
                                        </p:cTn>
                                        <p:tgtEl>
                                          <p:spTgt spid="65"/>
                                        </p:tgtEl>
                                        <p:attrNameLst>
                                          <p:attrName>style.visibility</p:attrName>
                                        </p:attrNameLst>
                                      </p:cBhvr>
                                      <p:to>
                                        <p:strVal val="visible"/>
                                      </p:to>
                                    </p:set>
                                    <p:anim calcmode="lin" valueType="num">
                                      <p:cBhvr additive="base">
                                        <p:cTn id="92" dur="500" fill="hold"/>
                                        <p:tgtEl>
                                          <p:spTgt spid="65"/>
                                        </p:tgtEl>
                                        <p:attrNameLst>
                                          <p:attrName>ppt_x</p:attrName>
                                        </p:attrNameLst>
                                      </p:cBhvr>
                                      <p:tavLst>
                                        <p:tav tm="0">
                                          <p:val>
                                            <p:strVal val="1+#ppt_w/2"/>
                                          </p:val>
                                        </p:tav>
                                        <p:tav tm="100000">
                                          <p:val>
                                            <p:strVal val="#ppt_x"/>
                                          </p:val>
                                        </p:tav>
                                      </p:tavLst>
                                    </p:anim>
                                    <p:anim calcmode="lin" valueType="num">
                                      <p:cBhvr additive="base">
                                        <p:cTn id="93" dur="500" fill="hold"/>
                                        <p:tgtEl>
                                          <p:spTgt spid="65"/>
                                        </p:tgtEl>
                                        <p:attrNameLst>
                                          <p:attrName>ppt_y</p:attrName>
                                        </p:attrNameLst>
                                      </p:cBhvr>
                                      <p:tavLst>
                                        <p:tav tm="0">
                                          <p:val>
                                            <p:strVal val="#ppt_y"/>
                                          </p:val>
                                        </p:tav>
                                        <p:tav tm="100000">
                                          <p:val>
                                            <p:strVal val="#ppt_y"/>
                                          </p:val>
                                        </p:tav>
                                      </p:tavLst>
                                    </p:anim>
                                  </p:childTnLst>
                                </p:cTn>
                              </p:par>
                              <p:par>
                                <p:cTn id="94" presetID="2" presetClass="entr" presetSubtype="2" fill="hold" grpId="0" nodeType="withEffect">
                                  <p:stCondLst>
                                    <p:cond delay="800"/>
                                  </p:stCondLst>
                                  <p:childTnLst>
                                    <p:set>
                                      <p:cBhvr>
                                        <p:cTn id="95" dur="1" fill="hold">
                                          <p:stCondLst>
                                            <p:cond delay="0"/>
                                          </p:stCondLst>
                                        </p:cTn>
                                        <p:tgtEl>
                                          <p:spTgt spid="66"/>
                                        </p:tgtEl>
                                        <p:attrNameLst>
                                          <p:attrName>style.visibility</p:attrName>
                                        </p:attrNameLst>
                                      </p:cBhvr>
                                      <p:to>
                                        <p:strVal val="visible"/>
                                      </p:to>
                                    </p:set>
                                    <p:anim calcmode="lin" valueType="num">
                                      <p:cBhvr additive="base">
                                        <p:cTn id="96" dur="500" fill="hold"/>
                                        <p:tgtEl>
                                          <p:spTgt spid="66"/>
                                        </p:tgtEl>
                                        <p:attrNameLst>
                                          <p:attrName>ppt_x</p:attrName>
                                        </p:attrNameLst>
                                      </p:cBhvr>
                                      <p:tavLst>
                                        <p:tav tm="0">
                                          <p:val>
                                            <p:strVal val="1+#ppt_w/2"/>
                                          </p:val>
                                        </p:tav>
                                        <p:tav tm="100000">
                                          <p:val>
                                            <p:strVal val="#ppt_x"/>
                                          </p:val>
                                        </p:tav>
                                      </p:tavLst>
                                    </p:anim>
                                    <p:anim calcmode="lin" valueType="num">
                                      <p:cBhvr additive="base">
                                        <p:cTn id="97" dur="500" fill="hold"/>
                                        <p:tgtEl>
                                          <p:spTgt spid="66"/>
                                        </p:tgtEl>
                                        <p:attrNameLst>
                                          <p:attrName>ppt_y</p:attrName>
                                        </p:attrNameLst>
                                      </p:cBhvr>
                                      <p:tavLst>
                                        <p:tav tm="0">
                                          <p:val>
                                            <p:strVal val="#ppt_y"/>
                                          </p:val>
                                        </p:tav>
                                        <p:tav tm="100000">
                                          <p:val>
                                            <p:strVal val="#ppt_y"/>
                                          </p:val>
                                        </p:tav>
                                      </p:tavLst>
                                    </p:anim>
                                  </p:childTnLst>
                                </p:cTn>
                              </p:par>
                              <p:par>
                                <p:cTn id="98" presetID="2" presetClass="entr" presetSubtype="2" fill="hold" grpId="0" nodeType="withEffect">
                                  <p:stCondLst>
                                    <p:cond delay="1000"/>
                                  </p:stCondLst>
                                  <p:childTnLst>
                                    <p:set>
                                      <p:cBhvr>
                                        <p:cTn id="99" dur="1" fill="hold">
                                          <p:stCondLst>
                                            <p:cond delay="0"/>
                                          </p:stCondLst>
                                        </p:cTn>
                                        <p:tgtEl>
                                          <p:spTgt spid="68"/>
                                        </p:tgtEl>
                                        <p:attrNameLst>
                                          <p:attrName>style.visibility</p:attrName>
                                        </p:attrNameLst>
                                      </p:cBhvr>
                                      <p:to>
                                        <p:strVal val="visible"/>
                                      </p:to>
                                    </p:set>
                                    <p:anim calcmode="lin" valueType="num">
                                      <p:cBhvr additive="base">
                                        <p:cTn id="100" dur="500" fill="hold"/>
                                        <p:tgtEl>
                                          <p:spTgt spid="68"/>
                                        </p:tgtEl>
                                        <p:attrNameLst>
                                          <p:attrName>ppt_x</p:attrName>
                                        </p:attrNameLst>
                                      </p:cBhvr>
                                      <p:tavLst>
                                        <p:tav tm="0">
                                          <p:val>
                                            <p:strVal val="1+#ppt_w/2"/>
                                          </p:val>
                                        </p:tav>
                                        <p:tav tm="100000">
                                          <p:val>
                                            <p:strVal val="#ppt_x"/>
                                          </p:val>
                                        </p:tav>
                                      </p:tavLst>
                                    </p:anim>
                                    <p:anim calcmode="lin" valueType="num">
                                      <p:cBhvr additive="base">
                                        <p:cTn id="101" dur="500" fill="hold"/>
                                        <p:tgtEl>
                                          <p:spTgt spid="68"/>
                                        </p:tgtEl>
                                        <p:attrNameLst>
                                          <p:attrName>ppt_y</p:attrName>
                                        </p:attrNameLst>
                                      </p:cBhvr>
                                      <p:tavLst>
                                        <p:tav tm="0">
                                          <p:val>
                                            <p:strVal val="#ppt_y"/>
                                          </p:val>
                                        </p:tav>
                                        <p:tav tm="100000">
                                          <p:val>
                                            <p:strVal val="#ppt_y"/>
                                          </p:val>
                                        </p:tav>
                                      </p:tavLst>
                                    </p:anim>
                                  </p:childTnLst>
                                </p:cTn>
                              </p:par>
                            </p:childTnLst>
                          </p:cTn>
                        </p:par>
                        <p:par>
                          <p:cTn id="102" fill="hold">
                            <p:stCondLst>
                              <p:cond delay="4700"/>
                            </p:stCondLst>
                            <p:childTnLst>
                              <p:par>
                                <p:cTn id="103" presetID="10" presetClass="entr" presetSubtype="0" fill="hold" grpId="0" nodeType="afterEffect">
                                  <p:stCondLst>
                                    <p:cond delay="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2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53" grpId="0" animBg="1"/>
      <p:bldP spid="31" grpId="0"/>
      <p:bldP spid="47" grpId="0" animBg="1"/>
      <p:bldP spid="57" grpId="0" animBg="1"/>
      <p:bldP spid="30" grpId="0" animBg="1"/>
      <p:bldP spid="32" grpId="0"/>
      <p:bldP spid="48" grpId="0" animBg="1"/>
      <p:bldP spid="60" grpId="0"/>
      <p:bldP spid="61" grpId="0"/>
      <p:bldP spid="62" grpId="0"/>
      <p:bldP spid="63" grpId="0"/>
      <p:bldP spid="65" grpId="0"/>
      <p:bldP spid="66" grpId="0"/>
      <p:bldP spid="6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组合 81"/>
          <p:cNvGrpSpPr/>
          <p:nvPr/>
        </p:nvGrpSpPr>
        <p:grpSpPr>
          <a:xfrm rot="13500000" flipH="1">
            <a:off x="3664870" y="1927840"/>
            <a:ext cx="3139161" cy="3139765"/>
            <a:chOff x="661303" y="454074"/>
            <a:chExt cx="2476499" cy="2479675"/>
          </a:xfrm>
          <a:effectLst>
            <a:outerShdw blurRad="50800" dist="38100" dir="5400000" algn="t" rotWithShape="0">
              <a:prstClr val="black">
                <a:alpha val="40000"/>
              </a:prstClr>
            </a:outerShdw>
          </a:effectLst>
        </p:grpSpPr>
        <p:sp>
          <p:nvSpPr>
            <p:cNvPr id="83"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84" name="Freeform 72"/>
            <p:cNvSpPr>
              <a:spLocks/>
            </p:cNvSpPr>
            <p:nvPr/>
          </p:nvSpPr>
          <p:spPr bwMode="auto">
            <a:xfrm>
              <a:off x="701766" y="495574"/>
              <a:ext cx="2362200" cy="2365374"/>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chemeClr val="tx1"/>
            </a:solidFill>
            <a:ln w="25400">
              <a:gradFill flip="none" rotWithShape="1">
                <a:gsLst>
                  <a:gs pos="0">
                    <a:schemeClr val="bg1">
                      <a:lumMod val="65000"/>
                    </a:schemeClr>
                  </a:gs>
                  <a:gs pos="100000">
                    <a:schemeClr val="bg1"/>
                  </a:gs>
                </a:gsLst>
                <a:lin ang="8100000" scaled="0"/>
                <a:tileRect/>
              </a:gradFill>
              <a:round/>
              <a:headEnd/>
              <a:tailEnd/>
            </a:ln>
            <a:effectLst>
              <a:innerShdw blurRad="101600" dist="50800" dir="189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cxnSp>
        <p:nvCxnSpPr>
          <p:cNvPr id="7" name="直接连接符 6"/>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椭圆 102"/>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TextBox 93"/>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资金缺口</a:t>
            </a:r>
          </a:p>
        </p:txBody>
      </p:sp>
      <p:cxnSp>
        <p:nvCxnSpPr>
          <p:cNvPr id="14" name="直接连接符 13"/>
          <p:cNvCxnSpPr/>
          <p:nvPr/>
        </p:nvCxnSpPr>
        <p:spPr>
          <a:xfrm>
            <a:off x="3087937" y="387097"/>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920185" y="8975023"/>
            <a:ext cx="877163" cy="369332"/>
          </a:xfrm>
          <a:prstGeom prst="rect">
            <a:avLst/>
          </a:prstGeom>
          <a:noFill/>
        </p:spPr>
        <p:txBody>
          <a:bodyPr wrap="none" rtlCol="0">
            <a:spAutoFit/>
          </a:bodyPr>
          <a:lstStyle/>
          <a:p>
            <a:r>
              <a:rPr lang="zh-CN" altLang="en-US" dirty="0"/>
              <a:t>延时符</a:t>
            </a:r>
          </a:p>
        </p:txBody>
      </p:sp>
      <p:sp>
        <p:nvSpPr>
          <p:cNvPr id="47" name="矩形 46"/>
          <p:cNvSpPr/>
          <p:nvPr/>
        </p:nvSpPr>
        <p:spPr>
          <a:xfrm>
            <a:off x="353" y="6960309"/>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8" name="组合 47"/>
          <p:cNvGrpSpPr/>
          <p:nvPr/>
        </p:nvGrpSpPr>
        <p:grpSpPr>
          <a:xfrm rot="2700000" flipH="1">
            <a:off x="7043916" y="3450397"/>
            <a:ext cx="2249466" cy="2371721"/>
            <a:chOff x="661303" y="454074"/>
            <a:chExt cx="2476499" cy="2479675"/>
          </a:xfrm>
          <a:effectLst>
            <a:outerShdw blurRad="50800" dist="38100" dir="5400000" algn="t" rotWithShape="0">
              <a:prstClr val="black">
                <a:alpha val="40000"/>
              </a:prstClr>
            </a:outerShdw>
          </a:effectLst>
        </p:grpSpPr>
        <p:sp>
          <p:nvSpPr>
            <p:cNvPr id="49"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128580" tIns="64290" rIns="128580" bIns="64290" numCol="1" anchor="t" anchorCtr="0" compatLnSpc="1">
              <a:prstTxWarp prst="textNoShape">
                <a:avLst/>
              </a:prstTxWarp>
            </a:bodyPr>
            <a:lstStyle/>
            <a:p>
              <a:endParaRPr lang="zh-CN" altLang="en-US"/>
            </a:p>
          </p:txBody>
        </p:sp>
        <p:sp>
          <p:nvSpPr>
            <p:cNvPr id="67" name="Freeform 72"/>
            <p:cNvSpPr>
              <a:spLocks/>
            </p:cNvSpPr>
            <p:nvPr/>
          </p:nvSpPr>
          <p:spPr bwMode="auto">
            <a:xfrm>
              <a:off x="742770" y="536624"/>
              <a:ext cx="2362200" cy="2365374"/>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rgbClr val="C00000"/>
            </a:solidFill>
            <a:ln w="25400">
              <a:gradFill flip="none" rotWithShape="1">
                <a:gsLst>
                  <a:gs pos="0">
                    <a:schemeClr val="bg1">
                      <a:lumMod val="65000"/>
                    </a:schemeClr>
                  </a:gs>
                  <a:gs pos="100000">
                    <a:schemeClr val="bg1"/>
                  </a:gs>
                </a:gsLst>
                <a:lin ang="8100000" scaled="0"/>
                <a:tileRect/>
              </a:gradFill>
              <a:round/>
              <a:headEnd/>
              <a:tailEnd/>
            </a:ln>
            <a:effectLst>
              <a:innerShdw blurRad="101600" dist="50800" dir="189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p>
          </p:txBody>
        </p:sp>
      </p:grpSp>
      <p:grpSp>
        <p:nvGrpSpPr>
          <p:cNvPr id="68" name="组合 67"/>
          <p:cNvGrpSpPr/>
          <p:nvPr/>
        </p:nvGrpSpPr>
        <p:grpSpPr>
          <a:xfrm>
            <a:off x="8669730" y="3433905"/>
            <a:ext cx="761033" cy="760045"/>
            <a:chOff x="2097688" y="3956966"/>
            <a:chExt cx="2446337" cy="2443163"/>
          </a:xfrm>
        </p:grpSpPr>
        <p:sp>
          <p:nvSpPr>
            <p:cNvPr id="69"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p>
          </p:txBody>
        </p:sp>
        <p:sp>
          <p:nvSpPr>
            <p:cNvPr id="70" name="Oval 62"/>
            <p:cNvSpPr>
              <a:spLocks noChangeArrowheads="1"/>
            </p:cNvSpPr>
            <p:nvPr/>
          </p:nvSpPr>
          <p:spPr bwMode="auto">
            <a:xfrm>
              <a:off x="2184213" y="4033557"/>
              <a:ext cx="2284413" cy="2284413"/>
            </a:xfrm>
            <a:prstGeom prst="ellipse">
              <a:avLst/>
            </a:prstGeom>
            <a:solidFill>
              <a:schemeClr val="bg1">
                <a:lumMod val="65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p>
          </p:txBody>
        </p:sp>
      </p:grpSp>
      <p:grpSp>
        <p:nvGrpSpPr>
          <p:cNvPr id="71" name="组合 70"/>
          <p:cNvGrpSpPr/>
          <p:nvPr/>
        </p:nvGrpSpPr>
        <p:grpSpPr>
          <a:xfrm>
            <a:off x="3769378" y="2053073"/>
            <a:ext cx="925949" cy="924747"/>
            <a:chOff x="2097688" y="3956966"/>
            <a:chExt cx="2446337" cy="2443163"/>
          </a:xfrm>
        </p:grpSpPr>
        <p:sp>
          <p:nvSpPr>
            <p:cNvPr id="72" name="Oval 52"/>
            <p:cNvSpPr>
              <a:spLocks noChangeArrowheads="1"/>
            </p:cNvSpPr>
            <p:nvPr/>
          </p:nvSpPr>
          <p:spPr bwMode="auto">
            <a:xfrm>
              <a:off x="2097688" y="3956966"/>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128580" tIns="64290" rIns="128580" bIns="64290" numCol="1" anchor="t" anchorCtr="0" compatLnSpc="1">
              <a:prstTxWarp prst="textNoShape">
                <a:avLst/>
              </a:prstTxWarp>
            </a:bodyPr>
            <a:lstStyle/>
            <a:p>
              <a:endParaRPr lang="zh-CN" altLang="en-US"/>
            </a:p>
          </p:txBody>
        </p:sp>
        <p:sp>
          <p:nvSpPr>
            <p:cNvPr id="73" name="Oval 62"/>
            <p:cNvSpPr>
              <a:spLocks noChangeArrowheads="1"/>
            </p:cNvSpPr>
            <p:nvPr/>
          </p:nvSpPr>
          <p:spPr bwMode="auto">
            <a:xfrm>
              <a:off x="2184213" y="4033557"/>
              <a:ext cx="2284413" cy="2284413"/>
            </a:xfrm>
            <a:prstGeom prst="ellipse">
              <a:avLst/>
            </a:prstGeom>
            <a:solidFill>
              <a:schemeClr val="bg1">
                <a:lumMod val="50000"/>
              </a:schemeClr>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128580" tIns="64290" rIns="128580" bIns="64290" numCol="1" anchor="t" anchorCtr="0" compatLnSpc="1">
              <a:prstTxWarp prst="textNoShape">
                <a:avLst/>
              </a:prstTxWarp>
            </a:bodyPr>
            <a:lstStyle/>
            <a:p>
              <a:endParaRPr lang="zh-CN" altLang="en-US"/>
            </a:p>
          </p:txBody>
        </p:sp>
      </p:grpSp>
      <p:sp>
        <p:nvSpPr>
          <p:cNvPr id="74" name="TextBox 73"/>
          <p:cNvSpPr txBox="1"/>
          <p:nvPr/>
        </p:nvSpPr>
        <p:spPr>
          <a:xfrm>
            <a:off x="1282671" y="2738006"/>
            <a:ext cx="2025114" cy="1947328"/>
          </a:xfrm>
          <a:prstGeom prst="rect">
            <a:avLst/>
          </a:prstGeom>
          <a:noFill/>
        </p:spPr>
        <p:txBody>
          <a:bodyPr wrap="square" lIns="0" tIns="0" rIns="0" bIns="0" rtlCol="0">
            <a:spAutoFit/>
          </a:bodyPr>
          <a:lstStyle>
            <a:defPPr>
              <a:defRPr lang="zh-CN"/>
            </a:defPPr>
            <a:lvl1pPr algn="just">
              <a:lnSpc>
                <a:spcPct val="150000"/>
              </a:lnSpc>
              <a:defRPr sz="1000">
                <a:solidFill>
                  <a:schemeClr val="tx1">
                    <a:lumMod val="65000"/>
                    <a:lumOff val="35000"/>
                  </a:schemeClr>
                </a:solidFill>
                <a:latin typeface="微软雅黑" pitchFamily="34" charset="-122"/>
                <a:ea typeface="微软雅黑" pitchFamily="34" charset="-122"/>
              </a:defRPr>
            </a:lvl1pPr>
          </a:lstStyle>
          <a:p>
            <a:r>
              <a:rPr lang="zh-CN" altLang="en-US" sz="1687" dirty="0">
                <a:solidFill>
                  <a:schemeClr val="tx1"/>
                </a:solidFill>
              </a:rPr>
              <a:t>点击输入简要文字内容，文字内容需概括精炼，不用多余的文字修饰，言简意赅的说明分项内容。</a:t>
            </a:r>
            <a:endParaRPr lang="en-US" altLang="zh-CN" sz="1687" dirty="0">
              <a:solidFill>
                <a:schemeClr val="tx1"/>
              </a:solidFill>
            </a:endParaRPr>
          </a:p>
        </p:txBody>
      </p:sp>
      <p:sp>
        <p:nvSpPr>
          <p:cNvPr id="75" name="TextBox 74"/>
          <p:cNvSpPr txBox="1"/>
          <p:nvPr/>
        </p:nvSpPr>
        <p:spPr>
          <a:xfrm>
            <a:off x="9686894" y="4024309"/>
            <a:ext cx="2010186" cy="1557862"/>
          </a:xfrm>
          <a:prstGeom prst="rect">
            <a:avLst/>
          </a:prstGeom>
          <a:noFill/>
        </p:spPr>
        <p:txBody>
          <a:bodyPr wrap="square" lIns="0" tIns="0" rIns="0" bIns="0" rtlCol="0">
            <a:spAutoFit/>
          </a:bodyPr>
          <a:lstStyle>
            <a:defPPr>
              <a:defRPr lang="zh-CN"/>
            </a:defPPr>
            <a:lvl1pPr algn="just">
              <a:lnSpc>
                <a:spcPct val="150000"/>
              </a:lnSpc>
              <a:defRPr sz="1000">
                <a:solidFill>
                  <a:schemeClr val="tx1">
                    <a:lumMod val="65000"/>
                    <a:lumOff val="35000"/>
                  </a:schemeClr>
                </a:solidFill>
                <a:latin typeface="微软雅黑" pitchFamily="34" charset="-122"/>
                <a:ea typeface="微软雅黑" pitchFamily="34" charset="-122"/>
              </a:defRPr>
            </a:lvl1pPr>
          </a:lstStyle>
          <a:p>
            <a:r>
              <a:rPr lang="zh-CN" altLang="en-US" sz="1687" dirty="0">
                <a:solidFill>
                  <a:schemeClr val="tx1"/>
                </a:solidFill>
              </a:rPr>
              <a:t>点击输入简要文字内容，文字内容需概括精炼，不用多余的文字修饰。</a:t>
            </a:r>
            <a:endParaRPr lang="en-US" altLang="zh-CN" sz="1687" dirty="0">
              <a:solidFill>
                <a:schemeClr val="tx1"/>
              </a:solidFill>
            </a:endParaRPr>
          </a:p>
        </p:txBody>
      </p:sp>
      <p:sp>
        <p:nvSpPr>
          <p:cNvPr id="76" name="TextBox 75"/>
          <p:cNvSpPr txBox="1"/>
          <p:nvPr/>
        </p:nvSpPr>
        <p:spPr>
          <a:xfrm>
            <a:off x="4675377" y="2631100"/>
            <a:ext cx="1213794" cy="525080"/>
          </a:xfrm>
          <a:prstGeom prst="rect">
            <a:avLst/>
          </a:prstGeom>
          <a:noFill/>
        </p:spPr>
        <p:txBody>
          <a:bodyPr wrap="none">
            <a:spAutoFit/>
          </a:bodyPr>
          <a:lstStyle/>
          <a:p>
            <a:pPr algn="ctr" fontAlgn="auto">
              <a:spcBef>
                <a:spcPts val="0"/>
              </a:spcBef>
              <a:spcAft>
                <a:spcPts val="0"/>
              </a:spcAft>
              <a:defRPr/>
            </a:pPr>
            <a:r>
              <a:rPr lang="en-US" altLang="zh-CN" sz="2812" b="1" dirty="0">
                <a:solidFill>
                  <a:schemeClr val="bg1"/>
                </a:solidFill>
                <a:latin typeface="微软雅黑" pitchFamily="34" charset="-122"/>
                <a:ea typeface="微软雅黑" pitchFamily="34" charset="-122"/>
              </a:rPr>
              <a:t>800</a:t>
            </a:r>
            <a:r>
              <a:rPr lang="zh-CN" altLang="en-US" sz="2812" b="1" dirty="0">
                <a:solidFill>
                  <a:schemeClr val="bg1"/>
                </a:solidFill>
                <a:latin typeface="微软雅黑" pitchFamily="34" charset="-122"/>
                <a:ea typeface="微软雅黑" pitchFamily="34" charset="-122"/>
              </a:rPr>
              <a:t>万</a:t>
            </a:r>
          </a:p>
        </p:txBody>
      </p:sp>
      <p:sp>
        <p:nvSpPr>
          <p:cNvPr id="77" name="TextBox 76"/>
          <p:cNvSpPr txBox="1"/>
          <p:nvPr/>
        </p:nvSpPr>
        <p:spPr>
          <a:xfrm>
            <a:off x="4219086" y="3424514"/>
            <a:ext cx="2308922" cy="769441"/>
          </a:xfrm>
          <a:prstGeom prst="rect">
            <a:avLst/>
          </a:prstGeom>
          <a:noFill/>
        </p:spPr>
        <p:txBody>
          <a:bodyPr wrap="square" lIns="0" tIns="0" rIns="0" bIns="0" rtlCol="0">
            <a:spAutoFit/>
          </a:bodyPr>
          <a:lstStyle/>
          <a:p>
            <a:pPr algn="just">
              <a:lnSpc>
                <a:spcPts val="1969"/>
              </a:lnSpc>
            </a:pPr>
            <a:r>
              <a:rPr lang="zh-CN" altLang="en-US" sz="1406" dirty="0">
                <a:solidFill>
                  <a:schemeClr val="bg1"/>
                </a:solidFill>
                <a:latin typeface="微软雅黑" pitchFamily="34" charset="-122"/>
                <a:ea typeface="微软雅黑" pitchFamily="34" charset="-122"/>
              </a:rPr>
              <a:t>点击输入简要文字内容，文字内容需概括精炼，不用多余的文字修饰</a:t>
            </a:r>
            <a:r>
              <a:rPr lang="en-US" altLang="zh-CN" sz="1406" dirty="0">
                <a:solidFill>
                  <a:schemeClr val="bg1"/>
                </a:solidFill>
                <a:latin typeface="微软雅黑 Light" pitchFamily="34" charset="-122"/>
                <a:ea typeface="微软雅黑 Light" pitchFamily="34" charset="-122"/>
              </a:rPr>
              <a:t>……</a:t>
            </a:r>
          </a:p>
        </p:txBody>
      </p:sp>
      <p:sp>
        <p:nvSpPr>
          <p:cNvPr id="78" name="TextBox 77"/>
          <p:cNvSpPr txBox="1"/>
          <p:nvPr/>
        </p:nvSpPr>
        <p:spPr>
          <a:xfrm>
            <a:off x="7629917" y="3949928"/>
            <a:ext cx="1007006" cy="438582"/>
          </a:xfrm>
          <a:prstGeom prst="rect">
            <a:avLst/>
          </a:prstGeom>
          <a:noFill/>
        </p:spPr>
        <p:txBody>
          <a:bodyPr wrap="none">
            <a:spAutoFit/>
          </a:bodyPr>
          <a:lstStyle/>
          <a:p>
            <a:pPr algn="ctr" fontAlgn="auto">
              <a:spcBef>
                <a:spcPts val="0"/>
              </a:spcBef>
              <a:spcAft>
                <a:spcPts val="0"/>
              </a:spcAft>
              <a:defRPr/>
            </a:pPr>
            <a:r>
              <a:rPr lang="en-US" altLang="zh-CN" sz="2250" b="1" dirty="0">
                <a:solidFill>
                  <a:schemeClr val="bg1"/>
                </a:solidFill>
                <a:latin typeface="微软雅黑" pitchFamily="34" charset="-122"/>
                <a:ea typeface="微软雅黑" pitchFamily="34" charset="-122"/>
              </a:rPr>
              <a:t>400</a:t>
            </a:r>
            <a:r>
              <a:rPr lang="zh-CN" altLang="en-US" sz="2250" b="1" dirty="0">
                <a:solidFill>
                  <a:schemeClr val="bg1"/>
                </a:solidFill>
                <a:latin typeface="微软雅黑" pitchFamily="34" charset="-122"/>
                <a:ea typeface="微软雅黑" pitchFamily="34" charset="-122"/>
              </a:rPr>
              <a:t>万</a:t>
            </a:r>
          </a:p>
        </p:txBody>
      </p:sp>
      <p:sp>
        <p:nvSpPr>
          <p:cNvPr id="79" name="TextBox 78"/>
          <p:cNvSpPr txBox="1"/>
          <p:nvPr/>
        </p:nvSpPr>
        <p:spPr>
          <a:xfrm>
            <a:off x="7373999" y="4527540"/>
            <a:ext cx="1705360" cy="649024"/>
          </a:xfrm>
          <a:prstGeom prst="rect">
            <a:avLst/>
          </a:prstGeom>
          <a:noFill/>
        </p:spPr>
        <p:txBody>
          <a:bodyPr wrap="square" lIns="0" tIns="0" rIns="0" bIns="0" rtlCol="0">
            <a:spAutoFit/>
          </a:bodyPr>
          <a:lstStyle>
            <a:defPPr>
              <a:defRPr lang="zh-CN"/>
            </a:defPPr>
            <a:lvl1pPr algn="just">
              <a:lnSpc>
                <a:spcPct val="150000"/>
              </a:lnSpc>
              <a:defRPr sz="1000">
                <a:solidFill>
                  <a:schemeClr val="bg1"/>
                </a:solidFill>
                <a:latin typeface="微软雅黑" pitchFamily="34" charset="-122"/>
                <a:ea typeface="微软雅黑" pitchFamily="34" charset="-122"/>
              </a:defRPr>
            </a:lvl1pPr>
          </a:lstStyle>
          <a:p>
            <a:pPr>
              <a:lnSpc>
                <a:spcPct val="100000"/>
              </a:lnSpc>
            </a:pPr>
            <a:r>
              <a:rPr lang="zh-CN" altLang="en-US" sz="1406" dirty="0"/>
              <a:t>点击输入简要文字内容，文字内容需概括精炼</a:t>
            </a:r>
            <a:r>
              <a:rPr lang="en-US" altLang="zh-CN" sz="1406" dirty="0"/>
              <a:t>……</a:t>
            </a:r>
          </a:p>
        </p:txBody>
      </p:sp>
      <p:sp>
        <p:nvSpPr>
          <p:cNvPr id="80" name="椭圆 79"/>
          <p:cNvSpPr/>
          <p:nvPr/>
        </p:nvSpPr>
        <p:spPr>
          <a:xfrm>
            <a:off x="3827329" y="2110423"/>
            <a:ext cx="810046" cy="81004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687" dirty="0">
                <a:solidFill>
                  <a:schemeClr val="bg1"/>
                </a:solidFill>
                <a:latin typeface="微软雅黑" pitchFamily="34" charset="-122"/>
                <a:ea typeface="微软雅黑" pitchFamily="34" charset="-122"/>
              </a:rPr>
              <a:t>所需资金</a:t>
            </a:r>
          </a:p>
        </p:txBody>
      </p:sp>
      <p:sp>
        <p:nvSpPr>
          <p:cNvPr id="81" name="椭圆 80"/>
          <p:cNvSpPr/>
          <p:nvPr/>
        </p:nvSpPr>
        <p:spPr>
          <a:xfrm>
            <a:off x="8723076" y="3498097"/>
            <a:ext cx="654340" cy="65434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zh-CN" altLang="en-US" sz="1406" dirty="0">
                <a:solidFill>
                  <a:schemeClr val="bg1"/>
                </a:solidFill>
                <a:latin typeface="微软雅黑" pitchFamily="34" charset="-122"/>
                <a:ea typeface="微软雅黑" pitchFamily="34" charset="-122"/>
              </a:rPr>
              <a:t>已有资金</a:t>
            </a:r>
          </a:p>
        </p:txBody>
      </p:sp>
    </p:spTree>
    <p:custDataLst>
      <p:tags r:id="rId1"/>
    </p:custDataLst>
    <p:extLst>
      <p:ext uri="{BB962C8B-B14F-4D97-AF65-F5344CB8AC3E}">
        <p14:creationId xmlns:p14="http://schemas.microsoft.com/office/powerpoint/2010/main" val="1623087464"/>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300"/>
                                        <p:tgtEl>
                                          <p:spTgt spid="7"/>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down)">
                                      <p:cBhvr>
                                        <p:cTn id="11" dur="300"/>
                                        <p:tgtEl>
                                          <p:spTgt spid="103"/>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94"/>
                                        </p:tgtEl>
                                        <p:attrNameLst>
                                          <p:attrName>style.visibility</p:attrName>
                                        </p:attrNameLst>
                                      </p:cBhvr>
                                      <p:to>
                                        <p:strVal val="visible"/>
                                      </p:to>
                                    </p:set>
                                    <p:anim calcmode="lin" valueType="num">
                                      <p:cBhvr additive="base">
                                        <p:cTn id="15" dur="500"/>
                                        <p:tgtEl>
                                          <p:spTgt spid="94"/>
                                        </p:tgtEl>
                                        <p:attrNameLst>
                                          <p:attrName>ppt_x</p:attrName>
                                        </p:attrNameLst>
                                      </p:cBhvr>
                                      <p:tavLst>
                                        <p:tav tm="0">
                                          <p:val>
                                            <p:strVal val="#ppt_x-#ppt_w*1.125000"/>
                                          </p:val>
                                        </p:tav>
                                        <p:tav tm="100000">
                                          <p:val>
                                            <p:strVal val="#ppt_x"/>
                                          </p:val>
                                        </p:tav>
                                      </p:tavLst>
                                    </p:anim>
                                    <p:animEffect transition="in" filter="wipe(right)">
                                      <p:cBhvr>
                                        <p:cTn id="16" dur="500"/>
                                        <p:tgtEl>
                                          <p:spTgt spid="94"/>
                                        </p:tgtEl>
                                      </p:cBhvr>
                                    </p:animEffect>
                                  </p:childTnLst>
                                </p:cTn>
                              </p:par>
                              <p:par>
                                <p:cTn id="17" presetID="12" presetClass="entr" presetSubtype="8"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right)">
                                      <p:cBhvr>
                                        <p:cTn id="20" dur="500"/>
                                        <p:tgtEl>
                                          <p:spTgt spid="14"/>
                                        </p:tgtEl>
                                      </p:cBhvr>
                                    </p:animEffect>
                                  </p:childTnLst>
                                </p:cTn>
                              </p:par>
                            </p:childTnLst>
                          </p:cTn>
                        </p:par>
                        <p:par>
                          <p:cTn id="21" fill="hold">
                            <p:stCondLst>
                              <p:cond delay="1100"/>
                            </p:stCondLst>
                            <p:childTnLst>
                              <p:par>
                                <p:cTn id="22" presetID="2" presetClass="entr" presetSubtype="2" fill="hold" nodeType="afterEffect">
                                  <p:stCondLst>
                                    <p:cond delay="0"/>
                                  </p:stCondLst>
                                  <p:childTnLst>
                                    <p:set>
                                      <p:cBhvr>
                                        <p:cTn id="23" dur="1" fill="hold">
                                          <p:stCondLst>
                                            <p:cond delay="0"/>
                                          </p:stCondLst>
                                        </p:cTn>
                                        <p:tgtEl>
                                          <p:spTgt spid="48"/>
                                        </p:tgtEl>
                                        <p:attrNameLst>
                                          <p:attrName>style.visibility</p:attrName>
                                        </p:attrNameLst>
                                      </p:cBhvr>
                                      <p:to>
                                        <p:strVal val="visible"/>
                                      </p:to>
                                    </p:set>
                                    <p:anim calcmode="lin" valueType="num">
                                      <p:cBhvr additive="base">
                                        <p:cTn id="24" dur="500" fill="hold"/>
                                        <p:tgtEl>
                                          <p:spTgt spid="48"/>
                                        </p:tgtEl>
                                        <p:attrNameLst>
                                          <p:attrName>ppt_x</p:attrName>
                                        </p:attrNameLst>
                                      </p:cBhvr>
                                      <p:tavLst>
                                        <p:tav tm="0">
                                          <p:val>
                                            <p:strVal val="1+#ppt_w/2"/>
                                          </p:val>
                                        </p:tav>
                                        <p:tav tm="100000">
                                          <p:val>
                                            <p:strVal val="#ppt_x"/>
                                          </p:val>
                                        </p:tav>
                                      </p:tavLst>
                                    </p:anim>
                                    <p:anim calcmode="lin" valueType="num">
                                      <p:cBhvr additive="base">
                                        <p:cTn id="25" dur="500" fill="hold"/>
                                        <p:tgtEl>
                                          <p:spTgt spid="48"/>
                                        </p:tgtEl>
                                        <p:attrNameLst>
                                          <p:attrName>ppt_y</p:attrName>
                                        </p:attrNameLst>
                                      </p:cBhvr>
                                      <p:tavLst>
                                        <p:tav tm="0">
                                          <p:val>
                                            <p:strVal val="#ppt_y"/>
                                          </p:val>
                                        </p:tav>
                                        <p:tav tm="100000">
                                          <p:val>
                                            <p:strVal val="#ppt_y"/>
                                          </p:val>
                                        </p:tav>
                                      </p:tavLst>
                                    </p:anim>
                                  </p:childTnLst>
                                </p:cTn>
                              </p:par>
                            </p:childTnLst>
                          </p:cTn>
                        </p:par>
                        <p:par>
                          <p:cTn id="26" fill="hold">
                            <p:stCondLst>
                              <p:cond delay="1600"/>
                            </p:stCondLst>
                            <p:childTnLst>
                              <p:par>
                                <p:cTn id="27" presetID="2" presetClass="entr" presetSubtype="8" fill="hold" nodeType="afterEffect">
                                  <p:stCondLst>
                                    <p:cond delay="0"/>
                                  </p:stCondLst>
                                  <p:childTnLst>
                                    <p:set>
                                      <p:cBhvr>
                                        <p:cTn id="28" dur="1" fill="hold">
                                          <p:stCondLst>
                                            <p:cond delay="0"/>
                                          </p:stCondLst>
                                        </p:cTn>
                                        <p:tgtEl>
                                          <p:spTgt spid="82"/>
                                        </p:tgtEl>
                                        <p:attrNameLst>
                                          <p:attrName>style.visibility</p:attrName>
                                        </p:attrNameLst>
                                      </p:cBhvr>
                                      <p:to>
                                        <p:strVal val="visible"/>
                                      </p:to>
                                    </p:set>
                                    <p:anim calcmode="lin" valueType="num">
                                      <p:cBhvr additive="base">
                                        <p:cTn id="29" dur="500" fill="hold"/>
                                        <p:tgtEl>
                                          <p:spTgt spid="82"/>
                                        </p:tgtEl>
                                        <p:attrNameLst>
                                          <p:attrName>ppt_x</p:attrName>
                                        </p:attrNameLst>
                                      </p:cBhvr>
                                      <p:tavLst>
                                        <p:tav tm="0">
                                          <p:val>
                                            <p:strVal val="0-#ppt_w/2"/>
                                          </p:val>
                                        </p:tav>
                                        <p:tav tm="100000">
                                          <p:val>
                                            <p:strVal val="#ppt_x"/>
                                          </p:val>
                                        </p:tav>
                                      </p:tavLst>
                                    </p:anim>
                                    <p:anim calcmode="lin" valueType="num">
                                      <p:cBhvr additive="base">
                                        <p:cTn id="30" dur="500" fill="hold"/>
                                        <p:tgtEl>
                                          <p:spTgt spid="82"/>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10" presetClass="entr" presetSubtype="0" fill="hold" nodeType="afterEffect">
                                  <p:stCondLst>
                                    <p:cond delay="0"/>
                                  </p:stCondLst>
                                  <p:childTnLst>
                                    <p:set>
                                      <p:cBhvr>
                                        <p:cTn id="33" dur="1" fill="hold">
                                          <p:stCondLst>
                                            <p:cond delay="0"/>
                                          </p:stCondLst>
                                        </p:cTn>
                                        <p:tgtEl>
                                          <p:spTgt spid="68"/>
                                        </p:tgtEl>
                                        <p:attrNameLst>
                                          <p:attrName>style.visibility</p:attrName>
                                        </p:attrNameLst>
                                      </p:cBhvr>
                                      <p:to>
                                        <p:strVal val="visible"/>
                                      </p:to>
                                    </p:set>
                                    <p:animEffect transition="in" filter="fade">
                                      <p:cBhvr>
                                        <p:cTn id="34" dur="500"/>
                                        <p:tgtEl>
                                          <p:spTgt spid="68"/>
                                        </p:tgtEl>
                                      </p:cBhvr>
                                    </p:animEffect>
                                  </p:childTnLst>
                                </p:cTn>
                              </p:par>
                            </p:childTnLst>
                          </p:cTn>
                        </p:par>
                        <p:par>
                          <p:cTn id="35" fill="hold">
                            <p:stCondLst>
                              <p:cond delay="2600"/>
                            </p:stCondLst>
                            <p:childTnLst>
                              <p:par>
                                <p:cTn id="36" presetID="10" presetClass="entr" presetSubtype="0" fill="hold" grpId="0" nodeType="afterEffect">
                                  <p:stCondLst>
                                    <p:cond delay="300"/>
                                  </p:stCondLst>
                                  <p:childTnLst>
                                    <p:set>
                                      <p:cBhvr>
                                        <p:cTn id="37" dur="1" fill="hold">
                                          <p:stCondLst>
                                            <p:cond delay="0"/>
                                          </p:stCondLst>
                                        </p:cTn>
                                        <p:tgtEl>
                                          <p:spTgt spid="80"/>
                                        </p:tgtEl>
                                        <p:attrNameLst>
                                          <p:attrName>style.visibility</p:attrName>
                                        </p:attrNameLst>
                                      </p:cBhvr>
                                      <p:to>
                                        <p:strVal val="visible"/>
                                      </p:to>
                                    </p:set>
                                    <p:animEffect transition="in" filter="fade">
                                      <p:cBhvr>
                                        <p:cTn id="38" dur="500"/>
                                        <p:tgtEl>
                                          <p:spTgt spid="80"/>
                                        </p:tgtEl>
                                      </p:cBhvr>
                                    </p:animEffect>
                                  </p:childTnLst>
                                </p:cTn>
                              </p:par>
                              <p:par>
                                <p:cTn id="39" presetID="10" presetClass="entr" presetSubtype="0" fill="hold" nodeType="withEffect">
                                  <p:stCondLst>
                                    <p:cond delay="0"/>
                                  </p:stCondLst>
                                  <p:childTnLst>
                                    <p:set>
                                      <p:cBhvr>
                                        <p:cTn id="40" dur="1" fill="hold">
                                          <p:stCondLst>
                                            <p:cond delay="0"/>
                                          </p:stCondLst>
                                        </p:cTn>
                                        <p:tgtEl>
                                          <p:spTgt spid="71"/>
                                        </p:tgtEl>
                                        <p:attrNameLst>
                                          <p:attrName>style.visibility</p:attrName>
                                        </p:attrNameLst>
                                      </p:cBhvr>
                                      <p:to>
                                        <p:strVal val="visible"/>
                                      </p:to>
                                    </p:set>
                                    <p:animEffect transition="in" filter="fade">
                                      <p:cBhvr>
                                        <p:cTn id="41" dur="500"/>
                                        <p:tgtEl>
                                          <p:spTgt spid="71"/>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76"/>
                                        </p:tgtEl>
                                        <p:attrNameLst>
                                          <p:attrName>style.visibility</p:attrName>
                                        </p:attrNameLst>
                                      </p:cBhvr>
                                      <p:to>
                                        <p:strVal val="visible"/>
                                      </p:to>
                                    </p:set>
                                    <p:anim calcmode="lin" valueType="num">
                                      <p:cBhvr>
                                        <p:cTn id="44" dur="500" fill="hold"/>
                                        <p:tgtEl>
                                          <p:spTgt spid="76"/>
                                        </p:tgtEl>
                                        <p:attrNameLst>
                                          <p:attrName>ppt_w</p:attrName>
                                        </p:attrNameLst>
                                      </p:cBhvr>
                                      <p:tavLst>
                                        <p:tav tm="0">
                                          <p:val>
                                            <p:fltVal val="0"/>
                                          </p:val>
                                        </p:tav>
                                        <p:tav tm="100000">
                                          <p:val>
                                            <p:strVal val="#ppt_w"/>
                                          </p:val>
                                        </p:tav>
                                      </p:tavLst>
                                    </p:anim>
                                    <p:anim calcmode="lin" valueType="num">
                                      <p:cBhvr>
                                        <p:cTn id="45" dur="500" fill="hold"/>
                                        <p:tgtEl>
                                          <p:spTgt spid="76"/>
                                        </p:tgtEl>
                                        <p:attrNameLst>
                                          <p:attrName>ppt_h</p:attrName>
                                        </p:attrNameLst>
                                      </p:cBhvr>
                                      <p:tavLst>
                                        <p:tav tm="0">
                                          <p:val>
                                            <p:fltVal val="0"/>
                                          </p:val>
                                        </p:tav>
                                        <p:tav tm="100000">
                                          <p:val>
                                            <p:strVal val="#ppt_h"/>
                                          </p:val>
                                        </p:tav>
                                      </p:tavLst>
                                    </p:anim>
                                    <p:animEffect transition="in" filter="fade">
                                      <p:cBhvr>
                                        <p:cTn id="46" dur="500"/>
                                        <p:tgtEl>
                                          <p:spTgt spid="76"/>
                                        </p:tgtEl>
                                      </p:cBhvr>
                                    </p:animEffect>
                                  </p:childTnLst>
                                </p:cTn>
                              </p:par>
                            </p:childTnLst>
                          </p:cTn>
                        </p:par>
                        <p:par>
                          <p:cTn id="47" fill="hold">
                            <p:stCondLst>
                              <p:cond delay="3400"/>
                            </p:stCondLst>
                            <p:childTnLst>
                              <p:par>
                                <p:cTn id="48" presetID="53" presetClass="entr" presetSubtype="16" fill="hold" grpId="0" nodeType="afterEffect">
                                  <p:stCondLst>
                                    <p:cond delay="0"/>
                                  </p:stCondLst>
                                  <p:childTnLst>
                                    <p:set>
                                      <p:cBhvr>
                                        <p:cTn id="49" dur="1" fill="hold">
                                          <p:stCondLst>
                                            <p:cond delay="0"/>
                                          </p:stCondLst>
                                        </p:cTn>
                                        <p:tgtEl>
                                          <p:spTgt spid="77"/>
                                        </p:tgtEl>
                                        <p:attrNameLst>
                                          <p:attrName>style.visibility</p:attrName>
                                        </p:attrNameLst>
                                      </p:cBhvr>
                                      <p:to>
                                        <p:strVal val="visible"/>
                                      </p:to>
                                    </p:set>
                                    <p:anim calcmode="lin" valueType="num">
                                      <p:cBhvr>
                                        <p:cTn id="50" dur="500" fill="hold"/>
                                        <p:tgtEl>
                                          <p:spTgt spid="77"/>
                                        </p:tgtEl>
                                        <p:attrNameLst>
                                          <p:attrName>ppt_w</p:attrName>
                                        </p:attrNameLst>
                                      </p:cBhvr>
                                      <p:tavLst>
                                        <p:tav tm="0">
                                          <p:val>
                                            <p:fltVal val="0"/>
                                          </p:val>
                                        </p:tav>
                                        <p:tav tm="100000">
                                          <p:val>
                                            <p:strVal val="#ppt_w"/>
                                          </p:val>
                                        </p:tav>
                                      </p:tavLst>
                                    </p:anim>
                                    <p:anim calcmode="lin" valueType="num">
                                      <p:cBhvr>
                                        <p:cTn id="51" dur="500" fill="hold"/>
                                        <p:tgtEl>
                                          <p:spTgt spid="77"/>
                                        </p:tgtEl>
                                        <p:attrNameLst>
                                          <p:attrName>ppt_h</p:attrName>
                                        </p:attrNameLst>
                                      </p:cBhvr>
                                      <p:tavLst>
                                        <p:tav tm="0">
                                          <p:val>
                                            <p:fltVal val="0"/>
                                          </p:val>
                                        </p:tav>
                                        <p:tav tm="100000">
                                          <p:val>
                                            <p:strVal val="#ppt_h"/>
                                          </p:val>
                                        </p:tav>
                                      </p:tavLst>
                                    </p:anim>
                                    <p:animEffect transition="in" filter="fade">
                                      <p:cBhvr>
                                        <p:cTn id="52" dur="500"/>
                                        <p:tgtEl>
                                          <p:spTgt spid="7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81"/>
                                        </p:tgtEl>
                                        <p:attrNameLst>
                                          <p:attrName>style.visibility</p:attrName>
                                        </p:attrNameLst>
                                      </p:cBhvr>
                                      <p:to>
                                        <p:strVal val="visible"/>
                                      </p:to>
                                    </p:set>
                                    <p:animEffect transition="in" filter="fade">
                                      <p:cBhvr>
                                        <p:cTn id="55" dur="500"/>
                                        <p:tgtEl>
                                          <p:spTgt spid="81"/>
                                        </p:tgtEl>
                                      </p:cBhvr>
                                    </p:animEffect>
                                  </p:childTnLst>
                                </p:cTn>
                              </p:par>
                            </p:childTnLst>
                          </p:cTn>
                        </p:par>
                        <p:par>
                          <p:cTn id="56" fill="hold">
                            <p:stCondLst>
                              <p:cond delay="3900"/>
                            </p:stCondLst>
                            <p:childTnLst>
                              <p:par>
                                <p:cTn id="57" presetID="53" presetClass="entr" presetSubtype="16" fill="hold" grpId="0"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par>
                          <p:cTn id="62" fill="hold">
                            <p:stCondLst>
                              <p:cond delay="4400"/>
                            </p:stCondLst>
                            <p:childTnLst>
                              <p:par>
                                <p:cTn id="63" presetID="53" presetClass="entr" presetSubtype="16" fill="hold" grpId="0" nodeType="afterEffect">
                                  <p:stCondLst>
                                    <p:cond delay="0"/>
                                  </p:stCondLst>
                                  <p:childTnLst>
                                    <p:set>
                                      <p:cBhvr>
                                        <p:cTn id="64" dur="1" fill="hold">
                                          <p:stCondLst>
                                            <p:cond delay="0"/>
                                          </p:stCondLst>
                                        </p:cTn>
                                        <p:tgtEl>
                                          <p:spTgt spid="79"/>
                                        </p:tgtEl>
                                        <p:attrNameLst>
                                          <p:attrName>style.visibility</p:attrName>
                                        </p:attrNameLst>
                                      </p:cBhvr>
                                      <p:to>
                                        <p:strVal val="visible"/>
                                      </p:to>
                                    </p:set>
                                    <p:anim calcmode="lin" valueType="num">
                                      <p:cBhvr>
                                        <p:cTn id="65" dur="500" fill="hold"/>
                                        <p:tgtEl>
                                          <p:spTgt spid="79"/>
                                        </p:tgtEl>
                                        <p:attrNameLst>
                                          <p:attrName>ppt_w</p:attrName>
                                        </p:attrNameLst>
                                      </p:cBhvr>
                                      <p:tavLst>
                                        <p:tav tm="0">
                                          <p:val>
                                            <p:fltVal val="0"/>
                                          </p:val>
                                        </p:tav>
                                        <p:tav tm="100000">
                                          <p:val>
                                            <p:strVal val="#ppt_w"/>
                                          </p:val>
                                        </p:tav>
                                      </p:tavLst>
                                    </p:anim>
                                    <p:anim calcmode="lin" valueType="num">
                                      <p:cBhvr>
                                        <p:cTn id="66" dur="500" fill="hold"/>
                                        <p:tgtEl>
                                          <p:spTgt spid="79"/>
                                        </p:tgtEl>
                                        <p:attrNameLst>
                                          <p:attrName>ppt_h</p:attrName>
                                        </p:attrNameLst>
                                      </p:cBhvr>
                                      <p:tavLst>
                                        <p:tav tm="0">
                                          <p:val>
                                            <p:fltVal val="0"/>
                                          </p:val>
                                        </p:tav>
                                        <p:tav tm="100000">
                                          <p:val>
                                            <p:strVal val="#ppt_h"/>
                                          </p:val>
                                        </p:tav>
                                      </p:tavLst>
                                    </p:anim>
                                    <p:animEffect transition="in" filter="fade">
                                      <p:cBhvr>
                                        <p:cTn id="67" dur="500"/>
                                        <p:tgtEl>
                                          <p:spTgt spid="79"/>
                                        </p:tgtEl>
                                      </p:cBhvr>
                                    </p:animEffect>
                                  </p:childTnLst>
                                </p:cTn>
                              </p:par>
                            </p:childTnLst>
                          </p:cTn>
                        </p:par>
                        <p:par>
                          <p:cTn id="68" fill="hold">
                            <p:stCondLst>
                              <p:cond delay="4900"/>
                            </p:stCondLst>
                            <p:childTnLst>
                              <p:par>
                                <p:cTn id="69" presetID="22" presetClass="entr" presetSubtype="1" fill="hold" grpId="0" nodeType="afterEffect">
                                  <p:stCondLst>
                                    <p:cond delay="0"/>
                                  </p:stCondLst>
                                  <p:childTnLst>
                                    <p:set>
                                      <p:cBhvr>
                                        <p:cTn id="70" dur="1" fill="hold">
                                          <p:stCondLst>
                                            <p:cond delay="0"/>
                                          </p:stCondLst>
                                        </p:cTn>
                                        <p:tgtEl>
                                          <p:spTgt spid="74"/>
                                        </p:tgtEl>
                                        <p:attrNameLst>
                                          <p:attrName>style.visibility</p:attrName>
                                        </p:attrNameLst>
                                      </p:cBhvr>
                                      <p:to>
                                        <p:strVal val="visible"/>
                                      </p:to>
                                    </p:set>
                                    <p:animEffect transition="in" filter="wipe(up)">
                                      <p:cBhvr>
                                        <p:cTn id="71" dur="500"/>
                                        <p:tgtEl>
                                          <p:spTgt spid="74"/>
                                        </p:tgtEl>
                                      </p:cBhvr>
                                    </p:animEffect>
                                  </p:childTnLst>
                                </p:cTn>
                              </p:par>
                            </p:childTnLst>
                          </p:cTn>
                        </p:par>
                        <p:par>
                          <p:cTn id="72" fill="hold">
                            <p:stCondLst>
                              <p:cond delay="5400"/>
                            </p:stCondLst>
                            <p:childTnLst>
                              <p:par>
                                <p:cTn id="73" presetID="22" presetClass="entr" presetSubtype="1" fill="hold" grpId="0" nodeType="afterEffect">
                                  <p:stCondLst>
                                    <p:cond delay="0"/>
                                  </p:stCondLst>
                                  <p:childTnLst>
                                    <p:set>
                                      <p:cBhvr>
                                        <p:cTn id="74" dur="1" fill="hold">
                                          <p:stCondLst>
                                            <p:cond delay="0"/>
                                          </p:stCondLst>
                                        </p:cTn>
                                        <p:tgtEl>
                                          <p:spTgt spid="75"/>
                                        </p:tgtEl>
                                        <p:attrNameLst>
                                          <p:attrName>style.visibility</p:attrName>
                                        </p:attrNameLst>
                                      </p:cBhvr>
                                      <p:to>
                                        <p:strVal val="visible"/>
                                      </p:to>
                                    </p:set>
                                    <p:animEffect transition="in" filter="wipe(up)">
                                      <p:cBhvr>
                                        <p:cTn id="75" dur="500"/>
                                        <p:tgtEl>
                                          <p:spTgt spid="75"/>
                                        </p:tgtEl>
                                      </p:cBhvr>
                                    </p:animEffect>
                                  </p:childTnLst>
                                </p:cTn>
                              </p:par>
                            </p:childTnLst>
                          </p:cTn>
                        </p:par>
                        <p:par>
                          <p:cTn id="76" fill="hold">
                            <p:stCondLst>
                              <p:cond delay="5900"/>
                            </p:stCondLst>
                            <p:childTnLst>
                              <p:par>
                                <p:cTn id="77" presetID="10" presetClass="entr" presetSubtype="0"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fade">
                                      <p:cBhvr>
                                        <p:cTn id="79"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94" grpId="0"/>
      <p:bldP spid="25" grpId="0"/>
      <p:bldP spid="74" grpId="0"/>
      <p:bldP spid="75" grpId="0"/>
      <p:bldP spid="76" grpId="0"/>
      <p:bldP spid="77" grpId="0"/>
      <p:bldP spid="78" grpId="0"/>
      <p:bldP spid="79" grpId="0"/>
      <p:bldP spid="80" grpId="0"/>
      <p:bldP spid="81"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9" name="直接连接符 18"/>
          <p:cNvCxnSpPr/>
          <p:nvPr/>
        </p:nvCxnSpPr>
        <p:spPr>
          <a:xfrm>
            <a:off x="4795980" y="2361992"/>
            <a:ext cx="1961701" cy="0"/>
          </a:xfrm>
          <a:prstGeom prst="line">
            <a:avLst/>
          </a:prstGeom>
          <a:ln w="6350">
            <a:solidFill>
              <a:schemeClr val="tx1"/>
            </a:solidFill>
            <a:prstDash val="dash"/>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5463504" y="4070889"/>
            <a:ext cx="1294177" cy="0"/>
          </a:xfrm>
          <a:prstGeom prst="line">
            <a:avLst/>
          </a:prstGeom>
          <a:ln w="6350">
            <a:solidFill>
              <a:schemeClr val="tx1"/>
            </a:solidFill>
            <a:prstDash val="dash"/>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4814704" y="5774121"/>
            <a:ext cx="1942978" cy="0"/>
          </a:xfrm>
          <a:prstGeom prst="line">
            <a:avLst/>
          </a:prstGeom>
          <a:ln w="6350">
            <a:solidFill>
              <a:schemeClr val="tx1"/>
            </a:solidFill>
            <a:prstDash val="dash"/>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99185" y="2771232"/>
            <a:ext cx="2747004" cy="2747004"/>
            <a:chOff x="2683251" y="1980687"/>
            <a:chExt cx="1301106" cy="1301106"/>
          </a:xfrm>
          <a:effectLst>
            <a:outerShdw blurRad="254000" dist="254000" dir="8100000" algn="tr" rotWithShape="0">
              <a:prstClr val="black">
                <a:alpha val="50000"/>
              </a:prstClr>
            </a:outerShdw>
          </a:effectLst>
        </p:grpSpPr>
        <p:sp>
          <p:nvSpPr>
            <p:cNvPr id="5" name="椭圆 4"/>
            <p:cNvSpPr/>
            <p:nvPr/>
          </p:nvSpPr>
          <p:spPr>
            <a:xfrm>
              <a:off x="2683251" y="1980687"/>
              <a:ext cx="1301106" cy="1301106"/>
            </a:xfrm>
            <a:prstGeom prst="ellips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Box 5"/>
            <p:cNvSpPr txBox="1"/>
            <p:nvPr/>
          </p:nvSpPr>
          <p:spPr>
            <a:xfrm>
              <a:off x="2930662" y="2192568"/>
              <a:ext cx="770796" cy="863728"/>
            </a:xfrm>
            <a:prstGeom prst="rect">
              <a:avLst/>
            </a:prstGeom>
            <a:noFill/>
            <a:ln>
              <a:noFill/>
            </a:ln>
          </p:spPr>
          <p:txBody>
            <a:bodyPr wrap="none" rtlCol="0">
              <a:spAutoFit/>
            </a:bodyPr>
            <a:lstStyle/>
            <a:p>
              <a:r>
                <a:rPr lang="zh-CN" altLang="en-US" sz="5625" dirty="0">
                  <a:solidFill>
                    <a:schemeClr val="bg1"/>
                  </a:solidFill>
                  <a:latin typeface="方正正准黑简体" panose="02000000000000000000" pitchFamily="2" charset="-122"/>
                  <a:ea typeface="方正正准黑简体" panose="02000000000000000000" pitchFamily="2" charset="-122"/>
                </a:rPr>
                <a:t>融资</a:t>
              </a:r>
              <a:endParaRPr lang="en-US" altLang="zh-CN" sz="5625" dirty="0">
                <a:solidFill>
                  <a:schemeClr val="bg1"/>
                </a:solidFill>
                <a:latin typeface="方正正准黑简体" panose="02000000000000000000" pitchFamily="2" charset="-122"/>
                <a:ea typeface="方正正准黑简体" panose="02000000000000000000" pitchFamily="2" charset="-122"/>
              </a:endParaRPr>
            </a:p>
            <a:p>
              <a:r>
                <a:rPr lang="zh-CN" altLang="en-US" sz="5625" dirty="0">
                  <a:solidFill>
                    <a:schemeClr val="bg1"/>
                  </a:solidFill>
                  <a:latin typeface="方正正准黑简体" panose="02000000000000000000" pitchFamily="2" charset="-122"/>
                  <a:ea typeface="方正正准黑简体" panose="02000000000000000000" pitchFamily="2" charset="-122"/>
                </a:rPr>
                <a:t>计划</a:t>
              </a:r>
            </a:p>
          </p:txBody>
        </p:sp>
      </p:grpSp>
      <p:grpSp>
        <p:nvGrpSpPr>
          <p:cNvPr id="7" name="组合 6"/>
          <p:cNvGrpSpPr/>
          <p:nvPr/>
        </p:nvGrpSpPr>
        <p:grpSpPr>
          <a:xfrm>
            <a:off x="4122484" y="1857057"/>
            <a:ext cx="1102504" cy="1102504"/>
            <a:chOff x="304800" y="673100"/>
            <a:chExt cx="4000500" cy="4000500"/>
          </a:xfrm>
          <a:effectLst>
            <a:outerShdw blurRad="444500" dist="254000" dir="8100000" algn="tr" rotWithShape="0">
              <a:prstClr val="black">
                <a:alpha val="50000"/>
              </a:prstClr>
            </a:outerShdw>
          </a:effectLst>
        </p:grpSpPr>
        <p:sp>
          <p:nvSpPr>
            <p:cNvPr id="8" name="同心圆 7"/>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 name="椭圆 8"/>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9"/>
          <p:cNvGrpSpPr/>
          <p:nvPr/>
        </p:nvGrpSpPr>
        <p:grpSpPr>
          <a:xfrm>
            <a:off x="4926112" y="3516570"/>
            <a:ext cx="1102504" cy="1102504"/>
            <a:chOff x="304800" y="673100"/>
            <a:chExt cx="4000500" cy="4000500"/>
          </a:xfrm>
          <a:effectLst>
            <a:outerShdw blurRad="444500" dist="254000" dir="8100000" algn="tr" rotWithShape="0">
              <a:prstClr val="black">
                <a:alpha val="50000"/>
              </a:prstClr>
            </a:outerShdw>
          </a:effectLst>
        </p:grpSpPr>
        <p:sp>
          <p:nvSpPr>
            <p:cNvPr id="11" name="同心圆 10"/>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 name="椭圆 11"/>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 name="组合 12"/>
          <p:cNvGrpSpPr/>
          <p:nvPr/>
        </p:nvGrpSpPr>
        <p:grpSpPr>
          <a:xfrm>
            <a:off x="4374860" y="5230976"/>
            <a:ext cx="1102504" cy="1102504"/>
            <a:chOff x="304800" y="673100"/>
            <a:chExt cx="4000500" cy="4000500"/>
          </a:xfrm>
          <a:effectLst>
            <a:outerShdw blurRad="444500" dist="254000" dir="8100000" algn="tr" rotWithShape="0">
              <a:prstClr val="black">
                <a:alpha val="50000"/>
              </a:prstClr>
            </a:outerShdw>
          </a:effectLst>
        </p:grpSpPr>
        <p:sp>
          <p:nvSpPr>
            <p:cNvPr id="14" name="同心圆 13"/>
            <p:cNvSpPr/>
            <p:nvPr/>
          </p:nvSpPr>
          <p:spPr>
            <a:xfrm>
              <a:off x="304800" y="673100"/>
              <a:ext cx="4000500" cy="4000500"/>
            </a:xfrm>
            <a:prstGeom prst="donut">
              <a:avLst>
                <a:gd name="adj" fmla="val 4879"/>
              </a:avLst>
            </a:prstGeom>
            <a:gradFill>
              <a:gsLst>
                <a:gs pos="0">
                  <a:schemeClr val="bg1"/>
                </a:gs>
                <a:gs pos="55000">
                  <a:schemeClr val="bg1">
                    <a:lumMod val="95000"/>
                  </a:schemeClr>
                </a:gs>
                <a:gs pos="100000">
                  <a:schemeClr val="bg1">
                    <a:lumMod val="65000"/>
                  </a:schemeClr>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椭圆 14"/>
            <p:cNvSpPr/>
            <p:nvPr/>
          </p:nvSpPr>
          <p:spPr>
            <a:xfrm>
              <a:off x="392113" y="760413"/>
              <a:ext cx="3825874" cy="3825874"/>
            </a:xfrm>
            <a:prstGeom prst="ellipse">
              <a:avLst/>
            </a:prstGeom>
            <a:gradFill>
              <a:gsLst>
                <a:gs pos="0">
                  <a:schemeClr val="bg1"/>
                </a:gs>
                <a:gs pos="51000">
                  <a:schemeClr val="bg1">
                    <a:lumMod val="95000"/>
                  </a:schemeClr>
                </a:gs>
                <a:gs pos="100000">
                  <a:schemeClr val="bg1">
                    <a:lumMod val="75000"/>
                  </a:schemeClr>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6" name="TextBox 15"/>
          <p:cNvSpPr txBox="1"/>
          <p:nvPr/>
        </p:nvSpPr>
        <p:spPr>
          <a:xfrm>
            <a:off x="6922350" y="2091500"/>
            <a:ext cx="4242854" cy="538609"/>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pPr>
              <a:lnSpc>
                <a:spcPts val="2109"/>
              </a:lnSpc>
            </a:pPr>
            <a:r>
              <a:rPr lang="zh-CN" altLang="en-US" sz="1406" dirty="0">
                <a:solidFill>
                  <a:schemeClr val="tx1">
                    <a:lumMod val="75000"/>
                    <a:lumOff val="25000"/>
                  </a:schemeClr>
                </a:solidFill>
              </a:rPr>
              <a:t>点击输入简要文字内容，文字内容需概括精炼，不用多余的文字修饰，言简意赅的说明分项内容</a:t>
            </a:r>
            <a:r>
              <a:rPr lang="en-US" altLang="zh-CN" sz="1406" dirty="0">
                <a:solidFill>
                  <a:schemeClr val="tx1">
                    <a:lumMod val="75000"/>
                    <a:lumOff val="25000"/>
                  </a:schemeClr>
                </a:solidFill>
              </a:rPr>
              <a:t>……</a:t>
            </a:r>
          </a:p>
        </p:txBody>
      </p:sp>
      <p:sp>
        <p:nvSpPr>
          <p:cNvPr id="17" name="TextBox 16"/>
          <p:cNvSpPr txBox="1"/>
          <p:nvPr/>
        </p:nvSpPr>
        <p:spPr>
          <a:xfrm>
            <a:off x="6922350" y="3798164"/>
            <a:ext cx="4242854" cy="538609"/>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pPr>
              <a:lnSpc>
                <a:spcPts val="2109"/>
              </a:lnSpc>
            </a:pPr>
            <a:r>
              <a:rPr lang="zh-CN" altLang="en-US" sz="1406" dirty="0">
                <a:solidFill>
                  <a:schemeClr val="tx1">
                    <a:lumMod val="75000"/>
                    <a:lumOff val="25000"/>
                  </a:schemeClr>
                </a:solidFill>
              </a:rPr>
              <a:t>点击输入简要文字内容，文字内容需概括精炼，不用多余的文字修饰，言简意赅的说明分项内容</a:t>
            </a:r>
            <a:r>
              <a:rPr lang="en-US" altLang="zh-CN" sz="1406" dirty="0">
                <a:solidFill>
                  <a:schemeClr val="tx1">
                    <a:lumMod val="75000"/>
                    <a:lumOff val="25000"/>
                  </a:schemeClr>
                </a:solidFill>
              </a:rPr>
              <a:t>……</a:t>
            </a:r>
          </a:p>
        </p:txBody>
      </p:sp>
      <p:sp>
        <p:nvSpPr>
          <p:cNvPr id="18" name="TextBox 17"/>
          <p:cNvSpPr txBox="1"/>
          <p:nvPr/>
        </p:nvSpPr>
        <p:spPr>
          <a:xfrm>
            <a:off x="6922350" y="5503629"/>
            <a:ext cx="4242854" cy="538609"/>
          </a:xfrm>
          <a:prstGeom prst="rect">
            <a:avLst/>
          </a:prstGeom>
          <a:noFill/>
        </p:spPr>
        <p:txBody>
          <a:bodyPr wrap="square" lIns="0" tIns="0" rIns="0" bIns="0" rtlCol="0">
            <a:spAutoFit/>
          </a:bodyPr>
          <a:lstStyle>
            <a:defPPr>
              <a:defRPr lang="zh-CN"/>
            </a:defPPr>
            <a:lvl1pPr algn="just">
              <a:lnSpc>
                <a:spcPts val="1300"/>
              </a:lnSpc>
              <a:defRPr sz="1000">
                <a:solidFill>
                  <a:schemeClr val="tx1">
                    <a:lumMod val="65000"/>
                    <a:lumOff val="35000"/>
                  </a:schemeClr>
                </a:solidFill>
                <a:latin typeface="微软雅黑" pitchFamily="34" charset="-122"/>
                <a:ea typeface="微软雅黑" pitchFamily="34" charset="-122"/>
              </a:defRPr>
            </a:lvl1pPr>
          </a:lstStyle>
          <a:p>
            <a:pPr>
              <a:lnSpc>
                <a:spcPts val="2109"/>
              </a:lnSpc>
            </a:pPr>
            <a:r>
              <a:rPr lang="zh-CN" altLang="en-US" sz="1406" dirty="0">
                <a:solidFill>
                  <a:schemeClr val="tx1">
                    <a:lumMod val="75000"/>
                    <a:lumOff val="25000"/>
                  </a:schemeClr>
                </a:solidFill>
              </a:rPr>
              <a:t>点击输入简要文字内容，文字内容需概括精炼，不用多余的文字修饰，言简意赅的说明分项内容</a:t>
            </a:r>
            <a:r>
              <a:rPr lang="en-US" altLang="zh-CN" sz="1406" dirty="0">
                <a:solidFill>
                  <a:schemeClr val="tx1">
                    <a:lumMod val="75000"/>
                    <a:lumOff val="25000"/>
                  </a:schemeClr>
                </a:solidFill>
              </a:rPr>
              <a:t>……</a:t>
            </a:r>
          </a:p>
        </p:txBody>
      </p:sp>
      <p:grpSp>
        <p:nvGrpSpPr>
          <p:cNvPr id="22" name="Group 8"/>
          <p:cNvGrpSpPr>
            <a:grpSpLocks noChangeAspect="1"/>
          </p:cNvGrpSpPr>
          <p:nvPr/>
        </p:nvGrpSpPr>
        <p:grpSpPr bwMode="auto">
          <a:xfrm>
            <a:off x="4398922" y="2065627"/>
            <a:ext cx="585594" cy="641649"/>
            <a:chOff x="3437" y="2282"/>
            <a:chExt cx="679" cy="744"/>
          </a:xfrm>
          <a:solidFill>
            <a:srgbClr val="C00000"/>
          </a:solidFill>
        </p:grpSpPr>
        <p:sp>
          <p:nvSpPr>
            <p:cNvPr id="23"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4"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grpSp>
        <p:nvGrpSpPr>
          <p:cNvPr id="25" name="Group 13"/>
          <p:cNvGrpSpPr>
            <a:grpSpLocks noChangeAspect="1"/>
          </p:cNvGrpSpPr>
          <p:nvPr/>
        </p:nvGrpSpPr>
        <p:grpSpPr bwMode="auto">
          <a:xfrm>
            <a:off x="4572103" y="5399692"/>
            <a:ext cx="756141" cy="765072"/>
            <a:chOff x="2426" y="2781"/>
            <a:chExt cx="593" cy="600"/>
          </a:xfrm>
          <a:solidFill>
            <a:srgbClr val="C00000"/>
          </a:solidFill>
        </p:grpSpPr>
        <p:sp>
          <p:nvSpPr>
            <p:cNvPr id="26"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sp>
          <p:nvSpPr>
            <p:cNvPr id="27"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80" tIns="64290" rIns="128580" bIns="64290" numCol="1" anchor="t" anchorCtr="0" compatLnSpc="1">
              <a:prstTxWarp prst="textNoShape">
                <a:avLst/>
              </a:prstTxWarp>
            </a:bodyPr>
            <a:lstStyle/>
            <a:p>
              <a:endParaRPr lang="zh-CN" altLang="en-US">
                <a:solidFill>
                  <a:prstClr val="black"/>
                </a:solidFill>
              </a:endParaRPr>
            </a:p>
          </p:txBody>
        </p:sp>
      </p:grpSp>
      <p:sp>
        <p:nvSpPr>
          <p:cNvPr id="28" name="Freeform 108"/>
          <p:cNvSpPr>
            <a:spLocks noEditPoints="1"/>
          </p:cNvSpPr>
          <p:nvPr/>
        </p:nvSpPr>
        <p:spPr bwMode="auto">
          <a:xfrm>
            <a:off x="5157729" y="3747038"/>
            <a:ext cx="639269" cy="641568"/>
          </a:xfrm>
          <a:custGeom>
            <a:avLst/>
            <a:gdLst>
              <a:gd name="T0" fmla="*/ 97 w 115"/>
              <a:gd name="T1" fmla="*/ 48 h 115"/>
              <a:gd name="T2" fmla="*/ 91 w 115"/>
              <a:gd name="T3" fmla="*/ 41 h 115"/>
              <a:gd name="T4" fmla="*/ 102 w 115"/>
              <a:gd name="T5" fmla="*/ 26 h 115"/>
              <a:gd name="T6" fmla="*/ 94 w 115"/>
              <a:gd name="T7" fmla="*/ 13 h 115"/>
              <a:gd name="T8" fmla="*/ 79 w 115"/>
              <a:gd name="T9" fmla="*/ 23 h 115"/>
              <a:gd name="T10" fmla="*/ 70 w 115"/>
              <a:gd name="T11" fmla="*/ 22 h 115"/>
              <a:gd name="T12" fmla="*/ 67 w 115"/>
              <a:gd name="T13" fmla="*/ 3 h 115"/>
              <a:gd name="T14" fmla="*/ 52 w 115"/>
              <a:gd name="T15" fmla="*/ 0 h 115"/>
              <a:gd name="T16" fmla="*/ 48 w 115"/>
              <a:gd name="T17" fmla="*/ 18 h 115"/>
              <a:gd name="T18" fmla="*/ 41 w 115"/>
              <a:gd name="T19" fmla="*/ 24 h 115"/>
              <a:gd name="T20" fmla="*/ 26 w 115"/>
              <a:gd name="T21" fmla="*/ 13 h 115"/>
              <a:gd name="T22" fmla="*/ 13 w 115"/>
              <a:gd name="T23" fmla="*/ 21 h 115"/>
              <a:gd name="T24" fmla="*/ 23 w 115"/>
              <a:gd name="T25" fmla="*/ 36 h 115"/>
              <a:gd name="T26" fmla="*/ 22 w 115"/>
              <a:gd name="T27" fmla="*/ 45 h 115"/>
              <a:gd name="T28" fmla="*/ 4 w 115"/>
              <a:gd name="T29" fmla="*/ 48 h 115"/>
              <a:gd name="T30" fmla="*/ 0 w 115"/>
              <a:gd name="T31" fmla="*/ 63 h 115"/>
              <a:gd name="T32" fmla="*/ 18 w 115"/>
              <a:gd name="T33" fmla="*/ 66 h 115"/>
              <a:gd name="T34" fmla="*/ 24 w 115"/>
              <a:gd name="T35" fmla="*/ 73 h 115"/>
              <a:gd name="T36" fmla="*/ 13 w 115"/>
              <a:gd name="T37" fmla="*/ 89 h 115"/>
              <a:gd name="T38" fmla="*/ 21 w 115"/>
              <a:gd name="T39" fmla="*/ 102 h 115"/>
              <a:gd name="T40" fmla="*/ 36 w 115"/>
              <a:gd name="T41" fmla="*/ 92 h 115"/>
              <a:gd name="T42" fmla="*/ 45 w 115"/>
              <a:gd name="T43" fmla="*/ 92 h 115"/>
              <a:gd name="T44" fmla="*/ 48 w 115"/>
              <a:gd name="T45" fmla="*/ 111 h 115"/>
              <a:gd name="T46" fmla="*/ 63 w 115"/>
              <a:gd name="T47" fmla="*/ 115 h 115"/>
              <a:gd name="T48" fmla="*/ 67 w 115"/>
              <a:gd name="T49" fmla="*/ 97 h 115"/>
              <a:gd name="T50" fmla="*/ 74 w 115"/>
              <a:gd name="T51" fmla="*/ 91 h 115"/>
              <a:gd name="T52" fmla="*/ 89 w 115"/>
              <a:gd name="T53" fmla="*/ 102 h 115"/>
              <a:gd name="T54" fmla="*/ 102 w 115"/>
              <a:gd name="T55" fmla="*/ 94 h 115"/>
              <a:gd name="T56" fmla="*/ 92 w 115"/>
              <a:gd name="T57" fmla="*/ 79 h 115"/>
              <a:gd name="T58" fmla="*/ 93 w 115"/>
              <a:gd name="T59" fmla="*/ 70 h 115"/>
              <a:gd name="T60" fmla="*/ 112 w 115"/>
              <a:gd name="T61" fmla="*/ 66 h 115"/>
              <a:gd name="T62" fmla="*/ 115 w 115"/>
              <a:gd name="T63" fmla="*/ 52 h 115"/>
              <a:gd name="T64" fmla="*/ 58 w 115"/>
              <a:gd name="T65" fmla="*/ 79 h 115"/>
              <a:gd name="T66" fmla="*/ 58 w 115"/>
              <a:gd name="T67" fmla="*/ 36 h 115"/>
              <a:gd name="T68" fmla="*/ 58 w 115"/>
              <a:gd name="T69" fmla="*/ 79 h 115"/>
              <a:gd name="T70" fmla="*/ 49 w 115"/>
              <a:gd name="T71" fmla="*/ 57 h 115"/>
              <a:gd name="T72" fmla="*/ 67 w 115"/>
              <a:gd name="T73" fmla="*/ 5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15">
                <a:moveTo>
                  <a:pt x="112" y="48"/>
                </a:moveTo>
                <a:cubicBezTo>
                  <a:pt x="97" y="48"/>
                  <a:pt x="97" y="48"/>
                  <a:pt x="97" y="48"/>
                </a:cubicBezTo>
                <a:cubicBezTo>
                  <a:pt x="95" y="48"/>
                  <a:pt x="93" y="47"/>
                  <a:pt x="93" y="45"/>
                </a:cubicBezTo>
                <a:cubicBezTo>
                  <a:pt x="91" y="41"/>
                  <a:pt x="91" y="41"/>
                  <a:pt x="91" y="41"/>
                </a:cubicBezTo>
                <a:cubicBezTo>
                  <a:pt x="90" y="40"/>
                  <a:pt x="91" y="37"/>
                  <a:pt x="92" y="36"/>
                </a:cubicBezTo>
                <a:cubicBezTo>
                  <a:pt x="102" y="26"/>
                  <a:pt x="102" y="26"/>
                  <a:pt x="102" y="26"/>
                </a:cubicBezTo>
                <a:cubicBezTo>
                  <a:pt x="104" y="24"/>
                  <a:pt x="104" y="22"/>
                  <a:pt x="102" y="21"/>
                </a:cubicBezTo>
                <a:cubicBezTo>
                  <a:pt x="94" y="13"/>
                  <a:pt x="94" y="13"/>
                  <a:pt x="94" y="13"/>
                </a:cubicBezTo>
                <a:cubicBezTo>
                  <a:pt x="93" y="11"/>
                  <a:pt x="91" y="11"/>
                  <a:pt x="89" y="13"/>
                </a:cubicBezTo>
                <a:cubicBezTo>
                  <a:pt x="79" y="23"/>
                  <a:pt x="79" y="23"/>
                  <a:pt x="79" y="23"/>
                </a:cubicBezTo>
                <a:cubicBezTo>
                  <a:pt x="78" y="24"/>
                  <a:pt x="75" y="25"/>
                  <a:pt x="74" y="24"/>
                </a:cubicBezTo>
                <a:cubicBezTo>
                  <a:pt x="70" y="22"/>
                  <a:pt x="70" y="22"/>
                  <a:pt x="70" y="22"/>
                </a:cubicBezTo>
                <a:cubicBezTo>
                  <a:pt x="68" y="22"/>
                  <a:pt x="67" y="20"/>
                  <a:pt x="67" y="18"/>
                </a:cubicBezTo>
                <a:cubicBezTo>
                  <a:pt x="67" y="3"/>
                  <a:pt x="67" y="3"/>
                  <a:pt x="67" y="3"/>
                </a:cubicBezTo>
                <a:cubicBezTo>
                  <a:pt x="67" y="1"/>
                  <a:pt x="65" y="0"/>
                  <a:pt x="63" y="0"/>
                </a:cubicBezTo>
                <a:cubicBezTo>
                  <a:pt x="52" y="0"/>
                  <a:pt x="52" y="0"/>
                  <a:pt x="52" y="0"/>
                </a:cubicBezTo>
                <a:cubicBezTo>
                  <a:pt x="50" y="0"/>
                  <a:pt x="48" y="1"/>
                  <a:pt x="48" y="3"/>
                </a:cubicBezTo>
                <a:cubicBezTo>
                  <a:pt x="48" y="18"/>
                  <a:pt x="48" y="18"/>
                  <a:pt x="48" y="18"/>
                </a:cubicBezTo>
                <a:cubicBezTo>
                  <a:pt x="48" y="20"/>
                  <a:pt x="47" y="22"/>
                  <a:pt x="45" y="22"/>
                </a:cubicBezTo>
                <a:cubicBezTo>
                  <a:pt x="41" y="24"/>
                  <a:pt x="41" y="24"/>
                  <a:pt x="41" y="24"/>
                </a:cubicBezTo>
                <a:cubicBezTo>
                  <a:pt x="40" y="25"/>
                  <a:pt x="37" y="24"/>
                  <a:pt x="36" y="23"/>
                </a:cubicBezTo>
                <a:cubicBezTo>
                  <a:pt x="26" y="13"/>
                  <a:pt x="26" y="13"/>
                  <a:pt x="26" y="13"/>
                </a:cubicBezTo>
                <a:cubicBezTo>
                  <a:pt x="25" y="11"/>
                  <a:pt x="22" y="11"/>
                  <a:pt x="21" y="13"/>
                </a:cubicBezTo>
                <a:cubicBezTo>
                  <a:pt x="13" y="21"/>
                  <a:pt x="13" y="21"/>
                  <a:pt x="13" y="21"/>
                </a:cubicBezTo>
                <a:cubicBezTo>
                  <a:pt x="12" y="22"/>
                  <a:pt x="12" y="24"/>
                  <a:pt x="13" y="26"/>
                </a:cubicBezTo>
                <a:cubicBezTo>
                  <a:pt x="23" y="36"/>
                  <a:pt x="23" y="36"/>
                  <a:pt x="23" y="36"/>
                </a:cubicBezTo>
                <a:cubicBezTo>
                  <a:pt x="24" y="37"/>
                  <a:pt x="25" y="40"/>
                  <a:pt x="24" y="41"/>
                </a:cubicBezTo>
                <a:cubicBezTo>
                  <a:pt x="22" y="45"/>
                  <a:pt x="22" y="45"/>
                  <a:pt x="22" y="45"/>
                </a:cubicBezTo>
                <a:cubicBezTo>
                  <a:pt x="22" y="47"/>
                  <a:pt x="20" y="48"/>
                  <a:pt x="18" y="48"/>
                </a:cubicBezTo>
                <a:cubicBezTo>
                  <a:pt x="4" y="48"/>
                  <a:pt x="4" y="48"/>
                  <a:pt x="4" y="48"/>
                </a:cubicBezTo>
                <a:cubicBezTo>
                  <a:pt x="2" y="48"/>
                  <a:pt x="0" y="50"/>
                  <a:pt x="0" y="52"/>
                </a:cubicBezTo>
                <a:cubicBezTo>
                  <a:pt x="0" y="63"/>
                  <a:pt x="0" y="63"/>
                  <a:pt x="0" y="63"/>
                </a:cubicBezTo>
                <a:cubicBezTo>
                  <a:pt x="0" y="65"/>
                  <a:pt x="2" y="66"/>
                  <a:pt x="4" y="66"/>
                </a:cubicBezTo>
                <a:cubicBezTo>
                  <a:pt x="18" y="66"/>
                  <a:pt x="18" y="66"/>
                  <a:pt x="18" y="66"/>
                </a:cubicBezTo>
                <a:cubicBezTo>
                  <a:pt x="20" y="66"/>
                  <a:pt x="22" y="68"/>
                  <a:pt x="22" y="70"/>
                </a:cubicBezTo>
                <a:cubicBezTo>
                  <a:pt x="24" y="73"/>
                  <a:pt x="24" y="73"/>
                  <a:pt x="24" y="73"/>
                </a:cubicBezTo>
                <a:cubicBezTo>
                  <a:pt x="25" y="75"/>
                  <a:pt x="24" y="78"/>
                  <a:pt x="23" y="79"/>
                </a:cubicBezTo>
                <a:cubicBezTo>
                  <a:pt x="13" y="89"/>
                  <a:pt x="13" y="89"/>
                  <a:pt x="13" y="89"/>
                </a:cubicBezTo>
                <a:cubicBezTo>
                  <a:pt x="12" y="90"/>
                  <a:pt x="12" y="93"/>
                  <a:pt x="13" y="94"/>
                </a:cubicBezTo>
                <a:cubicBezTo>
                  <a:pt x="21" y="102"/>
                  <a:pt x="21" y="102"/>
                  <a:pt x="21" y="102"/>
                </a:cubicBezTo>
                <a:cubicBezTo>
                  <a:pt x="22" y="103"/>
                  <a:pt x="25" y="103"/>
                  <a:pt x="26" y="102"/>
                </a:cubicBezTo>
                <a:cubicBezTo>
                  <a:pt x="36" y="92"/>
                  <a:pt x="36" y="92"/>
                  <a:pt x="36" y="92"/>
                </a:cubicBezTo>
                <a:cubicBezTo>
                  <a:pt x="37" y="90"/>
                  <a:pt x="40" y="90"/>
                  <a:pt x="41" y="91"/>
                </a:cubicBezTo>
                <a:cubicBezTo>
                  <a:pt x="45" y="92"/>
                  <a:pt x="45" y="92"/>
                  <a:pt x="45" y="92"/>
                </a:cubicBezTo>
                <a:cubicBezTo>
                  <a:pt x="47" y="93"/>
                  <a:pt x="48" y="95"/>
                  <a:pt x="48" y="97"/>
                </a:cubicBezTo>
                <a:cubicBezTo>
                  <a:pt x="48" y="111"/>
                  <a:pt x="48" y="111"/>
                  <a:pt x="48" y="111"/>
                </a:cubicBezTo>
                <a:cubicBezTo>
                  <a:pt x="48" y="113"/>
                  <a:pt x="50" y="115"/>
                  <a:pt x="52" y="115"/>
                </a:cubicBezTo>
                <a:cubicBezTo>
                  <a:pt x="63" y="115"/>
                  <a:pt x="63" y="115"/>
                  <a:pt x="63" y="115"/>
                </a:cubicBezTo>
                <a:cubicBezTo>
                  <a:pt x="65" y="115"/>
                  <a:pt x="67" y="113"/>
                  <a:pt x="67" y="111"/>
                </a:cubicBezTo>
                <a:cubicBezTo>
                  <a:pt x="67" y="97"/>
                  <a:pt x="67" y="97"/>
                  <a:pt x="67" y="97"/>
                </a:cubicBezTo>
                <a:cubicBezTo>
                  <a:pt x="67" y="95"/>
                  <a:pt x="68" y="93"/>
                  <a:pt x="70" y="92"/>
                </a:cubicBezTo>
                <a:cubicBezTo>
                  <a:pt x="74" y="91"/>
                  <a:pt x="74" y="91"/>
                  <a:pt x="74" y="91"/>
                </a:cubicBezTo>
                <a:cubicBezTo>
                  <a:pt x="75" y="90"/>
                  <a:pt x="78" y="90"/>
                  <a:pt x="79" y="92"/>
                </a:cubicBezTo>
                <a:cubicBezTo>
                  <a:pt x="89" y="102"/>
                  <a:pt x="89" y="102"/>
                  <a:pt x="89" y="102"/>
                </a:cubicBezTo>
                <a:cubicBezTo>
                  <a:pt x="91" y="103"/>
                  <a:pt x="93" y="103"/>
                  <a:pt x="94" y="102"/>
                </a:cubicBezTo>
                <a:cubicBezTo>
                  <a:pt x="102" y="94"/>
                  <a:pt x="102" y="94"/>
                  <a:pt x="102" y="94"/>
                </a:cubicBezTo>
                <a:cubicBezTo>
                  <a:pt x="104" y="93"/>
                  <a:pt x="104" y="90"/>
                  <a:pt x="102" y="89"/>
                </a:cubicBezTo>
                <a:cubicBezTo>
                  <a:pt x="92" y="79"/>
                  <a:pt x="92" y="79"/>
                  <a:pt x="92" y="79"/>
                </a:cubicBezTo>
                <a:cubicBezTo>
                  <a:pt x="91" y="78"/>
                  <a:pt x="90" y="75"/>
                  <a:pt x="91" y="73"/>
                </a:cubicBezTo>
                <a:cubicBezTo>
                  <a:pt x="93" y="70"/>
                  <a:pt x="93" y="70"/>
                  <a:pt x="93" y="70"/>
                </a:cubicBezTo>
                <a:cubicBezTo>
                  <a:pt x="93" y="68"/>
                  <a:pt x="95" y="66"/>
                  <a:pt x="97" y="66"/>
                </a:cubicBezTo>
                <a:cubicBezTo>
                  <a:pt x="112" y="66"/>
                  <a:pt x="112" y="66"/>
                  <a:pt x="112" y="66"/>
                </a:cubicBezTo>
                <a:cubicBezTo>
                  <a:pt x="113" y="66"/>
                  <a:pt x="115" y="65"/>
                  <a:pt x="115" y="63"/>
                </a:cubicBezTo>
                <a:cubicBezTo>
                  <a:pt x="115" y="52"/>
                  <a:pt x="115" y="52"/>
                  <a:pt x="115" y="52"/>
                </a:cubicBezTo>
                <a:cubicBezTo>
                  <a:pt x="115" y="50"/>
                  <a:pt x="113" y="48"/>
                  <a:pt x="112" y="48"/>
                </a:cubicBezTo>
                <a:close/>
                <a:moveTo>
                  <a:pt x="58" y="79"/>
                </a:moveTo>
                <a:cubicBezTo>
                  <a:pt x="46" y="79"/>
                  <a:pt x="36" y="69"/>
                  <a:pt x="36" y="57"/>
                </a:cubicBezTo>
                <a:cubicBezTo>
                  <a:pt x="36" y="46"/>
                  <a:pt x="46" y="36"/>
                  <a:pt x="58" y="36"/>
                </a:cubicBezTo>
                <a:cubicBezTo>
                  <a:pt x="69" y="36"/>
                  <a:pt x="79" y="46"/>
                  <a:pt x="79" y="57"/>
                </a:cubicBezTo>
                <a:cubicBezTo>
                  <a:pt x="79" y="69"/>
                  <a:pt x="69" y="79"/>
                  <a:pt x="58" y="79"/>
                </a:cubicBezTo>
                <a:close/>
                <a:moveTo>
                  <a:pt x="58" y="48"/>
                </a:moveTo>
                <a:cubicBezTo>
                  <a:pt x="53" y="48"/>
                  <a:pt x="49" y="52"/>
                  <a:pt x="49" y="57"/>
                </a:cubicBezTo>
                <a:cubicBezTo>
                  <a:pt x="49" y="62"/>
                  <a:pt x="53" y="66"/>
                  <a:pt x="58" y="66"/>
                </a:cubicBezTo>
                <a:cubicBezTo>
                  <a:pt x="63" y="66"/>
                  <a:pt x="67" y="62"/>
                  <a:pt x="67" y="57"/>
                </a:cubicBezTo>
                <a:cubicBezTo>
                  <a:pt x="67" y="52"/>
                  <a:pt x="63" y="48"/>
                  <a:pt x="58" y="48"/>
                </a:cubicBezTo>
                <a:close/>
              </a:path>
            </a:pathLst>
          </a:custGeom>
          <a:solidFill>
            <a:srgbClr val="C00000"/>
          </a:soli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cxnSp>
        <p:nvCxnSpPr>
          <p:cNvPr id="29" name="直接连接符 28"/>
          <p:cNvCxnSpPr/>
          <p:nvPr/>
        </p:nvCxnSpPr>
        <p:spPr>
          <a:xfrm>
            <a:off x="724893" y="877612"/>
            <a:ext cx="1140896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0" name="椭圆 29"/>
          <p:cNvSpPr/>
          <p:nvPr/>
        </p:nvSpPr>
        <p:spPr>
          <a:xfrm>
            <a:off x="909979" y="340564"/>
            <a:ext cx="386384" cy="386384"/>
          </a:xfrm>
          <a:prstGeom prst="ellipse">
            <a:avLst/>
          </a:prstGeom>
          <a:solidFill>
            <a:schemeClr val="tx1"/>
          </a:solidFill>
          <a:ln>
            <a:noFill/>
          </a:ln>
          <a:effectLst>
            <a:outerShdw blurRad="254000" dist="127000" dir="8100000" algn="tr" rotWithShape="0">
              <a:prstClr val="black">
                <a:alpha val="6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TextBox 30"/>
          <p:cNvSpPr txBox="1"/>
          <p:nvPr/>
        </p:nvSpPr>
        <p:spPr>
          <a:xfrm>
            <a:off x="1278503" y="290136"/>
            <a:ext cx="1843838"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资金缺口</a:t>
            </a:r>
          </a:p>
        </p:txBody>
      </p:sp>
      <p:cxnSp>
        <p:nvCxnSpPr>
          <p:cNvPr id="33" name="直接连接符 32"/>
          <p:cNvCxnSpPr/>
          <p:nvPr/>
        </p:nvCxnSpPr>
        <p:spPr>
          <a:xfrm>
            <a:off x="3087937" y="387097"/>
            <a:ext cx="0" cy="2933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矩形 33"/>
          <p:cNvSpPr/>
          <p:nvPr/>
        </p:nvSpPr>
        <p:spPr>
          <a:xfrm>
            <a:off x="353" y="6960309"/>
            <a:ext cx="12858044" cy="30359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TextBox 34"/>
          <p:cNvSpPr txBox="1"/>
          <p:nvPr/>
        </p:nvSpPr>
        <p:spPr>
          <a:xfrm>
            <a:off x="7495105" y="1503002"/>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输入你的标题</a:t>
            </a:r>
          </a:p>
        </p:txBody>
      </p:sp>
      <p:sp>
        <p:nvSpPr>
          <p:cNvPr id="36" name="TextBox 35"/>
          <p:cNvSpPr txBox="1"/>
          <p:nvPr/>
        </p:nvSpPr>
        <p:spPr>
          <a:xfrm>
            <a:off x="7495105" y="3218574"/>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输入你的标题</a:t>
            </a:r>
          </a:p>
        </p:txBody>
      </p:sp>
      <p:sp>
        <p:nvSpPr>
          <p:cNvPr id="37" name="TextBox 36"/>
          <p:cNvSpPr txBox="1"/>
          <p:nvPr/>
        </p:nvSpPr>
        <p:spPr>
          <a:xfrm>
            <a:off x="7495104" y="4930824"/>
            <a:ext cx="2673424" cy="525080"/>
          </a:xfrm>
          <a:prstGeom prst="rect">
            <a:avLst/>
          </a:prstGeom>
          <a:noFill/>
        </p:spPr>
        <p:txBody>
          <a:bodyPr wrap="none" rtlCol="0">
            <a:spAutoFit/>
          </a:bodyPr>
          <a:lstStyle/>
          <a:p>
            <a:r>
              <a:rPr lang="zh-CN" altLang="en-US" sz="2812" spc="422" dirty="0">
                <a:latin typeface="方正兰亭细黑_GBK" pitchFamily="2" charset="-122"/>
                <a:ea typeface="方正兰亭细黑_GBK" pitchFamily="2" charset="-122"/>
              </a:rPr>
              <a:t>输入你的标题</a:t>
            </a:r>
          </a:p>
        </p:txBody>
      </p:sp>
    </p:spTree>
    <p:extLst>
      <p:ext uri="{BB962C8B-B14F-4D97-AF65-F5344CB8AC3E}">
        <p14:creationId xmlns:p14="http://schemas.microsoft.com/office/powerpoint/2010/main" val="3179834545"/>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300"/>
                                        <p:tgtEl>
                                          <p:spTgt spid="29"/>
                                        </p:tgtEl>
                                      </p:cBhvr>
                                    </p:animEffect>
                                  </p:childTnLst>
                                </p:cTn>
                              </p:par>
                            </p:childTnLst>
                          </p:cTn>
                        </p:par>
                        <p:par>
                          <p:cTn id="8" fill="hold">
                            <p:stCondLst>
                              <p:cond delay="300"/>
                            </p:stCondLst>
                            <p:childTnLst>
                              <p:par>
                                <p:cTn id="9" presetID="22" presetClass="entr" presetSubtype="4"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down)">
                                      <p:cBhvr>
                                        <p:cTn id="11" dur="300"/>
                                        <p:tgtEl>
                                          <p:spTgt spid="30"/>
                                        </p:tgtEl>
                                      </p:cBhvr>
                                    </p:animEffect>
                                  </p:childTnLst>
                                </p:cTn>
                              </p:par>
                            </p:childTnLst>
                          </p:cTn>
                        </p:par>
                        <p:par>
                          <p:cTn id="12" fill="hold">
                            <p:stCondLst>
                              <p:cond delay="600"/>
                            </p:stCondLst>
                            <p:childTnLst>
                              <p:par>
                                <p:cTn id="13" presetID="12" presetClass="entr" presetSubtype="8"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500"/>
                                        <p:tgtEl>
                                          <p:spTgt spid="31"/>
                                        </p:tgtEl>
                                        <p:attrNameLst>
                                          <p:attrName>ppt_x</p:attrName>
                                        </p:attrNameLst>
                                      </p:cBhvr>
                                      <p:tavLst>
                                        <p:tav tm="0">
                                          <p:val>
                                            <p:strVal val="#ppt_x-#ppt_w*1.125000"/>
                                          </p:val>
                                        </p:tav>
                                        <p:tav tm="100000">
                                          <p:val>
                                            <p:strVal val="#ppt_x"/>
                                          </p:val>
                                        </p:tav>
                                      </p:tavLst>
                                    </p:anim>
                                    <p:animEffect transition="in" filter="wipe(right)">
                                      <p:cBhvr>
                                        <p:cTn id="16" dur="500"/>
                                        <p:tgtEl>
                                          <p:spTgt spid="31"/>
                                        </p:tgtEl>
                                      </p:cBhvr>
                                    </p:animEffect>
                                  </p:childTnLst>
                                </p:cTn>
                              </p:par>
                              <p:par>
                                <p:cTn id="17" presetID="12" presetClass="entr" presetSubtype="8" fill="hold" nodeType="withEffect">
                                  <p:stCondLst>
                                    <p:cond delay="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500"/>
                                        <p:tgtEl>
                                          <p:spTgt spid="33"/>
                                        </p:tgtEl>
                                        <p:attrNameLst>
                                          <p:attrName>ppt_x</p:attrName>
                                        </p:attrNameLst>
                                      </p:cBhvr>
                                      <p:tavLst>
                                        <p:tav tm="0">
                                          <p:val>
                                            <p:strVal val="#ppt_x-#ppt_w*1.125000"/>
                                          </p:val>
                                        </p:tav>
                                        <p:tav tm="100000">
                                          <p:val>
                                            <p:strVal val="#ppt_x"/>
                                          </p:val>
                                        </p:tav>
                                      </p:tavLst>
                                    </p:anim>
                                    <p:animEffect transition="in" filter="wipe(right)">
                                      <p:cBhvr>
                                        <p:cTn id="20" dur="500"/>
                                        <p:tgtEl>
                                          <p:spTgt spid="33"/>
                                        </p:tgtEl>
                                      </p:cBhvr>
                                    </p:animEffect>
                                  </p:childTnLst>
                                </p:cTn>
                              </p:par>
                            </p:childTnLst>
                          </p:cTn>
                        </p:par>
                        <p:par>
                          <p:cTn id="21" fill="hold">
                            <p:stCondLst>
                              <p:cond delay="1100"/>
                            </p:stCondLst>
                            <p:childTnLst>
                              <p:par>
                                <p:cTn id="22" presetID="12" presetClass="entr" presetSubtype="2"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p:tgtEl>
                                          <p:spTgt spid="4"/>
                                        </p:tgtEl>
                                        <p:attrNameLst>
                                          <p:attrName>ppt_x</p:attrName>
                                        </p:attrNameLst>
                                      </p:cBhvr>
                                      <p:tavLst>
                                        <p:tav tm="0">
                                          <p:val>
                                            <p:strVal val="#ppt_x+#ppt_w*1.125000"/>
                                          </p:val>
                                        </p:tav>
                                        <p:tav tm="100000">
                                          <p:val>
                                            <p:strVal val="#ppt_x"/>
                                          </p:val>
                                        </p:tav>
                                      </p:tavLst>
                                    </p:anim>
                                    <p:animEffect transition="in" filter="wipe(left)">
                                      <p:cBhvr>
                                        <p:cTn id="25" dur="500"/>
                                        <p:tgtEl>
                                          <p:spTgt spid="4"/>
                                        </p:tgtEl>
                                      </p:cBhvr>
                                    </p:animEffect>
                                  </p:childTnLst>
                                </p:cTn>
                              </p:par>
                              <p:par>
                                <p:cTn id="26" presetID="53" presetClass="entr" presetSubtype="16" fill="hold" nodeType="withEffect">
                                  <p:stCondLst>
                                    <p:cond delay="400"/>
                                  </p:stCondLst>
                                  <p:childTnLst>
                                    <p:set>
                                      <p:cBhvr>
                                        <p:cTn id="27" dur="1" fill="hold">
                                          <p:stCondLst>
                                            <p:cond delay="0"/>
                                          </p:stCondLst>
                                        </p:cTn>
                                        <p:tgtEl>
                                          <p:spTgt spid="7"/>
                                        </p:tgtEl>
                                        <p:attrNameLst>
                                          <p:attrName>style.visibility</p:attrName>
                                        </p:attrNameLst>
                                      </p:cBhvr>
                                      <p:to>
                                        <p:strVal val="visible"/>
                                      </p:to>
                                    </p:set>
                                    <p:anim calcmode="lin" valueType="num">
                                      <p:cBhvr>
                                        <p:cTn id="28" dur="500" fill="hold"/>
                                        <p:tgtEl>
                                          <p:spTgt spid="7"/>
                                        </p:tgtEl>
                                        <p:attrNameLst>
                                          <p:attrName>ppt_w</p:attrName>
                                        </p:attrNameLst>
                                      </p:cBhvr>
                                      <p:tavLst>
                                        <p:tav tm="0">
                                          <p:val>
                                            <p:fltVal val="0"/>
                                          </p:val>
                                        </p:tav>
                                        <p:tav tm="100000">
                                          <p:val>
                                            <p:strVal val="#ppt_w"/>
                                          </p:val>
                                        </p:tav>
                                      </p:tavLst>
                                    </p:anim>
                                    <p:anim calcmode="lin" valueType="num">
                                      <p:cBhvr>
                                        <p:cTn id="29" dur="500" fill="hold"/>
                                        <p:tgtEl>
                                          <p:spTgt spid="7"/>
                                        </p:tgtEl>
                                        <p:attrNameLst>
                                          <p:attrName>ppt_h</p:attrName>
                                        </p:attrNameLst>
                                      </p:cBhvr>
                                      <p:tavLst>
                                        <p:tav tm="0">
                                          <p:val>
                                            <p:fltVal val="0"/>
                                          </p:val>
                                        </p:tav>
                                        <p:tav tm="100000">
                                          <p:val>
                                            <p:strVal val="#ppt_h"/>
                                          </p:val>
                                        </p:tav>
                                      </p:tavLst>
                                    </p:anim>
                                    <p:animEffect transition="in" filter="fade">
                                      <p:cBhvr>
                                        <p:cTn id="30" dur="500"/>
                                        <p:tgtEl>
                                          <p:spTgt spid="7"/>
                                        </p:tgtEl>
                                      </p:cBhvr>
                                    </p:animEffect>
                                  </p:childTnLst>
                                </p:cTn>
                              </p:par>
                            </p:childTnLst>
                          </p:cTn>
                        </p:par>
                        <p:par>
                          <p:cTn id="31" fill="hold">
                            <p:stCondLst>
                              <p:cond delay="2000"/>
                            </p:stCondLst>
                            <p:childTnLst>
                              <p:par>
                                <p:cTn id="32" presetID="53" presetClass="entr" presetSubtype="16"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500" fill="hold"/>
                                        <p:tgtEl>
                                          <p:spTgt spid="10"/>
                                        </p:tgtEl>
                                        <p:attrNameLst>
                                          <p:attrName>ppt_w</p:attrName>
                                        </p:attrNameLst>
                                      </p:cBhvr>
                                      <p:tavLst>
                                        <p:tav tm="0">
                                          <p:val>
                                            <p:fltVal val="0"/>
                                          </p:val>
                                        </p:tav>
                                        <p:tav tm="100000">
                                          <p:val>
                                            <p:strVal val="#ppt_w"/>
                                          </p:val>
                                        </p:tav>
                                      </p:tavLst>
                                    </p:anim>
                                    <p:anim calcmode="lin" valueType="num">
                                      <p:cBhvr>
                                        <p:cTn id="35" dur="500" fill="hold"/>
                                        <p:tgtEl>
                                          <p:spTgt spid="10"/>
                                        </p:tgtEl>
                                        <p:attrNameLst>
                                          <p:attrName>ppt_h</p:attrName>
                                        </p:attrNameLst>
                                      </p:cBhvr>
                                      <p:tavLst>
                                        <p:tav tm="0">
                                          <p:val>
                                            <p:fltVal val="0"/>
                                          </p:val>
                                        </p:tav>
                                        <p:tav tm="100000">
                                          <p:val>
                                            <p:strVal val="#ppt_h"/>
                                          </p:val>
                                        </p:tav>
                                      </p:tavLst>
                                    </p:anim>
                                    <p:animEffect transition="in" filter="fade">
                                      <p:cBhvr>
                                        <p:cTn id="36" dur="500"/>
                                        <p:tgtEl>
                                          <p:spTgt spid="10"/>
                                        </p:tgtEl>
                                      </p:cBhvr>
                                    </p:animEffect>
                                  </p:childTnLst>
                                </p:cTn>
                              </p:par>
                              <p:par>
                                <p:cTn id="37" presetID="53" presetClass="entr" presetSubtype="16" fill="hold" nodeType="withEffect">
                                  <p:stCondLst>
                                    <p:cond delay="400"/>
                                  </p:stCondLst>
                                  <p:childTnLst>
                                    <p:set>
                                      <p:cBhvr>
                                        <p:cTn id="38" dur="1" fill="hold">
                                          <p:stCondLst>
                                            <p:cond delay="0"/>
                                          </p:stCondLst>
                                        </p:cTn>
                                        <p:tgtEl>
                                          <p:spTgt spid="13"/>
                                        </p:tgtEl>
                                        <p:attrNameLst>
                                          <p:attrName>style.visibility</p:attrName>
                                        </p:attrNameLst>
                                      </p:cBhvr>
                                      <p:to>
                                        <p:strVal val="visible"/>
                                      </p:to>
                                    </p:set>
                                    <p:anim calcmode="lin" valueType="num">
                                      <p:cBhvr>
                                        <p:cTn id="39" dur="500" fill="hold"/>
                                        <p:tgtEl>
                                          <p:spTgt spid="13"/>
                                        </p:tgtEl>
                                        <p:attrNameLst>
                                          <p:attrName>ppt_w</p:attrName>
                                        </p:attrNameLst>
                                      </p:cBhvr>
                                      <p:tavLst>
                                        <p:tav tm="0">
                                          <p:val>
                                            <p:fltVal val="0"/>
                                          </p:val>
                                        </p:tav>
                                        <p:tav tm="100000">
                                          <p:val>
                                            <p:strVal val="#ppt_w"/>
                                          </p:val>
                                        </p:tav>
                                      </p:tavLst>
                                    </p:anim>
                                    <p:anim calcmode="lin" valueType="num">
                                      <p:cBhvr>
                                        <p:cTn id="40" dur="500" fill="hold"/>
                                        <p:tgtEl>
                                          <p:spTgt spid="13"/>
                                        </p:tgtEl>
                                        <p:attrNameLst>
                                          <p:attrName>ppt_h</p:attrName>
                                        </p:attrNameLst>
                                      </p:cBhvr>
                                      <p:tavLst>
                                        <p:tav tm="0">
                                          <p:val>
                                            <p:fltVal val="0"/>
                                          </p:val>
                                        </p:tav>
                                        <p:tav tm="100000">
                                          <p:val>
                                            <p:strVal val="#ppt_h"/>
                                          </p:val>
                                        </p:tav>
                                      </p:tavLst>
                                    </p:anim>
                                    <p:animEffect transition="in" filter="fade">
                                      <p:cBhvr>
                                        <p:cTn id="41" dur="500"/>
                                        <p:tgtEl>
                                          <p:spTgt spid="13"/>
                                        </p:tgtEl>
                                      </p:cBhvr>
                                    </p:animEffect>
                                  </p:childTnLst>
                                </p:cTn>
                              </p:par>
                            </p:childTnLst>
                          </p:cTn>
                        </p:par>
                        <p:par>
                          <p:cTn id="42" fill="hold">
                            <p:stCondLst>
                              <p:cond delay="2900"/>
                            </p:stCondLst>
                            <p:childTnLst>
                              <p:par>
                                <p:cTn id="43" presetID="10" presetClass="entr" presetSubtype="0" fill="hold"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par>
                                <p:cTn id="46" presetID="10" presetClass="entr" presetSubtype="0" fill="hold" nodeType="withEffect">
                                  <p:stCondLst>
                                    <p:cond delay="20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par>
                                <p:cTn id="49" presetID="10" presetClass="entr" presetSubtype="0" fill="hold" grpId="0" nodeType="withEffect">
                                  <p:stCondLst>
                                    <p:cond delay="40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par>
                          <p:cTn id="52" fill="hold">
                            <p:stCondLst>
                              <p:cond delay="3800"/>
                            </p:stCondLst>
                            <p:childTnLst>
                              <p:par>
                                <p:cTn id="53" presetID="22" presetClass="entr" presetSubtype="8" fill="hold" nodeType="after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wipe(left)">
                                      <p:cBhvr>
                                        <p:cTn id="55" dur="500"/>
                                        <p:tgtEl>
                                          <p:spTgt spid="19"/>
                                        </p:tgtEl>
                                      </p:cBhvr>
                                    </p:animEffect>
                                  </p:childTnLst>
                                </p:cTn>
                              </p:par>
                            </p:childTnLst>
                          </p:cTn>
                        </p:par>
                        <p:par>
                          <p:cTn id="56" fill="hold">
                            <p:stCondLst>
                              <p:cond delay="4300"/>
                            </p:stCondLst>
                            <p:childTnLst>
                              <p:par>
                                <p:cTn id="57" presetID="22" presetClass="entr" presetSubtype="2" fill="hold" grpId="0"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right)">
                                      <p:cBhvr>
                                        <p:cTn id="59" dur="500"/>
                                        <p:tgtEl>
                                          <p:spTgt spid="16"/>
                                        </p:tgtEl>
                                      </p:cBhvr>
                                    </p:animEffect>
                                  </p:childTnLst>
                                </p:cTn>
                              </p:par>
                            </p:childTnLst>
                          </p:cTn>
                        </p:par>
                        <p:par>
                          <p:cTn id="60" fill="hold">
                            <p:stCondLst>
                              <p:cond delay="4800"/>
                            </p:stCondLst>
                            <p:childTnLst>
                              <p:par>
                                <p:cTn id="61" presetID="22" presetClass="entr" presetSubtype="8" fill="hold"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wipe(left)">
                                      <p:cBhvr>
                                        <p:cTn id="63" dur="500"/>
                                        <p:tgtEl>
                                          <p:spTgt spid="20"/>
                                        </p:tgtEl>
                                      </p:cBhvr>
                                    </p:animEffect>
                                  </p:childTnLst>
                                </p:cTn>
                              </p:par>
                            </p:childTnLst>
                          </p:cTn>
                        </p:par>
                        <p:par>
                          <p:cTn id="64" fill="hold">
                            <p:stCondLst>
                              <p:cond delay="5300"/>
                            </p:stCondLst>
                            <p:childTnLst>
                              <p:par>
                                <p:cTn id="65" presetID="22" presetClass="entr" presetSubtype="8"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wipe(left)">
                                      <p:cBhvr>
                                        <p:cTn id="67" dur="500"/>
                                        <p:tgtEl>
                                          <p:spTgt spid="17"/>
                                        </p:tgtEl>
                                      </p:cBhvr>
                                    </p:animEffect>
                                  </p:childTnLst>
                                </p:cTn>
                              </p:par>
                            </p:childTnLst>
                          </p:cTn>
                        </p:par>
                        <p:par>
                          <p:cTn id="68" fill="hold">
                            <p:stCondLst>
                              <p:cond delay="5800"/>
                            </p:stCondLst>
                            <p:childTnLst>
                              <p:par>
                                <p:cTn id="69" presetID="22" presetClass="entr" presetSubtype="8" fill="hold" nodeType="after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wipe(left)">
                                      <p:cBhvr>
                                        <p:cTn id="71" dur="500"/>
                                        <p:tgtEl>
                                          <p:spTgt spid="21"/>
                                        </p:tgtEl>
                                      </p:cBhvr>
                                    </p:animEffect>
                                  </p:childTnLst>
                                </p:cTn>
                              </p:par>
                            </p:childTnLst>
                          </p:cTn>
                        </p:par>
                        <p:par>
                          <p:cTn id="72" fill="hold">
                            <p:stCondLst>
                              <p:cond delay="6300"/>
                            </p:stCondLst>
                            <p:childTnLst>
                              <p:par>
                                <p:cTn id="73" presetID="22" presetClass="entr" presetSubtype="8" fill="hold" grpId="0" nodeType="afterEffect">
                                  <p:stCondLst>
                                    <p:cond delay="0"/>
                                  </p:stCondLst>
                                  <p:childTnLst>
                                    <p:set>
                                      <p:cBhvr>
                                        <p:cTn id="74" dur="1" fill="hold">
                                          <p:stCondLst>
                                            <p:cond delay="0"/>
                                          </p:stCondLst>
                                        </p:cTn>
                                        <p:tgtEl>
                                          <p:spTgt spid="18"/>
                                        </p:tgtEl>
                                        <p:attrNameLst>
                                          <p:attrName>style.visibility</p:attrName>
                                        </p:attrNameLst>
                                      </p:cBhvr>
                                      <p:to>
                                        <p:strVal val="visible"/>
                                      </p:to>
                                    </p:set>
                                    <p:animEffect transition="in" filter="wipe(left)">
                                      <p:cBhvr>
                                        <p:cTn id="75" dur="500"/>
                                        <p:tgtEl>
                                          <p:spTgt spid="18"/>
                                        </p:tgtEl>
                                      </p:cBhvr>
                                    </p:animEffect>
                                  </p:childTnLst>
                                </p:cTn>
                              </p:par>
                            </p:childTnLst>
                          </p:cTn>
                        </p:par>
                        <p:par>
                          <p:cTn id="76" fill="hold">
                            <p:stCondLst>
                              <p:cond delay="6800"/>
                            </p:stCondLst>
                            <p:childTnLst>
                              <p:par>
                                <p:cTn id="77" presetID="12" presetClass="entr" presetSubtype="8" fill="hold" grpId="0" nodeType="afterEffect">
                                  <p:stCondLst>
                                    <p:cond delay="0"/>
                                  </p:stCondLst>
                                  <p:childTnLst>
                                    <p:set>
                                      <p:cBhvr>
                                        <p:cTn id="78" dur="1" fill="hold">
                                          <p:stCondLst>
                                            <p:cond delay="0"/>
                                          </p:stCondLst>
                                        </p:cTn>
                                        <p:tgtEl>
                                          <p:spTgt spid="35"/>
                                        </p:tgtEl>
                                        <p:attrNameLst>
                                          <p:attrName>style.visibility</p:attrName>
                                        </p:attrNameLst>
                                      </p:cBhvr>
                                      <p:to>
                                        <p:strVal val="visible"/>
                                      </p:to>
                                    </p:set>
                                    <p:anim calcmode="lin" valueType="num">
                                      <p:cBhvr additive="base">
                                        <p:cTn id="79" dur="500"/>
                                        <p:tgtEl>
                                          <p:spTgt spid="35"/>
                                        </p:tgtEl>
                                        <p:attrNameLst>
                                          <p:attrName>ppt_x</p:attrName>
                                        </p:attrNameLst>
                                      </p:cBhvr>
                                      <p:tavLst>
                                        <p:tav tm="0">
                                          <p:val>
                                            <p:strVal val="#ppt_x-#ppt_w*1.125000"/>
                                          </p:val>
                                        </p:tav>
                                        <p:tav tm="100000">
                                          <p:val>
                                            <p:strVal val="#ppt_x"/>
                                          </p:val>
                                        </p:tav>
                                      </p:tavLst>
                                    </p:anim>
                                    <p:animEffect transition="in" filter="wipe(right)">
                                      <p:cBhvr>
                                        <p:cTn id="80" dur="500"/>
                                        <p:tgtEl>
                                          <p:spTgt spid="35"/>
                                        </p:tgtEl>
                                      </p:cBhvr>
                                    </p:animEffect>
                                  </p:childTnLst>
                                </p:cTn>
                              </p:par>
                            </p:childTnLst>
                          </p:cTn>
                        </p:par>
                        <p:par>
                          <p:cTn id="81" fill="hold">
                            <p:stCondLst>
                              <p:cond delay="7300"/>
                            </p:stCondLst>
                            <p:childTnLst>
                              <p:par>
                                <p:cTn id="82" presetID="12" presetClass="entr" presetSubtype="8" fill="hold" grpId="0" nodeType="afterEffect">
                                  <p:stCondLst>
                                    <p:cond delay="0"/>
                                  </p:stCondLst>
                                  <p:childTnLst>
                                    <p:set>
                                      <p:cBhvr>
                                        <p:cTn id="83" dur="1" fill="hold">
                                          <p:stCondLst>
                                            <p:cond delay="0"/>
                                          </p:stCondLst>
                                        </p:cTn>
                                        <p:tgtEl>
                                          <p:spTgt spid="36"/>
                                        </p:tgtEl>
                                        <p:attrNameLst>
                                          <p:attrName>style.visibility</p:attrName>
                                        </p:attrNameLst>
                                      </p:cBhvr>
                                      <p:to>
                                        <p:strVal val="visible"/>
                                      </p:to>
                                    </p:set>
                                    <p:anim calcmode="lin" valueType="num">
                                      <p:cBhvr additive="base">
                                        <p:cTn id="84" dur="500"/>
                                        <p:tgtEl>
                                          <p:spTgt spid="36"/>
                                        </p:tgtEl>
                                        <p:attrNameLst>
                                          <p:attrName>ppt_x</p:attrName>
                                        </p:attrNameLst>
                                      </p:cBhvr>
                                      <p:tavLst>
                                        <p:tav tm="0">
                                          <p:val>
                                            <p:strVal val="#ppt_x-#ppt_w*1.125000"/>
                                          </p:val>
                                        </p:tav>
                                        <p:tav tm="100000">
                                          <p:val>
                                            <p:strVal val="#ppt_x"/>
                                          </p:val>
                                        </p:tav>
                                      </p:tavLst>
                                    </p:anim>
                                    <p:animEffect transition="in" filter="wipe(right)">
                                      <p:cBhvr>
                                        <p:cTn id="85" dur="500"/>
                                        <p:tgtEl>
                                          <p:spTgt spid="36"/>
                                        </p:tgtEl>
                                      </p:cBhvr>
                                    </p:animEffect>
                                  </p:childTnLst>
                                </p:cTn>
                              </p:par>
                            </p:childTnLst>
                          </p:cTn>
                        </p:par>
                        <p:par>
                          <p:cTn id="86" fill="hold">
                            <p:stCondLst>
                              <p:cond delay="7800"/>
                            </p:stCondLst>
                            <p:childTnLst>
                              <p:par>
                                <p:cTn id="87" presetID="12" presetClass="entr" presetSubtype="8" fill="hold" grpId="0" nodeType="afterEffect">
                                  <p:stCondLst>
                                    <p:cond delay="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500"/>
                                        <p:tgtEl>
                                          <p:spTgt spid="37"/>
                                        </p:tgtEl>
                                        <p:attrNameLst>
                                          <p:attrName>ppt_x</p:attrName>
                                        </p:attrNameLst>
                                      </p:cBhvr>
                                      <p:tavLst>
                                        <p:tav tm="0">
                                          <p:val>
                                            <p:strVal val="#ppt_x-#ppt_w*1.125000"/>
                                          </p:val>
                                        </p:tav>
                                        <p:tav tm="100000">
                                          <p:val>
                                            <p:strVal val="#ppt_x"/>
                                          </p:val>
                                        </p:tav>
                                      </p:tavLst>
                                    </p:anim>
                                    <p:animEffect transition="in" filter="wipe(right)">
                                      <p:cBhvr>
                                        <p:cTn id="9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28" grpId="0" animBg="1"/>
      <p:bldP spid="30" grpId="0" animBg="1"/>
      <p:bldP spid="31" grpId="0"/>
      <p:bldP spid="35" grpId="0"/>
      <p:bldP spid="36" grpId="0"/>
      <p:bldP spid="37"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0AF92"/>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62213" y="137877"/>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个人履历</a:t>
            </a:r>
          </a:p>
        </p:txBody>
      </p:sp>
      <p:sp>
        <p:nvSpPr>
          <p:cNvPr id="8" name="任意多边形 7"/>
          <p:cNvSpPr/>
          <p:nvPr/>
        </p:nvSpPr>
        <p:spPr>
          <a:xfrm>
            <a:off x="2859137" y="1818259"/>
            <a:ext cx="2184781" cy="4369192"/>
          </a:xfrm>
          <a:custGeom>
            <a:avLst/>
            <a:gdLst>
              <a:gd name="connsiteX0" fmla="*/ 0 w 2468160"/>
              <a:gd name="connsiteY0" fmla="*/ 0 h 4937688"/>
              <a:gd name="connsiteX1" fmla="*/ 251709 w 2468160"/>
              <a:gd name="connsiteY1" fmla="*/ 12711 h 4937688"/>
              <a:gd name="connsiteX2" fmla="*/ 2468160 w 2468160"/>
              <a:gd name="connsiteY2" fmla="*/ 2468844 h 4937688"/>
              <a:gd name="connsiteX3" fmla="*/ 251709 w 2468160"/>
              <a:gd name="connsiteY3" fmla="*/ 4924978 h 4937688"/>
              <a:gd name="connsiteX4" fmla="*/ 0 w 2468160"/>
              <a:gd name="connsiteY4" fmla="*/ 4937688 h 4937688"/>
              <a:gd name="connsiteX5" fmla="*/ 0 w 2468160"/>
              <a:gd name="connsiteY5" fmla="*/ 4688120 h 4937688"/>
              <a:gd name="connsiteX6" fmla="*/ 226192 w 2468160"/>
              <a:gd name="connsiteY6" fmla="*/ 4676698 h 4937688"/>
              <a:gd name="connsiteX7" fmla="*/ 2218592 w 2468160"/>
              <a:gd name="connsiteY7" fmla="*/ 2468844 h 4937688"/>
              <a:gd name="connsiteX8" fmla="*/ 226192 w 2468160"/>
              <a:gd name="connsiteY8" fmla="*/ 260990 h 4937688"/>
              <a:gd name="connsiteX9" fmla="*/ 0 w 2468160"/>
              <a:gd name="connsiteY9" fmla="*/ 249569 h 493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68160" h="4937688">
                <a:moveTo>
                  <a:pt x="0" y="0"/>
                </a:moveTo>
                <a:lnTo>
                  <a:pt x="251709" y="12711"/>
                </a:lnTo>
                <a:cubicBezTo>
                  <a:pt x="1496657" y="139142"/>
                  <a:pt x="2468160" y="1190539"/>
                  <a:pt x="2468160" y="2468844"/>
                </a:cubicBezTo>
                <a:cubicBezTo>
                  <a:pt x="2468160" y="3747149"/>
                  <a:pt x="1496657" y="4798546"/>
                  <a:pt x="251709" y="4924978"/>
                </a:cubicBezTo>
                <a:lnTo>
                  <a:pt x="0" y="4937688"/>
                </a:lnTo>
                <a:lnTo>
                  <a:pt x="0" y="4688120"/>
                </a:lnTo>
                <a:lnTo>
                  <a:pt x="226192" y="4676698"/>
                </a:lnTo>
                <a:cubicBezTo>
                  <a:pt x="1345293" y="4563047"/>
                  <a:pt x="2218592" y="3617931"/>
                  <a:pt x="2218592" y="2468844"/>
                </a:cubicBezTo>
                <a:cubicBezTo>
                  <a:pt x="2218592" y="1319758"/>
                  <a:pt x="1345293" y="374641"/>
                  <a:pt x="226192" y="260990"/>
                </a:cubicBezTo>
                <a:lnTo>
                  <a:pt x="0" y="249569"/>
                </a:lnTo>
                <a:close/>
              </a:path>
            </a:pathLst>
          </a:custGeom>
          <a:solidFill>
            <a:schemeClr val="bg1">
              <a:lumMod val="95000"/>
            </a:schemeClr>
          </a:solidFill>
          <a:ln>
            <a:noFill/>
          </a:ln>
          <a:effectLst>
            <a:innerShdw blurRad="76200" dist="381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0" name="组合 9"/>
          <p:cNvGrpSpPr/>
          <p:nvPr/>
        </p:nvGrpSpPr>
        <p:grpSpPr>
          <a:xfrm>
            <a:off x="3599611" y="1859897"/>
            <a:ext cx="3282130" cy="115670"/>
            <a:chOff x="3904783" y="1674310"/>
            <a:chExt cx="3519256" cy="109703"/>
          </a:xfrm>
        </p:grpSpPr>
        <p:cxnSp>
          <p:nvCxnSpPr>
            <p:cNvPr id="16" name="直接连接符 15"/>
            <p:cNvCxnSpPr/>
            <p:nvPr/>
          </p:nvCxnSpPr>
          <p:spPr>
            <a:xfrm flipV="1">
              <a:off x="3904783" y="1718973"/>
              <a:ext cx="3402797" cy="10188"/>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7314336" y="1674310"/>
              <a:ext cx="109703" cy="10970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9" name="组合 18"/>
          <p:cNvGrpSpPr/>
          <p:nvPr/>
        </p:nvGrpSpPr>
        <p:grpSpPr>
          <a:xfrm>
            <a:off x="4760397" y="2911067"/>
            <a:ext cx="2121344" cy="115670"/>
            <a:chOff x="5149433" y="1674310"/>
            <a:chExt cx="2274606" cy="109703"/>
          </a:xfrm>
        </p:grpSpPr>
        <p:cxnSp>
          <p:nvCxnSpPr>
            <p:cNvPr id="25" name="直接连接符 24"/>
            <p:cNvCxnSpPr/>
            <p:nvPr/>
          </p:nvCxnSpPr>
          <p:spPr>
            <a:xfrm flipV="1">
              <a:off x="5149433" y="1718973"/>
              <a:ext cx="2158147" cy="6462"/>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 name="椭圆 25"/>
            <p:cNvSpPr/>
            <p:nvPr/>
          </p:nvSpPr>
          <p:spPr>
            <a:xfrm>
              <a:off x="7314336" y="1674310"/>
              <a:ext cx="109703" cy="10970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8" name="组合 27"/>
          <p:cNvGrpSpPr/>
          <p:nvPr/>
        </p:nvGrpSpPr>
        <p:grpSpPr>
          <a:xfrm>
            <a:off x="5186370" y="3962235"/>
            <a:ext cx="1695371" cy="115670"/>
            <a:chOff x="5606181" y="1674310"/>
            <a:chExt cx="1817858" cy="109703"/>
          </a:xfrm>
        </p:grpSpPr>
        <p:cxnSp>
          <p:nvCxnSpPr>
            <p:cNvPr id="37" name="直接连接符 36"/>
            <p:cNvCxnSpPr/>
            <p:nvPr/>
          </p:nvCxnSpPr>
          <p:spPr>
            <a:xfrm flipV="1">
              <a:off x="5606181" y="1718973"/>
              <a:ext cx="1701399" cy="5094"/>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7314336" y="1674310"/>
              <a:ext cx="109703" cy="10970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40" name="组合 39"/>
          <p:cNvGrpSpPr/>
          <p:nvPr/>
        </p:nvGrpSpPr>
        <p:grpSpPr>
          <a:xfrm>
            <a:off x="4794242" y="5013404"/>
            <a:ext cx="2087498" cy="115670"/>
            <a:chOff x="5185725" y="1674310"/>
            <a:chExt cx="2238314" cy="109703"/>
          </a:xfrm>
        </p:grpSpPr>
        <p:cxnSp>
          <p:nvCxnSpPr>
            <p:cNvPr id="59" name="直接连接符 58"/>
            <p:cNvCxnSpPr/>
            <p:nvPr/>
          </p:nvCxnSpPr>
          <p:spPr>
            <a:xfrm>
              <a:off x="5185725" y="1718973"/>
              <a:ext cx="2121855"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椭圆 59"/>
            <p:cNvSpPr/>
            <p:nvPr/>
          </p:nvSpPr>
          <p:spPr>
            <a:xfrm>
              <a:off x="7314336" y="1674310"/>
              <a:ext cx="109703" cy="10970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62" name="组合 61"/>
          <p:cNvGrpSpPr/>
          <p:nvPr/>
        </p:nvGrpSpPr>
        <p:grpSpPr>
          <a:xfrm>
            <a:off x="3704319" y="1917340"/>
            <a:ext cx="3522966" cy="4315577"/>
            <a:chOff x="4400565" y="-2403057"/>
            <a:chExt cx="3777491" cy="4092994"/>
          </a:xfrm>
        </p:grpSpPr>
        <p:cxnSp>
          <p:nvCxnSpPr>
            <p:cNvPr id="66" name="直接连接符 65"/>
            <p:cNvCxnSpPr>
              <a:stCxn id="70" idx="3"/>
            </p:cNvCxnSpPr>
            <p:nvPr/>
          </p:nvCxnSpPr>
          <p:spPr>
            <a:xfrm>
              <a:off x="4400565" y="-2403057"/>
              <a:ext cx="3777491" cy="4092994"/>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7" name="椭圆 66"/>
            <p:cNvSpPr/>
            <p:nvPr/>
          </p:nvSpPr>
          <p:spPr>
            <a:xfrm>
              <a:off x="7702415" y="1572687"/>
              <a:ext cx="109703" cy="10970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68" name="组合 67"/>
          <p:cNvGrpSpPr/>
          <p:nvPr/>
        </p:nvGrpSpPr>
        <p:grpSpPr>
          <a:xfrm>
            <a:off x="2780026" y="1461246"/>
            <a:ext cx="1205658" cy="1366019"/>
            <a:chOff x="1953260" y="1414909"/>
            <a:chExt cx="1143056" cy="1295559"/>
          </a:xfrm>
        </p:grpSpPr>
        <p:grpSp>
          <p:nvGrpSpPr>
            <p:cNvPr id="69" name="组合 68"/>
            <p:cNvGrpSpPr/>
            <p:nvPr/>
          </p:nvGrpSpPr>
          <p:grpSpPr>
            <a:xfrm>
              <a:off x="1982184" y="1414909"/>
              <a:ext cx="1114132" cy="1295559"/>
              <a:chOff x="3295850" y="2065379"/>
              <a:chExt cx="3592274" cy="4177307"/>
            </a:xfrm>
          </p:grpSpPr>
          <p:sp>
            <p:nvSpPr>
              <p:cNvPr id="71" name="圆角矩形 70"/>
              <p:cNvSpPr/>
              <p:nvPr/>
            </p:nvSpPr>
            <p:spPr>
              <a:xfrm rot="2760000">
                <a:off x="3283362" y="2637924"/>
                <a:ext cx="4177307" cy="3032217"/>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2" name="Freeform 5"/>
              <p:cNvSpPr>
                <a:spLocks/>
              </p:cNvSpPr>
              <p:nvPr/>
            </p:nvSpPr>
            <p:spPr bwMode="auto">
              <a:xfrm rot="10800000">
                <a:off x="3295850" y="2263220"/>
                <a:ext cx="2643765"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3" name="圆角矩形 72"/>
              <p:cNvSpPr/>
              <p:nvPr/>
            </p:nvSpPr>
            <p:spPr>
              <a:xfrm rot="2760000">
                <a:off x="3499201" y="2940762"/>
                <a:ext cx="3639373" cy="2369532"/>
              </a:xfrm>
              <a:prstGeom prst="roundRect">
                <a:avLst>
                  <a:gd name="adj" fmla="val 47577"/>
                </a:avLst>
              </a:prstGeom>
              <a:gradFill>
                <a:gsLst>
                  <a:gs pos="0">
                    <a:schemeClr val="tx1">
                      <a:alpha val="66000"/>
                    </a:schemeClr>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4" name="Freeform 5"/>
              <p:cNvSpPr>
                <a:spLocks/>
              </p:cNvSpPr>
              <p:nvPr/>
            </p:nvSpPr>
            <p:spPr bwMode="auto">
              <a:xfrm rot="10800000">
                <a:off x="3589408" y="2523401"/>
                <a:ext cx="2056648" cy="1822794"/>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60000">
                    <a:srgbClr val="ECECEC"/>
                  </a:gs>
                  <a:gs pos="100000">
                    <a:srgbClr val="D1D1D1"/>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152400" dist="38100" dir="2700000" algn="tl" rotWithShape="0">
                  <a:prstClr val="black">
                    <a:alpha val="33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70" name="文本框 88"/>
            <p:cNvSpPr txBox="1"/>
            <p:nvPr/>
          </p:nvSpPr>
          <p:spPr>
            <a:xfrm>
              <a:off x="1953260" y="1588201"/>
              <a:ext cx="876300" cy="518551"/>
            </a:xfrm>
            <a:prstGeom prst="rect">
              <a:avLst/>
            </a:prstGeom>
            <a:noFill/>
          </p:spPr>
          <p:txBody>
            <a:bodyPr wrap="square" rtlCol="0">
              <a:spAutoFit/>
            </a:bodyPr>
            <a:lstStyle/>
            <a:p>
              <a:pPr algn="ctr"/>
              <a:r>
                <a:rPr lang="en-US" altLang="zh-CN" sz="2953" dirty="0">
                  <a:solidFill>
                    <a:srgbClr val="FFB850"/>
                  </a:solidFill>
                  <a:latin typeface="Impact" panose="020B0806030902050204" pitchFamily="34" charset="0"/>
                </a:rPr>
                <a:t>01</a:t>
              </a:r>
              <a:endParaRPr lang="zh-CN" altLang="en-US" sz="2953" dirty="0">
                <a:solidFill>
                  <a:srgbClr val="FFB850"/>
                </a:solidFill>
                <a:latin typeface="Impact" panose="020B0806030902050204" pitchFamily="34" charset="0"/>
              </a:endParaRPr>
            </a:p>
          </p:txBody>
        </p:sp>
      </p:grpSp>
      <p:grpSp>
        <p:nvGrpSpPr>
          <p:cNvPr id="75" name="组合 74"/>
          <p:cNvGrpSpPr/>
          <p:nvPr/>
        </p:nvGrpSpPr>
        <p:grpSpPr>
          <a:xfrm>
            <a:off x="2750659" y="5661196"/>
            <a:ext cx="1205657" cy="1366019"/>
            <a:chOff x="1925418" y="5398225"/>
            <a:chExt cx="1143055" cy="1295559"/>
          </a:xfrm>
        </p:grpSpPr>
        <p:grpSp>
          <p:nvGrpSpPr>
            <p:cNvPr id="76" name="组合 75"/>
            <p:cNvGrpSpPr/>
            <p:nvPr/>
          </p:nvGrpSpPr>
          <p:grpSpPr>
            <a:xfrm>
              <a:off x="1954341" y="5398225"/>
              <a:ext cx="1114132" cy="1295559"/>
              <a:chOff x="3295850" y="2065379"/>
              <a:chExt cx="3592274" cy="4177307"/>
            </a:xfrm>
          </p:grpSpPr>
          <p:sp>
            <p:nvSpPr>
              <p:cNvPr id="78" name="圆角矩形 77"/>
              <p:cNvSpPr/>
              <p:nvPr/>
            </p:nvSpPr>
            <p:spPr>
              <a:xfrm rot="2760000">
                <a:off x="3283362" y="2637924"/>
                <a:ext cx="4177307" cy="3032217"/>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9" name="Freeform 5"/>
              <p:cNvSpPr>
                <a:spLocks/>
              </p:cNvSpPr>
              <p:nvPr/>
            </p:nvSpPr>
            <p:spPr bwMode="auto">
              <a:xfrm rot="10800000">
                <a:off x="3295850" y="2263222"/>
                <a:ext cx="2643765"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0" name="圆角矩形 79"/>
              <p:cNvSpPr/>
              <p:nvPr/>
            </p:nvSpPr>
            <p:spPr>
              <a:xfrm rot="2760000">
                <a:off x="3499201" y="2940762"/>
                <a:ext cx="3639373" cy="2369532"/>
              </a:xfrm>
              <a:prstGeom prst="roundRect">
                <a:avLst>
                  <a:gd name="adj" fmla="val 47577"/>
                </a:avLst>
              </a:prstGeom>
              <a:gradFill>
                <a:gsLst>
                  <a:gs pos="0">
                    <a:schemeClr val="tx1">
                      <a:alpha val="66000"/>
                    </a:schemeClr>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1" name="Freeform 5"/>
              <p:cNvSpPr>
                <a:spLocks/>
              </p:cNvSpPr>
              <p:nvPr/>
            </p:nvSpPr>
            <p:spPr bwMode="auto">
              <a:xfrm rot="10800000">
                <a:off x="3589408" y="2523401"/>
                <a:ext cx="2056648" cy="1822794"/>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60000">
                    <a:srgbClr val="ECECEC"/>
                  </a:gs>
                  <a:gs pos="100000">
                    <a:srgbClr val="D1D1D1"/>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152400" dist="38100" dir="2700000" algn="tl" rotWithShape="0">
                  <a:prstClr val="black">
                    <a:alpha val="33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77" name="文本框 89"/>
            <p:cNvSpPr txBox="1"/>
            <p:nvPr/>
          </p:nvSpPr>
          <p:spPr>
            <a:xfrm>
              <a:off x="1925418" y="5561329"/>
              <a:ext cx="876300" cy="518551"/>
            </a:xfrm>
            <a:prstGeom prst="rect">
              <a:avLst/>
            </a:prstGeom>
            <a:noFill/>
          </p:spPr>
          <p:txBody>
            <a:bodyPr wrap="square" rtlCol="0">
              <a:spAutoFit/>
            </a:bodyPr>
            <a:lstStyle/>
            <a:p>
              <a:pPr algn="ctr"/>
              <a:r>
                <a:rPr lang="en-US" altLang="zh-CN" sz="2953" dirty="0">
                  <a:solidFill>
                    <a:srgbClr val="663A77"/>
                  </a:solidFill>
                  <a:latin typeface="Impact" panose="020B0806030902050204" pitchFamily="34" charset="0"/>
                </a:rPr>
                <a:t>05</a:t>
              </a:r>
              <a:endParaRPr lang="zh-CN" altLang="en-US" sz="2953" dirty="0">
                <a:solidFill>
                  <a:srgbClr val="663A77"/>
                </a:solidFill>
                <a:latin typeface="Impact" panose="020B0806030902050204" pitchFamily="34" charset="0"/>
              </a:endParaRPr>
            </a:p>
          </p:txBody>
        </p:sp>
      </p:grpSp>
      <p:grpSp>
        <p:nvGrpSpPr>
          <p:cNvPr id="82" name="组合 81"/>
          <p:cNvGrpSpPr/>
          <p:nvPr/>
        </p:nvGrpSpPr>
        <p:grpSpPr>
          <a:xfrm>
            <a:off x="4013433" y="4617912"/>
            <a:ext cx="1209282" cy="1366019"/>
            <a:chOff x="3122624" y="4408754"/>
            <a:chExt cx="1146492" cy="1295559"/>
          </a:xfrm>
        </p:grpSpPr>
        <p:grpSp>
          <p:nvGrpSpPr>
            <p:cNvPr id="83" name="组合 82"/>
            <p:cNvGrpSpPr/>
            <p:nvPr/>
          </p:nvGrpSpPr>
          <p:grpSpPr>
            <a:xfrm>
              <a:off x="3154984" y="4408754"/>
              <a:ext cx="1114132" cy="1295559"/>
              <a:chOff x="3295850" y="2065379"/>
              <a:chExt cx="3592274" cy="4177307"/>
            </a:xfrm>
          </p:grpSpPr>
          <p:sp>
            <p:nvSpPr>
              <p:cNvPr id="85" name="圆角矩形 84"/>
              <p:cNvSpPr/>
              <p:nvPr/>
            </p:nvSpPr>
            <p:spPr>
              <a:xfrm rot="2760000">
                <a:off x="3283362" y="2637924"/>
                <a:ext cx="4177307" cy="3032217"/>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Freeform 5"/>
              <p:cNvSpPr>
                <a:spLocks/>
              </p:cNvSpPr>
              <p:nvPr/>
            </p:nvSpPr>
            <p:spPr bwMode="auto">
              <a:xfrm rot="10800000">
                <a:off x="3295850" y="2263222"/>
                <a:ext cx="2643765"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7" name="圆角矩形 86"/>
              <p:cNvSpPr/>
              <p:nvPr/>
            </p:nvSpPr>
            <p:spPr>
              <a:xfrm rot="2760000">
                <a:off x="3499201" y="2940762"/>
                <a:ext cx="3639373" cy="2369532"/>
              </a:xfrm>
              <a:prstGeom prst="roundRect">
                <a:avLst>
                  <a:gd name="adj" fmla="val 47577"/>
                </a:avLst>
              </a:prstGeom>
              <a:gradFill>
                <a:gsLst>
                  <a:gs pos="0">
                    <a:schemeClr val="tx1">
                      <a:alpha val="66000"/>
                    </a:schemeClr>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8" name="Freeform 5"/>
              <p:cNvSpPr>
                <a:spLocks/>
              </p:cNvSpPr>
              <p:nvPr/>
            </p:nvSpPr>
            <p:spPr bwMode="auto">
              <a:xfrm rot="10800000">
                <a:off x="3589408" y="2523401"/>
                <a:ext cx="2056648" cy="1822794"/>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60000">
                    <a:srgbClr val="ECECEC"/>
                  </a:gs>
                  <a:gs pos="100000">
                    <a:srgbClr val="D1D1D1"/>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152400" dist="38100" dir="2700000" algn="tl" rotWithShape="0">
                  <a:prstClr val="black">
                    <a:alpha val="33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84" name="文本框 90"/>
            <p:cNvSpPr txBox="1"/>
            <p:nvPr/>
          </p:nvSpPr>
          <p:spPr>
            <a:xfrm>
              <a:off x="3122624" y="4575486"/>
              <a:ext cx="876300" cy="518551"/>
            </a:xfrm>
            <a:prstGeom prst="rect">
              <a:avLst/>
            </a:prstGeom>
            <a:noFill/>
          </p:spPr>
          <p:txBody>
            <a:bodyPr wrap="square" rtlCol="0">
              <a:spAutoFit/>
            </a:bodyPr>
            <a:lstStyle/>
            <a:p>
              <a:pPr algn="ctr"/>
              <a:r>
                <a:rPr lang="en-US" altLang="zh-CN" sz="2953" dirty="0">
                  <a:solidFill>
                    <a:srgbClr val="00AF92"/>
                  </a:solidFill>
                  <a:latin typeface="Impact" panose="020B0806030902050204" pitchFamily="34" charset="0"/>
                </a:rPr>
                <a:t>04</a:t>
              </a:r>
              <a:endParaRPr lang="zh-CN" altLang="en-US" sz="2953" dirty="0">
                <a:solidFill>
                  <a:srgbClr val="00AF92"/>
                </a:solidFill>
                <a:latin typeface="Impact" panose="020B0806030902050204" pitchFamily="34" charset="0"/>
              </a:endParaRPr>
            </a:p>
          </p:txBody>
        </p:sp>
      </p:grpSp>
      <p:grpSp>
        <p:nvGrpSpPr>
          <p:cNvPr id="89" name="组合 88"/>
          <p:cNvGrpSpPr/>
          <p:nvPr/>
        </p:nvGrpSpPr>
        <p:grpSpPr>
          <a:xfrm>
            <a:off x="4013433" y="2505881"/>
            <a:ext cx="1189717" cy="1366019"/>
            <a:chOff x="3122624" y="2405662"/>
            <a:chExt cx="1127943" cy="1295559"/>
          </a:xfrm>
        </p:grpSpPr>
        <p:grpSp>
          <p:nvGrpSpPr>
            <p:cNvPr id="90" name="组合 89"/>
            <p:cNvGrpSpPr/>
            <p:nvPr/>
          </p:nvGrpSpPr>
          <p:grpSpPr>
            <a:xfrm>
              <a:off x="3136435" y="2405662"/>
              <a:ext cx="1114132" cy="1295559"/>
              <a:chOff x="3295850" y="2065379"/>
              <a:chExt cx="3592274" cy="4177307"/>
            </a:xfrm>
          </p:grpSpPr>
          <p:sp>
            <p:nvSpPr>
              <p:cNvPr id="92" name="圆角矩形 91"/>
              <p:cNvSpPr/>
              <p:nvPr/>
            </p:nvSpPr>
            <p:spPr>
              <a:xfrm rot="2760000">
                <a:off x="3283362" y="2637924"/>
                <a:ext cx="4177307" cy="3032217"/>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3" name="Freeform 5"/>
              <p:cNvSpPr>
                <a:spLocks/>
              </p:cNvSpPr>
              <p:nvPr/>
            </p:nvSpPr>
            <p:spPr bwMode="auto">
              <a:xfrm rot="10800000">
                <a:off x="3295850" y="2263222"/>
                <a:ext cx="2643765"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4" name="圆角矩形 93"/>
              <p:cNvSpPr/>
              <p:nvPr/>
            </p:nvSpPr>
            <p:spPr>
              <a:xfrm rot="2760000">
                <a:off x="3499201" y="2940762"/>
                <a:ext cx="3639373" cy="2369532"/>
              </a:xfrm>
              <a:prstGeom prst="roundRect">
                <a:avLst>
                  <a:gd name="adj" fmla="val 47577"/>
                </a:avLst>
              </a:prstGeom>
              <a:gradFill>
                <a:gsLst>
                  <a:gs pos="0">
                    <a:schemeClr val="tx1">
                      <a:alpha val="66000"/>
                    </a:schemeClr>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5" name="Freeform 5"/>
              <p:cNvSpPr>
                <a:spLocks/>
              </p:cNvSpPr>
              <p:nvPr/>
            </p:nvSpPr>
            <p:spPr bwMode="auto">
              <a:xfrm rot="10800000">
                <a:off x="3589408" y="2523401"/>
                <a:ext cx="2056648" cy="1822794"/>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60000">
                    <a:srgbClr val="ECECEC"/>
                  </a:gs>
                  <a:gs pos="100000">
                    <a:srgbClr val="D1D1D1"/>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152400" dist="38100" dir="2700000" algn="tl" rotWithShape="0">
                  <a:prstClr val="black">
                    <a:alpha val="33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91" name="文本框 91"/>
            <p:cNvSpPr txBox="1"/>
            <p:nvPr/>
          </p:nvSpPr>
          <p:spPr>
            <a:xfrm>
              <a:off x="3122624" y="2571385"/>
              <a:ext cx="876300" cy="518551"/>
            </a:xfrm>
            <a:prstGeom prst="rect">
              <a:avLst/>
            </a:prstGeom>
            <a:noFill/>
          </p:spPr>
          <p:txBody>
            <a:bodyPr wrap="square" rtlCol="0">
              <a:spAutoFit/>
            </a:bodyPr>
            <a:lstStyle/>
            <a:p>
              <a:pPr algn="ctr"/>
              <a:r>
                <a:rPr lang="en-US" altLang="zh-CN" sz="2953" dirty="0">
                  <a:solidFill>
                    <a:srgbClr val="01ACBE"/>
                  </a:solidFill>
                  <a:latin typeface="Impact" panose="020B0806030902050204" pitchFamily="34" charset="0"/>
                </a:rPr>
                <a:t>02</a:t>
              </a:r>
              <a:endParaRPr lang="zh-CN" altLang="en-US" sz="2953" dirty="0">
                <a:solidFill>
                  <a:srgbClr val="01ACBE"/>
                </a:solidFill>
                <a:latin typeface="Impact" panose="020B0806030902050204" pitchFamily="34" charset="0"/>
              </a:endParaRPr>
            </a:p>
          </p:txBody>
        </p:sp>
      </p:grpSp>
      <p:grpSp>
        <p:nvGrpSpPr>
          <p:cNvPr id="96" name="组合 95"/>
          <p:cNvGrpSpPr/>
          <p:nvPr/>
        </p:nvGrpSpPr>
        <p:grpSpPr>
          <a:xfrm>
            <a:off x="4493663" y="3547353"/>
            <a:ext cx="1199762" cy="1366019"/>
            <a:chOff x="3577919" y="3393414"/>
            <a:chExt cx="1137467" cy="1295559"/>
          </a:xfrm>
        </p:grpSpPr>
        <p:grpSp>
          <p:nvGrpSpPr>
            <p:cNvPr id="97" name="组合 96"/>
            <p:cNvGrpSpPr/>
            <p:nvPr/>
          </p:nvGrpSpPr>
          <p:grpSpPr>
            <a:xfrm>
              <a:off x="3601254" y="3393414"/>
              <a:ext cx="1114132" cy="1295559"/>
              <a:chOff x="3295850" y="2065379"/>
              <a:chExt cx="3592274" cy="4177307"/>
            </a:xfrm>
          </p:grpSpPr>
          <p:sp>
            <p:nvSpPr>
              <p:cNvPr id="99" name="圆角矩形 98"/>
              <p:cNvSpPr/>
              <p:nvPr/>
            </p:nvSpPr>
            <p:spPr>
              <a:xfrm rot="2760000">
                <a:off x="3283362" y="2637924"/>
                <a:ext cx="4177307" cy="3032217"/>
              </a:xfrm>
              <a:prstGeom prst="roundRect">
                <a:avLst>
                  <a:gd name="adj" fmla="val 47577"/>
                </a:avLst>
              </a:prstGeom>
              <a:gradFill>
                <a:gsLst>
                  <a:gs pos="0">
                    <a:schemeClr val="tx1"/>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0" name="Freeform 5"/>
              <p:cNvSpPr>
                <a:spLocks/>
              </p:cNvSpPr>
              <p:nvPr/>
            </p:nvSpPr>
            <p:spPr bwMode="auto">
              <a:xfrm rot="10800000">
                <a:off x="3295850" y="2263222"/>
                <a:ext cx="2643765" cy="2343151"/>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03200" dist="635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1" name="圆角矩形 100"/>
              <p:cNvSpPr/>
              <p:nvPr/>
            </p:nvSpPr>
            <p:spPr>
              <a:xfrm rot="2760000">
                <a:off x="3499201" y="2940762"/>
                <a:ext cx="3639373" cy="2369532"/>
              </a:xfrm>
              <a:prstGeom prst="roundRect">
                <a:avLst>
                  <a:gd name="adj" fmla="val 47577"/>
                </a:avLst>
              </a:prstGeom>
              <a:gradFill>
                <a:gsLst>
                  <a:gs pos="0">
                    <a:schemeClr val="tx1">
                      <a:alpha val="66000"/>
                    </a:schemeClr>
                  </a:gs>
                  <a:gs pos="100000">
                    <a:srgbClr val="E8E8E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2" name="Freeform 5"/>
              <p:cNvSpPr>
                <a:spLocks/>
              </p:cNvSpPr>
              <p:nvPr/>
            </p:nvSpPr>
            <p:spPr bwMode="auto">
              <a:xfrm rot="10800000">
                <a:off x="3589408" y="2523401"/>
                <a:ext cx="2056648" cy="1822794"/>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60000">
                    <a:srgbClr val="ECECEC"/>
                  </a:gs>
                  <a:gs pos="100000">
                    <a:srgbClr val="D1D1D1"/>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152400" dist="38100" dir="2700000" algn="tl" rotWithShape="0">
                  <a:prstClr val="black">
                    <a:alpha val="33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98" name="文本框 92"/>
            <p:cNvSpPr txBox="1"/>
            <p:nvPr/>
          </p:nvSpPr>
          <p:spPr>
            <a:xfrm>
              <a:off x="3577919" y="3560637"/>
              <a:ext cx="876300" cy="518551"/>
            </a:xfrm>
            <a:prstGeom prst="rect">
              <a:avLst/>
            </a:prstGeom>
            <a:noFill/>
          </p:spPr>
          <p:txBody>
            <a:bodyPr wrap="square" rtlCol="0">
              <a:spAutoFit/>
            </a:bodyPr>
            <a:lstStyle/>
            <a:p>
              <a:pPr algn="ctr"/>
              <a:r>
                <a:rPr lang="en-US" altLang="zh-CN" sz="2953" dirty="0">
                  <a:solidFill>
                    <a:srgbClr val="E87071"/>
                  </a:solidFill>
                  <a:latin typeface="Impact" panose="020B0806030902050204" pitchFamily="34" charset="0"/>
                </a:rPr>
                <a:t>03</a:t>
              </a:r>
              <a:endParaRPr lang="zh-CN" altLang="en-US" sz="2953" dirty="0">
                <a:solidFill>
                  <a:srgbClr val="E87071"/>
                </a:solidFill>
                <a:latin typeface="Impact" panose="020B0806030902050204" pitchFamily="34" charset="0"/>
              </a:endParaRPr>
            </a:p>
          </p:txBody>
        </p:sp>
      </p:grpSp>
      <p:grpSp>
        <p:nvGrpSpPr>
          <p:cNvPr id="103" name="组合 102"/>
          <p:cNvGrpSpPr/>
          <p:nvPr/>
        </p:nvGrpSpPr>
        <p:grpSpPr>
          <a:xfrm>
            <a:off x="1529743" y="3001820"/>
            <a:ext cx="2259773" cy="2002069"/>
            <a:chOff x="1082221" y="2876021"/>
            <a:chExt cx="2142438" cy="1898802"/>
          </a:xfrm>
        </p:grpSpPr>
        <p:sp>
          <p:nvSpPr>
            <p:cNvPr id="104" name="Freeform 5"/>
            <p:cNvSpPr>
              <a:spLocks/>
            </p:cNvSpPr>
            <p:nvPr/>
          </p:nvSpPr>
          <p:spPr bwMode="auto">
            <a:xfrm rot="10800000">
              <a:off x="1082221" y="2876021"/>
              <a:ext cx="2142438" cy="189880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gs>
                <a:gs pos="73000">
                  <a:srgbClr val="ECECEC"/>
                </a:gs>
                <a:gs pos="100000">
                  <a:srgbClr val="D9D9D9"/>
                </a:gs>
              </a:gsLst>
              <a:lin ang="2700000" scaled="1"/>
              <a:tileRect/>
            </a:gradFill>
            <a:ln w="19050">
              <a:gradFill flip="none" rotWithShape="1">
                <a:gsLst>
                  <a:gs pos="29000">
                    <a:srgbClr val="E0E0E0"/>
                  </a:gs>
                  <a:gs pos="0">
                    <a:srgbClr val="999999"/>
                  </a:gs>
                  <a:gs pos="83000">
                    <a:schemeClr val="bg1"/>
                  </a:gs>
                </a:gsLst>
                <a:lin ang="2700000" scaled="1"/>
                <a:tileRect/>
              </a:gradFill>
            </a:ln>
            <a:effectLst>
              <a:outerShdw blurRad="254000" dist="114300" dir="2700000" algn="tl" rotWithShape="0">
                <a:prstClr val="black">
                  <a:alpha val="32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5" name="Freeform 48"/>
            <p:cNvSpPr>
              <a:spLocks noEditPoints="1"/>
            </p:cNvSpPr>
            <p:nvPr/>
          </p:nvSpPr>
          <p:spPr bwMode="auto">
            <a:xfrm>
              <a:off x="1852542" y="3136483"/>
              <a:ext cx="601794" cy="654512"/>
            </a:xfrm>
            <a:custGeom>
              <a:avLst/>
              <a:gdLst>
                <a:gd name="T0" fmla="*/ 189 w 311"/>
                <a:gd name="T1" fmla="*/ 220 h 339"/>
                <a:gd name="T2" fmla="*/ 209 w 311"/>
                <a:gd name="T3" fmla="*/ 163 h 339"/>
                <a:gd name="T4" fmla="*/ 221 w 311"/>
                <a:gd name="T5" fmla="*/ 120 h 339"/>
                <a:gd name="T6" fmla="*/ 221 w 311"/>
                <a:gd name="T7" fmla="*/ 120 h 339"/>
                <a:gd name="T8" fmla="*/ 222 w 311"/>
                <a:gd name="T9" fmla="*/ 116 h 339"/>
                <a:gd name="T10" fmla="*/ 222 w 311"/>
                <a:gd name="T11" fmla="*/ 112 h 339"/>
                <a:gd name="T12" fmla="*/ 223 w 311"/>
                <a:gd name="T13" fmla="*/ 109 h 339"/>
                <a:gd name="T14" fmla="*/ 223 w 311"/>
                <a:gd name="T15" fmla="*/ 105 h 339"/>
                <a:gd name="T16" fmla="*/ 223 w 311"/>
                <a:gd name="T17" fmla="*/ 102 h 339"/>
                <a:gd name="T18" fmla="*/ 224 w 311"/>
                <a:gd name="T19" fmla="*/ 98 h 339"/>
                <a:gd name="T20" fmla="*/ 224 w 311"/>
                <a:gd name="T21" fmla="*/ 95 h 339"/>
                <a:gd name="T22" fmla="*/ 224 w 311"/>
                <a:gd name="T23" fmla="*/ 92 h 339"/>
                <a:gd name="T24" fmla="*/ 223 w 311"/>
                <a:gd name="T25" fmla="*/ 89 h 339"/>
                <a:gd name="T26" fmla="*/ 223 w 311"/>
                <a:gd name="T27" fmla="*/ 87 h 339"/>
                <a:gd name="T28" fmla="*/ 223 w 311"/>
                <a:gd name="T29" fmla="*/ 85 h 339"/>
                <a:gd name="T30" fmla="*/ 223 w 311"/>
                <a:gd name="T31" fmla="*/ 83 h 339"/>
                <a:gd name="T32" fmla="*/ 223 w 311"/>
                <a:gd name="T33" fmla="*/ 82 h 339"/>
                <a:gd name="T34" fmla="*/ 223 w 311"/>
                <a:gd name="T35" fmla="*/ 81 h 339"/>
                <a:gd name="T36" fmla="*/ 223 w 311"/>
                <a:gd name="T37" fmla="*/ 81 h 339"/>
                <a:gd name="T38" fmla="*/ 108 w 311"/>
                <a:gd name="T39" fmla="*/ 36 h 339"/>
                <a:gd name="T40" fmla="*/ 78 w 311"/>
                <a:gd name="T41" fmla="*/ 55 h 339"/>
                <a:gd name="T42" fmla="*/ 77 w 311"/>
                <a:gd name="T43" fmla="*/ 59 h 339"/>
                <a:gd name="T44" fmla="*/ 76 w 311"/>
                <a:gd name="T45" fmla="*/ 64 h 339"/>
                <a:gd name="T46" fmla="*/ 76 w 311"/>
                <a:gd name="T47" fmla="*/ 69 h 339"/>
                <a:gd name="T48" fmla="*/ 75 w 311"/>
                <a:gd name="T49" fmla="*/ 74 h 339"/>
                <a:gd name="T50" fmla="*/ 75 w 311"/>
                <a:gd name="T51" fmla="*/ 78 h 339"/>
                <a:gd name="T52" fmla="*/ 76 w 311"/>
                <a:gd name="T53" fmla="*/ 83 h 339"/>
                <a:gd name="T54" fmla="*/ 76 w 311"/>
                <a:gd name="T55" fmla="*/ 87 h 339"/>
                <a:gd name="T56" fmla="*/ 77 w 311"/>
                <a:gd name="T57" fmla="*/ 92 h 339"/>
                <a:gd name="T58" fmla="*/ 77 w 311"/>
                <a:gd name="T59" fmla="*/ 96 h 339"/>
                <a:gd name="T60" fmla="*/ 78 w 311"/>
                <a:gd name="T61" fmla="*/ 100 h 339"/>
                <a:gd name="T62" fmla="*/ 79 w 311"/>
                <a:gd name="T63" fmla="*/ 104 h 339"/>
                <a:gd name="T64" fmla="*/ 80 w 311"/>
                <a:gd name="T65" fmla="*/ 106 h 339"/>
                <a:gd name="T66" fmla="*/ 84 w 311"/>
                <a:gd name="T67" fmla="*/ 119 h 339"/>
                <a:gd name="T68" fmla="*/ 92 w 311"/>
                <a:gd name="T69" fmla="*/ 161 h 339"/>
                <a:gd name="T70" fmla="*/ 104 w 311"/>
                <a:gd name="T71" fmla="*/ 238 h 339"/>
                <a:gd name="T72" fmla="*/ 0 w 311"/>
                <a:gd name="T73" fmla="*/ 339 h 339"/>
                <a:gd name="T74" fmla="*/ 148 w 311"/>
                <a:gd name="T75" fmla="*/ 271 h 339"/>
                <a:gd name="T76" fmla="*/ 146 w 311"/>
                <a:gd name="T77" fmla="*/ 249 h 339"/>
                <a:gd name="T78" fmla="*/ 175 w 311"/>
                <a:gd name="T79" fmla="*/ 258 h 339"/>
                <a:gd name="T80" fmla="*/ 174 w 311"/>
                <a:gd name="T81" fmla="*/ 339 h 339"/>
                <a:gd name="T82" fmla="*/ 216 w 311"/>
                <a:gd name="T83" fmla="*/ 244 h 339"/>
                <a:gd name="T84" fmla="*/ 81 w 311"/>
                <a:gd name="T85" fmla="*/ 139 h 339"/>
                <a:gd name="T86" fmla="*/ 93 w 311"/>
                <a:gd name="T87" fmla="*/ 136 h 339"/>
                <a:gd name="T88" fmla="*/ 105 w 311"/>
                <a:gd name="T89" fmla="*/ 72 h 339"/>
                <a:gd name="T90" fmla="*/ 211 w 311"/>
                <a:gd name="T91" fmla="*/ 131 h 339"/>
                <a:gd name="T92" fmla="*/ 222 w 311"/>
                <a:gd name="T93" fmla="*/ 130 h 339"/>
                <a:gd name="T94" fmla="*/ 183 w 311"/>
                <a:gd name="T95" fmla="*/ 201 h 339"/>
                <a:gd name="T96" fmla="*/ 96 w 311"/>
                <a:gd name="T97" fmla="*/ 158 h 339"/>
                <a:gd name="T98" fmla="*/ 166 w 311"/>
                <a:gd name="T99" fmla="*/ 245 h 339"/>
                <a:gd name="T100" fmla="*/ 117 w 311"/>
                <a:gd name="T101" fmla="*/ 225 h 339"/>
                <a:gd name="T102" fmla="*/ 152 w 311"/>
                <a:gd name="T103" fmla="*/ 220 h 339"/>
                <a:gd name="T104" fmla="*/ 185 w 311"/>
                <a:gd name="T105" fmla="*/ 22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 h="339">
                  <a:moveTo>
                    <a:pt x="216" y="244"/>
                  </a:moveTo>
                  <a:cubicBezTo>
                    <a:pt x="194" y="236"/>
                    <a:pt x="189" y="220"/>
                    <a:pt x="189" y="220"/>
                  </a:cubicBezTo>
                  <a:cubicBezTo>
                    <a:pt x="189" y="202"/>
                    <a:pt x="189" y="202"/>
                    <a:pt x="189" y="202"/>
                  </a:cubicBezTo>
                  <a:cubicBezTo>
                    <a:pt x="205" y="182"/>
                    <a:pt x="209" y="163"/>
                    <a:pt x="209" y="163"/>
                  </a:cubicBezTo>
                  <a:cubicBezTo>
                    <a:pt x="212" y="160"/>
                    <a:pt x="218" y="154"/>
                    <a:pt x="218" y="154"/>
                  </a:cubicBezTo>
                  <a:cubicBezTo>
                    <a:pt x="229" y="137"/>
                    <a:pt x="225" y="116"/>
                    <a:pt x="221" y="120"/>
                  </a:cubicBezTo>
                  <a:cubicBezTo>
                    <a:pt x="221" y="120"/>
                    <a:pt x="221" y="121"/>
                    <a:pt x="220" y="122"/>
                  </a:cubicBezTo>
                  <a:cubicBezTo>
                    <a:pt x="220" y="121"/>
                    <a:pt x="221" y="121"/>
                    <a:pt x="221" y="120"/>
                  </a:cubicBezTo>
                  <a:cubicBezTo>
                    <a:pt x="221" y="120"/>
                    <a:pt x="221" y="119"/>
                    <a:pt x="221" y="119"/>
                  </a:cubicBezTo>
                  <a:cubicBezTo>
                    <a:pt x="221" y="118"/>
                    <a:pt x="221" y="117"/>
                    <a:pt x="222" y="116"/>
                  </a:cubicBezTo>
                  <a:cubicBezTo>
                    <a:pt x="222" y="116"/>
                    <a:pt x="222" y="116"/>
                    <a:pt x="222" y="115"/>
                  </a:cubicBezTo>
                  <a:cubicBezTo>
                    <a:pt x="222" y="114"/>
                    <a:pt x="222" y="113"/>
                    <a:pt x="222" y="112"/>
                  </a:cubicBezTo>
                  <a:cubicBezTo>
                    <a:pt x="222" y="112"/>
                    <a:pt x="222" y="112"/>
                    <a:pt x="222" y="111"/>
                  </a:cubicBezTo>
                  <a:cubicBezTo>
                    <a:pt x="223" y="110"/>
                    <a:pt x="223" y="110"/>
                    <a:pt x="223" y="109"/>
                  </a:cubicBezTo>
                  <a:cubicBezTo>
                    <a:pt x="223" y="108"/>
                    <a:pt x="223" y="108"/>
                    <a:pt x="223" y="108"/>
                  </a:cubicBezTo>
                  <a:cubicBezTo>
                    <a:pt x="223" y="107"/>
                    <a:pt x="223" y="106"/>
                    <a:pt x="223" y="105"/>
                  </a:cubicBezTo>
                  <a:cubicBezTo>
                    <a:pt x="223" y="105"/>
                    <a:pt x="223" y="105"/>
                    <a:pt x="223" y="104"/>
                  </a:cubicBezTo>
                  <a:cubicBezTo>
                    <a:pt x="223" y="103"/>
                    <a:pt x="223" y="103"/>
                    <a:pt x="223" y="102"/>
                  </a:cubicBezTo>
                  <a:cubicBezTo>
                    <a:pt x="223" y="101"/>
                    <a:pt x="223" y="101"/>
                    <a:pt x="224" y="101"/>
                  </a:cubicBezTo>
                  <a:cubicBezTo>
                    <a:pt x="224" y="100"/>
                    <a:pt x="224" y="99"/>
                    <a:pt x="224" y="98"/>
                  </a:cubicBezTo>
                  <a:cubicBezTo>
                    <a:pt x="224" y="98"/>
                    <a:pt x="224" y="98"/>
                    <a:pt x="224" y="98"/>
                  </a:cubicBezTo>
                  <a:cubicBezTo>
                    <a:pt x="224" y="97"/>
                    <a:pt x="224" y="96"/>
                    <a:pt x="224" y="95"/>
                  </a:cubicBezTo>
                  <a:cubicBezTo>
                    <a:pt x="224" y="95"/>
                    <a:pt x="224" y="95"/>
                    <a:pt x="224" y="94"/>
                  </a:cubicBezTo>
                  <a:cubicBezTo>
                    <a:pt x="224" y="94"/>
                    <a:pt x="224" y="93"/>
                    <a:pt x="224" y="92"/>
                  </a:cubicBezTo>
                  <a:cubicBezTo>
                    <a:pt x="224" y="92"/>
                    <a:pt x="224" y="92"/>
                    <a:pt x="224" y="91"/>
                  </a:cubicBezTo>
                  <a:cubicBezTo>
                    <a:pt x="224" y="91"/>
                    <a:pt x="224" y="90"/>
                    <a:pt x="223" y="89"/>
                  </a:cubicBezTo>
                  <a:cubicBezTo>
                    <a:pt x="223" y="89"/>
                    <a:pt x="223" y="89"/>
                    <a:pt x="223" y="89"/>
                  </a:cubicBezTo>
                  <a:cubicBezTo>
                    <a:pt x="223" y="88"/>
                    <a:pt x="223" y="88"/>
                    <a:pt x="223" y="87"/>
                  </a:cubicBezTo>
                  <a:cubicBezTo>
                    <a:pt x="223" y="87"/>
                    <a:pt x="223" y="87"/>
                    <a:pt x="223" y="87"/>
                  </a:cubicBezTo>
                  <a:cubicBezTo>
                    <a:pt x="223" y="86"/>
                    <a:pt x="223" y="86"/>
                    <a:pt x="223" y="85"/>
                  </a:cubicBezTo>
                  <a:cubicBezTo>
                    <a:pt x="223" y="85"/>
                    <a:pt x="223" y="85"/>
                    <a:pt x="223" y="85"/>
                  </a:cubicBezTo>
                  <a:cubicBezTo>
                    <a:pt x="223" y="84"/>
                    <a:pt x="223" y="84"/>
                    <a:pt x="223" y="83"/>
                  </a:cubicBezTo>
                  <a:cubicBezTo>
                    <a:pt x="223" y="83"/>
                    <a:pt x="223" y="83"/>
                    <a:pt x="223" y="83"/>
                  </a:cubicBezTo>
                  <a:cubicBezTo>
                    <a:pt x="223" y="83"/>
                    <a:pt x="223" y="82"/>
                    <a:pt x="223" y="82"/>
                  </a:cubicBezTo>
                  <a:cubicBezTo>
                    <a:pt x="223" y="82"/>
                    <a:pt x="223" y="82"/>
                    <a:pt x="223" y="82"/>
                  </a:cubicBezTo>
                  <a:cubicBezTo>
                    <a:pt x="223" y="82"/>
                    <a:pt x="223" y="81"/>
                    <a:pt x="223" y="81"/>
                  </a:cubicBezTo>
                  <a:cubicBezTo>
                    <a:pt x="223" y="81"/>
                    <a:pt x="223" y="81"/>
                    <a:pt x="223" y="81"/>
                  </a:cubicBezTo>
                  <a:cubicBezTo>
                    <a:pt x="223" y="81"/>
                    <a:pt x="223" y="81"/>
                    <a:pt x="223" y="81"/>
                  </a:cubicBezTo>
                  <a:cubicBezTo>
                    <a:pt x="221" y="33"/>
                    <a:pt x="182" y="21"/>
                    <a:pt x="182" y="21"/>
                  </a:cubicBezTo>
                  <a:cubicBezTo>
                    <a:pt x="134" y="0"/>
                    <a:pt x="108" y="36"/>
                    <a:pt x="108" y="36"/>
                  </a:cubicBezTo>
                  <a:cubicBezTo>
                    <a:pt x="89" y="27"/>
                    <a:pt x="79" y="51"/>
                    <a:pt x="79" y="51"/>
                  </a:cubicBezTo>
                  <a:cubicBezTo>
                    <a:pt x="79" y="52"/>
                    <a:pt x="78" y="54"/>
                    <a:pt x="78" y="55"/>
                  </a:cubicBezTo>
                  <a:cubicBezTo>
                    <a:pt x="78" y="55"/>
                    <a:pt x="78" y="56"/>
                    <a:pt x="78" y="56"/>
                  </a:cubicBezTo>
                  <a:cubicBezTo>
                    <a:pt x="78" y="57"/>
                    <a:pt x="77" y="58"/>
                    <a:pt x="77" y="59"/>
                  </a:cubicBezTo>
                  <a:cubicBezTo>
                    <a:pt x="77" y="60"/>
                    <a:pt x="77" y="60"/>
                    <a:pt x="77" y="61"/>
                  </a:cubicBezTo>
                  <a:cubicBezTo>
                    <a:pt x="77" y="62"/>
                    <a:pt x="76" y="63"/>
                    <a:pt x="76" y="64"/>
                  </a:cubicBezTo>
                  <a:cubicBezTo>
                    <a:pt x="76" y="65"/>
                    <a:pt x="76" y="65"/>
                    <a:pt x="76" y="65"/>
                  </a:cubicBezTo>
                  <a:cubicBezTo>
                    <a:pt x="76" y="66"/>
                    <a:pt x="76" y="68"/>
                    <a:pt x="76" y="69"/>
                  </a:cubicBezTo>
                  <a:cubicBezTo>
                    <a:pt x="76" y="70"/>
                    <a:pt x="76" y="70"/>
                    <a:pt x="76" y="71"/>
                  </a:cubicBezTo>
                  <a:cubicBezTo>
                    <a:pt x="76" y="72"/>
                    <a:pt x="75" y="73"/>
                    <a:pt x="75" y="74"/>
                  </a:cubicBezTo>
                  <a:cubicBezTo>
                    <a:pt x="75" y="74"/>
                    <a:pt x="75" y="75"/>
                    <a:pt x="75" y="75"/>
                  </a:cubicBezTo>
                  <a:cubicBezTo>
                    <a:pt x="75" y="76"/>
                    <a:pt x="75" y="77"/>
                    <a:pt x="75" y="78"/>
                  </a:cubicBezTo>
                  <a:cubicBezTo>
                    <a:pt x="75" y="79"/>
                    <a:pt x="75" y="79"/>
                    <a:pt x="75" y="79"/>
                  </a:cubicBezTo>
                  <a:cubicBezTo>
                    <a:pt x="75" y="81"/>
                    <a:pt x="76" y="82"/>
                    <a:pt x="76" y="83"/>
                  </a:cubicBezTo>
                  <a:cubicBezTo>
                    <a:pt x="76" y="84"/>
                    <a:pt x="76" y="84"/>
                    <a:pt x="76" y="84"/>
                  </a:cubicBezTo>
                  <a:cubicBezTo>
                    <a:pt x="76" y="85"/>
                    <a:pt x="76" y="86"/>
                    <a:pt x="76" y="87"/>
                  </a:cubicBezTo>
                  <a:cubicBezTo>
                    <a:pt x="76" y="88"/>
                    <a:pt x="76" y="88"/>
                    <a:pt x="76" y="89"/>
                  </a:cubicBezTo>
                  <a:cubicBezTo>
                    <a:pt x="76" y="90"/>
                    <a:pt x="76" y="91"/>
                    <a:pt x="77" y="92"/>
                  </a:cubicBezTo>
                  <a:cubicBezTo>
                    <a:pt x="77" y="92"/>
                    <a:pt x="77" y="92"/>
                    <a:pt x="77" y="93"/>
                  </a:cubicBezTo>
                  <a:cubicBezTo>
                    <a:pt x="77" y="94"/>
                    <a:pt x="77" y="95"/>
                    <a:pt x="77" y="96"/>
                  </a:cubicBezTo>
                  <a:cubicBezTo>
                    <a:pt x="77" y="97"/>
                    <a:pt x="77" y="97"/>
                    <a:pt x="77" y="97"/>
                  </a:cubicBezTo>
                  <a:cubicBezTo>
                    <a:pt x="78" y="98"/>
                    <a:pt x="78" y="99"/>
                    <a:pt x="78" y="100"/>
                  </a:cubicBezTo>
                  <a:cubicBezTo>
                    <a:pt x="78" y="101"/>
                    <a:pt x="78" y="101"/>
                    <a:pt x="78" y="101"/>
                  </a:cubicBezTo>
                  <a:cubicBezTo>
                    <a:pt x="79" y="102"/>
                    <a:pt x="79" y="103"/>
                    <a:pt x="79" y="104"/>
                  </a:cubicBezTo>
                  <a:cubicBezTo>
                    <a:pt x="79" y="104"/>
                    <a:pt x="79" y="105"/>
                    <a:pt x="79" y="105"/>
                  </a:cubicBezTo>
                  <a:cubicBezTo>
                    <a:pt x="79" y="105"/>
                    <a:pt x="80" y="105"/>
                    <a:pt x="80" y="106"/>
                  </a:cubicBezTo>
                  <a:cubicBezTo>
                    <a:pt x="80" y="106"/>
                    <a:pt x="80" y="106"/>
                    <a:pt x="80" y="106"/>
                  </a:cubicBezTo>
                  <a:cubicBezTo>
                    <a:pt x="81" y="111"/>
                    <a:pt x="83" y="115"/>
                    <a:pt x="84" y="119"/>
                  </a:cubicBezTo>
                  <a:cubicBezTo>
                    <a:pt x="77" y="115"/>
                    <a:pt x="76" y="123"/>
                    <a:pt x="76" y="123"/>
                  </a:cubicBezTo>
                  <a:cubicBezTo>
                    <a:pt x="76" y="152"/>
                    <a:pt x="92" y="161"/>
                    <a:pt x="92" y="161"/>
                  </a:cubicBezTo>
                  <a:cubicBezTo>
                    <a:pt x="95" y="180"/>
                    <a:pt x="114" y="200"/>
                    <a:pt x="114" y="200"/>
                  </a:cubicBezTo>
                  <a:cubicBezTo>
                    <a:pt x="121" y="227"/>
                    <a:pt x="104" y="238"/>
                    <a:pt x="104" y="238"/>
                  </a:cubicBezTo>
                  <a:cubicBezTo>
                    <a:pt x="75" y="249"/>
                    <a:pt x="75" y="249"/>
                    <a:pt x="75" y="249"/>
                  </a:cubicBezTo>
                  <a:cubicBezTo>
                    <a:pt x="0" y="273"/>
                    <a:pt x="0" y="339"/>
                    <a:pt x="0" y="339"/>
                  </a:cubicBezTo>
                  <a:cubicBezTo>
                    <a:pt x="137" y="339"/>
                    <a:pt x="137" y="339"/>
                    <a:pt x="137" y="339"/>
                  </a:cubicBezTo>
                  <a:cubicBezTo>
                    <a:pt x="148" y="271"/>
                    <a:pt x="148" y="271"/>
                    <a:pt x="148" y="271"/>
                  </a:cubicBezTo>
                  <a:cubicBezTo>
                    <a:pt x="136" y="258"/>
                    <a:pt x="136" y="258"/>
                    <a:pt x="136" y="258"/>
                  </a:cubicBezTo>
                  <a:cubicBezTo>
                    <a:pt x="146" y="249"/>
                    <a:pt x="146" y="249"/>
                    <a:pt x="146" y="249"/>
                  </a:cubicBezTo>
                  <a:cubicBezTo>
                    <a:pt x="166" y="249"/>
                    <a:pt x="166" y="249"/>
                    <a:pt x="166" y="249"/>
                  </a:cubicBezTo>
                  <a:cubicBezTo>
                    <a:pt x="175" y="258"/>
                    <a:pt x="175" y="258"/>
                    <a:pt x="175" y="258"/>
                  </a:cubicBezTo>
                  <a:cubicBezTo>
                    <a:pt x="164" y="271"/>
                    <a:pt x="164" y="271"/>
                    <a:pt x="164" y="271"/>
                  </a:cubicBezTo>
                  <a:cubicBezTo>
                    <a:pt x="174" y="339"/>
                    <a:pt x="174" y="339"/>
                    <a:pt x="174" y="339"/>
                  </a:cubicBezTo>
                  <a:cubicBezTo>
                    <a:pt x="311" y="339"/>
                    <a:pt x="311" y="339"/>
                    <a:pt x="311" y="339"/>
                  </a:cubicBezTo>
                  <a:cubicBezTo>
                    <a:pt x="307" y="274"/>
                    <a:pt x="238" y="252"/>
                    <a:pt x="216" y="244"/>
                  </a:cubicBezTo>
                  <a:close/>
                  <a:moveTo>
                    <a:pt x="96" y="158"/>
                  </a:moveTo>
                  <a:cubicBezTo>
                    <a:pt x="94" y="157"/>
                    <a:pt x="86" y="153"/>
                    <a:pt x="81" y="139"/>
                  </a:cubicBezTo>
                  <a:cubicBezTo>
                    <a:pt x="81" y="139"/>
                    <a:pt x="77" y="124"/>
                    <a:pt x="81" y="123"/>
                  </a:cubicBezTo>
                  <a:cubicBezTo>
                    <a:pt x="81" y="123"/>
                    <a:pt x="86" y="119"/>
                    <a:pt x="93" y="136"/>
                  </a:cubicBezTo>
                  <a:cubicBezTo>
                    <a:pt x="94" y="139"/>
                    <a:pt x="96" y="142"/>
                    <a:pt x="97" y="143"/>
                  </a:cubicBezTo>
                  <a:cubicBezTo>
                    <a:pt x="97" y="143"/>
                    <a:pt x="82" y="98"/>
                    <a:pt x="105" y="72"/>
                  </a:cubicBezTo>
                  <a:cubicBezTo>
                    <a:pt x="105" y="72"/>
                    <a:pt x="155" y="137"/>
                    <a:pt x="211" y="104"/>
                  </a:cubicBezTo>
                  <a:cubicBezTo>
                    <a:pt x="211" y="131"/>
                    <a:pt x="211" y="131"/>
                    <a:pt x="211" y="131"/>
                  </a:cubicBezTo>
                  <a:cubicBezTo>
                    <a:pt x="211" y="138"/>
                    <a:pt x="211" y="143"/>
                    <a:pt x="215" y="136"/>
                  </a:cubicBezTo>
                  <a:cubicBezTo>
                    <a:pt x="222" y="120"/>
                    <a:pt x="222" y="130"/>
                    <a:pt x="222" y="130"/>
                  </a:cubicBezTo>
                  <a:cubicBezTo>
                    <a:pt x="220" y="148"/>
                    <a:pt x="212" y="156"/>
                    <a:pt x="206" y="161"/>
                  </a:cubicBezTo>
                  <a:cubicBezTo>
                    <a:pt x="201" y="176"/>
                    <a:pt x="193" y="190"/>
                    <a:pt x="183" y="201"/>
                  </a:cubicBezTo>
                  <a:cubicBezTo>
                    <a:pt x="152" y="236"/>
                    <a:pt x="121" y="201"/>
                    <a:pt x="121" y="201"/>
                  </a:cubicBezTo>
                  <a:cubicBezTo>
                    <a:pt x="109" y="191"/>
                    <a:pt x="101" y="175"/>
                    <a:pt x="96" y="158"/>
                  </a:cubicBezTo>
                  <a:close/>
                  <a:moveTo>
                    <a:pt x="185" y="222"/>
                  </a:moveTo>
                  <a:cubicBezTo>
                    <a:pt x="166" y="245"/>
                    <a:pt x="166" y="245"/>
                    <a:pt x="166" y="245"/>
                  </a:cubicBezTo>
                  <a:cubicBezTo>
                    <a:pt x="147" y="245"/>
                    <a:pt x="147" y="245"/>
                    <a:pt x="147" y="245"/>
                  </a:cubicBezTo>
                  <a:cubicBezTo>
                    <a:pt x="117" y="225"/>
                    <a:pt x="117" y="225"/>
                    <a:pt x="117" y="225"/>
                  </a:cubicBezTo>
                  <a:cubicBezTo>
                    <a:pt x="117" y="225"/>
                    <a:pt x="119" y="216"/>
                    <a:pt x="119" y="204"/>
                  </a:cubicBezTo>
                  <a:cubicBezTo>
                    <a:pt x="119" y="204"/>
                    <a:pt x="132" y="221"/>
                    <a:pt x="152" y="220"/>
                  </a:cubicBezTo>
                  <a:cubicBezTo>
                    <a:pt x="152" y="220"/>
                    <a:pt x="171" y="222"/>
                    <a:pt x="185" y="204"/>
                  </a:cubicBezTo>
                  <a:lnTo>
                    <a:pt x="185" y="22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6" name="文本框 116"/>
            <p:cNvSpPr txBox="1"/>
            <p:nvPr/>
          </p:nvSpPr>
          <p:spPr>
            <a:xfrm>
              <a:off x="1278815" y="3760217"/>
              <a:ext cx="1795688" cy="456948"/>
            </a:xfrm>
            <a:prstGeom prst="rect">
              <a:avLst/>
            </a:prstGeom>
            <a:noFill/>
          </p:spPr>
          <p:txBody>
            <a:bodyPr wrap="square" rtlCol="0">
              <a:spAutoFit/>
            </a:bodyPr>
            <a:lstStyle/>
            <a:p>
              <a:pPr algn="ctr"/>
              <a:r>
                <a:rPr lang="zh-CN" altLang="en-US" sz="2531" dirty="0">
                  <a:solidFill>
                    <a:prstClr val="black">
                      <a:lumMod val="50000"/>
                      <a:lumOff val="50000"/>
                    </a:prstClr>
                  </a:solidFill>
                  <a:effectLst>
                    <a:innerShdw blurRad="38100" dist="50800" dir="13500000">
                      <a:prstClr val="black">
                        <a:alpha val="60000"/>
                      </a:prstClr>
                    </a:innerShdw>
                  </a:effectLst>
                  <a:latin typeface="微软雅黑" panose="020B0503020204020204" pitchFamily="34" charset="-122"/>
                  <a:ea typeface="微软雅黑" panose="020B0503020204020204" pitchFamily="34" charset="-122"/>
                </a:rPr>
                <a:t>添加标题</a:t>
              </a:r>
            </a:p>
          </p:txBody>
        </p:sp>
      </p:grpSp>
      <p:sp>
        <p:nvSpPr>
          <p:cNvPr id="107" name="TextBox 142"/>
          <p:cNvSpPr txBox="1"/>
          <p:nvPr/>
        </p:nvSpPr>
        <p:spPr>
          <a:xfrm>
            <a:off x="8508638" y="1645836"/>
            <a:ext cx="2348720" cy="611578"/>
          </a:xfrm>
          <a:prstGeom prst="rect">
            <a:avLst/>
          </a:prstGeom>
          <a:noFill/>
        </p:spPr>
        <p:txBody>
          <a:bodyPr wrap="none" rtlCol="0">
            <a:spAutoFit/>
          </a:bodyPr>
          <a:lstStyle/>
          <a:p>
            <a:r>
              <a:rPr lang="zh-CN" altLang="en-US" sz="1687" dirty="0">
                <a:solidFill>
                  <a:schemeClr val="tx1">
                    <a:lumMod val="75000"/>
                    <a:lumOff val="25000"/>
                  </a:schemeClr>
                </a:solidFill>
                <a:latin typeface="+mn-ea"/>
                <a:cs typeface="方正兰亭细黑_GBK_M" pitchFamily="2" charset="2"/>
              </a:rPr>
              <a:t>就读于北京大学工商管</a:t>
            </a:r>
            <a:endParaRPr lang="en-US" altLang="zh-CN" sz="1687" dirty="0">
              <a:solidFill>
                <a:schemeClr val="tx1">
                  <a:lumMod val="75000"/>
                  <a:lumOff val="25000"/>
                </a:schemeClr>
              </a:solidFill>
              <a:latin typeface="+mn-ea"/>
              <a:cs typeface="方正兰亭细黑_GBK_M" pitchFamily="2" charset="2"/>
            </a:endParaRPr>
          </a:p>
          <a:p>
            <a:r>
              <a:rPr lang="zh-CN" altLang="en-US" sz="1687" dirty="0">
                <a:solidFill>
                  <a:schemeClr val="tx1">
                    <a:lumMod val="75000"/>
                    <a:lumOff val="25000"/>
                  </a:schemeClr>
                </a:solidFill>
                <a:latin typeface="+mn-ea"/>
                <a:cs typeface="方正兰亭细黑_GBK_M" pitchFamily="2" charset="2"/>
              </a:rPr>
              <a:t>理专业，学士学位。</a:t>
            </a:r>
            <a:endParaRPr lang="en-US" altLang="zh-CN" sz="1687" dirty="0">
              <a:solidFill>
                <a:schemeClr val="tx1">
                  <a:lumMod val="75000"/>
                  <a:lumOff val="25000"/>
                </a:schemeClr>
              </a:solidFill>
              <a:latin typeface="+mn-ea"/>
              <a:cs typeface="方正兰亭细黑_GBK_M" pitchFamily="2" charset="2"/>
            </a:endParaRPr>
          </a:p>
        </p:txBody>
      </p:sp>
      <p:sp>
        <p:nvSpPr>
          <p:cNvPr id="108" name="TextBox 144"/>
          <p:cNvSpPr txBox="1"/>
          <p:nvPr/>
        </p:nvSpPr>
        <p:spPr>
          <a:xfrm>
            <a:off x="6963066" y="1775672"/>
            <a:ext cx="1290738" cy="351956"/>
          </a:xfrm>
          <a:prstGeom prst="rect">
            <a:avLst/>
          </a:prstGeom>
          <a:noFill/>
        </p:spPr>
        <p:txBody>
          <a:bodyPr wrap="none" rtlCol="0">
            <a:spAutoFit/>
          </a:bodyPr>
          <a:lstStyle/>
          <a:p>
            <a:r>
              <a:rPr lang="en-US" altLang="zh-CN" sz="1687" dirty="0">
                <a:solidFill>
                  <a:srgbClr val="FFB850"/>
                </a:solidFill>
                <a:latin typeface="微软雅黑" panose="020B0503020204020204" pitchFamily="34" charset="-122"/>
                <a:ea typeface="微软雅黑" panose="020B0503020204020204" pitchFamily="34" charset="-122"/>
                <a:cs typeface="方正兰亭细黑_GBK_M" pitchFamily="2" charset="2"/>
              </a:rPr>
              <a:t>1994-1998</a:t>
            </a:r>
          </a:p>
        </p:txBody>
      </p:sp>
      <p:cxnSp>
        <p:nvCxnSpPr>
          <p:cNvPr id="109" name="直接连接符 108"/>
          <p:cNvCxnSpPr/>
          <p:nvPr/>
        </p:nvCxnSpPr>
        <p:spPr>
          <a:xfrm flipV="1">
            <a:off x="8462612" y="1717278"/>
            <a:ext cx="0" cy="506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0" name="TextBox 136"/>
          <p:cNvSpPr txBox="1"/>
          <p:nvPr/>
        </p:nvSpPr>
        <p:spPr>
          <a:xfrm>
            <a:off x="8454535" y="2666625"/>
            <a:ext cx="1915909" cy="611578"/>
          </a:xfrm>
          <a:prstGeom prst="rect">
            <a:avLst/>
          </a:prstGeom>
          <a:noFill/>
        </p:spPr>
        <p:txBody>
          <a:bodyPr wrap="none" rtlCol="0">
            <a:spAutoFit/>
          </a:bodyPr>
          <a:lstStyle/>
          <a:p>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就读于芝加哥大学</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a:p>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工商管理</a:t>
            </a:r>
            <a:r>
              <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MBA</a:t>
            </a:r>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p:txBody>
      </p:sp>
      <p:sp>
        <p:nvSpPr>
          <p:cNvPr id="111" name="TextBox 138"/>
          <p:cNvSpPr txBox="1"/>
          <p:nvPr/>
        </p:nvSpPr>
        <p:spPr>
          <a:xfrm>
            <a:off x="6963066" y="2796462"/>
            <a:ext cx="1290738" cy="351956"/>
          </a:xfrm>
          <a:prstGeom prst="rect">
            <a:avLst/>
          </a:prstGeom>
          <a:noFill/>
        </p:spPr>
        <p:txBody>
          <a:bodyPr wrap="none" rtlCol="0">
            <a:spAutoFit/>
          </a:bodyPr>
          <a:lstStyle/>
          <a:p>
            <a:r>
              <a:rPr lang="en-US" altLang="zh-CN" sz="1687" dirty="0">
                <a:solidFill>
                  <a:srgbClr val="01ACBE"/>
                </a:solidFill>
                <a:latin typeface="微软雅黑" panose="020B0503020204020204" pitchFamily="34" charset="-122"/>
                <a:ea typeface="微软雅黑" panose="020B0503020204020204" pitchFamily="34" charset="-122"/>
                <a:cs typeface="方正兰亭细黑_GBK_M" pitchFamily="2" charset="2"/>
              </a:rPr>
              <a:t>1998-2000</a:t>
            </a:r>
          </a:p>
        </p:txBody>
      </p:sp>
      <p:cxnSp>
        <p:nvCxnSpPr>
          <p:cNvPr id="112" name="直接连接符 111"/>
          <p:cNvCxnSpPr/>
          <p:nvPr/>
        </p:nvCxnSpPr>
        <p:spPr>
          <a:xfrm flipV="1">
            <a:off x="8459208" y="2750721"/>
            <a:ext cx="0" cy="506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3" name="TextBox 130"/>
          <p:cNvSpPr txBox="1"/>
          <p:nvPr/>
        </p:nvSpPr>
        <p:spPr>
          <a:xfrm>
            <a:off x="8481902" y="3716375"/>
            <a:ext cx="1912703" cy="611578"/>
          </a:xfrm>
          <a:prstGeom prst="rect">
            <a:avLst/>
          </a:prstGeom>
          <a:noFill/>
        </p:spPr>
        <p:txBody>
          <a:bodyPr wrap="none" rtlCol="0">
            <a:spAutoFit/>
          </a:bodyPr>
          <a:lstStyle/>
          <a:p>
            <a:r>
              <a:rPr lang="en-US" altLang="zh-CN" sz="1687" dirty="0">
                <a:solidFill>
                  <a:schemeClr val="tx1">
                    <a:lumMod val="75000"/>
                    <a:lumOff val="25000"/>
                  </a:schemeClr>
                </a:solidFill>
                <a:latin typeface="+mn-ea"/>
                <a:cs typeface="方正兰亭细黑_GBK_M" pitchFamily="2" charset="2"/>
              </a:rPr>
              <a:t>XX</a:t>
            </a:r>
            <a:r>
              <a:rPr lang="zh-CN" altLang="en-US" sz="1687" dirty="0">
                <a:solidFill>
                  <a:schemeClr val="tx1">
                    <a:lumMod val="75000"/>
                    <a:lumOff val="25000"/>
                  </a:schemeClr>
                </a:solidFill>
                <a:latin typeface="+mn-ea"/>
                <a:cs typeface="方正兰亭细黑_GBK_M" pitchFamily="2" charset="2"/>
              </a:rPr>
              <a:t>市</a:t>
            </a:r>
            <a:r>
              <a:rPr lang="en-US" altLang="zh-CN" sz="1687" dirty="0">
                <a:solidFill>
                  <a:schemeClr val="tx1">
                    <a:lumMod val="75000"/>
                    <a:lumOff val="25000"/>
                  </a:schemeClr>
                </a:solidFill>
                <a:latin typeface="+mn-ea"/>
                <a:cs typeface="方正兰亭细黑_GBK_M" pitchFamily="2" charset="2"/>
              </a:rPr>
              <a:t>XX</a:t>
            </a:r>
            <a:r>
              <a:rPr lang="zh-CN" altLang="en-US" sz="1687" dirty="0">
                <a:solidFill>
                  <a:schemeClr val="tx1">
                    <a:lumMod val="75000"/>
                    <a:lumOff val="25000"/>
                  </a:schemeClr>
                </a:solidFill>
                <a:latin typeface="+mn-ea"/>
                <a:cs typeface="方正兰亭细黑_GBK_M" pitchFamily="2" charset="2"/>
              </a:rPr>
              <a:t>厂副厂长，</a:t>
            </a:r>
            <a:endParaRPr lang="en-US" altLang="zh-CN" sz="1687" dirty="0">
              <a:solidFill>
                <a:schemeClr val="tx1">
                  <a:lumMod val="75000"/>
                  <a:lumOff val="25000"/>
                </a:schemeClr>
              </a:solidFill>
              <a:latin typeface="+mn-ea"/>
              <a:cs typeface="方正兰亭细黑_GBK_M" pitchFamily="2" charset="2"/>
            </a:endParaRPr>
          </a:p>
          <a:p>
            <a:r>
              <a:rPr lang="zh-CN" altLang="en-US" sz="1687" dirty="0">
                <a:solidFill>
                  <a:schemeClr val="tx1">
                    <a:lumMod val="75000"/>
                    <a:lumOff val="25000"/>
                  </a:schemeClr>
                </a:solidFill>
                <a:latin typeface="+mn-ea"/>
                <a:cs typeface="方正兰亭细黑_GBK_M" pitchFamily="2" charset="2"/>
              </a:rPr>
              <a:t>入中国共产党。</a:t>
            </a:r>
            <a:endParaRPr lang="en-US" altLang="zh-CN" sz="1687" dirty="0">
              <a:solidFill>
                <a:schemeClr val="tx1">
                  <a:lumMod val="75000"/>
                  <a:lumOff val="25000"/>
                </a:schemeClr>
              </a:solidFill>
              <a:latin typeface="+mn-ea"/>
              <a:cs typeface="方正兰亭细黑_GBK_M" pitchFamily="2" charset="2"/>
            </a:endParaRPr>
          </a:p>
        </p:txBody>
      </p:sp>
      <p:sp>
        <p:nvSpPr>
          <p:cNvPr id="114" name="TextBox 132"/>
          <p:cNvSpPr txBox="1"/>
          <p:nvPr/>
        </p:nvSpPr>
        <p:spPr>
          <a:xfrm>
            <a:off x="6963066" y="3846210"/>
            <a:ext cx="1290738" cy="351956"/>
          </a:xfrm>
          <a:prstGeom prst="rect">
            <a:avLst/>
          </a:prstGeom>
          <a:noFill/>
        </p:spPr>
        <p:txBody>
          <a:bodyPr wrap="none" rtlCol="0">
            <a:spAutoFit/>
          </a:bodyPr>
          <a:lstStyle/>
          <a:p>
            <a:r>
              <a:rPr lang="en-US" altLang="zh-CN" sz="1687" dirty="0">
                <a:solidFill>
                  <a:srgbClr val="E87071"/>
                </a:solidFill>
                <a:latin typeface="微软雅黑" panose="020B0503020204020204" pitchFamily="34" charset="-122"/>
                <a:ea typeface="微软雅黑" panose="020B0503020204020204" pitchFamily="34" charset="-122"/>
                <a:cs typeface="方正兰亭细黑_GBK_M" pitchFamily="2" charset="2"/>
              </a:rPr>
              <a:t>2000-2006</a:t>
            </a:r>
          </a:p>
        </p:txBody>
      </p:sp>
      <p:cxnSp>
        <p:nvCxnSpPr>
          <p:cNvPr id="115" name="直接连接符 114"/>
          <p:cNvCxnSpPr/>
          <p:nvPr/>
        </p:nvCxnSpPr>
        <p:spPr>
          <a:xfrm flipV="1">
            <a:off x="8451614" y="3799118"/>
            <a:ext cx="0" cy="506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6" name="TextBox 124"/>
          <p:cNvSpPr txBox="1"/>
          <p:nvPr/>
        </p:nvSpPr>
        <p:spPr>
          <a:xfrm>
            <a:off x="8481902" y="4768600"/>
            <a:ext cx="1723549" cy="611578"/>
          </a:xfrm>
          <a:prstGeom prst="rect">
            <a:avLst/>
          </a:prstGeom>
          <a:noFill/>
        </p:spPr>
        <p:txBody>
          <a:bodyPr wrap="none" rtlCol="0">
            <a:spAutoFit/>
          </a:bodyPr>
          <a:lstStyle/>
          <a:p>
            <a:r>
              <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XX</a:t>
            </a:r>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市机械工业局</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a:p>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副局长。</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p:txBody>
      </p:sp>
      <p:sp>
        <p:nvSpPr>
          <p:cNvPr id="117" name="TextBox 126"/>
          <p:cNvSpPr txBox="1"/>
          <p:nvPr/>
        </p:nvSpPr>
        <p:spPr>
          <a:xfrm>
            <a:off x="6969136" y="4889506"/>
            <a:ext cx="1290738" cy="351956"/>
          </a:xfrm>
          <a:prstGeom prst="rect">
            <a:avLst/>
          </a:prstGeom>
          <a:noFill/>
        </p:spPr>
        <p:txBody>
          <a:bodyPr wrap="none" rtlCol="0">
            <a:spAutoFit/>
          </a:bodyPr>
          <a:lstStyle/>
          <a:p>
            <a:r>
              <a:rPr lang="en-US" altLang="zh-CN" sz="1687" dirty="0">
                <a:solidFill>
                  <a:srgbClr val="00AF92"/>
                </a:solidFill>
                <a:latin typeface="微软雅黑" panose="020B0503020204020204" pitchFamily="34" charset="-122"/>
                <a:ea typeface="微软雅黑" panose="020B0503020204020204" pitchFamily="34" charset="-122"/>
                <a:cs typeface="方正兰亭细黑_GBK_M" pitchFamily="2" charset="2"/>
              </a:rPr>
              <a:t>2006-2008</a:t>
            </a:r>
          </a:p>
        </p:txBody>
      </p:sp>
      <p:cxnSp>
        <p:nvCxnSpPr>
          <p:cNvPr id="118" name="直接连接符 117"/>
          <p:cNvCxnSpPr/>
          <p:nvPr/>
        </p:nvCxnSpPr>
        <p:spPr>
          <a:xfrm flipV="1">
            <a:off x="8446184" y="4831112"/>
            <a:ext cx="0" cy="506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9" name="TextBox 118"/>
          <p:cNvSpPr txBox="1"/>
          <p:nvPr/>
        </p:nvSpPr>
        <p:spPr>
          <a:xfrm>
            <a:off x="8527427" y="5863106"/>
            <a:ext cx="1507144" cy="611578"/>
          </a:xfrm>
          <a:prstGeom prst="rect">
            <a:avLst/>
          </a:prstGeom>
          <a:noFill/>
        </p:spPr>
        <p:txBody>
          <a:bodyPr wrap="none" rtlCol="0">
            <a:spAutoFit/>
          </a:bodyPr>
          <a:lstStyle/>
          <a:p>
            <a:r>
              <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XX</a:t>
            </a:r>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市机械工业</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a:p>
            <a:r>
              <a:rPr lang="zh-CN" altLang="en-US"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rPr>
              <a:t>厅副厅长。</a:t>
            </a:r>
            <a:endParaRPr lang="en-US" altLang="zh-CN" sz="1687" dirty="0">
              <a:solidFill>
                <a:schemeClr val="tx1">
                  <a:lumMod val="75000"/>
                  <a:lumOff val="25000"/>
                </a:schemeClr>
              </a:solidFill>
              <a:latin typeface="方正姚体" panose="02010601030101010101" pitchFamily="2" charset="-122"/>
              <a:ea typeface="方正姚体" panose="02010601030101010101" pitchFamily="2" charset="-122"/>
              <a:cs typeface="方正兰亭细黑_GBK_M" pitchFamily="2" charset="2"/>
            </a:endParaRPr>
          </a:p>
        </p:txBody>
      </p:sp>
      <p:sp>
        <p:nvSpPr>
          <p:cNvPr id="120" name="TextBox 120"/>
          <p:cNvSpPr txBox="1"/>
          <p:nvPr/>
        </p:nvSpPr>
        <p:spPr>
          <a:xfrm>
            <a:off x="6975938" y="5992941"/>
            <a:ext cx="1290738" cy="351956"/>
          </a:xfrm>
          <a:prstGeom prst="rect">
            <a:avLst/>
          </a:prstGeom>
          <a:noFill/>
        </p:spPr>
        <p:txBody>
          <a:bodyPr wrap="none" rtlCol="0">
            <a:spAutoFit/>
          </a:bodyPr>
          <a:lstStyle/>
          <a:p>
            <a:r>
              <a:rPr lang="en-US" altLang="zh-CN" sz="1687" dirty="0">
                <a:solidFill>
                  <a:srgbClr val="663A77"/>
                </a:solidFill>
                <a:latin typeface="微软雅黑" panose="020B0503020204020204" pitchFamily="34" charset="-122"/>
                <a:ea typeface="微软雅黑" panose="020B0503020204020204" pitchFamily="34" charset="-122"/>
                <a:cs typeface="方正兰亭细黑_GBK_M" pitchFamily="2" charset="2"/>
              </a:rPr>
              <a:t>2008-2013</a:t>
            </a:r>
          </a:p>
        </p:txBody>
      </p:sp>
      <p:cxnSp>
        <p:nvCxnSpPr>
          <p:cNvPr id="121" name="直接连接符 120"/>
          <p:cNvCxnSpPr/>
          <p:nvPr/>
        </p:nvCxnSpPr>
        <p:spPr>
          <a:xfrm flipV="1">
            <a:off x="8462564" y="5957225"/>
            <a:ext cx="0" cy="5062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2" name="文本框 121"/>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95264954"/>
      </p:ext>
    </p:extLst>
  </p:cSld>
  <p:clrMapOvr>
    <a:masterClrMapping/>
  </p:clrMapOvr>
  <p:transition spd="slow" advClick="0" advTm="0">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 presetClass="entr" presetSubtype="8" accel="40000" fill="hold" nodeType="afterEffect" p14:presetBounceEnd="40000">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14:bounceEnd="40000">
                                          <p:cBhvr additive="base">
                                            <p:cTn id="17" dur="1000" fill="hold"/>
                                            <p:tgtEl>
                                              <p:spTgt spid="103"/>
                                            </p:tgtEl>
                                            <p:attrNameLst>
                                              <p:attrName>ppt_x</p:attrName>
                                            </p:attrNameLst>
                                          </p:cBhvr>
                                          <p:tavLst>
                                            <p:tav tm="0">
                                              <p:val>
                                                <p:strVal val="0-#ppt_w/2"/>
                                              </p:val>
                                            </p:tav>
                                            <p:tav tm="100000">
                                              <p:val>
                                                <p:strVal val="#ppt_x"/>
                                              </p:val>
                                            </p:tav>
                                          </p:tavLst>
                                        </p:anim>
                                        <p:anim calcmode="lin" valueType="num" p14:bounceEnd="40000">
                                          <p:cBhvr additive="base">
                                            <p:cTn id="18" dur="1000" fill="hold"/>
                                            <p:tgtEl>
                                              <p:spTgt spid="103"/>
                                            </p:tgtEl>
                                            <p:attrNameLst>
                                              <p:attrName>ppt_y</p:attrName>
                                            </p:attrNameLst>
                                          </p:cBhvr>
                                          <p:tavLst>
                                            <p:tav tm="0">
                                              <p:val>
                                                <p:strVal val="#ppt_y"/>
                                              </p:val>
                                            </p:tav>
                                            <p:tav tm="100000">
                                              <p:val>
                                                <p:strVal val="#ppt_y"/>
                                              </p:val>
                                            </p:tav>
                                          </p:tavLst>
                                        </p:anim>
                                      </p:childTnLst>
                                    </p:cTn>
                                  </p:par>
                                </p:childTnLst>
                              </p:cTn>
                            </p:par>
                            <p:par>
                              <p:cTn id="19" fill="hold">
                                <p:stCondLst>
                                  <p:cond delay="2000"/>
                                </p:stCondLst>
                                <p:childTnLst>
                                  <p:par>
                                    <p:cTn id="20" presetID="12" presetClass="entr" presetSubtype="8"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p:tgtEl>
                                              <p:spTgt spid="8"/>
                                            </p:tgtEl>
                                            <p:attrNameLst>
                                              <p:attrName>ppt_x</p:attrName>
                                            </p:attrNameLst>
                                          </p:cBhvr>
                                          <p:tavLst>
                                            <p:tav tm="0">
                                              <p:val>
                                                <p:strVal val="#ppt_x-#ppt_w*1.125000"/>
                                              </p:val>
                                            </p:tav>
                                            <p:tav tm="100000">
                                              <p:val>
                                                <p:strVal val="#ppt_x"/>
                                              </p:val>
                                            </p:tav>
                                          </p:tavLst>
                                        </p:anim>
                                        <p:animEffect transition="in" filter="wipe(right)">
                                          <p:cBhvr>
                                            <p:cTn id="23" dur="500"/>
                                            <p:tgtEl>
                                              <p:spTgt spid="8"/>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fade">
                                          <p:cBhvr>
                                            <p:cTn id="27" dur="1000"/>
                                            <p:tgtEl>
                                              <p:spTgt spid="68"/>
                                            </p:tgtEl>
                                          </p:cBhvr>
                                        </p:animEffect>
                                      </p:childTnLst>
                                    </p:cTn>
                                  </p:par>
                                  <p:par>
                                    <p:cTn id="28" presetID="42" presetClass="path" presetSubtype="0" accel="50000" decel="50000" fill="hold" nodeType="withEffect">
                                      <p:stCondLst>
                                        <p:cond delay="0"/>
                                      </p:stCondLst>
                                      <p:childTnLst>
                                        <p:animMotion origin="layout" path="M -0.05859 0.24166 L -8.33333E-7 2.22222E-6 " pathEditMode="relative" rAng="0" ptsTypes="AA">
                                          <p:cBhvr>
                                            <p:cTn id="29" dur="1000" fill="hold"/>
                                            <p:tgtEl>
                                              <p:spTgt spid="68"/>
                                            </p:tgtEl>
                                            <p:attrNameLst>
                                              <p:attrName>ppt_x</p:attrName>
                                              <p:attrName>ppt_y</p:attrName>
                                            </p:attrNameLst>
                                          </p:cBhvr>
                                          <p:rCtr x="2930" y="-12083"/>
                                        </p:animMotion>
                                      </p:childTnLst>
                                    </p:cTn>
                                  </p:par>
                                  <p:par>
                                    <p:cTn id="30" presetID="10" presetClass="entr" presetSubtype="0" fill="hold" nodeType="withEffect">
                                      <p:stCondLst>
                                        <p:cond delay="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1000"/>
                                            <p:tgtEl>
                                              <p:spTgt spid="89"/>
                                            </p:tgtEl>
                                          </p:cBhvr>
                                        </p:animEffect>
                                      </p:childTnLst>
                                    </p:cTn>
                                  </p:par>
                                  <p:par>
                                    <p:cTn id="33" presetID="42" presetClass="path" presetSubtype="0" accel="50000" decel="50000" fill="hold" nodeType="withEffect">
                                      <p:stCondLst>
                                        <p:cond delay="0"/>
                                      </p:stCondLst>
                                      <p:childTnLst>
                                        <p:animMotion origin="layout" path="M -0.15312 0.09584 L -3.33333E-6 -2.22222E-6 " pathEditMode="relative" rAng="0" ptsTypes="AA">
                                          <p:cBhvr>
                                            <p:cTn id="34" dur="1000" fill="hold"/>
                                            <p:tgtEl>
                                              <p:spTgt spid="89"/>
                                            </p:tgtEl>
                                            <p:attrNameLst>
                                              <p:attrName>ppt_x</p:attrName>
                                              <p:attrName>ppt_y</p:attrName>
                                            </p:attrNameLst>
                                          </p:cBhvr>
                                          <p:rCtr x="7656" y="-4792"/>
                                        </p:animMotion>
                                      </p:childTnLst>
                                    </p:cTn>
                                  </p:par>
                                  <p:par>
                                    <p:cTn id="35" presetID="10" presetClass="entr" presetSubtype="0" fill="hold" nodeType="withEffect">
                                      <p:stCondLst>
                                        <p:cond delay="0"/>
                                      </p:stCondLst>
                                      <p:childTnLst>
                                        <p:set>
                                          <p:cBhvr>
                                            <p:cTn id="36" dur="1" fill="hold">
                                              <p:stCondLst>
                                                <p:cond delay="0"/>
                                              </p:stCondLst>
                                            </p:cTn>
                                            <p:tgtEl>
                                              <p:spTgt spid="96"/>
                                            </p:tgtEl>
                                            <p:attrNameLst>
                                              <p:attrName>style.visibility</p:attrName>
                                            </p:attrNameLst>
                                          </p:cBhvr>
                                          <p:to>
                                            <p:strVal val="visible"/>
                                          </p:to>
                                        </p:set>
                                        <p:animEffect transition="in" filter="fade">
                                          <p:cBhvr>
                                            <p:cTn id="37" dur="1000"/>
                                            <p:tgtEl>
                                              <p:spTgt spid="96"/>
                                            </p:tgtEl>
                                          </p:cBhvr>
                                        </p:animEffect>
                                      </p:childTnLst>
                                    </p:cTn>
                                  </p:par>
                                  <p:par>
                                    <p:cTn id="38" presetID="42" presetClass="path" presetSubtype="0" accel="50000" decel="50000" fill="hold" nodeType="withEffect">
                                      <p:stCondLst>
                                        <p:cond delay="0"/>
                                      </p:stCondLst>
                                      <p:childTnLst>
                                        <p:animMotion origin="layout" path="M -0.18828 -0.03611 L -3.75E-6 -3.7037E-6 " pathEditMode="relative" rAng="0" ptsTypes="AA">
                                          <p:cBhvr>
                                            <p:cTn id="39" dur="1000" fill="hold"/>
                                            <p:tgtEl>
                                              <p:spTgt spid="96"/>
                                            </p:tgtEl>
                                            <p:attrNameLst>
                                              <p:attrName>ppt_x</p:attrName>
                                              <p:attrName>ppt_y</p:attrName>
                                            </p:attrNameLst>
                                          </p:cBhvr>
                                          <p:rCtr x="9414" y="1806"/>
                                        </p:animMotion>
                                      </p:childTnLst>
                                    </p:cTn>
                                  </p:par>
                                  <p:par>
                                    <p:cTn id="40" presetID="10" presetClass="entr" presetSubtype="0" fill="hold" nodeType="withEffect">
                                      <p:stCondLst>
                                        <p:cond delay="0"/>
                                      </p:stCondLst>
                                      <p:childTnLst>
                                        <p:set>
                                          <p:cBhvr>
                                            <p:cTn id="41" dur="1" fill="hold">
                                              <p:stCondLst>
                                                <p:cond delay="0"/>
                                              </p:stCondLst>
                                            </p:cTn>
                                            <p:tgtEl>
                                              <p:spTgt spid="82"/>
                                            </p:tgtEl>
                                            <p:attrNameLst>
                                              <p:attrName>style.visibility</p:attrName>
                                            </p:attrNameLst>
                                          </p:cBhvr>
                                          <p:to>
                                            <p:strVal val="visible"/>
                                          </p:to>
                                        </p:set>
                                        <p:animEffect transition="in" filter="fade">
                                          <p:cBhvr>
                                            <p:cTn id="42" dur="1000"/>
                                            <p:tgtEl>
                                              <p:spTgt spid="82"/>
                                            </p:tgtEl>
                                          </p:cBhvr>
                                        </p:animEffect>
                                      </p:childTnLst>
                                    </p:cTn>
                                  </p:par>
                                  <p:par>
                                    <p:cTn id="43" presetID="42" presetClass="path" presetSubtype="0" accel="50000" decel="50000" fill="hold" nodeType="withEffect">
                                      <p:stCondLst>
                                        <p:cond delay="0"/>
                                      </p:stCondLst>
                                      <p:childTnLst>
                                        <p:animMotion origin="layout" path="M -0.15156 -0.18611 L -4.58333E-6 -3.7037E-7 " pathEditMode="relative" rAng="0" ptsTypes="AA">
                                          <p:cBhvr>
                                            <p:cTn id="44" dur="1000" fill="hold"/>
                                            <p:tgtEl>
                                              <p:spTgt spid="82"/>
                                            </p:tgtEl>
                                            <p:attrNameLst>
                                              <p:attrName>ppt_x</p:attrName>
                                              <p:attrName>ppt_y</p:attrName>
                                            </p:attrNameLst>
                                          </p:cBhvr>
                                          <p:rCtr x="7578" y="9306"/>
                                        </p:animMotion>
                                      </p:childTnLst>
                                    </p:cTn>
                                  </p:par>
                                  <p:par>
                                    <p:cTn id="45" presetID="10" presetClass="entr" presetSubtype="0" fill="hold" nodeType="withEffect">
                                      <p:stCondLst>
                                        <p:cond delay="0"/>
                                      </p:stCondLst>
                                      <p:childTnLst>
                                        <p:set>
                                          <p:cBhvr>
                                            <p:cTn id="46" dur="1" fill="hold">
                                              <p:stCondLst>
                                                <p:cond delay="0"/>
                                              </p:stCondLst>
                                            </p:cTn>
                                            <p:tgtEl>
                                              <p:spTgt spid="75"/>
                                            </p:tgtEl>
                                            <p:attrNameLst>
                                              <p:attrName>style.visibility</p:attrName>
                                            </p:attrNameLst>
                                          </p:cBhvr>
                                          <p:to>
                                            <p:strVal val="visible"/>
                                          </p:to>
                                        </p:set>
                                        <p:animEffect transition="in" filter="fade">
                                          <p:cBhvr>
                                            <p:cTn id="47" dur="1000"/>
                                            <p:tgtEl>
                                              <p:spTgt spid="75"/>
                                            </p:tgtEl>
                                          </p:cBhvr>
                                        </p:animEffect>
                                      </p:childTnLst>
                                    </p:cTn>
                                  </p:par>
                                  <p:par>
                                    <p:cTn id="48" presetID="42" presetClass="path" presetSubtype="0" accel="50000" decel="50000" fill="hold" nodeType="withEffect">
                                      <p:stCondLst>
                                        <p:cond delay="0"/>
                                      </p:stCondLst>
                                      <p:childTnLst>
                                        <p:animMotion origin="layout" path="M -0.05625 -0.33194 L 2.70833E-6 -3.33333E-6 " pathEditMode="relative" rAng="0" ptsTypes="AA">
                                          <p:cBhvr>
                                            <p:cTn id="49" dur="1000" fill="hold"/>
                                            <p:tgtEl>
                                              <p:spTgt spid="75"/>
                                            </p:tgtEl>
                                            <p:attrNameLst>
                                              <p:attrName>ppt_x</p:attrName>
                                              <p:attrName>ppt_y</p:attrName>
                                            </p:attrNameLst>
                                          </p:cBhvr>
                                          <p:rCtr x="2812" y="16597"/>
                                        </p:animMotion>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62"/>
                                            </p:tgtEl>
                                            <p:attrNameLst>
                                              <p:attrName>style.visibility</p:attrName>
                                            </p:attrNameLst>
                                          </p:cBhvr>
                                          <p:to>
                                            <p:strVal val="visible"/>
                                          </p:to>
                                        </p:set>
                                        <p:animEffect transition="in" filter="wipe(left)">
                                          <p:cBhvr>
                                            <p:cTn id="54" dur="500"/>
                                            <p:tgtEl>
                                              <p:spTgt spid="62"/>
                                            </p:tgtEl>
                                          </p:cBhvr>
                                        </p:animEffect>
                                      </p:childTnLst>
                                    </p:cTn>
                                  </p:par>
                                  <p:par>
                                    <p:cTn id="55" presetID="22" presetClass="entr" presetSubtype="8" fill="hold" nodeType="with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wipe(left)">
                                          <p:cBhvr>
                                            <p:cTn id="57" dur="500"/>
                                            <p:tgtEl>
                                              <p:spTgt spid="40"/>
                                            </p:tgtEl>
                                          </p:cBhvr>
                                        </p:animEffect>
                                      </p:childTnLst>
                                    </p:cTn>
                                  </p:par>
                                  <p:par>
                                    <p:cTn id="58" presetID="22" presetClass="entr" presetSubtype="8" fill="hold"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wipe(left)">
                                          <p:cBhvr>
                                            <p:cTn id="60" dur="500"/>
                                            <p:tgtEl>
                                              <p:spTgt spid="28"/>
                                            </p:tgtEl>
                                          </p:cBhvr>
                                        </p:animEffect>
                                      </p:childTnLst>
                                    </p:cTn>
                                  </p:par>
                                  <p:par>
                                    <p:cTn id="61" presetID="22" presetClass="entr" presetSubtype="8" fill="hold"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wipe(left)">
                                          <p:cBhvr>
                                            <p:cTn id="63" dur="500"/>
                                            <p:tgtEl>
                                              <p:spTgt spid="19"/>
                                            </p:tgtEl>
                                          </p:cBhvr>
                                        </p:animEffect>
                                      </p:childTnLst>
                                    </p:cTn>
                                  </p:par>
                                  <p:par>
                                    <p:cTn id="64" presetID="22" presetClass="entr" presetSubtype="8" fill="hold" nodeType="with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wipe(left)">
                                          <p:cBhvr>
                                            <p:cTn id="66" dur="500"/>
                                            <p:tgtEl>
                                              <p:spTgt spid="10"/>
                                            </p:tgtEl>
                                          </p:cBhvr>
                                        </p:animEffect>
                                      </p:childTnLst>
                                    </p:cTn>
                                  </p:par>
                                </p:childTnLst>
                              </p:cTn>
                            </p:par>
                          </p:childTnLst>
                        </p:cTn>
                      </p:par>
                      <p:par>
                        <p:cTn id="67" fill="hold">
                          <p:stCondLst>
                            <p:cond delay="indefinite"/>
                          </p:stCondLst>
                          <p:childTnLst>
                            <p:par>
                              <p:cTn id="68" fill="hold">
                                <p:stCondLst>
                                  <p:cond delay="0"/>
                                </p:stCondLst>
                                <p:childTnLst>
                                  <p:par>
                                    <p:cTn id="69" presetID="12" presetClass="entr" presetSubtype="8" fill="hold" grpId="0" nodeType="clickEffect">
                                      <p:stCondLst>
                                        <p:cond delay="250"/>
                                      </p:stCondLst>
                                      <p:childTnLst>
                                        <p:set>
                                          <p:cBhvr>
                                            <p:cTn id="70" dur="1" fill="hold">
                                              <p:stCondLst>
                                                <p:cond delay="0"/>
                                              </p:stCondLst>
                                            </p:cTn>
                                            <p:tgtEl>
                                              <p:spTgt spid="107"/>
                                            </p:tgtEl>
                                            <p:attrNameLst>
                                              <p:attrName>style.visibility</p:attrName>
                                            </p:attrNameLst>
                                          </p:cBhvr>
                                          <p:to>
                                            <p:strVal val="visible"/>
                                          </p:to>
                                        </p:set>
                                        <p:anim calcmode="lin" valueType="num">
                                          <p:cBhvr additive="base">
                                            <p:cTn id="71" dur="500"/>
                                            <p:tgtEl>
                                              <p:spTgt spid="107"/>
                                            </p:tgtEl>
                                            <p:attrNameLst>
                                              <p:attrName>ppt_x</p:attrName>
                                            </p:attrNameLst>
                                          </p:cBhvr>
                                          <p:tavLst>
                                            <p:tav tm="0">
                                              <p:val>
                                                <p:strVal val="#ppt_x-#ppt_w*1.125000"/>
                                              </p:val>
                                            </p:tav>
                                            <p:tav tm="100000">
                                              <p:val>
                                                <p:strVal val="#ppt_x"/>
                                              </p:val>
                                            </p:tav>
                                          </p:tavLst>
                                        </p:anim>
                                        <p:animEffect transition="in" filter="wipe(right)">
                                          <p:cBhvr>
                                            <p:cTn id="72" dur="500"/>
                                            <p:tgtEl>
                                              <p:spTgt spid="107"/>
                                            </p:tgtEl>
                                          </p:cBhvr>
                                        </p:animEffect>
                                      </p:childTnLst>
                                    </p:cTn>
                                  </p:par>
                                  <p:par>
                                    <p:cTn id="73" presetID="12" presetClass="entr" presetSubtype="8" fill="hold" grpId="0" nodeType="withEffect">
                                      <p:stCondLst>
                                        <p:cond delay="250"/>
                                      </p:stCondLst>
                                      <p:childTnLst>
                                        <p:set>
                                          <p:cBhvr>
                                            <p:cTn id="74" dur="1" fill="hold">
                                              <p:stCondLst>
                                                <p:cond delay="0"/>
                                              </p:stCondLst>
                                            </p:cTn>
                                            <p:tgtEl>
                                              <p:spTgt spid="108"/>
                                            </p:tgtEl>
                                            <p:attrNameLst>
                                              <p:attrName>style.visibility</p:attrName>
                                            </p:attrNameLst>
                                          </p:cBhvr>
                                          <p:to>
                                            <p:strVal val="visible"/>
                                          </p:to>
                                        </p:set>
                                        <p:anim calcmode="lin" valueType="num">
                                          <p:cBhvr additive="base">
                                            <p:cTn id="75" dur="500"/>
                                            <p:tgtEl>
                                              <p:spTgt spid="108"/>
                                            </p:tgtEl>
                                            <p:attrNameLst>
                                              <p:attrName>ppt_x</p:attrName>
                                            </p:attrNameLst>
                                          </p:cBhvr>
                                          <p:tavLst>
                                            <p:tav tm="0">
                                              <p:val>
                                                <p:strVal val="#ppt_x-#ppt_w*1.125000"/>
                                              </p:val>
                                            </p:tav>
                                            <p:tav tm="100000">
                                              <p:val>
                                                <p:strVal val="#ppt_x"/>
                                              </p:val>
                                            </p:tav>
                                          </p:tavLst>
                                        </p:anim>
                                        <p:animEffect transition="in" filter="wipe(right)">
                                          <p:cBhvr>
                                            <p:cTn id="76" dur="500"/>
                                            <p:tgtEl>
                                              <p:spTgt spid="108"/>
                                            </p:tgtEl>
                                          </p:cBhvr>
                                        </p:animEffect>
                                      </p:childTnLst>
                                    </p:cTn>
                                  </p:par>
                                  <p:par>
                                    <p:cTn id="77" presetID="12" presetClass="entr" presetSubtype="8" fill="hold" nodeType="withEffect">
                                      <p:stCondLst>
                                        <p:cond delay="250"/>
                                      </p:stCondLst>
                                      <p:childTnLst>
                                        <p:set>
                                          <p:cBhvr>
                                            <p:cTn id="78" dur="1" fill="hold">
                                              <p:stCondLst>
                                                <p:cond delay="0"/>
                                              </p:stCondLst>
                                            </p:cTn>
                                            <p:tgtEl>
                                              <p:spTgt spid="109"/>
                                            </p:tgtEl>
                                            <p:attrNameLst>
                                              <p:attrName>style.visibility</p:attrName>
                                            </p:attrNameLst>
                                          </p:cBhvr>
                                          <p:to>
                                            <p:strVal val="visible"/>
                                          </p:to>
                                        </p:set>
                                        <p:anim calcmode="lin" valueType="num">
                                          <p:cBhvr additive="base">
                                            <p:cTn id="79" dur="500"/>
                                            <p:tgtEl>
                                              <p:spTgt spid="109"/>
                                            </p:tgtEl>
                                            <p:attrNameLst>
                                              <p:attrName>ppt_x</p:attrName>
                                            </p:attrNameLst>
                                          </p:cBhvr>
                                          <p:tavLst>
                                            <p:tav tm="0">
                                              <p:val>
                                                <p:strVal val="#ppt_x-#ppt_w*1.125000"/>
                                              </p:val>
                                            </p:tav>
                                            <p:tav tm="100000">
                                              <p:val>
                                                <p:strVal val="#ppt_x"/>
                                              </p:val>
                                            </p:tav>
                                          </p:tavLst>
                                        </p:anim>
                                        <p:animEffect transition="in" filter="wipe(right)">
                                          <p:cBhvr>
                                            <p:cTn id="80" dur="500"/>
                                            <p:tgtEl>
                                              <p:spTgt spid="109"/>
                                            </p:tgtEl>
                                          </p:cBhvr>
                                        </p:animEffect>
                                      </p:childTnLst>
                                    </p:cTn>
                                  </p:par>
                                  <p:par>
                                    <p:cTn id="81" presetID="12" presetClass="entr" presetSubtype="8" fill="hold" grpId="0" nodeType="withEffect">
                                      <p:stCondLst>
                                        <p:cond delay="25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500"/>
                                            <p:tgtEl>
                                              <p:spTgt spid="110"/>
                                            </p:tgtEl>
                                            <p:attrNameLst>
                                              <p:attrName>ppt_x</p:attrName>
                                            </p:attrNameLst>
                                          </p:cBhvr>
                                          <p:tavLst>
                                            <p:tav tm="0">
                                              <p:val>
                                                <p:strVal val="#ppt_x-#ppt_w*1.125000"/>
                                              </p:val>
                                            </p:tav>
                                            <p:tav tm="100000">
                                              <p:val>
                                                <p:strVal val="#ppt_x"/>
                                              </p:val>
                                            </p:tav>
                                          </p:tavLst>
                                        </p:anim>
                                        <p:animEffect transition="in" filter="wipe(right)">
                                          <p:cBhvr>
                                            <p:cTn id="84" dur="500"/>
                                            <p:tgtEl>
                                              <p:spTgt spid="110"/>
                                            </p:tgtEl>
                                          </p:cBhvr>
                                        </p:animEffect>
                                      </p:childTnLst>
                                    </p:cTn>
                                  </p:par>
                                  <p:par>
                                    <p:cTn id="85" presetID="12" presetClass="entr" presetSubtype="8" fill="hold" grpId="0" nodeType="withEffect">
                                      <p:stCondLst>
                                        <p:cond delay="25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500"/>
                                            <p:tgtEl>
                                              <p:spTgt spid="111"/>
                                            </p:tgtEl>
                                            <p:attrNameLst>
                                              <p:attrName>ppt_x</p:attrName>
                                            </p:attrNameLst>
                                          </p:cBhvr>
                                          <p:tavLst>
                                            <p:tav tm="0">
                                              <p:val>
                                                <p:strVal val="#ppt_x-#ppt_w*1.125000"/>
                                              </p:val>
                                            </p:tav>
                                            <p:tav tm="100000">
                                              <p:val>
                                                <p:strVal val="#ppt_x"/>
                                              </p:val>
                                            </p:tav>
                                          </p:tavLst>
                                        </p:anim>
                                        <p:animEffect transition="in" filter="wipe(right)">
                                          <p:cBhvr>
                                            <p:cTn id="88" dur="500"/>
                                            <p:tgtEl>
                                              <p:spTgt spid="111"/>
                                            </p:tgtEl>
                                          </p:cBhvr>
                                        </p:animEffect>
                                      </p:childTnLst>
                                    </p:cTn>
                                  </p:par>
                                  <p:par>
                                    <p:cTn id="89" presetID="12" presetClass="entr" presetSubtype="8" fill="hold" nodeType="withEffect">
                                      <p:stCondLst>
                                        <p:cond delay="25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500"/>
                                            <p:tgtEl>
                                              <p:spTgt spid="112"/>
                                            </p:tgtEl>
                                            <p:attrNameLst>
                                              <p:attrName>ppt_x</p:attrName>
                                            </p:attrNameLst>
                                          </p:cBhvr>
                                          <p:tavLst>
                                            <p:tav tm="0">
                                              <p:val>
                                                <p:strVal val="#ppt_x-#ppt_w*1.125000"/>
                                              </p:val>
                                            </p:tav>
                                            <p:tav tm="100000">
                                              <p:val>
                                                <p:strVal val="#ppt_x"/>
                                              </p:val>
                                            </p:tav>
                                          </p:tavLst>
                                        </p:anim>
                                        <p:animEffect transition="in" filter="wipe(right)">
                                          <p:cBhvr>
                                            <p:cTn id="92" dur="500"/>
                                            <p:tgtEl>
                                              <p:spTgt spid="112"/>
                                            </p:tgtEl>
                                          </p:cBhvr>
                                        </p:animEffect>
                                      </p:childTnLst>
                                    </p:cTn>
                                  </p:par>
                                  <p:par>
                                    <p:cTn id="93" presetID="12" presetClass="entr" presetSubtype="8" fill="hold" grpId="0" nodeType="withEffect">
                                      <p:stCondLst>
                                        <p:cond delay="25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500"/>
                                            <p:tgtEl>
                                              <p:spTgt spid="113"/>
                                            </p:tgtEl>
                                            <p:attrNameLst>
                                              <p:attrName>ppt_x</p:attrName>
                                            </p:attrNameLst>
                                          </p:cBhvr>
                                          <p:tavLst>
                                            <p:tav tm="0">
                                              <p:val>
                                                <p:strVal val="#ppt_x-#ppt_w*1.125000"/>
                                              </p:val>
                                            </p:tav>
                                            <p:tav tm="100000">
                                              <p:val>
                                                <p:strVal val="#ppt_x"/>
                                              </p:val>
                                            </p:tav>
                                          </p:tavLst>
                                        </p:anim>
                                        <p:animEffect transition="in" filter="wipe(right)">
                                          <p:cBhvr>
                                            <p:cTn id="96" dur="500"/>
                                            <p:tgtEl>
                                              <p:spTgt spid="113"/>
                                            </p:tgtEl>
                                          </p:cBhvr>
                                        </p:animEffect>
                                      </p:childTnLst>
                                    </p:cTn>
                                  </p:par>
                                  <p:par>
                                    <p:cTn id="97" presetID="12" presetClass="entr" presetSubtype="8" fill="hold" grpId="0" nodeType="withEffect">
                                      <p:stCondLst>
                                        <p:cond delay="25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500"/>
                                            <p:tgtEl>
                                              <p:spTgt spid="114"/>
                                            </p:tgtEl>
                                            <p:attrNameLst>
                                              <p:attrName>ppt_x</p:attrName>
                                            </p:attrNameLst>
                                          </p:cBhvr>
                                          <p:tavLst>
                                            <p:tav tm="0">
                                              <p:val>
                                                <p:strVal val="#ppt_x-#ppt_w*1.125000"/>
                                              </p:val>
                                            </p:tav>
                                            <p:tav tm="100000">
                                              <p:val>
                                                <p:strVal val="#ppt_x"/>
                                              </p:val>
                                            </p:tav>
                                          </p:tavLst>
                                        </p:anim>
                                        <p:animEffect transition="in" filter="wipe(right)">
                                          <p:cBhvr>
                                            <p:cTn id="100" dur="500"/>
                                            <p:tgtEl>
                                              <p:spTgt spid="114"/>
                                            </p:tgtEl>
                                          </p:cBhvr>
                                        </p:animEffect>
                                      </p:childTnLst>
                                    </p:cTn>
                                  </p:par>
                                  <p:par>
                                    <p:cTn id="101" presetID="12" presetClass="entr" presetSubtype="8" fill="hold" nodeType="withEffect">
                                      <p:stCondLst>
                                        <p:cond delay="25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500"/>
                                            <p:tgtEl>
                                              <p:spTgt spid="115"/>
                                            </p:tgtEl>
                                            <p:attrNameLst>
                                              <p:attrName>ppt_x</p:attrName>
                                            </p:attrNameLst>
                                          </p:cBhvr>
                                          <p:tavLst>
                                            <p:tav tm="0">
                                              <p:val>
                                                <p:strVal val="#ppt_x-#ppt_w*1.125000"/>
                                              </p:val>
                                            </p:tav>
                                            <p:tav tm="100000">
                                              <p:val>
                                                <p:strVal val="#ppt_x"/>
                                              </p:val>
                                            </p:tav>
                                          </p:tavLst>
                                        </p:anim>
                                        <p:animEffect transition="in" filter="wipe(right)">
                                          <p:cBhvr>
                                            <p:cTn id="104" dur="500"/>
                                            <p:tgtEl>
                                              <p:spTgt spid="115"/>
                                            </p:tgtEl>
                                          </p:cBhvr>
                                        </p:animEffect>
                                      </p:childTnLst>
                                    </p:cTn>
                                  </p:par>
                                  <p:par>
                                    <p:cTn id="105" presetID="12" presetClass="entr" presetSubtype="8" fill="hold" grpId="0" nodeType="withEffect">
                                      <p:stCondLst>
                                        <p:cond delay="25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500"/>
                                            <p:tgtEl>
                                              <p:spTgt spid="116"/>
                                            </p:tgtEl>
                                            <p:attrNameLst>
                                              <p:attrName>ppt_x</p:attrName>
                                            </p:attrNameLst>
                                          </p:cBhvr>
                                          <p:tavLst>
                                            <p:tav tm="0">
                                              <p:val>
                                                <p:strVal val="#ppt_x-#ppt_w*1.125000"/>
                                              </p:val>
                                            </p:tav>
                                            <p:tav tm="100000">
                                              <p:val>
                                                <p:strVal val="#ppt_x"/>
                                              </p:val>
                                            </p:tav>
                                          </p:tavLst>
                                        </p:anim>
                                        <p:animEffect transition="in" filter="wipe(right)">
                                          <p:cBhvr>
                                            <p:cTn id="108" dur="500"/>
                                            <p:tgtEl>
                                              <p:spTgt spid="116"/>
                                            </p:tgtEl>
                                          </p:cBhvr>
                                        </p:animEffect>
                                      </p:childTnLst>
                                    </p:cTn>
                                  </p:par>
                                  <p:par>
                                    <p:cTn id="109" presetID="12" presetClass="entr" presetSubtype="8" fill="hold" grpId="0" nodeType="withEffect">
                                      <p:stCondLst>
                                        <p:cond delay="25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500"/>
                                            <p:tgtEl>
                                              <p:spTgt spid="117"/>
                                            </p:tgtEl>
                                            <p:attrNameLst>
                                              <p:attrName>ppt_x</p:attrName>
                                            </p:attrNameLst>
                                          </p:cBhvr>
                                          <p:tavLst>
                                            <p:tav tm="0">
                                              <p:val>
                                                <p:strVal val="#ppt_x-#ppt_w*1.125000"/>
                                              </p:val>
                                            </p:tav>
                                            <p:tav tm="100000">
                                              <p:val>
                                                <p:strVal val="#ppt_x"/>
                                              </p:val>
                                            </p:tav>
                                          </p:tavLst>
                                        </p:anim>
                                        <p:animEffect transition="in" filter="wipe(right)">
                                          <p:cBhvr>
                                            <p:cTn id="112" dur="500"/>
                                            <p:tgtEl>
                                              <p:spTgt spid="117"/>
                                            </p:tgtEl>
                                          </p:cBhvr>
                                        </p:animEffect>
                                      </p:childTnLst>
                                    </p:cTn>
                                  </p:par>
                                  <p:par>
                                    <p:cTn id="113" presetID="12" presetClass="entr" presetSubtype="8" fill="hold" nodeType="withEffect">
                                      <p:stCondLst>
                                        <p:cond delay="250"/>
                                      </p:stCondLst>
                                      <p:childTnLst>
                                        <p:set>
                                          <p:cBhvr>
                                            <p:cTn id="114" dur="1" fill="hold">
                                              <p:stCondLst>
                                                <p:cond delay="0"/>
                                              </p:stCondLst>
                                            </p:cTn>
                                            <p:tgtEl>
                                              <p:spTgt spid="118"/>
                                            </p:tgtEl>
                                            <p:attrNameLst>
                                              <p:attrName>style.visibility</p:attrName>
                                            </p:attrNameLst>
                                          </p:cBhvr>
                                          <p:to>
                                            <p:strVal val="visible"/>
                                          </p:to>
                                        </p:set>
                                        <p:anim calcmode="lin" valueType="num">
                                          <p:cBhvr additive="base">
                                            <p:cTn id="115" dur="500"/>
                                            <p:tgtEl>
                                              <p:spTgt spid="118"/>
                                            </p:tgtEl>
                                            <p:attrNameLst>
                                              <p:attrName>ppt_x</p:attrName>
                                            </p:attrNameLst>
                                          </p:cBhvr>
                                          <p:tavLst>
                                            <p:tav tm="0">
                                              <p:val>
                                                <p:strVal val="#ppt_x-#ppt_w*1.125000"/>
                                              </p:val>
                                            </p:tav>
                                            <p:tav tm="100000">
                                              <p:val>
                                                <p:strVal val="#ppt_x"/>
                                              </p:val>
                                            </p:tav>
                                          </p:tavLst>
                                        </p:anim>
                                        <p:animEffect transition="in" filter="wipe(right)">
                                          <p:cBhvr>
                                            <p:cTn id="116" dur="500"/>
                                            <p:tgtEl>
                                              <p:spTgt spid="118"/>
                                            </p:tgtEl>
                                          </p:cBhvr>
                                        </p:animEffect>
                                      </p:childTnLst>
                                    </p:cTn>
                                  </p:par>
                                  <p:par>
                                    <p:cTn id="117" presetID="12" presetClass="entr" presetSubtype="8" fill="hold" grpId="0" nodeType="withEffect">
                                      <p:stCondLst>
                                        <p:cond delay="250"/>
                                      </p:stCondLst>
                                      <p:childTnLst>
                                        <p:set>
                                          <p:cBhvr>
                                            <p:cTn id="118" dur="1" fill="hold">
                                              <p:stCondLst>
                                                <p:cond delay="0"/>
                                              </p:stCondLst>
                                            </p:cTn>
                                            <p:tgtEl>
                                              <p:spTgt spid="119"/>
                                            </p:tgtEl>
                                            <p:attrNameLst>
                                              <p:attrName>style.visibility</p:attrName>
                                            </p:attrNameLst>
                                          </p:cBhvr>
                                          <p:to>
                                            <p:strVal val="visible"/>
                                          </p:to>
                                        </p:set>
                                        <p:anim calcmode="lin" valueType="num">
                                          <p:cBhvr additive="base">
                                            <p:cTn id="119" dur="500"/>
                                            <p:tgtEl>
                                              <p:spTgt spid="119"/>
                                            </p:tgtEl>
                                            <p:attrNameLst>
                                              <p:attrName>ppt_x</p:attrName>
                                            </p:attrNameLst>
                                          </p:cBhvr>
                                          <p:tavLst>
                                            <p:tav tm="0">
                                              <p:val>
                                                <p:strVal val="#ppt_x-#ppt_w*1.125000"/>
                                              </p:val>
                                            </p:tav>
                                            <p:tav tm="100000">
                                              <p:val>
                                                <p:strVal val="#ppt_x"/>
                                              </p:val>
                                            </p:tav>
                                          </p:tavLst>
                                        </p:anim>
                                        <p:animEffect transition="in" filter="wipe(right)">
                                          <p:cBhvr>
                                            <p:cTn id="120" dur="500"/>
                                            <p:tgtEl>
                                              <p:spTgt spid="119"/>
                                            </p:tgtEl>
                                          </p:cBhvr>
                                        </p:animEffect>
                                      </p:childTnLst>
                                    </p:cTn>
                                  </p:par>
                                  <p:par>
                                    <p:cTn id="121" presetID="12" presetClass="entr" presetSubtype="8" fill="hold" grpId="0" nodeType="withEffect">
                                      <p:stCondLst>
                                        <p:cond delay="250"/>
                                      </p:stCondLst>
                                      <p:childTnLst>
                                        <p:set>
                                          <p:cBhvr>
                                            <p:cTn id="122" dur="1" fill="hold">
                                              <p:stCondLst>
                                                <p:cond delay="0"/>
                                              </p:stCondLst>
                                            </p:cTn>
                                            <p:tgtEl>
                                              <p:spTgt spid="120"/>
                                            </p:tgtEl>
                                            <p:attrNameLst>
                                              <p:attrName>style.visibility</p:attrName>
                                            </p:attrNameLst>
                                          </p:cBhvr>
                                          <p:to>
                                            <p:strVal val="visible"/>
                                          </p:to>
                                        </p:set>
                                        <p:anim calcmode="lin" valueType="num">
                                          <p:cBhvr additive="base">
                                            <p:cTn id="123" dur="500"/>
                                            <p:tgtEl>
                                              <p:spTgt spid="120"/>
                                            </p:tgtEl>
                                            <p:attrNameLst>
                                              <p:attrName>ppt_x</p:attrName>
                                            </p:attrNameLst>
                                          </p:cBhvr>
                                          <p:tavLst>
                                            <p:tav tm="0">
                                              <p:val>
                                                <p:strVal val="#ppt_x-#ppt_w*1.125000"/>
                                              </p:val>
                                            </p:tav>
                                            <p:tav tm="100000">
                                              <p:val>
                                                <p:strVal val="#ppt_x"/>
                                              </p:val>
                                            </p:tav>
                                          </p:tavLst>
                                        </p:anim>
                                        <p:animEffect transition="in" filter="wipe(right)">
                                          <p:cBhvr>
                                            <p:cTn id="124" dur="500"/>
                                            <p:tgtEl>
                                              <p:spTgt spid="120"/>
                                            </p:tgtEl>
                                          </p:cBhvr>
                                        </p:animEffect>
                                      </p:childTnLst>
                                    </p:cTn>
                                  </p:par>
                                  <p:par>
                                    <p:cTn id="125" presetID="12" presetClass="entr" presetSubtype="8" fill="hold" nodeType="withEffect">
                                      <p:stCondLst>
                                        <p:cond delay="250"/>
                                      </p:stCondLst>
                                      <p:childTnLst>
                                        <p:set>
                                          <p:cBhvr>
                                            <p:cTn id="126" dur="1" fill="hold">
                                              <p:stCondLst>
                                                <p:cond delay="0"/>
                                              </p:stCondLst>
                                            </p:cTn>
                                            <p:tgtEl>
                                              <p:spTgt spid="121"/>
                                            </p:tgtEl>
                                            <p:attrNameLst>
                                              <p:attrName>style.visibility</p:attrName>
                                            </p:attrNameLst>
                                          </p:cBhvr>
                                          <p:to>
                                            <p:strVal val="visible"/>
                                          </p:to>
                                        </p:set>
                                        <p:anim calcmode="lin" valueType="num">
                                          <p:cBhvr additive="base">
                                            <p:cTn id="127" dur="500"/>
                                            <p:tgtEl>
                                              <p:spTgt spid="121"/>
                                            </p:tgtEl>
                                            <p:attrNameLst>
                                              <p:attrName>ppt_x</p:attrName>
                                            </p:attrNameLst>
                                          </p:cBhvr>
                                          <p:tavLst>
                                            <p:tav tm="0">
                                              <p:val>
                                                <p:strVal val="#ppt_x-#ppt_w*1.125000"/>
                                              </p:val>
                                            </p:tav>
                                            <p:tav tm="100000">
                                              <p:val>
                                                <p:strVal val="#ppt_x"/>
                                              </p:val>
                                            </p:tav>
                                          </p:tavLst>
                                        </p:anim>
                                        <p:animEffect transition="in" filter="wipe(right)">
                                          <p:cBhvr>
                                            <p:cTn id="128" dur="500"/>
                                            <p:tgtEl>
                                              <p:spTgt spid="121"/>
                                            </p:tgtEl>
                                          </p:cBhvr>
                                        </p:animEffect>
                                      </p:childTnLst>
                                    </p:cTn>
                                  </p:par>
                                </p:childTnLst>
                              </p:cTn>
                            </p:par>
                          </p:childTnLst>
                        </p:cTn>
                      </p:par>
                      <p:par>
                        <p:cTn id="129" fill="hold">
                          <p:stCondLst>
                            <p:cond delay="indefinite"/>
                          </p:stCondLst>
                          <p:childTnLst>
                            <p:par>
                              <p:cTn id="130" fill="hold">
                                <p:stCondLst>
                                  <p:cond delay="0"/>
                                </p:stCondLst>
                                <p:childTnLst>
                                  <p:par>
                                    <p:cTn id="131" presetID="22" presetClass="entr" presetSubtype="4" fill="hold" grpId="0" nodeType="clickEffect">
                                      <p:stCondLst>
                                        <p:cond delay="0"/>
                                      </p:stCondLst>
                                      <p:childTnLst>
                                        <p:set>
                                          <p:cBhvr>
                                            <p:cTn id="132" dur="1" fill="hold">
                                              <p:stCondLst>
                                                <p:cond delay="0"/>
                                              </p:stCondLst>
                                            </p:cTn>
                                            <p:tgtEl>
                                              <p:spTgt spid="122"/>
                                            </p:tgtEl>
                                            <p:attrNameLst>
                                              <p:attrName>style.visibility</p:attrName>
                                            </p:attrNameLst>
                                          </p:cBhvr>
                                          <p:to>
                                            <p:strVal val="visible"/>
                                          </p:to>
                                        </p:set>
                                        <p:animEffect transition="in" filter="wipe(down)">
                                          <p:cBhvr>
                                            <p:cTn id="13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107" grpId="0"/>
          <p:bldP spid="108" grpId="0"/>
          <p:bldP spid="110" grpId="0"/>
          <p:bldP spid="111" grpId="0"/>
          <p:bldP spid="113" grpId="0"/>
          <p:bldP spid="114" grpId="0"/>
          <p:bldP spid="116" grpId="0"/>
          <p:bldP spid="117" grpId="0"/>
          <p:bldP spid="119" grpId="0"/>
          <p:bldP spid="120" grpId="0"/>
          <p:bldP spid="1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 presetClass="entr" presetSubtype="8" accel="40000" fill="hold" nodeType="after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1000" fill="hold"/>
                                            <p:tgtEl>
                                              <p:spTgt spid="103"/>
                                            </p:tgtEl>
                                            <p:attrNameLst>
                                              <p:attrName>ppt_x</p:attrName>
                                            </p:attrNameLst>
                                          </p:cBhvr>
                                          <p:tavLst>
                                            <p:tav tm="0">
                                              <p:val>
                                                <p:strVal val="0-#ppt_w/2"/>
                                              </p:val>
                                            </p:tav>
                                            <p:tav tm="100000">
                                              <p:val>
                                                <p:strVal val="#ppt_x"/>
                                              </p:val>
                                            </p:tav>
                                          </p:tavLst>
                                        </p:anim>
                                        <p:anim calcmode="lin" valueType="num">
                                          <p:cBhvr additive="base">
                                            <p:cTn id="18" dur="1000" fill="hold"/>
                                            <p:tgtEl>
                                              <p:spTgt spid="103"/>
                                            </p:tgtEl>
                                            <p:attrNameLst>
                                              <p:attrName>ppt_y</p:attrName>
                                            </p:attrNameLst>
                                          </p:cBhvr>
                                          <p:tavLst>
                                            <p:tav tm="0">
                                              <p:val>
                                                <p:strVal val="#ppt_y"/>
                                              </p:val>
                                            </p:tav>
                                            <p:tav tm="100000">
                                              <p:val>
                                                <p:strVal val="#ppt_y"/>
                                              </p:val>
                                            </p:tav>
                                          </p:tavLst>
                                        </p:anim>
                                      </p:childTnLst>
                                    </p:cTn>
                                  </p:par>
                                </p:childTnLst>
                              </p:cTn>
                            </p:par>
                            <p:par>
                              <p:cTn id="19" fill="hold">
                                <p:stCondLst>
                                  <p:cond delay="2000"/>
                                </p:stCondLst>
                                <p:childTnLst>
                                  <p:par>
                                    <p:cTn id="20" presetID="12" presetClass="entr" presetSubtype="8"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p:tgtEl>
                                              <p:spTgt spid="8"/>
                                            </p:tgtEl>
                                            <p:attrNameLst>
                                              <p:attrName>ppt_x</p:attrName>
                                            </p:attrNameLst>
                                          </p:cBhvr>
                                          <p:tavLst>
                                            <p:tav tm="0">
                                              <p:val>
                                                <p:strVal val="#ppt_x-#ppt_w*1.125000"/>
                                              </p:val>
                                            </p:tav>
                                            <p:tav tm="100000">
                                              <p:val>
                                                <p:strVal val="#ppt_x"/>
                                              </p:val>
                                            </p:tav>
                                          </p:tavLst>
                                        </p:anim>
                                        <p:animEffect transition="in" filter="wipe(right)">
                                          <p:cBhvr>
                                            <p:cTn id="23" dur="500"/>
                                            <p:tgtEl>
                                              <p:spTgt spid="8"/>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fade">
                                          <p:cBhvr>
                                            <p:cTn id="27" dur="1000"/>
                                            <p:tgtEl>
                                              <p:spTgt spid="68"/>
                                            </p:tgtEl>
                                          </p:cBhvr>
                                        </p:animEffect>
                                      </p:childTnLst>
                                    </p:cTn>
                                  </p:par>
                                  <p:par>
                                    <p:cTn id="28" presetID="42" presetClass="path" presetSubtype="0" accel="50000" decel="50000" fill="hold" nodeType="withEffect">
                                      <p:stCondLst>
                                        <p:cond delay="0"/>
                                      </p:stCondLst>
                                      <p:childTnLst>
                                        <p:animMotion origin="layout" path="M -0.05859 0.24166 L -8.33333E-7 2.22222E-6 " pathEditMode="relative" rAng="0" ptsTypes="AA">
                                          <p:cBhvr>
                                            <p:cTn id="29" dur="1000" fill="hold"/>
                                            <p:tgtEl>
                                              <p:spTgt spid="68"/>
                                            </p:tgtEl>
                                            <p:attrNameLst>
                                              <p:attrName>ppt_x</p:attrName>
                                              <p:attrName>ppt_y</p:attrName>
                                            </p:attrNameLst>
                                          </p:cBhvr>
                                          <p:rCtr x="2930" y="-12083"/>
                                        </p:animMotion>
                                      </p:childTnLst>
                                    </p:cTn>
                                  </p:par>
                                  <p:par>
                                    <p:cTn id="30" presetID="10" presetClass="entr" presetSubtype="0" fill="hold" nodeType="withEffect">
                                      <p:stCondLst>
                                        <p:cond delay="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1000"/>
                                            <p:tgtEl>
                                              <p:spTgt spid="89"/>
                                            </p:tgtEl>
                                          </p:cBhvr>
                                        </p:animEffect>
                                      </p:childTnLst>
                                    </p:cTn>
                                  </p:par>
                                  <p:par>
                                    <p:cTn id="33" presetID="42" presetClass="path" presetSubtype="0" accel="50000" decel="50000" fill="hold" nodeType="withEffect">
                                      <p:stCondLst>
                                        <p:cond delay="0"/>
                                      </p:stCondLst>
                                      <p:childTnLst>
                                        <p:animMotion origin="layout" path="M -0.15312 0.09584 L -3.33333E-6 -2.22222E-6 " pathEditMode="relative" rAng="0" ptsTypes="AA">
                                          <p:cBhvr>
                                            <p:cTn id="34" dur="1000" fill="hold"/>
                                            <p:tgtEl>
                                              <p:spTgt spid="89"/>
                                            </p:tgtEl>
                                            <p:attrNameLst>
                                              <p:attrName>ppt_x</p:attrName>
                                              <p:attrName>ppt_y</p:attrName>
                                            </p:attrNameLst>
                                          </p:cBhvr>
                                          <p:rCtr x="7656" y="-4792"/>
                                        </p:animMotion>
                                      </p:childTnLst>
                                    </p:cTn>
                                  </p:par>
                                  <p:par>
                                    <p:cTn id="35" presetID="10" presetClass="entr" presetSubtype="0" fill="hold" nodeType="withEffect">
                                      <p:stCondLst>
                                        <p:cond delay="0"/>
                                      </p:stCondLst>
                                      <p:childTnLst>
                                        <p:set>
                                          <p:cBhvr>
                                            <p:cTn id="36" dur="1" fill="hold">
                                              <p:stCondLst>
                                                <p:cond delay="0"/>
                                              </p:stCondLst>
                                            </p:cTn>
                                            <p:tgtEl>
                                              <p:spTgt spid="96"/>
                                            </p:tgtEl>
                                            <p:attrNameLst>
                                              <p:attrName>style.visibility</p:attrName>
                                            </p:attrNameLst>
                                          </p:cBhvr>
                                          <p:to>
                                            <p:strVal val="visible"/>
                                          </p:to>
                                        </p:set>
                                        <p:animEffect transition="in" filter="fade">
                                          <p:cBhvr>
                                            <p:cTn id="37" dur="1000"/>
                                            <p:tgtEl>
                                              <p:spTgt spid="96"/>
                                            </p:tgtEl>
                                          </p:cBhvr>
                                        </p:animEffect>
                                      </p:childTnLst>
                                    </p:cTn>
                                  </p:par>
                                  <p:par>
                                    <p:cTn id="38" presetID="42" presetClass="path" presetSubtype="0" accel="50000" decel="50000" fill="hold" nodeType="withEffect">
                                      <p:stCondLst>
                                        <p:cond delay="0"/>
                                      </p:stCondLst>
                                      <p:childTnLst>
                                        <p:animMotion origin="layout" path="M -0.18828 -0.03611 L -3.75E-6 -3.7037E-6 " pathEditMode="relative" rAng="0" ptsTypes="AA">
                                          <p:cBhvr>
                                            <p:cTn id="39" dur="1000" fill="hold"/>
                                            <p:tgtEl>
                                              <p:spTgt spid="96"/>
                                            </p:tgtEl>
                                            <p:attrNameLst>
                                              <p:attrName>ppt_x</p:attrName>
                                              <p:attrName>ppt_y</p:attrName>
                                            </p:attrNameLst>
                                          </p:cBhvr>
                                          <p:rCtr x="9414" y="1806"/>
                                        </p:animMotion>
                                      </p:childTnLst>
                                    </p:cTn>
                                  </p:par>
                                  <p:par>
                                    <p:cTn id="40" presetID="10" presetClass="entr" presetSubtype="0" fill="hold" nodeType="withEffect">
                                      <p:stCondLst>
                                        <p:cond delay="0"/>
                                      </p:stCondLst>
                                      <p:childTnLst>
                                        <p:set>
                                          <p:cBhvr>
                                            <p:cTn id="41" dur="1" fill="hold">
                                              <p:stCondLst>
                                                <p:cond delay="0"/>
                                              </p:stCondLst>
                                            </p:cTn>
                                            <p:tgtEl>
                                              <p:spTgt spid="82"/>
                                            </p:tgtEl>
                                            <p:attrNameLst>
                                              <p:attrName>style.visibility</p:attrName>
                                            </p:attrNameLst>
                                          </p:cBhvr>
                                          <p:to>
                                            <p:strVal val="visible"/>
                                          </p:to>
                                        </p:set>
                                        <p:animEffect transition="in" filter="fade">
                                          <p:cBhvr>
                                            <p:cTn id="42" dur="1000"/>
                                            <p:tgtEl>
                                              <p:spTgt spid="82"/>
                                            </p:tgtEl>
                                          </p:cBhvr>
                                        </p:animEffect>
                                      </p:childTnLst>
                                    </p:cTn>
                                  </p:par>
                                  <p:par>
                                    <p:cTn id="43" presetID="42" presetClass="path" presetSubtype="0" accel="50000" decel="50000" fill="hold" nodeType="withEffect">
                                      <p:stCondLst>
                                        <p:cond delay="0"/>
                                      </p:stCondLst>
                                      <p:childTnLst>
                                        <p:animMotion origin="layout" path="M -0.15156 -0.18611 L -4.58333E-6 -3.7037E-7 " pathEditMode="relative" rAng="0" ptsTypes="AA">
                                          <p:cBhvr>
                                            <p:cTn id="44" dur="1000" fill="hold"/>
                                            <p:tgtEl>
                                              <p:spTgt spid="82"/>
                                            </p:tgtEl>
                                            <p:attrNameLst>
                                              <p:attrName>ppt_x</p:attrName>
                                              <p:attrName>ppt_y</p:attrName>
                                            </p:attrNameLst>
                                          </p:cBhvr>
                                          <p:rCtr x="7578" y="9306"/>
                                        </p:animMotion>
                                      </p:childTnLst>
                                    </p:cTn>
                                  </p:par>
                                  <p:par>
                                    <p:cTn id="45" presetID="10" presetClass="entr" presetSubtype="0" fill="hold" nodeType="withEffect">
                                      <p:stCondLst>
                                        <p:cond delay="0"/>
                                      </p:stCondLst>
                                      <p:childTnLst>
                                        <p:set>
                                          <p:cBhvr>
                                            <p:cTn id="46" dur="1" fill="hold">
                                              <p:stCondLst>
                                                <p:cond delay="0"/>
                                              </p:stCondLst>
                                            </p:cTn>
                                            <p:tgtEl>
                                              <p:spTgt spid="75"/>
                                            </p:tgtEl>
                                            <p:attrNameLst>
                                              <p:attrName>style.visibility</p:attrName>
                                            </p:attrNameLst>
                                          </p:cBhvr>
                                          <p:to>
                                            <p:strVal val="visible"/>
                                          </p:to>
                                        </p:set>
                                        <p:animEffect transition="in" filter="fade">
                                          <p:cBhvr>
                                            <p:cTn id="47" dur="1000"/>
                                            <p:tgtEl>
                                              <p:spTgt spid="75"/>
                                            </p:tgtEl>
                                          </p:cBhvr>
                                        </p:animEffect>
                                      </p:childTnLst>
                                    </p:cTn>
                                  </p:par>
                                  <p:par>
                                    <p:cTn id="48" presetID="42" presetClass="path" presetSubtype="0" accel="50000" decel="50000" fill="hold" nodeType="withEffect">
                                      <p:stCondLst>
                                        <p:cond delay="0"/>
                                      </p:stCondLst>
                                      <p:childTnLst>
                                        <p:animMotion origin="layout" path="M -0.05625 -0.33194 L 2.70833E-6 -3.33333E-6 " pathEditMode="relative" rAng="0" ptsTypes="AA">
                                          <p:cBhvr>
                                            <p:cTn id="49" dur="1000" fill="hold"/>
                                            <p:tgtEl>
                                              <p:spTgt spid="75"/>
                                            </p:tgtEl>
                                            <p:attrNameLst>
                                              <p:attrName>ppt_x</p:attrName>
                                              <p:attrName>ppt_y</p:attrName>
                                            </p:attrNameLst>
                                          </p:cBhvr>
                                          <p:rCtr x="2812" y="16597"/>
                                        </p:animMotion>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62"/>
                                            </p:tgtEl>
                                            <p:attrNameLst>
                                              <p:attrName>style.visibility</p:attrName>
                                            </p:attrNameLst>
                                          </p:cBhvr>
                                          <p:to>
                                            <p:strVal val="visible"/>
                                          </p:to>
                                        </p:set>
                                        <p:animEffect transition="in" filter="wipe(left)">
                                          <p:cBhvr>
                                            <p:cTn id="54" dur="500"/>
                                            <p:tgtEl>
                                              <p:spTgt spid="62"/>
                                            </p:tgtEl>
                                          </p:cBhvr>
                                        </p:animEffect>
                                      </p:childTnLst>
                                    </p:cTn>
                                  </p:par>
                                  <p:par>
                                    <p:cTn id="55" presetID="22" presetClass="entr" presetSubtype="8" fill="hold" nodeType="with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wipe(left)">
                                          <p:cBhvr>
                                            <p:cTn id="57" dur="500"/>
                                            <p:tgtEl>
                                              <p:spTgt spid="40"/>
                                            </p:tgtEl>
                                          </p:cBhvr>
                                        </p:animEffect>
                                      </p:childTnLst>
                                    </p:cTn>
                                  </p:par>
                                  <p:par>
                                    <p:cTn id="58" presetID="22" presetClass="entr" presetSubtype="8" fill="hold"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wipe(left)">
                                          <p:cBhvr>
                                            <p:cTn id="60" dur="500"/>
                                            <p:tgtEl>
                                              <p:spTgt spid="28"/>
                                            </p:tgtEl>
                                          </p:cBhvr>
                                        </p:animEffect>
                                      </p:childTnLst>
                                    </p:cTn>
                                  </p:par>
                                  <p:par>
                                    <p:cTn id="61" presetID="22" presetClass="entr" presetSubtype="8" fill="hold"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wipe(left)">
                                          <p:cBhvr>
                                            <p:cTn id="63" dur="500"/>
                                            <p:tgtEl>
                                              <p:spTgt spid="19"/>
                                            </p:tgtEl>
                                          </p:cBhvr>
                                        </p:animEffect>
                                      </p:childTnLst>
                                    </p:cTn>
                                  </p:par>
                                  <p:par>
                                    <p:cTn id="64" presetID="22" presetClass="entr" presetSubtype="8" fill="hold" nodeType="with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wipe(left)">
                                          <p:cBhvr>
                                            <p:cTn id="66" dur="500"/>
                                            <p:tgtEl>
                                              <p:spTgt spid="10"/>
                                            </p:tgtEl>
                                          </p:cBhvr>
                                        </p:animEffect>
                                      </p:childTnLst>
                                    </p:cTn>
                                  </p:par>
                                </p:childTnLst>
                              </p:cTn>
                            </p:par>
                          </p:childTnLst>
                        </p:cTn>
                      </p:par>
                      <p:par>
                        <p:cTn id="67" fill="hold">
                          <p:stCondLst>
                            <p:cond delay="indefinite"/>
                          </p:stCondLst>
                          <p:childTnLst>
                            <p:par>
                              <p:cTn id="68" fill="hold">
                                <p:stCondLst>
                                  <p:cond delay="0"/>
                                </p:stCondLst>
                                <p:childTnLst>
                                  <p:par>
                                    <p:cTn id="69" presetID="12" presetClass="entr" presetSubtype="8" fill="hold" grpId="0" nodeType="clickEffect">
                                      <p:stCondLst>
                                        <p:cond delay="250"/>
                                      </p:stCondLst>
                                      <p:childTnLst>
                                        <p:set>
                                          <p:cBhvr>
                                            <p:cTn id="70" dur="1" fill="hold">
                                              <p:stCondLst>
                                                <p:cond delay="0"/>
                                              </p:stCondLst>
                                            </p:cTn>
                                            <p:tgtEl>
                                              <p:spTgt spid="107"/>
                                            </p:tgtEl>
                                            <p:attrNameLst>
                                              <p:attrName>style.visibility</p:attrName>
                                            </p:attrNameLst>
                                          </p:cBhvr>
                                          <p:to>
                                            <p:strVal val="visible"/>
                                          </p:to>
                                        </p:set>
                                        <p:anim calcmode="lin" valueType="num">
                                          <p:cBhvr additive="base">
                                            <p:cTn id="71" dur="500"/>
                                            <p:tgtEl>
                                              <p:spTgt spid="107"/>
                                            </p:tgtEl>
                                            <p:attrNameLst>
                                              <p:attrName>ppt_x</p:attrName>
                                            </p:attrNameLst>
                                          </p:cBhvr>
                                          <p:tavLst>
                                            <p:tav tm="0">
                                              <p:val>
                                                <p:strVal val="#ppt_x-#ppt_w*1.125000"/>
                                              </p:val>
                                            </p:tav>
                                            <p:tav tm="100000">
                                              <p:val>
                                                <p:strVal val="#ppt_x"/>
                                              </p:val>
                                            </p:tav>
                                          </p:tavLst>
                                        </p:anim>
                                        <p:animEffect transition="in" filter="wipe(right)">
                                          <p:cBhvr>
                                            <p:cTn id="72" dur="500"/>
                                            <p:tgtEl>
                                              <p:spTgt spid="107"/>
                                            </p:tgtEl>
                                          </p:cBhvr>
                                        </p:animEffect>
                                      </p:childTnLst>
                                    </p:cTn>
                                  </p:par>
                                  <p:par>
                                    <p:cTn id="73" presetID="12" presetClass="entr" presetSubtype="8" fill="hold" grpId="0" nodeType="withEffect">
                                      <p:stCondLst>
                                        <p:cond delay="250"/>
                                      </p:stCondLst>
                                      <p:childTnLst>
                                        <p:set>
                                          <p:cBhvr>
                                            <p:cTn id="74" dur="1" fill="hold">
                                              <p:stCondLst>
                                                <p:cond delay="0"/>
                                              </p:stCondLst>
                                            </p:cTn>
                                            <p:tgtEl>
                                              <p:spTgt spid="108"/>
                                            </p:tgtEl>
                                            <p:attrNameLst>
                                              <p:attrName>style.visibility</p:attrName>
                                            </p:attrNameLst>
                                          </p:cBhvr>
                                          <p:to>
                                            <p:strVal val="visible"/>
                                          </p:to>
                                        </p:set>
                                        <p:anim calcmode="lin" valueType="num">
                                          <p:cBhvr additive="base">
                                            <p:cTn id="75" dur="500"/>
                                            <p:tgtEl>
                                              <p:spTgt spid="108"/>
                                            </p:tgtEl>
                                            <p:attrNameLst>
                                              <p:attrName>ppt_x</p:attrName>
                                            </p:attrNameLst>
                                          </p:cBhvr>
                                          <p:tavLst>
                                            <p:tav tm="0">
                                              <p:val>
                                                <p:strVal val="#ppt_x-#ppt_w*1.125000"/>
                                              </p:val>
                                            </p:tav>
                                            <p:tav tm="100000">
                                              <p:val>
                                                <p:strVal val="#ppt_x"/>
                                              </p:val>
                                            </p:tav>
                                          </p:tavLst>
                                        </p:anim>
                                        <p:animEffect transition="in" filter="wipe(right)">
                                          <p:cBhvr>
                                            <p:cTn id="76" dur="500"/>
                                            <p:tgtEl>
                                              <p:spTgt spid="108"/>
                                            </p:tgtEl>
                                          </p:cBhvr>
                                        </p:animEffect>
                                      </p:childTnLst>
                                    </p:cTn>
                                  </p:par>
                                  <p:par>
                                    <p:cTn id="77" presetID="12" presetClass="entr" presetSubtype="8" fill="hold" nodeType="withEffect">
                                      <p:stCondLst>
                                        <p:cond delay="250"/>
                                      </p:stCondLst>
                                      <p:childTnLst>
                                        <p:set>
                                          <p:cBhvr>
                                            <p:cTn id="78" dur="1" fill="hold">
                                              <p:stCondLst>
                                                <p:cond delay="0"/>
                                              </p:stCondLst>
                                            </p:cTn>
                                            <p:tgtEl>
                                              <p:spTgt spid="109"/>
                                            </p:tgtEl>
                                            <p:attrNameLst>
                                              <p:attrName>style.visibility</p:attrName>
                                            </p:attrNameLst>
                                          </p:cBhvr>
                                          <p:to>
                                            <p:strVal val="visible"/>
                                          </p:to>
                                        </p:set>
                                        <p:anim calcmode="lin" valueType="num">
                                          <p:cBhvr additive="base">
                                            <p:cTn id="79" dur="500"/>
                                            <p:tgtEl>
                                              <p:spTgt spid="109"/>
                                            </p:tgtEl>
                                            <p:attrNameLst>
                                              <p:attrName>ppt_x</p:attrName>
                                            </p:attrNameLst>
                                          </p:cBhvr>
                                          <p:tavLst>
                                            <p:tav tm="0">
                                              <p:val>
                                                <p:strVal val="#ppt_x-#ppt_w*1.125000"/>
                                              </p:val>
                                            </p:tav>
                                            <p:tav tm="100000">
                                              <p:val>
                                                <p:strVal val="#ppt_x"/>
                                              </p:val>
                                            </p:tav>
                                          </p:tavLst>
                                        </p:anim>
                                        <p:animEffect transition="in" filter="wipe(right)">
                                          <p:cBhvr>
                                            <p:cTn id="80" dur="500"/>
                                            <p:tgtEl>
                                              <p:spTgt spid="109"/>
                                            </p:tgtEl>
                                          </p:cBhvr>
                                        </p:animEffect>
                                      </p:childTnLst>
                                    </p:cTn>
                                  </p:par>
                                  <p:par>
                                    <p:cTn id="81" presetID="12" presetClass="entr" presetSubtype="8" fill="hold" grpId="0" nodeType="withEffect">
                                      <p:stCondLst>
                                        <p:cond delay="25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500"/>
                                            <p:tgtEl>
                                              <p:spTgt spid="110"/>
                                            </p:tgtEl>
                                            <p:attrNameLst>
                                              <p:attrName>ppt_x</p:attrName>
                                            </p:attrNameLst>
                                          </p:cBhvr>
                                          <p:tavLst>
                                            <p:tav tm="0">
                                              <p:val>
                                                <p:strVal val="#ppt_x-#ppt_w*1.125000"/>
                                              </p:val>
                                            </p:tav>
                                            <p:tav tm="100000">
                                              <p:val>
                                                <p:strVal val="#ppt_x"/>
                                              </p:val>
                                            </p:tav>
                                          </p:tavLst>
                                        </p:anim>
                                        <p:animEffect transition="in" filter="wipe(right)">
                                          <p:cBhvr>
                                            <p:cTn id="84" dur="500"/>
                                            <p:tgtEl>
                                              <p:spTgt spid="110"/>
                                            </p:tgtEl>
                                          </p:cBhvr>
                                        </p:animEffect>
                                      </p:childTnLst>
                                    </p:cTn>
                                  </p:par>
                                  <p:par>
                                    <p:cTn id="85" presetID="12" presetClass="entr" presetSubtype="8" fill="hold" grpId="0" nodeType="withEffect">
                                      <p:stCondLst>
                                        <p:cond delay="25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500"/>
                                            <p:tgtEl>
                                              <p:spTgt spid="111"/>
                                            </p:tgtEl>
                                            <p:attrNameLst>
                                              <p:attrName>ppt_x</p:attrName>
                                            </p:attrNameLst>
                                          </p:cBhvr>
                                          <p:tavLst>
                                            <p:tav tm="0">
                                              <p:val>
                                                <p:strVal val="#ppt_x-#ppt_w*1.125000"/>
                                              </p:val>
                                            </p:tav>
                                            <p:tav tm="100000">
                                              <p:val>
                                                <p:strVal val="#ppt_x"/>
                                              </p:val>
                                            </p:tav>
                                          </p:tavLst>
                                        </p:anim>
                                        <p:animEffect transition="in" filter="wipe(right)">
                                          <p:cBhvr>
                                            <p:cTn id="88" dur="500"/>
                                            <p:tgtEl>
                                              <p:spTgt spid="111"/>
                                            </p:tgtEl>
                                          </p:cBhvr>
                                        </p:animEffect>
                                      </p:childTnLst>
                                    </p:cTn>
                                  </p:par>
                                  <p:par>
                                    <p:cTn id="89" presetID="12" presetClass="entr" presetSubtype="8" fill="hold" nodeType="withEffect">
                                      <p:stCondLst>
                                        <p:cond delay="25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500"/>
                                            <p:tgtEl>
                                              <p:spTgt spid="112"/>
                                            </p:tgtEl>
                                            <p:attrNameLst>
                                              <p:attrName>ppt_x</p:attrName>
                                            </p:attrNameLst>
                                          </p:cBhvr>
                                          <p:tavLst>
                                            <p:tav tm="0">
                                              <p:val>
                                                <p:strVal val="#ppt_x-#ppt_w*1.125000"/>
                                              </p:val>
                                            </p:tav>
                                            <p:tav tm="100000">
                                              <p:val>
                                                <p:strVal val="#ppt_x"/>
                                              </p:val>
                                            </p:tav>
                                          </p:tavLst>
                                        </p:anim>
                                        <p:animEffect transition="in" filter="wipe(right)">
                                          <p:cBhvr>
                                            <p:cTn id="92" dur="500"/>
                                            <p:tgtEl>
                                              <p:spTgt spid="112"/>
                                            </p:tgtEl>
                                          </p:cBhvr>
                                        </p:animEffect>
                                      </p:childTnLst>
                                    </p:cTn>
                                  </p:par>
                                  <p:par>
                                    <p:cTn id="93" presetID="12" presetClass="entr" presetSubtype="8" fill="hold" grpId="0" nodeType="withEffect">
                                      <p:stCondLst>
                                        <p:cond delay="25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500"/>
                                            <p:tgtEl>
                                              <p:spTgt spid="113"/>
                                            </p:tgtEl>
                                            <p:attrNameLst>
                                              <p:attrName>ppt_x</p:attrName>
                                            </p:attrNameLst>
                                          </p:cBhvr>
                                          <p:tavLst>
                                            <p:tav tm="0">
                                              <p:val>
                                                <p:strVal val="#ppt_x-#ppt_w*1.125000"/>
                                              </p:val>
                                            </p:tav>
                                            <p:tav tm="100000">
                                              <p:val>
                                                <p:strVal val="#ppt_x"/>
                                              </p:val>
                                            </p:tav>
                                          </p:tavLst>
                                        </p:anim>
                                        <p:animEffect transition="in" filter="wipe(right)">
                                          <p:cBhvr>
                                            <p:cTn id="96" dur="500"/>
                                            <p:tgtEl>
                                              <p:spTgt spid="113"/>
                                            </p:tgtEl>
                                          </p:cBhvr>
                                        </p:animEffect>
                                      </p:childTnLst>
                                    </p:cTn>
                                  </p:par>
                                  <p:par>
                                    <p:cTn id="97" presetID="12" presetClass="entr" presetSubtype="8" fill="hold" grpId="0" nodeType="withEffect">
                                      <p:stCondLst>
                                        <p:cond delay="25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500"/>
                                            <p:tgtEl>
                                              <p:spTgt spid="114"/>
                                            </p:tgtEl>
                                            <p:attrNameLst>
                                              <p:attrName>ppt_x</p:attrName>
                                            </p:attrNameLst>
                                          </p:cBhvr>
                                          <p:tavLst>
                                            <p:tav tm="0">
                                              <p:val>
                                                <p:strVal val="#ppt_x-#ppt_w*1.125000"/>
                                              </p:val>
                                            </p:tav>
                                            <p:tav tm="100000">
                                              <p:val>
                                                <p:strVal val="#ppt_x"/>
                                              </p:val>
                                            </p:tav>
                                          </p:tavLst>
                                        </p:anim>
                                        <p:animEffect transition="in" filter="wipe(right)">
                                          <p:cBhvr>
                                            <p:cTn id="100" dur="500"/>
                                            <p:tgtEl>
                                              <p:spTgt spid="114"/>
                                            </p:tgtEl>
                                          </p:cBhvr>
                                        </p:animEffect>
                                      </p:childTnLst>
                                    </p:cTn>
                                  </p:par>
                                  <p:par>
                                    <p:cTn id="101" presetID="12" presetClass="entr" presetSubtype="8" fill="hold" nodeType="withEffect">
                                      <p:stCondLst>
                                        <p:cond delay="25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500"/>
                                            <p:tgtEl>
                                              <p:spTgt spid="115"/>
                                            </p:tgtEl>
                                            <p:attrNameLst>
                                              <p:attrName>ppt_x</p:attrName>
                                            </p:attrNameLst>
                                          </p:cBhvr>
                                          <p:tavLst>
                                            <p:tav tm="0">
                                              <p:val>
                                                <p:strVal val="#ppt_x-#ppt_w*1.125000"/>
                                              </p:val>
                                            </p:tav>
                                            <p:tav tm="100000">
                                              <p:val>
                                                <p:strVal val="#ppt_x"/>
                                              </p:val>
                                            </p:tav>
                                          </p:tavLst>
                                        </p:anim>
                                        <p:animEffect transition="in" filter="wipe(right)">
                                          <p:cBhvr>
                                            <p:cTn id="104" dur="500"/>
                                            <p:tgtEl>
                                              <p:spTgt spid="115"/>
                                            </p:tgtEl>
                                          </p:cBhvr>
                                        </p:animEffect>
                                      </p:childTnLst>
                                    </p:cTn>
                                  </p:par>
                                  <p:par>
                                    <p:cTn id="105" presetID="12" presetClass="entr" presetSubtype="8" fill="hold" grpId="0" nodeType="withEffect">
                                      <p:stCondLst>
                                        <p:cond delay="25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500"/>
                                            <p:tgtEl>
                                              <p:spTgt spid="116"/>
                                            </p:tgtEl>
                                            <p:attrNameLst>
                                              <p:attrName>ppt_x</p:attrName>
                                            </p:attrNameLst>
                                          </p:cBhvr>
                                          <p:tavLst>
                                            <p:tav tm="0">
                                              <p:val>
                                                <p:strVal val="#ppt_x-#ppt_w*1.125000"/>
                                              </p:val>
                                            </p:tav>
                                            <p:tav tm="100000">
                                              <p:val>
                                                <p:strVal val="#ppt_x"/>
                                              </p:val>
                                            </p:tav>
                                          </p:tavLst>
                                        </p:anim>
                                        <p:animEffect transition="in" filter="wipe(right)">
                                          <p:cBhvr>
                                            <p:cTn id="108" dur="500"/>
                                            <p:tgtEl>
                                              <p:spTgt spid="116"/>
                                            </p:tgtEl>
                                          </p:cBhvr>
                                        </p:animEffect>
                                      </p:childTnLst>
                                    </p:cTn>
                                  </p:par>
                                  <p:par>
                                    <p:cTn id="109" presetID="12" presetClass="entr" presetSubtype="8" fill="hold" grpId="0" nodeType="withEffect">
                                      <p:stCondLst>
                                        <p:cond delay="25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500"/>
                                            <p:tgtEl>
                                              <p:spTgt spid="117"/>
                                            </p:tgtEl>
                                            <p:attrNameLst>
                                              <p:attrName>ppt_x</p:attrName>
                                            </p:attrNameLst>
                                          </p:cBhvr>
                                          <p:tavLst>
                                            <p:tav tm="0">
                                              <p:val>
                                                <p:strVal val="#ppt_x-#ppt_w*1.125000"/>
                                              </p:val>
                                            </p:tav>
                                            <p:tav tm="100000">
                                              <p:val>
                                                <p:strVal val="#ppt_x"/>
                                              </p:val>
                                            </p:tav>
                                          </p:tavLst>
                                        </p:anim>
                                        <p:animEffect transition="in" filter="wipe(right)">
                                          <p:cBhvr>
                                            <p:cTn id="112" dur="500"/>
                                            <p:tgtEl>
                                              <p:spTgt spid="117"/>
                                            </p:tgtEl>
                                          </p:cBhvr>
                                        </p:animEffect>
                                      </p:childTnLst>
                                    </p:cTn>
                                  </p:par>
                                  <p:par>
                                    <p:cTn id="113" presetID="12" presetClass="entr" presetSubtype="8" fill="hold" nodeType="withEffect">
                                      <p:stCondLst>
                                        <p:cond delay="250"/>
                                      </p:stCondLst>
                                      <p:childTnLst>
                                        <p:set>
                                          <p:cBhvr>
                                            <p:cTn id="114" dur="1" fill="hold">
                                              <p:stCondLst>
                                                <p:cond delay="0"/>
                                              </p:stCondLst>
                                            </p:cTn>
                                            <p:tgtEl>
                                              <p:spTgt spid="118"/>
                                            </p:tgtEl>
                                            <p:attrNameLst>
                                              <p:attrName>style.visibility</p:attrName>
                                            </p:attrNameLst>
                                          </p:cBhvr>
                                          <p:to>
                                            <p:strVal val="visible"/>
                                          </p:to>
                                        </p:set>
                                        <p:anim calcmode="lin" valueType="num">
                                          <p:cBhvr additive="base">
                                            <p:cTn id="115" dur="500"/>
                                            <p:tgtEl>
                                              <p:spTgt spid="118"/>
                                            </p:tgtEl>
                                            <p:attrNameLst>
                                              <p:attrName>ppt_x</p:attrName>
                                            </p:attrNameLst>
                                          </p:cBhvr>
                                          <p:tavLst>
                                            <p:tav tm="0">
                                              <p:val>
                                                <p:strVal val="#ppt_x-#ppt_w*1.125000"/>
                                              </p:val>
                                            </p:tav>
                                            <p:tav tm="100000">
                                              <p:val>
                                                <p:strVal val="#ppt_x"/>
                                              </p:val>
                                            </p:tav>
                                          </p:tavLst>
                                        </p:anim>
                                        <p:animEffect transition="in" filter="wipe(right)">
                                          <p:cBhvr>
                                            <p:cTn id="116" dur="500"/>
                                            <p:tgtEl>
                                              <p:spTgt spid="118"/>
                                            </p:tgtEl>
                                          </p:cBhvr>
                                        </p:animEffect>
                                      </p:childTnLst>
                                    </p:cTn>
                                  </p:par>
                                  <p:par>
                                    <p:cTn id="117" presetID="12" presetClass="entr" presetSubtype="8" fill="hold" grpId="0" nodeType="withEffect">
                                      <p:stCondLst>
                                        <p:cond delay="250"/>
                                      </p:stCondLst>
                                      <p:childTnLst>
                                        <p:set>
                                          <p:cBhvr>
                                            <p:cTn id="118" dur="1" fill="hold">
                                              <p:stCondLst>
                                                <p:cond delay="0"/>
                                              </p:stCondLst>
                                            </p:cTn>
                                            <p:tgtEl>
                                              <p:spTgt spid="119"/>
                                            </p:tgtEl>
                                            <p:attrNameLst>
                                              <p:attrName>style.visibility</p:attrName>
                                            </p:attrNameLst>
                                          </p:cBhvr>
                                          <p:to>
                                            <p:strVal val="visible"/>
                                          </p:to>
                                        </p:set>
                                        <p:anim calcmode="lin" valueType="num">
                                          <p:cBhvr additive="base">
                                            <p:cTn id="119" dur="500"/>
                                            <p:tgtEl>
                                              <p:spTgt spid="119"/>
                                            </p:tgtEl>
                                            <p:attrNameLst>
                                              <p:attrName>ppt_x</p:attrName>
                                            </p:attrNameLst>
                                          </p:cBhvr>
                                          <p:tavLst>
                                            <p:tav tm="0">
                                              <p:val>
                                                <p:strVal val="#ppt_x-#ppt_w*1.125000"/>
                                              </p:val>
                                            </p:tav>
                                            <p:tav tm="100000">
                                              <p:val>
                                                <p:strVal val="#ppt_x"/>
                                              </p:val>
                                            </p:tav>
                                          </p:tavLst>
                                        </p:anim>
                                        <p:animEffect transition="in" filter="wipe(right)">
                                          <p:cBhvr>
                                            <p:cTn id="120" dur="500"/>
                                            <p:tgtEl>
                                              <p:spTgt spid="119"/>
                                            </p:tgtEl>
                                          </p:cBhvr>
                                        </p:animEffect>
                                      </p:childTnLst>
                                    </p:cTn>
                                  </p:par>
                                  <p:par>
                                    <p:cTn id="121" presetID="12" presetClass="entr" presetSubtype="8" fill="hold" grpId="0" nodeType="withEffect">
                                      <p:stCondLst>
                                        <p:cond delay="250"/>
                                      </p:stCondLst>
                                      <p:childTnLst>
                                        <p:set>
                                          <p:cBhvr>
                                            <p:cTn id="122" dur="1" fill="hold">
                                              <p:stCondLst>
                                                <p:cond delay="0"/>
                                              </p:stCondLst>
                                            </p:cTn>
                                            <p:tgtEl>
                                              <p:spTgt spid="120"/>
                                            </p:tgtEl>
                                            <p:attrNameLst>
                                              <p:attrName>style.visibility</p:attrName>
                                            </p:attrNameLst>
                                          </p:cBhvr>
                                          <p:to>
                                            <p:strVal val="visible"/>
                                          </p:to>
                                        </p:set>
                                        <p:anim calcmode="lin" valueType="num">
                                          <p:cBhvr additive="base">
                                            <p:cTn id="123" dur="500"/>
                                            <p:tgtEl>
                                              <p:spTgt spid="120"/>
                                            </p:tgtEl>
                                            <p:attrNameLst>
                                              <p:attrName>ppt_x</p:attrName>
                                            </p:attrNameLst>
                                          </p:cBhvr>
                                          <p:tavLst>
                                            <p:tav tm="0">
                                              <p:val>
                                                <p:strVal val="#ppt_x-#ppt_w*1.125000"/>
                                              </p:val>
                                            </p:tav>
                                            <p:tav tm="100000">
                                              <p:val>
                                                <p:strVal val="#ppt_x"/>
                                              </p:val>
                                            </p:tav>
                                          </p:tavLst>
                                        </p:anim>
                                        <p:animEffect transition="in" filter="wipe(right)">
                                          <p:cBhvr>
                                            <p:cTn id="124" dur="500"/>
                                            <p:tgtEl>
                                              <p:spTgt spid="120"/>
                                            </p:tgtEl>
                                          </p:cBhvr>
                                        </p:animEffect>
                                      </p:childTnLst>
                                    </p:cTn>
                                  </p:par>
                                  <p:par>
                                    <p:cTn id="125" presetID="12" presetClass="entr" presetSubtype="8" fill="hold" nodeType="withEffect">
                                      <p:stCondLst>
                                        <p:cond delay="250"/>
                                      </p:stCondLst>
                                      <p:childTnLst>
                                        <p:set>
                                          <p:cBhvr>
                                            <p:cTn id="126" dur="1" fill="hold">
                                              <p:stCondLst>
                                                <p:cond delay="0"/>
                                              </p:stCondLst>
                                            </p:cTn>
                                            <p:tgtEl>
                                              <p:spTgt spid="121"/>
                                            </p:tgtEl>
                                            <p:attrNameLst>
                                              <p:attrName>style.visibility</p:attrName>
                                            </p:attrNameLst>
                                          </p:cBhvr>
                                          <p:to>
                                            <p:strVal val="visible"/>
                                          </p:to>
                                        </p:set>
                                        <p:anim calcmode="lin" valueType="num">
                                          <p:cBhvr additive="base">
                                            <p:cTn id="127" dur="500"/>
                                            <p:tgtEl>
                                              <p:spTgt spid="121"/>
                                            </p:tgtEl>
                                            <p:attrNameLst>
                                              <p:attrName>ppt_x</p:attrName>
                                            </p:attrNameLst>
                                          </p:cBhvr>
                                          <p:tavLst>
                                            <p:tav tm="0">
                                              <p:val>
                                                <p:strVal val="#ppt_x-#ppt_w*1.125000"/>
                                              </p:val>
                                            </p:tav>
                                            <p:tav tm="100000">
                                              <p:val>
                                                <p:strVal val="#ppt_x"/>
                                              </p:val>
                                            </p:tav>
                                          </p:tavLst>
                                        </p:anim>
                                        <p:animEffect transition="in" filter="wipe(right)">
                                          <p:cBhvr>
                                            <p:cTn id="128" dur="500"/>
                                            <p:tgtEl>
                                              <p:spTgt spid="121"/>
                                            </p:tgtEl>
                                          </p:cBhvr>
                                        </p:animEffect>
                                      </p:childTnLst>
                                    </p:cTn>
                                  </p:par>
                                </p:childTnLst>
                              </p:cTn>
                            </p:par>
                          </p:childTnLst>
                        </p:cTn>
                      </p:par>
                      <p:par>
                        <p:cTn id="129" fill="hold">
                          <p:stCondLst>
                            <p:cond delay="indefinite"/>
                          </p:stCondLst>
                          <p:childTnLst>
                            <p:par>
                              <p:cTn id="130" fill="hold">
                                <p:stCondLst>
                                  <p:cond delay="0"/>
                                </p:stCondLst>
                                <p:childTnLst>
                                  <p:par>
                                    <p:cTn id="131" presetID="22" presetClass="entr" presetSubtype="4" fill="hold" grpId="0" nodeType="clickEffect">
                                      <p:stCondLst>
                                        <p:cond delay="0"/>
                                      </p:stCondLst>
                                      <p:childTnLst>
                                        <p:set>
                                          <p:cBhvr>
                                            <p:cTn id="132" dur="1" fill="hold">
                                              <p:stCondLst>
                                                <p:cond delay="0"/>
                                              </p:stCondLst>
                                            </p:cTn>
                                            <p:tgtEl>
                                              <p:spTgt spid="122"/>
                                            </p:tgtEl>
                                            <p:attrNameLst>
                                              <p:attrName>style.visibility</p:attrName>
                                            </p:attrNameLst>
                                          </p:cBhvr>
                                          <p:to>
                                            <p:strVal val="visible"/>
                                          </p:to>
                                        </p:set>
                                        <p:animEffect transition="in" filter="wipe(down)">
                                          <p:cBhvr>
                                            <p:cTn id="13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107" grpId="0"/>
          <p:bldP spid="108" grpId="0"/>
          <p:bldP spid="110" grpId="0"/>
          <p:bldP spid="111" grpId="0"/>
          <p:bldP spid="113" grpId="0"/>
          <p:bldP spid="114" grpId="0"/>
          <p:bldP spid="116" grpId="0"/>
          <p:bldP spid="117" grpId="0"/>
          <p:bldP spid="119" grpId="0"/>
          <p:bldP spid="120" grpId="0"/>
          <p:bldP spid="122" grpId="0"/>
        </p:bldLst>
      </p:timing>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FFB850"/>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62213" y="147690"/>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知识技能</a:t>
            </a:r>
          </a:p>
        </p:txBody>
      </p:sp>
      <p:grpSp>
        <p:nvGrpSpPr>
          <p:cNvPr id="8" name="组合 7"/>
          <p:cNvGrpSpPr/>
          <p:nvPr/>
        </p:nvGrpSpPr>
        <p:grpSpPr>
          <a:xfrm>
            <a:off x="9182836" y="1219255"/>
            <a:ext cx="2759482" cy="5600927"/>
            <a:chOff x="8589599" y="969500"/>
            <a:chExt cx="2616200" cy="5312030"/>
          </a:xfrm>
        </p:grpSpPr>
        <p:sp>
          <p:nvSpPr>
            <p:cNvPr id="9" name="矩形 8"/>
            <p:cNvSpPr/>
            <p:nvPr/>
          </p:nvSpPr>
          <p:spPr>
            <a:xfrm flipH="1">
              <a:off x="10276470" y="1825515"/>
              <a:ext cx="161310" cy="3606910"/>
            </a:xfrm>
            <a:prstGeom prst="rect">
              <a:avLst/>
            </a:prstGeom>
            <a:gradFill>
              <a:gsLst>
                <a:gs pos="45000">
                  <a:schemeClr val="tx1">
                    <a:alpha val="10000"/>
                  </a:schemeClr>
                </a:gs>
                <a:gs pos="100000">
                  <a:schemeClr val="tx1">
                    <a:alpha val="34000"/>
                  </a:schemeClr>
                </a:gs>
                <a:gs pos="0">
                  <a:srgbClr val="E2E2E2">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0" name="组合 9"/>
            <p:cNvGrpSpPr/>
            <p:nvPr/>
          </p:nvGrpSpPr>
          <p:grpSpPr>
            <a:xfrm>
              <a:off x="8589599" y="969500"/>
              <a:ext cx="2616200" cy="5312030"/>
              <a:chOff x="8589599" y="969500"/>
              <a:chExt cx="2616200" cy="5312030"/>
            </a:xfrm>
          </p:grpSpPr>
          <p:sp>
            <p:nvSpPr>
              <p:cNvPr id="11" name="Freeform 5"/>
              <p:cNvSpPr>
                <a:spLocks/>
              </p:cNvSpPr>
              <p:nvPr/>
            </p:nvSpPr>
            <p:spPr bwMode="auto">
              <a:xfrm>
                <a:off x="8589599" y="1825625"/>
                <a:ext cx="2616200" cy="3606800"/>
              </a:xfrm>
              <a:custGeom>
                <a:avLst/>
                <a:gdLst>
                  <a:gd name="T0" fmla="*/ 791 w 791"/>
                  <a:gd name="T1" fmla="*/ 546 h 1092"/>
                  <a:gd name="T2" fmla="*/ 512 w 791"/>
                  <a:gd name="T3" fmla="*/ 186 h 1092"/>
                  <a:gd name="T4" fmla="*/ 512 w 791"/>
                  <a:gd name="T5" fmla="*/ 0 h 1092"/>
                  <a:gd name="T6" fmla="*/ 0 w 791"/>
                  <a:gd name="T7" fmla="*/ 0 h 1092"/>
                  <a:gd name="T8" fmla="*/ 0 w 791"/>
                  <a:gd name="T9" fmla="*/ 1092 h 1092"/>
                  <a:gd name="T10" fmla="*/ 512 w 791"/>
                  <a:gd name="T11" fmla="*/ 1092 h 1092"/>
                  <a:gd name="T12" fmla="*/ 512 w 791"/>
                  <a:gd name="T13" fmla="*/ 907 h 1092"/>
                  <a:gd name="T14" fmla="*/ 791 w 791"/>
                  <a:gd name="T15" fmla="*/ 546 h 10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1" h="1092">
                    <a:moveTo>
                      <a:pt x="791" y="546"/>
                    </a:moveTo>
                    <a:cubicBezTo>
                      <a:pt x="791" y="373"/>
                      <a:pt x="672" y="227"/>
                      <a:pt x="512" y="186"/>
                    </a:cubicBezTo>
                    <a:cubicBezTo>
                      <a:pt x="512" y="0"/>
                      <a:pt x="512" y="0"/>
                      <a:pt x="512" y="0"/>
                    </a:cubicBezTo>
                    <a:cubicBezTo>
                      <a:pt x="0" y="0"/>
                      <a:pt x="0" y="0"/>
                      <a:pt x="0" y="0"/>
                    </a:cubicBezTo>
                    <a:cubicBezTo>
                      <a:pt x="0" y="1092"/>
                      <a:pt x="0" y="1092"/>
                      <a:pt x="0" y="1092"/>
                    </a:cubicBezTo>
                    <a:cubicBezTo>
                      <a:pt x="512" y="1092"/>
                      <a:pt x="512" y="1092"/>
                      <a:pt x="512" y="1092"/>
                    </a:cubicBezTo>
                    <a:cubicBezTo>
                      <a:pt x="512" y="907"/>
                      <a:pt x="512" y="907"/>
                      <a:pt x="512" y="907"/>
                    </a:cubicBezTo>
                    <a:cubicBezTo>
                      <a:pt x="672" y="865"/>
                      <a:pt x="791" y="720"/>
                      <a:pt x="791" y="546"/>
                    </a:cubicBezTo>
                    <a:close/>
                  </a:path>
                </a:pathLst>
              </a:custGeom>
              <a:gradFill>
                <a:gsLst>
                  <a:gs pos="0">
                    <a:srgbClr val="663A77"/>
                  </a:gs>
                  <a:gs pos="100000">
                    <a:srgbClr val="A26CB8"/>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pic>
            <p:nvPicPr>
              <p:cNvPr id="12" name="图片 11"/>
              <p:cNvPicPr>
                <a:picLocks noChangeAspect="1"/>
              </p:cNvPicPr>
              <p:nvPr/>
            </p:nvPicPr>
            <p:blipFill rotWithShape="1">
              <a:blip r:embed="rId3" cstate="screen">
                <a:grayscl/>
                <a:extLst>
                  <a:ext uri="{BEBA8EAE-BF5A-486C-A8C5-ECC9F3942E4B}">
                    <a14:imgProps xmlns:a14="http://schemas.microsoft.com/office/drawing/2010/main">
                      <a14:imgLayer r:embed="rId4">
                        <a14:imgEffect>
                          <a14:colorTemperature colorTemp="2000"/>
                        </a14:imgEffect>
                        <a14:imgEffect>
                          <a14:saturation sat="66000"/>
                        </a14:imgEffect>
                      </a14:imgLayer>
                    </a14:imgProps>
                  </a:ext>
                  <a:ext uri="{28A0092B-C50C-407E-A947-70E740481C1C}">
                    <a14:useLocalDpi xmlns:a14="http://schemas.microsoft.com/office/drawing/2010/main"/>
                  </a:ext>
                </a:extLst>
              </a:blip>
              <a:srcRect/>
              <a:stretch/>
            </p:blipFill>
            <p:spPr>
              <a:xfrm rot="5400000">
                <a:off x="6076879" y="3482347"/>
                <a:ext cx="5312030" cy="286336"/>
              </a:xfrm>
              <a:prstGeom prst="rect">
                <a:avLst/>
              </a:prstGeom>
            </p:spPr>
          </p:pic>
        </p:grpSp>
      </p:grpSp>
      <p:grpSp>
        <p:nvGrpSpPr>
          <p:cNvPr id="13" name="组合 12"/>
          <p:cNvGrpSpPr/>
          <p:nvPr/>
        </p:nvGrpSpPr>
        <p:grpSpPr>
          <a:xfrm>
            <a:off x="10602993" y="3564082"/>
            <a:ext cx="1098674" cy="911274"/>
            <a:chOff x="9936016" y="3193380"/>
            <a:chExt cx="1041627" cy="864270"/>
          </a:xfrm>
        </p:grpSpPr>
        <p:grpSp>
          <p:nvGrpSpPr>
            <p:cNvPr id="14" name="组合 13"/>
            <p:cNvGrpSpPr/>
            <p:nvPr/>
          </p:nvGrpSpPr>
          <p:grpSpPr>
            <a:xfrm>
              <a:off x="10024695" y="3193380"/>
              <a:ext cx="867068" cy="864270"/>
              <a:chOff x="6462235" y="1620217"/>
              <a:chExt cx="1872944" cy="1866900"/>
            </a:xfrm>
          </p:grpSpPr>
          <p:sp>
            <p:nvSpPr>
              <p:cNvPr id="16" name="任意多边形 15"/>
              <p:cNvSpPr/>
              <p:nvPr/>
            </p:nvSpPr>
            <p:spPr>
              <a:xfrm>
                <a:off x="6462235" y="1620217"/>
                <a:ext cx="1866900" cy="1866900"/>
              </a:xfrm>
              <a:custGeom>
                <a:avLst/>
                <a:gdLst>
                  <a:gd name="connsiteX0" fmla="*/ 933450 w 1866900"/>
                  <a:gd name="connsiteY0" fmla="*/ 160062 h 1866900"/>
                  <a:gd name="connsiteX1" fmla="*/ 160062 w 1866900"/>
                  <a:gd name="connsiteY1" fmla="*/ 933450 h 1866900"/>
                  <a:gd name="connsiteX2" fmla="*/ 933450 w 1866900"/>
                  <a:gd name="connsiteY2" fmla="*/ 1706838 h 1866900"/>
                  <a:gd name="connsiteX3" fmla="*/ 1706838 w 1866900"/>
                  <a:gd name="connsiteY3" fmla="*/ 933450 h 1866900"/>
                  <a:gd name="connsiteX4" fmla="*/ 933450 w 1866900"/>
                  <a:gd name="connsiteY4" fmla="*/ 160062 h 1866900"/>
                  <a:gd name="connsiteX5" fmla="*/ 933450 w 1866900"/>
                  <a:gd name="connsiteY5" fmla="*/ 0 h 1866900"/>
                  <a:gd name="connsiteX6" fmla="*/ 1866900 w 1866900"/>
                  <a:gd name="connsiteY6" fmla="*/ 933450 h 1866900"/>
                  <a:gd name="connsiteX7" fmla="*/ 933450 w 1866900"/>
                  <a:gd name="connsiteY7" fmla="*/ 1866900 h 1866900"/>
                  <a:gd name="connsiteX8" fmla="*/ 0 w 1866900"/>
                  <a:gd name="connsiteY8" fmla="*/ 933450 h 1866900"/>
                  <a:gd name="connsiteX9" fmla="*/ 933450 w 1866900"/>
                  <a:gd name="connsiteY9" fmla="*/ 0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6900" h="1866900">
                    <a:moveTo>
                      <a:pt x="933450" y="160062"/>
                    </a:moveTo>
                    <a:cubicBezTo>
                      <a:pt x="506320" y="160062"/>
                      <a:pt x="160062" y="506320"/>
                      <a:pt x="160062" y="933450"/>
                    </a:cubicBezTo>
                    <a:cubicBezTo>
                      <a:pt x="160062" y="1360580"/>
                      <a:pt x="506320" y="1706838"/>
                      <a:pt x="933450" y="1706838"/>
                    </a:cubicBezTo>
                    <a:cubicBezTo>
                      <a:pt x="1360580" y="1706838"/>
                      <a:pt x="1706838" y="1360580"/>
                      <a:pt x="1706838" y="933450"/>
                    </a:cubicBezTo>
                    <a:cubicBezTo>
                      <a:pt x="1706838" y="506320"/>
                      <a:pt x="1360580" y="160062"/>
                      <a:pt x="933450" y="160062"/>
                    </a:cubicBezTo>
                    <a:close/>
                    <a:moveTo>
                      <a:pt x="933450" y="0"/>
                    </a:moveTo>
                    <a:cubicBezTo>
                      <a:pt x="1448980" y="0"/>
                      <a:pt x="1866900" y="417920"/>
                      <a:pt x="1866900" y="933450"/>
                    </a:cubicBezTo>
                    <a:cubicBezTo>
                      <a:pt x="1866900" y="1448980"/>
                      <a:pt x="1448980" y="1866900"/>
                      <a:pt x="933450" y="1866900"/>
                    </a:cubicBezTo>
                    <a:cubicBezTo>
                      <a:pt x="417920" y="1866900"/>
                      <a:pt x="0" y="1448980"/>
                      <a:pt x="0" y="933450"/>
                    </a:cubicBezTo>
                    <a:cubicBezTo>
                      <a:pt x="0" y="417920"/>
                      <a:pt x="417920" y="0"/>
                      <a:pt x="933450" y="0"/>
                    </a:cubicBezTo>
                    <a:close/>
                  </a:path>
                </a:pathLst>
              </a:custGeom>
              <a:solidFill>
                <a:srgbClr val="F2F2F2"/>
              </a:solidFill>
              <a:ln w="22225">
                <a:noFill/>
              </a:ln>
              <a:effectLst>
                <a:outerShdw blurRad="635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17" name="椭圆 16"/>
              <p:cNvSpPr/>
              <p:nvPr/>
            </p:nvSpPr>
            <p:spPr>
              <a:xfrm>
                <a:off x="6468279" y="1620217"/>
                <a:ext cx="1866900" cy="1866900"/>
              </a:xfrm>
              <a:prstGeom prst="ellipse">
                <a:avLst/>
              </a:prstGeom>
              <a:noFill/>
              <a:ln w="19050">
                <a:gradFill flip="none" rotWithShape="1">
                  <a:gsLst>
                    <a:gs pos="0">
                      <a:schemeClr val="bg1"/>
                    </a:gs>
                    <a:gs pos="100000">
                      <a:schemeClr val="bg1">
                        <a:lumMod val="65000"/>
                      </a:schemeClr>
                    </a:gs>
                  </a:gsLst>
                  <a:lin ang="27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18" name="椭圆 17"/>
              <p:cNvSpPr/>
              <p:nvPr/>
            </p:nvSpPr>
            <p:spPr>
              <a:xfrm>
                <a:off x="6622297" y="1782251"/>
                <a:ext cx="1546776" cy="1546776"/>
              </a:xfrm>
              <a:prstGeom prst="ellipse">
                <a:avLst/>
              </a:prstGeom>
              <a:noFill/>
              <a:ln w="19050">
                <a:gradFill flip="none" rotWithShape="1">
                  <a:gsLst>
                    <a:gs pos="0">
                      <a:schemeClr val="bg1">
                        <a:lumMod val="65000"/>
                      </a:schemeClr>
                    </a:gs>
                    <a:gs pos="100000">
                      <a:schemeClr val="bg1"/>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5" name="文本框 87"/>
            <p:cNvSpPr txBox="1"/>
            <p:nvPr/>
          </p:nvSpPr>
          <p:spPr>
            <a:xfrm>
              <a:off x="9936016" y="3300033"/>
              <a:ext cx="1041627" cy="641758"/>
            </a:xfrm>
            <a:prstGeom prst="rect">
              <a:avLst/>
            </a:prstGeom>
            <a:noFill/>
          </p:spPr>
          <p:txBody>
            <a:bodyPr wrap="square" rtlCol="0">
              <a:spAutoFit/>
            </a:bodyPr>
            <a:lstStyle/>
            <a:p>
              <a:pPr algn="ctr"/>
              <a:r>
                <a:rPr lang="en-US" altLang="zh-CN" sz="3797" dirty="0">
                  <a:solidFill>
                    <a:prstClr val="white"/>
                  </a:solidFill>
                  <a:effectLst>
                    <a:outerShdw blurRad="50800" dist="38100" dir="2700000" algn="tl" rotWithShape="0">
                      <a:prstClr val="black">
                        <a:alpha val="40000"/>
                      </a:prstClr>
                    </a:outerShdw>
                  </a:effectLst>
                  <a:latin typeface="Impact" panose="020B0806030902050204" pitchFamily="34" charset="0"/>
                </a:rPr>
                <a:t>4</a:t>
              </a:r>
              <a:endParaRPr lang="zh-CN" altLang="en-US" sz="3797" dirty="0">
                <a:solidFill>
                  <a:prstClr val="white"/>
                </a:solidFill>
                <a:effectLst>
                  <a:outerShdw blurRad="50800" dist="38100" dir="2700000" algn="tl" rotWithShape="0">
                    <a:prstClr val="black">
                      <a:alpha val="40000"/>
                    </a:prstClr>
                  </a:outerShdw>
                </a:effectLst>
                <a:latin typeface="Impact" panose="020B0806030902050204" pitchFamily="34" charset="0"/>
              </a:endParaRPr>
            </a:p>
          </p:txBody>
        </p:sp>
      </p:grpSp>
      <p:sp>
        <p:nvSpPr>
          <p:cNvPr id="19" name="文本框 89"/>
          <p:cNvSpPr txBox="1"/>
          <p:nvPr/>
        </p:nvSpPr>
        <p:spPr>
          <a:xfrm>
            <a:off x="9605413" y="3812524"/>
            <a:ext cx="964804" cy="546753"/>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STEP</a:t>
            </a:r>
            <a:endParaRPr lang="zh-CN" altLang="en-US" sz="2953" dirty="0">
              <a:solidFill>
                <a:prstClr val="white"/>
              </a:solidFill>
              <a:latin typeface="Impact" panose="020B0806030902050204" pitchFamily="34" charset="0"/>
            </a:endParaRPr>
          </a:p>
        </p:txBody>
      </p:sp>
      <p:sp>
        <p:nvSpPr>
          <p:cNvPr id="20" name="文本框 91"/>
          <p:cNvSpPr txBox="1"/>
          <p:nvPr/>
        </p:nvSpPr>
        <p:spPr>
          <a:xfrm>
            <a:off x="9385680" y="2219076"/>
            <a:ext cx="1485990" cy="416909"/>
          </a:xfrm>
          <a:prstGeom prst="rect">
            <a:avLst/>
          </a:prstGeom>
          <a:noFill/>
        </p:spPr>
        <p:txBody>
          <a:bodyPr wrap="square" rtlCol="0">
            <a:spAutoFit/>
          </a:bodyPr>
          <a:lstStyle/>
          <a:p>
            <a:r>
              <a:rPr lang="zh-CN" altLang="en-US" sz="2109" dirty="0">
                <a:solidFill>
                  <a:prstClr val="white"/>
                </a:solidFill>
                <a:latin typeface="微软雅黑" panose="020B0503020204020204" pitchFamily="34" charset="-122"/>
                <a:ea typeface="微软雅黑" panose="020B0503020204020204" pitchFamily="34" charset="-122"/>
              </a:rPr>
              <a:t>添加标题</a:t>
            </a:r>
          </a:p>
        </p:txBody>
      </p:sp>
      <p:grpSp>
        <p:nvGrpSpPr>
          <p:cNvPr id="21" name="组合 20"/>
          <p:cNvGrpSpPr/>
          <p:nvPr/>
        </p:nvGrpSpPr>
        <p:grpSpPr>
          <a:xfrm>
            <a:off x="6571556" y="1219255"/>
            <a:ext cx="2759482" cy="5600927"/>
            <a:chOff x="6113905" y="969500"/>
            <a:chExt cx="2616200" cy="5312030"/>
          </a:xfrm>
        </p:grpSpPr>
        <p:sp>
          <p:nvSpPr>
            <p:cNvPr id="22" name="矩形 21"/>
            <p:cNvSpPr/>
            <p:nvPr/>
          </p:nvSpPr>
          <p:spPr>
            <a:xfrm flipH="1">
              <a:off x="7800776" y="1825515"/>
              <a:ext cx="161310" cy="3606910"/>
            </a:xfrm>
            <a:prstGeom prst="rect">
              <a:avLst/>
            </a:prstGeom>
            <a:gradFill>
              <a:gsLst>
                <a:gs pos="45000">
                  <a:schemeClr val="tx1">
                    <a:alpha val="10000"/>
                  </a:schemeClr>
                </a:gs>
                <a:gs pos="100000">
                  <a:schemeClr val="tx1">
                    <a:alpha val="34000"/>
                  </a:schemeClr>
                </a:gs>
                <a:gs pos="0">
                  <a:srgbClr val="E2E2E2">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3" name="组合 22"/>
            <p:cNvGrpSpPr/>
            <p:nvPr/>
          </p:nvGrpSpPr>
          <p:grpSpPr>
            <a:xfrm>
              <a:off x="6113905" y="969500"/>
              <a:ext cx="2616200" cy="5312030"/>
              <a:chOff x="6113905" y="969500"/>
              <a:chExt cx="2616200" cy="5312030"/>
            </a:xfrm>
          </p:grpSpPr>
          <p:sp>
            <p:nvSpPr>
              <p:cNvPr id="24" name="Freeform 5"/>
              <p:cNvSpPr>
                <a:spLocks/>
              </p:cNvSpPr>
              <p:nvPr/>
            </p:nvSpPr>
            <p:spPr bwMode="auto">
              <a:xfrm>
                <a:off x="6113905" y="1825625"/>
                <a:ext cx="2616200" cy="3606800"/>
              </a:xfrm>
              <a:custGeom>
                <a:avLst/>
                <a:gdLst>
                  <a:gd name="T0" fmla="*/ 791 w 791"/>
                  <a:gd name="T1" fmla="*/ 546 h 1092"/>
                  <a:gd name="T2" fmla="*/ 512 w 791"/>
                  <a:gd name="T3" fmla="*/ 186 h 1092"/>
                  <a:gd name="T4" fmla="*/ 512 w 791"/>
                  <a:gd name="T5" fmla="*/ 0 h 1092"/>
                  <a:gd name="T6" fmla="*/ 0 w 791"/>
                  <a:gd name="T7" fmla="*/ 0 h 1092"/>
                  <a:gd name="T8" fmla="*/ 0 w 791"/>
                  <a:gd name="T9" fmla="*/ 1092 h 1092"/>
                  <a:gd name="T10" fmla="*/ 512 w 791"/>
                  <a:gd name="T11" fmla="*/ 1092 h 1092"/>
                  <a:gd name="T12" fmla="*/ 512 w 791"/>
                  <a:gd name="T13" fmla="*/ 907 h 1092"/>
                  <a:gd name="T14" fmla="*/ 791 w 791"/>
                  <a:gd name="T15" fmla="*/ 546 h 10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1" h="1092">
                    <a:moveTo>
                      <a:pt x="791" y="546"/>
                    </a:moveTo>
                    <a:cubicBezTo>
                      <a:pt x="791" y="373"/>
                      <a:pt x="672" y="227"/>
                      <a:pt x="512" y="186"/>
                    </a:cubicBezTo>
                    <a:cubicBezTo>
                      <a:pt x="512" y="0"/>
                      <a:pt x="512" y="0"/>
                      <a:pt x="512" y="0"/>
                    </a:cubicBezTo>
                    <a:cubicBezTo>
                      <a:pt x="0" y="0"/>
                      <a:pt x="0" y="0"/>
                      <a:pt x="0" y="0"/>
                    </a:cubicBezTo>
                    <a:cubicBezTo>
                      <a:pt x="0" y="1092"/>
                      <a:pt x="0" y="1092"/>
                      <a:pt x="0" y="1092"/>
                    </a:cubicBezTo>
                    <a:cubicBezTo>
                      <a:pt x="512" y="1092"/>
                      <a:pt x="512" y="1092"/>
                      <a:pt x="512" y="1092"/>
                    </a:cubicBezTo>
                    <a:cubicBezTo>
                      <a:pt x="512" y="907"/>
                      <a:pt x="512" y="907"/>
                      <a:pt x="512" y="907"/>
                    </a:cubicBezTo>
                    <a:cubicBezTo>
                      <a:pt x="672" y="865"/>
                      <a:pt x="791" y="720"/>
                      <a:pt x="791" y="546"/>
                    </a:cubicBezTo>
                    <a:close/>
                  </a:path>
                </a:pathLst>
              </a:custGeom>
              <a:gradFill>
                <a:gsLst>
                  <a:gs pos="0">
                    <a:srgbClr val="E87272"/>
                  </a:gs>
                  <a:gs pos="100000">
                    <a:srgbClr val="F2B0B0"/>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pic>
            <p:nvPicPr>
              <p:cNvPr id="25" name="图片 24"/>
              <p:cNvPicPr>
                <a:picLocks noChangeAspect="1"/>
              </p:cNvPicPr>
              <p:nvPr/>
            </p:nvPicPr>
            <p:blipFill rotWithShape="1">
              <a:blip r:embed="rId3" cstate="screen">
                <a:grayscl/>
                <a:extLst>
                  <a:ext uri="{BEBA8EAE-BF5A-486C-A8C5-ECC9F3942E4B}">
                    <a14:imgProps xmlns:a14="http://schemas.microsoft.com/office/drawing/2010/main">
                      <a14:imgLayer r:embed="rId4">
                        <a14:imgEffect>
                          <a14:colorTemperature colorTemp="2000"/>
                        </a14:imgEffect>
                        <a14:imgEffect>
                          <a14:saturation sat="66000"/>
                        </a14:imgEffect>
                      </a14:imgLayer>
                    </a14:imgProps>
                  </a:ext>
                  <a:ext uri="{28A0092B-C50C-407E-A947-70E740481C1C}">
                    <a14:useLocalDpi xmlns:a14="http://schemas.microsoft.com/office/drawing/2010/main"/>
                  </a:ext>
                </a:extLst>
              </a:blip>
              <a:srcRect/>
              <a:stretch/>
            </p:blipFill>
            <p:spPr>
              <a:xfrm rot="5400000">
                <a:off x="3601185" y="3482347"/>
                <a:ext cx="5312030" cy="286336"/>
              </a:xfrm>
              <a:prstGeom prst="rect">
                <a:avLst/>
              </a:prstGeom>
            </p:spPr>
          </p:pic>
        </p:grpSp>
      </p:grpSp>
      <p:grpSp>
        <p:nvGrpSpPr>
          <p:cNvPr id="26" name="组合 25"/>
          <p:cNvGrpSpPr/>
          <p:nvPr/>
        </p:nvGrpSpPr>
        <p:grpSpPr>
          <a:xfrm>
            <a:off x="7991713" y="3564082"/>
            <a:ext cx="1098674" cy="911274"/>
            <a:chOff x="7460322" y="3193380"/>
            <a:chExt cx="1041627" cy="864270"/>
          </a:xfrm>
        </p:grpSpPr>
        <p:grpSp>
          <p:nvGrpSpPr>
            <p:cNvPr id="27" name="组合 26"/>
            <p:cNvGrpSpPr/>
            <p:nvPr/>
          </p:nvGrpSpPr>
          <p:grpSpPr>
            <a:xfrm>
              <a:off x="7549001" y="3193380"/>
              <a:ext cx="867068" cy="864270"/>
              <a:chOff x="6462235" y="1620217"/>
              <a:chExt cx="1872944" cy="1866900"/>
            </a:xfrm>
          </p:grpSpPr>
          <p:sp>
            <p:nvSpPr>
              <p:cNvPr id="29" name="任意多边形 28"/>
              <p:cNvSpPr/>
              <p:nvPr/>
            </p:nvSpPr>
            <p:spPr>
              <a:xfrm>
                <a:off x="6462235" y="1620217"/>
                <a:ext cx="1866900" cy="1866900"/>
              </a:xfrm>
              <a:custGeom>
                <a:avLst/>
                <a:gdLst>
                  <a:gd name="connsiteX0" fmla="*/ 933450 w 1866900"/>
                  <a:gd name="connsiteY0" fmla="*/ 160062 h 1866900"/>
                  <a:gd name="connsiteX1" fmla="*/ 160062 w 1866900"/>
                  <a:gd name="connsiteY1" fmla="*/ 933450 h 1866900"/>
                  <a:gd name="connsiteX2" fmla="*/ 933450 w 1866900"/>
                  <a:gd name="connsiteY2" fmla="*/ 1706838 h 1866900"/>
                  <a:gd name="connsiteX3" fmla="*/ 1706838 w 1866900"/>
                  <a:gd name="connsiteY3" fmla="*/ 933450 h 1866900"/>
                  <a:gd name="connsiteX4" fmla="*/ 933450 w 1866900"/>
                  <a:gd name="connsiteY4" fmla="*/ 160062 h 1866900"/>
                  <a:gd name="connsiteX5" fmla="*/ 933450 w 1866900"/>
                  <a:gd name="connsiteY5" fmla="*/ 0 h 1866900"/>
                  <a:gd name="connsiteX6" fmla="*/ 1866900 w 1866900"/>
                  <a:gd name="connsiteY6" fmla="*/ 933450 h 1866900"/>
                  <a:gd name="connsiteX7" fmla="*/ 933450 w 1866900"/>
                  <a:gd name="connsiteY7" fmla="*/ 1866900 h 1866900"/>
                  <a:gd name="connsiteX8" fmla="*/ 0 w 1866900"/>
                  <a:gd name="connsiteY8" fmla="*/ 933450 h 1866900"/>
                  <a:gd name="connsiteX9" fmla="*/ 933450 w 1866900"/>
                  <a:gd name="connsiteY9" fmla="*/ 0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6900" h="1866900">
                    <a:moveTo>
                      <a:pt x="933450" y="160062"/>
                    </a:moveTo>
                    <a:cubicBezTo>
                      <a:pt x="506320" y="160062"/>
                      <a:pt x="160062" y="506320"/>
                      <a:pt x="160062" y="933450"/>
                    </a:cubicBezTo>
                    <a:cubicBezTo>
                      <a:pt x="160062" y="1360580"/>
                      <a:pt x="506320" y="1706838"/>
                      <a:pt x="933450" y="1706838"/>
                    </a:cubicBezTo>
                    <a:cubicBezTo>
                      <a:pt x="1360580" y="1706838"/>
                      <a:pt x="1706838" y="1360580"/>
                      <a:pt x="1706838" y="933450"/>
                    </a:cubicBezTo>
                    <a:cubicBezTo>
                      <a:pt x="1706838" y="506320"/>
                      <a:pt x="1360580" y="160062"/>
                      <a:pt x="933450" y="160062"/>
                    </a:cubicBezTo>
                    <a:close/>
                    <a:moveTo>
                      <a:pt x="933450" y="0"/>
                    </a:moveTo>
                    <a:cubicBezTo>
                      <a:pt x="1448980" y="0"/>
                      <a:pt x="1866900" y="417920"/>
                      <a:pt x="1866900" y="933450"/>
                    </a:cubicBezTo>
                    <a:cubicBezTo>
                      <a:pt x="1866900" y="1448980"/>
                      <a:pt x="1448980" y="1866900"/>
                      <a:pt x="933450" y="1866900"/>
                    </a:cubicBezTo>
                    <a:cubicBezTo>
                      <a:pt x="417920" y="1866900"/>
                      <a:pt x="0" y="1448980"/>
                      <a:pt x="0" y="933450"/>
                    </a:cubicBezTo>
                    <a:cubicBezTo>
                      <a:pt x="0" y="417920"/>
                      <a:pt x="417920" y="0"/>
                      <a:pt x="933450" y="0"/>
                    </a:cubicBezTo>
                    <a:close/>
                  </a:path>
                </a:pathLst>
              </a:custGeom>
              <a:solidFill>
                <a:srgbClr val="F2F2F2"/>
              </a:solidFill>
              <a:ln w="22225">
                <a:noFill/>
              </a:ln>
              <a:effectLst>
                <a:outerShdw blurRad="635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30" name="椭圆 29"/>
              <p:cNvSpPr/>
              <p:nvPr/>
            </p:nvSpPr>
            <p:spPr>
              <a:xfrm>
                <a:off x="6468279" y="1620217"/>
                <a:ext cx="1866900" cy="1866900"/>
              </a:xfrm>
              <a:prstGeom prst="ellipse">
                <a:avLst/>
              </a:prstGeom>
              <a:noFill/>
              <a:ln w="19050">
                <a:gradFill flip="none" rotWithShape="1">
                  <a:gsLst>
                    <a:gs pos="0">
                      <a:schemeClr val="bg1"/>
                    </a:gs>
                    <a:gs pos="100000">
                      <a:schemeClr val="bg1">
                        <a:lumMod val="65000"/>
                      </a:schemeClr>
                    </a:gs>
                  </a:gsLst>
                  <a:lin ang="27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31" name="椭圆 30"/>
              <p:cNvSpPr/>
              <p:nvPr/>
            </p:nvSpPr>
            <p:spPr>
              <a:xfrm>
                <a:off x="6622297" y="1782251"/>
                <a:ext cx="1546776" cy="1546776"/>
              </a:xfrm>
              <a:prstGeom prst="ellipse">
                <a:avLst/>
              </a:prstGeom>
              <a:noFill/>
              <a:ln w="19050">
                <a:gradFill flip="none" rotWithShape="1">
                  <a:gsLst>
                    <a:gs pos="0">
                      <a:schemeClr val="bg1">
                        <a:lumMod val="65000"/>
                      </a:schemeClr>
                    </a:gs>
                    <a:gs pos="100000">
                      <a:schemeClr val="bg1"/>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28" name="文本框 71"/>
            <p:cNvSpPr txBox="1"/>
            <p:nvPr/>
          </p:nvSpPr>
          <p:spPr>
            <a:xfrm>
              <a:off x="7460322" y="3300033"/>
              <a:ext cx="1041627" cy="641758"/>
            </a:xfrm>
            <a:prstGeom prst="rect">
              <a:avLst/>
            </a:prstGeom>
            <a:noFill/>
          </p:spPr>
          <p:txBody>
            <a:bodyPr wrap="square" rtlCol="0">
              <a:spAutoFit/>
            </a:bodyPr>
            <a:lstStyle/>
            <a:p>
              <a:pPr algn="ctr"/>
              <a:r>
                <a:rPr lang="en-US" altLang="zh-CN" sz="3797" dirty="0">
                  <a:solidFill>
                    <a:prstClr val="white"/>
                  </a:solidFill>
                  <a:effectLst>
                    <a:outerShdw blurRad="50800" dist="38100" dir="2700000" algn="tl" rotWithShape="0">
                      <a:prstClr val="black">
                        <a:alpha val="40000"/>
                      </a:prstClr>
                    </a:outerShdw>
                  </a:effectLst>
                  <a:latin typeface="Impact" panose="020B0806030902050204" pitchFamily="34" charset="0"/>
                </a:rPr>
                <a:t>3</a:t>
              </a:r>
              <a:endParaRPr lang="zh-CN" altLang="en-US" sz="3797" dirty="0">
                <a:solidFill>
                  <a:prstClr val="white"/>
                </a:solidFill>
                <a:effectLst>
                  <a:outerShdw blurRad="50800" dist="38100" dir="2700000" algn="tl" rotWithShape="0">
                    <a:prstClr val="black">
                      <a:alpha val="40000"/>
                    </a:prstClr>
                  </a:outerShdw>
                </a:effectLst>
                <a:latin typeface="Impact" panose="020B0806030902050204" pitchFamily="34" charset="0"/>
              </a:endParaRPr>
            </a:p>
          </p:txBody>
        </p:sp>
      </p:grpSp>
      <p:sp>
        <p:nvSpPr>
          <p:cNvPr id="32" name="文本框 73"/>
          <p:cNvSpPr txBox="1"/>
          <p:nvPr/>
        </p:nvSpPr>
        <p:spPr>
          <a:xfrm>
            <a:off x="6994133" y="3812524"/>
            <a:ext cx="964804" cy="546753"/>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STEP</a:t>
            </a:r>
            <a:endParaRPr lang="zh-CN" altLang="en-US" sz="2953" dirty="0">
              <a:solidFill>
                <a:prstClr val="white"/>
              </a:solidFill>
              <a:latin typeface="Impact" panose="020B0806030902050204" pitchFamily="34" charset="0"/>
            </a:endParaRPr>
          </a:p>
        </p:txBody>
      </p:sp>
      <p:sp>
        <p:nvSpPr>
          <p:cNvPr id="33" name="文本框 75"/>
          <p:cNvSpPr txBox="1"/>
          <p:nvPr/>
        </p:nvSpPr>
        <p:spPr>
          <a:xfrm>
            <a:off x="6774400" y="2219076"/>
            <a:ext cx="1485990" cy="416909"/>
          </a:xfrm>
          <a:prstGeom prst="rect">
            <a:avLst/>
          </a:prstGeom>
          <a:noFill/>
        </p:spPr>
        <p:txBody>
          <a:bodyPr wrap="square" rtlCol="0">
            <a:spAutoFit/>
          </a:bodyPr>
          <a:lstStyle/>
          <a:p>
            <a:r>
              <a:rPr lang="zh-CN" altLang="en-US" sz="2109" dirty="0">
                <a:solidFill>
                  <a:prstClr val="white"/>
                </a:solidFill>
                <a:latin typeface="微软雅黑" panose="020B0503020204020204" pitchFamily="34" charset="-122"/>
                <a:ea typeface="微软雅黑" panose="020B0503020204020204" pitchFamily="34" charset="-122"/>
              </a:rPr>
              <a:t>添加标题</a:t>
            </a:r>
          </a:p>
        </p:txBody>
      </p:sp>
      <p:grpSp>
        <p:nvGrpSpPr>
          <p:cNvPr id="34" name="组合 33"/>
          <p:cNvGrpSpPr/>
          <p:nvPr/>
        </p:nvGrpSpPr>
        <p:grpSpPr>
          <a:xfrm>
            <a:off x="3951926" y="1219255"/>
            <a:ext cx="2759482" cy="5600927"/>
            <a:chOff x="3630295" y="969500"/>
            <a:chExt cx="2616200" cy="5312030"/>
          </a:xfrm>
        </p:grpSpPr>
        <p:sp>
          <p:nvSpPr>
            <p:cNvPr id="35" name="矩形 34"/>
            <p:cNvSpPr/>
            <p:nvPr/>
          </p:nvSpPr>
          <p:spPr>
            <a:xfrm flipH="1">
              <a:off x="5317166" y="1825515"/>
              <a:ext cx="161310" cy="3606910"/>
            </a:xfrm>
            <a:prstGeom prst="rect">
              <a:avLst/>
            </a:prstGeom>
            <a:gradFill>
              <a:gsLst>
                <a:gs pos="45000">
                  <a:schemeClr val="tx1">
                    <a:alpha val="10000"/>
                  </a:schemeClr>
                </a:gs>
                <a:gs pos="100000">
                  <a:schemeClr val="tx1">
                    <a:alpha val="34000"/>
                  </a:schemeClr>
                </a:gs>
                <a:gs pos="0">
                  <a:srgbClr val="E2E2E2">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36" name="组合 35"/>
            <p:cNvGrpSpPr/>
            <p:nvPr/>
          </p:nvGrpSpPr>
          <p:grpSpPr>
            <a:xfrm>
              <a:off x="3630295" y="969500"/>
              <a:ext cx="2616200" cy="5312030"/>
              <a:chOff x="3630295" y="969500"/>
              <a:chExt cx="2616200" cy="5312030"/>
            </a:xfrm>
          </p:grpSpPr>
          <p:sp>
            <p:nvSpPr>
              <p:cNvPr id="37" name="Freeform 5"/>
              <p:cNvSpPr>
                <a:spLocks/>
              </p:cNvSpPr>
              <p:nvPr/>
            </p:nvSpPr>
            <p:spPr bwMode="auto">
              <a:xfrm>
                <a:off x="3630295" y="1825625"/>
                <a:ext cx="2616200" cy="3606800"/>
              </a:xfrm>
              <a:custGeom>
                <a:avLst/>
                <a:gdLst>
                  <a:gd name="T0" fmla="*/ 791 w 791"/>
                  <a:gd name="T1" fmla="*/ 546 h 1092"/>
                  <a:gd name="T2" fmla="*/ 512 w 791"/>
                  <a:gd name="T3" fmla="*/ 186 h 1092"/>
                  <a:gd name="T4" fmla="*/ 512 w 791"/>
                  <a:gd name="T5" fmla="*/ 0 h 1092"/>
                  <a:gd name="T6" fmla="*/ 0 w 791"/>
                  <a:gd name="T7" fmla="*/ 0 h 1092"/>
                  <a:gd name="T8" fmla="*/ 0 w 791"/>
                  <a:gd name="T9" fmla="*/ 1092 h 1092"/>
                  <a:gd name="T10" fmla="*/ 512 w 791"/>
                  <a:gd name="T11" fmla="*/ 1092 h 1092"/>
                  <a:gd name="T12" fmla="*/ 512 w 791"/>
                  <a:gd name="T13" fmla="*/ 907 h 1092"/>
                  <a:gd name="T14" fmla="*/ 791 w 791"/>
                  <a:gd name="T15" fmla="*/ 546 h 10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1" h="1092">
                    <a:moveTo>
                      <a:pt x="791" y="546"/>
                    </a:moveTo>
                    <a:cubicBezTo>
                      <a:pt x="791" y="373"/>
                      <a:pt x="672" y="227"/>
                      <a:pt x="512" y="186"/>
                    </a:cubicBezTo>
                    <a:cubicBezTo>
                      <a:pt x="512" y="0"/>
                      <a:pt x="512" y="0"/>
                      <a:pt x="512" y="0"/>
                    </a:cubicBezTo>
                    <a:cubicBezTo>
                      <a:pt x="0" y="0"/>
                      <a:pt x="0" y="0"/>
                      <a:pt x="0" y="0"/>
                    </a:cubicBezTo>
                    <a:cubicBezTo>
                      <a:pt x="0" y="1092"/>
                      <a:pt x="0" y="1092"/>
                      <a:pt x="0" y="1092"/>
                    </a:cubicBezTo>
                    <a:cubicBezTo>
                      <a:pt x="512" y="1092"/>
                      <a:pt x="512" y="1092"/>
                      <a:pt x="512" y="1092"/>
                    </a:cubicBezTo>
                    <a:cubicBezTo>
                      <a:pt x="512" y="907"/>
                      <a:pt x="512" y="907"/>
                      <a:pt x="512" y="907"/>
                    </a:cubicBezTo>
                    <a:cubicBezTo>
                      <a:pt x="672" y="865"/>
                      <a:pt x="791" y="720"/>
                      <a:pt x="791" y="546"/>
                    </a:cubicBezTo>
                    <a:close/>
                  </a:path>
                </a:pathLst>
              </a:custGeom>
              <a:gradFill>
                <a:gsLst>
                  <a:gs pos="0">
                    <a:srgbClr val="EB9624"/>
                  </a:gs>
                  <a:gs pos="100000">
                    <a:srgbClr val="FFD08B"/>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pic>
            <p:nvPicPr>
              <p:cNvPr id="38" name="图片 37"/>
              <p:cNvPicPr>
                <a:picLocks noChangeAspect="1"/>
              </p:cNvPicPr>
              <p:nvPr/>
            </p:nvPicPr>
            <p:blipFill rotWithShape="1">
              <a:blip r:embed="rId3" cstate="screen">
                <a:grayscl/>
                <a:extLst>
                  <a:ext uri="{BEBA8EAE-BF5A-486C-A8C5-ECC9F3942E4B}">
                    <a14:imgProps xmlns:a14="http://schemas.microsoft.com/office/drawing/2010/main">
                      <a14:imgLayer r:embed="rId4">
                        <a14:imgEffect>
                          <a14:colorTemperature colorTemp="2000"/>
                        </a14:imgEffect>
                        <a14:imgEffect>
                          <a14:saturation sat="66000"/>
                        </a14:imgEffect>
                      </a14:imgLayer>
                    </a14:imgProps>
                  </a:ext>
                  <a:ext uri="{28A0092B-C50C-407E-A947-70E740481C1C}">
                    <a14:useLocalDpi xmlns:a14="http://schemas.microsoft.com/office/drawing/2010/main"/>
                  </a:ext>
                </a:extLst>
              </a:blip>
              <a:srcRect/>
              <a:stretch/>
            </p:blipFill>
            <p:spPr>
              <a:xfrm rot="5400000">
                <a:off x="1117575" y="3482347"/>
                <a:ext cx="5312030" cy="286336"/>
              </a:xfrm>
              <a:prstGeom prst="rect">
                <a:avLst/>
              </a:prstGeom>
            </p:spPr>
          </p:pic>
        </p:grpSp>
      </p:grpSp>
      <p:grpSp>
        <p:nvGrpSpPr>
          <p:cNvPr id="39" name="组合 38"/>
          <p:cNvGrpSpPr/>
          <p:nvPr/>
        </p:nvGrpSpPr>
        <p:grpSpPr>
          <a:xfrm>
            <a:off x="5372083" y="3564082"/>
            <a:ext cx="1098674" cy="911274"/>
            <a:chOff x="4976712" y="3193380"/>
            <a:chExt cx="1041627" cy="864270"/>
          </a:xfrm>
        </p:grpSpPr>
        <p:grpSp>
          <p:nvGrpSpPr>
            <p:cNvPr id="40" name="组合 39"/>
            <p:cNvGrpSpPr/>
            <p:nvPr/>
          </p:nvGrpSpPr>
          <p:grpSpPr>
            <a:xfrm>
              <a:off x="5065391" y="3193380"/>
              <a:ext cx="867068" cy="864270"/>
              <a:chOff x="6462235" y="1620217"/>
              <a:chExt cx="1872944" cy="1866900"/>
            </a:xfrm>
          </p:grpSpPr>
          <p:sp>
            <p:nvSpPr>
              <p:cNvPr id="42" name="任意多边形 41"/>
              <p:cNvSpPr/>
              <p:nvPr/>
            </p:nvSpPr>
            <p:spPr>
              <a:xfrm>
                <a:off x="6462235" y="1620217"/>
                <a:ext cx="1866900" cy="1866900"/>
              </a:xfrm>
              <a:custGeom>
                <a:avLst/>
                <a:gdLst>
                  <a:gd name="connsiteX0" fmla="*/ 933450 w 1866900"/>
                  <a:gd name="connsiteY0" fmla="*/ 160062 h 1866900"/>
                  <a:gd name="connsiteX1" fmla="*/ 160062 w 1866900"/>
                  <a:gd name="connsiteY1" fmla="*/ 933450 h 1866900"/>
                  <a:gd name="connsiteX2" fmla="*/ 933450 w 1866900"/>
                  <a:gd name="connsiteY2" fmla="*/ 1706838 h 1866900"/>
                  <a:gd name="connsiteX3" fmla="*/ 1706838 w 1866900"/>
                  <a:gd name="connsiteY3" fmla="*/ 933450 h 1866900"/>
                  <a:gd name="connsiteX4" fmla="*/ 933450 w 1866900"/>
                  <a:gd name="connsiteY4" fmla="*/ 160062 h 1866900"/>
                  <a:gd name="connsiteX5" fmla="*/ 933450 w 1866900"/>
                  <a:gd name="connsiteY5" fmla="*/ 0 h 1866900"/>
                  <a:gd name="connsiteX6" fmla="*/ 1866900 w 1866900"/>
                  <a:gd name="connsiteY6" fmla="*/ 933450 h 1866900"/>
                  <a:gd name="connsiteX7" fmla="*/ 933450 w 1866900"/>
                  <a:gd name="connsiteY7" fmla="*/ 1866900 h 1866900"/>
                  <a:gd name="connsiteX8" fmla="*/ 0 w 1866900"/>
                  <a:gd name="connsiteY8" fmla="*/ 933450 h 1866900"/>
                  <a:gd name="connsiteX9" fmla="*/ 933450 w 1866900"/>
                  <a:gd name="connsiteY9" fmla="*/ 0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6900" h="1866900">
                    <a:moveTo>
                      <a:pt x="933450" y="160062"/>
                    </a:moveTo>
                    <a:cubicBezTo>
                      <a:pt x="506320" y="160062"/>
                      <a:pt x="160062" y="506320"/>
                      <a:pt x="160062" y="933450"/>
                    </a:cubicBezTo>
                    <a:cubicBezTo>
                      <a:pt x="160062" y="1360580"/>
                      <a:pt x="506320" y="1706838"/>
                      <a:pt x="933450" y="1706838"/>
                    </a:cubicBezTo>
                    <a:cubicBezTo>
                      <a:pt x="1360580" y="1706838"/>
                      <a:pt x="1706838" y="1360580"/>
                      <a:pt x="1706838" y="933450"/>
                    </a:cubicBezTo>
                    <a:cubicBezTo>
                      <a:pt x="1706838" y="506320"/>
                      <a:pt x="1360580" y="160062"/>
                      <a:pt x="933450" y="160062"/>
                    </a:cubicBezTo>
                    <a:close/>
                    <a:moveTo>
                      <a:pt x="933450" y="0"/>
                    </a:moveTo>
                    <a:cubicBezTo>
                      <a:pt x="1448980" y="0"/>
                      <a:pt x="1866900" y="417920"/>
                      <a:pt x="1866900" y="933450"/>
                    </a:cubicBezTo>
                    <a:cubicBezTo>
                      <a:pt x="1866900" y="1448980"/>
                      <a:pt x="1448980" y="1866900"/>
                      <a:pt x="933450" y="1866900"/>
                    </a:cubicBezTo>
                    <a:cubicBezTo>
                      <a:pt x="417920" y="1866900"/>
                      <a:pt x="0" y="1448980"/>
                      <a:pt x="0" y="933450"/>
                    </a:cubicBezTo>
                    <a:cubicBezTo>
                      <a:pt x="0" y="417920"/>
                      <a:pt x="417920" y="0"/>
                      <a:pt x="933450" y="0"/>
                    </a:cubicBezTo>
                    <a:close/>
                  </a:path>
                </a:pathLst>
              </a:custGeom>
              <a:solidFill>
                <a:srgbClr val="F2F2F2"/>
              </a:solidFill>
              <a:ln w="22225">
                <a:noFill/>
              </a:ln>
              <a:effectLst>
                <a:outerShdw blurRad="635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43" name="椭圆 42"/>
              <p:cNvSpPr/>
              <p:nvPr/>
            </p:nvSpPr>
            <p:spPr>
              <a:xfrm>
                <a:off x="6468279" y="1620217"/>
                <a:ext cx="1866900" cy="1866900"/>
              </a:xfrm>
              <a:prstGeom prst="ellipse">
                <a:avLst/>
              </a:prstGeom>
              <a:noFill/>
              <a:ln w="19050">
                <a:gradFill flip="none" rotWithShape="1">
                  <a:gsLst>
                    <a:gs pos="0">
                      <a:schemeClr val="bg1"/>
                    </a:gs>
                    <a:gs pos="100000">
                      <a:schemeClr val="bg1">
                        <a:lumMod val="65000"/>
                      </a:schemeClr>
                    </a:gs>
                  </a:gsLst>
                  <a:lin ang="27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44" name="椭圆 43"/>
              <p:cNvSpPr/>
              <p:nvPr/>
            </p:nvSpPr>
            <p:spPr>
              <a:xfrm>
                <a:off x="6622297" y="1782251"/>
                <a:ext cx="1546776" cy="1546776"/>
              </a:xfrm>
              <a:prstGeom prst="ellipse">
                <a:avLst/>
              </a:prstGeom>
              <a:noFill/>
              <a:ln w="19050">
                <a:gradFill flip="none" rotWithShape="1">
                  <a:gsLst>
                    <a:gs pos="0">
                      <a:schemeClr val="bg1">
                        <a:lumMod val="65000"/>
                      </a:schemeClr>
                    </a:gs>
                    <a:gs pos="100000">
                      <a:schemeClr val="bg1"/>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41" name="文本框 55"/>
            <p:cNvSpPr txBox="1"/>
            <p:nvPr/>
          </p:nvSpPr>
          <p:spPr>
            <a:xfrm>
              <a:off x="4976712" y="3300033"/>
              <a:ext cx="1041627" cy="641758"/>
            </a:xfrm>
            <a:prstGeom prst="rect">
              <a:avLst/>
            </a:prstGeom>
            <a:noFill/>
          </p:spPr>
          <p:txBody>
            <a:bodyPr wrap="square" rtlCol="0">
              <a:spAutoFit/>
            </a:bodyPr>
            <a:lstStyle/>
            <a:p>
              <a:pPr algn="ctr"/>
              <a:r>
                <a:rPr lang="en-US" altLang="zh-CN" sz="3797" dirty="0">
                  <a:solidFill>
                    <a:prstClr val="white"/>
                  </a:solidFill>
                  <a:effectLst>
                    <a:outerShdw blurRad="50800" dist="38100" dir="2700000" algn="tl" rotWithShape="0">
                      <a:prstClr val="black">
                        <a:alpha val="40000"/>
                      </a:prstClr>
                    </a:outerShdw>
                  </a:effectLst>
                  <a:latin typeface="Impact" panose="020B0806030902050204" pitchFamily="34" charset="0"/>
                </a:rPr>
                <a:t>2</a:t>
              </a:r>
              <a:endParaRPr lang="zh-CN" altLang="en-US" sz="3797" dirty="0">
                <a:solidFill>
                  <a:prstClr val="white"/>
                </a:solidFill>
                <a:effectLst>
                  <a:outerShdw blurRad="50800" dist="38100" dir="2700000" algn="tl" rotWithShape="0">
                    <a:prstClr val="black">
                      <a:alpha val="40000"/>
                    </a:prstClr>
                  </a:outerShdw>
                </a:effectLst>
                <a:latin typeface="Impact" panose="020B0806030902050204" pitchFamily="34" charset="0"/>
              </a:endParaRPr>
            </a:p>
          </p:txBody>
        </p:sp>
      </p:grpSp>
      <p:sp>
        <p:nvSpPr>
          <p:cNvPr id="45" name="文本框 57"/>
          <p:cNvSpPr txBox="1"/>
          <p:nvPr/>
        </p:nvSpPr>
        <p:spPr>
          <a:xfrm>
            <a:off x="4374503" y="3812524"/>
            <a:ext cx="964804" cy="546753"/>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STEP</a:t>
            </a:r>
            <a:endParaRPr lang="zh-CN" altLang="en-US" sz="2953" dirty="0">
              <a:solidFill>
                <a:prstClr val="white"/>
              </a:solidFill>
              <a:latin typeface="Impact" panose="020B0806030902050204" pitchFamily="34" charset="0"/>
            </a:endParaRPr>
          </a:p>
        </p:txBody>
      </p:sp>
      <p:sp>
        <p:nvSpPr>
          <p:cNvPr id="46" name="文本框 59"/>
          <p:cNvSpPr txBox="1"/>
          <p:nvPr/>
        </p:nvSpPr>
        <p:spPr>
          <a:xfrm>
            <a:off x="4154770" y="2219076"/>
            <a:ext cx="1485990" cy="416909"/>
          </a:xfrm>
          <a:prstGeom prst="rect">
            <a:avLst/>
          </a:prstGeom>
          <a:noFill/>
        </p:spPr>
        <p:txBody>
          <a:bodyPr wrap="square" rtlCol="0">
            <a:spAutoFit/>
          </a:bodyPr>
          <a:lstStyle/>
          <a:p>
            <a:r>
              <a:rPr lang="zh-CN" altLang="en-US" sz="2109" dirty="0">
                <a:solidFill>
                  <a:prstClr val="white"/>
                </a:solidFill>
                <a:latin typeface="微软雅黑" panose="020B0503020204020204" pitchFamily="34" charset="-122"/>
                <a:ea typeface="微软雅黑" panose="020B0503020204020204" pitchFamily="34" charset="-122"/>
              </a:rPr>
              <a:t>添加标题</a:t>
            </a:r>
          </a:p>
        </p:txBody>
      </p:sp>
      <p:grpSp>
        <p:nvGrpSpPr>
          <p:cNvPr id="47" name="组合 46"/>
          <p:cNvGrpSpPr/>
          <p:nvPr/>
        </p:nvGrpSpPr>
        <p:grpSpPr>
          <a:xfrm>
            <a:off x="1412132" y="1219255"/>
            <a:ext cx="2759482" cy="5600927"/>
            <a:chOff x="1222375" y="969500"/>
            <a:chExt cx="2616200" cy="5312030"/>
          </a:xfrm>
        </p:grpSpPr>
        <p:sp>
          <p:nvSpPr>
            <p:cNvPr id="48" name="矩形 47"/>
            <p:cNvSpPr/>
            <p:nvPr/>
          </p:nvSpPr>
          <p:spPr>
            <a:xfrm flipH="1">
              <a:off x="2909246" y="1825515"/>
              <a:ext cx="161310" cy="3606910"/>
            </a:xfrm>
            <a:prstGeom prst="rect">
              <a:avLst/>
            </a:prstGeom>
            <a:gradFill>
              <a:gsLst>
                <a:gs pos="45000">
                  <a:schemeClr val="tx1">
                    <a:alpha val="10000"/>
                  </a:schemeClr>
                </a:gs>
                <a:gs pos="100000">
                  <a:schemeClr val="tx1">
                    <a:alpha val="34000"/>
                  </a:schemeClr>
                </a:gs>
                <a:gs pos="0">
                  <a:srgbClr val="E2E2E2">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49" name="组合 48"/>
            <p:cNvGrpSpPr/>
            <p:nvPr/>
          </p:nvGrpSpPr>
          <p:grpSpPr>
            <a:xfrm>
              <a:off x="1222375" y="969500"/>
              <a:ext cx="2616200" cy="5312030"/>
              <a:chOff x="1222375" y="969500"/>
              <a:chExt cx="2616200" cy="5312030"/>
            </a:xfrm>
          </p:grpSpPr>
          <p:sp>
            <p:nvSpPr>
              <p:cNvPr id="50" name="Freeform 5"/>
              <p:cNvSpPr>
                <a:spLocks/>
              </p:cNvSpPr>
              <p:nvPr/>
            </p:nvSpPr>
            <p:spPr bwMode="auto">
              <a:xfrm>
                <a:off x="1222375" y="1825625"/>
                <a:ext cx="2616200" cy="3606800"/>
              </a:xfrm>
              <a:custGeom>
                <a:avLst/>
                <a:gdLst>
                  <a:gd name="T0" fmla="*/ 791 w 791"/>
                  <a:gd name="T1" fmla="*/ 546 h 1092"/>
                  <a:gd name="T2" fmla="*/ 512 w 791"/>
                  <a:gd name="T3" fmla="*/ 186 h 1092"/>
                  <a:gd name="T4" fmla="*/ 512 w 791"/>
                  <a:gd name="T5" fmla="*/ 0 h 1092"/>
                  <a:gd name="T6" fmla="*/ 0 w 791"/>
                  <a:gd name="T7" fmla="*/ 0 h 1092"/>
                  <a:gd name="T8" fmla="*/ 0 w 791"/>
                  <a:gd name="T9" fmla="*/ 1092 h 1092"/>
                  <a:gd name="T10" fmla="*/ 512 w 791"/>
                  <a:gd name="T11" fmla="*/ 1092 h 1092"/>
                  <a:gd name="T12" fmla="*/ 512 w 791"/>
                  <a:gd name="T13" fmla="*/ 907 h 1092"/>
                  <a:gd name="T14" fmla="*/ 791 w 791"/>
                  <a:gd name="T15" fmla="*/ 546 h 10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1" h="1092">
                    <a:moveTo>
                      <a:pt x="791" y="546"/>
                    </a:moveTo>
                    <a:cubicBezTo>
                      <a:pt x="791" y="373"/>
                      <a:pt x="672" y="227"/>
                      <a:pt x="512" y="186"/>
                    </a:cubicBezTo>
                    <a:cubicBezTo>
                      <a:pt x="512" y="0"/>
                      <a:pt x="512" y="0"/>
                      <a:pt x="512" y="0"/>
                    </a:cubicBezTo>
                    <a:cubicBezTo>
                      <a:pt x="0" y="0"/>
                      <a:pt x="0" y="0"/>
                      <a:pt x="0" y="0"/>
                    </a:cubicBezTo>
                    <a:cubicBezTo>
                      <a:pt x="0" y="1092"/>
                      <a:pt x="0" y="1092"/>
                      <a:pt x="0" y="1092"/>
                    </a:cubicBezTo>
                    <a:cubicBezTo>
                      <a:pt x="512" y="1092"/>
                      <a:pt x="512" y="1092"/>
                      <a:pt x="512" y="1092"/>
                    </a:cubicBezTo>
                    <a:cubicBezTo>
                      <a:pt x="512" y="907"/>
                      <a:pt x="512" y="907"/>
                      <a:pt x="512" y="907"/>
                    </a:cubicBezTo>
                    <a:cubicBezTo>
                      <a:pt x="672" y="865"/>
                      <a:pt x="791" y="720"/>
                      <a:pt x="791" y="546"/>
                    </a:cubicBezTo>
                    <a:close/>
                  </a:path>
                </a:pathLst>
              </a:custGeom>
              <a:gradFill>
                <a:gsLst>
                  <a:gs pos="0">
                    <a:srgbClr val="019EAF"/>
                  </a:gs>
                  <a:gs pos="100000">
                    <a:srgbClr val="01CCE1"/>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pic>
            <p:nvPicPr>
              <p:cNvPr id="51" name="图片 50"/>
              <p:cNvPicPr>
                <a:picLocks noChangeAspect="1"/>
              </p:cNvPicPr>
              <p:nvPr/>
            </p:nvPicPr>
            <p:blipFill rotWithShape="1">
              <a:blip r:embed="rId3" cstate="screen">
                <a:grayscl/>
                <a:extLst>
                  <a:ext uri="{BEBA8EAE-BF5A-486C-A8C5-ECC9F3942E4B}">
                    <a14:imgProps xmlns:a14="http://schemas.microsoft.com/office/drawing/2010/main">
                      <a14:imgLayer r:embed="rId4">
                        <a14:imgEffect>
                          <a14:colorTemperature colorTemp="2000"/>
                        </a14:imgEffect>
                        <a14:imgEffect>
                          <a14:saturation sat="66000"/>
                        </a14:imgEffect>
                      </a14:imgLayer>
                    </a14:imgProps>
                  </a:ext>
                  <a:ext uri="{28A0092B-C50C-407E-A947-70E740481C1C}">
                    <a14:useLocalDpi xmlns:a14="http://schemas.microsoft.com/office/drawing/2010/main"/>
                  </a:ext>
                </a:extLst>
              </a:blip>
              <a:srcRect/>
              <a:stretch/>
            </p:blipFill>
            <p:spPr>
              <a:xfrm rot="5400000">
                <a:off x="-1290345" y="3482347"/>
                <a:ext cx="5312030" cy="286336"/>
              </a:xfrm>
              <a:prstGeom prst="rect">
                <a:avLst/>
              </a:prstGeom>
            </p:spPr>
          </p:pic>
        </p:grpSp>
      </p:grpSp>
      <p:grpSp>
        <p:nvGrpSpPr>
          <p:cNvPr id="52" name="组合 51"/>
          <p:cNvGrpSpPr/>
          <p:nvPr/>
        </p:nvGrpSpPr>
        <p:grpSpPr>
          <a:xfrm>
            <a:off x="2832289" y="3564082"/>
            <a:ext cx="1098674" cy="911274"/>
            <a:chOff x="2568792" y="3193380"/>
            <a:chExt cx="1041627" cy="864270"/>
          </a:xfrm>
        </p:grpSpPr>
        <p:grpSp>
          <p:nvGrpSpPr>
            <p:cNvPr id="53" name="组合 52"/>
            <p:cNvGrpSpPr/>
            <p:nvPr/>
          </p:nvGrpSpPr>
          <p:grpSpPr>
            <a:xfrm>
              <a:off x="2657471" y="3193380"/>
              <a:ext cx="867068" cy="864270"/>
              <a:chOff x="6462235" y="1620217"/>
              <a:chExt cx="1872944" cy="1866900"/>
            </a:xfrm>
          </p:grpSpPr>
          <p:sp>
            <p:nvSpPr>
              <p:cNvPr id="55" name="任意多边形 54"/>
              <p:cNvSpPr/>
              <p:nvPr/>
            </p:nvSpPr>
            <p:spPr>
              <a:xfrm>
                <a:off x="6462235" y="1620217"/>
                <a:ext cx="1866900" cy="1866900"/>
              </a:xfrm>
              <a:custGeom>
                <a:avLst/>
                <a:gdLst>
                  <a:gd name="connsiteX0" fmla="*/ 933450 w 1866900"/>
                  <a:gd name="connsiteY0" fmla="*/ 160062 h 1866900"/>
                  <a:gd name="connsiteX1" fmla="*/ 160062 w 1866900"/>
                  <a:gd name="connsiteY1" fmla="*/ 933450 h 1866900"/>
                  <a:gd name="connsiteX2" fmla="*/ 933450 w 1866900"/>
                  <a:gd name="connsiteY2" fmla="*/ 1706838 h 1866900"/>
                  <a:gd name="connsiteX3" fmla="*/ 1706838 w 1866900"/>
                  <a:gd name="connsiteY3" fmla="*/ 933450 h 1866900"/>
                  <a:gd name="connsiteX4" fmla="*/ 933450 w 1866900"/>
                  <a:gd name="connsiteY4" fmla="*/ 160062 h 1866900"/>
                  <a:gd name="connsiteX5" fmla="*/ 933450 w 1866900"/>
                  <a:gd name="connsiteY5" fmla="*/ 0 h 1866900"/>
                  <a:gd name="connsiteX6" fmla="*/ 1866900 w 1866900"/>
                  <a:gd name="connsiteY6" fmla="*/ 933450 h 1866900"/>
                  <a:gd name="connsiteX7" fmla="*/ 933450 w 1866900"/>
                  <a:gd name="connsiteY7" fmla="*/ 1866900 h 1866900"/>
                  <a:gd name="connsiteX8" fmla="*/ 0 w 1866900"/>
                  <a:gd name="connsiteY8" fmla="*/ 933450 h 1866900"/>
                  <a:gd name="connsiteX9" fmla="*/ 933450 w 1866900"/>
                  <a:gd name="connsiteY9" fmla="*/ 0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6900" h="1866900">
                    <a:moveTo>
                      <a:pt x="933450" y="160062"/>
                    </a:moveTo>
                    <a:cubicBezTo>
                      <a:pt x="506320" y="160062"/>
                      <a:pt x="160062" y="506320"/>
                      <a:pt x="160062" y="933450"/>
                    </a:cubicBezTo>
                    <a:cubicBezTo>
                      <a:pt x="160062" y="1360580"/>
                      <a:pt x="506320" y="1706838"/>
                      <a:pt x="933450" y="1706838"/>
                    </a:cubicBezTo>
                    <a:cubicBezTo>
                      <a:pt x="1360580" y="1706838"/>
                      <a:pt x="1706838" y="1360580"/>
                      <a:pt x="1706838" y="933450"/>
                    </a:cubicBezTo>
                    <a:cubicBezTo>
                      <a:pt x="1706838" y="506320"/>
                      <a:pt x="1360580" y="160062"/>
                      <a:pt x="933450" y="160062"/>
                    </a:cubicBezTo>
                    <a:close/>
                    <a:moveTo>
                      <a:pt x="933450" y="0"/>
                    </a:moveTo>
                    <a:cubicBezTo>
                      <a:pt x="1448980" y="0"/>
                      <a:pt x="1866900" y="417920"/>
                      <a:pt x="1866900" y="933450"/>
                    </a:cubicBezTo>
                    <a:cubicBezTo>
                      <a:pt x="1866900" y="1448980"/>
                      <a:pt x="1448980" y="1866900"/>
                      <a:pt x="933450" y="1866900"/>
                    </a:cubicBezTo>
                    <a:cubicBezTo>
                      <a:pt x="417920" y="1866900"/>
                      <a:pt x="0" y="1448980"/>
                      <a:pt x="0" y="933450"/>
                    </a:cubicBezTo>
                    <a:cubicBezTo>
                      <a:pt x="0" y="417920"/>
                      <a:pt x="417920" y="0"/>
                      <a:pt x="933450" y="0"/>
                    </a:cubicBezTo>
                    <a:close/>
                  </a:path>
                </a:pathLst>
              </a:custGeom>
              <a:solidFill>
                <a:srgbClr val="F2F2F2"/>
              </a:solidFill>
              <a:ln w="22225">
                <a:noFill/>
              </a:ln>
              <a:effectLst>
                <a:outerShdw blurRad="635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56" name="椭圆 55"/>
              <p:cNvSpPr/>
              <p:nvPr/>
            </p:nvSpPr>
            <p:spPr>
              <a:xfrm>
                <a:off x="6468279" y="1620217"/>
                <a:ext cx="1866900" cy="1866900"/>
              </a:xfrm>
              <a:prstGeom prst="ellipse">
                <a:avLst/>
              </a:prstGeom>
              <a:noFill/>
              <a:ln w="19050">
                <a:gradFill flip="none" rotWithShape="1">
                  <a:gsLst>
                    <a:gs pos="0">
                      <a:schemeClr val="bg1"/>
                    </a:gs>
                    <a:gs pos="100000">
                      <a:schemeClr val="bg1">
                        <a:lumMod val="65000"/>
                      </a:schemeClr>
                    </a:gs>
                  </a:gsLst>
                  <a:lin ang="27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57" name="椭圆 56"/>
              <p:cNvSpPr/>
              <p:nvPr/>
            </p:nvSpPr>
            <p:spPr>
              <a:xfrm>
                <a:off x="6622297" y="1782251"/>
                <a:ext cx="1546776" cy="1546776"/>
              </a:xfrm>
              <a:prstGeom prst="ellipse">
                <a:avLst/>
              </a:prstGeom>
              <a:noFill/>
              <a:ln w="19050">
                <a:gradFill flip="none" rotWithShape="1">
                  <a:gsLst>
                    <a:gs pos="0">
                      <a:schemeClr val="bg1">
                        <a:lumMod val="65000"/>
                      </a:schemeClr>
                    </a:gs>
                    <a:gs pos="100000">
                      <a:schemeClr val="bg1"/>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54" name="文本框 33"/>
            <p:cNvSpPr txBox="1"/>
            <p:nvPr/>
          </p:nvSpPr>
          <p:spPr>
            <a:xfrm>
              <a:off x="2568792" y="3300033"/>
              <a:ext cx="1041627" cy="641758"/>
            </a:xfrm>
            <a:prstGeom prst="rect">
              <a:avLst/>
            </a:prstGeom>
            <a:noFill/>
          </p:spPr>
          <p:txBody>
            <a:bodyPr wrap="square" rtlCol="0">
              <a:spAutoFit/>
            </a:bodyPr>
            <a:lstStyle/>
            <a:p>
              <a:pPr algn="ctr"/>
              <a:r>
                <a:rPr lang="en-US" altLang="zh-CN" sz="3797" dirty="0">
                  <a:solidFill>
                    <a:prstClr val="white"/>
                  </a:solidFill>
                  <a:effectLst>
                    <a:outerShdw blurRad="50800" dist="38100" dir="2700000" algn="tl" rotWithShape="0">
                      <a:prstClr val="black">
                        <a:alpha val="40000"/>
                      </a:prstClr>
                    </a:outerShdw>
                  </a:effectLst>
                  <a:latin typeface="Impact" panose="020B0806030902050204" pitchFamily="34" charset="0"/>
                </a:rPr>
                <a:t>1</a:t>
              </a:r>
              <a:endParaRPr lang="zh-CN" altLang="en-US" sz="3797" dirty="0">
                <a:solidFill>
                  <a:prstClr val="white"/>
                </a:solidFill>
                <a:effectLst>
                  <a:outerShdw blurRad="50800" dist="38100" dir="2700000" algn="tl" rotWithShape="0">
                    <a:prstClr val="black">
                      <a:alpha val="40000"/>
                    </a:prstClr>
                  </a:outerShdw>
                </a:effectLst>
                <a:latin typeface="Impact" panose="020B0806030902050204" pitchFamily="34" charset="0"/>
              </a:endParaRPr>
            </a:p>
          </p:txBody>
        </p:sp>
      </p:grpSp>
      <p:grpSp>
        <p:nvGrpSpPr>
          <p:cNvPr id="58" name="Group 8"/>
          <p:cNvGrpSpPr>
            <a:grpSpLocks noChangeAspect="1"/>
          </p:cNvGrpSpPr>
          <p:nvPr/>
        </p:nvGrpSpPr>
        <p:grpSpPr bwMode="auto">
          <a:xfrm>
            <a:off x="1947695" y="4764047"/>
            <a:ext cx="748345" cy="819686"/>
            <a:chOff x="3437" y="2282"/>
            <a:chExt cx="679" cy="744"/>
          </a:xfrm>
          <a:solidFill>
            <a:schemeClr val="bg1"/>
          </a:solidFill>
        </p:grpSpPr>
        <p:sp>
          <p:nvSpPr>
            <p:cNvPr id="59"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61" name="文本框 44"/>
          <p:cNvSpPr txBox="1"/>
          <p:nvPr/>
        </p:nvSpPr>
        <p:spPr>
          <a:xfrm>
            <a:off x="1834708" y="3812524"/>
            <a:ext cx="964804" cy="546753"/>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STEP</a:t>
            </a:r>
            <a:endParaRPr lang="zh-CN" altLang="en-US" sz="2953" dirty="0">
              <a:solidFill>
                <a:prstClr val="white"/>
              </a:solidFill>
              <a:latin typeface="Impact" panose="020B0806030902050204" pitchFamily="34" charset="0"/>
            </a:endParaRPr>
          </a:p>
        </p:txBody>
      </p:sp>
      <p:sp>
        <p:nvSpPr>
          <p:cNvPr id="62" name="文本框 46"/>
          <p:cNvSpPr txBox="1"/>
          <p:nvPr/>
        </p:nvSpPr>
        <p:spPr>
          <a:xfrm>
            <a:off x="1614976" y="2219076"/>
            <a:ext cx="1485990" cy="416909"/>
          </a:xfrm>
          <a:prstGeom prst="rect">
            <a:avLst/>
          </a:prstGeom>
          <a:noFill/>
        </p:spPr>
        <p:txBody>
          <a:bodyPr wrap="square" rtlCol="0">
            <a:spAutoFit/>
          </a:bodyPr>
          <a:lstStyle/>
          <a:p>
            <a:r>
              <a:rPr lang="zh-CN" altLang="en-US" sz="2109" dirty="0">
                <a:solidFill>
                  <a:prstClr val="white"/>
                </a:solidFill>
                <a:latin typeface="微软雅黑" panose="020B0503020204020204" pitchFamily="34" charset="-122"/>
                <a:ea typeface="微软雅黑" panose="020B0503020204020204" pitchFamily="34" charset="-122"/>
              </a:rPr>
              <a:t>添加标题</a:t>
            </a:r>
          </a:p>
        </p:txBody>
      </p:sp>
      <p:grpSp>
        <p:nvGrpSpPr>
          <p:cNvPr id="63" name="Group 13"/>
          <p:cNvGrpSpPr>
            <a:grpSpLocks noChangeAspect="1"/>
          </p:cNvGrpSpPr>
          <p:nvPr/>
        </p:nvGrpSpPr>
        <p:grpSpPr bwMode="auto">
          <a:xfrm>
            <a:off x="4487171" y="4751226"/>
            <a:ext cx="820615" cy="830002"/>
            <a:chOff x="2426" y="2781"/>
            <a:chExt cx="593" cy="600"/>
          </a:xfrm>
          <a:solidFill>
            <a:schemeClr val="bg1"/>
          </a:solidFill>
        </p:grpSpPr>
        <p:sp>
          <p:nvSpPr>
            <p:cNvPr id="64"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5"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66" name="Group 18"/>
          <p:cNvGrpSpPr>
            <a:grpSpLocks noChangeAspect="1"/>
          </p:cNvGrpSpPr>
          <p:nvPr/>
        </p:nvGrpSpPr>
        <p:grpSpPr bwMode="auto">
          <a:xfrm>
            <a:off x="7150170" y="4797974"/>
            <a:ext cx="852443" cy="794035"/>
            <a:chOff x="3802" y="2858"/>
            <a:chExt cx="616" cy="574"/>
          </a:xfrm>
          <a:solidFill>
            <a:schemeClr val="bg1"/>
          </a:solidFill>
        </p:grpSpPr>
        <p:sp>
          <p:nvSpPr>
            <p:cNvPr id="67"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8"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9"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0"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1"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72" name="Group 26"/>
          <p:cNvGrpSpPr>
            <a:grpSpLocks noChangeAspect="1"/>
          </p:cNvGrpSpPr>
          <p:nvPr/>
        </p:nvGrpSpPr>
        <p:grpSpPr bwMode="auto">
          <a:xfrm>
            <a:off x="9693247" y="5052228"/>
            <a:ext cx="1103118" cy="546683"/>
            <a:chOff x="5676" y="2597"/>
            <a:chExt cx="1061" cy="526"/>
          </a:xfrm>
          <a:solidFill>
            <a:schemeClr val="bg1"/>
          </a:solidFill>
        </p:grpSpPr>
        <p:sp>
          <p:nvSpPr>
            <p:cNvPr id="73" name="Freeform 27"/>
            <p:cNvSpPr>
              <a:spLocks/>
            </p:cNvSpPr>
            <p:nvPr/>
          </p:nvSpPr>
          <p:spPr bwMode="auto">
            <a:xfrm>
              <a:off x="5747" y="2597"/>
              <a:ext cx="181" cy="115"/>
            </a:xfrm>
            <a:custGeom>
              <a:avLst/>
              <a:gdLst>
                <a:gd name="T0" fmla="*/ 25 w 76"/>
                <a:gd name="T1" fmla="*/ 48 h 48"/>
                <a:gd name="T2" fmla="*/ 64 w 76"/>
                <a:gd name="T3" fmla="*/ 44 h 48"/>
                <a:gd name="T4" fmla="*/ 76 w 76"/>
                <a:gd name="T5" fmla="*/ 13 h 48"/>
                <a:gd name="T6" fmla="*/ 39 w 76"/>
                <a:gd name="T7" fmla="*/ 15 h 48"/>
                <a:gd name="T8" fmla="*/ 23 w 76"/>
                <a:gd name="T9" fmla="*/ 10 h 48"/>
                <a:gd name="T10" fmla="*/ 7 w 76"/>
                <a:gd name="T11" fmla="*/ 20 h 48"/>
                <a:gd name="T12" fmla="*/ 25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25" y="48"/>
                  </a:moveTo>
                  <a:cubicBezTo>
                    <a:pt x="64" y="44"/>
                    <a:pt x="64" y="44"/>
                    <a:pt x="64" y="44"/>
                  </a:cubicBezTo>
                  <a:cubicBezTo>
                    <a:pt x="66" y="36"/>
                    <a:pt x="69" y="26"/>
                    <a:pt x="76" y="13"/>
                  </a:cubicBezTo>
                  <a:cubicBezTo>
                    <a:pt x="76" y="13"/>
                    <a:pt x="70" y="0"/>
                    <a:pt x="39" y="15"/>
                  </a:cubicBezTo>
                  <a:cubicBezTo>
                    <a:pt x="39" y="15"/>
                    <a:pt x="32" y="14"/>
                    <a:pt x="23" y="10"/>
                  </a:cubicBezTo>
                  <a:cubicBezTo>
                    <a:pt x="23" y="10"/>
                    <a:pt x="0" y="4"/>
                    <a:pt x="7" y="20"/>
                  </a:cubicBezTo>
                  <a:lnTo>
                    <a:pt x="25"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4" name="Freeform 28"/>
            <p:cNvSpPr>
              <a:spLocks noEditPoints="1"/>
            </p:cNvSpPr>
            <p:nvPr/>
          </p:nvSpPr>
          <p:spPr bwMode="auto">
            <a:xfrm>
              <a:off x="5759" y="2613"/>
              <a:ext cx="169" cy="101"/>
            </a:xfrm>
            <a:custGeom>
              <a:avLst/>
              <a:gdLst>
                <a:gd name="T0" fmla="*/ 20 w 71"/>
                <a:gd name="T1" fmla="*/ 42 h 42"/>
                <a:gd name="T2" fmla="*/ 2 w 71"/>
                <a:gd name="T3" fmla="*/ 13 h 42"/>
                <a:gd name="T4" fmla="*/ 1 w 71"/>
                <a:gd name="T5" fmla="*/ 4 h 42"/>
                <a:gd name="T6" fmla="*/ 10 w 71"/>
                <a:gd name="T7" fmla="*/ 1 h 42"/>
                <a:gd name="T8" fmla="*/ 18 w 71"/>
                <a:gd name="T9" fmla="*/ 2 h 42"/>
                <a:gd name="T10" fmla="*/ 18 w 71"/>
                <a:gd name="T11" fmla="*/ 2 h 42"/>
                <a:gd name="T12" fmla="*/ 34 w 71"/>
                <a:gd name="T13" fmla="*/ 8 h 42"/>
                <a:gd name="T14" fmla="*/ 59 w 71"/>
                <a:gd name="T15" fmla="*/ 0 h 42"/>
                <a:gd name="T16" fmla="*/ 71 w 71"/>
                <a:gd name="T17" fmla="*/ 6 h 42"/>
                <a:gd name="T18" fmla="*/ 71 w 71"/>
                <a:gd name="T19" fmla="*/ 6 h 42"/>
                <a:gd name="T20" fmla="*/ 71 w 71"/>
                <a:gd name="T21" fmla="*/ 6 h 42"/>
                <a:gd name="T22" fmla="*/ 60 w 71"/>
                <a:gd name="T23" fmla="*/ 37 h 42"/>
                <a:gd name="T24" fmla="*/ 60 w 71"/>
                <a:gd name="T25" fmla="*/ 37 h 42"/>
                <a:gd name="T26" fmla="*/ 20 w 71"/>
                <a:gd name="T27" fmla="*/ 42 h 42"/>
                <a:gd name="T28" fmla="*/ 10 w 71"/>
                <a:gd name="T29" fmla="*/ 2 h 42"/>
                <a:gd name="T30" fmla="*/ 2 w 71"/>
                <a:gd name="T31" fmla="*/ 5 h 42"/>
                <a:gd name="T32" fmla="*/ 3 w 71"/>
                <a:gd name="T33" fmla="*/ 13 h 42"/>
                <a:gd name="T34" fmla="*/ 20 w 71"/>
                <a:gd name="T35" fmla="*/ 40 h 42"/>
                <a:gd name="T36" fmla="*/ 59 w 71"/>
                <a:gd name="T37" fmla="*/ 36 h 42"/>
                <a:gd name="T38" fmla="*/ 70 w 71"/>
                <a:gd name="T39" fmla="*/ 6 h 42"/>
                <a:gd name="T40" fmla="*/ 59 w 71"/>
                <a:gd name="T41" fmla="*/ 1 h 42"/>
                <a:gd name="T42" fmla="*/ 34 w 71"/>
                <a:gd name="T43" fmla="*/ 9 h 42"/>
                <a:gd name="T44" fmla="*/ 34 w 71"/>
                <a:gd name="T45" fmla="*/ 9 h 42"/>
                <a:gd name="T46" fmla="*/ 34 w 71"/>
                <a:gd name="T47" fmla="*/ 9 h 42"/>
                <a:gd name="T48" fmla="*/ 18 w 71"/>
                <a:gd name="T49" fmla="*/ 3 h 42"/>
                <a:gd name="T50" fmla="*/ 10 w 71"/>
                <a:gd name="T5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42">
                  <a:moveTo>
                    <a:pt x="20" y="42"/>
                  </a:moveTo>
                  <a:cubicBezTo>
                    <a:pt x="2" y="13"/>
                    <a:pt x="2" y="13"/>
                    <a:pt x="2" y="13"/>
                  </a:cubicBezTo>
                  <a:cubicBezTo>
                    <a:pt x="0" y="9"/>
                    <a:pt x="0" y="6"/>
                    <a:pt x="1" y="4"/>
                  </a:cubicBezTo>
                  <a:cubicBezTo>
                    <a:pt x="3" y="2"/>
                    <a:pt x="6" y="1"/>
                    <a:pt x="10" y="1"/>
                  </a:cubicBezTo>
                  <a:cubicBezTo>
                    <a:pt x="14" y="1"/>
                    <a:pt x="18" y="2"/>
                    <a:pt x="18" y="2"/>
                  </a:cubicBezTo>
                  <a:cubicBezTo>
                    <a:pt x="18" y="2"/>
                    <a:pt x="18" y="2"/>
                    <a:pt x="18" y="2"/>
                  </a:cubicBezTo>
                  <a:cubicBezTo>
                    <a:pt x="26" y="6"/>
                    <a:pt x="33" y="7"/>
                    <a:pt x="34" y="8"/>
                  </a:cubicBezTo>
                  <a:cubicBezTo>
                    <a:pt x="44" y="3"/>
                    <a:pt x="52" y="0"/>
                    <a:pt x="59" y="0"/>
                  </a:cubicBezTo>
                  <a:cubicBezTo>
                    <a:pt x="69" y="0"/>
                    <a:pt x="71" y="6"/>
                    <a:pt x="71" y="6"/>
                  </a:cubicBezTo>
                  <a:cubicBezTo>
                    <a:pt x="71" y="6"/>
                    <a:pt x="71" y="6"/>
                    <a:pt x="71" y="6"/>
                  </a:cubicBezTo>
                  <a:cubicBezTo>
                    <a:pt x="71" y="6"/>
                    <a:pt x="71" y="6"/>
                    <a:pt x="71" y="6"/>
                  </a:cubicBezTo>
                  <a:cubicBezTo>
                    <a:pt x="66" y="17"/>
                    <a:pt x="62" y="28"/>
                    <a:pt x="60" y="37"/>
                  </a:cubicBezTo>
                  <a:cubicBezTo>
                    <a:pt x="60" y="37"/>
                    <a:pt x="60" y="37"/>
                    <a:pt x="60" y="37"/>
                  </a:cubicBezTo>
                  <a:lnTo>
                    <a:pt x="20" y="42"/>
                  </a:lnTo>
                  <a:close/>
                  <a:moveTo>
                    <a:pt x="10" y="2"/>
                  </a:moveTo>
                  <a:cubicBezTo>
                    <a:pt x="7" y="2"/>
                    <a:pt x="4" y="3"/>
                    <a:pt x="2" y="5"/>
                  </a:cubicBezTo>
                  <a:cubicBezTo>
                    <a:pt x="1" y="7"/>
                    <a:pt x="1" y="9"/>
                    <a:pt x="3" y="13"/>
                  </a:cubicBezTo>
                  <a:cubicBezTo>
                    <a:pt x="20" y="40"/>
                    <a:pt x="20" y="40"/>
                    <a:pt x="20" y="40"/>
                  </a:cubicBezTo>
                  <a:cubicBezTo>
                    <a:pt x="59" y="36"/>
                    <a:pt x="59" y="36"/>
                    <a:pt x="59" y="36"/>
                  </a:cubicBezTo>
                  <a:cubicBezTo>
                    <a:pt x="61" y="27"/>
                    <a:pt x="64" y="17"/>
                    <a:pt x="70" y="6"/>
                  </a:cubicBezTo>
                  <a:cubicBezTo>
                    <a:pt x="70" y="5"/>
                    <a:pt x="67" y="1"/>
                    <a:pt x="59" y="1"/>
                  </a:cubicBezTo>
                  <a:cubicBezTo>
                    <a:pt x="52" y="1"/>
                    <a:pt x="44" y="4"/>
                    <a:pt x="34" y="9"/>
                  </a:cubicBezTo>
                  <a:cubicBezTo>
                    <a:pt x="34" y="9"/>
                    <a:pt x="34" y="9"/>
                    <a:pt x="34" y="9"/>
                  </a:cubicBezTo>
                  <a:cubicBezTo>
                    <a:pt x="34" y="9"/>
                    <a:pt x="34" y="9"/>
                    <a:pt x="34" y="9"/>
                  </a:cubicBezTo>
                  <a:cubicBezTo>
                    <a:pt x="34" y="9"/>
                    <a:pt x="27" y="8"/>
                    <a:pt x="18" y="3"/>
                  </a:cubicBezTo>
                  <a:cubicBezTo>
                    <a:pt x="17" y="3"/>
                    <a:pt x="14"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5" name="Freeform 29"/>
            <p:cNvSpPr>
              <a:spLocks/>
            </p:cNvSpPr>
            <p:nvPr/>
          </p:nvSpPr>
          <p:spPr bwMode="auto">
            <a:xfrm>
              <a:off x="5795" y="2709"/>
              <a:ext cx="119" cy="43"/>
            </a:xfrm>
            <a:custGeom>
              <a:avLst/>
              <a:gdLst>
                <a:gd name="T0" fmla="*/ 41 w 50"/>
                <a:gd name="T1" fmla="*/ 0 h 18"/>
                <a:gd name="T2" fmla="*/ 7 w 50"/>
                <a:gd name="T3" fmla="*/ 4 h 18"/>
                <a:gd name="T4" fmla="*/ 1 w 50"/>
                <a:gd name="T5" fmla="*/ 12 h 18"/>
                <a:gd name="T6" fmla="*/ 8 w 50"/>
                <a:gd name="T7" fmla="*/ 17 h 18"/>
                <a:gd name="T8" fmla="*/ 43 w 50"/>
                <a:gd name="T9" fmla="*/ 14 h 18"/>
                <a:gd name="T10" fmla="*/ 49 w 50"/>
                <a:gd name="T11" fmla="*/ 6 h 18"/>
                <a:gd name="T12" fmla="*/ 41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41" y="0"/>
                  </a:moveTo>
                  <a:cubicBezTo>
                    <a:pt x="7" y="4"/>
                    <a:pt x="7" y="4"/>
                    <a:pt x="7" y="4"/>
                  </a:cubicBezTo>
                  <a:cubicBezTo>
                    <a:pt x="3" y="5"/>
                    <a:pt x="0" y="8"/>
                    <a:pt x="1" y="12"/>
                  </a:cubicBezTo>
                  <a:cubicBezTo>
                    <a:pt x="1" y="15"/>
                    <a:pt x="5" y="18"/>
                    <a:pt x="8" y="17"/>
                  </a:cubicBezTo>
                  <a:cubicBezTo>
                    <a:pt x="43" y="14"/>
                    <a:pt x="43" y="14"/>
                    <a:pt x="43" y="14"/>
                  </a:cubicBezTo>
                  <a:cubicBezTo>
                    <a:pt x="47" y="13"/>
                    <a:pt x="50" y="10"/>
                    <a:pt x="49" y="6"/>
                  </a:cubicBezTo>
                  <a:cubicBezTo>
                    <a:pt x="49" y="3"/>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6" name="Freeform 30"/>
            <p:cNvSpPr>
              <a:spLocks noEditPoints="1"/>
            </p:cNvSpPr>
            <p:nvPr/>
          </p:nvSpPr>
          <p:spPr bwMode="auto">
            <a:xfrm>
              <a:off x="5795" y="2707"/>
              <a:ext cx="119" cy="45"/>
            </a:xfrm>
            <a:custGeom>
              <a:avLst/>
              <a:gdLst>
                <a:gd name="T0" fmla="*/ 8 w 50"/>
                <a:gd name="T1" fmla="*/ 19 h 19"/>
                <a:gd name="T2" fmla="*/ 0 w 50"/>
                <a:gd name="T3" fmla="*/ 13 h 19"/>
                <a:gd name="T4" fmla="*/ 2 w 50"/>
                <a:gd name="T5" fmla="*/ 7 h 19"/>
                <a:gd name="T6" fmla="*/ 7 w 50"/>
                <a:gd name="T7" fmla="*/ 5 h 19"/>
                <a:gd name="T8" fmla="*/ 41 w 50"/>
                <a:gd name="T9" fmla="*/ 1 h 19"/>
                <a:gd name="T10" fmla="*/ 50 w 50"/>
                <a:gd name="T11" fmla="*/ 7 h 19"/>
                <a:gd name="T12" fmla="*/ 48 w 50"/>
                <a:gd name="T13" fmla="*/ 12 h 19"/>
                <a:gd name="T14" fmla="*/ 43 w 50"/>
                <a:gd name="T15" fmla="*/ 15 h 19"/>
                <a:gd name="T16" fmla="*/ 9 w 50"/>
                <a:gd name="T17" fmla="*/ 19 h 19"/>
                <a:gd name="T18" fmla="*/ 8 w 50"/>
                <a:gd name="T19" fmla="*/ 19 h 19"/>
                <a:gd name="T20" fmla="*/ 42 w 50"/>
                <a:gd name="T21" fmla="*/ 2 h 19"/>
                <a:gd name="T22" fmla="*/ 41 w 50"/>
                <a:gd name="T23" fmla="*/ 2 h 19"/>
                <a:gd name="T24" fmla="*/ 7 w 50"/>
                <a:gd name="T25" fmla="*/ 6 h 19"/>
                <a:gd name="T26" fmla="*/ 3 w 50"/>
                <a:gd name="T27" fmla="*/ 8 h 19"/>
                <a:gd name="T28" fmla="*/ 1 w 50"/>
                <a:gd name="T29" fmla="*/ 12 h 19"/>
                <a:gd name="T30" fmla="*/ 8 w 50"/>
                <a:gd name="T31" fmla="*/ 18 h 19"/>
                <a:gd name="T32" fmla="*/ 43 w 50"/>
                <a:gd name="T33" fmla="*/ 14 h 19"/>
                <a:gd name="T34" fmla="*/ 47 w 50"/>
                <a:gd name="T35" fmla="*/ 12 h 19"/>
                <a:gd name="T36" fmla="*/ 49 w 50"/>
                <a:gd name="T37" fmla="*/ 7 h 19"/>
                <a:gd name="T38" fmla="*/ 42 w 50"/>
                <a:gd name="T3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9">
                  <a:moveTo>
                    <a:pt x="8" y="19"/>
                  </a:moveTo>
                  <a:cubicBezTo>
                    <a:pt x="4" y="19"/>
                    <a:pt x="0" y="16"/>
                    <a:pt x="0" y="13"/>
                  </a:cubicBezTo>
                  <a:cubicBezTo>
                    <a:pt x="0" y="11"/>
                    <a:pt x="0" y="9"/>
                    <a:pt x="2" y="7"/>
                  </a:cubicBezTo>
                  <a:cubicBezTo>
                    <a:pt x="3" y="6"/>
                    <a:pt x="5" y="5"/>
                    <a:pt x="7" y="5"/>
                  </a:cubicBezTo>
                  <a:cubicBezTo>
                    <a:pt x="41" y="1"/>
                    <a:pt x="41" y="1"/>
                    <a:pt x="41" y="1"/>
                  </a:cubicBezTo>
                  <a:cubicBezTo>
                    <a:pt x="45" y="0"/>
                    <a:pt x="49" y="3"/>
                    <a:pt x="50" y="7"/>
                  </a:cubicBezTo>
                  <a:cubicBezTo>
                    <a:pt x="50" y="9"/>
                    <a:pt x="49" y="11"/>
                    <a:pt x="48" y="12"/>
                  </a:cubicBezTo>
                  <a:cubicBezTo>
                    <a:pt x="47" y="14"/>
                    <a:pt x="45" y="15"/>
                    <a:pt x="43" y="15"/>
                  </a:cubicBezTo>
                  <a:cubicBezTo>
                    <a:pt x="9" y="19"/>
                    <a:pt x="9" y="19"/>
                    <a:pt x="9" y="19"/>
                  </a:cubicBezTo>
                  <a:cubicBezTo>
                    <a:pt x="8" y="19"/>
                    <a:pt x="8" y="19"/>
                    <a:pt x="8" y="19"/>
                  </a:cubicBezTo>
                  <a:close/>
                  <a:moveTo>
                    <a:pt x="42" y="2"/>
                  </a:moveTo>
                  <a:cubicBezTo>
                    <a:pt x="42" y="2"/>
                    <a:pt x="42" y="2"/>
                    <a:pt x="41" y="2"/>
                  </a:cubicBezTo>
                  <a:cubicBezTo>
                    <a:pt x="7" y="6"/>
                    <a:pt x="7" y="6"/>
                    <a:pt x="7" y="6"/>
                  </a:cubicBezTo>
                  <a:cubicBezTo>
                    <a:pt x="5" y="6"/>
                    <a:pt x="4" y="7"/>
                    <a:pt x="3" y="8"/>
                  </a:cubicBezTo>
                  <a:cubicBezTo>
                    <a:pt x="1" y="9"/>
                    <a:pt x="1" y="11"/>
                    <a:pt x="1" y="12"/>
                  </a:cubicBezTo>
                  <a:cubicBezTo>
                    <a:pt x="2" y="16"/>
                    <a:pt x="5" y="18"/>
                    <a:pt x="8" y="18"/>
                  </a:cubicBezTo>
                  <a:cubicBezTo>
                    <a:pt x="43" y="14"/>
                    <a:pt x="43" y="14"/>
                    <a:pt x="43" y="14"/>
                  </a:cubicBezTo>
                  <a:cubicBezTo>
                    <a:pt x="45" y="14"/>
                    <a:pt x="46" y="13"/>
                    <a:pt x="47" y="12"/>
                  </a:cubicBezTo>
                  <a:cubicBezTo>
                    <a:pt x="48" y="10"/>
                    <a:pt x="49" y="9"/>
                    <a:pt x="49" y="7"/>
                  </a:cubicBezTo>
                  <a:cubicBezTo>
                    <a:pt x="48" y="4"/>
                    <a:pt x="45" y="2"/>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7" name="Freeform 31"/>
            <p:cNvSpPr>
              <a:spLocks noEditPoints="1"/>
            </p:cNvSpPr>
            <p:nvPr/>
          </p:nvSpPr>
          <p:spPr bwMode="auto">
            <a:xfrm>
              <a:off x="5676" y="2752"/>
              <a:ext cx="424" cy="371"/>
            </a:xfrm>
            <a:custGeom>
              <a:avLst/>
              <a:gdLst>
                <a:gd name="T0" fmla="*/ 153 w 178"/>
                <a:gd name="T1" fmla="*/ 137 h 155"/>
                <a:gd name="T2" fmla="*/ 157 w 178"/>
                <a:gd name="T3" fmla="*/ 137 h 155"/>
                <a:gd name="T4" fmla="*/ 165 w 178"/>
                <a:gd name="T5" fmla="*/ 138 h 155"/>
                <a:gd name="T6" fmla="*/ 168 w 178"/>
                <a:gd name="T7" fmla="*/ 139 h 155"/>
                <a:gd name="T8" fmla="*/ 176 w 178"/>
                <a:gd name="T9" fmla="*/ 135 h 155"/>
                <a:gd name="T10" fmla="*/ 172 w 178"/>
                <a:gd name="T11" fmla="*/ 128 h 155"/>
                <a:gd name="T12" fmla="*/ 166 w 178"/>
                <a:gd name="T13" fmla="*/ 105 h 155"/>
                <a:gd name="T14" fmla="*/ 134 w 178"/>
                <a:gd name="T15" fmla="*/ 34 h 155"/>
                <a:gd name="T16" fmla="*/ 95 w 178"/>
                <a:gd name="T17" fmla="*/ 2 h 155"/>
                <a:gd name="T18" fmla="*/ 94 w 178"/>
                <a:gd name="T19" fmla="*/ 0 h 155"/>
                <a:gd name="T20" fmla="*/ 58 w 178"/>
                <a:gd name="T21" fmla="*/ 4 h 155"/>
                <a:gd name="T22" fmla="*/ 35 w 178"/>
                <a:gd name="T23" fmla="*/ 37 h 155"/>
                <a:gd name="T24" fmla="*/ 21 w 178"/>
                <a:gd name="T25" fmla="*/ 133 h 155"/>
                <a:gd name="T26" fmla="*/ 15 w 178"/>
                <a:gd name="T27" fmla="*/ 148 h 155"/>
                <a:gd name="T28" fmla="*/ 15 w 178"/>
                <a:gd name="T29" fmla="*/ 153 h 155"/>
                <a:gd name="T30" fmla="*/ 24 w 178"/>
                <a:gd name="T31" fmla="*/ 153 h 155"/>
                <a:gd name="T32" fmla="*/ 36 w 178"/>
                <a:gd name="T33" fmla="*/ 150 h 155"/>
                <a:gd name="T34" fmla="*/ 36 w 178"/>
                <a:gd name="T35" fmla="*/ 150 h 155"/>
                <a:gd name="T36" fmla="*/ 36 w 178"/>
                <a:gd name="T37" fmla="*/ 150 h 155"/>
                <a:gd name="T38" fmla="*/ 68 w 178"/>
                <a:gd name="T39" fmla="*/ 153 h 155"/>
                <a:gd name="T40" fmla="*/ 153 w 178"/>
                <a:gd name="T41" fmla="*/ 137 h 155"/>
                <a:gd name="T42" fmla="*/ 67 w 178"/>
                <a:gd name="T43" fmla="*/ 57 h 155"/>
                <a:gd name="T44" fmla="*/ 81 w 178"/>
                <a:gd name="T45" fmla="*/ 50 h 155"/>
                <a:gd name="T46" fmla="*/ 80 w 178"/>
                <a:gd name="T47" fmla="*/ 42 h 155"/>
                <a:gd name="T48" fmla="*/ 86 w 178"/>
                <a:gd name="T49" fmla="*/ 41 h 155"/>
                <a:gd name="T50" fmla="*/ 88 w 178"/>
                <a:gd name="T51" fmla="*/ 49 h 155"/>
                <a:gd name="T52" fmla="*/ 102 w 178"/>
                <a:gd name="T53" fmla="*/ 50 h 155"/>
                <a:gd name="T54" fmla="*/ 100 w 178"/>
                <a:gd name="T55" fmla="*/ 55 h 155"/>
                <a:gd name="T56" fmla="*/ 75 w 178"/>
                <a:gd name="T57" fmla="*/ 62 h 155"/>
                <a:gd name="T58" fmla="*/ 92 w 178"/>
                <a:gd name="T59" fmla="*/ 70 h 155"/>
                <a:gd name="T60" fmla="*/ 106 w 178"/>
                <a:gd name="T61" fmla="*/ 92 h 155"/>
                <a:gd name="T62" fmla="*/ 93 w 178"/>
                <a:gd name="T63" fmla="*/ 98 h 155"/>
                <a:gd name="T64" fmla="*/ 94 w 178"/>
                <a:gd name="T65" fmla="*/ 106 h 155"/>
                <a:gd name="T66" fmla="*/ 87 w 178"/>
                <a:gd name="T67" fmla="*/ 107 h 155"/>
                <a:gd name="T68" fmla="*/ 86 w 178"/>
                <a:gd name="T69" fmla="*/ 99 h 155"/>
                <a:gd name="T70" fmla="*/ 69 w 178"/>
                <a:gd name="T71" fmla="*/ 97 h 155"/>
                <a:gd name="T72" fmla="*/ 70 w 178"/>
                <a:gd name="T73" fmla="*/ 92 h 155"/>
                <a:gd name="T74" fmla="*/ 97 w 178"/>
                <a:gd name="T75" fmla="*/ 90 h 155"/>
                <a:gd name="T76" fmla="*/ 93 w 178"/>
                <a:gd name="T77" fmla="*/ 78 h 155"/>
                <a:gd name="T78" fmla="*/ 78 w 178"/>
                <a:gd name="T79" fmla="*/ 74 h 155"/>
                <a:gd name="T80" fmla="*/ 67 w 178"/>
                <a:gd name="T81" fmla="*/ 5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55">
                  <a:moveTo>
                    <a:pt x="153" y="137"/>
                  </a:moveTo>
                  <a:cubicBezTo>
                    <a:pt x="153" y="137"/>
                    <a:pt x="154" y="137"/>
                    <a:pt x="157" y="137"/>
                  </a:cubicBezTo>
                  <a:cubicBezTo>
                    <a:pt x="160" y="137"/>
                    <a:pt x="162" y="137"/>
                    <a:pt x="165" y="138"/>
                  </a:cubicBezTo>
                  <a:cubicBezTo>
                    <a:pt x="165" y="138"/>
                    <a:pt x="166" y="139"/>
                    <a:pt x="168" y="139"/>
                  </a:cubicBezTo>
                  <a:cubicBezTo>
                    <a:pt x="172" y="139"/>
                    <a:pt x="174" y="137"/>
                    <a:pt x="176" y="135"/>
                  </a:cubicBezTo>
                  <a:cubicBezTo>
                    <a:pt x="176" y="135"/>
                    <a:pt x="178" y="132"/>
                    <a:pt x="172" y="128"/>
                  </a:cubicBezTo>
                  <a:cubicBezTo>
                    <a:pt x="172" y="128"/>
                    <a:pt x="162" y="123"/>
                    <a:pt x="166" y="105"/>
                  </a:cubicBezTo>
                  <a:cubicBezTo>
                    <a:pt x="166" y="105"/>
                    <a:pt x="171" y="57"/>
                    <a:pt x="134" y="34"/>
                  </a:cubicBezTo>
                  <a:cubicBezTo>
                    <a:pt x="133" y="33"/>
                    <a:pt x="96" y="10"/>
                    <a:pt x="95" y="2"/>
                  </a:cubicBezTo>
                  <a:cubicBezTo>
                    <a:pt x="95" y="2"/>
                    <a:pt x="95" y="1"/>
                    <a:pt x="94" y="0"/>
                  </a:cubicBezTo>
                  <a:cubicBezTo>
                    <a:pt x="58" y="4"/>
                    <a:pt x="58" y="4"/>
                    <a:pt x="58" y="4"/>
                  </a:cubicBezTo>
                  <a:cubicBezTo>
                    <a:pt x="54" y="12"/>
                    <a:pt x="46" y="24"/>
                    <a:pt x="35" y="37"/>
                  </a:cubicBezTo>
                  <a:cubicBezTo>
                    <a:pt x="35" y="37"/>
                    <a:pt x="0" y="78"/>
                    <a:pt x="21" y="133"/>
                  </a:cubicBezTo>
                  <a:cubicBezTo>
                    <a:pt x="21" y="134"/>
                    <a:pt x="22" y="137"/>
                    <a:pt x="15" y="148"/>
                  </a:cubicBezTo>
                  <a:cubicBezTo>
                    <a:pt x="15" y="148"/>
                    <a:pt x="14" y="151"/>
                    <a:pt x="15" y="153"/>
                  </a:cubicBezTo>
                  <a:cubicBezTo>
                    <a:pt x="16" y="155"/>
                    <a:pt x="19" y="155"/>
                    <a:pt x="24" y="153"/>
                  </a:cubicBezTo>
                  <a:cubicBezTo>
                    <a:pt x="24" y="153"/>
                    <a:pt x="28" y="151"/>
                    <a:pt x="36" y="150"/>
                  </a:cubicBezTo>
                  <a:cubicBezTo>
                    <a:pt x="36" y="150"/>
                    <a:pt x="36" y="150"/>
                    <a:pt x="36" y="150"/>
                  </a:cubicBezTo>
                  <a:cubicBezTo>
                    <a:pt x="36" y="150"/>
                    <a:pt x="36" y="150"/>
                    <a:pt x="36" y="150"/>
                  </a:cubicBezTo>
                  <a:cubicBezTo>
                    <a:pt x="36" y="150"/>
                    <a:pt x="49" y="153"/>
                    <a:pt x="68" y="153"/>
                  </a:cubicBezTo>
                  <a:cubicBezTo>
                    <a:pt x="88" y="153"/>
                    <a:pt x="119" y="150"/>
                    <a:pt x="153" y="137"/>
                  </a:cubicBezTo>
                  <a:close/>
                  <a:moveTo>
                    <a:pt x="67" y="57"/>
                  </a:moveTo>
                  <a:cubicBezTo>
                    <a:pt x="67" y="57"/>
                    <a:pt x="69" y="52"/>
                    <a:pt x="81" y="50"/>
                  </a:cubicBezTo>
                  <a:cubicBezTo>
                    <a:pt x="80" y="42"/>
                    <a:pt x="80" y="42"/>
                    <a:pt x="80" y="42"/>
                  </a:cubicBezTo>
                  <a:cubicBezTo>
                    <a:pt x="86" y="41"/>
                    <a:pt x="86" y="41"/>
                    <a:pt x="86" y="41"/>
                  </a:cubicBezTo>
                  <a:cubicBezTo>
                    <a:pt x="88" y="49"/>
                    <a:pt x="88" y="49"/>
                    <a:pt x="88" y="49"/>
                  </a:cubicBezTo>
                  <a:cubicBezTo>
                    <a:pt x="88" y="49"/>
                    <a:pt x="96" y="48"/>
                    <a:pt x="102" y="50"/>
                  </a:cubicBezTo>
                  <a:cubicBezTo>
                    <a:pt x="100" y="55"/>
                    <a:pt x="100" y="55"/>
                    <a:pt x="100" y="55"/>
                  </a:cubicBezTo>
                  <a:cubicBezTo>
                    <a:pt x="100" y="55"/>
                    <a:pt x="78" y="52"/>
                    <a:pt x="75" y="62"/>
                  </a:cubicBezTo>
                  <a:cubicBezTo>
                    <a:pt x="75" y="62"/>
                    <a:pt x="73" y="69"/>
                    <a:pt x="92" y="70"/>
                  </a:cubicBezTo>
                  <a:cubicBezTo>
                    <a:pt x="92" y="70"/>
                    <a:pt x="119" y="73"/>
                    <a:pt x="106" y="92"/>
                  </a:cubicBezTo>
                  <a:cubicBezTo>
                    <a:pt x="106" y="92"/>
                    <a:pt x="102" y="97"/>
                    <a:pt x="93" y="98"/>
                  </a:cubicBezTo>
                  <a:cubicBezTo>
                    <a:pt x="94" y="106"/>
                    <a:pt x="94" y="106"/>
                    <a:pt x="94" y="106"/>
                  </a:cubicBezTo>
                  <a:cubicBezTo>
                    <a:pt x="87" y="107"/>
                    <a:pt x="87" y="107"/>
                    <a:pt x="87" y="107"/>
                  </a:cubicBezTo>
                  <a:cubicBezTo>
                    <a:pt x="86" y="99"/>
                    <a:pt x="86" y="99"/>
                    <a:pt x="86" y="99"/>
                  </a:cubicBezTo>
                  <a:cubicBezTo>
                    <a:pt x="86" y="99"/>
                    <a:pt x="75" y="100"/>
                    <a:pt x="69" y="97"/>
                  </a:cubicBezTo>
                  <a:cubicBezTo>
                    <a:pt x="70" y="92"/>
                    <a:pt x="70" y="92"/>
                    <a:pt x="70" y="92"/>
                  </a:cubicBezTo>
                  <a:cubicBezTo>
                    <a:pt x="70" y="92"/>
                    <a:pt x="84" y="98"/>
                    <a:pt x="97" y="90"/>
                  </a:cubicBezTo>
                  <a:cubicBezTo>
                    <a:pt x="97" y="90"/>
                    <a:pt x="108" y="82"/>
                    <a:pt x="93" y="78"/>
                  </a:cubicBezTo>
                  <a:cubicBezTo>
                    <a:pt x="93" y="78"/>
                    <a:pt x="85" y="76"/>
                    <a:pt x="78" y="74"/>
                  </a:cubicBezTo>
                  <a:cubicBezTo>
                    <a:pt x="78" y="74"/>
                    <a:pt x="60" y="70"/>
                    <a:pt x="6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8" name="Freeform 32"/>
            <p:cNvSpPr>
              <a:spLocks/>
            </p:cNvSpPr>
            <p:nvPr/>
          </p:nvSpPr>
          <p:spPr bwMode="auto">
            <a:xfrm>
              <a:off x="6433" y="2606"/>
              <a:ext cx="176" cy="108"/>
            </a:xfrm>
            <a:custGeom>
              <a:avLst/>
              <a:gdLst>
                <a:gd name="T0" fmla="*/ 21 w 74"/>
                <a:gd name="T1" fmla="*/ 45 h 45"/>
                <a:gd name="T2" fmla="*/ 60 w 74"/>
                <a:gd name="T3" fmla="*/ 44 h 45"/>
                <a:gd name="T4" fmla="*/ 74 w 74"/>
                <a:gd name="T5" fmla="*/ 15 h 45"/>
                <a:gd name="T6" fmla="*/ 38 w 74"/>
                <a:gd name="T7" fmla="*/ 14 h 45"/>
                <a:gd name="T8" fmla="*/ 23 w 74"/>
                <a:gd name="T9" fmla="*/ 8 h 45"/>
                <a:gd name="T10" fmla="*/ 6 w 74"/>
                <a:gd name="T11" fmla="*/ 17 h 45"/>
                <a:gd name="T12" fmla="*/ 21 w 7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74" h="45">
                  <a:moveTo>
                    <a:pt x="21" y="45"/>
                  </a:moveTo>
                  <a:cubicBezTo>
                    <a:pt x="60" y="44"/>
                    <a:pt x="60" y="44"/>
                    <a:pt x="60" y="44"/>
                  </a:cubicBezTo>
                  <a:cubicBezTo>
                    <a:pt x="62" y="37"/>
                    <a:pt x="66" y="27"/>
                    <a:pt x="74" y="15"/>
                  </a:cubicBezTo>
                  <a:cubicBezTo>
                    <a:pt x="74" y="15"/>
                    <a:pt x="69" y="2"/>
                    <a:pt x="38" y="14"/>
                  </a:cubicBezTo>
                  <a:cubicBezTo>
                    <a:pt x="38" y="14"/>
                    <a:pt x="31" y="13"/>
                    <a:pt x="23" y="8"/>
                  </a:cubicBezTo>
                  <a:cubicBezTo>
                    <a:pt x="23" y="8"/>
                    <a:pt x="0" y="0"/>
                    <a:pt x="6" y="17"/>
                  </a:cubicBezTo>
                  <a:lnTo>
                    <a:pt x="2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9" name="Freeform 33"/>
            <p:cNvSpPr>
              <a:spLocks noEditPoints="1"/>
            </p:cNvSpPr>
            <p:nvPr/>
          </p:nvSpPr>
          <p:spPr bwMode="auto">
            <a:xfrm>
              <a:off x="6442" y="2621"/>
              <a:ext cx="167" cy="95"/>
            </a:xfrm>
            <a:custGeom>
              <a:avLst/>
              <a:gdLst>
                <a:gd name="T0" fmla="*/ 17 w 70"/>
                <a:gd name="T1" fmla="*/ 40 h 40"/>
                <a:gd name="T2" fmla="*/ 2 w 70"/>
                <a:gd name="T3" fmla="*/ 11 h 40"/>
                <a:gd name="T4" fmla="*/ 2 w 70"/>
                <a:gd name="T5" fmla="*/ 2 h 40"/>
                <a:gd name="T6" fmla="*/ 9 w 70"/>
                <a:gd name="T7" fmla="*/ 0 h 40"/>
                <a:gd name="T8" fmla="*/ 19 w 70"/>
                <a:gd name="T9" fmla="*/ 1 h 40"/>
                <a:gd name="T10" fmla="*/ 19 w 70"/>
                <a:gd name="T11" fmla="*/ 1 h 40"/>
                <a:gd name="T12" fmla="*/ 34 w 70"/>
                <a:gd name="T13" fmla="*/ 8 h 40"/>
                <a:gd name="T14" fmla="*/ 56 w 70"/>
                <a:gd name="T15" fmla="*/ 2 h 40"/>
                <a:gd name="T16" fmla="*/ 70 w 70"/>
                <a:gd name="T17" fmla="*/ 9 h 40"/>
                <a:gd name="T18" fmla="*/ 70 w 70"/>
                <a:gd name="T19" fmla="*/ 9 h 40"/>
                <a:gd name="T20" fmla="*/ 70 w 70"/>
                <a:gd name="T21" fmla="*/ 10 h 40"/>
                <a:gd name="T22" fmla="*/ 56 w 70"/>
                <a:gd name="T23" fmla="*/ 39 h 40"/>
                <a:gd name="T24" fmla="*/ 56 w 70"/>
                <a:gd name="T25" fmla="*/ 39 h 40"/>
                <a:gd name="T26" fmla="*/ 17 w 70"/>
                <a:gd name="T27" fmla="*/ 40 h 40"/>
                <a:gd name="T28" fmla="*/ 9 w 70"/>
                <a:gd name="T29" fmla="*/ 1 h 40"/>
                <a:gd name="T30" fmla="*/ 3 w 70"/>
                <a:gd name="T31" fmla="*/ 3 h 40"/>
                <a:gd name="T32" fmla="*/ 3 w 70"/>
                <a:gd name="T33" fmla="*/ 11 h 40"/>
                <a:gd name="T34" fmla="*/ 17 w 70"/>
                <a:gd name="T35" fmla="*/ 39 h 40"/>
                <a:gd name="T36" fmla="*/ 55 w 70"/>
                <a:gd name="T37" fmla="*/ 38 h 40"/>
                <a:gd name="T38" fmla="*/ 69 w 70"/>
                <a:gd name="T39" fmla="*/ 9 h 40"/>
                <a:gd name="T40" fmla="*/ 56 w 70"/>
                <a:gd name="T41" fmla="*/ 4 h 40"/>
                <a:gd name="T42" fmla="*/ 34 w 70"/>
                <a:gd name="T43" fmla="*/ 9 h 40"/>
                <a:gd name="T44" fmla="*/ 34 w 70"/>
                <a:gd name="T45" fmla="*/ 9 h 40"/>
                <a:gd name="T46" fmla="*/ 34 w 70"/>
                <a:gd name="T47" fmla="*/ 9 h 40"/>
                <a:gd name="T48" fmla="*/ 18 w 70"/>
                <a:gd name="T49" fmla="*/ 2 h 40"/>
                <a:gd name="T50" fmla="*/ 9 w 70"/>
                <a:gd name="T5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0">
                  <a:moveTo>
                    <a:pt x="17" y="40"/>
                  </a:moveTo>
                  <a:cubicBezTo>
                    <a:pt x="2" y="11"/>
                    <a:pt x="2" y="11"/>
                    <a:pt x="2" y="11"/>
                  </a:cubicBezTo>
                  <a:cubicBezTo>
                    <a:pt x="0" y="7"/>
                    <a:pt x="0" y="4"/>
                    <a:pt x="2" y="2"/>
                  </a:cubicBezTo>
                  <a:cubicBezTo>
                    <a:pt x="3" y="0"/>
                    <a:pt x="5" y="0"/>
                    <a:pt x="9" y="0"/>
                  </a:cubicBezTo>
                  <a:cubicBezTo>
                    <a:pt x="14" y="0"/>
                    <a:pt x="19" y="1"/>
                    <a:pt x="19" y="1"/>
                  </a:cubicBezTo>
                  <a:cubicBezTo>
                    <a:pt x="19" y="1"/>
                    <a:pt x="19" y="1"/>
                    <a:pt x="19" y="1"/>
                  </a:cubicBezTo>
                  <a:cubicBezTo>
                    <a:pt x="26" y="6"/>
                    <a:pt x="33" y="8"/>
                    <a:pt x="34" y="8"/>
                  </a:cubicBezTo>
                  <a:cubicBezTo>
                    <a:pt x="43" y="4"/>
                    <a:pt x="50" y="2"/>
                    <a:pt x="56" y="2"/>
                  </a:cubicBezTo>
                  <a:cubicBezTo>
                    <a:pt x="68" y="2"/>
                    <a:pt x="70" y="9"/>
                    <a:pt x="70" y="9"/>
                  </a:cubicBezTo>
                  <a:cubicBezTo>
                    <a:pt x="70" y="9"/>
                    <a:pt x="70" y="9"/>
                    <a:pt x="70" y="9"/>
                  </a:cubicBezTo>
                  <a:cubicBezTo>
                    <a:pt x="70" y="10"/>
                    <a:pt x="70" y="10"/>
                    <a:pt x="70" y="10"/>
                  </a:cubicBezTo>
                  <a:cubicBezTo>
                    <a:pt x="64" y="20"/>
                    <a:pt x="59" y="30"/>
                    <a:pt x="56" y="39"/>
                  </a:cubicBezTo>
                  <a:cubicBezTo>
                    <a:pt x="56" y="39"/>
                    <a:pt x="56" y="39"/>
                    <a:pt x="56" y="39"/>
                  </a:cubicBezTo>
                  <a:lnTo>
                    <a:pt x="17" y="40"/>
                  </a:lnTo>
                  <a:close/>
                  <a:moveTo>
                    <a:pt x="9" y="1"/>
                  </a:moveTo>
                  <a:cubicBezTo>
                    <a:pt x="6" y="1"/>
                    <a:pt x="4" y="1"/>
                    <a:pt x="3" y="3"/>
                  </a:cubicBezTo>
                  <a:cubicBezTo>
                    <a:pt x="1" y="4"/>
                    <a:pt x="1" y="7"/>
                    <a:pt x="3" y="11"/>
                  </a:cubicBezTo>
                  <a:cubicBezTo>
                    <a:pt x="17" y="39"/>
                    <a:pt x="17" y="39"/>
                    <a:pt x="17" y="39"/>
                  </a:cubicBezTo>
                  <a:cubicBezTo>
                    <a:pt x="55" y="38"/>
                    <a:pt x="55" y="38"/>
                    <a:pt x="55" y="38"/>
                  </a:cubicBezTo>
                  <a:cubicBezTo>
                    <a:pt x="58" y="29"/>
                    <a:pt x="63" y="19"/>
                    <a:pt x="69" y="9"/>
                  </a:cubicBezTo>
                  <a:cubicBezTo>
                    <a:pt x="69" y="8"/>
                    <a:pt x="66" y="4"/>
                    <a:pt x="56" y="4"/>
                  </a:cubicBezTo>
                  <a:cubicBezTo>
                    <a:pt x="50" y="4"/>
                    <a:pt x="43" y="5"/>
                    <a:pt x="34" y="9"/>
                  </a:cubicBezTo>
                  <a:cubicBezTo>
                    <a:pt x="34" y="9"/>
                    <a:pt x="34" y="9"/>
                    <a:pt x="34" y="9"/>
                  </a:cubicBezTo>
                  <a:cubicBezTo>
                    <a:pt x="34" y="9"/>
                    <a:pt x="34" y="9"/>
                    <a:pt x="34" y="9"/>
                  </a:cubicBezTo>
                  <a:cubicBezTo>
                    <a:pt x="33" y="9"/>
                    <a:pt x="27" y="8"/>
                    <a:pt x="18" y="2"/>
                  </a:cubicBezTo>
                  <a:cubicBezTo>
                    <a:pt x="18" y="2"/>
                    <a:pt x="13"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0" name="Freeform 34"/>
            <p:cNvSpPr>
              <a:spLocks/>
            </p:cNvSpPr>
            <p:nvPr/>
          </p:nvSpPr>
          <p:spPr bwMode="auto">
            <a:xfrm>
              <a:off x="6471" y="2721"/>
              <a:ext cx="114" cy="34"/>
            </a:xfrm>
            <a:custGeom>
              <a:avLst/>
              <a:gdLst>
                <a:gd name="T0" fmla="*/ 40 w 48"/>
                <a:gd name="T1" fmla="*/ 0 h 14"/>
                <a:gd name="T2" fmla="*/ 6 w 48"/>
                <a:gd name="T3" fmla="*/ 1 h 14"/>
                <a:gd name="T4" fmla="*/ 0 w 48"/>
                <a:gd name="T5" fmla="*/ 7 h 14"/>
                <a:gd name="T6" fmla="*/ 7 w 48"/>
                <a:gd name="T7" fmla="*/ 14 h 14"/>
                <a:gd name="T8" fmla="*/ 41 w 48"/>
                <a:gd name="T9" fmla="*/ 13 h 14"/>
                <a:gd name="T10" fmla="*/ 48 w 48"/>
                <a:gd name="T11" fmla="*/ 6 h 14"/>
                <a:gd name="T12" fmla="*/ 40 w 4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0" y="0"/>
                  </a:moveTo>
                  <a:cubicBezTo>
                    <a:pt x="6" y="1"/>
                    <a:pt x="6" y="1"/>
                    <a:pt x="6" y="1"/>
                  </a:cubicBezTo>
                  <a:cubicBezTo>
                    <a:pt x="3" y="1"/>
                    <a:pt x="0" y="4"/>
                    <a:pt x="0" y="7"/>
                  </a:cubicBezTo>
                  <a:cubicBezTo>
                    <a:pt x="0" y="11"/>
                    <a:pt x="3" y="14"/>
                    <a:pt x="7" y="14"/>
                  </a:cubicBezTo>
                  <a:cubicBezTo>
                    <a:pt x="41" y="13"/>
                    <a:pt x="41" y="13"/>
                    <a:pt x="41" y="13"/>
                  </a:cubicBezTo>
                  <a:cubicBezTo>
                    <a:pt x="45" y="12"/>
                    <a:pt x="48" y="10"/>
                    <a:pt x="48" y="6"/>
                  </a:cubicBezTo>
                  <a:cubicBezTo>
                    <a:pt x="47"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1" name="Freeform 35"/>
            <p:cNvSpPr>
              <a:spLocks noEditPoints="1"/>
            </p:cNvSpPr>
            <p:nvPr/>
          </p:nvSpPr>
          <p:spPr bwMode="auto">
            <a:xfrm>
              <a:off x="6468" y="2719"/>
              <a:ext cx="117" cy="36"/>
            </a:xfrm>
            <a:custGeom>
              <a:avLst/>
              <a:gdLst>
                <a:gd name="T0" fmla="*/ 8 w 49"/>
                <a:gd name="T1" fmla="*/ 15 h 15"/>
                <a:gd name="T2" fmla="*/ 0 w 49"/>
                <a:gd name="T3" fmla="*/ 8 h 15"/>
                <a:gd name="T4" fmla="*/ 2 w 49"/>
                <a:gd name="T5" fmla="*/ 3 h 15"/>
                <a:gd name="T6" fmla="*/ 7 w 49"/>
                <a:gd name="T7" fmla="*/ 1 h 15"/>
                <a:gd name="T8" fmla="*/ 42 w 49"/>
                <a:gd name="T9" fmla="*/ 0 h 15"/>
                <a:gd name="T10" fmla="*/ 49 w 49"/>
                <a:gd name="T11" fmla="*/ 7 h 15"/>
                <a:gd name="T12" fmla="*/ 42 w 49"/>
                <a:gd name="T13" fmla="*/ 14 h 15"/>
                <a:gd name="T14" fmla="*/ 8 w 49"/>
                <a:gd name="T15" fmla="*/ 15 h 15"/>
                <a:gd name="T16" fmla="*/ 42 w 49"/>
                <a:gd name="T17" fmla="*/ 1 h 15"/>
                <a:gd name="T18" fmla="*/ 41 w 49"/>
                <a:gd name="T19" fmla="*/ 1 h 15"/>
                <a:gd name="T20" fmla="*/ 7 w 49"/>
                <a:gd name="T21" fmla="*/ 2 h 15"/>
                <a:gd name="T22" fmla="*/ 3 w 49"/>
                <a:gd name="T23" fmla="*/ 4 h 15"/>
                <a:gd name="T24" fmla="*/ 1 w 49"/>
                <a:gd name="T25" fmla="*/ 8 h 15"/>
                <a:gd name="T26" fmla="*/ 8 w 49"/>
                <a:gd name="T27" fmla="*/ 14 h 15"/>
                <a:gd name="T28" fmla="*/ 8 w 49"/>
                <a:gd name="T29" fmla="*/ 14 h 15"/>
                <a:gd name="T30" fmla="*/ 42 w 49"/>
                <a:gd name="T31" fmla="*/ 13 h 15"/>
                <a:gd name="T32" fmla="*/ 48 w 49"/>
                <a:gd name="T33" fmla="*/ 7 h 15"/>
                <a:gd name="T34" fmla="*/ 42 w 49"/>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5">
                  <a:moveTo>
                    <a:pt x="8" y="15"/>
                  </a:moveTo>
                  <a:cubicBezTo>
                    <a:pt x="4" y="15"/>
                    <a:pt x="0" y="12"/>
                    <a:pt x="0" y="8"/>
                  </a:cubicBezTo>
                  <a:cubicBezTo>
                    <a:pt x="0" y="6"/>
                    <a:pt x="1" y="5"/>
                    <a:pt x="2" y="3"/>
                  </a:cubicBezTo>
                  <a:cubicBezTo>
                    <a:pt x="4" y="2"/>
                    <a:pt x="5" y="1"/>
                    <a:pt x="7" y="1"/>
                  </a:cubicBezTo>
                  <a:cubicBezTo>
                    <a:pt x="42" y="0"/>
                    <a:pt x="42" y="0"/>
                    <a:pt x="42" y="0"/>
                  </a:cubicBezTo>
                  <a:cubicBezTo>
                    <a:pt x="46" y="0"/>
                    <a:pt x="49" y="3"/>
                    <a:pt x="49" y="7"/>
                  </a:cubicBezTo>
                  <a:cubicBezTo>
                    <a:pt x="49" y="11"/>
                    <a:pt x="46" y="14"/>
                    <a:pt x="42" y="14"/>
                  </a:cubicBezTo>
                  <a:lnTo>
                    <a:pt x="8" y="15"/>
                  </a:lnTo>
                  <a:close/>
                  <a:moveTo>
                    <a:pt x="42" y="1"/>
                  </a:moveTo>
                  <a:cubicBezTo>
                    <a:pt x="41" y="1"/>
                    <a:pt x="41" y="1"/>
                    <a:pt x="41" y="1"/>
                  </a:cubicBezTo>
                  <a:cubicBezTo>
                    <a:pt x="7" y="2"/>
                    <a:pt x="7" y="2"/>
                    <a:pt x="7" y="2"/>
                  </a:cubicBezTo>
                  <a:cubicBezTo>
                    <a:pt x="6" y="2"/>
                    <a:pt x="4" y="3"/>
                    <a:pt x="3" y="4"/>
                  </a:cubicBezTo>
                  <a:cubicBezTo>
                    <a:pt x="2" y="5"/>
                    <a:pt x="1" y="7"/>
                    <a:pt x="1" y="8"/>
                  </a:cubicBezTo>
                  <a:cubicBezTo>
                    <a:pt x="1" y="12"/>
                    <a:pt x="4" y="14"/>
                    <a:pt x="8" y="14"/>
                  </a:cubicBezTo>
                  <a:cubicBezTo>
                    <a:pt x="8" y="14"/>
                    <a:pt x="8" y="14"/>
                    <a:pt x="8" y="14"/>
                  </a:cubicBezTo>
                  <a:cubicBezTo>
                    <a:pt x="42" y="13"/>
                    <a:pt x="42" y="13"/>
                    <a:pt x="42" y="13"/>
                  </a:cubicBezTo>
                  <a:cubicBezTo>
                    <a:pt x="45" y="13"/>
                    <a:pt x="48" y="10"/>
                    <a:pt x="48" y="7"/>
                  </a:cubicBezTo>
                  <a:cubicBezTo>
                    <a:pt x="48" y="4"/>
                    <a:pt x="45" y="1"/>
                    <a:pt x="4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2" name="Freeform 36"/>
            <p:cNvSpPr>
              <a:spLocks noEditPoints="1"/>
            </p:cNvSpPr>
            <p:nvPr/>
          </p:nvSpPr>
          <p:spPr bwMode="auto">
            <a:xfrm>
              <a:off x="6335" y="2762"/>
              <a:ext cx="402" cy="354"/>
            </a:xfrm>
            <a:custGeom>
              <a:avLst/>
              <a:gdLst>
                <a:gd name="T0" fmla="*/ 163 w 169"/>
                <a:gd name="T1" fmla="*/ 131 h 148"/>
                <a:gd name="T2" fmla="*/ 159 w 169"/>
                <a:gd name="T3" fmla="*/ 108 h 148"/>
                <a:gd name="T4" fmla="*/ 135 w 169"/>
                <a:gd name="T5" fmla="*/ 36 h 148"/>
                <a:gd name="T6" fmla="*/ 99 w 169"/>
                <a:gd name="T7" fmla="*/ 2 h 148"/>
                <a:gd name="T8" fmla="*/ 99 w 169"/>
                <a:gd name="T9" fmla="*/ 0 h 148"/>
                <a:gd name="T10" fmla="*/ 63 w 169"/>
                <a:gd name="T11" fmla="*/ 1 h 148"/>
                <a:gd name="T12" fmla="*/ 38 w 169"/>
                <a:gd name="T13" fmla="*/ 31 h 148"/>
                <a:gd name="T14" fmla="*/ 15 w 169"/>
                <a:gd name="T15" fmla="*/ 124 h 148"/>
                <a:gd name="T16" fmla="*/ 8 w 169"/>
                <a:gd name="T17" fmla="*/ 139 h 148"/>
                <a:gd name="T18" fmla="*/ 8 w 169"/>
                <a:gd name="T19" fmla="*/ 139 h 148"/>
                <a:gd name="T20" fmla="*/ 7 w 169"/>
                <a:gd name="T21" fmla="*/ 143 h 148"/>
                <a:gd name="T22" fmla="*/ 16 w 169"/>
                <a:gd name="T23" fmla="*/ 144 h 148"/>
                <a:gd name="T24" fmla="*/ 28 w 169"/>
                <a:gd name="T25" fmla="*/ 142 h 148"/>
                <a:gd name="T26" fmla="*/ 28 w 169"/>
                <a:gd name="T27" fmla="*/ 142 h 148"/>
                <a:gd name="T28" fmla="*/ 29 w 169"/>
                <a:gd name="T29" fmla="*/ 142 h 148"/>
                <a:gd name="T30" fmla="*/ 78 w 169"/>
                <a:gd name="T31" fmla="*/ 148 h 148"/>
                <a:gd name="T32" fmla="*/ 143 w 169"/>
                <a:gd name="T33" fmla="*/ 139 h 148"/>
                <a:gd name="T34" fmla="*/ 155 w 169"/>
                <a:gd name="T35" fmla="*/ 141 h 148"/>
                <a:gd name="T36" fmla="*/ 159 w 169"/>
                <a:gd name="T37" fmla="*/ 142 h 148"/>
                <a:gd name="T38" fmla="*/ 167 w 169"/>
                <a:gd name="T39" fmla="*/ 138 h 148"/>
                <a:gd name="T40" fmla="*/ 163 w 169"/>
                <a:gd name="T41" fmla="*/ 131 h 148"/>
                <a:gd name="T42" fmla="*/ 107 w 169"/>
                <a:gd name="T43" fmla="*/ 101 h 148"/>
                <a:gd name="T44" fmla="*/ 56 w 169"/>
                <a:gd name="T45" fmla="*/ 100 h 148"/>
                <a:gd name="T46" fmla="*/ 56 w 169"/>
                <a:gd name="T47" fmla="*/ 96 h 148"/>
                <a:gd name="T48" fmla="*/ 70 w 169"/>
                <a:gd name="T49" fmla="*/ 79 h 148"/>
                <a:gd name="T50" fmla="*/ 70 w 169"/>
                <a:gd name="T51" fmla="*/ 73 h 148"/>
                <a:gd name="T52" fmla="*/ 57 w 169"/>
                <a:gd name="T53" fmla="*/ 73 h 148"/>
                <a:gd name="T54" fmla="*/ 57 w 169"/>
                <a:gd name="T55" fmla="*/ 67 h 148"/>
                <a:gd name="T56" fmla="*/ 68 w 169"/>
                <a:gd name="T57" fmla="*/ 67 h 148"/>
                <a:gd name="T58" fmla="*/ 67 w 169"/>
                <a:gd name="T59" fmla="*/ 57 h 148"/>
                <a:gd name="T60" fmla="*/ 91 w 169"/>
                <a:gd name="T61" fmla="*/ 39 h 148"/>
                <a:gd name="T62" fmla="*/ 104 w 169"/>
                <a:gd name="T63" fmla="*/ 41 h 148"/>
                <a:gd name="T64" fmla="*/ 102 w 169"/>
                <a:gd name="T65" fmla="*/ 47 h 148"/>
                <a:gd name="T66" fmla="*/ 91 w 169"/>
                <a:gd name="T67" fmla="*/ 45 h 148"/>
                <a:gd name="T68" fmla="*/ 77 w 169"/>
                <a:gd name="T69" fmla="*/ 57 h 148"/>
                <a:gd name="T70" fmla="*/ 79 w 169"/>
                <a:gd name="T71" fmla="*/ 67 h 148"/>
                <a:gd name="T72" fmla="*/ 97 w 169"/>
                <a:gd name="T73" fmla="*/ 67 h 148"/>
                <a:gd name="T74" fmla="*/ 96 w 169"/>
                <a:gd name="T75" fmla="*/ 73 h 148"/>
                <a:gd name="T76" fmla="*/ 80 w 169"/>
                <a:gd name="T77" fmla="*/ 73 h 148"/>
                <a:gd name="T78" fmla="*/ 79 w 169"/>
                <a:gd name="T79" fmla="*/ 83 h 148"/>
                <a:gd name="T80" fmla="*/ 71 w 169"/>
                <a:gd name="T81" fmla="*/ 93 h 148"/>
                <a:gd name="T82" fmla="*/ 71 w 169"/>
                <a:gd name="T83" fmla="*/ 94 h 148"/>
                <a:gd name="T84" fmla="*/ 107 w 169"/>
                <a:gd name="T85" fmla="*/ 94 h 148"/>
                <a:gd name="T86" fmla="*/ 107 w 169"/>
                <a:gd name="T87" fmla="*/ 10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48">
                  <a:moveTo>
                    <a:pt x="163" y="131"/>
                  </a:moveTo>
                  <a:cubicBezTo>
                    <a:pt x="163" y="131"/>
                    <a:pt x="154" y="125"/>
                    <a:pt x="159" y="108"/>
                  </a:cubicBezTo>
                  <a:cubicBezTo>
                    <a:pt x="159" y="108"/>
                    <a:pt x="168" y="62"/>
                    <a:pt x="135" y="36"/>
                  </a:cubicBezTo>
                  <a:cubicBezTo>
                    <a:pt x="133" y="35"/>
                    <a:pt x="100" y="10"/>
                    <a:pt x="99" y="2"/>
                  </a:cubicBezTo>
                  <a:cubicBezTo>
                    <a:pt x="99" y="2"/>
                    <a:pt x="99" y="1"/>
                    <a:pt x="99" y="0"/>
                  </a:cubicBezTo>
                  <a:cubicBezTo>
                    <a:pt x="63" y="1"/>
                    <a:pt x="63" y="1"/>
                    <a:pt x="63" y="1"/>
                  </a:cubicBezTo>
                  <a:cubicBezTo>
                    <a:pt x="58" y="9"/>
                    <a:pt x="50" y="19"/>
                    <a:pt x="38" y="31"/>
                  </a:cubicBezTo>
                  <a:cubicBezTo>
                    <a:pt x="37" y="32"/>
                    <a:pt x="0" y="69"/>
                    <a:pt x="15" y="124"/>
                  </a:cubicBezTo>
                  <a:cubicBezTo>
                    <a:pt x="15" y="125"/>
                    <a:pt x="16" y="128"/>
                    <a:pt x="8" y="139"/>
                  </a:cubicBezTo>
                  <a:cubicBezTo>
                    <a:pt x="8" y="139"/>
                    <a:pt x="8" y="139"/>
                    <a:pt x="8" y="139"/>
                  </a:cubicBezTo>
                  <a:cubicBezTo>
                    <a:pt x="8" y="139"/>
                    <a:pt x="6" y="142"/>
                    <a:pt x="7" y="143"/>
                  </a:cubicBezTo>
                  <a:cubicBezTo>
                    <a:pt x="9" y="145"/>
                    <a:pt x="12" y="145"/>
                    <a:pt x="16" y="144"/>
                  </a:cubicBezTo>
                  <a:cubicBezTo>
                    <a:pt x="16" y="144"/>
                    <a:pt x="21" y="143"/>
                    <a:pt x="28" y="142"/>
                  </a:cubicBezTo>
                  <a:cubicBezTo>
                    <a:pt x="28" y="142"/>
                    <a:pt x="28" y="142"/>
                    <a:pt x="28" y="142"/>
                  </a:cubicBezTo>
                  <a:cubicBezTo>
                    <a:pt x="29" y="142"/>
                    <a:pt x="29" y="142"/>
                    <a:pt x="29" y="142"/>
                  </a:cubicBezTo>
                  <a:cubicBezTo>
                    <a:pt x="29" y="142"/>
                    <a:pt x="48" y="148"/>
                    <a:pt x="78" y="148"/>
                  </a:cubicBezTo>
                  <a:cubicBezTo>
                    <a:pt x="100" y="148"/>
                    <a:pt x="122" y="145"/>
                    <a:pt x="143" y="139"/>
                  </a:cubicBezTo>
                  <a:cubicBezTo>
                    <a:pt x="143" y="139"/>
                    <a:pt x="149" y="138"/>
                    <a:pt x="155" y="141"/>
                  </a:cubicBezTo>
                  <a:cubicBezTo>
                    <a:pt x="155" y="141"/>
                    <a:pt x="157" y="142"/>
                    <a:pt x="159" y="142"/>
                  </a:cubicBezTo>
                  <a:cubicBezTo>
                    <a:pt x="162" y="142"/>
                    <a:pt x="165" y="140"/>
                    <a:pt x="167" y="138"/>
                  </a:cubicBezTo>
                  <a:cubicBezTo>
                    <a:pt x="167" y="138"/>
                    <a:pt x="169" y="135"/>
                    <a:pt x="163" y="131"/>
                  </a:cubicBezTo>
                  <a:close/>
                  <a:moveTo>
                    <a:pt x="107" y="101"/>
                  </a:moveTo>
                  <a:cubicBezTo>
                    <a:pt x="56" y="100"/>
                    <a:pt x="56" y="100"/>
                    <a:pt x="56" y="100"/>
                  </a:cubicBezTo>
                  <a:cubicBezTo>
                    <a:pt x="56" y="96"/>
                    <a:pt x="56" y="96"/>
                    <a:pt x="56" y="96"/>
                  </a:cubicBezTo>
                  <a:cubicBezTo>
                    <a:pt x="64" y="93"/>
                    <a:pt x="70" y="86"/>
                    <a:pt x="70" y="79"/>
                  </a:cubicBezTo>
                  <a:cubicBezTo>
                    <a:pt x="70" y="77"/>
                    <a:pt x="70" y="75"/>
                    <a:pt x="70" y="73"/>
                  </a:cubicBezTo>
                  <a:cubicBezTo>
                    <a:pt x="57" y="73"/>
                    <a:pt x="57" y="73"/>
                    <a:pt x="57" y="73"/>
                  </a:cubicBezTo>
                  <a:cubicBezTo>
                    <a:pt x="57" y="67"/>
                    <a:pt x="57" y="67"/>
                    <a:pt x="57" y="67"/>
                  </a:cubicBezTo>
                  <a:cubicBezTo>
                    <a:pt x="68" y="67"/>
                    <a:pt x="68" y="67"/>
                    <a:pt x="68" y="67"/>
                  </a:cubicBezTo>
                  <a:cubicBezTo>
                    <a:pt x="68" y="64"/>
                    <a:pt x="67" y="61"/>
                    <a:pt x="67" y="57"/>
                  </a:cubicBezTo>
                  <a:cubicBezTo>
                    <a:pt x="67" y="46"/>
                    <a:pt x="77" y="39"/>
                    <a:pt x="91" y="39"/>
                  </a:cubicBezTo>
                  <a:cubicBezTo>
                    <a:pt x="97" y="39"/>
                    <a:pt x="102" y="40"/>
                    <a:pt x="104" y="41"/>
                  </a:cubicBezTo>
                  <a:cubicBezTo>
                    <a:pt x="102" y="47"/>
                    <a:pt x="102" y="47"/>
                    <a:pt x="102" y="47"/>
                  </a:cubicBezTo>
                  <a:cubicBezTo>
                    <a:pt x="100" y="46"/>
                    <a:pt x="96" y="45"/>
                    <a:pt x="91" y="45"/>
                  </a:cubicBezTo>
                  <a:cubicBezTo>
                    <a:pt x="81" y="45"/>
                    <a:pt x="77" y="50"/>
                    <a:pt x="77" y="57"/>
                  </a:cubicBezTo>
                  <a:cubicBezTo>
                    <a:pt x="77" y="61"/>
                    <a:pt x="78" y="64"/>
                    <a:pt x="79" y="67"/>
                  </a:cubicBezTo>
                  <a:cubicBezTo>
                    <a:pt x="97" y="67"/>
                    <a:pt x="97" y="67"/>
                    <a:pt x="97" y="67"/>
                  </a:cubicBezTo>
                  <a:cubicBezTo>
                    <a:pt x="96" y="73"/>
                    <a:pt x="96" y="73"/>
                    <a:pt x="96" y="73"/>
                  </a:cubicBezTo>
                  <a:cubicBezTo>
                    <a:pt x="80" y="73"/>
                    <a:pt x="80" y="73"/>
                    <a:pt x="80" y="73"/>
                  </a:cubicBezTo>
                  <a:cubicBezTo>
                    <a:pt x="80" y="76"/>
                    <a:pt x="80" y="80"/>
                    <a:pt x="79" y="83"/>
                  </a:cubicBezTo>
                  <a:cubicBezTo>
                    <a:pt x="78" y="87"/>
                    <a:pt x="75" y="91"/>
                    <a:pt x="71" y="93"/>
                  </a:cubicBezTo>
                  <a:cubicBezTo>
                    <a:pt x="71" y="94"/>
                    <a:pt x="71" y="94"/>
                    <a:pt x="71" y="94"/>
                  </a:cubicBezTo>
                  <a:cubicBezTo>
                    <a:pt x="107" y="94"/>
                    <a:pt x="107" y="94"/>
                    <a:pt x="107" y="94"/>
                  </a:cubicBezTo>
                  <a:lnTo>
                    <a:pt x="107"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3" name="Freeform 37"/>
            <p:cNvSpPr>
              <a:spLocks/>
            </p:cNvSpPr>
            <p:nvPr/>
          </p:nvSpPr>
          <p:spPr bwMode="auto">
            <a:xfrm>
              <a:off x="6147" y="2633"/>
              <a:ext cx="129" cy="81"/>
            </a:xfrm>
            <a:custGeom>
              <a:avLst/>
              <a:gdLst>
                <a:gd name="T0" fmla="*/ 14 w 54"/>
                <a:gd name="T1" fmla="*/ 34 h 34"/>
                <a:gd name="T2" fmla="*/ 43 w 54"/>
                <a:gd name="T3" fmla="*/ 34 h 34"/>
                <a:gd name="T4" fmla="*/ 54 w 54"/>
                <a:gd name="T5" fmla="*/ 13 h 34"/>
                <a:gd name="T6" fmla="*/ 28 w 54"/>
                <a:gd name="T7" fmla="*/ 12 h 34"/>
                <a:gd name="T8" fmla="*/ 16 w 54"/>
                <a:gd name="T9" fmla="*/ 6 h 34"/>
                <a:gd name="T10" fmla="*/ 4 w 54"/>
                <a:gd name="T11" fmla="*/ 13 h 34"/>
                <a:gd name="T12" fmla="*/ 14 w 5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54" h="34">
                  <a:moveTo>
                    <a:pt x="14" y="34"/>
                  </a:moveTo>
                  <a:cubicBezTo>
                    <a:pt x="43" y="34"/>
                    <a:pt x="43" y="34"/>
                    <a:pt x="43" y="34"/>
                  </a:cubicBezTo>
                  <a:cubicBezTo>
                    <a:pt x="45" y="29"/>
                    <a:pt x="48" y="22"/>
                    <a:pt x="54" y="13"/>
                  </a:cubicBezTo>
                  <a:cubicBezTo>
                    <a:pt x="54" y="13"/>
                    <a:pt x="51" y="3"/>
                    <a:pt x="28" y="12"/>
                  </a:cubicBezTo>
                  <a:cubicBezTo>
                    <a:pt x="28" y="12"/>
                    <a:pt x="22" y="11"/>
                    <a:pt x="16" y="6"/>
                  </a:cubicBezTo>
                  <a:cubicBezTo>
                    <a:pt x="16" y="6"/>
                    <a:pt x="0" y="0"/>
                    <a:pt x="4" y="13"/>
                  </a:cubicBezTo>
                  <a:lnTo>
                    <a:pt x="1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4" name="Freeform 38"/>
            <p:cNvSpPr>
              <a:spLocks noEditPoints="1"/>
            </p:cNvSpPr>
            <p:nvPr/>
          </p:nvSpPr>
          <p:spPr bwMode="auto">
            <a:xfrm>
              <a:off x="6152" y="2642"/>
              <a:ext cx="126" cy="74"/>
            </a:xfrm>
            <a:custGeom>
              <a:avLst/>
              <a:gdLst>
                <a:gd name="T0" fmla="*/ 12 w 53"/>
                <a:gd name="T1" fmla="*/ 31 h 31"/>
                <a:gd name="T2" fmla="*/ 1 w 53"/>
                <a:gd name="T3" fmla="*/ 9 h 31"/>
                <a:gd name="T4" fmla="*/ 2 w 53"/>
                <a:gd name="T5" fmla="*/ 2 h 31"/>
                <a:gd name="T6" fmla="*/ 7 w 53"/>
                <a:gd name="T7" fmla="*/ 0 h 31"/>
                <a:gd name="T8" fmla="*/ 15 w 53"/>
                <a:gd name="T9" fmla="*/ 2 h 31"/>
                <a:gd name="T10" fmla="*/ 15 w 53"/>
                <a:gd name="T11" fmla="*/ 2 h 31"/>
                <a:gd name="T12" fmla="*/ 25 w 53"/>
                <a:gd name="T13" fmla="*/ 7 h 31"/>
                <a:gd name="T14" fmla="*/ 42 w 53"/>
                <a:gd name="T15" fmla="*/ 3 h 31"/>
                <a:gd name="T16" fmla="*/ 53 w 53"/>
                <a:gd name="T17" fmla="*/ 9 h 31"/>
                <a:gd name="T18" fmla="*/ 53 w 53"/>
                <a:gd name="T19" fmla="*/ 9 h 31"/>
                <a:gd name="T20" fmla="*/ 53 w 53"/>
                <a:gd name="T21" fmla="*/ 9 h 31"/>
                <a:gd name="T22" fmla="*/ 42 w 53"/>
                <a:gd name="T23" fmla="*/ 31 h 31"/>
                <a:gd name="T24" fmla="*/ 42 w 53"/>
                <a:gd name="T25" fmla="*/ 31 h 31"/>
                <a:gd name="T26" fmla="*/ 12 w 53"/>
                <a:gd name="T27" fmla="*/ 31 h 31"/>
                <a:gd name="T28" fmla="*/ 7 w 53"/>
                <a:gd name="T29" fmla="*/ 1 h 31"/>
                <a:gd name="T30" fmla="*/ 2 w 53"/>
                <a:gd name="T31" fmla="*/ 3 h 31"/>
                <a:gd name="T32" fmla="*/ 2 w 53"/>
                <a:gd name="T33" fmla="*/ 9 h 31"/>
                <a:gd name="T34" fmla="*/ 13 w 53"/>
                <a:gd name="T35" fmla="*/ 30 h 31"/>
                <a:gd name="T36" fmla="*/ 41 w 53"/>
                <a:gd name="T37" fmla="*/ 30 h 31"/>
                <a:gd name="T38" fmla="*/ 52 w 53"/>
                <a:gd name="T39" fmla="*/ 9 h 31"/>
                <a:gd name="T40" fmla="*/ 42 w 53"/>
                <a:gd name="T41" fmla="*/ 4 h 31"/>
                <a:gd name="T42" fmla="*/ 26 w 53"/>
                <a:gd name="T43" fmla="*/ 8 h 31"/>
                <a:gd name="T44" fmla="*/ 26 w 53"/>
                <a:gd name="T45" fmla="*/ 8 h 31"/>
                <a:gd name="T46" fmla="*/ 25 w 53"/>
                <a:gd name="T47" fmla="*/ 8 h 31"/>
                <a:gd name="T48" fmla="*/ 14 w 53"/>
                <a:gd name="T49" fmla="*/ 3 h 31"/>
                <a:gd name="T50" fmla="*/ 7 w 53"/>
                <a:gd name="T5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1">
                  <a:moveTo>
                    <a:pt x="12" y="31"/>
                  </a:moveTo>
                  <a:cubicBezTo>
                    <a:pt x="1" y="9"/>
                    <a:pt x="1" y="9"/>
                    <a:pt x="1" y="9"/>
                  </a:cubicBezTo>
                  <a:cubicBezTo>
                    <a:pt x="0" y="6"/>
                    <a:pt x="0" y="4"/>
                    <a:pt x="2" y="2"/>
                  </a:cubicBezTo>
                  <a:cubicBezTo>
                    <a:pt x="3" y="1"/>
                    <a:pt x="4" y="0"/>
                    <a:pt x="7" y="0"/>
                  </a:cubicBezTo>
                  <a:cubicBezTo>
                    <a:pt x="10" y="0"/>
                    <a:pt x="14" y="2"/>
                    <a:pt x="15" y="2"/>
                  </a:cubicBezTo>
                  <a:cubicBezTo>
                    <a:pt x="15" y="2"/>
                    <a:pt x="15" y="2"/>
                    <a:pt x="15" y="2"/>
                  </a:cubicBezTo>
                  <a:cubicBezTo>
                    <a:pt x="20" y="6"/>
                    <a:pt x="25" y="7"/>
                    <a:pt x="25" y="7"/>
                  </a:cubicBezTo>
                  <a:cubicBezTo>
                    <a:pt x="32" y="5"/>
                    <a:pt x="37" y="3"/>
                    <a:pt x="42" y="3"/>
                  </a:cubicBezTo>
                  <a:cubicBezTo>
                    <a:pt x="51" y="3"/>
                    <a:pt x="53" y="9"/>
                    <a:pt x="53" y="9"/>
                  </a:cubicBezTo>
                  <a:cubicBezTo>
                    <a:pt x="53" y="9"/>
                    <a:pt x="53" y="9"/>
                    <a:pt x="53" y="9"/>
                  </a:cubicBezTo>
                  <a:cubicBezTo>
                    <a:pt x="53" y="9"/>
                    <a:pt x="53" y="9"/>
                    <a:pt x="53" y="9"/>
                  </a:cubicBezTo>
                  <a:cubicBezTo>
                    <a:pt x="48" y="17"/>
                    <a:pt x="44" y="24"/>
                    <a:pt x="42" y="31"/>
                  </a:cubicBezTo>
                  <a:cubicBezTo>
                    <a:pt x="42" y="31"/>
                    <a:pt x="42" y="31"/>
                    <a:pt x="42" y="31"/>
                  </a:cubicBezTo>
                  <a:lnTo>
                    <a:pt x="12" y="31"/>
                  </a:lnTo>
                  <a:close/>
                  <a:moveTo>
                    <a:pt x="7" y="1"/>
                  </a:moveTo>
                  <a:cubicBezTo>
                    <a:pt x="5" y="1"/>
                    <a:pt x="3" y="2"/>
                    <a:pt x="2" y="3"/>
                  </a:cubicBezTo>
                  <a:cubicBezTo>
                    <a:pt x="1" y="4"/>
                    <a:pt x="1" y="6"/>
                    <a:pt x="2" y="9"/>
                  </a:cubicBezTo>
                  <a:cubicBezTo>
                    <a:pt x="13" y="30"/>
                    <a:pt x="13" y="30"/>
                    <a:pt x="13" y="30"/>
                  </a:cubicBezTo>
                  <a:cubicBezTo>
                    <a:pt x="41" y="30"/>
                    <a:pt x="41" y="30"/>
                    <a:pt x="41" y="30"/>
                  </a:cubicBezTo>
                  <a:cubicBezTo>
                    <a:pt x="43" y="23"/>
                    <a:pt x="47" y="16"/>
                    <a:pt x="52" y="9"/>
                  </a:cubicBezTo>
                  <a:cubicBezTo>
                    <a:pt x="51" y="8"/>
                    <a:pt x="49" y="4"/>
                    <a:pt x="42" y="4"/>
                  </a:cubicBezTo>
                  <a:cubicBezTo>
                    <a:pt x="37" y="4"/>
                    <a:pt x="32" y="6"/>
                    <a:pt x="26" y="8"/>
                  </a:cubicBezTo>
                  <a:cubicBezTo>
                    <a:pt x="26" y="8"/>
                    <a:pt x="26" y="8"/>
                    <a:pt x="26" y="8"/>
                  </a:cubicBezTo>
                  <a:cubicBezTo>
                    <a:pt x="25" y="8"/>
                    <a:pt x="25" y="8"/>
                    <a:pt x="25" y="8"/>
                  </a:cubicBezTo>
                  <a:cubicBezTo>
                    <a:pt x="25" y="8"/>
                    <a:pt x="20" y="7"/>
                    <a:pt x="14" y="3"/>
                  </a:cubicBezTo>
                  <a:cubicBezTo>
                    <a:pt x="14" y="3"/>
                    <a:pt x="10"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5" name="Freeform 39"/>
            <p:cNvSpPr>
              <a:spLocks/>
            </p:cNvSpPr>
            <p:nvPr/>
          </p:nvSpPr>
          <p:spPr bwMode="auto">
            <a:xfrm>
              <a:off x="6171" y="2721"/>
              <a:ext cx="86" cy="24"/>
            </a:xfrm>
            <a:custGeom>
              <a:avLst/>
              <a:gdLst>
                <a:gd name="T0" fmla="*/ 31 w 36"/>
                <a:gd name="T1" fmla="*/ 0 h 10"/>
                <a:gd name="T2" fmla="*/ 5 w 36"/>
                <a:gd name="T3" fmla="*/ 0 h 10"/>
                <a:gd name="T4" fmla="*/ 0 w 36"/>
                <a:gd name="T5" fmla="*/ 5 h 10"/>
                <a:gd name="T6" fmla="*/ 5 w 36"/>
                <a:gd name="T7" fmla="*/ 10 h 10"/>
                <a:gd name="T8" fmla="*/ 31 w 36"/>
                <a:gd name="T9" fmla="*/ 10 h 10"/>
                <a:gd name="T10" fmla="*/ 36 w 36"/>
                <a:gd name="T11" fmla="*/ 5 h 10"/>
                <a:gd name="T12" fmla="*/ 31 w 3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1" y="0"/>
                  </a:moveTo>
                  <a:cubicBezTo>
                    <a:pt x="5" y="0"/>
                    <a:pt x="5" y="0"/>
                    <a:pt x="5" y="0"/>
                  </a:cubicBezTo>
                  <a:cubicBezTo>
                    <a:pt x="2" y="0"/>
                    <a:pt x="0" y="2"/>
                    <a:pt x="0" y="5"/>
                  </a:cubicBezTo>
                  <a:cubicBezTo>
                    <a:pt x="0" y="7"/>
                    <a:pt x="2" y="10"/>
                    <a:pt x="5" y="10"/>
                  </a:cubicBezTo>
                  <a:cubicBezTo>
                    <a:pt x="31" y="10"/>
                    <a:pt x="31" y="10"/>
                    <a:pt x="31" y="10"/>
                  </a:cubicBezTo>
                  <a:cubicBezTo>
                    <a:pt x="34" y="10"/>
                    <a:pt x="36" y="7"/>
                    <a:pt x="36" y="5"/>
                  </a:cubicBezTo>
                  <a:cubicBezTo>
                    <a:pt x="36" y="2"/>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6" name="Freeform 40"/>
            <p:cNvSpPr>
              <a:spLocks noEditPoints="1"/>
            </p:cNvSpPr>
            <p:nvPr/>
          </p:nvSpPr>
          <p:spPr bwMode="auto">
            <a:xfrm>
              <a:off x="6171" y="2719"/>
              <a:ext cx="86" cy="26"/>
            </a:xfrm>
            <a:custGeom>
              <a:avLst/>
              <a:gdLst>
                <a:gd name="T0" fmla="*/ 5 w 36"/>
                <a:gd name="T1" fmla="*/ 11 h 11"/>
                <a:gd name="T2" fmla="*/ 0 w 36"/>
                <a:gd name="T3" fmla="*/ 6 h 11"/>
                <a:gd name="T4" fmla="*/ 1 w 36"/>
                <a:gd name="T5" fmla="*/ 2 h 11"/>
                <a:gd name="T6" fmla="*/ 5 w 36"/>
                <a:gd name="T7" fmla="*/ 0 h 11"/>
                <a:gd name="T8" fmla="*/ 31 w 36"/>
                <a:gd name="T9" fmla="*/ 0 h 11"/>
                <a:gd name="T10" fmla="*/ 36 w 36"/>
                <a:gd name="T11" fmla="*/ 6 h 11"/>
                <a:gd name="T12" fmla="*/ 31 w 36"/>
                <a:gd name="T13" fmla="*/ 11 h 11"/>
                <a:gd name="T14" fmla="*/ 5 w 36"/>
                <a:gd name="T15" fmla="*/ 11 h 11"/>
                <a:gd name="T16" fmla="*/ 31 w 36"/>
                <a:gd name="T17" fmla="*/ 1 h 11"/>
                <a:gd name="T18" fmla="*/ 5 w 36"/>
                <a:gd name="T19" fmla="*/ 1 h 11"/>
                <a:gd name="T20" fmla="*/ 2 w 36"/>
                <a:gd name="T21" fmla="*/ 3 h 11"/>
                <a:gd name="T22" fmla="*/ 1 w 36"/>
                <a:gd name="T23" fmla="*/ 6 h 11"/>
                <a:gd name="T24" fmla="*/ 5 w 36"/>
                <a:gd name="T25" fmla="*/ 10 h 11"/>
                <a:gd name="T26" fmla="*/ 5 w 36"/>
                <a:gd name="T27" fmla="*/ 11 h 11"/>
                <a:gd name="T28" fmla="*/ 5 w 36"/>
                <a:gd name="T29" fmla="*/ 10 h 11"/>
                <a:gd name="T30" fmla="*/ 31 w 36"/>
                <a:gd name="T31" fmla="*/ 10 h 11"/>
                <a:gd name="T32" fmla="*/ 35 w 36"/>
                <a:gd name="T33" fmla="*/ 6 h 11"/>
                <a:gd name="T34" fmla="*/ 31 w 36"/>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1">
                  <a:moveTo>
                    <a:pt x="5" y="11"/>
                  </a:moveTo>
                  <a:cubicBezTo>
                    <a:pt x="2" y="11"/>
                    <a:pt x="0" y="9"/>
                    <a:pt x="0" y="6"/>
                  </a:cubicBezTo>
                  <a:cubicBezTo>
                    <a:pt x="0" y="4"/>
                    <a:pt x="0" y="3"/>
                    <a:pt x="1" y="2"/>
                  </a:cubicBezTo>
                  <a:cubicBezTo>
                    <a:pt x="2" y="1"/>
                    <a:pt x="4" y="0"/>
                    <a:pt x="5" y="0"/>
                  </a:cubicBezTo>
                  <a:cubicBezTo>
                    <a:pt x="31" y="0"/>
                    <a:pt x="31" y="0"/>
                    <a:pt x="31" y="0"/>
                  </a:cubicBezTo>
                  <a:cubicBezTo>
                    <a:pt x="34" y="0"/>
                    <a:pt x="36" y="3"/>
                    <a:pt x="36" y="6"/>
                  </a:cubicBezTo>
                  <a:cubicBezTo>
                    <a:pt x="36" y="9"/>
                    <a:pt x="34" y="11"/>
                    <a:pt x="31" y="11"/>
                  </a:cubicBezTo>
                  <a:lnTo>
                    <a:pt x="5" y="11"/>
                  </a:lnTo>
                  <a:close/>
                  <a:moveTo>
                    <a:pt x="31" y="1"/>
                  </a:moveTo>
                  <a:cubicBezTo>
                    <a:pt x="5" y="1"/>
                    <a:pt x="5" y="1"/>
                    <a:pt x="5" y="1"/>
                  </a:cubicBezTo>
                  <a:cubicBezTo>
                    <a:pt x="4" y="1"/>
                    <a:pt x="3" y="2"/>
                    <a:pt x="2" y="3"/>
                  </a:cubicBezTo>
                  <a:cubicBezTo>
                    <a:pt x="1" y="3"/>
                    <a:pt x="1" y="5"/>
                    <a:pt x="1" y="6"/>
                  </a:cubicBezTo>
                  <a:cubicBezTo>
                    <a:pt x="1" y="8"/>
                    <a:pt x="3" y="10"/>
                    <a:pt x="5" y="10"/>
                  </a:cubicBezTo>
                  <a:cubicBezTo>
                    <a:pt x="5" y="11"/>
                    <a:pt x="5" y="11"/>
                    <a:pt x="5" y="11"/>
                  </a:cubicBezTo>
                  <a:cubicBezTo>
                    <a:pt x="5" y="10"/>
                    <a:pt x="5" y="10"/>
                    <a:pt x="5" y="10"/>
                  </a:cubicBezTo>
                  <a:cubicBezTo>
                    <a:pt x="31" y="10"/>
                    <a:pt x="31" y="10"/>
                    <a:pt x="31" y="10"/>
                  </a:cubicBezTo>
                  <a:cubicBezTo>
                    <a:pt x="33" y="10"/>
                    <a:pt x="35" y="8"/>
                    <a:pt x="35" y="6"/>
                  </a:cubicBezTo>
                  <a:cubicBezTo>
                    <a:pt x="35" y="3"/>
                    <a:pt x="33" y="1"/>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7" name="Freeform 41"/>
            <p:cNvSpPr>
              <a:spLocks noEditPoints="1"/>
            </p:cNvSpPr>
            <p:nvPr/>
          </p:nvSpPr>
          <p:spPr bwMode="auto">
            <a:xfrm>
              <a:off x="6066" y="2752"/>
              <a:ext cx="300" cy="264"/>
            </a:xfrm>
            <a:custGeom>
              <a:avLst/>
              <a:gdLst>
                <a:gd name="T0" fmla="*/ 120 w 126"/>
                <a:gd name="T1" fmla="*/ 99 h 110"/>
                <a:gd name="T2" fmla="*/ 118 w 126"/>
                <a:gd name="T3" fmla="*/ 82 h 110"/>
                <a:gd name="T4" fmla="*/ 101 w 126"/>
                <a:gd name="T5" fmla="*/ 28 h 110"/>
                <a:gd name="T6" fmla="*/ 76 w 126"/>
                <a:gd name="T7" fmla="*/ 2 h 110"/>
                <a:gd name="T8" fmla="*/ 75 w 126"/>
                <a:gd name="T9" fmla="*/ 0 h 110"/>
                <a:gd name="T10" fmla="*/ 48 w 126"/>
                <a:gd name="T11" fmla="*/ 0 h 110"/>
                <a:gd name="T12" fmla="*/ 29 w 126"/>
                <a:gd name="T13" fmla="*/ 22 h 110"/>
                <a:gd name="T14" fmla="*/ 10 w 126"/>
                <a:gd name="T15" fmla="*/ 91 h 110"/>
                <a:gd name="T16" fmla="*/ 4 w 126"/>
                <a:gd name="T17" fmla="*/ 102 h 110"/>
                <a:gd name="T18" fmla="*/ 4 w 126"/>
                <a:gd name="T19" fmla="*/ 105 h 110"/>
                <a:gd name="T20" fmla="*/ 10 w 126"/>
                <a:gd name="T21" fmla="*/ 106 h 110"/>
                <a:gd name="T22" fmla="*/ 19 w 126"/>
                <a:gd name="T23" fmla="*/ 105 h 110"/>
                <a:gd name="T24" fmla="*/ 19 w 126"/>
                <a:gd name="T25" fmla="*/ 105 h 110"/>
                <a:gd name="T26" fmla="*/ 20 w 126"/>
                <a:gd name="T27" fmla="*/ 105 h 110"/>
                <a:gd name="T28" fmla="*/ 61 w 126"/>
                <a:gd name="T29" fmla="*/ 110 h 110"/>
                <a:gd name="T30" fmla="*/ 105 w 126"/>
                <a:gd name="T31" fmla="*/ 104 h 110"/>
                <a:gd name="T32" fmla="*/ 107 w 126"/>
                <a:gd name="T33" fmla="*/ 104 h 110"/>
                <a:gd name="T34" fmla="*/ 114 w 126"/>
                <a:gd name="T35" fmla="*/ 106 h 110"/>
                <a:gd name="T36" fmla="*/ 118 w 126"/>
                <a:gd name="T37" fmla="*/ 107 h 110"/>
                <a:gd name="T38" fmla="*/ 123 w 126"/>
                <a:gd name="T39" fmla="*/ 104 h 110"/>
                <a:gd name="T40" fmla="*/ 120 w 126"/>
                <a:gd name="T41" fmla="*/ 99 h 110"/>
                <a:gd name="T42" fmla="*/ 81 w 126"/>
                <a:gd name="T43" fmla="*/ 55 h 110"/>
                <a:gd name="T44" fmla="*/ 81 w 126"/>
                <a:gd name="T45" fmla="*/ 58 h 110"/>
                <a:gd name="T46" fmla="*/ 53 w 126"/>
                <a:gd name="T47" fmla="*/ 57 h 110"/>
                <a:gd name="T48" fmla="*/ 53 w 126"/>
                <a:gd name="T49" fmla="*/ 62 h 110"/>
                <a:gd name="T50" fmla="*/ 81 w 126"/>
                <a:gd name="T51" fmla="*/ 62 h 110"/>
                <a:gd name="T52" fmla="*/ 81 w 126"/>
                <a:gd name="T53" fmla="*/ 66 h 110"/>
                <a:gd name="T54" fmla="*/ 53 w 126"/>
                <a:gd name="T55" fmla="*/ 65 h 110"/>
                <a:gd name="T56" fmla="*/ 67 w 126"/>
                <a:gd name="T57" fmla="*/ 80 h 110"/>
                <a:gd name="T58" fmla="*/ 83 w 126"/>
                <a:gd name="T59" fmla="*/ 78 h 110"/>
                <a:gd name="T60" fmla="*/ 85 w 126"/>
                <a:gd name="T61" fmla="*/ 83 h 110"/>
                <a:gd name="T62" fmla="*/ 54 w 126"/>
                <a:gd name="T63" fmla="*/ 81 h 110"/>
                <a:gd name="T64" fmla="*/ 45 w 126"/>
                <a:gd name="T65" fmla="*/ 65 h 110"/>
                <a:gd name="T66" fmla="*/ 38 w 126"/>
                <a:gd name="T67" fmla="*/ 65 h 110"/>
                <a:gd name="T68" fmla="*/ 39 w 126"/>
                <a:gd name="T69" fmla="*/ 61 h 110"/>
                <a:gd name="T70" fmla="*/ 44 w 126"/>
                <a:gd name="T71" fmla="*/ 61 h 110"/>
                <a:gd name="T72" fmla="*/ 45 w 126"/>
                <a:gd name="T73" fmla="*/ 58 h 110"/>
                <a:gd name="T74" fmla="*/ 39 w 126"/>
                <a:gd name="T75" fmla="*/ 57 h 110"/>
                <a:gd name="T76" fmla="*/ 39 w 126"/>
                <a:gd name="T77" fmla="*/ 53 h 110"/>
                <a:gd name="T78" fmla="*/ 45 w 126"/>
                <a:gd name="T79" fmla="*/ 53 h 110"/>
                <a:gd name="T80" fmla="*/ 67 w 126"/>
                <a:gd name="T81" fmla="*/ 35 h 110"/>
                <a:gd name="T82" fmla="*/ 86 w 126"/>
                <a:gd name="T83" fmla="*/ 38 h 110"/>
                <a:gd name="T84" fmla="*/ 83 w 126"/>
                <a:gd name="T85" fmla="*/ 43 h 110"/>
                <a:gd name="T86" fmla="*/ 54 w 126"/>
                <a:gd name="T87" fmla="*/ 54 h 110"/>
                <a:gd name="T88" fmla="*/ 81 w 126"/>
                <a:gd name="T89"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110">
                  <a:moveTo>
                    <a:pt x="120" y="99"/>
                  </a:moveTo>
                  <a:cubicBezTo>
                    <a:pt x="120" y="99"/>
                    <a:pt x="114" y="94"/>
                    <a:pt x="118" y="82"/>
                  </a:cubicBezTo>
                  <a:cubicBezTo>
                    <a:pt x="118" y="82"/>
                    <a:pt x="126" y="48"/>
                    <a:pt x="101" y="28"/>
                  </a:cubicBezTo>
                  <a:cubicBezTo>
                    <a:pt x="99" y="26"/>
                    <a:pt x="76" y="7"/>
                    <a:pt x="76" y="2"/>
                  </a:cubicBezTo>
                  <a:cubicBezTo>
                    <a:pt x="76" y="1"/>
                    <a:pt x="75" y="1"/>
                    <a:pt x="75" y="0"/>
                  </a:cubicBezTo>
                  <a:cubicBezTo>
                    <a:pt x="48" y="0"/>
                    <a:pt x="48" y="0"/>
                    <a:pt x="48" y="0"/>
                  </a:cubicBezTo>
                  <a:cubicBezTo>
                    <a:pt x="45" y="6"/>
                    <a:pt x="38" y="13"/>
                    <a:pt x="29" y="22"/>
                  </a:cubicBezTo>
                  <a:cubicBezTo>
                    <a:pt x="29" y="22"/>
                    <a:pt x="0" y="49"/>
                    <a:pt x="10" y="91"/>
                  </a:cubicBezTo>
                  <a:cubicBezTo>
                    <a:pt x="10" y="92"/>
                    <a:pt x="10" y="94"/>
                    <a:pt x="4" y="102"/>
                  </a:cubicBezTo>
                  <a:cubicBezTo>
                    <a:pt x="4" y="102"/>
                    <a:pt x="3" y="104"/>
                    <a:pt x="4" y="105"/>
                  </a:cubicBezTo>
                  <a:cubicBezTo>
                    <a:pt x="5" y="106"/>
                    <a:pt x="7" y="107"/>
                    <a:pt x="10" y="106"/>
                  </a:cubicBezTo>
                  <a:cubicBezTo>
                    <a:pt x="10" y="106"/>
                    <a:pt x="14" y="105"/>
                    <a:pt x="19" y="105"/>
                  </a:cubicBezTo>
                  <a:cubicBezTo>
                    <a:pt x="19" y="105"/>
                    <a:pt x="19" y="105"/>
                    <a:pt x="19" y="105"/>
                  </a:cubicBezTo>
                  <a:cubicBezTo>
                    <a:pt x="20" y="105"/>
                    <a:pt x="20" y="105"/>
                    <a:pt x="20" y="105"/>
                  </a:cubicBezTo>
                  <a:cubicBezTo>
                    <a:pt x="20" y="105"/>
                    <a:pt x="36" y="110"/>
                    <a:pt x="61" y="110"/>
                  </a:cubicBezTo>
                  <a:cubicBezTo>
                    <a:pt x="76" y="110"/>
                    <a:pt x="91" y="108"/>
                    <a:pt x="105" y="104"/>
                  </a:cubicBezTo>
                  <a:cubicBezTo>
                    <a:pt x="105" y="104"/>
                    <a:pt x="106" y="104"/>
                    <a:pt x="107" y="104"/>
                  </a:cubicBezTo>
                  <a:cubicBezTo>
                    <a:pt x="109" y="104"/>
                    <a:pt x="112" y="105"/>
                    <a:pt x="114" y="106"/>
                  </a:cubicBezTo>
                  <a:cubicBezTo>
                    <a:pt x="114" y="106"/>
                    <a:pt x="116" y="107"/>
                    <a:pt x="118" y="107"/>
                  </a:cubicBezTo>
                  <a:cubicBezTo>
                    <a:pt x="119" y="107"/>
                    <a:pt x="121" y="106"/>
                    <a:pt x="123" y="104"/>
                  </a:cubicBezTo>
                  <a:cubicBezTo>
                    <a:pt x="123" y="104"/>
                    <a:pt x="125" y="102"/>
                    <a:pt x="120" y="99"/>
                  </a:cubicBezTo>
                  <a:close/>
                  <a:moveTo>
                    <a:pt x="81" y="55"/>
                  </a:moveTo>
                  <a:cubicBezTo>
                    <a:pt x="81" y="58"/>
                    <a:pt x="81" y="58"/>
                    <a:pt x="81" y="58"/>
                  </a:cubicBezTo>
                  <a:cubicBezTo>
                    <a:pt x="53" y="57"/>
                    <a:pt x="53" y="57"/>
                    <a:pt x="53" y="57"/>
                  </a:cubicBezTo>
                  <a:cubicBezTo>
                    <a:pt x="53" y="57"/>
                    <a:pt x="52" y="61"/>
                    <a:pt x="53" y="62"/>
                  </a:cubicBezTo>
                  <a:cubicBezTo>
                    <a:pt x="81" y="62"/>
                    <a:pt x="81" y="62"/>
                    <a:pt x="81" y="62"/>
                  </a:cubicBezTo>
                  <a:cubicBezTo>
                    <a:pt x="81" y="66"/>
                    <a:pt x="81" y="66"/>
                    <a:pt x="81" y="66"/>
                  </a:cubicBezTo>
                  <a:cubicBezTo>
                    <a:pt x="53" y="65"/>
                    <a:pt x="53" y="65"/>
                    <a:pt x="53" y="65"/>
                  </a:cubicBezTo>
                  <a:cubicBezTo>
                    <a:pt x="53" y="65"/>
                    <a:pt x="54" y="78"/>
                    <a:pt x="67" y="80"/>
                  </a:cubicBezTo>
                  <a:cubicBezTo>
                    <a:pt x="67" y="80"/>
                    <a:pt x="76" y="82"/>
                    <a:pt x="83" y="78"/>
                  </a:cubicBezTo>
                  <a:cubicBezTo>
                    <a:pt x="85" y="83"/>
                    <a:pt x="85" y="83"/>
                    <a:pt x="85" y="83"/>
                  </a:cubicBezTo>
                  <a:cubicBezTo>
                    <a:pt x="85" y="83"/>
                    <a:pt x="71" y="91"/>
                    <a:pt x="54" y="81"/>
                  </a:cubicBezTo>
                  <a:cubicBezTo>
                    <a:pt x="54" y="81"/>
                    <a:pt x="46" y="76"/>
                    <a:pt x="45" y="65"/>
                  </a:cubicBezTo>
                  <a:cubicBezTo>
                    <a:pt x="38" y="65"/>
                    <a:pt x="38" y="65"/>
                    <a:pt x="38" y="65"/>
                  </a:cubicBezTo>
                  <a:cubicBezTo>
                    <a:pt x="39" y="61"/>
                    <a:pt x="39" y="61"/>
                    <a:pt x="39" y="61"/>
                  </a:cubicBezTo>
                  <a:cubicBezTo>
                    <a:pt x="44" y="61"/>
                    <a:pt x="44" y="61"/>
                    <a:pt x="44" y="61"/>
                  </a:cubicBezTo>
                  <a:cubicBezTo>
                    <a:pt x="44" y="61"/>
                    <a:pt x="44" y="60"/>
                    <a:pt x="45" y="58"/>
                  </a:cubicBezTo>
                  <a:cubicBezTo>
                    <a:pt x="39" y="57"/>
                    <a:pt x="39" y="57"/>
                    <a:pt x="39" y="57"/>
                  </a:cubicBezTo>
                  <a:cubicBezTo>
                    <a:pt x="39" y="53"/>
                    <a:pt x="39" y="53"/>
                    <a:pt x="39" y="53"/>
                  </a:cubicBezTo>
                  <a:cubicBezTo>
                    <a:pt x="45" y="53"/>
                    <a:pt x="45" y="53"/>
                    <a:pt x="45" y="53"/>
                  </a:cubicBezTo>
                  <a:cubicBezTo>
                    <a:pt x="45" y="53"/>
                    <a:pt x="48" y="37"/>
                    <a:pt x="67" y="35"/>
                  </a:cubicBezTo>
                  <a:cubicBezTo>
                    <a:pt x="67" y="35"/>
                    <a:pt x="81" y="33"/>
                    <a:pt x="86" y="38"/>
                  </a:cubicBezTo>
                  <a:cubicBezTo>
                    <a:pt x="83" y="43"/>
                    <a:pt x="83" y="43"/>
                    <a:pt x="83" y="43"/>
                  </a:cubicBezTo>
                  <a:cubicBezTo>
                    <a:pt x="83" y="43"/>
                    <a:pt x="61" y="33"/>
                    <a:pt x="54" y="54"/>
                  </a:cubicBezTo>
                  <a:lnTo>
                    <a:pt x="81"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88" name="TextBox 162"/>
          <p:cNvSpPr txBox="1"/>
          <p:nvPr/>
        </p:nvSpPr>
        <p:spPr>
          <a:xfrm>
            <a:off x="1573649" y="2559416"/>
            <a:ext cx="1613236" cy="1163395"/>
          </a:xfrm>
          <a:prstGeom prst="rect">
            <a:avLst/>
          </a:prstGeom>
          <a:noFill/>
        </p:spPr>
        <p:txBody>
          <a:bodyPr wrap="square" rtlCol="0">
            <a:spAutoFit/>
          </a:bodyPr>
          <a:lstStyle/>
          <a:p>
            <a:pPr>
              <a:lnSpc>
                <a:spcPct val="150000"/>
              </a:lnSpc>
              <a:defRPr/>
            </a:pPr>
            <a:r>
              <a:rPr lang="zh-CN" altLang="en-US" sz="1160" kern="0" dirty="0">
                <a:solidFill>
                  <a:schemeClr val="bg1"/>
                </a:solidFill>
                <a:latin typeface="Arial" pitchFamily="34" charset="0"/>
                <a:ea typeface="微软雅黑" pitchFamily="34" charset="-122"/>
              </a:rPr>
              <a:t>点击此处添加段落文本点击此处添加段落文本点击此处添加段落文本</a:t>
            </a:r>
            <a:endParaRPr lang="en-US" altLang="zh-CN" sz="1160" kern="0" dirty="0">
              <a:solidFill>
                <a:schemeClr val="bg1"/>
              </a:solidFill>
              <a:latin typeface="Arial" pitchFamily="34" charset="0"/>
              <a:ea typeface="微软雅黑" pitchFamily="34" charset="-122"/>
            </a:endParaRPr>
          </a:p>
        </p:txBody>
      </p:sp>
      <p:sp>
        <p:nvSpPr>
          <p:cNvPr id="89" name="TextBox 163"/>
          <p:cNvSpPr txBox="1"/>
          <p:nvPr/>
        </p:nvSpPr>
        <p:spPr>
          <a:xfrm>
            <a:off x="4131766" y="2551648"/>
            <a:ext cx="1613236" cy="1163395"/>
          </a:xfrm>
          <a:prstGeom prst="rect">
            <a:avLst/>
          </a:prstGeom>
          <a:noFill/>
        </p:spPr>
        <p:txBody>
          <a:bodyPr wrap="square" rtlCol="0">
            <a:spAutoFit/>
          </a:bodyPr>
          <a:lstStyle/>
          <a:p>
            <a:pPr>
              <a:lnSpc>
                <a:spcPct val="150000"/>
              </a:lnSpc>
              <a:defRPr/>
            </a:pPr>
            <a:r>
              <a:rPr lang="zh-CN" altLang="en-US" sz="1160" kern="0" dirty="0">
                <a:solidFill>
                  <a:schemeClr val="bg1"/>
                </a:solidFill>
                <a:latin typeface="Arial" pitchFamily="34" charset="0"/>
                <a:ea typeface="微软雅黑" pitchFamily="34" charset="-122"/>
              </a:rPr>
              <a:t>点击此处添加段落文本点击此处添加段落文本点击此处添加段落文本</a:t>
            </a:r>
            <a:endParaRPr lang="en-US" altLang="zh-CN" sz="1160" kern="0" dirty="0">
              <a:solidFill>
                <a:schemeClr val="bg1"/>
              </a:solidFill>
              <a:latin typeface="Arial" pitchFamily="34" charset="0"/>
              <a:ea typeface="微软雅黑" pitchFamily="34" charset="-122"/>
            </a:endParaRPr>
          </a:p>
        </p:txBody>
      </p:sp>
      <p:sp>
        <p:nvSpPr>
          <p:cNvPr id="90" name="TextBox 164"/>
          <p:cNvSpPr txBox="1"/>
          <p:nvPr/>
        </p:nvSpPr>
        <p:spPr>
          <a:xfrm>
            <a:off x="6760008" y="2551648"/>
            <a:ext cx="1613236" cy="1163395"/>
          </a:xfrm>
          <a:prstGeom prst="rect">
            <a:avLst/>
          </a:prstGeom>
          <a:noFill/>
        </p:spPr>
        <p:txBody>
          <a:bodyPr wrap="square" rtlCol="0">
            <a:spAutoFit/>
          </a:bodyPr>
          <a:lstStyle/>
          <a:p>
            <a:pPr>
              <a:lnSpc>
                <a:spcPct val="150000"/>
              </a:lnSpc>
              <a:defRPr/>
            </a:pPr>
            <a:r>
              <a:rPr lang="zh-CN" altLang="en-US" sz="1160" kern="0" dirty="0">
                <a:solidFill>
                  <a:schemeClr val="bg1"/>
                </a:solidFill>
                <a:latin typeface="Arial" pitchFamily="34" charset="0"/>
                <a:ea typeface="微软雅黑" pitchFamily="34" charset="-122"/>
              </a:rPr>
              <a:t>点击此处添加段落文本点击此处添加段落文本点击此处添加段落文本</a:t>
            </a:r>
            <a:endParaRPr lang="en-US" altLang="zh-CN" sz="1160" kern="0" dirty="0">
              <a:solidFill>
                <a:schemeClr val="bg1"/>
              </a:solidFill>
              <a:latin typeface="Arial" pitchFamily="34" charset="0"/>
              <a:ea typeface="微软雅黑" pitchFamily="34" charset="-122"/>
            </a:endParaRPr>
          </a:p>
        </p:txBody>
      </p:sp>
      <p:sp>
        <p:nvSpPr>
          <p:cNvPr id="91" name="TextBox 165"/>
          <p:cNvSpPr txBox="1"/>
          <p:nvPr/>
        </p:nvSpPr>
        <p:spPr>
          <a:xfrm>
            <a:off x="9371289" y="2551648"/>
            <a:ext cx="1613236" cy="1163395"/>
          </a:xfrm>
          <a:prstGeom prst="rect">
            <a:avLst/>
          </a:prstGeom>
          <a:noFill/>
        </p:spPr>
        <p:txBody>
          <a:bodyPr wrap="square" rtlCol="0">
            <a:spAutoFit/>
          </a:bodyPr>
          <a:lstStyle/>
          <a:p>
            <a:pPr>
              <a:lnSpc>
                <a:spcPct val="150000"/>
              </a:lnSpc>
              <a:defRPr/>
            </a:pPr>
            <a:r>
              <a:rPr lang="zh-CN" altLang="en-US" sz="1160" kern="0" dirty="0">
                <a:solidFill>
                  <a:schemeClr val="bg1"/>
                </a:solidFill>
                <a:latin typeface="Arial" pitchFamily="34" charset="0"/>
                <a:ea typeface="微软雅黑" pitchFamily="34" charset="-122"/>
              </a:rPr>
              <a:t>点击此处添加段落文本点击此处添加段落文本点击此处添加段落文本</a:t>
            </a:r>
            <a:endParaRPr lang="en-US" altLang="zh-CN" sz="1160" kern="0" dirty="0">
              <a:solidFill>
                <a:schemeClr val="bg1"/>
              </a:solidFill>
              <a:latin typeface="Arial" pitchFamily="34" charset="0"/>
              <a:ea typeface="微软雅黑" pitchFamily="34" charset="-122"/>
            </a:endParaRPr>
          </a:p>
        </p:txBody>
      </p:sp>
      <p:sp>
        <p:nvSpPr>
          <p:cNvPr id="178" name="文本框 177"/>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218304570"/>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 presetClass="entr" presetSubtype="8" accel="40000" fill="hold" nodeType="afterEffect" p14:presetBounceEnd="40000">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14:bounceEnd="40000">
                                          <p:cBhvr additive="base">
                                            <p:cTn id="17" dur="2000" fill="hold"/>
                                            <p:tgtEl>
                                              <p:spTgt spid="8"/>
                                            </p:tgtEl>
                                            <p:attrNameLst>
                                              <p:attrName>ppt_x</p:attrName>
                                            </p:attrNameLst>
                                          </p:cBhvr>
                                          <p:tavLst>
                                            <p:tav tm="0">
                                              <p:val>
                                                <p:strVal val="0-#ppt_w/2"/>
                                              </p:val>
                                            </p:tav>
                                            <p:tav tm="100000">
                                              <p:val>
                                                <p:strVal val="#ppt_x"/>
                                              </p:val>
                                            </p:tav>
                                          </p:tavLst>
                                        </p:anim>
                                        <p:anim calcmode="lin" valueType="num" p14:bounceEnd="40000">
                                          <p:cBhvr additive="base">
                                            <p:cTn id="18" dur="2000" fill="hold"/>
                                            <p:tgtEl>
                                              <p:spTgt spid="8"/>
                                            </p:tgtEl>
                                            <p:attrNameLst>
                                              <p:attrName>ppt_y</p:attrName>
                                            </p:attrNameLst>
                                          </p:cBhvr>
                                          <p:tavLst>
                                            <p:tav tm="0">
                                              <p:val>
                                                <p:strVal val="#ppt_y"/>
                                              </p:val>
                                            </p:tav>
                                            <p:tav tm="100000">
                                              <p:val>
                                                <p:strVal val="#ppt_y"/>
                                              </p:val>
                                            </p:tav>
                                          </p:tavLst>
                                        </p:anim>
                                      </p:childTnLst>
                                    </p:cTn>
                                  </p:par>
                                  <p:par>
                                    <p:cTn id="19" presetID="2" presetClass="entr" presetSubtype="8" accel="40000" fill="hold" nodeType="withEffect" p14:presetBounceEnd="40000">
                                      <p:stCondLst>
                                        <p:cond delay="250"/>
                                      </p:stCondLst>
                                      <p:childTnLst>
                                        <p:set>
                                          <p:cBhvr>
                                            <p:cTn id="20" dur="1" fill="hold">
                                              <p:stCondLst>
                                                <p:cond delay="0"/>
                                              </p:stCondLst>
                                            </p:cTn>
                                            <p:tgtEl>
                                              <p:spTgt spid="21"/>
                                            </p:tgtEl>
                                            <p:attrNameLst>
                                              <p:attrName>style.visibility</p:attrName>
                                            </p:attrNameLst>
                                          </p:cBhvr>
                                          <p:to>
                                            <p:strVal val="visible"/>
                                          </p:to>
                                        </p:set>
                                        <p:anim calcmode="lin" valueType="num" p14:bounceEnd="40000">
                                          <p:cBhvr additive="base">
                                            <p:cTn id="21" dur="2000" fill="hold"/>
                                            <p:tgtEl>
                                              <p:spTgt spid="21"/>
                                            </p:tgtEl>
                                            <p:attrNameLst>
                                              <p:attrName>ppt_x</p:attrName>
                                            </p:attrNameLst>
                                          </p:cBhvr>
                                          <p:tavLst>
                                            <p:tav tm="0">
                                              <p:val>
                                                <p:strVal val="0-#ppt_w/2"/>
                                              </p:val>
                                            </p:tav>
                                            <p:tav tm="100000">
                                              <p:val>
                                                <p:strVal val="#ppt_x"/>
                                              </p:val>
                                            </p:tav>
                                          </p:tavLst>
                                        </p:anim>
                                        <p:anim calcmode="lin" valueType="num" p14:bounceEnd="40000">
                                          <p:cBhvr additive="base">
                                            <p:cTn id="22" dur="2000" fill="hold"/>
                                            <p:tgtEl>
                                              <p:spTgt spid="21"/>
                                            </p:tgtEl>
                                            <p:attrNameLst>
                                              <p:attrName>ppt_y</p:attrName>
                                            </p:attrNameLst>
                                          </p:cBhvr>
                                          <p:tavLst>
                                            <p:tav tm="0">
                                              <p:val>
                                                <p:strVal val="#ppt_y"/>
                                              </p:val>
                                            </p:tav>
                                            <p:tav tm="100000">
                                              <p:val>
                                                <p:strVal val="#ppt_y"/>
                                              </p:val>
                                            </p:tav>
                                          </p:tavLst>
                                        </p:anim>
                                      </p:childTnLst>
                                    </p:cTn>
                                  </p:par>
                                  <p:par>
                                    <p:cTn id="23" presetID="2" presetClass="entr" presetSubtype="8" accel="40000" fill="hold" nodeType="withEffect" p14:presetBounceEnd="40000">
                                      <p:stCondLst>
                                        <p:cond delay="500"/>
                                      </p:stCondLst>
                                      <p:childTnLst>
                                        <p:set>
                                          <p:cBhvr>
                                            <p:cTn id="24" dur="1" fill="hold">
                                              <p:stCondLst>
                                                <p:cond delay="0"/>
                                              </p:stCondLst>
                                            </p:cTn>
                                            <p:tgtEl>
                                              <p:spTgt spid="34"/>
                                            </p:tgtEl>
                                            <p:attrNameLst>
                                              <p:attrName>style.visibility</p:attrName>
                                            </p:attrNameLst>
                                          </p:cBhvr>
                                          <p:to>
                                            <p:strVal val="visible"/>
                                          </p:to>
                                        </p:set>
                                        <p:anim calcmode="lin" valueType="num" p14:bounceEnd="40000">
                                          <p:cBhvr additive="base">
                                            <p:cTn id="25" dur="2000" fill="hold"/>
                                            <p:tgtEl>
                                              <p:spTgt spid="34"/>
                                            </p:tgtEl>
                                            <p:attrNameLst>
                                              <p:attrName>ppt_x</p:attrName>
                                            </p:attrNameLst>
                                          </p:cBhvr>
                                          <p:tavLst>
                                            <p:tav tm="0">
                                              <p:val>
                                                <p:strVal val="0-#ppt_w/2"/>
                                              </p:val>
                                            </p:tav>
                                            <p:tav tm="100000">
                                              <p:val>
                                                <p:strVal val="#ppt_x"/>
                                              </p:val>
                                            </p:tav>
                                          </p:tavLst>
                                        </p:anim>
                                        <p:anim calcmode="lin" valueType="num" p14:bounceEnd="40000">
                                          <p:cBhvr additive="base">
                                            <p:cTn id="26" dur="2000" fill="hold"/>
                                            <p:tgtEl>
                                              <p:spTgt spid="34"/>
                                            </p:tgtEl>
                                            <p:attrNameLst>
                                              <p:attrName>ppt_y</p:attrName>
                                            </p:attrNameLst>
                                          </p:cBhvr>
                                          <p:tavLst>
                                            <p:tav tm="0">
                                              <p:val>
                                                <p:strVal val="#ppt_y"/>
                                              </p:val>
                                            </p:tav>
                                            <p:tav tm="100000">
                                              <p:val>
                                                <p:strVal val="#ppt_y"/>
                                              </p:val>
                                            </p:tav>
                                          </p:tavLst>
                                        </p:anim>
                                      </p:childTnLst>
                                    </p:cTn>
                                  </p:par>
                                  <p:par>
                                    <p:cTn id="27" presetID="2" presetClass="entr" presetSubtype="8" accel="40000" fill="hold" nodeType="withEffect" p14:presetBounceEnd="40000">
                                      <p:stCondLst>
                                        <p:cond delay="750"/>
                                      </p:stCondLst>
                                      <p:childTnLst>
                                        <p:set>
                                          <p:cBhvr>
                                            <p:cTn id="28" dur="1" fill="hold">
                                              <p:stCondLst>
                                                <p:cond delay="0"/>
                                              </p:stCondLst>
                                            </p:cTn>
                                            <p:tgtEl>
                                              <p:spTgt spid="47"/>
                                            </p:tgtEl>
                                            <p:attrNameLst>
                                              <p:attrName>style.visibility</p:attrName>
                                            </p:attrNameLst>
                                          </p:cBhvr>
                                          <p:to>
                                            <p:strVal val="visible"/>
                                          </p:to>
                                        </p:set>
                                        <p:anim calcmode="lin" valueType="num" p14:bounceEnd="40000">
                                          <p:cBhvr additive="base">
                                            <p:cTn id="29" dur="2000" fill="hold"/>
                                            <p:tgtEl>
                                              <p:spTgt spid="47"/>
                                            </p:tgtEl>
                                            <p:attrNameLst>
                                              <p:attrName>ppt_x</p:attrName>
                                            </p:attrNameLst>
                                          </p:cBhvr>
                                          <p:tavLst>
                                            <p:tav tm="0">
                                              <p:val>
                                                <p:strVal val="0-#ppt_w/2"/>
                                              </p:val>
                                            </p:tav>
                                            <p:tav tm="100000">
                                              <p:val>
                                                <p:strVal val="#ppt_x"/>
                                              </p:val>
                                            </p:tav>
                                          </p:tavLst>
                                        </p:anim>
                                        <p:anim calcmode="lin" valueType="num" p14:bounceEnd="40000">
                                          <p:cBhvr additive="base">
                                            <p:cTn id="30" dur="2000" fill="hold"/>
                                            <p:tgtEl>
                                              <p:spTgt spid="47"/>
                                            </p:tgtEl>
                                            <p:attrNameLst>
                                              <p:attrName>ppt_y</p:attrName>
                                            </p:attrNameLst>
                                          </p:cBhvr>
                                          <p:tavLst>
                                            <p:tav tm="0">
                                              <p:val>
                                                <p:strVal val="#ppt_y"/>
                                              </p:val>
                                            </p:tav>
                                            <p:tav tm="100000">
                                              <p:val>
                                                <p:strVal val="#ppt_y"/>
                                              </p:val>
                                            </p:tav>
                                          </p:tavLst>
                                        </p:anim>
                                      </p:childTnLst>
                                    </p:cTn>
                                  </p:par>
                                </p:childTnLst>
                              </p:cTn>
                            </p:par>
                            <p:par>
                              <p:cTn id="31" fill="hold">
                                <p:stCondLst>
                                  <p:cond delay="3750"/>
                                </p:stCondLst>
                                <p:childTnLst>
                                  <p:par>
                                    <p:cTn id="32" presetID="21" presetClass="entr" presetSubtype="1"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wheel(1)">
                                          <p:cBhvr>
                                            <p:cTn id="34" dur="2000"/>
                                            <p:tgtEl>
                                              <p:spTgt spid="52"/>
                                            </p:tgtEl>
                                          </p:cBhvr>
                                        </p:animEffect>
                                      </p:childTnLst>
                                    </p:cTn>
                                  </p:par>
                                  <p:par>
                                    <p:cTn id="35" presetID="21" presetClass="entr" presetSubtype="1"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wheel(1)">
                                          <p:cBhvr>
                                            <p:cTn id="37" dur="2000"/>
                                            <p:tgtEl>
                                              <p:spTgt spid="39"/>
                                            </p:tgtEl>
                                          </p:cBhvr>
                                        </p:animEffect>
                                      </p:childTnLst>
                                    </p:cTn>
                                  </p:par>
                                  <p:par>
                                    <p:cTn id="38" presetID="21" presetClass="entr" presetSubtype="1"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heel(1)">
                                          <p:cBhvr>
                                            <p:cTn id="40" dur="2000"/>
                                            <p:tgtEl>
                                              <p:spTgt spid="26"/>
                                            </p:tgtEl>
                                          </p:cBhvr>
                                        </p:animEffect>
                                      </p:childTnLst>
                                    </p:cTn>
                                  </p:par>
                                  <p:par>
                                    <p:cTn id="41" presetID="21" presetClass="entr" presetSubtype="1"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heel(1)">
                                          <p:cBhvr>
                                            <p:cTn id="43" dur="2000"/>
                                            <p:tgtEl>
                                              <p:spTgt spid="13"/>
                                            </p:tgtEl>
                                          </p:cBhvr>
                                        </p:animEffect>
                                      </p:childTnLst>
                                    </p:cTn>
                                  </p:par>
                                </p:childTnLst>
                              </p:cTn>
                            </p:par>
                            <p:par>
                              <p:cTn id="44" fill="hold">
                                <p:stCondLst>
                                  <p:cond delay="5750"/>
                                </p:stCondLst>
                                <p:childTnLst>
                                  <p:par>
                                    <p:cTn id="45" presetID="22" presetClass="entr" presetSubtype="2"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ipe(right)">
                                          <p:cBhvr>
                                            <p:cTn id="47" dur="500"/>
                                            <p:tgtEl>
                                              <p:spTgt spid="45"/>
                                            </p:tgtEl>
                                          </p:cBhvr>
                                        </p:animEffect>
                                      </p:childTnLst>
                                    </p:cTn>
                                  </p:par>
                                  <p:par>
                                    <p:cTn id="48" presetID="22" presetClass="entr" presetSubtype="2"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right)">
                                          <p:cBhvr>
                                            <p:cTn id="50" dur="500"/>
                                            <p:tgtEl>
                                              <p:spTgt spid="32"/>
                                            </p:tgtEl>
                                          </p:cBhvr>
                                        </p:animEffect>
                                      </p:childTnLst>
                                    </p:cTn>
                                  </p:par>
                                  <p:par>
                                    <p:cTn id="51" presetID="22" presetClass="entr" presetSubtype="2" fill="hold" grpId="0" nodeType="with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wipe(right)">
                                          <p:cBhvr>
                                            <p:cTn id="53" dur="500"/>
                                            <p:tgtEl>
                                              <p:spTgt spid="19"/>
                                            </p:tgtEl>
                                          </p:cBhvr>
                                        </p:animEffect>
                                      </p:childTnLst>
                                    </p:cTn>
                                  </p:par>
                                  <p:par>
                                    <p:cTn id="54" presetID="22" presetClass="entr" presetSubtype="2" fill="hold" grpId="0" nodeType="withEffect">
                                      <p:stCondLst>
                                        <p:cond delay="0"/>
                                      </p:stCondLst>
                                      <p:childTnLst>
                                        <p:set>
                                          <p:cBhvr>
                                            <p:cTn id="55" dur="1" fill="hold">
                                              <p:stCondLst>
                                                <p:cond delay="0"/>
                                              </p:stCondLst>
                                            </p:cTn>
                                            <p:tgtEl>
                                              <p:spTgt spid="61"/>
                                            </p:tgtEl>
                                            <p:attrNameLst>
                                              <p:attrName>style.visibility</p:attrName>
                                            </p:attrNameLst>
                                          </p:cBhvr>
                                          <p:to>
                                            <p:strVal val="visible"/>
                                          </p:to>
                                        </p:set>
                                        <p:animEffect transition="in" filter="wipe(right)">
                                          <p:cBhvr>
                                            <p:cTn id="56" dur="500"/>
                                            <p:tgtEl>
                                              <p:spTgt spid="61"/>
                                            </p:tgtEl>
                                          </p:cBhvr>
                                        </p:animEffect>
                                      </p:childTnLst>
                                    </p:cTn>
                                  </p:par>
                                </p:childTnLst>
                              </p:cTn>
                            </p:par>
                            <p:par>
                              <p:cTn id="57" fill="hold">
                                <p:stCondLst>
                                  <p:cond delay="6250"/>
                                </p:stCondLst>
                                <p:childTnLst>
                                  <p:par>
                                    <p:cTn id="58" presetID="42" presetClass="entr" presetSubtype="0" fill="hold" nodeType="after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fade">
                                          <p:cBhvr>
                                            <p:cTn id="60" dur="500"/>
                                            <p:tgtEl>
                                              <p:spTgt spid="58"/>
                                            </p:tgtEl>
                                          </p:cBhvr>
                                        </p:animEffect>
                                        <p:anim calcmode="lin" valueType="num">
                                          <p:cBhvr>
                                            <p:cTn id="61" dur="500" fill="hold"/>
                                            <p:tgtEl>
                                              <p:spTgt spid="58"/>
                                            </p:tgtEl>
                                            <p:attrNameLst>
                                              <p:attrName>ppt_x</p:attrName>
                                            </p:attrNameLst>
                                          </p:cBhvr>
                                          <p:tavLst>
                                            <p:tav tm="0">
                                              <p:val>
                                                <p:strVal val="#ppt_x"/>
                                              </p:val>
                                            </p:tav>
                                            <p:tav tm="100000">
                                              <p:val>
                                                <p:strVal val="#ppt_x"/>
                                              </p:val>
                                            </p:tav>
                                          </p:tavLst>
                                        </p:anim>
                                        <p:anim calcmode="lin" valueType="num">
                                          <p:cBhvr>
                                            <p:cTn id="62" dur="500" fill="hold"/>
                                            <p:tgtEl>
                                              <p:spTgt spid="58"/>
                                            </p:tgtEl>
                                            <p:attrNameLst>
                                              <p:attrName>ppt_y</p:attrName>
                                            </p:attrNameLst>
                                          </p:cBhvr>
                                          <p:tavLst>
                                            <p:tav tm="0">
                                              <p:val>
                                                <p:strVal val="#ppt_y+.1"/>
                                              </p:val>
                                            </p:tav>
                                            <p:tav tm="100000">
                                              <p:val>
                                                <p:strVal val="#ppt_y"/>
                                              </p:val>
                                            </p:tav>
                                          </p:tavLst>
                                        </p:anim>
                                      </p:childTnLst>
                                    </p:cTn>
                                  </p:par>
                                  <p:par>
                                    <p:cTn id="63" presetID="42" presetClass="entr" presetSubtype="0" fill="hold"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anim calcmode="lin" valueType="num">
                                          <p:cBhvr>
                                            <p:cTn id="66" dur="500" fill="hold"/>
                                            <p:tgtEl>
                                              <p:spTgt spid="63"/>
                                            </p:tgtEl>
                                            <p:attrNameLst>
                                              <p:attrName>ppt_x</p:attrName>
                                            </p:attrNameLst>
                                          </p:cBhvr>
                                          <p:tavLst>
                                            <p:tav tm="0">
                                              <p:val>
                                                <p:strVal val="#ppt_x"/>
                                              </p:val>
                                            </p:tav>
                                            <p:tav tm="100000">
                                              <p:val>
                                                <p:strVal val="#ppt_x"/>
                                              </p:val>
                                            </p:tav>
                                          </p:tavLst>
                                        </p:anim>
                                        <p:anim calcmode="lin" valueType="num">
                                          <p:cBhvr>
                                            <p:cTn id="67" dur="500" fill="hold"/>
                                            <p:tgtEl>
                                              <p:spTgt spid="63"/>
                                            </p:tgtEl>
                                            <p:attrNameLst>
                                              <p:attrName>ppt_y</p:attrName>
                                            </p:attrNameLst>
                                          </p:cBhvr>
                                          <p:tavLst>
                                            <p:tav tm="0">
                                              <p:val>
                                                <p:strVal val="#ppt_y+.1"/>
                                              </p:val>
                                            </p:tav>
                                            <p:tav tm="100000">
                                              <p:val>
                                                <p:strVal val="#ppt_y"/>
                                              </p:val>
                                            </p:tav>
                                          </p:tavLst>
                                        </p:anim>
                                      </p:childTnLst>
                                    </p:cTn>
                                  </p:par>
                                  <p:par>
                                    <p:cTn id="68" presetID="42" presetClass="entr" presetSubtype="0" fill="hold" nodeType="withEffect">
                                      <p:stCondLst>
                                        <p:cond delay="0"/>
                                      </p:stCondLst>
                                      <p:childTnLst>
                                        <p:set>
                                          <p:cBhvr>
                                            <p:cTn id="69" dur="1" fill="hold">
                                              <p:stCondLst>
                                                <p:cond delay="0"/>
                                              </p:stCondLst>
                                            </p:cTn>
                                            <p:tgtEl>
                                              <p:spTgt spid="66"/>
                                            </p:tgtEl>
                                            <p:attrNameLst>
                                              <p:attrName>style.visibility</p:attrName>
                                            </p:attrNameLst>
                                          </p:cBhvr>
                                          <p:to>
                                            <p:strVal val="visible"/>
                                          </p:to>
                                        </p:set>
                                        <p:animEffect transition="in" filter="fade">
                                          <p:cBhvr>
                                            <p:cTn id="70" dur="500"/>
                                            <p:tgtEl>
                                              <p:spTgt spid="66"/>
                                            </p:tgtEl>
                                          </p:cBhvr>
                                        </p:animEffect>
                                        <p:anim calcmode="lin" valueType="num">
                                          <p:cBhvr>
                                            <p:cTn id="71" dur="500" fill="hold"/>
                                            <p:tgtEl>
                                              <p:spTgt spid="66"/>
                                            </p:tgtEl>
                                            <p:attrNameLst>
                                              <p:attrName>ppt_x</p:attrName>
                                            </p:attrNameLst>
                                          </p:cBhvr>
                                          <p:tavLst>
                                            <p:tav tm="0">
                                              <p:val>
                                                <p:strVal val="#ppt_x"/>
                                              </p:val>
                                            </p:tav>
                                            <p:tav tm="100000">
                                              <p:val>
                                                <p:strVal val="#ppt_x"/>
                                              </p:val>
                                            </p:tav>
                                          </p:tavLst>
                                        </p:anim>
                                        <p:anim calcmode="lin" valueType="num">
                                          <p:cBhvr>
                                            <p:cTn id="72" dur="500" fill="hold"/>
                                            <p:tgtEl>
                                              <p:spTgt spid="66"/>
                                            </p:tgtEl>
                                            <p:attrNameLst>
                                              <p:attrName>ppt_y</p:attrName>
                                            </p:attrNameLst>
                                          </p:cBhvr>
                                          <p:tavLst>
                                            <p:tav tm="0">
                                              <p:val>
                                                <p:strVal val="#ppt_y+.1"/>
                                              </p:val>
                                            </p:tav>
                                            <p:tav tm="100000">
                                              <p:val>
                                                <p:strVal val="#ppt_y"/>
                                              </p:val>
                                            </p:tav>
                                          </p:tavLst>
                                        </p:anim>
                                      </p:childTnLst>
                                    </p:cTn>
                                  </p:par>
                                  <p:par>
                                    <p:cTn id="73" presetID="42" presetClass="entr" presetSubtype="0" fill="hold" nodeType="withEffect">
                                      <p:stCondLst>
                                        <p:cond delay="0"/>
                                      </p:stCondLst>
                                      <p:childTnLst>
                                        <p:set>
                                          <p:cBhvr>
                                            <p:cTn id="74" dur="1" fill="hold">
                                              <p:stCondLst>
                                                <p:cond delay="0"/>
                                              </p:stCondLst>
                                            </p:cTn>
                                            <p:tgtEl>
                                              <p:spTgt spid="72"/>
                                            </p:tgtEl>
                                            <p:attrNameLst>
                                              <p:attrName>style.visibility</p:attrName>
                                            </p:attrNameLst>
                                          </p:cBhvr>
                                          <p:to>
                                            <p:strVal val="visible"/>
                                          </p:to>
                                        </p:set>
                                        <p:animEffect transition="in" filter="fade">
                                          <p:cBhvr>
                                            <p:cTn id="75" dur="500"/>
                                            <p:tgtEl>
                                              <p:spTgt spid="72"/>
                                            </p:tgtEl>
                                          </p:cBhvr>
                                        </p:animEffect>
                                        <p:anim calcmode="lin" valueType="num">
                                          <p:cBhvr>
                                            <p:cTn id="76" dur="500" fill="hold"/>
                                            <p:tgtEl>
                                              <p:spTgt spid="72"/>
                                            </p:tgtEl>
                                            <p:attrNameLst>
                                              <p:attrName>ppt_x</p:attrName>
                                            </p:attrNameLst>
                                          </p:cBhvr>
                                          <p:tavLst>
                                            <p:tav tm="0">
                                              <p:val>
                                                <p:strVal val="#ppt_x"/>
                                              </p:val>
                                            </p:tav>
                                            <p:tav tm="100000">
                                              <p:val>
                                                <p:strVal val="#ppt_x"/>
                                              </p:val>
                                            </p:tav>
                                          </p:tavLst>
                                        </p:anim>
                                        <p:anim calcmode="lin" valueType="num">
                                          <p:cBhvr>
                                            <p:cTn id="77" dur="500" fill="hold"/>
                                            <p:tgtEl>
                                              <p:spTgt spid="72"/>
                                            </p:tgtEl>
                                            <p:attrNameLst>
                                              <p:attrName>ppt_y</p:attrName>
                                            </p:attrNameLst>
                                          </p:cBhvr>
                                          <p:tavLst>
                                            <p:tav tm="0">
                                              <p:val>
                                                <p:strVal val="#ppt_y+.1"/>
                                              </p:val>
                                            </p:tav>
                                            <p:tav tm="100000">
                                              <p:val>
                                                <p:strVal val="#ppt_y"/>
                                              </p:val>
                                            </p:tav>
                                          </p:tavLst>
                                        </p:anim>
                                      </p:childTnLst>
                                    </p:cTn>
                                  </p:par>
                                </p:childTnLst>
                              </p:cTn>
                            </p:par>
                            <p:par>
                              <p:cTn id="78" fill="hold">
                                <p:stCondLst>
                                  <p:cond delay="6750"/>
                                </p:stCondLst>
                                <p:childTnLst>
                                  <p:par>
                                    <p:cTn id="79" presetID="14" presetClass="entr" presetSubtype="10" fill="hold" grpId="0" nodeType="after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randombar(horizontal)">
                                          <p:cBhvr>
                                            <p:cTn id="81" dur="500"/>
                                            <p:tgtEl>
                                              <p:spTgt spid="20"/>
                                            </p:tgtEl>
                                          </p:cBhvr>
                                        </p:animEffect>
                                      </p:childTnLst>
                                    </p:cTn>
                                  </p:par>
                                  <p:par>
                                    <p:cTn id="82" presetID="14" presetClass="entr" presetSubtype="10" fill="hold" grpId="0"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randombar(horizontal)">
                                          <p:cBhvr>
                                            <p:cTn id="84" dur="500"/>
                                            <p:tgtEl>
                                              <p:spTgt spid="33"/>
                                            </p:tgtEl>
                                          </p:cBhvr>
                                        </p:animEffect>
                                      </p:childTnLst>
                                    </p:cTn>
                                  </p:par>
                                  <p:par>
                                    <p:cTn id="85" presetID="14" presetClass="entr" presetSubtype="10"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Effect transition="in" filter="randombar(horizontal)">
                                          <p:cBhvr>
                                            <p:cTn id="87" dur="500"/>
                                            <p:tgtEl>
                                              <p:spTgt spid="46"/>
                                            </p:tgtEl>
                                          </p:cBhvr>
                                        </p:animEffect>
                                      </p:childTnLst>
                                    </p:cTn>
                                  </p:par>
                                  <p:par>
                                    <p:cTn id="88" presetID="14" presetClass="entr" presetSubtype="10" fill="hold" grpId="0" nodeType="withEffect">
                                      <p:stCondLst>
                                        <p:cond delay="0"/>
                                      </p:stCondLst>
                                      <p:childTnLst>
                                        <p:set>
                                          <p:cBhvr>
                                            <p:cTn id="89" dur="1" fill="hold">
                                              <p:stCondLst>
                                                <p:cond delay="0"/>
                                              </p:stCondLst>
                                            </p:cTn>
                                            <p:tgtEl>
                                              <p:spTgt spid="62"/>
                                            </p:tgtEl>
                                            <p:attrNameLst>
                                              <p:attrName>style.visibility</p:attrName>
                                            </p:attrNameLst>
                                          </p:cBhvr>
                                          <p:to>
                                            <p:strVal val="visible"/>
                                          </p:to>
                                        </p:set>
                                        <p:animEffect transition="in" filter="randombar(horizontal)">
                                          <p:cBhvr>
                                            <p:cTn id="90" dur="500"/>
                                            <p:tgtEl>
                                              <p:spTgt spid="62"/>
                                            </p:tgtEl>
                                          </p:cBhvr>
                                        </p:animEffect>
                                      </p:childTnLst>
                                    </p:cTn>
                                  </p:par>
                                  <p:par>
                                    <p:cTn id="91" presetID="14" presetClass="entr" presetSubtype="10" fill="hold" grpId="0" nodeType="withEffect">
                                      <p:stCondLst>
                                        <p:cond delay="0"/>
                                      </p:stCondLst>
                                      <p:childTnLst>
                                        <p:set>
                                          <p:cBhvr>
                                            <p:cTn id="92" dur="1" fill="hold">
                                              <p:stCondLst>
                                                <p:cond delay="0"/>
                                              </p:stCondLst>
                                            </p:cTn>
                                            <p:tgtEl>
                                              <p:spTgt spid="88"/>
                                            </p:tgtEl>
                                            <p:attrNameLst>
                                              <p:attrName>style.visibility</p:attrName>
                                            </p:attrNameLst>
                                          </p:cBhvr>
                                          <p:to>
                                            <p:strVal val="visible"/>
                                          </p:to>
                                        </p:set>
                                        <p:animEffect transition="in" filter="randombar(horizontal)">
                                          <p:cBhvr>
                                            <p:cTn id="93" dur="500"/>
                                            <p:tgtEl>
                                              <p:spTgt spid="88"/>
                                            </p:tgtEl>
                                          </p:cBhvr>
                                        </p:animEffect>
                                      </p:childTnLst>
                                    </p:cTn>
                                  </p:par>
                                  <p:par>
                                    <p:cTn id="94" presetID="14" presetClass="entr" presetSubtype="10" fill="hold" grpId="0" nodeType="withEffect">
                                      <p:stCondLst>
                                        <p:cond delay="0"/>
                                      </p:stCondLst>
                                      <p:childTnLst>
                                        <p:set>
                                          <p:cBhvr>
                                            <p:cTn id="95" dur="1" fill="hold">
                                              <p:stCondLst>
                                                <p:cond delay="0"/>
                                              </p:stCondLst>
                                            </p:cTn>
                                            <p:tgtEl>
                                              <p:spTgt spid="89"/>
                                            </p:tgtEl>
                                            <p:attrNameLst>
                                              <p:attrName>style.visibility</p:attrName>
                                            </p:attrNameLst>
                                          </p:cBhvr>
                                          <p:to>
                                            <p:strVal val="visible"/>
                                          </p:to>
                                        </p:set>
                                        <p:animEffect transition="in" filter="randombar(horizontal)">
                                          <p:cBhvr>
                                            <p:cTn id="96" dur="500"/>
                                            <p:tgtEl>
                                              <p:spTgt spid="89"/>
                                            </p:tgtEl>
                                          </p:cBhvr>
                                        </p:animEffect>
                                      </p:childTnLst>
                                    </p:cTn>
                                  </p:par>
                                  <p:par>
                                    <p:cTn id="97" presetID="14" presetClass="entr" presetSubtype="10" fill="hold" grpId="0" nodeType="withEffect">
                                      <p:stCondLst>
                                        <p:cond delay="0"/>
                                      </p:stCondLst>
                                      <p:childTnLst>
                                        <p:set>
                                          <p:cBhvr>
                                            <p:cTn id="98" dur="1" fill="hold">
                                              <p:stCondLst>
                                                <p:cond delay="0"/>
                                              </p:stCondLst>
                                            </p:cTn>
                                            <p:tgtEl>
                                              <p:spTgt spid="90"/>
                                            </p:tgtEl>
                                            <p:attrNameLst>
                                              <p:attrName>style.visibility</p:attrName>
                                            </p:attrNameLst>
                                          </p:cBhvr>
                                          <p:to>
                                            <p:strVal val="visible"/>
                                          </p:to>
                                        </p:set>
                                        <p:animEffect transition="in" filter="randombar(horizontal)">
                                          <p:cBhvr>
                                            <p:cTn id="99" dur="500"/>
                                            <p:tgtEl>
                                              <p:spTgt spid="90"/>
                                            </p:tgtEl>
                                          </p:cBhvr>
                                        </p:animEffect>
                                      </p:childTnLst>
                                    </p:cTn>
                                  </p:par>
                                  <p:par>
                                    <p:cTn id="100" presetID="14" presetClass="entr" presetSubtype="10" fill="hold" grpId="0" nodeType="withEffect">
                                      <p:stCondLst>
                                        <p:cond delay="0"/>
                                      </p:stCondLst>
                                      <p:childTnLst>
                                        <p:set>
                                          <p:cBhvr>
                                            <p:cTn id="101" dur="1" fill="hold">
                                              <p:stCondLst>
                                                <p:cond delay="0"/>
                                              </p:stCondLst>
                                            </p:cTn>
                                            <p:tgtEl>
                                              <p:spTgt spid="91"/>
                                            </p:tgtEl>
                                            <p:attrNameLst>
                                              <p:attrName>style.visibility</p:attrName>
                                            </p:attrNameLst>
                                          </p:cBhvr>
                                          <p:to>
                                            <p:strVal val="visible"/>
                                          </p:to>
                                        </p:set>
                                        <p:animEffect transition="in" filter="randombar(horizontal)">
                                          <p:cBhvr>
                                            <p:cTn id="102" dur="500"/>
                                            <p:tgtEl>
                                              <p:spTgt spid="91"/>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4" fill="hold" grpId="0" nodeType="clickEffect">
                                      <p:stCondLst>
                                        <p:cond delay="0"/>
                                      </p:stCondLst>
                                      <p:childTnLst>
                                        <p:set>
                                          <p:cBhvr>
                                            <p:cTn id="106" dur="1" fill="hold">
                                              <p:stCondLst>
                                                <p:cond delay="0"/>
                                              </p:stCondLst>
                                            </p:cTn>
                                            <p:tgtEl>
                                              <p:spTgt spid="178"/>
                                            </p:tgtEl>
                                            <p:attrNameLst>
                                              <p:attrName>style.visibility</p:attrName>
                                            </p:attrNameLst>
                                          </p:cBhvr>
                                          <p:to>
                                            <p:strVal val="visible"/>
                                          </p:to>
                                        </p:set>
                                        <p:animEffect transition="in" filter="wipe(down)">
                                          <p:cBhvr>
                                            <p:cTn id="10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9" grpId="0"/>
          <p:bldP spid="20" grpId="0"/>
          <p:bldP spid="32" grpId="0"/>
          <p:bldP spid="33" grpId="0"/>
          <p:bldP spid="45" grpId="0"/>
          <p:bldP spid="46" grpId="0"/>
          <p:bldP spid="61" grpId="0"/>
          <p:bldP spid="62" grpId="0"/>
          <p:bldP spid="88" grpId="0"/>
          <p:bldP spid="89" grpId="0"/>
          <p:bldP spid="90" grpId="0"/>
          <p:bldP spid="91" grpId="0"/>
          <p:bldP spid="17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 presetClass="entr" presetSubtype="8" accel="4000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2000" fill="hold"/>
                                            <p:tgtEl>
                                              <p:spTgt spid="8"/>
                                            </p:tgtEl>
                                            <p:attrNameLst>
                                              <p:attrName>ppt_x</p:attrName>
                                            </p:attrNameLst>
                                          </p:cBhvr>
                                          <p:tavLst>
                                            <p:tav tm="0">
                                              <p:val>
                                                <p:strVal val="0-#ppt_w/2"/>
                                              </p:val>
                                            </p:tav>
                                            <p:tav tm="100000">
                                              <p:val>
                                                <p:strVal val="#ppt_x"/>
                                              </p:val>
                                            </p:tav>
                                          </p:tavLst>
                                        </p:anim>
                                        <p:anim calcmode="lin" valueType="num">
                                          <p:cBhvr additive="base">
                                            <p:cTn id="18" dur="2000" fill="hold"/>
                                            <p:tgtEl>
                                              <p:spTgt spid="8"/>
                                            </p:tgtEl>
                                            <p:attrNameLst>
                                              <p:attrName>ppt_y</p:attrName>
                                            </p:attrNameLst>
                                          </p:cBhvr>
                                          <p:tavLst>
                                            <p:tav tm="0">
                                              <p:val>
                                                <p:strVal val="#ppt_y"/>
                                              </p:val>
                                            </p:tav>
                                            <p:tav tm="100000">
                                              <p:val>
                                                <p:strVal val="#ppt_y"/>
                                              </p:val>
                                            </p:tav>
                                          </p:tavLst>
                                        </p:anim>
                                      </p:childTnLst>
                                    </p:cTn>
                                  </p:par>
                                  <p:par>
                                    <p:cTn id="19" presetID="2" presetClass="entr" presetSubtype="8" accel="40000" fill="hold" nodeType="withEffect">
                                      <p:stCondLst>
                                        <p:cond delay="250"/>
                                      </p:stCondLst>
                                      <p:childTnLst>
                                        <p:set>
                                          <p:cBhvr>
                                            <p:cTn id="20" dur="1" fill="hold">
                                              <p:stCondLst>
                                                <p:cond delay="0"/>
                                              </p:stCondLst>
                                            </p:cTn>
                                            <p:tgtEl>
                                              <p:spTgt spid="21"/>
                                            </p:tgtEl>
                                            <p:attrNameLst>
                                              <p:attrName>style.visibility</p:attrName>
                                            </p:attrNameLst>
                                          </p:cBhvr>
                                          <p:to>
                                            <p:strVal val="visible"/>
                                          </p:to>
                                        </p:set>
                                        <p:anim calcmode="lin" valueType="num">
                                          <p:cBhvr additive="base">
                                            <p:cTn id="21" dur="2000" fill="hold"/>
                                            <p:tgtEl>
                                              <p:spTgt spid="21"/>
                                            </p:tgtEl>
                                            <p:attrNameLst>
                                              <p:attrName>ppt_x</p:attrName>
                                            </p:attrNameLst>
                                          </p:cBhvr>
                                          <p:tavLst>
                                            <p:tav tm="0">
                                              <p:val>
                                                <p:strVal val="0-#ppt_w/2"/>
                                              </p:val>
                                            </p:tav>
                                            <p:tav tm="100000">
                                              <p:val>
                                                <p:strVal val="#ppt_x"/>
                                              </p:val>
                                            </p:tav>
                                          </p:tavLst>
                                        </p:anim>
                                        <p:anim calcmode="lin" valueType="num">
                                          <p:cBhvr additive="base">
                                            <p:cTn id="22" dur="2000" fill="hold"/>
                                            <p:tgtEl>
                                              <p:spTgt spid="21"/>
                                            </p:tgtEl>
                                            <p:attrNameLst>
                                              <p:attrName>ppt_y</p:attrName>
                                            </p:attrNameLst>
                                          </p:cBhvr>
                                          <p:tavLst>
                                            <p:tav tm="0">
                                              <p:val>
                                                <p:strVal val="#ppt_y"/>
                                              </p:val>
                                            </p:tav>
                                            <p:tav tm="100000">
                                              <p:val>
                                                <p:strVal val="#ppt_y"/>
                                              </p:val>
                                            </p:tav>
                                          </p:tavLst>
                                        </p:anim>
                                      </p:childTnLst>
                                    </p:cTn>
                                  </p:par>
                                  <p:par>
                                    <p:cTn id="23" presetID="2" presetClass="entr" presetSubtype="8" accel="40000" fill="hold" nodeType="withEffect">
                                      <p:stCondLst>
                                        <p:cond delay="50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2000" fill="hold"/>
                                            <p:tgtEl>
                                              <p:spTgt spid="34"/>
                                            </p:tgtEl>
                                            <p:attrNameLst>
                                              <p:attrName>ppt_x</p:attrName>
                                            </p:attrNameLst>
                                          </p:cBhvr>
                                          <p:tavLst>
                                            <p:tav tm="0">
                                              <p:val>
                                                <p:strVal val="0-#ppt_w/2"/>
                                              </p:val>
                                            </p:tav>
                                            <p:tav tm="100000">
                                              <p:val>
                                                <p:strVal val="#ppt_x"/>
                                              </p:val>
                                            </p:tav>
                                          </p:tavLst>
                                        </p:anim>
                                        <p:anim calcmode="lin" valueType="num">
                                          <p:cBhvr additive="base">
                                            <p:cTn id="26" dur="2000" fill="hold"/>
                                            <p:tgtEl>
                                              <p:spTgt spid="34"/>
                                            </p:tgtEl>
                                            <p:attrNameLst>
                                              <p:attrName>ppt_y</p:attrName>
                                            </p:attrNameLst>
                                          </p:cBhvr>
                                          <p:tavLst>
                                            <p:tav tm="0">
                                              <p:val>
                                                <p:strVal val="#ppt_y"/>
                                              </p:val>
                                            </p:tav>
                                            <p:tav tm="100000">
                                              <p:val>
                                                <p:strVal val="#ppt_y"/>
                                              </p:val>
                                            </p:tav>
                                          </p:tavLst>
                                        </p:anim>
                                      </p:childTnLst>
                                    </p:cTn>
                                  </p:par>
                                  <p:par>
                                    <p:cTn id="27" presetID="2" presetClass="entr" presetSubtype="8" accel="40000" fill="hold" nodeType="withEffect">
                                      <p:stCondLst>
                                        <p:cond delay="75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2000" fill="hold"/>
                                            <p:tgtEl>
                                              <p:spTgt spid="47"/>
                                            </p:tgtEl>
                                            <p:attrNameLst>
                                              <p:attrName>ppt_x</p:attrName>
                                            </p:attrNameLst>
                                          </p:cBhvr>
                                          <p:tavLst>
                                            <p:tav tm="0">
                                              <p:val>
                                                <p:strVal val="0-#ppt_w/2"/>
                                              </p:val>
                                            </p:tav>
                                            <p:tav tm="100000">
                                              <p:val>
                                                <p:strVal val="#ppt_x"/>
                                              </p:val>
                                            </p:tav>
                                          </p:tavLst>
                                        </p:anim>
                                        <p:anim calcmode="lin" valueType="num">
                                          <p:cBhvr additive="base">
                                            <p:cTn id="30" dur="2000" fill="hold"/>
                                            <p:tgtEl>
                                              <p:spTgt spid="47"/>
                                            </p:tgtEl>
                                            <p:attrNameLst>
                                              <p:attrName>ppt_y</p:attrName>
                                            </p:attrNameLst>
                                          </p:cBhvr>
                                          <p:tavLst>
                                            <p:tav tm="0">
                                              <p:val>
                                                <p:strVal val="#ppt_y"/>
                                              </p:val>
                                            </p:tav>
                                            <p:tav tm="100000">
                                              <p:val>
                                                <p:strVal val="#ppt_y"/>
                                              </p:val>
                                            </p:tav>
                                          </p:tavLst>
                                        </p:anim>
                                      </p:childTnLst>
                                    </p:cTn>
                                  </p:par>
                                </p:childTnLst>
                              </p:cTn>
                            </p:par>
                            <p:par>
                              <p:cTn id="31" fill="hold">
                                <p:stCondLst>
                                  <p:cond delay="3750"/>
                                </p:stCondLst>
                                <p:childTnLst>
                                  <p:par>
                                    <p:cTn id="32" presetID="21" presetClass="entr" presetSubtype="1"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wheel(1)">
                                          <p:cBhvr>
                                            <p:cTn id="34" dur="2000"/>
                                            <p:tgtEl>
                                              <p:spTgt spid="52"/>
                                            </p:tgtEl>
                                          </p:cBhvr>
                                        </p:animEffect>
                                      </p:childTnLst>
                                    </p:cTn>
                                  </p:par>
                                  <p:par>
                                    <p:cTn id="35" presetID="21" presetClass="entr" presetSubtype="1"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wheel(1)">
                                          <p:cBhvr>
                                            <p:cTn id="37" dur="2000"/>
                                            <p:tgtEl>
                                              <p:spTgt spid="39"/>
                                            </p:tgtEl>
                                          </p:cBhvr>
                                        </p:animEffect>
                                      </p:childTnLst>
                                    </p:cTn>
                                  </p:par>
                                  <p:par>
                                    <p:cTn id="38" presetID="21" presetClass="entr" presetSubtype="1"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heel(1)">
                                          <p:cBhvr>
                                            <p:cTn id="40" dur="2000"/>
                                            <p:tgtEl>
                                              <p:spTgt spid="26"/>
                                            </p:tgtEl>
                                          </p:cBhvr>
                                        </p:animEffect>
                                      </p:childTnLst>
                                    </p:cTn>
                                  </p:par>
                                  <p:par>
                                    <p:cTn id="41" presetID="21" presetClass="entr" presetSubtype="1"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heel(1)">
                                          <p:cBhvr>
                                            <p:cTn id="43" dur="2000"/>
                                            <p:tgtEl>
                                              <p:spTgt spid="13"/>
                                            </p:tgtEl>
                                          </p:cBhvr>
                                        </p:animEffect>
                                      </p:childTnLst>
                                    </p:cTn>
                                  </p:par>
                                </p:childTnLst>
                              </p:cTn>
                            </p:par>
                            <p:par>
                              <p:cTn id="44" fill="hold">
                                <p:stCondLst>
                                  <p:cond delay="5750"/>
                                </p:stCondLst>
                                <p:childTnLst>
                                  <p:par>
                                    <p:cTn id="45" presetID="22" presetClass="entr" presetSubtype="2"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ipe(right)">
                                          <p:cBhvr>
                                            <p:cTn id="47" dur="500"/>
                                            <p:tgtEl>
                                              <p:spTgt spid="45"/>
                                            </p:tgtEl>
                                          </p:cBhvr>
                                        </p:animEffect>
                                      </p:childTnLst>
                                    </p:cTn>
                                  </p:par>
                                  <p:par>
                                    <p:cTn id="48" presetID="22" presetClass="entr" presetSubtype="2"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right)">
                                          <p:cBhvr>
                                            <p:cTn id="50" dur="500"/>
                                            <p:tgtEl>
                                              <p:spTgt spid="32"/>
                                            </p:tgtEl>
                                          </p:cBhvr>
                                        </p:animEffect>
                                      </p:childTnLst>
                                    </p:cTn>
                                  </p:par>
                                  <p:par>
                                    <p:cTn id="51" presetID="22" presetClass="entr" presetSubtype="2" fill="hold" grpId="0" nodeType="with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wipe(right)">
                                          <p:cBhvr>
                                            <p:cTn id="53" dur="500"/>
                                            <p:tgtEl>
                                              <p:spTgt spid="19"/>
                                            </p:tgtEl>
                                          </p:cBhvr>
                                        </p:animEffect>
                                      </p:childTnLst>
                                    </p:cTn>
                                  </p:par>
                                  <p:par>
                                    <p:cTn id="54" presetID="22" presetClass="entr" presetSubtype="2" fill="hold" grpId="0" nodeType="withEffect">
                                      <p:stCondLst>
                                        <p:cond delay="0"/>
                                      </p:stCondLst>
                                      <p:childTnLst>
                                        <p:set>
                                          <p:cBhvr>
                                            <p:cTn id="55" dur="1" fill="hold">
                                              <p:stCondLst>
                                                <p:cond delay="0"/>
                                              </p:stCondLst>
                                            </p:cTn>
                                            <p:tgtEl>
                                              <p:spTgt spid="61"/>
                                            </p:tgtEl>
                                            <p:attrNameLst>
                                              <p:attrName>style.visibility</p:attrName>
                                            </p:attrNameLst>
                                          </p:cBhvr>
                                          <p:to>
                                            <p:strVal val="visible"/>
                                          </p:to>
                                        </p:set>
                                        <p:animEffect transition="in" filter="wipe(right)">
                                          <p:cBhvr>
                                            <p:cTn id="56" dur="500"/>
                                            <p:tgtEl>
                                              <p:spTgt spid="61"/>
                                            </p:tgtEl>
                                          </p:cBhvr>
                                        </p:animEffect>
                                      </p:childTnLst>
                                    </p:cTn>
                                  </p:par>
                                </p:childTnLst>
                              </p:cTn>
                            </p:par>
                            <p:par>
                              <p:cTn id="57" fill="hold">
                                <p:stCondLst>
                                  <p:cond delay="6250"/>
                                </p:stCondLst>
                                <p:childTnLst>
                                  <p:par>
                                    <p:cTn id="58" presetID="42" presetClass="entr" presetSubtype="0" fill="hold" nodeType="after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fade">
                                          <p:cBhvr>
                                            <p:cTn id="60" dur="500"/>
                                            <p:tgtEl>
                                              <p:spTgt spid="58"/>
                                            </p:tgtEl>
                                          </p:cBhvr>
                                        </p:animEffect>
                                        <p:anim calcmode="lin" valueType="num">
                                          <p:cBhvr>
                                            <p:cTn id="61" dur="500" fill="hold"/>
                                            <p:tgtEl>
                                              <p:spTgt spid="58"/>
                                            </p:tgtEl>
                                            <p:attrNameLst>
                                              <p:attrName>ppt_x</p:attrName>
                                            </p:attrNameLst>
                                          </p:cBhvr>
                                          <p:tavLst>
                                            <p:tav tm="0">
                                              <p:val>
                                                <p:strVal val="#ppt_x"/>
                                              </p:val>
                                            </p:tav>
                                            <p:tav tm="100000">
                                              <p:val>
                                                <p:strVal val="#ppt_x"/>
                                              </p:val>
                                            </p:tav>
                                          </p:tavLst>
                                        </p:anim>
                                        <p:anim calcmode="lin" valueType="num">
                                          <p:cBhvr>
                                            <p:cTn id="62" dur="500" fill="hold"/>
                                            <p:tgtEl>
                                              <p:spTgt spid="58"/>
                                            </p:tgtEl>
                                            <p:attrNameLst>
                                              <p:attrName>ppt_y</p:attrName>
                                            </p:attrNameLst>
                                          </p:cBhvr>
                                          <p:tavLst>
                                            <p:tav tm="0">
                                              <p:val>
                                                <p:strVal val="#ppt_y+.1"/>
                                              </p:val>
                                            </p:tav>
                                            <p:tav tm="100000">
                                              <p:val>
                                                <p:strVal val="#ppt_y"/>
                                              </p:val>
                                            </p:tav>
                                          </p:tavLst>
                                        </p:anim>
                                      </p:childTnLst>
                                    </p:cTn>
                                  </p:par>
                                  <p:par>
                                    <p:cTn id="63" presetID="42" presetClass="entr" presetSubtype="0" fill="hold"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anim calcmode="lin" valueType="num">
                                          <p:cBhvr>
                                            <p:cTn id="66" dur="500" fill="hold"/>
                                            <p:tgtEl>
                                              <p:spTgt spid="63"/>
                                            </p:tgtEl>
                                            <p:attrNameLst>
                                              <p:attrName>ppt_x</p:attrName>
                                            </p:attrNameLst>
                                          </p:cBhvr>
                                          <p:tavLst>
                                            <p:tav tm="0">
                                              <p:val>
                                                <p:strVal val="#ppt_x"/>
                                              </p:val>
                                            </p:tav>
                                            <p:tav tm="100000">
                                              <p:val>
                                                <p:strVal val="#ppt_x"/>
                                              </p:val>
                                            </p:tav>
                                          </p:tavLst>
                                        </p:anim>
                                        <p:anim calcmode="lin" valueType="num">
                                          <p:cBhvr>
                                            <p:cTn id="67" dur="500" fill="hold"/>
                                            <p:tgtEl>
                                              <p:spTgt spid="63"/>
                                            </p:tgtEl>
                                            <p:attrNameLst>
                                              <p:attrName>ppt_y</p:attrName>
                                            </p:attrNameLst>
                                          </p:cBhvr>
                                          <p:tavLst>
                                            <p:tav tm="0">
                                              <p:val>
                                                <p:strVal val="#ppt_y+.1"/>
                                              </p:val>
                                            </p:tav>
                                            <p:tav tm="100000">
                                              <p:val>
                                                <p:strVal val="#ppt_y"/>
                                              </p:val>
                                            </p:tav>
                                          </p:tavLst>
                                        </p:anim>
                                      </p:childTnLst>
                                    </p:cTn>
                                  </p:par>
                                  <p:par>
                                    <p:cTn id="68" presetID="42" presetClass="entr" presetSubtype="0" fill="hold" nodeType="withEffect">
                                      <p:stCondLst>
                                        <p:cond delay="0"/>
                                      </p:stCondLst>
                                      <p:childTnLst>
                                        <p:set>
                                          <p:cBhvr>
                                            <p:cTn id="69" dur="1" fill="hold">
                                              <p:stCondLst>
                                                <p:cond delay="0"/>
                                              </p:stCondLst>
                                            </p:cTn>
                                            <p:tgtEl>
                                              <p:spTgt spid="66"/>
                                            </p:tgtEl>
                                            <p:attrNameLst>
                                              <p:attrName>style.visibility</p:attrName>
                                            </p:attrNameLst>
                                          </p:cBhvr>
                                          <p:to>
                                            <p:strVal val="visible"/>
                                          </p:to>
                                        </p:set>
                                        <p:animEffect transition="in" filter="fade">
                                          <p:cBhvr>
                                            <p:cTn id="70" dur="500"/>
                                            <p:tgtEl>
                                              <p:spTgt spid="66"/>
                                            </p:tgtEl>
                                          </p:cBhvr>
                                        </p:animEffect>
                                        <p:anim calcmode="lin" valueType="num">
                                          <p:cBhvr>
                                            <p:cTn id="71" dur="500" fill="hold"/>
                                            <p:tgtEl>
                                              <p:spTgt spid="66"/>
                                            </p:tgtEl>
                                            <p:attrNameLst>
                                              <p:attrName>ppt_x</p:attrName>
                                            </p:attrNameLst>
                                          </p:cBhvr>
                                          <p:tavLst>
                                            <p:tav tm="0">
                                              <p:val>
                                                <p:strVal val="#ppt_x"/>
                                              </p:val>
                                            </p:tav>
                                            <p:tav tm="100000">
                                              <p:val>
                                                <p:strVal val="#ppt_x"/>
                                              </p:val>
                                            </p:tav>
                                          </p:tavLst>
                                        </p:anim>
                                        <p:anim calcmode="lin" valueType="num">
                                          <p:cBhvr>
                                            <p:cTn id="72" dur="500" fill="hold"/>
                                            <p:tgtEl>
                                              <p:spTgt spid="66"/>
                                            </p:tgtEl>
                                            <p:attrNameLst>
                                              <p:attrName>ppt_y</p:attrName>
                                            </p:attrNameLst>
                                          </p:cBhvr>
                                          <p:tavLst>
                                            <p:tav tm="0">
                                              <p:val>
                                                <p:strVal val="#ppt_y+.1"/>
                                              </p:val>
                                            </p:tav>
                                            <p:tav tm="100000">
                                              <p:val>
                                                <p:strVal val="#ppt_y"/>
                                              </p:val>
                                            </p:tav>
                                          </p:tavLst>
                                        </p:anim>
                                      </p:childTnLst>
                                    </p:cTn>
                                  </p:par>
                                  <p:par>
                                    <p:cTn id="73" presetID="42" presetClass="entr" presetSubtype="0" fill="hold" nodeType="withEffect">
                                      <p:stCondLst>
                                        <p:cond delay="0"/>
                                      </p:stCondLst>
                                      <p:childTnLst>
                                        <p:set>
                                          <p:cBhvr>
                                            <p:cTn id="74" dur="1" fill="hold">
                                              <p:stCondLst>
                                                <p:cond delay="0"/>
                                              </p:stCondLst>
                                            </p:cTn>
                                            <p:tgtEl>
                                              <p:spTgt spid="72"/>
                                            </p:tgtEl>
                                            <p:attrNameLst>
                                              <p:attrName>style.visibility</p:attrName>
                                            </p:attrNameLst>
                                          </p:cBhvr>
                                          <p:to>
                                            <p:strVal val="visible"/>
                                          </p:to>
                                        </p:set>
                                        <p:animEffect transition="in" filter="fade">
                                          <p:cBhvr>
                                            <p:cTn id="75" dur="500"/>
                                            <p:tgtEl>
                                              <p:spTgt spid="72"/>
                                            </p:tgtEl>
                                          </p:cBhvr>
                                        </p:animEffect>
                                        <p:anim calcmode="lin" valueType="num">
                                          <p:cBhvr>
                                            <p:cTn id="76" dur="500" fill="hold"/>
                                            <p:tgtEl>
                                              <p:spTgt spid="72"/>
                                            </p:tgtEl>
                                            <p:attrNameLst>
                                              <p:attrName>ppt_x</p:attrName>
                                            </p:attrNameLst>
                                          </p:cBhvr>
                                          <p:tavLst>
                                            <p:tav tm="0">
                                              <p:val>
                                                <p:strVal val="#ppt_x"/>
                                              </p:val>
                                            </p:tav>
                                            <p:tav tm="100000">
                                              <p:val>
                                                <p:strVal val="#ppt_x"/>
                                              </p:val>
                                            </p:tav>
                                          </p:tavLst>
                                        </p:anim>
                                        <p:anim calcmode="lin" valueType="num">
                                          <p:cBhvr>
                                            <p:cTn id="77" dur="500" fill="hold"/>
                                            <p:tgtEl>
                                              <p:spTgt spid="72"/>
                                            </p:tgtEl>
                                            <p:attrNameLst>
                                              <p:attrName>ppt_y</p:attrName>
                                            </p:attrNameLst>
                                          </p:cBhvr>
                                          <p:tavLst>
                                            <p:tav tm="0">
                                              <p:val>
                                                <p:strVal val="#ppt_y+.1"/>
                                              </p:val>
                                            </p:tav>
                                            <p:tav tm="100000">
                                              <p:val>
                                                <p:strVal val="#ppt_y"/>
                                              </p:val>
                                            </p:tav>
                                          </p:tavLst>
                                        </p:anim>
                                      </p:childTnLst>
                                    </p:cTn>
                                  </p:par>
                                </p:childTnLst>
                              </p:cTn>
                            </p:par>
                            <p:par>
                              <p:cTn id="78" fill="hold">
                                <p:stCondLst>
                                  <p:cond delay="6750"/>
                                </p:stCondLst>
                                <p:childTnLst>
                                  <p:par>
                                    <p:cTn id="79" presetID="14" presetClass="entr" presetSubtype="10" fill="hold" grpId="0" nodeType="after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randombar(horizontal)">
                                          <p:cBhvr>
                                            <p:cTn id="81" dur="500"/>
                                            <p:tgtEl>
                                              <p:spTgt spid="20"/>
                                            </p:tgtEl>
                                          </p:cBhvr>
                                        </p:animEffect>
                                      </p:childTnLst>
                                    </p:cTn>
                                  </p:par>
                                  <p:par>
                                    <p:cTn id="82" presetID="14" presetClass="entr" presetSubtype="10" fill="hold" grpId="0"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randombar(horizontal)">
                                          <p:cBhvr>
                                            <p:cTn id="84" dur="500"/>
                                            <p:tgtEl>
                                              <p:spTgt spid="33"/>
                                            </p:tgtEl>
                                          </p:cBhvr>
                                        </p:animEffect>
                                      </p:childTnLst>
                                    </p:cTn>
                                  </p:par>
                                  <p:par>
                                    <p:cTn id="85" presetID="14" presetClass="entr" presetSubtype="10"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Effect transition="in" filter="randombar(horizontal)">
                                          <p:cBhvr>
                                            <p:cTn id="87" dur="500"/>
                                            <p:tgtEl>
                                              <p:spTgt spid="46"/>
                                            </p:tgtEl>
                                          </p:cBhvr>
                                        </p:animEffect>
                                      </p:childTnLst>
                                    </p:cTn>
                                  </p:par>
                                  <p:par>
                                    <p:cTn id="88" presetID="14" presetClass="entr" presetSubtype="10" fill="hold" grpId="0" nodeType="withEffect">
                                      <p:stCondLst>
                                        <p:cond delay="0"/>
                                      </p:stCondLst>
                                      <p:childTnLst>
                                        <p:set>
                                          <p:cBhvr>
                                            <p:cTn id="89" dur="1" fill="hold">
                                              <p:stCondLst>
                                                <p:cond delay="0"/>
                                              </p:stCondLst>
                                            </p:cTn>
                                            <p:tgtEl>
                                              <p:spTgt spid="62"/>
                                            </p:tgtEl>
                                            <p:attrNameLst>
                                              <p:attrName>style.visibility</p:attrName>
                                            </p:attrNameLst>
                                          </p:cBhvr>
                                          <p:to>
                                            <p:strVal val="visible"/>
                                          </p:to>
                                        </p:set>
                                        <p:animEffect transition="in" filter="randombar(horizontal)">
                                          <p:cBhvr>
                                            <p:cTn id="90" dur="500"/>
                                            <p:tgtEl>
                                              <p:spTgt spid="62"/>
                                            </p:tgtEl>
                                          </p:cBhvr>
                                        </p:animEffect>
                                      </p:childTnLst>
                                    </p:cTn>
                                  </p:par>
                                  <p:par>
                                    <p:cTn id="91" presetID="14" presetClass="entr" presetSubtype="10" fill="hold" grpId="0" nodeType="withEffect">
                                      <p:stCondLst>
                                        <p:cond delay="0"/>
                                      </p:stCondLst>
                                      <p:childTnLst>
                                        <p:set>
                                          <p:cBhvr>
                                            <p:cTn id="92" dur="1" fill="hold">
                                              <p:stCondLst>
                                                <p:cond delay="0"/>
                                              </p:stCondLst>
                                            </p:cTn>
                                            <p:tgtEl>
                                              <p:spTgt spid="88"/>
                                            </p:tgtEl>
                                            <p:attrNameLst>
                                              <p:attrName>style.visibility</p:attrName>
                                            </p:attrNameLst>
                                          </p:cBhvr>
                                          <p:to>
                                            <p:strVal val="visible"/>
                                          </p:to>
                                        </p:set>
                                        <p:animEffect transition="in" filter="randombar(horizontal)">
                                          <p:cBhvr>
                                            <p:cTn id="93" dur="500"/>
                                            <p:tgtEl>
                                              <p:spTgt spid="88"/>
                                            </p:tgtEl>
                                          </p:cBhvr>
                                        </p:animEffect>
                                      </p:childTnLst>
                                    </p:cTn>
                                  </p:par>
                                  <p:par>
                                    <p:cTn id="94" presetID="14" presetClass="entr" presetSubtype="10" fill="hold" grpId="0" nodeType="withEffect">
                                      <p:stCondLst>
                                        <p:cond delay="0"/>
                                      </p:stCondLst>
                                      <p:childTnLst>
                                        <p:set>
                                          <p:cBhvr>
                                            <p:cTn id="95" dur="1" fill="hold">
                                              <p:stCondLst>
                                                <p:cond delay="0"/>
                                              </p:stCondLst>
                                            </p:cTn>
                                            <p:tgtEl>
                                              <p:spTgt spid="89"/>
                                            </p:tgtEl>
                                            <p:attrNameLst>
                                              <p:attrName>style.visibility</p:attrName>
                                            </p:attrNameLst>
                                          </p:cBhvr>
                                          <p:to>
                                            <p:strVal val="visible"/>
                                          </p:to>
                                        </p:set>
                                        <p:animEffect transition="in" filter="randombar(horizontal)">
                                          <p:cBhvr>
                                            <p:cTn id="96" dur="500"/>
                                            <p:tgtEl>
                                              <p:spTgt spid="89"/>
                                            </p:tgtEl>
                                          </p:cBhvr>
                                        </p:animEffect>
                                      </p:childTnLst>
                                    </p:cTn>
                                  </p:par>
                                  <p:par>
                                    <p:cTn id="97" presetID="14" presetClass="entr" presetSubtype="10" fill="hold" grpId="0" nodeType="withEffect">
                                      <p:stCondLst>
                                        <p:cond delay="0"/>
                                      </p:stCondLst>
                                      <p:childTnLst>
                                        <p:set>
                                          <p:cBhvr>
                                            <p:cTn id="98" dur="1" fill="hold">
                                              <p:stCondLst>
                                                <p:cond delay="0"/>
                                              </p:stCondLst>
                                            </p:cTn>
                                            <p:tgtEl>
                                              <p:spTgt spid="90"/>
                                            </p:tgtEl>
                                            <p:attrNameLst>
                                              <p:attrName>style.visibility</p:attrName>
                                            </p:attrNameLst>
                                          </p:cBhvr>
                                          <p:to>
                                            <p:strVal val="visible"/>
                                          </p:to>
                                        </p:set>
                                        <p:animEffect transition="in" filter="randombar(horizontal)">
                                          <p:cBhvr>
                                            <p:cTn id="99" dur="500"/>
                                            <p:tgtEl>
                                              <p:spTgt spid="90"/>
                                            </p:tgtEl>
                                          </p:cBhvr>
                                        </p:animEffect>
                                      </p:childTnLst>
                                    </p:cTn>
                                  </p:par>
                                  <p:par>
                                    <p:cTn id="100" presetID="14" presetClass="entr" presetSubtype="10" fill="hold" grpId="0" nodeType="withEffect">
                                      <p:stCondLst>
                                        <p:cond delay="0"/>
                                      </p:stCondLst>
                                      <p:childTnLst>
                                        <p:set>
                                          <p:cBhvr>
                                            <p:cTn id="101" dur="1" fill="hold">
                                              <p:stCondLst>
                                                <p:cond delay="0"/>
                                              </p:stCondLst>
                                            </p:cTn>
                                            <p:tgtEl>
                                              <p:spTgt spid="91"/>
                                            </p:tgtEl>
                                            <p:attrNameLst>
                                              <p:attrName>style.visibility</p:attrName>
                                            </p:attrNameLst>
                                          </p:cBhvr>
                                          <p:to>
                                            <p:strVal val="visible"/>
                                          </p:to>
                                        </p:set>
                                        <p:animEffect transition="in" filter="randombar(horizontal)">
                                          <p:cBhvr>
                                            <p:cTn id="102" dur="500"/>
                                            <p:tgtEl>
                                              <p:spTgt spid="91"/>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4" fill="hold" grpId="0" nodeType="clickEffect">
                                      <p:stCondLst>
                                        <p:cond delay="0"/>
                                      </p:stCondLst>
                                      <p:childTnLst>
                                        <p:set>
                                          <p:cBhvr>
                                            <p:cTn id="106" dur="1" fill="hold">
                                              <p:stCondLst>
                                                <p:cond delay="0"/>
                                              </p:stCondLst>
                                            </p:cTn>
                                            <p:tgtEl>
                                              <p:spTgt spid="178"/>
                                            </p:tgtEl>
                                            <p:attrNameLst>
                                              <p:attrName>style.visibility</p:attrName>
                                            </p:attrNameLst>
                                          </p:cBhvr>
                                          <p:to>
                                            <p:strVal val="visible"/>
                                          </p:to>
                                        </p:set>
                                        <p:animEffect transition="in" filter="wipe(down)">
                                          <p:cBhvr>
                                            <p:cTn id="10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9" grpId="0"/>
          <p:bldP spid="20" grpId="0"/>
          <p:bldP spid="32" grpId="0"/>
          <p:bldP spid="33" grpId="0"/>
          <p:bldP spid="45" grpId="0"/>
          <p:bldP spid="46" grpId="0"/>
          <p:bldP spid="61" grpId="0"/>
          <p:bldP spid="62" grpId="0"/>
          <p:bldP spid="88" grpId="0"/>
          <p:bldP spid="89" grpId="0"/>
          <p:bldP spid="90" grpId="0"/>
          <p:bldP spid="91" grpId="0"/>
          <p:bldP spid="178"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FFB850"/>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62213" y="147690"/>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解决问题</a:t>
            </a:r>
          </a:p>
        </p:txBody>
      </p:sp>
      <p:grpSp>
        <p:nvGrpSpPr>
          <p:cNvPr id="8" name="组合 7"/>
          <p:cNvGrpSpPr/>
          <p:nvPr/>
        </p:nvGrpSpPr>
        <p:grpSpPr>
          <a:xfrm>
            <a:off x="3453627" y="1548462"/>
            <a:ext cx="1793127" cy="1794777"/>
            <a:chOff x="3288482" y="1250827"/>
            <a:chExt cx="1700022" cy="1702202"/>
          </a:xfrm>
        </p:grpSpPr>
        <p:grpSp>
          <p:nvGrpSpPr>
            <p:cNvPr id="9" name="组合 8"/>
            <p:cNvGrpSpPr/>
            <p:nvPr/>
          </p:nvGrpSpPr>
          <p:grpSpPr>
            <a:xfrm>
              <a:off x="3288482" y="1250827"/>
              <a:ext cx="1700022" cy="1702202"/>
              <a:chOff x="661303" y="454074"/>
              <a:chExt cx="2476499" cy="2479675"/>
            </a:xfrm>
          </p:grpSpPr>
          <p:sp>
            <p:nvSpPr>
              <p:cNvPr id="12"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 name="Freeform 72"/>
              <p:cNvSpPr>
                <a:spLocks/>
              </p:cNvSpPr>
              <p:nvPr/>
            </p:nvSpPr>
            <p:spPr bwMode="auto">
              <a:xfrm>
                <a:off x="742769" y="536624"/>
                <a:ext cx="2362200" cy="2365375"/>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rgbClr val="FFB850"/>
              </a:solidFill>
              <a:ln w="25400">
                <a:gradFill flip="none" rotWithShape="1">
                  <a:gsLst>
                    <a:gs pos="0">
                      <a:schemeClr val="bg1">
                        <a:lumMod val="65000"/>
                      </a:schemeClr>
                    </a:gs>
                    <a:gs pos="100000">
                      <a:schemeClr val="bg1"/>
                    </a:gs>
                  </a:gsLst>
                  <a:lin ang="2700000" scaled="1"/>
                  <a:tileRect/>
                </a:gradFill>
                <a:round/>
                <a:headEnd/>
                <a:tailEnd/>
              </a:ln>
              <a:effectLst>
                <a:innerShdw blurRad="114300" dist="508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10" name="Freeform 96"/>
            <p:cNvSpPr>
              <a:spLocks noEditPoints="1"/>
            </p:cNvSpPr>
            <p:nvPr/>
          </p:nvSpPr>
          <p:spPr bwMode="auto">
            <a:xfrm>
              <a:off x="4080842" y="1672552"/>
              <a:ext cx="300774" cy="326926"/>
            </a:xfrm>
            <a:custGeom>
              <a:avLst/>
              <a:gdLst>
                <a:gd name="T0" fmla="*/ 34 w 114"/>
                <a:gd name="T1" fmla="*/ 58 h 124"/>
                <a:gd name="T2" fmla="*/ 7 w 114"/>
                <a:gd name="T3" fmla="*/ 57 h 124"/>
                <a:gd name="T4" fmla="*/ 9 w 114"/>
                <a:gd name="T5" fmla="*/ 108 h 124"/>
                <a:gd name="T6" fmla="*/ 37 w 114"/>
                <a:gd name="T7" fmla="*/ 112 h 124"/>
                <a:gd name="T8" fmla="*/ 34 w 114"/>
                <a:gd name="T9" fmla="*/ 58 h 124"/>
                <a:gd name="T10" fmla="*/ 113 w 114"/>
                <a:gd name="T11" fmla="*/ 73 h 124"/>
                <a:gd name="T12" fmla="*/ 107 w 114"/>
                <a:gd name="T13" fmla="*/ 66 h 124"/>
                <a:gd name="T14" fmla="*/ 112 w 114"/>
                <a:gd name="T15" fmla="*/ 59 h 124"/>
                <a:gd name="T16" fmla="*/ 85 w 114"/>
                <a:gd name="T17" fmla="*/ 48 h 124"/>
                <a:gd name="T18" fmla="*/ 80 w 114"/>
                <a:gd name="T19" fmla="*/ 39 h 124"/>
                <a:gd name="T20" fmla="*/ 96 w 114"/>
                <a:gd name="T21" fmla="*/ 21 h 124"/>
                <a:gd name="T22" fmla="*/ 90 w 114"/>
                <a:gd name="T23" fmla="*/ 4 h 124"/>
                <a:gd name="T24" fmla="*/ 58 w 114"/>
                <a:gd name="T25" fmla="*/ 35 h 124"/>
                <a:gd name="T26" fmla="*/ 39 w 114"/>
                <a:gd name="T27" fmla="*/ 59 h 124"/>
                <a:gd name="T28" fmla="*/ 42 w 114"/>
                <a:gd name="T29" fmla="*/ 111 h 124"/>
                <a:gd name="T30" fmla="*/ 91 w 114"/>
                <a:gd name="T31" fmla="*/ 119 h 124"/>
                <a:gd name="T32" fmla="*/ 103 w 114"/>
                <a:gd name="T33" fmla="*/ 108 h 124"/>
                <a:gd name="T34" fmla="*/ 100 w 114"/>
                <a:gd name="T35" fmla="*/ 101 h 124"/>
                <a:gd name="T36" fmla="*/ 109 w 114"/>
                <a:gd name="T37" fmla="*/ 93 h 124"/>
                <a:gd name="T38" fmla="*/ 106 w 114"/>
                <a:gd name="T39" fmla="*/ 83 h 124"/>
                <a:gd name="T40" fmla="*/ 113 w 114"/>
                <a:gd name="T41" fmla="*/ 7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124">
                  <a:moveTo>
                    <a:pt x="34" y="58"/>
                  </a:moveTo>
                  <a:cubicBezTo>
                    <a:pt x="24" y="54"/>
                    <a:pt x="7" y="57"/>
                    <a:pt x="7" y="57"/>
                  </a:cubicBezTo>
                  <a:cubicBezTo>
                    <a:pt x="0" y="78"/>
                    <a:pt x="9" y="108"/>
                    <a:pt x="9" y="108"/>
                  </a:cubicBezTo>
                  <a:cubicBezTo>
                    <a:pt x="20" y="117"/>
                    <a:pt x="37" y="112"/>
                    <a:pt x="37" y="112"/>
                  </a:cubicBezTo>
                  <a:cubicBezTo>
                    <a:pt x="31" y="95"/>
                    <a:pt x="34" y="58"/>
                    <a:pt x="34" y="58"/>
                  </a:cubicBezTo>
                  <a:close/>
                  <a:moveTo>
                    <a:pt x="113" y="73"/>
                  </a:moveTo>
                  <a:cubicBezTo>
                    <a:pt x="114" y="66"/>
                    <a:pt x="107" y="66"/>
                    <a:pt x="107" y="66"/>
                  </a:cubicBezTo>
                  <a:cubicBezTo>
                    <a:pt x="113" y="66"/>
                    <a:pt x="112" y="59"/>
                    <a:pt x="112" y="59"/>
                  </a:cubicBezTo>
                  <a:cubicBezTo>
                    <a:pt x="110" y="43"/>
                    <a:pt x="95" y="50"/>
                    <a:pt x="85" y="48"/>
                  </a:cubicBezTo>
                  <a:cubicBezTo>
                    <a:pt x="76" y="46"/>
                    <a:pt x="80" y="39"/>
                    <a:pt x="80" y="39"/>
                  </a:cubicBezTo>
                  <a:cubicBezTo>
                    <a:pt x="92" y="31"/>
                    <a:pt x="96" y="21"/>
                    <a:pt x="96" y="21"/>
                  </a:cubicBezTo>
                  <a:cubicBezTo>
                    <a:pt x="101" y="0"/>
                    <a:pt x="90" y="4"/>
                    <a:pt x="90" y="4"/>
                  </a:cubicBezTo>
                  <a:cubicBezTo>
                    <a:pt x="87" y="10"/>
                    <a:pt x="66" y="30"/>
                    <a:pt x="58" y="35"/>
                  </a:cubicBezTo>
                  <a:cubicBezTo>
                    <a:pt x="48" y="42"/>
                    <a:pt x="39" y="59"/>
                    <a:pt x="39" y="59"/>
                  </a:cubicBezTo>
                  <a:cubicBezTo>
                    <a:pt x="35" y="78"/>
                    <a:pt x="42" y="111"/>
                    <a:pt x="42" y="111"/>
                  </a:cubicBezTo>
                  <a:cubicBezTo>
                    <a:pt x="63" y="124"/>
                    <a:pt x="91" y="119"/>
                    <a:pt x="91" y="119"/>
                  </a:cubicBezTo>
                  <a:cubicBezTo>
                    <a:pt x="102" y="117"/>
                    <a:pt x="103" y="108"/>
                    <a:pt x="103" y="108"/>
                  </a:cubicBezTo>
                  <a:cubicBezTo>
                    <a:pt x="105" y="102"/>
                    <a:pt x="100" y="101"/>
                    <a:pt x="100" y="101"/>
                  </a:cubicBezTo>
                  <a:cubicBezTo>
                    <a:pt x="108" y="102"/>
                    <a:pt x="109" y="93"/>
                    <a:pt x="109" y="93"/>
                  </a:cubicBezTo>
                  <a:cubicBezTo>
                    <a:pt x="112" y="84"/>
                    <a:pt x="106" y="83"/>
                    <a:pt x="106" y="83"/>
                  </a:cubicBezTo>
                  <a:cubicBezTo>
                    <a:pt x="112" y="84"/>
                    <a:pt x="113" y="73"/>
                    <a:pt x="113" y="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 name="文本框 180"/>
            <p:cNvSpPr txBox="1"/>
            <p:nvPr/>
          </p:nvSpPr>
          <p:spPr>
            <a:xfrm>
              <a:off x="3567850" y="2139967"/>
              <a:ext cx="1328580" cy="350282"/>
            </a:xfrm>
            <a:prstGeom prst="rect">
              <a:avLst/>
            </a:prstGeom>
            <a:noFill/>
          </p:spPr>
          <p:txBody>
            <a:bodyPr wrap="square" rtlCol="0">
              <a:spAutoFit/>
            </a:bodyPr>
            <a:lstStyle/>
            <a:p>
              <a:pPr algn="ctr"/>
              <a:r>
                <a:rPr lang="zh-CN" altLang="en-US" dirty="0">
                  <a:solidFill>
                    <a:prstClr val="white"/>
                  </a:solidFill>
                  <a:latin typeface="微软雅黑" panose="020B0503020204020204" pitchFamily="34" charset="-122"/>
                  <a:ea typeface="微软雅黑" panose="020B0503020204020204" pitchFamily="34" charset="-122"/>
                </a:rPr>
                <a:t>添加标题</a:t>
              </a:r>
            </a:p>
          </p:txBody>
        </p:sp>
      </p:grpSp>
      <p:grpSp>
        <p:nvGrpSpPr>
          <p:cNvPr id="14" name="组合 13"/>
          <p:cNvGrpSpPr/>
          <p:nvPr/>
        </p:nvGrpSpPr>
        <p:grpSpPr>
          <a:xfrm>
            <a:off x="7583055" y="1548462"/>
            <a:ext cx="1793127" cy="1794777"/>
            <a:chOff x="7203496" y="1250827"/>
            <a:chExt cx="1700022" cy="1702202"/>
          </a:xfrm>
        </p:grpSpPr>
        <p:grpSp>
          <p:nvGrpSpPr>
            <p:cNvPr id="15" name="组合 14"/>
            <p:cNvGrpSpPr/>
            <p:nvPr/>
          </p:nvGrpSpPr>
          <p:grpSpPr>
            <a:xfrm flipH="1">
              <a:off x="7203496" y="1250827"/>
              <a:ext cx="1700022" cy="1702202"/>
              <a:chOff x="661303" y="454074"/>
              <a:chExt cx="2476499" cy="2479675"/>
            </a:xfrm>
          </p:grpSpPr>
          <p:sp>
            <p:nvSpPr>
              <p:cNvPr id="18" name="Freeform 67"/>
              <p:cNvSpPr>
                <a:spLocks/>
              </p:cNvSpPr>
              <p:nvPr/>
            </p:nvSpPr>
            <p:spPr bwMode="auto">
              <a:xfrm>
                <a:off x="661303" y="454074"/>
                <a:ext cx="2476499" cy="2479675"/>
              </a:xfrm>
              <a:custGeom>
                <a:avLst/>
                <a:gdLst>
                  <a:gd name="T0" fmla="*/ 657 w 657"/>
                  <a:gd name="T1" fmla="*/ 329 h 658"/>
                  <a:gd name="T2" fmla="*/ 657 w 657"/>
                  <a:gd name="T3" fmla="*/ 658 h 658"/>
                  <a:gd name="T4" fmla="*/ 329 w 657"/>
                  <a:gd name="T5" fmla="*/ 658 h 658"/>
                  <a:gd name="T6" fmla="*/ 0 w 657"/>
                  <a:gd name="T7" fmla="*/ 329 h 658"/>
                  <a:gd name="T8" fmla="*/ 329 w 657"/>
                  <a:gd name="T9" fmla="*/ 0 h 658"/>
                  <a:gd name="T10" fmla="*/ 657 w 657"/>
                  <a:gd name="T11" fmla="*/ 329 h 658"/>
                </a:gdLst>
                <a:ahLst/>
                <a:cxnLst>
                  <a:cxn ang="0">
                    <a:pos x="T0" y="T1"/>
                  </a:cxn>
                  <a:cxn ang="0">
                    <a:pos x="T2" y="T3"/>
                  </a:cxn>
                  <a:cxn ang="0">
                    <a:pos x="T4" y="T5"/>
                  </a:cxn>
                  <a:cxn ang="0">
                    <a:pos x="T6" y="T7"/>
                  </a:cxn>
                  <a:cxn ang="0">
                    <a:pos x="T8" y="T9"/>
                  </a:cxn>
                  <a:cxn ang="0">
                    <a:pos x="T10" y="T11"/>
                  </a:cxn>
                </a:cxnLst>
                <a:rect l="0" t="0" r="r" b="b"/>
                <a:pathLst>
                  <a:path w="657" h="658">
                    <a:moveTo>
                      <a:pt x="657" y="329"/>
                    </a:moveTo>
                    <a:cubicBezTo>
                      <a:pt x="657" y="419"/>
                      <a:pt x="657" y="658"/>
                      <a:pt x="657" y="658"/>
                    </a:cubicBezTo>
                    <a:cubicBezTo>
                      <a:pt x="657" y="658"/>
                      <a:pt x="420" y="658"/>
                      <a:pt x="329" y="658"/>
                    </a:cubicBezTo>
                    <a:cubicBezTo>
                      <a:pt x="147" y="658"/>
                      <a:pt x="0" y="511"/>
                      <a:pt x="0" y="329"/>
                    </a:cubicBezTo>
                    <a:cubicBezTo>
                      <a:pt x="0" y="148"/>
                      <a:pt x="147" y="0"/>
                      <a:pt x="329" y="0"/>
                    </a:cubicBezTo>
                    <a:cubicBezTo>
                      <a:pt x="510" y="0"/>
                      <a:pt x="657" y="148"/>
                      <a:pt x="657" y="329"/>
                    </a:cubicBezTo>
                    <a:close/>
                  </a:path>
                </a:pathLst>
              </a:custGeom>
              <a:gradFill>
                <a:gsLst>
                  <a:gs pos="69000">
                    <a:srgbClr val="CCCCCC"/>
                  </a:gs>
                  <a:gs pos="49000">
                    <a:schemeClr val="bg1"/>
                  </a:gs>
                  <a:gs pos="33000">
                    <a:schemeClr val="bg1">
                      <a:lumMod val="85000"/>
                    </a:schemeClr>
                  </a:gs>
                  <a:gs pos="16000">
                    <a:schemeClr val="bg1"/>
                  </a:gs>
                  <a:gs pos="91000">
                    <a:schemeClr val="bg1"/>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 name="Freeform 72"/>
              <p:cNvSpPr>
                <a:spLocks/>
              </p:cNvSpPr>
              <p:nvPr/>
            </p:nvSpPr>
            <p:spPr bwMode="auto">
              <a:xfrm>
                <a:off x="742769" y="536624"/>
                <a:ext cx="2362200" cy="2365375"/>
              </a:xfrm>
              <a:custGeom>
                <a:avLst/>
                <a:gdLst>
                  <a:gd name="T0" fmla="*/ 627 w 627"/>
                  <a:gd name="T1" fmla="*/ 314 h 628"/>
                  <a:gd name="T2" fmla="*/ 627 w 627"/>
                  <a:gd name="T3" fmla="*/ 628 h 628"/>
                  <a:gd name="T4" fmla="*/ 313 w 627"/>
                  <a:gd name="T5" fmla="*/ 628 h 628"/>
                  <a:gd name="T6" fmla="*/ 0 w 627"/>
                  <a:gd name="T7" fmla="*/ 314 h 628"/>
                  <a:gd name="T8" fmla="*/ 313 w 627"/>
                  <a:gd name="T9" fmla="*/ 0 h 628"/>
                  <a:gd name="T10" fmla="*/ 627 w 627"/>
                  <a:gd name="T11" fmla="*/ 314 h 628"/>
                </a:gdLst>
                <a:ahLst/>
                <a:cxnLst>
                  <a:cxn ang="0">
                    <a:pos x="T0" y="T1"/>
                  </a:cxn>
                  <a:cxn ang="0">
                    <a:pos x="T2" y="T3"/>
                  </a:cxn>
                  <a:cxn ang="0">
                    <a:pos x="T4" y="T5"/>
                  </a:cxn>
                  <a:cxn ang="0">
                    <a:pos x="T6" y="T7"/>
                  </a:cxn>
                  <a:cxn ang="0">
                    <a:pos x="T8" y="T9"/>
                  </a:cxn>
                  <a:cxn ang="0">
                    <a:pos x="T10" y="T11"/>
                  </a:cxn>
                </a:cxnLst>
                <a:rect l="0" t="0" r="r" b="b"/>
                <a:pathLst>
                  <a:path w="627" h="628">
                    <a:moveTo>
                      <a:pt x="627" y="314"/>
                    </a:moveTo>
                    <a:cubicBezTo>
                      <a:pt x="627" y="400"/>
                      <a:pt x="627" y="628"/>
                      <a:pt x="627" y="628"/>
                    </a:cubicBezTo>
                    <a:cubicBezTo>
                      <a:pt x="627" y="628"/>
                      <a:pt x="401" y="628"/>
                      <a:pt x="313" y="628"/>
                    </a:cubicBezTo>
                    <a:cubicBezTo>
                      <a:pt x="140" y="628"/>
                      <a:pt x="0" y="487"/>
                      <a:pt x="0" y="314"/>
                    </a:cubicBezTo>
                    <a:cubicBezTo>
                      <a:pt x="0" y="141"/>
                      <a:pt x="140" y="0"/>
                      <a:pt x="313" y="0"/>
                    </a:cubicBezTo>
                    <a:cubicBezTo>
                      <a:pt x="487" y="0"/>
                      <a:pt x="627" y="141"/>
                      <a:pt x="627" y="314"/>
                    </a:cubicBezTo>
                    <a:close/>
                  </a:path>
                </a:pathLst>
              </a:custGeom>
              <a:solidFill>
                <a:srgbClr val="01ACBE"/>
              </a:solidFill>
              <a:ln w="25400">
                <a:gradFill flip="none" rotWithShape="1">
                  <a:gsLst>
                    <a:gs pos="0">
                      <a:schemeClr val="bg1">
                        <a:lumMod val="65000"/>
                      </a:schemeClr>
                    </a:gs>
                    <a:gs pos="100000">
                      <a:schemeClr val="bg1"/>
                    </a:gs>
                  </a:gsLst>
                  <a:lin ang="8100000" scaled="0"/>
                  <a:tileRect/>
                </a:gradFill>
                <a:round/>
                <a:headEnd/>
                <a:tailEnd/>
              </a:ln>
              <a:effectLst>
                <a:innerShdw blurRad="101600" dist="50800" dir="189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16" name="Freeform 100"/>
            <p:cNvSpPr>
              <a:spLocks noEditPoints="1"/>
            </p:cNvSpPr>
            <p:nvPr/>
          </p:nvSpPr>
          <p:spPr bwMode="auto">
            <a:xfrm>
              <a:off x="7805318" y="1676366"/>
              <a:ext cx="297504" cy="319299"/>
            </a:xfrm>
            <a:custGeom>
              <a:avLst/>
              <a:gdLst>
                <a:gd name="T0" fmla="*/ 46 w 112"/>
                <a:gd name="T1" fmla="*/ 29 h 121"/>
                <a:gd name="T2" fmla="*/ 63 w 112"/>
                <a:gd name="T3" fmla="*/ 53 h 121"/>
                <a:gd name="T4" fmla="*/ 93 w 112"/>
                <a:gd name="T5" fmla="*/ 22 h 121"/>
                <a:gd name="T6" fmla="*/ 101 w 112"/>
                <a:gd name="T7" fmla="*/ 31 h 121"/>
                <a:gd name="T8" fmla="*/ 107 w 112"/>
                <a:gd name="T9" fmla="*/ 15 h 121"/>
                <a:gd name="T10" fmla="*/ 112 w 112"/>
                <a:gd name="T11" fmla="*/ 0 h 121"/>
                <a:gd name="T12" fmla="*/ 80 w 112"/>
                <a:gd name="T13" fmla="*/ 6 h 121"/>
                <a:gd name="T14" fmla="*/ 87 w 112"/>
                <a:gd name="T15" fmla="*/ 15 h 121"/>
                <a:gd name="T16" fmla="*/ 64 w 112"/>
                <a:gd name="T17" fmla="*/ 39 h 121"/>
                <a:gd name="T18" fmla="*/ 47 w 112"/>
                <a:gd name="T19" fmla="*/ 16 h 121"/>
                <a:gd name="T20" fmla="*/ 1 w 112"/>
                <a:gd name="T21" fmla="*/ 58 h 121"/>
                <a:gd name="T22" fmla="*/ 7 w 112"/>
                <a:gd name="T23" fmla="*/ 64 h 121"/>
                <a:gd name="T24" fmla="*/ 46 w 112"/>
                <a:gd name="T25" fmla="*/ 29 h 121"/>
                <a:gd name="T26" fmla="*/ 24 w 112"/>
                <a:gd name="T27" fmla="*/ 67 h 121"/>
                <a:gd name="T28" fmla="*/ 7 w 112"/>
                <a:gd name="T29" fmla="*/ 67 h 121"/>
                <a:gd name="T30" fmla="*/ 0 w 112"/>
                <a:gd name="T31" fmla="*/ 74 h 121"/>
                <a:gd name="T32" fmla="*/ 0 w 112"/>
                <a:gd name="T33" fmla="*/ 113 h 121"/>
                <a:gd name="T34" fmla="*/ 7 w 112"/>
                <a:gd name="T35" fmla="*/ 121 h 121"/>
                <a:gd name="T36" fmla="*/ 24 w 112"/>
                <a:gd name="T37" fmla="*/ 121 h 121"/>
                <a:gd name="T38" fmla="*/ 31 w 112"/>
                <a:gd name="T39" fmla="*/ 113 h 121"/>
                <a:gd name="T40" fmla="*/ 31 w 112"/>
                <a:gd name="T41" fmla="*/ 74 h 121"/>
                <a:gd name="T42" fmla="*/ 24 w 112"/>
                <a:gd name="T43" fmla="*/ 67 h 121"/>
                <a:gd name="T44" fmla="*/ 64 w 112"/>
                <a:gd name="T45" fmla="*/ 56 h 121"/>
                <a:gd name="T46" fmla="*/ 47 w 112"/>
                <a:gd name="T47" fmla="*/ 56 h 121"/>
                <a:gd name="T48" fmla="*/ 40 w 112"/>
                <a:gd name="T49" fmla="*/ 63 h 121"/>
                <a:gd name="T50" fmla="*/ 40 w 112"/>
                <a:gd name="T51" fmla="*/ 113 h 121"/>
                <a:gd name="T52" fmla="*/ 47 w 112"/>
                <a:gd name="T53" fmla="*/ 121 h 121"/>
                <a:gd name="T54" fmla="*/ 64 w 112"/>
                <a:gd name="T55" fmla="*/ 121 h 121"/>
                <a:gd name="T56" fmla="*/ 71 w 112"/>
                <a:gd name="T57" fmla="*/ 113 h 121"/>
                <a:gd name="T58" fmla="*/ 71 w 112"/>
                <a:gd name="T59" fmla="*/ 63 h 121"/>
                <a:gd name="T60" fmla="*/ 64 w 112"/>
                <a:gd name="T61" fmla="*/ 56 h 121"/>
                <a:gd name="T62" fmla="*/ 103 w 112"/>
                <a:gd name="T63" fmla="*/ 41 h 121"/>
                <a:gd name="T64" fmla="*/ 87 w 112"/>
                <a:gd name="T65" fmla="*/ 41 h 121"/>
                <a:gd name="T66" fmla="*/ 79 w 112"/>
                <a:gd name="T67" fmla="*/ 48 h 121"/>
                <a:gd name="T68" fmla="*/ 79 w 112"/>
                <a:gd name="T69" fmla="*/ 113 h 121"/>
                <a:gd name="T70" fmla="*/ 87 w 112"/>
                <a:gd name="T71" fmla="*/ 121 h 121"/>
                <a:gd name="T72" fmla="*/ 103 w 112"/>
                <a:gd name="T73" fmla="*/ 121 h 121"/>
                <a:gd name="T74" fmla="*/ 111 w 112"/>
                <a:gd name="T75" fmla="*/ 113 h 121"/>
                <a:gd name="T76" fmla="*/ 111 w 112"/>
                <a:gd name="T77" fmla="*/ 48 h 121"/>
                <a:gd name="T78" fmla="*/ 103 w 112"/>
                <a:gd name="T79" fmla="*/ 4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2" h="121">
                  <a:moveTo>
                    <a:pt x="46" y="29"/>
                  </a:moveTo>
                  <a:cubicBezTo>
                    <a:pt x="63" y="53"/>
                    <a:pt x="63" y="53"/>
                    <a:pt x="63" y="53"/>
                  </a:cubicBezTo>
                  <a:cubicBezTo>
                    <a:pt x="93" y="22"/>
                    <a:pt x="93" y="22"/>
                    <a:pt x="93" y="22"/>
                  </a:cubicBezTo>
                  <a:cubicBezTo>
                    <a:pt x="101" y="31"/>
                    <a:pt x="101" y="31"/>
                    <a:pt x="101" y="31"/>
                  </a:cubicBezTo>
                  <a:cubicBezTo>
                    <a:pt x="107" y="15"/>
                    <a:pt x="107" y="15"/>
                    <a:pt x="107" y="15"/>
                  </a:cubicBezTo>
                  <a:cubicBezTo>
                    <a:pt x="112" y="0"/>
                    <a:pt x="112" y="0"/>
                    <a:pt x="112" y="0"/>
                  </a:cubicBezTo>
                  <a:cubicBezTo>
                    <a:pt x="80" y="6"/>
                    <a:pt x="80" y="6"/>
                    <a:pt x="80" y="6"/>
                  </a:cubicBezTo>
                  <a:cubicBezTo>
                    <a:pt x="87" y="15"/>
                    <a:pt x="87" y="15"/>
                    <a:pt x="87" y="15"/>
                  </a:cubicBezTo>
                  <a:cubicBezTo>
                    <a:pt x="64" y="39"/>
                    <a:pt x="64" y="39"/>
                    <a:pt x="64" y="39"/>
                  </a:cubicBezTo>
                  <a:cubicBezTo>
                    <a:pt x="47" y="16"/>
                    <a:pt x="47" y="16"/>
                    <a:pt x="47" y="16"/>
                  </a:cubicBezTo>
                  <a:cubicBezTo>
                    <a:pt x="1" y="58"/>
                    <a:pt x="1" y="58"/>
                    <a:pt x="1" y="58"/>
                  </a:cubicBezTo>
                  <a:cubicBezTo>
                    <a:pt x="7" y="64"/>
                    <a:pt x="7" y="64"/>
                    <a:pt x="7" y="64"/>
                  </a:cubicBezTo>
                  <a:lnTo>
                    <a:pt x="46" y="29"/>
                  </a:lnTo>
                  <a:close/>
                  <a:moveTo>
                    <a:pt x="24" y="67"/>
                  </a:moveTo>
                  <a:cubicBezTo>
                    <a:pt x="7" y="67"/>
                    <a:pt x="7" y="67"/>
                    <a:pt x="7" y="67"/>
                  </a:cubicBezTo>
                  <a:cubicBezTo>
                    <a:pt x="3" y="67"/>
                    <a:pt x="0" y="70"/>
                    <a:pt x="0" y="74"/>
                  </a:cubicBezTo>
                  <a:cubicBezTo>
                    <a:pt x="0" y="113"/>
                    <a:pt x="0" y="113"/>
                    <a:pt x="0" y="113"/>
                  </a:cubicBezTo>
                  <a:cubicBezTo>
                    <a:pt x="0" y="117"/>
                    <a:pt x="3" y="121"/>
                    <a:pt x="7" y="121"/>
                  </a:cubicBezTo>
                  <a:cubicBezTo>
                    <a:pt x="24" y="121"/>
                    <a:pt x="24" y="121"/>
                    <a:pt x="24" y="121"/>
                  </a:cubicBezTo>
                  <a:cubicBezTo>
                    <a:pt x="28" y="121"/>
                    <a:pt x="31" y="117"/>
                    <a:pt x="31" y="113"/>
                  </a:cubicBezTo>
                  <a:cubicBezTo>
                    <a:pt x="31" y="74"/>
                    <a:pt x="31" y="74"/>
                    <a:pt x="31" y="74"/>
                  </a:cubicBezTo>
                  <a:cubicBezTo>
                    <a:pt x="31" y="70"/>
                    <a:pt x="28" y="67"/>
                    <a:pt x="24" y="67"/>
                  </a:cubicBezTo>
                  <a:close/>
                  <a:moveTo>
                    <a:pt x="64" y="56"/>
                  </a:moveTo>
                  <a:cubicBezTo>
                    <a:pt x="47" y="56"/>
                    <a:pt x="47" y="56"/>
                    <a:pt x="47" y="56"/>
                  </a:cubicBezTo>
                  <a:cubicBezTo>
                    <a:pt x="43" y="56"/>
                    <a:pt x="40" y="59"/>
                    <a:pt x="40" y="63"/>
                  </a:cubicBezTo>
                  <a:cubicBezTo>
                    <a:pt x="40" y="113"/>
                    <a:pt x="40" y="113"/>
                    <a:pt x="40" y="113"/>
                  </a:cubicBezTo>
                  <a:cubicBezTo>
                    <a:pt x="40" y="117"/>
                    <a:pt x="43" y="121"/>
                    <a:pt x="47" y="121"/>
                  </a:cubicBezTo>
                  <a:cubicBezTo>
                    <a:pt x="64" y="121"/>
                    <a:pt x="64" y="121"/>
                    <a:pt x="64" y="121"/>
                  </a:cubicBezTo>
                  <a:cubicBezTo>
                    <a:pt x="68" y="121"/>
                    <a:pt x="71" y="117"/>
                    <a:pt x="71" y="113"/>
                  </a:cubicBezTo>
                  <a:cubicBezTo>
                    <a:pt x="71" y="63"/>
                    <a:pt x="71" y="63"/>
                    <a:pt x="71" y="63"/>
                  </a:cubicBezTo>
                  <a:cubicBezTo>
                    <a:pt x="71" y="59"/>
                    <a:pt x="68" y="56"/>
                    <a:pt x="64" y="56"/>
                  </a:cubicBezTo>
                  <a:close/>
                  <a:moveTo>
                    <a:pt x="103" y="41"/>
                  </a:moveTo>
                  <a:cubicBezTo>
                    <a:pt x="87" y="41"/>
                    <a:pt x="87" y="41"/>
                    <a:pt x="87" y="41"/>
                  </a:cubicBezTo>
                  <a:cubicBezTo>
                    <a:pt x="83" y="41"/>
                    <a:pt x="79" y="44"/>
                    <a:pt x="79" y="48"/>
                  </a:cubicBezTo>
                  <a:cubicBezTo>
                    <a:pt x="79" y="113"/>
                    <a:pt x="79" y="113"/>
                    <a:pt x="79" y="113"/>
                  </a:cubicBezTo>
                  <a:cubicBezTo>
                    <a:pt x="79" y="117"/>
                    <a:pt x="83" y="121"/>
                    <a:pt x="87" y="121"/>
                  </a:cubicBezTo>
                  <a:cubicBezTo>
                    <a:pt x="103" y="121"/>
                    <a:pt x="103" y="121"/>
                    <a:pt x="103" y="121"/>
                  </a:cubicBezTo>
                  <a:cubicBezTo>
                    <a:pt x="107" y="121"/>
                    <a:pt x="111" y="117"/>
                    <a:pt x="111" y="113"/>
                  </a:cubicBezTo>
                  <a:cubicBezTo>
                    <a:pt x="111" y="48"/>
                    <a:pt x="111" y="48"/>
                    <a:pt x="111" y="48"/>
                  </a:cubicBezTo>
                  <a:cubicBezTo>
                    <a:pt x="111" y="44"/>
                    <a:pt x="107" y="41"/>
                    <a:pt x="103" y="4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 name="文本框 182"/>
            <p:cNvSpPr txBox="1"/>
            <p:nvPr/>
          </p:nvSpPr>
          <p:spPr>
            <a:xfrm>
              <a:off x="7360090" y="2139967"/>
              <a:ext cx="1328580" cy="350282"/>
            </a:xfrm>
            <a:prstGeom prst="rect">
              <a:avLst/>
            </a:prstGeom>
            <a:noFill/>
          </p:spPr>
          <p:txBody>
            <a:bodyPr wrap="square" rtlCol="0">
              <a:spAutoFit/>
            </a:bodyPr>
            <a:lstStyle/>
            <a:p>
              <a:pPr algn="ctr"/>
              <a:r>
                <a:rPr lang="zh-CN" altLang="en-US" dirty="0">
                  <a:solidFill>
                    <a:prstClr val="white"/>
                  </a:solidFill>
                  <a:latin typeface="微软雅黑" panose="020B0503020204020204" pitchFamily="34" charset="-122"/>
                  <a:ea typeface="微软雅黑" panose="020B0503020204020204" pitchFamily="34" charset="-122"/>
                </a:rPr>
                <a:t>添加标题</a:t>
              </a:r>
            </a:p>
          </p:txBody>
        </p:sp>
      </p:grpSp>
      <p:grpSp>
        <p:nvGrpSpPr>
          <p:cNvPr id="20" name="组合 19"/>
          <p:cNvGrpSpPr/>
          <p:nvPr/>
        </p:nvGrpSpPr>
        <p:grpSpPr>
          <a:xfrm>
            <a:off x="4377501" y="1753543"/>
            <a:ext cx="4150827" cy="4998420"/>
            <a:chOff x="4164384" y="1445329"/>
            <a:chExt cx="3935303" cy="4740600"/>
          </a:xfrm>
        </p:grpSpPr>
        <p:sp>
          <p:nvSpPr>
            <p:cNvPr id="21" name="Freeform 48"/>
            <p:cNvSpPr>
              <a:spLocks noEditPoints="1"/>
            </p:cNvSpPr>
            <p:nvPr/>
          </p:nvSpPr>
          <p:spPr bwMode="auto">
            <a:xfrm>
              <a:off x="5727736" y="1445329"/>
              <a:ext cx="808600" cy="879435"/>
            </a:xfrm>
            <a:custGeom>
              <a:avLst/>
              <a:gdLst>
                <a:gd name="T0" fmla="*/ 189 w 311"/>
                <a:gd name="T1" fmla="*/ 220 h 339"/>
                <a:gd name="T2" fmla="*/ 209 w 311"/>
                <a:gd name="T3" fmla="*/ 163 h 339"/>
                <a:gd name="T4" fmla="*/ 221 w 311"/>
                <a:gd name="T5" fmla="*/ 120 h 339"/>
                <a:gd name="T6" fmla="*/ 221 w 311"/>
                <a:gd name="T7" fmla="*/ 120 h 339"/>
                <a:gd name="T8" fmla="*/ 222 w 311"/>
                <a:gd name="T9" fmla="*/ 116 h 339"/>
                <a:gd name="T10" fmla="*/ 222 w 311"/>
                <a:gd name="T11" fmla="*/ 112 h 339"/>
                <a:gd name="T12" fmla="*/ 223 w 311"/>
                <a:gd name="T13" fmla="*/ 109 h 339"/>
                <a:gd name="T14" fmla="*/ 223 w 311"/>
                <a:gd name="T15" fmla="*/ 105 h 339"/>
                <a:gd name="T16" fmla="*/ 223 w 311"/>
                <a:gd name="T17" fmla="*/ 102 h 339"/>
                <a:gd name="T18" fmla="*/ 224 w 311"/>
                <a:gd name="T19" fmla="*/ 98 h 339"/>
                <a:gd name="T20" fmla="*/ 224 w 311"/>
                <a:gd name="T21" fmla="*/ 95 h 339"/>
                <a:gd name="T22" fmla="*/ 224 w 311"/>
                <a:gd name="T23" fmla="*/ 92 h 339"/>
                <a:gd name="T24" fmla="*/ 223 w 311"/>
                <a:gd name="T25" fmla="*/ 89 h 339"/>
                <a:gd name="T26" fmla="*/ 223 w 311"/>
                <a:gd name="T27" fmla="*/ 87 h 339"/>
                <a:gd name="T28" fmla="*/ 223 w 311"/>
                <a:gd name="T29" fmla="*/ 85 h 339"/>
                <a:gd name="T30" fmla="*/ 223 w 311"/>
                <a:gd name="T31" fmla="*/ 83 h 339"/>
                <a:gd name="T32" fmla="*/ 223 w 311"/>
                <a:gd name="T33" fmla="*/ 82 h 339"/>
                <a:gd name="T34" fmla="*/ 223 w 311"/>
                <a:gd name="T35" fmla="*/ 81 h 339"/>
                <a:gd name="T36" fmla="*/ 223 w 311"/>
                <a:gd name="T37" fmla="*/ 81 h 339"/>
                <a:gd name="T38" fmla="*/ 108 w 311"/>
                <a:gd name="T39" fmla="*/ 36 h 339"/>
                <a:gd name="T40" fmla="*/ 78 w 311"/>
                <a:gd name="T41" fmla="*/ 55 h 339"/>
                <a:gd name="T42" fmla="*/ 77 w 311"/>
                <a:gd name="T43" fmla="*/ 59 h 339"/>
                <a:gd name="T44" fmla="*/ 76 w 311"/>
                <a:gd name="T45" fmla="*/ 64 h 339"/>
                <a:gd name="T46" fmla="*/ 76 w 311"/>
                <a:gd name="T47" fmla="*/ 69 h 339"/>
                <a:gd name="T48" fmla="*/ 75 w 311"/>
                <a:gd name="T49" fmla="*/ 74 h 339"/>
                <a:gd name="T50" fmla="*/ 75 w 311"/>
                <a:gd name="T51" fmla="*/ 78 h 339"/>
                <a:gd name="T52" fmla="*/ 76 w 311"/>
                <a:gd name="T53" fmla="*/ 83 h 339"/>
                <a:gd name="T54" fmla="*/ 76 w 311"/>
                <a:gd name="T55" fmla="*/ 87 h 339"/>
                <a:gd name="T56" fmla="*/ 77 w 311"/>
                <a:gd name="T57" fmla="*/ 92 h 339"/>
                <a:gd name="T58" fmla="*/ 77 w 311"/>
                <a:gd name="T59" fmla="*/ 96 h 339"/>
                <a:gd name="T60" fmla="*/ 78 w 311"/>
                <a:gd name="T61" fmla="*/ 100 h 339"/>
                <a:gd name="T62" fmla="*/ 79 w 311"/>
                <a:gd name="T63" fmla="*/ 104 h 339"/>
                <a:gd name="T64" fmla="*/ 80 w 311"/>
                <a:gd name="T65" fmla="*/ 106 h 339"/>
                <a:gd name="T66" fmla="*/ 84 w 311"/>
                <a:gd name="T67" fmla="*/ 119 h 339"/>
                <a:gd name="T68" fmla="*/ 92 w 311"/>
                <a:gd name="T69" fmla="*/ 161 h 339"/>
                <a:gd name="T70" fmla="*/ 104 w 311"/>
                <a:gd name="T71" fmla="*/ 238 h 339"/>
                <a:gd name="T72" fmla="*/ 0 w 311"/>
                <a:gd name="T73" fmla="*/ 339 h 339"/>
                <a:gd name="T74" fmla="*/ 148 w 311"/>
                <a:gd name="T75" fmla="*/ 271 h 339"/>
                <a:gd name="T76" fmla="*/ 146 w 311"/>
                <a:gd name="T77" fmla="*/ 249 h 339"/>
                <a:gd name="T78" fmla="*/ 175 w 311"/>
                <a:gd name="T79" fmla="*/ 258 h 339"/>
                <a:gd name="T80" fmla="*/ 174 w 311"/>
                <a:gd name="T81" fmla="*/ 339 h 339"/>
                <a:gd name="T82" fmla="*/ 216 w 311"/>
                <a:gd name="T83" fmla="*/ 244 h 339"/>
                <a:gd name="T84" fmla="*/ 81 w 311"/>
                <a:gd name="T85" fmla="*/ 139 h 339"/>
                <a:gd name="T86" fmla="*/ 93 w 311"/>
                <a:gd name="T87" fmla="*/ 136 h 339"/>
                <a:gd name="T88" fmla="*/ 105 w 311"/>
                <a:gd name="T89" fmla="*/ 72 h 339"/>
                <a:gd name="T90" fmla="*/ 211 w 311"/>
                <a:gd name="T91" fmla="*/ 131 h 339"/>
                <a:gd name="T92" fmla="*/ 222 w 311"/>
                <a:gd name="T93" fmla="*/ 130 h 339"/>
                <a:gd name="T94" fmla="*/ 183 w 311"/>
                <a:gd name="T95" fmla="*/ 201 h 339"/>
                <a:gd name="T96" fmla="*/ 96 w 311"/>
                <a:gd name="T97" fmla="*/ 158 h 339"/>
                <a:gd name="T98" fmla="*/ 166 w 311"/>
                <a:gd name="T99" fmla="*/ 245 h 339"/>
                <a:gd name="T100" fmla="*/ 117 w 311"/>
                <a:gd name="T101" fmla="*/ 225 h 339"/>
                <a:gd name="T102" fmla="*/ 152 w 311"/>
                <a:gd name="T103" fmla="*/ 220 h 339"/>
                <a:gd name="T104" fmla="*/ 185 w 311"/>
                <a:gd name="T105" fmla="*/ 22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 h="339">
                  <a:moveTo>
                    <a:pt x="216" y="244"/>
                  </a:moveTo>
                  <a:cubicBezTo>
                    <a:pt x="194" y="236"/>
                    <a:pt x="189" y="220"/>
                    <a:pt x="189" y="220"/>
                  </a:cubicBezTo>
                  <a:cubicBezTo>
                    <a:pt x="189" y="202"/>
                    <a:pt x="189" y="202"/>
                    <a:pt x="189" y="202"/>
                  </a:cubicBezTo>
                  <a:cubicBezTo>
                    <a:pt x="205" y="182"/>
                    <a:pt x="209" y="163"/>
                    <a:pt x="209" y="163"/>
                  </a:cubicBezTo>
                  <a:cubicBezTo>
                    <a:pt x="212" y="160"/>
                    <a:pt x="218" y="154"/>
                    <a:pt x="218" y="154"/>
                  </a:cubicBezTo>
                  <a:cubicBezTo>
                    <a:pt x="229" y="137"/>
                    <a:pt x="225" y="116"/>
                    <a:pt x="221" y="120"/>
                  </a:cubicBezTo>
                  <a:cubicBezTo>
                    <a:pt x="221" y="120"/>
                    <a:pt x="221" y="121"/>
                    <a:pt x="220" y="122"/>
                  </a:cubicBezTo>
                  <a:cubicBezTo>
                    <a:pt x="220" y="121"/>
                    <a:pt x="221" y="121"/>
                    <a:pt x="221" y="120"/>
                  </a:cubicBezTo>
                  <a:cubicBezTo>
                    <a:pt x="221" y="120"/>
                    <a:pt x="221" y="119"/>
                    <a:pt x="221" y="119"/>
                  </a:cubicBezTo>
                  <a:cubicBezTo>
                    <a:pt x="221" y="118"/>
                    <a:pt x="221" y="117"/>
                    <a:pt x="222" y="116"/>
                  </a:cubicBezTo>
                  <a:cubicBezTo>
                    <a:pt x="222" y="116"/>
                    <a:pt x="222" y="116"/>
                    <a:pt x="222" y="115"/>
                  </a:cubicBezTo>
                  <a:cubicBezTo>
                    <a:pt x="222" y="114"/>
                    <a:pt x="222" y="113"/>
                    <a:pt x="222" y="112"/>
                  </a:cubicBezTo>
                  <a:cubicBezTo>
                    <a:pt x="222" y="112"/>
                    <a:pt x="222" y="112"/>
                    <a:pt x="222" y="111"/>
                  </a:cubicBezTo>
                  <a:cubicBezTo>
                    <a:pt x="223" y="110"/>
                    <a:pt x="223" y="110"/>
                    <a:pt x="223" y="109"/>
                  </a:cubicBezTo>
                  <a:cubicBezTo>
                    <a:pt x="223" y="108"/>
                    <a:pt x="223" y="108"/>
                    <a:pt x="223" y="108"/>
                  </a:cubicBezTo>
                  <a:cubicBezTo>
                    <a:pt x="223" y="107"/>
                    <a:pt x="223" y="106"/>
                    <a:pt x="223" y="105"/>
                  </a:cubicBezTo>
                  <a:cubicBezTo>
                    <a:pt x="223" y="105"/>
                    <a:pt x="223" y="105"/>
                    <a:pt x="223" y="104"/>
                  </a:cubicBezTo>
                  <a:cubicBezTo>
                    <a:pt x="223" y="103"/>
                    <a:pt x="223" y="103"/>
                    <a:pt x="223" y="102"/>
                  </a:cubicBezTo>
                  <a:cubicBezTo>
                    <a:pt x="223" y="101"/>
                    <a:pt x="223" y="101"/>
                    <a:pt x="224" y="101"/>
                  </a:cubicBezTo>
                  <a:cubicBezTo>
                    <a:pt x="224" y="100"/>
                    <a:pt x="224" y="99"/>
                    <a:pt x="224" y="98"/>
                  </a:cubicBezTo>
                  <a:cubicBezTo>
                    <a:pt x="224" y="98"/>
                    <a:pt x="224" y="98"/>
                    <a:pt x="224" y="98"/>
                  </a:cubicBezTo>
                  <a:cubicBezTo>
                    <a:pt x="224" y="97"/>
                    <a:pt x="224" y="96"/>
                    <a:pt x="224" y="95"/>
                  </a:cubicBezTo>
                  <a:cubicBezTo>
                    <a:pt x="224" y="95"/>
                    <a:pt x="224" y="95"/>
                    <a:pt x="224" y="94"/>
                  </a:cubicBezTo>
                  <a:cubicBezTo>
                    <a:pt x="224" y="94"/>
                    <a:pt x="224" y="93"/>
                    <a:pt x="224" y="92"/>
                  </a:cubicBezTo>
                  <a:cubicBezTo>
                    <a:pt x="224" y="92"/>
                    <a:pt x="224" y="92"/>
                    <a:pt x="224" y="91"/>
                  </a:cubicBezTo>
                  <a:cubicBezTo>
                    <a:pt x="224" y="91"/>
                    <a:pt x="224" y="90"/>
                    <a:pt x="223" y="89"/>
                  </a:cubicBezTo>
                  <a:cubicBezTo>
                    <a:pt x="223" y="89"/>
                    <a:pt x="223" y="89"/>
                    <a:pt x="223" y="89"/>
                  </a:cubicBezTo>
                  <a:cubicBezTo>
                    <a:pt x="223" y="88"/>
                    <a:pt x="223" y="88"/>
                    <a:pt x="223" y="87"/>
                  </a:cubicBezTo>
                  <a:cubicBezTo>
                    <a:pt x="223" y="87"/>
                    <a:pt x="223" y="87"/>
                    <a:pt x="223" y="87"/>
                  </a:cubicBezTo>
                  <a:cubicBezTo>
                    <a:pt x="223" y="86"/>
                    <a:pt x="223" y="86"/>
                    <a:pt x="223" y="85"/>
                  </a:cubicBezTo>
                  <a:cubicBezTo>
                    <a:pt x="223" y="85"/>
                    <a:pt x="223" y="85"/>
                    <a:pt x="223" y="85"/>
                  </a:cubicBezTo>
                  <a:cubicBezTo>
                    <a:pt x="223" y="84"/>
                    <a:pt x="223" y="84"/>
                    <a:pt x="223" y="83"/>
                  </a:cubicBezTo>
                  <a:cubicBezTo>
                    <a:pt x="223" y="83"/>
                    <a:pt x="223" y="83"/>
                    <a:pt x="223" y="83"/>
                  </a:cubicBezTo>
                  <a:cubicBezTo>
                    <a:pt x="223" y="83"/>
                    <a:pt x="223" y="82"/>
                    <a:pt x="223" y="82"/>
                  </a:cubicBezTo>
                  <a:cubicBezTo>
                    <a:pt x="223" y="82"/>
                    <a:pt x="223" y="82"/>
                    <a:pt x="223" y="82"/>
                  </a:cubicBezTo>
                  <a:cubicBezTo>
                    <a:pt x="223" y="82"/>
                    <a:pt x="223" y="81"/>
                    <a:pt x="223" y="81"/>
                  </a:cubicBezTo>
                  <a:cubicBezTo>
                    <a:pt x="223" y="81"/>
                    <a:pt x="223" y="81"/>
                    <a:pt x="223" y="81"/>
                  </a:cubicBezTo>
                  <a:cubicBezTo>
                    <a:pt x="223" y="81"/>
                    <a:pt x="223" y="81"/>
                    <a:pt x="223" y="81"/>
                  </a:cubicBezTo>
                  <a:cubicBezTo>
                    <a:pt x="221" y="33"/>
                    <a:pt x="182" y="21"/>
                    <a:pt x="182" y="21"/>
                  </a:cubicBezTo>
                  <a:cubicBezTo>
                    <a:pt x="134" y="0"/>
                    <a:pt x="108" y="36"/>
                    <a:pt x="108" y="36"/>
                  </a:cubicBezTo>
                  <a:cubicBezTo>
                    <a:pt x="89" y="27"/>
                    <a:pt x="79" y="51"/>
                    <a:pt x="79" y="51"/>
                  </a:cubicBezTo>
                  <a:cubicBezTo>
                    <a:pt x="79" y="52"/>
                    <a:pt x="78" y="54"/>
                    <a:pt x="78" y="55"/>
                  </a:cubicBezTo>
                  <a:cubicBezTo>
                    <a:pt x="78" y="55"/>
                    <a:pt x="78" y="56"/>
                    <a:pt x="78" y="56"/>
                  </a:cubicBezTo>
                  <a:cubicBezTo>
                    <a:pt x="78" y="57"/>
                    <a:pt x="77" y="58"/>
                    <a:pt x="77" y="59"/>
                  </a:cubicBezTo>
                  <a:cubicBezTo>
                    <a:pt x="77" y="60"/>
                    <a:pt x="77" y="60"/>
                    <a:pt x="77" y="61"/>
                  </a:cubicBezTo>
                  <a:cubicBezTo>
                    <a:pt x="77" y="62"/>
                    <a:pt x="76" y="63"/>
                    <a:pt x="76" y="64"/>
                  </a:cubicBezTo>
                  <a:cubicBezTo>
                    <a:pt x="76" y="65"/>
                    <a:pt x="76" y="65"/>
                    <a:pt x="76" y="65"/>
                  </a:cubicBezTo>
                  <a:cubicBezTo>
                    <a:pt x="76" y="66"/>
                    <a:pt x="76" y="68"/>
                    <a:pt x="76" y="69"/>
                  </a:cubicBezTo>
                  <a:cubicBezTo>
                    <a:pt x="76" y="70"/>
                    <a:pt x="76" y="70"/>
                    <a:pt x="76" y="71"/>
                  </a:cubicBezTo>
                  <a:cubicBezTo>
                    <a:pt x="76" y="72"/>
                    <a:pt x="75" y="73"/>
                    <a:pt x="75" y="74"/>
                  </a:cubicBezTo>
                  <a:cubicBezTo>
                    <a:pt x="75" y="74"/>
                    <a:pt x="75" y="75"/>
                    <a:pt x="75" y="75"/>
                  </a:cubicBezTo>
                  <a:cubicBezTo>
                    <a:pt x="75" y="76"/>
                    <a:pt x="75" y="77"/>
                    <a:pt x="75" y="78"/>
                  </a:cubicBezTo>
                  <a:cubicBezTo>
                    <a:pt x="75" y="79"/>
                    <a:pt x="75" y="79"/>
                    <a:pt x="75" y="79"/>
                  </a:cubicBezTo>
                  <a:cubicBezTo>
                    <a:pt x="75" y="81"/>
                    <a:pt x="76" y="82"/>
                    <a:pt x="76" y="83"/>
                  </a:cubicBezTo>
                  <a:cubicBezTo>
                    <a:pt x="76" y="84"/>
                    <a:pt x="76" y="84"/>
                    <a:pt x="76" y="84"/>
                  </a:cubicBezTo>
                  <a:cubicBezTo>
                    <a:pt x="76" y="85"/>
                    <a:pt x="76" y="86"/>
                    <a:pt x="76" y="87"/>
                  </a:cubicBezTo>
                  <a:cubicBezTo>
                    <a:pt x="76" y="88"/>
                    <a:pt x="76" y="88"/>
                    <a:pt x="76" y="89"/>
                  </a:cubicBezTo>
                  <a:cubicBezTo>
                    <a:pt x="76" y="90"/>
                    <a:pt x="76" y="91"/>
                    <a:pt x="77" y="92"/>
                  </a:cubicBezTo>
                  <a:cubicBezTo>
                    <a:pt x="77" y="92"/>
                    <a:pt x="77" y="92"/>
                    <a:pt x="77" y="93"/>
                  </a:cubicBezTo>
                  <a:cubicBezTo>
                    <a:pt x="77" y="94"/>
                    <a:pt x="77" y="95"/>
                    <a:pt x="77" y="96"/>
                  </a:cubicBezTo>
                  <a:cubicBezTo>
                    <a:pt x="77" y="97"/>
                    <a:pt x="77" y="97"/>
                    <a:pt x="77" y="97"/>
                  </a:cubicBezTo>
                  <a:cubicBezTo>
                    <a:pt x="78" y="98"/>
                    <a:pt x="78" y="99"/>
                    <a:pt x="78" y="100"/>
                  </a:cubicBezTo>
                  <a:cubicBezTo>
                    <a:pt x="78" y="101"/>
                    <a:pt x="78" y="101"/>
                    <a:pt x="78" y="101"/>
                  </a:cubicBezTo>
                  <a:cubicBezTo>
                    <a:pt x="79" y="102"/>
                    <a:pt x="79" y="103"/>
                    <a:pt x="79" y="104"/>
                  </a:cubicBezTo>
                  <a:cubicBezTo>
                    <a:pt x="79" y="104"/>
                    <a:pt x="79" y="105"/>
                    <a:pt x="79" y="105"/>
                  </a:cubicBezTo>
                  <a:cubicBezTo>
                    <a:pt x="79" y="105"/>
                    <a:pt x="80" y="105"/>
                    <a:pt x="80" y="106"/>
                  </a:cubicBezTo>
                  <a:cubicBezTo>
                    <a:pt x="80" y="106"/>
                    <a:pt x="80" y="106"/>
                    <a:pt x="80" y="106"/>
                  </a:cubicBezTo>
                  <a:cubicBezTo>
                    <a:pt x="81" y="111"/>
                    <a:pt x="83" y="115"/>
                    <a:pt x="84" y="119"/>
                  </a:cubicBezTo>
                  <a:cubicBezTo>
                    <a:pt x="77" y="115"/>
                    <a:pt x="76" y="123"/>
                    <a:pt x="76" y="123"/>
                  </a:cubicBezTo>
                  <a:cubicBezTo>
                    <a:pt x="76" y="152"/>
                    <a:pt x="92" y="161"/>
                    <a:pt x="92" y="161"/>
                  </a:cubicBezTo>
                  <a:cubicBezTo>
                    <a:pt x="95" y="180"/>
                    <a:pt x="114" y="200"/>
                    <a:pt x="114" y="200"/>
                  </a:cubicBezTo>
                  <a:cubicBezTo>
                    <a:pt x="121" y="227"/>
                    <a:pt x="104" y="238"/>
                    <a:pt x="104" y="238"/>
                  </a:cubicBezTo>
                  <a:cubicBezTo>
                    <a:pt x="75" y="249"/>
                    <a:pt x="75" y="249"/>
                    <a:pt x="75" y="249"/>
                  </a:cubicBezTo>
                  <a:cubicBezTo>
                    <a:pt x="0" y="273"/>
                    <a:pt x="0" y="339"/>
                    <a:pt x="0" y="339"/>
                  </a:cubicBezTo>
                  <a:cubicBezTo>
                    <a:pt x="137" y="339"/>
                    <a:pt x="137" y="339"/>
                    <a:pt x="137" y="339"/>
                  </a:cubicBezTo>
                  <a:cubicBezTo>
                    <a:pt x="148" y="271"/>
                    <a:pt x="148" y="271"/>
                    <a:pt x="148" y="271"/>
                  </a:cubicBezTo>
                  <a:cubicBezTo>
                    <a:pt x="136" y="258"/>
                    <a:pt x="136" y="258"/>
                    <a:pt x="136" y="258"/>
                  </a:cubicBezTo>
                  <a:cubicBezTo>
                    <a:pt x="146" y="249"/>
                    <a:pt x="146" y="249"/>
                    <a:pt x="146" y="249"/>
                  </a:cubicBezTo>
                  <a:cubicBezTo>
                    <a:pt x="166" y="249"/>
                    <a:pt x="166" y="249"/>
                    <a:pt x="166" y="249"/>
                  </a:cubicBezTo>
                  <a:cubicBezTo>
                    <a:pt x="175" y="258"/>
                    <a:pt x="175" y="258"/>
                    <a:pt x="175" y="258"/>
                  </a:cubicBezTo>
                  <a:cubicBezTo>
                    <a:pt x="164" y="271"/>
                    <a:pt x="164" y="271"/>
                    <a:pt x="164" y="271"/>
                  </a:cubicBezTo>
                  <a:cubicBezTo>
                    <a:pt x="174" y="339"/>
                    <a:pt x="174" y="339"/>
                    <a:pt x="174" y="339"/>
                  </a:cubicBezTo>
                  <a:cubicBezTo>
                    <a:pt x="311" y="339"/>
                    <a:pt x="311" y="339"/>
                    <a:pt x="311" y="339"/>
                  </a:cubicBezTo>
                  <a:cubicBezTo>
                    <a:pt x="307" y="274"/>
                    <a:pt x="238" y="252"/>
                    <a:pt x="216" y="244"/>
                  </a:cubicBezTo>
                  <a:close/>
                  <a:moveTo>
                    <a:pt x="96" y="158"/>
                  </a:moveTo>
                  <a:cubicBezTo>
                    <a:pt x="94" y="157"/>
                    <a:pt x="86" y="153"/>
                    <a:pt x="81" y="139"/>
                  </a:cubicBezTo>
                  <a:cubicBezTo>
                    <a:pt x="81" y="139"/>
                    <a:pt x="77" y="124"/>
                    <a:pt x="81" y="123"/>
                  </a:cubicBezTo>
                  <a:cubicBezTo>
                    <a:pt x="81" y="123"/>
                    <a:pt x="86" y="119"/>
                    <a:pt x="93" y="136"/>
                  </a:cubicBezTo>
                  <a:cubicBezTo>
                    <a:pt x="94" y="139"/>
                    <a:pt x="96" y="142"/>
                    <a:pt x="97" y="143"/>
                  </a:cubicBezTo>
                  <a:cubicBezTo>
                    <a:pt x="97" y="143"/>
                    <a:pt x="82" y="98"/>
                    <a:pt x="105" y="72"/>
                  </a:cubicBezTo>
                  <a:cubicBezTo>
                    <a:pt x="105" y="72"/>
                    <a:pt x="155" y="137"/>
                    <a:pt x="211" y="104"/>
                  </a:cubicBezTo>
                  <a:cubicBezTo>
                    <a:pt x="211" y="131"/>
                    <a:pt x="211" y="131"/>
                    <a:pt x="211" y="131"/>
                  </a:cubicBezTo>
                  <a:cubicBezTo>
                    <a:pt x="211" y="138"/>
                    <a:pt x="211" y="143"/>
                    <a:pt x="215" y="136"/>
                  </a:cubicBezTo>
                  <a:cubicBezTo>
                    <a:pt x="222" y="120"/>
                    <a:pt x="222" y="130"/>
                    <a:pt x="222" y="130"/>
                  </a:cubicBezTo>
                  <a:cubicBezTo>
                    <a:pt x="220" y="148"/>
                    <a:pt x="212" y="156"/>
                    <a:pt x="206" y="161"/>
                  </a:cubicBezTo>
                  <a:cubicBezTo>
                    <a:pt x="201" y="176"/>
                    <a:pt x="193" y="190"/>
                    <a:pt x="183" y="201"/>
                  </a:cubicBezTo>
                  <a:cubicBezTo>
                    <a:pt x="152" y="236"/>
                    <a:pt x="121" y="201"/>
                    <a:pt x="121" y="201"/>
                  </a:cubicBezTo>
                  <a:cubicBezTo>
                    <a:pt x="109" y="191"/>
                    <a:pt x="101" y="175"/>
                    <a:pt x="96" y="158"/>
                  </a:cubicBezTo>
                  <a:close/>
                  <a:moveTo>
                    <a:pt x="185" y="222"/>
                  </a:moveTo>
                  <a:cubicBezTo>
                    <a:pt x="166" y="245"/>
                    <a:pt x="166" y="245"/>
                    <a:pt x="166" y="245"/>
                  </a:cubicBezTo>
                  <a:cubicBezTo>
                    <a:pt x="147" y="245"/>
                    <a:pt x="147" y="245"/>
                    <a:pt x="147" y="245"/>
                  </a:cubicBezTo>
                  <a:cubicBezTo>
                    <a:pt x="117" y="225"/>
                    <a:pt x="117" y="225"/>
                    <a:pt x="117" y="225"/>
                  </a:cubicBezTo>
                  <a:cubicBezTo>
                    <a:pt x="117" y="225"/>
                    <a:pt x="119" y="216"/>
                    <a:pt x="119" y="204"/>
                  </a:cubicBezTo>
                  <a:cubicBezTo>
                    <a:pt x="119" y="204"/>
                    <a:pt x="132" y="221"/>
                    <a:pt x="152" y="220"/>
                  </a:cubicBezTo>
                  <a:cubicBezTo>
                    <a:pt x="152" y="220"/>
                    <a:pt x="171" y="222"/>
                    <a:pt x="185" y="204"/>
                  </a:cubicBezTo>
                  <a:lnTo>
                    <a:pt x="185" y="22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nvGrpSpPr>
            <p:cNvPr id="22" name="组合 21"/>
            <p:cNvGrpSpPr/>
            <p:nvPr/>
          </p:nvGrpSpPr>
          <p:grpSpPr>
            <a:xfrm>
              <a:off x="4164384" y="2107274"/>
              <a:ext cx="3935303" cy="4078655"/>
              <a:chOff x="4164384" y="2107274"/>
              <a:chExt cx="3935303" cy="4078655"/>
            </a:xfrm>
          </p:grpSpPr>
          <p:grpSp>
            <p:nvGrpSpPr>
              <p:cNvPr id="23" name="组合 22"/>
              <p:cNvGrpSpPr/>
              <p:nvPr/>
            </p:nvGrpSpPr>
            <p:grpSpPr>
              <a:xfrm>
                <a:off x="4164384" y="2107274"/>
                <a:ext cx="3935303" cy="4078655"/>
                <a:chOff x="3302629" y="735900"/>
                <a:chExt cx="5732734" cy="5941562"/>
              </a:xfrm>
            </p:grpSpPr>
            <p:sp>
              <p:nvSpPr>
                <p:cNvPr id="28" name="弦形 27"/>
                <p:cNvSpPr/>
                <p:nvPr/>
              </p:nvSpPr>
              <p:spPr>
                <a:xfrm rot="2525344" flipH="1">
                  <a:off x="4346167" y="3082040"/>
                  <a:ext cx="3571370" cy="3595422"/>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 name="弦形 28"/>
                <p:cNvSpPr/>
                <p:nvPr/>
              </p:nvSpPr>
              <p:spPr>
                <a:xfrm rot="16976604" flipH="1">
                  <a:off x="5451967" y="1049275"/>
                  <a:ext cx="3571370" cy="3595422"/>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0" name="弦形 29"/>
                <p:cNvSpPr/>
                <p:nvPr/>
              </p:nvSpPr>
              <p:spPr>
                <a:xfrm rot="4623396">
                  <a:off x="3314655" y="1086714"/>
                  <a:ext cx="3571370" cy="3595422"/>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31" name="组合 30"/>
                <p:cNvGrpSpPr/>
                <p:nvPr/>
              </p:nvGrpSpPr>
              <p:grpSpPr>
                <a:xfrm rot="7260000" flipH="1">
                  <a:off x="5471647" y="4895962"/>
                  <a:ext cx="1289050" cy="1952626"/>
                  <a:chOff x="2820709" y="1379509"/>
                  <a:chExt cx="1289050" cy="1952626"/>
                </a:xfrm>
              </p:grpSpPr>
              <p:sp>
                <p:nvSpPr>
                  <p:cNvPr id="66" name="Freeform 34"/>
                  <p:cNvSpPr>
                    <a:spLocks/>
                  </p:cNvSpPr>
                  <p:nvPr/>
                </p:nvSpPr>
                <p:spPr bwMode="auto">
                  <a:xfrm>
                    <a:off x="2820709" y="3117822"/>
                    <a:ext cx="339725" cy="214313"/>
                  </a:xfrm>
                  <a:custGeom>
                    <a:avLst/>
                    <a:gdLst>
                      <a:gd name="T0" fmla="*/ 59 w 90"/>
                      <a:gd name="T1" fmla="*/ 57 h 57"/>
                      <a:gd name="T2" fmla="*/ 0 w 90"/>
                      <a:gd name="T3" fmla="*/ 8 h 57"/>
                      <a:gd name="T4" fmla="*/ 90 w 90"/>
                      <a:gd name="T5" fmla="*/ 3 h 57"/>
                      <a:gd name="T6" fmla="*/ 59 w 90"/>
                      <a:gd name="T7" fmla="*/ 57 h 57"/>
                    </a:gdLst>
                    <a:ahLst/>
                    <a:cxnLst>
                      <a:cxn ang="0">
                        <a:pos x="T0" y="T1"/>
                      </a:cxn>
                      <a:cxn ang="0">
                        <a:pos x="T2" y="T3"/>
                      </a:cxn>
                      <a:cxn ang="0">
                        <a:pos x="T4" y="T5"/>
                      </a:cxn>
                      <a:cxn ang="0">
                        <a:pos x="T6" y="T7"/>
                      </a:cxn>
                    </a:cxnLst>
                    <a:rect l="0" t="0" r="r" b="b"/>
                    <a:pathLst>
                      <a:path w="90" h="57">
                        <a:moveTo>
                          <a:pt x="59" y="57"/>
                        </a:moveTo>
                        <a:cubicBezTo>
                          <a:pt x="59" y="57"/>
                          <a:pt x="12" y="36"/>
                          <a:pt x="0" y="8"/>
                        </a:cubicBezTo>
                        <a:cubicBezTo>
                          <a:pt x="0" y="8"/>
                          <a:pt x="38" y="0"/>
                          <a:pt x="90" y="3"/>
                        </a:cubicBezTo>
                        <a:lnTo>
                          <a:pt x="59" y="57"/>
                        </a:lnTo>
                        <a:close/>
                      </a:path>
                    </a:pathLst>
                  </a:custGeom>
                  <a:gradFill>
                    <a:gsLst>
                      <a:gs pos="0">
                        <a:srgbClr val="CECECE"/>
                      </a:gs>
                      <a:gs pos="100000">
                        <a:schemeClr val="bg1">
                          <a:lumMod val="50000"/>
                        </a:schemeClr>
                      </a:gs>
                    </a:gsLst>
                    <a:lin ang="16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7" name="Freeform 35"/>
                  <p:cNvSpPr>
                    <a:spLocks/>
                  </p:cNvSpPr>
                  <p:nvPr/>
                </p:nvSpPr>
                <p:spPr bwMode="auto">
                  <a:xfrm>
                    <a:off x="3833534" y="1379509"/>
                    <a:ext cx="276225" cy="320675"/>
                  </a:xfrm>
                  <a:custGeom>
                    <a:avLst/>
                    <a:gdLst>
                      <a:gd name="T0" fmla="*/ 72 w 73"/>
                      <a:gd name="T1" fmla="*/ 31 h 85"/>
                      <a:gd name="T2" fmla="*/ 0 w 73"/>
                      <a:gd name="T3" fmla="*/ 5 h 85"/>
                      <a:gd name="T4" fmla="*/ 41 w 73"/>
                      <a:gd name="T5" fmla="*/ 85 h 85"/>
                      <a:gd name="T6" fmla="*/ 72 w 73"/>
                      <a:gd name="T7" fmla="*/ 31 h 85"/>
                    </a:gdLst>
                    <a:ahLst/>
                    <a:cxnLst>
                      <a:cxn ang="0">
                        <a:pos x="T0" y="T1"/>
                      </a:cxn>
                      <a:cxn ang="0">
                        <a:pos x="T2" y="T3"/>
                      </a:cxn>
                      <a:cxn ang="0">
                        <a:pos x="T4" y="T5"/>
                      </a:cxn>
                      <a:cxn ang="0">
                        <a:pos x="T6" y="T7"/>
                      </a:cxn>
                    </a:cxnLst>
                    <a:rect l="0" t="0" r="r" b="b"/>
                    <a:pathLst>
                      <a:path w="73" h="85">
                        <a:moveTo>
                          <a:pt x="72" y="31"/>
                        </a:moveTo>
                        <a:cubicBezTo>
                          <a:pt x="73" y="31"/>
                          <a:pt x="31" y="0"/>
                          <a:pt x="0" y="5"/>
                        </a:cubicBezTo>
                        <a:cubicBezTo>
                          <a:pt x="0" y="5"/>
                          <a:pt x="12" y="41"/>
                          <a:pt x="41" y="85"/>
                        </a:cubicBezTo>
                        <a:lnTo>
                          <a:pt x="72" y="31"/>
                        </a:lnTo>
                        <a:close/>
                      </a:path>
                    </a:pathLst>
                  </a:custGeom>
                  <a:gradFill>
                    <a:gsLst>
                      <a:gs pos="0">
                        <a:srgbClr val="BDBDBD"/>
                      </a:gs>
                      <a:gs pos="100000">
                        <a:schemeClr val="bg1">
                          <a:lumMod val="50000"/>
                        </a:schemeClr>
                      </a:gs>
                    </a:gsLst>
                    <a:lin ang="72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32" name="组合 31"/>
                <p:cNvGrpSpPr/>
                <p:nvPr/>
              </p:nvGrpSpPr>
              <p:grpSpPr>
                <a:xfrm flipH="1">
                  <a:off x="7509779" y="1389035"/>
                  <a:ext cx="1289050" cy="1952626"/>
                  <a:chOff x="2820709" y="1379509"/>
                  <a:chExt cx="1289050" cy="1952626"/>
                </a:xfrm>
              </p:grpSpPr>
              <p:sp>
                <p:nvSpPr>
                  <p:cNvPr id="64" name="Freeform 34"/>
                  <p:cNvSpPr>
                    <a:spLocks/>
                  </p:cNvSpPr>
                  <p:nvPr/>
                </p:nvSpPr>
                <p:spPr bwMode="auto">
                  <a:xfrm>
                    <a:off x="2820709" y="3117822"/>
                    <a:ext cx="339725" cy="214313"/>
                  </a:xfrm>
                  <a:custGeom>
                    <a:avLst/>
                    <a:gdLst>
                      <a:gd name="T0" fmla="*/ 59 w 90"/>
                      <a:gd name="T1" fmla="*/ 57 h 57"/>
                      <a:gd name="T2" fmla="*/ 0 w 90"/>
                      <a:gd name="T3" fmla="*/ 8 h 57"/>
                      <a:gd name="T4" fmla="*/ 90 w 90"/>
                      <a:gd name="T5" fmla="*/ 3 h 57"/>
                      <a:gd name="T6" fmla="*/ 59 w 90"/>
                      <a:gd name="T7" fmla="*/ 57 h 57"/>
                    </a:gdLst>
                    <a:ahLst/>
                    <a:cxnLst>
                      <a:cxn ang="0">
                        <a:pos x="T0" y="T1"/>
                      </a:cxn>
                      <a:cxn ang="0">
                        <a:pos x="T2" y="T3"/>
                      </a:cxn>
                      <a:cxn ang="0">
                        <a:pos x="T4" y="T5"/>
                      </a:cxn>
                      <a:cxn ang="0">
                        <a:pos x="T6" y="T7"/>
                      </a:cxn>
                    </a:cxnLst>
                    <a:rect l="0" t="0" r="r" b="b"/>
                    <a:pathLst>
                      <a:path w="90" h="57">
                        <a:moveTo>
                          <a:pt x="59" y="57"/>
                        </a:moveTo>
                        <a:cubicBezTo>
                          <a:pt x="59" y="57"/>
                          <a:pt x="12" y="36"/>
                          <a:pt x="0" y="8"/>
                        </a:cubicBezTo>
                        <a:cubicBezTo>
                          <a:pt x="0" y="8"/>
                          <a:pt x="38" y="0"/>
                          <a:pt x="90" y="3"/>
                        </a:cubicBezTo>
                        <a:lnTo>
                          <a:pt x="59" y="57"/>
                        </a:lnTo>
                        <a:close/>
                      </a:path>
                    </a:pathLst>
                  </a:custGeom>
                  <a:gradFill>
                    <a:gsLst>
                      <a:gs pos="0">
                        <a:srgbClr val="CECECE"/>
                      </a:gs>
                      <a:gs pos="100000">
                        <a:schemeClr val="bg1">
                          <a:lumMod val="50000"/>
                        </a:schemeClr>
                      </a:gs>
                    </a:gsLst>
                    <a:lin ang="16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5" name="Freeform 35"/>
                  <p:cNvSpPr>
                    <a:spLocks/>
                  </p:cNvSpPr>
                  <p:nvPr/>
                </p:nvSpPr>
                <p:spPr bwMode="auto">
                  <a:xfrm>
                    <a:off x="3833534" y="1379509"/>
                    <a:ext cx="276225" cy="320675"/>
                  </a:xfrm>
                  <a:custGeom>
                    <a:avLst/>
                    <a:gdLst>
                      <a:gd name="T0" fmla="*/ 72 w 73"/>
                      <a:gd name="T1" fmla="*/ 31 h 85"/>
                      <a:gd name="T2" fmla="*/ 0 w 73"/>
                      <a:gd name="T3" fmla="*/ 5 h 85"/>
                      <a:gd name="T4" fmla="*/ 41 w 73"/>
                      <a:gd name="T5" fmla="*/ 85 h 85"/>
                      <a:gd name="T6" fmla="*/ 72 w 73"/>
                      <a:gd name="T7" fmla="*/ 31 h 85"/>
                    </a:gdLst>
                    <a:ahLst/>
                    <a:cxnLst>
                      <a:cxn ang="0">
                        <a:pos x="T0" y="T1"/>
                      </a:cxn>
                      <a:cxn ang="0">
                        <a:pos x="T2" y="T3"/>
                      </a:cxn>
                      <a:cxn ang="0">
                        <a:pos x="T4" y="T5"/>
                      </a:cxn>
                      <a:cxn ang="0">
                        <a:pos x="T6" y="T7"/>
                      </a:cxn>
                    </a:cxnLst>
                    <a:rect l="0" t="0" r="r" b="b"/>
                    <a:pathLst>
                      <a:path w="73" h="85">
                        <a:moveTo>
                          <a:pt x="72" y="31"/>
                        </a:moveTo>
                        <a:cubicBezTo>
                          <a:pt x="73" y="31"/>
                          <a:pt x="31" y="0"/>
                          <a:pt x="0" y="5"/>
                        </a:cubicBezTo>
                        <a:cubicBezTo>
                          <a:pt x="0" y="5"/>
                          <a:pt x="12" y="41"/>
                          <a:pt x="41" y="85"/>
                        </a:cubicBezTo>
                        <a:lnTo>
                          <a:pt x="72" y="31"/>
                        </a:lnTo>
                        <a:close/>
                      </a:path>
                    </a:pathLst>
                  </a:custGeom>
                  <a:gradFill>
                    <a:gsLst>
                      <a:gs pos="0">
                        <a:srgbClr val="BDBDBD"/>
                      </a:gs>
                      <a:gs pos="100000">
                        <a:schemeClr val="bg1">
                          <a:lumMod val="50000"/>
                        </a:schemeClr>
                      </a:gs>
                    </a:gsLst>
                    <a:lin ang="72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33" name="组合 32"/>
                <p:cNvGrpSpPr/>
                <p:nvPr/>
              </p:nvGrpSpPr>
              <p:grpSpPr>
                <a:xfrm>
                  <a:off x="3478428" y="1379509"/>
                  <a:ext cx="1289050" cy="1952626"/>
                  <a:chOff x="2820709" y="1379509"/>
                  <a:chExt cx="1289050" cy="1952626"/>
                </a:xfrm>
              </p:grpSpPr>
              <p:sp>
                <p:nvSpPr>
                  <p:cNvPr id="62" name="Freeform 34"/>
                  <p:cNvSpPr>
                    <a:spLocks/>
                  </p:cNvSpPr>
                  <p:nvPr/>
                </p:nvSpPr>
                <p:spPr bwMode="auto">
                  <a:xfrm>
                    <a:off x="2820709" y="3117822"/>
                    <a:ext cx="339725" cy="214313"/>
                  </a:xfrm>
                  <a:custGeom>
                    <a:avLst/>
                    <a:gdLst>
                      <a:gd name="T0" fmla="*/ 59 w 90"/>
                      <a:gd name="T1" fmla="*/ 57 h 57"/>
                      <a:gd name="T2" fmla="*/ 0 w 90"/>
                      <a:gd name="T3" fmla="*/ 8 h 57"/>
                      <a:gd name="T4" fmla="*/ 90 w 90"/>
                      <a:gd name="T5" fmla="*/ 3 h 57"/>
                      <a:gd name="T6" fmla="*/ 59 w 90"/>
                      <a:gd name="T7" fmla="*/ 57 h 57"/>
                    </a:gdLst>
                    <a:ahLst/>
                    <a:cxnLst>
                      <a:cxn ang="0">
                        <a:pos x="T0" y="T1"/>
                      </a:cxn>
                      <a:cxn ang="0">
                        <a:pos x="T2" y="T3"/>
                      </a:cxn>
                      <a:cxn ang="0">
                        <a:pos x="T4" y="T5"/>
                      </a:cxn>
                      <a:cxn ang="0">
                        <a:pos x="T6" y="T7"/>
                      </a:cxn>
                    </a:cxnLst>
                    <a:rect l="0" t="0" r="r" b="b"/>
                    <a:pathLst>
                      <a:path w="90" h="57">
                        <a:moveTo>
                          <a:pt x="59" y="57"/>
                        </a:moveTo>
                        <a:cubicBezTo>
                          <a:pt x="59" y="57"/>
                          <a:pt x="12" y="36"/>
                          <a:pt x="0" y="8"/>
                        </a:cubicBezTo>
                        <a:cubicBezTo>
                          <a:pt x="0" y="8"/>
                          <a:pt x="38" y="0"/>
                          <a:pt x="90" y="3"/>
                        </a:cubicBezTo>
                        <a:lnTo>
                          <a:pt x="59" y="57"/>
                        </a:lnTo>
                        <a:close/>
                      </a:path>
                    </a:pathLst>
                  </a:custGeom>
                  <a:gradFill>
                    <a:gsLst>
                      <a:gs pos="0">
                        <a:srgbClr val="CECECE"/>
                      </a:gs>
                      <a:gs pos="100000">
                        <a:schemeClr val="bg1">
                          <a:lumMod val="50000"/>
                        </a:schemeClr>
                      </a:gs>
                    </a:gsLst>
                    <a:lin ang="16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3" name="Freeform 35"/>
                  <p:cNvSpPr>
                    <a:spLocks/>
                  </p:cNvSpPr>
                  <p:nvPr/>
                </p:nvSpPr>
                <p:spPr bwMode="auto">
                  <a:xfrm>
                    <a:off x="3833534" y="1379509"/>
                    <a:ext cx="276225" cy="320675"/>
                  </a:xfrm>
                  <a:custGeom>
                    <a:avLst/>
                    <a:gdLst>
                      <a:gd name="T0" fmla="*/ 72 w 73"/>
                      <a:gd name="T1" fmla="*/ 31 h 85"/>
                      <a:gd name="T2" fmla="*/ 0 w 73"/>
                      <a:gd name="T3" fmla="*/ 5 h 85"/>
                      <a:gd name="T4" fmla="*/ 41 w 73"/>
                      <a:gd name="T5" fmla="*/ 85 h 85"/>
                      <a:gd name="T6" fmla="*/ 72 w 73"/>
                      <a:gd name="T7" fmla="*/ 31 h 85"/>
                    </a:gdLst>
                    <a:ahLst/>
                    <a:cxnLst>
                      <a:cxn ang="0">
                        <a:pos x="T0" y="T1"/>
                      </a:cxn>
                      <a:cxn ang="0">
                        <a:pos x="T2" y="T3"/>
                      </a:cxn>
                      <a:cxn ang="0">
                        <a:pos x="T4" y="T5"/>
                      </a:cxn>
                      <a:cxn ang="0">
                        <a:pos x="T6" y="T7"/>
                      </a:cxn>
                    </a:cxnLst>
                    <a:rect l="0" t="0" r="r" b="b"/>
                    <a:pathLst>
                      <a:path w="73" h="85">
                        <a:moveTo>
                          <a:pt x="72" y="31"/>
                        </a:moveTo>
                        <a:cubicBezTo>
                          <a:pt x="73" y="31"/>
                          <a:pt x="31" y="0"/>
                          <a:pt x="0" y="5"/>
                        </a:cubicBezTo>
                        <a:cubicBezTo>
                          <a:pt x="0" y="5"/>
                          <a:pt x="12" y="41"/>
                          <a:pt x="41" y="85"/>
                        </a:cubicBezTo>
                        <a:lnTo>
                          <a:pt x="72" y="31"/>
                        </a:lnTo>
                        <a:close/>
                      </a:path>
                    </a:pathLst>
                  </a:custGeom>
                  <a:gradFill>
                    <a:gsLst>
                      <a:gs pos="0">
                        <a:srgbClr val="BDBDBD"/>
                      </a:gs>
                      <a:gs pos="100000">
                        <a:schemeClr val="bg1">
                          <a:lumMod val="50000"/>
                        </a:schemeClr>
                      </a:gs>
                    </a:gsLst>
                    <a:lin ang="72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34" name="Group 4"/>
                <p:cNvGrpSpPr>
                  <a:grpSpLocks noChangeAspect="1"/>
                </p:cNvGrpSpPr>
                <p:nvPr/>
              </p:nvGrpSpPr>
              <p:grpSpPr bwMode="auto">
                <a:xfrm>
                  <a:off x="3406468" y="932993"/>
                  <a:ext cx="5454650" cy="4897438"/>
                  <a:chOff x="2121" y="617"/>
                  <a:chExt cx="3436" cy="3085"/>
                </a:xfrm>
                <a:gradFill>
                  <a:gsLst>
                    <a:gs pos="100000">
                      <a:srgbClr val="FDFDFD"/>
                    </a:gs>
                    <a:gs pos="0">
                      <a:schemeClr val="bg1">
                        <a:lumMod val="75000"/>
                      </a:schemeClr>
                    </a:gs>
                  </a:gsLst>
                  <a:lin ang="2700000" scaled="1"/>
                </a:gradFill>
                <a:effectLst>
                  <a:outerShdw blurRad="254000" dist="101600" dir="2700000" algn="tl" rotWithShape="0">
                    <a:prstClr val="black">
                      <a:alpha val="40000"/>
                    </a:prstClr>
                  </a:outerShdw>
                </a:effectLst>
              </p:grpSpPr>
              <p:sp>
                <p:nvSpPr>
                  <p:cNvPr id="60" name="Freeform 5"/>
                  <p:cNvSpPr>
                    <a:spLocks/>
                  </p:cNvSpPr>
                  <p:nvPr/>
                </p:nvSpPr>
                <p:spPr bwMode="auto">
                  <a:xfrm>
                    <a:off x="2128" y="622"/>
                    <a:ext cx="3419" cy="3076"/>
                  </a:xfrm>
                  <a:custGeom>
                    <a:avLst/>
                    <a:gdLst>
                      <a:gd name="T0" fmla="*/ 9 w 1444"/>
                      <a:gd name="T1" fmla="*/ 761 h 1299"/>
                      <a:gd name="T2" fmla="*/ 369 w 1444"/>
                      <a:gd name="T3" fmla="*/ 1121 h 1299"/>
                      <a:gd name="T4" fmla="*/ 322 w 1444"/>
                      <a:gd name="T5" fmla="*/ 1299 h 1299"/>
                      <a:gd name="T6" fmla="*/ 1116 w 1444"/>
                      <a:gd name="T7" fmla="*/ 1299 h 1299"/>
                      <a:gd name="T8" fmla="*/ 1069 w 1444"/>
                      <a:gd name="T9" fmla="*/ 1121 h 1299"/>
                      <a:gd name="T10" fmla="*/ 1430 w 1444"/>
                      <a:gd name="T11" fmla="*/ 761 h 1299"/>
                      <a:gd name="T12" fmla="*/ 1444 w 1444"/>
                      <a:gd name="T13" fmla="*/ 761 h 1299"/>
                      <a:gd name="T14" fmla="*/ 1149 w 1444"/>
                      <a:gd name="T15" fmla="*/ 248 h 1299"/>
                      <a:gd name="T16" fmla="*/ 725 w 1444"/>
                      <a:gd name="T17" fmla="*/ 0 h 1299"/>
                      <a:gd name="T18" fmla="*/ 719 w 1444"/>
                      <a:gd name="T19" fmla="*/ 0 h 1299"/>
                      <a:gd name="T20" fmla="*/ 295 w 1444"/>
                      <a:gd name="T21" fmla="*/ 248 h 1299"/>
                      <a:gd name="T22" fmla="*/ 0 w 1444"/>
                      <a:gd name="T23" fmla="*/ 761 h 1299"/>
                      <a:gd name="T24" fmla="*/ 9 w 1444"/>
                      <a:gd name="T25" fmla="*/ 761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4" h="1299">
                        <a:moveTo>
                          <a:pt x="9" y="761"/>
                        </a:moveTo>
                        <a:cubicBezTo>
                          <a:pt x="208" y="761"/>
                          <a:pt x="369" y="922"/>
                          <a:pt x="369" y="1121"/>
                        </a:cubicBezTo>
                        <a:cubicBezTo>
                          <a:pt x="369" y="1186"/>
                          <a:pt x="352" y="1247"/>
                          <a:pt x="322" y="1299"/>
                        </a:cubicBezTo>
                        <a:cubicBezTo>
                          <a:pt x="1116" y="1299"/>
                          <a:pt x="1116" y="1299"/>
                          <a:pt x="1116" y="1299"/>
                        </a:cubicBezTo>
                        <a:cubicBezTo>
                          <a:pt x="1086" y="1247"/>
                          <a:pt x="1069" y="1186"/>
                          <a:pt x="1069" y="1121"/>
                        </a:cubicBezTo>
                        <a:cubicBezTo>
                          <a:pt x="1069" y="922"/>
                          <a:pt x="1231" y="761"/>
                          <a:pt x="1430" y="761"/>
                        </a:cubicBezTo>
                        <a:cubicBezTo>
                          <a:pt x="1434" y="761"/>
                          <a:pt x="1439" y="761"/>
                          <a:pt x="1444" y="761"/>
                        </a:cubicBezTo>
                        <a:cubicBezTo>
                          <a:pt x="1149" y="248"/>
                          <a:pt x="1149" y="248"/>
                          <a:pt x="1149" y="248"/>
                        </a:cubicBezTo>
                        <a:cubicBezTo>
                          <a:pt x="1061" y="94"/>
                          <a:pt x="900" y="0"/>
                          <a:pt x="725" y="0"/>
                        </a:cubicBezTo>
                        <a:cubicBezTo>
                          <a:pt x="719" y="0"/>
                          <a:pt x="719" y="0"/>
                          <a:pt x="719" y="0"/>
                        </a:cubicBezTo>
                        <a:cubicBezTo>
                          <a:pt x="544" y="0"/>
                          <a:pt x="383" y="94"/>
                          <a:pt x="295" y="248"/>
                        </a:cubicBezTo>
                        <a:cubicBezTo>
                          <a:pt x="0" y="761"/>
                          <a:pt x="0" y="761"/>
                          <a:pt x="0" y="761"/>
                        </a:cubicBezTo>
                        <a:cubicBezTo>
                          <a:pt x="3" y="761"/>
                          <a:pt x="6" y="761"/>
                          <a:pt x="9" y="761"/>
                        </a:cubicBezTo>
                        <a:close/>
                      </a:path>
                    </a:pathLst>
                  </a:custGeom>
                  <a:grpFill/>
                  <a:ln w="19050">
                    <a:gradFill flip="none" rotWithShape="1">
                      <a:gsLst>
                        <a:gs pos="0">
                          <a:schemeClr val="bg1"/>
                        </a:gs>
                        <a:gs pos="100000">
                          <a:schemeClr val="bg1">
                            <a:lumMod val="75000"/>
                          </a:schemeClr>
                        </a:gs>
                      </a:gsLst>
                      <a:lin ang="2700000" scaled="1"/>
                      <a:tileRect/>
                    </a:gradFill>
                    <a:round/>
                    <a:headEnd/>
                    <a:tailEnd/>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1" name="Freeform 6"/>
                  <p:cNvSpPr>
                    <a:spLocks noEditPoints="1"/>
                  </p:cNvSpPr>
                  <p:nvPr/>
                </p:nvSpPr>
                <p:spPr bwMode="auto">
                  <a:xfrm>
                    <a:off x="2121" y="617"/>
                    <a:ext cx="3436" cy="3085"/>
                  </a:xfrm>
                  <a:custGeom>
                    <a:avLst/>
                    <a:gdLst>
                      <a:gd name="T0" fmla="*/ 1123 w 1451"/>
                      <a:gd name="T1" fmla="*/ 1303 h 1303"/>
                      <a:gd name="T2" fmla="*/ 322 w 1451"/>
                      <a:gd name="T3" fmla="*/ 1303 h 1303"/>
                      <a:gd name="T4" fmla="*/ 323 w 1451"/>
                      <a:gd name="T5" fmla="*/ 1300 h 1303"/>
                      <a:gd name="T6" fmla="*/ 370 w 1451"/>
                      <a:gd name="T7" fmla="*/ 1123 h 1303"/>
                      <a:gd name="T8" fmla="*/ 12 w 1451"/>
                      <a:gd name="T9" fmla="*/ 765 h 1303"/>
                      <a:gd name="T10" fmla="*/ 3 w 1451"/>
                      <a:gd name="T11" fmla="*/ 765 h 1303"/>
                      <a:gd name="T12" fmla="*/ 0 w 1451"/>
                      <a:gd name="T13" fmla="*/ 765 h 1303"/>
                      <a:gd name="T14" fmla="*/ 296 w 1451"/>
                      <a:gd name="T15" fmla="*/ 249 h 1303"/>
                      <a:gd name="T16" fmla="*/ 722 w 1451"/>
                      <a:gd name="T17" fmla="*/ 0 h 1303"/>
                      <a:gd name="T18" fmla="*/ 728 w 1451"/>
                      <a:gd name="T19" fmla="*/ 0 h 1303"/>
                      <a:gd name="T20" fmla="*/ 1154 w 1451"/>
                      <a:gd name="T21" fmla="*/ 249 h 1303"/>
                      <a:gd name="T22" fmla="*/ 1451 w 1451"/>
                      <a:gd name="T23" fmla="*/ 765 h 1303"/>
                      <a:gd name="T24" fmla="*/ 1447 w 1451"/>
                      <a:gd name="T25" fmla="*/ 765 h 1303"/>
                      <a:gd name="T26" fmla="*/ 1433 w 1451"/>
                      <a:gd name="T27" fmla="*/ 765 h 1303"/>
                      <a:gd name="T28" fmla="*/ 1074 w 1451"/>
                      <a:gd name="T29" fmla="*/ 1123 h 1303"/>
                      <a:gd name="T30" fmla="*/ 1121 w 1451"/>
                      <a:gd name="T31" fmla="*/ 1300 h 1303"/>
                      <a:gd name="T32" fmla="*/ 1123 w 1451"/>
                      <a:gd name="T33" fmla="*/ 1303 h 1303"/>
                      <a:gd name="T34" fmla="*/ 328 w 1451"/>
                      <a:gd name="T35" fmla="*/ 1299 h 1303"/>
                      <a:gd name="T36" fmla="*/ 1116 w 1451"/>
                      <a:gd name="T37" fmla="*/ 1299 h 1303"/>
                      <a:gd name="T38" fmla="*/ 1070 w 1451"/>
                      <a:gd name="T39" fmla="*/ 1123 h 1303"/>
                      <a:gd name="T40" fmla="*/ 1433 w 1451"/>
                      <a:gd name="T41" fmla="*/ 761 h 1303"/>
                      <a:gd name="T42" fmla="*/ 1444 w 1451"/>
                      <a:gd name="T43" fmla="*/ 761 h 1303"/>
                      <a:gd name="T44" fmla="*/ 1151 w 1451"/>
                      <a:gd name="T45" fmla="*/ 251 h 1303"/>
                      <a:gd name="T46" fmla="*/ 728 w 1451"/>
                      <a:gd name="T47" fmla="*/ 4 h 1303"/>
                      <a:gd name="T48" fmla="*/ 722 w 1451"/>
                      <a:gd name="T49" fmla="*/ 4 h 1303"/>
                      <a:gd name="T50" fmla="*/ 299 w 1451"/>
                      <a:gd name="T51" fmla="*/ 251 h 1303"/>
                      <a:gd name="T52" fmla="*/ 6 w 1451"/>
                      <a:gd name="T53" fmla="*/ 761 h 1303"/>
                      <a:gd name="T54" fmla="*/ 12 w 1451"/>
                      <a:gd name="T55" fmla="*/ 761 h 1303"/>
                      <a:gd name="T56" fmla="*/ 374 w 1451"/>
                      <a:gd name="T57" fmla="*/ 1123 h 1303"/>
                      <a:gd name="T58" fmla="*/ 328 w 1451"/>
                      <a:gd name="T59" fmla="*/ 1299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51" h="1303">
                        <a:moveTo>
                          <a:pt x="1123" y="1303"/>
                        </a:moveTo>
                        <a:cubicBezTo>
                          <a:pt x="322" y="1303"/>
                          <a:pt x="322" y="1303"/>
                          <a:pt x="322" y="1303"/>
                        </a:cubicBezTo>
                        <a:cubicBezTo>
                          <a:pt x="323" y="1300"/>
                          <a:pt x="323" y="1300"/>
                          <a:pt x="323" y="1300"/>
                        </a:cubicBezTo>
                        <a:cubicBezTo>
                          <a:pt x="354" y="1247"/>
                          <a:pt x="370" y="1185"/>
                          <a:pt x="370" y="1123"/>
                        </a:cubicBezTo>
                        <a:cubicBezTo>
                          <a:pt x="370" y="925"/>
                          <a:pt x="210" y="765"/>
                          <a:pt x="12" y="765"/>
                        </a:cubicBezTo>
                        <a:cubicBezTo>
                          <a:pt x="9" y="765"/>
                          <a:pt x="6" y="765"/>
                          <a:pt x="3" y="765"/>
                        </a:cubicBezTo>
                        <a:cubicBezTo>
                          <a:pt x="0" y="765"/>
                          <a:pt x="0" y="765"/>
                          <a:pt x="0" y="765"/>
                        </a:cubicBezTo>
                        <a:cubicBezTo>
                          <a:pt x="296" y="249"/>
                          <a:pt x="296" y="249"/>
                          <a:pt x="296" y="249"/>
                        </a:cubicBezTo>
                        <a:cubicBezTo>
                          <a:pt x="384" y="95"/>
                          <a:pt x="547" y="0"/>
                          <a:pt x="722" y="0"/>
                        </a:cubicBezTo>
                        <a:cubicBezTo>
                          <a:pt x="728" y="0"/>
                          <a:pt x="728" y="0"/>
                          <a:pt x="728" y="0"/>
                        </a:cubicBezTo>
                        <a:cubicBezTo>
                          <a:pt x="903" y="0"/>
                          <a:pt x="1066" y="95"/>
                          <a:pt x="1154" y="249"/>
                        </a:cubicBezTo>
                        <a:cubicBezTo>
                          <a:pt x="1451" y="765"/>
                          <a:pt x="1451" y="765"/>
                          <a:pt x="1451" y="765"/>
                        </a:cubicBezTo>
                        <a:cubicBezTo>
                          <a:pt x="1447" y="765"/>
                          <a:pt x="1447" y="765"/>
                          <a:pt x="1447" y="765"/>
                        </a:cubicBezTo>
                        <a:cubicBezTo>
                          <a:pt x="1442" y="765"/>
                          <a:pt x="1437" y="765"/>
                          <a:pt x="1433" y="765"/>
                        </a:cubicBezTo>
                        <a:cubicBezTo>
                          <a:pt x="1235" y="765"/>
                          <a:pt x="1074" y="925"/>
                          <a:pt x="1074" y="1123"/>
                        </a:cubicBezTo>
                        <a:cubicBezTo>
                          <a:pt x="1074" y="1185"/>
                          <a:pt x="1090" y="1247"/>
                          <a:pt x="1121" y="1300"/>
                        </a:cubicBezTo>
                        <a:lnTo>
                          <a:pt x="1123" y="1303"/>
                        </a:lnTo>
                        <a:close/>
                        <a:moveTo>
                          <a:pt x="328" y="1299"/>
                        </a:moveTo>
                        <a:cubicBezTo>
                          <a:pt x="1116" y="1299"/>
                          <a:pt x="1116" y="1299"/>
                          <a:pt x="1116" y="1299"/>
                        </a:cubicBezTo>
                        <a:cubicBezTo>
                          <a:pt x="1086" y="1246"/>
                          <a:pt x="1070" y="1185"/>
                          <a:pt x="1070" y="1123"/>
                        </a:cubicBezTo>
                        <a:cubicBezTo>
                          <a:pt x="1070" y="923"/>
                          <a:pt x="1233" y="761"/>
                          <a:pt x="1433" y="761"/>
                        </a:cubicBezTo>
                        <a:cubicBezTo>
                          <a:pt x="1436" y="761"/>
                          <a:pt x="1440" y="761"/>
                          <a:pt x="1444" y="761"/>
                        </a:cubicBezTo>
                        <a:cubicBezTo>
                          <a:pt x="1151" y="251"/>
                          <a:pt x="1151" y="251"/>
                          <a:pt x="1151" y="251"/>
                        </a:cubicBezTo>
                        <a:cubicBezTo>
                          <a:pt x="1063" y="98"/>
                          <a:pt x="901" y="4"/>
                          <a:pt x="728" y="4"/>
                        </a:cubicBezTo>
                        <a:cubicBezTo>
                          <a:pt x="722" y="4"/>
                          <a:pt x="722" y="4"/>
                          <a:pt x="722" y="4"/>
                        </a:cubicBezTo>
                        <a:cubicBezTo>
                          <a:pt x="549" y="4"/>
                          <a:pt x="387" y="98"/>
                          <a:pt x="299" y="251"/>
                        </a:cubicBezTo>
                        <a:cubicBezTo>
                          <a:pt x="6" y="761"/>
                          <a:pt x="6" y="761"/>
                          <a:pt x="6" y="761"/>
                        </a:cubicBezTo>
                        <a:cubicBezTo>
                          <a:pt x="8" y="761"/>
                          <a:pt x="10" y="761"/>
                          <a:pt x="12" y="761"/>
                        </a:cubicBezTo>
                        <a:cubicBezTo>
                          <a:pt x="212" y="761"/>
                          <a:pt x="374" y="923"/>
                          <a:pt x="374" y="1123"/>
                        </a:cubicBezTo>
                        <a:cubicBezTo>
                          <a:pt x="374" y="1185"/>
                          <a:pt x="358" y="1246"/>
                          <a:pt x="328" y="1299"/>
                        </a:cubicBezTo>
                        <a:close/>
                      </a:path>
                    </a:pathLst>
                  </a:custGeom>
                  <a:grpFill/>
                  <a:ln w="19050">
                    <a:gradFill flip="none" rotWithShape="1">
                      <a:gsLst>
                        <a:gs pos="0">
                          <a:schemeClr val="bg1"/>
                        </a:gs>
                        <a:gs pos="100000">
                          <a:schemeClr val="bg1">
                            <a:lumMod val="75000"/>
                          </a:schemeClr>
                        </a:gs>
                      </a:gsLst>
                      <a:lin ang="2700000" scaled="1"/>
                      <a:tileRect/>
                    </a:gradFill>
                    <a:round/>
                    <a:headEnd/>
                    <a:tailEnd/>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35" name="弦形 34"/>
                <p:cNvSpPr/>
                <p:nvPr/>
              </p:nvSpPr>
              <p:spPr>
                <a:xfrm rot="20385432">
                  <a:off x="3330883" y="1656813"/>
                  <a:ext cx="3385036" cy="1825204"/>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Freeform 10"/>
                <p:cNvSpPr>
                  <a:spLocks/>
                </p:cNvSpPr>
                <p:nvPr/>
              </p:nvSpPr>
              <p:spPr bwMode="auto">
                <a:xfrm>
                  <a:off x="5152718" y="2700230"/>
                  <a:ext cx="1957388" cy="1663700"/>
                </a:xfrm>
                <a:custGeom>
                  <a:avLst/>
                  <a:gdLst>
                    <a:gd name="T0" fmla="*/ 293 w 1233"/>
                    <a:gd name="T1" fmla="*/ 1048 h 1048"/>
                    <a:gd name="T2" fmla="*/ 0 w 1233"/>
                    <a:gd name="T3" fmla="*/ 554 h 1048"/>
                    <a:gd name="T4" fmla="*/ 321 w 1233"/>
                    <a:gd name="T5" fmla="*/ 0 h 1048"/>
                    <a:gd name="T6" fmla="*/ 913 w 1233"/>
                    <a:gd name="T7" fmla="*/ 0 h 1048"/>
                    <a:gd name="T8" fmla="*/ 1233 w 1233"/>
                    <a:gd name="T9" fmla="*/ 554 h 1048"/>
                    <a:gd name="T10" fmla="*/ 934 w 1233"/>
                    <a:gd name="T11" fmla="*/ 1048 h 1048"/>
                    <a:gd name="T12" fmla="*/ 293 w 1233"/>
                    <a:gd name="T13" fmla="*/ 1048 h 1048"/>
                  </a:gdLst>
                  <a:ahLst/>
                  <a:cxnLst>
                    <a:cxn ang="0">
                      <a:pos x="T0" y="T1"/>
                    </a:cxn>
                    <a:cxn ang="0">
                      <a:pos x="T2" y="T3"/>
                    </a:cxn>
                    <a:cxn ang="0">
                      <a:pos x="T4" y="T5"/>
                    </a:cxn>
                    <a:cxn ang="0">
                      <a:pos x="T6" y="T7"/>
                    </a:cxn>
                    <a:cxn ang="0">
                      <a:pos x="T8" y="T9"/>
                    </a:cxn>
                    <a:cxn ang="0">
                      <a:pos x="T10" y="T11"/>
                    </a:cxn>
                    <a:cxn ang="0">
                      <a:pos x="T12" y="T13"/>
                    </a:cxn>
                  </a:cxnLst>
                  <a:rect l="0" t="0" r="r" b="b"/>
                  <a:pathLst>
                    <a:path w="1233" h="1048">
                      <a:moveTo>
                        <a:pt x="293" y="1048"/>
                      </a:moveTo>
                      <a:lnTo>
                        <a:pt x="0" y="554"/>
                      </a:lnTo>
                      <a:lnTo>
                        <a:pt x="321" y="0"/>
                      </a:lnTo>
                      <a:lnTo>
                        <a:pt x="913" y="0"/>
                      </a:lnTo>
                      <a:lnTo>
                        <a:pt x="1233" y="554"/>
                      </a:lnTo>
                      <a:lnTo>
                        <a:pt x="934" y="1048"/>
                      </a:lnTo>
                      <a:lnTo>
                        <a:pt x="293" y="1048"/>
                      </a:lnTo>
                      <a:close/>
                    </a:path>
                  </a:pathLst>
                </a:custGeom>
                <a:gradFill>
                  <a:gsLst>
                    <a:gs pos="0">
                      <a:schemeClr val="bg1">
                        <a:lumMod val="100000"/>
                      </a:schemeClr>
                    </a:gs>
                    <a:gs pos="100000">
                      <a:schemeClr val="bg1">
                        <a:lumMod val="80000"/>
                      </a:schemeClr>
                    </a:gs>
                  </a:gsLst>
                  <a:lin ang="2700000" scaled="1"/>
                </a:gradFill>
                <a:ln w="76200">
                  <a:noFill/>
                </a:ln>
                <a:effectLst>
                  <a:outerShdw blurRad="50800" dist="381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nvGrpSpPr>
                <p:cNvPr id="37" name="组合 36"/>
                <p:cNvGrpSpPr/>
                <p:nvPr/>
              </p:nvGrpSpPr>
              <p:grpSpPr>
                <a:xfrm>
                  <a:off x="3453726" y="1402715"/>
                  <a:ext cx="2260181" cy="2114550"/>
                  <a:chOff x="2815057" y="1402715"/>
                  <a:chExt cx="2260181" cy="2114550"/>
                </a:xfrm>
              </p:grpSpPr>
              <p:sp>
                <p:nvSpPr>
                  <p:cNvPr id="57" name="Freeform 14"/>
                  <p:cNvSpPr>
                    <a:spLocks/>
                  </p:cNvSpPr>
                  <p:nvPr/>
                </p:nvSpPr>
                <p:spPr bwMode="auto">
                  <a:xfrm>
                    <a:off x="2829560" y="1402715"/>
                    <a:ext cx="2230438" cy="2114550"/>
                  </a:xfrm>
                  <a:custGeom>
                    <a:avLst/>
                    <a:gdLst>
                      <a:gd name="T0" fmla="*/ 592 w 592"/>
                      <a:gd name="T1" fmla="*/ 385 h 561"/>
                      <a:gd name="T2" fmla="*/ 490 w 592"/>
                      <a:gd name="T3" fmla="*/ 561 h 561"/>
                      <a:gd name="T4" fmla="*/ 0 w 592"/>
                      <a:gd name="T5" fmla="*/ 465 h 561"/>
                      <a:gd name="T6" fmla="*/ 269 w 592"/>
                      <a:gd name="T7" fmla="*/ 0 h 561"/>
                      <a:gd name="T8" fmla="*/ 592 w 592"/>
                      <a:gd name="T9" fmla="*/ 385 h 561"/>
                    </a:gdLst>
                    <a:ahLst/>
                    <a:cxnLst>
                      <a:cxn ang="0">
                        <a:pos x="T0" y="T1"/>
                      </a:cxn>
                      <a:cxn ang="0">
                        <a:pos x="T2" y="T3"/>
                      </a:cxn>
                      <a:cxn ang="0">
                        <a:pos x="T4" y="T5"/>
                      </a:cxn>
                      <a:cxn ang="0">
                        <a:pos x="T6" y="T7"/>
                      </a:cxn>
                      <a:cxn ang="0">
                        <a:pos x="T8" y="T9"/>
                      </a:cxn>
                    </a:cxnLst>
                    <a:rect l="0" t="0" r="r" b="b"/>
                    <a:pathLst>
                      <a:path w="592" h="561">
                        <a:moveTo>
                          <a:pt x="592" y="385"/>
                        </a:moveTo>
                        <a:cubicBezTo>
                          <a:pt x="490" y="561"/>
                          <a:pt x="490" y="561"/>
                          <a:pt x="490" y="561"/>
                        </a:cubicBezTo>
                        <a:cubicBezTo>
                          <a:pt x="313" y="481"/>
                          <a:pt x="146" y="447"/>
                          <a:pt x="0" y="465"/>
                        </a:cubicBezTo>
                        <a:cubicBezTo>
                          <a:pt x="269" y="0"/>
                          <a:pt x="269" y="0"/>
                          <a:pt x="269" y="0"/>
                        </a:cubicBezTo>
                        <a:cubicBezTo>
                          <a:pt x="325" y="136"/>
                          <a:pt x="434" y="271"/>
                          <a:pt x="592" y="385"/>
                        </a:cubicBezTo>
                        <a:close/>
                      </a:path>
                    </a:pathLst>
                  </a:custGeom>
                  <a:gradFill>
                    <a:gsLst>
                      <a:gs pos="72000">
                        <a:srgbClr val="DDDDDD">
                          <a:lumMod val="96000"/>
                          <a:lumOff val="4000"/>
                        </a:srgbClr>
                      </a:gs>
                      <a:gs pos="15000">
                        <a:schemeClr val="bg1">
                          <a:lumMod val="75000"/>
                        </a:schemeClr>
                      </a:gs>
                      <a:gs pos="0">
                        <a:schemeClr val="bg1">
                          <a:lumMod val="75000"/>
                        </a:schemeClr>
                      </a:gs>
                      <a:gs pos="44000">
                        <a:schemeClr val="bg1">
                          <a:lumMod val="98000"/>
                        </a:schemeClr>
                      </a:gs>
                      <a:gs pos="100000">
                        <a:schemeClr val="bg1">
                          <a:lumMod val="75000"/>
                        </a:schemeClr>
                      </a:gs>
                    </a:gsLst>
                    <a:lin ang="2040000" scaled="0"/>
                  </a:gra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 name="Freeform 26"/>
                  <p:cNvSpPr>
                    <a:spLocks/>
                  </p:cNvSpPr>
                  <p:nvPr/>
                </p:nvSpPr>
                <p:spPr bwMode="auto">
                  <a:xfrm>
                    <a:off x="2815057" y="3110334"/>
                    <a:ext cx="1852613" cy="404812"/>
                  </a:xfrm>
                  <a:custGeom>
                    <a:avLst/>
                    <a:gdLst>
                      <a:gd name="T0" fmla="*/ 491 w 491"/>
                      <a:gd name="T1" fmla="*/ 105 h 105"/>
                      <a:gd name="T2" fmla="*/ 470 w 491"/>
                      <a:gd name="T3" fmla="*/ 97 h 105"/>
                      <a:gd name="T4" fmla="*/ 447 w 491"/>
                      <a:gd name="T5" fmla="*/ 88 h 105"/>
                      <a:gd name="T6" fmla="*/ 417 w 491"/>
                      <a:gd name="T7" fmla="*/ 77 h 105"/>
                      <a:gd name="T8" fmla="*/ 399 w 491"/>
                      <a:gd name="T9" fmla="*/ 71 h 105"/>
                      <a:gd name="T10" fmla="*/ 381 w 491"/>
                      <a:gd name="T11" fmla="*/ 64 h 105"/>
                      <a:gd name="T12" fmla="*/ 361 w 491"/>
                      <a:gd name="T13" fmla="*/ 58 h 105"/>
                      <a:gd name="T14" fmla="*/ 340 w 491"/>
                      <a:gd name="T15" fmla="*/ 52 h 105"/>
                      <a:gd name="T16" fmla="*/ 296 w 491"/>
                      <a:gd name="T17" fmla="*/ 39 h 105"/>
                      <a:gd name="T18" fmla="*/ 273 w 491"/>
                      <a:gd name="T19" fmla="*/ 33 h 105"/>
                      <a:gd name="T20" fmla="*/ 250 w 491"/>
                      <a:gd name="T21" fmla="*/ 28 h 105"/>
                      <a:gd name="T22" fmla="*/ 227 w 491"/>
                      <a:gd name="T23" fmla="*/ 23 h 105"/>
                      <a:gd name="T24" fmla="*/ 204 w 491"/>
                      <a:gd name="T25" fmla="*/ 19 h 105"/>
                      <a:gd name="T26" fmla="*/ 159 w 491"/>
                      <a:gd name="T27" fmla="*/ 13 h 105"/>
                      <a:gd name="T28" fmla="*/ 117 w 491"/>
                      <a:gd name="T29" fmla="*/ 8 h 105"/>
                      <a:gd name="T30" fmla="*/ 97 w 491"/>
                      <a:gd name="T31" fmla="*/ 7 h 105"/>
                      <a:gd name="T32" fmla="*/ 79 w 491"/>
                      <a:gd name="T33" fmla="*/ 7 h 105"/>
                      <a:gd name="T34" fmla="*/ 47 w 491"/>
                      <a:gd name="T35" fmla="*/ 7 h 105"/>
                      <a:gd name="T36" fmla="*/ 22 w 491"/>
                      <a:gd name="T37" fmla="*/ 7 h 105"/>
                      <a:gd name="T38" fmla="*/ 0 w 491"/>
                      <a:gd name="T39" fmla="*/ 9 h 105"/>
                      <a:gd name="T40" fmla="*/ 22 w 491"/>
                      <a:gd name="T41" fmla="*/ 5 h 105"/>
                      <a:gd name="T42" fmla="*/ 47 w 491"/>
                      <a:gd name="T43" fmla="*/ 3 h 105"/>
                      <a:gd name="T44" fmla="*/ 79 w 491"/>
                      <a:gd name="T45" fmla="*/ 1 h 105"/>
                      <a:gd name="T46" fmla="*/ 98 w 491"/>
                      <a:gd name="T47" fmla="*/ 1 h 105"/>
                      <a:gd name="T48" fmla="*/ 118 w 491"/>
                      <a:gd name="T49" fmla="*/ 1 h 105"/>
                      <a:gd name="T50" fmla="*/ 139 w 491"/>
                      <a:gd name="T51" fmla="*/ 2 h 105"/>
                      <a:gd name="T52" fmla="*/ 160 w 491"/>
                      <a:gd name="T53" fmla="*/ 4 h 105"/>
                      <a:gd name="T54" fmla="*/ 183 w 491"/>
                      <a:gd name="T55" fmla="*/ 6 h 105"/>
                      <a:gd name="T56" fmla="*/ 206 w 491"/>
                      <a:gd name="T57" fmla="*/ 10 h 105"/>
                      <a:gd name="T58" fmla="*/ 229 w 491"/>
                      <a:gd name="T59" fmla="*/ 14 h 105"/>
                      <a:gd name="T60" fmla="*/ 253 w 491"/>
                      <a:gd name="T61" fmla="*/ 18 h 105"/>
                      <a:gd name="T62" fmla="*/ 276 w 491"/>
                      <a:gd name="T63" fmla="*/ 24 h 105"/>
                      <a:gd name="T64" fmla="*/ 299 w 491"/>
                      <a:gd name="T65" fmla="*/ 30 h 105"/>
                      <a:gd name="T66" fmla="*/ 343 w 491"/>
                      <a:gd name="T67" fmla="*/ 43 h 105"/>
                      <a:gd name="T68" fmla="*/ 363 w 491"/>
                      <a:gd name="T69" fmla="*/ 50 h 105"/>
                      <a:gd name="T70" fmla="*/ 383 w 491"/>
                      <a:gd name="T71" fmla="*/ 57 h 105"/>
                      <a:gd name="T72" fmla="*/ 419 w 491"/>
                      <a:gd name="T73" fmla="*/ 71 h 105"/>
                      <a:gd name="T74" fmla="*/ 448 w 491"/>
                      <a:gd name="T75" fmla="*/ 84 h 105"/>
                      <a:gd name="T76" fmla="*/ 471 w 491"/>
                      <a:gd name="T77" fmla="*/ 95 h 105"/>
                      <a:gd name="T78" fmla="*/ 491 w 491"/>
                      <a:gd name="T7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1" h="105">
                        <a:moveTo>
                          <a:pt x="491" y="105"/>
                        </a:moveTo>
                        <a:cubicBezTo>
                          <a:pt x="491" y="105"/>
                          <a:pt x="483" y="102"/>
                          <a:pt x="470" y="97"/>
                        </a:cubicBezTo>
                        <a:cubicBezTo>
                          <a:pt x="464" y="94"/>
                          <a:pt x="456" y="91"/>
                          <a:pt x="447" y="88"/>
                        </a:cubicBezTo>
                        <a:cubicBezTo>
                          <a:pt x="438" y="85"/>
                          <a:pt x="428" y="81"/>
                          <a:pt x="417" y="77"/>
                        </a:cubicBezTo>
                        <a:cubicBezTo>
                          <a:pt x="411" y="75"/>
                          <a:pt x="405" y="73"/>
                          <a:pt x="399" y="71"/>
                        </a:cubicBezTo>
                        <a:cubicBezTo>
                          <a:pt x="393" y="69"/>
                          <a:pt x="387" y="66"/>
                          <a:pt x="381" y="64"/>
                        </a:cubicBezTo>
                        <a:cubicBezTo>
                          <a:pt x="374" y="62"/>
                          <a:pt x="367" y="60"/>
                          <a:pt x="361" y="58"/>
                        </a:cubicBezTo>
                        <a:cubicBezTo>
                          <a:pt x="354" y="56"/>
                          <a:pt x="347" y="54"/>
                          <a:pt x="340" y="52"/>
                        </a:cubicBezTo>
                        <a:cubicBezTo>
                          <a:pt x="326" y="47"/>
                          <a:pt x="311" y="43"/>
                          <a:pt x="296" y="39"/>
                        </a:cubicBezTo>
                        <a:cubicBezTo>
                          <a:pt x="289" y="37"/>
                          <a:pt x="281" y="35"/>
                          <a:pt x="273" y="33"/>
                        </a:cubicBezTo>
                        <a:cubicBezTo>
                          <a:pt x="266" y="32"/>
                          <a:pt x="258" y="30"/>
                          <a:pt x="250" y="28"/>
                        </a:cubicBezTo>
                        <a:cubicBezTo>
                          <a:pt x="243" y="27"/>
                          <a:pt x="235" y="25"/>
                          <a:pt x="227" y="23"/>
                        </a:cubicBezTo>
                        <a:cubicBezTo>
                          <a:pt x="220" y="22"/>
                          <a:pt x="212" y="21"/>
                          <a:pt x="204" y="19"/>
                        </a:cubicBezTo>
                        <a:cubicBezTo>
                          <a:pt x="189" y="17"/>
                          <a:pt x="174" y="14"/>
                          <a:pt x="159" y="13"/>
                        </a:cubicBezTo>
                        <a:cubicBezTo>
                          <a:pt x="145" y="11"/>
                          <a:pt x="131" y="10"/>
                          <a:pt x="117" y="8"/>
                        </a:cubicBezTo>
                        <a:cubicBezTo>
                          <a:pt x="110" y="8"/>
                          <a:pt x="104" y="8"/>
                          <a:pt x="97" y="7"/>
                        </a:cubicBezTo>
                        <a:cubicBezTo>
                          <a:pt x="91" y="7"/>
                          <a:pt x="85" y="7"/>
                          <a:pt x="79" y="7"/>
                        </a:cubicBezTo>
                        <a:cubicBezTo>
                          <a:pt x="67" y="7"/>
                          <a:pt x="56" y="6"/>
                          <a:pt x="47" y="7"/>
                        </a:cubicBezTo>
                        <a:cubicBezTo>
                          <a:pt x="37" y="7"/>
                          <a:pt x="29" y="7"/>
                          <a:pt x="22" y="7"/>
                        </a:cubicBezTo>
                        <a:cubicBezTo>
                          <a:pt x="8" y="8"/>
                          <a:pt x="0" y="9"/>
                          <a:pt x="0" y="9"/>
                        </a:cubicBezTo>
                        <a:cubicBezTo>
                          <a:pt x="0" y="9"/>
                          <a:pt x="8" y="7"/>
                          <a:pt x="22" y="5"/>
                        </a:cubicBezTo>
                        <a:cubicBezTo>
                          <a:pt x="29" y="4"/>
                          <a:pt x="37" y="4"/>
                          <a:pt x="47" y="3"/>
                        </a:cubicBezTo>
                        <a:cubicBezTo>
                          <a:pt x="56" y="2"/>
                          <a:pt x="67" y="1"/>
                          <a:pt x="79" y="1"/>
                        </a:cubicBezTo>
                        <a:cubicBezTo>
                          <a:pt x="85" y="0"/>
                          <a:pt x="91" y="1"/>
                          <a:pt x="98" y="1"/>
                        </a:cubicBezTo>
                        <a:cubicBezTo>
                          <a:pt x="104" y="1"/>
                          <a:pt x="111" y="1"/>
                          <a:pt x="118" y="1"/>
                        </a:cubicBezTo>
                        <a:cubicBezTo>
                          <a:pt x="124" y="1"/>
                          <a:pt x="131" y="2"/>
                          <a:pt x="139" y="2"/>
                        </a:cubicBezTo>
                        <a:cubicBezTo>
                          <a:pt x="146" y="2"/>
                          <a:pt x="153" y="3"/>
                          <a:pt x="160" y="4"/>
                        </a:cubicBezTo>
                        <a:cubicBezTo>
                          <a:pt x="168" y="4"/>
                          <a:pt x="175" y="5"/>
                          <a:pt x="183" y="6"/>
                        </a:cubicBezTo>
                        <a:cubicBezTo>
                          <a:pt x="191" y="7"/>
                          <a:pt x="198" y="8"/>
                          <a:pt x="206" y="10"/>
                        </a:cubicBezTo>
                        <a:cubicBezTo>
                          <a:pt x="214" y="11"/>
                          <a:pt x="221" y="12"/>
                          <a:pt x="229" y="14"/>
                        </a:cubicBezTo>
                        <a:cubicBezTo>
                          <a:pt x="237" y="15"/>
                          <a:pt x="245" y="17"/>
                          <a:pt x="253" y="18"/>
                        </a:cubicBezTo>
                        <a:cubicBezTo>
                          <a:pt x="260" y="20"/>
                          <a:pt x="268" y="22"/>
                          <a:pt x="276" y="24"/>
                        </a:cubicBezTo>
                        <a:cubicBezTo>
                          <a:pt x="283" y="26"/>
                          <a:pt x="291" y="28"/>
                          <a:pt x="299" y="30"/>
                        </a:cubicBezTo>
                        <a:cubicBezTo>
                          <a:pt x="314" y="34"/>
                          <a:pt x="328" y="38"/>
                          <a:pt x="343" y="43"/>
                        </a:cubicBezTo>
                        <a:cubicBezTo>
                          <a:pt x="350" y="45"/>
                          <a:pt x="357" y="48"/>
                          <a:pt x="363" y="50"/>
                        </a:cubicBezTo>
                        <a:cubicBezTo>
                          <a:pt x="370" y="52"/>
                          <a:pt x="377" y="55"/>
                          <a:pt x="383" y="57"/>
                        </a:cubicBezTo>
                        <a:cubicBezTo>
                          <a:pt x="396" y="62"/>
                          <a:pt x="408" y="67"/>
                          <a:pt x="419" y="71"/>
                        </a:cubicBezTo>
                        <a:cubicBezTo>
                          <a:pt x="430" y="76"/>
                          <a:pt x="440" y="80"/>
                          <a:pt x="448" y="84"/>
                        </a:cubicBezTo>
                        <a:cubicBezTo>
                          <a:pt x="457" y="88"/>
                          <a:pt x="465" y="92"/>
                          <a:pt x="471" y="95"/>
                        </a:cubicBezTo>
                        <a:cubicBezTo>
                          <a:pt x="483" y="101"/>
                          <a:pt x="491" y="105"/>
                          <a:pt x="491" y="105"/>
                        </a:cubicBezTo>
                        <a:close/>
                      </a:path>
                    </a:pathLst>
                  </a:custGeom>
                  <a:gradFill>
                    <a:gsLst>
                      <a:gs pos="0">
                        <a:schemeClr val="bg1">
                          <a:lumMod val="81000"/>
                        </a:schemeClr>
                      </a:gs>
                      <a:gs pos="65000">
                        <a:srgbClr val="EFEFEF">
                          <a:lumMod val="99000"/>
                        </a:srgbClr>
                      </a:gs>
                      <a:gs pos="35000">
                        <a:schemeClr val="bg1">
                          <a:lumMod val="96000"/>
                          <a:lumOff val="4000"/>
                        </a:schemeClr>
                      </a:gs>
                      <a:gs pos="100000">
                        <a:schemeClr val="bg1">
                          <a:lumMod val="89000"/>
                        </a:schemeClr>
                      </a:gs>
                    </a:gsLst>
                    <a:lin ang="24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9" name="Freeform 30"/>
                  <p:cNvSpPr>
                    <a:spLocks/>
                  </p:cNvSpPr>
                  <p:nvPr/>
                </p:nvSpPr>
                <p:spPr bwMode="auto">
                  <a:xfrm>
                    <a:off x="3848100" y="1414464"/>
                    <a:ext cx="1227138" cy="1450975"/>
                  </a:xfrm>
                  <a:custGeom>
                    <a:avLst/>
                    <a:gdLst>
                      <a:gd name="T0" fmla="*/ 0 w 324"/>
                      <a:gd name="T1" fmla="*/ 0 h 384"/>
                      <a:gd name="T2" fmla="*/ 10 w 324"/>
                      <a:gd name="T3" fmla="*/ 19 h 384"/>
                      <a:gd name="T4" fmla="*/ 22 w 324"/>
                      <a:gd name="T5" fmla="*/ 41 h 384"/>
                      <a:gd name="T6" fmla="*/ 38 w 324"/>
                      <a:gd name="T7" fmla="*/ 70 h 384"/>
                      <a:gd name="T8" fmla="*/ 47 w 324"/>
                      <a:gd name="T9" fmla="*/ 85 h 384"/>
                      <a:gd name="T10" fmla="*/ 58 w 324"/>
                      <a:gd name="T11" fmla="*/ 102 h 384"/>
                      <a:gd name="T12" fmla="*/ 82 w 324"/>
                      <a:gd name="T13" fmla="*/ 137 h 384"/>
                      <a:gd name="T14" fmla="*/ 110 w 324"/>
                      <a:gd name="T15" fmla="*/ 174 h 384"/>
                      <a:gd name="T16" fmla="*/ 140 w 324"/>
                      <a:gd name="T17" fmla="*/ 210 h 384"/>
                      <a:gd name="T18" fmla="*/ 171 w 324"/>
                      <a:gd name="T19" fmla="*/ 246 h 384"/>
                      <a:gd name="T20" fmla="*/ 203 w 324"/>
                      <a:gd name="T21" fmla="*/ 278 h 384"/>
                      <a:gd name="T22" fmla="*/ 219 w 324"/>
                      <a:gd name="T23" fmla="*/ 293 h 384"/>
                      <a:gd name="T24" fmla="*/ 234 w 324"/>
                      <a:gd name="T25" fmla="*/ 308 h 384"/>
                      <a:gd name="T26" fmla="*/ 249 w 324"/>
                      <a:gd name="T27" fmla="*/ 321 h 384"/>
                      <a:gd name="T28" fmla="*/ 263 w 324"/>
                      <a:gd name="T29" fmla="*/ 333 h 384"/>
                      <a:gd name="T30" fmla="*/ 276 w 324"/>
                      <a:gd name="T31" fmla="*/ 344 h 384"/>
                      <a:gd name="T32" fmla="*/ 288 w 324"/>
                      <a:gd name="T33" fmla="*/ 354 h 384"/>
                      <a:gd name="T34" fmla="*/ 307 w 324"/>
                      <a:gd name="T35" fmla="*/ 370 h 384"/>
                      <a:gd name="T36" fmla="*/ 324 w 324"/>
                      <a:gd name="T37" fmla="*/ 384 h 384"/>
                      <a:gd name="T38" fmla="*/ 306 w 324"/>
                      <a:gd name="T39" fmla="*/ 372 h 384"/>
                      <a:gd name="T40" fmla="*/ 285 w 324"/>
                      <a:gd name="T41" fmla="*/ 357 h 384"/>
                      <a:gd name="T42" fmla="*/ 259 w 324"/>
                      <a:gd name="T43" fmla="*/ 338 h 384"/>
                      <a:gd name="T44" fmla="*/ 229 w 324"/>
                      <a:gd name="T45" fmla="*/ 313 h 384"/>
                      <a:gd name="T46" fmla="*/ 213 w 324"/>
                      <a:gd name="T47" fmla="*/ 300 h 384"/>
                      <a:gd name="T48" fmla="*/ 197 w 324"/>
                      <a:gd name="T49" fmla="*/ 285 h 384"/>
                      <a:gd name="T50" fmla="*/ 164 w 324"/>
                      <a:gd name="T51" fmla="*/ 252 h 384"/>
                      <a:gd name="T52" fmla="*/ 132 w 324"/>
                      <a:gd name="T53" fmla="*/ 217 h 384"/>
                      <a:gd name="T54" fmla="*/ 102 w 324"/>
                      <a:gd name="T55" fmla="*/ 180 h 384"/>
                      <a:gd name="T56" fmla="*/ 88 w 324"/>
                      <a:gd name="T57" fmla="*/ 161 h 384"/>
                      <a:gd name="T58" fmla="*/ 75 w 324"/>
                      <a:gd name="T59" fmla="*/ 143 h 384"/>
                      <a:gd name="T60" fmla="*/ 63 w 324"/>
                      <a:gd name="T61" fmla="*/ 124 h 384"/>
                      <a:gd name="T62" fmla="*/ 52 w 324"/>
                      <a:gd name="T63" fmla="*/ 106 h 384"/>
                      <a:gd name="T64" fmla="*/ 42 w 324"/>
                      <a:gd name="T65" fmla="*/ 89 h 384"/>
                      <a:gd name="T66" fmla="*/ 33 w 324"/>
                      <a:gd name="T67" fmla="*/ 72 h 384"/>
                      <a:gd name="T68" fmla="*/ 18 w 324"/>
                      <a:gd name="T69" fmla="*/ 43 h 384"/>
                      <a:gd name="T70" fmla="*/ 8 w 324"/>
                      <a:gd name="T71" fmla="*/ 20 h 384"/>
                      <a:gd name="T72" fmla="*/ 0 w 324"/>
                      <a:gd name="T7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384">
                        <a:moveTo>
                          <a:pt x="0" y="0"/>
                        </a:moveTo>
                        <a:cubicBezTo>
                          <a:pt x="0" y="0"/>
                          <a:pt x="4" y="7"/>
                          <a:pt x="10" y="19"/>
                        </a:cubicBezTo>
                        <a:cubicBezTo>
                          <a:pt x="13" y="25"/>
                          <a:pt x="17" y="33"/>
                          <a:pt x="22" y="41"/>
                        </a:cubicBezTo>
                        <a:cubicBezTo>
                          <a:pt x="26" y="50"/>
                          <a:pt x="32" y="59"/>
                          <a:pt x="38" y="70"/>
                        </a:cubicBezTo>
                        <a:cubicBezTo>
                          <a:pt x="41" y="75"/>
                          <a:pt x="44" y="80"/>
                          <a:pt x="47" y="85"/>
                        </a:cubicBezTo>
                        <a:cubicBezTo>
                          <a:pt x="51" y="91"/>
                          <a:pt x="54" y="97"/>
                          <a:pt x="58" y="102"/>
                        </a:cubicBezTo>
                        <a:cubicBezTo>
                          <a:pt x="65" y="114"/>
                          <a:pt x="73" y="125"/>
                          <a:pt x="82" y="137"/>
                        </a:cubicBezTo>
                        <a:cubicBezTo>
                          <a:pt x="90" y="150"/>
                          <a:pt x="100" y="162"/>
                          <a:pt x="110" y="174"/>
                        </a:cubicBezTo>
                        <a:cubicBezTo>
                          <a:pt x="119" y="186"/>
                          <a:pt x="129" y="199"/>
                          <a:pt x="140" y="210"/>
                        </a:cubicBezTo>
                        <a:cubicBezTo>
                          <a:pt x="150" y="223"/>
                          <a:pt x="161" y="234"/>
                          <a:pt x="171" y="246"/>
                        </a:cubicBezTo>
                        <a:cubicBezTo>
                          <a:pt x="182" y="257"/>
                          <a:pt x="192" y="268"/>
                          <a:pt x="203" y="278"/>
                        </a:cubicBezTo>
                        <a:cubicBezTo>
                          <a:pt x="209" y="283"/>
                          <a:pt x="214" y="288"/>
                          <a:pt x="219" y="293"/>
                        </a:cubicBezTo>
                        <a:cubicBezTo>
                          <a:pt x="224" y="298"/>
                          <a:pt x="229" y="303"/>
                          <a:pt x="234" y="308"/>
                        </a:cubicBezTo>
                        <a:cubicBezTo>
                          <a:pt x="239" y="312"/>
                          <a:pt x="244" y="317"/>
                          <a:pt x="249" y="321"/>
                        </a:cubicBezTo>
                        <a:cubicBezTo>
                          <a:pt x="254" y="325"/>
                          <a:pt x="259" y="329"/>
                          <a:pt x="263" y="333"/>
                        </a:cubicBezTo>
                        <a:cubicBezTo>
                          <a:pt x="267" y="337"/>
                          <a:pt x="272" y="341"/>
                          <a:pt x="276" y="344"/>
                        </a:cubicBezTo>
                        <a:cubicBezTo>
                          <a:pt x="280" y="348"/>
                          <a:pt x="284" y="351"/>
                          <a:pt x="288" y="354"/>
                        </a:cubicBezTo>
                        <a:cubicBezTo>
                          <a:pt x="295" y="361"/>
                          <a:pt x="302" y="366"/>
                          <a:pt x="307" y="370"/>
                        </a:cubicBezTo>
                        <a:cubicBezTo>
                          <a:pt x="318" y="379"/>
                          <a:pt x="324" y="384"/>
                          <a:pt x="324" y="384"/>
                        </a:cubicBezTo>
                        <a:cubicBezTo>
                          <a:pt x="324" y="384"/>
                          <a:pt x="318" y="380"/>
                          <a:pt x="306" y="372"/>
                        </a:cubicBezTo>
                        <a:cubicBezTo>
                          <a:pt x="300" y="368"/>
                          <a:pt x="293" y="363"/>
                          <a:pt x="285" y="357"/>
                        </a:cubicBezTo>
                        <a:cubicBezTo>
                          <a:pt x="278" y="352"/>
                          <a:pt x="269" y="345"/>
                          <a:pt x="259" y="338"/>
                        </a:cubicBezTo>
                        <a:cubicBezTo>
                          <a:pt x="250" y="330"/>
                          <a:pt x="240" y="322"/>
                          <a:pt x="229" y="313"/>
                        </a:cubicBezTo>
                        <a:cubicBezTo>
                          <a:pt x="224" y="309"/>
                          <a:pt x="219" y="304"/>
                          <a:pt x="213" y="300"/>
                        </a:cubicBezTo>
                        <a:cubicBezTo>
                          <a:pt x="208" y="295"/>
                          <a:pt x="203" y="290"/>
                          <a:pt x="197" y="285"/>
                        </a:cubicBezTo>
                        <a:cubicBezTo>
                          <a:pt x="186" y="275"/>
                          <a:pt x="175" y="263"/>
                          <a:pt x="164" y="252"/>
                        </a:cubicBezTo>
                        <a:cubicBezTo>
                          <a:pt x="153" y="241"/>
                          <a:pt x="142" y="229"/>
                          <a:pt x="132" y="217"/>
                        </a:cubicBezTo>
                        <a:cubicBezTo>
                          <a:pt x="121" y="205"/>
                          <a:pt x="112" y="192"/>
                          <a:pt x="102" y="180"/>
                        </a:cubicBezTo>
                        <a:cubicBezTo>
                          <a:pt x="97" y="174"/>
                          <a:pt x="92" y="167"/>
                          <a:pt x="88" y="161"/>
                        </a:cubicBezTo>
                        <a:cubicBezTo>
                          <a:pt x="83" y="155"/>
                          <a:pt x="79" y="149"/>
                          <a:pt x="75" y="143"/>
                        </a:cubicBezTo>
                        <a:cubicBezTo>
                          <a:pt x="71" y="136"/>
                          <a:pt x="66" y="130"/>
                          <a:pt x="63" y="124"/>
                        </a:cubicBezTo>
                        <a:cubicBezTo>
                          <a:pt x="59" y="118"/>
                          <a:pt x="55" y="112"/>
                          <a:pt x="52" y="106"/>
                        </a:cubicBezTo>
                        <a:cubicBezTo>
                          <a:pt x="48" y="100"/>
                          <a:pt x="45" y="94"/>
                          <a:pt x="42" y="89"/>
                        </a:cubicBezTo>
                        <a:cubicBezTo>
                          <a:pt x="38" y="83"/>
                          <a:pt x="35" y="78"/>
                          <a:pt x="33" y="72"/>
                        </a:cubicBezTo>
                        <a:cubicBezTo>
                          <a:pt x="27" y="62"/>
                          <a:pt x="22" y="52"/>
                          <a:pt x="18" y="43"/>
                        </a:cubicBezTo>
                        <a:cubicBezTo>
                          <a:pt x="14" y="34"/>
                          <a:pt x="11" y="26"/>
                          <a:pt x="8" y="20"/>
                        </a:cubicBezTo>
                        <a:cubicBezTo>
                          <a:pt x="3" y="7"/>
                          <a:pt x="0" y="0"/>
                          <a:pt x="0" y="0"/>
                        </a:cubicBezTo>
                        <a:close/>
                      </a:path>
                    </a:pathLst>
                  </a:custGeom>
                  <a:gradFill>
                    <a:gsLst>
                      <a:gs pos="72000">
                        <a:srgbClr val="DDDDDD">
                          <a:lumMod val="92000"/>
                          <a:lumOff val="8000"/>
                        </a:srgbClr>
                      </a:gs>
                      <a:gs pos="0">
                        <a:schemeClr val="bg1">
                          <a:lumMod val="79000"/>
                        </a:schemeClr>
                      </a:gs>
                      <a:gs pos="35000">
                        <a:schemeClr val="bg1">
                          <a:lumMod val="99000"/>
                          <a:lumOff val="1000"/>
                        </a:schemeClr>
                      </a:gs>
                      <a:gs pos="100000">
                        <a:schemeClr val="bg1">
                          <a:lumMod val="92000"/>
                        </a:schemeClr>
                      </a:gs>
                    </a:gsLst>
                    <a:lin ang="1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38" name="弦形 37"/>
                <p:cNvSpPr/>
                <p:nvPr/>
              </p:nvSpPr>
              <p:spPr>
                <a:xfrm rot="18713148">
                  <a:off x="6264863" y="1605737"/>
                  <a:ext cx="3418916" cy="1679242"/>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9" name="弦形 38"/>
                <p:cNvSpPr/>
                <p:nvPr/>
              </p:nvSpPr>
              <p:spPr>
                <a:xfrm rot="13306308">
                  <a:off x="4066477" y="3923858"/>
                  <a:ext cx="3418916" cy="1679242"/>
                </a:xfrm>
                <a:prstGeom prst="chord">
                  <a:avLst>
                    <a:gd name="adj1" fmla="val 4679799"/>
                    <a:gd name="adj2" fmla="val 11290326"/>
                  </a:avLst>
                </a:prstGeom>
                <a:gradFill flip="none" rotWithShape="1">
                  <a:gsLst>
                    <a:gs pos="54000">
                      <a:schemeClr val="tx1">
                        <a:alpha val="10000"/>
                      </a:schemeClr>
                    </a:gs>
                    <a:gs pos="0">
                      <a:schemeClr val="tx1">
                        <a:alpha val="30000"/>
                      </a:schemeClr>
                    </a:gs>
                    <a:gs pos="100000">
                      <a:srgbClr val="E6E6E6">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40" name="组合 39"/>
                <p:cNvGrpSpPr/>
                <p:nvPr/>
              </p:nvGrpSpPr>
              <p:grpSpPr>
                <a:xfrm flipH="1">
                  <a:off x="6559014" y="1412241"/>
                  <a:ext cx="2260181" cy="2114550"/>
                  <a:chOff x="2815057" y="1402715"/>
                  <a:chExt cx="2260181" cy="2114550"/>
                </a:xfrm>
              </p:grpSpPr>
              <p:sp>
                <p:nvSpPr>
                  <p:cNvPr id="54" name="Freeform 14"/>
                  <p:cNvSpPr>
                    <a:spLocks/>
                  </p:cNvSpPr>
                  <p:nvPr/>
                </p:nvSpPr>
                <p:spPr bwMode="auto">
                  <a:xfrm>
                    <a:off x="2829560" y="1402715"/>
                    <a:ext cx="2230438" cy="2114550"/>
                  </a:xfrm>
                  <a:custGeom>
                    <a:avLst/>
                    <a:gdLst>
                      <a:gd name="T0" fmla="*/ 592 w 592"/>
                      <a:gd name="T1" fmla="*/ 385 h 561"/>
                      <a:gd name="T2" fmla="*/ 490 w 592"/>
                      <a:gd name="T3" fmla="*/ 561 h 561"/>
                      <a:gd name="T4" fmla="*/ 0 w 592"/>
                      <a:gd name="T5" fmla="*/ 465 h 561"/>
                      <a:gd name="T6" fmla="*/ 269 w 592"/>
                      <a:gd name="T7" fmla="*/ 0 h 561"/>
                      <a:gd name="T8" fmla="*/ 592 w 592"/>
                      <a:gd name="T9" fmla="*/ 385 h 561"/>
                    </a:gdLst>
                    <a:ahLst/>
                    <a:cxnLst>
                      <a:cxn ang="0">
                        <a:pos x="T0" y="T1"/>
                      </a:cxn>
                      <a:cxn ang="0">
                        <a:pos x="T2" y="T3"/>
                      </a:cxn>
                      <a:cxn ang="0">
                        <a:pos x="T4" y="T5"/>
                      </a:cxn>
                      <a:cxn ang="0">
                        <a:pos x="T6" y="T7"/>
                      </a:cxn>
                      <a:cxn ang="0">
                        <a:pos x="T8" y="T9"/>
                      </a:cxn>
                    </a:cxnLst>
                    <a:rect l="0" t="0" r="r" b="b"/>
                    <a:pathLst>
                      <a:path w="592" h="561">
                        <a:moveTo>
                          <a:pt x="592" y="385"/>
                        </a:moveTo>
                        <a:cubicBezTo>
                          <a:pt x="490" y="561"/>
                          <a:pt x="490" y="561"/>
                          <a:pt x="490" y="561"/>
                        </a:cubicBezTo>
                        <a:cubicBezTo>
                          <a:pt x="313" y="481"/>
                          <a:pt x="146" y="447"/>
                          <a:pt x="0" y="465"/>
                        </a:cubicBezTo>
                        <a:cubicBezTo>
                          <a:pt x="269" y="0"/>
                          <a:pt x="269" y="0"/>
                          <a:pt x="269" y="0"/>
                        </a:cubicBezTo>
                        <a:cubicBezTo>
                          <a:pt x="325" y="136"/>
                          <a:pt x="434" y="271"/>
                          <a:pt x="592" y="385"/>
                        </a:cubicBezTo>
                        <a:close/>
                      </a:path>
                    </a:pathLst>
                  </a:custGeom>
                  <a:gradFill>
                    <a:gsLst>
                      <a:gs pos="72000">
                        <a:srgbClr val="DDDDDD">
                          <a:lumMod val="96000"/>
                          <a:lumOff val="4000"/>
                        </a:srgbClr>
                      </a:gs>
                      <a:gs pos="15000">
                        <a:schemeClr val="bg1">
                          <a:lumMod val="75000"/>
                        </a:schemeClr>
                      </a:gs>
                      <a:gs pos="0">
                        <a:schemeClr val="bg1">
                          <a:lumMod val="75000"/>
                        </a:schemeClr>
                      </a:gs>
                      <a:gs pos="44000">
                        <a:schemeClr val="bg1">
                          <a:lumMod val="98000"/>
                        </a:schemeClr>
                      </a:gs>
                      <a:gs pos="100000">
                        <a:schemeClr val="bg1">
                          <a:lumMod val="75000"/>
                        </a:schemeClr>
                      </a:gs>
                    </a:gsLst>
                    <a:lin ang="2040000" scaled="0"/>
                  </a:gra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 name="Freeform 26"/>
                  <p:cNvSpPr>
                    <a:spLocks/>
                  </p:cNvSpPr>
                  <p:nvPr/>
                </p:nvSpPr>
                <p:spPr bwMode="auto">
                  <a:xfrm>
                    <a:off x="2815057" y="3110334"/>
                    <a:ext cx="1852613" cy="404812"/>
                  </a:xfrm>
                  <a:custGeom>
                    <a:avLst/>
                    <a:gdLst>
                      <a:gd name="T0" fmla="*/ 491 w 491"/>
                      <a:gd name="T1" fmla="*/ 105 h 105"/>
                      <a:gd name="T2" fmla="*/ 470 w 491"/>
                      <a:gd name="T3" fmla="*/ 97 h 105"/>
                      <a:gd name="T4" fmla="*/ 447 w 491"/>
                      <a:gd name="T5" fmla="*/ 88 h 105"/>
                      <a:gd name="T6" fmla="*/ 417 w 491"/>
                      <a:gd name="T7" fmla="*/ 77 h 105"/>
                      <a:gd name="T8" fmla="*/ 399 w 491"/>
                      <a:gd name="T9" fmla="*/ 71 h 105"/>
                      <a:gd name="T10" fmla="*/ 381 w 491"/>
                      <a:gd name="T11" fmla="*/ 64 h 105"/>
                      <a:gd name="T12" fmla="*/ 361 w 491"/>
                      <a:gd name="T13" fmla="*/ 58 h 105"/>
                      <a:gd name="T14" fmla="*/ 340 w 491"/>
                      <a:gd name="T15" fmla="*/ 52 h 105"/>
                      <a:gd name="T16" fmla="*/ 296 w 491"/>
                      <a:gd name="T17" fmla="*/ 39 h 105"/>
                      <a:gd name="T18" fmla="*/ 273 w 491"/>
                      <a:gd name="T19" fmla="*/ 33 h 105"/>
                      <a:gd name="T20" fmla="*/ 250 w 491"/>
                      <a:gd name="T21" fmla="*/ 28 h 105"/>
                      <a:gd name="T22" fmla="*/ 227 w 491"/>
                      <a:gd name="T23" fmla="*/ 23 h 105"/>
                      <a:gd name="T24" fmla="*/ 204 w 491"/>
                      <a:gd name="T25" fmla="*/ 19 h 105"/>
                      <a:gd name="T26" fmla="*/ 159 w 491"/>
                      <a:gd name="T27" fmla="*/ 13 h 105"/>
                      <a:gd name="T28" fmla="*/ 117 w 491"/>
                      <a:gd name="T29" fmla="*/ 8 h 105"/>
                      <a:gd name="T30" fmla="*/ 97 w 491"/>
                      <a:gd name="T31" fmla="*/ 7 h 105"/>
                      <a:gd name="T32" fmla="*/ 79 w 491"/>
                      <a:gd name="T33" fmla="*/ 7 h 105"/>
                      <a:gd name="T34" fmla="*/ 47 w 491"/>
                      <a:gd name="T35" fmla="*/ 7 h 105"/>
                      <a:gd name="T36" fmla="*/ 22 w 491"/>
                      <a:gd name="T37" fmla="*/ 7 h 105"/>
                      <a:gd name="T38" fmla="*/ 0 w 491"/>
                      <a:gd name="T39" fmla="*/ 9 h 105"/>
                      <a:gd name="T40" fmla="*/ 22 w 491"/>
                      <a:gd name="T41" fmla="*/ 5 h 105"/>
                      <a:gd name="T42" fmla="*/ 47 w 491"/>
                      <a:gd name="T43" fmla="*/ 3 h 105"/>
                      <a:gd name="T44" fmla="*/ 79 w 491"/>
                      <a:gd name="T45" fmla="*/ 1 h 105"/>
                      <a:gd name="T46" fmla="*/ 98 w 491"/>
                      <a:gd name="T47" fmla="*/ 1 h 105"/>
                      <a:gd name="T48" fmla="*/ 118 w 491"/>
                      <a:gd name="T49" fmla="*/ 1 h 105"/>
                      <a:gd name="T50" fmla="*/ 139 w 491"/>
                      <a:gd name="T51" fmla="*/ 2 h 105"/>
                      <a:gd name="T52" fmla="*/ 160 w 491"/>
                      <a:gd name="T53" fmla="*/ 4 h 105"/>
                      <a:gd name="T54" fmla="*/ 183 w 491"/>
                      <a:gd name="T55" fmla="*/ 6 h 105"/>
                      <a:gd name="T56" fmla="*/ 206 w 491"/>
                      <a:gd name="T57" fmla="*/ 10 h 105"/>
                      <a:gd name="T58" fmla="*/ 229 w 491"/>
                      <a:gd name="T59" fmla="*/ 14 h 105"/>
                      <a:gd name="T60" fmla="*/ 253 w 491"/>
                      <a:gd name="T61" fmla="*/ 18 h 105"/>
                      <a:gd name="T62" fmla="*/ 276 w 491"/>
                      <a:gd name="T63" fmla="*/ 24 h 105"/>
                      <a:gd name="T64" fmla="*/ 299 w 491"/>
                      <a:gd name="T65" fmla="*/ 30 h 105"/>
                      <a:gd name="T66" fmla="*/ 343 w 491"/>
                      <a:gd name="T67" fmla="*/ 43 h 105"/>
                      <a:gd name="T68" fmla="*/ 363 w 491"/>
                      <a:gd name="T69" fmla="*/ 50 h 105"/>
                      <a:gd name="T70" fmla="*/ 383 w 491"/>
                      <a:gd name="T71" fmla="*/ 57 h 105"/>
                      <a:gd name="T72" fmla="*/ 419 w 491"/>
                      <a:gd name="T73" fmla="*/ 71 h 105"/>
                      <a:gd name="T74" fmla="*/ 448 w 491"/>
                      <a:gd name="T75" fmla="*/ 84 h 105"/>
                      <a:gd name="T76" fmla="*/ 471 w 491"/>
                      <a:gd name="T77" fmla="*/ 95 h 105"/>
                      <a:gd name="T78" fmla="*/ 491 w 491"/>
                      <a:gd name="T7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1" h="105">
                        <a:moveTo>
                          <a:pt x="491" y="105"/>
                        </a:moveTo>
                        <a:cubicBezTo>
                          <a:pt x="491" y="105"/>
                          <a:pt x="483" y="102"/>
                          <a:pt x="470" y="97"/>
                        </a:cubicBezTo>
                        <a:cubicBezTo>
                          <a:pt x="464" y="94"/>
                          <a:pt x="456" y="91"/>
                          <a:pt x="447" y="88"/>
                        </a:cubicBezTo>
                        <a:cubicBezTo>
                          <a:pt x="438" y="85"/>
                          <a:pt x="428" y="81"/>
                          <a:pt x="417" y="77"/>
                        </a:cubicBezTo>
                        <a:cubicBezTo>
                          <a:pt x="411" y="75"/>
                          <a:pt x="405" y="73"/>
                          <a:pt x="399" y="71"/>
                        </a:cubicBezTo>
                        <a:cubicBezTo>
                          <a:pt x="393" y="69"/>
                          <a:pt x="387" y="66"/>
                          <a:pt x="381" y="64"/>
                        </a:cubicBezTo>
                        <a:cubicBezTo>
                          <a:pt x="374" y="62"/>
                          <a:pt x="367" y="60"/>
                          <a:pt x="361" y="58"/>
                        </a:cubicBezTo>
                        <a:cubicBezTo>
                          <a:pt x="354" y="56"/>
                          <a:pt x="347" y="54"/>
                          <a:pt x="340" y="52"/>
                        </a:cubicBezTo>
                        <a:cubicBezTo>
                          <a:pt x="326" y="47"/>
                          <a:pt x="311" y="43"/>
                          <a:pt x="296" y="39"/>
                        </a:cubicBezTo>
                        <a:cubicBezTo>
                          <a:pt x="289" y="37"/>
                          <a:pt x="281" y="35"/>
                          <a:pt x="273" y="33"/>
                        </a:cubicBezTo>
                        <a:cubicBezTo>
                          <a:pt x="266" y="32"/>
                          <a:pt x="258" y="30"/>
                          <a:pt x="250" y="28"/>
                        </a:cubicBezTo>
                        <a:cubicBezTo>
                          <a:pt x="243" y="27"/>
                          <a:pt x="235" y="25"/>
                          <a:pt x="227" y="23"/>
                        </a:cubicBezTo>
                        <a:cubicBezTo>
                          <a:pt x="220" y="22"/>
                          <a:pt x="212" y="21"/>
                          <a:pt x="204" y="19"/>
                        </a:cubicBezTo>
                        <a:cubicBezTo>
                          <a:pt x="189" y="17"/>
                          <a:pt x="174" y="14"/>
                          <a:pt x="159" y="13"/>
                        </a:cubicBezTo>
                        <a:cubicBezTo>
                          <a:pt x="145" y="11"/>
                          <a:pt x="131" y="10"/>
                          <a:pt x="117" y="8"/>
                        </a:cubicBezTo>
                        <a:cubicBezTo>
                          <a:pt x="110" y="8"/>
                          <a:pt x="104" y="8"/>
                          <a:pt x="97" y="7"/>
                        </a:cubicBezTo>
                        <a:cubicBezTo>
                          <a:pt x="91" y="7"/>
                          <a:pt x="85" y="7"/>
                          <a:pt x="79" y="7"/>
                        </a:cubicBezTo>
                        <a:cubicBezTo>
                          <a:pt x="67" y="7"/>
                          <a:pt x="56" y="6"/>
                          <a:pt x="47" y="7"/>
                        </a:cubicBezTo>
                        <a:cubicBezTo>
                          <a:pt x="37" y="7"/>
                          <a:pt x="29" y="7"/>
                          <a:pt x="22" y="7"/>
                        </a:cubicBezTo>
                        <a:cubicBezTo>
                          <a:pt x="8" y="8"/>
                          <a:pt x="0" y="9"/>
                          <a:pt x="0" y="9"/>
                        </a:cubicBezTo>
                        <a:cubicBezTo>
                          <a:pt x="0" y="9"/>
                          <a:pt x="8" y="7"/>
                          <a:pt x="22" y="5"/>
                        </a:cubicBezTo>
                        <a:cubicBezTo>
                          <a:pt x="29" y="4"/>
                          <a:pt x="37" y="4"/>
                          <a:pt x="47" y="3"/>
                        </a:cubicBezTo>
                        <a:cubicBezTo>
                          <a:pt x="56" y="2"/>
                          <a:pt x="67" y="1"/>
                          <a:pt x="79" y="1"/>
                        </a:cubicBezTo>
                        <a:cubicBezTo>
                          <a:pt x="85" y="0"/>
                          <a:pt x="91" y="1"/>
                          <a:pt x="98" y="1"/>
                        </a:cubicBezTo>
                        <a:cubicBezTo>
                          <a:pt x="104" y="1"/>
                          <a:pt x="111" y="1"/>
                          <a:pt x="118" y="1"/>
                        </a:cubicBezTo>
                        <a:cubicBezTo>
                          <a:pt x="124" y="1"/>
                          <a:pt x="131" y="2"/>
                          <a:pt x="139" y="2"/>
                        </a:cubicBezTo>
                        <a:cubicBezTo>
                          <a:pt x="146" y="2"/>
                          <a:pt x="153" y="3"/>
                          <a:pt x="160" y="4"/>
                        </a:cubicBezTo>
                        <a:cubicBezTo>
                          <a:pt x="168" y="4"/>
                          <a:pt x="175" y="5"/>
                          <a:pt x="183" y="6"/>
                        </a:cubicBezTo>
                        <a:cubicBezTo>
                          <a:pt x="191" y="7"/>
                          <a:pt x="198" y="8"/>
                          <a:pt x="206" y="10"/>
                        </a:cubicBezTo>
                        <a:cubicBezTo>
                          <a:pt x="214" y="11"/>
                          <a:pt x="221" y="12"/>
                          <a:pt x="229" y="14"/>
                        </a:cubicBezTo>
                        <a:cubicBezTo>
                          <a:pt x="237" y="15"/>
                          <a:pt x="245" y="17"/>
                          <a:pt x="253" y="18"/>
                        </a:cubicBezTo>
                        <a:cubicBezTo>
                          <a:pt x="260" y="20"/>
                          <a:pt x="268" y="22"/>
                          <a:pt x="276" y="24"/>
                        </a:cubicBezTo>
                        <a:cubicBezTo>
                          <a:pt x="283" y="26"/>
                          <a:pt x="291" y="28"/>
                          <a:pt x="299" y="30"/>
                        </a:cubicBezTo>
                        <a:cubicBezTo>
                          <a:pt x="314" y="34"/>
                          <a:pt x="328" y="38"/>
                          <a:pt x="343" y="43"/>
                        </a:cubicBezTo>
                        <a:cubicBezTo>
                          <a:pt x="350" y="45"/>
                          <a:pt x="357" y="48"/>
                          <a:pt x="363" y="50"/>
                        </a:cubicBezTo>
                        <a:cubicBezTo>
                          <a:pt x="370" y="52"/>
                          <a:pt x="377" y="55"/>
                          <a:pt x="383" y="57"/>
                        </a:cubicBezTo>
                        <a:cubicBezTo>
                          <a:pt x="396" y="62"/>
                          <a:pt x="408" y="67"/>
                          <a:pt x="419" y="71"/>
                        </a:cubicBezTo>
                        <a:cubicBezTo>
                          <a:pt x="430" y="76"/>
                          <a:pt x="440" y="80"/>
                          <a:pt x="448" y="84"/>
                        </a:cubicBezTo>
                        <a:cubicBezTo>
                          <a:pt x="457" y="88"/>
                          <a:pt x="465" y="92"/>
                          <a:pt x="471" y="95"/>
                        </a:cubicBezTo>
                        <a:cubicBezTo>
                          <a:pt x="483" y="101"/>
                          <a:pt x="491" y="105"/>
                          <a:pt x="491" y="105"/>
                        </a:cubicBezTo>
                        <a:close/>
                      </a:path>
                    </a:pathLst>
                  </a:custGeom>
                  <a:gradFill>
                    <a:gsLst>
                      <a:gs pos="0">
                        <a:schemeClr val="bg1">
                          <a:lumMod val="81000"/>
                        </a:schemeClr>
                      </a:gs>
                      <a:gs pos="65000">
                        <a:srgbClr val="EFEFEF">
                          <a:lumMod val="99000"/>
                        </a:srgbClr>
                      </a:gs>
                      <a:gs pos="35000">
                        <a:schemeClr val="bg1">
                          <a:lumMod val="96000"/>
                          <a:lumOff val="4000"/>
                        </a:schemeClr>
                      </a:gs>
                      <a:gs pos="100000">
                        <a:schemeClr val="bg1">
                          <a:lumMod val="89000"/>
                        </a:schemeClr>
                      </a:gs>
                    </a:gsLst>
                    <a:lin ang="24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 name="Freeform 30"/>
                  <p:cNvSpPr>
                    <a:spLocks/>
                  </p:cNvSpPr>
                  <p:nvPr/>
                </p:nvSpPr>
                <p:spPr bwMode="auto">
                  <a:xfrm>
                    <a:off x="3848100" y="1414464"/>
                    <a:ext cx="1227138" cy="1450975"/>
                  </a:xfrm>
                  <a:custGeom>
                    <a:avLst/>
                    <a:gdLst>
                      <a:gd name="T0" fmla="*/ 0 w 324"/>
                      <a:gd name="T1" fmla="*/ 0 h 384"/>
                      <a:gd name="T2" fmla="*/ 10 w 324"/>
                      <a:gd name="T3" fmla="*/ 19 h 384"/>
                      <a:gd name="T4" fmla="*/ 22 w 324"/>
                      <a:gd name="T5" fmla="*/ 41 h 384"/>
                      <a:gd name="T6" fmla="*/ 38 w 324"/>
                      <a:gd name="T7" fmla="*/ 70 h 384"/>
                      <a:gd name="T8" fmla="*/ 47 w 324"/>
                      <a:gd name="T9" fmla="*/ 85 h 384"/>
                      <a:gd name="T10" fmla="*/ 58 w 324"/>
                      <a:gd name="T11" fmla="*/ 102 h 384"/>
                      <a:gd name="T12" fmla="*/ 82 w 324"/>
                      <a:gd name="T13" fmla="*/ 137 h 384"/>
                      <a:gd name="T14" fmla="*/ 110 w 324"/>
                      <a:gd name="T15" fmla="*/ 174 h 384"/>
                      <a:gd name="T16" fmla="*/ 140 w 324"/>
                      <a:gd name="T17" fmla="*/ 210 h 384"/>
                      <a:gd name="T18" fmla="*/ 171 w 324"/>
                      <a:gd name="T19" fmla="*/ 246 h 384"/>
                      <a:gd name="T20" fmla="*/ 203 w 324"/>
                      <a:gd name="T21" fmla="*/ 278 h 384"/>
                      <a:gd name="T22" fmla="*/ 219 w 324"/>
                      <a:gd name="T23" fmla="*/ 293 h 384"/>
                      <a:gd name="T24" fmla="*/ 234 w 324"/>
                      <a:gd name="T25" fmla="*/ 308 h 384"/>
                      <a:gd name="T26" fmla="*/ 249 w 324"/>
                      <a:gd name="T27" fmla="*/ 321 h 384"/>
                      <a:gd name="T28" fmla="*/ 263 w 324"/>
                      <a:gd name="T29" fmla="*/ 333 h 384"/>
                      <a:gd name="T30" fmla="*/ 276 w 324"/>
                      <a:gd name="T31" fmla="*/ 344 h 384"/>
                      <a:gd name="T32" fmla="*/ 288 w 324"/>
                      <a:gd name="T33" fmla="*/ 354 h 384"/>
                      <a:gd name="T34" fmla="*/ 307 w 324"/>
                      <a:gd name="T35" fmla="*/ 370 h 384"/>
                      <a:gd name="T36" fmla="*/ 324 w 324"/>
                      <a:gd name="T37" fmla="*/ 384 h 384"/>
                      <a:gd name="T38" fmla="*/ 306 w 324"/>
                      <a:gd name="T39" fmla="*/ 372 h 384"/>
                      <a:gd name="T40" fmla="*/ 285 w 324"/>
                      <a:gd name="T41" fmla="*/ 357 h 384"/>
                      <a:gd name="T42" fmla="*/ 259 w 324"/>
                      <a:gd name="T43" fmla="*/ 338 h 384"/>
                      <a:gd name="T44" fmla="*/ 229 w 324"/>
                      <a:gd name="T45" fmla="*/ 313 h 384"/>
                      <a:gd name="T46" fmla="*/ 213 w 324"/>
                      <a:gd name="T47" fmla="*/ 300 h 384"/>
                      <a:gd name="T48" fmla="*/ 197 w 324"/>
                      <a:gd name="T49" fmla="*/ 285 h 384"/>
                      <a:gd name="T50" fmla="*/ 164 w 324"/>
                      <a:gd name="T51" fmla="*/ 252 h 384"/>
                      <a:gd name="T52" fmla="*/ 132 w 324"/>
                      <a:gd name="T53" fmla="*/ 217 h 384"/>
                      <a:gd name="T54" fmla="*/ 102 w 324"/>
                      <a:gd name="T55" fmla="*/ 180 h 384"/>
                      <a:gd name="T56" fmla="*/ 88 w 324"/>
                      <a:gd name="T57" fmla="*/ 161 h 384"/>
                      <a:gd name="T58" fmla="*/ 75 w 324"/>
                      <a:gd name="T59" fmla="*/ 143 h 384"/>
                      <a:gd name="T60" fmla="*/ 63 w 324"/>
                      <a:gd name="T61" fmla="*/ 124 h 384"/>
                      <a:gd name="T62" fmla="*/ 52 w 324"/>
                      <a:gd name="T63" fmla="*/ 106 h 384"/>
                      <a:gd name="T64" fmla="*/ 42 w 324"/>
                      <a:gd name="T65" fmla="*/ 89 h 384"/>
                      <a:gd name="T66" fmla="*/ 33 w 324"/>
                      <a:gd name="T67" fmla="*/ 72 h 384"/>
                      <a:gd name="T68" fmla="*/ 18 w 324"/>
                      <a:gd name="T69" fmla="*/ 43 h 384"/>
                      <a:gd name="T70" fmla="*/ 8 w 324"/>
                      <a:gd name="T71" fmla="*/ 20 h 384"/>
                      <a:gd name="T72" fmla="*/ 0 w 324"/>
                      <a:gd name="T7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384">
                        <a:moveTo>
                          <a:pt x="0" y="0"/>
                        </a:moveTo>
                        <a:cubicBezTo>
                          <a:pt x="0" y="0"/>
                          <a:pt x="4" y="7"/>
                          <a:pt x="10" y="19"/>
                        </a:cubicBezTo>
                        <a:cubicBezTo>
                          <a:pt x="13" y="25"/>
                          <a:pt x="17" y="33"/>
                          <a:pt x="22" y="41"/>
                        </a:cubicBezTo>
                        <a:cubicBezTo>
                          <a:pt x="26" y="50"/>
                          <a:pt x="32" y="59"/>
                          <a:pt x="38" y="70"/>
                        </a:cubicBezTo>
                        <a:cubicBezTo>
                          <a:pt x="41" y="75"/>
                          <a:pt x="44" y="80"/>
                          <a:pt x="47" y="85"/>
                        </a:cubicBezTo>
                        <a:cubicBezTo>
                          <a:pt x="51" y="91"/>
                          <a:pt x="54" y="97"/>
                          <a:pt x="58" y="102"/>
                        </a:cubicBezTo>
                        <a:cubicBezTo>
                          <a:pt x="65" y="114"/>
                          <a:pt x="73" y="125"/>
                          <a:pt x="82" y="137"/>
                        </a:cubicBezTo>
                        <a:cubicBezTo>
                          <a:pt x="90" y="150"/>
                          <a:pt x="100" y="162"/>
                          <a:pt x="110" y="174"/>
                        </a:cubicBezTo>
                        <a:cubicBezTo>
                          <a:pt x="119" y="186"/>
                          <a:pt x="129" y="199"/>
                          <a:pt x="140" y="210"/>
                        </a:cubicBezTo>
                        <a:cubicBezTo>
                          <a:pt x="150" y="223"/>
                          <a:pt x="161" y="234"/>
                          <a:pt x="171" y="246"/>
                        </a:cubicBezTo>
                        <a:cubicBezTo>
                          <a:pt x="182" y="257"/>
                          <a:pt x="192" y="268"/>
                          <a:pt x="203" y="278"/>
                        </a:cubicBezTo>
                        <a:cubicBezTo>
                          <a:pt x="209" y="283"/>
                          <a:pt x="214" y="288"/>
                          <a:pt x="219" y="293"/>
                        </a:cubicBezTo>
                        <a:cubicBezTo>
                          <a:pt x="224" y="298"/>
                          <a:pt x="229" y="303"/>
                          <a:pt x="234" y="308"/>
                        </a:cubicBezTo>
                        <a:cubicBezTo>
                          <a:pt x="239" y="312"/>
                          <a:pt x="244" y="317"/>
                          <a:pt x="249" y="321"/>
                        </a:cubicBezTo>
                        <a:cubicBezTo>
                          <a:pt x="254" y="325"/>
                          <a:pt x="259" y="329"/>
                          <a:pt x="263" y="333"/>
                        </a:cubicBezTo>
                        <a:cubicBezTo>
                          <a:pt x="267" y="337"/>
                          <a:pt x="272" y="341"/>
                          <a:pt x="276" y="344"/>
                        </a:cubicBezTo>
                        <a:cubicBezTo>
                          <a:pt x="280" y="348"/>
                          <a:pt x="284" y="351"/>
                          <a:pt x="288" y="354"/>
                        </a:cubicBezTo>
                        <a:cubicBezTo>
                          <a:pt x="295" y="361"/>
                          <a:pt x="302" y="366"/>
                          <a:pt x="307" y="370"/>
                        </a:cubicBezTo>
                        <a:cubicBezTo>
                          <a:pt x="318" y="379"/>
                          <a:pt x="324" y="384"/>
                          <a:pt x="324" y="384"/>
                        </a:cubicBezTo>
                        <a:cubicBezTo>
                          <a:pt x="324" y="384"/>
                          <a:pt x="318" y="380"/>
                          <a:pt x="306" y="372"/>
                        </a:cubicBezTo>
                        <a:cubicBezTo>
                          <a:pt x="300" y="368"/>
                          <a:pt x="293" y="363"/>
                          <a:pt x="285" y="357"/>
                        </a:cubicBezTo>
                        <a:cubicBezTo>
                          <a:pt x="278" y="352"/>
                          <a:pt x="269" y="345"/>
                          <a:pt x="259" y="338"/>
                        </a:cubicBezTo>
                        <a:cubicBezTo>
                          <a:pt x="250" y="330"/>
                          <a:pt x="240" y="322"/>
                          <a:pt x="229" y="313"/>
                        </a:cubicBezTo>
                        <a:cubicBezTo>
                          <a:pt x="224" y="309"/>
                          <a:pt x="219" y="304"/>
                          <a:pt x="213" y="300"/>
                        </a:cubicBezTo>
                        <a:cubicBezTo>
                          <a:pt x="208" y="295"/>
                          <a:pt x="203" y="290"/>
                          <a:pt x="197" y="285"/>
                        </a:cubicBezTo>
                        <a:cubicBezTo>
                          <a:pt x="186" y="275"/>
                          <a:pt x="175" y="263"/>
                          <a:pt x="164" y="252"/>
                        </a:cubicBezTo>
                        <a:cubicBezTo>
                          <a:pt x="153" y="241"/>
                          <a:pt x="142" y="229"/>
                          <a:pt x="132" y="217"/>
                        </a:cubicBezTo>
                        <a:cubicBezTo>
                          <a:pt x="121" y="205"/>
                          <a:pt x="112" y="192"/>
                          <a:pt x="102" y="180"/>
                        </a:cubicBezTo>
                        <a:cubicBezTo>
                          <a:pt x="97" y="174"/>
                          <a:pt x="92" y="167"/>
                          <a:pt x="88" y="161"/>
                        </a:cubicBezTo>
                        <a:cubicBezTo>
                          <a:pt x="83" y="155"/>
                          <a:pt x="79" y="149"/>
                          <a:pt x="75" y="143"/>
                        </a:cubicBezTo>
                        <a:cubicBezTo>
                          <a:pt x="71" y="136"/>
                          <a:pt x="66" y="130"/>
                          <a:pt x="63" y="124"/>
                        </a:cubicBezTo>
                        <a:cubicBezTo>
                          <a:pt x="59" y="118"/>
                          <a:pt x="55" y="112"/>
                          <a:pt x="52" y="106"/>
                        </a:cubicBezTo>
                        <a:cubicBezTo>
                          <a:pt x="48" y="100"/>
                          <a:pt x="45" y="94"/>
                          <a:pt x="42" y="89"/>
                        </a:cubicBezTo>
                        <a:cubicBezTo>
                          <a:pt x="38" y="83"/>
                          <a:pt x="35" y="78"/>
                          <a:pt x="33" y="72"/>
                        </a:cubicBezTo>
                        <a:cubicBezTo>
                          <a:pt x="27" y="62"/>
                          <a:pt x="22" y="52"/>
                          <a:pt x="18" y="43"/>
                        </a:cubicBezTo>
                        <a:cubicBezTo>
                          <a:pt x="14" y="34"/>
                          <a:pt x="11" y="26"/>
                          <a:pt x="8" y="20"/>
                        </a:cubicBezTo>
                        <a:cubicBezTo>
                          <a:pt x="3" y="7"/>
                          <a:pt x="0" y="0"/>
                          <a:pt x="0" y="0"/>
                        </a:cubicBezTo>
                        <a:close/>
                      </a:path>
                    </a:pathLst>
                  </a:custGeom>
                  <a:gradFill>
                    <a:gsLst>
                      <a:gs pos="72000">
                        <a:srgbClr val="DDDDDD">
                          <a:lumMod val="92000"/>
                          <a:lumOff val="8000"/>
                        </a:srgbClr>
                      </a:gs>
                      <a:gs pos="0">
                        <a:schemeClr val="bg1">
                          <a:lumMod val="79000"/>
                        </a:schemeClr>
                      </a:gs>
                      <a:gs pos="35000">
                        <a:schemeClr val="bg1">
                          <a:lumMod val="99000"/>
                          <a:lumOff val="1000"/>
                        </a:schemeClr>
                      </a:gs>
                      <a:gs pos="100000">
                        <a:schemeClr val="bg1">
                          <a:lumMod val="92000"/>
                        </a:schemeClr>
                      </a:gs>
                    </a:gsLst>
                    <a:lin ang="1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1" name="组合 40"/>
                <p:cNvGrpSpPr/>
                <p:nvPr/>
              </p:nvGrpSpPr>
              <p:grpSpPr>
                <a:xfrm rot="14400000">
                  <a:off x="4846123" y="4365834"/>
                  <a:ext cx="2260181" cy="2114550"/>
                  <a:chOff x="2815057" y="1402715"/>
                  <a:chExt cx="2260181" cy="2114550"/>
                </a:xfrm>
              </p:grpSpPr>
              <p:sp>
                <p:nvSpPr>
                  <p:cNvPr id="51" name="Freeform 14"/>
                  <p:cNvSpPr>
                    <a:spLocks/>
                  </p:cNvSpPr>
                  <p:nvPr/>
                </p:nvSpPr>
                <p:spPr bwMode="auto">
                  <a:xfrm>
                    <a:off x="2829560" y="1402715"/>
                    <a:ext cx="2230438" cy="2114550"/>
                  </a:xfrm>
                  <a:custGeom>
                    <a:avLst/>
                    <a:gdLst>
                      <a:gd name="T0" fmla="*/ 592 w 592"/>
                      <a:gd name="T1" fmla="*/ 385 h 561"/>
                      <a:gd name="T2" fmla="*/ 490 w 592"/>
                      <a:gd name="T3" fmla="*/ 561 h 561"/>
                      <a:gd name="T4" fmla="*/ 0 w 592"/>
                      <a:gd name="T5" fmla="*/ 465 h 561"/>
                      <a:gd name="T6" fmla="*/ 269 w 592"/>
                      <a:gd name="T7" fmla="*/ 0 h 561"/>
                      <a:gd name="T8" fmla="*/ 592 w 592"/>
                      <a:gd name="T9" fmla="*/ 385 h 561"/>
                    </a:gdLst>
                    <a:ahLst/>
                    <a:cxnLst>
                      <a:cxn ang="0">
                        <a:pos x="T0" y="T1"/>
                      </a:cxn>
                      <a:cxn ang="0">
                        <a:pos x="T2" y="T3"/>
                      </a:cxn>
                      <a:cxn ang="0">
                        <a:pos x="T4" y="T5"/>
                      </a:cxn>
                      <a:cxn ang="0">
                        <a:pos x="T6" y="T7"/>
                      </a:cxn>
                      <a:cxn ang="0">
                        <a:pos x="T8" y="T9"/>
                      </a:cxn>
                    </a:cxnLst>
                    <a:rect l="0" t="0" r="r" b="b"/>
                    <a:pathLst>
                      <a:path w="592" h="561">
                        <a:moveTo>
                          <a:pt x="592" y="385"/>
                        </a:moveTo>
                        <a:cubicBezTo>
                          <a:pt x="490" y="561"/>
                          <a:pt x="490" y="561"/>
                          <a:pt x="490" y="561"/>
                        </a:cubicBezTo>
                        <a:cubicBezTo>
                          <a:pt x="313" y="481"/>
                          <a:pt x="146" y="447"/>
                          <a:pt x="0" y="465"/>
                        </a:cubicBezTo>
                        <a:cubicBezTo>
                          <a:pt x="269" y="0"/>
                          <a:pt x="269" y="0"/>
                          <a:pt x="269" y="0"/>
                        </a:cubicBezTo>
                        <a:cubicBezTo>
                          <a:pt x="325" y="136"/>
                          <a:pt x="434" y="271"/>
                          <a:pt x="592" y="385"/>
                        </a:cubicBezTo>
                        <a:close/>
                      </a:path>
                    </a:pathLst>
                  </a:custGeom>
                  <a:gradFill>
                    <a:gsLst>
                      <a:gs pos="72000">
                        <a:srgbClr val="DDDDDD">
                          <a:lumMod val="96000"/>
                          <a:lumOff val="4000"/>
                        </a:srgbClr>
                      </a:gs>
                      <a:gs pos="15000">
                        <a:schemeClr val="bg1">
                          <a:lumMod val="75000"/>
                        </a:schemeClr>
                      </a:gs>
                      <a:gs pos="0">
                        <a:schemeClr val="bg1">
                          <a:lumMod val="75000"/>
                        </a:schemeClr>
                      </a:gs>
                      <a:gs pos="44000">
                        <a:schemeClr val="bg1">
                          <a:lumMod val="98000"/>
                        </a:schemeClr>
                      </a:gs>
                      <a:gs pos="100000">
                        <a:schemeClr val="bg1">
                          <a:lumMod val="75000"/>
                        </a:schemeClr>
                      </a:gs>
                    </a:gsLst>
                    <a:lin ang="1860000" scaled="0"/>
                  </a:gra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 name="Freeform 26"/>
                  <p:cNvSpPr>
                    <a:spLocks/>
                  </p:cNvSpPr>
                  <p:nvPr/>
                </p:nvSpPr>
                <p:spPr bwMode="auto">
                  <a:xfrm>
                    <a:off x="2815057" y="3110334"/>
                    <a:ext cx="1852613" cy="404812"/>
                  </a:xfrm>
                  <a:custGeom>
                    <a:avLst/>
                    <a:gdLst>
                      <a:gd name="T0" fmla="*/ 491 w 491"/>
                      <a:gd name="T1" fmla="*/ 105 h 105"/>
                      <a:gd name="T2" fmla="*/ 470 w 491"/>
                      <a:gd name="T3" fmla="*/ 97 h 105"/>
                      <a:gd name="T4" fmla="*/ 447 w 491"/>
                      <a:gd name="T5" fmla="*/ 88 h 105"/>
                      <a:gd name="T6" fmla="*/ 417 w 491"/>
                      <a:gd name="T7" fmla="*/ 77 h 105"/>
                      <a:gd name="T8" fmla="*/ 399 w 491"/>
                      <a:gd name="T9" fmla="*/ 71 h 105"/>
                      <a:gd name="T10" fmla="*/ 381 w 491"/>
                      <a:gd name="T11" fmla="*/ 64 h 105"/>
                      <a:gd name="T12" fmla="*/ 361 w 491"/>
                      <a:gd name="T13" fmla="*/ 58 h 105"/>
                      <a:gd name="T14" fmla="*/ 340 w 491"/>
                      <a:gd name="T15" fmla="*/ 52 h 105"/>
                      <a:gd name="T16" fmla="*/ 296 w 491"/>
                      <a:gd name="T17" fmla="*/ 39 h 105"/>
                      <a:gd name="T18" fmla="*/ 273 w 491"/>
                      <a:gd name="T19" fmla="*/ 33 h 105"/>
                      <a:gd name="T20" fmla="*/ 250 w 491"/>
                      <a:gd name="T21" fmla="*/ 28 h 105"/>
                      <a:gd name="T22" fmla="*/ 227 w 491"/>
                      <a:gd name="T23" fmla="*/ 23 h 105"/>
                      <a:gd name="T24" fmla="*/ 204 w 491"/>
                      <a:gd name="T25" fmla="*/ 19 h 105"/>
                      <a:gd name="T26" fmla="*/ 159 w 491"/>
                      <a:gd name="T27" fmla="*/ 13 h 105"/>
                      <a:gd name="T28" fmla="*/ 117 w 491"/>
                      <a:gd name="T29" fmla="*/ 8 h 105"/>
                      <a:gd name="T30" fmla="*/ 97 w 491"/>
                      <a:gd name="T31" fmla="*/ 7 h 105"/>
                      <a:gd name="T32" fmla="*/ 79 w 491"/>
                      <a:gd name="T33" fmla="*/ 7 h 105"/>
                      <a:gd name="T34" fmla="*/ 47 w 491"/>
                      <a:gd name="T35" fmla="*/ 7 h 105"/>
                      <a:gd name="T36" fmla="*/ 22 w 491"/>
                      <a:gd name="T37" fmla="*/ 7 h 105"/>
                      <a:gd name="T38" fmla="*/ 0 w 491"/>
                      <a:gd name="T39" fmla="*/ 9 h 105"/>
                      <a:gd name="T40" fmla="*/ 22 w 491"/>
                      <a:gd name="T41" fmla="*/ 5 h 105"/>
                      <a:gd name="T42" fmla="*/ 47 w 491"/>
                      <a:gd name="T43" fmla="*/ 3 h 105"/>
                      <a:gd name="T44" fmla="*/ 79 w 491"/>
                      <a:gd name="T45" fmla="*/ 1 h 105"/>
                      <a:gd name="T46" fmla="*/ 98 w 491"/>
                      <a:gd name="T47" fmla="*/ 1 h 105"/>
                      <a:gd name="T48" fmla="*/ 118 w 491"/>
                      <a:gd name="T49" fmla="*/ 1 h 105"/>
                      <a:gd name="T50" fmla="*/ 139 w 491"/>
                      <a:gd name="T51" fmla="*/ 2 h 105"/>
                      <a:gd name="T52" fmla="*/ 160 w 491"/>
                      <a:gd name="T53" fmla="*/ 4 h 105"/>
                      <a:gd name="T54" fmla="*/ 183 w 491"/>
                      <a:gd name="T55" fmla="*/ 6 h 105"/>
                      <a:gd name="T56" fmla="*/ 206 w 491"/>
                      <a:gd name="T57" fmla="*/ 10 h 105"/>
                      <a:gd name="T58" fmla="*/ 229 w 491"/>
                      <a:gd name="T59" fmla="*/ 14 h 105"/>
                      <a:gd name="T60" fmla="*/ 253 w 491"/>
                      <a:gd name="T61" fmla="*/ 18 h 105"/>
                      <a:gd name="T62" fmla="*/ 276 w 491"/>
                      <a:gd name="T63" fmla="*/ 24 h 105"/>
                      <a:gd name="T64" fmla="*/ 299 w 491"/>
                      <a:gd name="T65" fmla="*/ 30 h 105"/>
                      <a:gd name="T66" fmla="*/ 343 w 491"/>
                      <a:gd name="T67" fmla="*/ 43 h 105"/>
                      <a:gd name="T68" fmla="*/ 363 w 491"/>
                      <a:gd name="T69" fmla="*/ 50 h 105"/>
                      <a:gd name="T70" fmla="*/ 383 w 491"/>
                      <a:gd name="T71" fmla="*/ 57 h 105"/>
                      <a:gd name="T72" fmla="*/ 419 w 491"/>
                      <a:gd name="T73" fmla="*/ 71 h 105"/>
                      <a:gd name="T74" fmla="*/ 448 w 491"/>
                      <a:gd name="T75" fmla="*/ 84 h 105"/>
                      <a:gd name="T76" fmla="*/ 471 w 491"/>
                      <a:gd name="T77" fmla="*/ 95 h 105"/>
                      <a:gd name="T78" fmla="*/ 491 w 491"/>
                      <a:gd name="T7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1" h="105">
                        <a:moveTo>
                          <a:pt x="491" y="105"/>
                        </a:moveTo>
                        <a:cubicBezTo>
                          <a:pt x="491" y="105"/>
                          <a:pt x="483" y="102"/>
                          <a:pt x="470" y="97"/>
                        </a:cubicBezTo>
                        <a:cubicBezTo>
                          <a:pt x="464" y="94"/>
                          <a:pt x="456" y="91"/>
                          <a:pt x="447" y="88"/>
                        </a:cubicBezTo>
                        <a:cubicBezTo>
                          <a:pt x="438" y="85"/>
                          <a:pt x="428" y="81"/>
                          <a:pt x="417" y="77"/>
                        </a:cubicBezTo>
                        <a:cubicBezTo>
                          <a:pt x="411" y="75"/>
                          <a:pt x="405" y="73"/>
                          <a:pt x="399" y="71"/>
                        </a:cubicBezTo>
                        <a:cubicBezTo>
                          <a:pt x="393" y="69"/>
                          <a:pt x="387" y="66"/>
                          <a:pt x="381" y="64"/>
                        </a:cubicBezTo>
                        <a:cubicBezTo>
                          <a:pt x="374" y="62"/>
                          <a:pt x="367" y="60"/>
                          <a:pt x="361" y="58"/>
                        </a:cubicBezTo>
                        <a:cubicBezTo>
                          <a:pt x="354" y="56"/>
                          <a:pt x="347" y="54"/>
                          <a:pt x="340" y="52"/>
                        </a:cubicBezTo>
                        <a:cubicBezTo>
                          <a:pt x="326" y="47"/>
                          <a:pt x="311" y="43"/>
                          <a:pt x="296" y="39"/>
                        </a:cubicBezTo>
                        <a:cubicBezTo>
                          <a:pt x="289" y="37"/>
                          <a:pt x="281" y="35"/>
                          <a:pt x="273" y="33"/>
                        </a:cubicBezTo>
                        <a:cubicBezTo>
                          <a:pt x="266" y="32"/>
                          <a:pt x="258" y="30"/>
                          <a:pt x="250" y="28"/>
                        </a:cubicBezTo>
                        <a:cubicBezTo>
                          <a:pt x="243" y="27"/>
                          <a:pt x="235" y="25"/>
                          <a:pt x="227" y="23"/>
                        </a:cubicBezTo>
                        <a:cubicBezTo>
                          <a:pt x="220" y="22"/>
                          <a:pt x="212" y="21"/>
                          <a:pt x="204" y="19"/>
                        </a:cubicBezTo>
                        <a:cubicBezTo>
                          <a:pt x="189" y="17"/>
                          <a:pt x="174" y="14"/>
                          <a:pt x="159" y="13"/>
                        </a:cubicBezTo>
                        <a:cubicBezTo>
                          <a:pt x="145" y="11"/>
                          <a:pt x="131" y="10"/>
                          <a:pt x="117" y="8"/>
                        </a:cubicBezTo>
                        <a:cubicBezTo>
                          <a:pt x="110" y="8"/>
                          <a:pt x="104" y="8"/>
                          <a:pt x="97" y="7"/>
                        </a:cubicBezTo>
                        <a:cubicBezTo>
                          <a:pt x="91" y="7"/>
                          <a:pt x="85" y="7"/>
                          <a:pt x="79" y="7"/>
                        </a:cubicBezTo>
                        <a:cubicBezTo>
                          <a:pt x="67" y="7"/>
                          <a:pt x="56" y="6"/>
                          <a:pt x="47" y="7"/>
                        </a:cubicBezTo>
                        <a:cubicBezTo>
                          <a:pt x="37" y="7"/>
                          <a:pt x="29" y="7"/>
                          <a:pt x="22" y="7"/>
                        </a:cubicBezTo>
                        <a:cubicBezTo>
                          <a:pt x="8" y="8"/>
                          <a:pt x="0" y="9"/>
                          <a:pt x="0" y="9"/>
                        </a:cubicBezTo>
                        <a:cubicBezTo>
                          <a:pt x="0" y="9"/>
                          <a:pt x="8" y="7"/>
                          <a:pt x="22" y="5"/>
                        </a:cubicBezTo>
                        <a:cubicBezTo>
                          <a:pt x="29" y="4"/>
                          <a:pt x="37" y="4"/>
                          <a:pt x="47" y="3"/>
                        </a:cubicBezTo>
                        <a:cubicBezTo>
                          <a:pt x="56" y="2"/>
                          <a:pt x="67" y="1"/>
                          <a:pt x="79" y="1"/>
                        </a:cubicBezTo>
                        <a:cubicBezTo>
                          <a:pt x="85" y="0"/>
                          <a:pt x="91" y="1"/>
                          <a:pt x="98" y="1"/>
                        </a:cubicBezTo>
                        <a:cubicBezTo>
                          <a:pt x="104" y="1"/>
                          <a:pt x="111" y="1"/>
                          <a:pt x="118" y="1"/>
                        </a:cubicBezTo>
                        <a:cubicBezTo>
                          <a:pt x="124" y="1"/>
                          <a:pt x="131" y="2"/>
                          <a:pt x="139" y="2"/>
                        </a:cubicBezTo>
                        <a:cubicBezTo>
                          <a:pt x="146" y="2"/>
                          <a:pt x="153" y="3"/>
                          <a:pt x="160" y="4"/>
                        </a:cubicBezTo>
                        <a:cubicBezTo>
                          <a:pt x="168" y="4"/>
                          <a:pt x="175" y="5"/>
                          <a:pt x="183" y="6"/>
                        </a:cubicBezTo>
                        <a:cubicBezTo>
                          <a:pt x="191" y="7"/>
                          <a:pt x="198" y="8"/>
                          <a:pt x="206" y="10"/>
                        </a:cubicBezTo>
                        <a:cubicBezTo>
                          <a:pt x="214" y="11"/>
                          <a:pt x="221" y="12"/>
                          <a:pt x="229" y="14"/>
                        </a:cubicBezTo>
                        <a:cubicBezTo>
                          <a:pt x="237" y="15"/>
                          <a:pt x="245" y="17"/>
                          <a:pt x="253" y="18"/>
                        </a:cubicBezTo>
                        <a:cubicBezTo>
                          <a:pt x="260" y="20"/>
                          <a:pt x="268" y="22"/>
                          <a:pt x="276" y="24"/>
                        </a:cubicBezTo>
                        <a:cubicBezTo>
                          <a:pt x="283" y="26"/>
                          <a:pt x="291" y="28"/>
                          <a:pt x="299" y="30"/>
                        </a:cubicBezTo>
                        <a:cubicBezTo>
                          <a:pt x="314" y="34"/>
                          <a:pt x="328" y="38"/>
                          <a:pt x="343" y="43"/>
                        </a:cubicBezTo>
                        <a:cubicBezTo>
                          <a:pt x="350" y="45"/>
                          <a:pt x="357" y="48"/>
                          <a:pt x="363" y="50"/>
                        </a:cubicBezTo>
                        <a:cubicBezTo>
                          <a:pt x="370" y="52"/>
                          <a:pt x="377" y="55"/>
                          <a:pt x="383" y="57"/>
                        </a:cubicBezTo>
                        <a:cubicBezTo>
                          <a:pt x="396" y="62"/>
                          <a:pt x="408" y="67"/>
                          <a:pt x="419" y="71"/>
                        </a:cubicBezTo>
                        <a:cubicBezTo>
                          <a:pt x="430" y="76"/>
                          <a:pt x="440" y="80"/>
                          <a:pt x="448" y="84"/>
                        </a:cubicBezTo>
                        <a:cubicBezTo>
                          <a:pt x="457" y="88"/>
                          <a:pt x="465" y="92"/>
                          <a:pt x="471" y="95"/>
                        </a:cubicBezTo>
                        <a:cubicBezTo>
                          <a:pt x="483" y="101"/>
                          <a:pt x="491" y="105"/>
                          <a:pt x="491" y="105"/>
                        </a:cubicBezTo>
                        <a:close/>
                      </a:path>
                    </a:pathLst>
                  </a:custGeom>
                  <a:gradFill>
                    <a:gsLst>
                      <a:gs pos="0">
                        <a:schemeClr val="bg1">
                          <a:lumMod val="81000"/>
                        </a:schemeClr>
                      </a:gs>
                      <a:gs pos="65000">
                        <a:srgbClr val="EFEFEF">
                          <a:lumMod val="99000"/>
                        </a:srgbClr>
                      </a:gs>
                      <a:gs pos="35000">
                        <a:schemeClr val="bg1">
                          <a:lumMod val="96000"/>
                          <a:lumOff val="4000"/>
                        </a:schemeClr>
                      </a:gs>
                      <a:gs pos="100000">
                        <a:schemeClr val="bg1">
                          <a:lumMod val="89000"/>
                        </a:schemeClr>
                      </a:gs>
                    </a:gsLst>
                    <a:lin ang="24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 name="Freeform 30"/>
                  <p:cNvSpPr>
                    <a:spLocks/>
                  </p:cNvSpPr>
                  <p:nvPr/>
                </p:nvSpPr>
                <p:spPr bwMode="auto">
                  <a:xfrm>
                    <a:off x="3848100" y="1414464"/>
                    <a:ext cx="1227138" cy="1450975"/>
                  </a:xfrm>
                  <a:custGeom>
                    <a:avLst/>
                    <a:gdLst>
                      <a:gd name="T0" fmla="*/ 0 w 324"/>
                      <a:gd name="T1" fmla="*/ 0 h 384"/>
                      <a:gd name="T2" fmla="*/ 10 w 324"/>
                      <a:gd name="T3" fmla="*/ 19 h 384"/>
                      <a:gd name="T4" fmla="*/ 22 w 324"/>
                      <a:gd name="T5" fmla="*/ 41 h 384"/>
                      <a:gd name="T6" fmla="*/ 38 w 324"/>
                      <a:gd name="T7" fmla="*/ 70 h 384"/>
                      <a:gd name="T8" fmla="*/ 47 w 324"/>
                      <a:gd name="T9" fmla="*/ 85 h 384"/>
                      <a:gd name="T10" fmla="*/ 58 w 324"/>
                      <a:gd name="T11" fmla="*/ 102 h 384"/>
                      <a:gd name="T12" fmla="*/ 82 w 324"/>
                      <a:gd name="T13" fmla="*/ 137 h 384"/>
                      <a:gd name="T14" fmla="*/ 110 w 324"/>
                      <a:gd name="T15" fmla="*/ 174 h 384"/>
                      <a:gd name="T16" fmla="*/ 140 w 324"/>
                      <a:gd name="T17" fmla="*/ 210 h 384"/>
                      <a:gd name="T18" fmla="*/ 171 w 324"/>
                      <a:gd name="T19" fmla="*/ 246 h 384"/>
                      <a:gd name="T20" fmla="*/ 203 w 324"/>
                      <a:gd name="T21" fmla="*/ 278 h 384"/>
                      <a:gd name="T22" fmla="*/ 219 w 324"/>
                      <a:gd name="T23" fmla="*/ 293 h 384"/>
                      <a:gd name="T24" fmla="*/ 234 w 324"/>
                      <a:gd name="T25" fmla="*/ 308 h 384"/>
                      <a:gd name="T26" fmla="*/ 249 w 324"/>
                      <a:gd name="T27" fmla="*/ 321 h 384"/>
                      <a:gd name="T28" fmla="*/ 263 w 324"/>
                      <a:gd name="T29" fmla="*/ 333 h 384"/>
                      <a:gd name="T30" fmla="*/ 276 w 324"/>
                      <a:gd name="T31" fmla="*/ 344 h 384"/>
                      <a:gd name="T32" fmla="*/ 288 w 324"/>
                      <a:gd name="T33" fmla="*/ 354 h 384"/>
                      <a:gd name="T34" fmla="*/ 307 w 324"/>
                      <a:gd name="T35" fmla="*/ 370 h 384"/>
                      <a:gd name="T36" fmla="*/ 324 w 324"/>
                      <a:gd name="T37" fmla="*/ 384 h 384"/>
                      <a:gd name="T38" fmla="*/ 306 w 324"/>
                      <a:gd name="T39" fmla="*/ 372 h 384"/>
                      <a:gd name="T40" fmla="*/ 285 w 324"/>
                      <a:gd name="T41" fmla="*/ 357 h 384"/>
                      <a:gd name="T42" fmla="*/ 259 w 324"/>
                      <a:gd name="T43" fmla="*/ 338 h 384"/>
                      <a:gd name="T44" fmla="*/ 229 w 324"/>
                      <a:gd name="T45" fmla="*/ 313 h 384"/>
                      <a:gd name="T46" fmla="*/ 213 w 324"/>
                      <a:gd name="T47" fmla="*/ 300 h 384"/>
                      <a:gd name="T48" fmla="*/ 197 w 324"/>
                      <a:gd name="T49" fmla="*/ 285 h 384"/>
                      <a:gd name="T50" fmla="*/ 164 w 324"/>
                      <a:gd name="T51" fmla="*/ 252 h 384"/>
                      <a:gd name="T52" fmla="*/ 132 w 324"/>
                      <a:gd name="T53" fmla="*/ 217 h 384"/>
                      <a:gd name="T54" fmla="*/ 102 w 324"/>
                      <a:gd name="T55" fmla="*/ 180 h 384"/>
                      <a:gd name="T56" fmla="*/ 88 w 324"/>
                      <a:gd name="T57" fmla="*/ 161 h 384"/>
                      <a:gd name="T58" fmla="*/ 75 w 324"/>
                      <a:gd name="T59" fmla="*/ 143 h 384"/>
                      <a:gd name="T60" fmla="*/ 63 w 324"/>
                      <a:gd name="T61" fmla="*/ 124 h 384"/>
                      <a:gd name="T62" fmla="*/ 52 w 324"/>
                      <a:gd name="T63" fmla="*/ 106 h 384"/>
                      <a:gd name="T64" fmla="*/ 42 w 324"/>
                      <a:gd name="T65" fmla="*/ 89 h 384"/>
                      <a:gd name="T66" fmla="*/ 33 w 324"/>
                      <a:gd name="T67" fmla="*/ 72 h 384"/>
                      <a:gd name="T68" fmla="*/ 18 w 324"/>
                      <a:gd name="T69" fmla="*/ 43 h 384"/>
                      <a:gd name="T70" fmla="*/ 8 w 324"/>
                      <a:gd name="T71" fmla="*/ 20 h 384"/>
                      <a:gd name="T72" fmla="*/ 0 w 324"/>
                      <a:gd name="T7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384">
                        <a:moveTo>
                          <a:pt x="0" y="0"/>
                        </a:moveTo>
                        <a:cubicBezTo>
                          <a:pt x="0" y="0"/>
                          <a:pt x="4" y="7"/>
                          <a:pt x="10" y="19"/>
                        </a:cubicBezTo>
                        <a:cubicBezTo>
                          <a:pt x="13" y="25"/>
                          <a:pt x="17" y="33"/>
                          <a:pt x="22" y="41"/>
                        </a:cubicBezTo>
                        <a:cubicBezTo>
                          <a:pt x="26" y="50"/>
                          <a:pt x="32" y="59"/>
                          <a:pt x="38" y="70"/>
                        </a:cubicBezTo>
                        <a:cubicBezTo>
                          <a:pt x="41" y="75"/>
                          <a:pt x="44" y="80"/>
                          <a:pt x="47" y="85"/>
                        </a:cubicBezTo>
                        <a:cubicBezTo>
                          <a:pt x="51" y="91"/>
                          <a:pt x="54" y="97"/>
                          <a:pt x="58" y="102"/>
                        </a:cubicBezTo>
                        <a:cubicBezTo>
                          <a:pt x="65" y="114"/>
                          <a:pt x="73" y="125"/>
                          <a:pt x="82" y="137"/>
                        </a:cubicBezTo>
                        <a:cubicBezTo>
                          <a:pt x="90" y="150"/>
                          <a:pt x="100" y="162"/>
                          <a:pt x="110" y="174"/>
                        </a:cubicBezTo>
                        <a:cubicBezTo>
                          <a:pt x="119" y="186"/>
                          <a:pt x="129" y="199"/>
                          <a:pt x="140" y="210"/>
                        </a:cubicBezTo>
                        <a:cubicBezTo>
                          <a:pt x="150" y="223"/>
                          <a:pt x="161" y="234"/>
                          <a:pt x="171" y="246"/>
                        </a:cubicBezTo>
                        <a:cubicBezTo>
                          <a:pt x="182" y="257"/>
                          <a:pt x="192" y="268"/>
                          <a:pt x="203" y="278"/>
                        </a:cubicBezTo>
                        <a:cubicBezTo>
                          <a:pt x="209" y="283"/>
                          <a:pt x="214" y="288"/>
                          <a:pt x="219" y="293"/>
                        </a:cubicBezTo>
                        <a:cubicBezTo>
                          <a:pt x="224" y="298"/>
                          <a:pt x="229" y="303"/>
                          <a:pt x="234" y="308"/>
                        </a:cubicBezTo>
                        <a:cubicBezTo>
                          <a:pt x="239" y="312"/>
                          <a:pt x="244" y="317"/>
                          <a:pt x="249" y="321"/>
                        </a:cubicBezTo>
                        <a:cubicBezTo>
                          <a:pt x="254" y="325"/>
                          <a:pt x="259" y="329"/>
                          <a:pt x="263" y="333"/>
                        </a:cubicBezTo>
                        <a:cubicBezTo>
                          <a:pt x="267" y="337"/>
                          <a:pt x="272" y="341"/>
                          <a:pt x="276" y="344"/>
                        </a:cubicBezTo>
                        <a:cubicBezTo>
                          <a:pt x="280" y="348"/>
                          <a:pt x="284" y="351"/>
                          <a:pt x="288" y="354"/>
                        </a:cubicBezTo>
                        <a:cubicBezTo>
                          <a:pt x="295" y="361"/>
                          <a:pt x="302" y="366"/>
                          <a:pt x="307" y="370"/>
                        </a:cubicBezTo>
                        <a:cubicBezTo>
                          <a:pt x="318" y="379"/>
                          <a:pt x="324" y="384"/>
                          <a:pt x="324" y="384"/>
                        </a:cubicBezTo>
                        <a:cubicBezTo>
                          <a:pt x="324" y="384"/>
                          <a:pt x="318" y="380"/>
                          <a:pt x="306" y="372"/>
                        </a:cubicBezTo>
                        <a:cubicBezTo>
                          <a:pt x="300" y="368"/>
                          <a:pt x="293" y="363"/>
                          <a:pt x="285" y="357"/>
                        </a:cubicBezTo>
                        <a:cubicBezTo>
                          <a:pt x="278" y="352"/>
                          <a:pt x="269" y="345"/>
                          <a:pt x="259" y="338"/>
                        </a:cubicBezTo>
                        <a:cubicBezTo>
                          <a:pt x="250" y="330"/>
                          <a:pt x="240" y="322"/>
                          <a:pt x="229" y="313"/>
                        </a:cubicBezTo>
                        <a:cubicBezTo>
                          <a:pt x="224" y="309"/>
                          <a:pt x="219" y="304"/>
                          <a:pt x="213" y="300"/>
                        </a:cubicBezTo>
                        <a:cubicBezTo>
                          <a:pt x="208" y="295"/>
                          <a:pt x="203" y="290"/>
                          <a:pt x="197" y="285"/>
                        </a:cubicBezTo>
                        <a:cubicBezTo>
                          <a:pt x="186" y="275"/>
                          <a:pt x="175" y="263"/>
                          <a:pt x="164" y="252"/>
                        </a:cubicBezTo>
                        <a:cubicBezTo>
                          <a:pt x="153" y="241"/>
                          <a:pt x="142" y="229"/>
                          <a:pt x="132" y="217"/>
                        </a:cubicBezTo>
                        <a:cubicBezTo>
                          <a:pt x="121" y="205"/>
                          <a:pt x="112" y="192"/>
                          <a:pt x="102" y="180"/>
                        </a:cubicBezTo>
                        <a:cubicBezTo>
                          <a:pt x="97" y="174"/>
                          <a:pt x="92" y="167"/>
                          <a:pt x="88" y="161"/>
                        </a:cubicBezTo>
                        <a:cubicBezTo>
                          <a:pt x="83" y="155"/>
                          <a:pt x="79" y="149"/>
                          <a:pt x="75" y="143"/>
                        </a:cubicBezTo>
                        <a:cubicBezTo>
                          <a:pt x="71" y="136"/>
                          <a:pt x="66" y="130"/>
                          <a:pt x="63" y="124"/>
                        </a:cubicBezTo>
                        <a:cubicBezTo>
                          <a:pt x="59" y="118"/>
                          <a:pt x="55" y="112"/>
                          <a:pt x="52" y="106"/>
                        </a:cubicBezTo>
                        <a:cubicBezTo>
                          <a:pt x="48" y="100"/>
                          <a:pt x="45" y="94"/>
                          <a:pt x="42" y="89"/>
                        </a:cubicBezTo>
                        <a:cubicBezTo>
                          <a:pt x="38" y="83"/>
                          <a:pt x="35" y="78"/>
                          <a:pt x="33" y="72"/>
                        </a:cubicBezTo>
                        <a:cubicBezTo>
                          <a:pt x="27" y="62"/>
                          <a:pt x="22" y="52"/>
                          <a:pt x="18" y="43"/>
                        </a:cubicBezTo>
                        <a:cubicBezTo>
                          <a:pt x="14" y="34"/>
                          <a:pt x="11" y="26"/>
                          <a:pt x="8" y="20"/>
                        </a:cubicBezTo>
                        <a:cubicBezTo>
                          <a:pt x="3" y="7"/>
                          <a:pt x="0" y="0"/>
                          <a:pt x="0" y="0"/>
                        </a:cubicBezTo>
                        <a:close/>
                      </a:path>
                    </a:pathLst>
                  </a:custGeom>
                  <a:gradFill>
                    <a:gsLst>
                      <a:gs pos="72000">
                        <a:srgbClr val="DDDDDD">
                          <a:lumMod val="92000"/>
                          <a:lumOff val="8000"/>
                        </a:srgbClr>
                      </a:gs>
                      <a:gs pos="0">
                        <a:schemeClr val="bg1">
                          <a:lumMod val="79000"/>
                        </a:schemeClr>
                      </a:gs>
                      <a:gs pos="35000">
                        <a:schemeClr val="bg1">
                          <a:lumMod val="99000"/>
                          <a:lumOff val="1000"/>
                        </a:schemeClr>
                      </a:gs>
                      <a:gs pos="100000">
                        <a:schemeClr val="bg1">
                          <a:lumMod val="92000"/>
                        </a:schemeClr>
                      </a:gs>
                    </a:gsLst>
                    <a:lin ang="1800000" scaled="0"/>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2" name="组合 41"/>
                <p:cNvGrpSpPr/>
                <p:nvPr/>
              </p:nvGrpSpPr>
              <p:grpSpPr>
                <a:xfrm>
                  <a:off x="5146674" y="2706825"/>
                  <a:ext cx="573273" cy="881611"/>
                  <a:chOff x="4455614" y="2706825"/>
                  <a:chExt cx="573273" cy="881611"/>
                </a:xfrm>
              </p:grpSpPr>
              <p:sp>
                <p:nvSpPr>
                  <p:cNvPr id="49" name="Freeform 39"/>
                  <p:cNvSpPr>
                    <a:spLocks/>
                  </p:cNvSpPr>
                  <p:nvPr/>
                </p:nvSpPr>
                <p:spPr bwMode="auto">
                  <a:xfrm>
                    <a:off x="4455614" y="3475723"/>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 name="Freeform 39"/>
                  <p:cNvSpPr>
                    <a:spLocks/>
                  </p:cNvSpPr>
                  <p:nvPr/>
                </p:nvSpPr>
                <p:spPr bwMode="auto">
                  <a:xfrm rot="3597006" flipV="1">
                    <a:off x="4893949" y="2729050"/>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3" name="组合 42"/>
                <p:cNvGrpSpPr/>
                <p:nvPr/>
              </p:nvGrpSpPr>
              <p:grpSpPr>
                <a:xfrm flipH="1">
                  <a:off x="6546854" y="2710728"/>
                  <a:ext cx="573273" cy="881611"/>
                  <a:chOff x="4455614" y="2706825"/>
                  <a:chExt cx="573273" cy="881611"/>
                </a:xfrm>
              </p:grpSpPr>
              <p:sp>
                <p:nvSpPr>
                  <p:cNvPr id="47" name="Freeform 39"/>
                  <p:cNvSpPr>
                    <a:spLocks/>
                  </p:cNvSpPr>
                  <p:nvPr/>
                </p:nvSpPr>
                <p:spPr bwMode="auto">
                  <a:xfrm>
                    <a:off x="4455614" y="3475723"/>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 name="Freeform 39"/>
                  <p:cNvSpPr>
                    <a:spLocks/>
                  </p:cNvSpPr>
                  <p:nvPr/>
                </p:nvSpPr>
                <p:spPr bwMode="auto">
                  <a:xfrm rot="3597006" flipV="1">
                    <a:off x="4893949" y="2729050"/>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4" name="组合 43"/>
                <p:cNvGrpSpPr/>
                <p:nvPr/>
              </p:nvGrpSpPr>
              <p:grpSpPr>
                <a:xfrm rot="7200000" flipH="1">
                  <a:off x="5853056" y="3898235"/>
                  <a:ext cx="573273" cy="881611"/>
                  <a:chOff x="4455614" y="2706825"/>
                  <a:chExt cx="573273" cy="881611"/>
                </a:xfrm>
              </p:grpSpPr>
              <p:sp>
                <p:nvSpPr>
                  <p:cNvPr id="45" name="Freeform 39"/>
                  <p:cNvSpPr>
                    <a:spLocks/>
                  </p:cNvSpPr>
                  <p:nvPr/>
                </p:nvSpPr>
                <p:spPr bwMode="auto">
                  <a:xfrm>
                    <a:off x="4455614" y="3475723"/>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 name="Freeform 39"/>
                  <p:cNvSpPr>
                    <a:spLocks/>
                  </p:cNvSpPr>
                  <p:nvPr/>
                </p:nvSpPr>
                <p:spPr bwMode="auto">
                  <a:xfrm rot="3597006" flipV="1">
                    <a:off x="4893949" y="2729050"/>
                    <a:ext cx="157163" cy="112713"/>
                  </a:xfrm>
                  <a:custGeom>
                    <a:avLst/>
                    <a:gdLst>
                      <a:gd name="T0" fmla="*/ 39 w 39"/>
                      <a:gd name="T1" fmla="*/ 10 h 27"/>
                      <a:gd name="T2" fmla="*/ 0 w 39"/>
                      <a:gd name="T3" fmla="*/ 26 h 27"/>
                      <a:gd name="T4" fmla="*/ 15 w 39"/>
                      <a:gd name="T5" fmla="*/ 0 h 27"/>
                      <a:gd name="T6" fmla="*/ 39 w 39"/>
                      <a:gd name="T7" fmla="*/ 10 h 27"/>
                    </a:gdLst>
                    <a:ahLst/>
                    <a:cxnLst>
                      <a:cxn ang="0">
                        <a:pos x="T0" y="T1"/>
                      </a:cxn>
                      <a:cxn ang="0">
                        <a:pos x="T2" y="T3"/>
                      </a:cxn>
                      <a:cxn ang="0">
                        <a:pos x="T4" y="T5"/>
                      </a:cxn>
                      <a:cxn ang="0">
                        <a:pos x="T6" y="T7"/>
                      </a:cxn>
                    </a:cxnLst>
                    <a:rect l="0" t="0" r="r" b="b"/>
                    <a:pathLst>
                      <a:path w="39" h="27">
                        <a:moveTo>
                          <a:pt x="39" y="10"/>
                        </a:moveTo>
                        <a:cubicBezTo>
                          <a:pt x="39" y="10"/>
                          <a:pt x="25" y="27"/>
                          <a:pt x="0" y="26"/>
                        </a:cubicBezTo>
                        <a:cubicBezTo>
                          <a:pt x="15" y="0"/>
                          <a:pt x="15" y="0"/>
                          <a:pt x="15" y="0"/>
                        </a:cubicBezTo>
                        <a:cubicBezTo>
                          <a:pt x="15" y="0"/>
                          <a:pt x="33" y="7"/>
                          <a:pt x="39" y="10"/>
                        </a:cubicBezTo>
                        <a:close/>
                      </a:path>
                    </a:pathLst>
                  </a:custGeom>
                  <a:gradFill>
                    <a:gsLst>
                      <a:gs pos="0">
                        <a:schemeClr val="tx1"/>
                      </a:gs>
                      <a:gs pos="100000">
                        <a:schemeClr val="bg1">
                          <a:lumMod val="85000"/>
                        </a:schemeClr>
                      </a:gs>
                    </a:gsLst>
                    <a:lin ang="2700000" scaled="1"/>
                  </a:gra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sp>
            <p:nvSpPr>
              <p:cNvPr id="24" name="Freeform 76"/>
              <p:cNvSpPr>
                <a:spLocks noEditPoints="1"/>
              </p:cNvSpPr>
              <p:nvPr/>
            </p:nvSpPr>
            <p:spPr bwMode="auto">
              <a:xfrm>
                <a:off x="5946778" y="3775361"/>
                <a:ext cx="370518" cy="501288"/>
              </a:xfrm>
              <a:custGeom>
                <a:avLst/>
                <a:gdLst>
                  <a:gd name="T0" fmla="*/ 51 w 141"/>
                  <a:gd name="T1" fmla="*/ 186 h 192"/>
                  <a:gd name="T2" fmla="*/ 60 w 141"/>
                  <a:gd name="T3" fmla="*/ 185 h 192"/>
                  <a:gd name="T4" fmla="*/ 60 w 141"/>
                  <a:gd name="T5" fmla="*/ 185 h 192"/>
                  <a:gd name="T6" fmla="*/ 71 w 141"/>
                  <a:gd name="T7" fmla="*/ 192 h 192"/>
                  <a:gd name="T8" fmla="*/ 81 w 141"/>
                  <a:gd name="T9" fmla="*/ 182 h 192"/>
                  <a:gd name="T10" fmla="*/ 81 w 141"/>
                  <a:gd name="T11" fmla="*/ 182 h 192"/>
                  <a:gd name="T12" fmla="*/ 90 w 141"/>
                  <a:gd name="T13" fmla="*/ 181 h 192"/>
                  <a:gd name="T14" fmla="*/ 96 w 141"/>
                  <a:gd name="T15" fmla="*/ 172 h 192"/>
                  <a:gd name="T16" fmla="*/ 45 w 141"/>
                  <a:gd name="T17" fmla="*/ 179 h 192"/>
                  <a:gd name="T18" fmla="*/ 51 w 141"/>
                  <a:gd name="T19" fmla="*/ 186 h 192"/>
                  <a:gd name="T20" fmla="*/ 95 w 141"/>
                  <a:gd name="T21" fmla="*/ 160 h 192"/>
                  <a:gd name="T22" fmla="*/ 46 w 141"/>
                  <a:gd name="T23" fmla="*/ 166 h 192"/>
                  <a:gd name="T24" fmla="*/ 42 w 141"/>
                  <a:gd name="T25" fmla="*/ 171 h 192"/>
                  <a:gd name="T26" fmla="*/ 46 w 141"/>
                  <a:gd name="T27" fmla="*/ 175 h 192"/>
                  <a:gd name="T28" fmla="*/ 95 w 141"/>
                  <a:gd name="T29" fmla="*/ 169 h 192"/>
                  <a:gd name="T30" fmla="*/ 99 w 141"/>
                  <a:gd name="T31" fmla="*/ 164 h 192"/>
                  <a:gd name="T32" fmla="*/ 95 w 141"/>
                  <a:gd name="T33" fmla="*/ 160 h 192"/>
                  <a:gd name="T34" fmla="*/ 98 w 141"/>
                  <a:gd name="T35" fmla="*/ 146 h 192"/>
                  <a:gd name="T36" fmla="*/ 43 w 141"/>
                  <a:gd name="T37" fmla="*/ 153 h 192"/>
                  <a:gd name="T38" fmla="*/ 40 w 141"/>
                  <a:gd name="T39" fmla="*/ 158 h 192"/>
                  <a:gd name="T40" fmla="*/ 43 w 141"/>
                  <a:gd name="T41" fmla="*/ 163 h 192"/>
                  <a:gd name="T42" fmla="*/ 98 w 141"/>
                  <a:gd name="T43" fmla="*/ 156 h 192"/>
                  <a:gd name="T44" fmla="*/ 101 w 141"/>
                  <a:gd name="T45" fmla="*/ 150 h 192"/>
                  <a:gd name="T46" fmla="*/ 98 w 141"/>
                  <a:gd name="T47" fmla="*/ 146 h 192"/>
                  <a:gd name="T48" fmla="*/ 71 w 141"/>
                  <a:gd name="T49" fmla="*/ 0 h 192"/>
                  <a:gd name="T50" fmla="*/ 0 w 141"/>
                  <a:gd name="T51" fmla="*/ 71 h 192"/>
                  <a:gd name="T52" fmla="*/ 42 w 141"/>
                  <a:gd name="T53" fmla="*/ 136 h 192"/>
                  <a:gd name="T54" fmla="*/ 42 w 141"/>
                  <a:gd name="T55" fmla="*/ 148 h 192"/>
                  <a:gd name="T56" fmla="*/ 99 w 141"/>
                  <a:gd name="T57" fmla="*/ 141 h 192"/>
                  <a:gd name="T58" fmla="*/ 99 w 141"/>
                  <a:gd name="T59" fmla="*/ 136 h 192"/>
                  <a:gd name="T60" fmla="*/ 141 w 141"/>
                  <a:gd name="T61" fmla="*/ 71 h 192"/>
                  <a:gd name="T62" fmla="*/ 71 w 141"/>
                  <a:gd name="T63" fmla="*/ 0 h 192"/>
                  <a:gd name="T64" fmla="*/ 126 w 141"/>
                  <a:gd name="T65" fmla="*/ 79 h 192"/>
                  <a:gd name="T66" fmla="*/ 121 w 141"/>
                  <a:gd name="T67" fmla="*/ 73 h 192"/>
                  <a:gd name="T68" fmla="*/ 68 w 141"/>
                  <a:gd name="T69" fmla="*/ 20 h 192"/>
                  <a:gd name="T70" fmla="*/ 62 w 141"/>
                  <a:gd name="T71" fmla="*/ 15 h 192"/>
                  <a:gd name="T72" fmla="*/ 68 w 141"/>
                  <a:gd name="T73" fmla="*/ 9 h 192"/>
                  <a:gd name="T74" fmla="*/ 132 w 141"/>
                  <a:gd name="T75" fmla="*/ 73 h 192"/>
                  <a:gd name="T76" fmla="*/ 126 w 141"/>
                  <a:gd name="T77" fmla="*/ 7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92">
                    <a:moveTo>
                      <a:pt x="51" y="186"/>
                    </a:moveTo>
                    <a:cubicBezTo>
                      <a:pt x="60" y="185"/>
                      <a:pt x="60" y="185"/>
                      <a:pt x="60" y="185"/>
                    </a:cubicBezTo>
                    <a:cubicBezTo>
                      <a:pt x="60" y="185"/>
                      <a:pt x="60" y="185"/>
                      <a:pt x="60" y="185"/>
                    </a:cubicBezTo>
                    <a:cubicBezTo>
                      <a:pt x="60" y="188"/>
                      <a:pt x="65" y="192"/>
                      <a:pt x="71" y="192"/>
                    </a:cubicBezTo>
                    <a:cubicBezTo>
                      <a:pt x="76" y="191"/>
                      <a:pt x="81" y="185"/>
                      <a:pt x="81" y="182"/>
                    </a:cubicBezTo>
                    <a:cubicBezTo>
                      <a:pt x="81" y="182"/>
                      <a:pt x="81" y="182"/>
                      <a:pt x="81" y="182"/>
                    </a:cubicBezTo>
                    <a:cubicBezTo>
                      <a:pt x="90" y="181"/>
                      <a:pt x="90" y="181"/>
                      <a:pt x="90" y="181"/>
                    </a:cubicBezTo>
                    <a:cubicBezTo>
                      <a:pt x="92" y="181"/>
                      <a:pt x="96" y="175"/>
                      <a:pt x="96" y="172"/>
                    </a:cubicBezTo>
                    <a:cubicBezTo>
                      <a:pt x="45" y="179"/>
                      <a:pt x="45" y="179"/>
                      <a:pt x="45" y="179"/>
                    </a:cubicBezTo>
                    <a:cubicBezTo>
                      <a:pt x="45" y="182"/>
                      <a:pt x="49" y="186"/>
                      <a:pt x="51" y="186"/>
                    </a:cubicBezTo>
                    <a:close/>
                    <a:moveTo>
                      <a:pt x="95" y="160"/>
                    </a:moveTo>
                    <a:cubicBezTo>
                      <a:pt x="46" y="166"/>
                      <a:pt x="46" y="166"/>
                      <a:pt x="46" y="166"/>
                    </a:cubicBezTo>
                    <a:cubicBezTo>
                      <a:pt x="44" y="166"/>
                      <a:pt x="42" y="168"/>
                      <a:pt x="42" y="171"/>
                    </a:cubicBezTo>
                    <a:cubicBezTo>
                      <a:pt x="42" y="173"/>
                      <a:pt x="44" y="175"/>
                      <a:pt x="46" y="175"/>
                    </a:cubicBezTo>
                    <a:cubicBezTo>
                      <a:pt x="95" y="169"/>
                      <a:pt x="95" y="169"/>
                      <a:pt x="95" y="169"/>
                    </a:cubicBezTo>
                    <a:cubicBezTo>
                      <a:pt x="97" y="168"/>
                      <a:pt x="99" y="166"/>
                      <a:pt x="99" y="164"/>
                    </a:cubicBezTo>
                    <a:cubicBezTo>
                      <a:pt x="99" y="161"/>
                      <a:pt x="97" y="159"/>
                      <a:pt x="95" y="160"/>
                    </a:cubicBezTo>
                    <a:close/>
                    <a:moveTo>
                      <a:pt x="98" y="146"/>
                    </a:moveTo>
                    <a:cubicBezTo>
                      <a:pt x="43" y="153"/>
                      <a:pt x="43" y="153"/>
                      <a:pt x="43" y="153"/>
                    </a:cubicBezTo>
                    <a:cubicBezTo>
                      <a:pt x="41" y="153"/>
                      <a:pt x="40" y="155"/>
                      <a:pt x="40" y="158"/>
                    </a:cubicBezTo>
                    <a:cubicBezTo>
                      <a:pt x="40" y="161"/>
                      <a:pt x="41" y="163"/>
                      <a:pt x="43" y="163"/>
                    </a:cubicBezTo>
                    <a:cubicBezTo>
                      <a:pt x="98" y="156"/>
                      <a:pt x="98" y="156"/>
                      <a:pt x="98" y="156"/>
                    </a:cubicBezTo>
                    <a:cubicBezTo>
                      <a:pt x="100" y="155"/>
                      <a:pt x="101" y="153"/>
                      <a:pt x="101" y="150"/>
                    </a:cubicBezTo>
                    <a:cubicBezTo>
                      <a:pt x="101" y="148"/>
                      <a:pt x="100" y="146"/>
                      <a:pt x="98" y="146"/>
                    </a:cubicBezTo>
                    <a:close/>
                    <a:moveTo>
                      <a:pt x="71" y="0"/>
                    </a:moveTo>
                    <a:cubicBezTo>
                      <a:pt x="31" y="0"/>
                      <a:pt x="0" y="32"/>
                      <a:pt x="0" y="71"/>
                    </a:cubicBezTo>
                    <a:cubicBezTo>
                      <a:pt x="0" y="100"/>
                      <a:pt x="17" y="125"/>
                      <a:pt x="42" y="136"/>
                    </a:cubicBezTo>
                    <a:cubicBezTo>
                      <a:pt x="42" y="148"/>
                      <a:pt x="42" y="148"/>
                      <a:pt x="42" y="148"/>
                    </a:cubicBezTo>
                    <a:cubicBezTo>
                      <a:pt x="99" y="141"/>
                      <a:pt x="99" y="141"/>
                      <a:pt x="99" y="141"/>
                    </a:cubicBezTo>
                    <a:cubicBezTo>
                      <a:pt x="99" y="136"/>
                      <a:pt x="99" y="136"/>
                      <a:pt x="99" y="136"/>
                    </a:cubicBezTo>
                    <a:cubicBezTo>
                      <a:pt x="124" y="125"/>
                      <a:pt x="141" y="100"/>
                      <a:pt x="141" y="71"/>
                    </a:cubicBezTo>
                    <a:cubicBezTo>
                      <a:pt x="141" y="32"/>
                      <a:pt x="110" y="0"/>
                      <a:pt x="71" y="0"/>
                    </a:cubicBezTo>
                    <a:close/>
                    <a:moveTo>
                      <a:pt x="126" y="79"/>
                    </a:moveTo>
                    <a:cubicBezTo>
                      <a:pt x="123" y="79"/>
                      <a:pt x="121" y="76"/>
                      <a:pt x="121" y="73"/>
                    </a:cubicBezTo>
                    <a:cubicBezTo>
                      <a:pt x="121" y="44"/>
                      <a:pt x="97" y="20"/>
                      <a:pt x="68" y="20"/>
                    </a:cubicBezTo>
                    <a:cubicBezTo>
                      <a:pt x="65" y="20"/>
                      <a:pt x="62" y="18"/>
                      <a:pt x="62" y="15"/>
                    </a:cubicBezTo>
                    <a:cubicBezTo>
                      <a:pt x="62" y="12"/>
                      <a:pt x="65" y="9"/>
                      <a:pt x="68" y="9"/>
                    </a:cubicBezTo>
                    <a:cubicBezTo>
                      <a:pt x="103" y="9"/>
                      <a:pt x="132" y="38"/>
                      <a:pt x="132" y="73"/>
                    </a:cubicBezTo>
                    <a:cubicBezTo>
                      <a:pt x="132" y="76"/>
                      <a:pt x="130" y="79"/>
                      <a:pt x="126" y="79"/>
                    </a:cubicBezTo>
                    <a:close/>
                  </a:path>
                </a:pathLst>
              </a:custGeom>
              <a:solidFill>
                <a:schemeClr val="bg1">
                  <a:lumMod val="65000"/>
                </a:schemeClr>
              </a:soli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5" name="Freeform 84"/>
              <p:cNvSpPr>
                <a:spLocks noEditPoints="1"/>
              </p:cNvSpPr>
              <p:nvPr/>
            </p:nvSpPr>
            <p:spPr bwMode="auto">
              <a:xfrm>
                <a:off x="4930194" y="3306490"/>
                <a:ext cx="270260" cy="268081"/>
              </a:xfrm>
              <a:custGeom>
                <a:avLst/>
                <a:gdLst>
                  <a:gd name="T0" fmla="*/ 98 w 102"/>
                  <a:gd name="T1" fmla="*/ 0 h 101"/>
                  <a:gd name="T2" fmla="*/ 86 w 102"/>
                  <a:gd name="T3" fmla="*/ 0 h 101"/>
                  <a:gd name="T4" fmla="*/ 84 w 102"/>
                  <a:gd name="T5" fmla="*/ 1 h 101"/>
                  <a:gd name="T6" fmla="*/ 40 w 102"/>
                  <a:gd name="T7" fmla="*/ 39 h 101"/>
                  <a:gd name="T8" fmla="*/ 32 w 102"/>
                  <a:gd name="T9" fmla="*/ 38 h 101"/>
                  <a:gd name="T10" fmla="*/ 0 w 102"/>
                  <a:gd name="T11" fmla="*/ 70 h 101"/>
                  <a:gd name="T12" fmla="*/ 32 w 102"/>
                  <a:gd name="T13" fmla="*/ 101 h 101"/>
                  <a:gd name="T14" fmla="*/ 64 w 102"/>
                  <a:gd name="T15" fmla="*/ 70 h 101"/>
                  <a:gd name="T16" fmla="*/ 61 w 102"/>
                  <a:gd name="T17" fmla="*/ 58 h 101"/>
                  <a:gd name="T18" fmla="*/ 72 w 102"/>
                  <a:gd name="T19" fmla="*/ 54 h 101"/>
                  <a:gd name="T20" fmla="*/ 74 w 102"/>
                  <a:gd name="T21" fmla="*/ 51 h 101"/>
                  <a:gd name="T22" fmla="*/ 74 w 102"/>
                  <a:gd name="T23" fmla="*/ 39 h 101"/>
                  <a:gd name="T24" fmla="*/ 86 w 102"/>
                  <a:gd name="T25" fmla="*/ 38 h 101"/>
                  <a:gd name="T26" fmla="*/ 89 w 102"/>
                  <a:gd name="T27" fmla="*/ 35 h 101"/>
                  <a:gd name="T28" fmla="*/ 90 w 102"/>
                  <a:gd name="T29" fmla="*/ 21 h 101"/>
                  <a:gd name="T30" fmla="*/ 99 w 102"/>
                  <a:gd name="T31" fmla="*/ 19 h 101"/>
                  <a:gd name="T32" fmla="*/ 102 w 102"/>
                  <a:gd name="T33" fmla="*/ 16 h 101"/>
                  <a:gd name="T34" fmla="*/ 102 w 102"/>
                  <a:gd name="T35" fmla="*/ 3 h 101"/>
                  <a:gd name="T36" fmla="*/ 98 w 102"/>
                  <a:gd name="T37" fmla="*/ 0 h 101"/>
                  <a:gd name="T38" fmla="*/ 22 w 102"/>
                  <a:gd name="T39" fmla="*/ 70 h 101"/>
                  <a:gd name="T40" fmla="*/ 31 w 102"/>
                  <a:gd name="T41" fmla="*/ 75 h 101"/>
                  <a:gd name="T42" fmla="*/ 32 w 102"/>
                  <a:gd name="T43" fmla="*/ 79 h 101"/>
                  <a:gd name="T44" fmla="*/ 22 w 102"/>
                  <a:gd name="T45" fmla="*/ 89 h 101"/>
                  <a:gd name="T46" fmla="*/ 13 w 102"/>
                  <a:gd name="T47" fmla="*/ 79 h 101"/>
                  <a:gd name="T48" fmla="*/ 22 w 102"/>
                  <a:gd name="T49" fmla="*/ 7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 h="101">
                    <a:moveTo>
                      <a:pt x="98" y="0"/>
                    </a:moveTo>
                    <a:cubicBezTo>
                      <a:pt x="86" y="0"/>
                      <a:pt x="86" y="0"/>
                      <a:pt x="86" y="0"/>
                    </a:cubicBezTo>
                    <a:cubicBezTo>
                      <a:pt x="85" y="0"/>
                      <a:pt x="84" y="0"/>
                      <a:pt x="84" y="1"/>
                    </a:cubicBezTo>
                    <a:cubicBezTo>
                      <a:pt x="40" y="39"/>
                      <a:pt x="40" y="39"/>
                      <a:pt x="40" y="39"/>
                    </a:cubicBezTo>
                    <a:cubicBezTo>
                      <a:pt x="38" y="39"/>
                      <a:pt x="34" y="38"/>
                      <a:pt x="32" y="38"/>
                    </a:cubicBezTo>
                    <a:cubicBezTo>
                      <a:pt x="14" y="38"/>
                      <a:pt x="0" y="52"/>
                      <a:pt x="0" y="70"/>
                    </a:cubicBezTo>
                    <a:cubicBezTo>
                      <a:pt x="0" y="87"/>
                      <a:pt x="14" y="101"/>
                      <a:pt x="32" y="101"/>
                    </a:cubicBezTo>
                    <a:cubicBezTo>
                      <a:pt x="49" y="101"/>
                      <a:pt x="64" y="87"/>
                      <a:pt x="64" y="70"/>
                    </a:cubicBezTo>
                    <a:cubicBezTo>
                      <a:pt x="64" y="64"/>
                      <a:pt x="63" y="61"/>
                      <a:pt x="61" y="58"/>
                    </a:cubicBezTo>
                    <a:cubicBezTo>
                      <a:pt x="72" y="54"/>
                      <a:pt x="72" y="54"/>
                      <a:pt x="72" y="54"/>
                    </a:cubicBezTo>
                    <a:cubicBezTo>
                      <a:pt x="74" y="54"/>
                      <a:pt x="74" y="53"/>
                      <a:pt x="74" y="51"/>
                    </a:cubicBezTo>
                    <a:cubicBezTo>
                      <a:pt x="74" y="39"/>
                      <a:pt x="74" y="39"/>
                      <a:pt x="74" y="39"/>
                    </a:cubicBezTo>
                    <a:cubicBezTo>
                      <a:pt x="86" y="38"/>
                      <a:pt x="86" y="38"/>
                      <a:pt x="86" y="38"/>
                    </a:cubicBezTo>
                    <a:cubicBezTo>
                      <a:pt x="88" y="38"/>
                      <a:pt x="89" y="37"/>
                      <a:pt x="89" y="35"/>
                    </a:cubicBezTo>
                    <a:cubicBezTo>
                      <a:pt x="90" y="21"/>
                      <a:pt x="90" y="21"/>
                      <a:pt x="90" y="21"/>
                    </a:cubicBezTo>
                    <a:cubicBezTo>
                      <a:pt x="99" y="19"/>
                      <a:pt x="99" y="19"/>
                      <a:pt x="99" y="19"/>
                    </a:cubicBezTo>
                    <a:cubicBezTo>
                      <a:pt x="101" y="19"/>
                      <a:pt x="102" y="17"/>
                      <a:pt x="102" y="16"/>
                    </a:cubicBezTo>
                    <a:cubicBezTo>
                      <a:pt x="102" y="3"/>
                      <a:pt x="102" y="3"/>
                      <a:pt x="102" y="3"/>
                    </a:cubicBezTo>
                    <a:cubicBezTo>
                      <a:pt x="102" y="1"/>
                      <a:pt x="100" y="0"/>
                      <a:pt x="98" y="0"/>
                    </a:cubicBezTo>
                    <a:moveTo>
                      <a:pt x="22" y="70"/>
                    </a:moveTo>
                    <a:cubicBezTo>
                      <a:pt x="26" y="70"/>
                      <a:pt x="29" y="72"/>
                      <a:pt x="31" y="75"/>
                    </a:cubicBezTo>
                    <a:cubicBezTo>
                      <a:pt x="32" y="76"/>
                      <a:pt x="32" y="78"/>
                      <a:pt x="32" y="79"/>
                    </a:cubicBezTo>
                    <a:cubicBezTo>
                      <a:pt x="32" y="84"/>
                      <a:pt x="28" y="89"/>
                      <a:pt x="22" y="89"/>
                    </a:cubicBezTo>
                    <a:cubicBezTo>
                      <a:pt x="17" y="89"/>
                      <a:pt x="13" y="84"/>
                      <a:pt x="13" y="79"/>
                    </a:cubicBezTo>
                    <a:cubicBezTo>
                      <a:pt x="13" y="74"/>
                      <a:pt x="17" y="70"/>
                      <a:pt x="22" y="7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6" name="Freeform 88"/>
              <p:cNvSpPr>
                <a:spLocks noEditPoints="1"/>
              </p:cNvSpPr>
              <p:nvPr/>
            </p:nvSpPr>
            <p:spPr bwMode="auto">
              <a:xfrm>
                <a:off x="7005851" y="3277709"/>
                <a:ext cx="247376" cy="326927"/>
              </a:xfrm>
              <a:custGeom>
                <a:avLst/>
                <a:gdLst>
                  <a:gd name="T0" fmla="*/ 48 w 93"/>
                  <a:gd name="T1" fmla="*/ 67 h 124"/>
                  <a:gd name="T2" fmla="*/ 47 w 93"/>
                  <a:gd name="T3" fmla="*/ 64 h 124"/>
                  <a:gd name="T4" fmla="*/ 44 w 93"/>
                  <a:gd name="T5" fmla="*/ 65 h 124"/>
                  <a:gd name="T6" fmla="*/ 44 w 93"/>
                  <a:gd name="T7" fmla="*/ 61 h 124"/>
                  <a:gd name="T8" fmla="*/ 40 w 93"/>
                  <a:gd name="T9" fmla="*/ 62 h 124"/>
                  <a:gd name="T10" fmla="*/ 38 w 93"/>
                  <a:gd name="T11" fmla="*/ 70 h 124"/>
                  <a:gd name="T12" fmla="*/ 40 w 93"/>
                  <a:gd name="T13" fmla="*/ 72 h 124"/>
                  <a:gd name="T14" fmla="*/ 48 w 93"/>
                  <a:gd name="T15" fmla="*/ 67 h 124"/>
                  <a:gd name="T16" fmla="*/ 38 w 93"/>
                  <a:gd name="T17" fmla="*/ 71 h 124"/>
                  <a:gd name="T18" fmla="*/ 36 w 93"/>
                  <a:gd name="T19" fmla="*/ 75 h 124"/>
                  <a:gd name="T20" fmla="*/ 40 w 93"/>
                  <a:gd name="T21" fmla="*/ 73 h 124"/>
                  <a:gd name="T22" fmla="*/ 38 w 93"/>
                  <a:gd name="T23" fmla="*/ 71 h 124"/>
                  <a:gd name="T24" fmla="*/ 68 w 93"/>
                  <a:gd name="T25" fmla="*/ 110 h 124"/>
                  <a:gd name="T26" fmla="*/ 12 w 93"/>
                  <a:gd name="T27" fmla="*/ 110 h 124"/>
                  <a:gd name="T28" fmla="*/ 12 w 93"/>
                  <a:gd name="T29" fmla="*/ 33 h 124"/>
                  <a:gd name="T30" fmla="*/ 55 w 93"/>
                  <a:gd name="T31" fmla="*/ 33 h 124"/>
                  <a:gd name="T32" fmla="*/ 65 w 93"/>
                  <a:gd name="T33" fmla="*/ 19 h 124"/>
                  <a:gd name="T34" fmla="*/ 12 w 93"/>
                  <a:gd name="T35" fmla="*/ 19 h 124"/>
                  <a:gd name="T36" fmla="*/ 0 w 93"/>
                  <a:gd name="T37" fmla="*/ 30 h 124"/>
                  <a:gd name="T38" fmla="*/ 0 w 93"/>
                  <a:gd name="T39" fmla="*/ 113 h 124"/>
                  <a:gd name="T40" fmla="*/ 12 w 93"/>
                  <a:gd name="T41" fmla="*/ 124 h 124"/>
                  <a:gd name="T42" fmla="*/ 67 w 93"/>
                  <a:gd name="T43" fmla="*/ 124 h 124"/>
                  <a:gd name="T44" fmla="*/ 79 w 93"/>
                  <a:gd name="T45" fmla="*/ 113 h 124"/>
                  <a:gd name="T46" fmla="*/ 79 w 93"/>
                  <a:gd name="T47" fmla="*/ 33 h 124"/>
                  <a:gd name="T48" fmla="*/ 68 w 93"/>
                  <a:gd name="T49" fmla="*/ 49 h 124"/>
                  <a:gd name="T50" fmla="*/ 68 w 93"/>
                  <a:gd name="T51" fmla="*/ 110 h 124"/>
                  <a:gd name="T52" fmla="*/ 77 w 93"/>
                  <a:gd name="T53" fmla="*/ 11 h 124"/>
                  <a:gd name="T54" fmla="*/ 85 w 93"/>
                  <a:gd name="T55" fmla="*/ 16 h 124"/>
                  <a:gd name="T56" fmla="*/ 86 w 93"/>
                  <a:gd name="T57" fmla="*/ 14 h 124"/>
                  <a:gd name="T58" fmla="*/ 79 w 93"/>
                  <a:gd name="T59" fmla="*/ 9 h 124"/>
                  <a:gd name="T60" fmla="*/ 77 w 93"/>
                  <a:gd name="T61" fmla="*/ 11 h 124"/>
                  <a:gd name="T62" fmla="*/ 85 w 93"/>
                  <a:gd name="T63" fmla="*/ 0 h 124"/>
                  <a:gd name="T64" fmla="*/ 82 w 93"/>
                  <a:gd name="T65" fmla="*/ 4 h 124"/>
                  <a:gd name="T66" fmla="*/ 90 w 93"/>
                  <a:gd name="T67" fmla="*/ 9 h 124"/>
                  <a:gd name="T68" fmla="*/ 93 w 93"/>
                  <a:gd name="T69" fmla="*/ 5 h 124"/>
                  <a:gd name="T70" fmla="*/ 85 w 93"/>
                  <a:gd name="T71" fmla="*/ 0 h 124"/>
                  <a:gd name="T72" fmla="*/ 41 w 93"/>
                  <a:gd name="T73" fmla="*/ 61 h 124"/>
                  <a:gd name="T74" fmla="*/ 44 w 93"/>
                  <a:gd name="T75" fmla="*/ 61 h 124"/>
                  <a:gd name="T76" fmla="*/ 44 w 93"/>
                  <a:gd name="T77" fmla="*/ 64 h 124"/>
                  <a:gd name="T78" fmla="*/ 48 w 93"/>
                  <a:gd name="T79" fmla="*/ 64 h 124"/>
                  <a:gd name="T80" fmla="*/ 48 w 93"/>
                  <a:gd name="T81" fmla="*/ 67 h 124"/>
                  <a:gd name="T82" fmla="*/ 84 w 93"/>
                  <a:gd name="T83" fmla="*/ 17 h 124"/>
                  <a:gd name="T84" fmla="*/ 76 w 93"/>
                  <a:gd name="T85" fmla="*/ 12 h 124"/>
                  <a:gd name="T86" fmla="*/ 41 w 93"/>
                  <a:gd name="T87" fmla="*/ 61 h 124"/>
                  <a:gd name="T88" fmla="*/ 79 w 93"/>
                  <a:gd name="T89" fmla="*/ 8 h 124"/>
                  <a:gd name="T90" fmla="*/ 87 w 93"/>
                  <a:gd name="T91" fmla="*/ 13 h 124"/>
                  <a:gd name="T92" fmla="*/ 89 w 93"/>
                  <a:gd name="T93" fmla="*/ 10 h 124"/>
                  <a:gd name="T94" fmla="*/ 82 w 93"/>
                  <a:gd name="T95" fmla="*/ 4 h 124"/>
                  <a:gd name="T96" fmla="*/ 79 w 93"/>
                  <a:gd name="T97" fmla="*/ 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48" y="67"/>
                    </a:moveTo>
                    <a:cubicBezTo>
                      <a:pt x="47" y="64"/>
                      <a:pt x="47" y="64"/>
                      <a:pt x="47" y="64"/>
                    </a:cubicBezTo>
                    <a:cubicBezTo>
                      <a:pt x="44" y="65"/>
                      <a:pt x="44" y="65"/>
                      <a:pt x="44" y="65"/>
                    </a:cubicBezTo>
                    <a:cubicBezTo>
                      <a:pt x="44" y="61"/>
                      <a:pt x="44" y="61"/>
                      <a:pt x="44" y="61"/>
                    </a:cubicBezTo>
                    <a:cubicBezTo>
                      <a:pt x="40" y="62"/>
                      <a:pt x="40" y="62"/>
                      <a:pt x="40" y="62"/>
                    </a:cubicBezTo>
                    <a:cubicBezTo>
                      <a:pt x="38" y="70"/>
                      <a:pt x="38" y="70"/>
                      <a:pt x="38" y="70"/>
                    </a:cubicBezTo>
                    <a:cubicBezTo>
                      <a:pt x="39" y="71"/>
                      <a:pt x="40" y="71"/>
                      <a:pt x="40" y="72"/>
                    </a:cubicBezTo>
                    <a:lnTo>
                      <a:pt x="48" y="67"/>
                    </a:lnTo>
                    <a:close/>
                    <a:moveTo>
                      <a:pt x="38" y="71"/>
                    </a:moveTo>
                    <a:cubicBezTo>
                      <a:pt x="36" y="75"/>
                      <a:pt x="36" y="75"/>
                      <a:pt x="36" y="75"/>
                    </a:cubicBezTo>
                    <a:cubicBezTo>
                      <a:pt x="40" y="73"/>
                      <a:pt x="40" y="73"/>
                      <a:pt x="40" y="73"/>
                    </a:cubicBezTo>
                    <a:cubicBezTo>
                      <a:pt x="39" y="72"/>
                      <a:pt x="39" y="71"/>
                      <a:pt x="38" y="71"/>
                    </a:cubicBezTo>
                    <a:close/>
                    <a:moveTo>
                      <a:pt x="68" y="110"/>
                    </a:moveTo>
                    <a:cubicBezTo>
                      <a:pt x="12" y="110"/>
                      <a:pt x="12" y="110"/>
                      <a:pt x="12" y="110"/>
                    </a:cubicBezTo>
                    <a:cubicBezTo>
                      <a:pt x="12" y="33"/>
                      <a:pt x="12" y="33"/>
                      <a:pt x="12" y="33"/>
                    </a:cubicBezTo>
                    <a:cubicBezTo>
                      <a:pt x="55" y="33"/>
                      <a:pt x="55" y="33"/>
                      <a:pt x="55" y="33"/>
                    </a:cubicBezTo>
                    <a:cubicBezTo>
                      <a:pt x="65" y="19"/>
                      <a:pt x="65" y="19"/>
                      <a:pt x="65" y="19"/>
                    </a:cubicBezTo>
                    <a:cubicBezTo>
                      <a:pt x="12" y="19"/>
                      <a:pt x="12" y="19"/>
                      <a:pt x="12" y="19"/>
                    </a:cubicBezTo>
                    <a:cubicBezTo>
                      <a:pt x="6" y="19"/>
                      <a:pt x="0" y="24"/>
                      <a:pt x="0" y="30"/>
                    </a:cubicBezTo>
                    <a:cubicBezTo>
                      <a:pt x="0" y="113"/>
                      <a:pt x="0" y="113"/>
                      <a:pt x="0" y="113"/>
                    </a:cubicBezTo>
                    <a:cubicBezTo>
                      <a:pt x="0" y="119"/>
                      <a:pt x="6" y="124"/>
                      <a:pt x="12" y="124"/>
                    </a:cubicBezTo>
                    <a:cubicBezTo>
                      <a:pt x="67" y="124"/>
                      <a:pt x="67" y="124"/>
                      <a:pt x="67" y="124"/>
                    </a:cubicBezTo>
                    <a:cubicBezTo>
                      <a:pt x="74" y="124"/>
                      <a:pt x="79" y="119"/>
                      <a:pt x="79" y="113"/>
                    </a:cubicBezTo>
                    <a:cubicBezTo>
                      <a:pt x="79" y="33"/>
                      <a:pt x="79" y="33"/>
                      <a:pt x="79" y="33"/>
                    </a:cubicBezTo>
                    <a:cubicBezTo>
                      <a:pt x="68" y="49"/>
                      <a:pt x="68" y="49"/>
                      <a:pt x="68" y="49"/>
                    </a:cubicBezTo>
                    <a:lnTo>
                      <a:pt x="68" y="110"/>
                    </a:lnTo>
                    <a:close/>
                    <a:moveTo>
                      <a:pt x="77" y="11"/>
                    </a:moveTo>
                    <a:cubicBezTo>
                      <a:pt x="85" y="16"/>
                      <a:pt x="85" y="16"/>
                      <a:pt x="85" y="16"/>
                    </a:cubicBezTo>
                    <a:cubicBezTo>
                      <a:pt x="86" y="14"/>
                      <a:pt x="86" y="14"/>
                      <a:pt x="86" y="14"/>
                    </a:cubicBezTo>
                    <a:cubicBezTo>
                      <a:pt x="79" y="9"/>
                      <a:pt x="79" y="9"/>
                      <a:pt x="79" y="9"/>
                    </a:cubicBezTo>
                    <a:lnTo>
                      <a:pt x="77" y="11"/>
                    </a:lnTo>
                    <a:close/>
                    <a:moveTo>
                      <a:pt x="85" y="0"/>
                    </a:moveTo>
                    <a:cubicBezTo>
                      <a:pt x="82" y="4"/>
                      <a:pt x="82" y="4"/>
                      <a:pt x="82" y="4"/>
                    </a:cubicBezTo>
                    <a:cubicBezTo>
                      <a:pt x="90" y="9"/>
                      <a:pt x="90" y="9"/>
                      <a:pt x="90" y="9"/>
                    </a:cubicBezTo>
                    <a:cubicBezTo>
                      <a:pt x="93" y="5"/>
                      <a:pt x="93" y="5"/>
                      <a:pt x="93" y="5"/>
                    </a:cubicBezTo>
                    <a:lnTo>
                      <a:pt x="85" y="0"/>
                    </a:lnTo>
                    <a:close/>
                    <a:moveTo>
                      <a:pt x="41" y="61"/>
                    </a:moveTo>
                    <a:cubicBezTo>
                      <a:pt x="44" y="61"/>
                      <a:pt x="44" y="61"/>
                      <a:pt x="44" y="61"/>
                    </a:cubicBezTo>
                    <a:cubicBezTo>
                      <a:pt x="44" y="64"/>
                      <a:pt x="44" y="64"/>
                      <a:pt x="44" y="64"/>
                    </a:cubicBezTo>
                    <a:cubicBezTo>
                      <a:pt x="48" y="64"/>
                      <a:pt x="48" y="64"/>
                      <a:pt x="48" y="64"/>
                    </a:cubicBezTo>
                    <a:cubicBezTo>
                      <a:pt x="48" y="67"/>
                      <a:pt x="48" y="67"/>
                      <a:pt x="48" y="67"/>
                    </a:cubicBezTo>
                    <a:cubicBezTo>
                      <a:pt x="84" y="17"/>
                      <a:pt x="84" y="17"/>
                      <a:pt x="84" y="17"/>
                    </a:cubicBezTo>
                    <a:cubicBezTo>
                      <a:pt x="76" y="12"/>
                      <a:pt x="76" y="12"/>
                      <a:pt x="76" y="12"/>
                    </a:cubicBezTo>
                    <a:lnTo>
                      <a:pt x="41" y="61"/>
                    </a:lnTo>
                    <a:close/>
                    <a:moveTo>
                      <a:pt x="79" y="8"/>
                    </a:moveTo>
                    <a:cubicBezTo>
                      <a:pt x="87" y="13"/>
                      <a:pt x="87" y="13"/>
                      <a:pt x="87" y="13"/>
                    </a:cubicBezTo>
                    <a:cubicBezTo>
                      <a:pt x="89" y="10"/>
                      <a:pt x="89" y="10"/>
                      <a:pt x="89" y="10"/>
                    </a:cubicBezTo>
                    <a:cubicBezTo>
                      <a:pt x="82" y="4"/>
                      <a:pt x="82" y="4"/>
                      <a:pt x="82" y="4"/>
                    </a:cubicBezTo>
                    <a:lnTo>
                      <a:pt x="79" y="8"/>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7" name="Freeform 92"/>
              <p:cNvSpPr>
                <a:spLocks noEditPoints="1"/>
              </p:cNvSpPr>
              <p:nvPr/>
            </p:nvSpPr>
            <p:spPr bwMode="auto">
              <a:xfrm>
                <a:off x="6033956" y="4887922"/>
                <a:ext cx="192887" cy="396673"/>
              </a:xfrm>
              <a:custGeom>
                <a:avLst/>
                <a:gdLst>
                  <a:gd name="T0" fmla="*/ 33 w 72"/>
                  <a:gd name="T1" fmla="*/ 50 h 151"/>
                  <a:gd name="T2" fmla="*/ 33 w 72"/>
                  <a:gd name="T3" fmla="*/ 48 h 151"/>
                  <a:gd name="T4" fmla="*/ 24 w 72"/>
                  <a:gd name="T5" fmla="*/ 49 h 151"/>
                  <a:gd name="T6" fmla="*/ 62 w 72"/>
                  <a:gd name="T7" fmla="*/ 3 h 151"/>
                  <a:gd name="T8" fmla="*/ 28 w 72"/>
                  <a:gd name="T9" fmla="*/ 2 h 151"/>
                  <a:gd name="T10" fmla="*/ 25 w 72"/>
                  <a:gd name="T11" fmla="*/ 3 h 151"/>
                  <a:gd name="T12" fmla="*/ 61 w 72"/>
                  <a:gd name="T13" fmla="*/ 7 h 151"/>
                  <a:gd name="T14" fmla="*/ 49 w 72"/>
                  <a:gd name="T15" fmla="*/ 28 h 151"/>
                  <a:gd name="T16" fmla="*/ 28 w 72"/>
                  <a:gd name="T17" fmla="*/ 42 h 151"/>
                  <a:gd name="T18" fmla="*/ 24 w 72"/>
                  <a:gd name="T19" fmla="*/ 43 h 151"/>
                  <a:gd name="T20" fmla="*/ 33 w 72"/>
                  <a:gd name="T21" fmla="*/ 45 h 151"/>
                  <a:gd name="T22" fmla="*/ 33 w 72"/>
                  <a:gd name="T23" fmla="*/ 42 h 151"/>
                  <a:gd name="T24" fmla="*/ 35 w 72"/>
                  <a:gd name="T25" fmla="*/ 34 h 151"/>
                  <a:gd name="T26" fmla="*/ 70 w 72"/>
                  <a:gd name="T27" fmla="*/ 19 h 151"/>
                  <a:gd name="T28" fmla="*/ 25 w 72"/>
                  <a:gd name="T29" fmla="*/ 47 h 151"/>
                  <a:gd name="T30" fmla="*/ 34 w 72"/>
                  <a:gd name="T31" fmla="*/ 46 h 151"/>
                  <a:gd name="T32" fmla="*/ 25 w 72"/>
                  <a:gd name="T33" fmla="*/ 45 h 151"/>
                  <a:gd name="T34" fmla="*/ 25 w 72"/>
                  <a:gd name="T35" fmla="*/ 47 h 151"/>
                  <a:gd name="T36" fmla="*/ 31 w 72"/>
                  <a:gd name="T37" fmla="*/ 94 h 151"/>
                  <a:gd name="T38" fmla="*/ 51 w 72"/>
                  <a:gd name="T39" fmla="*/ 59 h 151"/>
                  <a:gd name="T40" fmla="*/ 31 w 72"/>
                  <a:gd name="T41" fmla="*/ 63 h 151"/>
                  <a:gd name="T42" fmla="*/ 31 w 72"/>
                  <a:gd name="T43" fmla="*/ 83 h 151"/>
                  <a:gd name="T44" fmla="*/ 33 w 72"/>
                  <a:gd name="T45" fmla="*/ 53 h 151"/>
                  <a:gd name="T46" fmla="*/ 33 w 72"/>
                  <a:gd name="T47" fmla="*/ 51 h 151"/>
                  <a:gd name="T48" fmla="*/ 24 w 72"/>
                  <a:gd name="T49" fmla="*/ 52 h 151"/>
                  <a:gd name="T50" fmla="*/ 54 w 72"/>
                  <a:gd name="T51" fmla="*/ 62 h 151"/>
                  <a:gd name="T52" fmla="*/ 4 w 72"/>
                  <a:gd name="T53" fmla="*/ 62 h 151"/>
                  <a:gd name="T54" fmla="*/ 0 w 72"/>
                  <a:gd name="T55" fmla="*/ 65 h 151"/>
                  <a:gd name="T56" fmla="*/ 29 w 72"/>
                  <a:gd name="T57" fmla="*/ 151 h 151"/>
                  <a:gd name="T58" fmla="*/ 58 w 72"/>
                  <a:gd name="T59" fmla="*/ 65 h 151"/>
                  <a:gd name="T60" fmla="*/ 54 w 72"/>
                  <a:gd name="T61" fmla="*/ 62 h 151"/>
                  <a:gd name="T62" fmla="*/ 27 w 72"/>
                  <a:gd name="T63" fmla="*/ 83 h 151"/>
                  <a:gd name="T64" fmla="*/ 27 w 72"/>
                  <a:gd name="T65" fmla="*/ 63 h 151"/>
                  <a:gd name="T66" fmla="*/ 7 w 72"/>
                  <a:gd name="T67" fmla="*/ 59 h 151"/>
                  <a:gd name="T68" fmla="*/ 27 w 72"/>
                  <a:gd name="T69" fmla="*/ 9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 h="151">
                    <a:moveTo>
                      <a:pt x="25" y="50"/>
                    </a:moveTo>
                    <a:cubicBezTo>
                      <a:pt x="33" y="50"/>
                      <a:pt x="33" y="50"/>
                      <a:pt x="33" y="50"/>
                    </a:cubicBezTo>
                    <a:cubicBezTo>
                      <a:pt x="33" y="50"/>
                      <a:pt x="34" y="50"/>
                      <a:pt x="34" y="49"/>
                    </a:cubicBezTo>
                    <a:cubicBezTo>
                      <a:pt x="34" y="49"/>
                      <a:pt x="33" y="48"/>
                      <a:pt x="33" y="48"/>
                    </a:cubicBezTo>
                    <a:cubicBezTo>
                      <a:pt x="25" y="48"/>
                      <a:pt x="25" y="48"/>
                      <a:pt x="25" y="48"/>
                    </a:cubicBezTo>
                    <a:cubicBezTo>
                      <a:pt x="25" y="48"/>
                      <a:pt x="24" y="49"/>
                      <a:pt x="24" y="49"/>
                    </a:cubicBezTo>
                    <a:cubicBezTo>
                      <a:pt x="24" y="50"/>
                      <a:pt x="25" y="50"/>
                      <a:pt x="25" y="50"/>
                    </a:cubicBezTo>
                    <a:close/>
                    <a:moveTo>
                      <a:pt x="62" y="3"/>
                    </a:moveTo>
                    <a:cubicBezTo>
                      <a:pt x="56" y="1"/>
                      <a:pt x="50" y="3"/>
                      <a:pt x="44" y="5"/>
                    </a:cubicBezTo>
                    <a:cubicBezTo>
                      <a:pt x="37" y="8"/>
                      <a:pt x="32" y="10"/>
                      <a:pt x="28" y="2"/>
                    </a:cubicBezTo>
                    <a:cubicBezTo>
                      <a:pt x="27" y="1"/>
                      <a:pt x="26" y="0"/>
                      <a:pt x="25" y="1"/>
                    </a:cubicBezTo>
                    <a:cubicBezTo>
                      <a:pt x="25" y="1"/>
                      <a:pt x="24" y="2"/>
                      <a:pt x="25" y="3"/>
                    </a:cubicBezTo>
                    <a:cubicBezTo>
                      <a:pt x="30" y="14"/>
                      <a:pt x="38" y="11"/>
                      <a:pt x="45" y="8"/>
                    </a:cubicBezTo>
                    <a:cubicBezTo>
                      <a:pt x="50" y="6"/>
                      <a:pt x="56" y="4"/>
                      <a:pt x="61" y="7"/>
                    </a:cubicBezTo>
                    <a:cubicBezTo>
                      <a:pt x="67" y="9"/>
                      <a:pt x="68" y="14"/>
                      <a:pt x="66" y="18"/>
                    </a:cubicBezTo>
                    <a:cubicBezTo>
                      <a:pt x="65" y="25"/>
                      <a:pt x="58" y="30"/>
                      <a:pt x="49" y="28"/>
                    </a:cubicBezTo>
                    <a:cubicBezTo>
                      <a:pt x="42" y="27"/>
                      <a:pt x="37" y="28"/>
                      <a:pt x="33" y="31"/>
                    </a:cubicBezTo>
                    <a:cubicBezTo>
                      <a:pt x="28" y="35"/>
                      <a:pt x="28" y="41"/>
                      <a:pt x="28" y="42"/>
                    </a:cubicBezTo>
                    <a:cubicBezTo>
                      <a:pt x="25" y="42"/>
                      <a:pt x="25" y="42"/>
                      <a:pt x="25" y="42"/>
                    </a:cubicBezTo>
                    <a:cubicBezTo>
                      <a:pt x="25" y="42"/>
                      <a:pt x="24" y="43"/>
                      <a:pt x="24" y="43"/>
                    </a:cubicBezTo>
                    <a:cubicBezTo>
                      <a:pt x="24" y="44"/>
                      <a:pt x="25" y="45"/>
                      <a:pt x="25" y="45"/>
                    </a:cubicBezTo>
                    <a:cubicBezTo>
                      <a:pt x="33" y="45"/>
                      <a:pt x="33" y="45"/>
                      <a:pt x="33" y="45"/>
                    </a:cubicBezTo>
                    <a:cubicBezTo>
                      <a:pt x="33" y="45"/>
                      <a:pt x="34" y="44"/>
                      <a:pt x="34" y="43"/>
                    </a:cubicBezTo>
                    <a:cubicBezTo>
                      <a:pt x="34" y="43"/>
                      <a:pt x="33" y="42"/>
                      <a:pt x="33" y="42"/>
                    </a:cubicBezTo>
                    <a:cubicBezTo>
                      <a:pt x="31" y="42"/>
                      <a:pt x="31" y="42"/>
                      <a:pt x="31" y="42"/>
                    </a:cubicBezTo>
                    <a:cubicBezTo>
                      <a:pt x="31" y="41"/>
                      <a:pt x="32" y="37"/>
                      <a:pt x="35" y="34"/>
                    </a:cubicBezTo>
                    <a:cubicBezTo>
                      <a:pt x="38" y="31"/>
                      <a:pt x="42" y="31"/>
                      <a:pt x="48" y="32"/>
                    </a:cubicBezTo>
                    <a:cubicBezTo>
                      <a:pt x="59" y="34"/>
                      <a:pt x="67" y="27"/>
                      <a:pt x="70" y="19"/>
                    </a:cubicBezTo>
                    <a:cubicBezTo>
                      <a:pt x="72" y="12"/>
                      <a:pt x="69" y="6"/>
                      <a:pt x="62" y="3"/>
                    </a:cubicBezTo>
                    <a:close/>
                    <a:moveTo>
                      <a:pt x="25" y="47"/>
                    </a:moveTo>
                    <a:cubicBezTo>
                      <a:pt x="33" y="47"/>
                      <a:pt x="33" y="47"/>
                      <a:pt x="33" y="47"/>
                    </a:cubicBezTo>
                    <a:cubicBezTo>
                      <a:pt x="33" y="47"/>
                      <a:pt x="34" y="47"/>
                      <a:pt x="34" y="46"/>
                    </a:cubicBezTo>
                    <a:cubicBezTo>
                      <a:pt x="34" y="46"/>
                      <a:pt x="33" y="45"/>
                      <a:pt x="33" y="45"/>
                    </a:cubicBezTo>
                    <a:cubicBezTo>
                      <a:pt x="25" y="45"/>
                      <a:pt x="25" y="45"/>
                      <a:pt x="25" y="45"/>
                    </a:cubicBezTo>
                    <a:cubicBezTo>
                      <a:pt x="25" y="45"/>
                      <a:pt x="24" y="46"/>
                      <a:pt x="24" y="46"/>
                    </a:cubicBezTo>
                    <a:cubicBezTo>
                      <a:pt x="24" y="47"/>
                      <a:pt x="25" y="47"/>
                      <a:pt x="25" y="47"/>
                    </a:cubicBezTo>
                    <a:close/>
                    <a:moveTo>
                      <a:pt x="31" y="83"/>
                    </a:moveTo>
                    <a:cubicBezTo>
                      <a:pt x="31" y="94"/>
                      <a:pt x="31" y="94"/>
                      <a:pt x="31" y="94"/>
                    </a:cubicBezTo>
                    <a:cubicBezTo>
                      <a:pt x="42" y="93"/>
                      <a:pt x="51" y="79"/>
                      <a:pt x="51" y="62"/>
                    </a:cubicBezTo>
                    <a:cubicBezTo>
                      <a:pt x="51" y="61"/>
                      <a:pt x="51" y="60"/>
                      <a:pt x="51" y="59"/>
                    </a:cubicBezTo>
                    <a:cubicBezTo>
                      <a:pt x="51" y="59"/>
                      <a:pt x="40" y="55"/>
                      <a:pt x="31" y="54"/>
                    </a:cubicBezTo>
                    <a:cubicBezTo>
                      <a:pt x="31" y="63"/>
                      <a:pt x="31" y="63"/>
                      <a:pt x="31" y="63"/>
                    </a:cubicBezTo>
                    <a:cubicBezTo>
                      <a:pt x="33" y="65"/>
                      <a:pt x="34" y="69"/>
                      <a:pt x="34" y="73"/>
                    </a:cubicBezTo>
                    <a:cubicBezTo>
                      <a:pt x="34" y="78"/>
                      <a:pt x="33" y="82"/>
                      <a:pt x="31" y="83"/>
                    </a:cubicBezTo>
                    <a:close/>
                    <a:moveTo>
                      <a:pt x="25" y="53"/>
                    </a:moveTo>
                    <a:cubicBezTo>
                      <a:pt x="33" y="53"/>
                      <a:pt x="33" y="53"/>
                      <a:pt x="33" y="53"/>
                    </a:cubicBezTo>
                    <a:cubicBezTo>
                      <a:pt x="33" y="53"/>
                      <a:pt x="34" y="53"/>
                      <a:pt x="34" y="52"/>
                    </a:cubicBezTo>
                    <a:cubicBezTo>
                      <a:pt x="34" y="52"/>
                      <a:pt x="33" y="51"/>
                      <a:pt x="33" y="51"/>
                    </a:cubicBezTo>
                    <a:cubicBezTo>
                      <a:pt x="25" y="51"/>
                      <a:pt x="25" y="51"/>
                      <a:pt x="25" y="51"/>
                    </a:cubicBezTo>
                    <a:cubicBezTo>
                      <a:pt x="25" y="51"/>
                      <a:pt x="24" y="52"/>
                      <a:pt x="24" y="52"/>
                    </a:cubicBezTo>
                    <a:cubicBezTo>
                      <a:pt x="24" y="53"/>
                      <a:pt x="25" y="53"/>
                      <a:pt x="25" y="53"/>
                    </a:cubicBezTo>
                    <a:close/>
                    <a:moveTo>
                      <a:pt x="54" y="62"/>
                    </a:moveTo>
                    <a:cubicBezTo>
                      <a:pt x="54" y="82"/>
                      <a:pt x="43" y="98"/>
                      <a:pt x="29" y="98"/>
                    </a:cubicBezTo>
                    <a:cubicBezTo>
                      <a:pt x="15" y="98"/>
                      <a:pt x="4" y="82"/>
                      <a:pt x="4" y="62"/>
                    </a:cubicBezTo>
                    <a:cubicBezTo>
                      <a:pt x="4" y="61"/>
                      <a:pt x="4" y="60"/>
                      <a:pt x="4" y="59"/>
                    </a:cubicBezTo>
                    <a:cubicBezTo>
                      <a:pt x="0" y="65"/>
                      <a:pt x="0" y="65"/>
                      <a:pt x="0" y="65"/>
                    </a:cubicBezTo>
                    <a:cubicBezTo>
                      <a:pt x="0" y="119"/>
                      <a:pt x="0" y="119"/>
                      <a:pt x="0" y="119"/>
                    </a:cubicBezTo>
                    <a:cubicBezTo>
                      <a:pt x="0" y="137"/>
                      <a:pt x="13" y="151"/>
                      <a:pt x="29" y="151"/>
                    </a:cubicBezTo>
                    <a:cubicBezTo>
                      <a:pt x="45" y="151"/>
                      <a:pt x="58" y="137"/>
                      <a:pt x="58" y="119"/>
                    </a:cubicBezTo>
                    <a:cubicBezTo>
                      <a:pt x="58" y="65"/>
                      <a:pt x="58" y="65"/>
                      <a:pt x="58" y="65"/>
                    </a:cubicBezTo>
                    <a:cubicBezTo>
                      <a:pt x="54" y="59"/>
                      <a:pt x="54" y="59"/>
                      <a:pt x="54" y="59"/>
                    </a:cubicBezTo>
                    <a:cubicBezTo>
                      <a:pt x="54" y="60"/>
                      <a:pt x="54" y="61"/>
                      <a:pt x="54" y="62"/>
                    </a:cubicBezTo>
                    <a:close/>
                    <a:moveTo>
                      <a:pt x="27" y="94"/>
                    </a:moveTo>
                    <a:cubicBezTo>
                      <a:pt x="27" y="83"/>
                      <a:pt x="27" y="83"/>
                      <a:pt x="27" y="83"/>
                    </a:cubicBezTo>
                    <a:cubicBezTo>
                      <a:pt x="25" y="82"/>
                      <a:pt x="24" y="78"/>
                      <a:pt x="24" y="73"/>
                    </a:cubicBezTo>
                    <a:cubicBezTo>
                      <a:pt x="24" y="69"/>
                      <a:pt x="25" y="65"/>
                      <a:pt x="27" y="63"/>
                    </a:cubicBezTo>
                    <a:cubicBezTo>
                      <a:pt x="27" y="54"/>
                      <a:pt x="27" y="54"/>
                      <a:pt x="27" y="54"/>
                    </a:cubicBezTo>
                    <a:cubicBezTo>
                      <a:pt x="18" y="55"/>
                      <a:pt x="7" y="59"/>
                      <a:pt x="7" y="59"/>
                    </a:cubicBezTo>
                    <a:cubicBezTo>
                      <a:pt x="7" y="60"/>
                      <a:pt x="7" y="61"/>
                      <a:pt x="7" y="62"/>
                    </a:cubicBezTo>
                    <a:cubicBezTo>
                      <a:pt x="7" y="79"/>
                      <a:pt x="16" y="93"/>
                      <a:pt x="27" y="94"/>
                    </a:cubicBez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68" name="Group 111"/>
          <p:cNvGrpSpPr>
            <a:grpSpLocks noChangeAspect="1"/>
          </p:cNvGrpSpPr>
          <p:nvPr/>
        </p:nvGrpSpPr>
        <p:grpSpPr bwMode="auto">
          <a:xfrm>
            <a:off x="6228773" y="3594340"/>
            <a:ext cx="448282" cy="55153"/>
            <a:chOff x="3557" y="1318"/>
            <a:chExt cx="390" cy="48"/>
          </a:xfrm>
          <a:solidFill>
            <a:schemeClr val="bg1">
              <a:lumMod val="65000"/>
            </a:schemeClr>
          </a:solidFill>
        </p:grpSpPr>
        <p:sp>
          <p:nvSpPr>
            <p:cNvPr id="69" name="Freeform 112"/>
            <p:cNvSpPr>
              <a:spLocks/>
            </p:cNvSpPr>
            <p:nvPr/>
          </p:nvSpPr>
          <p:spPr bwMode="auto">
            <a:xfrm>
              <a:off x="3557" y="1318"/>
              <a:ext cx="40" cy="48"/>
            </a:xfrm>
            <a:custGeom>
              <a:avLst/>
              <a:gdLst>
                <a:gd name="T0" fmla="*/ 10 w 17"/>
                <a:gd name="T1" fmla="*/ 1 h 17"/>
                <a:gd name="T2" fmla="*/ 11 w 17"/>
                <a:gd name="T3" fmla="*/ 4 h 17"/>
                <a:gd name="T4" fmla="*/ 12 w 17"/>
                <a:gd name="T5" fmla="*/ 5 h 17"/>
                <a:gd name="T6" fmla="*/ 15 w 17"/>
                <a:gd name="T7" fmla="*/ 5 h 17"/>
                <a:gd name="T8" fmla="*/ 16 w 17"/>
                <a:gd name="T9" fmla="*/ 8 h 17"/>
                <a:gd name="T10" fmla="*/ 14 w 17"/>
                <a:gd name="T11" fmla="*/ 10 h 17"/>
                <a:gd name="T12" fmla="*/ 14 w 17"/>
                <a:gd name="T13" fmla="*/ 11 h 17"/>
                <a:gd name="T14" fmla="*/ 14 w 17"/>
                <a:gd name="T15" fmla="*/ 14 h 17"/>
                <a:gd name="T16" fmla="*/ 12 w 17"/>
                <a:gd name="T17" fmla="*/ 16 h 17"/>
                <a:gd name="T18" fmla="*/ 9 w 17"/>
                <a:gd name="T19" fmla="*/ 15 h 17"/>
                <a:gd name="T20" fmla="*/ 8 w 17"/>
                <a:gd name="T21" fmla="*/ 15 h 17"/>
                <a:gd name="T22" fmla="*/ 5 w 17"/>
                <a:gd name="T23" fmla="*/ 16 h 17"/>
                <a:gd name="T24" fmla="*/ 3 w 17"/>
                <a:gd name="T25" fmla="*/ 14 h 17"/>
                <a:gd name="T26" fmla="*/ 3 w 17"/>
                <a:gd name="T27" fmla="*/ 11 h 17"/>
                <a:gd name="T28" fmla="*/ 3 w 17"/>
                <a:gd name="T29" fmla="*/ 10 h 17"/>
                <a:gd name="T30" fmla="*/ 1 w 17"/>
                <a:gd name="T31" fmla="*/ 8 h 17"/>
                <a:gd name="T32" fmla="*/ 1 w 17"/>
                <a:gd name="T33" fmla="*/ 5 h 17"/>
                <a:gd name="T34" fmla="*/ 4 w 17"/>
                <a:gd name="T35" fmla="*/ 5 h 17"/>
                <a:gd name="T36" fmla="*/ 6 w 17"/>
                <a:gd name="T37" fmla="*/ 4 h 17"/>
                <a:gd name="T38" fmla="*/ 7 w 17"/>
                <a:gd name="T39" fmla="*/ 1 h 17"/>
                <a:gd name="T40" fmla="*/ 10 w 17"/>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10" y="1"/>
                  </a:moveTo>
                  <a:cubicBezTo>
                    <a:pt x="11" y="4"/>
                    <a:pt x="11" y="4"/>
                    <a:pt x="11" y="4"/>
                  </a:cubicBezTo>
                  <a:cubicBezTo>
                    <a:pt x="11" y="4"/>
                    <a:pt x="12" y="5"/>
                    <a:pt x="12" y="5"/>
                  </a:cubicBezTo>
                  <a:cubicBezTo>
                    <a:pt x="15" y="5"/>
                    <a:pt x="15" y="5"/>
                    <a:pt x="15" y="5"/>
                  </a:cubicBezTo>
                  <a:cubicBezTo>
                    <a:pt x="17" y="5"/>
                    <a:pt x="17" y="7"/>
                    <a:pt x="16" y="8"/>
                  </a:cubicBezTo>
                  <a:cubicBezTo>
                    <a:pt x="14" y="10"/>
                    <a:pt x="14" y="10"/>
                    <a:pt x="14" y="10"/>
                  </a:cubicBezTo>
                  <a:cubicBezTo>
                    <a:pt x="14" y="10"/>
                    <a:pt x="13" y="11"/>
                    <a:pt x="14" y="11"/>
                  </a:cubicBezTo>
                  <a:cubicBezTo>
                    <a:pt x="14" y="14"/>
                    <a:pt x="14" y="14"/>
                    <a:pt x="14" y="14"/>
                  </a:cubicBezTo>
                  <a:cubicBezTo>
                    <a:pt x="14" y="16"/>
                    <a:pt x="13" y="17"/>
                    <a:pt x="12" y="16"/>
                  </a:cubicBezTo>
                  <a:cubicBezTo>
                    <a:pt x="9" y="15"/>
                    <a:pt x="9" y="15"/>
                    <a:pt x="9" y="15"/>
                  </a:cubicBezTo>
                  <a:cubicBezTo>
                    <a:pt x="9" y="14"/>
                    <a:pt x="8" y="14"/>
                    <a:pt x="8" y="15"/>
                  </a:cubicBezTo>
                  <a:cubicBezTo>
                    <a:pt x="5" y="16"/>
                    <a:pt x="5" y="16"/>
                    <a:pt x="5" y="16"/>
                  </a:cubicBezTo>
                  <a:cubicBezTo>
                    <a:pt x="4" y="17"/>
                    <a:pt x="2" y="16"/>
                    <a:pt x="3" y="14"/>
                  </a:cubicBezTo>
                  <a:cubicBezTo>
                    <a:pt x="3" y="11"/>
                    <a:pt x="3" y="11"/>
                    <a:pt x="3" y="11"/>
                  </a:cubicBezTo>
                  <a:cubicBezTo>
                    <a:pt x="3" y="11"/>
                    <a:pt x="3" y="10"/>
                    <a:pt x="3" y="10"/>
                  </a:cubicBezTo>
                  <a:cubicBezTo>
                    <a:pt x="1" y="8"/>
                    <a:pt x="1" y="8"/>
                    <a:pt x="1" y="8"/>
                  </a:cubicBezTo>
                  <a:cubicBezTo>
                    <a:pt x="0" y="7"/>
                    <a:pt x="0" y="5"/>
                    <a:pt x="1" y="5"/>
                  </a:cubicBezTo>
                  <a:cubicBezTo>
                    <a:pt x="4" y="5"/>
                    <a:pt x="4" y="5"/>
                    <a:pt x="4" y="5"/>
                  </a:cubicBezTo>
                  <a:cubicBezTo>
                    <a:pt x="5" y="5"/>
                    <a:pt x="5" y="4"/>
                    <a:pt x="6" y="4"/>
                  </a:cubicBezTo>
                  <a:cubicBezTo>
                    <a:pt x="7" y="1"/>
                    <a:pt x="7" y="1"/>
                    <a:pt x="7" y="1"/>
                  </a:cubicBezTo>
                  <a:cubicBezTo>
                    <a:pt x="8" y="0"/>
                    <a:pt x="9"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0" name="Freeform 113"/>
            <p:cNvSpPr>
              <a:spLocks/>
            </p:cNvSpPr>
            <p:nvPr/>
          </p:nvSpPr>
          <p:spPr bwMode="auto">
            <a:xfrm>
              <a:off x="3605" y="1318"/>
              <a:ext cx="43" cy="48"/>
            </a:xfrm>
            <a:custGeom>
              <a:avLst/>
              <a:gdLst>
                <a:gd name="T0" fmla="*/ 10 w 18"/>
                <a:gd name="T1" fmla="*/ 1 h 17"/>
                <a:gd name="T2" fmla="*/ 12 w 18"/>
                <a:gd name="T3" fmla="*/ 4 h 17"/>
                <a:gd name="T4" fmla="*/ 13 w 18"/>
                <a:gd name="T5" fmla="*/ 5 h 17"/>
                <a:gd name="T6" fmla="*/ 16 w 18"/>
                <a:gd name="T7" fmla="*/ 5 h 17"/>
                <a:gd name="T8" fmla="*/ 17 w 18"/>
                <a:gd name="T9" fmla="*/ 8 h 17"/>
                <a:gd name="T10" fmla="*/ 15 w 18"/>
                <a:gd name="T11" fmla="*/ 10 h 17"/>
                <a:gd name="T12" fmla="*/ 14 w 18"/>
                <a:gd name="T13" fmla="*/ 11 h 17"/>
                <a:gd name="T14" fmla="*/ 15 w 18"/>
                <a:gd name="T15" fmla="*/ 14 h 17"/>
                <a:gd name="T16" fmla="*/ 13 w 18"/>
                <a:gd name="T17" fmla="*/ 16 h 17"/>
                <a:gd name="T18" fmla="*/ 10 w 18"/>
                <a:gd name="T19" fmla="*/ 15 h 17"/>
                <a:gd name="T20" fmla="*/ 8 w 18"/>
                <a:gd name="T21" fmla="*/ 15 h 17"/>
                <a:gd name="T22" fmla="*/ 6 w 18"/>
                <a:gd name="T23" fmla="*/ 16 h 17"/>
                <a:gd name="T24" fmla="*/ 3 w 18"/>
                <a:gd name="T25" fmla="*/ 14 h 17"/>
                <a:gd name="T26" fmla="*/ 4 w 18"/>
                <a:gd name="T27" fmla="*/ 11 h 17"/>
                <a:gd name="T28" fmla="*/ 3 w 18"/>
                <a:gd name="T29" fmla="*/ 10 h 17"/>
                <a:gd name="T30" fmla="*/ 1 w 18"/>
                <a:gd name="T31" fmla="*/ 8 h 17"/>
                <a:gd name="T32" fmla="*/ 2 w 18"/>
                <a:gd name="T33" fmla="*/ 5 h 17"/>
                <a:gd name="T34" fmla="*/ 5 w 18"/>
                <a:gd name="T35" fmla="*/ 5 h 17"/>
                <a:gd name="T36" fmla="*/ 6 w 18"/>
                <a:gd name="T37" fmla="*/ 4 h 17"/>
                <a:gd name="T38" fmla="*/ 8 w 18"/>
                <a:gd name="T39" fmla="*/ 1 h 17"/>
                <a:gd name="T40" fmla="*/ 10 w 18"/>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10" y="1"/>
                  </a:moveTo>
                  <a:cubicBezTo>
                    <a:pt x="12" y="4"/>
                    <a:pt x="12" y="4"/>
                    <a:pt x="12" y="4"/>
                  </a:cubicBezTo>
                  <a:cubicBezTo>
                    <a:pt x="12" y="4"/>
                    <a:pt x="13" y="5"/>
                    <a:pt x="13" y="5"/>
                  </a:cubicBezTo>
                  <a:cubicBezTo>
                    <a:pt x="16" y="5"/>
                    <a:pt x="16" y="5"/>
                    <a:pt x="16" y="5"/>
                  </a:cubicBezTo>
                  <a:cubicBezTo>
                    <a:pt x="17" y="5"/>
                    <a:pt x="18" y="7"/>
                    <a:pt x="17" y="8"/>
                  </a:cubicBezTo>
                  <a:cubicBezTo>
                    <a:pt x="15" y="10"/>
                    <a:pt x="15" y="10"/>
                    <a:pt x="15" y="10"/>
                  </a:cubicBezTo>
                  <a:cubicBezTo>
                    <a:pt x="14" y="10"/>
                    <a:pt x="14" y="11"/>
                    <a:pt x="14" y="11"/>
                  </a:cubicBezTo>
                  <a:cubicBezTo>
                    <a:pt x="15" y="14"/>
                    <a:pt x="15" y="14"/>
                    <a:pt x="15" y="14"/>
                  </a:cubicBezTo>
                  <a:cubicBezTo>
                    <a:pt x="15" y="16"/>
                    <a:pt x="14" y="17"/>
                    <a:pt x="13" y="16"/>
                  </a:cubicBezTo>
                  <a:cubicBezTo>
                    <a:pt x="10" y="15"/>
                    <a:pt x="10" y="15"/>
                    <a:pt x="10" y="15"/>
                  </a:cubicBezTo>
                  <a:cubicBezTo>
                    <a:pt x="9" y="14"/>
                    <a:pt x="9" y="14"/>
                    <a:pt x="8" y="15"/>
                  </a:cubicBezTo>
                  <a:cubicBezTo>
                    <a:pt x="6" y="16"/>
                    <a:pt x="6" y="16"/>
                    <a:pt x="6" y="16"/>
                  </a:cubicBezTo>
                  <a:cubicBezTo>
                    <a:pt x="5" y="17"/>
                    <a:pt x="3" y="16"/>
                    <a:pt x="3" y="14"/>
                  </a:cubicBezTo>
                  <a:cubicBezTo>
                    <a:pt x="4" y="11"/>
                    <a:pt x="4" y="11"/>
                    <a:pt x="4" y="11"/>
                  </a:cubicBezTo>
                  <a:cubicBezTo>
                    <a:pt x="4" y="11"/>
                    <a:pt x="4" y="10"/>
                    <a:pt x="3" y="10"/>
                  </a:cubicBezTo>
                  <a:cubicBezTo>
                    <a:pt x="1" y="8"/>
                    <a:pt x="1" y="8"/>
                    <a:pt x="1" y="8"/>
                  </a:cubicBezTo>
                  <a:cubicBezTo>
                    <a:pt x="0" y="7"/>
                    <a:pt x="1" y="5"/>
                    <a:pt x="2" y="5"/>
                  </a:cubicBezTo>
                  <a:cubicBezTo>
                    <a:pt x="5" y="5"/>
                    <a:pt x="5" y="5"/>
                    <a:pt x="5" y="5"/>
                  </a:cubicBezTo>
                  <a:cubicBezTo>
                    <a:pt x="6" y="5"/>
                    <a:pt x="6" y="4"/>
                    <a:pt x="6" y="4"/>
                  </a:cubicBezTo>
                  <a:cubicBezTo>
                    <a:pt x="8" y="1"/>
                    <a:pt x="8" y="1"/>
                    <a:pt x="8" y="1"/>
                  </a:cubicBezTo>
                  <a:cubicBezTo>
                    <a:pt x="8"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1" name="Freeform 114"/>
            <p:cNvSpPr>
              <a:spLocks/>
            </p:cNvSpPr>
            <p:nvPr/>
          </p:nvSpPr>
          <p:spPr bwMode="auto">
            <a:xfrm>
              <a:off x="3655" y="1318"/>
              <a:ext cx="44" cy="48"/>
            </a:xfrm>
            <a:custGeom>
              <a:avLst/>
              <a:gdLst>
                <a:gd name="T0" fmla="*/ 10 w 18"/>
                <a:gd name="T1" fmla="*/ 1 h 17"/>
                <a:gd name="T2" fmla="*/ 12 w 18"/>
                <a:gd name="T3" fmla="*/ 4 h 17"/>
                <a:gd name="T4" fmla="*/ 13 w 18"/>
                <a:gd name="T5" fmla="*/ 5 h 17"/>
                <a:gd name="T6" fmla="*/ 16 w 18"/>
                <a:gd name="T7" fmla="*/ 5 h 17"/>
                <a:gd name="T8" fmla="*/ 17 w 18"/>
                <a:gd name="T9" fmla="*/ 8 h 17"/>
                <a:gd name="T10" fmla="*/ 15 w 18"/>
                <a:gd name="T11" fmla="*/ 10 h 17"/>
                <a:gd name="T12" fmla="*/ 14 w 18"/>
                <a:gd name="T13" fmla="*/ 11 h 17"/>
                <a:gd name="T14" fmla="*/ 15 w 18"/>
                <a:gd name="T15" fmla="*/ 14 h 17"/>
                <a:gd name="T16" fmla="*/ 12 w 18"/>
                <a:gd name="T17" fmla="*/ 16 h 17"/>
                <a:gd name="T18" fmla="*/ 10 w 18"/>
                <a:gd name="T19" fmla="*/ 15 h 17"/>
                <a:gd name="T20" fmla="*/ 8 w 18"/>
                <a:gd name="T21" fmla="*/ 15 h 17"/>
                <a:gd name="T22" fmla="*/ 5 w 18"/>
                <a:gd name="T23" fmla="*/ 16 h 17"/>
                <a:gd name="T24" fmla="*/ 3 w 18"/>
                <a:gd name="T25" fmla="*/ 14 h 17"/>
                <a:gd name="T26" fmla="*/ 4 w 18"/>
                <a:gd name="T27" fmla="*/ 11 h 17"/>
                <a:gd name="T28" fmla="*/ 3 w 18"/>
                <a:gd name="T29" fmla="*/ 10 h 17"/>
                <a:gd name="T30" fmla="*/ 1 w 18"/>
                <a:gd name="T31" fmla="*/ 8 h 17"/>
                <a:gd name="T32" fmla="*/ 2 w 18"/>
                <a:gd name="T33" fmla="*/ 5 h 17"/>
                <a:gd name="T34" fmla="*/ 5 w 18"/>
                <a:gd name="T35" fmla="*/ 5 h 17"/>
                <a:gd name="T36" fmla="*/ 6 w 18"/>
                <a:gd name="T37" fmla="*/ 4 h 17"/>
                <a:gd name="T38" fmla="*/ 8 w 18"/>
                <a:gd name="T39" fmla="*/ 1 h 17"/>
                <a:gd name="T40" fmla="*/ 10 w 18"/>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10" y="1"/>
                  </a:moveTo>
                  <a:cubicBezTo>
                    <a:pt x="12" y="4"/>
                    <a:pt x="12" y="4"/>
                    <a:pt x="12" y="4"/>
                  </a:cubicBezTo>
                  <a:cubicBezTo>
                    <a:pt x="12" y="4"/>
                    <a:pt x="12" y="5"/>
                    <a:pt x="13" y="5"/>
                  </a:cubicBezTo>
                  <a:cubicBezTo>
                    <a:pt x="16" y="5"/>
                    <a:pt x="16" y="5"/>
                    <a:pt x="16" y="5"/>
                  </a:cubicBezTo>
                  <a:cubicBezTo>
                    <a:pt x="17" y="5"/>
                    <a:pt x="18" y="7"/>
                    <a:pt x="17" y="8"/>
                  </a:cubicBezTo>
                  <a:cubicBezTo>
                    <a:pt x="15" y="10"/>
                    <a:pt x="15" y="10"/>
                    <a:pt x="15" y="10"/>
                  </a:cubicBezTo>
                  <a:cubicBezTo>
                    <a:pt x="14" y="10"/>
                    <a:pt x="14" y="11"/>
                    <a:pt x="14" y="11"/>
                  </a:cubicBezTo>
                  <a:cubicBezTo>
                    <a:pt x="15" y="14"/>
                    <a:pt x="15" y="14"/>
                    <a:pt x="15" y="14"/>
                  </a:cubicBezTo>
                  <a:cubicBezTo>
                    <a:pt x="15" y="16"/>
                    <a:pt x="13" y="17"/>
                    <a:pt x="12" y="16"/>
                  </a:cubicBezTo>
                  <a:cubicBezTo>
                    <a:pt x="10" y="15"/>
                    <a:pt x="10" y="15"/>
                    <a:pt x="10" y="15"/>
                  </a:cubicBezTo>
                  <a:cubicBezTo>
                    <a:pt x="9" y="14"/>
                    <a:pt x="9" y="14"/>
                    <a:pt x="8" y="15"/>
                  </a:cubicBezTo>
                  <a:cubicBezTo>
                    <a:pt x="5" y="16"/>
                    <a:pt x="5" y="16"/>
                    <a:pt x="5" y="16"/>
                  </a:cubicBezTo>
                  <a:cubicBezTo>
                    <a:pt x="4" y="17"/>
                    <a:pt x="3" y="16"/>
                    <a:pt x="3" y="14"/>
                  </a:cubicBezTo>
                  <a:cubicBezTo>
                    <a:pt x="4" y="11"/>
                    <a:pt x="4" y="11"/>
                    <a:pt x="4" y="11"/>
                  </a:cubicBezTo>
                  <a:cubicBezTo>
                    <a:pt x="4" y="11"/>
                    <a:pt x="4" y="10"/>
                    <a:pt x="3" y="10"/>
                  </a:cubicBezTo>
                  <a:cubicBezTo>
                    <a:pt x="1" y="8"/>
                    <a:pt x="1" y="8"/>
                    <a:pt x="1" y="8"/>
                  </a:cubicBezTo>
                  <a:cubicBezTo>
                    <a:pt x="0" y="7"/>
                    <a:pt x="1" y="5"/>
                    <a:pt x="2" y="5"/>
                  </a:cubicBezTo>
                  <a:cubicBezTo>
                    <a:pt x="5" y="5"/>
                    <a:pt x="5" y="5"/>
                    <a:pt x="5" y="5"/>
                  </a:cubicBezTo>
                  <a:cubicBezTo>
                    <a:pt x="5" y="5"/>
                    <a:pt x="6" y="4"/>
                    <a:pt x="6" y="4"/>
                  </a:cubicBezTo>
                  <a:cubicBezTo>
                    <a:pt x="8" y="1"/>
                    <a:pt x="8" y="1"/>
                    <a:pt x="8" y="1"/>
                  </a:cubicBezTo>
                  <a:cubicBezTo>
                    <a:pt x="8"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2" name="Freeform 115"/>
            <p:cNvSpPr>
              <a:spLocks/>
            </p:cNvSpPr>
            <p:nvPr/>
          </p:nvSpPr>
          <p:spPr bwMode="auto">
            <a:xfrm>
              <a:off x="3706" y="1318"/>
              <a:ext cx="41" cy="48"/>
            </a:xfrm>
            <a:custGeom>
              <a:avLst/>
              <a:gdLst>
                <a:gd name="T0" fmla="*/ 10 w 17"/>
                <a:gd name="T1" fmla="*/ 1 h 17"/>
                <a:gd name="T2" fmla="*/ 11 w 17"/>
                <a:gd name="T3" fmla="*/ 4 h 17"/>
                <a:gd name="T4" fmla="*/ 13 w 17"/>
                <a:gd name="T5" fmla="*/ 5 h 17"/>
                <a:gd name="T6" fmla="*/ 16 w 17"/>
                <a:gd name="T7" fmla="*/ 5 h 17"/>
                <a:gd name="T8" fmla="*/ 17 w 17"/>
                <a:gd name="T9" fmla="*/ 8 h 17"/>
                <a:gd name="T10" fmla="*/ 14 w 17"/>
                <a:gd name="T11" fmla="*/ 10 h 17"/>
                <a:gd name="T12" fmla="*/ 14 w 17"/>
                <a:gd name="T13" fmla="*/ 11 h 17"/>
                <a:gd name="T14" fmla="*/ 14 w 17"/>
                <a:gd name="T15" fmla="*/ 14 h 17"/>
                <a:gd name="T16" fmla="*/ 12 w 17"/>
                <a:gd name="T17" fmla="*/ 16 h 17"/>
                <a:gd name="T18" fmla="*/ 9 w 17"/>
                <a:gd name="T19" fmla="*/ 15 h 17"/>
                <a:gd name="T20" fmla="*/ 8 w 17"/>
                <a:gd name="T21" fmla="*/ 15 h 17"/>
                <a:gd name="T22" fmla="*/ 5 w 17"/>
                <a:gd name="T23" fmla="*/ 16 h 17"/>
                <a:gd name="T24" fmla="*/ 3 w 17"/>
                <a:gd name="T25" fmla="*/ 14 h 17"/>
                <a:gd name="T26" fmla="*/ 3 w 17"/>
                <a:gd name="T27" fmla="*/ 11 h 17"/>
                <a:gd name="T28" fmla="*/ 3 w 17"/>
                <a:gd name="T29" fmla="*/ 10 h 17"/>
                <a:gd name="T30" fmla="*/ 1 w 17"/>
                <a:gd name="T31" fmla="*/ 8 h 17"/>
                <a:gd name="T32" fmla="*/ 2 w 17"/>
                <a:gd name="T33" fmla="*/ 5 h 17"/>
                <a:gd name="T34" fmla="*/ 5 w 17"/>
                <a:gd name="T35" fmla="*/ 5 h 17"/>
                <a:gd name="T36" fmla="*/ 6 w 17"/>
                <a:gd name="T37" fmla="*/ 4 h 17"/>
                <a:gd name="T38" fmla="*/ 7 w 17"/>
                <a:gd name="T39" fmla="*/ 1 h 17"/>
                <a:gd name="T40" fmla="*/ 10 w 17"/>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10" y="1"/>
                  </a:moveTo>
                  <a:cubicBezTo>
                    <a:pt x="11" y="4"/>
                    <a:pt x="11" y="4"/>
                    <a:pt x="11" y="4"/>
                  </a:cubicBezTo>
                  <a:cubicBezTo>
                    <a:pt x="12" y="4"/>
                    <a:pt x="12" y="5"/>
                    <a:pt x="13" y="5"/>
                  </a:cubicBezTo>
                  <a:cubicBezTo>
                    <a:pt x="16" y="5"/>
                    <a:pt x="16" y="5"/>
                    <a:pt x="16" y="5"/>
                  </a:cubicBezTo>
                  <a:cubicBezTo>
                    <a:pt x="17" y="5"/>
                    <a:pt x="17" y="7"/>
                    <a:pt x="17" y="8"/>
                  </a:cubicBezTo>
                  <a:cubicBezTo>
                    <a:pt x="14" y="10"/>
                    <a:pt x="14" y="10"/>
                    <a:pt x="14" y="10"/>
                  </a:cubicBezTo>
                  <a:cubicBezTo>
                    <a:pt x="14" y="10"/>
                    <a:pt x="14" y="11"/>
                    <a:pt x="14" y="11"/>
                  </a:cubicBezTo>
                  <a:cubicBezTo>
                    <a:pt x="14" y="14"/>
                    <a:pt x="14" y="14"/>
                    <a:pt x="14" y="14"/>
                  </a:cubicBezTo>
                  <a:cubicBezTo>
                    <a:pt x="15" y="16"/>
                    <a:pt x="13" y="17"/>
                    <a:pt x="12" y="16"/>
                  </a:cubicBezTo>
                  <a:cubicBezTo>
                    <a:pt x="9" y="15"/>
                    <a:pt x="9" y="15"/>
                    <a:pt x="9" y="15"/>
                  </a:cubicBezTo>
                  <a:cubicBezTo>
                    <a:pt x="9" y="14"/>
                    <a:pt x="8" y="14"/>
                    <a:pt x="8" y="15"/>
                  </a:cubicBezTo>
                  <a:cubicBezTo>
                    <a:pt x="5" y="16"/>
                    <a:pt x="5" y="16"/>
                    <a:pt x="5" y="16"/>
                  </a:cubicBezTo>
                  <a:cubicBezTo>
                    <a:pt x="4" y="17"/>
                    <a:pt x="3" y="16"/>
                    <a:pt x="3" y="14"/>
                  </a:cubicBezTo>
                  <a:cubicBezTo>
                    <a:pt x="3" y="11"/>
                    <a:pt x="3" y="11"/>
                    <a:pt x="3" y="11"/>
                  </a:cubicBezTo>
                  <a:cubicBezTo>
                    <a:pt x="4" y="11"/>
                    <a:pt x="3" y="10"/>
                    <a:pt x="3" y="10"/>
                  </a:cubicBezTo>
                  <a:cubicBezTo>
                    <a:pt x="1" y="8"/>
                    <a:pt x="1" y="8"/>
                    <a:pt x="1" y="8"/>
                  </a:cubicBezTo>
                  <a:cubicBezTo>
                    <a:pt x="0" y="7"/>
                    <a:pt x="0" y="5"/>
                    <a:pt x="2" y="5"/>
                  </a:cubicBezTo>
                  <a:cubicBezTo>
                    <a:pt x="5" y="5"/>
                    <a:pt x="5" y="5"/>
                    <a:pt x="5" y="5"/>
                  </a:cubicBezTo>
                  <a:cubicBezTo>
                    <a:pt x="5" y="5"/>
                    <a:pt x="6" y="4"/>
                    <a:pt x="6" y="4"/>
                  </a:cubicBezTo>
                  <a:cubicBezTo>
                    <a:pt x="7" y="1"/>
                    <a:pt x="7" y="1"/>
                    <a:pt x="7" y="1"/>
                  </a:cubicBezTo>
                  <a:cubicBezTo>
                    <a:pt x="8" y="0"/>
                    <a:pt x="9"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3" name="Freeform 116"/>
            <p:cNvSpPr>
              <a:spLocks/>
            </p:cNvSpPr>
            <p:nvPr/>
          </p:nvSpPr>
          <p:spPr bwMode="auto">
            <a:xfrm>
              <a:off x="3756" y="1318"/>
              <a:ext cx="41" cy="48"/>
            </a:xfrm>
            <a:custGeom>
              <a:avLst/>
              <a:gdLst>
                <a:gd name="T0" fmla="*/ 10 w 17"/>
                <a:gd name="T1" fmla="*/ 1 h 17"/>
                <a:gd name="T2" fmla="*/ 11 w 17"/>
                <a:gd name="T3" fmla="*/ 4 h 17"/>
                <a:gd name="T4" fmla="*/ 12 w 17"/>
                <a:gd name="T5" fmla="*/ 5 h 17"/>
                <a:gd name="T6" fmla="*/ 15 w 17"/>
                <a:gd name="T7" fmla="*/ 5 h 17"/>
                <a:gd name="T8" fmla="*/ 16 w 17"/>
                <a:gd name="T9" fmla="*/ 8 h 17"/>
                <a:gd name="T10" fmla="*/ 14 w 17"/>
                <a:gd name="T11" fmla="*/ 10 h 17"/>
                <a:gd name="T12" fmla="*/ 14 w 17"/>
                <a:gd name="T13" fmla="*/ 11 h 17"/>
                <a:gd name="T14" fmla="*/ 14 w 17"/>
                <a:gd name="T15" fmla="*/ 14 h 17"/>
                <a:gd name="T16" fmla="*/ 12 w 17"/>
                <a:gd name="T17" fmla="*/ 16 h 17"/>
                <a:gd name="T18" fmla="*/ 9 w 17"/>
                <a:gd name="T19" fmla="*/ 15 h 17"/>
                <a:gd name="T20" fmla="*/ 8 w 17"/>
                <a:gd name="T21" fmla="*/ 15 h 17"/>
                <a:gd name="T22" fmla="*/ 5 w 17"/>
                <a:gd name="T23" fmla="*/ 16 h 17"/>
                <a:gd name="T24" fmla="*/ 3 w 17"/>
                <a:gd name="T25" fmla="*/ 14 h 17"/>
                <a:gd name="T26" fmla="*/ 3 w 17"/>
                <a:gd name="T27" fmla="*/ 11 h 17"/>
                <a:gd name="T28" fmla="*/ 3 w 17"/>
                <a:gd name="T29" fmla="*/ 10 h 17"/>
                <a:gd name="T30" fmla="*/ 1 w 17"/>
                <a:gd name="T31" fmla="*/ 8 h 17"/>
                <a:gd name="T32" fmla="*/ 1 w 17"/>
                <a:gd name="T33" fmla="*/ 5 h 17"/>
                <a:gd name="T34" fmla="*/ 5 w 17"/>
                <a:gd name="T35" fmla="*/ 5 h 17"/>
                <a:gd name="T36" fmla="*/ 6 w 17"/>
                <a:gd name="T37" fmla="*/ 4 h 17"/>
                <a:gd name="T38" fmla="*/ 7 w 17"/>
                <a:gd name="T39" fmla="*/ 1 h 17"/>
                <a:gd name="T40" fmla="*/ 10 w 17"/>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10" y="1"/>
                  </a:moveTo>
                  <a:cubicBezTo>
                    <a:pt x="11" y="4"/>
                    <a:pt x="11" y="4"/>
                    <a:pt x="11" y="4"/>
                  </a:cubicBezTo>
                  <a:cubicBezTo>
                    <a:pt x="11" y="4"/>
                    <a:pt x="12" y="5"/>
                    <a:pt x="12" y="5"/>
                  </a:cubicBezTo>
                  <a:cubicBezTo>
                    <a:pt x="15" y="5"/>
                    <a:pt x="15" y="5"/>
                    <a:pt x="15" y="5"/>
                  </a:cubicBezTo>
                  <a:cubicBezTo>
                    <a:pt x="17" y="5"/>
                    <a:pt x="17" y="7"/>
                    <a:pt x="16" y="8"/>
                  </a:cubicBezTo>
                  <a:cubicBezTo>
                    <a:pt x="14" y="10"/>
                    <a:pt x="14" y="10"/>
                    <a:pt x="14" y="10"/>
                  </a:cubicBezTo>
                  <a:cubicBezTo>
                    <a:pt x="14" y="10"/>
                    <a:pt x="14" y="11"/>
                    <a:pt x="14" y="11"/>
                  </a:cubicBezTo>
                  <a:cubicBezTo>
                    <a:pt x="14" y="14"/>
                    <a:pt x="14" y="14"/>
                    <a:pt x="14" y="14"/>
                  </a:cubicBezTo>
                  <a:cubicBezTo>
                    <a:pt x="14" y="16"/>
                    <a:pt x="13" y="17"/>
                    <a:pt x="12" y="16"/>
                  </a:cubicBezTo>
                  <a:cubicBezTo>
                    <a:pt x="9" y="15"/>
                    <a:pt x="9" y="15"/>
                    <a:pt x="9" y="15"/>
                  </a:cubicBezTo>
                  <a:cubicBezTo>
                    <a:pt x="9" y="14"/>
                    <a:pt x="8" y="14"/>
                    <a:pt x="8" y="15"/>
                  </a:cubicBezTo>
                  <a:cubicBezTo>
                    <a:pt x="5" y="16"/>
                    <a:pt x="5" y="16"/>
                    <a:pt x="5" y="16"/>
                  </a:cubicBezTo>
                  <a:cubicBezTo>
                    <a:pt x="4" y="17"/>
                    <a:pt x="3" y="16"/>
                    <a:pt x="3" y="14"/>
                  </a:cubicBezTo>
                  <a:cubicBezTo>
                    <a:pt x="3" y="11"/>
                    <a:pt x="3" y="11"/>
                    <a:pt x="3" y="11"/>
                  </a:cubicBezTo>
                  <a:cubicBezTo>
                    <a:pt x="3" y="11"/>
                    <a:pt x="3" y="10"/>
                    <a:pt x="3" y="10"/>
                  </a:cubicBezTo>
                  <a:cubicBezTo>
                    <a:pt x="1" y="8"/>
                    <a:pt x="1" y="8"/>
                    <a:pt x="1" y="8"/>
                  </a:cubicBezTo>
                  <a:cubicBezTo>
                    <a:pt x="0" y="7"/>
                    <a:pt x="0" y="5"/>
                    <a:pt x="1" y="5"/>
                  </a:cubicBezTo>
                  <a:cubicBezTo>
                    <a:pt x="5" y="5"/>
                    <a:pt x="5" y="5"/>
                    <a:pt x="5" y="5"/>
                  </a:cubicBezTo>
                  <a:cubicBezTo>
                    <a:pt x="5" y="5"/>
                    <a:pt x="5" y="4"/>
                    <a:pt x="6" y="4"/>
                  </a:cubicBezTo>
                  <a:cubicBezTo>
                    <a:pt x="7" y="1"/>
                    <a:pt x="7" y="1"/>
                    <a:pt x="7" y="1"/>
                  </a:cubicBezTo>
                  <a:cubicBezTo>
                    <a:pt x="8" y="0"/>
                    <a:pt x="9"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4" name="Freeform 117"/>
            <p:cNvSpPr>
              <a:spLocks/>
            </p:cNvSpPr>
            <p:nvPr/>
          </p:nvSpPr>
          <p:spPr bwMode="auto">
            <a:xfrm>
              <a:off x="3807" y="1318"/>
              <a:ext cx="41" cy="48"/>
            </a:xfrm>
            <a:custGeom>
              <a:avLst/>
              <a:gdLst>
                <a:gd name="T0" fmla="*/ 10 w 17"/>
                <a:gd name="T1" fmla="*/ 1 h 17"/>
                <a:gd name="T2" fmla="*/ 11 w 17"/>
                <a:gd name="T3" fmla="*/ 4 h 17"/>
                <a:gd name="T4" fmla="*/ 12 w 17"/>
                <a:gd name="T5" fmla="*/ 5 h 17"/>
                <a:gd name="T6" fmla="*/ 15 w 17"/>
                <a:gd name="T7" fmla="*/ 5 h 17"/>
                <a:gd name="T8" fmla="*/ 16 w 17"/>
                <a:gd name="T9" fmla="*/ 8 h 17"/>
                <a:gd name="T10" fmla="*/ 14 w 17"/>
                <a:gd name="T11" fmla="*/ 10 h 17"/>
                <a:gd name="T12" fmla="*/ 13 w 17"/>
                <a:gd name="T13" fmla="*/ 11 h 17"/>
                <a:gd name="T14" fmla="*/ 14 w 17"/>
                <a:gd name="T15" fmla="*/ 14 h 17"/>
                <a:gd name="T16" fmla="*/ 12 w 17"/>
                <a:gd name="T17" fmla="*/ 16 h 17"/>
                <a:gd name="T18" fmla="*/ 9 w 17"/>
                <a:gd name="T19" fmla="*/ 15 h 17"/>
                <a:gd name="T20" fmla="*/ 8 w 17"/>
                <a:gd name="T21" fmla="*/ 15 h 17"/>
                <a:gd name="T22" fmla="*/ 5 w 17"/>
                <a:gd name="T23" fmla="*/ 16 h 17"/>
                <a:gd name="T24" fmla="*/ 3 w 17"/>
                <a:gd name="T25" fmla="*/ 14 h 17"/>
                <a:gd name="T26" fmla="*/ 3 w 17"/>
                <a:gd name="T27" fmla="*/ 11 h 17"/>
                <a:gd name="T28" fmla="*/ 3 w 17"/>
                <a:gd name="T29" fmla="*/ 10 h 17"/>
                <a:gd name="T30" fmla="*/ 0 w 17"/>
                <a:gd name="T31" fmla="*/ 8 h 17"/>
                <a:gd name="T32" fmla="*/ 1 w 17"/>
                <a:gd name="T33" fmla="*/ 5 h 17"/>
                <a:gd name="T34" fmla="*/ 4 w 17"/>
                <a:gd name="T35" fmla="*/ 5 h 17"/>
                <a:gd name="T36" fmla="*/ 5 w 17"/>
                <a:gd name="T37" fmla="*/ 4 h 17"/>
                <a:gd name="T38" fmla="*/ 7 w 17"/>
                <a:gd name="T39" fmla="*/ 1 h 17"/>
                <a:gd name="T40" fmla="*/ 10 w 17"/>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10" y="1"/>
                  </a:moveTo>
                  <a:cubicBezTo>
                    <a:pt x="11" y="4"/>
                    <a:pt x="11" y="4"/>
                    <a:pt x="11" y="4"/>
                  </a:cubicBezTo>
                  <a:cubicBezTo>
                    <a:pt x="11" y="4"/>
                    <a:pt x="12" y="5"/>
                    <a:pt x="12" y="5"/>
                  </a:cubicBezTo>
                  <a:cubicBezTo>
                    <a:pt x="15" y="5"/>
                    <a:pt x="15" y="5"/>
                    <a:pt x="15" y="5"/>
                  </a:cubicBezTo>
                  <a:cubicBezTo>
                    <a:pt x="16" y="5"/>
                    <a:pt x="17" y="7"/>
                    <a:pt x="16" y="8"/>
                  </a:cubicBezTo>
                  <a:cubicBezTo>
                    <a:pt x="14" y="10"/>
                    <a:pt x="14" y="10"/>
                    <a:pt x="14" y="10"/>
                  </a:cubicBezTo>
                  <a:cubicBezTo>
                    <a:pt x="14" y="10"/>
                    <a:pt x="13" y="11"/>
                    <a:pt x="13" y="11"/>
                  </a:cubicBezTo>
                  <a:cubicBezTo>
                    <a:pt x="14" y="14"/>
                    <a:pt x="14" y="14"/>
                    <a:pt x="14" y="14"/>
                  </a:cubicBezTo>
                  <a:cubicBezTo>
                    <a:pt x="14" y="16"/>
                    <a:pt x="13" y="17"/>
                    <a:pt x="12" y="16"/>
                  </a:cubicBezTo>
                  <a:cubicBezTo>
                    <a:pt x="9" y="15"/>
                    <a:pt x="9" y="15"/>
                    <a:pt x="9" y="15"/>
                  </a:cubicBezTo>
                  <a:cubicBezTo>
                    <a:pt x="8" y="14"/>
                    <a:pt x="8" y="14"/>
                    <a:pt x="8" y="15"/>
                  </a:cubicBezTo>
                  <a:cubicBezTo>
                    <a:pt x="5" y="16"/>
                    <a:pt x="5" y="16"/>
                    <a:pt x="5" y="16"/>
                  </a:cubicBezTo>
                  <a:cubicBezTo>
                    <a:pt x="4" y="17"/>
                    <a:pt x="2" y="16"/>
                    <a:pt x="3" y="14"/>
                  </a:cubicBezTo>
                  <a:cubicBezTo>
                    <a:pt x="3" y="11"/>
                    <a:pt x="3" y="11"/>
                    <a:pt x="3" y="11"/>
                  </a:cubicBezTo>
                  <a:cubicBezTo>
                    <a:pt x="3" y="11"/>
                    <a:pt x="3" y="10"/>
                    <a:pt x="3" y="10"/>
                  </a:cubicBezTo>
                  <a:cubicBezTo>
                    <a:pt x="0" y="8"/>
                    <a:pt x="0" y="8"/>
                    <a:pt x="0" y="8"/>
                  </a:cubicBezTo>
                  <a:cubicBezTo>
                    <a:pt x="0" y="7"/>
                    <a:pt x="0" y="5"/>
                    <a:pt x="1" y="5"/>
                  </a:cubicBezTo>
                  <a:cubicBezTo>
                    <a:pt x="4" y="5"/>
                    <a:pt x="4" y="5"/>
                    <a:pt x="4" y="5"/>
                  </a:cubicBezTo>
                  <a:cubicBezTo>
                    <a:pt x="5" y="5"/>
                    <a:pt x="5" y="4"/>
                    <a:pt x="5" y="4"/>
                  </a:cubicBezTo>
                  <a:cubicBezTo>
                    <a:pt x="7" y="1"/>
                    <a:pt x="7" y="1"/>
                    <a:pt x="7" y="1"/>
                  </a:cubicBezTo>
                  <a:cubicBezTo>
                    <a:pt x="7" y="0"/>
                    <a:pt x="9"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5" name="Freeform 118"/>
            <p:cNvSpPr>
              <a:spLocks/>
            </p:cNvSpPr>
            <p:nvPr/>
          </p:nvSpPr>
          <p:spPr bwMode="auto">
            <a:xfrm>
              <a:off x="3855" y="1318"/>
              <a:ext cx="43" cy="48"/>
            </a:xfrm>
            <a:custGeom>
              <a:avLst/>
              <a:gdLst>
                <a:gd name="T0" fmla="*/ 10 w 18"/>
                <a:gd name="T1" fmla="*/ 1 h 17"/>
                <a:gd name="T2" fmla="*/ 12 w 18"/>
                <a:gd name="T3" fmla="*/ 4 h 17"/>
                <a:gd name="T4" fmla="*/ 13 w 18"/>
                <a:gd name="T5" fmla="*/ 5 h 17"/>
                <a:gd name="T6" fmla="*/ 16 w 18"/>
                <a:gd name="T7" fmla="*/ 5 h 17"/>
                <a:gd name="T8" fmla="*/ 17 w 18"/>
                <a:gd name="T9" fmla="*/ 8 h 17"/>
                <a:gd name="T10" fmla="*/ 15 w 18"/>
                <a:gd name="T11" fmla="*/ 10 h 17"/>
                <a:gd name="T12" fmla="*/ 14 w 18"/>
                <a:gd name="T13" fmla="*/ 11 h 17"/>
                <a:gd name="T14" fmla="*/ 15 w 18"/>
                <a:gd name="T15" fmla="*/ 14 h 17"/>
                <a:gd name="T16" fmla="*/ 12 w 18"/>
                <a:gd name="T17" fmla="*/ 16 h 17"/>
                <a:gd name="T18" fmla="*/ 10 w 18"/>
                <a:gd name="T19" fmla="*/ 15 h 17"/>
                <a:gd name="T20" fmla="*/ 8 w 18"/>
                <a:gd name="T21" fmla="*/ 15 h 17"/>
                <a:gd name="T22" fmla="*/ 6 w 18"/>
                <a:gd name="T23" fmla="*/ 16 h 17"/>
                <a:gd name="T24" fmla="*/ 3 w 18"/>
                <a:gd name="T25" fmla="*/ 14 h 17"/>
                <a:gd name="T26" fmla="*/ 4 w 18"/>
                <a:gd name="T27" fmla="*/ 11 h 17"/>
                <a:gd name="T28" fmla="*/ 3 w 18"/>
                <a:gd name="T29" fmla="*/ 10 h 17"/>
                <a:gd name="T30" fmla="*/ 1 w 18"/>
                <a:gd name="T31" fmla="*/ 8 h 17"/>
                <a:gd name="T32" fmla="*/ 2 w 18"/>
                <a:gd name="T33" fmla="*/ 5 h 17"/>
                <a:gd name="T34" fmla="*/ 5 w 18"/>
                <a:gd name="T35" fmla="*/ 5 h 17"/>
                <a:gd name="T36" fmla="*/ 6 w 18"/>
                <a:gd name="T37" fmla="*/ 4 h 17"/>
                <a:gd name="T38" fmla="*/ 8 w 18"/>
                <a:gd name="T39" fmla="*/ 1 h 17"/>
                <a:gd name="T40" fmla="*/ 10 w 18"/>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10" y="1"/>
                  </a:moveTo>
                  <a:cubicBezTo>
                    <a:pt x="12" y="4"/>
                    <a:pt x="12" y="4"/>
                    <a:pt x="12" y="4"/>
                  </a:cubicBezTo>
                  <a:cubicBezTo>
                    <a:pt x="12" y="4"/>
                    <a:pt x="12" y="5"/>
                    <a:pt x="13" y="5"/>
                  </a:cubicBezTo>
                  <a:cubicBezTo>
                    <a:pt x="16" y="5"/>
                    <a:pt x="16" y="5"/>
                    <a:pt x="16" y="5"/>
                  </a:cubicBezTo>
                  <a:cubicBezTo>
                    <a:pt x="17" y="5"/>
                    <a:pt x="18" y="7"/>
                    <a:pt x="17" y="8"/>
                  </a:cubicBezTo>
                  <a:cubicBezTo>
                    <a:pt x="15" y="10"/>
                    <a:pt x="15" y="10"/>
                    <a:pt x="15" y="10"/>
                  </a:cubicBezTo>
                  <a:cubicBezTo>
                    <a:pt x="14" y="10"/>
                    <a:pt x="14" y="11"/>
                    <a:pt x="14" y="11"/>
                  </a:cubicBezTo>
                  <a:cubicBezTo>
                    <a:pt x="15" y="14"/>
                    <a:pt x="15" y="14"/>
                    <a:pt x="15" y="14"/>
                  </a:cubicBezTo>
                  <a:cubicBezTo>
                    <a:pt x="15" y="16"/>
                    <a:pt x="14" y="17"/>
                    <a:pt x="12" y="16"/>
                  </a:cubicBezTo>
                  <a:cubicBezTo>
                    <a:pt x="10" y="15"/>
                    <a:pt x="10" y="15"/>
                    <a:pt x="10" y="15"/>
                  </a:cubicBezTo>
                  <a:cubicBezTo>
                    <a:pt x="9" y="14"/>
                    <a:pt x="9" y="14"/>
                    <a:pt x="8" y="15"/>
                  </a:cubicBezTo>
                  <a:cubicBezTo>
                    <a:pt x="6" y="16"/>
                    <a:pt x="6" y="16"/>
                    <a:pt x="6" y="16"/>
                  </a:cubicBezTo>
                  <a:cubicBezTo>
                    <a:pt x="4" y="17"/>
                    <a:pt x="3" y="16"/>
                    <a:pt x="3" y="14"/>
                  </a:cubicBezTo>
                  <a:cubicBezTo>
                    <a:pt x="4" y="11"/>
                    <a:pt x="4" y="11"/>
                    <a:pt x="4" y="11"/>
                  </a:cubicBezTo>
                  <a:cubicBezTo>
                    <a:pt x="4" y="11"/>
                    <a:pt x="4" y="10"/>
                    <a:pt x="3" y="10"/>
                  </a:cubicBezTo>
                  <a:cubicBezTo>
                    <a:pt x="1" y="8"/>
                    <a:pt x="1" y="8"/>
                    <a:pt x="1" y="8"/>
                  </a:cubicBezTo>
                  <a:cubicBezTo>
                    <a:pt x="0" y="7"/>
                    <a:pt x="1" y="5"/>
                    <a:pt x="2" y="5"/>
                  </a:cubicBezTo>
                  <a:cubicBezTo>
                    <a:pt x="5" y="5"/>
                    <a:pt x="5" y="5"/>
                    <a:pt x="5" y="5"/>
                  </a:cubicBezTo>
                  <a:cubicBezTo>
                    <a:pt x="6" y="5"/>
                    <a:pt x="6" y="4"/>
                    <a:pt x="6" y="4"/>
                  </a:cubicBezTo>
                  <a:cubicBezTo>
                    <a:pt x="8" y="1"/>
                    <a:pt x="8" y="1"/>
                    <a:pt x="8" y="1"/>
                  </a:cubicBezTo>
                  <a:cubicBezTo>
                    <a:pt x="8"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6" name="Freeform 119"/>
            <p:cNvSpPr>
              <a:spLocks/>
            </p:cNvSpPr>
            <p:nvPr/>
          </p:nvSpPr>
          <p:spPr bwMode="auto">
            <a:xfrm>
              <a:off x="3906" y="1318"/>
              <a:ext cx="41" cy="48"/>
            </a:xfrm>
            <a:custGeom>
              <a:avLst/>
              <a:gdLst>
                <a:gd name="T0" fmla="*/ 10 w 17"/>
                <a:gd name="T1" fmla="*/ 1 h 17"/>
                <a:gd name="T2" fmla="*/ 12 w 17"/>
                <a:gd name="T3" fmla="*/ 4 h 17"/>
                <a:gd name="T4" fmla="*/ 13 w 17"/>
                <a:gd name="T5" fmla="*/ 5 h 17"/>
                <a:gd name="T6" fmla="*/ 16 w 17"/>
                <a:gd name="T7" fmla="*/ 5 h 17"/>
                <a:gd name="T8" fmla="*/ 17 w 17"/>
                <a:gd name="T9" fmla="*/ 8 h 17"/>
                <a:gd name="T10" fmla="*/ 14 w 17"/>
                <a:gd name="T11" fmla="*/ 10 h 17"/>
                <a:gd name="T12" fmla="*/ 14 w 17"/>
                <a:gd name="T13" fmla="*/ 11 h 17"/>
                <a:gd name="T14" fmla="*/ 14 w 17"/>
                <a:gd name="T15" fmla="*/ 14 h 17"/>
                <a:gd name="T16" fmla="*/ 12 w 17"/>
                <a:gd name="T17" fmla="*/ 16 h 17"/>
                <a:gd name="T18" fmla="*/ 9 w 17"/>
                <a:gd name="T19" fmla="*/ 15 h 17"/>
                <a:gd name="T20" fmla="*/ 8 w 17"/>
                <a:gd name="T21" fmla="*/ 15 h 17"/>
                <a:gd name="T22" fmla="*/ 5 w 17"/>
                <a:gd name="T23" fmla="*/ 16 h 17"/>
                <a:gd name="T24" fmla="*/ 3 w 17"/>
                <a:gd name="T25" fmla="*/ 14 h 17"/>
                <a:gd name="T26" fmla="*/ 4 w 17"/>
                <a:gd name="T27" fmla="*/ 11 h 17"/>
                <a:gd name="T28" fmla="*/ 3 w 17"/>
                <a:gd name="T29" fmla="*/ 10 h 17"/>
                <a:gd name="T30" fmla="*/ 1 w 17"/>
                <a:gd name="T31" fmla="*/ 8 h 17"/>
                <a:gd name="T32" fmla="*/ 2 w 17"/>
                <a:gd name="T33" fmla="*/ 5 h 17"/>
                <a:gd name="T34" fmla="*/ 5 w 17"/>
                <a:gd name="T35" fmla="*/ 5 h 17"/>
                <a:gd name="T36" fmla="*/ 6 w 17"/>
                <a:gd name="T37" fmla="*/ 4 h 17"/>
                <a:gd name="T38" fmla="*/ 7 w 17"/>
                <a:gd name="T39" fmla="*/ 1 h 17"/>
                <a:gd name="T40" fmla="*/ 10 w 17"/>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10" y="1"/>
                  </a:moveTo>
                  <a:cubicBezTo>
                    <a:pt x="12" y="4"/>
                    <a:pt x="12" y="4"/>
                    <a:pt x="12" y="4"/>
                  </a:cubicBezTo>
                  <a:cubicBezTo>
                    <a:pt x="12" y="4"/>
                    <a:pt x="12" y="5"/>
                    <a:pt x="13" y="5"/>
                  </a:cubicBezTo>
                  <a:cubicBezTo>
                    <a:pt x="16" y="5"/>
                    <a:pt x="16" y="5"/>
                    <a:pt x="16" y="5"/>
                  </a:cubicBezTo>
                  <a:cubicBezTo>
                    <a:pt x="17" y="5"/>
                    <a:pt x="17" y="7"/>
                    <a:pt x="17" y="8"/>
                  </a:cubicBezTo>
                  <a:cubicBezTo>
                    <a:pt x="14" y="10"/>
                    <a:pt x="14" y="10"/>
                    <a:pt x="14" y="10"/>
                  </a:cubicBezTo>
                  <a:cubicBezTo>
                    <a:pt x="14" y="10"/>
                    <a:pt x="14" y="11"/>
                    <a:pt x="14" y="11"/>
                  </a:cubicBezTo>
                  <a:cubicBezTo>
                    <a:pt x="14" y="14"/>
                    <a:pt x="14" y="14"/>
                    <a:pt x="14" y="14"/>
                  </a:cubicBezTo>
                  <a:cubicBezTo>
                    <a:pt x="15" y="16"/>
                    <a:pt x="13" y="17"/>
                    <a:pt x="12" y="16"/>
                  </a:cubicBezTo>
                  <a:cubicBezTo>
                    <a:pt x="9" y="15"/>
                    <a:pt x="9" y="15"/>
                    <a:pt x="9" y="15"/>
                  </a:cubicBezTo>
                  <a:cubicBezTo>
                    <a:pt x="9" y="14"/>
                    <a:pt x="9" y="14"/>
                    <a:pt x="8" y="15"/>
                  </a:cubicBezTo>
                  <a:cubicBezTo>
                    <a:pt x="5" y="16"/>
                    <a:pt x="5" y="16"/>
                    <a:pt x="5" y="16"/>
                  </a:cubicBezTo>
                  <a:cubicBezTo>
                    <a:pt x="4" y="17"/>
                    <a:pt x="3" y="16"/>
                    <a:pt x="3" y="14"/>
                  </a:cubicBezTo>
                  <a:cubicBezTo>
                    <a:pt x="4" y="11"/>
                    <a:pt x="4" y="11"/>
                    <a:pt x="4" y="11"/>
                  </a:cubicBezTo>
                  <a:cubicBezTo>
                    <a:pt x="4" y="11"/>
                    <a:pt x="3" y="10"/>
                    <a:pt x="3" y="10"/>
                  </a:cubicBezTo>
                  <a:cubicBezTo>
                    <a:pt x="1" y="8"/>
                    <a:pt x="1" y="8"/>
                    <a:pt x="1" y="8"/>
                  </a:cubicBezTo>
                  <a:cubicBezTo>
                    <a:pt x="0" y="7"/>
                    <a:pt x="1" y="5"/>
                    <a:pt x="2" y="5"/>
                  </a:cubicBezTo>
                  <a:cubicBezTo>
                    <a:pt x="5" y="5"/>
                    <a:pt x="5" y="5"/>
                    <a:pt x="5" y="5"/>
                  </a:cubicBezTo>
                  <a:cubicBezTo>
                    <a:pt x="5" y="5"/>
                    <a:pt x="6" y="4"/>
                    <a:pt x="6" y="4"/>
                  </a:cubicBezTo>
                  <a:cubicBezTo>
                    <a:pt x="7" y="1"/>
                    <a:pt x="7" y="1"/>
                    <a:pt x="7" y="1"/>
                  </a:cubicBezTo>
                  <a:cubicBezTo>
                    <a:pt x="8"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77" name="文本框 178"/>
          <p:cNvSpPr txBox="1"/>
          <p:nvPr/>
        </p:nvSpPr>
        <p:spPr>
          <a:xfrm>
            <a:off x="5146988" y="3063828"/>
            <a:ext cx="2608402" cy="369332"/>
          </a:xfrm>
          <a:prstGeom prst="rect">
            <a:avLst/>
          </a:prstGeom>
          <a:noFill/>
        </p:spPr>
        <p:txBody>
          <a:bodyPr wrap="square" rtlCol="0">
            <a:spAutoFit/>
          </a:bodyPr>
          <a:lstStyle/>
          <a:p>
            <a:pPr algn="ctr"/>
            <a:r>
              <a:rPr lang="zh-CN" altLang="en-US" dirty="0">
                <a:solidFill>
                  <a:prstClr val="black">
                    <a:lumMod val="65000"/>
                    <a:lumOff val="35000"/>
                  </a:prstClr>
                </a:solidFill>
                <a:effectLst>
                  <a:innerShdw blurRad="38100" dist="50800" dir="13500000">
                    <a:prstClr val="black">
                      <a:alpha val="60000"/>
                    </a:prstClr>
                  </a:innerShdw>
                </a:effectLst>
                <a:latin typeface="LiHei Pro" panose="020B0500000000000000" pitchFamily="34" charset="-122"/>
                <a:ea typeface="LiHei Pro" panose="020B0500000000000000" pitchFamily="34" charset="-122"/>
              </a:rPr>
              <a:t>标题文字</a:t>
            </a:r>
          </a:p>
        </p:txBody>
      </p:sp>
      <p:grpSp>
        <p:nvGrpSpPr>
          <p:cNvPr id="78" name="组合 77"/>
          <p:cNvGrpSpPr/>
          <p:nvPr/>
        </p:nvGrpSpPr>
        <p:grpSpPr>
          <a:xfrm>
            <a:off x="3564804" y="4782882"/>
            <a:ext cx="1771288" cy="1768350"/>
            <a:chOff x="3393886" y="4318414"/>
            <a:chExt cx="1679317" cy="1677138"/>
          </a:xfrm>
        </p:grpSpPr>
        <p:grpSp>
          <p:nvGrpSpPr>
            <p:cNvPr id="79" name="组合 78"/>
            <p:cNvGrpSpPr/>
            <p:nvPr/>
          </p:nvGrpSpPr>
          <p:grpSpPr>
            <a:xfrm>
              <a:off x="3393886" y="4318414"/>
              <a:ext cx="1679317" cy="1677138"/>
              <a:chOff x="2097688" y="3956967"/>
              <a:chExt cx="2446337" cy="2443163"/>
            </a:xfrm>
          </p:grpSpPr>
          <p:sp>
            <p:nvSpPr>
              <p:cNvPr id="82" name="Oval 52"/>
              <p:cNvSpPr>
                <a:spLocks noChangeArrowheads="1"/>
              </p:cNvSpPr>
              <p:nvPr/>
            </p:nvSpPr>
            <p:spPr bwMode="auto">
              <a:xfrm>
                <a:off x="2097688" y="3956967"/>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3" name="Oval 62"/>
              <p:cNvSpPr>
                <a:spLocks noChangeArrowheads="1"/>
              </p:cNvSpPr>
              <p:nvPr/>
            </p:nvSpPr>
            <p:spPr bwMode="auto">
              <a:xfrm>
                <a:off x="2184213" y="4033557"/>
                <a:ext cx="2284413" cy="2284413"/>
              </a:xfrm>
              <a:prstGeom prst="ellipse">
                <a:avLst/>
              </a:prstGeom>
              <a:solidFill>
                <a:srgbClr val="E87071"/>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80" name="Freeform 104"/>
            <p:cNvSpPr>
              <a:spLocks noEditPoints="1"/>
            </p:cNvSpPr>
            <p:nvPr/>
          </p:nvSpPr>
          <p:spPr bwMode="auto">
            <a:xfrm>
              <a:off x="4041611" y="4708733"/>
              <a:ext cx="379236" cy="259362"/>
            </a:xfrm>
            <a:custGeom>
              <a:avLst/>
              <a:gdLst>
                <a:gd name="T0" fmla="*/ 11 w 144"/>
                <a:gd name="T1" fmla="*/ 19 h 98"/>
                <a:gd name="T2" fmla="*/ 21 w 144"/>
                <a:gd name="T3" fmla="*/ 83 h 98"/>
                <a:gd name="T4" fmla="*/ 144 w 144"/>
                <a:gd name="T5" fmla="*/ 64 h 98"/>
                <a:gd name="T6" fmla="*/ 134 w 144"/>
                <a:gd name="T7" fmla="*/ 0 h 98"/>
                <a:gd name="T8" fmla="*/ 11 w 144"/>
                <a:gd name="T9" fmla="*/ 19 h 98"/>
                <a:gd name="T10" fmla="*/ 81 w 144"/>
                <a:gd name="T11" fmla="*/ 64 h 98"/>
                <a:gd name="T12" fmla="*/ 55 w 144"/>
                <a:gd name="T13" fmla="*/ 45 h 98"/>
                <a:gd name="T14" fmla="*/ 74 w 144"/>
                <a:gd name="T15" fmla="*/ 19 h 98"/>
                <a:gd name="T16" fmla="*/ 100 w 144"/>
                <a:gd name="T17" fmla="*/ 38 h 98"/>
                <a:gd name="T18" fmla="*/ 81 w 144"/>
                <a:gd name="T19" fmla="*/ 64 h 98"/>
                <a:gd name="T20" fmla="*/ 8 w 144"/>
                <a:gd name="T21" fmla="*/ 27 h 98"/>
                <a:gd name="T22" fmla="*/ 5 w 144"/>
                <a:gd name="T23" fmla="*/ 27 h 98"/>
                <a:gd name="T24" fmla="*/ 15 w 144"/>
                <a:gd name="T25" fmla="*/ 91 h 98"/>
                <a:gd name="T26" fmla="*/ 138 w 144"/>
                <a:gd name="T27" fmla="*/ 72 h 98"/>
                <a:gd name="T28" fmla="*/ 138 w 144"/>
                <a:gd name="T29" fmla="*/ 69 h 98"/>
                <a:gd name="T30" fmla="*/ 18 w 144"/>
                <a:gd name="T31" fmla="*/ 87 h 98"/>
                <a:gd name="T32" fmla="*/ 8 w 144"/>
                <a:gd name="T33" fmla="*/ 27 h 98"/>
                <a:gd name="T34" fmla="*/ 3 w 144"/>
                <a:gd name="T35" fmla="*/ 34 h 98"/>
                <a:gd name="T36" fmla="*/ 0 w 144"/>
                <a:gd name="T37" fmla="*/ 34 h 98"/>
                <a:gd name="T38" fmla="*/ 9 w 144"/>
                <a:gd name="T39" fmla="*/ 98 h 98"/>
                <a:gd name="T40" fmla="*/ 132 w 144"/>
                <a:gd name="T41" fmla="*/ 79 h 98"/>
                <a:gd name="T42" fmla="*/ 132 w 144"/>
                <a:gd name="T43" fmla="*/ 76 h 98"/>
                <a:gd name="T44" fmla="*/ 12 w 144"/>
                <a:gd name="T45" fmla="*/ 94 h 98"/>
                <a:gd name="T46" fmla="*/ 3 w 144"/>
                <a:gd name="T47" fmla="*/ 34 h 98"/>
                <a:gd name="T48" fmla="*/ 80 w 144"/>
                <a:gd name="T49" fmla="*/ 39 h 98"/>
                <a:gd name="T50" fmla="*/ 74 w 144"/>
                <a:gd name="T51" fmla="*/ 35 h 98"/>
                <a:gd name="T52" fmla="*/ 78 w 144"/>
                <a:gd name="T53" fmla="*/ 32 h 98"/>
                <a:gd name="T54" fmla="*/ 84 w 144"/>
                <a:gd name="T55" fmla="*/ 32 h 98"/>
                <a:gd name="T56" fmla="*/ 85 w 144"/>
                <a:gd name="T57" fmla="*/ 26 h 98"/>
                <a:gd name="T58" fmla="*/ 78 w 144"/>
                <a:gd name="T59" fmla="*/ 26 h 98"/>
                <a:gd name="T60" fmla="*/ 77 w 144"/>
                <a:gd name="T61" fmla="*/ 22 h 98"/>
                <a:gd name="T62" fmla="*/ 72 w 144"/>
                <a:gd name="T63" fmla="*/ 23 h 98"/>
                <a:gd name="T64" fmla="*/ 73 w 144"/>
                <a:gd name="T65" fmla="*/ 27 h 98"/>
                <a:gd name="T66" fmla="*/ 67 w 144"/>
                <a:gd name="T67" fmla="*/ 37 h 98"/>
                <a:gd name="T68" fmla="*/ 76 w 144"/>
                <a:gd name="T69" fmla="*/ 45 h 98"/>
                <a:gd name="T70" fmla="*/ 82 w 144"/>
                <a:gd name="T71" fmla="*/ 48 h 98"/>
                <a:gd name="T72" fmla="*/ 78 w 144"/>
                <a:gd name="T73" fmla="*/ 52 h 98"/>
                <a:gd name="T74" fmla="*/ 70 w 144"/>
                <a:gd name="T75" fmla="*/ 51 h 98"/>
                <a:gd name="T76" fmla="*/ 69 w 144"/>
                <a:gd name="T77" fmla="*/ 57 h 98"/>
                <a:gd name="T78" fmla="*/ 78 w 144"/>
                <a:gd name="T79" fmla="*/ 58 h 98"/>
                <a:gd name="T80" fmla="*/ 78 w 144"/>
                <a:gd name="T81" fmla="*/ 61 h 98"/>
                <a:gd name="T82" fmla="*/ 83 w 144"/>
                <a:gd name="T83" fmla="*/ 60 h 98"/>
                <a:gd name="T84" fmla="*/ 82 w 144"/>
                <a:gd name="T85" fmla="*/ 57 h 98"/>
                <a:gd name="T86" fmla="*/ 89 w 144"/>
                <a:gd name="T87" fmla="*/ 47 h 98"/>
                <a:gd name="T88" fmla="*/ 80 w 144"/>
                <a:gd name="T89"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 h="98">
                  <a:moveTo>
                    <a:pt x="11" y="19"/>
                  </a:moveTo>
                  <a:cubicBezTo>
                    <a:pt x="21" y="83"/>
                    <a:pt x="21" y="83"/>
                    <a:pt x="21" y="83"/>
                  </a:cubicBezTo>
                  <a:cubicBezTo>
                    <a:pt x="144" y="64"/>
                    <a:pt x="144" y="64"/>
                    <a:pt x="144" y="64"/>
                  </a:cubicBezTo>
                  <a:cubicBezTo>
                    <a:pt x="134" y="0"/>
                    <a:pt x="134" y="0"/>
                    <a:pt x="134" y="0"/>
                  </a:cubicBezTo>
                  <a:lnTo>
                    <a:pt x="11" y="19"/>
                  </a:lnTo>
                  <a:close/>
                  <a:moveTo>
                    <a:pt x="81" y="64"/>
                  </a:moveTo>
                  <a:cubicBezTo>
                    <a:pt x="69" y="66"/>
                    <a:pt x="57" y="57"/>
                    <a:pt x="55" y="45"/>
                  </a:cubicBezTo>
                  <a:cubicBezTo>
                    <a:pt x="53" y="33"/>
                    <a:pt x="62" y="21"/>
                    <a:pt x="74" y="19"/>
                  </a:cubicBezTo>
                  <a:cubicBezTo>
                    <a:pt x="87" y="17"/>
                    <a:pt x="98" y="26"/>
                    <a:pt x="100" y="38"/>
                  </a:cubicBezTo>
                  <a:cubicBezTo>
                    <a:pt x="102" y="51"/>
                    <a:pt x="93" y="62"/>
                    <a:pt x="81" y="64"/>
                  </a:cubicBezTo>
                  <a:close/>
                  <a:moveTo>
                    <a:pt x="8" y="27"/>
                  </a:moveTo>
                  <a:cubicBezTo>
                    <a:pt x="5" y="27"/>
                    <a:pt x="5" y="27"/>
                    <a:pt x="5" y="27"/>
                  </a:cubicBezTo>
                  <a:cubicBezTo>
                    <a:pt x="15" y="91"/>
                    <a:pt x="15" y="91"/>
                    <a:pt x="15" y="91"/>
                  </a:cubicBezTo>
                  <a:cubicBezTo>
                    <a:pt x="138" y="72"/>
                    <a:pt x="138" y="72"/>
                    <a:pt x="138" y="72"/>
                  </a:cubicBezTo>
                  <a:cubicBezTo>
                    <a:pt x="138" y="69"/>
                    <a:pt x="138" y="69"/>
                    <a:pt x="138" y="69"/>
                  </a:cubicBezTo>
                  <a:cubicBezTo>
                    <a:pt x="18" y="87"/>
                    <a:pt x="18" y="87"/>
                    <a:pt x="18" y="87"/>
                  </a:cubicBezTo>
                  <a:lnTo>
                    <a:pt x="8" y="27"/>
                  </a:lnTo>
                  <a:close/>
                  <a:moveTo>
                    <a:pt x="3" y="34"/>
                  </a:moveTo>
                  <a:cubicBezTo>
                    <a:pt x="0" y="34"/>
                    <a:pt x="0" y="34"/>
                    <a:pt x="0" y="34"/>
                  </a:cubicBezTo>
                  <a:cubicBezTo>
                    <a:pt x="9" y="98"/>
                    <a:pt x="9" y="98"/>
                    <a:pt x="9" y="98"/>
                  </a:cubicBezTo>
                  <a:cubicBezTo>
                    <a:pt x="132" y="79"/>
                    <a:pt x="132" y="79"/>
                    <a:pt x="132" y="79"/>
                  </a:cubicBezTo>
                  <a:cubicBezTo>
                    <a:pt x="132" y="76"/>
                    <a:pt x="132" y="76"/>
                    <a:pt x="132" y="76"/>
                  </a:cubicBezTo>
                  <a:cubicBezTo>
                    <a:pt x="12" y="94"/>
                    <a:pt x="12" y="94"/>
                    <a:pt x="12" y="94"/>
                  </a:cubicBezTo>
                  <a:lnTo>
                    <a:pt x="3" y="34"/>
                  </a:lnTo>
                  <a:close/>
                  <a:moveTo>
                    <a:pt x="80" y="39"/>
                  </a:moveTo>
                  <a:cubicBezTo>
                    <a:pt x="76" y="38"/>
                    <a:pt x="74" y="37"/>
                    <a:pt x="74" y="35"/>
                  </a:cubicBezTo>
                  <a:cubicBezTo>
                    <a:pt x="73" y="34"/>
                    <a:pt x="75" y="32"/>
                    <a:pt x="78" y="32"/>
                  </a:cubicBezTo>
                  <a:cubicBezTo>
                    <a:pt x="80" y="31"/>
                    <a:pt x="83" y="32"/>
                    <a:pt x="84" y="32"/>
                  </a:cubicBezTo>
                  <a:cubicBezTo>
                    <a:pt x="85" y="26"/>
                    <a:pt x="85" y="26"/>
                    <a:pt x="85" y="26"/>
                  </a:cubicBezTo>
                  <a:cubicBezTo>
                    <a:pt x="83" y="26"/>
                    <a:pt x="81" y="26"/>
                    <a:pt x="78" y="26"/>
                  </a:cubicBezTo>
                  <a:cubicBezTo>
                    <a:pt x="77" y="22"/>
                    <a:pt x="77" y="22"/>
                    <a:pt x="77" y="22"/>
                  </a:cubicBezTo>
                  <a:cubicBezTo>
                    <a:pt x="72" y="23"/>
                    <a:pt x="72" y="23"/>
                    <a:pt x="72" y="23"/>
                  </a:cubicBezTo>
                  <a:cubicBezTo>
                    <a:pt x="73" y="27"/>
                    <a:pt x="73" y="27"/>
                    <a:pt x="73" y="27"/>
                  </a:cubicBezTo>
                  <a:cubicBezTo>
                    <a:pt x="68" y="29"/>
                    <a:pt x="66" y="33"/>
                    <a:pt x="67" y="37"/>
                  </a:cubicBezTo>
                  <a:cubicBezTo>
                    <a:pt x="67" y="41"/>
                    <a:pt x="71" y="44"/>
                    <a:pt x="76" y="45"/>
                  </a:cubicBezTo>
                  <a:cubicBezTo>
                    <a:pt x="80" y="45"/>
                    <a:pt x="82" y="46"/>
                    <a:pt x="82" y="48"/>
                  </a:cubicBezTo>
                  <a:cubicBezTo>
                    <a:pt x="82" y="50"/>
                    <a:pt x="81" y="52"/>
                    <a:pt x="78" y="52"/>
                  </a:cubicBezTo>
                  <a:cubicBezTo>
                    <a:pt x="75" y="53"/>
                    <a:pt x="72" y="52"/>
                    <a:pt x="70" y="51"/>
                  </a:cubicBezTo>
                  <a:cubicBezTo>
                    <a:pt x="69" y="57"/>
                    <a:pt x="69" y="57"/>
                    <a:pt x="69" y="57"/>
                  </a:cubicBezTo>
                  <a:cubicBezTo>
                    <a:pt x="71" y="58"/>
                    <a:pt x="74" y="58"/>
                    <a:pt x="78" y="58"/>
                  </a:cubicBezTo>
                  <a:cubicBezTo>
                    <a:pt x="78" y="61"/>
                    <a:pt x="78" y="61"/>
                    <a:pt x="78" y="61"/>
                  </a:cubicBezTo>
                  <a:cubicBezTo>
                    <a:pt x="83" y="60"/>
                    <a:pt x="83" y="60"/>
                    <a:pt x="83" y="60"/>
                  </a:cubicBezTo>
                  <a:cubicBezTo>
                    <a:pt x="82" y="57"/>
                    <a:pt x="82" y="57"/>
                    <a:pt x="82" y="57"/>
                  </a:cubicBezTo>
                  <a:cubicBezTo>
                    <a:pt x="88" y="55"/>
                    <a:pt x="90" y="51"/>
                    <a:pt x="89" y="47"/>
                  </a:cubicBezTo>
                  <a:cubicBezTo>
                    <a:pt x="88" y="42"/>
                    <a:pt x="85" y="40"/>
                    <a:pt x="80" y="3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1" name="文本框 183"/>
            <p:cNvSpPr txBox="1"/>
            <p:nvPr/>
          </p:nvSpPr>
          <p:spPr>
            <a:xfrm>
              <a:off x="3567850" y="5061131"/>
              <a:ext cx="1328580" cy="350282"/>
            </a:xfrm>
            <a:prstGeom prst="rect">
              <a:avLst/>
            </a:prstGeom>
            <a:noFill/>
          </p:spPr>
          <p:txBody>
            <a:bodyPr wrap="square" rtlCol="0">
              <a:spAutoFit/>
            </a:bodyPr>
            <a:lstStyle/>
            <a:p>
              <a:pPr algn="ctr"/>
              <a:r>
                <a:rPr lang="zh-CN" altLang="en-US" dirty="0">
                  <a:solidFill>
                    <a:prstClr val="white"/>
                  </a:solidFill>
                  <a:latin typeface="微软雅黑" panose="020B0503020204020204" pitchFamily="34" charset="-122"/>
                  <a:ea typeface="微软雅黑" panose="020B0503020204020204" pitchFamily="34" charset="-122"/>
                </a:rPr>
                <a:t>添加标题</a:t>
              </a:r>
            </a:p>
          </p:txBody>
        </p:sp>
      </p:grpSp>
      <p:grpSp>
        <p:nvGrpSpPr>
          <p:cNvPr id="84" name="组合 83"/>
          <p:cNvGrpSpPr/>
          <p:nvPr/>
        </p:nvGrpSpPr>
        <p:grpSpPr>
          <a:xfrm>
            <a:off x="7498240" y="4782882"/>
            <a:ext cx="1771288" cy="1768350"/>
            <a:chOff x="7123085" y="4318414"/>
            <a:chExt cx="1679317" cy="1677138"/>
          </a:xfrm>
        </p:grpSpPr>
        <p:grpSp>
          <p:nvGrpSpPr>
            <p:cNvPr id="85" name="组合 84"/>
            <p:cNvGrpSpPr/>
            <p:nvPr/>
          </p:nvGrpSpPr>
          <p:grpSpPr>
            <a:xfrm>
              <a:off x="7123085" y="4318414"/>
              <a:ext cx="1679317" cy="1677138"/>
              <a:chOff x="2097688" y="3956967"/>
              <a:chExt cx="2446337" cy="2443163"/>
            </a:xfrm>
          </p:grpSpPr>
          <p:sp>
            <p:nvSpPr>
              <p:cNvPr id="88" name="Oval 52"/>
              <p:cNvSpPr>
                <a:spLocks noChangeArrowheads="1"/>
              </p:cNvSpPr>
              <p:nvPr/>
            </p:nvSpPr>
            <p:spPr bwMode="auto">
              <a:xfrm>
                <a:off x="2097688" y="3956967"/>
                <a:ext cx="2446337" cy="2443163"/>
              </a:xfrm>
              <a:prstGeom prst="ellipse">
                <a:avLst/>
              </a:prstGeom>
              <a:gradFill flip="none" rotWithShape="1">
                <a:gsLst>
                  <a:gs pos="69000">
                    <a:srgbClr val="CCCCCC"/>
                  </a:gs>
                  <a:gs pos="49000">
                    <a:schemeClr val="bg1"/>
                  </a:gs>
                  <a:gs pos="33000">
                    <a:schemeClr val="bg1">
                      <a:lumMod val="85000"/>
                    </a:schemeClr>
                  </a:gs>
                  <a:gs pos="16000">
                    <a:schemeClr val="bg1"/>
                  </a:gs>
                  <a:gs pos="91000">
                    <a:schemeClr val="bg1"/>
                  </a:gs>
                </a:gsLst>
                <a:lin ang="2700000" scaled="1"/>
                <a:tileRect/>
              </a:gradFill>
              <a:ln>
                <a:noFill/>
              </a:ln>
              <a:effectLst>
                <a:outerShdw blurRad="215900" dist="889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9" name="Oval 62"/>
              <p:cNvSpPr>
                <a:spLocks noChangeArrowheads="1"/>
              </p:cNvSpPr>
              <p:nvPr/>
            </p:nvSpPr>
            <p:spPr bwMode="auto">
              <a:xfrm>
                <a:off x="2184213" y="4033557"/>
                <a:ext cx="2284413" cy="2284413"/>
              </a:xfrm>
              <a:prstGeom prst="ellipse">
                <a:avLst/>
              </a:prstGeom>
              <a:solidFill>
                <a:srgbClr val="663A77"/>
              </a:solidFill>
              <a:ln w="31750">
                <a:gradFill flip="none" rotWithShape="1">
                  <a:gsLst>
                    <a:gs pos="0">
                      <a:schemeClr val="bg1">
                        <a:lumMod val="75000"/>
                      </a:schemeClr>
                    </a:gs>
                    <a:gs pos="100000">
                      <a:schemeClr val="bg1"/>
                    </a:gs>
                  </a:gsLst>
                  <a:lin ang="2700000" scaled="1"/>
                  <a:tileRect/>
                </a:gradFill>
              </a:ln>
              <a:effectLst>
                <a:innerShdw blurRad="114300" dist="635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86" name="Freeform 108"/>
            <p:cNvSpPr>
              <a:spLocks noEditPoints="1"/>
            </p:cNvSpPr>
            <p:nvPr/>
          </p:nvSpPr>
          <p:spPr bwMode="auto">
            <a:xfrm>
              <a:off x="7802594" y="4686392"/>
              <a:ext cx="302953" cy="304043"/>
            </a:xfrm>
            <a:custGeom>
              <a:avLst/>
              <a:gdLst>
                <a:gd name="T0" fmla="*/ 97 w 115"/>
                <a:gd name="T1" fmla="*/ 48 h 115"/>
                <a:gd name="T2" fmla="*/ 91 w 115"/>
                <a:gd name="T3" fmla="*/ 41 h 115"/>
                <a:gd name="T4" fmla="*/ 102 w 115"/>
                <a:gd name="T5" fmla="*/ 26 h 115"/>
                <a:gd name="T6" fmla="*/ 94 w 115"/>
                <a:gd name="T7" fmla="*/ 13 h 115"/>
                <a:gd name="T8" fmla="*/ 79 w 115"/>
                <a:gd name="T9" fmla="*/ 23 h 115"/>
                <a:gd name="T10" fmla="*/ 70 w 115"/>
                <a:gd name="T11" fmla="*/ 22 h 115"/>
                <a:gd name="T12" fmla="*/ 67 w 115"/>
                <a:gd name="T13" fmla="*/ 3 h 115"/>
                <a:gd name="T14" fmla="*/ 52 w 115"/>
                <a:gd name="T15" fmla="*/ 0 h 115"/>
                <a:gd name="T16" fmla="*/ 48 w 115"/>
                <a:gd name="T17" fmla="*/ 18 h 115"/>
                <a:gd name="T18" fmla="*/ 41 w 115"/>
                <a:gd name="T19" fmla="*/ 24 h 115"/>
                <a:gd name="T20" fmla="*/ 26 w 115"/>
                <a:gd name="T21" fmla="*/ 13 h 115"/>
                <a:gd name="T22" fmla="*/ 13 w 115"/>
                <a:gd name="T23" fmla="*/ 21 h 115"/>
                <a:gd name="T24" fmla="*/ 23 w 115"/>
                <a:gd name="T25" fmla="*/ 36 h 115"/>
                <a:gd name="T26" fmla="*/ 22 w 115"/>
                <a:gd name="T27" fmla="*/ 45 h 115"/>
                <a:gd name="T28" fmla="*/ 4 w 115"/>
                <a:gd name="T29" fmla="*/ 48 h 115"/>
                <a:gd name="T30" fmla="*/ 0 w 115"/>
                <a:gd name="T31" fmla="*/ 63 h 115"/>
                <a:gd name="T32" fmla="*/ 18 w 115"/>
                <a:gd name="T33" fmla="*/ 66 h 115"/>
                <a:gd name="T34" fmla="*/ 24 w 115"/>
                <a:gd name="T35" fmla="*/ 73 h 115"/>
                <a:gd name="T36" fmla="*/ 13 w 115"/>
                <a:gd name="T37" fmla="*/ 89 h 115"/>
                <a:gd name="T38" fmla="*/ 21 w 115"/>
                <a:gd name="T39" fmla="*/ 102 h 115"/>
                <a:gd name="T40" fmla="*/ 36 w 115"/>
                <a:gd name="T41" fmla="*/ 92 h 115"/>
                <a:gd name="T42" fmla="*/ 45 w 115"/>
                <a:gd name="T43" fmla="*/ 92 h 115"/>
                <a:gd name="T44" fmla="*/ 48 w 115"/>
                <a:gd name="T45" fmla="*/ 111 h 115"/>
                <a:gd name="T46" fmla="*/ 63 w 115"/>
                <a:gd name="T47" fmla="*/ 115 h 115"/>
                <a:gd name="T48" fmla="*/ 67 w 115"/>
                <a:gd name="T49" fmla="*/ 97 h 115"/>
                <a:gd name="T50" fmla="*/ 74 w 115"/>
                <a:gd name="T51" fmla="*/ 91 h 115"/>
                <a:gd name="T52" fmla="*/ 89 w 115"/>
                <a:gd name="T53" fmla="*/ 102 h 115"/>
                <a:gd name="T54" fmla="*/ 102 w 115"/>
                <a:gd name="T55" fmla="*/ 94 h 115"/>
                <a:gd name="T56" fmla="*/ 92 w 115"/>
                <a:gd name="T57" fmla="*/ 79 h 115"/>
                <a:gd name="T58" fmla="*/ 93 w 115"/>
                <a:gd name="T59" fmla="*/ 70 h 115"/>
                <a:gd name="T60" fmla="*/ 112 w 115"/>
                <a:gd name="T61" fmla="*/ 66 h 115"/>
                <a:gd name="T62" fmla="*/ 115 w 115"/>
                <a:gd name="T63" fmla="*/ 52 h 115"/>
                <a:gd name="T64" fmla="*/ 58 w 115"/>
                <a:gd name="T65" fmla="*/ 79 h 115"/>
                <a:gd name="T66" fmla="*/ 58 w 115"/>
                <a:gd name="T67" fmla="*/ 36 h 115"/>
                <a:gd name="T68" fmla="*/ 58 w 115"/>
                <a:gd name="T69" fmla="*/ 79 h 115"/>
                <a:gd name="T70" fmla="*/ 49 w 115"/>
                <a:gd name="T71" fmla="*/ 57 h 115"/>
                <a:gd name="T72" fmla="*/ 67 w 115"/>
                <a:gd name="T73" fmla="*/ 5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15">
                  <a:moveTo>
                    <a:pt x="112" y="48"/>
                  </a:moveTo>
                  <a:cubicBezTo>
                    <a:pt x="97" y="48"/>
                    <a:pt x="97" y="48"/>
                    <a:pt x="97" y="48"/>
                  </a:cubicBezTo>
                  <a:cubicBezTo>
                    <a:pt x="95" y="48"/>
                    <a:pt x="93" y="47"/>
                    <a:pt x="93" y="45"/>
                  </a:cubicBezTo>
                  <a:cubicBezTo>
                    <a:pt x="91" y="41"/>
                    <a:pt x="91" y="41"/>
                    <a:pt x="91" y="41"/>
                  </a:cubicBezTo>
                  <a:cubicBezTo>
                    <a:pt x="90" y="40"/>
                    <a:pt x="91" y="37"/>
                    <a:pt x="92" y="36"/>
                  </a:cubicBezTo>
                  <a:cubicBezTo>
                    <a:pt x="102" y="26"/>
                    <a:pt x="102" y="26"/>
                    <a:pt x="102" y="26"/>
                  </a:cubicBezTo>
                  <a:cubicBezTo>
                    <a:pt x="104" y="24"/>
                    <a:pt x="104" y="22"/>
                    <a:pt x="102" y="21"/>
                  </a:cubicBezTo>
                  <a:cubicBezTo>
                    <a:pt x="94" y="13"/>
                    <a:pt x="94" y="13"/>
                    <a:pt x="94" y="13"/>
                  </a:cubicBezTo>
                  <a:cubicBezTo>
                    <a:pt x="93" y="11"/>
                    <a:pt x="91" y="11"/>
                    <a:pt x="89" y="13"/>
                  </a:cubicBezTo>
                  <a:cubicBezTo>
                    <a:pt x="79" y="23"/>
                    <a:pt x="79" y="23"/>
                    <a:pt x="79" y="23"/>
                  </a:cubicBezTo>
                  <a:cubicBezTo>
                    <a:pt x="78" y="24"/>
                    <a:pt x="75" y="25"/>
                    <a:pt x="74" y="24"/>
                  </a:cubicBezTo>
                  <a:cubicBezTo>
                    <a:pt x="70" y="22"/>
                    <a:pt x="70" y="22"/>
                    <a:pt x="70" y="22"/>
                  </a:cubicBezTo>
                  <a:cubicBezTo>
                    <a:pt x="68" y="22"/>
                    <a:pt x="67" y="20"/>
                    <a:pt x="67" y="18"/>
                  </a:cubicBezTo>
                  <a:cubicBezTo>
                    <a:pt x="67" y="3"/>
                    <a:pt x="67" y="3"/>
                    <a:pt x="67" y="3"/>
                  </a:cubicBezTo>
                  <a:cubicBezTo>
                    <a:pt x="67" y="1"/>
                    <a:pt x="65" y="0"/>
                    <a:pt x="63" y="0"/>
                  </a:cubicBezTo>
                  <a:cubicBezTo>
                    <a:pt x="52" y="0"/>
                    <a:pt x="52" y="0"/>
                    <a:pt x="52" y="0"/>
                  </a:cubicBezTo>
                  <a:cubicBezTo>
                    <a:pt x="50" y="0"/>
                    <a:pt x="48" y="1"/>
                    <a:pt x="48" y="3"/>
                  </a:cubicBezTo>
                  <a:cubicBezTo>
                    <a:pt x="48" y="18"/>
                    <a:pt x="48" y="18"/>
                    <a:pt x="48" y="18"/>
                  </a:cubicBezTo>
                  <a:cubicBezTo>
                    <a:pt x="48" y="20"/>
                    <a:pt x="47" y="22"/>
                    <a:pt x="45" y="22"/>
                  </a:cubicBezTo>
                  <a:cubicBezTo>
                    <a:pt x="41" y="24"/>
                    <a:pt x="41" y="24"/>
                    <a:pt x="41" y="24"/>
                  </a:cubicBezTo>
                  <a:cubicBezTo>
                    <a:pt x="40" y="25"/>
                    <a:pt x="37" y="24"/>
                    <a:pt x="36" y="23"/>
                  </a:cubicBezTo>
                  <a:cubicBezTo>
                    <a:pt x="26" y="13"/>
                    <a:pt x="26" y="13"/>
                    <a:pt x="26" y="13"/>
                  </a:cubicBezTo>
                  <a:cubicBezTo>
                    <a:pt x="25" y="11"/>
                    <a:pt x="22" y="11"/>
                    <a:pt x="21" y="13"/>
                  </a:cubicBezTo>
                  <a:cubicBezTo>
                    <a:pt x="13" y="21"/>
                    <a:pt x="13" y="21"/>
                    <a:pt x="13" y="21"/>
                  </a:cubicBezTo>
                  <a:cubicBezTo>
                    <a:pt x="12" y="22"/>
                    <a:pt x="12" y="24"/>
                    <a:pt x="13" y="26"/>
                  </a:cubicBezTo>
                  <a:cubicBezTo>
                    <a:pt x="23" y="36"/>
                    <a:pt x="23" y="36"/>
                    <a:pt x="23" y="36"/>
                  </a:cubicBezTo>
                  <a:cubicBezTo>
                    <a:pt x="24" y="37"/>
                    <a:pt x="25" y="40"/>
                    <a:pt x="24" y="41"/>
                  </a:cubicBezTo>
                  <a:cubicBezTo>
                    <a:pt x="22" y="45"/>
                    <a:pt x="22" y="45"/>
                    <a:pt x="22" y="45"/>
                  </a:cubicBezTo>
                  <a:cubicBezTo>
                    <a:pt x="22" y="47"/>
                    <a:pt x="20" y="48"/>
                    <a:pt x="18" y="48"/>
                  </a:cubicBezTo>
                  <a:cubicBezTo>
                    <a:pt x="4" y="48"/>
                    <a:pt x="4" y="48"/>
                    <a:pt x="4" y="48"/>
                  </a:cubicBezTo>
                  <a:cubicBezTo>
                    <a:pt x="2" y="48"/>
                    <a:pt x="0" y="50"/>
                    <a:pt x="0" y="52"/>
                  </a:cubicBezTo>
                  <a:cubicBezTo>
                    <a:pt x="0" y="63"/>
                    <a:pt x="0" y="63"/>
                    <a:pt x="0" y="63"/>
                  </a:cubicBezTo>
                  <a:cubicBezTo>
                    <a:pt x="0" y="65"/>
                    <a:pt x="2" y="66"/>
                    <a:pt x="4" y="66"/>
                  </a:cubicBezTo>
                  <a:cubicBezTo>
                    <a:pt x="18" y="66"/>
                    <a:pt x="18" y="66"/>
                    <a:pt x="18" y="66"/>
                  </a:cubicBezTo>
                  <a:cubicBezTo>
                    <a:pt x="20" y="66"/>
                    <a:pt x="22" y="68"/>
                    <a:pt x="22" y="70"/>
                  </a:cubicBezTo>
                  <a:cubicBezTo>
                    <a:pt x="24" y="73"/>
                    <a:pt x="24" y="73"/>
                    <a:pt x="24" y="73"/>
                  </a:cubicBezTo>
                  <a:cubicBezTo>
                    <a:pt x="25" y="75"/>
                    <a:pt x="24" y="78"/>
                    <a:pt x="23" y="79"/>
                  </a:cubicBezTo>
                  <a:cubicBezTo>
                    <a:pt x="13" y="89"/>
                    <a:pt x="13" y="89"/>
                    <a:pt x="13" y="89"/>
                  </a:cubicBezTo>
                  <a:cubicBezTo>
                    <a:pt x="12" y="90"/>
                    <a:pt x="12" y="93"/>
                    <a:pt x="13" y="94"/>
                  </a:cubicBezTo>
                  <a:cubicBezTo>
                    <a:pt x="21" y="102"/>
                    <a:pt x="21" y="102"/>
                    <a:pt x="21" y="102"/>
                  </a:cubicBezTo>
                  <a:cubicBezTo>
                    <a:pt x="22" y="103"/>
                    <a:pt x="25" y="103"/>
                    <a:pt x="26" y="102"/>
                  </a:cubicBezTo>
                  <a:cubicBezTo>
                    <a:pt x="36" y="92"/>
                    <a:pt x="36" y="92"/>
                    <a:pt x="36" y="92"/>
                  </a:cubicBezTo>
                  <a:cubicBezTo>
                    <a:pt x="37" y="90"/>
                    <a:pt x="40" y="90"/>
                    <a:pt x="41" y="91"/>
                  </a:cubicBezTo>
                  <a:cubicBezTo>
                    <a:pt x="45" y="92"/>
                    <a:pt x="45" y="92"/>
                    <a:pt x="45" y="92"/>
                  </a:cubicBezTo>
                  <a:cubicBezTo>
                    <a:pt x="47" y="93"/>
                    <a:pt x="48" y="95"/>
                    <a:pt x="48" y="97"/>
                  </a:cubicBezTo>
                  <a:cubicBezTo>
                    <a:pt x="48" y="111"/>
                    <a:pt x="48" y="111"/>
                    <a:pt x="48" y="111"/>
                  </a:cubicBezTo>
                  <a:cubicBezTo>
                    <a:pt x="48" y="113"/>
                    <a:pt x="50" y="115"/>
                    <a:pt x="52" y="115"/>
                  </a:cubicBezTo>
                  <a:cubicBezTo>
                    <a:pt x="63" y="115"/>
                    <a:pt x="63" y="115"/>
                    <a:pt x="63" y="115"/>
                  </a:cubicBezTo>
                  <a:cubicBezTo>
                    <a:pt x="65" y="115"/>
                    <a:pt x="67" y="113"/>
                    <a:pt x="67" y="111"/>
                  </a:cubicBezTo>
                  <a:cubicBezTo>
                    <a:pt x="67" y="97"/>
                    <a:pt x="67" y="97"/>
                    <a:pt x="67" y="97"/>
                  </a:cubicBezTo>
                  <a:cubicBezTo>
                    <a:pt x="67" y="95"/>
                    <a:pt x="68" y="93"/>
                    <a:pt x="70" y="92"/>
                  </a:cubicBezTo>
                  <a:cubicBezTo>
                    <a:pt x="74" y="91"/>
                    <a:pt x="74" y="91"/>
                    <a:pt x="74" y="91"/>
                  </a:cubicBezTo>
                  <a:cubicBezTo>
                    <a:pt x="75" y="90"/>
                    <a:pt x="78" y="90"/>
                    <a:pt x="79" y="92"/>
                  </a:cubicBezTo>
                  <a:cubicBezTo>
                    <a:pt x="89" y="102"/>
                    <a:pt x="89" y="102"/>
                    <a:pt x="89" y="102"/>
                  </a:cubicBezTo>
                  <a:cubicBezTo>
                    <a:pt x="91" y="103"/>
                    <a:pt x="93" y="103"/>
                    <a:pt x="94" y="102"/>
                  </a:cubicBezTo>
                  <a:cubicBezTo>
                    <a:pt x="102" y="94"/>
                    <a:pt x="102" y="94"/>
                    <a:pt x="102" y="94"/>
                  </a:cubicBezTo>
                  <a:cubicBezTo>
                    <a:pt x="104" y="93"/>
                    <a:pt x="104" y="90"/>
                    <a:pt x="102" y="89"/>
                  </a:cubicBezTo>
                  <a:cubicBezTo>
                    <a:pt x="92" y="79"/>
                    <a:pt x="92" y="79"/>
                    <a:pt x="92" y="79"/>
                  </a:cubicBezTo>
                  <a:cubicBezTo>
                    <a:pt x="91" y="78"/>
                    <a:pt x="90" y="75"/>
                    <a:pt x="91" y="73"/>
                  </a:cubicBezTo>
                  <a:cubicBezTo>
                    <a:pt x="93" y="70"/>
                    <a:pt x="93" y="70"/>
                    <a:pt x="93" y="70"/>
                  </a:cubicBezTo>
                  <a:cubicBezTo>
                    <a:pt x="93" y="68"/>
                    <a:pt x="95" y="66"/>
                    <a:pt x="97" y="66"/>
                  </a:cubicBezTo>
                  <a:cubicBezTo>
                    <a:pt x="112" y="66"/>
                    <a:pt x="112" y="66"/>
                    <a:pt x="112" y="66"/>
                  </a:cubicBezTo>
                  <a:cubicBezTo>
                    <a:pt x="113" y="66"/>
                    <a:pt x="115" y="65"/>
                    <a:pt x="115" y="63"/>
                  </a:cubicBezTo>
                  <a:cubicBezTo>
                    <a:pt x="115" y="52"/>
                    <a:pt x="115" y="52"/>
                    <a:pt x="115" y="52"/>
                  </a:cubicBezTo>
                  <a:cubicBezTo>
                    <a:pt x="115" y="50"/>
                    <a:pt x="113" y="48"/>
                    <a:pt x="112" y="48"/>
                  </a:cubicBezTo>
                  <a:close/>
                  <a:moveTo>
                    <a:pt x="58" y="79"/>
                  </a:moveTo>
                  <a:cubicBezTo>
                    <a:pt x="46" y="79"/>
                    <a:pt x="36" y="69"/>
                    <a:pt x="36" y="57"/>
                  </a:cubicBezTo>
                  <a:cubicBezTo>
                    <a:pt x="36" y="46"/>
                    <a:pt x="46" y="36"/>
                    <a:pt x="58" y="36"/>
                  </a:cubicBezTo>
                  <a:cubicBezTo>
                    <a:pt x="69" y="36"/>
                    <a:pt x="79" y="46"/>
                    <a:pt x="79" y="57"/>
                  </a:cubicBezTo>
                  <a:cubicBezTo>
                    <a:pt x="79" y="69"/>
                    <a:pt x="69" y="79"/>
                    <a:pt x="58" y="79"/>
                  </a:cubicBezTo>
                  <a:close/>
                  <a:moveTo>
                    <a:pt x="58" y="48"/>
                  </a:moveTo>
                  <a:cubicBezTo>
                    <a:pt x="53" y="48"/>
                    <a:pt x="49" y="52"/>
                    <a:pt x="49" y="57"/>
                  </a:cubicBezTo>
                  <a:cubicBezTo>
                    <a:pt x="49" y="62"/>
                    <a:pt x="53" y="66"/>
                    <a:pt x="58" y="66"/>
                  </a:cubicBezTo>
                  <a:cubicBezTo>
                    <a:pt x="63" y="66"/>
                    <a:pt x="67" y="62"/>
                    <a:pt x="67" y="57"/>
                  </a:cubicBezTo>
                  <a:cubicBezTo>
                    <a:pt x="67" y="52"/>
                    <a:pt x="63" y="48"/>
                    <a:pt x="58" y="4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7" name="文本框 184"/>
            <p:cNvSpPr txBox="1"/>
            <p:nvPr/>
          </p:nvSpPr>
          <p:spPr>
            <a:xfrm>
              <a:off x="7360090" y="5061131"/>
              <a:ext cx="1328580" cy="350282"/>
            </a:xfrm>
            <a:prstGeom prst="rect">
              <a:avLst/>
            </a:prstGeom>
            <a:noFill/>
          </p:spPr>
          <p:txBody>
            <a:bodyPr wrap="square" rtlCol="0">
              <a:spAutoFit/>
            </a:bodyPr>
            <a:lstStyle/>
            <a:p>
              <a:pPr algn="ctr"/>
              <a:r>
                <a:rPr lang="zh-CN" altLang="en-US" dirty="0">
                  <a:solidFill>
                    <a:prstClr val="white"/>
                  </a:solidFill>
                  <a:latin typeface="微软雅黑" panose="020B0503020204020204" pitchFamily="34" charset="-122"/>
                  <a:ea typeface="微软雅黑" panose="020B0503020204020204" pitchFamily="34" charset="-122"/>
                </a:rPr>
                <a:t>添加标题</a:t>
              </a:r>
            </a:p>
          </p:txBody>
        </p:sp>
      </p:grpSp>
      <p:sp>
        <p:nvSpPr>
          <p:cNvPr id="90" name="文本框 113"/>
          <p:cNvSpPr txBox="1"/>
          <p:nvPr/>
        </p:nvSpPr>
        <p:spPr>
          <a:xfrm>
            <a:off x="1005284" y="1744264"/>
            <a:ext cx="2370717" cy="1163395"/>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单击添加详细文字说明，或复制文本黏贴自此右键只保留文字单击添加详细文字说明，或复制文本黏贴自此右键只保留文字</a:t>
            </a:r>
          </a:p>
        </p:txBody>
      </p:sp>
      <p:sp>
        <p:nvSpPr>
          <p:cNvPr id="91" name="文本框 113"/>
          <p:cNvSpPr txBox="1"/>
          <p:nvPr/>
        </p:nvSpPr>
        <p:spPr>
          <a:xfrm>
            <a:off x="978781" y="5204608"/>
            <a:ext cx="2370717" cy="1163395"/>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单击添加详细文字说明，或复制文本黏贴自此右键只保留文字单击添加详细文字说明，或复制文本黏贴自此右键只保留文字</a:t>
            </a:r>
          </a:p>
        </p:txBody>
      </p:sp>
      <p:sp>
        <p:nvSpPr>
          <p:cNvPr id="92" name="文本框 113"/>
          <p:cNvSpPr txBox="1"/>
          <p:nvPr/>
        </p:nvSpPr>
        <p:spPr>
          <a:xfrm>
            <a:off x="9435918" y="5204607"/>
            <a:ext cx="2370717" cy="1163395"/>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单击添加详细文字说明，或复制文本黏贴自此右键只保留文字单击添加详细文字说明，或复制文本黏贴自此右键只保留文字</a:t>
            </a:r>
          </a:p>
        </p:txBody>
      </p:sp>
      <p:sp>
        <p:nvSpPr>
          <p:cNvPr id="93" name="文本框 113"/>
          <p:cNvSpPr txBox="1"/>
          <p:nvPr/>
        </p:nvSpPr>
        <p:spPr>
          <a:xfrm>
            <a:off x="9435918" y="1744263"/>
            <a:ext cx="2370717" cy="1163395"/>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单击添加详细文字说明，或复制文本黏贴自此右键只保留文字单击添加详细文字说明，或复制文本黏贴自此右键只保留文字</a:t>
            </a:r>
          </a:p>
        </p:txBody>
      </p:sp>
      <p:sp>
        <p:nvSpPr>
          <p:cNvPr id="94" name="文本框 93"/>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3134754983"/>
      </p:ext>
    </p:extLst>
  </p:cSld>
  <p:clrMapOvr>
    <a:masterClrMapping/>
  </p:clrMapOvr>
  <mc:AlternateContent xmlns:mc="http://schemas.openxmlformats.org/markup-compatibility/2006" xmlns:p14="http://schemas.microsoft.com/office/powerpoint/2010/main">
    <mc:Choice Requires="p14">
      <p:transition spd="slow" p14:dur="1250" advClick="0" advTm="0">
        <p14:flip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anim calcmode="lin" valueType="num">
                                      <p:cBhvr>
                                        <p:cTn id="18" dur="1000" fill="hold"/>
                                        <p:tgtEl>
                                          <p:spTgt spid="20"/>
                                        </p:tgtEl>
                                        <p:attrNameLst>
                                          <p:attrName>ppt_x</p:attrName>
                                        </p:attrNameLst>
                                      </p:cBhvr>
                                      <p:tavLst>
                                        <p:tav tm="0">
                                          <p:val>
                                            <p:strVal val="#ppt_x"/>
                                          </p:val>
                                        </p:tav>
                                        <p:tav tm="100000">
                                          <p:val>
                                            <p:strVal val="#ppt_x"/>
                                          </p:val>
                                        </p:tav>
                                      </p:tavLst>
                                    </p:anim>
                                    <p:anim calcmode="lin" valueType="num">
                                      <p:cBhvr>
                                        <p:cTn id="19" dur="1000" fill="hold"/>
                                        <p:tgtEl>
                                          <p:spTgt spid="20"/>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16" presetClass="entr" presetSubtype="21" fill="hold" nodeType="afterEffect">
                                  <p:stCondLst>
                                    <p:cond delay="0"/>
                                  </p:stCondLst>
                                  <p:childTnLst>
                                    <p:set>
                                      <p:cBhvr>
                                        <p:cTn id="22" dur="1" fill="hold">
                                          <p:stCondLst>
                                            <p:cond delay="0"/>
                                          </p:stCondLst>
                                        </p:cTn>
                                        <p:tgtEl>
                                          <p:spTgt spid="68"/>
                                        </p:tgtEl>
                                        <p:attrNameLst>
                                          <p:attrName>style.visibility</p:attrName>
                                        </p:attrNameLst>
                                      </p:cBhvr>
                                      <p:to>
                                        <p:strVal val="visible"/>
                                      </p:to>
                                    </p:set>
                                    <p:animEffect transition="in" filter="barn(inVertical)">
                                      <p:cBhvr>
                                        <p:cTn id="23" dur="500"/>
                                        <p:tgtEl>
                                          <p:spTgt spid="68"/>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77"/>
                                        </p:tgtEl>
                                        <p:attrNameLst>
                                          <p:attrName>style.visibility</p:attrName>
                                        </p:attrNameLst>
                                      </p:cBhvr>
                                      <p:to>
                                        <p:strVal val="visible"/>
                                      </p:to>
                                    </p:set>
                                    <p:animEffect transition="in" filter="barn(inVertical)">
                                      <p:cBhvr>
                                        <p:cTn id="26" dur="500"/>
                                        <p:tgtEl>
                                          <p:spTgt spid="77"/>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78"/>
                                        </p:tgtEl>
                                        <p:attrNameLst>
                                          <p:attrName>style.visibility</p:attrName>
                                        </p:attrNameLst>
                                      </p:cBhvr>
                                      <p:to>
                                        <p:strVal val="visible"/>
                                      </p:to>
                                    </p:set>
                                    <p:animEffect transition="in" filter="wipe(up)">
                                      <p:cBhvr>
                                        <p:cTn id="30" dur="500"/>
                                        <p:tgtEl>
                                          <p:spTgt spid="78"/>
                                        </p:tgtEl>
                                      </p:cBhvr>
                                    </p:animEffect>
                                  </p:childTnLst>
                                </p:cTn>
                              </p:par>
                            </p:childTnLst>
                          </p:cTn>
                        </p:par>
                        <p:par>
                          <p:cTn id="31" fill="hold">
                            <p:stCondLst>
                              <p:cond delay="3000"/>
                            </p:stCondLst>
                            <p:childTnLst>
                              <p:par>
                                <p:cTn id="32" presetID="22" presetClass="entr" presetSubtype="1" fill="hold" nodeType="afterEffect">
                                  <p:stCondLst>
                                    <p:cond delay="0"/>
                                  </p:stCondLst>
                                  <p:childTnLst>
                                    <p:set>
                                      <p:cBhvr>
                                        <p:cTn id="33" dur="1" fill="hold">
                                          <p:stCondLst>
                                            <p:cond delay="0"/>
                                          </p:stCondLst>
                                        </p:cTn>
                                        <p:tgtEl>
                                          <p:spTgt spid="84"/>
                                        </p:tgtEl>
                                        <p:attrNameLst>
                                          <p:attrName>style.visibility</p:attrName>
                                        </p:attrNameLst>
                                      </p:cBhvr>
                                      <p:to>
                                        <p:strVal val="visible"/>
                                      </p:to>
                                    </p:set>
                                    <p:animEffect transition="in" filter="wipe(up)">
                                      <p:cBhvr>
                                        <p:cTn id="34" dur="500"/>
                                        <p:tgtEl>
                                          <p:spTgt spid="84"/>
                                        </p:tgtEl>
                                      </p:cBhvr>
                                    </p:animEffect>
                                  </p:childTnLst>
                                </p:cTn>
                              </p:par>
                            </p:childTnLst>
                          </p:cTn>
                        </p:par>
                        <p:par>
                          <p:cTn id="35" fill="hold">
                            <p:stCondLst>
                              <p:cond delay="3500"/>
                            </p:stCondLst>
                            <p:childTnLst>
                              <p:par>
                                <p:cTn id="36" presetID="22" presetClass="entr" presetSubtype="4" fill="hold"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down)">
                                      <p:cBhvr>
                                        <p:cTn id="38" dur="500"/>
                                        <p:tgtEl>
                                          <p:spTgt spid="14"/>
                                        </p:tgtEl>
                                      </p:cBhvr>
                                    </p:animEffect>
                                  </p:childTnLst>
                                </p:cTn>
                              </p:par>
                            </p:childTnLst>
                          </p:cTn>
                        </p:par>
                        <p:par>
                          <p:cTn id="39" fill="hold">
                            <p:stCondLst>
                              <p:cond delay="4000"/>
                            </p:stCondLst>
                            <p:childTnLst>
                              <p:par>
                                <p:cTn id="40" presetID="22" presetClass="entr" presetSubtype="4" fill="hold"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wipe(down)">
                                      <p:cBhvr>
                                        <p:cTn id="42" dur="500"/>
                                        <p:tgtEl>
                                          <p:spTgt spid="8"/>
                                        </p:tgtEl>
                                      </p:cBhvr>
                                    </p:animEffect>
                                  </p:childTnLst>
                                </p:cTn>
                              </p:par>
                            </p:childTnLst>
                          </p:cTn>
                        </p:par>
                        <p:par>
                          <p:cTn id="43" fill="hold">
                            <p:stCondLst>
                              <p:cond delay="4500"/>
                            </p:stCondLst>
                            <p:childTnLst>
                              <p:par>
                                <p:cTn id="44" presetID="22" presetClass="entr" presetSubtype="2" fill="hold" grpId="0" nodeType="afterEffect">
                                  <p:stCondLst>
                                    <p:cond delay="0"/>
                                  </p:stCondLst>
                                  <p:childTnLst>
                                    <p:set>
                                      <p:cBhvr>
                                        <p:cTn id="45" dur="1" fill="hold">
                                          <p:stCondLst>
                                            <p:cond delay="0"/>
                                          </p:stCondLst>
                                        </p:cTn>
                                        <p:tgtEl>
                                          <p:spTgt spid="90"/>
                                        </p:tgtEl>
                                        <p:attrNameLst>
                                          <p:attrName>style.visibility</p:attrName>
                                        </p:attrNameLst>
                                      </p:cBhvr>
                                      <p:to>
                                        <p:strVal val="visible"/>
                                      </p:to>
                                    </p:set>
                                    <p:animEffect transition="in" filter="wipe(right)">
                                      <p:cBhvr>
                                        <p:cTn id="46" dur="500"/>
                                        <p:tgtEl>
                                          <p:spTgt spid="90"/>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93"/>
                                        </p:tgtEl>
                                        <p:attrNameLst>
                                          <p:attrName>style.visibility</p:attrName>
                                        </p:attrNameLst>
                                      </p:cBhvr>
                                      <p:to>
                                        <p:strVal val="visible"/>
                                      </p:to>
                                    </p:set>
                                    <p:animEffect transition="in" filter="wipe(left)">
                                      <p:cBhvr>
                                        <p:cTn id="49" dur="500"/>
                                        <p:tgtEl>
                                          <p:spTgt spid="93"/>
                                        </p:tgtEl>
                                      </p:cBhvr>
                                    </p:animEffect>
                                  </p:childTnLst>
                                </p:cTn>
                              </p:par>
                              <p:par>
                                <p:cTn id="50" presetID="22" presetClass="entr" presetSubtype="2" fill="hold" grpId="0" nodeType="withEffect">
                                  <p:stCondLst>
                                    <p:cond delay="0"/>
                                  </p:stCondLst>
                                  <p:childTnLst>
                                    <p:set>
                                      <p:cBhvr>
                                        <p:cTn id="51" dur="1" fill="hold">
                                          <p:stCondLst>
                                            <p:cond delay="0"/>
                                          </p:stCondLst>
                                        </p:cTn>
                                        <p:tgtEl>
                                          <p:spTgt spid="91"/>
                                        </p:tgtEl>
                                        <p:attrNameLst>
                                          <p:attrName>style.visibility</p:attrName>
                                        </p:attrNameLst>
                                      </p:cBhvr>
                                      <p:to>
                                        <p:strVal val="visible"/>
                                      </p:to>
                                    </p:set>
                                    <p:animEffect transition="in" filter="wipe(right)">
                                      <p:cBhvr>
                                        <p:cTn id="52" dur="500"/>
                                        <p:tgtEl>
                                          <p:spTgt spid="9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92"/>
                                        </p:tgtEl>
                                        <p:attrNameLst>
                                          <p:attrName>style.visibility</p:attrName>
                                        </p:attrNameLst>
                                      </p:cBhvr>
                                      <p:to>
                                        <p:strVal val="visible"/>
                                      </p:to>
                                    </p:set>
                                    <p:animEffect transition="in" filter="wipe(left)">
                                      <p:cBhvr>
                                        <p:cTn id="55" dur="500"/>
                                        <p:tgtEl>
                                          <p:spTgt spid="92"/>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94"/>
                                        </p:tgtEl>
                                        <p:attrNameLst>
                                          <p:attrName>style.visibility</p:attrName>
                                        </p:attrNameLst>
                                      </p:cBhvr>
                                      <p:to>
                                        <p:strVal val="visible"/>
                                      </p:to>
                                    </p:set>
                                    <p:animEffect transition="in" filter="wipe(down)">
                                      <p:cBhvr>
                                        <p:cTn id="60"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7" grpId="0"/>
      <p:bldP spid="90" grpId="0"/>
      <p:bldP spid="91" grpId="0"/>
      <p:bldP spid="92" grpId="0"/>
      <p:bldP spid="93" grpId="0"/>
      <p:bldP spid="9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1ACBE"/>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474925" y="146966"/>
            <a:ext cx="1429046" cy="525208"/>
          </a:xfrm>
          <a:prstGeom prst="rect">
            <a:avLst/>
          </a:prstGeom>
          <a:noFill/>
        </p:spPr>
        <p:txBody>
          <a:bodyPr wrap="none" rtlCol="0">
            <a:spAutoFit/>
          </a:bodyPr>
          <a:lstStyle/>
          <a:p>
            <a:r>
              <a:rPr lang="zh-CN" altLang="en-US" sz="2813" spc="422" dirty="0">
                <a:solidFill>
                  <a:schemeClr val="bg1"/>
                </a:solidFill>
                <a:latin typeface="+mj-ea"/>
                <a:ea typeface="+mj-ea"/>
              </a:rPr>
              <a:t>竞争力</a:t>
            </a:r>
          </a:p>
        </p:txBody>
      </p:sp>
      <p:grpSp>
        <p:nvGrpSpPr>
          <p:cNvPr id="8" name="组合 7"/>
          <p:cNvGrpSpPr/>
          <p:nvPr/>
        </p:nvGrpSpPr>
        <p:grpSpPr>
          <a:xfrm>
            <a:off x="3948930" y="1543910"/>
            <a:ext cx="4748264" cy="4728537"/>
            <a:chOff x="3845140" y="1609452"/>
            <a:chExt cx="4501719" cy="4484638"/>
          </a:xfrm>
        </p:grpSpPr>
        <p:sp>
          <p:nvSpPr>
            <p:cNvPr id="9" name="任意多边形 8"/>
            <p:cNvSpPr/>
            <p:nvPr/>
          </p:nvSpPr>
          <p:spPr>
            <a:xfrm rot="10800000" flipH="1">
              <a:off x="5186896" y="1613642"/>
              <a:ext cx="857606" cy="2199361"/>
            </a:xfrm>
            <a:custGeom>
              <a:avLst/>
              <a:gdLst>
                <a:gd name="connsiteX0" fmla="*/ 0 w 1385972"/>
                <a:gd name="connsiteY0" fmla="*/ 2442900 h 3554375"/>
                <a:gd name="connsiteX1" fmla="*/ 0 w 1385972"/>
                <a:gd name="connsiteY1" fmla="*/ 3 h 3554375"/>
                <a:gd name="connsiteX2" fmla="*/ 1189110 w 1385972"/>
                <a:gd name="connsiteY2" fmla="*/ 3 h 3554375"/>
                <a:gd name="connsiteX3" fmla="*/ 1189135 w 1385972"/>
                <a:gd name="connsiteY3" fmla="*/ 0 h 3554375"/>
                <a:gd name="connsiteX4" fmla="*/ 1189135 w 1385972"/>
                <a:gd name="connsiteY4" fmla="*/ 1 h 3554375"/>
                <a:gd name="connsiteX5" fmla="*/ 1368968 w 1385972"/>
                <a:gd name="connsiteY5" fmla="*/ 119204 h 3554375"/>
                <a:gd name="connsiteX6" fmla="*/ 1369044 w 1385972"/>
                <a:gd name="connsiteY6" fmla="*/ 119449 h 3554375"/>
                <a:gd name="connsiteX7" fmla="*/ 1380341 w 1385972"/>
                <a:gd name="connsiteY7" fmla="*/ 155842 h 3554375"/>
                <a:gd name="connsiteX8" fmla="*/ 1384306 w 1385972"/>
                <a:gd name="connsiteY8" fmla="*/ 195176 h 3554375"/>
                <a:gd name="connsiteX9" fmla="*/ 1384305 w 1385972"/>
                <a:gd name="connsiteY9" fmla="*/ 3349132 h 3554375"/>
                <a:gd name="connsiteX10" fmla="*/ 1385972 w 1385972"/>
                <a:gd name="connsiteY10" fmla="*/ 3357698 h 3554375"/>
                <a:gd name="connsiteX11" fmla="*/ 1371681 w 1385972"/>
                <a:gd name="connsiteY11" fmla="*/ 3431143 h 3554375"/>
                <a:gd name="connsiteX12" fmla="*/ 1357037 w 1385972"/>
                <a:gd name="connsiteY12" fmla="*/ 3453195 h 3554375"/>
                <a:gd name="connsiteX13" fmla="*/ 1339737 w 1385972"/>
                <a:gd name="connsiteY13" fmla="*/ 3483350 h 3554375"/>
                <a:gd name="connsiteX14" fmla="*/ 1333329 w 1385972"/>
                <a:gd name="connsiteY14" fmla="*/ 3488897 h 3554375"/>
                <a:gd name="connsiteX15" fmla="*/ 1328807 w 1385972"/>
                <a:gd name="connsiteY15" fmla="*/ 3495707 h 3554375"/>
                <a:gd name="connsiteX16" fmla="*/ 1328808 w 1385972"/>
                <a:gd name="connsiteY16" fmla="*/ 3495707 h 3554375"/>
                <a:gd name="connsiteX17" fmla="*/ 1314458 w 1385972"/>
                <a:gd name="connsiteY17" fmla="*/ 3505236 h 3554375"/>
                <a:gd name="connsiteX18" fmla="*/ 1290337 w 1385972"/>
                <a:gd name="connsiteY18" fmla="*/ 3526119 h 3554375"/>
                <a:gd name="connsiteX19" fmla="*/ 1272413 w 1385972"/>
                <a:gd name="connsiteY19" fmla="*/ 3533156 h 3554375"/>
                <a:gd name="connsiteX20" fmla="*/ 1264245 w 1385972"/>
                <a:gd name="connsiteY20" fmla="*/ 3538580 h 3554375"/>
                <a:gd name="connsiteX21" fmla="*/ 1253047 w 1385972"/>
                <a:gd name="connsiteY21" fmla="*/ 3540759 h 3554375"/>
                <a:gd name="connsiteX22" fmla="*/ 1228467 w 1385972"/>
                <a:gd name="connsiteY22" fmla="*/ 3550409 h 3554375"/>
                <a:gd name="connsiteX23" fmla="*/ 1189134 w 1385972"/>
                <a:gd name="connsiteY23" fmla="*/ 3554375 h 3554375"/>
                <a:gd name="connsiteX24" fmla="*/ 1149800 w 1385972"/>
                <a:gd name="connsiteY24" fmla="*/ 3550409 h 3554375"/>
                <a:gd name="connsiteX25" fmla="*/ 1121945 w 1385972"/>
                <a:gd name="connsiteY25" fmla="*/ 3539473 h 3554375"/>
                <a:gd name="connsiteX26" fmla="*/ 1117357 w 1385972"/>
                <a:gd name="connsiteY26" fmla="*/ 3538580 h 3554375"/>
                <a:gd name="connsiteX27" fmla="*/ 1114011 w 1385972"/>
                <a:gd name="connsiteY27" fmla="*/ 3536358 h 3554375"/>
                <a:gd name="connsiteX28" fmla="*/ 1087931 w 1385972"/>
                <a:gd name="connsiteY28" fmla="*/ 3526119 h 3554375"/>
                <a:gd name="connsiteX29" fmla="*/ 1052835 w 1385972"/>
                <a:gd name="connsiteY29" fmla="*/ 3495733 h 3554375"/>
                <a:gd name="connsiteX30" fmla="*/ 1052794 w 1385972"/>
                <a:gd name="connsiteY30" fmla="*/ 3495707 h 3554375"/>
                <a:gd name="connsiteX31" fmla="*/ 1052734 w 1385972"/>
                <a:gd name="connsiteY31" fmla="*/ 3495646 h 3554375"/>
                <a:gd name="connsiteX32" fmla="*/ 1038530 w 1385972"/>
                <a:gd name="connsiteY32" fmla="*/ 3483350 h 3554375"/>
                <a:gd name="connsiteX33" fmla="*/ 1035965 w 1385972"/>
                <a:gd name="connsiteY33" fmla="*/ 3478877 h 355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85972" h="3554375">
                  <a:moveTo>
                    <a:pt x="0" y="2442900"/>
                  </a:moveTo>
                  <a:lnTo>
                    <a:pt x="0" y="3"/>
                  </a:lnTo>
                  <a:lnTo>
                    <a:pt x="1189110" y="3"/>
                  </a:lnTo>
                  <a:lnTo>
                    <a:pt x="1189135" y="0"/>
                  </a:lnTo>
                  <a:lnTo>
                    <a:pt x="1189135" y="1"/>
                  </a:lnTo>
                  <a:cubicBezTo>
                    <a:pt x="1269978" y="1"/>
                    <a:pt x="1339340" y="49154"/>
                    <a:pt x="1368968" y="119204"/>
                  </a:cubicBezTo>
                  <a:lnTo>
                    <a:pt x="1369044" y="119449"/>
                  </a:lnTo>
                  <a:lnTo>
                    <a:pt x="1380341" y="155842"/>
                  </a:lnTo>
                  <a:cubicBezTo>
                    <a:pt x="1382941" y="168547"/>
                    <a:pt x="1384306" y="181702"/>
                    <a:pt x="1384306" y="195176"/>
                  </a:cubicBezTo>
                  <a:lnTo>
                    <a:pt x="1384305" y="3349132"/>
                  </a:lnTo>
                  <a:lnTo>
                    <a:pt x="1385972" y="3357698"/>
                  </a:lnTo>
                  <a:cubicBezTo>
                    <a:pt x="1385971" y="3382673"/>
                    <a:pt x="1381209" y="3407648"/>
                    <a:pt x="1371681" y="3431143"/>
                  </a:cubicBezTo>
                  <a:lnTo>
                    <a:pt x="1357037" y="3453195"/>
                  </a:lnTo>
                  <a:lnTo>
                    <a:pt x="1339737" y="3483350"/>
                  </a:lnTo>
                  <a:lnTo>
                    <a:pt x="1333329" y="3488897"/>
                  </a:lnTo>
                  <a:lnTo>
                    <a:pt x="1328807" y="3495707"/>
                  </a:lnTo>
                  <a:lnTo>
                    <a:pt x="1328808" y="3495707"/>
                  </a:lnTo>
                  <a:lnTo>
                    <a:pt x="1314458" y="3505236"/>
                  </a:lnTo>
                  <a:lnTo>
                    <a:pt x="1290337" y="3526119"/>
                  </a:lnTo>
                  <a:lnTo>
                    <a:pt x="1272413" y="3533156"/>
                  </a:lnTo>
                  <a:lnTo>
                    <a:pt x="1264245" y="3538580"/>
                  </a:lnTo>
                  <a:lnTo>
                    <a:pt x="1253047" y="3540759"/>
                  </a:lnTo>
                  <a:lnTo>
                    <a:pt x="1228467" y="3550409"/>
                  </a:lnTo>
                  <a:lnTo>
                    <a:pt x="1189134" y="3554375"/>
                  </a:lnTo>
                  <a:lnTo>
                    <a:pt x="1149800" y="3550409"/>
                  </a:lnTo>
                  <a:lnTo>
                    <a:pt x="1121945" y="3539473"/>
                  </a:lnTo>
                  <a:lnTo>
                    <a:pt x="1117357" y="3538580"/>
                  </a:lnTo>
                  <a:lnTo>
                    <a:pt x="1114011" y="3536358"/>
                  </a:lnTo>
                  <a:lnTo>
                    <a:pt x="1087931" y="3526119"/>
                  </a:lnTo>
                  <a:lnTo>
                    <a:pt x="1052835" y="3495733"/>
                  </a:lnTo>
                  <a:lnTo>
                    <a:pt x="1052794" y="3495707"/>
                  </a:lnTo>
                  <a:lnTo>
                    <a:pt x="1052734" y="3495646"/>
                  </a:lnTo>
                  <a:lnTo>
                    <a:pt x="1038530" y="3483350"/>
                  </a:lnTo>
                  <a:lnTo>
                    <a:pt x="1035965" y="3478877"/>
                  </a:lnTo>
                  <a:close/>
                </a:path>
              </a:pathLst>
            </a:custGeom>
            <a:solidFill>
              <a:srgbClr val="C5C5C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 name="任意多边形 9"/>
            <p:cNvSpPr/>
            <p:nvPr/>
          </p:nvSpPr>
          <p:spPr>
            <a:xfrm rot="5400000">
              <a:off x="5664567" y="1135971"/>
              <a:ext cx="857607" cy="4496458"/>
            </a:xfrm>
            <a:custGeom>
              <a:avLst/>
              <a:gdLst>
                <a:gd name="connsiteX0" fmla="*/ 0 w 1385974"/>
                <a:gd name="connsiteY0" fmla="*/ 6155222 h 7266697"/>
                <a:gd name="connsiteX1" fmla="*/ 0 w 1385974"/>
                <a:gd name="connsiteY1" fmla="*/ 3712325 h 7266697"/>
                <a:gd name="connsiteX2" fmla="*/ 1 w 1385974"/>
                <a:gd name="connsiteY2" fmla="*/ 3712325 h 7266697"/>
                <a:gd name="connsiteX3" fmla="*/ 1 w 1385974"/>
                <a:gd name="connsiteY3" fmla="*/ 3712318 h 7266697"/>
                <a:gd name="connsiteX4" fmla="*/ 1 w 1385974"/>
                <a:gd name="connsiteY4" fmla="*/ 3554381 h 7266697"/>
                <a:gd name="connsiteX5" fmla="*/ 1 w 1385974"/>
                <a:gd name="connsiteY5" fmla="*/ 1269421 h 7266697"/>
                <a:gd name="connsiteX6" fmla="*/ 2 w 1385974"/>
                <a:gd name="connsiteY6" fmla="*/ 1269420 h 7266697"/>
                <a:gd name="connsiteX7" fmla="*/ 2 w 1385974"/>
                <a:gd name="connsiteY7" fmla="*/ 1111477 h 7266697"/>
                <a:gd name="connsiteX8" fmla="*/ 1035967 w 1385974"/>
                <a:gd name="connsiteY8" fmla="*/ 75499 h 7266697"/>
                <a:gd name="connsiteX9" fmla="*/ 1038532 w 1385974"/>
                <a:gd name="connsiteY9" fmla="*/ 71027 h 7266697"/>
                <a:gd name="connsiteX10" fmla="*/ 1052736 w 1385974"/>
                <a:gd name="connsiteY10" fmla="*/ 58731 h 7266697"/>
                <a:gd name="connsiteX11" fmla="*/ 1052796 w 1385974"/>
                <a:gd name="connsiteY11" fmla="*/ 58669 h 7266697"/>
                <a:gd name="connsiteX12" fmla="*/ 1052837 w 1385974"/>
                <a:gd name="connsiteY12" fmla="*/ 58643 h 7266697"/>
                <a:gd name="connsiteX13" fmla="*/ 1087933 w 1385974"/>
                <a:gd name="connsiteY13" fmla="*/ 28257 h 7266697"/>
                <a:gd name="connsiteX14" fmla="*/ 1114013 w 1385974"/>
                <a:gd name="connsiteY14" fmla="*/ 18019 h 7266697"/>
                <a:gd name="connsiteX15" fmla="*/ 1117359 w 1385974"/>
                <a:gd name="connsiteY15" fmla="*/ 15797 h 7266697"/>
                <a:gd name="connsiteX16" fmla="*/ 1121947 w 1385974"/>
                <a:gd name="connsiteY16" fmla="*/ 14903 h 7266697"/>
                <a:gd name="connsiteX17" fmla="*/ 1149802 w 1385974"/>
                <a:gd name="connsiteY17" fmla="*/ 3967 h 7266697"/>
                <a:gd name="connsiteX18" fmla="*/ 1189136 w 1385974"/>
                <a:gd name="connsiteY18" fmla="*/ 0 h 7266697"/>
                <a:gd name="connsiteX19" fmla="*/ 1228469 w 1385974"/>
                <a:gd name="connsiteY19" fmla="*/ 3967 h 7266697"/>
                <a:gd name="connsiteX20" fmla="*/ 1253049 w 1385974"/>
                <a:gd name="connsiteY20" fmla="*/ 13617 h 7266697"/>
                <a:gd name="connsiteX21" fmla="*/ 1264247 w 1385974"/>
                <a:gd name="connsiteY21" fmla="*/ 15797 h 7266697"/>
                <a:gd name="connsiteX22" fmla="*/ 1272415 w 1385974"/>
                <a:gd name="connsiteY22" fmla="*/ 21221 h 7266697"/>
                <a:gd name="connsiteX23" fmla="*/ 1290339 w 1385974"/>
                <a:gd name="connsiteY23" fmla="*/ 28257 h 7266697"/>
                <a:gd name="connsiteX24" fmla="*/ 1314460 w 1385974"/>
                <a:gd name="connsiteY24" fmla="*/ 49141 h 7266697"/>
                <a:gd name="connsiteX25" fmla="*/ 1328810 w 1385974"/>
                <a:gd name="connsiteY25" fmla="*/ 58669 h 7266697"/>
                <a:gd name="connsiteX26" fmla="*/ 1328809 w 1385974"/>
                <a:gd name="connsiteY26" fmla="*/ 58669 h 7266697"/>
                <a:gd name="connsiteX27" fmla="*/ 1333331 w 1385974"/>
                <a:gd name="connsiteY27" fmla="*/ 65479 h 7266697"/>
                <a:gd name="connsiteX28" fmla="*/ 1339739 w 1385974"/>
                <a:gd name="connsiteY28" fmla="*/ 71027 h 7266697"/>
                <a:gd name="connsiteX29" fmla="*/ 1357039 w 1385974"/>
                <a:gd name="connsiteY29" fmla="*/ 101181 h 7266697"/>
                <a:gd name="connsiteX30" fmla="*/ 1371683 w 1385974"/>
                <a:gd name="connsiteY30" fmla="*/ 123233 h 7266697"/>
                <a:gd name="connsiteX31" fmla="*/ 1385974 w 1385974"/>
                <a:gd name="connsiteY31" fmla="*/ 196679 h 7266697"/>
                <a:gd name="connsiteX32" fmla="*/ 1384307 w 1385974"/>
                <a:gd name="connsiteY32" fmla="*/ 205245 h 7266697"/>
                <a:gd name="connsiteX33" fmla="*/ 1384307 w 1385974"/>
                <a:gd name="connsiteY33" fmla="*/ 346061 h 7266697"/>
                <a:gd name="connsiteX34" fmla="*/ 1385973 w 1385974"/>
                <a:gd name="connsiteY34" fmla="*/ 354623 h 7266697"/>
                <a:gd name="connsiteX35" fmla="*/ 1384307 w 1385974"/>
                <a:gd name="connsiteY35" fmla="*/ 363184 h 7266697"/>
                <a:gd name="connsiteX36" fmla="*/ 1384308 w 1385974"/>
                <a:gd name="connsiteY36" fmla="*/ 2491961 h 7266697"/>
                <a:gd name="connsiteX37" fmla="*/ 1385974 w 1385974"/>
                <a:gd name="connsiteY37" fmla="*/ 2491961 h 7266697"/>
                <a:gd name="connsiteX38" fmla="*/ 1385974 w 1385974"/>
                <a:gd name="connsiteY38" fmla="*/ 4940351 h 7266697"/>
                <a:gd name="connsiteX39" fmla="*/ 1385973 w 1385974"/>
                <a:gd name="connsiteY39" fmla="*/ 4940351 h 7266697"/>
                <a:gd name="connsiteX40" fmla="*/ 1385973 w 1385974"/>
                <a:gd name="connsiteY40" fmla="*/ 5098295 h 7266697"/>
                <a:gd name="connsiteX41" fmla="*/ 1384307 w 1385974"/>
                <a:gd name="connsiteY41" fmla="*/ 5098295 h 7266697"/>
                <a:gd name="connsiteX42" fmla="*/ 1384306 w 1385974"/>
                <a:gd name="connsiteY42" fmla="*/ 6903510 h 7266697"/>
                <a:gd name="connsiteX43" fmla="*/ 1385973 w 1385974"/>
                <a:gd name="connsiteY43" fmla="*/ 6912076 h 7266697"/>
                <a:gd name="connsiteX44" fmla="*/ 1384305 w 1385974"/>
                <a:gd name="connsiteY44" fmla="*/ 6920648 h 7266697"/>
                <a:gd name="connsiteX45" fmla="*/ 1384305 w 1385974"/>
                <a:gd name="connsiteY45" fmla="*/ 7061454 h 7266697"/>
                <a:gd name="connsiteX46" fmla="*/ 1385972 w 1385974"/>
                <a:gd name="connsiteY46" fmla="*/ 7070020 h 7266697"/>
                <a:gd name="connsiteX47" fmla="*/ 1371681 w 1385974"/>
                <a:gd name="connsiteY47" fmla="*/ 7143465 h 7266697"/>
                <a:gd name="connsiteX48" fmla="*/ 1357037 w 1385974"/>
                <a:gd name="connsiteY48" fmla="*/ 7165517 h 7266697"/>
                <a:gd name="connsiteX49" fmla="*/ 1339737 w 1385974"/>
                <a:gd name="connsiteY49" fmla="*/ 7195672 h 7266697"/>
                <a:gd name="connsiteX50" fmla="*/ 1333329 w 1385974"/>
                <a:gd name="connsiteY50" fmla="*/ 7201219 h 7266697"/>
                <a:gd name="connsiteX51" fmla="*/ 1328807 w 1385974"/>
                <a:gd name="connsiteY51" fmla="*/ 7208029 h 7266697"/>
                <a:gd name="connsiteX52" fmla="*/ 1328808 w 1385974"/>
                <a:gd name="connsiteY52" fmla="*/ 7208029 h 7266697"/>
                <a:gd name="connsiteX53" fmla="*/ 1314458 w 1385974"/>
                <a:gd name="connsiteY53" fmla="*/ 7217558 h 7266697"/>
                <a:gd name="connsiteX54" fmla="*/ 1290337 w 1385974"/>
                <a:gd name="connsiteY54" fmla="*/ 7238441 h 7266697"/>
                <a:gd name="connsiteX55" fmla="*/ 1272413 w 1385974"/>
                <a:gd name="connsiteY55" fmla="*/ 7245478 h 7266697"/>
                <a:gd name="connsiteX56" fmla="*/ 1264245 w 1385974"/>
                <a:gd name="connsiteY56" fmla="*/ 7250902 h 7266697"/>
                <a:gd name="connsiteX57" fmla="*/ 1253047 w 1385974"/>
                <a:gd name="connsiteY57" fmla="*/ 7253081 h 7266697"/>
                <a:gd name="connsiteX58" fmla="*/ 1228467 w 1385974"/>
                <a:gd name="connsiteY58" fmla="*/ 7262731 h 7266697"/>
                <a:gd name="connsiteX59" fmla="*/ 1189134 w 1385974"/>
                <a:gd name="connsiteY59" fmla="*/ 7266697 h 7266697"/>
                <a:gd name="connsiteX60" fmla="*/ 1149800 w 1385974"/>
                <a:gd name="connsiteY60" fmla="*/ 7262731 h 7266697"/>
                <a:gd name="connsiteX61" fmla="*/ 1121945 w 1385974"/>
                <a:gd name="connsiteY61" fmla="*/ 7251795 h 7266697"/>
                <a:gd name="connsiteX62" fmla="*/ 1117357 w 1385974"/>
                <a:gd name="connsiteY62" fmla="*/ 7250902 h 7266697"/>
                <a:gd name="connsiteX63" fmla="*/ 1114011 w 1385974"/>
                <a:gd name="connsiteY63" fmla="*/ 7248680 h 7266697"/>
                <a:gd name="connsiteX64" fmla="*/ 1087931 w 1385974"/>
                <a:gd name="connsiteY64" fmla="*/ 7238441 h 7266697"/>
                <a:gd name="connsiteX65" fmla="*/ 1052835 w 1385974"/>
                <a:gd name="connsiteY65" fmla="*/ 7208055 h 7266697"/>
                <a:gd name="connsiteX66" fmla="*/ 1052794 w 1385974"/>
                <a:gd name="connsiteY66" fmla="*/ 7208029 h 7266697"/>
                <a:gd name="connsiteX67" fmla="*/ 1052734 w 1385974"/>
                <a:gd name="connsiteY67" fmla="*/ 7207968 h 7266697"/>
                <a:gd name="connsiteX68" fmla="*/ 1038530 w 1385974"/>
                <a:gd name="connsiteY68" fmla="*/ 7195672 h 7266697"/>
                <a:gd name="connsiteX69" fmla="*/ 1035965 w 1385974"/>
                <a:gd name="connsiteY69" fmla="*/ 7191199 h 726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85974" h="7266697">
                  <a:moveTo>
                    <a:pt x="0" y="6155222"/>
                  </a:moveTo>
                  <a:lnTo>
                    <a:pt x="0" y="3712325"/>
                  </a:lnTo>
                  <a:lnTo>
                    <a:pt x="1" y="3712325"/>
                  </a:lnTo>
                  <a:lnTo>
                    <a:pt x="1" y="3712318"/>
                  </a:lnTo>
                  <a:lnTo>
                    <a:pt x="1" y="3554381"/>
                  </a:lnTo>
                  <a:lnTo>
                    <a:pt x="1" y="1269421"/>
                  </a:lnTo>
                  <a:lnTo>
                    <a:pt x="2" y="1269420"/>
                  </a:lnTo>
                  <a:lnTo>
                    <a:pt x="2" y="1111477"/>
                  </a:lnTo>
                  <a:lnTo>
                    <a:pt x="1035967" y="75499"/>
                  </a:lnTo>
                  <a:lnTo>
                    <a:pt x="1038532" y="71027"/>
                  </a:lnTo>
                  <a:lnTo>
                    <a:pt x="1052736" y="58731"/>
                  </a:lnTo>
                  <a:lnTo>
                    <a:pt x="1052796" y="58669"/>
                  </a:lnTo>
                  <a:lnTo>
                    <a:pt x="1052837" y="58643"/>
                  </a:lnTo>
                  <a:lnTo>
                    <a:pt x="1087933" y="28257"/>
                  </a:lnTo>
                  <a:lnTo>
                    <a:pt x="1114013" y="18019"/>
                  </a:lnTo>
                  <a:lnTo>
                    <a:pt x="1117359" y="15797"/>
                  </a:lnTo>
                  <a:lnTo>
                    <a:pt x="1121947" y="14903"/>
                  </a:lnTo>
                  <a:lnTo>
                    <a:pt x="1149802" y="3967"/>
                  </a:lnTo>
                  <a:lnTo>
                    <a:pt x="1189136" y="0"/>
                  </a:lnTo>
                  <a:lnTo>
                    <a:pt x="1228469" y="3967"/>
                  </a:lnTo>
                  <a:lnTo>
                    <a:pt x="1253049" y="13617"/>
                  </a:lnTo>
                  <a:lnTo>
                    <a:pt x="1264247" y="15797"/>
                  </a:lnTo>
                  <a:lnTo>
                    <a:pt x="1272415" y="21221"/>
                  </a:lnTo>
                  <a:lnTo>
                    <a:pt x="1290339" y="28257"/>
                  </a:lnTo>
                  <a:lnTo>
                    <a:pt x="1314460" y="49141"/>
                  </a:lnTo>
                  <a:lnTo>
                    <a:pt x="1328810" y="58669"/>
                  </a:lnTo>
                  <a:lnTo>
                    <a:pt x="1328809" y="58669"/>
                  </a:lnTo>
                  <a:lnTo>
                    <a:pt x="1333331" y="65479"/>
                  </a:lnTo>
                  <a:lnTo>
                    <a:pt x="1339739" y="71027"/>
                  </a:lnTo>
                  <a:lnTo>
                    <a:pt x="1357039" y="101181"/>
                  </a:lnTo>
                  <a:lnTo>
                    <a:pt x="1371683" y="123233"/>
                  </a:lnTo>
                  <a:cubicBezTo>
                    <a:pt x="1381211" y="146729"/>
                    <a:pt x="1385973" y="171703"/>
                    <a:pt x="1385974" y="196679"/>
                  </a:cubicBezTo>
                  <a:lnTo>
                    <a:pt x="1384307" y="205245"/>
                  </a:lnTo>
                  <a:lnTo>
                    <a:pt x="1384307" y="346061"/>
                  </a:lnTo>
                  <a:lnTo>
                    <a:pt x="1385973" y="354623"/>
                  </a:lnTo>
                  <a:lnTo>
                    <a:pt x="1384307" y="363184"/>
                  </a:lnTo>
                  <a:lnTo>
                    <a:pt x="1384308" y="2491961"/>
                  </a:lnTo>
                  <a:lnTo>
                    <a:pt x="1385974" y="2491961"/>
                  </a:lnTo>
                  <a:lnTo>
                    <a:pt x="1385974" y="4940351"/>
                  </a:lnTo>
                  <a:lnTo>
                    <a:pt x="1385973" y="4940351"/>
                  </a:lnTo>
                  <a:lnTo>
                    <a:pt x="1385973" y="5098295"/>
                  </a:lnTo>
                  <a:lnTo>
                    <a:pt x="1384307" y="5098295"/>
                  </a:lnTo>
                  <a:lnTo>
                    <a:pt x="1384306" y="6903510"/>
                  </a:lnTo>
                  <a:lnTo>
                    <a:pt x="1385973" y="6912076"/>
                  </a:lnTo>
                  <a:lnTo>
                    <a:pt x="1384305" y="6920648"/>
                  </a:lnTo>
                  <a:lnTo>
                    <a:pt x="1384305" y="7061454"/>
                  </a:lnTo>
                  <a:lnTo>
                    <a:pt x="1385972" y="7070020"/>
                  </a:lnTo>
                  <a:cubicBezTo>
                    <a:pt x="1385971" y="7094995"/>
                    <a:pt x="1381209" y="7119970"/>
                    <a:pt x="1371681" y="7143465"/>
                  </a:cubicBezTo>
                  <a:lnTo>
                    <a:pt x="1357037" y="7165517"/>
                  </a:lnTo>
                  <a:lnTo>
                    <a:pt x="1339737" y="7195672"/>
                  </a:lnTo>
                  <a:lnTo>
                    <a:pt x="1333329" y="7201219"/>
                  </a:lnTo>
                  <a:lnTo>
                    <a:pt x="1328807" y="7208029"/>
                  </a:lnTo>
                  <a:lnTo>
                    <a:pt x="1328808" y="7208029"/>
                  </a:lnTo>
                  <a:lnTo>
                    <a:pt x="1314458" y="7217558"/>
                  </a:lnTo>
                  <a:lnTo>
                    <a:pt x="1290337" y="7238441"/>
                  </a:lnTo>
                  <a:lnTo>
                    <a:pt x="1272413" y="7245478"/>
                  </a:lnTo>
                  <a:lnTo>
                    <a:pt x="1264245" y="7250902"/>
                  </a:lnTo>
                  <a:lnTo>
                    <a:pt x="1253047" y="7253081"/>
                  </a:lnTo>
                  <a:lnTo>
                    <a:pt x="1228467" y="7262731"/>
                  </a:lnTo>
                  <a:lnTo>
                    <a:pt x="1189134" y="7266697"/>
                  </a:lnTo>
                  <a:lnTo>
                    <a:pt x="1149800" y="7262731"/>
                  </a:lnTo>
                  <a:lnTo>
                    <a:pt x="1121945" y="7251795"/>
                  </a:lnTo>
                  <a:lnTo>
                    <a:pt x="1117357" y="7250902"/>
                  </a:lnTo>
                  <a:lnTo>
                    <a:pt x="1114011" y="7248680"/>
                  </a:lnTo>
                  <a:lnTo>
                    <a:pt x="1087931" y="7238441"/>
                  </a:lnTo>
                  <a:lnTo>
                    <a:pt x="1052835" y="7208055"/>
                  </a:lnTo>
                  <a:lnTo>
                    <a:pt x="1052794" y="7208029"/>
                  </a:lnTo>
                  <a:lnTo>
                    <a:pt x="1052734" y="7207968"/>
                  </a:lnTo>
                  <a:lnTo>
                    <a:pt x="1038530" y="7195672"/>
                  </a:lnTo>
                  <a:lnTo>
                    <a:pt x="1035965" y="7191199"/>
                  </a:lnTo>
                  <a:close/>
                </a:path>
              </a:pathLst>
            </a:custGeom>
            <a:solidFill>
              <a:srgbClr val="D8D8D8"/>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 name="任意多边形 10"/>
            <p:cNvSpPr/>
            <p:nvPr/>
          </p:nvSpPr>
          <p:spPr>
            <a:xfrm rot="10800000">
              <a:off x="6135867" y="1612636"/>
              <a:ext cx="857607" cy="4481454"/>
            </a:xfrm>
            <a:custGeom>
              <a:avLst/>
              <a:gdLst>
                <a:gd name="connsiteX0" fmla="*/ 1189134 w 1385973"/>
                <a:gd name="connsiteY0" fmla="*/ 7242452 h 7242452"/>
                <a:gd name="connsiteX1" fmla="*/ 1149800 w 1385973"/>
                <a:gd name="connsiteY1" fmla="*/ 7238486 h 7242452"/>
                <a:gd name="connsiteX2" fmla="*/ 1121945 w 1385973"/>
                <a:gd name="connsiteY2" fmla="*/ 7227550 h 7242452"/>
                <a:gd name="connsiteX3" fmla="*/ 1117357 w 1385973"/>
                <a:gd name="connsiteY3" fmla="*/ 7226657 h 7242452"/>
                <a:gd name="connsiteX4" fmla="*/ 1114011 w 1385973"/>
                <a:gd name="connsiteY4" fmla="*/ 7224435 h 7242452"/>
                <a:gd name="connsiteX5" fmla="*/ 1087931 w 1385973"/>
                <a:gd name="connsiteY5" fmla="*/ 7214196 h 7242452"/>
                <a:gd name="connsiteX6" fmla="*/ 1052835 w 1385973"/>
                <a:gd name="connsiteY6" fmla="*/ 7183810 h 7242452"/>
                <a:gd name="connsiteX7" fmla="*/ 1052794 w 1385973"/>
                <a:gd name="connsiteY7" fmla="*/ 7183784 h 7242452"/>
                <a:gd name="connsiteX8" fmla="*/ 1052734 w 1385973"/>
                <a:gd name="connsiteY8" fmla="*/ 7183723 h 7242452"/>
                <a:gd name="connsiteX9" fmla="*/ 1038530 w 1385973"/>
                <a:gd name="connsiteY9" fmla="*/ 7171427 h 7242452"/>
                <a:gd name="connsiteX10" fmla="*/ 1035965 w 1385973"/>
                <a:gd name="connsiteY10" fmla="*/ 7166954 h 7242452"/>
                <a:gd name="connsiteX11" fmla="*/ 0 w 1385973"/>
                <a:gd name="connsiteY11" fmla="*/ 6130977 h 7242452"/>
                <a:gd name="connsiteX12" fmla="*/ 0 w 1385973"/>
                <a:gd name="connsiteY12" fmla="*/ 5997277 h 7242452"/>
                <a:gd name="connsiteX13" fmla="*/ 0 w 1385973"/>
                <a:gd name="connsiteY13" fmla="*/ 3688080 h 7242452"/>
                <a:gd name="connsiteX14" fmla="*/ 0 w 1385973"/>
                <a:gd name="connsiteY14" fmla="*/ 3554380 h 7242452"/>
                <a:gd name="connsiteX15" fmla="*/ 1 w 1385973"/>
                <a:gd name="connsiteY15" fmla="*/ 3554380 h 7242452"/>
                <a:gd name="connsiteX16" fmla="*/ 1 w 1385973"/>
                <a:gd name="connsiteY16" fmla="*/ 3554373 h 7242452"/>
                <a:gd name="connsiteX17" fmla="*/ 1 w 1385973"/>
                <a:gd name="connsiteY17" fmla="*/ 1245176 h 7242452"/>
                <a:gd name="connsiteX18" fmla="*/ 1 w 1385973"/>
                <a:gd name="connsiteY18" fmla="*/ 1111476 h 7242452"/>
                <a:gd name="connsiteX19" fmla="*/ 1035966 w 1385973"/>
                <a:gd name="connsiteY19" fmla="*/ 75498 h 7242452"/>
                <a:gd name="connsiteX20" fmla="*/ 1038531 w 1385973"/>
                <a:gd name="connsiteY20" fmla="*/ 71026 h 7242452"/>
                <a:gd name="connsiteX21" fmla="*/ 1052735 w 1385973"/>
                <a:gd name="connsiteY21" fmla="*/ 58730 h 7242452"/>
                <a:gd name="connsiteX22" fmla="*/ 1052795 w 1385973"/>
                <a:gd name="connsiteY22" fmla="*/ 58668 h 7242452"/>
                <a:gd name="connsiteX23" fmla="*/ 1052836 w 1385973"/>
                <a:gd name="connsiteY23" fmla="*/ 58642 h 7242452"/>
                <a:gd name="connsiteX24" fmla="*/ 1087932 w 1385973"/>
                <a:gd name="connsiteY24" fmla="*/ 28256 h 7242452"/>
                <a:gd name="connsiteX25" fmla="*/ 1114012 w 1385973"/>
                <a:gd name="connsiteY25" fmla="*/ 18018 h 7242452"/>
                <a:gd name="connsiteX26" fmla="*/ 1117358 w 1385973"/>
                <a:gd name="connsiteY26" fmla="*/ 15796 h 7242452"/>
                <a:gd name="connsiteX27" fmla="*/ 1121946 w 1385973"/>
                <a:gd name="connsiteY27" fmla="*/ 14902 h 7242452"/>
                <a:gd name="connsiteX28" fmla="*/ 1149801 w 1385973"/>
                <a:gd name="connsiteY28" fmla="*/ 3966 h 7242452"/>
                <a:gd name="connsiteX29" fmla="*/ 1189135 w 1385973"/>
                <a:gd name="connsiteY29" fmla="*/ 0 h 7242452"/>
                <a:gd name="connsiteX30" fmla="*/ 1228468 w 1385973"/>
                <a:gd name="connsiteY30" fmla="*/ 3966 h 7242452"/>
                <a:gd name="connsiteX31" fmla="*/ 1253048 w 1385973"/>
                <a:gd name="connsiteY31" fmla="*/ 13616 h 7242452"/>
                <a:gd name="connsiteX32" fmla="*/ 1264246 w 1385973"/>
                <a:gd name="connsiteY32" fmla="*/ 15796 h 7242452"/>
                <a:gd name="connsiteX33" fmla="*/ 1272414 w 1385973"/>
                <a:gd name="connsiteY33" fmla="*/ 21220 h 7242452"/>
                <a:gd name="connsiteX34" fmla="*/ 1290338 w 1385973"/>
                <a:gd name="connsiteY34" fmla="*/ 28256 h 7242452"/>
                <a:gd name="connsiteX35" fmla="*/ 1314459 w 1385973"/>
                <a:gd name="connsiteY35" fmla="*/ 49140 h 7242452"/>
                <a:gd name="connsiteX36" fmla="*/ 1328809 w 1385973"/>
                <a:gd name="connsiteY36" fmla="*/ 58668 h 7242452"/>
                <a:gd name="connsiteX37" fmla="*/ 1328808 w 1385973"/>
                <a:gd name="connsiteY37" fmla="*/ 58668 h 7242452"/>
                <a:gd name="connsiteX38" fmla="*/ 1333330 w 1385973"/>
                <a:gd name="connsiteY38" fmla="*/ 65478 h 7242452"/>
                <a:gd name="connsiteX39" fmla="*/ 1339738 w 1385973"/>
                <a:gd name="connsiteY39" fmla="*/ 71026 h 7242452"/>
                <a:gd name="connsiteX40" fmla="*/ 1357038 w 1385973"/>
                <a:gd name="connsiteY40" fmla="*/ 101180 h 7242452"/>
                <a:gd name="connsiteX41" fmla="*/ 1371682 w 1385973"/>
                <a:gd name="connsiteY41" fmla="*/ 123232 h 7242452"/>
                <a:gd name="connsiteX42" fmla="*/ 1385973 w 1385973"/>
                <a:gd name="connsiteY42" fmla="*/ 196678 h 7242452"/>
                <a:gd name="connsiteX43" fmla="*/ 1384306 w 1385973"/>
                <a:gd name="connsiteY43" fmla="*/ 205244 h 7242452"/>
                <a:gd name="connsiteX44" fmla="*/ 1384306 w 1385973"/>
                <a:gd name="connsiteY44" fmla="*/ 321811 h 7242452"/>
                <a:gd name="connsiteX45" fmla="*/ 1385973 w 1385973"/>
                <a:gd name="connsiteY45" fmla="*/ 330378 h 7242452"/>
                <a:gd name="connsiteX46" fmla="*/ 1384306 w 1385973"/>
                <a:gd name="connsiteY46" fmla="*/ 338944 h 7242452"/>
                <a:gd name="connsiteX47" fmla="*/ 1384307 w 1385973"/>
                <a:gd name="connsiteY47" fmla="*/ 2491960 h 7242452"/>
                <a:gd name="connsiteX48" fmla="*/ 1385973 w 1385973"/>
                <a:gd name="connsiteY48" fmla="*/ 2491960 h 7242452"/>
                <a:gd name="connsiteX49" fmla="*/ 1385973 w 1385973"/>
                <a:gd name="connsiteY49" fmla="*/ 2625660 h 7242452"/>
                <a:gd name="connsiteX50" fmla="*/ 1385973 w 1385973"/>
                <a:gd name="connsiteY50" fmla="*/ 4940350 h 7242452"/>
                <a:gd name="connsiteX51" fmla="*/ 1385973 w 1385973"/>
                <a:gd name="connsiteY51" fmla="*/ 5074050 h 7242452"/>
                <a:gd name="connsiteX52" fmla="*/ 1384306 w 1385973"/>
                <a:gd name="connsiteY52" fmla="*/ 5074050 h 7242452"/>
                <a:gd name="connsiteX53" fmla="*/ 1384305 w 1385973"/>
                <a:gd name="connsiteY53" fmla="*/ 6903510 h 7242452"/>
                <a:gd name="connsiteX54" fmla="*/ 1385972 w 1385973"/>
                <a:gd name="connsiteY54" fmla="*/ 6912075 h 7242452"/>
                <a:gd name="connsiteX55" fmla="*/ 1384305 w 1385973"/>
                <a:gd name="connsiteY55" fmla="*/ 6920642 h 7242452"/>
                <a:gd name="connsiteX56" fmla="*/ 1384305 w 1385973"/>
                <a:gd name="connsiteY56" fmla="*/ 7037209 h 7242452"/>
                <a:gd name="connsiteX57" fmla="*/ 1385972 w 1385973"/>
                <a:gd name="connsiteY57" fmla="*/ 7045775 h 7242452"/>
                <a:gd name="connsiteX58" fmla="*/ 1371681 w 1385973"/>
                <a:gd name="connsiteY58" fmla="*/ 7119220 h 7242452"/>
                <a:gd name="connsiteX59" fmla="*/ 1357037 w 1385973"/>
                <a:gd name="connsiteY59" fmla="*/ 7141272 h 7242452"/>
                <a:gd name="connsiteX60" fmla="*/ 1339737 w 1385973"/>
                <a:gd name="connsiteY60" fmla="*/ 7171427 h 7242452"/>
                <a:gd name="connsiteX61" fmla="*/ 1333329 w 1385973"/>
                <a:gd name="connsiteY61" fmla="*/ 7176974 h 7242452"/>
                <a:gd name="connsiteX62" fmla="*/ 1328807 w 1385973"/>
                <a:gd name="connsiteY62" fmla="*/ 7183784 h 7242452"/>
                <a:gd name="connsiteX63" fmla="*/ 1328808 w 1385973"/>
                <a:gd name="connsiteY63" fmla="*/ 7183784 h 7242452"/>
                <a:gd name="connsiteX64" fmla="*/ 1314458 w 1385973"/>
                <a:gd name="connsiteY64" fmla="*/ 7193313 h 7242452"/>
                <a:gd name="connsiteX65" fmla="*/ 1290337 w 1385973"/>
                <a:gd name="connsiteY65" fmla="*/ 7214196 h 7242452"/>
                <a:gd name="connsiteX66" fmla="*/ 1272413 w 1385973"/>
                <a:gd name="connsiteY66" fmla="*/ 7221233 h 7242452"/>
                <a:gd name="connsiteX67" fmla="*/ 1264245 w 1385973"/>
                <a:gd name="connsiteY67" fmla="*/ 7226657 h 7242452"/>
                <a:gd name="connsiteX68" fmla="*/ 1253047 w 1385973"/>
                <a:gd name="connsiteY68" fmla="*/ 7228836 h 7242452"/>
                <a:gd name="connsiteX69" fmla="*/ 1228467 w 1385973"/>
                <a:gd name="connsiteY69" fmla="*/ 7238486 h 724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85973" h="7242452">
                  <a:moveTo>
                    <a:pt x="1189134" y="7242452"/>
                  </a:moveTo>
                  <a:lnTo>
                    <a:pt x="1149800" y="7238486"/>
                  </a:lnTo>
                  <a:lnTo>
                    <a:pt x="1121945" y="7227550"/>
                  </a:lnTo>
                  <a:lnTo>
                    <a:pt x="1117357" y="7226657"/>
                  </a:lnTo>
                  <a:lnTo>
                    <a:pt x="1114011" y="7224435"/>
                  </a:lnTo>
                  <a:lnTo>
                    <a:pt x="1087931" y="7214196"/>
                  </a:lnTo>
                  <a:lnTo>
                    <a:pt x="1052835" y="7183810"/>
                  </a:lnTo>
                  <a:lnTo>
                    <a:pt x="1052794" y="7183784"/>
                  </a:lnTo>
                  <a:lnTo>
                    <a:pt x="1052734" y="7183723"/>
                  </a:lnTo>
                  <a:lnTo>
                    <a:pt x="1038530" y="7171427"/>
                  </a:lnTo>
                  <a:lnTo>
                    <a:pt x="1035965" y="7166954"/>
                  </a:lnTo>
                  <a:lnTo>
                    <a:pt x="0" y="6130977"/>
                  </a:lnTo>
                  <a:lnTo>
                    <a:pt x="0" y="5997277"/>
                  </a:lnTo>
                  <a:lnTo>
                    <a:pt x="0" y="3688080"/>
                  </a:lnTo>
                  <a:lnTo>
                    <a:pt x="0" y="3554380"/>
                  </a:lnTo>
                  <a:lnTo>
                    <a:pt x="1" y="3554380"/>
                  </a:lnTo>
                  <a:lnTo>
                    <a:pt x="1" y="3554373"/>
                  </a:lnTo>
                  <a:lnTo>
                    <a:pt x="1" y="1245176"/>
                  </a:lnTo>
                  <a:lnTo>
                    <a:pt x="1" y="1111476"/>
                  </a:lnTo>
                  <a:lnTo>
                    <a:pt x="1035966" y="75498"/>
                  </a:lnTo>
                  <a:lnTo>
                    <a:pt x="1038531" y="71026"/>
                  </a:lnTo>
                  <a:lnTo>
                    <a:pt x="1052735" y="58730"/>
                  </a:lnTo>
                  <a:lnTo>
                    <a:pt x="1052795" y="58668"/>
                  </a:lnTo>
                  <a:lnTo>
                    <a:pt x="1052836" y="58642"/>
                  </a:lnTo>
                  <a:lnTo>
                    <a:pt x="1087932" y="28256"/>
                  </a:lnTo>
                  <a:lnTo>
                    <a:pt x="1114012" y="18018"/>
                  </a:lnTo>
                  <a:lnTo>
                    <a:pt x="1117358" y="15796"/>
                  </a:lnTo>
                  <a:lnTo>
                    <a:pt x="1121946" y="14902"/>
                  </a:lnTo>
                  <a:lnTo>
                    <a:pt x="1149801" y="3966"/>
                  </a:lnTo>
                  <a:lnTo>
                    <a:pt x="1189135" y="0"/>
                  </a:lnTo>
                  <a:lnTo>
                    <a:pt x="1228468" y="3966"/>
                  </a:lnTo>
                  <a:lnTo>
                    <a:pt x="1253048" y="13616"/>
                  </a:lnTo>
                  <a:lnTo>
                    <a:pt x="1264246" y="15796"/>
                  </a:lnTo>
                  <a:lnTo>
                    <a:pt x="1272414" y="21220"/>
                  </a:lnTo>
                  <a:lnTo>
                    <a:pt x="1290338" y="28256"/>
                  </a:lnTo>
                  <a:lnTo>
                    <a:pt x="1314459" y="49140"/>
                  </a:lnTo>
                  <a:lnTo>
                    <a:pt x="1328809" y="58668"/>
                  </a:lnTo>
                  <a:lnTo>
                    <a:pt x="1328808" y="58668"/>
                  </a:lnTo>
                  <a:lnTo>
                    <a:pt x="1333330" y="65478"/>
                  </a:lnTo>
                  <a:lnTo>
                    <a:pt x="1339738" y="71026"/>
                  </a:lnTo>
                  <a:lnTo>
                    <a:pt x="1357038" y="101180"/>
                  </a:lnTo>
                  <a:lnTo>
                    <a:pt x="1371682" y="123232"/>
                  </a:lnTo>
                  <a:cubicBezTo>
                    <a:pt x="1381210" y="146728"/>
                    <a:pt x="1385972" y="171702"/>
                    <a:pt x="1385973" y="196678"/>
                  </a:cubicBezTo>
                  <a:lnTo>
                    <a:pt x="1384306" y="205244"/>
                  </a:lnTo>
                  <a:lnTo>
                    <a:pt x="1384306" y="321811"/>
                  </a:lnTo>
                  <a:lnTo>
                    <a:pt x="1385973" y="330378"/>
                  </a:lnTo>
                  <a:lnTo>
                    <a:pt x="1384306" y="338944"/>
                  </a:lnTo>
                  <a:lnTo>
                    <a:pt x="1384307" y="2491960"/>
                  </a:lnTo>
                  <a:lnTo>
                    <a:pt x="1385973" y="2491960"/>
                  </a:lnTo>
                  <a:lnTo>
                    <a:pt x="1385973" y="2625660"/>
                  </a:lnTo>
                  <a:lnTo>
                    <a:pt x="1385973" y="4940350"/>
                  </a:lnTo>
                  <a:lnTo>
                    <a:pt x="1385973" y="5074050"/>
                  </a:lnTo>
                  <a:lnTo>
                    <a:pt x="1384306" y="5074050"/>
                  </a:lnTo>
                  <a:lnTo>
                    <a:pt x="1384305" y="6903510"/>
                  </a:lnTo>
                  <a:lnTo>
                    <a:pt x="1385972" y="6912075"/>
                  </a:lnTo>
                  <a:lnTo>
                    <a:pt x="1384305" y="6920642"/>
                  </a:lnTo>
                  <a:lnTo>
                    <a:pt x="1384305" y="7037209"/>
                  </a:lnTo>
                  <a:lnTo>
                    <a:pt x="1385972" y="7045775"/>
                  </a:lnTo>
                  <a:cubicBezTo>
                    <a:pt x="1385971" y="7070750"/>
                    <a:pt x="1381209" y="7095725"/>
                    <a:pt x="1371681" y="7119220"/>
                  </a:cubicBezTo>
                  <a:lnTo>
                    <a:pt x="1357037" y="7141272"/>
                  </a:lnTo>
                  <a:lnTo>
                    <a:pt x="1339737" y="7171427"/>
                  </a:lnTo>
                  <a:lnTo>
                    <a:pt x="1333329" y="7176974"/>
                  </a:lnTo>
                  <a:lnTo>
                    <a:pt x="1328807" y="7183784"/>
                  </a:lnTo>
                  <a:lnTo>
                    <a:pt x="1328808" y="7183784"/>
                  </a:lnTo>
                  <a:lnTo>
                    <a:pt x="1314458" y="7193313"/>
                  </a:lnTo>
                  <a:lnTo>
                    <a:pt x="1290337" y="7214196"/>
                  </a:lnTo>
                  <a:lnTo>
                    <a:pt x="1272413" y="7221233"/>
                  </a:lnTo>
                  <a:lnTo>
                    <a:pt x="1264245" y="7226657"/>
                  </a:lnTo>
                  <a:lnTo>
                    <a:pt x="1253047" y="7228836"/>
                  </a:lnTo>
                  <a:lnTo>
                    <a:pt x="1228467" y="7238486"/>
                  </a:lnTo>
                  <a:close/>
                </a:path>
              </a:pathLst>
            </a:custGeom>
            <a:solidFill>
              <a:srgbClr val="C5C5C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任意多边形 11"/>
            <p:cNvSpPr/>
            <p:nvPr/>
          </p:nvSpPr>
          <p:spPr>
            <a:xfrm rot="16200000" flipV="1">
              <a:off x="5666937" y="2057226"/>
              <a:ext cx="857606" cy="4501199"/>
            </a:xfrm>
            <a:custGeom>
              <a:avLst/>
              <a:gdLst>
                <a:gd name="connsiteX0" fmla="*/ 1385973 w 1385973"/>
                <a:gd name="connsiteY0" fmla="*/ 5105957 h 7274359"/>
                <a:gd name="connsiteX1" fmla="*/ 1385973 w 1385973"/>
                <a:gd name="connsiteY1" fmla="*/ 4940351 h 7274359"/>
                <a:gd name="connsiteX2" fmla="*/ 1385973 w 1385973"/>
                <a:gd name="connsiteY2" fmla="*/ 2657567 h 7274359"/>
                <a:gd name="connsiteX3" fmla="*/ 1385973 w 1385973"/>
                <a:gd name="connsiteY3" fmla="*/ 2491961 h 7274359"/>
                <a:gd name="connsiteX4" fmla="*/ 1384307 w 1385973"/>
                <a:gd name="connsiteY4" fmla="*/ 2491961 h 7274359"/>
                <a:gd name="connsiteX5" fmla="*/ 1384306 w 1385973"/>
                <a:gd name="connsiteY5" fmla="*/ 370851 h 7274359"/>
                <a:gd name="connsiteX6" fmla="*/ 1385973 w 1385973"/>
                <a:gd name="connsiteY6" fmla="*/ 362285 h 7274359"/>
                <a:gd name="connsiteX7" fmla="*/ 1384306 w 1385973"/>
                <a:gd name="connsiteY7" fmla="*/ 353718 h 7274359"/>
                <a:gd name="connsiteX8" fmla="*/ 1384306 w 1385973"/>
                <a:gd name="connsiteY8" fmla="*/ 205245 h 7274359"/>
                <a:gd name="connsiteX9" fmla="*/ 1385973 w 1385973"/>
                <a:gd name="connsiteY9" fmla="*/ 196679 h 7274359"/>
                <a:gd name="connsiteX10" fmla="*/ 1371682 w 1385973"/>
                <a:gd name="connsiteY10" fmla="*/ 123233 h 7274359"/>
                <a:gd name="connsiteX11" fmla="*/ 1357038 w 1385973"/>
                <a:gd name="connsiteY11" fmla="*/ 101181 h 7274359"/>
                <a:gd name="connsiteX12" fmla="*/ 1339738 w 1385973"/>
                <a:gd name="connsiteY12" fmla="*/ 71027 h 7274359"/>
                <a:gd name="connsiteX13" fmla="*/ 1333330 w 1385973"/>
                <a:gd name="connsiteY13" fmla="*/ 65479 h 7274359"/>
                <a:gd name="connsiteX14" fmla="*/ 1328808 w 1385973"/>
                <a:gd name="connsiteY14" fmla="*/ 58669 h 7274359"/>
                <a:gd name="connsiteX15" fmla="*/ 1328809 w 1385973"/>
                <a:gd name="connsiteY15" fmla="*/ 58669 h 7274359"/>
                <a:gd name="connsiteX16" fmla="*/ 1314459 w 1385973"/>
                <a:gd name="connsiteY16" fmla="*/ 49141 h 7274359"/>
                <a:gd name="connsiteX17" fmla="*/ 1290338 w 1385973"/>
                <a:gd name="connsiteY17" fmla="*/ 28257 h 7274359"/>
                <a:gd name="connsiteX18" fmla="*/ 1272414 w 1385973"/>
                <a:gd name="connsiteY18" fmla="*/ 21221 h 7274359"/>
                <a:gd name="connsiteX19" fmla="*/ 1264246 w 1385973"/>
                <a:gd name="connsiteY19" fmla="*/ 15797 h 7274359"/>
                <a:gd name="connsiteX20" fmla="*/ 1253048 w 1385973"/>
                <a:gd name="connsiteY20" fmla="*/ 13617 h 7274359"/>
                <a:gd name="connsiteX21" fmla="*/ 1228468 w 1385973"/>
                <a:gd name="connsiteY21" fmla="*/ 3967 h 7274359"/>
                <a:gd name="connsiteX22" fmla="*/ 1189135 w 1385973"/>
                <a:gd name="connsiteY22" fmla="*/ 0 h 7274359"/>
                <a:gd name="connsiteX23" fmla="*/ 1149801 w 1385973"/>
                <a:gd name="connsiteY23" fmla="*/ 3967 h 7274359"/>
                <a:gd name="connsiteX24" fmla="*/ 1121946 w 1385973"/>
                <a:gd name="connsiteY24" fmla="*/ 14903 h 7274359"/>
                <a:gd name="connsiteX25" fmla="*/ 1117358 w 1385973"/>
                <a:gd name="connsiteY25" fmla="*/ 15797 h 7274359"/>
                <a:gd name="connsiteX26" fmla="*/ 1114012 w 1385973"/>
                <a:gd name="connsiteY26" fmla="*/ 18019 h 7274359"/>
                <a:gd name="connsiteX27" fmla="*/ 1087932 w 1385973"/>
                <a:gd name="connsiteY27" fmla="*/ 28257 h 7274359"/>
                <a:gd name="connsiteX28" fmla="*/ 1052836 w 1385973"/>
                <a:gd name="connsiteY28" fmla="*/ 58643 h 7274359"/>
                <a:gd name="connsiteX29" fmla="*/ 1052795 w 1385973"/>
                <a:gd name="connsiteY29" fmla="*/ 58669 h 7274359"/>
                <a:gd name="connsiteX30" fmla="*/ 1052735 w 1385973"/>
                <a:gd name="connsiteY30" fmla="*/ 58731 h 7274359"/>
                <a:gd name="connsiteX31" fmla="*/ 1038531 w 1385973"/>
                <a:gd name="connsiteY31" fmla="*/ 71027 h 7274359"/>
                <a:gd name="connsiteX32" fmla="*/ 1035966 w 1385973"/>
                <a:gd name="connsiteY32" fmla="*/ 75499 h 7274359"/>
                <a:gd name="connsiteX33" fmla="*/ 1 w 1385973"/>
                <a:gd name="connsiteY33" fmla="*/ 1111477 h 7274359"/>
                <a:gd name="connsiteX34" fmla="*/ 1 w 1385973"/>
                <a:gd name="connsiteY34" fmla="*/ 1277083 h 7274359"/>
                <a:gd name="connsiteX35" fmla="*/ 1 w 1385973"/>
                <a:gd name="connsiteY35" fmla="*/ 3554374 h 7274359"/>
                <a:gd name="connsiteX36" fmla="*/ 1 w 1385973"/>
                <a:gd name="connsiteY36" fmla="*/ 3554381 h 7274359"/>
                <a:gd name="connsiteX37" fmla="*/ 0 w 1385973"/>
                <a:gd name="connsiteY37" fmla="*/ 3554381 h 7274359"/>
                <a:gd name="connsiteX38" fmla="*/ 0 w 1385973"/>
                <a:gd name="connsiteY38" fmla="*/ 3719987 h 7274359"/>
                <a:gd name="connsiteX39" fmla="*/ 0 w 1385973"/>
                <a:gd name="connsiteY39" fmla="*/ 5997278 h 7274359"/>
                <a:gd name="connsiteX40" fmla="*/ 0 w 1385973"/>
                <a:gd name="connsiteY40" fmla="*/ 6162884 h 7274359"/>
                <a:gd name="connsiteX41" fmla="*/ 1035965 w 1385973"/>
                <a:gd name="connsiteY41" fmla="*/ 7198861 h 7274359"/>
                <a:gd name="connsiteX42" fmla="*/ 1038530 w 1385973"/>
                <a:gd name="connsiteY42" fmla="*/ 7203334 h 7274359"/>
                <a:gd name="connsiteX43" fmla="*/ 1052734 w 1385973"/>
                <a:gd name="connsiteY43" fmla="*/ 7215630 h 7274359"/>
                <a:gd name="connsiteX44" fmla="*/ 1052794 w 1385973"/>
                <a:gd name="connsiteY44" fmla="*/ 7215691 h 7274359"/>
                <a:gd name="connsiteX45" fmla="*/ 1052835 w 1385973"/>
                <a:gd name="connsiteY45" fmla="*/ 7215717 h 7274359"/>
                <a:gd name="connsiteX46" fmla="*/ 1087931 w 1385973"/>
                <a:gd name="connsiteY46" fmla="*/ 7246103 h 7274359"/>
                <a:gd name="connsiteX47" fmla="*/ 1114011 w 1385973"/>
                <a:gd name="connsiteY47" fmla="*/ 7256342 h 7274359"/>
                <a:gd name="connsiteX48" fmla="*/ 1117357 w 1385973"/>
                <a:gd name="connsiteY48" fmla="*/ 7258564 h 7274359"/>
                <a:gd name="connsiteX49" fmla="*/ 1121945 w 1385973"/>
                <a:gd name="connsiteY49" fmla="*/ 7259457 h 7274359"/>
                <a:gd name="connsiteX50" fmla="*/ 1149800 w 1385973"/>
                <a:gd name="connsiteY50" fmla="*/ 7270393 h 7274359"/>
                <a:gd name="connsiteX51" fmla="*/ 1189134 w 1385973"/>
                <a:gd name="connsiteY51" fmla="*/ 7274359 h 7274359"/>
                <a:gd name="connsiteX52" fmla="*/ 1228467 w 1385973"/>
                <a:gd name="connsiteY52" fmla="*/ 7270393 h 7274359"/>
                <a:gd name="connsiteX53" fmla="*/ 1253047 w 1385973"/>
                <a:gd name="connsiteY53" fmla="*/ 7260743 h 7274359"/>
                <a:gd name="connsiteX54" fmla="*/ 1264245 w 1385973"/>
                <a:gd name="connsiteY54" fmla="*/ 7258564 h 7274359"/>
                <a:gd name="connsiteX55" fmla="*/ 1272413 w 1385973"/>
                <a:gd name="connsiteY55" fmla="*/ 7253140 h 7274359"/>
                <a:gd name="connsiteX56" fmla="*/ 1290337 w 1385973"/>
                <a:gd name="connsiteY56" fmla="*/ 7246103 h 7274359"/>
                <a:gd name="connsiteX57" fmla="*/ 1314458 w 1385973"/>
                <a:gd name="connsiteY57" fmla="*/ 7225220 h 7274359"/>
                <a:gd name="connsiteX58" fmla="*/ 1328808 w 1385973"/>
                <a:gd name="connsiteY58" fmla="*/ 7215691 h 7274359"/>
                <a:gd name="connsiteX59" fmla="*/ 1328807 w 1385973"/>
                <a:gd name="connsiteY59" fmla="*/ 7215691 h 7274359"/>
                <a:gd name="connsiteX60" fmla="*/ 1333329 w 1385973"/>
                <a:gd name="connsiteY60" fmla="*/ 7208881 h 7274359"/>
                <a:gd name="connsiteX61" fmla="*/ 1339737 w 1385973"/>
                <a:gd name="connsiteY61" fmla="*/ 7203334 h 7274359"/>
                <a:gd name="connsiteX62" fmla="*/ 1357037 w 1385973"/>
                <a:gd name="connsiteY62" fmla="*/ 7173179 h 7274359"/>
                <a:gd name="connsiteX63" fmla="*/ 1371681 w 1385973"/>
                <a:gd name="connsiteY63" fmla="*/ 7151127 h 7274359"/>
                <a:gd name="connsiteX64" fmla="*/ 1385972 w 1385973"/>
                <a:gd name="connsiteY64" fmla="*/ 7077682 h 7274359"/>
                <a:gd name="connsiteX65" fmla="*/ 1384305 w 1385973"/>
                <a:gd name="connsiteY65" fmla="*/ 7069116 h 7274359"/>
                <a:gd name="connsiteX66" fmla="*/ 1384305 w 1385973"/>
                <a:gd name="connsiteY66" fmla="*/ 6920643 h 7274359"/>
                <a:gd name="connsiteX67" fmla="*/ 1385972 w 1385973"/>
                <a:gd name="connsiteY67" fmla="*/ 6912076 h 7274359"/>
                <a:gd name="connsiteX68" fmla="*/ 1384305 w 1385973"/>
                <a:gd name="connsiteY68" fmla="*/ 6903510 h 7274359"/>
                <a:gd name="connsiteX69" fmla="*/ 1384306 w 1385973"/>
                <a:gd name="connsiteY69" fmla="*/ 5105957 h 727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85973" h="7274359">
                  <a:moveTo>
                    <a:pt x="1385973" y="5105957"/>
                  </a:moveTo>
                  <a:lnTo>
                    <a:pt x="1385973" y="4940351"/>
                  </a:lnTo>
                  <a:lnTo>
                    <a:pt x="1385973" y="2657567"/>
                  </a:lnTo>
                  <a:lnTo>
                    <a:pt x="1385973" y="2491961"/>
                  </a:lnTo>
                  <a:lnTo>
                    <a:pt x="1384307" y="2491961"/>
                  </a:lnTo>
                  <a:lnTo>
                    <a:pt x="1384306" y="370851"/>
                  </a:lnTo>
                  <a:lnTo>
                    <a:pt x="1385973" y="362285"/>
                  </a:lnTo>
                  <a:lnTo>
                    <a:pt x="1384306" y="353718"/>
                  </a:lnTo>
                  <a:lnTo>
                    <a:pt x="1384306" y="205245"/>
                  </a:lnTo>
                  <a:lnTo>
                    <a:pt x="1385973" y="196679"/>
                  </a:lnTo>
                  <a:cubicBezTo>
                    <a:pt x="1385972" y="171703"/>
                    <a:pt x="1381210" y="146729"/>
                    <a:pt x="1371682" y="123233"/>
                  </a:cubicBezTo>
                  <a:lnTo>
                    <a:pt x="1357038" y="101181"/>
                  </a:lnTo>
                  <a:lnTo>
                    <a:pt x="1339738" y="71027"/>
                  </a:lnTo>
                  <a:lnTo>
                    <a:pt x="1333330" y="65479"/>
                  </a:lnTo>
                  <a:lnTo>
                    <a:pt x="1328808" y="58669"/>
                  </a:lnTo>
                  <a:lnTo>
                    <a:pt x="1328809" y="58669"/>
                  </a:lnTo>
                  <a:lnTo>
                    <a:pt x="1314459" y="49141"/>
                  </a:lnTo>
                  <a:lnTo>
                    <a:pt x="1290338" y="28257"/>
                  </a:lnTo>
                  <a:lnTo>
                    <a:pt x="1272414" y="21221"/>
                  </a:lnTo>
                  <a:lnTo>
                    <a:pt x="1264246" y="15797"/>
                  </a:lnTo>
                  <a:lnTo>
                    <a:pt x="1253048" y="13617"/>
                  </a:lnTo>
                  <a:lnTo>
                    <a:pt x="1228468" y="3967"/>
                  </a:lnTo>
                  <a:lnTo>
                    <a:pt x="1189135" y="0"/>
                  </a:lnTo>
                  <a:lnTo>
                    <a:pt x="1149801" y="3967"/>
                  </a:lnTo>
                  <a:lnTo>
                    <a:pt x="1121946" y="14903"/>
                  </a:lnTo>
                  <a:lnTo>
                    <a:pt x="1117358" y="15797"/>
                  </a:lnTo>
                  <a:lnTo>
                    <a:pt x="1114012" y="18019"/>
                  </a:lnTo>
                  <a:lnTo>
                    <a:pt x="1087932" y="28257"/>
                  </a:lnTo>
                  <a:lnTo>
                    <a:pt x="1052836" y="58643"/>
                  </a:lnTo>
                  <a:lnTo>
                    <a:pt x="1052795" y="58669"/>
                  </a:lnTo>
                  <a:lnTo>
                    <a:pt x="1052735" y="58731"/>
                  </a:lnTo>
                  <a:lnTo>
                    <a:pt x="1038531" y="71027"/>
                  </a:lnTo>
                  <a:lnTo>
                    <a:pt x="1035966" y="75499"/>
                  </a:lnTo>
                  <a:lnTo>
                    <a:pt x="1" y="1111477"/>
                  </a:lnTo>
                  <a:lnTo>
                    <a:pt x="1" y="1277083"/>
                  </a:lnTo>
                  <a:lnTo>
                    <a:pt x="1" y="3554374"/>
                  </a:lnTo>
                  <a:lnTo>
                    <a:pt x="1" y="3554381"/>
                  </a:lnTo>
                  <a:lnTo>
                    <a:pt x="0" y="3554381"/>
                  </a:lnTo>
                  <a:lnTo>
                    <a:pt x="0" y="3719987"/>
                  </a:lnTo>
                  <a:lnTo>
                    <a:pt x="0" y="5997278"/>
                  </a:lnTo>
                  <a:lnTo>
                    <a:pt x="0" y="6162884"/>
                  </a:lnTo>
                  <a:lnTo>
                    <a:pt x="1035965" y="7198861"/>
                  </a:lnTo>
                  <a:lnTo>
                    <a:pt x="1038530" y="7203334"/>
                  </a:lnTo>
                  <a:lnTo>
                    <a:pt x="1052734" y="7215630"/>
                  </a:lnTo>
                  <a:lnTo>
                    <a:pt x="1052794" y="7215691"/>
                  </a:lnTo>
                  <a:lnTo>
                    <a:pt x="1052835" y="7215717"/>
                  </a:lnTo>
                  <a:lnTo>
                    <a:pt x="1087931" y="7246103"/>
                  </a:lnTo>
                  <a:lnTo>
                    <a:pt x="1114011" y="7256342"/>
                  </a:lnTo>
                  <a:lnTo>
                    <a:pt x="1117357" y="7258564"/>
                  </a:lnTo>
                  <a:lnTo>
                    <a:pt x="1121945" y="7259457"/>
                  </a:lnTo>
                  <a:lnTo>
                    <a:pt x="1149800" y="7270393"/>
                  </a:lnTo>
                  <a:lnTo>
                    <a:pt x="1189134" y="7274359"/>
                  </a:lnTo>
                  <a:lnTo>
                    <a:pt x="1228467" y="7270393"/>
                  </a:lnTo>
                  <a:lnTo>
                    <a:pt x="1253047" y="7260743"/>
                  </a:lnTo>
                  <a:lnTo>
                    <a:pt x="1264245" y="7258564"/>
                  </a:lnTo>
                  <a:lnTo>
                    <a:pt x="1272413" y="7253140"/>
                  </a:lnTo>
                  <a:lnTo>
                    <a:pt x="1290337" y="7246103"/>
                  </a:lnTo>
                  <a:lnTo>
                    <a:pt x="1314458" y="7225220"/>
                  </a:lnTo>
                  <a:lnTo>
                    <a:pt x="1328808" y="7215691"/>
                  </a:lnTo>
                  <a:lnTo>
                    <a:pt x="1328807" y="7215691"/>
                  </a:lnTo>
                  <a:lnTo>
                    <a:pt x="1333329" y="7208881"/>
                  </a:lnTo>
                  <a:lnTo>
                    <a:pt x="1339737" y="7203334"/>
                  </a:lnTo>
                  <a:lnTo>
                    <a:pt x="1357037" y="7173179"/>
                  </a:lnTo>
                  <a:lnTo>
                    <a:pt x="1371681" y="7151127"/>
                  </a:lnTo>
                  <a:cubicBezTo>
                    <a:pt x="1381209" y="7127632"/>
                    <a:pt x="1385971" y="7102657"/>
                    <a:pt x="1385972" y="7077682"/>
                  </a:cubicBezTo>
                  <a:lnTo>
                    <a:pt x="1384305" y="7069116"/>
                  </a:lnTo>
                  <a:lnTo>
                    <a:pt x="1384305" y="6920643"/>
                  </a:lnTo>
                  <a:lnTo>
                    <a:pt x="1385972" y="6912076"/>
                  </a:lnTo>
                  <a:lnTo>
                    <a:pt x="1384305" y="6903510"/>
                  </a:lnTo>
                  <a:lnTo>
                    <a:pt x="1384306" y="5105957"/>
                  </a:lnTo>
                  <a:close/>
                </a:path>
              </a:pathLst>
            </a:custGeom>
            <a:solidFill>
              <a:srgbClr val="D8D8D8"/>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任意多边形 12"/>
            <p:cNvSpPr/>
            <p:nvPr/>
          </p:nvSpPr>
          <p:spPr>
            <a:xfrm rot="10800000" flipH="1" flipV="1">
              <a:off x="5171463" y="3816171"/>
              <a:ext cx="857607" cy="2269220"/>
            </a:xfrm>
            <a:custGeom>
              <a:avLst/>
              <a:gdLst>
                <a:gd name="connsiteX0" fmla="*/ 0 w 980636"/>
                <a:gd name="connsiteY0" fmla="*/ 0 h 2594754"/>
                <a:gd name="connsiteX1" fmla="*/ 980636 w 980636"/>
                <a:gd name="connsiteY1" fmla="*/ 0 h 2594754"/>
                <a:gd name="connsiteX2" fmla="*/ 980636 w 980636"/>
                <a:gd name="connsiteY2" fmla="*/ 503855 h 2594754"/>
                <a:gd name="connsiteX3" fmla="*/ 979457 w 980636"/>
                <a:gd name="connsiteY3" fmla="*/ 503855 h 2594754"/>
                <a:gd name="connsiteX4" fmla="*/ 979457 w 980636"/>
                <a:gd name="connsiteY4" fmla="*/ 2449536 h 2594754"/>
                <a:gd name="connsiteX5" fmla="*/ 980636 w 980636"/>
                <a:gd name="connsiteY5" fmla="*/ 2455597 h 2594754"/>
                <a:gd name="connsiteX6" fmla="*/ 970525 w 980636"/>
                <a:gd name="connsiteY6" fmla="*/ 2507562 h 2594754"/>
                <a:gd name="connsiteX7" fmla="*/ 960163 w 980636"/>
                <a:gd name="connsiteY7" fmla="*/ 2523165 h 2594754"/>
                <a:gd name="connsiteX8" fmla="*/ 947923 w 980636"/>
                <a:gd name="connsiteY8" fmla="*/ 2544501 h 2594754"/>
                <a:gd name="connsiteX9" fmla="*/ 943389 w 980636"/>
                <a:gd name="connsiteY9" fmla="*/ 2548426 h 2594754"/>
                <a:gd name="connsiteX10" fmla="*/ 940190 w 980636"/>
                <a:gd name="connsiteY10" fmla="*/ 2553244 h 2594754"/>
                <a:gd name="connsiteX11" fmla="*/ 940190 w 980636"/>
                <a:gd name="connsiteY11" fmla="*/ 2553244 h 2594754"/>
                <a:gd name="connsiteX12" fmla="*/ 930037 w 980636"/>
                <a:gd name="connsiteY12" fmla="*/ 2559986 h 2594754"/>
                <a:gd name="connsiteX13" fmla="*/ 912970 w 980636"/>
                <a:gd name="connsiteY13" fmla="*/ 2574762 h 2594754"/>
                <a:gd name="connsiteX14" fmla="*/ 900288 w 980636"/>
                <a:gd name="connsiteY14" fmla="*/ 2579741 h 2594754"/>
                <a:gd name="connsiteX15" fmla="*/ 894509 w 980636"/>
                <a:gd name="connsiteY15" fmla="*/ 2583578 h 2594754"/>
                <a:gd name="connsiteX16" fmla="*/ 886586 w 980636"/>
                <a:gd name="connsiteY16" fmla="*/ 2585120 h 2594754"/>
                <a:gd name="connsiteX17" fmla="*/ 869195 w 980636"/>
                <a:gd name="connsiteY17" fmla="*/ 2591948 h 2594754"/>
                <a:gd name="connsiteX18" fmla="*/ 841365 w 980636"/>
                <a:gd name="connsiteY18" fmla="*/ 2594754 h 2594754"/>
                <a:gd name="connsiteX19" fmla="*/ 813534 w 980636"/>
                <a:gd name="connsiteY19" fmla="*/ 2591948 h 2594754"/>
                <a:gd name="connsiteX20" fmla="*/ 793826 w 980636"/>
                <a:gd name="connsiteY20" fmla="*/ 2584210 h 2594754"/>
                <a:gd name="connsiteX21" fmla="*/ 790580 w 980636"/>
                <a:gd name="connsiteY21" fmla="*/ 2583578 h 2594754"/>
                <a:gd name="connsiteX22" fmla="*/ 788212 w 980636"/>
                <a:gd name="connsiteY22" fmla="*/ 2582006 h 2594754"/>
                <a:gd name="connsiteX23" fmla="*/ 769759 w 980636"/>
                <a:gd name="connsiteY23" fmla="*/ 2574762 h 2594754"/>
                <a:gd name="connsiteX24" fmla="*/ 744927 w 980636"/>
                <a:gd name="connsiteY24" fmla="*/ 2553262 h 2594754"/>
                <a:gd name="connsiteX25" fmla="*/ 744898 w 980636"/>
                <a:gd name="connsiteY25" fmla="*/ 2553244 h 2594754"/>
                <a:gd name="connsiteX26" fmla="*/ 744856 w 980636"/>
                <a:gd name="connsiteY26" fmla="*/ 2553201 h 2594754"/>
                <a:gd name="connsiteX27" fmla="*/ 734806 w 980636"/>
                <a:gd name="connsiteY27" fmla="*/ 2544501 h 2594754"/>
                <a:gd name="connsiteX28" fmla="*/ 732991 w 980636"/>
                <a:gd name="connsiteY28" fmla="*/ 2541336 h 2594754"/>
                <a:gd name="connsiteX29" fmla="*/ 1 w 980636"/>
                <a:gd name="connsiteY29" fmla="*/ 1808338 h 2594754"/>
                <a:gd name="connsiteX30" fmla="*/ 1 w 980636"/>
                <a:gd name="connsiteY30" fmla="*/ 503855 h 2594754"/>
                <a:gd name="connsiteX31" fmla="*/ 0 w 980636"/>
                <a:gd name="connsiteY31" fmla="*/ 503855 h 259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0636" h="2594754">
                  <a:moveTo>
                    <a:pt x="0" y="0"/>
                  </a:moveTo>
                  <a:lnTo>
                    <a:pt x="980636" y="0"/>
                  </a:lnTo>
                  <a:lnTo>
                    <a:pt x="980636" y="503855"/>
                  </a:lnTo>
                  <a:lnTo>
                    <a:pt x="979457" y="503855"/>
                  </a:lnTo>
                  <a:lnTo>
                    <a:pt x="979457" y="2449536"/>
                  </a:lnTo>
                  <a:lnTo>
                    <a:pt x="980636" y="2455597"/>
                  </a:lnTo>
                  <a:cubicBezTo>
                    <a:pt x="980636" y="2473268"/>
                    <a:pt x="977266" y="2490938"/>
                    <a:pt x="970525" y="2507562"/>
                  </a:cubicBezTo>
                  <a:lnTo>
                    <a:pt x="960163" y="2523165"/>
                  </a:lnTo>
                  <a:lnTo>
                    <a:pt x="947923" y="2544501"/>
                  </a:lnTo>
                  <a:lnTo>
                    <a:pt x="943389" y="2548426"/>
                  </a:lnTo>
                  <a:lnTo>
                    <a:pt x="940190" y="2553244"/>
                  </a:lnTo>
                  <a:lnTo>
                    <a:pt x="940190" y="2553244"/>
                  </a:lnTo>
                  <a:lnTo>
                    <a:pt x="930037" y="2559986"/>
                  </a:lnTo>
                  <a:lnTo>
                    <a:pt x="912970" y="2574762"/>
                  </a:lnTo>
                  <a:lnTo>
                    <a:pt x="900288" y="2579741"/>
                  </a:lnTo>
                  <a:lnTo>
                    <a:pt x="894509" y="2583578"/>
                  </a:lnTo>
                  <a:lnTo>
                    <a:pt x="886586" y="2585120"/>
                  </a:lnTo>
                  <a:lnTo>
                    <a:pt x="869195" y="2591948"/>
                  </a:lnTo>
                  <a:lnTo>
                    <a:pt x="841365" y="2594754"/>
                  </a:lnTo>
                  <a:lnTo>
                    <a:pt x="813534" y="2591948"/>
                  </a:lnTo>
                  <a:lnTo>
                    <a:pt x="793826" y="2584210"/>
                  </a:lnTo>
                  <a:lnTo>
                    <a:pt x="790580" y="2583578"/>
                  </a:lnTo>
                  <a:lnTo>
                    <a:pt x="788212" y="2582006"/>
                  </a:lnTo>
                  <a:lnTo>
                    <a:pt x="769759" y="2574762"/>
                  </a:lnTo>
                  <a:lnTo>
                    <a:pt x="744927" y="2553262"/>
                  </a:lnTo>
                  <a:lnTo>
                    <a:pt x="744898" y="2553244"/>
                  </a:lnTo>
                  <a:lnTo>
                    <a:pt x="744856" y="2553201"/>
                  </a:lnTo>
                  <a:lnTo>
                    <a:pt x="734806" y="2544501"/>
                  </a:lnTo>
                  <a:lnTo>
                    <a:pt x="732991" y="2541336"/>
                  </a:lnTo>
                  <a:lnTo>
                    <a:pt x="1" y="1808338"/>
                  </a:lnTo>
                  <a:lnTo>
                    <a:pt x="1" y="503855"/>
                  </a:lnTo>
                  <a:lnTo>
                    <a:pt x="0" y="503855"/>
                  </a:lnTo>
                  <a:close/>
                </a:path>
              </a:pathLst>
            </a:custGeom>
            <a:solidFill>
              <a:srgbClr val="C5C5C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矩形 13"/>
            <p:cNvSpPr/>
            <p:nvPr/>
          </p:nvSpPr>
          <p:spPr>
            <a:xfrm rot="16200000">
              <a:off x="5423910" y="3565851"/>
              <a:ext cx="356461" cy="858184"/>
            </a:xfrm>
            <a:prstGeom prst="rect">
              <a:avLst/>
            </a:prstGeom>
            <a:gradFill>
              <a:gsLst>
                <a:gs pos="100000">
                  <a:schemeClr val="tx1">
                    <a:alpha val="34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任意多边形 14"/>
            <p:cNvSpPr/>
            <p:nvPr/>
          </p:nvSpPr>
          <p:spPr>
            <a:xfrm>
              <a:off x="3845142" y="1612636"/>
              <a:ext cx="2095261" cy="2075561"/>
            </a:xfrm>
            <a:custGeom>
              <a:avLst/>
              <a:gdLst>
                <a:gd name="connsiteX0" fmla="*/ 1741424 w 3386138"/>
                <a:gd name="connsiteY0" fmla="*/ 0 h 3354302"/>
                <a:gd name="connsiteX1" fmla="*/ 3361593 w 3386138"/>
                <a:gd name="connsiteY1" fmla="*/ 0 h 3354302"/>
                <a:gd name="connsiteX2" fmla="*/ 3386138 w 3386138"/>
                <a:gd name="connsiteY2" fmla="*/ 2474 h 3354302"/>
                <a:gd name="connsiteX3" fmla="*/ 3386138 w 3386138"/>
                <a:gd name="connsiteY3" fmla="*/ 2562 h 3354302"/>
                <a:gd name="connsiteX4" fmla="*/ 3360737 w 3386138"/>
                <a:gd name="connsiteY4" fmla="*/ 1 h 3354302"/>
                <a:gd name="connsiteX5" fmla="*/ 3359961 w 3386138"/>
                <a:gd name="connsiteY5" fmla="*/ 79 h 3354302"/>
                <a:gd name="connsiteX6" fmla="*/ 3359199 w 3386138"/>
                <a:gd name="connsiteY6" fmla="*/ 3 h 3354302"/>
                <a:gd name="connsiteX7" fmla="*/ 3319865 w 3386138"/>
                <a:gd name="connsiteY7" fmla="*/ 3968 h 3354302"/>
                <a:gd name="connsiteX8" fmla="*/ 3291844 w 3386138"/>
                <a:gd name="connsiteY8" fmla="*/ 14970 h 3354302"/>
                <a:gd name="connsiteX9" fmla="*/ 3287383 w 3386138"/>
                <a:gd name="connsiteY9" fmla="*/ 15837 h 3354302"/>
                <a:gd name="connsiteX10" fmla="*/ 3284128 w 3386138"/>
                <a:gd name="connsiteY10" fmla="*/ 17998 h 3354302"/>
                <a:gd name="connsiteX11" fmla="*/ 3257995 w 3386138"/>
                <a:gd name="connsiteY11" fmla="*/ 28258 h 3354302"/>
                <a:gd name="connsiteX12" fmla="*/ 3222828 w 3386138"/>
                <a:gd name="connsiteY12" fmla="*/ 58704 h 3354302"/>
                <a:gd name="connsiteX13" fmla="*/ 3222818 w 3386138"/>
                <a:gd name="connsiteY13" fmla="*/ 58711 h 3354302"/>
                <a:gd name="connsiteX14" fmla="*/ 3222803 w 3386138"/>
                <a:gd name="connsiteY14" fmla="*/ 58726 h 3354302"/>
                <a:gd name="connsiteX15" fmla="*/ 3208594 w 3386138"/>
                <a:gd name="connsiteY15" fmla="*/ 71027 h 3354302"/>
                <a:gd name="connsiteX16" fmla="*/ 3206027 w 3386138"/>
                <a:gd name="connsiteY16" fmla="*/ 75501 h 3354302"/>
                <a:gd name="connsiteX17" fmla="*/ 75498 w 3386138"/>
                <a:gd name="connsiteY17" fmla="*/ 3205994 h 3354302"/>
                <a:gd name="connsiteX18" fmla="*/ 71025 w 3386138"/>
                <a:gd name="connsiteY18" fmla="*/ 3208560 h 3354302"/>
                <a:gd name="connsiteX19" fmla="*/ 58729 w 3386138"/>
                <a:gd name="connsiteY19" fmla="*/ 3222763 h 3354302"/>
                <a:gd name="connsiteX20" fmla="*/ 58668 w 3386138"/>
                <a:gd name="connsiteY20" fmla="*/ 3222823 h 3354302"/>
                <a:gd name="connsiteX21" fmla="*/ 58642 w 3386138"/>
                <a:gd name="connsiteY21" fmla="*/ 3222864 h 3354302"/>
                <a:gd name="connsiteX22" fmla="*/ 28256 w 3386138"/>
                <a:gd name="connsiteY22" fmla="*/ 3257961 h 3354302"/>
                <a:gd name="connsiteX23" fmla="*/ 18016 w 3386138"/>
                <a:gd name="connsiteY23" fmla="*/ 3284040 h 3354302"/>
                <a:gd name="connsiteX24" fmla="*/ 15794 w 3386138"/>
                <a:gd name="connsiteY24" fmla="*/ 3287387 h 3354302"/>
                <a:gd name="connsiteX25" fmla="*/ 14902 w 3386138"/>
                <a:gd name="connsiteY25" fmla="*/ 3291975 h 3354302"/>
                <a:gd name="connsiteX26" fmla="*/ 3966 w 3386138"/>
                <a:gd name="connsiteY26" fmla="*/ 3319829 h 3354302"/>
                <a:gd name="connsiteX27" fmla="*/ 490 w 3386138"/>
                <a:gd name="connsiteY27" fmla="*/ 3354302 h 3354302"/>
                <a:gd name="connsiteX28" fmla="*/ 0 w 3386138"/>
                <a:gd name="connsiteY28" fmla="*/ 3354302 h 3354302"/>
                <a:gd name="connsiteX29" fmla="*/ 0 w 3386138"/>
                <a:gd name="connsiteY29" fmla="*/ 1741424 h 335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86138" h="3354302">
                  <a:moveTo>
                    <a:pt x="1741424" y="0"/>
                  </a:moveTo>
                  <a:lnTo>
                    <a:pt x="3361593" y="0"/>
                  </a:lnTo>
                  <a:lnTo>
                    <a:pt x="3386138" y="2474"/>
                  </a:lnTo>
                  <a:lnTo>
                    <a:pt x="3386138" y="2562"/>
                  </a:lnTo>
                  <a:lnTo>
                    <a:pt x="3360737" y="1"/>
                  </a:lnTo>
                  <a:lnTo>
                    <a:pt x="3359961" y="79"/>
                  </a:lnTo>
                  <a:lnTo>
                    <a:pt x="3359199" y="3"/>
                  </a:lnTo>
                  <a:lnTo>
                    <a:pt x="3319865" y="3968"/>
                  </a:lnTo>
                  <a:lnTo>
                    <a:pt x="3291844" y="14970"/>
                  </a:lnTo>
                  <a:lnTo>
                    <a:pt x="3287383" y="15837"/>
                  </a:lnTo>
                  <a:lnTo>
                    <a:pt x="3284128" y="17998"/>
                  </a:lnTo>
                  <a:lnTo>
                    <a:pt x="3257995" y="28258"/>
                  </a:lnTo>
                  <a:lnTo>
                    <a:pt x="3222828" y="58704"/>
                  </a:lnTo>
                  <a:lnTo>
                    <a:pt x="3222818" y="58711"/>
                  </a:lnTo>
                  <a:lnTo>
                    <a:pt x="3222803" y="58726"/>
                  </a:lnTo>
                  <a:lnTo>
                    <a:pt x="3208594" y="71027"/>
                  </a:lnTo>
                  <a:lnTo>
                    <a:pt x="3206027" y="75501"/>
                  </a:lnTo>
                  <a:lnTo>
                    <a:pt x="75498" y="3205994"/>
                  </a:lnTo>
                  <a:lnTo>
                    <a:pt x="71025" y="3208560"/>
                  </a:lnTo>
                  <a:lnTo>
                    <a:pt x="58729" y="3222763"/>
                  </a:lnTo>
                  <a:lnTo>
                    <a:pt x="58668" y="3222823"/>
                  </a:lnTo>
                  <a:lnTo>
                    <a:pt x="58642" y="3222864"/>
                  </a:lnTo>
                  <a:lnTo>
                    <a:pt x="28256" y="3257961"/>
                  </a:lnTo>
                  <a:lnTo>
                    <a:pt x="18016" y="3284040"/>
                  </a:lnTo>
                  <a:lnTo>
                    <a:pt x="15794" y="3287387"/>
                  </a:lnTo>
                  <a:lnTo>
                    <a:pt x="14902" y="3291975"/>
                  </a:lnTo>
                  <a:lnTo>
                    <a:pt x="3966" y="3319829"/>
                  </a:lnTo>
                  <a:lnTo>
                    <a:pt x="490" y="3354302"/>
                  </a:lnTo>
                  <a:lnTo>
                    <a:pt x="0" y="3354302"/>
                  </a:lnTo>
                  <a:lnTo>
                    <a:pt x="0" y="1741424"/>
                  </a:lnTo>
                  <a:close/>
                </a:path>
              </a:pathLst>
            </a:custGeom>
            <a:solidFill>
              <a:srgbClr val="FEB750"/>
            </a:solidFill>
            <a:ln w="19050">
              <a:noFill/>
            </a:ln>
            <a:effectLst>
              <a:outerShdw blurRad="584200" dist="152400" dir="27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 name="任意多边形 15"/>
            <p:cNvSpPr/>
            <p:nvPr/>
          </p:nvSpPr>
          <p:spPr>
            <a:xfrm flipH="1">
              <a:off x="6246337" y="1612636"/>
              <a:ext cx="2095261" cy="2075561"/>
            </a:xfrm>
            <a:custGeom>
              <a:avLst/>
              <a:gdLst>
                <a:gd name="connsiteX0" fmla="*/ 1741424 w 3386138"/>
                <a:gd name="connsiteY0" fmla="*/ 0 h 3354302"/>
                <a:gd name="connsiteX1" fmla="*/ 3361593 w 3386138"/>
                <a:gd name="connsiteY1" fmla="*/ 0 h 3354302"/>
                <a:gd name="connsiteX2" fmla="*/ 3386138 w 3386138"/>
                <a:gd name="connsiteY2" fmla="*/ 2474 h 3354302"/>
                <a:gd name="connsiteX3" fmla="*/ 3386138 w 3386138"/>
                <a:gd name="connsiteY3" fmla="*/ 2562 h 3354302"/>
                <a:gd name="connsiteX4" fmla="*/ 3360737 w 3386138"/>
                <a:gd name="connsiteY4" fmla="*/ 1 h 3354302"/>
                <a:gd name="connsiteX5" fmla="*/ 3359961 w 3386138"/>
                <a:gd name="connsiteY5" fmla="*/ 79 h 3354302"/>
                <a:gd name="connsiteX6" fmla="*/ 3359199 w 3386138"/>
                <a:gd name="connsiteY6" fmla="*/ 3 h 3354302"/>
                <a:gd name="connsiteX7" fmla="*/ 3319865 w 3386138"/>
                <a:gd name="connsiteY7" fmla="*/ 3968 h 3354302"/>
                <a:gd name="connsiteX8" fmla="*/ 3291844 w 3386138"/>
                <a:gd name="connsiteY8" fmla="*/ 14970 h 3354302"/>
                <a:gd name="connsiteX9" fmla="*/ 3287383 w 3386138"/>
                <a:gd name="connsiteY9" fmla="*/ 15837 h 3354302"/>
                <a:gd name="connsiteX10" fmla="*/ 3284128 w 3386138"/>
                <a:gd name="connsiteY10" fmla="*/ 17998 h 3354302"/>
                <a:gd name="connsiteX11" fmla="*/ 3257995 w 3386138"/>
                <a:gd name="connsiteY11" fmla="*/ 28258 h 3354302"/>
                <a:gd name="connsiteX12" fmla="*/ 3222828 w 3386138"/>
                <a:gd name="connsiteY12" fmla="*/ 58704 h 3354302"/>
                <a:gd name="connsiteX13" fmla="*/ 3222818 w 3386138"/>
                <a:gd name="connsiteY13" fmla="*/ 58711 h 3354302"/>
                <a:gd name="connsiteX14" fmla="*/ 3222803 w 3386138"/>
                <a:gd name="connsiteY14" fmla="*/ 58726 h 3354302"/>
                <a:gd name="connsiteX15" fmla="*/ 3208594 w 3386138"/>
                <a:gd name="connsiteY15" fmla="*/ 71027 h 3354302"/>
                <a:gd name="connsiteX16" fmla="*/ 3206027 w 3386138"/>
                <a:gd name="connsiteY16" fmla="*/ 75501 h 3354302"/>
                <a:gd name="connsiteX17" fmla="*/ 75498 w 3386138"/>
                <a:gd name="connsiteY17" fmla="*/ 3205994 h 3354302"/>
                <a:gd name="connsiteX18" fmla="*/ 71025 w 3386138"/>
                <a:gd name="connsiteY18" fmla="*/ 3208560 h 3354302"/>
                <a:gd name="connsiteX19" fmla="*/ 58729 w 3386138"/>
                <a:gd name="connsiteY19" fmla="*/ 3222763 h 3354302"/>
                <a:gd name="connsiteX20" fmla="*/ 58668 w 3386138"/>
                <a:gd name="connsiteY20" fmla="*/ 3222823 h 3354302"/>
                <a:gd name="connsiteX21" fmla="*/ 58642 w 3386138"/>
                <a:gd name="connsiteY21" fmla="*/ 3222864 h 3354302"/>
                <a:gd name="connsiteX22" fmla="*/ 28256 w 3386138"/>
                <a:gd name="connsiteY22" fmla="*/ 3257961 h 3354302"/>
                <a:gd name="connsiteX23" fmla="*/ 18016 w 3386138"/>
                <a:gd name="connsiteY23" fmla="*/ 3284040 h 3354302"/>
                <a:gd name="connsiteX24" fmla="*/ 15794 w 3386138"/>
                <a:gd name="connsiteY24" fmla="*/ 3287387 h 3354302"/>
                <a:gd name="connsiteX25" fmla="*/ 14902 w 3386138"/>
                <a:gd name="connsiteY25" fmla="*/ 3291975 h 3354302"/>
                <a:gd name="connsiteX26" fmla="*/ 3966 w 3386138"/>
                <a:gd name="connsiteY26" fmla="*/ 3319829 h 3354302"/>
                <a:gd name="connsiteX27" fmla="*/ 490 w 3386138"/>
                <a:gd name="connsiteY27" fmla="*/ 3354302 h 3354302"/>
                <a:gd name="connsiteX28" fmla="*/ 0 w 3386138"/>
                <a:gd name="connsiteY28" fmla="*/ 3354302 h 3354302"/>
                <a:gd name="connsiteX29" fmla="*/ 0 w 3386138"/>
                <a:gd name="connsiteY29" fmla="*/ 1741424 h 335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86138" h="3354302">
                  <a:moveTo>
                    <a:pt x="1741424" y="0"/>
                  </a:moveTo>
                  <a:lnTo>
                    <a:pt x="3361593" y="0"/>
                  </a:lnTo>
                  <a:lnTo>
                    <a:pt x="3386138" y="2474"/>
                  </a:lnTo>
                  <a:lnTo>
                    <a:pt x="3386138" y="2562"/>
                  </a:lnTo>
                  <a:lnTo>
                    <a:pt x="3360737" y="1"/>
                  </a:lnTo>
                  <a:lnTo>
                    <a:pt x="3359961" y="79"/>
                  </a:lnTo>
                  <a:lnTo>
                    <a:pt x="3359199" y="3"/>
                  </a:lnTo>
                  <a:lnTo>
                    <a:pt x="3319865" y="3968"/>
                  </a:lnTo>
                  <a:lnTo>
                    <a:pt x="3291844" y="14970"/>
                  </a:lnTo>
                  <a:lnTo>
                    <a:pt x="3287383" y="15837"/>
                  </a:lnTo>
                  <a:lnTo>
                    <a:pt x="3284128" y="17998"/>
                  </a:lnTo>
                  <a:lnTo>
                    <a:pt x="3257995" y="28258"/>
                  </a:lnTo>
                  <a:lnTo>
                    <a:pt x="3222828" y="58704"/>
                  </a:lnTo>
                  <a:lnTo>
                    <a:pt x="3222818" y="58711"/>
                  </a:lnTo>
                  <a:lnTo>
                    <a:pt x="3222803" y="58726"/>
                  </a:lnTo>
                  <a:lnTo>
                    <a:pt x="3208594" y="71027"/>
                  </a:lnTo>
                  <a:lnTo>
                    <a:pt x="3206027" y="75501"/>
                  </a:lnTo>
                  <a:lnTo>
                    <a:pt x="75498" y="3205994"/>
                  </a:lnTo>
                  <a:lnTo>
                    <a:pt x="71025" y="3208560"/>
                  </a:lnTo>
                  <a:lnTo>
                    <a:pt x="58729" y="3222763"/>
                  </a:lnTo>
                  <a:lnTo>
                    <a:pt x="58668" y="3222823"/>
                  </a:lnTo>
                  <a:lnTo>
                    <a:pt x="58642" y="3222864"/>
                  </a:lnTo>
                  <a:lnTo>
                    <a:pt x="28256" y="3257961"/>
                  </a:lnTo>
                  <a:lnTo>
                    <a:pt x="18016" y="3284040"/>
                  </a:lnTo>
                  <a:lnTo>
                    <a:pt x="15794" y="3287387"/>
                  </a:lnTo>
                  <a:lnTo>
                    <a:pt x="14902" y="3291975"/>
                  </a:lnTo>
                  <a:lnTo>
                    <a:pt x="3966" y="3319829"/>
                  </a:lnTo>
                  <a:lnTo>
                    <a:pt x="490" y="3354302"/>
                  </a:lnTo>
                  <a:lnTo>
                    <a:pt x="0" y="3354302"/>
                  </a:lnTo>
                  <a:lnTo>
                    <a:pt x="0" y="1741424"/>
                  </a:lnTo>
                  <a:close/>
                </a:path>
              </a:pathLst>
            </a:custGeom>
            <a:solidFill>
              <a:srgbClr val="E27172"/>
            </a:solidFill>
            <a:ln w="19050">
              <a:noFill/>
            </a:ln>
            <a:effectLst>
              <a:outerShdw blurRad="584200" dist="152400" dir="8100000" algn="t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 name="任意多边形 16"/>
            <p:cNvSpPr/>
            <p:nvPr/>
          </p:nvSpPr>
          <p:spPr>
            <a:xfrm flipV="1">
              <a:off x="3845142" y="4008940"/>
              <a:ext cx="2095261" cy="2075561"/>
            </a:xfrm>
            <a:custGeom>
              <a:avLst/>
              <a:gdLst>
                <a:gd name="connsiteX0" fmla="*/ 1741424 w 3386138"/>
                <a:gd name="connsiteY0" fmla="*/ 0 h 3354302"/>
                <a:gd name="connsiteX1" fmla="*/ 3361593 w 3386138"/>
                <a:gd name="connsiteY1" fmla="*/ 0 h 3354302"/>
                <a:gd name="connsiteX2" fmla="*/ 3386138 w 3386138"/>
                <a:gd name="connsiteY2" fmla="*/ 2474 h 3354302"/>
                <a:gd name="connsiteX3" fmla="*/ 3386138 w 3386138"/>
                <a:gd name="connsiteY3" fmla="*/ 2562 h 3354302"/>
                <a:gd name="connsiteX4" fmla="*/ 3360737 w 3386138"/>
                <a:gd name="connsiteY4" fmla="*/ 1 h 3354302"/>
                <a:gd name="connsiteX5" fmla="*/ 3359961 w 3386138"/>
                <a:gd name="connsiteY5" fmla="*/ 79 h 3354302"/>
                <a:gd name="connsiteX6" fmla="*/ 3359199 w 3386138"/>
                <a:gd name="connsiteY6" fmla="*/ 3 h 3354302"/>
                <a:gd name="connsiteX7" fmla="*/ 3319865 w 3386138"/>
                <a:gd name="connsiteY7" fmla="*/ 3968 h 3354302"/>
                <a:gd name="connsiteX8" fmla="*/ 3291844 w 3386138"/>
                <a:gd name="connsiteY8" fmla="*/ 14970 h 3354302"/>
                <a:gd name="connsiteX9" fmla="*/ 3287383 w 3386138"/>
                <a:gd name="connsiteY9" fmla="*/ 15837 h 3354302"/>
                <a:gd name="connsiteX10" fmla="*/ 3284128 w 3386138"/>
                <a:gd name="connsiteY10" fmla="*/ 17998 h 3354302"/>
                <a:gd name="connsiteX11" fmla="*/ 3257995 w 3386138"/>
                <a:gd name="connsiteY11" fmla="*/ 28258 h 3354302"/>
                <a:gd name="connsiteX12" fmla="*/ 3222828 w 3386138"/>
                <a:gd name="connsiteY12" fmla="*/ 58704 h 3354302"/>
                <a:gd name="connsiteX13" fmla="*/ 3222818 w 3386138"/>
                <a:gd name="connsiteY13" fmla="*/ 58711 h 3354302"/>
                <a:gd name="connsiteX14" fmla="*/ 3222803 w 3386138"/>
                <a:gd name="connsiteY14" fmla="*/ 58726 h 3354302"/>
                <a:gd name="connsiteX15" fmla="*/ 3208594 w 3386138"/>
                <a:gd name="connsiteY15" fmla="*/ 71027 h 3354302"/>
                <a:gd name="connsiteX16" fmla="*/ 3206027 w 3386138"/>
                <a:gd name="connsiteY16" fmla="*/ 75501 h 3354302"/>
                <a:gd name="connsiteX17" fmla="*/ 75498 w 3386138"/>
                <a:gd name="connsiteY17" fmla="*/ 3205994 h 3354302"/>
                <a:gd name="connsiteX18" fmla="*/ 71025 w 3386138"/>
                <a:gd name="connsiteY18" fmla="*/ 3208560 h 3354302"/>
                <a:gd name="connsiteX19" fmla="*/ 58729 w 3386138"/>
                <a:gd name="connsiteY19" fmla="*/ 3222763 h 3354302"/>
                <a:gd name="connsiteX20" fmla="*/ 58668 w 3386138"/>
                <a:gd name="connsiteY20" fmla="*/ 3222823 h 3354302"/>
                <a:gd name="connsiteX21" fmla="*/ 58642 w 3386138"/>
                <a:gd name="connsiteY21" fmla="*/ 3222864 h 3354302"/>
                <a:gd name="connsiteX22" fmla="*/ 28256 w 3386138"/>
                <a:gd name="connsiteY22" fmla="*/ 3257961 h 3354302"/>
                <a:gd name="connsiteX23" fmla="*/ 18016 w 3386138"/>
                <a:gd name="connsiteY23" fmla="*/ 3284040 h 3354302"/>
                <a:gd name="connsiteX24" fmla="*/ 15794 w 3386138"/>
                <a:gd name="connsiteY24" fmla="*/ 3287387 h 3354302"/>
                <a:gd name="connsiteX25" fmla="*/ 14902 w 3386138"/>
                <a:gd name="connsiteY25" fmla="*/ 3291975 h 3354302"/>
                <a:gd name="connsiteX26" fmla="*/ 3966 w 3386138"/>
                <a:gd name="connsiteY26" fmla="*/ 3319829 h 3354302"/>
                <a:gd name="connsiteX27" fmla="*/ 490 w 3386138"/>
                <a:gd name="connsiteY27" fmla="*/ 3354302 h 3354302"/>
                <a:gd name="connsiteX28" fmla="*/ 0 w 3386138"/>
                <a:gd name="connsiteY28" fmla="*/ 3354302 h 3354302"/>
                <a:gd name="connsiteX29" fmla="*/ 0 w 3386138"/>
                <a:gd name="connsiteY29" fmla="*/ 1741424 h 335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86138" h="3354302">
                  <a:moveTo>
                    <a:pt x="1741424" y="0"/>
                  </a:moveTo>
                  <a:lnTo>
                    <a:pt x="3361593" y="0"/>
                  </a:lnTo>
                  <a:lnTo>
                    <a:pt x="3386138" y="2474"/>
                  </a:lnTo>
                  <a:lnTo>
                    <a:pt x="3386138" y="2562"/>
                  </a:lnTo>
                  <a:lnTo>
                    <a:pt x="3360737" y="1"/>
                  </a:lnTo>
                  <a:lnTo>
                    <a:pt x="3359961" y="79"/>
                  </a:lnTo>
                  <a:lnTo>
                    <a:pt x="3359199" y="3"/>
                  </a:lnTo>
                  <a:lnTo>
                    <a:pt x="3319865" y="3968"/>
                  </a:lnTo>
                  <a:lnTo>
                    <a:pt x="3291844" y="14970"/>
                  </a:lnTo>
                  <a:lnTo>
                    <a:pt x="3287383" y="15837"/>
                  </a:lnTo>
                  <a:lnTo>
                    <a:pt x="3284128" y="17998"/>
                  </a:lnTo>
                  <a:lnTo>
                    <a:pt x="3257995" y="28258"/>
                  </a:lnTo>
                  <a:lnTo>
                    <a:pt x="3222828" y="58704"/>
                  </a:lnTo>
                  <a:lnTo>
                    <a:pt x="3222818" y="58711"/>
                  </a:lnTo>
                  <a:lnTo>
                    <a:pt x="3222803" y="58726"/>
                  </a:lnTo>
                  <a:lnTo>
                    <a:pt x="3208594" y="71027"/>
                  </a:lnTo>
                  <a:lnTo>
                    <a:pt x="3206027" y="75501"/>
                  </a:lnTo>
                  <a:lnTo>
                    <a:pt x="75498" y="3205994"/>
                  </a:lnTo>
                  <a:lnTo>
                    <a:pt x="71025" y="3208560"/>
                  </a:lnTo>
                  <a:lnTo>
                    <a:pt x="58729" y="3222763"/>
                  </a:lnTo>
                  <a:lnTo>
                    <a:pt x="58668" y="3222823"/>
                  </a:lnTo>
                  <a:lnTo>
                    <a:pt x="58642" y="3222864"/>
                  </a:lnTo>
                  <a:lnTo>
                    <a:pt x="28256" y="3257961"/>
                  </a:lnTo>
                  <a:lnTo>
                    <a:pt x="18016" y="3284040"/>
                  </a:lnTo>
                  <a:lnTo>
                    <a:pt x="15794" y="3287387"/>
                  </a:lnTo>
                  <a:lnTo>
                    <a:pt x="14902" y="3291975"/>
                  </a:lnTo>
                  <a:lnTo>
                    <a:pt x="3966" y="3319829"/>
                  </a:lnTo>
                  <a:lnTo>
                    <a:pt x="490" y="3354302"/>
                  </a:lnTo>
                  <a:lnTo>
                    <a:pt x="0" y="3354302"/>
                  </a:lnTo>
                  <a:lnTo>
                    <a:pt x="0" y="1741424"/>
                  </a:lnTo>
                  <a:close/>
                </a:path>
              </a:pathLst>
            </a:custGeom>
            <a:solidFill>
              <a:srgbClr val="03ACBE"/>
            </a:solidFill>
            <a:ln w="19050">
              <a:noFill/>
            </a:ln>
            <a:effectLst>
              <a:outerShdw blurRad="584200" dist="152400" dir="18900000" algn="bl"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任意多边形 17"/>
            <p:cNvSpPr/>
            <p:nvPr/>
          </p:nvSpPr>
          <p:spPr>
            <a:xfrm flipH="1" flipV="1">
              <a:off x="6250503" y="4008940"/>
              <a:ext cx="2095261" cy="2075561"/>
            </a:xfrm>
            <a:custGeom>
              <a:avLst/>
              <a:gdLst>
                <a:gd name="connsiteX0" fmla="*/ 1741424 w 3386138"/>
                <a:gd name="connsiteY0" fmla="*/ 0 h 3354302"/>
                <a:gd name="connsiteX1" fmla="*/ 3361593 w 3386138"/>
                <a:gd name="connsiteY1" fmla="*/ 0 h 3354302"/>
                <a:gd name="connsiteX2" fmla="*/ 3386138 w 3386138"/>
                <a:gd name="connsiteY2" fmla="*/ 2474 h 3354302"/>
                <a:gd name="connsiteX3" fmla="*/ 3386138 w 3386138"/>
                <a:gd name="connsiteY3" fmla="*/ 2562 h 3354302"/>
                <a:gd name="connsiteX4" fmla="*/ 3360737 w 3386138"/>
                <a:gd name="connsiteY4" fmla="*/ 1 h 3354302"/>
                <a:gd name="connsiteX5" fmla="*/ 3359961 w 3386138"/>
                <a:gd name="connsiteY5" fmla="*/ 79 h 3354302"/>
                <a:gd name="connsiteX6" fmla="*/ 3359199 w 3386138"/>
                <a:gd name="connsiteY6" fmla="*/ 3 h 3354302"/>
                <a:gd name="connsiteX7" fmla="*/ 3319865 w 3386138"/>
                <a:gd name="connsiteY7" fmla="*/ 3968 h 3354302"/>
                <a:gd name="connsiteX8" fmla="*/ 3291844 w 3386138"/>
                <a:gd name="connsiteY8" fmla="*/ 14970 h 3354302"/>
                <a:gd name="connsiteX9" fmla="*/ 3287383 w 3386138"/>
                <a:gd name="connsiteY9" fmla="*/ 15837 h 3354302"/>
                <a:gd name="connsiteX10" fmla="*/ 3284128 w 3386138"/>
                <a:gd name="connsiteY10" fmla="*/ 17998 h 3354302"/>
                <a:gd name="connsiteX11" fmla="*/ 3257995 w 3386138"/>
                <a:gd name="connsiteY11" fmla="*/ 28258 h 3354302"/>
                <a:gd name="connsiteX12" fmla="*/ 3222828 w 3386138"/>
                <a:gd name="connsiteY12" fmla="*/ 58704 h 3354302"/>
                <a:gd name="connsiteX13" fmla="*/ 3222818 w 3386138"/>
                <a:gd name="connsiteY13" fmla="*/ 58711 h 3354302"/>
                <a:gd name="connsiteX14" fmla="*/ 3222803 w 3386138"/>
                <a:gd name="connsiteY14" fmla="*/ 58726 h 3354302"/>
                <a:gd name="connsiteX15" fmla="*/ 3208594 w 3386138"/>
                <a:gd name="connsiteY15" fmla="*/ 71027 h 3354302"/>
                <a:gd name="connsiteX16" fmla="*/ 3206027 w 3386138"/>
                <a:gd name="connsiteY16" fmla="*/ 75501 h 3354302"/>
                <a:gd name="connsiteX17" fmla="*/ 75498 w 3386138"/>
                <a:gd name="connsiteY17" fmla="*/ 3205994 h 3354302"/>
                <a:gd name="connsiteX18" fmla="*/ 71025 w 3386138"/>
                <a:gd name="connsiteY18" fmla="*/ 3208560 h 3354302"/>
                <a:gd name="connsiteX19" fmla="*/ 58729 w 3386138"/>
                <a:gd name="connsiteY19" fmla="*/ 3222763 h 3354302"/>
                <a:gd name="connsiteX20" fmla="*/ 58668 w 3386138"/>
                <a:gd name="connsiteY20" fmla="*/ 3222823 h 3354302"/>
                <a:gd name="connsiteX21" fmla="*/ 58642 w 3386138"/>
                <a:gd name="connsiteY21" fmla="*/ 3222864 h 3354302"/>
                <a:gd name="connsiteX22" fmla="*/ 28256 w 3386138"/>
                <a:gd name="connsiteY22" fmla="*/ 3257961 h 3354302"/>
                <a:gd name="connsiteX23" fmla="*/ 18016 w 3386138"/>
                <a:gd name="connsiteY23" fmla="*/ 3284040 h 3354302"/>
                <a:gd name="connsiteX24" fmla="*/ 15794 w 3386138"/>
                <a:gd name="connsiteY24" fmla="*/ 3287387 h 3354302"/>
                <a:gd name="connsiteX25" fmla="*/ 14902 w 3386138"/>
                <a:gd name="connsiteY25" fmla="*/ 3291975 h 3354302"/>
                <a:gd name="connsiteX26" fmla="*/ 3966 w 3386138"/>
                <a:gd name="connsiteY26" fmla="*/ 3319829 h 3354302"/>
                <a:gd name="connsiteX27" fmla="*/ 490 w 3386138"/>
                <a:gd name="connsiteY27" fmla="*/ 3354302 h 3354302"/>
                <a:gd name="connsiteX28" fmla="*/ 0 w 3386138"/>
                <a:gd name="connsiteY28" fmla="*/ 3354302 h 3354302"/>
                <a:gd name="connsiteX29" fmla="*/ 0 w 3386138"/>
                <a:gd name="connsiteY29" fmla="*/ 1741424 h 335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86138" h="3354302">
                  <a:moveTo>
                    <a:pt x="1741424" y="0"/>
                  </a:moveTo>
                  <a:lnTo>
                    <a:pt x="3361593" y="0"/>
                  </a:lnTo>
                  <a:lnTo>
                    <a:pt x="3386138" y="2474"/>
                  </a:lnTo>
                  <a:lnTo>
                    <a:pt x="3386138" y="2562"/>
                  </a:lnTo>
                  <a:lnTo>
                    <a:pt x="3360737" y="1"/>
                  </a:lnTo>
                  <a:lnTo>
                    <a:pt x="3359961" y="79"/>
                  </a:lnTo>
                  <a:lnTo>
                    <a:pt x="3359199" y="3"/>
                  </a:lnTo>
                  <a:lnTo>
                    <a:pt x="3319865" y="3968"/>
                  </a:lnTo>
                  <a:lnTo>
                    <a:pt x="3291844" y="14970"/>
                  </a:lnTo>
                  <a:lnTo>
                    <a:pt x="3287383" y="15837"/>
                  </a:lnTo>
                  <a:lnTo>
                    <a:pt x="3284128" y="17998"/>
                  </a:lnTo>
                  <a:lnTo>
                    <a:pt x="3257995" y="28258"/>
                  </a:lnTo>
                  <a:lnTo>
                    <a:pt x="3222828" y="58704"/>
                  </a:lnTo>
                  <a:lnTo>
                    <a:pt x="3222818" y="58711"/>
                  </a:lnTo>
                  <a:lnTo>
                    <a:pt x="3222803" y="58726"/>
                  </a:lnTo>
                  <a:lnTo>
                    <a:pt x="3208594" y="71027"/>
                  </a:lnTo>
                  <a:lnTo>
                    <a:pt x="3206027" y="75501"/>
                  </a:lnTo>
                  <a:lnTo>
                    <a:pt x="75498" y="3205994"/>
                  </a:lnTo>
                  <a:lnTo>
                    <a:pt x="71025" y="3208560"/>
                  </a:lnTo>
                  <a:lnTo>
                    <a:pt x="58729" y="3222763"/>
                  </a:lnTo>
                  <a:lnTo>
                    <a:pt x="58668" y="3222823"/>
                  </a:lnTo>
                  <a:lnTo>
                    <a:pt x="58642" y="3222864"/>
                  </a:lnTo>
                  <a:lnTo>
                    <a:pt x="28256" y="3257961"/>
                  </a:lnTo>
                  <a:lnTo>
                    <a:pt x="18016" y="3284040"/>
                  </a:lnTo>
                  <a:lnTo>
                    <a:pt x="15794" y="3287387"/>
                  </a:lnTo>
                  <a:lnTo>
                    <a:pt x="14902" y="3291975"/>
                  </a:lnTo>
                  <a:lnTo>
                    <a:pt x="3966" y="3319829"/>
                  </a:lnTo>
                  <a:lnTo>
                    <a:pt x="490" y="3354302"/>
                  </a:lnTo>
                  <a:lnTo>
                    <a:pt x="0" y="3354302"/>
                  </a:lnTo>
                  <a:lnTo>
                    <a:pt x="0" y="1741424"/>
                  </a:lnTo>
                  <a:close/>
                </a:path>
              </a:pathLst>
            </a:custGeom>
            <a:solidFill>
              <a:srgbClr val="633E72"/>
            </a:solidFill>
            <a:ln w="19050">
              <a:noFill/>
            </a:ln>
            <a:effectLst>
              <a:outerShdw blurRad="584200" dist="152400" dir="13500000" algn="b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 name="矩形 18"/>
            <p:cNvSpPr/>
            <p:nvPr/>
          </p:nvSpPr>
          <p:spPr>
            <a:xfrm rot="5400000" flipV="1">
              <a:off x="5432239" y="2347445"/>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矩形 19"/>
            <p:cNvSpPr/>
            <p:nvPr/>
          </p:nvSpPr>
          <p:spPr>
            <a:xfrm rot="16200000">
              <a:off x="6386077" y="4482715"/>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 name="矩形 20"/>
            <p:cNvSpPr/>
            <p:nvPr/>
          </p:nvSpPr>
          <p:spPr>
            <a:xfrm rot="5400000" flipV="1">
              <a:off x="6394406" y="3269862"/>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矩形 21"/>
            <p:cNvSpPr/>
            <p:nvPr/>
          </p:nvSpPr>
          <p:spPr>
            <a:xfrm>
              <a:off x="4812299" y="3881130"/>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矩形 22"/>
            <p:cNvSpPr/>
            <p:nvPr/>
          </p:nvSpPr>
          <p:spPr>
            <a:xfrm rot="10800000" flipV="1">
              <a:off x="6026867" y="3870707"/>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矩形 23"/>
            <p:cNvSpPr/>
            <p:nvPr/>
          </p:nvSpPr>
          <p:spPr>
            <a:xfrm>
              <a:off x="5782661" y="2964029"/>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 name="矩形 24"/>
            <p:cNvSpPr/>
            <p:nvPr/>
          </p:nvSpPr>
          <p:spPr>
            <a:xfrm rot="10800000" flipV="1">
              <a:off x="6988898" y="2953607"/>
              <a:ext cx="356461" cy="858184"/>
            </a:xfrm>
            <a:prstGeom prst="rect">
              <a:avLst/>
            </a:prstGeom>
            <a:gradFill>
              <a:gsLst>
                <a:gs pos="100000">
                  <a:schemeClr val="tx1">
                    <a:alpha val="25000"/>
                  </a:schemeClr>
                </a:gs>
                <a:gs pos="0">
                  <a:schemeClr val="bg1">
                    <a:lumMod val="95000"/>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 name="任意多边形 25"/>
            <p:cNvSpPr/>
            <p:nvPr/>
          </p:nvSpPr>
          <p:spPr>
            <a:xfrm rot="10800000" flipH="1">
              <a:off x="3846336" y="1609452"/>
              <a:ext cx="2204879" cy="2198981"/>
            </a:xfrm>
            <a:custGeom>
              <a:avLst/>
              <a:gdLst>
                <a:gd name="connsiteX0" fmla="*/ 2379148 w 2521182"/>
                <a:gd name="connsiteY0" fmla="*/ 2514438 h 2514438"/>
                <a:gd name="connsiteX1" fmla="*/ 2406978 w 2521182"/>
                <a:gd name="connsiteY1" fmla="*/ 2511632 h 2514438"/>
                <a:gd name="connsiteX2" fmla="*/ 2424370 w 2521182"/>
                <a:gd name="connsiteY2" fmla="*/ 2504804 h 2514438"/>
                <a:gd name="connsiteX3" fmla="*/ 2432293 w 2521182"/>
                <a:gd name="connsiteY3" fmla="*/ 2503263 h 2514438"/>
                <a:gd name="connsiteX4" fmla="*/ 2438072 w 2521182"/>
                <a:gd name="connsiteY4" fmla="*/ 2499425 h 2514438"/>
                <a:gd name="connsiteX5" fmla="*/ 2450754 w 2521182"/>
                <a:gd name="connsiteY5" fmla="*/ 2494446 h 2514438"/>
                <a:gd name="connsiteX6" fmla="*/ 2467821 w 2521182"/>
                <a:gd name="connsiteY6" fmla="*/ 2479670 h 2514438"/>
                <a:gd name="connsiteX7" fmla="*/ 2477974 w 2521182"/>
                <a:gd name="connsiteY7" fmla="*/ 2472928 h 2514438"/>
                <a:gd name="connsiteX8" fmla="*/ 2477973 w 2521182"/>
                <a:gd name="connsiteY8" fmla="*/ 2472928 h 2514438"/>
                <a:gd name="connsiteX9" fmla="*/ 2481173 w 2521182"/>
                <a:gd name="connsiteY9" fmla="*/ 2468110 h 2514438"/>
                <a:gd name="connsiteX10" fmla="*/ 2485706 w 2521182"/>
                <a:gd name="connsiteY10" fmla="*/ 2464185 h 2514438"/>
                <a:gd name="connsiteX11" fmla="*/ 2497947 w 2521182"/>
                <a:gd name="connsiteY11" fmla="*/ 2442849 h 2514438"/>
                <a:gd name="connsiteX12" fmla="*/ 2508308 w 2521182"/>
                <a:gd name="connsiteY12" fmla="*/ 2427246 h 2514438"/>
                <a:gd name="connsiteX13" fmla="*/ 2518420 w 2521182"/>
                <a:gd name="connsiteY13" fmla="*/ 2375281 h 2514438"/>
                <a:gd name="connsiteX14" fmla="*/ 2517240 w 2521182"/>
                <a:gd name="connsiteY14" fmla="*/ 2369220 h 2514438"/>
                <a:gd name="connsiteX15" fmla="*/ 2517240 w 2521182"/>
                <a:gd name="connsiteY15" fmla="*/ 2269594 h 2514438"/>
                <a:gd name="connsiteX16" fmla="*/ 2518420 w 2521182"/>
                <a:gd name="connsiteY16" fmla="*/ 2263529 h 2514438"/>
                <a:gd name="connsiteX17" fmla="*/ 2517241 w 2521182"/>
                <a:gd name="connsiteY17" fmla="*/ 2257468 h 2514438"/>
                <a:gd name="connsiteX18" fmla="*/ 2517242 w 2521182"/>
                <a:gd name="connsiteY18" fmla="*/ 980635 h 2514438"/>
                <a:gd name="connsiteX19" fmla="*/ 2521182 w 2521182"/>
                <a:gd name="connsiteY19" fmla="*/ 980635 h 2514438"/>
                <a:gd name="connsiteX20" fmla="*/ 2521182 w 2521182"/>
                <a:gd name="connsiteY20" fmla="*/ 0 h 2514438"/>
                <a:gd name="connsiteX21" fmla="*/ 1645990 w 2521182"/>
                <a:gd name="connsiteY21" fmla="*/ 0 h 2514438"/>
                <a:gd name="connsiteX22" fmla="*/ 1645990 w 2521182"/>
                <a:gd name="connsiteY22" fmla="*/ 1 h 2514438"/>
                <a:gd name="connsiteX23" fmla="*/ 1534237 w 2521182"/>
                <a:gd name="connsiteY23" fmla="*/ 1 h 2514438"/>
                <a:gd name="connsiteX24" fmla="*/ 1534237 w 2521182"/>
                <a:gd name="connsiteY24" fmla="*/ 1179 h 2514438"/>
                <a:gd name="connsiteX25" fmla="*/ 256970 w 2521182"/>
                <a:gd name="connsiteY25" fmla="*/ 1180 h 2514438"/>
                <a:gd name="connsiteX26" fmla="*/ 250909 w 2521182"/>
                <a:gd name="connsiteY26" fmla="*/ 1 h 2514438"/>
                <a:gd name="connsiteX27" fmla="*/ 244844 w 2521182"/>
                <a:gd name="connsiteY27" fmla="*/ 1181 h 2514438"/>
                <a:gd name="connsiteX28" fmla="*/ 145218 w 2521182"/>
                <a:gd name="connsiteY28" fmla="*/ 1181 h 2514438"/>
                <a:gd name="connsiteX29" fmla="*/ 139157 w 2521182"/>
                <a:gd name="connsiteY29" fmla="*/ 1 h 2514438"/>
                <a:gd name="connsiteX30" fmla="*/ 87192 w 2521182"/>
                <a:gd name="connsiteY30" fmla="*/ 10113 h 2514438"/>
                <a:gd name="connsiteX31" fmla="*/ 71589 w 2521182"/>
                <a:gd name="connsiteY31" fmla="*/ 20474 h 2514438"/>
                <a:gd name="connsiteX32" fmla="*/ 50253 w 2521182"/>
                <a:gd name="connsiteY32" fmla="*/ 32715 h 2514438"/>
                <a:gd name="connsiteX33" fmla="*/ 46328 w 2521182"/>
                <a:gd name="connsiteY33" fmla="*/ 37248 h 2514438"/>
                <a:gd name="connsiteX34" fmla="*/ 41510 w 2521182"/>
                <a:gd name="connsiteY34" fmla="*/ 40448 h 2514438"/>
                <a:gd name="connsiteX35" fmla="*/ 41510 w 2521182"/>
                <a:gd name="connsiteY35" fmla="*/ 40447 h 2514438"/>
                <a:gd name="connsiteX36" fmla="*/ 34768 w 2521182"/>
                <a:gd name="connsiteY36" fmla="*/ 50600 h 2514438"/>
                <a:gd name="connsiteX37" fmla="*/ 19992 w 2521182"/>
                <a:gd name="connsiteY37" fmla="*/ 67667 h 2514438"/>
                <a:gd name="connsiteX38" fmla="*/ 15013 w 2521182"/>
                <a:gd name="connsiteY38" fmla="*/ 80349 h 2514438"/>
                <a:gd name="connsiteX39" fmla="*/ 11175 w 2521182"/>
                <a:gd name="connsiteY39" fmla="*/ 86128 h 2514438"/>
                <a:gd name="connsiteX40" fmla="*/ 9634 w 2521182"/>
                <a:gd name="connsiteY40" fmla="*/ 94051 h 2514438"/>
                <a:gd name="connsiteX41" fmla="*/ 2806 w 2521182"/>
                <a:gd name="connsiteY41" fmla="*/ 111443 h 2514438"/>
                <a:gd name="connsiteX42" fmla="*/ 0 w 2521182"/>
                <a:gd name="connsiteY42" fmla="*/ 139273 h 2514438"/>
                <a:gd name="connsiteX43" fmla="*/ 2806 w 2521182"/>
                <a:gd name="connsiteY43" fmla="*/ 167103 h 2514438"/>
                <a:gd name="connsiteX44" fmla="*/ 10544 w 2521182"/>
                <a:gd name="connsiteY44" fmla="*/ 186812 h 2514438"/>
                <a:gd name="connsiteX45" fmla="*/ 11175 w 2521182"/>
                <a:gd name="connsiteY45" fmla="*/ 190058 h 2514438"/>
                <a:gd name="connsiteX46" fmla="*/ 12748 w 2521182"/>
                <a:gd name="connsiteY46" fmla="*/ 192425 h 2514438"/>
                <a:gd name="connsiteX47" fmla="*/ 19992 w 2521182"/>
                <a:gd name="connsiteY47" fmla="*/ 210878 h 2514438"/>
                <a:gd name="connsiteX48" fmla="*/ 41491 w 2521182"/>
                <a:gd name="connsiteY48" fmla="*/ 235710 h 2514438"/>
                <a:gd name="connsiteX49" fmla="*/ 41510 w 2521182"/>
                <a:gd name="connsiteY49" fmla="*/ 235739 h 2514438"/>
                <a:gd name="connsiteX50" fmla="*/ 41553 w 2521182"/>
                <a:gd name="connsiteY50" fmla="*/ 235781 h 2514438"/>
                <a:gd name="connsiteX51" fmla="*/ 50253 w 2521182"/>
                <a:gd name="connsiteY51" fmla="*/ 245831 h 2514438"/>
                <a:gd name="connsiteX52" fmla="*/ 53418 w 2521182"/>
                <a:gd name="connsiteY52" fmla="*/ 247646 h 2514438"/>
                <a:gd name="connsiteX53" fmla="*/ 786416 w 2521182"/>
                <a:gd name="connsiteY53" fmla="*/ 980636 h 2514438"/>
                <a:gd name="connsiteX54" fmla="*/ 789475 w 2521182"/>
                <a:gd name="connsiteY54" fmla="*/ 980636 h 2514438"/>
                <a:gd name="connsiteX55" fmla="*/ 1578426 w 2521182"/>
                <a:gd name="connsiteY55" fmla="*/ 1769586 h 2514438"/>
                <a:gd name="connsiteX56" fmla="*/ 1578887 w 2521182"/>
                <a:gd name="connsiteY56" fmla="*/ 1769125 h 2514438"/>
                <a:gd name="connsiteX57" fmla="*/ 2270775 w 2521182"/>
                <a:gd name="connsiteY57" fmla="*/ 2461020 h 2514438"/>
                <a:gd name="connsiteX58" fmla="*/ 2272590 w 2521182"/>
                <a:gd name="connsiteY58" fmla="*/ 2464185 h 2514438"/>
                <a:gd name="connsiteX59" fmla="*/ 2282640 w 2521182"/>
                <a:gd name="connsiteY59" fmla="*/ 2472885 h 2514438"/>
                <a:gd name="connsiteX60" fmla="*/ 2282682 w 2521182"/>
                <a:gd name="connsiteY60" fmla="*/ 2472928 h 2514438"/>
                <a:gd name="connsiteX61" fmla="*/ 2282711 w 2521182"/>
                <a:gd name="connsiteY61" fmla="*/ 2472947 h 2514438"/>
                <a:gd name="connsiteX62" fmla="*/ 2307543 w 2521182"/>
                <a:gd name="connsiteY62" fmla="*/ 2494446 h 2514438"/>
                <a:gd name="connsiteX63" fmla="*/ 2325996 w 2521182"/>
                <a:gd name="connsiteY63" fmla="*/ 2501690 h 2514438"/>
                <a:gd name="connsiteX64" fmla="*/ 2328363 w 2521182"/>
                <a:gd name="connsiteY64" fmla="*/ 2503263 h 2514438"/>
                <a:gd name="connsiteX65" fmla="*/ 2331609 w 2521182"/>
                <a:gd name="connsiteY65" fmla="*/ 2503894 h 2514438"/>
                <a:gd name="connsiteX66" fmla="*/ 2351318 w 2521182"/>
                <a:gd name="connsiteY66" fmla="*/ 2511632 h 251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21182" h="2514438">
                  <a:moveTo>
                    <a:pt x="2379148" y="2514438"/>
                  </a:moveTo>
                  <a:lnTo>
                    <a:pt x="2406978" y="2511632"/>
                  </a:lnTo>
                  <a:lnTo>
                    <a:pt x="2424370" y="2504804"/>
                  </a:lnTo>
                  <a:lnTo>
                    <a:pt x="2432293" y="2503263"/>
                  </a:lnTo>
                  <a:lnTo>
                    <a:pt x="2438072" y="2499425"/>
                  </a:lnTo>
                  <a:lnTo>
                    <a:pt x="2450754" y="2494446"/>
                  </a:lnTo>
                  <a:lnTo>
                    <a:pt x="2467821" y="2479670"/>
                  </a:lnTo>
                  <a:lnTo>
                    <a:pt x="2477974" y="2472928"/>
                  </a:lnTo>
                  <a:lnTo>
                    <a:pt x="2477973" y="2472928"/>
                  </a:lnTo>
                  <a:lnTo>
                    <a:pt x="2481173" y="2468110"/>
                  </a:lnTo>
                  <a:lnTo>
                    <a:pt x="2485706" y="2464185"/>
                  </a:lnTo>
                  <a:lnTo>
                    <a:pt x="2497947" y="2442849"/>
                  </a:lnTo>
                  <a:lnTo>
                    <a:pt x="2508308" y="2427246"/>
                  </a:lnTo>
                  <a:cubicBezTo>
                    <a:pt x="2515050" y="2410623"/>
                    <a:pt x="2518419" y="2392952"/>
                    <a:pt x="2518420" y="2375281"/>
                  </a:cubicBezTo>
                  <a:lnTo>
                    <a:pt x="2517240" y="2369220"/>
                  </a:lnTo>
                  <a:lnTo>
                    <a:pt x="2517240" y="2269594"/>
                  </a:lnTo>
                  <a:lnTo>
                    <a:pt x="2518420" y="2263529"/>
                  </a:lnTo>
                  <a:lnTo>
                    <a:pt x="2517241" y="2257468"/>
                  </a:lnTo>
                  <a:lnTo>
                    <a:pt x="2517242" y="980635"/>
                  </a:lnTo>
                  <a:lnTo>
                    <a:pt x="2521182" y="980635"/>
                  </a:lnTo>
                  <a:lnTo>
                    <a:pt x="2521182" y="0"/>
                  </a:lnTo>
                  <a:lnTo>
                    <a:pt x="1645990" y="0"/>
                  </a:lnTo>
                  <a:lnTo>
                    <a:pt x="1645990" y="1"/>
                  </a:lnTo>
                  <a:lnTo>
                    <a:pt x="1534237" y="1"/>
                  </a:lnTo>
                  <a:lnTo>
                    <a:pt x="1534237" y="1179"/>
                  </a:lnTo>
                  <a:lnTo>
                    <a:pt x="256970" y="1180"/>
                  </a:lnTo>
                  <a:lnTo>
                    <a:pt x="250909" y="1"/>
                  </a:lnTo>
                  <a:lnTo>
                    <a:pt x="244844" y="1181"/>
                  </a:lnTo>
                  <a:lnTo>
                    <a:pt x="145218" y="1181"/>
                  </a:lnTo>
                  <a:lnTo>
                    <a:pt x="139157" y="1"/>
                  </a:lnTo>
                  <a:cubicBezTo>
                    <a:pt x="121486" y="2"/>
                    <a:pt x="103815" y="3371"/>
                    <a:pt x="87192" y="10113"/>
                  </a:cubicBezTo>
                  <a:lnTo>
                    <a:pt x="71589" y="20474"/>
                  </a:lnTo>
                  <a:lnTo>
                    <a:pt x="50253" y="32715"/>
                  </a:lnTo>
                  <a:lnTo>
                    <a:pt x="46328" y="37248"/>
                  </a:lnTo>
                  <a:lnTo>
                    <a:pt x="41510" y="40448"/>
                  </a:lnTo>
                  <a:lnTo>
                    <a:pt x="41510" y="40447"/>
                  </a:lnTo>
                  <a:lnTo>
                    <a:pt x="34768" y="50600"/>
                  </a:lnTo>
                  <a:lnTo>
                    <a:pt x="19992" y="67667"/>
                  </a:lnTo>
                  <a:lnTo>
                    <a:pt x="15013" y="80349"/>
                  </a:lnTo>
                  <a:lnTo>
                    <a:pt x="11175" y="86128"/>
                  </a:lnTo>
                  <a:lnTo>
                    <a:pt x="9634" y="94051"/>
                  </a:lnTo>
                  <a:lnTo>
                    <a:pt x="2806" y="111443"/>
                  </a:lnTo>
                  <a:lnTo>
                    <a:pt x="0" y="139273"/>
                  </a:lnTo>
                  <a:lnTo>
                    <a:pt x="2806" y="167103"/>
                  </a:lnTo>
                  <a:lnTo>
                    <a:pt x="10544" y="186812"/>
                  </a:lnTo>
                  <a:lnTo>
                    <a:pt x="11175" y="190058"/>
                  </a:lnTo>
                  <a:lnTo>
                    <a:pt x="12748" y="192425"/>
                  </a:lnTo>
                  <a:lnTo>
                    <a:pt x="19992" y="210878"/>
                  </a:lnTo>
                  <a:lnTo>
                    <a:pt x="41491" y="235710"/>
                  </a:lnTo>
                  <a:lnTo>
                    <a:pt x="41510" y="235739"/>
                  </a:lnTo>
                  <a:lnTo>
                    <a:pt x="41553" y="235781"/>
                  </a:lnTo>
                  <a:lnTo>
                    <a:pt x="50253" y="245831"/>
                  </a:lnTo>
                  <a:lnTo>
                    <a:pt x="53418" y="247646"/>
                  </a:lnTo>
                  <a:lnTo>
                    <a:pt x="786416" y="980636"/>
                  </a:lnTo>
                  <a:lnTo>
                    <a:pt x="789475" y="980636"/>
                  </a:lnTo>
                  <a:lnTo>
                    <a:pt x="1578426" y="1769586"/>
                  </a:lnTo>
                  <a:lnTo>
                    <a:pt x="1578887" y="1769125"/>
                  </a:lnTo>
                  <a:lnTo>
                    <a:pt x="2270775" y="2461020"/>
                  </a:lnTo>
                  <a:lnTo>
                    <a:pt x="2272590" y="2464185"/>
                  </a:lnTo>
                  <a:lnTo>
                    <a:pt x="2282640" y="2472885"/>
                  </a:lnTo>
                  <a:lnTo>
                    <a:pt x="2282682" y="2472928"/>
                  </a:lnTo>
                  <a:lnTo>
                    <a:pt x="2282711" y="2472947"/>
                  </a:lnTo>
                  <a:lnTo>
                    <a:pt x="2307543" y="2494446"/>
                  </a:lnTo>
                  <a:lnTo>
                    <a:pt x="2325996" y="2501690"/>
                  </a:lnTo>
                  <a:lnTo>
                    <a:pt x="2328363" y="2503263"/>
                  </a:lnTo>
                  <a:lnTo>
                    <a:pt x="2331609" y="2503894"/>
                  </a:lnTo>
                  <a:lnTo>
                    <a:pt x="2351318" y="2511632"/>
                  </a:lnTo>
                  <a:close/>
                </a:path>
              </a:pathLst>
            </a:custGeom>
            <a:noFill/>
            <a:ln w="22225">
              <a:gradFill flip="none" rotWithShape="1">
                <a:gsLst>
                  <a:gs pos="67000">
                    <a:schemeClr val="bg1"/>
                  </a:gs>
                  <a:gs pos="22000">
                    <a:schemeClr val="bg1">
                      <a:alpha val="0"/>
                      <a:lumMod val="100000"/>
                    </a:schemeClr>
                  </a:gs>
                </a:gsLst>
                <a:lin ang="8100000" scaled="0"/>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 name="任意多边形 26"/>
            <p:cNvSpPr/>
            <p:nvPr/>
          </p:nvSpPr>
          <p:spPr>
            <a:xfrm rot="10800000">
              <a:off x="6138642" y="1615844"/>
              <a:ext cx="2204879" cy="2198981"/>
            </a:xfrm>
            <a:custGeom>
              <a:avLst/>
              <a:gdLst>
                <a:gd name="connsiteX0" fmla="*/ 2379148 w 2521182"/>
                <a:gd name="connsiteY0" fmla="*/ 2514438 h 2514438"/>
                <a:gd name="connsiteX1" fmla="*/ 2406978 w 2521182"/>
                <a:gd name="connsiteY1" fmla="*/ 2511632 h 2514438"/>
                <a:gd name="connsiteX2" fmla="*/ 2424370 w 2521182"/>
                <a:gd name="connsiteY2" fmla="*/ 2504804 h 2514438"/>
                <a:gd name="connsiteX3" fmla="*/ 2432293 w 2521182"/>
                <a:gd name="connsiteY3" fmla="*/ 2503263 h 2514438"/>
                <a:gd name="connsiteX4" fmla="*/ 2438072 w 2521182"/>
                <a:gd name="connsiteY4" fmla="*/ 2499425 h 2514438"/>
                <a:gd name="connsiteX5" fmla="*/ 2450754 w 2521182"/>
                <a:gd name="connsiteY5" fmla="*/ 2494446 h 2514438"/>
                <a:gd name="connsiteX6" fmla="*/ 2467821 w 2521182"/>
                <a:gd name="connsiteY6" fmla="*/ 2479670 h 2514438"/>
                <a:gd name="connsiteX7" fmla="*/ 2477974 w 2521182"/>
                <a:gd name="connsiteY7" fmla="*/ 2472928 h 2514438"/>
                <a:gd name="connsiteX8" fmla="*/ 2477973 w 2521182"/>
                <a:gd name="connsiteY8" fmla="*/ 2472928 h 2514438"/>
                <a:gd name="connsiteX9" fmla="*/ 2481173 w 2521182"/>
                <a:gd name="connsiteY9" fmla="*/ 2468110 h 2514438"/>
                <a:gd name="connsiteX10" fmla="*/ 2485706 w 2521182"/>
                <a:gd name="connsiteY10" fmla="*/ 2464185 h 2514438"/>
                <a:gd name="connsiteX11" fmla="*/ 2497947 w 2521182"/>
                <a:gd name="connsiteY11" fmla="*/ 2442849 h 2514438"/>
                <a:gd name="connsiteX12" fmla="*/ 2508308 w 2521182"/>
                <a:gd name="connsiteY12" fmla="*/ 2427246 h 2514438"/>
                <a:gd name="connsiteX13" fmla="*/ 2518420 w 2521182"/>
                <a:gd name="connsiteY13" fmla="*/ 2375281 h 2514438"/>
                <a:gd name="connsiteX14" fmla="*/ 2517240 w 2521182"/>
                <a:gd name="connsiteY14" fmla="*/ 2369220 h 2514438"/>
                <a:gd name="connsiteX15" fmla="*/ 2517240 w 2521182"/>
                <a:gd name="connsiteY15" fmla="*/ 2269594 h 2514438"/>
                <a:gd name="connsiteX16" fmla="*/ 2518420 w 2521182"/>
                <a:gd name="connsiteY16" fmla="*/ 2263529 h 2514438"/>
                <a:gd name="connsiteX17" fmla="*/ 2517241 w 2521182"/>
                <a:gd name="connsiteY17" fmla="*/ 2257468 h 2514438"/>
                <a:gd name="connsiteX18" fmla="*/ 2517242 w 2521182"/>
                <a:gd name="connsiteY18" fmla="*/ 980635 h 2514438"/>
                <a:gd name="connsiteX19" fmla="*/ 2521182 w 2521182"/>
                <a:gd name="connsiteY19" fmla="*/ 980635 h 2514438"/>
                <a:gd name="connsiteX20" fmla="*/ 2521182 w 2521182"/>
                <a:gd name="connsiteY20" fmla="*/ 0 h 2514438"/>
                <a:gd name="connsiteX21" fmla="*/ 1645990 w 2521182"/>
                <a:gd name="connsiteY21" fmla="*/ 0 h 2514438"/>
                <a:gd name="connsiteX22" fmla="*/ 1645990 w 2521182"/>
                <a:gd name="connsiteY22" fmla="*/ 1 h 2514438"/>
                <a:gd name="connsiteX23" fmla="*/ 1534237 w 2521182"/>
                <a:gd name="connsiteY23" fmla="*/ 1 h 2514438"/>
                <a:gd name="connsiteX24" fmla="*/ 1534237 w 2521182"/>
                <a:gd name="connsiteY24" fmla="*/ 1179 h 2514438"/>
                <a:gd name="connsiteX25" fmla="*/ 256970 w 2521182"/>
                <a:gd name="connsiteY25" fmla="*/ 1180 h 2514438"/>
                <a:gd name="connsiteX26" fmla="*/ 250909 w 2521182"/>
                <a:gd name="connsiteY26" fmla="*/ 1 h 2514438"/>
                <a:gd name="connsiteX27" fmla="*/ 244844 w 2521182"/>
                <a:gd name="connsiteY27" fmla="*/ 1181 h 2514438"/>
                <a:gd name="connsiteX28" fmla="*/ 145218 w 2521182"/>
                <a:gd name="connsiteY28" fmla="*/ 1181 h 2514438"/>
                <a:gd name="connsiteX29" fmla="*/ 139157 w 2521182"/>
                <a:gd name="connsiteY29" fmla="*/ 1 h 2514438"/>
                <a:gd name="connsiteX30" fmla="*/ 87192 w 2521182"/>
                <a:gd name="connsiteY30" fmla="*/ 10113 h 2514438"/>
                <a:gd name="connsiteX31" fmla="*/ 71589 w 2521182"/>
                <a:gd name="connsiteY31" fmla="*/ 20474 h 2514438"/>
                <a:gd name="connsiteX32" fmla="*/ 50253 w 2521182"/>
                <a:gd name="connsiteY32" fmla="*/ 32715 h 2514438"/>
                <a:gd name="connsiteX33" fmla="*/ 46328 w 2521182"/>
                <a:gd name="connsiteY33" fmla="*/ 37248 h 2514438"/>
                <a:gd name="connsiteX34" fmla="*/ 41510 w 2521182"/>
                <a:gd name="connsiteY34" fmla="*/ 40448 h 2514438"/>
                <a:gd name="connsiteX35" fmla="*/ 41510 w 2521182"/>
                <a:gd name="connsiteY35" fmla="*/ 40447 h 2514438"/>
                <a:gd name="connsiteX36" fmla="*/ 34768 w 2521182"/>
                <a:gd name="connsiteY36" fmla="*/ 50600 h 2514438"/>
                <a:gd name="connsiteX37" fmla="*/ 19992 w 2521182"/>
                <a:gd name="connsiteY37" fmla="*/ 67667 h 2514438"/>
                <a:gd name="connsiteX38" fmla="*/ 15013 w 2521182"/>
                <a:gd name="connsiteY38" fmla="*/ 80349 h 2514438"/>
                <a:gd name="connsiteX39" fmla="*/ 11175 w 2521182"/>
                <a:gd name="connsiteY39" fmla="*/ 86128 h 2514438"/>
                <a:gd name="connsiteX40" fmla="*/ 9634 w 2521182"/>
                <a:gd name="connsiteY40" fmla="*/ 94051 h 2514438"/>
                <a:gd name="connsiteX41" fmla="*/ 2806 w 2521182"/>
                <a:gd name="connsiteY41" fmla="*/ 111443 h 2514438"/>
                <a:gd name="connsiteX42" fmla="*/ 0 w 2521182"/>
                <a:gd name="connsiteY42" fmla="*/ 139273 h 2514438"/>
                <a:gd name="connsiteX43" fmla="*/ 2806 w 2521182"/>
                <a:gd name="connsiteY43" fmla="*/ 167103 h 2514438"/>
                <a:gd name="connsiteX44" fmla="*/ 10544 w 2521182"/>
                <a:gd name="connsiteY44" fmla="*/ 186812 h 2514438"/>
                <a:gd name="connsiteX45" fmla="*/ 11175 w 2521182"/>
                <a:gd name="connsiteY45" fmla="*/ 190058 h 2514438"/>
                <a:gd name="connsiteX46" fmla="*/ 12748 w 2521182"/>
                <a:gd name="connsiteY46" fmla="*/ 192425 h 2514438"/>
                <a:gd name="connsiteX47" fmla="*/ 19992 w 2521182"/>
                <a:gd name="connsiteY47" fmla="*/ 210878 h 2514438"/>
                <a:gd name="connsiteX48" fmla="*/ 41491 w 2521182"/>
                <a:gd name="connsiteY48" fmla="*/ 235710 h 2514438"/>
                <a:gd name="connsiteX49" fmla="*/ 41510 w 2521182"/>
                <a:gd name="connsiteY49" fmla="*/ 235739 h 2514438"/>
                <a:gd name="connsiteX50" fmla="*/ 41553 w 2521182"/>
                <a:gd name="connsiteY50" fmla="*/ 235781 h 2514438"/>
                <a:gd name="connsiteX51" fmla="*/ 50253 w 2521182"/>
                <a:gd name="connsiteY51" fmla="*/ 245831 h 2514438"/>
                <a:gd name="connsiteX52" fmla="*/ 53418 w 2521182"/>
                <a:gd name="connsiteY52" fmla="*/ 247646 h 2514438"/>
                <a:gd name="connsiteX53" fmla="*/ 786416 w 2521182"/>
                <a:gd name="connsiteY53" fmla="*/ 980636 h 2514438"/>
                <a:gd name="connsiteX54" fmla="*/ 789475 w 2521182"/>
                <a:gd name="connsiteY54" fmla="*/ 980636 h 2514438"/>
                <a:gd name="connsiteX55" fmla="*/ 1578426 w 2521182"/>
                <a:gd name="connsiteY55" fmla="*/ 1769586 h 2514438"/>
                <a:gd name="connsiteX56" fmla="*/ 1578887 w 2521182"/>
                <a:gd name="connsiteY56" fmla="*/ 1769125 h 2514438"/>
                <a:gd name="connsiteX57" fmla="*/ 2270775 w 2521182"/>
                <a:gd name="connsiteY57" fmla="*/ 2461020 h 2514438"/>
                <a:gd name="connsiteX58" fmla="*/ 2272590 w 2521182"/>
                <a:gd name="connsiteY58" fmla="*/ 2464185 h 2514438"/>
                <a:gd name="connsiteX59" fmla="*/ 2282640 w 2521182"/>
                <a:gd name="connsiteY59" fmla="*/ 2472885 h 2514438"/>
                <a:gd name="connsiteX60" fmla="*/ 2282682 w 2521182"/>
                <a:gd name="connsiteY60" fmla="*/ 2472928 h 2514438"/>
                <a:gd name="connsiteX61" fmla="*/ 2282711 w 2521182"/>
                <a:gd name="connsiteY61" fmla="*/ 2472947 h 2514438"/>
                <a:gd name="connsiteX62" fmla="*/ 2307543 w 2521182"/>
                <a:gd name="connsiteY62" fmla="*/ 2494446 h 2514438"/>
                <a:gd name="connsiteX63" fmla="*/ 2325996 w 2521182"/>
                <a:gd name="connsiteY63" fmla="*/ 2501690 h 2514438"/>
                <a:gd name="connsiteX64" fmla="*/ 2328363 w 2521182"/>
                <a:gd name="connsiteY64" fmla="*/ 2503263 h 2514438"/>
                <a:gd name="connsiteX65" fmla="*/ 2331609 w 2521182"/>
                <a:gd name="connsiteY65" fmla="*/ 2503894 h 2514438"/>
                <a:gd name="connsiteX66" fmla="*/ 2351318 w 2521182"/>
                <a:gd name="connsiteY66" fmla="*/ 2511632 h 251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21182" h="2514438">
                  <a:moveTo>
                    <a:pt x="2379148" y="2514438"/>
                  </a:moveTo>
                  <a:lnTo>
                    <a:pt x="2406978" y="2511632"/>
                  </a:lnTo>
                  <a:lnTo>
                    <a:pt x="2424370" y="2504804"/>
                  </a:lnTo>
                  <a:lnTo>
                    <a:pt x="2432293" y="2503263"/>
                  </a:lnTo>
                  <a:lnTo>
                    <a:pt x="2438072" y="2499425"/>
                  </a:lnTo>
                  <a:lnTo>
                    <a:pt x="2450754" y="2494446"/>
                  </a:lnTo>
                  <a:lnTo>
                    <a:pt x="2467821" y="2479670"/>
                  </a:lnTo>
                  <a:lnTo>
                    <a:pt x="2477974" y="2472928"/>
                  </a:lnTo>
                  <a:lnTo>
                    <a:pt x="2477973" y="2472928"/>
                  </a:lnTo>
                  <a:lnTo>
                    <a:pt x="2481173" y="2468110"/>
                  </a:lnTo>
                  <a:lnTo>
                    <a:pt x="2485706" y="2464185"/>
                  </a:lnTo>
                  <a:lnTo>
                    <a:pt x="2497947" y="2442849"/>
                  </a:lnTo>
                  <a:lnTo>
                    <a:pt x="2508308" y="2427246"/>
                  </a:lnTo>
                  <a:cubicBezTo>
                    <a:pt x="2515050" y="2410623"/>
                    <a:pt x="2518419" y="2392952"/>
                    <a:pt x="2518420" y="2375281"/>
                  </a:cubicBezTo>
                  <a:lnTo>
                    <a:pt x="2517240" y="2369220"/>
                  </a:lnTo>
                  <a:lnTo>
                    <a:pt x="2517240" y="2269594"/>
                  </a:lnTo>
                  <a:lnTo>
                    <a:pt x="2518420" y="2263529"/>
                  </a:lnTo>
                  <a:lnTo>
                    <a:pt x="2517241" y="2257468"/>
                  </a:lnTo>
                  <a:lnTo>
                    <a:pt x="2517242" y="980635"/>
                  </a:lnTo>
                  <a:lnTo>
                    <a:pt x="2521182" y="980635"/>
                  </a:lnTo>
                  <a:lnTo>
                    <a:pt x="2521182" y="0"/>
                  </a:lnTo>
                  <a:lnTo>
                    <a:pt x="1645990" y="0"/>
                  </a:lnTo>
                  <a:lnTo>
                    <a:pt x="1645990" y="1"/>
                  </a:lnTo>
                  <a:lnTo>
                    <a:pt x="1534237" y="1"/>
                  </a:lnTo>
                  <a:lnTo>
                    <a:pt x="1534237" y="1179"/>
                  </a:lnTo>
                  <a:lnTo>
                    <a:pt x="256970" y="1180"/>
                  </a:lnTo>
                  <a:lnTo>
                    <a:pt x="250909" y="1"/>
                  </a:lnTo>
                  <a:lnTo>
                    <a:pt x="244844" y="1181"/>
                  </a:lnTo>
                  <a:lnTo>
                    <a:pt x="145218" y="1181"/>
                  </a:lnTo>
                  <a:lnTo>
                    <a:pt x="139157" y="1"/>
                  </a:lnTo>
                  <a:cubicBezTo>
                    <a:pt x="121486" y="2"/>
                    <a:pt x="103815" y="3371"/>
                    <a:pt x="87192" y="10113"/>
                  </a:cubicBezTo>
                  <a:lnTo>
                    <a:pt x="71589" y="20474"/>
                  </a:lnTo>
                  <a:lnTo>
                    <a:pt x="50253" y="32715"/>
                  </a:lnTo>
                  <a:lnTo>
                    <a:pt x="46328" y="37248"/>
                  </a:lnTo>
                  <a:lnTo>
                    <a:pt x="41510" y="40448"/>
                  </a:lnTo>
                  <a:lnTo>
                    <a:pt x="41510" y="40447"/>
                  </a:lnTo>
                  <a:lnTo>
                    <a:pt x="34768" y="50600"/>
                  </a:lnTo>
                  <a:lnTo>
                    <a:pt x="19992" y="67667"/>
                  </a:lnTo>
                  <a:lnTo>
                    <a:pt x="15013" y="80349"/>
                  </a:lnTo>
                  <a:lnTo>
                    <a:pt x="11175" y="86128"/>
                  </a:lnTo>
                  <a:lnTo>
                    <a:pt x="9634" y="94051"/>
                  </a:lnTo>
                  <a:lnTo>
                    <a:pt x="2806" y="111443"/>
                  </a:lnTo>
                  <a:lnTo>
                    <a:pt x="0" y="139273"/>
                  </a:lnTo>
                  <a:lnTo>
                    <a:pt x="2806" y="167103"/>
                  </a:lnTo>
                  <a:lnTo>
                    <a:pt x="10544" y="186812"/>
                  </a:lnTo>
                  <a:lnTo>
                    <a:pt x="11175" y="190058"/>
                  </a:lnTo>
                  <a:lnTo>
                    <a:pt x="12748" y="192425"/>
                  </a:lnTo>
                  <a:lnTo>
                    <a:pt x="19992" y="210878"/>
                  </a:lnTo>
                  <a:lnTo>
                    <a:pt x="41491" y="235710"/>
                  </a:lnTo>
                  <a:lnTo>
                    <a:pt x="41510" y="235739"/>
                  </a:lnTo>
                  <a:lnTo>
                    <a:pt x="41553" y="235781"/>
                  </a:lnTo>
                  <a:lnTo>
                    <a:pt x="50253" y="245831"/>
                  </a:lnTo>
                  <a:lnTo>
                    <a:pt x="53418" y="247646"/>
                  </a:lnTo>
                  <a:lnTo>
                    <a:pt x="786416" y="980636"/>
                  </a:lnTo>
                  <a:lnTo>
                    <a:pt x="789475" y="980636"/>
                  </a:lnTo>
                  <a:lnTo>
                    <a:pt x="1578426" y="1769586"/>
                  </a:lnTo>
                  <a:lnTo>
                    <a:pt x="1578887" y="1769125"/>
                  </a:lnTo>
                  <a:lnTo>
                    <a:pt x="2270775" y="2461020"/>
                  </a:lnTo>
                  <a:lnTo>
                    <a:pt x="2272590" y="2464185"/>
                  </a:lnTo>
                  <a:lnTo>
                    <a:pt x="2282640" y="2472885"/>
                  </a:lnTo>
                  <a:lnTo>
                    <a:pt x="2282682" y="2472928"/>
                  </a:lnTo>
                  <a:lnTo>
                    <a:pt x="2282711" y="2472947"/>
                  </a:lnTo>
                  <a:lnTo>
                    <a:pt x="2307543" y="2494446"/>
                  </a:lnTo>
                  <a:lnTo>
                    <a:pt x="2325996" y="2501690"/>
                  </a:lnTo>
                  <a:lnTo>
                    <a:pt x="2328363" y="2503263"/>
                  </a:lnTo>
                  <a:lnTo>
                    <a:pt x="2331609" y="2503894"/>
                  </a:lnTo>
                  <a:lnTo>
                    <a:pt x="2351318" y="2511632"/>
                  </a:lnTo>
                  <a:close/>
                </a:path>
              </a:pathLst>
            </a:custGeom>
            <a:noFill/>
            <a:ln w="22225">
              <a:gradFill flip="none" rotWithShape="1">
                <a:gsLst>
                  <a:gs pos="67000">
                    <a:schemeClr val="bg1"/>
                  </a:gs>
                  <a:gs pos="22000">
                    <a:schemeClr val="bg1">
                      <a:alpha val="0"/>
                      <a:lumMod val="100000"/>
                    </a:schemeClr>
                  </a:gs>
                </a:gsLst>
                <a:lin ang="8100000" scaled="0"/>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 name="任意多边形 27"/>
            <p:cNvSpPr/>
            <p:nvPr/>
          </p:nvSpPr>
          <p:spPr>
            <a:xfrm rot="10800000" flipH="1" flipV="1">
              <a:off x="3850779" y="3875595"/>
              <a:ext cx="2173791" cy="2198981"/>
            </a:xfrm>
            <a:custGeom>
              <a:avLst/>
              <a:gdLst>
                <a:gd name="connsiteX0" fmla="*/ 2379148 w 2521182"/>
                <a:gd name="connsiteY0" fmla="*/ 2514438 h 2514438"/>
                <a:gd name="connsiteX1" fmla="*/ 2406978 w 2521182"/>
                <a:gd name="connsiteY1" fmla="*/ 2511632 h 2514438"/>
                <a:gd name="connsiteX2" fmla="*/ 2424370 w 2521182"/>
                <a:gd name="connsiteY2" fmla="*/ 2504804 h 2514438"/>
                <a:gd name="connsiteX3" fmla="*/ 2432293 w 2521182"/>
                <a:gd name="connsiteY3" fmla="*/ 2503263 h 2514438"/>
                <a:gd name="connsiteX4" fmla="*/ 2438072 w 2521182"/>
                <a:gd name="connsiteY4" fmla="*/ 2499425 h 2514438"/>
                <a:gd name="connsiteX5" fmla="*/ 2450754 w 2521182"/>
                <a:gd name="connsiteY5" fmla="*/ 2494446 h 2514438"/>
                <a:gd name="connsiteX6" fmla="*/ 2467821 w 2521182"/>
                <a:gd name="connsiteY6" fmla="*/ 2479670 h 2514438"/>
                <a:gd name="connsiteX7" fmla="*/ 2477974 w 2521182"/>
                <a:gd name="connsiteY7" fmla="*/ 2472928 h 2514438"/>
                <a:gd name="connsiteX8" fmla="*/ 2477973 w 2521182"/>
                <a:gd name="connsiteY8" fmla="*/ 2472928 h 2514438"/>
                <a:gd name="connsiteX9" fmla="*/ 2481173 w 2521182"/>
                <a:gd name="connsiteY9" fmla="*/ 2468110 h 2514438"/>
                <a:gd name="connsiteX10" fmla="*/ 2485706 w 2521182"/>
                <a:gd name="connsiteY10" fmla="*/ 2464185 h 2514438"/>
                <a:gd name="connsiteX11" fmla="*/ 2497947 w 2521182"/>
                <a:gd name="connsiteY11" fmla="*/ 2442849 h 2514438"/>
                <a:gd name="connsiteX12" fmla="*/ 2508308 w 2521182"/>
                <a:gd name="connsiteY12" fmla="*/ 2427246 h 2514438"/>
                <a:gd name="connsiteX13" fmla="*/ 2518420 w 2521182"/>
                <a:gd name="connsiteY13" fmla="*/ 2375281 h 2514438"/>
                <a:gd name="connsiteX14" fmla="*/ 2517240 w 2521182"/>
                <a:gd name="connsiteY14" fmla="*/ 2369220 h 2514438"/>
                <a:gd name="connsiteX15" fmla="*/ 2517240 w 2521182"/>
                <a:gd name="connsiteY15" fmla="*/ 2269594 h 2514438"/>
                <a:gd name="connsiteX16" fmla="*/ 2518420 w 2521182"/>
                <a:gd name="connsiteY16" fmla="*/ 2263529 h 2514438"/>
                <a:gd name="connsiteX17" fmla="*/ 2517241 w 2521182"/>
                <a:gd name="connsiteY17" fmla="*/ 2257468 h 2514438"/>
                <a:gd name="connsiteX18" fmla="*/ 2517242 w 2521182"/>
                <a:gd name="connsiteY18" fmla="*/ 980635 h 2514438"/>
                <a:gd name="connsiteX19" fmla="*/ 2521182 w 2521182"/>
                <a:gd name="connsiteY19" fmla="*/ 980635 h 2514438"/>
                <a:gd name="connsiteX20" fmla="*/ 2521182 w 2521182"/>
                <a:gd name="connsiteY20" fmla="*/ 0 h 2514438"/>
                <a:gd name="connsiteX21" fmla="*/ 1645990 w 2521182"/>
                <a:gd name="connsiteY21" fmla="*/ 0 h 2514438"/>
                <a:gd name="connsiteX22" fmla="*/ 1645990 w 2521182"/>
                <a:gd name="connsiteY22" fmla="*/ 1 h 2514438"/>
                <a:gd name="connsiteX23" fmla="*/ 1534237 w 2521182"/>
                <a:gd name="connsiteY23" fmla="*/ 1 h 2514438"/>
                <a:gd name="connsiteX24" fmla="*/ 1534237 w 2521182"/>
                <a:gd name="connsiteY24" fmla="*/ 1179 h 2514438"/>
                <a:gd name="connsiteX25" fmla="*/ 256970 w 2521182"/>
                <a:gd name="connsiteY25" fmla="*/ 1180 h 2514438"/>
                <a:gd name="connsiteX26" fmla="*/ 250909 w 2521182"/>
                <a:gd name="connsiteY26" fmla="*/ 1 h 2514438"/>
                <a:gd name="connsiteX27" fmla="*/ 244844 w 2521182"/>
                <a:gd name="connsiteY27" fmla="*/ 1181 h 2514438"/>
                <a:gd name="connsiteX28" fmla="*/ 145218 w 2521182"/>
                <a:gd name="connsiteY28" fmla="*/ 1181 h 2514438"/>
                <a:gd name="connsiteX29" fmla="*/ 139157 w 2521182"/>
                <a:gd name="connsiteY29" fmla="*/ 1 h 2514438"/>
                <a:gd name="connsiteX30" fmla="*/ 87192 w 2521182"/>
                <a:gd name="connsiteY30" fmla="*/ 10113 h 2514438"/>
                <a:gd name="connsiteX31" fmla="*/ 71589 w 2521182"/>
                <a:gd name="connsiteY31" fmla="*/ 20474 h 2514438"/>
                <a:gd name="connsiteX32" fmla="*/ 50253 w 2521182"/>
                <a:gd name="connsiteY32" fmla="*/ 32715 h 2514438"/>
                <a:gd name="connsiteX33" fmla="*/ 46328 w 2521182"/>
                <a:gd name="connsiteY33" fmla="*/ 37248 h 2514438"/>
                <a:gd name="connsiteX34" fmla="*/ 41510 w 2521182"/>
                <a:gd name="connsiteY34" fmla="*/ 40448 h 2514438"/>
                <a:gd name="connsiteX35" fmla="*/ 41510 w 2521182"/>
                <a:gd name="connsiteY35" fmla="*/ 40447 h 2514438"/>
                <a:gd name="connsiteX36" fmla="*/ 34768 w 2521182"/>
                <a:gd name="connsiteY36" fmla="*/ 50600 h 2514438"/>
                <a:gd name="connsiteX37" fmla="*/ 19992 w 2521182"/>
                <a:gd name="connsiteY37" fmla="*/ 67667 h 2514438"/>
                <a:gd name="connsiteX38" fmla="*/ 15013 w 2521182"/>
                <a:gd name="connsiteY38" fmla="*/ 80349 h 2514438"/>
                <a:gd name="connsiteX39" fmla="*/ 11175 w 2521182"/>
                <a:gd name="connsiteY39" fmla="*/ 86128 h 2514438"/>
                <a:gd name="connsiteX40" fmla="*/ 9634 w 2521182"/>
                <a:gd name="connsiteY40" fmla="*/ 94051 h 2514438"/>
                <a:gd name="connsiteX41" fmla="*/ 2806 w 2521182"/>
                <a:gd name="connsiteY41" fmla="*/ 111443 h 2514438"/>
                <a:gd name="connsiteX42" fmla="*/ 0 w 2521182"/>
                <a:gd name="connsiteY42" fmla="*/ 139273 h 2514438"/>
                <a:gd name="connsiteX43" fmla="*/ 2806 w 2521182"/>
                <a:gd name="connsiteY43" fmla="*/ 167103 h 2514438"/>
                <a:gd name="connsiteX44" fmla="*/ 10544 w 2521182"/>
                <a:gd name="connsiteY44" fmla="*/ 186812 h 2514438"/>
                <a:gd name="connsiteX45" fmla="*/ 11175 w 2521182"/>
                <a:gd name="connsiteY45" fmla="*/ 190058 h 2514438"/>
                <a:gd name="connsiteX46" fmla="*/ 12748 w 2521182"/>
                <a:gd name="connsiteY46" fmla="*/ 192425 h 2514438"/>
                <a:gd name="connsiteX47" fmla="*/ 19992 w 2521182"/>
                <a:gd name="connsiteY47" fmla="*/ 210878 h 2514438"/>
                <a:gd name="connsiteX48" fmla="*/ 41491 w 2521182"/>
                <a:gd name="connsiteY48" fmla="*/ 235710 h 2514438"/>
                <a:gd name="connsiteX49" fmla="*/ 41510 w 2521182"/>
                <a:gd name="connsiteY49" fmla="*/ 235739 h 2514438"/>
                <a:gd name="connsiteX50" fmla="*/ 41553 w 2521182"/>
                <a:gd name="connsiteY50" fmla="*/ 235781 h 2514438"/>
                <a:gd name="connsiteX51" fmla="*/ 50253 w 2521182"/>
                <a:gd name="connsiteY51" fmla="*/ 245831 h 2514438"/>
                <a:gd name="connsiteX52" fmla="*/ 53418 w 2521182"/>
                <a:gd name="connsiteY52" fmla="*/ 247646 h 2514438"/>
                <a:gd name="connsiteX53" fmla="*/ 786416 w 2521182"/>
                <a:gd name="connsiteY53" fmla="*/ 980636 h 2514438"/>
                <a:gd name="connsiteX54" fmla="*/ 789475 w 2521182"/>
                <a:gd name="connsiteY54" fmla="*/ 980636 h 2514438"/>
                <a:gd name="connsiteX55" fmla="*/ 1578426 w 2521182"/>
                <a:gd name="connsiteY55" fmla="*/ 1769586 h 2514438"/>
                <a:gd name="connsiteX56" fmla="*/ 1578887 w 2521182"/>
                <a:gd name="connsiteY56" fmla="*/ 1769125 h 2514438"/>
                <a:gd name="connsiteX57" fmla="*/ 2270775 w 2521182"/>
                <a:gd name="connsiteY57" fmla="*/ 2461020 h 2514438"/>
                <a:gd name="connsiteX58" fmla="*/ 2272590 w 2521182"/>
                <a:gd name="connsiteY58" fmla="*/ 2464185 h 2514438"/>
                <a:gd name="connsiteX59" fmla="*/ 2282640 w 2521182"/>
                <a:gd name="connsiteY59" fmla="*/ 2472885 h 2514438"/>
                <a:gd name="connsiteX60" fmla="*/ 2282682 w 2521182"/>
                <a:gd name="connsiteY60" fmla="*/ 2472928 h 2514438"/>
                <a:gd name="connsiteX61" fmla="*/ 2282711 w 2521182"/>
                <a:gd name="connsiteY61" fmla="*/ 2472947 h 2514438"/>
                <a:gd name="connsiteX62" fmla="*/ 2307543 w 2521182"/>
                <a:gd name="connsiteY62" fmla="*/ 2494446 h 2514438"/>
                <a:gd name="connsiteX63" fmla="*/ 2325996 w 2521182"/>
                <a:gd name="connsiteY63" fmla="*/ 2501690 h 2514438"/>
                <a:gd name="connsiteX64" fmla="*/ 2328363 w 2521182"/>
                <a:gd name="connsiteY64" fmla="*/ 2503263 h 2514438"/>
                <a:gd name="connsiteX65" fmla="*/ 2331609 w 2521182"/>
                <a:gd name="connsiteY65" fmla="*/ 2503894 h 2514438"/>
                <a:gd name="connsiteX66" fmla="*/ 2351318 w 2521182"/>
                <a:gd name="connsiteY66" fmla="*/ 2511632 h 251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21182" h="2514438">
                  <a:moveTo>
                    <a:pt x="2379148" y="2514438"/>
                  </a:moveTo>
                  <a:lnTo>
                    <a:pt x="2406978" y="2511632"/>
                  </a:lnTo>
                  <a:lnTo>
                    <a:pt x="2424370" y="2504804"/>
                  </a:lnTo>
                  <a:lnTo>
                    <a:pt x="2432293" y="2503263"/>
                  </a:lnTo>
                  <a:lnTo>
                    <a:pt x="2438072" y="2499425"/>
                  </a:lnTo>
                  <a:lnTo>
                    <a:pt x="2450754" y="2494446"/>
                  </a:lnTo>
                  <a:lnTo>
                    <a:pt x="2467821" y="2479670"/>
                  </a:lnTo>
                  <a:lnTo>
                    <a:pt x="2477974" y="2472928"/>
                  </a:lnTo>
                  <a:lnTo>
                    <a:pt x="2477973" y="2472928"/>
                  </a:lnTo>
                  <a:lnTo>
                    <a:pt x="2481173" y="2468110"/>
                  </a:lnTo>
                  <a:lnTo>
                    <a:pt x="2485706" y="2464185"/>
                  </a:lnTo>
                  <a:lnTo>
                    <a:pt x="2497947" y="2442849"/>
                  </a:lnTo>
                  <a:lnTo>
                    <a:pt x="2508308" y="2427246"/>
                  </a:lnTo>
                  <a:cubicBezTo>
                    <a:pt x="2515050" y="2410623"/>
                    <a:pt x="2518419" y="2392952"/>
                    <a:pt x="2518420" y="2375281"/>
                  </a:cubicBezTo>
                  <a:lnTo>
                    <a:pt x="2517240" y="2369220"/>
                  </a:lnTo>
                  <a:lnTo>
                    <a:pt x="2517240" y="2269594"/>
                  </a:lnTo>
                  <a:lnTo>
                    <a:pt x="2518420" y="2263529"/>
                  </a:lnTo>
                  <a:lnTo>
                    <a:pt x="2517241" y="2257468"/>
                  </a:lnTo>
                  <a:lnTo>
                    <a:pt x="2517242" y="980635"/>
                  </a:lnTo>
                  <a:lnTo>
                    <a:pt x="2521182" y="980635"/>
                  </a:lnTo>
                  <a:lnTo>
                    <a:pt x="2521182" y="0"/>
                  </a:lnTo>
                  <a:lnTo>
                    <a:pt x="1645990" y="0"/>
                  </a:lnTo>
                  <a:lnTo>
                    <a:pt x="1645990" y="1"/>
                  </a:lnTo>
                  <a:lnTo>
                    <a:pt x="1534237" y="1"/>
                  </a:lnTo>
                  <a:lnTo>
                    <a:pt x="1534237" y="1179"/>
                  </a:lnTo>
                  <a:lnTo>
                    <a:pt x="256970" y="1180"/>
                  </a:lnTo>
                  <a:lnTo>
                    <a:pt x="250909" y="1"/>
                  </a:lnTo>
                  <a:lnTo>
                    <a:pt x="244844" y="1181"/>
                  </a:lnTo>
                  <a:lnTo>
                    <a:pt x="145218" y="1181"/>
                  </a:lnTo>
                  <a:lnTo>
                    <a:pt x="139157" y="1"/>
                  </a:lnTo>
                  <a:cubicBezTo>
                    <a:pt x="121486" y="2"/>
                    <a:pt x="103815" y="3371"/>
                    <a:pt x="87192" y="10113"/>
                  </a:cubicBezTo>
                  <a:lnTo>
                    <a:pt x="71589" y="20474"/>
                  </a:lnTo>
                  <a:lnTo>
                    <a:pt x="50253" y="32715"/>
                  </a:lnTo>
                  <a:lnTo>
                    <a:pt x="46328" y="37248"/>
                  </a:lnTo>
                  <a:lnTo>
                    <a:pt x="41510" y="40448"/>
                  </a:lnTo>
                  <a:lnTo>
                    <a:pt x="41510" y="40447"/>
                  </a:lnTo>
                  <a:lnTo>
                    <a:pt x="34768" y="50600"/>
                  </a:lnTo>
                  <a:lnTo>
                    <a:pt x="19992" y="67667"/>
                  </a:lnTo>
                  <a:lnTo>
                    <a:pt x="15013" y="80349"/>
                  </a:lnTo>
                  <a:lnTo>
                    <a:pt x="11175" y="86128"/>
                  </a:lnTo>
                  <a:lnTo>
                    <a:pt x="9634" y="94051"/>
                  </a:lnTo>
                  <a:lnTo>
                    <a:pt x="2806" y="111443"/>
                  </a:lnTo>
                  <a:lnTo>
                    <a:pt x="0" y="139273"/>
                  </a:lnTo>
                  <a:lnTo>
                    <a:pt x="2806" y="167103"/>
                  </a:lnTo>
                  <a:lnTo>
                    <a:pt x="10544" y="186812"/>
                  </a:lnTo>
                  <a:lnTo>
                    <a:pt x="11175" y="190058"/>
                  </a:lnTo>
                  <a:lnTo>
                    <a:pt x="12748" y="192425"/>
                  </a:lnTo>
                  <a:lnTo>
                    <a:pt x="19992" y="210878"/>
                  </a:lnTo>
                  <a:lnTo>
                    <a:pt x="41491" y="235710"/>
                  </a:lnTo>
                  <a:lnTo>
                    <a:pt x="41510" y="235739"/>
                  </a:lnTo>
                  <a:lnTo>
                    <a:pt x="41553" y="235781"/>
                  </a:lnTo>
                  <a:lnTo>
                    <a:pt x="50253" y="245831"/>
                  </a:lnTo>
                  <a:lnTo>
                    <a:pt x="53418" y="247646"/>
                  </a:lnTo>
                  <a:lnTo>
                    <a:pt x="786416" y="980636"/>
                  </a:lnTo>
                  <a:lnTo>
                    <a:pt x="789475" y="980636"/>
                  </a:lnTo>
                  <a:lnTo>
                    <a:pt x="1578426" y="1769586"/>
                  </a:lnTo>
                  <a:lnTo>
                    <a:pt x="1578887" y="1769125"/>
                  </a:lnTo>
                  <a:lnTo>
                    <a:pt x="2270775" y="2461020"/>
                  </a:lnTo>
                  <a:lnTo>
                    <a:pt x="2272590" y="2464185"/>
                  </a:lnTo>
                  <a:lnTo>
                    <a:pt x="2282640" y="2472885"/>
                  </a:lnTo>
                  <a:lnTo>
                    <a:pt x="2282682" y="2472928"/>
                  </a:lnTo>
                  <a:lnTo>
                    <a:pt x="2282711" y="2472947"/>
                  </a:lnTo>
                  <a:lnTo>
                    <a:pt x="2307543" y="2494446"/>
                  </a:lnTo>
                  <a:lnTo>
                    <a:pt x="2325996" y="2501690"/>
                  </a:lnTo>
                  <a:lnTo>
                    <a:pt x="2328363" y="2503263"/>
                  </a:lnTo>
                  <a:lnTo>
                    <a:pt x="2331609" y="2503894"/>
                  </a:lnTo>
                  <a:lnTo>
                    <a:pt x="2351318" y="2511632"/>
                  </a:lnTo>
                  <a:close/>
                </a:path>
              </a:pathLst>
            </a:custGeom>
            <a:noFill/>
            <a:ln w="22225">
              <a:gradFill flip="none" rotWithShape="1">
                <a:gsLst>
                  <a:gs pos="67000">
                    <a:schemeClr val="bg1"/>
                  </a:gs>
                  <a:gs pos="22000">
                    <a:schemeClr val="bg1">
                      <a:alpha val="0"/>
                      <a:lumMod val="100000"/>
                    </a:schemeClr>
                  </a:gs>
                </a:gsLst>
                <a:lin ang="8100000" scaled="0"/>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 name="任意多边形 28"/>
            <p:cNvSpPr/>
            <p:nvPr/>
          </p:nvSpPr>
          <p:spPr>
            <a:xfrm rot="10800000" flipV="1">
              <a:off x="6149192" y="3881987"/>
              <a:ext cx="2194328" cy="2198981"/>
            </a:xfrm>
            <a:custGeom>
              <a:avLst/>
              <a:gdLst>
                <a:gd name="connsiteX0" fmla="*/ 2379148 w 2521182"/>
                <a:gd name="connsiteY0" fmla="*/ 2514438 h 2514438"/>
                <a:gd name="connsiteX1" fmla="*/ 2406978 w 2521182"/>
                <a:gd name="connsiteY1" fmla="*/ 2511632 h 2514438"/>
                <a:gd name="connsiteX2" fmla="*/ 2424370 w 2521182"/>
                <a:gd name="connsiteY2" fmla="*/ 2504804 h 2514438"/>
                <a:gd name="connsiteX3" fmla="*/ 2432293 w 2521182"/>
                <a:gd name="connsiteY3" fmla="*/ 2503263 h 2514438"/>
                <a:gd name="connsiteX4" fmla="*/ 2438072 w 2521182"/>
                <a:gd name="connsiteY4" fmla="*/ 2499425 h 2514438"/>
                <a:gd name="connsiteX5" fmla="*/ 2450754 w 2521182"/>
                <a:gd name="connsiteY5" fmla="*/ 2494446 h 2514438"/>
                <a:gd name="connsiteX6" fmla="*/ 2467821 w 2521182"/>
                <a:gd name="connsiteY6" fmla="*/ 2479670 h 2514438"/>
                <a:gd name="connsiteX7" fmla="*/ 2477974 w 2521182"/>
                <a:gd name="connsiteY7" fmla="*/ 2472928 h 2514438"/>
                <a:gd name="connsiteX8" fmla="*/ 2477973 w 2521182"/>
                <a:gd name="connsiteY8" fmla="*/ 2472928 h 2514438"/>
                <a:gd name="connsiteX9" fmla="*/ 2481173 w 2521182"/>
                <a:gd name="connsiteY9" fmla="*/ 2468110 h 2514438"/>
                <a:gd name="connsiteX10" fmla="*/ 2485706 w 2521182"/>
                <a:gd name="connsiteY10" fmla="*/ 2464185 h 2514438"/>
                <a:gd name="connsiteX11" fmla="*/ 2497947 w 2521182"/>
                <a:gd name="connsiteY11" fmla="*/ 2442849 h 2514438"/>
                <a:gd name="connsiteX12" fmla="*/ 2508308 w 2521182"/>
                <a:gd name="connsiteY12" fmla="*/ 2427246 h 2514438"/>
                <a:gd name="connsiteX13" fmla="*/ 2518420 w 2521182"/>
                <a:gd name="connsiteY13" fmla="*/ 2375281 h 2514438"/>
                <a:gd name="connsiteX14" fmla="*/ 2517240 w 2521182"/>
                <a:gd name="connsiteY14" fmla="*/ 2369220 h 2514438"/>
                <a:gd name="connsiteX15" fmla="*/ 2517240 w 2521182"/>
                <a:gd name="connsiteY15" fmla="*/ 2269594 h 2514438"/>
                <a:gd name="connsiteX16" fmla="*/ 2518420 w 2521182"/>
                <a:gd name="connsiteY16" fmla="*/ 2263529 h 2514438"/>
                <a:gd name="connsiteX17" fmla="*/ 2517241 w 2521182"/>
                <a:gd name="connsiteY17" fmla="*/ 2257468 h 2514438"/>
                <a:gd name="connsiteX18" fmla="*/ 2517242 w 2521182"/>
                <a:gd name="connsiteY18" fmla="*/ 980635 h 2514438"/>
                <a:gd name="connsiteX19" fmla="*/ 2521182 w 2521182"/>
                <a:gd name="connsiteY19" fmla="*/ 980635 h 2514438"/>
                <a:gd name="connsiteX20" fmla="*/ 2521182 w 2521182"/>
                <a:gd name="connsiteY20" fmla="*/ 0 h 2514438"/>
                <a:gd name="connsiteX21" fmla="*/ 1645990 w 2521182"/>
                <a:gd name="connsiteY21" fmla="*/ 0 h 2514438"/>
                <a:gd name="connsiteX22" fmla="*/ 1645990 w 2521182"/>
                <a:gd name="connsiteY22" fmla="*/ 1 h 2514438"/>
                <a:gd name="connsiteX23" fmla="*/ 1534237 w 2521182"/>
                <a:gd name="connsiteY23" fmla="*/ 1 h 2514438"/>
                <a:gd name="connsiteX24" fmla="*/ 1534237 w 2521182"/>
                <a:gd name="connsiteY24" fmla="*/ 1179 h 2514438"/>
                <a:gd name="connsiteX25" fmla="*/ 256970 w 2521182"/>
                <a:gd name="connsiteY25" fmla="*/ 1180 h 2514438"/>
                <a:gd name="connsiteX26" fmla="*/ 250909 w 2521182"/>
                <a:gd name="connsiteY26" fmla="*/ 1 h 2514438"/>
                <a:gd name="connsiteX27" fmla="*/ 244844 w 2521182"/>
                <a:gd name="connsiteY27" fmla="*/ 1181 h 2514438"/>
                <a:gd name="connsiteX28" fmla="*/ 145218 w 2521182"/>
                <a:gd name="connsiteY28" fmla="*/ 1181 h 2514438"/>
                <a:gd name="connsiteX29" fmla="*/ 139157 w 2521182"/>
                <a:gd name="connsiteY29" fmla="*/ 1 h 2514438"/>
                <a:gd name="connsiteX30" fmla="*/ 87192 w 2521182"/>
                <a:gd name="connsiteY30" fmla="*/ 10113 h 2514438"/>
                <a:gd name="connsiteX31" fmla="*/ 71589 w 2521182"/>
                <a:gd name="connsiteY31" fmla="*/ 20474 h 2514438"/>
                <a:gd name="connsiteX32" fmla="*/ 50253 w 2521182"/>
                <a:gd name="connsiteY32" fmla="*/ 32715 h 2514438"/>
                <a:gd name="connsiteX33" fmla="*/ 46328 w 2521182"/>
                <a:gd name="connsiteY33" fmla="*/ 37248 h 2514438"/>
                <a:gd name="connsiteX34" fmla="*/ 41510 w 2521182"/>
                <a:gd name="connsiteY34" fmla="*/ 40448 h 2514438"/>
                <a:gd name="connsiteX35" fmla="*/ 41510 w 2521182"/>
                <a:gd name="connsiteY35" fmla="*/ 40447 h 2514438"/>
                <a:gd name="connsiteX36" fmla="*/ 34768 w 2521182"/>
                <a:gd name="connsiteY36" fmla="*/ 50600 h 2514438"/>
                <a:gd name="connsiteX37" fmla="*/ 19992 w 2521182"/>
                <a:gd name="connsiteY37" fmla="*/ 67667 h 2514438"/>
                <a:gd name="connsiteX38" fmla="*/ 15013 w 2521182"/>
                <a:gd name="connsiteY38" fmla="*/ 80349 h 2514438"/>
                <a:gd name="connsiteX39" fmla="*/ 11175 w 2521182"/>
                <a:gd name="connsiteY39" fmla="*/ 86128 h 2514438"/>
                <a:gd name="connsiteX40" fmla="*/ 9634 w 2521182"/>
                <a:gd name="connsiteY40" fmla="*/ 94051 h 2514438"/>
                <a:gd name="connsiteX41" fmla="*/ 2806 w 2521182"/>
                <a:gd name="connsiteY41" fmla="*/ 111443 h 2514438"/>
                <a:gd name="connsiteX42" fmla="*/ 0 w 2521182"/>
                <a:gd name="connsiteY42" fmla="*/ 139273 h 2514438"/>
                <a:gd name="connsiteX43" fmla="*/ 2806 w 2521182"/>
                <a:gd name="connsiteY43" fmla="*/ 167103 h 2514438"/>
                <a:gd name="connsiteX44" fmla="*/ 10544 w 2521182"/>
                <a:gd name="connsiteY44" fmla="*/ 186812 h 2514438"/>
                <a:gd name="connsiteX45" fmla="*/ 11175 w 2521182"/>
                <a:gd name="connsiteY45" fmla="*/ 190058 h 2514438"/>
                <a:gd name="connsiteX46" fmla="*/ 12748 w 2521182"/>
                <a:gd name="connsiteY46" fmla="*/ 192425 h 2514438"/>
                <a:gd name="connsiteX47" fmla="*/ 19992 w 2521182"/>
                <a:gd name="connsiteY47" fmla="*/ 210878 h 2514438"/>
                <a:gd name="connsiteX48" fmla="*/ 41491 w 2521182"/>
                <a:gd name="connsiteY48" fmla="*/ 235710 h 2514438"/>
                <a:gd name="connsiteX49" fmla="*/ 41510 w 2521182"/>
                <a:gd name="connsiteY49" fmla="*/ 235739 h 2514438"/>
                <a:gd name="connsiteX50" fmla="*/ 41553 w 2521182"/>
                <a:gd name="connsiteY50" fmla="*/ 235781 h 2514438"/>
                <a:gd name="connsiteX51" fmla="*/ 50253 w 2521182"/>
                <a:gd name="connsiteY51" fmla="*/ 245831 h 2514438"/>
                <a:gd name="connsiteX52" fmla="*/ 53418 w 2521182"/>
                <a:gd name="connsiteY52" fmla="*/ 247646 h 2514438"/>
                <a:gd name="connsiteX53" fmla="*/ 786416 w 2521182"/>
                <a:gd name="connsiteY53" fmla="*/ 980636 h 2514438"/>
                <a:gd name="connsiteX54" fmla="*/ 789475 w 2521182"/>
                <a:gd name="connsiteY54" fmla="*/ 980636 h 2514438"/>
                <a:gd name="connsiteX55" fmla="*/ 1578426 w 2521182"/>
                <a:gd name="connsiteY55" fmla="*/ 1769586 h 2514438"/>
                <a:gd name="connsiteX56" fmla="*/ 1578887 w 2521182"/>
                <a:gd name="connsiteY56" fmla="*/ 1769125 h 2514438"/>
                <a:gd name="connsiteX57" fmla="*/ 2270775 w 2521182"/>
                <a:gd name="connsiteY57" fmla="*/ 2461020 h 2514438"/>
                <a:gd name="connsiteX58" fmla="*/ 2272590 w 2521182"/>
                <a:gd name="connsiteY58" fmla="*/ 2464185 h 2514438"/>
                <a:gd name="connsiteX59" fmla="*/ 2282640 w 2521182"/>
                <a:gd name="connsiteY59" fmla="*/ 2472885 h 2514438"/>
                <a:gd name="connsiteX60" fmla="*/ 2282682 w 2521182"/>
                <a:gd name="connsiteY60" fmla="*/ 2472928 h 2514438"/>
                <a:gd name="connsiteX61" fmla="*/ 2282711 w 2521182"/>
                <a:gd name="connsiteY61" fmla="*/ 2472947 h 2514438"/>
                <a:gd name="connsiteX62" fmla="*/ 2307543 w 2521182"/>
                <a:gd name="connsiteY62" fmla="*/ 2494446 h 2514438"/>
                <a:gd name="connsiteX63" fmla="*/ 2325996 w 2521182"/>
                <a:gd name="connsiteY63" fmla="*/ 2501690 h 2514438"/>
                <a:gd name="connsiteX64" fmla="*/ 2328363 w 2521182"/>
                <a:gd name="connsiteY64" fmla="*/ 2503263 h 2514438"/>
                <a:gd name="connsiteX65" fmla="*/ 2331609 w 2521182"/>
                <a:gd name="connsiteY65" fmla="*/ 2503894 h 2514438"/>
                <a:gd name="connsiteX66" fmla="*/ 2351318 w 2521182"/>
                <a:gd name="connsiteY66" fmla="*/ 2511632 h 251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21182" h="2514438">
                  <a:moveTo>
                    <a:pt x="2379148" y="2514438"/>
                  </a:moveTo>
                  <a:lnTo>
                    <a:pt x="2406978" y="2511632"/>
                  </a:lnTo>
                  <a:lnTo>
                    <a:pt x="2424370" y="2504804"/>
                  </a:lnTo>
                  <a:lnTo>
                    <a:pt x="2432293" y="2503263"/>
                  </a:lnTo>
                  <a:lnTo>
                    <a:pt x="2438072" y="2499425"/>
                  </a:lnTo>
                  <a:lnTo>
                    <a:pt x="2450754" y="2494446"/>
                  </a:lnTo>
                  <a:lnTo>
                    <a:pt x="2467821" y="2479670"/>
                  </a:lnTo>
                  <a:lnTo>
                    <a:pt x="2477974" y="2472928"/>
                  </a:lnTo>
                  <a:lnTo>
                    <a:pt x="2477973" y="2472928"/>
                  </a:lnTo>
                  <a:lnTo>
                    <a:pt x="2481173" y="2468110"/>
                  </a:lnTo>
                  <a:lnTo>
                    <a:pt x="2485706" y="2464185"/>
                  </a:lnTo>
                  <a:lnTo>
                    <a:pt x="2497947" y="2442849"/>
                  </a:lnTo>
                  <a:lnTo>
                    <a:pt x="2508308" y="2427246"/>
                  </a:lnTo>
                  <a:cubicBezTo>
                    <a:pt x="2515050" y="2410623"/>
                    <a:pt x="2518419" y="2392952"/>
                    <a:pt x="2518420" y="2375281"/>
                  </a:cubicBezTo>
                  <a:lnTo>
                    <a:pt x="2517240" y="2369220"/>
                  </a:lnTo>
                  <a:lnTo>
                    <a:pt x="2517240" y="2269594"/>
                  </a:lnTo>
                  <a:lnTo>
                    <a:pt x="2518420" y="2263529"/>
                  </a:lnTo>
                  <a:lnTo>
                    <a:pt x="2517241" y="2257468"/>
                  </a:lnTo>
                  <a:lnTo>
                    <a:pt x="2517242" y="980635"/>
                  </a:lnTo>
                  <a:lnTo>
                    <a:pt x="2521182" y="980635"/>
                  </a:lnTo>
                  <a:lnTo>
                    <a:pt x="2521182" y="0"/>
                  </a:lnTo>
                  <a:lnTo>
                    <a:pt x="1645990" y="0"/>
                  </a:lnTo>
                  <a:lnTo>
                    <a:pt x="1645990" y="1"/>
                  </a:lnTo>
                  <a:lnTo>
                    <a:pt x="1534237" y="1"/>
                  </a:lnTo>
                  <a:lnTo>
                    <a:pt x="1534237" y="1179"/>
                  </a:lnTo>
                  <a:lnTo>
                    <a:pt x="256970" y="1180"/>
                  </a:lnTo>
                  <a:lnTo>
                    <a:pt x="250909" y="1"/>
                  </a:lnTo>
                  <a:lnTo>
                    <a:pt x="244844" y="1181"/>
                  </a:lnTo>
                  <a:lnTo>
                    <a:pt x="145218" y="1181"/>
                  </a:lnTo>
                  <a:lnTo>
                    <a:pt x="139157" y="1"/>
                  </a:lnTo>
                  <a:cubicBezTo>
                    <a:pt x="121486" y="2"/>
                    <a:pt x="103815" y="3371"/>
                    <a:pt x="87192" y="10113"/>
                  </a:cubicBezTo>
                  <a:lnTo>
                    <a:pt x="71589" y="20474"/>
                  </a:lnTo>
                  <a:lnTo>
                    <a:pt x="50253" y="32715"/>
                  </a:lnTo>
                  <a:lnTo>
                    <a:pt x="46328" y="37248"/>
                  </a:lnTo>
                  <a:lnTo>
                    <a:pt x="41510" y="40448"/>
                  </a:lnTo>
                  <a:lnTo>
                    <a:pt x="41510" y="40447"/>
                  </a:lnTo>
                  <a:lnTo>
                    <a:pt x="34768" y="50600"/>
                  </a:lnTo>
                  <a:lnTo>
                    <a:pt x="19992" y="67667"/>
                  </a:lnTo>
                  <a:lnTo>
                    <a:pt x="15013" y="80349"/>
                  </a:lnTo>
                  <a:lnTo>
                    <a:pt x="11175" y="86128"/>
                  </a:lnTo>
                  <a:lnTo>
                    <a:pt x="9634" y="94051"/>
                  </a:lnTo>
                  <a:lnTo>
                    <a:pt x="2806" y="111443"/>
                  </a:lnTo>
                  <a:lnTo>
                    <a:pt x="0" y="139273"/>
                  </a:lnTo>
                  <a:lnTo>
                    <a:pt x="2806" y="167103"/>
                  </a:lnTo>
                  <a:lnTo>
                    <a:pt x="10544" y="186812"/>
                  </a:lnTo>
                  <a:lnTo>
                    <a:pt x="11175" y="190058"/>
                  </a:lnTo>
                  <a:lnTo>
                    <a:pt x="12748" y="192425"/>
                  </a:lnTo>
                  <a:lnTo>
                    <a:pt x="19992" y="210878"/>
                  </a:lnTo>
                  <a:lnTo>
                    <a:pt x="41491" y="235710"/>
                  </a:lnTo>
                  <a:lnTo>
                    <a:pt x="41510" y="235739"/>
                  </a:lnTo>
                  <a:lnTo>
                    <a:pt x="41553" y="235781"/>
                  </a:lnTo>
                  <a:lnTo>
                    <a:pt x="50253" y="245831"/>
                  </a:lnTo>
                  <a:lnTo>
                    <a:pt x="53418" y="247646"/>
                  </a:lnTo>
                  <a:lnTo>
                    <a:pt x="786416" y="980636"/>
                  </a:lnTo>
                  <a:lnTo>
                    <a:pt x="789475" y="980636"/>
                  </a:lnTo>
                  <a:lnTo>
                    <a:pt x="1578426" y="1769586"/>
                  </a:lnTo>
                  <a:lnTo>
                    <a:pt x="1578887" y="1769125"/>
                  </a:lnTo>
                  <a:lnTo>
                    <a:pt x="2270775" y="2461020"/>
                  </a:lnTo>
                  <a:lnTo>
                    <a:pt x="2272590" y="2464185"/>
                  </a:lnTo>
                  <a:lnTo>
                    <a:pt x="2282640" y="2472885"/>
                  </a:lnTo>
                  <a:lnTo>
                    <a:pt x="2282682" y="2472928"/>
                  </a:lnTo>
                  <a:lnTo>
                    <a:pt x="2282711" y="2472947"/>
                  </a:lnTo>
                  <a:lnTo>
                    <a:pt x="2307543" y="2494446"/>
                  </a:lnTo>
                  <a:lnTo>
                    <a:pt x="2325996" y="2501690"/>
                  </a:lnTo>
                  <a:lnTo>
                    <a:pt x="2328363" y="2503263"/>
                  </a:lnTo>
                  <a:lnTo>
                    <a:pt x="2331609" y="2503894"/>
                  </a:lnTo>
                  <a:lnTo>
                    <a:pt x="2351318" y="2511632"/>
                  </a:lnTo>
                  <a:close/>
                </a:path>
              </a:pathLst>
            </a:custGeom>
            <a:noFill/>
            <a:ln w="22225">
              <a:gradFill flip="none" rotWithShape="1">
                <a:gsLst>
                  <a:gs pos="67000">
                    <a:schemeClr val="bg1"/>
                  </a:gs>
                  <a:gs pos="22000">
                    <a:schemeClr val="bg1">
                      <a:alpha val="0"/>
                      <a:lumMod val="100000"/>
                    </a:schemeClr>
                  </a:gs>
                </a:gsLst>
                <a:lin ang="8100000" scaled="0"/>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0" name="任意多边形 29"/>
            <p:cNvSpPr/>
            <p:nvPr/>
          </p:nvSpPr>
          <p:spPr>
            <a:xfrm>
              <a:off x="4683630" y="1613617"/>
              <a:ext cx="1249496"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bg1">
                    <a:alpha val="0"/>
                  </a:schemeClr>
                </a:gs>
                <a:gs pos="22000">
                  <a:srgbClr val="F9F9F9">
                    <a:alpha val="56000"/>
                  </a:srgbClr>
                </a:gs>
                <a:gs pos="2000">
                  <a:schemeClr val="bg1">
                    <a:lumMod val="95000"/>
                    <a:alpha val="50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1" name="任意多边形 30"/>
            <p:cNvSpPr/>
            <p:nvPr/>
          </p:nvSpPr>
          <p:spPr>
            <a:xfrm flipH="1">
              <a:off x="6258207" y="1612883"/>
              <a:ext cx="1249496"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bg1">
                    <a:alpha val="0"/>
                  </a:schemeClr>
                </a:gs>
                <a:gs pos="22000">
                  <a:srgbClr val="F9F9F9">
                    <a:alpha val="50000"/>
                  </a:srgbClr>
                </a:gs>
                <a:gs pos="2000">
                  <a:schemeClr val="bg1">
                    <a:lumMod val="95000"/>
                    <a:alpha val="46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2" name="任意多边形 31"/>
            <p:cNvSpPr/>
            <p:nvPr/>
          </p:nvSpPr>
          <p:spPr>
            <a:xfrm flipH="1" flipV="1">
              <a:off x="6249877" y="5854815"/>
              <a:ext cx="1249496"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tx1">
                    <a:alpha val="0"/>
                  </a:schemeClr>
                </a:gs>
                <a:gs pos="26000">
                  <a:schemeClr val="tx1">
                    <a:alpha val="35000"/>
                  </a:schemeClr>
                </a:gs>
                <a:gs pos="2000">
                  <a:schemeClr val="tx1">
                    <a:alpha val="12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3" name="任意多边形 32"/>
            <p:cNvSpPr/>
            <p:nvPr/>
          </p:nvSpPr>
          <p:spPr>
            <a:xfrm flipV="1">
              <a:off x="4691258" y="5854815"/>
              <a:ext cx="1249496"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tx1">
                    <a:alpha val="0"/>
                  </a:schemeClr>
                </a:gs>
                <a:gs pos="26000">
                  <a:schemeClr val="tx1">
                    <a:alpha val="19000"/>
                  </a:schemeClr>
                </a:gs>
                <a:gs pos="2000">
                  <a:schemeClr val="tx1">
                    <a:alpha val="10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 name="任意多边形 33"/>
            <p:cNvSpPr/>
            <p:nvPr/>
          </p:nvSpPr>
          <p:spPr>
            <a:xfrm rot="5400000" flipV="1">
              <a:off x="3339197" y="2969200"/>
              <a:ext cx="1249495"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bg1">
                    <a:alpha val="0"/>
                  </a:schemeClr>
                </a:gs>
                <a:gs pos="22000">
                  <a:srgbClr val="F9F9F9">
                    <a:alpha val="50000"/>
                  </a:srgbClr>
                </a:gs>
                <a:gs pos="2000">
                  <a:schemeClr val="bg1">
                    <a:lumMod val="95000"/>
                    <a:alpha val="46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5" name="任意多边形 34"/>
            <p:cNvSpPr/>
            <p:nvPr/>
          </p:nvSpPr>
          <p:spPr>
            <a:xfrm rot="16200000">
              <a:off x="3339197" y="4499117"/>
              <a:ext cx="1249495"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bg1">
                    <a:alpha val="0"/>
                  </a:schemeClr>
                </a:gs>
                <a:gs pos="22000">
                  <a:srgbClr val="F9F9F9">
                    <a:alpha val="50000"/>
                  </a:srgbClr>
                </a:gs>
                <a:gs pos="2000">
                  <a:schemeClr val="bg1">
                    <a:lumMod val="95000"/>
                    <a:alpha val="46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任意多边形 35"/>
            <p:cNvSpPr/>
            <p:nvPr/>
          </p:nvSpPr>
          <p:spPr>
            <a:xfrm rot="16200000" flipH="1" flipV="1">
              <a:off x="7606218" y="2969200"/>
              <a:ext cx="1249495"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tx1">
                    <a:alpha val="0"/>
                  </a:schemeClr>
                </a:gs>
                <a:gs pos="17000">
                  <a:schemeClr val="tx1">
                    <a:alpha val="19000"/>
                  </a:schemeClr>
                </a:gs>
                <a:gs pos="2000">
                  <a:schemeClr val="tx1">
                    <a:alpha val="15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7" name="任意多边形 36"/>
            <p:cNvSpPr/>
            <p:nvPr/>
          </p:nvSpPr>
          <p:spPr>
            <a:xfrm rot="5400000" flipH="1">
              <a:off x="7606218" y="4499117"/>
              <a:ext cx="1249495" cy="231786"/>
            </a:xfrm>
            <a:custGeom>
              <a:avLst/>
              <a:gdLst>
                <a:gd name="connsiteX0" fmla="*/ 265037 w 1428743"/>
                <a:gd name="connsiteY0" fmla="*/ 0 h 265037"/>
                <a:gd name="connsiteX1" fmla="*/ 1411376 w 1428743"/>
                <a:gd name="connsiteY1" fmla="*/ 0 h 265037"/>
                <a:gd name="connsiteX2" fmla="*/ 1428743 w 1428743"/>
                <a:gd name="connsiteY2" fmla="*/ 1751 h 265037"/>
                <a:gd name="connsiteX3" fmla="*/ 1428743 w 1428743"/>
                <a:gd name="connsiteY3" fmla="*/ 1813 h 265037"/>
                <a:gd name="connsiteX4" fmla="*/ 1410771 w 1428743"/>
                <a:gd name="connsiteY4" fmla="*/ 1 h 265037"/>
                <a:gd name="connsiteX5" fmla="*/ 1410222 w 1428743"/>
                <a:gd name="connsiteY5" fmla="*/ 56 h 265037"/>
                <a:gd name="connsiteX6" fmla="*/ 1409683 w 1428743"/>
                <a:gd name="connsiteY6" fmla="*/ 2 h 265037"/>
                <a:gd name="connsiteX7" fmla="*/ 1381852 w 1428743"/>
                <a:gd name="connsiteY7" fmla="*/ 2808 h 265037"/>
                <a:gd name="connsiteX8" fmla="*/ 1362026 w 1428743"/>
                <a:gd name="connsiteY8" fmla="*/ 10592 h 265037"/>
                <a:gd name="connsiteX9" fmla="*/ 1358870 w 1428743"/>
                <a:gd name="connsiteY9" fmla="*/ 11205 h 265037"/>
                <a:gd name="connsiteX10" fmla="*/ 1356567 w 1428743"/>
                <a:gd name="connsiteY10" fmla="*/ 12734 h 265037"/>
                <a:gd name="connsiteX11" fmla="*/ 1338076 w 1428743"/>
                <a:gd name="connsiteY11" fmla="*/ 19994 h 265037"/>
                <a:gd name="connsiteX12" fmla="*/ 1313194 w 1428743"/>
                <a:gd name="connsiteY12" fmla="*/ 41536 h 265037"/>
                <a:gd name="connsiteX13" fmla="*/ 1313187 w 1428743"/>
                <a:gd name="connsiteY13" fmla="*/ 41541 h 265037"/>
                <a:gd name="connsiteX14" fmla="*/ 1313177 w 1428743"/>
                <a:gd name="connsiteY14" fmla="*/ 41551 h 265037"/>
                <a:gd name="connsiteX15" fmla="*/ 1303123 w 1428743"/>
                <a:gd name="connsiteY15" fmla="*/ 50255 h 265037"/>
                <a:gd name="connsiteX16" fmla="*/ 1301307 w 1428743"/>
                <a:gd name="connsiteY16" fmla="*/ 53420 h 265037"/>
                <a:gd name="connsiteX17" fmla="*/ 1089688 w 1428743"/>
                <a:gd name="connsiteY17" fmla="*/ 265037 h 265037"/>
                <a:gd name="connsiteX18" fmla="*/ 0 w 1428743"/>
                <a:gd name="connsiteY18" fmla="*/ 265037 h 2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743" h="265037">
                  <a:moveTo>
                    <a:pt x="265037" y="0"/>
                  </a:moveTo>
                  <a:lnTo>
                    <a:pt x="1411376" y="0"/>
                  </a:lnTo>
                  <a:lnTo>
                    <a:pt x="1428743" y="1751"/>
                  </a:lnTo>
                  <a:lnTo>
                    <a:pt x="1428743" y="1813"/>
                  </a:lnTo>
                  <a:lnTo>
                    <a:pt x="1410771" y="1"/>
                  </a:lnTo>
                  <a:lnTo>
                    <a:pt x="1410222" y="56"/>
                  </a:lnTo>
                  <a:lnTo>
                    <a:pt x="1409683" y="2"/>
                  </a:lnTo>
                  <a:lnTo>
                    <a:pt x="1381852" y="2808"/>
                  </a:lnTo>
                  <a:lnTo>
                    <a:pt x="1362026" y="10592"/>
                  </a:lnTo>
                  <a:lnTo>
                    <a:pt x="1358870" y="11205"/>
                  </a:lnTo>
                  <a:lnTo>
                    <a:pt x="1356567" y="12734"/>
                  </a:lnTo>
                  <a:lnTo>
                    <a:pt x="1338076" y="19994"/>
                  </a:lnTo>
                  <a:lnTo>
                    <a:pt x="1313194" y="41536"/>
                  </a:lnTo>
                  <a:lnTo>
                    <a:pt x="1313187" y="41541"/>
                  </a:lnTo>
                  <a:lnTo>
                    <a:pt x="1313177" y="41551"/>
                  </a:lnTo>
                  <a:lnTo>
                    <a:pt x="1303123" y="50255"/>
                  </a:lnTo>
                  <a:lnTo>
                    <a:pt x="1301307" y="53420"/>
                  </a:lnTo>
                  <a:lnTo>
                    <a:pt x="1089688" y="265037"/>
                  </a:lnTo>
                  <a:lnTo>
                    <a:pt x="0" y="265037"/>
                  </a:lnTo>
                  <a:close/>
                </a:path>
              </a:pathLst>
            </a:custGeom>
            <a:gradFill flip="none" rotWithShape="1">
              <a:gsLst>
                <a:gs pos="100000">
                  <a:schemeClr val="tx1">
                    <a:alpha val="0"/>
                  </a:schemeClr>
                </a:gs>
                <a:gs pos="26000">
                  <a:schemeClr val="tx1">
                    <a:alpha val="19000"/>
                  </a:schemeClr>
                </a:gs>
                <a:gs pos="2000">
                  <a:schemeClr val="tx1">
                    <a:alpha val="10000"/>
                  </a:schemeClr>
                </a:gs>
              </a:gsLst>
              <a:lin ang="5400000" scaled="1"/>
              <a:tileRect/>
            </a:gra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8" name="文本框 111"/>
          <p:cNvSpPr txBox="1"/>
          <p:nvPr/>
        </p:nvSpPr>
        <p:spPr>
          <a:xfrm>
            <a:off x="5285471" y="3128707"/>
            <a:ext cx="1060441" cy="741421"/>
          </a:xfrm>
          <a:prstGeom prst="rect">
            <a:avLst/>
          </a:prstGeom>
          <a:noFill/>
        </p:spPr>
        <p:txBody>
          <a:bodyPr wrap="square" rtlCol="0">
            <a:spAutoFit/>
          </a:bodyPr>
          <a:lstStyle/>
          <a:p>
            <a:pPr algn="ctr"/>
            <a:r>
              <a:rPr lang="en-US" altLang="zh-CN" sz="4218" dirty="0">
                <a:solidFill>
                  <a:srgbClr val="FEB750"/>
                </a:solidFill>
                <a:latin typeface="Impact" panose="020B0806030902050204" pitchFamily="34" charset="0"/>
              </a:rPr>
              <a:t>01</a:t>
            </a:r>
            <a:endParaRPr lang="zh-CN" altLang="en-US" sz="4218" dirty="0">
              <a:solidFill>
                <a:srgbClr val="FEB750"/>
              </a:solidFill>
              <a:latin typeface="Impact" panose="020B0806030902050204" pitchFamily="34" charset="0"/>
            </a:endParaRPr>
          </a:p>
        </p:txBody>
      </p:sp>
      <p:sp>
        <p:nvSpPr>
          <p:cNvPr id="39" name="文本框 112"/>
          <p:cNvSpPr txBox="1"/>
          <p:nvPr/>
        </p:nvSpPr>
        <p:spPr>
          <a:xfrm>
            <a:off x="5285471" y="4056614"/>
            <a:ext cx="1060441" cy="741421"/>
          </a:xfrm>
          <a:prstGeom prst="rect">
            <a:avLst/>
          </a:prstGeom>
          <a:noFill/>
        </p:spPr>
        <p:txBody>
          <a:bodyPr wrap="square" rtlCol="0">
            <a:spAutoFit/>
          </a:bodyPr>
          <a:lstStyle/>
          <a:p>
            <a:pPr algn="ctr"/>
            <a:r>
              <a:rPr lang="en-US" altLang="zh-CN" sz="4218" dirty="0">
                <a:solidFill>
                  <a:srgbClr val="03ACBE"/>
                </a:solidFill>
                <a:latin typeface="Impact" panose="020B0806030902050204" pitchFamily="34" charset="0"/>
              </a:rPr>
              <a:t>04</a:t>
            </a:r>
            <a:endParaRPr lang="zh-CN" altLang="en-US" sz="4218" dirty="0">
              <a:solidFill>
                <a:srgbClr val="03ACBE"/>
              </a:solidFill>
              <a:latin typeface="Impact" panose="020B0806030902050204" pitchFamily="34" charset="0"/>
            </a:endParaRPr>
          </a:p>
        </p:txBody>
      </p:sp>
      <p:sp>
        <p:nvSpPr>
          <p:cNvPr id="40" name="文本框 113"/>
          <p:cNvSpPr txBox="1"/>
          <p:nvPr/>
        </p:nvSpPr>
        <p:spPr>
          <a:xfrm>
            <a:off x="6283746" y="3128707"/>
            <a:ext cx="1060441" cy="741421"/>
          </a:xfrm>
          <a:prstGeom prst="rect">
            <a:avLst/>
          </a:prstGeom>
          <a:noFill/>
        </p:spPr>
        <p:txBody>
          <a:bodyPr wrap="square" rtlCol="0">
            <a:spAutoFit/>
          </a:bodyPr>
          <a:lstStyle/>
          <a:p>
            <a:pPr algn="ctr"/>
            <a:r>
              <a:rPr lang="en-US" altLang="zh-CN" sz="4218" dirty="0">
                <a:solidFill>
                  <a:srgbClr val="E27172"/>
                </a:solidFill>
                <a:latin typeface="Impact" panose="020B0806030902050204" pitchFamily="34" charset="0"/>
              </a:rPr>
              <a:t>02</a:t>
            </a:r>
            <a:endParaRPr lang="zh-CN" altLang="en-US" sz="4218" dirty="0">
              <a:solidFill>
                <a:srgbClr val="E27172"/>
              </a:solidFill>
              <a:latin typeface="Impact" panose="020B0806030902050204" pitchFamily="34" charset="0"/>
            </a:endParaRPr>
          </a:p>
        </p:txBody>
      </p:sp>
      <p:sp>
        <p:nvSpPr>
          <p:cNvPr id="41" name="文本框 114"/>
          <p:cNvSpPr txBox="1"/>
          <p:nvPr/>
        </p:nvSpPr>
        <p:spPr>
          <a:xfrm>
            <a:off x="6283746" y="4056614"/>
            <a:ext cx="1060441" cy="741421"/>
          </a:xfrm>
          <a:prstGeom prst="rect">
            <a:avLst/>
          </a:prstGeom>
          <a:noFill/>
        </p:spPr>
        <p:txBody>
          <a:bodyPr wrap="square" rtlCol="0">
            <a:spAutoFit/>
          </a:bodyPr>
          <a:lstStyle/>
          <a:p>
            <a:pPr algn="ctr"/>
            <a:r>
              <a:rPr lang="en-US" altLang="zh-CN" sz="4218" dirty="0">
                <a:solidFill>
                  <a:srgbClr val="633E72"/>
                </a:solidFill>
                <a:latin typeface="Impact" panose="020B0806030902050204" pitchFamily="34" charset="0"/>
              </a:rPr>
              <a:t>03</a:t>
            </a:r>
            <a:endParaRPr lang="zh-CN" altLang="en-US" sz="4218" dirty="0">
              <a:solidFill>
                <a:srgbClr val="633E72"/>
              </a:solidFill>
              <a:latin typeface="Impact" panose="020B0806030902050204" pitchFamily="34" charset="0"/>
            </a:endParaRPr>
          </a:p>
        </p:txBody>
      </p:sp>
      <p:grpSp>
        <p:nvGrpSpPr>
          <p:cNvPr id="42" name="Group 41"/>
          <p:cNvGrpSpPr>
            <a:grpSpLocks noChangeAspect="1"/>
          </p:cNvGrpSpPr>
          <p:nvPr/>
        </p:nvGrpSpPr>
        <p:grpSpPr bwMode="auto">
          <a:xfrm>
            <a:off x="4597708" y="2109194"/>
            <a:ext cx="340778" cy="417006"/>
            <a:chOff x="3783" y="2089"/>
            <a:chExt cx="116" cy="142"/>
          </a:xfrm>
          <a:solidFill>
            <a:schemeClr val="bg1"/>
          </a:solidFill>
          <a:effectLst/>
        </p:grpSpPr>
        <p:sp>
          <p:nvSpPr>
            <p:cNvPr id="43" name="Freeform 42"/>
            <p:cNvSpPr>
              <a:spLocks/>
            </p:cNvSpPr>
            <p:nvPr/>
          </p:nvSpPr>
          <p:spPr bwMode="auto">
            <a:xfrm>
              <a:off x="3791" y="2221"/>
              <a:ext cx="20" cy="10"/>
            </a:xfrm>
            <a:custGeom>
              <a:avLst/>
              <a:gdLst>
                <a:gd name="T0" fmla="*/ 8 w 8"/>
                <a:gd name="T1" fmla="*/ 0 h 4"/>
                <a:gd name="T2" fmla="*/ 1 w 8"/>
                <a:gd name="T3" fmla="*/ 0 h 4"/>
                <a:gd name="T4" fmla="*/ 0 w 8"/>
                <a:gd name="T5" fmla="*/ 0 h 4"/>
                <a:gd name="T6" fmla="*/ 0 w 8"/>
                <a:gd name="T7" fmla="*/ 4 h 4"/>
                <a:gd name="T8" fmla="*/ 1 w 8"/>
                <a:gd name="T9" fmla="*/ 4 h 4"/>
                <a:gd name="T10" fmla="*/ 8 w 8"/>
                <a:gd name="T11" fmla="*/ 4 h 4"/>
                <a:gd name="T12" fmla="*/ 8 w 8"/>
                <a:gd name="T13" fmla="*/ 4 h 4"/>
                <a:gd name="T14" fmla="*/ 8 w 8"/>
                <a:gd name="T15" fmla="*/ 0 h 4"/>
                <a:gd name="T16" fmla="*/ 8 w 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8" y="0"/>
                  </a:moveTo>
                  <a:cubicBezTo>
                    <a:pt x="1" y="0"/>
                    <a:pt x="1" y="0"/>
                    <a:pt x="1" y="0"/>
                  </a:cubicBezTo>
                  <a:cubicBezTo>
                    <a:pt x="0" y="0"/>
                    <a:pt x="0" y="0"/>
                    <a:pt x="0" y="0"/>
                  </a:cubicBezTo>
                  <a:cubicBezTo>
                    <a:pt x="0" y="4"/>
                    <a:pt x="0" y="4"/>
                    <a:pt x="0" y="4"/>
                  </a:cubicBezTo>
                  <a:cubicBezTo>
                    <a:pt x="0" y="4"/>
                    <a:pt x="0" y="4"/>
                    <a:pt x="1" y="4"/>
                  </a:cubicBezTo>
                  <a:cubicBezTo>
                    <a:pt x="8" y="4"/>
                    <a:pt x="8" y="4"/>
                    <a:pt x="8" y="4"/>
                  </a:cubicBezTo>
                  <a:cubicBezTo>
                    <a:pt x="8" y="4"/>
                    <a:pt x="8" y="4"/>
                    <a:pt x="8" y="4"/>
                  </a:cubicBezTo>
                  <a:cubicBezTo>
                    <a:pt x="8" y="0"/>
                    <a:pt x="8" y="0"/>
                    <a:pt x="8" y="0"/>
                  </a:cubicBezTo>
                  <a:cubicBezTo>
                    <a:pt x="8" y="0"/>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 name="Freeform 43"/>
            <p:cNvSpPr>
              <a:spLocks/>
            </p:cNvSpPr>
            <p:nvPr/>
          </p:nvSpPr>
          <p:spPr bwMode="auto">
            <a:xfrm>
              <a:off x="3818" y="2208"/>
              <a:ext cx="23" cy="23"/>
            </a:xfrm>
            <a:custGeom>
              <a:avLst/>
              <a:gdLst>
                <a:gd name="T0" fmla="*/ 8 w 9"/>
                <a:gd name="T1" fmla="*/ 0 h 9"/>
                <a:gd name="T2" fmla="*/ 1 w 9"/>
                <a:gd name="T3" fmla="*/ 0 h 9"/>
                <a:gd name="T4" fmla="*/ 0 w 9"/>
                <a:gd name="T5" fmla="*/ 1 h 9"/>
                <a:gd name="T6" fmla="*/ 0 w 9"/>
                <a:gd name="T7" fmla="*/ 9 h 9"/>
                <a:gd name="T8" fmla="*/ 1 w 9"/>
                <a:gd name="T9" fmla="*/ 9 h 9"/>
                <a:gd name="T10" fmla="*/ 8 w 9"/>
                <a:gd name="T11" fmla="*/ 9 h 9"/>
                <a:gd name="T12" fmla="*/ 9 w 9"/>
                <a:gd name="T13" fmla="*/ 9 h 9"/>
                <a:gd name="T14" fmla="*/ 9 w 9"/>
                <a:gd name="T15" fmla="*/ 1 h 9"/>
                <a:gd name="T16" fmla="*/ 8 w 9"/>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0"/>
                  </a:moveTo>
                  <a:cubicBezTo>
                    <a:pt x="1" y="0"/>
                    <a:pt x="1" y="0"/>
                    <a:pt x="1" y="0"/>
                  </a:cubicBezTo>
                  <a:cubicBezTo>
                    <a:pt x="1" y="0"/>
                    <a:pt x="0" y="1"/>
                    <a:pt x="0" y="1"/>
                  </a:cubicBezTo>
                  <a:cubicBezTo>
                    <a:pt x="0" y="9"/>
                    <a:pt x="0" y="9"/>
                    <a:pt x="0" y="9"/>
                  </a:cubicBezTo>
                  <a:cubicBezTo>
                    <a:pt x="0" y="9"/>
                    <a:pt x="1" y="9"/>
                    <a:pt x="1" y="9"/>
                  </a:cubicBezTo>
                  <a:cubicBezTo>
                    <a:pt x="8" y="9"/>
                    <a:pt x="8" y="9"/>
                    <a:pt x="8" y="9"/>
                  </a:cubicBezTo>
                  <a:cubicBezTo>
                    <a:pt x="8" y="9"/>
                    <a:pt x="9" y="9"/>
                    <a:pt x="9" y="9"/>
                  </a:cubicBezTo>
                  <a:cubicBezTo>
                    <a:pt x="9" y="1"/>
                    <a:pt x="9" y="1"/>
                    <a:pt x="9" y="1"/>
                  </a:cubicBezTo>
                  <a:cubicBezTo>
                    <a:pt x="9" y="1"/>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 name="Freeform 44"/>
            <p:cNvSpPr>
              <a:spLocks/>
            </p:cNvSpPr>
            <p:nvPr/>
          </p:nvSpPr>
          <p:spPr bwMode="auto">
            <a:xfrm>
              <a:off x="3849" y="2184"/>
              <a:ext cx="20" cy="47"/>
            </a:xfrm>
            <a:custGeom>
              <a:avLst/>
              <a:gdLst>
                <a:gd name="T0" fmla="*/ 7 w 8"/>
                <a:gd name="T1" fmla="*/ 0 h 19"/>
                <a:gd name="T2" fmla="*/ 0 w 8"/>
                <a:gd name="T3" fmla="*/ 0 h 19"/>
                <a:gd name="T4" fmla="*/ 0 w 8"/>
                <a:gd name="T5" fmla="*/ 1 h 19"/>
                <a:gd name="T6" fmla="*/ 0 w 8"/>
                <a:gd name="T7" fmla="*/ 19 h 19"/>
                <a:gd name="T8" fmla="*/ 0 w 8"/>
                <a:gd name="T9" fmla="*/ 19 h 19"/>
                <a:gd name="T10" fmla="*/ 7 w 8"/>
                <a:gd name="T11" fmla="*/ 19 h 19"/>
                <a:gd name="T12" fmla="*/ 8 w 8"/>
                <a:gd name="T13" fmla="*/ 19 h 19"/>
                <a:gd name="T14" fmla="*/ 8 w 8"/>
                <a:gd name="T15" fmla="*/ 1 h 19"/>
                <a:gd name="T16" fmla="*/ 7 w 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7" y="0"/>
                  </a:moveTo>
                  <a:cubicBezTo>
                    <a:pt x="0" y="0"/>
                    <a:pt x="0" y="0"/>
                    <a:pt x="0" y="0"/>
                  </a:cubicBezTo>
                  <a:cubicBezTo>
                    <a:pt x="0" y="0"/>
                    <a:pt x="0" y="1"/>
                    <a:pt x="0" y="1"/>
                  </a:cubicBezTo>
                  <a:cubicBezTo>
                    <a:pt x="0" y="19"/>
                    <a:pt x="0" y="19"/>
                    <a:pt x="0" y="19"/>
                  </a:cubicBezTo>
                  <a:cubicBezTo>
                    <a:pt x="0" y="19"/>
                    <a:pt x="0" y="19"/>
                    <a:pt x="0" y="19"/>
                  </a:cubicBezTo>
                  <a:cubicBezTo>
                    <a:pt x="7" y="19"/>
                    <a:pt x="7" y="19"/>
                    <a:pt x="7" y="19"/>
                  </a:cubicBezTo>
                  <a:cubicBezTo>
                    <a:pt x="8" y="19"/>
                    <a:pt x="8" y="19"/>
                    <a:pt x="8" y="19"/>
                  </a:cubicBezTo>
                  <a:cubicBezTo>
                    <a:pt x="8" y="1"/>
                    <a:pt x="8" y="1"/>
                    <a:pt x="8" y="1"/>
                  </a:cubicBezTo>
                  <a:cubicBezTo>
                    <a:pt x="8"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 name="Freeform 45"/>
            <p:cNvSpPr>
              <a:spLocks/>
            </p:cNvSpPr>
            <p:nvPr/>
          </p:nvSpPr>
          <p:spPr bwMode="auto">
            <a:xfrm>
              <a:off x="3877" y="2161"/>
              <a:ext cx="22" cy="70"/>
            </a:xfrm>
            <a:custGeom>
              <a:avLst/>
              <a:gdLst>
                <a:gd name="T0" fmla="*/ 8 w 9"/>
                <a:gd name="T1" fmla="*/ 0 h 28"/>
                <a:gd name="T2" fmla="*/ 1 w 9"/>
                <a:gd name="T3" fmla="*/ 0 h 28"/>
                <a:gd name="T4" fmla="*/ 0 w 9"/>
                <a:gd name="T5" fmla="*/ 1 h 28"/>
                <a:gd name="T6" fmla="*/ 0 w 9"/>
                <a:gd name="T7" fmla="*/ 28 h 28"/>
                <a:gd name="T8" fmla="*/ 1 w 9"/>
                <a:gd name="T9" fmla="*/ 28 h 28"/>
                <a:gd name="T10" fmla="*/ 8 w 9"/>
                <a:gd name="T11" fmla="*/ 28 h 28"/>
                <a:gd name="T12" fmla="*/ 9 w 9"/>
                <a:gd name="T13" fmla="*/ 28 h 28"/>
                <a:gd name="T14" fmla="*/ 9 w 9"/>
                <a:gd name="T15" fmla="*/ 1 h 28"/>
                <a:gd name="T16" fmla="*/ 8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8" y="0"/>
                  </a:moveTo>
                  <a:cubicBezTo>
                    <a:pt x="1" y="0"/>
                    <a:pt x="1" y="0"/>
                    <a:pt x="1" y="0"/>
                  </a:cubicBezTo>
                  <a:cubicBezTo>
                    <a:pt x="0" y="0"/>
                    <a:pt x="0" y="1"/>
                    <a:pt x="0" y="1"/>
                  </a:cubicBezTo>
                  <a:cubicBezTo>
                    <a:pt x="0" y="28"/>
                    <a:pt x="0" y="28"/>
                    <a:pt x="0" y="28"/>
                  </a:cubicBezTo>
                  <a:cubicBezTo>
                    <a:pt x="0" y="28"/>
                    <a:pt x="0" y="28"/>
                    <a:pt x="1" y="28"/>
                  </a:cubicBezTo>
                  <a:cubicBezTo>
                    <a:pt x="8" y="28"/>
                    <a:pt x="8" y="28"/>
                    <a:pt x="8" y="28"/>
                  </a:cubicBezTo>
                  <a:cubicBezTo>
                    <a:pt x="8" y="28"/>
                    <a:pt x="9" y="28"/>
                    <a:pt x="9" y="28"/>
                  </a:cubicBezTo>
                  <a:cubicBezTo>
                    <a:pt x="9" y="1"/>
                    <a:pt x="9" y="1"/>
                    <a:pt x="9" y="1"/>
                  </a:cubicBezTo>
                  <a:cubicBezTo>
                    <a:pt x="9" y="1"/>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 name="Freeform 46"/>
            <p:cNvSpPr>
              <a:spLocks/>
            </p:cNvSpPr>
            <p:nvPr/>
          </p:nvSpPr>
          <p:spPr bwMode="auto">
            <a:xfrm>
              <a:off x="3821" y="2089"/>
              <a:ext cx="23" cy="27"/>
            </a:xfrm>
            <a:custGeom>
              <a:avLst/>
              <a:gdLst>
                <a:gd name="T0" fmla="*/ 5 w 9"/>
                <a:gd name="T1" fmla="*/ 10 h 11"/>
                <a:gd name="T2" fmla="*/ 8 w 9"/>
                <a:gd name="T3" fmla="*/ 4 h 11"/>
                <a:gd name="T4" fmla="*/ 5 w 9"/>
                <a:gd name="T5" fmla="*/ 0 h 11"/>
                <a:gd name="T6" fmla="*/ 0 w 9"/>
                <a:gd name="T7" fmla="*/ 4 h 11"/>
                <a:gd name="T8" fmla="*/ 5 w 9"/>
                <a:gd name="T9" fmla="*/ 10 h 11"/>
              </a:gdLst>
              <a:ahLst/>
              <a:cxnLst>
                <a:cxn ang="0">
                  <a:pos x="T0" y="T1"/>
                </a:cxn>
                <a:cxn ang="0">
                  <a:pos x="T2" y="T3"/>
                </a:cxn>
                <a:cxn ang="0">
                  <a:pos x="T4" y="T5"/>
                </a:cxn>
                <a:cxn ang="0">
                  <a:pos x="T6" y="T7"/>
                </a:cxn>
                <a:cxn ang="0">
                  <a:pos x="T8" y="T9"/>
                </a:cxn>
              </a:cxnLst>
              <a:rect l="0" t="0" r="r" b="b"/>
              <a:pathLst>
                <a:path w="9" h="11">
                  <a:moveTo>
                    <a:pt x="5" y="10"/>
                  </a:moveTo>
                  <a:cubicBezTo>
                    <a:pt x="8" y="10"/>
                    <a:pt x="8" y="7"/>
                    <a:pt x="8" y="4"/>
                  </a:cubicBezTo>
                  <a:cubicBezTo>
                    <a:pt x="9" y="2"/>
                    <a:pt x="7" y="0"/>
                    <a:pt x="5" y="0"/>
                  </a:cubicBezTo>
                  <a:cubicBezTo>
                    <a:pt x="2" y="0"/>
                    <a:pt x="0" y="2"/>
                    <a:pt x="0" y="4"/>
                  </a:cubicBezTo>
                  <a:cubicBezTo>
                    <a:pt x="1" y="8"/>
                    <a:pt x="4" y="11"/>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 name="Freeform 47"/>
            <p:cNvSpPr>
              <a:spLocks/>
            </p:cNvSpPr>
            <p:nvPr/>
          </p:nvSpPr>
          <p:spPr bwMode="auto">
            <a:xfrm>
              <a:off x="3785" y="2164"/>
              <a:ext cx="36" cy="44"/>
            </a:xfrm>
            <a:custGeom>
              <a:avLst/>
              <a:gdLst>
                <a:gd name="T0" fmla="*/ 12 w 14"/>
                <a:gd name="T1" fmla="*/ 1 h 18"/>
                <a:gd name="T2" fmla="*/ 10 w 14"/>
                <a:gd name="T3" fmla="*/ 0 h 18"/>
                <a:gd name="T4" fmla="*/ 8 w 14"/>
                <a:gd name="T5" fmla="*/ 6 h 18"/>
                <a:gd name="T6" fmla="*/ 1 w 14"/>
                <a:gd name="T7" fmla="*/ 14 h 18"/>
                <a:gd name="T8" fmla="*/ 1 w 14"/>
                <a:gd name="T9" fmla="*/ 17 h 18"/>
                <a:gd name="T10" fmla="*/ 4 w 14"/>
                <a:gd name="T11" fmla="*/ 17 h 18"/>
                <a:gd name="T12" fmla="*/ 12 w 14"/>
                <a:gd name="T13" fmla="*/ 9 h 18"/>
                <a:gd name="T14" fmla="*/ 13 w 14"/>
                <a:gd name="T15" fmla="*/ 8 h 18"/>
                <a:gd name="T16" fmla="*/ 14 w 14"/>
                <a:gd name="T17" fmla="*/ 3 h 18"/>
                <a:gd name="T18" fmla="*/ 12 w 14"/>
                <a:gd name="T1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8">
                  <a:moveTo>
                    <a:pt x="12" y="1"/>
                  </a:moveTo>
                  <a:cubicBezTo>
                    <a:pt x="11" y="1"/>
                    <a:pt x="10" y="0"/>
                    <a:pt x="10" y="0"/>
                  </a:cubicBezTo>
                  <a:cubicBezTo>
                    <a:pt x="8" y="6"/>
                    <a:pt x="8" y="6"/>
                    <a:pt x="8" y="6"/>
                  </a:cubicBezTo>
                  <a:cubicBezTo>
                    <a:pt x="1" y="14"/>
                    <a:pt x="1" y="14"/>
                    <a:pt x="1" y="14"/>
                  </a:cubicBezTo>
                  <a:cubicBezTo>
                    <a:pt x="0" y="15"/>
                    <a:pt x="0" y="16"/>
                    <a:pt x="1" y="17"/>
                  </a:cubicBezTo>
                  <a:cubicBezTo>
                    <a:pt x="2" y="18"/>
                    <a:pt x="4" y="18"/>
                    <a:pt x="4" y="17"/>
                  </a:cubicBezTo>
                  <a:cubicBezTo>
                    <a:pt x="12" y="9"/>
                    <a:pt x="12" y="9"/>
                    <a:pt x="12" y="9"/>
                  </a:cubicBezTo>
                  <a:cubicBezTo>
                    <a:pt x="12" y="9"/>
                    <a:pt x="13" y="8"/>
                    <a:pt x="13" y="8"/>
                  </a:cubicBezTo>
                  <a:cubicBezTo>
                    <a:pt x="14" y="3"/>
                    <a:pt x="14" y="3"/>
                    <a:pt x="14" y="3"/>
                  </a:cubicBezTo>
                  <a:cubicBezTo>
                    <a:pt x="13" y="2"/>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 name="Freeform 48"/>
            <p:cNvSpPr>
              <a:spLocks/>
            </p:cNvSpPr>
            <p:nvPr/>
          </p:nvSpPr>
          <p:spPr bwMode="auto">
            <a:xfrm>
              <a:off x="3836" y="2116"/>
              <a:ext cx="33" cy="20"/>
            </a:xfrm>
            <a:custGeom>
              <a:avLst/>
              <a:gdLst>
                <a:gd name="T0" fmla="*/ 6 w 13"/>
                <a:gd name="T1" fmla="*/ 8 h 8"/>
                <a:gd name="T2" fmla="*/ 12 w 13"/>
                <a:gd name="T3" fmla="*/ 4 h 8"/>
                <a:gd name="T4" fmla="*/ 12 w 13"/>
                <a:gd name="T5" fmla="*/ 1 h 8"/>
                <a:gd name="T6" fmla="*/ 10 w 13"/>
                <a:gd name="T7" fmla="*/ 1 h 8"/>
                <a:gd name="T8" fmla="*/ 5 w 13"/>
                <a:gd name="T9" fmla="*/ 4 h 8"/>
                <a:gd name="T10" fmla="*/ 1 w 13"/>
                <a:gd name="T11" fmla="*/ 3 h 8"/>
                <a:gd name="T12" fmla="*/ 1 w 13"/>
                <a:gd name="T13" fmla="*/ 5 h 8"/>
                <a:gd name="T14" fmla="*/ 0 w 13"/>
                <a:gd name="T15" fmla="*/ 7 h 8"/>
                <a:gd name="T16" fmla="*/ 5 w 13"/>
                <a:gd name="T17" fmla="*/ 8 h 8"/>
                <a:gd name="T18" fmla="*/ 6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6" y="8"/>
                  </a:moveTo>
                  <a:cubicBezTo>
                    <a:pt x="12" y="4"/>
                    <a:pt x="12" y="4"/>
                    <a:pt x="12" y="4"/>
                  </a:cubicBezTo>
                  <a:cubicBezTo>
                    <a:pt x="13" y="3"/>
                    <a:pt x="13" y="2"/>
                    <a:pt x="12" y="1"/>
                  </a:cubicBezTo>
                  <a:cubicBezTo>
                    <a:pt x="12" y="1"/>
                    <a:pt x="11" y="0"/>
                    <a:pt x="10" y="1"/>
                  </a:cubicBezTo>
                  <a:cubicBezTo>
                    <a:pt x="5" y="4"/>
                    <a:pt x="5" y="4"/>
                    <a:pt x="5" y="4"/>
                  </a:cubicBezTo>
                  <a:cubicBezTo>
                    <a:pt x="1" y="3"/>
                    <a:pt x="1" y="3"/>
                    <a:pt x="1" y="3"/>
                  </a:cubicBezTo>
                  <a:cubicBezTo>
                    <a:pt x="1" y="3"/>
                    <a:pt x="1" y="4"/>
                    <a:pt x="1" y="5"/>
                  </a:cubicBezTo>
                  <a:cubicBezTo>
                    <a:pt x="1" y="6"/>
                    <a:pt x="0" y="7"/>
                    <a:pt x="0" y="7"/>
                  </a:cubicBezTo>
                  <a:cubicBezTo>
                    <a:pt x="5" y="8"/>
                    <a:pt x="5" y="8"/>
                    <a:pt x="5" y="8"/>
                  </a:cubicBezTo>
                  <a:cubicBezTo>
                    <a:pt x="5" y="8"/>
                    <a:pt x="6"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 name="Freeform 49"/>
            <p:cNvSpPr>
              <a:spLocks/>
            </p:cNvSpPr>
            <p:nvPr/>
          </p:nvSpPr>
          <p:spPr bwMode="auto">
            <a:xfrm>
              <a:off x="3783" y="2116"/>
              <a:ext cx="58" cy="87"/>
            </a:xfrm>
            <a:custGeom>
              <a:avLst/>
              <a:gdLst>
                <a:gd name="T0" fmla="*/ 18 w 23"/>
                <a:gd name="T1" fmla="*/ 17 h 35"/>
                <a:gd name="T2" fmla="*/ 21 w 23"/>
                <a:gd name="T3" fmla="*/ 5 h 35"/>
                <a:gd name="T4" fmla="*/ 21 w 23"/>
                <a:gd name="T5" fmla="*/ 2 h 35"/>
                <a:gd name="T6" fmla="*/ 20 w 23"/>
                <a:gd name="T7" fmla="*/ 2 h 35"/>
                <a:gd name="T8" fmla="*/ 19 w 23"/>
                <a:gd name="T9" fmla="*/ 7 h 35"/>
                <a:gd name="T10" fmla="*/ 20 w 23"/>
                <a:gd name="T11" fmla="*/ 3 h 35"/>
                <a:gd name="T12" fmla="*/ 20 w 23"/>
                <a:gd name="T13" fmla="*/ 2 h 35"/>
                <a:gd name="T14" fmla="*/ 20 w 23"/>
                <a:gd name="T15" fmla="*/ 1 h 35"/>
                <a:gd name="T16" fmla="*/ 19 w 23"/>
                <a:gd name="T17" fmla="*/ 1 h 35"/>
                <a:gd name="T18" fmla="*/ 18 w 23"/>
                <a:gd name="T19" fmla="*/ 2 h 35"/>
                <a:gd name="T20" fmla="*/ 19 w 23"/>
                <a:gd name="T21" fmla="*/ 3 h 35"/>
                <a:gd name="T22" fmla="*/ 18 w 23"/>
                <a:gd name="T23" fmla="*/ 6 h 35"/>
                <a:gd name="T24" fmla="*/ 17 w 23"/>
                <a:gd name="T25" fmla="*/ 0 h 35"/>
                <a:gd name="T26" fmla="*/ 17 w 23"/>
                <a:gd name="T27" fmla="*/ 0 h 35"/>
                <a:gd name="T28" fmla="*/ 17 w 23"/>
                <a:gd name="T29" fmla="*/ 0 h 35"/>
                <a:gd name="T30" fmla="*/ 15 w 23"/>
                <a:gd name="T31" fmla="*/ 0 h 35"/>
                <a:gd name="T32" fmla="*/ 8 w 23"/>
                <a:gd name="T33" fmla="*/ 0 h 35"/>
                <a:gd name="T34" fmla="*/ 1 w 23"/>
                <a:gd name="T35" fmla="*/ 5 h 35"/>
                <a:gd name="T36" fmla="*/ 1 w 23"/>
                <a:gd name="T37" fmla="*/ 8 h 35"/>
                <a:gd name="T38" fmla="*/ 4 w 23"/>
                <a:gd name="T39" fmla="*/ 8 h 35"/>
                <a:gd name="T40" fmla="*/ 4 w 23"/>
                <a:gd name="T41" fmla="*/ 8 h 35"/>
                <a:gd name="T42" fmla="*/ 9 w 23"/>
                <a:gd name="T43" fmla="*/ 4 h 35"/>
                <a:gd name="T44" fmla="*/ 13 w 23"/>
                <a:gd name="T45" fmla="*/ 4 h 35"/>
                <a:gd name="T46" fmla="*/ 12 w 23"/>
                <a:gd name="T47" fmla="*/ 4 h 35"/>
                <a:gd name="T48" fmla="*/ 9 w 23"/>
                <a:gd name="T49" fmla="*/ 15 h 35"/>
                <a:gd name="T50" fmla="*/ 10 w 23"/>
                <a:gd name="T51" fmla="*/ 16 h 35"/>
                <a:gd name="T52" fmla="*/ 14 w 23"/>
                <a:gd name="T53" fmla="*/ 20 h 35"/>
                <a:gd name="T54" fmla="*/ 18 w 23"/>
                <a:gd name="T55" fmla="*/ 24 h 35"/>
                <a:gd name="T56" fmla="*/ 17 w 23"/>
                <a:gd name="T57" fmla="*/ 32 h 35"/>
                <a:gd name="T58" fmla="*/ 19 w 23"/>
                <a:gd name="T59" fmla="*/ 35 h 35"/>
                <a:gd name="T60" fmla="*/ 22 w 23"/>
                <a:gd name="T61" fmla="*/ 33 h 35"/>
                <a:gd name="T62" fmla="*/ 23 w 23"/>
                <a:gd name="T63" fmla="*/ 24 h 35"/>
                <a:gd name="T64" fmla="*/ 23 w 23"/>
                <a:gd name="T65" fmla="*/ 22 h 35"/>
                <a:gd name="T66" fmla="*/ 18 w 23"/>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5">
                  <a:moveTo>
                    <a:pt x="18" y="17"/>
                  </a:moveTo>
                  <a:cubicBezTo>
                    <a:pt x="19" y="10"/>
                    <a:pt x="21" y="6"/>
                    <a:pt x="21" y="5"/>
                  </a:cubicBezTo>
                  <a:cubicBezTo>
                    <a:pt x="21" y="3"/>
                    <a:pt x="21" y="2"/>
                    <a:pt x="21" y="2"/>
                  </a:cubicBezTo>
                  <a:cubicBezTo>
                    <a:pt x="20" y="2"/>
                    <a:pt x="20" y="2"/>
                    <a:pt x="20" y="2"/>
                  </a:cubicBezTo>
                  <a:cubicBezTo>
                    <a:pt x="20" y="5"/>
                    <a:pt x="19" y="7"/>
                    <a:pt x="19" y="7"/>
                  </a:cubicBezTo>
                  <a:cubicBezTo>
                    <a:pt x="19" y="7"/>
                    <a:pt x="20" y="4"/>
                    <a:pt x="20" y="3"/>
                  </a:cubicBezTo>
                  <a:cubicBezTo>
                    <a:pt x="20" y="2"/>
                    <a:pt x="20" y="2"/>
                    <a:pt x="20" y="2"/>
                  </a:cubicBezTo>
                  <a:cubicBezTo>
                    <a:pt x="20" y="1"/>
                    <a:pt x="20" y="1"/>
                    <a:pt x="20" y="1"/>
                  </a:cubicBezTo>
                  <a:cubicBezTo>
                    <a:pt x="20" y="1"/>
                    <a:pt x="19" y="1"/>
                    <a:pt x="19" y="1"/>
                  </a:cubicBezTo>
                  <a:cubicBezTo>
                    <a:pt x="19" y="1"/>
                    <a:pt x="18" y="2"/>
                    <a:pt x="18" y="2"/>
                  </a:cubicBezTo>
                  <a:cubicBezTo>
                    <a:pt x="18" y="2"/>
                    <a:pt x="18" y="2"/>
                    <a:pt x="19" y="3"/>
                  </a:cubicBezTo>
                  <a:cubicBezTo>
                    <a:pt x="19" y="3"/>
                    <a:pt x="18" y="4"/>
                    <a:pt x="18" y="6"/>
                  </a:cubicBezTo>
                  <a:cubicBezTo>
                    <a:pt x="18" y="1"/>
                    <a:pt x="17" y="0"/>
                    <a:pt x="17" y="0"/>
                  </a:cubicBezTo>
                  <a:cubicBezTo>
                    <a:pt x="17" y="0"/>
                    <a:pt x="17" y="0"/>
                    <a:pt x="17" y="0"/>
                  </a:cubicBezTo>
                  <a:cubicBezTo>
                    <a:pt x="17" y="0"/>
                    <a:pt x="17" y="0"/>
                    <a:pt x="17" y="0"/>
                  </a:cubicBezTo>
                  <a:cubicBezTo>
                    <a:pt x="16" y="0"/>
                    <a:pt x="15" y="0"/>
                    <a:pt x="15" y="0"/>
                  </a:cubicBezTo>
                  <a:cubicBezTo>
                    <a:pt x="13" y="0"/>
                    <a:pt x="11" y="0"/>
                    <a:pt x="8" y="0"/>
                  </a:cubicBezTo>
                  <a:cubicBezTo>
                    <a:pt x="8" y="0"/>
                    <a:pt x="1" y="5"/>
                    <a:pt x="1" y="5"/>
                  </a:cubicBezTo>
                  <a:cubicBezTo>
                    <a:pt x="0" y="6"/>
                    <a:pt x="0" y="7"/>
                    <a:pt x="1" y="8"/>
                  </a:cubicBezTo>
                  <a:cubicBezTo>
                    <a:pt x="2" y="8"/>
                    <a:pt x="3" y="9"/>
                    <a:pt x="4" y="8"/>
                  </a:cubicBezTo>
                  <a:cubicBezTo>
                    <a:pt x="4" y="8"/>
                    <a:pt x="4" y="8"/>
                    <a:pt x="4" y="8"/>
                  </a:cubicBezTo>
                  <a:cubicBezTo>
                    <a:pt x="4" y="8"/>
                    <a:pt x="9" y="4"/>
                    <a:pt x="9" y="4"/>
                  </a:cubicBezTo>
                  <a:cubicBezTo>
                    <a:pt x="9" y="4"/>
                    <a:pt x="13" y="4"/>
                    <a:pt x="13" y="4"/>
                  </a:cubicBezTo>
                  <a:cubicBezTo>
                    <a:pt x="12" y="4"/>
                    <a:pt x="12" y="4"/>
                    <a:pt x="12" y="4"/>
                  </a:cubicBezTo>
                  <a:cubicBezTo>
                    <a:pt x="11" y="7"/>
                    <a:pt x="9" y="13"/>
                    <a:pt x="9" y="15"/>
                  </a:cubicBezTo>
                  <a:cubicBezTo>
                    <a:pt x="9" y="15"/>
                    <a:pt x="10" y="15"/>
                    <a:pt x="10" y="16"/>
                  </a:cubicBezTo>
                  <a:cubicBezTo>
                    <a:pt x="10" y="16"/>
                    <a:pt x="11" y="18"/>
                    <a:pt x="14" y="20"/>
                  </a:cubicBezTo>
                  <a:cubicBezTo>
                    <a:pt x="14" y="20"/>
                    <a:pt x="18" y="24"/>
                    <a:pt x="18" y="24"/>
                  </a:cubicBezTo>
                  <a:cubicBezTo>
                    <a:pt x="18" y="24"/>
                    <a:pt x="17" y="32"/>
                    <a:pt x="17" y="32"/>
                  </a:cubicBezTo>
                  <a:cubicBezTo>
                    <a:pt x="17" y="34"/>
                    <a:pt x="18" y="35"/>
                    <a:pt x="19" y="35"/>
                  </a:cubicBezTo>
                  <a:cubicBezTo>
                    <a:pt x="20" y="35"/>
                    <a:pt x="21" y="35"/>
                    <a:pt x="22" y="33"/>
                  </a:cubicBezTo>
                  <a:cubicBezTo>
                    <a:pt x="22" y="33"/>
                    <a:pt x="23" y="24"/>
                    <a:pt x="23" y="24"/>
                  </a:cubicBezTo>
                  <a:cubicBezTo>
                    <a:pt x="23" y="23"/>
                    <a:pt x="23" y="22"/>
                    <a:pt x="23" y="22"/>
                  </a:cubicBezTo>
                  <a:cubicBezTo>
                    <a:pt x="22" y="21"/>
                    <a:pt x="18" y="17"/>
                    <a:pt x="1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51" name="Group 52"/>
          <p:cNvGrpSpPr>
            <a:grpSpLocks noChangeAspect="1"/>
          </p:cNvGrpSpPr>
          <p:nvPr/>
        </p:nvGrpSpPr>
        <p:grpSpPr bwMode="auto">
          <a:xfrm>
            <a:off x="4591451" y="5226689"/>
            <a:ext cx="393085" cy="389554"/>
            <a:chOff x="3783" y="2102"/>
            <a:chExt cx="116" cy="115"/>
          </a:xfrm>
          <a:solidFill>
            <a:schemeClr val="bg1"/>
          </a:solidFill>
          <a:effectLst/>
        </p:grpSpPr>
        <p:sp>
          <p:nvSpPr>
            <p:cNvPr id="52" name="Freeform 53"/>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 name="Freeform 54"/>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 name="Freeform 55"/>
            <p:cNvSpPr>
              <a:spLocks/>
            </p:cNvSpPr>
            <p:nvPr/>
          </p:nvSpPr>
          <p:spPr bwMode="auto">
            <a:xfrm>
              <a:off x="3839" y="2115"/>
              <a:ext cx="7" cy="10"/>
            </a:xfrm>
            <a:custGeom>
              <a:avLst/>
              <a:gdLst>
                <a:gd name="T0" fmla="*/ 1 w 3"/>
                <a:gd name="T1" fmla="*/ 4 h 4"/>
                <a:gd name="T2" fmla="*/ 1 w 3"/>
                <a:gd name="T3" fmla="*/ 4 h 4"/>
                <a:gd name="T4" fmla="*/ 3 w 3"/>
                <a:gd name="T5" fmla="*/ 3 h 4"/>
                <a:gd name="T6" fmla="*/ 3 w 3"/>
                <a:gd name="T7" fmla="*/ 0 h 4"/>
                <a:gd name="T8" fmla="*/ 1 w 3"/>
                <a:gd name="T9" fmla="*/ 0 h 4"/>
                <a:gd name="T10" fmla="*/ 0 w 3"/>
                <a:gd name="T11" fmla="*/ 0 h 4"/>
                <a:gd name="T12" fmla="*/ 0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2" y="4"/>
                    <a:pt x="3" y="4"/>
                    <a:pt x="3" y="3"/>
                  </a:cubicBezTo>
                  <a:cubicBezTo>
                    <a:pt x="3" y="0"/>
                    <a:pt x="3" y="0"/>
                    <a:pt x="3" y="0"/>
                  </a:cubicBezTo>
                  <a:cubicBezTo>
                    <a:pt x="2" y="0"/>
                    <a:pt x="2" y="0"/>
                    <a:pt x="1" y="0"/>
                  </a:cubicBezTo>
                  <a:cubicBezTo>
                    <a:pt x="1" y="0"/>
                    <a:pt x="0" y="0"/>
                    <a:pt x="0" y="0"/>
                  </a:cubicBezTo>
                  <a:cubicBezTo>
                    <a:pt x="0" y="3"/>
                    <a:pt x="0" y="3"/>
                    <a:pt x="0" y="3"/>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 name="Freeform 56"/>
            <p:cNvSpPr>
              <a:spLocks/>
            </p:cNvSpPr>
            <p:nvPr/>
          </p:nvSpPr>
          <p:spPr bwMode="auto">
            <a:xfrm>
              <a:off x="3839" y="2195"/>
              <a:ext cx="7" cy="10"/>
            </a:xfrm>
            <a:custGeom>
              <a:avLst/>
              <a:gdLst>
                <a:gd name="T0" fmla="*/ 1 w 3"/>
                <a:gd name="T1" fmla="*/ 0 h 4"/>
                <a:gd name="T2" fmla="*/ 1 w 3"/>
                <a:gd name="T3" fmla="*/ 0 h 4"/>
                <a:gd name="T4" fmla="*/ 0 w 3"/>
                <a:gd name="T5" fmla="*/ 1 h 4"/>
                <a:gd name="T6" fmla="*/ 0 w 3"/>
                <a:gd name="T7" fmla="*/ 4 h 4"/>
                <a:gd name="T8" fmla="*/ 1 w 3"/>
                <a:gd name="T9" fmla="*/ 4 h 4"/>
                <a:gd name="T10" fmla="*/ 3 w 3"/>
                <a:gd name="T11" fmla="*/ 4 h 4"/>
                <a:gd name="T12" fmla="*/ 3 w 3"/>
                <a:gd name="T13" fmla="*/ 1 h 4"/>
                <a:gd name="T14" fmla="*/ 1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0"/>
                  </a:moveTo>
                  <a:cubicBezTo>
                    <a:pt x="1" y="0"/>
                    <a:pt x="1" y="0"/>
                    <a:pt x="1" y="0"/>
                  </a:cubicBezTo>
                  <a:cubicBezTo>
                    <a:pt x="0" y="0"/>
                    <a:pt x="0" y="1"/>
                    <a:pt x="0" y="1"/>
                  </a:cubicBezTo>
                  <a:cubicBezTo>
                    <a:pt x="0" y="4"/>
                    <a:pt x="0" y="4"/>
                    <a:pt x="0" y="4"/>
                  </a:cubicBezTo>
                  <a:cubicBezTo>
                    <a:pt x="0" y="4"/>
                    <a:pt x="1" y="4"/>
                    <a:pt x="1" y="4"/>
                  </a:cubicBezTo>
                  <a:cubicBezTo>
                    <a:pt x="2" y="4"/>
                    <a:pt x="2" y="4"/>
                    <a:pt x="3" y="4"/>
                  </a:cubicBezTo>
                  <a:cubicBezTo>
                    <a:pt x="3" y="1"/>
                    <a:pt x="3" y="1"/>
                    <a:pt x="3" y="1"/>
                  </a:cubicBezTo>
                  <a:cubicBezTo>
                    <a:pt x="3"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 name="Freeform 57"/>
            <p:cNvSpPr>
              <a:spLocks/>
            </p:cNvSpPr>
            <p:nvPr/>
          </p:nvSpPr>
          <p:spPr bwMode="auto">
            <a:xfrm>
              <a:off x="3796" y="2155"/>
              <a:ext cx="10" cy="10"/>
            </a:xfrm>
            <a:custGeom>
              <a:avLst/>
              <a:gdLst>
                <a:gd name="T0" fmla="*/ 3 w 4"/>
                <a:gd name="T1" fmla="*/ 0 h 4"/>
                <a:gd name="T2" fmla="*/ 0 w 4"/>
                <a:gd name="T3" fmla="*/ 0 h 4"/>
                <a:gd name="T4" fmla="*/ 0 w 4"/>
                <a:gd name="T5" fmla="*/ 2 h 4"/>
                <a:gd name="T6" fmla="*/ 0 w 4"/>
                <a:gd name="T7" fmla="*/ 4 h 4"/>
                <a:gd name="T8" fmla="*/ 3 w 4"/>
                <a:gd name="T9" fmla="*/ 4 h 4"/>
                <a:gd name="T10" fmla="*/ 4 w 4"/>
                <a:gd name="T11" fmla="*/ 2 h 4"/>
                <a:gd name="T12" fmla="*/ 4 w 4"/>
                <a:gd name="T13" fmla="*/ 2 h 4"/>
                <a:gd name="T14" fmla="*/ 3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0"/>
                  </a:moveTo>
                  <a:cubicBezTo>
                    <a:pt x="0" y="0"/>
                    <a:pt x="0" y="0"/>
                    <a:pt x="0" y="0"/>
                  </a:cubicBezTo>
                  <a:cubicBezTo>
                    <a:pt x="0" y="1"/>
                    <a:pt x="0" y="1"/>
                    <a:pt x="0" y="2"/>
                  </a:cubicBezTo>
                  <a:cubicBezTo>
                    <a:pt x="0" y="3"/>
                    <a:pt x="0" y="3"/>
                    <a:pt x="0" y="4"/>
                  </a:cubicBezTo>
                  <a:cubicBezTo>
                    <a:pt x="3" y="4"/>
                    <a:pt x="3" y="4"/>
                    <a:pt x="3" y="4"/>
                  </a:cubicBezTo>
                  <a:cubicBezTo>
                    <a:pt x="4" y="4"/>
                    <a:pt x="4" y="3"/>
                    <a:pt x="4" y="2"/>
                  </a:cubicBezTo>
                  <a:cubicBezTo>
                    <a:pt x="4" y="2"/>
                    <a:pt x="4" y="2"/>
                    <a:pt x="4" y="2"/>
                  </a:cubicBezTo>
                  <a:cubicBezTo>
                    <a:pt x="4"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 name="Freeform 58"/>
            <p:cNvSpPr>
              <a:spLocks/>
            </p:cNvSpPr>
            <p:nvPr/>
          </p:nvSpPr>
          <p:spPr bwMode="auto">
            <a:xfrm>
              <a:off x="3877" y="2155"/>
              <a:ext cx="10" cy="10"/>
            </a:xfrm>
            <a:custGeom>
              <a:avLst/>
              <a:gdLst>
                <a:gd name="T0" fmla="*/ 4 w 4"/>
                <a:gd name="T1" fmla="*/ 0 h 4"/>
                <a:gd name="T2" fmla="*/ 2 w 4"/>
                <a:gd name="T3" fmla="*/ 0 h 4"/>
                <a:gd name="T4" fmla="*/ 0 w 4"/>
                <a:gd name="T5" fmla="*/ 2 h 4"/>
                <a:gd name="T6" fmla="*/ 0 w 4"/>
                <a:gd name="T7" fmla="*/ 2 h 4"/>
                <a:gd name="T8" fmla="*/ 2 w 4"/>
                <a:gd name="T9" fmla="*/ 4 h 4"/>
                <a:gd name="T10" fmla="*/ 4 w 4"/>
                <a:gd name="T11" fmla="*/ 4 h 4"/>
                <a:gd name="T12" fmla="*/ 4 w 4"/>
                <a:gd name="T13" fmla="*/ 2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2" y="0"/>
                    <a:pt x="2" y="0"/>
                    <a:pt x="2" y="0"/>
                  </a:cubicBezTo>
                  <a:cubicBezTo>
                    <a:pt x="1" y="0"/>
                    <a:pt x="0" y="1"/>
                    <a:pt x="0" y="2"/>
                  </a:cubicBezTo>
                  <a:cubicBezTo>
                    <a:pt x="0" y="2"/>
                    <a:pt x="0" y="2"/>
                    <a:pt x="0" y="2"/>
                  </a:cubicBezTo>
                  <a:cubicBezTo>
                    <a:pt x="0" y="3"/>
                    <a:pt x="1" y="4"/>
                    <a:pt x="2" y="4"/>
                  </a:cubicBezTo>
                  <a:cubicBezTo>
                    <a:pt x="4" y="4"/>
                    <a:pt x="4" y="4"/>
                    <a:pt x="4" y="4"/>
                  </a:cubicBezTo>
                  <a:cubicBezTo>
                    <a:pt x="4" y="3"/>
                    <a:pt x="4" y="3"/>
                    <a:pt x="4" y="2"/>
                  </a:cubicBezTo>
                  <a:cubicBezTo>
                    <a:pt x="4" y="1"/>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 name="Freeform 59"/>
            <p:cNvSpPr>
              <a:spLocks/>
            </p:cNvSpPr>
            <p:nvPr/>
          </p:nvSpPr>
          <p:spPr bwMode="auto">
            <a:xfrm>
              <a:off x="3813" y="2127"/>
              <a:ext cx="33" cy="38"/>
            </a:xfrm>
            <a:custGeom>
              <a:avLst/>
              <a:gdLst>
                <a:gd name="T0" fmla="*/ 11 w 13"/>
                <a:gd name="T1" fmla="*/ 0 h 15"/>
                <a:gd name="T2" fmla="*/ 10 w 13"/>
                <a:gd name="T3" fmla="*/ 2 h 15"/>
                <a:gd name="T4" fmla="*/ 10 w 13"/>
                <a:gd name="T5" fmla="*/ 11 h 15"/>
                <a:gd name="T6" fmla="*/ 9 w 13"/>
                <a:gd name="T7" fmla="*/ 12 h 15"/>
                <a:gd name="T8" fmla="*/ 2 w 13"/>
                <a:gd name="T9" fmla="*/ 12 h 15"/>
                <a:gd name="T10" fmla="*/ 0 w 13"/>
                <a:gd name="T11" fmla="*/ 14 h 15"/>
                <a:gd name="T12" fmla="*/ 2 w 13"/>
                <a:gd name="T13" fmla="*/ 15 h 15"/>
                <a:gd name="T14" fmla="*/ 11 w 13"/>
                <a:gd name="T15" fmla="*/ 15 h 15"/>
                <a:gd name="T16" fmla="*/ 12 w 13"/>
                <a:gd name="T17" fmla="*/ 15 h 15"/>
                <a:gd name="T18" fmla="*/ 12 w 13"/>
                <a:gd name="T19" fmla="*/ 15 h 15"/>
                <a:gd name="T20" fmla="*/ 13 w 13"/>
                <a:gd name="T21" fmla="*/ 13 h 15"/>
                <a:gd name="T22" fmla="*/ 13 w 13"/>
                <a:gd name="T23" fmla="*/ 2 h 15"/>
                <a:gd name="T24" fmla="*/ 11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1" y="0"/>
                  </a:moveTo>
                  <a:cubicBezTo>
                    <a:pt x="10" y="0"/>
                    <a:pt x="10" y="1"/>
                    <a:pt x="10" y="2"/>
                  </a:cubicBezTo>
                  <a:cubicBezTo>
                    <a:pt x="10" y="11"/>
                    <a:pt x="10" y="11"/>
                    <a:pt x="10" y="11"/>
                  </a:cubicBezTo>
                  <a:cubicBezTo>
                    <a:pt x="10" y="12"/>
                    <a:pt x="9" y="12"/>
                    <a:pt x="9" y="12"/>
                  </a:cubicBezTo>
                  <a:cubicBezTo>
                    <a:pt x="2" y="12"/>
                    <a:pt x="2" y="12"/>
                    <a:pt x="2" y="12"/>
                  </a:cubicBezTo>
                  <a:cubicBezTo>
                    <a:pt x="1" y="12"/>
                    <a:pt x="0" y="13"/>
                    <a:pt x="0" y="14"/>
                  </a:cubicBezTo>
                  <a:cubicBezTo>
                    <a:pt x="0" y="14"/>
                    <a:pt x="1" y="15"/>
                    <a:pt x="2" y="15"/>
                  </a:cubicBezTo>
                  <a:cubicBezTo>
                    <a:pt x="11" y="15"/>
                    <a:pt x="11" y="15"/>
                    <a:pt x="11" y="15"/>
                  </a:cubicBezTo>
                  <a:cubicBezTo>
                    <a:pt x="11" y="15"/>
                    <a:pt x="12" y="15"/>
                    <a:pt x="12" y="15"/>
                  </a:cubicBezTo>
                  <a:cubicBezTo>
                    <a:pt x="12" y="15"/>
                    <a:pt x="12" y="15"/>
                    <a:pt x="12" y="15"/>
                  </a:cubicBezTo>
                  <a:cubicBezTo>
                    <a:pt x="13" y="14"/>
                    <a:pt x="13" y="14"/>
                    <a:pt x="13" y="13"/>
                  </a:cubicBezTo>
                  <a:cubicBezTo>
                    <a:pt x="13" y="2"/>
                    <a:pt x="13" y="2"/>
                    <a:pt x="13" y="2"/>
                  </a:cubicBezTo>
                  <a:cubicBezTo>
                    <a:pt x="13" y="1"/>
                    <a:pt x="12"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59" name="Group 62"/>
          <p:cNvGrpSpPr>
            <a:grpSpLocks noChangeAspect="1"/>
          </p:cNvGrpSpPr>
          <p:nvPr/>
        </p:nvGrpSpPr>
        <p:grpSpPr bwMode="auto">
          <a:xfrm>
            <a:off x="7609139" y="2185792"/>
            <a:ext cx="419173" cy="334568"/>
            <a:chOff x="3775" y="2110"/>
            <a:chExt cx="129" cy="103"/>
          </a:xfrm>
          <a:solidFill>
            <a:schemeClr val="bg1"/>
          </a:solidFill>
          <a:effectLst/>
        </p:grpSpPr>
        <p:sp>
          <p:nvSpPr>
            <p:cNvPr id="60" name="Freeform 63"/>
            <p:cNvSpPr>
              <a:spLocks/>
            </p:cNvSpPr>
            <p:nvPr/>
          </p:nvSpPr>
          <p:spPr bwMode="auto">
            <a:xfrm>
              <a:off x="3775" y="2177"/>
              <a:ext cx="40" cy="36"/>
            </a:xfrm>
            <a:custGeom>
              <a:avLst/>
              <a:gdLst>
                <a:gd name="T0" fmla="*/ 5 w 16"/>
                <a:gd name="T1" fmla="*/ 0 h 14"/>
                <a:gd name="T2" fmla="*/ 0 w 16"/>
                <a:gd name="T3" fmla="*/ 4 h 14"/>
                <a:gd name="T4" fmla="*/ 10 w 16"/>
                <a:gd name="T5" fmla="*/ 14 h 14"/>
                <a:gd name="T6" fmla="*/ 16 w 16"/>
                <a:gd name="T7" fmla="*/ 9 h 14"/>
                <a:gd name="T8" fmla="*/ 5 w 16"/>
                <a:gd name="T9" fmla="*/ 0 h 14"/>
              </a:gdLst>
              <a:ahLst/>
              <a:cxnLst>
                <a:cxn ang="0">
                  <a:pos x="T0" y="T1"/>
                </a:cxn>
                <a:cxn ang="0">
                  <a:pos x="T2" y="T3"/>
                </a:cxn>
                <a:cxn ang="0">
                  <a:pos x="T4" y="T5"/>
                </a:cxn>
                <a:cxn ang="0">
                  <a:pos x="T6" y="T7"/>
                </a:cxn>
                <a:cxn ang="0">
                  <a:pos x="T8" y="T9"/>
                </a:cxn>
              </a:cxnLst>
              <a:rect l="0" t="0" r="r" b="b"/>
              <a:pathLst>
                <a:path w="16" h="14">
                  <a:moveTo>
                    <a:pt x="5" y="0"/>
                  </a:moveTo>
                  <a:cubicBezTo>
                    <a:pt x="1" y="3"/>
                    <a:pt x="0" y="4"/>
                    <a:pt x="0" y="4"/>
                  </a:cubicBezTo>
                  <a:cubicBezTo>
                    <a:pt x="10" y="14"/>
                    <a:pt x="10" y="14"/>
                    <a:pt x="10" y="14"/>
                  </a:cubicBezTo>
                  <a:cubicBezTo>
                    <a:pt x="10" y="14"/>
                    <a:pt x="13" y="11"/>
                    <a:pt x="16" y="9"/>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1" name="Freeform 64"/>
            <p:cNvSpPr>
              <a:spLocks/>
            </p:cNvSpPr>
            <p:nvPr/>
          </p:nvSpPr>
          <p:spPr bwMode="auto">
            <a:xfrm>
              <a:off x="3795" y="2156"/>
              <a:ext cx="109" cy="41"/>
            </a:xfrm>
            <a:custGeom>
              <a:avLst/>
              <a:gdLst>
                <a:gd name="T0" fmla="*/ 37 w 44"/>
                <a:gd name="T1" fmla="*/ 4 h 16"/>
                <a:gd name="T2" fmla="*/ 29 w 44"/>
                <a:gd name="T3" fmla="*/ 9 h 16"/>
                <a:gd name="T4" fmla="*/ 18 w 44"/>
                <a:gd name="T5" fmla="*/ 8 h 16"/>
                <a:gd name="T6" fmla="*/ 25 w 44"/>
                <a:gd name="T7" fmla="*/ 7 h 16"/>
                <a:gd name="T8" fmla="*/ 31 w 44"/>
                <a:gd name="T9" fmla="*/ 2 h 16"/>
                <a:gd name="T10" fmla="*/ 20 w 44"/>
                <a:gd name="T11" fmla="*/ 2 h 16"/>
                <a:gd name="T12" fmla="*/ 9 w 44"/>
                <a:gd name="T13" fmla="*/ 2 h 16"/>
                <a:gd name="T14" fmla="*/ 0 w 44"/>
                <a:gd name="T15" fmla="*/ 7 h 16"/>
                <a:gd name="T16" fmla="*/ 9 w 44"/>
                <a:gd name="T17" fmla="*/ 16 h 16"/>
                <a:gd name="T18" fmla="*/ 13 w 44"/>
                <a:gd name="T19" fmla="*/ 14 h 16"/>
                <a:gd name="T20" fmla="*/ 29 w 44"/>
                <a:gd name="T21" fmla="*/ 14 h 16"/>
                <a:gd name="T22" fmla="*/ 44 w 44"/>
                <a:gd name="T23" fmla="*/ 2 h 16"/>
                <a:gd name="T24" fmla="*/ 37 w 44"/>
                <a:gd name="T25"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6">
                  <a:moveTo>
                    <a:pt x="37" y="4"/>
                  </a:moveTo>
                  <a:cubicBezTo>
                    <a:pt x="34" y="7"/>
                    <a:pt x="32" y="8"/>
                    <a:pt x="29" y="9"/>
                  </a:cubicBezTo>
                  <a:cubicBezTo>
                    <a:pt x="24" y="10"/>
                    <a:pt x="19" y="9"/>
                    <a:pt x="18" y="8"/>
                  </a:cubicBezTo>
                  <a:cubicBezTo>
                    <a:pt x="15" y="6"/>
                    <a:pt x="18" y="7"/>
                    <a:pt x="25" y="7"/>
                  </a:cubicBezTo>
                  <a:cubicBezTo>
                    <a:pt x="32" y="6"/>
                    <a:pt x="31" y="2"/>
                    <a:pt x="31" y="2"/>
                  </a:cubicBezTo>
                  <a:cubicBezTo>
                    <a:pt x="29" y="2"/>
                    <a:pt x="27" y="2"/>
                    <a:pt x="20" y="2"/>
                  </a:cubicBezTo>
                  <a:cubicBezTo>
                    <a:pt x="17" y="2"/>
                    <a:pt x="12" y="1"/>
                    <a:pt x="9" y="2"/>
                  </a:cubicBezTo>
                  <a:cubicBezTo>
                    <a:pt x="6" y="2"/>
                    <a:pt x="4" y="5"/>
                    <a:pt x="0" y="7"/>
                  </a:cubicBezTo>
                  <a:cubicBezTo>
                    <a:pt x="9" y="16"/>
                    <a:pt x="9" y="16"/>
                    <a:pt x="9" y="16"/>
                  </a:cubicBezTo>
                  <a:cubicBezTo>
                    <a:pt x="11" y="15"/>
                    <a:pt x="12" y="14"/>
                    <a:pt x="13" y="14"/>
                  </a:cubicBezTo>
                  <a:cubicBezTo>
                    <a:pt x="16" y="14"/>
                    <a:pt x="23" y="15"/>
                    <a:pt x="29" y="14"/>
                  </a:cubicBezTo>
                  <a:cubicBezTo>
                    <a:pt x="40" y="9"/>
                    <a:pt x="44" y="2"/>
                    <a:pt x="44" y="2"/>
                  </a:cubicBezTo>
                  <a:cubicBezTo>
                    <a:pt x="44" y="2"/>
                    <a:pt x="41" y="0"/>
                    <a:pt x="3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2" name="Freeform 65"/>
            <p:cNvSpPr>
              <a:spLocks noEditPoints="1"/>
            </p:cNvSpPr>
            <p:nvPr/>
          </p:nvSpPr>
          <p:spPr bwMode="auto">
            <a:xfrm>
              <a:off x="3810" y="2110"/>
              <a:ext cx="94" cy="41"/>
            </a:xfrm>
            <a:custGeom>
              <a:avLst/>
              <a:gdLst>
                <a:gd name="T0" fmla="*/ 38 w 38"/>
                <a:gd name="T1" fmla="*/ 0 h 16"/>
                <a:gd name="T2" fmla="*/ 34 w 38"/>
                <a:gd name="T3" fmla="*/ 0 h 16"/>
                <a:gd name="T4" fmla="*/ 34 w 38"/>
                <a:gd name="T5" fmla="*/ 6 h 16"/>
                <a:gd name="T6" fmla="*/ 32 w 38"/>
                <a:gd name="T7" fmla="*/ 6 h 16"/>
                <a:gd name="T8" fmla="*/ 32 w 38"/>
                <a:gd name="T9" fmla="*/ 0 h 16"/>
                <a:gd name="T10" fmla="*/ 28 w 38"/>
                <a:gd name="T11" fmla="*/ 0 h 16"/>
                <a:gd name="T12" fmla="*/ 28 w 38"/>
                <a:gd name="T13" fmla="*/ 6 h 16"/>
                <a:gd name="T14" fmla="*/ 12 w 38"/>
                <a:gd name="T15" fmla="*/ 6 h 16"/>
                <a:gd name="T16" fmla="*/ 12 w 38"/>
                <a:gd name="T17" fmla="*/ 3 h 16"/>
                <a:gd name="T18" fmla="*/ 12 w 38"/>
                <a:gd name="T19" fmla="*/ 1 h 16"/>
                <a:gd name="T20" fmla="*/ 11 w 38"/>
                <a:gd name="T21" fmla="*/ 0 h 16"/>
                <a:gd name="T22" fmla="*/ 9 w 38"/>
                <a:gd name="T23" fmla="*/ 0 h 16"/>
                <a:gd name="T24" fmla="*/ 3 w 38"/>
                <a:gd name="T25" fmla="*/ 0 h 16"/>
                <a:gd name="T26" fmla="*/ 1 w 38"/>
                <a:gd name="T27" fmla="*/ 0 h 16"/>
                <a:gd name="T28" fmla="*/ 0 w 38"/>
                <a:gd name="T29" fmla="*/ 2 h 16"/>
                <a:gd name="T30" fmla="*/ 0 w 38"/>
                <a:gd name="T31" fmla="*/ 3 h 16"/>
                <a:gd name="T32" fmla="*/ 0 w 38"/>
                <a:gd name="T33" fmla="*/ 13 h 16"/>
                <a:gd name="T34" fmla="*/ 0 w 38"/>
                <a:gd name="T35" fmla="*/ 15 h 16"/>
                <a:gd name="T36" fmla="*/ 2 w 38"/>
                <a:gd name="T37" fmla="*/ 16 h 16"/>
                <a:gd name="T38" fmla="*/ 3 w 38"/>
                <a:gd name="T39" fmla="*/ 16 h 16"/>
                <a:gd name="T40" fmla="*/ 9 w 38"/>
                <a:gd name="T41" fmla="*/ 16 h 16"/>
                <a:gd name="T42" fmla="*/ 11 w 38"/>
                <a:gd name="T43" fmla="*/ 16 h 16"/>
                <a:gd name="T44" fmla="*/ 12 w 38"/>
                <a:gd name="T45" fmla="*/ 14 h 16"/>
                <a:gd name="T46" fmla="*/ 12 w 38"/>
                <a:gd name="T47" fmla="*/ 13 h 16"/>
                <a:gd name="T48" fmla="*/ 12 w 38"/>
                <a:gd name="T49" fmla="*/ 10 h 16"/>
                <a:gd name="T50" fmla="*/ 38 w 38"/>
                <a:gd name="T51" fmla="*/ 10 h 16"/>
                <a:gd name="T52" fmla="*/ 38 w 38"/>
                <a:gd name="T53" fmla="*/ 0 h 16"/>
                <a:gd name="T54" fmla="*/ 3 w 38"/>
                <a:gd name="T55" fmla="*/ 3 h 16"/>
                <a:gd name="T56" fmla="*/ 9 w 38"/>
                <a:gd name="T57" fmla="*/ 3 h 16"/>
                <a:gd name="T58" fmla="*/ 9 w 38"/>
                <a:gd name="T59" fmla="*/ 13 h 16"/>
                <a:gd name="T60" fmla="*/ 3 w 38"/>
                <a:gd name="T61" fmla="*/ 13 h 16"/>
                <a:gd name="T62" fmla="*/ 3 w 38"/>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16">
                  <a:moveTo>
                    <a:pt x="38" y="0"/>
                  </a:moveTo>
                  <a:cubicBezTo>
                    <a:pt x="34" y="0"/>
                    <a:pt x="34" y="0"/>
                    <a:pt x="34" y="0"/>
                  </a:cubicBezTo>
                  <a:cubicBezTo>
                    <a:pt x="34" y="6"/>
                    <a:pt x="34" y="6"/>
                    <a:pt x="34" y="6"/>
                  </a:cubicBezTo>
                  <a:cubicBezTo>
                    <a:pt x="32" y="6"/>
                    <a:pt x="32" y="6"/>
                    <a:pt x="32" y="6"/>
                  </a:cubicBezTo>
                  <a:cubicBezTo>
                    <a:pt x="32" y="0"/>
                    <a:pt x="32" y="0"/>
                    <a:pt x="32" y="0"/>
                  </a:cubicBezTo>
                  <a:cubicBezTo>
                    <a:pt x="28" y="0"/>
                    <a:pt x="28" y="0"/>
                    <a:pt x="28" y="0"/>
                  </a:cubicBezTo>
                  <a:cubicBezTo>
                    <a:pt x="28" y="6"/>
                    <a:pt x="28" y="6"/>
                    <a:pt x="28" y="6"/>
                  </a:cubicBezTo>
                  <a:cubicBezTo>
                    <a:pt x="12" y="6"/>
                    <a:pt x="12" y="6"/>
                    <a:pt x="12" y="6"/>
                  </a:cubicBezTo>
                  <a:cubicBezTo>
                    <a:pt x="12" y="3"/>
                    <a:pt x="12" y="3"/>
                    <a:pt x="12" y="3"/>
                  </a:cubicBezTo>
                  <a:cubicBezTo>
                    <a:pt x="12" y="2"/>
                    <a:pt x="12" y="2"/>
                    <a:pt x="12" y="1"/>
                  </a:cubicBezTo>
                  <a:cubicBezTo>
                    <a:pt x="12" y="1"/>
                    <a:pt x="11" y="0"/>
                    <a:pt x="11" y="0"/>
                  </a:cubicBezTo>
                  <a:cubicBezTo>
                    <a:pt x="10" y="0"/>
                    <a:pt x="10" y="0"/>
                    <a:pt x="9" y="0"/>
                  </a:cubicBezTo>
                  <a:cubicBezTo>
                    <a:pt x="3" y="0"/>
                    <a:pt x="3" y="0"/>
                    <a:pt x="3" y="0"/>
                  </a:cubicBezTo>
                  <a:cubicBezTo>
                    <a:pt x="2" y="0"/>
                    <a:pt x="2" y="0"/>
                    <a:pt x="1" y="0"/>
                  </a:cubicBezTo>
                  <a:cubicBezTo>
                    <a:pt x="1" y="1"/>
                    <a:pt x="0" y="1"/>
                    <a:pt x="0" y="2"/>
                  </a:cubicBezTo>
                  <a:cubicBezTo>
                    <a:pt x="0" y="2"/>
                    <a:pt x="0" y="2"/>
                    <a:pt x="0" y="3"/>
                  </a:cubicBezTo>
                  <a:cubicBezTo>
                    <a:pt x="0" y="13"/>
                    <a:pt x="0" y="13"/>
                    <a:pt x="0" y="13"/>
                  </a:cubicBezTo>
                  <a:cubicBezTo>
                    <a:pt x="0" y="14"/>
                    <a:pt x="0" y="14"/>
                    <a:pt x="0" y="15"/>
                  </a:cubicBezTo>
                  <a:cubicBezTo>
                    <a:pt x="1" y="15"/>
                    <a:pt x="1" y="16"/>
                    <a:pt x="2" y="16"/>
                  </a:cubicBezTo>
                  <a:cubicBezTo>
                    <a:pt x="2" y="16"/>
                    <a:pt x="2" y="16"/>
                    <a:pt x="3" y="16"/>
                  </a:cubicBezTo>
                  <a:cubicBezTo>
                    <a:pt x="9" y="16"/>
                    <a:pt x="9" y="16"/>
                    <a:pt x="9" y="16"/>
                  </a:cubicBezTo>
                  <a:cubicBezTo>
                    <a:pt x="10" y="16"/>
                    <a:pt x="11" y="16"/>
                    <a:pt x="11" y="16"/>
                  </a:cubicBezTo>
                  <a:cubicBezTo>
                    <a:pt x="12" y="15"/>
                    <a:pt x="12" y="15"/>
                    <a:pt x="12" y="14"/>
                  </a:cubicBezTo>
                  <a:cubicBezTo>
                    <a:pt x="12" y="14"/>
                    <a:pt x="12" y="13"/>
                    <a:pt x="12" y="13"/>
                  </a:cubicBezTo>
                  <a:cubicBezTo>
                    <a:pt x="12" y="10"/>
                    <a:pt x="12" y="10"/>
                    <a:pt x="12" y="10"/>
                  </a:cubicBezTo>
                  <a:cubicBezTo>
                    <a:pt x="38" y="10"/>
                    <a:pt x="38" y="10"/>
                    <a:pt x="38" y="10"/>
                  </a:cubicBezTo>
                  <a:lnTo>
                    <a:pt x="38" y="0"/>
                  </a:lnTo>
                  <a:close/>
                  <a:moveTo>
                    <a:pt x="3" y="3"/>
                  </a:moveTo>
                  <a:cubicBezTo>
                    <a:pt x="9" y="3"/>
                    <a:pt x="9" y="3"/>
                    <a:pt x="9" y="3"/>
                  </a:cubicBezTo>
                  <a:cubicBezTo>
                    <a:pt x="9" y="13"/>
                    <a:pt x="9" y="13"/>
                    <a:pt x="9" y="13"/>
                  </a:cubicBezTo>
                  <a:cubicBezTo>
                    <a:pt x="3" y="13"/>
                    <a:pt x="3" y="13"/>
                    <a:pt x="3" y="13"/>
                  </a:cubicBez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63" name="Group 68"/>
          <p:cNvGrpSpPr>
            <a:grpSpLocks noChangeAspect="1"/>
          </p:cNvGrpSpPr>
          <p:nvPr/>
        </p:nvGrpSpPr>
        <p:grpSpPr bwMode="auto">
          <a:xfrm>
            <a:off x="7791146" y="5229418"/>
            <a:ext cx="373918" cy="360141"/>
            <a:chOff x="3770" y="2095"/>
            <a:chExt cx="137" cy="132"/>
          </a:xfrm>
          <a:solidFill>
            <a:schemeClr val="bg1"/>
          </a:solidFill>
          <a:effectLst/>
        </p:grpSpPr>
        <p:sp>
          <p:nvSpPr>
            <p:cNvPr id="64" name="Freeform 69"/>
            <p:cNvSpPr>
              <a:spLocks/>
            </p:cNvSpPr>
            <p:nvPr/>
          </p:nvSpPr>
          <p:spPr bwMode="auto">
            <a:xfrm>
              <a:off x="3770" y="2190"/>
              <a:ext cx="137" cy="37"/>
            </a:xfrm>
            <a:custGeom>
              <a:avLst/>
              <a:gdLst>
                <a:gd name="T0" fmla="*/ 52 w 55"/>
                <a:gd name="T1" fmla="*/ 6 h 15"/>
                <a:gd name="T2" fmla="*/ 38 w 55"/>
                <a:gd name="T3" fmla="*/ 6 h 15"/>
                <a:gd name="T4" fmla="*/ 37 w 55"/>
                <a:gd name="T5" fmla="*/ 6 h 15"/>
                <a:gd name="T6" fmla="*/ 37 w 55"/>
                <a:gd name="T7" fmla="*/ 3 h 15"/>
                <a:gd name="T8" fmla="*/ 37 w 55"/>
                <a:gd name="T9" fmla="*/ 1 h 15"/>
                <a:gd name="T10" fmla="*/ 35 w 55"/>
                <a:gd name="T11" fmla="*/ 0 h 15"/>
                <a:gd name="T12" fmla="*/ 20 w 55"/>
                <a:gd name="T13" fmla="*/ 0 h 15"/>
                <a:gd name="T14" fmla="*/ 18 w 55"/>
                <a:gd name="T15" fmla="*/ 3 h 15"/>
                <a:gd name="T16" fmla="*/ 18 w 55"/>
                <a:gd name="T17" fmla="*/ 6 h 15"/>
                <a:gd name="T18" fmla="*/ 18 w 55"/>
                <a:gd name="T19" fmla="*/ 6 h 15"/>
                <a:gd name="T20" fmla="*/ 3 w 55"/>
                <a:gd name="T21" fmla="*/ 6 h 15"/>
                <a:gd name="T22" fmla="*/ 0 w 55"/>
                <a:gd name="T23" fmla="*/ 8 h 15"/>
                <a:gd name="T24" fmla="*/ 0 w 55"/>
                <a:gd name="T25" fmla="*/ 14 h 15"/>
                <a:gd name="T26" fmla="*/ 1 w 55"/>
                <a:gd name="T27" fmla="*/ 15 h 15"/>
                <a:gd name="T28" fmla="*/ 2 w 55"/>
                <a:gd name="T29" fmla="*/ 14 h 15"/>
                <a:gd name="T30" fmla="*/ 2 w 55"/>
                <a:gd name="T31" fmla="*/ 8 h 15"/>
                <a:gd name="T32" fmla="*/ 3 w 55"/>
                <a:gd name="T33" fmla="*/ 8 h 15"/>
                <a:gd name="T34" fmla="*/ 18 w 55"/>
                <a:gd name="T35" fmla="*/ 8 h 15"/>
                <a:gd name="T36" fmla="*/ 18 w 55"/>
                <a:gd name="T37" fmla="*/ 8 h 15"/>
                <a:gd name="T38" fmla="*/ 18 w 55"/>
                <a:gd name="T39" fmla="*/ 9 h 15"/>
                <a:gd name="T40" fmla="*/ 19 w 55"/>
                <a:gd name="T41" fmla="*/ 9 h 15"/>
                <a:gd name="T42" fmla="*/ 20 w 55"/>
                <a:gd name="T43" fmla="*/ 9 h 15"/>
                <a:gd name="T44" fmla="*/ 20 w 55"/>
                <a:gd name="T45" fmla="*/ 8 h 15"/>
                <a:gd name="T46" fmla="*/ 20 w 55"/>
                <a:gd name="T47" fmla="*/ 3 h 15"/>
                <a:gd name="T48" fmla="*/ 20 w 55"/>
                <a:gd name="T49" fmla="*/ 2 h 15"/>
                <a:gd name="T50" fmla="*/ 35 w 55"/>
                <a:gd name="T51" fmla="*/ 2 h 15"/>
                <a:gd name="T52" fmla="*/ 35 w 55"/>
                <a:gd name="T53" fmla="*/ 3 h 15"/>
                <a:gd name="T54" fmla="*/ 35 w 55"/>
                <a:gd name="T55" fmla="*/ 8 h 15"/>
                <a:gd name="T56" fmla="*/ 36 w 55"/>
                <a:gd name="T57" fmla="*/ 9 h 15"/>
                <a:gd name="T58" fmla="*/ 36 w 55"/>
                <a:gd name="T59" fmla="*/ 9 h 15"/>
                <a:gd name="T60" fmla="*/ 37 w 55"/>
                <a:gd name="T61" fmla="*/ 9 h 15"/>
                <a:gd name="T62" fmla="*/ 37 w 55"/>
                <a:gd name="T63" fmla="*/ 8 h 15"/>
                <a:gd name="T64" fmla="*/ 38 w 55"/>
                <a:gd name="T65" fmla="*/ 8 h 15"/>
                <a:gd name="T66" fmla="*/ 52 w 55"/>
                <a:gd name="T67" fmla="*/ 8 h 15"/>
                <a:gd name="T68" fmla="*/ 53 w 55"/>
                <a:gd name="T69" fmla="*/ 8 h 15"/>
                <a:gd name="T70" fmla="*/ 53 w 55"/>
                <a:gd name="T71" fmla="*/ 14 h 15"/>
                <a:gd name="T72" fmla="*/ 54 w 55"/>
                <a:gd name="T73" fmla="*/ 15 h 15"/>
                <a:gd name="T74" fmla="*/ 55 w 55"/>
                <a:gd name="T75" fmla="*/ 14 h 15"/>
                <a:gd name="T76" fmla="*/ 55 w 55"/>
                <a:gd name="T77" fmla="*/ 8 h 15"/>
                <a:gd name="T78" fmla="*/ 52 w 55"/>
                <a:gd name="T7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15">
                  <a:moveTo>
                    <a:pt x="52" y="6"/>
                  </a:moveTo>
                  <a:cubicBezTo>
                    <a:pt x="38" y="6"/>
                    <a:pt x="38" y="6"/>
                    <a:pt x="38" y="6"/>
                  </a:cubicBezTo>
                  <a:cubicBezTo>
                    <a:pt x="38" y="6"/>
                    <a:pt x="37" y="6"/>
                    <a:pt x="37" y="6"/>
                  </a:cubicBezTo>
                  <a:cubicBezTo>
                    <a:pt x="37" y="3"/>
                    <a:pt x="37" y="3"/>
                    <a:pt x="37" y="3"/>
                  </a:cubicBezTo>
                  <a:cubicBezTo>
                    <a:pt x="37" y="2"/>
                    <a:pt x="37" y="1"/>
                    <a:pt x="37" y="1"/>
                  </a:cubicBezTo>
                  <a:cubicBezTo>
                    <a:pt x="36" y="0"/>
                    <a:pt x="36" y="0"/>
                    <a:pt x="35" y="0"/>
                  </a:cubicBezTo>
                  <a:cubicBezTo>
                    <a:pt x="20" y="0"/>
                    <a:pt x="20" y="0"/>
                    <a:pt x="20" y="0"/>
                  </a:cubicBezTo>
                  <a:cubicBezTo>
                    <a:pt x="19" y="0"/>
                    <a:pt x="18" y="1"/>
                    <a:pt x="18" y="3"/>
                  </a:cubicBezTo>
                  <a:cubicBezTo>
                    <a:pt x="18" y="6"/>
                    <a:pt x="18" y="6"/>
                    <a:pt x="18" y="6"/>
                  </a:cubicBezTo>
                  <a:cubicBezTo>
                    <a:pt x="18" y="6"/>
                    <a:pt x="18" y="6"/>
                    <a:pt x="18" y="6"/>
                  </a:cubicBezTo>
                  <a:cubicBezTo>
                    <a:pt x="3" y="6"/>
                    <a:pt x="3" y="6"/>
                    <a:pt x="3" y="6"/>
                  </a:cubicBezTo>
                  <a:cubicBezTo>
                    <a:pt x="2" y="6"/>
                    <a:pt x="0" y="7"/>
                    <a:pt x="0" y="8"/>
                  </a:cubicBezTo>
                  <a:cubicBezTo>
                    <a:pt x="0" y="14"/>
                    <a:pt x="0" y="14"/>
                    <a:pt x="0" y="14"/>
                  </a:cubicBezTo>
                  <a:cubicBezTo>
                    <a:pt x="0" y="14"/>
                    <a:pt x="1" y="15"/>
                    <a:pt x="1" y="15"/>
                  </a:cubicBezTo>
                  <a:cubicBezTo>
                    <a:pt x="2" y="15"/>
                    <a:pt x="2" y="14"/>
                    <a:pt x="2" y="14"/>
                  </a:cubicBezTo>
                  <a:cubicBezTo>
                    <a:pt x="2" y="8"/>
                    <a:pt x="2" y="8"/>
                    <a:pt x="2" y="8"/>
                  </a:cubicBezTo>
                  <a:cubicBezTo>
                    <a:pt x="2" y="8"/>
                    <a:pt x="3" y="8"/>
                    <a:pt x="3" y="8"/>
                  </a:cubicBezTo>
                  <a:cubicBezTo>
                    <a:pt x="18" y="8"/>
                    <a:pt x="18" y="8"/>
                    <a:pt x="18" y="8"/>
                  </a:cubicBezTo>
                  <a:cubicBezTo>
                    <a:pt x="18" y="8"/>
                    <a:pt x="18" y="8"/>
                    <a:pt x="18" y="8"/>
                  </a:cubicBezTo>
                  <a:cubicBezTo>
                    <a:pt x="18" y="8"/>
                    <a:pt x="18" y="8"/>
                    <a:pt x="18" y="9"/>
                  </a:cubicBezTo>
                  <a:cubicBezTo>
                    <a:pt x="18" y="9"/>
                    <a:pt x="19" y="9"/>
                    <a:pt x="19" y="9"/>
                  </a:cubicBezTo>
                  <a:cubicBezTo>
                    <a:pt x="19" y="9"/>
                    <a:pt x="19" y="9"/>
                    <a:pt x="20" y="9"/>
                  </a:cubicBezTo>
                  <a:cubicBezTo>
                    <a:pt x="20" y="8"/>
                    <a:pt x="20" y="8"/>
                    <a:pt x="20" y="8"/>
                  </a:cubicBezTo>
                  <a:cubicBezTo>
                    <a:pt x="20" y="3"/>
                    <a:pt x="20" y="3"/>
                    <a:pt x="20" y="3"/>
                  </a:cubicBezTo>
                  <a:cubicBezTo>
                    <a:pt x="20" y="2"/>
                    <a:pt x="20" y="2"/>
                    <a:pt x="20" y="2"/>
                  </a:cubicBezTo>
                  <a:cubicBezTo>
                    <a:pt x="35" y="2"/>
                    <a:pt x="35" y="2"/>
                    <a:pt x="35" y="2"/>
                  </a:cubicBezTo>
                  <a:cubicBezTo>
                    <a:pt x="35" y="2"/>
                    <a:pt x="35" y="2"/>
                    <a:pt x="35" y="3"/>
                  </a:cubicBezTo>
                  <a:cubicBezTo>
                    <a:pt x="35" y="8"/>
                    <a:pt x="35" y="8"/>
                    <a:pt x="35" y="8"/>
                  </a:cubicBezTo>
                  <a:cubicBezTo>
                    <a:pt x="35" y="8"/>
                    <a:pt x="35" y="8"/>
                    <a:pt x="36" y="9"/>
                  </a:cubicBezTo>
                  <a:cubicBezTo>
                    <a:pt x="36" y="9"/>
                    <a:pt x="36" y="9"/>
                    <a:pt x="36" y="9"/>
                  </a:cubicBezTo>
                  <a:cubicBezTo>
                    <a:pt x="37" y="9"/>
                    <a:pt x="37" y="9"/>
                    <a:pt x="37" y="9"/>
                  </a:cubicBezTo>
                  <a:cubicBezTo>
                    <a:pt x="37" y="8"/>
                    <a:pt x="37" y="8"/>
                    <a:pt x="37" y="8"/>
                  </a:cubicBezTo>
                  <a:cubicBezTo>
                    <a:pt x="37" y="8"/>
                    <a:pt x="37" y="8"/>
                    <a:pt x="38" y="8"/>
                  </a:cubicBezTo>
                  <a:cubicBezTo>
                    <a:pt x="52" y="8"/>
                    <a:pt x="52" y="8"/>
                    <a:pt x="52" y="8"/>
                  </a:cubicBezTo>
                  <a:cubicBezTo>
                    <a:pt x="53" y="8"/>
                    <a:pt x="53" y="8"/>
                    <a:pt x="53" y="8"/>
                  </a:cubicBezTo>
                  <a:cubicBezTo>
                    <a:pt x="53" y="14"/>
                    <a:pt x="53" y="14"/>
                    <a:pt x="53" y="14"/>
                  </a:cubicBezTo>
                  <a:cubicBezTo>
                    <a:pt x="53" y="14"/>
                    <a:pt x="53" y="15"/>
                    <a:pt x="54" y="15"/>
                  </a:cubicBezTo>
                  <a:cubicBezTo>
                    <a:pt x="54" y="15"/>
                    <a:pt x="55" y="14"/>
                    <a:pt x="55" y="14"/>
                  </a:cubicBezTo>
                  <a:cubicBezTo>
                    <a:pt x="55" y="8"/>
                    <a:pt x="55" y="8"/>
                    <a:pt x="55" y="8"/>
                  </a:cubicBezTo>
                  <a:cubicBezTo>
                    <a:pt x="55" y="7"/>
                    <a:pt x="54" y="6"/>
                    <a:pt x="5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5" name="Freeform 70"/>
            <p:cNvSpPr>
              <a:spLocks/>
            </p:cNvSpPr>
            <p:nvPr/>
          </p:nvSpPr>
          <p:spPr bwMode="auto">
            <a:xfrm>
              <a:off x="3820" y="2118"/>
              <a:ext cx="37" cy="69"/>
            </a:xfrm>
            <a:custGeom>
              <a:avLst/>
              <a:gdLst>
                <a:gd name="T0" fmla="*/ 2 w 15"/>
                <a:gd name="T1" fmla="*/ 14 h 28"/>
                <a:gd name="T2" fmla="*/ 3 w 15"/>
                <a:gd name="T3" fmla="*/ 13 h 28"/>
                <a:gd name="T4" fmla="*/ 3 w 15"/>
                <a:gd name="T5" fmla="*/ 8 h 28"/>
                <a:gd name="T6" fmla="*/ 4 w 15"/>
                <a:gd name="T7" fmla="*/ 4 h 28"/>
                <a:gd name="T8" fmla="*/ 4 w 15"/>
                <a:gd name="T9" fmla="*/ 4 h 28"/>
                <a:gd name="T10" fmla="*/ 4 w 15"/>
                <a:gd name="T11" fmla="*/ 12 h 28"/>
                <a:gd name="T12" fmla="*/ 4 w 15"/>
                <a:gd name="T13" fmla="*/ 13 h 28"/>
                <a:gd name="T14" fmla="*/ 4 w 15"/>
                <a:gd name="T15" fmla="*/ 26 h 28"/>
                <a:gd name="T16" fmla="*/ 5 w 15"/>
                <a:gd name="T17" fmla="*/ 28 h 28"/>
                <a:gd name="T18" fmla="*/ 5 w 15"/>
                <a:gd name="T19" fmla="*/ 28 h 28"/>
                <a:gd name="T20" fmla="*/ 5 w 15"/>
                <a:gd name="T21" fmla="*/ 28 h 28"/>
                <a:gd name="T22" fmla="*/ 7 w 15"/>
                <a:gd name="T23" fmla="*/ 26 h 28"/>
                <a:gd name="T24" fmla="*/ 7 w 15"/>
                <a:gd name="T25" fmla="*/ 14 h 28"/>
                <a:gd name="T26" fmla="*/ 8 w 15"/>
                <a:gd name="T27" fmla="*/ 14 h 28"/>
                <a:gd name="T28" fmla="*/ 8 w 15"/>
                <a:gd name="T29" fmla="*/ 26 h 28"/>
                <a:gd name="T30" fmla="*/ 10 w 15"/>
                <a:gd name="T31" fmla="*/ 28 h 28"/>
                <a:gd name="T32" fmla="*/ 10 w 15"/>
                <a:gd name="T33" fmla="*/ 28 h 28"/>
                <a:gd name="T34" fmla="*/ 10 w 15"/>
                <a:gd name="T35" fmla="*/ 28 h 28"/>
                <a:gd name="T36" fmla="*/ 12 w 15"/>
                <a:gd name="T37" fmla="*/ 26 h 28"/>
                <a:gd name="T38" fmla="*/ 12 w 15"/>
                <a:gd name="T39" fmla="*/ 13 h 28"/>
                <a:gd name="T40" fmla="*/ 12 w 15"/>
                <a:gd name="T41" fmla="*/ 12 h 28"/>
                <a:gd name="T42" fmla="*/ 12 w 15"/>
                <a:gd name="T43" fmla="*/ 4 h 28"/>
                <a:gd name="T44" fmla="*/ 12 w 15"/>
                <a:gd name="T45" fmla="*/ 4 h 28"/>
                <a:gd name="T46" fmla="*/ 12 w 15"/>
                <a:gd name="T47" fmla="*/ 8 h 28"/>
                <a:gd name="T48" fmla="*/ 12 w 15"/>
                <a:gd name="T49" fmla="*/ 13 h 28"/>
                <a:gd name="T50" fmla="*/ 14 w 15"/>
                <a:gd name="T51" fmla="*/ 14 h 28"/>
                <a:gd name="T52" fmla="*/ 15 w 15"/>
                <a:gd name="T53" fmla="*/ 13 h 28"/>
                <a:gd name="T54" fmla="*/ 15 w 15"/>
                <a:gd name="T55" fmla="*/ 8 h 28"/>
                <a:gd name="T56" fmla="*/ 13 w 15"/>
                <a:gd name="T57" fmla="*/ 1 h 28"/>
                <a:gd name="T58" fmla="*/ 10 w 15"/>
                <a:gd name="T59" fmla="*/ 0 h 28"/>
                <a:gd name="T60" fmla="*/ 10 w 15"/>
                <a:gd name="T61" fmla="*/ 0 h 28"/>
                <a:gd name="T62" fmla="*/ 10 w 15"/>
                <a:gd name="T63" fmla="*/ 0 h 28"/>
                <a:gd name="T64" fmla="*/ 10 w 15"/>
                <a:gd name="T65" fmla="*/ 0 h 28"/>
                <a:gd name="T66" fmla="*/ 8 w 15"/>
                <a:gd name="T67" fmla="*/ 4 h 28"/>
                <a:gd name="T68" fmla="*/ 8 w 15"/>
                <a:gd name="T69" fmla="*/ 1 h 28"/>
                <a:gd name="T70" fmla="*/ 8 w 15"/>
                <a:gd name="T71" fmla="*/ 1 h 28"/>
                <a:gd name="T72" fmla="*/ 8 w 15"/>
                <a:gd name="T73" fmla="*/ 0 h 28"/>
                <a:gd name="T74" fmla="*/ 8 w 15"/>
                <a:gd name="T75" fmla="*/ 0 h 28"/>
                <a:gd name="T76" fmla="*/ 7 w 15"/>
                <a:gd name="T77" fmla="*/ 0 h 28"/>
                <a:gd name="T78" fmla="*/ 7 w 15"/>
                <a:gd name="T79" fmla="*/ 0 h 28"/>
                <a:gd name="T80" fmla="*/ 7 w 15"/>
                <a:gd name="T81" fmla="*/ 1 h 28"/>
                <a:gd name="T82" fmla="*/ 7 w 15"/>
                <a:gd name="T83" fmla="*/ 1 h 28"/>
                <a:gd name="T84" fmla="*/ 7 w 15"/>
                <a:gd name="T85" fmla="*/ 4 h 28"/>
                <a:gd name="T86" fmla="*/ 6 w 15"/>
                <a:gd name="T87" fmla="*/ 0 h 28"/>
                <a:gd name="T88" fmla="*/ 6 w 15"/>
                <a:gd name="T89" fmla="*/ 0 h 28"/>
                <a:gd name="T90" fmla="*/ 6 w 15"/>
                <a:gd name="T91" fmla="*/ 0 h 28"/>
                <a:gd name="T92" fmla="*/ 5 w 15"/>
                <a:gd name="T93" fmla="*/ 0 h 28"/>
                <a:gd name="T94" fmla="*/ 2 w 15"/>
                <a:gd name="T95" fmla="*/ 1 h 28"/>
                <a:gd name="T96" fmla="*/ 0 w 15"/>
                <a:gd name="T97" fmla="*/ 8 h 28"/>
                <a:gd name="T98" fmla="*/ 0 w 15"/>
                <a:gd name="T99" fmla="*/ 13 h 28"/>
                <a:gd name="T100" fmla="*/ 2 w 15"/>
                <a:gd name="T10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 h="28">
                  <a:moveTo>
                    <a:pt x="2" y="14"/>
                  </a:moveTo>
                  <a:cubicBezTo>
                    <a:pt x="3" y="14"/>
                    <a:pt x="3" y="14"/>
                    <a:pt x="3" y="13"/>
                  </a:cubicBezTo>
                  <a:cubicBezTo>
                    <a:pt x="3" y="13"/>
                    <a:pt x="3" y="10"/>
                    <a:pt x="3" y="8"/>
                  </a:cubicBezTo>
                  <a:cubicBezTo>
                    <a:pt x="3" y="7"/>
                    <a:pt x="3" y="4"/>
                    <a:pt x="4" y="4"/>
                  </a:cubicBezTo>
                  <a:cubicBezTo>
                    <a:pt x="4" y="4"/>
                    <a:pt x="4" y="4"/>
                    <a:pt x="4" y="4"/>
                  </a:cubicBezTo>
                  <a:cubicBezTo>
                    <a:pt x="4" y="12"/>
                    <a:pt x="4" y="12"/>
                    <a:pt x="4" y="12"/>
                  </a:cubicBezTo>
                  <a:cubicBezTo>
                    <a:pt x="4" y="12"/>
                    <a:pt x="4" y="13"/>
                    <a:pt x="4" y="13"/>
                  </a:cubicBezTo>
                  <a:cubicBezTo>
                    <a:pt x="4" y="26"/>
                    <a:pt x="4" y="26"/>
                    <a:pt x="4" y="26"/>
                  </a:cubicBezTo>
                  <a:cubicBezTo>
                    <a:pt x="4" y="27"/>
                    <a:pt x="4" y="28"/>
                    <a:pt x="5" y="28"/>
                  </a:cubicBezTo>
                  <a:cubicBezTo>
                    <a:pt x="5" y="28"/>
                    <a:pt x="5" y="28"/>
                    <a:pt x="5" y="28"/>
                  </a:cubicBezTo>
                  <a:cubicBezTo>
                    <a:pt x="5" y="28"/>
                    <a:pt x="5" y="28"/>
                    <a:pt x="5" y="28"/>
                  </a:cubicBezTo>
                  <a:cubicBezTo>
                    <a:pt x="6" y="28"/>
                    <a:pt x="7" y="27"/>
                    <a:pt x="7" y="26"/>
                  </a:cubicBezTo>
                  <a:cubicBezTo>
                    <a:pt x="7" y="14"/>
                    <a:pt x="7" y="14"/>
                    <a:pt x="7" y="14"/>
                  </a:cubicBezTo>
                  <a:cubicBezTo>
                    <a:pt x="8" y="14"/>
                    <a:pt x="8" y="14"/>
                    <a:pt x="8" y="14"/>
                  </a:cubicBezTo>
                  <a:cubicBezTo>
                    <a:pt x="8" y="26"/>
                    <a:pt x="8" y="26"/>
                    <a:pt x="8" y="26"/>
                  </a:cubicBezTo>
                  <a:cubicBezTo>
                    <a:pt x="8" y="27"/>
                    <a:pt x="9" y="28"/>
                    <a:pt x="10" y="28"/>
                  </a:cubicBezTo>
                  <a:cubicBezTo>
                    <a:pt x="10" y="28"/>
                    <a:pt x="10" y="28"/>
                    <a:pt x="10" y="28"/>
                  </a:cubicBezTo>
                  <a:cubicBezTo>
                    <a:pt x="10" y="28"/>
                    <a:pt x="10" y="28"/>
                    <a:pt x="10" y="28"/>
                  </a:cubicBezTo>
                  <a:cubicBezTo>
                    <a:pt x="11" y="28"/>
                    <a:pt x="12" y="27"/>
                    <a:pt x="12" y="26"/>
                  </a:cubicBezTo>
                  <a:cubicBezTo>
                    <a:pt x="12" y="13"/>
                    <a:pt x="12" y="13"/>
                    <a:pt x="12" y="13"/>
                  </a:cubicBezTo>
                  <a:cubicBezTo>
                    <a:pt x="12" y="13"/>
                    <a:pt x="12" y="12"/>
                    <a:pt x="12" y="12"/>
                  </a:cubicBezTo>
                  <a:cubicBezTo>
                    <a:pt x="12" y="4"/>
                    <a:pt x="12" y="4"/>
                    <a:pt x="12" y="4"/>
                  </a:cubicBezTo>
                  <a:cubicBezTo>
                    <a:pt x="12" y="4"/>
                    <a:pt x="12" y="4"/>
                    <a:pt x="12" y="4"/>
                  </a:cubicBezTo>
                  <a:cubicBezTo>
                    <a:pt x="12" y="4"/>
                    <a:pt x="12" y="7"/>
                    <a:pt x="12" y="8"/>
                  </a:cubicBezTo>
                  <a:cubicBezTo>
                    <a:pt x="13" y="10"/>
                    <a:pt x="12" y="13"/>
                    <a:pt x="12" y="13"/>
                  </a:cubicBezTo>
                  <a:cubicBezTo>
                    <a:pt x="12" y="14"/>
                    <a:pt x="13" y="14"/>
                    <a:pt x="14" y="14"/>
                  </a:cubicBezTo>
                  <a:cubicBezTo>
                    <a:pt x="15" y="14"/>
                    <a:pt x="15" y="14"/>
                    <a:pt x="15" y="13"/>
                  </a:cubicBezTo>
                  <a:cubicBezTo>
                    <a:pt x="15" y="13"/>
                    <a:pt x="15" y="10"/>
                    <a:pt x="15" y="8"/>
                  </a:cubicBezTo>
                  <a:cubicBezTo>
                    <a:pt x="15" y="3"/>
                    <a:pt x="13" y="1"/>
                    <a:pt x="13" y="1"/>
                  </a:cubicBezTo>
                  <a:cubicBezTo>
                    <a:pt x="12" y="1"/>
                    <a:pt x="11" y="0"/>
                    <a:pt x="10" y="0"/>
                  </a:cubicBezTo>
                  <a:cubicBezTo>
                    <a:pt x="10" y="0"/>
                    <a:pt x="10" y="0"/>
                    <a:pt x="10" y="0"/>
                  </a:cubicBezTo>
                  <a:cubicBezTo>
                    <a:pt x="10" y="0"/>
                    <a:pt x="10" y="0"/>
                    <a:pt x="10" y="0"/>
                  </a:cubicBezTo>
                  <a:cubicBezTo>
                    <a:pt x="10" y="0"/>
                    <a:pt x="10" y="0"/>
                    <a:pt x="10" y="0"/>
                  </a:cubicBezTo>
                  <a:cubicBezTo>
                    <a:pt x="10" y="0"/>
                    <a:pt x="9" y="2"/>
                    <a:pt x="8" y="4"/>
                  </a:cubicBezTo>
                  <a:cubicBezTo>
                    <a:pt x="8" y="3"/>
                    <a:pt x="8" y="1"/>
                    <a:pt x="8" y="1"/>
                  </a:cubicBezTo>
                  <a:cubicBezTo>
                    <a:pt x="8" y="1"/>
                    <a:pt x="8" y="1"/>
                    <a:pt x="8" y="1"/>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1"/>
                    <a:pt x="7" y="1"/>
                    <a:pt x="7" y="1"/>
                  </a:cubicBezTo>
                  <a:cubicBezTo>
                    <a:pt x="7" y="1"/>
                    <a:pt x="7" y="3"/>
                    <a:pt x="7" y="4"/>
                  </a:cubicBezTo>
                  <a:cubicBezTo>
                    <a:pt x="6" y="2"/>
                    <a:pt x="6" y="0"/>
                    <a:pt x="6" y="0"/>
                  </a:cubicBezTo>
                  <a:cubicBezTo>
                    <a:pt x="6" y="0"/>
                    <a:pt x="6" y="0"/>
                    <a:pt x="6" y="0"/>
                  </a:cubicBezTo>
                  <a:cubicBezTo>
                    <a:pt x="6" y="0"/>
                    <a:pt x="6" y="0"/>
                    <a:pt x="6" y="0"/>
                  </a:cubicBezTo>
                  <a:cubicBezTo>
                    <a:pt x="5" y="0"/>
                    <a:pt x="5" y="0"/>
                    <a:pt x="5" y="0"/>
                  </a:cubicBezTo>
                  <a:cubicBezTo>
                    <a:pt x="4" y="0"/>
                    <a:pt x="3" y="1"/>
                    <a:pt x="2" y="1"/>
                  </a:cubicBezTo>
                  <a:cubicBezTo>
                    <a:pt x="2" y="1"/>
                    <a:pt x="1" y="3"/>
                    <a:pt x="0" y="8"/>
                  </a:cubicBezTo>
                  <a:cubicBezTo>
                    <a:pt x="0" y="10"/>
                    <a:pt x="0" y="13"/>
                    <a:pt x="0" y="13"/>
                  </a:cubicBezTo>
                  <a:cubicBezTo>
                    <a:pt x="1" y="14"/>
                    <a:pt x="1" y="14"/>
                    <a:pt x="2"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6" name="Freeform 71"/>
            <p:cNvSpPr>
              <a:spLocks/>
            </p:cNvSpPr>
            <p:nvPr/>
          </p:nvSpPr>
          <p:spPr bwMode="auto">
            <a:xfrm>
              <a:off x="3830" y="2095"/>
              <a:ext cx="17" cy="20"/>
            </a:xfrm>
            <a:custGeom>
              <a:avLst/>
              <a:gdLst>
                <a:gd name="T0" fmla="*/ 1 w 7"/>
                <a:gd name="T1" fmla="*/ 5 h 8"/>
                <a:gd name="T2" fmla="*/ 4 w 7"/>
                <a:gd name="T3" fmla="*/ 8 h 8"/>
                <a:gd name="T4" fmla="*/ 7 w 7"/>
                <a:gd name="T5" fmla="*/ 5 h 8"/>
                <a:gd name="T6" fmla="*/ 7 w 7"/>
                <a:gd name="T7" fmla="*/ 4 h 8"/>
                <a:gd name="T8" fmla="*/ 7 w 7"/>
                <a:gd name="T9" fmla="*/ 4 h 8"/>
                <a:gd name="T10" fmla="*/ 4 w 7"/>
                <a:gd name="T11" fmla="*/ 0 h 8"/>
                <a:gd name="T12" fmla="*/ 1 w 7"/>
                <a:gd name="T13" fmla="*/ 4 h 8"/>
                <a:gd name="T14" fmla="*/ 0 w 7"/>
                <a:gd name="T15" fmla="*/ 4 h 8"/>
                <a:gd name="T16" fmla="*/ 1 w 7"/>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1" y="5"/>
                  </a:moveTo>
                  <a:cubicBezTo>
                    <a:pt x="1" y="7"/>
                    <a:pt x="2" y="8"/>
                    <a:pt x="4" y="8"/>
                  </a:cubicBezTo>
                  <a:cubicBezTo>
                    <a:pt x="5" y="8"/>
                    <a:pt x="6" y="7"/>
                    <a:pt x="7" y="5"/>
                  </a:cubicBezTo>
                  <a:cubicBezTo>
                    <a:pt x="7" y="5"/>
                    <a:pt x="7" y="5"/>
                    <a:pt x="7" y="4"/>
                  </a:cubicBezTo>
                  <a:cubicBezTo>
                    <a:pt x="7" y="4"/>
                    <a:pt x="7" y="4"/>
                    <a:pt x="7" y="4"/>
                  </a:cubicBezTo>
                  <a:cubicBezTo>
                    <a:pt x="7" y="2"/>
                    <a:pt x="5" y="0"/>
                    <a:pt x="4" y="0"/>
                  </a:cubicBezTo>
                  <a:cubicBezTo>
                    <a:pt x="2" y="0"/>
                    <a:pt x="1" y="2"/>
                    <a:pt x="1" y="4"/>
                  </a:cubicBezTo>
                  <a:cubicBezTo>
                    <a:pt x="0" y="4"/>
                    <a:pt x="0" y="4"/>
                    <a:pt x="0" y="4"/>
                  </a:cubicBezTo>
                  <a:cubicBezTo>
                    <a:pt x="0" y="5"/>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7" name="Freeform 72"/>
            <p:cNvSpPr>
              <a:spLocks/>
            </p:cNvSpPr>
            <p:nvPr/>
          </p:nvSpPr>
          <p:spPr bwMode="auto">
            <a:xfrm>
              <a:off x="3867" y="2135"/>
              <a:ext cx="35" cy="65"/>
            </a:xfrm>
            <a:custGeom>
              <a:avLst/>
              <a:gdLst>
                <a:gd name="T0" fmla="*/ 1 w 14"/>
                <a:gd name="T1" fmla="*/ 13 h 26"/>
                <a:gd name="T2" fmla="*/ 2 w 14"/>
                <a:gd name="T3" fmla="*/ 12 h 26"/>
                <a:gd name="T4" fmla="*/ 2 w 14"/>
                <a:gd name="T5" fmla="*/ 8 h 26"/>
                <a:gd name="T6" fmla="*/ 3 w 14"/>
                <a:gd name="T7" fmla="*/ 4 h 26"/>
                <a:gd name="T8" fmla="*/ 3 w 14"/>
                <a:gd name="T9" fmla="*/ 4 h 26"/>
                <a:gd name="T10" fmla="*/ 3 w 14"/>
                <a:gd name="T11" fmla="*/ 11 h 26"/>
                <a:gd name="T12" fmla="*/ 3 w 14"/>
                <a:gd name="T13" fmla="*/ 12 h 26"/>
                <a:gd name="T14" fmla="*/ 3 w 14"/>
                <a:gd name="T15" fmla="*/ 24 h 26"/>
                <a:gd name="T16" fmla="*/ 5 w 14"/>
                <a:gd name="T17" fmla="*/ 26 h 26"/>
                <a:gd name="T18" fmla="*/ 5 w 14"/>
                <a:gd name="T19" fmla="*/ 26 h 26"/>
                <a:gd name="T20" fmla="*/ 5 w 14"/>
                <a:gd name="T21" fmla="*/ 26 h 26"/>
                <a:gd name="T22" fmla="*/ 6 w 14"/>
                <a:gd name="T23" fmla="*/ 24 h 26"/>
                <a:gd name="T24" fmla="*/ 6 w 14"/>
                <a:gd name="T25" fmla="*/ 13 h 26"/>
                <a:gd name="T26" fmla="*/ 7 w 14"/>
                <a:gd name="T27" fmla="*/ 13 h 26"/>
                <a:gd name="T28" fmla="*/ 7 w 14"/>
                <a:gd name="T29" fmla="*/ 24 h 26"/>
                <a:gd name="T30" fmla="*/ 9 w 14"/>
                <a:gd name="T31" fmla="*/ 26 h 26"/>
                <a:gd name="T32" fmla="*/ 9 w 14"/>
                <a:gd name="T33" fmla="*/ 26 h 26"/>
                <a:gd name="T34" fmla="*/ 9 w 14"/>
                <a:gd name="T35" fmla="*/ 26 h 26"/>
                <a:gd name="T36" fmla="*/ 10 w 14"/>
                <a:gd name="T37" fmla="*/ 24 h 26"/>
                <a:gd name="T38" fmla="*/ 10 w 14"/>
                <a:gd name="T39" fmla="*/ 12 h 26"/>
                <a:gd name="T40" fmla="*/ 10 w 14"/>
                <a:gd name="T41" fmla="*/ 11 h 26"/>
                <a:gd name="T42" fmla="*/ 10 w 14"/>
                <a:gd name="T43" fmla="*/ 4 h 26"/>
                <a:gd name="T44" fmla="*/ 10 w 14"/>
                <a:gd name="T45" fmla="*/ 4 h 26"/>
                <a:gd name="T46" fmla="*/ 11 w 14"/>
                <a:gd name="T47" fmla="*/ 8 h 26"/>
                <a:gd name="T48" fmla="*/ 11 w 14"/>
                <a:gd name="T49" fmla="*/ 12 h 26"/>
                <a:gd name="T50" fmla="*/ 12 w 14"/>
                <a:gd name="T51" fmla="*/ 13 h 26"/>
                <a:gd name="T52" fmla="*/ 13 w 14"/>
                <a:gd name="T53" fmla="*/ 12 h 26"/>
                <a:gd name="T54" fmla="*/ 13 w 14"/>
                <a:gd name="T55" fmla="*/ 7 h 26"/>
                <a:gd name="T56" fmla="*/ 12 w 14"/>
                <a:gd name="T57" fmla="*/ 1 h 26"/>
                <a:gd name="T58" fmla="*/ 9 w 14"/>
                <a:gd name="T59" fmla="*/ 0 h 26"/>
                <a:gd name="T60" fmla="*/ 8 w 14"/>
                <a:gd name="T61" fmla="*/ 0 h 26"/>
                <a:gd name="T62" fmla="*/ 8 w 14"/>
                <a:gd name="T63" fmla="*/ 0 h 26"/>
                <a:gd name="T64" fmla="*/ 8 w 14"/>
                <a:gd name="T65" fmla="*/ 0 h 26"/>
                <a:gd name="T66" fmla="*/ 7 w 14"/>
                <a:gd name="T67" fmla="*/ 3 h 26"/>
                <a:gd name="T68" fmla="*/ 7 w 14"/>
                <a:gd name="T69" fmla="*/ 1 h 26"/>
                <a:gd name="T70" fmla="*/ 7 w 14"/>
                <a:gd name="T71" fmla="*/ 0 h 26"/>
                <a:gd name="T72" fmla="*/ 7 w 14"/>
                <a:gd name="T73" fmla="*/ 0 h 26"/>
                <a:gd name="T74" fmla="*/ 7 w 14"/>
                <a:gd name="T75" fmla="*/ 0 h 26"/>
                <a:gd name="T76" fmla="*/ 6 w 14"/>
                <a:gd name="T77" fmla="*/ 0 h 26"/>
                <a:gd name="T78" fmla="*/ 6 w 14"/>
                <a:gd name="T79" fmla="*/ 0 h 26"/>
                <a:gd name="T80" fmla="*/ 6 w 14"/>
                <a:gd name="T81" fmla="*/ 0 h 26"/>
                <a:gd name="T82" fmla="*/ 6 w 14"/>
                <a:gd name="T83" fmla="*/ 1 h 26"/>
                <a:gd name="T84" fmla="*/ 6 w 14"/>
                <a:gd name="T85" fmla="*/ 3 h 26"/>
                <a:gd name="T86" fmla="*/ 5 w 14"/>
                <a:gd name="T87" fmla="*/ 0 h 26"/>
                <a:gd name="T88" fmla="*/ 5 w 14"/>
                <a:gd name="T89" fmla="*/ 0 h 26"/>
                <a:gd name="T90" fmla="*/ 5 w 14"/>
                <a:gd name="T91" fmla="*/ 0 h 26"/>
                <a:gd name="T92" fmla="*/ 4 w 14"/>
                <a:gd name="T93" fmla="*/ 0 h 26"/>
                <a:gd name="T94" fmla="*/ 1 w 14"/>
                <a:gd name="T95" fmla="*/ 1 h 26"/>
                <a:gd name="T96" fmla="*/ 0 w 14"/>
                <a:gd name="T97" fmla="*/ 7 h 26"/>
                <a:gd name="T98" fmla="*/ 0 w 14"/>
                <a:gd name="T99" fmla="*/ 12 h 26"/>
                <a:gd name="T100" fmla="*/ 1 w 14"/>
                <a:gd name="T10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26">
                  <a:moveTo>
                    <a:pt x="1" y="13"/>
                  </a:moveTo>
                  <a:cubicBezTo>
                    <a:pt x="2" y="13"/>
                    <a:pt x="2" y="13"/>
                    <a:pt x="2" y="12"/>
                  </a:cubicBezTo>
                  <a:cubicBezTo>
                    <a:pt x="2" y="12"/>
                    <a:pt x="2" y="10"/>
                    <a:pt x="2" y="8"/>
                  </a:cubicBezTo>
                  <a:cubicBezTo>
                    <a:pt x="2" y="6"/>
                    <a:pt x="3" y="4"/>
                    <a:pt x="3" y="4"/>
                  </a:cubicBezTo>
                  <a:cubicBezTo>
                    <a:pt x="3" y="4"/>
                    <a:pt x="3" y="4"/>
                    <a:pt x="3" y="4"/>
                  </a:cubicBezTo>
                  <a:cubicBezTo>
                    <a:pt x="3" y="11"/>
                    <a:pt x="3" y="11"/>
                    <a:pt x="3" y="11"/>
                  </a:cubicBezTo>
                  <a:cubicBezTo>
                    <a:pt x="3" y="12"/>
                    <a:pt x="3" y="12"/>
                    <a:pt x="3" y="12"/>
                  </a:cubicBezTo>
                  <a:cubicBezTo>
                    <a:pt x="3" y="24"/>
                    <a:pt x="3" y="24"/>
                    <a:pt x="3" y="24"/>
                  </a:cubicBezTo>
                  <a:cubicBezTo>
                    <a:pt x="3" y="25"/>
                    <a:pt x="4" y="26"/>
                    <a:pt x="5" y="26"/>
                  </a:cubicBezTo>
                  <a:cubicBezTo>
                    <a:pt x="5" y="26"/>
                    <a:pt x="5" y="26"/>
                    <a:pt x="5" y="26"/>
                  </a:cubicBezTo>
                  <a:cubicBezTo>
                    <a:pt x="5" y="26"/>
                    <a:pt x="5" y="26"/>
                    <a:pt x="5" y="26"/>
                  </a:cubicBezTo>
                  <a:cubicBezTo>
                    <a:pt x="5" y="26"/>
                    <a:pt x="6" y="25"/>
                    <a:pt x="6" y="24"/>
                  </a:cubicBezTo>
                  <a:cubicBezTo>
                    <a:pt x="6" y="13"/>
                    <a:pt x="6" y="13"/>
                    <a:pt x="6" y="13"/>
                  </a:cubicBezTo>
                  <a:cubicBezTo>
                    <a:pt x="7" y="13"/>
                    <a:pt x="7" y="13"/>
                    <a:pt x="7" y="13"/>
                  </a:cubicBezTo>
                  <a:cubicBezTo>
                    <a:pt x="7" y="24"/>
                    <a:pt x="7" y="24"/>
                    <a:pt x="7" y="24"/>
                  </a:cubicBezTo>
                  <a:cubicBezTo>
                    <a:pt x="7" y="25"/>
                    <a:pt x="8" y="26"/>
                    <a:pt x="9" y="26"/>
                  </a:cubicBezTo>
                  <a:cubicBezTo>
                    <a:pt x="9" y="26"/>
                    <a:pt x="9" y="26"/>
                    <a:pt x="9" y="26"/>
                  </a:cubicBezTo>
                  <a:cubicBezTo>
                    <a:pt x="9" y="26"/>
                    <a:pt x="9" y="26"/>
                    <a:pt x="9" y="26"/>
                  </a:cubicBezTo>
                  <a:cubicBezTo>
                    <a:pt x="10" y="26"/>
                    <a:pt x="10" y="25"/>
                    <a:pt x="10" y="24"/>
                  </a:cubicBezTo>
                  <a:cubicBezTo>
                    <a:pt x="10" y="12"/>
                    <a:pt x="10" y="12"/>
                    <a:pt x="10" y="12"/>
                  </a:cubicBezTo>
                  <a:cubicBezTo>
                    <a:pt x="10" y="12"/>
                    <a:pt x="10" y="12"/>
                    <a:pt x="10" y="11"/>
                  </a:cubicBezTo>
                  <a:cubicBezTo>
                    <a:pt x="10" y="4"/>
                    <a:pt x="10" y="4"/>
                    <a:pt x="10" y="4"/>
                  </a:cubicBezTo>
                  <a:cubicBezTo>
                    <a:pt x="10" y="4"/>
                    <a:pt x="10" y="4"/>
                    <a:pt x="10" y="4"/>
                  </a:cubicBezTo>
                  <a:cubicBezTo>
                    <a:pt x="11" y="4"/>
                    <a:pt x="11" y="6"/>
                    <a:pt x="11" y="8"/>
                  </a:cubicBezTo>
                  <a:cubicBezTo>
                    <a:pt x="11" y="10"/>
                    <a:pt x="11" y="12"/>
                    <a:pt x="11" y="12"/>
                  </a:cubicBezTo>
                  <a:cubicBezTo>
                    <a:pt x="11" y="13"/>
                    <a:pt x="11" y="13"/>
                    <a:pt x="12" y="13"/>
                  </a:cubicBezTo>
                  <a:cubicBezTo>
                    <a:pt x="13" y="13"/>
                    <a:pt x="13" y="13"/>
                    <a:pt x="13" y="12"/>
                  </a:cubicBezTo>
                  <a:cubicBezTo>
                    <a:pt x="13" y="12"/>
                    <a:pt x="14" y="9"/>
                    <a:pt x="13" y="7"/>
                  </a:cubicBezTo>
                  <a:cubicBezTo>
                    <a:pt x="13" y="3"/>
                    <a:pt x="12" y="1"/>
                    <a:pt x="12" y="1"/>
                  </a:cubicBezTo>
                  <a:cubicBezTo>
                    <a:pt x="11" y="0"/>
                    <a:pt x="10" y="0"/>
                    <a:pt x="9" y="0"/>
                  </a:cubicBezTo>
                  <a:cubicBezTo>
                    <a:pt x="9" y="0"/>
                    <a:pt x="9" y="0"/>
                    <a:pt x="8" y="0"/>
                  </a:cubicBezTo>
                  <a:cubicBezTo>
                    <a:pt x="8" y="0"/>
                    <a:pt x="8" y="0"/>
                    <a:pt x="8" y="0"/>
                  </a:cubicBezTo>
                  <a:cubicBezTo>
                    <a:pt x="8" y="0"/>
                    <a:pt x="8" y="0"/>
                    <a:pt x="8" y="0"/>
                  </a:cubicBezTo>
                  <a:cubicBezTo>
                    <a:pt x="8" y="0"/>
                    <a:pt x="8" y="2"/>
                    <a:pt x="7" y="3"/>
                  </a:cubicBezTo>
                  <a:cubicBezTo>
                    <a:pt x="7" y="2"/>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1"/>
                    <a:pt x="6" y="1"/>
                    <a:pt x="6" y="1"/>
                  </a:cubicBezTo>
                  <a:cubicBezTo>
                    <a:pt x="6" y="1"/>
                    <a:pt x="6" y="2"/>
                    <a:pt x="6" y="3"/>
                  </a:cubicBezTo>
                  <a:cubicBezTo>
                    <a:pt x="5" y="2"/>
                    <a:pt x="5" y="0"/>
                    <a:pt x="5" y="0"/>
                  </a:cubicBezTo>
                  <a:cubicBezTo>
                    <a:pt x="5" y="0"/>
                    <a:pt x="5" y="0"/>
                    <a:pt x="5" y="0"/>
                  </a:cubicBezTo>
                  <a:cubicBezTo>
                    <a:pt x="5" y="0"/>
                    <a:pt x="5" y="0"/>
                    <a:pt x="5" y="0"/>
                  </a:cubicBezTo>
                  <a:cubicBezTo>
                    <a:pt x="4" y="0"/>
                    <a:pt x="4" y="0"/>
                    <a:pt x="4" y="0"/>
                  </a:cubicBezTo>
                  <a:cubicBezTo>
                    <a:pt x="3" y="0"/>
                    <a:pt x="2" y="0"/>
                    <a:pt x="1" y="1"/>
                  </a:cubicBezTo>
                  <a:cubicBezTo>
                    <a:pt x="1" y="1"/>
                    <a:pt x="0" y="3"/>
                    <a:pt x="0" y="7"/>
                  </a:cubicBezTo>
                  <a:cubicBezTo>
                    <a:pt x="0" y="9"/>
                    <a:pt x="0" y="12"/>
                    <a:pt x="0" y="12"/>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8" name="Freeform 73"/>
            <p:cNvSpPr>
              <a:spLocks/>
            </p:cNvSpPr>
            <p:nvPr/>
          </p:nvSpPr>
          <p:spPr bwMode="auto">
            <a:xfrm>
              <a:off x="3875" y="2115"/>
              <a:ext cx="17" cy="18"/>
            </a:xfrm>
            <a:custGeom>
              <a:avLst/>
              <a:gdLst>
                <a:gd name="T0" fmla="*/ 1 w 7"/>
                <a:gd name="T1" fmla="*/ 5 h 7"/>
                <a:gd name="T2" fmla="*/ 4 w 7"/>
                <a:gd name="T3" fmla="*/ 7 h 7"/>
                <a:gd name="T4" fmla="*/ 6 w 7"/>
                <a:gd name="T5" fmla="*/ 4 h 7"/>
                <a:gd name="T6" fmla="*/ 7 w 7"/>
                <a:gd name="T7" fmla="*/ 3 h 7"/>
                <a:gd name="T8" fmla="*/ 6 w 7"/>
                <a:gd name="T9" fmla="*/ 3 h 7"/>
                <a:gd name="T10" fmla="*/ 4 w 7"/>
                <a:gd name="T11" fmla="*/ 0 h 7"/>
                <a:gd name="T12" fmla="*/ 1 w 7"/>
                <a:gd name="T13" fmla="*/ 3 h 7"/>
                <a:gd name="T14" fmla="*/ 0 w 7"/>
                <a:gd name="T15" fmla="*/ 3 h 7"/>
                <a:gd name="T16" fmla="*/ 1 w 7"/>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1" y="5"/>
                  </a:moveTo>
                  <a:cubicBezTo>
                    <a:pt x="1" y="6"/>
                    <a:pt x="2" y="7"/>
                    <a:pt x="4" y="7"/>
                  </a:cubicBezTo>
                  <a:cubicBezTo>
                    <a:pt x="5" y="7"/>
                    <a:pt x="6" y="6"/>
                    <a:pt x="6" y="4"/>
                  </a:cubicBezTo>
                  <a:cubicBezTo>
                    <a:pt x="7" y="4"/>
                    <a:pt x="7" y="4"/>
                    <a:pt x="7" y="3"/>
                  </a:cubicBezTo>
                  <a:cubicBezTo>
                    <a:pt x="7" y="3"/>
                    <a:pt x="7" y="3"/>
                    <a:pt x="6" y="3"/>
                  </a:cubicBezTo>
                  <a:cubicBezTo>
                    <a:pt x="6" y="1"/>
                    <a:pt x="5" y="0"/>
                    <a:pt x="4" y="0"/>
                  </a:cubicBezTo>
                  <a:cubicBezTo>
                    <a:pt x="2" y="0"/>
                    <a:pt x="1" y="1"/>
                    <a:pt x="1" y="3"/>
                  </a:cubicBezTo>
                  <a:cubicBezTo>
                    <a:pt x="0" y="3"/>
                    <a:pt x="0" y="3"/>
                    <a:pt x="0" y="3"/>
                  </a:cubicBezTo>
                  <a:cubicBezTo>
                    <a:pt x="0" y="4"/>
                    <a:pt x="0"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9" name="Freeform 74"/>
            <p:cNvSpPr>
              <a:spLocks/>
            </p:cNvSpPr>
            <p:nvPr/>
          </p:nvSpPr>
          <p:spPr bwMode="auto">
            <a:xfrm>
              <a:off x="3778" y="2135"/>
              <a:ext cx="35" cy="65"/>
            </a:xfrm>
            <a:custGeom>
              <a:avLst/>
              <a:gdLst>
                <a:gd name="T0" fmla="*/ 1 w 14"/>
                <a:gd name="T1" fmla="*/ 13 h 26"/>
                <a:gd name="T2" fmla="*/ 2 w 14"/>
                <a:gd name="T3" fmla="*/ 12 h 26"/>
                <a:gd name="T4" fmla="*/ 2 w 14"/>
                <a:gd name="T5" fmla="*/ 8 h 26"/>
                <a:gd name="T6" fmla="*/ 3 w 14"/>
                <a:gd name="T7" fmla="*/ 4 h 26"/>
                <a:gd name="T8" fmla="*/ 3 w 14"/>
                <a:gd name="T9" fmla="*/ 4 h 26"/>
                <a:gd name="T10" fmla="*/ 3 w 14"/>
                <a:gd name="T11" fmla="*/ 11 h 26"/>
                <a:gd name="T12" fmla="*/ 3 w 14"/>
                <a:gd name="T13" fmla="*/ 12 h 26"/>
                <a:gd name="T14" fmla="*/ 3 w 14"/>
                <a:gd name="T15" fmla="*/ 24 h 26"/>
                <a:gd name="T16" fmla="*/ 5 w 14"/>
                <a:gd name="T17" fmla="*/ 26 h 26"/>
                <a:gd name="T18" fmla="*/ 5 w 14"/>
                <a:gd name="T19" fmla="*/ 26 h 26"/>
                <a:gd name="T20" fmla="*/ 5 w 14"/>
                <a:gd name="T21" fmla="*/ 26 h 26"/>
                <a:gd name="T22" fmla="*/ 6 w 14"/>
                <a:gd name="T23" fmla="*/ 24 h 26"/>
                <a:gd name="T24" fmla="*/ 6 w 14"/>
                <a:gd name="T25" fmla="*/ 13 h 26"/>
                <a:gd name="T26" fmla="*/ 7 w 14"/>
                <a:gd name="T27" fmla="*/ 13 h 26"/>
                <a:gd name="T28" fmla="*/ 7 w 14"/>
                <a:gd name="T29" fmla="*/ 24 h 26"/>
                <a:gd name="T30" fmla="*/ 9 w 14"/>
                <a:gd name="T31" fmla="*/ 26 h 26"/>
                <a:gd name="T32" fmla="*/ 9 w 14"/>
                <a:gd name="T33" fmla="*/ 26 h 26"/>
                <a:gd name="T34" fmla="*/ 9 w 14"/>
                <a:gd name="T35" fmla="*/ 26 h 26"/>
                <a:gd name="T36" fmla="*/ 10 w 14"/>
                <a:gd name="T37" fmla="*/ 24 h 26"/>
                <a:gd name="T38" fmla="*/ 10 w 14"/>
                <a:gd name="T39" fmla="*/ 12 h 26"/>
                <a:gd name="T40" fmla="*/ 10 w 14"/>
                <a:gd name="T41" fmla="*/ 11 h 26"/>
                <a:gd name="T42" fmla="*/ 10 w 14"/>
                <a:gd name="T43" fmla="*/ 4 h 26"/>
                <a:gd name="T44" fmla="*/ 10 w 14"/>
                <a:gd name="T45" fmla="*/ 4 h 26"/>
                <a:gd name="T46" fmla="*/ 11 w 14"/>
                <a:gd name="T47" fmla="*/ 8 h 26"/>
                <a:gd name="T48" fmla="*/ 11 w 14"/>
                <a:gd name="T49" fmla="*/ 12 h 26"/>
                <a:gd name="T50" fmla="*/ 12 w 14"/>
                <a:gd name="T51" fmla="*/ 13 h 26"/>
                <a:gd name="T52" fmla="*/ 13 w 14"/>
                <a:gd name="T53" fmla="*/ 12 h 26"/>
                <a:gd name="T54" fmla="*/ 14 w 14"/>
                <a:gd name="T55" fmla="*/ 7 h 26"/>
                <a:gd name="T56" fmla="*/ 12 w 14"/>
                <a:gd name="T57" fmla="*/ 1 h 26"/>
                <a:gd name="T58" fmla="*/ 9 w 14"/>
                <a:gd name="T59" fmla="*/ 0 h 26"/>
                <a:gd name="T60" fmla="*/ 9 w 14"/>
                <a:gd name="T61" fmla="*/ 0 h 26"/>
                <a:gd name="T62" fmla="*/ 9 w 14"/>
                <a:gd name="T63" fmla="*/ 0 h 26"/>
                <a:gd name="T64" fmla="*/ 9 w 14"/>
                <a:gd name="T65" fmla="*/ 0 h 26"/>
                <a:gd name="T66" fmla="*/ 7 w 14"/>
                <a:gd name="T67" fmla="*/ 3 h 26"/>
                <a:gd name="T68" fmla="*/ 7 w 14"/>
                <a:gd name="T69" fmla="*/ 1 h 26"/>
                <a:gd name="T70" fmla="*/ 7 w 14"/>
                <a:gd name="T71" fmla="*/ 0 h 26"/>
                <a:gd name="T72" fmla="*/ 7 w 14"/>
                <a:gd name="T73" fmla="*/ 0 h 26"/>
                <a:gd name="T74" fmla="*/ 7 w 14"/>
                <a:gd name="T75" fmla="*/ 0 h 26"/>
                <a:gd name="T76" fmla="*/ 6 w 14"/>
                <a:gd name="T77" fmla="*/ 0 h 26"/>
                <a:gd name="T78" fmla="*/ 6 w 14"/>
                <a:gd name="T79" fmla="*/ 0 h 26"/>
                <a:gd name="T80" fmla="*/ 6 w 14"/>
                <a:gd name="T81" fmla="*/ 0 h 26"/>
                <a:gd name="T82" fmla="*/ 6 w 14"/>
                <a:gd name="T83" fmla="*/ 1 h 26"/>
                <a:gd name="T84" fmla="*/ 6 w 14"/>
                <a:gd name="T85" fmla="*/ 3 h 26"/>
                <a:gd name="T86" fmla="*/ 5 w 14"/>
                <a:gd name="T87" fmla="*/ 0 h 26"/>
                <a:gd name="T88" fmla="*/ 5 w 14"/>
                <a:gd name="T89" fmla="*/ 0 h 26"/>
                <a:gd name="T90" fmla="*/ 5 w 14"/>
                <a:gd name="T91" fmla="*/ 0 h 26"/>
                <a:gd name="T92" fmla="*/ 4 w 14"/>
                <a:gd name="T93" fmla="*/ 0 h 26"/>
                <a:gd name="T94" fmla="*/ 2 w 14"/>
                <a:gd name="T95" fmla="*/ 1 h 26"/>
                <a:gd name="T96" fmla="*/ 0 w 14"/>
                <a:gd name="T97" fmla="*/ 7 h 26"/>
                <a:gd name="T98" fmla="*/ 0 w 14"/>
                <a:gd name="T99" fmla="*/ 12 h 26"/>
                <a:gd name="T100" fmla="*/ 1 w 14"/>
                <a:gd name="T10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26">
                  <a:moveTo>
                    <a:pt x="1" y="13"/>
                  </a:moveTo>
                  <a:cubicBezTo>
                    <a:pt x="2" y="13"/>
                    <a:pt x="2" y="13"/>
                    <a:pt x="2" y="12"/>
                  </a:cubicBezTo>
                  <a:cubicBezTo>
                    <a:pt x="2" y="12"/>
                    <a:pt x="2" y="10"/>
                    <a:pt x="2" y="8"/>
                  </a:cubicBezTo>
                  <a:cubicBezTo>
                    <a:pt x="2" y="6"/>
                    <a:pt x="3" y="4"/>
                    <a:pt x="3" y="4"/>
                  </a:cubicBezTo>
                  <a:cubicBezTo>
                    <a:pt x="3" y="4"/>
                    <a:pt x="3" y="4"/>
                    <a:pt x="3" y="4"/>
                  </a:cubicBezTo>
                  <a:cubicBezTo>
                    <a:pt x="3" y="11"/>
                    <a:pt x="3" y="11"/>
                    <a:pt x="3" y="11"/>
                  </a:cubicBezTo>
                  <a:cubicBezTo>
                    <a:pt x="3" y="12"/>
                    <a:pt x="3" y="12"/>
                    <a:pt x="3" y="12"/>
                  </a:cubicBezTo>
                  <a:cubicBezTo>
                    <a:pt x="3" y="24"/>
                    <a:pt x="3" y="24"/>
                    <a:pt x="3" y="24"/>
                  </a:cubicBezTo>
                  <a:cubicBezTo>
                    <a:pt x="3" y="25"/>
                    <a:pt x="4" y="26"/>
                    <a:pt x="5" y="26"/>
                  </a:cubicBezTo>
                  <a:cubicBezTo>
                    <a:pt x="5" y="26"/>
                    <a:pt x="5" y="26"/>
                    <a:pt x="5" y="26"/>
                  </a:cubicBezTo>
                  <a:cubicBezTo>
                    <a:pt x="5" y="26"/>
                    <a:pt x="5" y="26"/>
                    <a:pt x="5" y="26"/>
                  </a:cubicBezTo>
                  <a:cubicBezTo>
                    <a:pt x="6" y="26"/>
                    <a:pt x="6" y="25"/>
                    <a:pt x="6" y="24"/>
                  </a:cubicBezTo>
                  <a:cubicBezTo>
                    <a:pt x="6" y="13"/>
                    <a:pt x="6" y="13"/>
                    <a:pt x="6" y="13"/>
                  </a:cubicBezTo>
                  <a:cubicBezTo>
                    <a:pt x="7" y="13"/>
                    <a:pt x="7" y="13"/>
                    <a:pt x="7" y="13"/>
                  </a:cubicBezTo>
                  <a:cubicBezTo>
                    <a:pt x="7" y="24"/>
                    <a:pt x="7" y="24"/>
                    <a:pt x="7" y="24"/>
                  </a:cubicBezTo>
                  <a:cubicBezTo>
                    <a:pt x="7" y="25"/>
                    <a:pt x="8" y="26"/>
                    <a:pt x="9" y="26"/>
                  </a:cubicBezTo>
                  <a:cubicBezTo>
                    <a:pt x="9" y="26"/>
                    <a:pt x="9" y="26"/>
                    <a:pt x="9" y="26"/>
                  </a:cubicBezTo>
                  <a:cubicBezTo>
                    <a:pt x="9" y="26"/>
                    <a:pt x="9" y="26"/>
                    <a:pt x="9" y="26"/>
                  </a:cubicBezTo>
                  <a:cubicBezTo>
                    <a:pt x="10" y="26"/>
                    <a:pt x="10" y="25"/>
                    <a:pt x="10" y="24"/>
                  </a:cubicBezTo>
                  <a:cubicBezTo>
                    <a:pt x="10" y="12"/>
                    <a:pt x="10" y="12"/>
                    <a:pt x="10" y="12"/>
                  </a:cubicBezTo>
                  <a:cubicBezTo>
                    <a:pt x="10" y="12"/>
                    <a:pt x="10" y="12"/>
                    <a:pt x="10" y="11"/>
                  </a:cubicBezTo>
                  <a:cubicBezTo>
                    <a:pt x="10" y="4"/>
                    <a:pt x="10" y="4"/>
                    <a:pt x="10" y="4"/>
                  </a:cubicBezTo>
                  <a:cubicBezTo>
                    <a:pt x="10" y="4"/>
                    <a:pt x="10" y="4"/>
                    <a:pt x="10" y="4"/>
                  </a:cubicBezTo>
                  <a:cubicBezTo>
                    <a:pt x="11" y="4"/>
                    <a:pt x="11" y="6"/>
                    <a:pt x="11" y="8"/>
                  </a:cubicBezTo>
                  <a:cubicBezTo>
                    <a:pt x="11" y="10"/>
                    <a:pt x="11" y="12"/>
                    <a:pt x="11" y="12"/>
                  </a:cubicBezTo>
                  <a:cubicBezTo>
                    <a:pt x="11" y="13"/>
                    <a:pt x="11" y="13"/>
                    <a:pt x="12" y="13"/>
                  </a:cubicBezTo>
                  <a:cubicBezTo>
                    <a:pt x="13" y="13"/>
                    <a:pt x="13" y="13"/>
                    <a:pt x="13" y="12"/>
                  </a:cubicBezTo>
                  <a:cubicBezTo>
                    <a:pt x="13" y="12"/>
                    <a:pt x="14" y="9"/>
                    <a:pt x="14" y="7"/>
                  </a:cubicBezTo>
                  <a:cubicBezTo>
                    <a:pt x="13" y="3"/>
                    <a:pt x="12" y="1"/>
                    <a:pt x="12" y="1"/>
                  </a:cubicBezTo>
                  <a:cubicBezTo>
                    <a:pt x="11" y="0"/>
                    <a:pt x="10" y="0"/>
                    <a:pt x="9" y="0"/>
                  </a:cubicBezTo>
                  <a:cubicBezTo>
                    <a:pt x="9" y="0"/>
                    <a:pt x="9" y="0"/>
                    <a:pt x="9" y="0"/>
                  </a:cubicBezTo>
                  <a:cubicBezTo>
                    <a:pt x="9" y="0"/>
                    <a:pt x="9" y="0"/>
                    <a:pt x="9" y="0"/>
                  </a:cubicBezTo>
                  <a:cubicBezTo>
                    <a:pt x="9" y="0"/>
                    <a:pt x="9" y="0"/>
                    <a:pt x="9" y="0"/>
                  </a:cubicBezTo>
                  <a:cubicBezTo>
                    <a:pt x="9" y="0"/>
                    <a:pt x="8" y="2"/>
                    <a:pt x="7" y="3"/>
                  </a:cubicBezTo>
                  <a:cubicBezTo>
                    <a:pt x="7" y="2"/>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1"/>
                    <a:pt x="6" y="1"/>
                    <a:pt x="6" y="1"/>
                  </a:cubicBezTo>
                  <a:cubicBezTo>
                    <a:pt x="6" y="1"/>
                    <a:pt x="6" y="2"/>
                    <a:pt x="6" y="3"/>
                  </a:cubicBezTo>
                  <a:cubicBezTo>
                    <a:pt x="5" y="2"/>
                    <a:pt x="5" y="0"/>
                    <a:pt x="5" y="0"/>
                  </a:cubicBezTo>
                  <a:cubicBezTo>
                    <a:pt x="5" y="0"/>
                    <a:pt x="5" y="0"/>
                    <a:pt x="5" y="0"/>
                  </a:cubicBezTo>
                  <a:cubicBezTo>
                    <a:pt x="5" y="0"/>
                    <a:pt x="5" y="0"/>
                    <a:pt x="5" y="0"/>
                  </a:cubicBezTo>
                  <a:cubicBezTo>
                    <a:pt x="5" y="0"/>
                    <a:pt x="4" y="0"/>
                    <a:pt x="4" y="0"/>
                  </a:cubicBezTo>
                  <a:cubicBezTo>
                    <a:pt x="3" y="0"/>
                    <a:pt x="2" y="0"/>
                    <a:pt x="2" y="1"/>
                  </a:cubicBezTo>
                  <a:cubicBezTo>
                    <a:pt x="1" y="1"/>
                    <a:pt x="0" y="3"/>
                    <a:pt x="0" y="7"/>
                  </a:cubicBezTo>
                  <a:cubicBezTo>
                    <a:pt x="0" y="9"/>
                    <a:pt x="0" y="12"/>
                    <a:pt x="0" y="12"/>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0" name="Freeform 75"/>
            <p:cNvSpPr>
              <a:spLocks/>
            </p:cNvSpPr>
            <p:nvPr/>
          </p:nvSpPr>
          <p:spPr bwMode="auto">
            <a:xfrm>
              <a:off x="3785" y="2115"/>
              <a:ext cx="18" cy="18"/>
            </a:xfrm>
            <a:custGeom>
              <a:avLst/>
              <a:gdLst>
                <a:gd name="T0" fmla="*/ 1 w 7"/>
                <a:gd name="T1" fmla="*/ 5 h 7"/>
                <a:gd name="T2" fmla="*/ 4 w 7"/>
                <a:gd name="T3" fmla="*/ 7 h 7"/>
                <a:gd name="T4" fmla="*/ 6 w 7"/>
                <a:gd name="T5" fmla="*/ 4 h 7"/>
                <a:gd name="T6" fmla="*/ 7 w 7"/>
                <a:gd name="T7" fmla="*/ 3 h 7"/>
                <a:gd name="T8" fmla="*/ 7 w 7"/>
                <a:gd name="T9" fmla="*/ 3 h 7"/>
                <a:gd name="T10" fmla="*/ 4 w 7"/>
                <a:gd name="T11" fmla="*/ 0 h 7"/>
                <a:gd name="T12" fmla="*/ 1 w 7"/>
                <a:gd name="T13" fmla="*/ 3 h 7"/>
                <a:gd name="T14" fmla="*/ 0 w 7"/>
                <a:gd name="T15" fmla="*/ 3 h 7"/>
                <a:gd name="T16" fmla="*/ 1 w 7"/>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1" y="5"/>
                  </a:moveTo>
                  <a:cubicBezTo>
                    <a:pt x="1" y="6"/>
                    <a:pt x="2" y="7"/>
                    <a:pt x="4" y="7"/>
                  </a:cubicBezTo>
                  <a:cubicBezTo>
                    <a:pt x="5" y="7"/>
                    <a:pt x="6" y="6"/>
                    <a:pt x="6" y="4"/>
                  </a:cubicBezTo>
                  <a:cubicBezTo>
                    <a:pt x="7" y="4"/>
                    <a:pt x="7" y="4"/>
                    <a:pt x="7" y="3"/>
                  </a:cubicBezTo>
                  <a:cubicBezTo>
                    <a:pt x="7" y="3"/>
                    <a:pt x="7" y="3"/>
                    <a:pt x="7" y="3"/>
                  </a:cubicBezTo>
                  <a:cubicBezTo>
                    <a:pt x="7" y="1"/>
                    <a:pt x="5" y="0"/>
                    <a:pt x="4" y="0"/>
                  </a:cubicBezTo>
                  <a:cubicBezTo>
                    <a:pt x="2" y="0"/>
                    <a:pt x="1" y="1"/>
                    <a:pt x="1" y="3"/>
                  </a:cubicBezTo>
                  <a:cubicBezTo>
                    <a:pt x="1" y="3"/>
                    <a:pt x="0" y="3"/>
                    <a:pt x="0" y="3"/>
                  </a:cubicBezTo>
                  <a:cubicBezTo>
                    <a:pt x="0" y="4"/>
                    <a:pt x="1"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71" name="组合 70"/>
          <p:cNvGrpSpPr/>
          <p:nvPr/>
        </p:nvGrpSpPr>
        <p:grpSpPr>
          <a:xfrm>
            <a:off x="9073611" y="1631276"/>
            <a:ext cx="2413326" cy="1552814"/>
            <a:chOff x="8703732" y="1692310"/>
            <a:chExt cx="2288018" cy="1472719"/>
          </a:xfrm>
        </p:grpSpPr>
        <p:sp>
          <p:nvSpPr>
            <p:cNvPr id="72" name="文本框 148"/>
            <p:cNvSpPr txBox="1"/>
            <p:nvPr/>
          </p:nvSpPr>
          <p:spPr>
            <a:xfrm>
              <a:off x="8703732" y="1692310"/>
              <a:ext cx="1567938" cy="364573"/>
            </a:xfrm>
            <a:prstGeom prst="rect">
              <a:avLst/>
            </a:prstGeom>
            <a:noFill/>
          </p:spPr>
          <p:txBody>
            <a:bodyPr wrap="square" rtlCol="0">
              <a:spAutoFit/>
            </a:bodyPr>
            <a:lstStyle/>
            <a:p>
              <a:r>
                <a:rPr lang="zh-CN" altLang="en-US" sz="1898" dirty="0">
                  <a:solidFill>
                    <a:srgbClr val="E87071"/>
                  </a:solidFill>
                  <a:latin typeface="微软雅黑" panose="020B0503020204020204" pitchFamily="34" charset="-122"/>
                  <a:ea typeface="微软雅黑" panose="020B0503020204020204" pitchFamily="34" charset="-122"/>
                </a:rPr>
                <a:t>在此添加标题</a:t>
              </a:r>
            </a:p>
          </p:txBody>
        </p:sp>
        <p:sp>
          <p:nvSpPr>
            <p:cNvPr id="73" name="文本框 113"/>
            <p:cNvSpPr txBox="1"/>
            <p:nvPr/>
          </p:nvSpPr>
          <p:spPr>
            <a:xfrm>
              <a:off x="8744129" y="2061642"/>
              <a:ext cx="2247621" cy="1103387"/>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endParaRPr lang="en-US" altLang="zh-CN" sz="1160" dirty="0">
                <a:solidFill>
                  <a:schemeClr val="tx1">
                    <a:lumMod val="75000"/>
                    <a:lumOff val="25000"/>
                  </a:schemeClr>
                </a:solidFill>
                <a:latin typeface="微软雅黑" panose="020B0503020204020204" pitchFamily="34" charset="-122"/>
                <a:ea typeface="微软雅黑" panose="020B0503020204020204" pitchFamily="34" charset="-122"/>
              </a:endParaRPr>
            </a:p>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74" name="组合 73"/>
          <p:cNvGrpSpPr/>
          <p:nvPr/>
        </p:nvGrpSpPr>
        <p:grpSpPr>
          <a:xfrm>
            <a:off x="9073611" y="4753483"/>
            <a:ext cx="2413326" cy="1543499"/>
            <a:chOff x="8703732" y="4653472"/>
            <a:chExt cx="2288018" cy="1463885"/>
          </a:xfrm>
        </p:grpSpPr>
        <p:sp>
          <p:nvSpPr>
            <p:cNvPr id="75" name="文本框 154"/>
            <p:cNvSpPr txBox="1"/>
            <p:nvPr/>
          </p:nvSpPr>
          <p:spPr>
            <a:xfrm>
              <a:off x="8703732" y="4653472"/>
              <a:ext cx="1567938" cy="364574"/>
            </a:xfrm>
            <a:prstGeom prst="rect">
              <a:avLst/>
            </a:prstGeom>
            <a:noFill/>
          </p:spPr>
          <p:txBody>
            <a:bodyPr wrap="square" rtlCol="0">
              <a:spAutoFit/>
            </a:bodyPr>
            <a:lstStyle/>
            <a:p>
              <a:r>
                <a:rPr lang="zh-CN" altLang="en-US" sz="1898" dirty="0">
                  <a:solidFill>
                    <a:srgbClr val="683E79"/>
                  </a:solidFill>
                  <a:latin typeface="微软雅黑" panose="020B0503020204020204" pitchFamily="34" charset="-122"/>
                  <a:ea typeface="微软雅黑" panose="020B0503020204020204" pitchFamily="34" charset="-122"/>
                </a:rPr>
                <a:t>在此添加标题</a:t>
              </a:r>
            </a:p>
          </p:txBody>
        </p:sp>
        <p:sp>
          <p:nvSpPr>
            <p:cNvPr id="76" name="文本框 113"/>
            <p:cNvSpPr txBox="1"/>
            <p:nvPr/>
          </p:nvSpPr>
          <p:spPr>
            <a:xfrm>
              <a:off x="8744129" y="5013970"/>
              <a:ext cx="2247621" cy="1103387"/>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endParaRPr lang="en-US" altLang="zh-CN" sz="1160" dirty="0">
                <a:solidFill>
                  <a:schemeClr val="tx1">
                    <a:lumMod val="75000"/>
                    <a:lumOff val="25000"/>
                  </a:schemeClr>
                </a:solidFill>
                <a:latin typeface="微软雅黑" panose="020B0503020204020204" pitchFamily="34" charset="-122"/>
                <a:ea typeface="微软雅黑" panose="020B0503020204020204" pitchFamily="34" charset="-122"/>
              </a:endParaRPr>
            </a:p>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77" name="组合 76"/>
          <p:cNvGrpSpPr/>
          <p:nvPr/>
        </p:nvGrpSpPr>
        <p:grpSpPr>
          <a:xfrm>
            <a:off x="1309415" y="1631276"/>
            <a:ext cx="2430453" cy="1619611"/>
            <a:chOff x="1342678" y="1692310"/>
            <a:chExt cx="2304256" cy="1536070"/>
          </a:xfrm>
        </p:grpSpPr>
        <p:sp>
          <p:nvSpPr>
            <p:cNvPr id="78" name="文本框 145"/>
            <p:cNvSpPr txBox="1"/>
            <p:nvPr/>
          </p:nvSpPr>
          <p:spPr>
            <a:xfrm>
              <a:off x="2078996" y="1692310"/>
              <a:ext cx="1567938" cy="364573"/>
            </a:xfrm>
            <a:prstGeom prst="rect">
              <a:avLst/>
            </a:prstGeom>
            <a:noFill/>
          </p:spPr>
          <p:txBody>
            <a:bodyPr wrap="square" rtlCol="0">
              <a:spAutoFit/>
            </a:bodyPr>
            <a:lstStyle/>
            <a:p>
              <a:r>
                <a:rPr lang="zh-CN" altLang="en-US" sz="1898" dirty="0">
                  <a:solidFill>
                    <a:srgbClr val="FFB850"/>
                  </a:solidFill>
                  <a:latin typeface="微软雅黑" panose="020B0503020204020204" pitchFamily="34" charset="-122"/>
                  <a:ea typeface="微软雅黑" panose="020B0503020204020204" pitchFamily="34" charset="-122"/>
                </a:rPr>
                <a:t>在此添加标题</a:t>
              </a:r>
            </a:p>
          </p:txBody>
        </p:sp>
        <p:sp>
          <p:nvSpPr>
            <p:cNvPr id="79" name="文本框 113"/>
            <p:cNvSpPr txBox="1"/>
            <p:nvPr/>
          </p:nvSpPr>
          <p:spPr>
            <a:xfrm>
              <a:off x="1342678" y="2124994"/>
              <a:ext cx="2247621" cy="1103386"/>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endParaRPr lang="en-US" altLang="zh-CN" sz="1160" dirty="0">
                <a:solidFill>
                  <a:schemeClr val="tx1">
                    <a:lumMod val="75000"/>
                    <a:lumOff val="25000"/>
                  </a:schemeClr>
                </a:solidFill>
                <a:latin typeface="微软雅黑" panose="020B0503020204020204" pitchFamily="34" charset="-122"/>
                <a:ea typeface="微软雅黑" panose="020B0503020204020204" pitchFamily="34" charset="-122"/>
              </a:endParaRPr>
            </a:p>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80" name="组合 79"/>
          <p:cNvGrpSpPr/>
          <p:nvPr/>
        </p:nvGrpSpPr>
        <p:grpSpPr>
          <a:xfrm>
            <a:off x="1309415" y="4753483"/>
            <a:ext cx="2430453" cy="1610297"/>
            <a:chOff x="1342678" y="4653472"/>
            <a:chExt cx="2304256" cy="1527237"/>
          </a:xfrm>
        </p:grpSpPr>
        <p:sp>
          <p:nvSpPr>
            <p:cNvPr id="81" name="文本框 151"/>
            <p:cNvSpPr txBox="1"/>
            <p:nvPr/>
          </p:nvSpPr>
          <p:spPr>
            <a:xfrm>
              <a:off x="2078996" y="4653472"/>
              <a:ext cx="1567938" cy="364573"/>
            </a:xfrm>
            <a:prstGeom prst="rect">
              <a:avLst/>
            </a:prstGeom>
            <a:noFill/>
          </p:spPr>
          <p:txBody>
            <a:bodyPr wrap="square" rtlCol="0">
              <a:spAutoFit/>
            </a:bodyPr>
            <a:lstStyle/>
            <a:p>
              <a:r>
                <a:rPr lang="zh-CN" altLang="en-US" sz="1898" dirty="0">
                  <a:solidFill>
                    <a:schemeClr val="accent5"/>
                  </a:solidFill>
                  <a:latin typeface="微软雅黑" panose="020B0503020204020204" pitchFamily="34" charset="-122"/>
                  <a:ea typeface="微软雅黑" panose="020B0503020204020204" pitchFamily="34" charset="-122"/>
                </a:rPr>
                <a:t>在此添加标题</a:t>
              </a:r>
            </a:p>
          </p:txBody>
        </p:sp>
        <p:sp>
          <p:nvSpPr>
            <p:cNvPr id="82" name="文本框 113"/>
            <p:cNvSpPr txBox="1"/>
            <p:nvPr/>
          </p:nvSpPr>
          <p:spPr>
            <a:xfrm>
              <a:off x="1342678" y="5077322"/>
              <a:ext cx="2247621" cy="1103387"/>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endParaRPr lang="en-US" altLang="zh-CN" sz="1160" dirty="0">
                <a:solidFill>
                  <a:schemeClr val="tx1">
                    <a:lumMod val="75000"/>
                    <a:lumOff val="25000"/>
                  </a:schemeClr>
                </a:solidFill>
                <a:latin typeface="微软雅黑" panose="020B0503020204020204" pitchFamily="34" charset="-122"/>
                <a:ea typeface="微软雅黑" panose="020B0503020204020204" pitchFamily="34" charset="-122"/>
              </a:endParaRPr>
            </a:p>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sp>
        <p:nvSpPr>
          <p:cNvPr id="83" name="文本框 82"/>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789858804"/>
      </p:ext>
    </p:extLst>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31"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1000" fill="hold"/>
                                            <p:tgtEl>
                                              <p:spTgt spid="8"/>
                                            </p:tgtEl>
                                            <p:attrNameLst>
                                              <p:attrName>ppt_w</p:attrName>
                                            </p:attrNameLst>
                                          </p:cBhvr>
                                          <p:tavLst>
                                            <p:tav tm="0">
                                              <p:val>
                                                <p:fltVal val="0"/>
                                              </p:val>
                                            </p:tav>
                                            <p:tav tm="100000">
                                              <p:val>
                                                <p:strVal val="#ppt_w"/>
                                              </p:val>
                                            </p:tav>
                                          </p:tavLst>
                                        </p:anim>
                                        <p:anim calcmode="lin" valueType="num">
                                          <p:cBhvr>
                                            <p:cTn id="18" dur="1000" fill="hold"/>
                                            <p:tgtEl>
                                              <p:spTgt spid="8"/>
                                            </p:tgtEl>
                                            <p:attrNameLst>
                                              <p:attrName>ppt_h</p:attrName>
                                            </p:attrNameLst>
                                          </p:cBhvr>
                                          <p:tavLst>
                                            <p:tav tm="0">
                                              <p:val>
                                                <p:fltVal val="0"/>
                                              </p:val>
                                            </p:tav>
                                            <p:tav tm="100000">
                                              <p:val>
                                                <p:strVal val="#ppt_h"/>
                                              </p:val>
                                            </p:tav>
                                          </p:tavLst>
                                        </p:anim>
                                        <p:anim calcmode="lin" valueType="num">
                                          <p:cBhvr>
                                            <p:cTn id="19" dur="1000" fill="hold"/>
                                            <p:tgtEl>
                                              <p:spTgt spid="8"/>
                                            </p:tgtEl>
                                            <p:attrNameLst>
                                              <p:attrName>style.rotation</p:attrName>
                                            </p:attrNameLst>
                                          </p:cBhvr>
                                          <p:tavLst>
                                            <p:tav tm="0">
                                              <p:val>
                                                <p:fltVal val="90"/>
                                              </p:val>
                                            </p:tav>
                                            <p:tav tm="100000">
                                              <p:val>
                                                <p:fltVal val="0"/>
                                              </p:val>
                                            </p:tav>
                                          </p:tavLst>
                                        </p:anim>
                                        <p:animEffect transition="in" filter="fade">
                                          <p:cBhvr>
                                            <p:cTn id="20" dur="1000"/>
                                            <p:tgtEl>
                                              <p:spTgt spid="8"/>
                                            </p:tgtEl>
                                          </p:cBhvr>
                                        </p:animEffect>
                                      </p:childTnLst>
                                    </p:cTn>
                                  </p:par>
                                  <p:par>
                                    <p:cTn id="21" presetID="8" presetClass="emph" presetSubtype="0" repeatCount="2000" fill="hold" nodeType="withEffect">
                                      <p:stCondLst>
                                        <p:cond delay="0"/>
                                      </p:stCondLst>
                                      <p:childTnLst>
                                        <p:animRot by="-21600000">
                                          <p:cBhvr>
                                            <p:cTn id="22" dur="1500" fill="hold"/>
                                            <p:tgtEl>
                                              <p:spTgt spid="8"/>
                                            </p:tgtEl>
                                            <p:attrNameLst>
                                              <p:attrName>r</p:attrName>
                                            </p:attrNameLst>
                                          </p:cBhvr>
                                        </p:animRot>
                                      </p:childTnLst>
                                    </p:cTn>
                                  </p:par>
                                </p:childTnLst>
                              </p:cTn>
                            </p:par>
                            <p:par>
                              <p:cTn id="23" fill="hold">
                                <p:stCondLst>
                                  <p:cond delay="4000"/>
                                </p:stCondLst>
                                <p:childTnLst>
                                  <p:par>
                                    <p:cTn id="24" presetID="14" presetClass="entr" presetSubtype="10" fill="hold" grpId="0" nodeType="after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randombar(horizontal)">
                                          <p:cBhvr>
                                            <p:cTn id="26" dur="500"/>
                                            <p:tgtEl>
                                              <p:spTgt spid="38"/>
                                            </p:tgtEl>
                                          </p:cBhvr>
                                        </p:animEffect>
                                      </p:childTnLst>
                                    </p:cTn>
                                  </p:par>
                                  <p:par>
                                    <p:cTn id="27" presetID="14" presetClass="entr" presetSubtype="10" fill="hold" grpId="0" nodeType="withEffect">
                                      <p:stCondLst>
                                        <p:cond delay="0"/>
                                      </p:stCondLst>
                                      <p:childTnLst>
                                        <p:set>
                                          <p:cBhvr>
                                            <p:cTn id="28" dur="1" fill="hold">
                                              <p:stCondLst>
                                                <p:cond delay="0"/>
                                              </p:stCondLst>
                                            </p:cTn>
                                            <p:tgtEl>
                                              <p:spTgt spid="40"/>
                                            </p:tgtEl>
                                            <p:attrNameLst>
                                              <p:attrName>style.visibility</p:attrName>
                                            </p:attrNameLst>
                                          </p:cBhvr>
                                          <p:to>
                                            <p:strVal val="visible"/>
                                          </p:to>
                                        </p:set>
                                        <p:animEffect transition="in" filter="randombar(horizontal)">
                                          <p:cBhvr>
                                            <p:cTn id="29" dur="500"/>
                                            <p:tgtEl>
                                              <p:spTgt spid="40"/>
                                            </p:tgtEl>
                                          </p:cBhvr>
                                        </p:animEffect>
                                      </p:childTnLst>
                                    </p:cTn>
                                  </p:par>
                                  <p:par>
                                    <p:cTn id="30" presetID="14" presetClass="entr" presetSubtype="10"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randombar(horizontal)">
                                          <p:cBhvr>
                                            <p:cTn id="32" dur="500"/>
                                            <p:tgtEl>
                                              <p:spTgt spid="41"/>
                                            </p:tgtEl>
                                          </p:cBhvr>
                                        </p:animEffect>
                                      </p:childTnLst>
                                    </p:cTn>
                                  </p:par>
                                  <p:par>
                                    <p:cTn id="33" presetID="14" presetClass="entr" presetSubtype="10" fill="hold" grpId="0" nodeType="with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randombar(horizontal)">
                                          <p:cBhvr>
                                            <p:cTn id="35" dur="500"/>
                                            <p:tgtEl>
                                              <p:spTgt spid="39"/>
                                            </p:tgtEl>
                                          </p:cBhvr>
                                        </p:animEffect>
                                      </p:childTnLst>
                                    </p:cTn>
                                  </p:par>
                                </p:childTnLst>
                              </p:cTn>
                            </p:par>
                            <p:par>
                              <p:cTn id="36" fill="hold">
                                <p:stCondLst>
                                  <p:cond delay="4500"/>
                                </p:stCondLst>
                                <p:childTnLst>
                                  <p:par>
                                    <p:cTn id="37" presetID="31"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par>
                                    <p:cTn id="43" presetID="31" presetClass="entr" presetSubtype="0" fill="hold" nodeType="with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p:cTn id="45" dur="1000" fill="hold"/>
                                            <p:tgtEl>
                                              <p:spTgt spid="59"/>
                                            </p:tgtEl>
                                            <p:attrNameLst>
                                              <p:attrName>ppt_w</p:attrName>
                                            </p:attrNameLst>
                                          </p:cBhvr>
                                          <p:tavLst>
                                            <p:tav tm="0">
                                              <p:val>
                                                <p:fltVal val="0"/>
                                              </p:val>
                                            </p:tav>
                                            <p:tav tm="100000">
                                              <p:val>
                                                <p:strVal val="#ppt_w"/>
                                              </p:val>
                                            </p:tav>
                                          </p:tavLst>
                                        </p:anim>
                                        <p:anim calcmode="lin" valueType="num">
                                          <p:cBhvr>
                                            <p:cTn id="46" dur="1000" fill="hold"/>
                                            <p:tgtEl>
                                              <p:spTgt spid="59"/>
                                            </p:tgtEl>
                                            <p:attrNameLst>
                                              <p:attrName>ppt_h</p:attrName>
                                            </p:attrNameLst>
                                          </p:cBhvr>
                                          <p:tavLst>
                                            <p:tav tm="0">
                                              <p:val>
                                                <p:fltVal val="0"/>
                                              </p:val>
                                            </p:tav>
                                            <p:tav tm="100000">
                                              <p:val>
                                                <p:strVal val="#ppt_h"/>
                                              </p:val>
                                            </p:tav>
                                          </p:tavLst>
                                        </p:anim>
                                        <p:anim calcmode="lin" valueType="num">
                                          <p:cBhvr>
                                            <p:cTn id="47" dur="1000" fill="hold"/>
                                            <p:tgtEl>
                                              <p:spTgt spid="59"/>
                                            </p:tgtEl>
                                            <p:attrNameLst>
                                              <p:attrName>style.rotation</p:attrName>
                                            </p:attrNameLst>
                                          </p:cBhvr>
                                          <p:tavLst>
                                            <p:tav tm="0">
                                              <p:val>
                                                <p:fltVal val="90"/>
                                              </p:val>
                                            </p:tav>
                                            <p:tav tm="100000">
                                              <p:val>
                                                <p:fltVal val="0"/>
                                              </p:val>
                                            </p:tav>
                                          </p:tavLst>
                                        </p:anim>
                                        <p:animEffect transition="in" filter="fade">
                                          <p:cBhvr>
                                            <p:cTn id="48" dur="1000"/>
                                            <p:tgtEl>
                                              <p:spTgt spid="59"/>
                                            </p:tgtEl>
                                          </p:cBhvr>
                                        </p:animEffect>
                                      </p:childTnLst>
                                    </p:cTn>
                                  </p:par>
                                  <p:par>
                                    <p:cTn id="49" presetID="31" presetClass="entr" presetSubtype="0"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 calcmode="lin" valueType="num">
                                          <p:cBhvr>
                                            <p:cTn id="51" dur="1000" fill="hold"/>
                                            <p:tgtEl>
                                              <p:spTgt spid="51"/>
                                            </p:tgtEl>
                                            <p:attrNameLst>
                                              <p:attrName>ppt_w</p:attrName>
                                            </p:attrNameLst>
                                          </p:cBhvr>
                                          <p:tavLst>
                                            <p:tav tm="0">
                                              <p:val>
                                                <p:fltVal val="0"/>
                                              </p:val>
                                            </p:tav>
                                            <p:tav tm="100000">
                                              <p:val>
                                                <p:strVal val="#ppt_w"/>
                                              </p:val>
                                            </p:tav>
                                          </p:tavLst>
                                        </p:anim>
                                        <p:anim calcmode="lin" valueType="num">
                                          <p:cBhvr>
                                            <p:cTn id="52" dur="1000" fill="hold"/>
                                            <p:tgtEl>
                                              <p:spTgt spid="51"/>
                                            </p:tgtEl>
                                            <p:attrNameLst>
                                              <p:attrName>ppt_h</p:attrName>
                                            </p:attrNameLst>
                                          </p:cBhvr>
                                          <p:tavLst>
                                            <p:tav tm="0">
                                              <p:val>
                                                <p:fltVal val="0"/>
                                              </p:val>
                                            </p:tav>
                                            <p:tav tm="100000">
                                              <p:val>
                                                <p:strVal val="#ppt_h"/>
                                              </p:val>
                                            </p:tav>
                                          </p:tavLst>
                                        </p:anim>
                                        <p:anim calcmode="lin" valueType="num">
                                          <p:cBhvr>
                                            <p:cTn id="53" dur="1000" fill="hold"/>
                                            <p:tgtEl>
                                              <p:spTgt spid="51"/>
                                            </p:tgtEl>
                                            <p:attrNameLst>
                                              <p:attrName>style.rotation</p:attrName>
                                            </p:attrNameLst>
                                          </p:cBhvr>
                                          <p:tavLst>
                                            <p:tav tm="0">
                                              <p:val>
                                                <p:fltVal val="90"/>
                                              </p:val>
                                            </p:tav>
                                            <p:tav tm="100000">
                                              <p:val>
                                                <p:fltVal val="0"/>
                                              </p:val>
                                            </p:tav>
                                          </p:tavLst>
                                        </p:anim>
                                        <p:animEffect transition="in" filter="fade">
                                          <p:cBhvr>
                                            <p:cTn id="54" dur="1000"/>
                                            <p:tgtEl>
                                              <p:spTgt spid="51"/>
                                            </p:tgtEl>
                                          </p:cBhvr>
                                        </p:animEffect>
                                      </p:childTnLst>
                                    </p:cTn>
                                  </p:par>
                                  <p:par>
                                    <p:cTn id="55" presetID="31" presetClass="entr" presetSubtype="0"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p:cTn id="57" dur="1000" fill="hold"/>
                                            <p:tgtEl>
                                              <p:spTgt spid="63"/>
                                            </p:tgtEl>
                                            <p:attrNameLst>
                                              <p:attrName>ppt_w</p:attrName>
                                            </p:attrNameLst>
                                          </p:cBhvr>
                                          <p:tavLst>
                                            <p:tav tm="0">
                                              <p:val>
                                                <p:fltVal val="0"/>
                                              </p:val>
                                            </p:tav>
                                            <p:tav tm="100000">
                                              <p:val>
                                                <p:strVal val="#ppt_w"/>
                                              </p:val>
                                            </p:tav>
                                          </p:tavLst>
                                        </p:anim>
                                        <p:anim calcmode="lin" valueType="num">
                                          <p:cBhvr>
                                            <p:cTn id="58" dur="1000" fill="hold"/>
                                            <p:tgtEl>
                                              <p:spTgt spid="63"/>
                                            </p:tgtEl>
                                            <p:attrNameLst>
                                              <p:attrName>ppt_h</p:attrName>
                                            </p:attrNameLst>
                                          </p:cBhvr>
                                          <p:tavLst>
                                            <p:tav tm="0">
                                              <p:val>
                                                <p:fltVal val="0"/>
                                              </p:val>
                                            </p:tav>
                                            <p:tav tm="100000">
                                              <p:val>
                                                <p:strVal val="#ppt_h"/>
                                              </p:val>
                                            </p:tav>
                                          </p:tavLst>
                                        </p:anim>
                                        <p:anim calcmode="lin" valueType="num">
                                          <p:cBhvr>
                                            <p:cTn id="59" dur="1000" fill="hold"/>
                                            <p:tgtEl>
                                              <p:spTgt spid="63"/>
                                            </p:tgtEl>
                                            <p:attrNameLst>
                                              <p:attrName>style.rotation</p:attrName>
                                            </p:attrNameLst>
                                          </p:cBhvr>
                                          <p:tavLst>
                                            <p:tav tm="0">
                                              <p:val>
                                                <p:fltVal val="90"/>
                                              </p:val>
                                            </p:tav>
                                            <p:tav tm="100000">
                                              <p:val>
                                                <p:fltVal val="0"/>
                                              </p:val>
                                            </p:tav>
                                          </p:tavLst>
                                        </p:anim>
                                        <p:animEffect transition="in" filter="fade">
                                          <p:cBhvr>
                                            <p:cTn id="60" dur="1000"/>
                                            <p:tgtEl>
                                              <p:spTgt spid="63"/>
                                            </p:tgtEl>
                                          </p:cBhvr>
                                        </p:animEffect>
                                      </p:childTnLst>
                                    </p:cTn>
                                  </p:par>
                                </p:childTnLst>
                              </p:cTn>
                            </p:par>
                            <p:par>
                              <p:cTn id="61" fill="hold">
                                <p:stCondLst>
                                  <p:cond delay="5500"/>
                                </p:stCondLst>
                                <p:childTnLst>
                                  <p:par>
                                    <p:cTn id="62" presetID="2" presetClass="entr" presetSubtype="8" accel="40000" fill="hold" nodeType="afterEffect" p14:presetBounceEnd="40000">
                                      <p:stCondLst>
                                        <p:cond delay="0"/>
                                      </p:stCondLst>
                                      <p:childTnLst>
                                        <p:set>
                                          <p:cBhvr>
                                            <p:cTn id="63" dur="1" fill="hold">
                                              <p:stCondLst>
                                                <p:cond delay="0"/>
                                              </p:stCondLst>
                                            </p:cTn>
                                            <p:tgtEl>
                                              <p:spTgt spid="77"/>
                                            </p:tgtEl>
                                            <p:attrNameLst>
                                              <p:attrName>style.visibility</p:attrName>
                                            </p:attrNameLst>
                                          </p:cBhvr>
                                          <p:to>
                                            <p:strVal val="visible"/>
                                          </p:to>
                                        </p:set>
                                        <p:anim calcmode="lin" valueType="num" p14:bounceEnd="40000">
                                          <p:cBhvr additive="base">
                                            <p:cTn id="64" dur="1250" fill="hold"/>
                                            <p:tgtEl>
                                              <p:spTgt spid="77"/>
                                            </p:tgtEl>
                                            <p:attrNameLst>
                                              <p:attrName>ppt_x</p:attrName>
                                            </p:attrNameLst>
                                          </p:cBhvr>
                                          <p:tavLst>
                                            <p:tav tm="0">
                                              <p:val>
                                                <p:strVal val="0-#ppt_w/2"/>
                                              </p:val>
                                            </p:tav>
                                            <p:tav tm="100000">
                                              <p:val>
                                                <p:strVal val="#ppt_x"/>
                                              </p:val>
                                            </p:tav>
                                          </p:tavLst>
                                        </p:anim>
                                        <p:anim calcmode="lin" valueType="num" p14:bounceEnd="40000">
                                          <p:cBhvr additive="base">
                                            <p:cTn id="65" dur="1250" fill="hold"/>
                                            <p:tgtEl>
                                              <p:spTgt spid="77"/>
                                            </p:tgtEl>
                                            <p:attrNameLst>
                                              <p:attrName>ppt_y</p:attrName>
                                            </p:attrNameLst>
                                          </p:cBhvr>
                                          <p:tavLst>
                                            <p:tav tm="0">
                                              <p:val>
                                                <p:strVal val="#ppt_y"/>
                                              </p:val>
                                            </p:tav>
                                            <p:tav tm="100000">
                                              <p:val>
                                                <p:strVal val="#ppt_y"/>
                                              </p:val>
                                            </p:tav>
                                          </p:tavLst>
                                        </p:anim>
                                      </p:childTnLst>
                                    </p:cTn>
                                  </p:par>
                                  <p:par>
                                    <p:cTn id="66" presetID="2" presetClass="entr" presetSubtype="8" accel="40000" fill="hold" nodeType="withEffect" p14:presetBounceEnd="40000">
                                      <p:stCondLst>
                                        <p:cond delay="250"/>
                                      </p:stCondLst>
                                      <p:childTnLst>
                                        <p:set>
                                          <p:cBhvr>
                                            <p:cTn id="67" dur="1" fill="hold">
                                              <p:stCondLst>
                                                <p:cond delay="0"/>
                                              </p:stCondLst>
                                            </p:cTn>
                                            <p:tgtEl>
                                              <p:spTgt spid="80"/>
                                            </p:tgtEl>
                                            <p:attrNameLst>
                                              <p:attrName>style.visibility</p:attrName>
                                            </p:attrNameLst>
                                          </p:cBhvr>
                                          <p:to>
                                            <p:strVal val="visible"/>
                                          </p:to>
                                        </p:set>
                                        <p:anim calcmode="lin" valueType="num" p14:bounceEnd="40000">
                                          <p:cBhvr additive="base">
                                            <p:cTn id="68" dur="1250" fill="hold"/>
                                            <p:tgtEl>
                                              <p:spTgt spid="80"/>
                                            </p:tgtEl>
                                            <p:attrNameLst>
                                              <p:attrName>ppt_x</p:attrName>
                                            </p:attrNameLst>
                                          </p:cBhvr>
                                          <p:tavLst>
                                            <p:tav tm="0">
                                              <p:val>
                                                <p:strVal val="0-#ppt_w/2"/>
                                              </p:val>
                                            </p:tav>
                                            <p:tav tm="100000">
                                              <p:val>
                                                <p:strVal val="#ppt_x"/>
                                              </p:val>
                                            </p:tav>
                                          </p:tavLst>
                                        </p:anim>
                                        <p:anim calcmode="lin" valueType="num" p14:bounceEnd="40000">
                                          <p:cBhvr additive="base">
                                            <p:cTn id="69" dur="1250" fill="hold"/>
                                            <p:tgtEl>
                                              <p:spTgt spid="80"/>
                                            </p:tgtEl>
                                            <p:attrNameLst>
                                              <p:attrName>ppt_y</p:attrName>
                                            </p:attrNameLst>
                                          </p:cBhvr>
                                          <p:tavLst>
                                            <p:tav tm="0">
                                              <p:val>
                                                <p:strVal val="#ppt_y"/>
                                              </p:val>
                                            </p:tav>
                                            <p:tav tm="100000">
                                              <p:val>
                                                <p:strVal val="#ppt_y"/>
                                              </p:val>
                                            </p:tav>
                                          </p:tavLst>
                                        </p:anim>
                                      </p:childTnLst>
                                    </p:cTn>
                                  </p:par>
                                  <p:par>
                                    <p:cTn id="70" presetID="2" presetClass="entr" presetSubtype="2" accel="40000" fill="hold" nodeType="withEffect" p14:presetBounceEnd="40000">
                                      <p:stCondLst>
                                        <p:cond delay="500"/>
                                      </p:stCondLst>
                                      <p:childTnLst>
                                        <p:set>
                                          <p:cBhvr>
                                            <p:cTn id="71" dur="1" fill="hold">
                                              <p:stCondLst>
                                                <p:cond delay="0"/>
                                              </p:stCondLst>
                                            </p:cTn>
                                            <p:tgtEl>
                                              <p:spTgt spid="71"/>
                                            </p:tgtEl>
                                            <p:attrNameLst>
                                              <p:attrName>style.visibility</p:attrName>
                                            </p:attrNameLst>
                                          </p:cBhvr>
                                          <p:to>
                                            <p:strVal val="visible"/>
                                          </p:to>
                                        </p:set>
                                        <p:anim calcmode="lin" valueType="num" p14:bounceEnd="40000">
                                          <p:cBhvr additive="base">
                                            <p:cTn id="72" dur="1250" fill="hold"/>
                                            <p:tgtEl>
                                              <p:spTgt spid="71"/>
                                            </p:tgtEl>
                                            <p:attrNameLst>
                                              <p:attrName>ppt_x</p:attrName>
                                            </p:attrNameLst>
                                          </p:cBhvr>
                                          <p:tavLst>
                                            <p:tav tm="0">
                                              <p:val>
                                                <p:strVal val="1+#ppt_w/2"/>
                                              </p:val>
                                            </p:tav>
                                            <p:tav tm="100000">
                                              <p:val>
                                                <p:strVal val="#ppt_x"/>
                                              </p:val>
                                            </p:tav>
                                          </p:tavLst>
                                        </p:anim>
                                        <p:anim calcmode="lin" valueType="num" p14:bounceEnd="40000">
                                          <p:cBhvr additive="base">
                                            <p:cTn id="73" dur="1250" fill="hold"/>
                                            <p:tgtEl>
                                              <p:spTgt spid="71"/>
                                            </p:tgtEl>
                                            <p:attrNameLst>
                                              <p:attrName>ppt_y</p:attrName>
                                            </p:attrNameLst>
                                          </p:cBhvr>
                                          <p:tavLst>
                                            <p:tav tm="0">
                                              <p:val>
                                                <p:strVal val="#ppt_y"/>
                                              </p:val>
                                            </p:tav>
                                            <p:tav tm="100000">
                                              <p:val>
                                                <p:strVal val="#ppt_y"/>
                                              </p:val>
                                            </p:tav>
                                          </p:tavLst>
                                        </p:anim>
                                      </p:childTnLst>
                                    </p:cTn>
                                  </p:par>
                                  <p:par>
                                    <p:cTn id="74" presetID="2" presetClass="entr" presetSubtype="2" accel="40000" fill="hold" nodeType="withEffect" p14:presetBounceEnd="40000">
                                      <p:stCondLst>
                                        <p:cond delay="750"/>
                                      </p:stCondLst>
                                      <p:childTnLst>
                                        <p:set>
                                          <p:cBhvr>
                                            <p:cTn id="75" dur="1" fill="hold">
                                              <p:stCondLst>
                                                <p:cond delay="0"/>
                                              </p:stCondLst>
                                            </p:cTn>
                                            <p:tgtEl>
                                              <p:spTgt spid="74"/>
                                            </p:tgtEl>
                                            <p:attrNameLst>
                                              <p:attrName>style.visibility</p:attrName>
                                            </p:attrNameLst>
                                          </p:cBhvr>
                                          <p:to>
                                            <p:strVal val="visible"/>
                                          </p:to>
                                        </p:set>
                                        <p:anim calcmode="lin" valueType="num" p14:bounceEnd="40000">
                                          <p:cBhvr additive="base">
                                            <p:cTn id="76" dur="1250" fill="hold"/>
                                            <p:tgtEl>
                                              <p:spTgt spid="74"/>
                                            </p:tgtEl>
                                            <p:attrNameLst>
                                              <p:attrName>ppt_x</p:attrName>
                                            </p:attrNameLst>
                                          </p:cBhvr>
                                          <p:tavLst>
                                            <p:tav tm="0">
                                              <p:val>
                                                <p:strVal val="1+#ppt_w/2"/>
                                              </p:val>
                                            </p:tav>
                                            <p:tav tm="100000">
                                              <p:val>
                                                <p:strVal val="#ppt_x"/>
                                              </p:val>
                                            </p:tav>
                                          </p:tavLst>
                                        </p:anim>
                                        <p:anim calcmode="lin" valueType="num" p14:bounceEnd="40000">
                                          <p:cBhvr additive="base">
                                            <p:cTn id="77" dur="125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22" presetClass="entr" presetSubtype="4" fill="hold" grpId="0" nodeType="clickEffect">
                                      <p:stCondLst>
                                        <p:cond delay="0"/>
                                      </p:stCondLst>
                                      <p:childTnLst>
                                        <p:set>
                                          <p:cBhvr>
                                            <p:cTn id="81" dur="1" fill="hold">
                                              <p:stCondLst>
                                                <p:cond delay="0"/>
                                              </p:stCondLst>
                                            </p:cTn>
                                            <p:tgtEl>
                                              <p:spTgt spid="83"/>
                                            </p:tgtEl>
                                            <p:attrNameLst>
                                              <p:attrName>style.visibility</p:attrName>
                                            </p:attrNameLst>
                                          </p:cBhvr>
                                          <p:to>
                                            <p:strVal val="visible"/>
                                          </p:to>
                                        </p:set>
                                        <p:animEffect transition="in" filter="wipe(down)">
                                          <p:cBhvr>
                                            <p:cTn id="82"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8" grpId="0"/>
          <p:bldP spid="39" grpId="0"/>
          <p:bldP spid="40" grpId="0"/>
          <p:bldP spid="41" grpId="0"/>
          <p:bldP spid="8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31"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1000" fill="hold"/>
                                            <p:tgtEl>
                                              <p:spTgt spid="8"/>
                                            </p:tgtEl>
                                            <p:attrNameLst>
                                              <p:attrName>ppt_w</p:attrName>
                                            </p:attrNameLst>
                                          </p:cBhvr>
                                          <p:tavLst>
                                            <p:tav tm="0">
                                              <p:val>
                                                <p:fltVal val="0"/>
                                              </p:val>
                                            </p:tav>
                                            <p:tav tm="100000">
                                              <p:val>
                                                <p:strVal val="#ppt_w"/>
                                              </p:val>
                                            </p:tav>
                                          </p:tavLst>
                                        </p:anim>
                                        <p:anim calcmode="lin" valueType="num">
                                          <p:cBhvr>
                                            <p:cTn id="18" dur="1000" fill="hold"/>
                                            <p:tgtEl>
                                              <p:spTgt spid="8"/>
                                            </p:tgtEl>
                                            <p:attrNameLst>
                                              <p:attrName>ppt_h</p:attrName>
                                            </p:attrNameLst>
                                          </p:cBhvr>
                                          <p:tavLst>
                                            <p:tav tm="0">
                                              <p:val>
                                                <p:fltVal val="0"/>
                                              </p:val>
                                            </p:tav>
                                            <p:tav tm="100000">
                                              <p:val>
                                                <p:strVal val="#ppt_h"/>
                                              </p:val>
                                            </p:tav>
                                          </p:tavLst>
                                        </p:anim>
                                        <p:anim calcmode="lin" valueType="num">
                                          <p:cBhvr>
                                            <p:cTn id="19" dur="1000" fill="hold"/>
                                            <p:tgtEl>
                                              <p:spTgt spid="8"/>
                                            </p:tgtEl>
                                            <p:attrNameLst>
                                              <p:attrName>style.rotation</p:attrName>
                                            </p:attrNameLst>
                                          </p:cBhvr>
                                          <p:tavLst>
                                            <p:tav tm="0">
                                              <p:val>
                                                <p:fltVal val="90"/>
                                              </p:val>
                                            </p:tav>
                                            <p:tav tm="100000">
                                              <p:val>
                                                <p:fltVal val="0"/>
                                              </p:val>
                                            </p:tav>
                                          </p:tavLst>
                                        </p:anim>
                                        <p:animEffect transition="in" filter="fade">
                                          <p:cBhvr>
                                            <p:cTn id="20" dur="1000"/>
                                            <p:tgtEl>
                                              <p:spTgt spid="8"/>
                                            </p:tgtEl>
                                          </p:cBhvr>
                                        </p:animEffect>
                                      </p:childTnLst>
                                    </p:cTn>
                                  </p:par>
                                  <p:par>
                                    <p:cTn id="21" presetID="8" presetClass="emph" presetSubtype="0" repeatCount="2000" fill="hold" nodeType="withEffect">
                                      <p:stCondLst>
                                        <p:cond delay="0"/>
                                      </p:stCondLst>
                                      <p:childTnLst>
                                        <p:animRot by="-21600000">
                                          <p:cBhvr>
                                            <p:cTn id="22" dur="1500" fill="hold"/>
                                            <p:tgtEl>
                                              <p:spTgt spid="8"/>
                                            </p:tgtEl>
                                            <p:attrNameLst>
                                              <p:attrName>r</p:attrName>
                                            </p:attrNameLst>
                                          </p:cBhvr>
                                        </p:animRot>
                                      </p:childTnLst>
                                    </p:cTn>
                                  </p:par>
                                </p:childTnLst>
                              </p:cTn>
                            </p:par>
                            <p:par>
                              <p:cTn id="23" fill="hold">
                                <p:stCondLst>
                                  <p:cond delay="4000"/>
                                </p:stCondLst>
                                <p:childTnLst>
                                  <p:par>
                                    <p:cTn id="24" presetID="14" presetClass="entr" presetSubtype="10" fill="hold" grpId="0" nodeType="after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randombar(horizontal)">
                                          <p:cBhvr>
                                            <p:cTn id="26" dur="500"/>
                                            <p:tgtEl>
                                              <p:spTgt spid="38"/>
                                            </p:tgtEl>
                                          </p:cBhvr>
                                        </p:animEffect>
                                      </p:childTnLst>
                                    </p:cTn>
                                  </p:par>
                                  <p:par>
                                    <p:cTn id="27" presetID="14" presetClass="entr" presetSubtype="10" fill="hold" grpId="0" nodeType="withEffect">
                                      <p:stCondLst>
                                        <p:cond delay="0"/>
                                      </p:stCondLst>
                                      <p:childTnLst>
                                        <p:set>
                                          <p:cBhvr>
                                            <p:cTn id="28" dur="1" fill="hold">
                                              <p:stCondLst>
                                                <p:cond delay="0"/>
                                              </p:stCondLst>
                                            </p:cTn>
                                            <p:tgtEl>
                                              <p:spTgt spid="40"/>
                                            </p:tgtEl>
                                            <p:attrNameLst>
                                              <p:attrName>style.visibility</p:attrName>
                                            </p:attrNameLst>
                                          </p:cBhvr>
                                          <p:to>
                                            <p:strVal val="visible"/>
                                          </p:to>
                                        </p:set>
                                        <p:animEffect transition="in" filter="randombar(horizontal)">
                                          <p:cBhvr>
                                            <p:cTn id="29" dur="500"/>
                                            <p:tgtEl>
                                              <p:spTgt spid="40"/>
                                            </p:tgtEl>
                                          </p:cBhvr>
                                        </p:animEffect>
                                      </p:childTnLst>
                                    </p:cTn>
                                  </p:par>
                                  <p:par>
                                    <p:cTn id="30" presetID="14" presetClass="entr" presetSubtype="10"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randombar(horizontal)">
                                          <p:cBhvr>
                                            <p:cTn id="32" dur="500"/>
                                            <p:tgtEl>
                                              <p:spTgt spid="41"/>
                                            </p:tgtEl>
                                          </p:cBhvr>
                                        </p:animEffect>
                                      </p:childTnLst>
                                    </p:cTn>
                                  </p:par>
                                  <p:par>
                                    <p:cTn id="33" presetID="14" presetClass="entr" presetSubtype="10" fill="hold" grpId="0" nodeType="with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randombar(horizontal)">
                                          <p:cBhvr>
                                            <p:cTn id="35" dur="500"/>
                                            <p:tgtEl>
                                              <p:spTgt spid="39"/>
                                            </p:tgtEl>
                                          </p:cBhvr>
                                        </p:animEffect>
                                      </p:childTnLst>
                                    </p:cTn>
                                  </p:par>
                                </p:childTnLst>
                              </p:cTn>
                            </p:par>
                            <p:par>
                              <p:cTn id="36" fill="hold">
                                <p:stCondLst>
                                  <p:cond delay="4500"/>
                                </p:stCondLst>
                                <p:childTnLst>
                                  <p:par>
                                    <p:cTn id="37" presetID="31"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par>
                                    <p:cTn id="43" presetID="31" presetClass="entr" presetSubtype="0" fill="hold" nodeType="with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p:cTn id="45" dur="1000" fill="hold"/>
                                            <p:tgtEl>
                                              <p:spTgt spid="59"/>
                                            </p:tgtEl>
                                            <p:attrNameLst>
                                              <p:attrName>ppt_w</p:attrName>
                                            </p:attrNameLst>
                                          </p:cBhvr>
                                          <p:tavLst>
                                            <p:tav tm="0">
                                              <p:val>
                                                <p:fltVal val="0"/>
                                              </p:val>
                                            </p:tav>
                                            <p:tav tm="100000">
                                              <p:val>
                                                <p:strVal val="#ppt_w"/>
                                              </p:val>
                                            </p:tav>
                                          </p:tavLst>
                                        </p:anim>
                                        <p:anim calcmode="lin" valueType="num">
                                          <p:cBhvr>
                                            <p:cTn id="46" dur="1000" fill="hold"/>
                                            <p:tgtEl>
                                              <p:spTgt spid="59"/>
                                            </p:tgtEl>
                                            <p:attrNameLst>
                                              <p:attrName>ppt_h</p:attrName>
                                            </p:attrNameLst>
                                          </p:cBhvr>
                                          <p:tavLst>
                                            <p:tav tm="0">
                                              <p:val>
                                                <p:fltVal val="0"/>
                                              </p:val>
                                            </p:tav>
                                            <p:tav tm="100000">
                                              <p:val>
                                                <p:strVal val="#ppt_h"/>
                                              </p:val>
                                            </p:tav>
                                          </p:tavLst>
                                        </p:anim>
                                        <p:anim calcmode="lin" valueType="num">
                                          <p:cBhvr>
                                            <p:cTn id="47" dur="1000" fill="hold"/>
                                            <p:tgtEl>
                                              <p:spTgt spid="59"/>
                                            </p:tgtEl>
                                            <p:attrNameLst>
                                              <p:attrName>style.rotation</p:attrName>
                                            </p:attrNameLst>
                                          </p:cBhvr>
                                          <p:tavLst>
                                            <p:tav tm="0">
                                              <p:val>
                                                <p:fltVal val="90"/>
                                              </p:val>
                                            </p:tav>
                                            <p:tav tm="100000">
                                              <p:val>
                                                <p:fltVal val="0"/>
                                              </p:val>
                                            </p:tav>
                                          </p:tavLst>
                                        </p:anim>
                                        <p:animEffect transition="in" filter="fade">
                                          <p:cBhvr>
                                            <p:cTn id="48" dur="1000"/>
                                            <p:tgtEl>
                                              <p:spTgt spid="59"/>
                                            </p:tgtEl>
                                          </p:cBhvr>
                                        </p:animEffect>
                                      </p:childTnLst>
                                    </p:cTn>
                                  </p:par>
                                  <p:par>
                                    <p:cTn id="49" presetID="31" presetClass="entr" presetSubtype="0"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 calcmode="lin" valueType="num">
                                          <p:cBhvr>
                                            <p:cTn id="51" dur="1000" fill="hold"/>
                                            <p:tgtEl>
                                              <p:spTgt spid="51"/>
                                            </p:tgtEl>
                                            <p:attrNameLst>
                                              <p:attrName>ppt_w</p:attrName>
                                            </p:attrNameLst>
                                          </p:cBhvr>
                                          <p:tavLst>
                                            <p:tav tm="0">
                                              <p:val>
                                                <p:fltVal val="0"/>
                                              </p:val>
                                            </p:tav>
                                            <p:tav tm="100000">
                                              <p:val>
                                                <p:strVal val="#ppt_w"/>
                                              </p:val>
                                            </p:tav>
                                          </p:tavLst>
                                        </p:anim>
                                        <p:anim calcmode="lin" valueType="num">
                                          <p:cBhvr>
                                            <p:cTn id="52" dur="1000" fill="hold"/>
                                            <p:tgtEl>
                                              <p:spTgt spid="51"/>
                                            </p:tgtEl>
                                            <p:attrNameLst>
                                              <p:attrName>ppt_h</p:attrName>
                                            </p:attrNameLst>
                                          </p:cBhvr>
                                          <p:tavLst>
                                            <p:tav tm="0">
                                              <p:val>
                                                <p:fltVal val="0"/>
                                              </p:val>
                                            </p:tav>
                                            <p:tav tm="100000">
                                              <p:val>
                                                <p:strVal val="#ppt_h"/>
                                              </p:val>
                                            </p:tav>
                                          </p:tavLst>
                                        </p:anim>
                                        <p:anim calcmode="lin" valueType="num">
                                          <p:cBhvr>
                                            <p:cTn id="53" dur="1000" fill="hold"/>
                                            <p:tgtEl>
                                              <p:spTgt spid="51"/>
                                            </p:tgtEl>
                                            <p:attrNameLst>
                                              <p:attrName>style.rotation</p:attrName>
                                            </p:attrNameLst>
                                          </p:cBhvr>
                                          <p:tavLst>
                                            <p:tav tm="0">
                                              <p:val>
                                                <p:fltVal val="90"/>
                                              </p:val>
                                            </p:tav>
                                            <p:tav tm="100000">
                                              <p:val>
                                                <p:fltVal val="0"/>
                                              </p:val>
                                            </p:tav>
                                          </p:tavLst>
                                        </p:anim>
                                        <p:animEffect transition="in" filter="fade">
                                          <p:cBhvr>
                                            <p:cTn id="54" dur="1000"/>
                                            <p:tgtEl>
                                              <p:spTgt spid="51"/>
                                            </p:tgtEl>
                                          </p:cBhvr>
                                        </p:animEffect>
                                      </p:childTnLst>
                                    </p:cTn>
                                  </p:par>
                                  <p:par>
                                    <p:cTn id="55" presetID="31" presetClass="entr" presetSubtype="0"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p:cTn id="57" dur="1000" fill="hold"/>
                                            <p:tgtEl>
                                              <p:spTgt spid="63"/>
                                            </p:tgtEl>
                                            <p:attrNameLst>
                                              <p:attrName>ppt_w</p:attrName>
                                            </p:attrNameLst>
                                          </p:cBhvr>
                                          <p:tavLst>
                                            <p:tav tm="0">
                                              <p:val>
                                                <p:fltVal val="0"/>
                                              </p:val>
                                            </p:tav>
                                            <p:tav tm="100000">
                                              <p:val>
                                                <p:strVal val="#ppt_w"/>
                                              </p:val>
                                            </p:tav>
                                          </p:tavLst>
                                        </p:anim>
                                        <p:anim calcmode="lin" valueType="num">
                                          <p:cBhvr>
                                            <p:cTn id="58" dur="1000" fill="hold"/>
                                            <p:tgtEl>
                                              <p:spTgt spid="63"/>
                                            </p:tgtEl>
                                            <p:attrNameLst>
                                              <p:attrName>ppt_h</p:attrName>
                                            </p:attrNameLst>
                                          </p:cBhvr>
                                          <p:tavLst>
                                            <p:tav tm="0">
                                              <p:val>
                                                <p:fltVal val="0"/>
                                              </p:val>
                                            </p:tav>
                                            <p:tav tm="100000">
                                              <p:val>
                                                <p:strVal val="#ppt_h"/>
                                              </p:val>
                                            </p:tav>
                                          </p:tavLst>
                                        </p:anim>
                                        <p:anim calcmode="lin" valueType="num">
                                          <p:cBhvr>
                                            <p:cTn id="59" dur="1000" fill="hold"/>
                                            <p:tgtEl>
                                              <p:spTgt spid="63"/>
                                            </p:tgtEl>
                                            <p:attrNameLst>
                                              <p:attrName>style.rotation</p:attrName>
                                            </p:attrNameLst>
                                          </p:cBhvr>
                                          <p:tavLst>
                                            <p:tav tm="0">
                                              <p:val>
                                                <p:fltVal val="90"/>
                                              </p:val>
                                            </p:tav>
                                            <p:tav tm="100000">
                                              <p:val>
                                                <p:fltVal val="0"/>
                                              </p:val>
                                            </p:tav>
                                          </p:tavLst>
                                        </p:anim>
                                        <p:animEffect transition="in" filter="fade">
                                          <p:cBhvr>
                                            <p:cTn id="60" dur="1000"/>
                                            <p:tgtEl>
                                              <p:spTgt spid="63"/>
                                            </p:tgtEl>
                                          </p:cBhvr>
                                        </p:animEffect>
                                      </p:childTnLst>
                                    </p:cTn>
                                  </p:par>
                                </p:childTnLst>
                              </p:cTn>
                            </p:par>
                            <p:par>
                              <p:cTn id="61" fill="hold">
                                <p:stCondLst>
                                  <p:cond delay="5500"/>
                                </p:stCondLst>
                                <p:childTnLst>
                                  <p:par>
                                    <p:cTn id="62" presetID="2" presetClass="entr" presetSubtype="8" accel="40000" fill="hold" nodeType="afterEffect">
                                      <p:stCondLst>
                                        <p:cond delay="0"/>
                                      </p:stCondLst>
                                      <p:childTnLst>
                                        <p:set>
                                          <p:cBhvr>
                                            <p:cTn id="63" dur="1" fill="hold">
                                              <p:stCondLst>
                                                <p:cond delay="0"/>
                                              </p:stCondLst>
                                            </p:cTn>
                                            <p:tgtEl>
                                              <p:spTgt spid="77"/>
                                            </p:tgtEl>
                                            <p:attrNameLst>
                                              <p:attrName>style.visibility</p:attrName>
                                            </p:attrNameLst>
                                          </p:cBhvr>
                                          <p:to>
                                            <p:strVal val="visible"/>
                                          </p:to>
                                        </p:set>
                                        <p:anim calcmode="lin" valueType="num">
                                          <p:cBhvr additive="base">
                                            <p:cTn id="64" dur="1250" fill="hold"/>
                                            <p:tgtEl>
                                              <p:spTgt spid="77"/>
                                            </p:tgtEl>
                                            <p:attrNameLst>
                                              <p:attrName>ppt_x</p:attrName>
                                            </p:attrNameLst>
                                          </p:cBhvr>
                                          <p:tavLst>
                                            <p:tav tm="0">
                                              <p:val>
                                                <p:strVal val="0-#ppt_w/2"/>
                                              </p:val>
                                            </p:tav>
                                            <p:tav tm="100000">
                                              <p:val>
                                                <p:strVal val="#ppt_x"/>
                                              </p:val>
                                            </p:tav>
                                          </p:tavLst>
                                        </p:anim>
                                        <p:anim calcmode="lin" valueType="num">
                                          <p:cBhvr additive="base">
                                            <p:cTn id="65" dur="1250" fill="hold"/>
                                            <p:tgtEl>
                                              <p:spTgt spid="77"/>
                                            </p:tgtEl>
                                            <p:attrNameLst>
                                              <p:attrName>ppt_y</p:attrName>
                                            </p:attrNameLst>
                                          </p:cBhvr>
                                          <p:tavLst>
                                            <p:tav tm="0">
                                              <p:val>
                                                <p:strVal val="#ppt_y"/>
                                              </p:val>
                                            </p:tav>
                                            <p:tav tm="100000">
                                              <p:val>
                                                <p:strVal val="#ppt_y"/>
                                              </p:val>
                                            </p:tav>
                                          </p:tavLst>
                                        </p:anim>
                                      </p:childTnLst>
                                    </p:cTn>
                                  </p:par>
                                  <p:par>
                                    <p:cTn id="66" presetID="2" presetClass="entr" presetSubtype="8" accel="40000" fill="hold" nodeType="withEffect">
                                      <p:stCondLst>
                                        <p:cond delay="250"/>
                                      </p:stCondLst>
                                      <p:childTnLst>
                                        <p:set>
                                          <p:cBhvr>
                                            <p:cTn id="67" dur="1" fill="hold">
                                              <p:stCondLst>
                                                <p:cond delay="0"/>
                                              </p:stCondLst>
                                            </p:cTn>
                                            <p:tgtEl>
                                              <p:spTgt spid="80"/>
                                            </p:tgtEl>
                                            <p:attrNameLst>
                                              <p:attrName>style.visibility</p:attrName>
                                            </p:attrNameLst>
                                          </p:cBhvr>
                                          <p:to>
                                            <p:strVal val="visible"/>
                                          </p:to>
                                        </p:set>
                                        <p:anim calcmode="lin" valueType="num">
                                          <p:cBhvr additive="base">
                                            <p:cTn id="68" dur="1250" fill="hold"/>
                                            <p:tgtEl>
                                              <p:spTgt spid="80"/>
                                            </p:tgtEl>
                                            <p:attrNameLst>
                                              <p:attrName>ppt_x</p:attrName>
                                            </p:attrNameLst>
                                          </p:cBhvr>
                                          <p:tavLst>
                                            <p:tav tm="0">
                                              <p:val>
                                                <p:strVal val="0-#ppt_w/2"/>
                                              </p:val>
                                            </p:tav>
                                            <p:tav tm="100000">
                                              <p:val>
                                                <p:strVal val="#ppt_x"/>
                                              </p:val>
                                            </p:tav>
                                          </p:tavLst>
                                        </p:anim>
                                        <p:anim calcmode="lin" valueType="num">
                                          <p:cBhvr additive="base">
                                            <p:cTn id="69" dur="1250" fill="hold"/>
                                            <p:tgtEl>
                                              <p:spTgt spid="80"/>
                                            </p:tgtEl>
                                            <p:attrNameLst>
                                              <p:attrName>ppt_y</p:attrName>
                                            </p:attrNameLst>
                                          </p:cBhvr>
                                          <p:tavLst>
                                            <p:tav tm="0">
                                              <p:val>
                                                <p:strVal val="#ppt_y"/>
                                              </p:val>
                                            </p:tav>
                                            <p:tav tm="100000">
                                              <p:val>
                                                <p:strVal val="#ppt_y"/>
                                              </p:val>
                                            </p:tav>
                                          </p:tavLst>
                                        </p:anim>
                                      </p:childTnLst>
                                    </p:cTn>
                                  </p:par>
                                  <p:par>
                                    <p:cTn id="70" presetID="2" presetClass="entr" presetSubtype="2" accel="40000" fill="hold" nodeType="withEffect">
                                      <p:stCondLst>
                                        <p:cond delay="500"/>
                                      </p:stCondLst>
                                      <p:childTnLst>
                                        <p:set>
                                          <p:cBhvr>
                                            <p:cTn id="71" dur="1" fill="hold">
                                              <p:stCondLst>
                                                <p:cond delay="0"/>
                                              </p:stCondLst>
                                            </p:cTn>
                                            <p:tgtEl>
                                              <p:spTgt spid="71"/>
                                            </p:tgtEl>
                                            <p:attrNameLst>
                                              <p:attrName>style.visibility</p:attrName>
                                            </p:attrNameLst>
                                          </p:cBhvr>
                                          <p:to>
                                            <p:strVal val="visible"/>
                                          </p:to>
                                        </p:set>
                                        <p:anim calcmode="lin" valueType="num">
                                          <p:cBhvr additive="base">
                                            <p:cTn id="72" dur="1250" fill="hold"/>
                                            <p:tgtEl>
                                              <p:spTgt spid="71"/>
                                            </p:tgtEl>
                                            <p:attrNameLst>
                                              <p:attrName>ppt_x</p:attrName>
                                            </p:attrNameLst>
                                          </p:cBhvr>
                                          <p:tavLst>
                                            <p:tav tm="0">
                                              <p:val>
                                                <p:strVal val="1+#ppt_w/2"/>
                                              </p:val>
                                            </p:tav>
                                            <p:tav tm="100000">
                                              <p:val>
                                                <p:strVal val="#ppt_x"/>
                                              </p:val>
                                            </p:tav>
                                          </p:tavLst>
                                        </p:anim>
                                        <p:anim calcmode="lin" valueType="num">
                                          <p:cBhvr additive="base">
                                            <p:cTn id="73" dur="1250" fill="hold"/>
                                            <p:tgtEl>
                                              <p:spTgt spid="71"/>
                                            </p:tgtEl>
                                            <p:attrNameLst>
                                              <p:attrName>ppt_y</p:attrName>
                                            </p:attrNameLst>
                                          </p:cBhvr>
                                          <p:tavLst>
                                            <p:tav tm="0">
                                              <p:val>
                                                <p:strVal val="#ppt_y"/>
                                              </p:val>
                                            </p:tav>
                                            <p:tav tm="100000">
                                              <p:val>
                                                <p:strVal val="#ppt_y"/>
                                              </p:val>
                                            </p:tav>
                                          </p:tavLst>
                                        </p:anim>
                                      </p:childTnLst>
                                    </p:cTn>
                                  </p:par>
                                  <p:par>
                                    <p:cTn id="74" presetID="2" presetClass="entr" presetSubtype="2" accel="40000" fill="hold" nodeType="withEffect">
                                      <p:stCondLst>
                                        <p:cond delay="750"/>
                                      </p:stCondLst>
                                      <p:childTnLst>
                                        <p:set>
                                          <p:cBhvr>
                                            <p:cTn id="75" dur="1" fill="hold">
                                              <p:stCondLst>
                                                <p:cond delay="0"/>
                                              </p:stCondLst>
                                            </p:cTn>
                                            <p:tgtEl>
                                              <p:spTgt spid="74"/>
                                            </p:tgtEl>
                                            <p:attrNameLst>
                                              <p:attrName>style.visibility</p:attrName>
                                            </p:attrNameLst>
                                          </p:cBhvr>
                                          <p:to>
                                            <p:strVal val="visible"/>
                                          </p:to>
                                        </p:set>
                                        <p:anim calcmode="lin" valueType="num">
                                          <p:cBhvr additive="base">
                                            <p:cTn id="76" dur="1250" fill="hold"/>
                                            <p:tgtEl>
                                              <p:spTgt spid="74"/>
                                            </p:tgtEl>
                                            <p:attrNameLst>
                                              <p:attrName>ppt_x</p:attrName>
                                            </p:attrNameLst>
                                          </p:cBhvr>
                                          <p:tavLst>
                                            <p:tav tm="0">
                                              <p:val>
                                                <p:strVal val="1+#ppt_w/2"/>
                                              </p:val>
                                            </p:tav>
                                            <p:tav tm="100000">
                                              <p:val>
                                                <p:strVal val="#ppt_x"/>
                                              </p:val>
                                            </p:tav>
                                          </p:tavLst>
                                        </p:anim>
                                        <p:anim calcmode="lin" valueType="num">
                                          <p:cBhvr additive="base">
                                            <p:cTn id="77" dur="125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22" presetClass="entr" presetSubtype="4" fill="hold" grpId="0" nodeType="clickEffect">
                                      <p:stCondLst>
                                        <p:cond delay="0"/>
                                      </p:stCondLst>
                                      <p:childTnLst>
                                        <p:set>
                                          <p:cBhvr>
                                            <p:cTn id="81" dur="1" fill="hold">
                                              <p:stCondLst>
                                                <p:cond delay="0"/>
                                              </p:stCondLst>
                                            </p:cTn>
                                            <p:tgtEl>
                                              <p:spTgt spid="83"/>
                                            </p:tgtEl>
                                            <p:attrNameLst>
                                              <p:attrName>style.visibility</p:attrName>
                                            </p:attrNameLst>
                                          </p:cBhvr>
                                          <p:to>
                                            <p:strVal val="visible"/>
                                          </p:to>
                                        </p:set>
                                        <p:animEffect transition="in" filter="wipe(down)">
                                          <p:cBhvr>
                                            <p:cTn id="82"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8" grpId="0"/>
          <p:bldP spid="39" grpId="0"/>
          <p:bldP spid="40" grpId="0"/>
          <p:bldP spid="41" grpId="0"/>
          <p:bldP spid="83" grpId="0"/>
        </p:bldLst>
      </p:timing>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1ACBE"/>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490232" y="146966"/>
            <a:ext cx="1429046" cy="525208"/>
          </a:xfrm>
          <a:prstGeom prst="rect">
            <a:avLst/>
          </a:prstGeom>
          <a:noFill/>
        </p:spPr>
        <p:txBody>
          <a:bodyPr wrap="none" rtlCol="0">
            <a:spAutoFit/>
          </a:bodyPr>
          <a:lstStyle/>
          <a:p>
            <a:r>
              <a:rPr lang="zh-CN" altLang="en-US" sz="2813" spc="422" dirty="0">
                <a:solidFill>
                  <a:schemeClr val="bg1"/>
                </a:solidFill>
                <a:latin typeface="+mj-ea"/>
                <a:ea typeface="+mj-ea"/>
              </a:rPr>
              <a:t>执行力</a:t>
            </a:r>
          </a:p>
        </p:txBody>
      </p:sp>
      <p:sp>
        <p:nvSpPr>
          <p:cNvPr id="93" name="文本框 63"/>
          <p:cNvSpPr txBox="1"/>
          <p:nvPr/>
        </p:nvSpPr>
        <p:spPr>
          <a:xfrm>
            <a:off x="1251714" y="5260102"/>
            <a:ext cx="1900530" cy="369332"/>
          </a:xfrm>
          <a:prstGeom prst="rect">
            <a:avLst/>
          </a:prstGeom>
          <a:noFill/>
        </p:spPr>
        <p:txBody>
          <a:bodyPr wrap="square" rtlCol="0">
            <a:spAutoFit/>
          </a:bodyPr>
          <a:lstStyle/>
          <a:p>
            <a:pPr algn="ctr"/>
            <a:r>
              <a:rPr lang="zh-CN" altLang="en-US" dirty="0">
                <a:solidFill>
                  <a:srgbClr val="01ACBE"/>
                </a:solidFill>
                <a:latin typeface="微软雅黑" panose="020B0503020204020204" pitchFamily="34" charset="-122"/>
                <a:ea typeface="微软雅黑" panose="020B0503020204020204" pitchFamily="34" charset="-122"/>
              </a:rPr>
              <a:t>在此添加标题</a:t>
            </a:r>
          </a:p>
        </p:txBody>
      </p:sp>
      <p:sp>
        <p:nvSpPr>
          <p:cNvPr id="94" name="文本框 77"/>
          <p:cNvSpPr txBox="1"/>
          <p:nvPr/>
        </p:nvSpPr>
        <p:spPr>
          <a:xfrm>
            <a:off x="9405059" y="1579748"/>
            <a:ext cx="1900530" cy="369332"/>
          </a:xfrm>
          <a:prstGeom prst="rect">
            <a:avLst/>
          </a:prstGeom>
          <a:noFill/>
        </p:spPr>
        <p:txBody>
          <a:bodyPr wrap="square" rtlCol="0">
            <a:spAutoFit/>
          </a:bodyPr>
          <a:lstStyle/>
          <a:p>
            <a:pPr algn="ctr"/>
            <a:r>
              <a:rPr lang="zh-CN" altLang="en-US" dirty="0">
                <a:solidFill>
                  <a:srgbClr val="663A77"/>
                </a:solidFill>
                <a:latin typeface="微软雅黑" panose="020B0503020204020204" pitchFamily="34" charset="-122"/>
                <a:ea typeface="微软雅黑" panose="020B0503020204020204" pitchFamily="34" charset="-122"/>
              </a:rPr>
              <a:t>在此添加标题</a:t>
            </a:r>
          </a:p>
        </p:txBody>
      </p:sp>
      <p:sp>
        <p:nvSpPr>
          <p:cNvPr id="95" name="文本框 93"/>
          <p:cNvSpPr txBox="1"/>
          <p:nvPr/>
        </p:nvSpPr>
        <p:spPr>
          <a:xfrm>
            <a:off x="9405059" y="5260102"/>
            <a:ext cx="1900530" cy="369332"/>
          </a:xfrm>
          <a:prstGeom prst="rect">
            <a:avLst/>
          </a:prstGeom>
          <a:noFill/>
        </p:spPr>
        <p:txBody>
          <a:bodyPr wrap="square" rtlCol="0">
            <a:spAutoFit/>
          </a:bodyPr>
          <a:lstStyle/>
          <a:p>
            <a:pPr algn="ctr"/>
            <a:r>
              <a:rPr lang="zh-CN" altLang="en-US" dirty="0">
                <a:solidFill>
                  <a:srgbClr val="E87071"/>
                </a:solidFill>
                <a:latin typeface="微软雅黑" panose="020B0503020204020204" pitchFamily="34" charset="-122"/>
                <a:ea typeface="微软雅黑" panose="020B0503020204020204" pitchFamily="34" charset="-122"/>
              </a:rPr>
              <a:t>在此添加标题</a:t>
            </a:r>
          </a:p>
        </p:txBody>
      </p:sp>
      <p:sp>
        <p:nvSpPr>
          <p:cNvPr id="96" name="文本框 94"/>
          <p:cNvSpPr txBox="1"/>
          <p:nvPr/>
        </p:nvSpPr>
        <p:spPr>
          <a:xfrm>
            <a:off x="1258997" y="1579748"/>
            <a:ext cx="1900530" cy="369332"/>
          </a:xfrm>
          <a:prstGeom prst="rect">
            <a:avLst/>
          </a:prstGeom>
          <a:noFill/>
        </p:spPr>
        <p:txBody>
          <a:bodyPr wrap="square" rtlCol="0">
            <a:spAutoFit/>
          </a:bodyPr>
          <a:lstStyle/>
          <a:p>
            <a:pPr algn="ctr"/>
            <a:r>
              <a:rPr lang="zh-CN" altLang="en-US" dirty="0">
                <a:solidFill>
                  <a:srgbClr val="FFB850"/>
                </a:solidFill>
                <a:latin typeface="微软雅黑" panose="020B0503020204020204" pitchFamily="34" charset="-122"/>
                <a:ea typeface="微软雅黑" panose="020B0503020204020204" pitchFamily="34" charset="-122"/>
              </a:rPr>
              <a:t>在此添加标题</a:t>
            </a:r>
          </a:p>
        </p:txBody>
      </p:sp>
      <p:sp>
        <p:nvSpPr>
          <p:cNvPr id="97" name="矩形 96"/>
          <p:cNvSpPr/>
          <p:nvPr/>
        </p:nvSpPr>
        <p:spPr>
          <a:xfrm rot="18900000" flipH="1">
            <a:off x="6905412" y="2849892"/>
            <a:ext cx="951754" cy="212430"/>
          </a:xfrm>
          <a:prstGeom prst="rect">
            <a:avLst/>
          </a:prstGeom>
          <a:solidFill>
            <a:srgbClr val="663A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8" name="矩形 97"/>
          <p:cNvSpPr/>
          <p:nvPr/>
        </p:nvSpPr>
        <p:spPr>
          <a:xfrm rot="18900000" flipH="1">
            <a:off x="4953194" y="4725208"/>
            <a:ext cx="951754" cy="212430"/>
          </a:xfrm>
          <a:prstGeom prst="rect">
            <a:avLst/>
          </a:prstGeom>
          <a:solidFill>
            <a:srgbClr val="01AC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9" name="矩形 98"/>
          <p:cNvSpPr/>
          <p:nvPr/>
        </p:nvSpPr>
        <p:spPr>
          <a:xfrm rot="2700000">
            <a:off x="6778375" y="4744291"/>
            <a:ext cx="951410" cy="212507"/>
          </a:xfrm>
          <a:prstGeom prst="rect">
            <a:avLst/>
          </a:prstGeom>
          <a:solidFill>
            <a:srgbClr val="E76F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0" name="矩形 99"/>
          <p:cNvSpPr/>
          <p:nvPr/>
        </p:nvSpPr>
        <p:spPr>
          <a:xfrm rot="2700000">
            <a:off x="4931874" y="2931046"/>
            <a:ext cx="951410" cy="212507"/>
          </a:xfrm>
          <a:prstGeom prst="rect">
            <a:avLst/>
          </a:prstGeom>
          <a:solidFill>
            <a:srgbClr val="FFB8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01" name="组合 100"/>
          <p:cNvGrpSpPr/>
          <p:nvPr/>
        </p:nvGrpSpPr>
        <p:grpSpPr>
          <a:xfrm>
            <a:off x="4478500" y="803057"/>
            <a:ext cx="3928219" cy="6227644"/>
            <a:chOff x="4231114" y="765498"/>
            <a:chExt cx="3724253" cy="5906420"/>
          </a:xfrm>
        </p:grpSpPr>
        <p:sp>
          <p:nvSpPr>
            <p:cNvPr id="102" name="任意多边形 101"/>
            <p:cNvSpPr/>
            <p:nvPr/>
          </p:nvSpPr>
          <p:spPr>
            <a:xfrm rot="2700000">
              <a:off x="4682811" y="1856583"/>
              <a:ext cx="4363640" cy="2181472"/>
            </a:xfrm>
            <a:custGeom>
              <a:avLst/>
              <a:gdLst>
                <a:gd name="connsiteX0" fmla="*/ 12303 w 5220392"/>
                <a:gd name="connsiteY0" fmla="*/ 2365939 h 2609780"/>
                <a:gd name="connsiteX1" fmla="*/ 12303 w 5220392"/>
                <a:gd name="connsiteY1" fmla="*/ 2609780 h 2609780"/>
                <a:gd name="connsiteX2" fmla="*/ 10 w 5220392"/>
                <a:gd name="connsiteY2" fmla="*/ 2609780 h 2609780"/>
                <a:gd name="connsiteX3" fmla="*/ 0 w 5220392"/>
                <a:gd name="connsiteY3" fmla="*/ 2609584 h 2609780"/>
                <a:gd name="connsiteX4" fmla="*/ 2622303 w 5220392"/>
                <a:gd name="connsiteY4" fmla="*/ 0 h 2609780"/>
                <a:gd name="connsiteX5" fmla="*/ 2877074 w 5220392"/>
                <a:gd name="connsiteY5" fmla="*/ 12864 h 2609780"/>
                <a:gd name="connsiteX6" fmla="*/ 5220392 w 5220392"/>
                <a:gd name="connsiteY6" fmla="*/ 2609584 h 2609780"/>
                <a:gd name="connsiteX7" fmla="*/ 5220383 w 5220392"/>
                <a:gd name="connsiteY7" fmla="*/ 2609780 h 2609780"/>
                <a:gd name="connsiteX8" fmla="*/ 4988752 w 5220392"/>
                <a:gd name="connsiteY8" fmla="*/ 2609780 h 2609780"/>
                <a:gd name="connsiteX9" fmla="*/ 4988761 w 5220392"/>
                <a:gd name="connsiteY9" fmla="*/ 2609584 h 2609780"/>
                <a:gd name="connsiteX10" fmla="*/ 2853391 w 5220392"/>
                <a:gd name="connsiteY10" fmla="*/ 243299 h 2609780"/>
                <a:gd name="connsiteX11" fmla="*/ 2622303 w 5220392"/>
                <a:gd name="connsiteY11" fmla="*/ 231631 h 260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0392" h="2609780">
                  <a:moveTo>
                    <a:pt x="12303" y="2365939"/>
                  </a:moveTo>
                  <a:lnTo>
                    <a:pt x="12303" y="2609780"/>
                  </a:lnTo>
                  <a:lnTo>
                    <a:pt x="10" y="2609780"/>
                  </a:lnTo>
                  <a:lnTo>
                    <a:pt x="0" y="2609584"/>
                  </a:lnTo>
                  <a:close/>
                  <a:moveTo>
                    <a:pt x="2622303" y="0"/>
                  </a:moveTo>
                  <a:lnTo>
                    <a:pt x="2877074" y="12864"/>
                  </a:lnTo>
                  <a:cubicBezTo>
                    <a:pt x="4193280" y="146533"/>
                    <a:pt x="5220392" y="1258111"/>
                    <a:pt x="5220392" y="2609584"/>
                  </a:cubicBezTo>
                  <a:lnTo>
                    <a:pt x="5220383" y="2609780"/>
                  </a:lnTo>
                  <a:lnTo>
                    <a:pt x="4988752" y="2609780"/>
                  </a:lnTo>
                  <a:lnTo>
                    <a:pt x="4988761" y="2609584"/>
                  </a:lnTo>
                  <a:cubicBezTo>
                    <a:pt x="4988761" y="1378042"/>
                    <a:pt x="4052796" y="365106"/>
                    <a:pt x="2853391" y="243299"/>
                  </a:cubicBezTo>
                  <a:lnTo>
                    <a:pt x="2622303" y="231631"/>
                  </a:lnTo>
                  <a:close/>
                </a:path>
              </a:pathLst>
            </a:custGeom>
            <a:solidFill>
              <a:srgbClr val="E76F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3" name="任意多边形 102"/>
            <p:cNvSpPr/>
            <p:nvPr/>
          </p:nvSpPr>
          <p:spPr>
            <a:xfrm rot="2700000" flipV="1">
              <a:off x="3140031" y="3399362"/>
              <a:ext cx="4363640" cy="2181472"/>
            </a:xfrm>
            <a:custGeom>
              <a:avLst/>
              <a:gdLst>
                <a:gd name="connsiteX0" fmla="*/ 12303 w 5220392"/>
                <a:gd name="connsiteY0" fmla="*/ 2365939 h 2609780"/>
                <a:gd name="connsiteX1" fmla="*/ 12303 w 5220392"/>
                <a:gd name="connsiteY1" fmla="*/ 2609780 h 2609780"/>
                <a:gd name="connsiteX2" fmla="*/ 10 w 5220392"/>
                <a:gd name="connsiteY2" fmla="*/ 2609780 h 2609780"/>
                <a:gd name="connsiteX3" fmla="*/ 0 w 5220392"/>
                <a:gd name="connsiteY3" fmla="*/ 2609584 h 2609780"/>
                <a:gd name="connsiteX4" fmla="*/ 2622303 w 5220392"/>
                <a:gd name="connsiteY4" fmla="*/ 0 h 2609780"/>
                <a:gd name="connsiteX5" fmla="*/ 2877074 w 5220392"/>
                <a:gd name="connsiteY5" fmla="*/ 12864 h 2609780"/>
                <a:gd name="connsiteX6" fmla="*/ 5220392 w 5220392"/>
                <a:gd name="connsiteY6" fmla="*/ 2609584 h 2609780"/>
                <a:gd name="connsiteX7" fmla="*/ 5220383 w 5220392"/>
                <a:gd name="connsiteY7" fmla="*/ 2609780 h 2609780"/>
                <a:gd name="connsiteX8" fmla="*/ 4988752 w 5220392"/>
                <a:gd name="connsiteY8" fmla="*/ 2609780 h 2609780"/>
                <a:gd name="connsiteX9" fmla="*/ 4988761 w 5220392"/>
                <a:gd name="connsiteY9" fmla="*/ 2609584 h 2609780"/>
                <a:gd name="connsiteX10" fmla="*/ 2853391 w 5220392"/>
                <a:gd name="connsiteY10" fmla="*/ 243299 h 2609780"/>
                <a:gd name="connsiteX11" fmla="*/ 2622303 w 5220392"/>
                <a:gd name="connsiteY11" fmla="*/ 231631 h 260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0392" h="2609780">
                  <a:moveTo>
                    <a:pt x="12303" y="2365939"/>
                  </a:moveTo>
                  <a:lnTo>
                    <a:pt x="12303" y="2609780"/>
                  </a:lnTo>
                  <a:lnTo>
                    <a:pt x="10" y="2609780"/>
                  </a:lnTo>
                  <a:lnTo>
                    <a:pt x="0" y="2609584"/>
                  </a:lnTo>
                  <a:close/>
                  <a:moveTo>
                    <a:pt x="2622303" y="0"/>
                  </a:moveTo>
                  <a:lnTo>
                    <a:pt x="2877074" y="12864"/>
                  </a:lnTo>
                  <a:cubicBezTo>
                    <a:pt x="4193280" y="146533"/>
                    <a:pt x="5220392" y="1258111"/>
                    <a:pt x="5220392" y="2609584"/>
                  </a:cubicBezTo>
                  <a:lnTo>
                    <a:pt x="5220383" y="2609780"/>
                  </a:lnTo>
                  <a:lnTo>
                    <a:pt x="4988752" y="2609780"/>
                  </a:lnTo>
                  <a:lnTo>
                    <a:pt x="4988761" y="2609584"/>
                  </a:lnTo>
                  <a:cubicBezTo>
                    <a:pt x="4988761" y="1378042"/>
                    <a:pt x="4052796" y="365106"/>
                    <a:pt x="2853391" y="243299"/>
                  </a:cubicBezTo>
                  <a:lnTo>
                    <a:pt x="2622303" y="231631"/>
                  </a:lnTo>
                  <a:close/>
                </a:path>
              </a:pathLst>
            </a:custGeom>
            <a:solidFill>
              <a:srgbClr val="01AC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4" name="任意多边形 103"/>
            <p:cNvSpPr/>
            <p:nvPr/>
          </p:nvSpPr>
          <p:spPr>
            <a:xfrm rot="2700000" flipH="1">
              <a:off x="4682810" y="1856582"/>
              <a:ext cx="4363640" cy="2181472"/>
            </a:xfrm>
            <a:custGeom>
              <a:avLst/>
              <a:gdLst>
                <a:gd name="connsiteX0" fmla="*/ 12303 w 5220392"/>
                <a:gd name="connsiteY0" fmla="*/ 2365939 h 2609780"/>
                <a:gd name="connsiteX1" fmla="*/ 12303 w 5220392"/>
                <a:gd name="connsiteY1" fmla="*/ 2609780 h 2609780"/>
                <a:gd name="connsiteX2" fmla="*/ 10 w 5220392"/>
                <a:gd name="connsiteY2" fmla="*/ 2609780 h 2609780"/>
                <a:gd name="connsiteX3" fmla="*/ 0 w 5220392"/>
                <a:gd name="connsiteY3" fmla="*/ 2609584 h 2609780"/>
                <a:gd name="connsiteX4" fmla="*/ 2622303 w 5220392"/>
                <a:gd name="connsiteY4" fmla="*/ 0 h 2609780"/>
                <a:gd name="connsiteX5" fmla="*/ 2877074 w 5220392"/>
                <a:gd name="connsiteY5" fmla="*/ 12864 h 2609780"/>
                <a:gd name="connsiteX6" fmla="*/ 5220392 w 5220392"/>
                <a:gd name="connsiteY6" fmla="*/ 2609584 h 2609780"/>
                <a:gd name="connsiteX7" fmla="*/ 5220383 w 5220392"/>
                <a:gd name="connsiteY7" fmla="*/ 2609780 h 2609780"/>
                <a:gd name="connsiteX8" fmla="*/ 4988752 w 5220392"/>
                <a:gd name="connsiteY8" fmla="*/ 2609780 h 2609780"/>
                <a:gd name="connsiteX9" fmla="*/ 4988761 w 5220392"/>
                <a:gd name="connsiteY9" fmla="*/ 2609584 h 2609780"/>
                <a:gd name="connsiteX10" fmla="*/ 2853391 w 5220392"/>
                <a:gd name="connsiteY10" fmla="*/ 243299 h 2609780"/>
                <a:gd name="connsiteX11" fmla="*/ 2622303 w 5220392"/>
                <a:gd name="connsiteY11" fmla="*/ 231631 h 260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0392" h="2609780">
                  <a:moveTo>
                    <a:pt x="12303" y="2365939"/>
                  </a:moveTo>
                  <a:lnTo>
                    <a:pt x="12303" y="2609780"/>
                  </a:lnTo>
                  <a:lnTo>
                    <a:pt x="10" y="2609780"/>
                  </a:lnTo>
                  <a:lnTo>
                    <a:pt x="0" y="2609584"/>
                  </a:lnTo>
                  <a:close/>
                  <a:moveTo>
                    <a:pt x="2622303" y="0"/>
                  </a:moveTo>
                  <a:lnTo>
                    <a:pt x="2877074" y="12864"/>
                  </a:lnTo>
                  <a:cubicBezTo>
                    <a:pt x="4193280" y="146533"/>
                    <a:pt x="5220392" y="1258111"/>
                    <a:pt x="5220392" y="2609584"/>
                  </a:cubicBezTo>
                  <a:lnTo>
                    <a:pt x="5220383" y="2609780"/>
                  </a:lnTo>
                  <a:lnTo>
                    <a:pt x="4988752" y="2609780"/>
                  </a:lnTo>
                  <a:lnTo>
                    <a:pt x="4988761" y="2609584"/>
                  </a:lnTo>
                  <a:cubicBezTo>
                    <a:pt x="4988761" y="1378042"/>
                    <a:pt x="4052796" y="365106"/>
                    <a:pt x="2853391" y="243299"/>
                  </a:cubicBezTo>
                  <a:lnTo>
                    <a:pt x="2622303" y="231631"/>
                  </a:lnTo>
                  <a:close/>
                </a:path>
              </a:pathLst>
            </a:custGeom>
            <a:solidFill>
              <a:srgbClr val="663A7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5" name="任意多边形 104"/>
            <p:cNvSpPr/>
            <p:nvPr/>
          </p:nvSpPr>
          <p:spPr>
            <a:xfrm rot="2700000" flipH="1" flipV="1">
              <a:off x="3140030" y="3399361"/>
              <a:ext cx="4363640" cy="2181472"/>
            </a:xfrm>
            <a:custGeom>
              <a:avLst/>
              <a:gdLst>
                <a:gd name="connsiteX0" fmla="*/ 12303 w 5220392"/>
                <a:gd name="connsiteY0" fmla="*/ 2365939 h 2609780"/>
                <a:gd name="connsiteX1" fmla="*/ 12303 w 5220392"/>
                <a:gd name="connsiteY1" fmla="*/ 2609780 h 2609780"/>
                <a:gd name="connsiteX2" fmla="*/ 10 w 5220392"/>
                <a:gd name="connsiteY2" fmla="*/ 2609780 h 2609780"/>
                <a:gd name="connsiteX3" fmla="*/ 0 w 5220392"/>
                <a:gd name="connsiteY3" fmla="*/ 2609584 h 2609780"/>
                <a:gd name="connsiteX4" fmla="*/ 2622303 w 5220392"/>
                <a:gd name="connsiteY4" fmla="*/ 0 h 2609780"/>
                <a:gd name="connsiteX5" fmla="*/ 2877074 w 5220392"/>
                <a:gd name="connsiteY5" fmla="*/ 12864 h 2609780"/>
                <a:gd name="connsiteX6" fmla="*/ 5220392 w 5220392"/>
                <a:gd name="connsiteY6" fmla="*/ 2609584 h 2609780"/>
                <a:gd name="connsiteX7" fmla="*/ 5220383 w 5220392"/>
                <a:gd name="connsiteY7" fmla="*/ 2609780 h 2609780"/>
                <a:gd name="connsiteX8" fmla="*/ 4988752 w 5220392"/>
                <a:gd name="connsiteY8" fmla="*/ 2609780 h 2609780"/>
                <a:gd name="connsiteX9" fmla="*/ 4988761 w 5220392"/>
                <a:gd name="connsiteY9" fmla="*/ 2609584 h 2609780"/>
                <a:gd name="connsiteX10" fmla="*/ 2853391 w 5220392"/>
                <a:gd name="connsiteY10" fmla="*/ 243299 h 2609780"/>
                <a:gd name="connsiteX11" fmla="*/ 2622303 w 5220392"/>
                <a:gd name="connsiteY11" fmla="*/ 231631 h 260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0392" h="2609780">
                  <a:moveTo>
                    <a:pt x="12303" y="2365939"/>
                  </a:moveTo>
                  <a:lnTo>
                    <a:pt x="12303" y="2609780"/>
                  </a:lnTo>
                  <a:lnTo>
                    <a:pt x="10" y="2609780"/>
                  </a:lnTo>
                  <a:lnTo>
                    <a:pt x="0" y="2609584"/>
                  </a:lnTo>
                  <a:close/>
                  <a:moveTo>
                    <a:pt x="2622303" y="0"/>
                  </a:moveTo>
                  <a:lnTo>
                    <a:pt x="2877074" y="12864"/>
                  </a:lnTo>
                  <a:cubicBezTo>
                    <a:pt x="4193280" y="146533"/>
                    <a:pt x="5220392" y="1258111"/>
                    <a:pt x="5220392" y="2609584"/>
                  </a:cubicBezTo>
                  <a:lnTo>
                    <a:pt x="5220383" y="2609780"/>
                  </a:lnTo>
                  <a:lnTo>
                    <a:pt x="4988752" y="2609780"/>
                  </a:lnTo>
                  <a:lnTo>
                    <a:pt x="4988761" y="2609584"/>
                  </a:lnTo>
                  <a:cubicBezTo>
                    <a:pt x="4988761" y="1378042"/>
                    <a:pt x="4052796" y="365106"/>
                    <a:pt x="2853391" y="243299"/>
                  </a:cubicBezTo>
                  <a:lnTo>
                    <a:pt x="2622303" y="231631"/>
                  </a:lnTo>
                  <a:close/>
                </a:path>
              </a:pathLst>
            </a:custGeom>
            <a:solidFill>
              <a:srgbClr val="FFB8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06" name="组合 105"/>
          <p:cNvGrpSpPr/>
          <p:nvPr/>
        </p:nvGrpSpPr>
        <p:grpSpPr>
          <a:xfrm>
            <a:off x="3932598" y="1516808"/>
            <a:ext cx="1636572" cy="1538247"/>
            <a:chOff x="3713558" y="1442435"/>
            <a:chExt cx="1551596" cy="1458904"/>
          </a:xfrm>
        </p:grpSpPr>
        <p:sp>
          <p:nvSpPr>
            <p:cNvPr id="107" name="椭圆 106"/>
            <p:cNvSpPr/>
            <p:nvPr/>
          </p:nvSpPr>
          <p:spPr>
            <a:xfrm>
              <a:off x="3713558" y="1442435"/>
              <a:ext cx="1458905" cy="1458904"/>
            </a:xfrm>
            <a:prstGeom prst="ellipse">
              <a:avLst/>
            </a:prstGeom>
            <a:gradFill>
              <a:gsLst>
                <a:gs pos="0">
                  <a:srgbClr val="CFCFCF"/>
                </a:gs>
                <a:gs pos="100000">
                  <a:schemeClr val="bg1">
                    <a:lumMod val="95000"/>
                  </a:schemeClr>
                </a:gs>
              </a:gsLst>
              <a:lin ang="2700000" scaled="1"/>
            </a:gradFill>
            <a:ln>
              <a:noFill/>
            </a:ln>
            <a:effectLst>
              <a:innerShdw blurRad="292100" dist="50800" dir="13500000">
                <a:srgbClr val="2E2E2E">
                  <a:alpha val="20784"/>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8" name="任意多边形 107"/>
            <p:cNvSpPr/>
            <p:nvPr/>
          </p:nvSpPr>
          <p:spPr>
            <a:xfrm rot="2700000">
              <a:off x="4306647" y="1877061"/>
              <a:ext cx="791144" cy="1125871"/>
            </a:xfrm>
            <a:custGeom>
              <a:avLst/>
              <a:gdLst>
                <a:gd name="connsiteX0" fmla="*/ 0 w 1062685"/>
                <a:gd name="connsiteY0" fmla="*/ 0 h 1555200"/>
                <a:gd name="connsiteX1" fmla="*/ 712021 w 1062685"/>
                <a:gd name="connsiteY1" fmla="*/ 0 h 1555200"/>
                <a:gd name="connsiteX2" fmla="*/ 755181 w 1062685"/>
                <a:gd name="connsiteY2" fmla="*/ 39011 h 1555200"/>
                <a:gd name="connsiteX3" fmla="*/ 755181 w 1062685"/>
                <a:gd name="connsiteY3" fmla="*/ 1523774 h 1555200"/>
                <a:gd name="connsiteX4" fmla="*/ 720412 w 1062685"/>
                <a:gd name="connsiteY4" fmla="*/ 1555200 h 1555200"/>
                <a:gd name="connsiteX5" fmla="*/ 0 w 1062685"/>
                <a:gd name="connsiteY5" fmla="*/ 1555200 h 15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685" h="1555200">
                  <a:moveTo>
                    <a:pt x="0" y="0"/>
                  </a:moveTo>
                  <a:lnTo>
                    <a:pt x="712021" y="0"/>
                  </a:lnTo>
                  <a:lnTo>
                    <a:pt x="755181" y="39011"/>
                  </a:lnTo>
                  <a:cubicBezTo>
                    <a:pt x="1165187" y="449017"/>
                    <a:pt x="1165187" y="1113768"/>
                    <a:pt x="755181" y="1523774"/>
                  </a:cubicBezTo>
                  <a:lnTo>
                    <a:pt x="720412" y="1555200"/>
                  </a:lnTo>
                  <a:lnTo>
                    <a:pt x="0" y="1555200"/>
                  </a:lnTo>
                  <a:close/>
                </a:path>
              </a:pathLst>
            </a:custGeom>
            <a:gradFill>
              <a:gsLst>
                <a:gs pos="0">
                  <a:schemeClr val="tx1">
                    <a:alpha val="31000"/>
                  </a:schemeClr>
                </a:gs>
                <a:gs pos="100000">
                  <a:schemeClr val="tx1">
                    <a:alpha val="5000"/>
                  </a:scheme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9" name="任意多边形 108"/>
            <p:cNvSpPr/>
            <p:nvPr/>
          </p:nvSpPr>
          <p:spPr>
            <a:xfrm rot="2700000">
              <a:off x="4362762" y="1817902"/>
              <a:ext cx="540019" cy="1080039"/>
            </a:xfrm>
            <a:custGeom>
              <a:avLst/>
              <a:gdLst>
                <a:gd name="connsiteX0" fmla="*/ 0 w 777239"/>
                <a:gd name="connsiteY0" fmla="*/ 0 h 1554478"/>
                <a:gd name="connsiteX1" fmla="*/ 777239 w 777239"/>
                <a:gd name="connsiteY1" fmla="*/ 777239 h 1554478"/>
                <a:gd name="connsiteX2" fmla="*/ 0 w 777239"/>
                <a:gd name="connsiteY2" fmla="*/ 1554478 h 1554478"/>
              </a:gdLst>
              <a:ahLst/>
              <a:cxnLst>
                <a:cxn ang="0">
                  <a:pos x="connsiteX0" y="connsiteY0"/>
                </a:cxn>
                <a:cxn ang="0">
                  <a:pos x="connsiteX1" y="connsiteY1"/>
                </a:cxn>
                <a:cxn ang="0">
                  <a:pos x="connsiteX2" y="connsiteY2"/>
                </a:cxn>
              </a:cxnLst>
              <a:rect l="l" t="t" r="r" b="b"/>
              <a:pathLst>
                <a:path w="777239" h="1554478">
                  <a:moveTo>
                    <a:pt x="0" y="0"/>
                  </a:moveTo>
                  <a:cubicBezTo>
                    <a:pt x="429257" y="0"/>
                    <a:pt x="777239" y="347982"/>
                    <a:pt x="777239" y="777239"/>
                  </a:cubicBezTo>
                  <a:cubicBezTo>
                    <a:pt x="777239" y="1206496"/>
                    <a:pt x="429257" y="1554478"/>
                    <a:pt x="0" y="1554478"/>
                  </a:cubicBezTo>
                  <a:close/>
                </a:path>
              </a:pathLst>
            </a:custGeom>
            <a:gradFill>
              <a:gsLst>
                <a:gs pos="0">
                  <a:schemeClr val="bg1">
                    <a:lumMod val="95000"/>
                  </a:schemeClr>
                </a:gs>
                <a:gs pos="100000">
                  <a:schemeClr val="bg1">
                    <a:lumMod val="75000"/>
                  </a:schemeClr>
                </a:gs>
              </a:gsLst>
              <a:lin ang="2700000" scaled="1"/>
            </a:gradFill>
            <a:ln>
              <a:noFill/>
            </a:ln>
            <a:effectLst>
              <a:outerShdw blurRad="203200" dist="63500" dir="33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0" name="椭圆 109"/>
            <p:cNvSpPr/>
            <p:nvPr/>
          </p:nvSpPr>
          <p:spPr>
            <a:xfrm>
              <a:off x="3902991" y="1631868"/>
              <a:ext cx="1080039" cy="1080038"/>
            </a:xfrm>
            <a:prstGeom prst="ellipse">
              <a:avLst/>
            </a:prstGeom>
            <a:gradFill>
              <a:gsLst>
                <a:gs pos="0">
                  <a:schemeClr val="bg1">
                    <a:lumMod val="95000"/>
                  </a:schemeClr>
                </a:gs>
                <a:gs pos="100000">
                  <a:schemeClr val="bg1">
                    <a:lumMod val="75000"/>
                  </a:schemeClr>
                </a:gs>
              </a:gsLst>
              <a:lin ang="2700000" scaled="1"/>
            </a:gra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1" name="文本框 24"/>
            <p:cNvSpPr txBox="1"/>
            <p:nvPr/>
          </p:nvSpPr>
          <p:spPr>
            <a:xfrm>
              <a:off x="4084265" y="1819279"/>
              <a:ext cx="685644" cy="641758"/>
            </a:xfrm>
            <a:prstGeom prst="rect">
              <a:avLst/>
            </a:prstGeom>
            <a:noFill/>
            <a:effectLst>
              <a:innerShdw blurRad="152400" dist="50800" dir="13500000">
                <a:srgbClr val="925700">
                  <a:alpha val="54000"/>
                </a:srgbClr>
              </a:innerShdw>
            </a:effectLst>
          </p:spPr>
          <p:txBody>
            <a:bodyPr wrap="square" rtlCol="0">
              <a:spAutoFit/>
            </a:bodyPr>
            <a:lstStyle/>
            <a:p>
              <a:pPr algn="ctr"/>
              <a:r>
                <a:rPr lang="en-US" altLang="zh-CN" sz="3797" dirty="0">
                  <a:solidFill>
                    <a:srgbClr val="FFB850"/>
                  </a:solidFill>
                  <a:effectLst>
                    <a:innerShdw blurRad="50800" dist="50800" dir="13500000">
                      <a:srgbClr val="925700">
                        <a:alpha val="65000"/>
                      </a:srgbClr>
                    </a:innerShdw>
                  </a:effectLst>
                  <a:latin typeface="Impact" panose="020B0806030902050204" pitchFamily="34" charset="0"/>
                </a:rPr>
                <a:t>01</a:t>
              </a:r>
              <a:endParaRPr lang="zh-CN" altLang="en-US" sz="3797" dirty="0">
                <a:solidFill>
                  <a:srgbClr val="FFB850"/>
                </a:solidFill>
                <a:effectLst>
                  <a:innerShdw blurRad="50800" dist="50800" dir="13500000">
                    <a:srgbClr val="925700">
                      <a:alpha val="65000"/>
                    </a:srgbClr>
                  </a:innerShdw>
                </a:effectLst>
                <a:latin typeface="Impact" panose="020B0806030902050204" pitchFamily="34" charset="0"/>
              </a:endParaRPr>
            </a:p>
          </p:txBody>
        </p:sp>
        <p:sp>
          <p:nvSpPr>
            <p:cNvPr id="112" name="任意多边形 111"/>
            <p:cNvSpPr/>
            <p:nvPr/>
          </p:nvSpPr>
          <p:spPr>
            <a:xfrm rot="18900000">
              <a:off x="4043616" y="1969288"/>
              <a:ext cx="1080039" cy="678997"/>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3" name="椭圆 112"/>
            <p:cNvSpPr/>
            <p:nvPr/>
          </p:nvSpPr>
          <p:spPr>
            <a:xfrm rot="18900000">
              <a:off x="4043435" y="1764530"/>
              <a:ext cx="321403" cy="245660"/>
            </a:xfrm>
            <a:prstGeom prst="ellipse">
              <a:avLst/>
            </a:prstGeom>
            <a:solidFill>
              <a:schemeClr val="bg1">
                <a:alpha val="79000"/>
              </a:schemeClr>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14" name="组合 113"/>
          <p:cNvGrpSpPr/>
          <p:nvPr/>
        </p:nvGrpSpPr>
        <p:grpSpPr>
          <a:xfrm>
            <a:off x="3878398" y="4832306"/>
            <a:ext cx="1643745" cy="1538247"/>
            <a:chOff x="3662171" y="4586918"/>
            <a:chExt cx="1558396" cy="1458904"/>
          </a:xfrm>
        </p:grpSpPr>
        <p:sp>
          <p:nvSpPr>
            <p:cNvPr id="115" name="任意多边形 114"/>
            <p:cNvSpPr/>
            <p:nvPr/>
          </p:nvSpPr>
          <p:spPr>
            <a:xfrm rot="2700000">
              <a:off x="4262060" y="5027270"/>
              <a:ext cx="791144" cy="1125871"/>
            </a:xfrm>
            <a:custGeom>
              <a:avLst/>
              <a:gdLst>
                <a:gd name="connsiteX0" fmla="*/ 0 w 1062685"/>
                <a:gd name="connsiteY0" fmla="*/ 0 h 1555200"/>
                <a:gd name="connsiteX1" fmla="*/ 712021 w 1062685"/>
                <a:gd name="connsiteY1" fmla="*/ 0 h 1555200"/>
                <a:gd name="connsiteX2" fmla="*/ 755181 w 1062685"/>
                <a:gd name="connsiteY2" fmla="*/ 39011 h 1555200"/>
                <a:gd name="connsiteX3" fmla="*/ 755181 w 1062685"/>
                <a:gd name="connsiteY3" fmla="*/ 1523774 h 1555200"/>
                <a:gd name="connsiteX4" fmla="*/ 720412 w 1062685"/>
                <a:gd name="connsiteY4" fmla="*/ 1555200 h 1555200"/>
                <a:gd name="connsiteX5" fmla="*/ 0 w 1062685"/>
                <a:gd name="connsiteY5" fmla="*/ 1555200 h 15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685" h="1555200">
                  <a:moveTo>
                    <a:pt x="0" y="0"/>
                  </a:moveTo>
                  <a:lnTo>
                    <a:pt x="712021" y="0"/>
                  </a:lnTo>
                  <a:lnTo>
                    <a:pt x="755181" y="39011"/>
                  </a:lnTo>
                  <a:cubicBezTo>
                    <a:pt x="1165187" y="449017"/>
                    <a:pt x="1165187" y="1113768"/>
                    <a:pt x="755181" y="1523774"/>
                  </a:cubicBezTo>
                  <a:lnTo>
                    <a:pt x="720412" y="1555200"/>
                  </a:lnTo>
                  <a:lnTo>
                    <a:pt x="0" y="1555200"/>
                  </a:lnTo>
                  <a:close/>
                </a:path>
              </a:pathLst>
            </a:custGeom>
            <a:gradFill>
              <a:gsLst>
                <a:gs pos="0">
                  <a:schemeClr val="tx1">
                    <a:alpha val="31000"/>
                  </a:schemeClr>
                </a:gs>
                <a:gs pos="100000">
                  <a:schemeClr val="tx1">
                    <a:alpha val="5000"/>
                  </a:scheme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16" name="组合 115"/>
            <p:cNvGrpSpPr/>
            <p:nvPr/>
          </p:nvGrpSpPr>
          <p:grpSpPr>
            <a:xfrm>
              <a:off x="3662171" y="4586918"/>
              <a:ext cx="1459233" cy="1458904"/>
              <a:chOff x="3662171" y="4586918"/>
              <a:chExt cx="1459233" cy="1458904"/>
            </a:xfrm>
          </p:grpSpPr>
          <p:sp>
            <p:nvSpPr>
              <p:cNvPr id="117" name="椭圆 116"/>
              <p:cNvSpPr/>
              <p:nvPr/>
            </p:nvSpPr>
            <p:spPr>
              <a:xfrm>
                <a:off x="3662171" y="4586918"/>
                <a:ext cx="1458905" cy="1458904"/>
              </a:xfrm>
              <a:prstGeom prst="ellipse">
                <a:avLst/>
              </a:prstGeom>
              <a:gradFill>
                <a:gsLst>
                  <a:gs pos="0">
                    <a:srgbClr val="CFCFCF"/>
                  </a:gs>
                  <a:gs pos="100000">
                    <a:schemeClr val="bg1">
                      <a:lumMod val="95000"/>
                    </a:schemeClr>
                  </a:gs>
                </a:gsLst>
                <a:lin ang="2700000" scaled="1"/>
              </a:gradFill>
              <a:ln>
                <a:noFill/>
              </a:ln>
              <a:effectLst>
                <a:innerShdw blurRad="292100" dist="50800" dir="13500000">
                  <a:srgbClr val="2E2E2E">
                    <a:alpha val="20784"/>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任意多边形 117"/>
              <p:cNvSpPr/>
              <p:nvPr/>
            </p:nvSpPr>
            <p:spPr>
              <a:xfrm rot="2700000">
                <a:off x="4311375" y="4962385"/>
                <a:ext cx="540019" cy="1080039"/>
              </a:xfrm>
              <a:custGeom>
                <a:avLst/>
                <a:gdLst>
                  <a:gd name="connsiteX0" fmla="*/ 0 w 777239"/>
                  <a:gd name="connsiteY0" fmla="*/ 0 h 1554478"/>
                  <a:gd name="connsiteX1" fmla="*/ 777239 w 777239"/>
                  <a:gd name="connsiteY1" fmla="*/ 777239 h 1554478"/>
                  <a:gd name="connsiteX2" fmla="*/ 0 w 777239"/>
                  <a:gd name="connsiteY2" fmla="*/ 1554478 h 1554478"/>
                </a:gdLst>
                <a:ahLst/>
                <a:cxnLst>
                  <a:cxn ang="0">
                    <a:pos x="connsiteX0" y="connsiteY0"/>
                  </a:cxn>
                  <a:cxn ang="0">
                    <a:pos x="connsiteX1" y="connsiteY1"/>
                  </a:cxn>
                  <a:cxn ang="0">
                    <a:pos x="connsiteX2" y="connsiteY2"/>
                  </a:cxn>
                </a:cxnLst>
                <a:rect l="l" t="t" r="r" b="b"/>
                <a:pathLst>
                  <a:path w="777239" h="1554478">
                    <a:moveTo>
                      <a:pt x="0" y="0"/>
                    </a:moveTo>
                    <a:cubicBezTo>
                      <a:pt x="429257" y="0"/>
                      <a:pt x="777239" y="347982"/>
                      <a:pt x="777239" y="777239"/>
                    </a:cubicBezTo>
                    <a:cubicBezTo>
                      <a:pt x="777239" y="1206496"/>
                      <a:pt x="429257" y="1554478"/>
                      <a:pt x="0" y="1554478"/>
                    </a:cubicBezTo>
                    <a:close/>
                  </a:path>
                </a:pathLst>
              </a:custGeom>
              <a:gradFill>
                <a:gsLst>
                  <a:gs pos="0">
                    <a:schemeClr val="bg1">
                      <a:lumMod val="95000"/>
                    </a:schemeClr>
                  </a:gs>
                  <a:gs pos="100000">
                    <a:schemeClr val="bg1">
                      <a:lumMod val="75000"/>
                    </a:schemeClr>
                  </a:gs>
                </a:gsLst>
                <a:lin ang="2700000" scaled="1"/>
              </a:gradFill>
              <a:ln>
                <a:noFill/>
              </a:ln>
              <a:effectLst>
                <a:outerShdw blurRad="203200" dist="63500" dir="33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9" name="椭圆 118"/>
              <p:cNvSpPr/>
              <p:nvPr/>
            </p:nvSpPr>
            <p:spPr>
              <a:xfrm>
                <a:off x="3851604" y="4776351"/>
                <a:ext cx="1080039" cy="1080038"/>
              </a:xfrm>
              <a:prstGeom prst="ellipse">
                <a:avLst/>
              </a:prstGeom>
              <a:gradFill>
                <a:gsLst>
                  <a:gs pos="0">
                    <a:schemeClr val="bg1">
                      <a:lumMod val="95000"/>
                    </a:schemeClr>
                  </a:gs>
                  <a:gs pos="100000">
                    <a:schemeClr val="bg1">
                      <a:lumMod val="75000"/>
                    </a:schemeClr>
                  </a:gs>
                </a:gsLst>
                <a:lin ang="2700000" scaled="1"/>
              </a:gra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 name="文本框 74"/>
              <p:cNvSpPr txBox="1"/>
              <p:nvPr/>
            </p:nvSpPr>
            <p:spPr>
              <a:xfrm>
                <a:off x="4015718" y="4942651"/>
                <a:ext cx="755082" cy="641758"/>
              </a:xfrm>
              <a:prstGeom prst="rect">
                <a:avLst/>
              </a:prstGeom>
              <a:noFill/>
              <a:effectLst>
                <a:innerShdw blurRad="152400" dist="50800" dir="13500000">
                  <a:srgbClr val="925700">
                    <a:alpha val="54000"/>
                  </a:srgbClr>
                </a:innerShdw>
              </a:effectLst>
            </p:spPr>
            <p:txBody>
              <a:bodyPr wrap="square" rtlCol="0">
                <a:spAutoFit/>
              </a:bodyPr>
              <a:lstStyle/>
              <a:p>
                <a:pPr algn="ctr"/>
                <a:r>
                  <a:rPr lang="en-US" altLang="zh-CN" sz="3797" dirty="0">
                    <a:solidFill>
                      <a:srgbClr val="01ACBE"/>
                    </a:solidFill>
                    <a:effectLst>
                      <a:innerShdw blurRad="50800" dist="50800" dir="13500000">
                        <a:srgbClr val="01525B">
                          <a:alpha val="64706"/>
                        </a:srgbClr>
                      </a:innerShdw>
                    </a:effectLst>
                    <a:latin typeface="Impact" panose="020B0806030902050204" pitchFamily="34" charset="0"/>
                  </a:rPr>
                  <a:t>02</a:t>
                </a:r>
                <a:endParaRPr lang="zh-CN" altLang="en-US" sz="3797" dirty="0">
                  <a:solidFill>
                    <a:srgbClr val="01ACBE"/>
                  </a:solidFill>
                  <a:effectLst>
                    <a:innerShdw blurRad="50800" dist="50800" dir="13500000">
                      <a:srgbClr val="01525B">
                        <a:alpha val="64706"/>
                      </a:srgbClr>
                    </a:innerShdw>
                  </a:effectLst>
                  <a:latin typeface="Impact" panose="020B0806030902050204" pitchFamily="34" charset="0"/>
                </a:endParaRPr>
              </a:p>
            </p:txBody>
          </p:sp>
          <p:sp>
            <p:nvSpPr>
              <p:cNvPr id="121" name="任意多边形 120"/>
              <p:cNvSpPr/>
              <p:nvPr/>
            </p:nvSpPr>
            <p:spPr>
              <a:xfrm rot="18900000">
                <a:off x="3992229" y="5113771"/>
                <a:ext cx="1080039" cy="678997"/>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2" name="椭圆 121"/>
              <p:cNvSpPr/>
              <p:nvPr/>
            </p:nvSpPr>
            <p:spPr>
              <a:xfrm rot="18900000">
                <a:off x="3992048" y="4909013"/>
                <a:ext cx="321403" cy="245660"/>
              </a:xfrm>
              <a:prstGeom prst="ellipse">
                <a:avLst/>
              </a:prstGeom>
              <a:solidFill>
                <a:schemeClr val="bg1">
                  <a:alpha val="79000"/>
                </a:schemeClr>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123" name="组合 122"/>
          <p:cNvGrpSpPr/>
          <p:nvPr/>
        </p:nvGrpSpPr>
        <p:grpSpPr>
          <a:xfrm>
            <a:off x="7338337" y="1516808"/>
            <a:ext cx="1634817" cy="1538247"/>
            <a:chOff x="6942459" y="1442435"/>
            <a:chExt cx="1549932" cy="1458904"/>
          </a:xfrm>
        </p:grpSpPr>
        <p:sp>
          <p:nvSpPr>
            <p:cNvPr id="124" name="椭圆 123"/>
            <p:cNvSpPr/>
            <p:nvPr/>
          </p:nvSpPr>
          <p:spPr>
            <a:xfrm>
              <a:off x="6942459" y="1442435"/>
              <a:ext cx="1458905" cy="1458904"/>
            </a:xfrm>
            <a:prstGeom prst="ellipse">
              <a:avLst/>
            </a:prstGeom>
            <a:gradFill>
              <a:gsLst>
                <a:gs pos="0">
                  <a:srgbClr val="CFCFCF"/>
                </a:gs>
                <a:gs pos="100000">
                  <a:schemeClr val="bg1">
                    <a:lumMod val="95000"/>
                  </a:schemeClr>
                </a:gs>
              </a:gsLst>
              <a:lin ang="2700000" scaled="1"/>
            </a:gradFill>
            <a:ln>
              <a:noFill/>
            </a:ln>
            <a:effectLst>
              <a:innerShdw blurRad="292100" dist="50800" dir="13500000">
                <a:srgbClr val="2E2E2E">
                  <a:alpha val="20784"/>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5" name="任意多边形 124"/>
            <p:cNvSpPr/>
            <p:nvPr/>
          </p:nvSpPr>
          <p:spPr>
            <a:xfrm rot="2700000">
              <a:off x="7533884" y="1864323"/>
              <a:ext cx="791144" cy="1125871"/>
            </a:xfrm>
            <a:custGeom>
              <a:avLst/>
              <a:gdLst>
                <a:gd name="connsiteX0" fmla="*/ 0 w 1062685"/>
                <a:gd name="connsiteY0" fmla="*/ 0 h 1555200"/>
                <a:gd name="connsiteX1" fmla="*/ 712021 w 1062685"/>
                <a:gd name="connsiteY1" fmla="*/ 0 h 1555200"/>
                <a:gd name="connsiteX2" fmla="*/ 755181 w 1062685"/>
                <a:gd name="connsiteY2" fmla="*/ 39011 h 1555200"/>
                <a:gd name="connsiteX3" fmla="*/ 755181 w 1062685"/>
                <a:gd name="connsiteY3" fmla="*/ 1523774 h 1555200"/>
                <a:gd name="connsiteX4" fmla="*/ 720412 w 1062685"/>
                <a:gd name="connsiteY4" fmla="*/ 1555200 h 1555200"/>
                <a:gd name="connsiteX5" fmla="*/ 0 w 1062685"/>
                <a:gd name="connsiteY5" fmla="*/ 1555200 h 15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685" h="1555200">
                  <a:moveTo>
                    <a:pt x="0" y="0"/>
                  </a:moveTo>
                  <a:lnTo>
                    <a:pt x="712021" y="0"/>
                  </a:lnTo>
                  <a:lnTo>
                    <a:pt x="755181" y="39011"/>
                  </a:lnTo>
                  <a:cubicBezTo>
                    <a:pt x="1165187" y="449017"/>
                    <a:pt x="1165187" y="1113768"/>
                    <a:pt x="755181" y="1523774"/>
                  </a:cubicBezTo>
                  <a:lnTo>
                    <a:pt x="720412" y="1555200"/>
                  </a:lnTo>
                  <a:lnTo>
                    <a:pt x="0" y="1555200"/>
                  </a:lnTo>
                  <a:close/>
                </a:path>
              </a:pathLst>
            </a:custGeom>
            <a:gradFill>
              <a:gsLst>
                <a:gs pos="0">
                  <a:schemeClr val="tx1">
                    <a:alpha val="31000"/>
                  </a:schemeClr>
                </a:gs>
                <a:gs pos="100000">
                  <a:schemeClr val="tx1">
                    <a:alpha val="5000"/>
                  </a:scheme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6" name="任意多边形 125"/>
            <p:cNvSpPr/>
            <p:nvPr/>
          </p:nvSpPr>
          <p:spPr>
            <a:xfrm rot="2700000">
              <a:off x="7591663" y="1817903"/>
              <a:ext cx="540020" cy="1080039"/>
            </a:xfrm>
            <a:custGeom>
              <a:avLst/>
              <a:gdLst>
                <a:gd name="connsiteX0" fmla="*/ 0 w 777239"/>
                <a:gd name="connsiteY0" fmla="*/ 0 h 1554478"/>
                <a:gd name="connsiteX1" fmla="*/ 777239 w 777239"/>
                <a:gd name="connsiteY1" fmla="*/ 777239 h 1554478"/>
                <a:gd name="connsiteX2" fmla="*/ 0 w 777239"/>
                <a:gd name="connsiteY2" fmla="*/ 1554478 h 1554478"/>
              </a:gdLst>
              <a:ahLst/>
              <a:cxnLst>
                <a:cxn ang="0">
                  <a:pos x="connsiteX0" y="connsiteY0"/>
                </a:cxn>
                <a:cxn ang="0">
                  <a:pos x="connsiteX1" y="connsiteY1"/>
                </a:cxn>
                <a:cxn ang="0">
                  <a:pos x="connsiteX2" y="connsiteY2"/>
                </a:cxn>
              </a:cxnLst>
              <a:rect l="l" t="t" r="r" b="b"/>
              <a:pathLst>
                <a:path w="777239" h="1554478">
                  <a:moveTo>
                    <a:pt x="0" y="0"/>
                  </a:moveTo>
                  <a:cubicBezTo>
                    <a:pt x="429257" y="0"/>
                    <a:pt x="777239" y="347982"/>
                    <a:pt x="777239" y="777239"/>
                  </a:cubicBezTo>
                  <a:cubicBezTo>
                    <a:pt x="777239" y="1206496"/>
                    <a:pt x="429257" y="1554478"/>
                    <a:pt x="0" y="1554478"/>
                  </a:cubicBezTo>
                  <a:close/>
                </a:path>
              </a:pathLst>
            </a:custGeom>
            <a:gradFill>
              <a:gsLst>
                <a:gs pos="0">
                  <a:schemeClr val="bg1">
                    <a:lumMod val="95000"/>
                  </a:schemeClr>
                </a:gs>
                <a:gs pos="100000">
                  <a:schemeClr val="bg1">
                    <a:lumMod val="75000"/>
                  </a:schemeClr>
                </a:gs>
              </a:gsLst>
              <a:lin ang="2700000" scaled="1"/>
            </a:gradFill>
            <a:ln>
              <a:noFill/>
            </a:ln>
            <a:effectLst>
              <a:outerShdw blurRad="203200" dist="63500" dir="33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7" name="椭圆 126"/>
            <p:cNvSpPr/>
            <p:nvPr/>
          </p:nvSpPr>
          <p:spPr>
            <a:xfrm>
              <a:off x="7131891" y="1631868"/>
              <a:ext cx="1080038" cy="1080039"/>
            </a:xfrm>
            <a:prstGeom prst="ellipse">
              <a:avLst/>
            </a:prstGeom>
            <a:gradFill>
              <a:gsLst>
                <a:gs pos="0">
                  <a:schemeClr val="bg1">
                    <a:lumMod val="95000"/>
                  </a:schemeClr>
                </a:gs>
                <a:gs pos="100000">
                  <a:schemeClr val="bg1">
                    <a:lumMod val="75000"/>
                  </a:schemeClr>
                </a:gs>
              </a:gsLst>
              <a:lin ang="2700000" scaled="1"/>
            </a:gra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8" name="文本框 82"/>
            <p:cNvSpPr txBox="1"/>
            <p:nvPr/>
          </p:nvSpPr>
          <p:spPr>
            <a:xfrm>
              <a:off x="7225846" y="1790832"/>
              <a:ext cx="882841" cy="641758"/>
            </a:xfrm>
            <a:prstGeom prst="rect">
              <a:avLst/>
            </a:prstGeom>
            <a:noFill/>
            <a:effectLst>
              <a:innerShdw blurRad="152400" dist="50800" dir="13500000">
                <a:srgbClr val="925700">
                  <a:alpha val="54000"/>
                </a:srgbClr>
              </a:innerShdw>
            </a:effectLst>
          </p:spPr>
          <p:txBody>
            <a:bodyPr wrap="square" rtlCol="0">
              <a:spAutoFit/>
            </a:bodyPr>
            <a:lstStyle/>
            <a:p>
              <a:pPr algn="ctr"/>
              <a:r>
                <a:rPr lang="en-US" altLang="zh-CN" sz="3797" dirty="0">
                  <a:solidFill>
                    <a:srgbClr val="663A77"/>
                  </a:solidFill>
                  <a:effectLst>
                    <a:innerShdw blurRad="50800" dist="50800" dir="13500000">
                      <a:srgbClr val="160C1A">
                        <a:alpha val="64706"/>
                      </a:srgbClr>
                    </a:innerShdw>
                  </a:effectLst>
                  <a:latin typeface="Impact" panose="020B0806030902050204" pitchFamily="34" charset="0"/>
                </a:rPr>
                <a:t>04</a:t>
              </a:r>
              <a:endParaRPr lang="zh-CN" altLang="en-US" sz="3797" dirty="0">
                <a:solidFill>
                  <a:srgbClr val="663A77"/>
                </a:solidFill>
                <a:effectLst>
                  <a:innerShdw blurRad="50800" dist="50800" dir="13500000">
                    <a:srgbClr val="160C1A">
                      <a:alpha val="64706"/>
                    </a:srgbClr>
                  </a:innerShdw>
                </a:effectLst>
                <a:latin typeface="Impact" panose="020B0806030902050204" pitchFamily="34" charset="0"/>
              </a:endParaRPr>
            </a:p>
          </p:txBody>
        </p:sp>
        <p:sp>
          <p:nvSpPr>
            <p:cNvPr id="129" name="任意多边形 128"/>
            <p:cNvSpPr/>
            <p:nvPr/>
          </p:nvSpPr>
          <p:spPr>
            <a:xfrm rot="18900000">
              <a:off x="7272515" y="1969288"/>
              <a:ext cx="1080038" cy="678997"/>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0" name="椭圆 129"/>
            <p:cNvSpPr/>
            <p:nvPr/>
          </p:nvSpPr>
          <p:spPr>
            <a:xfrm rot="18900000">
              <a:off x="7272335" y="1764530"/>
              <a:ext cx="321403" cy="245660"/>
            </a:xfrm>
            <a:prstGeom prst="ellipse">
              <a:avLst/>
            </a:prstGeom>
            <a:solidFill>
              <a:schemeClr val="bg1">
                <a:alpha val="79000"/>
              </a:schemeClr>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31" name="组合 130"/>
          <p:cNvGrpSpPr/>
          <p:nvPr/>
        </p:nvGrpSpPr>
        <p:grpSpPr>
          <a:xfrm>
            <a:off x="5390211" y="2903714"/>
            <a:ext cx="2105056" cy="2021938"/>
            <a:chOff x="5095487" y="2757803"/>
            <a:chExt cx="1995754" cy="1917646"/>
          </a:xfrm>
        </p:grpSpPr>
        <p:grpSp>
          <p:nvGrpSpPr>
            <p:cNvPr id="132" name="组合 131"/>
            <p:cNvGrpSpPr/>
            <p:nvPr/>
          </p:nvGrpSpPr>
          <p:grpSpPr>
            <a:xfrm>
              <a:off x="5095487" y="2757803"/>
              <a:ext cx="1995754" cy="1917646"/>
              <a:chOff x="3436505" y="1693315"/>
              <a:chExt cx="2185300" cy="2099772"/>
            </a:xfrm>
          </p:grpSpPr>
          <p:sp>
            <p:nvSpPr>
              <p:cNvPr id="134" name="椭圆 133"/>
              <p:cNvSpPr/>
              <p:nvPr/>
            </p:nvSpPr>
            <p:spPr>
              <a:xfrm>
                <a:off x="3436505" y="1693315"/>
                <a:ext cx="2099772" cy="2099772"/>
              </a:xfrm>
              <a:prstGeom prst="ellipse">
                <a:avLst/>
              </a:prstGeom>
              <a:gradFill>
                <a:gsLst>
                  <a:gs pos="0">
                    <a:srgbClr val="CFCFCF"/>
                  </a:gs>
                  <a:gs pos="100000">
                    <a:schemeClr val="bg1">
                      <a:lumMod val="95000"/>
                    </a:schemeClr>
                  </a:gs>
                </a:gsLst>
                <a:lin ang="2700000" scaled="1"/>
              </a:gradFill>
              <a:ln>
                <a:noFill/>
              </a:ln>
              <a:effectLst>
                <a:innerShdw blurRad="292100" dist="50800" dir="13500000">
                  <a:srgbClr val="2E2E2E">
                    <a:alpha val="20784"/>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5" name="任意多边形 134"/>
              <p:cNvSpPr/>
              <p:nvPr/>
            </p:nvSpPr>
            <p:spPr>
              <a:xfrm rot="2700000">
                <a:off x="4312862" y="2324471"/>
                <a:ext cx="1062685" cy="1555200"/>
              </a:xfrm>
              <a:custGeom>
                <a:avLst/>
                <a:gdLst>
                  <a:gd name="connsiteX0" fmla="*/ 0 w 1062685"/>
                  <a:gd name="connsiteY0" fmla="*/ 0 h 1555200"/>
                  <a:gd name="connsiteX1" fmla="*/ 712021 w 1062685"/>
                  <a:gd name="connsiteY1" fmla="*/ 0 h 1555200"/>
                  <a:gd name="connsiteX2" fmla="*/ 755181 w 1062685"/>
                  <a:gd name="connsiteY2" fmla="*/ 39011 h 1555200"/>
                  <a:gd name="connsiteX3" fmla="*/ 755181 w 1062685"/>
                  <a:gd name="connsiteY3" fmla="*/ 1523774 h 1555200"/>
                  <a:gd name="connsiteX4" fmla="*/ 720412 w 1062685"/>
                  <a:gd name="connsiteY4" fmla="*/ 1555200 h 1555200"/>
                  <a:gd name="connsiteX5" fmla="*/ 0 w 1062685"/>
                  <a:gd name="connsiteY5" fmla="*/ 1555200 h 15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685" h="1555200">
                    <a:moveTo>
                      <a:pt x="0" y="0"/>
                    </a:moveTo>
                    <a:lnTo>
                      <a:pt x="712021" y="0"/>
                    </a:lnTo>
                    <a:lnTo>
                      <a:pt x="755181" y="39011"/>
                    </a:lnTo>
                    <a:cubicBezTo>
                      <a:pt x="1165187" y="449017"/>
                      <a:pt x="1165187" y="1113768"/>
                      <a:pt x="755181" y="1523774"/>
                    </a:cubicBezTo>
                    <a:lnTo>
                      <a:pt x="720412" y="1555200"/>
                    </a:lnTo>
                    <a:lnTo>
                      <a:pt x="0" y="1555200"/>
                    </a:lnTo>
                    <a:close/>
                  </a:path>
                </a:pathLst>
              </a:custGeom>
              <a:gradFill>
                <a:gsLst>
                  <a:gs pos="0">
                    <a:schemeClr val="tx1">
                      <a:alpha val="31000"/>
                    </a:schemeClr>
                  </a:gs>
                  <a:gs pos="100000">
                    <a:schemeClr val="tx1">
                      <a:alpha val="9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6" name="任意多边形 135"/>
              <p:cNvSpPr/>
              <p:nvPr/>
            </p:nvSpPr>
            <p:spPr>
              <a:xfrm rot="2700000">
                <a:off x="4370891" y="2233718"/>
                <a:ext cx="777239" cy="1554478"/>
              </a:xfrm>
              <a:custGeom>
                <a:avLst/>
                <a:gdLst>
                  <a:gd name="connsiteX0" fmla="*/ 0 w 777239"/>
                  <a:gd name="connsiteY0" fmla="*/ 0 h 1554478"/>
                  <a:gd name="connsiteX1" fmla="*/ 777239 w 777239"/>
                  <a:gd name="connsiteY1" fmla="*/ 777239 h 1554478"/>
                  <a:gd name="connsiteX2" fmla="*/ 0 w 777239"/>
                  <a:gd name="connsiteY2" fmla="*/ 1554478 h 1554478"/>
                </a:gdLst>
                <a:ahLst/>
                <a:cxnLst>
                  <a:cxn ang="0">
                    <a:pos x="connsiteX0" y="connsiteY0"/>
                  </a:cxn>
                  <a:cxn ang="0">
                    <a:pos x="connsiteX1" y="connsiteY1"/>
                  </a:cxn>
                  <a:cxn ang="0">
                    <a:pos x="connsiteX2" y="connsiteY2"/>
                  </a:cxn>
                </a:cxnLst>
                <a:rect l="l" t="t" r="r" b="b"/>
                <a:pathLst>
                  <a:path w="777239" h="1554478">
                    <a:moveTo>
                      <a:pt x="0" y="0"/>
                    </a:moveTo>
                    <a:cubicBezTo>
                      <a:pt x="429257" y="0"/>
                      <a:pt x="777239" y="347982"/>
                      <a:pt x="777239" y="777239"/>
                    </a:cubicBezTo>
                    <a:cubicBezTo>
                      <a:pt x="777239" y="1206496"/>
                      <a:pt x="429257" y="1554478"/>
                      <a:pt x="0" y="1554478"/>
                    </a:cubicBezTo>
                    <a:close/>
                  </a:path>
                </a:pathLst>
              </a:custGeom>
              <a:gradFill>
                <a:gsLst>
                  <a:gs pos="0">
                    <a:schemeClr val="bg1">
                      <a:lumMod val="95000"/>
                    </a:schemeClr>
                  </a:gs>
                  <a:gs pos="100000">
                    <a:schemeClr val="bg1">
                      <a:lumMod val="75000"/>
                    </a:schemeClr>
                  </a:gs>
                </a:gsLst>
                <a:lin ang="2700000" scaled="1"/>
              </a:gradFill>
              <a:ln>
                <a:noFill/>
              </a:ln>
              <a:effectLst>
                <a:outerShdw blurRad="203200" dist="63500" dir="33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7" name="椭圆 136"/>
              <p:cNvSpPr/>
              <p:nvPr/>
            </p:nvSpPr>
            <p:spPr>
              <a:xfrm>
                <a:off x="3709152" y="1965962"/>
                <a:ext cx="1554478" cy="1554478"/>
              </a:xfrm>
              <a:prstGeom prst="ellipse">
                <a:avLst/>
              </a:prstGeom>
              <a:gradFill>
                <a:gsLst>
                  <a:gs pos="0">
                    <a:schemeClr val="bg1">
                      <a:lumMod val="95000"/>
                    </a:schemeClr>
                  </a:gs>
                  <a:gs pos="100000">
                    <a:schemeClr val="bg1">
                      <a:lumMod val="75000"/>
                    </a:schemeClr>
                  </a:gs>
                </a:gsLst>
                <a:lin ang="2700000" scaled="1"/>
              </a:gra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8" name="任意多边形 137"/>
              <p:cNvSpPr/>
              <p:nvPr/>
            </p:nvSpPr>
            <p:spPr>
              <a:xfrm rot="-2700000">
                <a:off x="3911551" y="2451604"/>
                <a:ext cx="1554478" cy="977266"/>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9" name="椭圆 138"/>
              <p:cNvSpPr/>
              <p:nvPr/>
            </p:nvSpPr>
            <p:spPr>
              <a:xfrm rot="18900000">
                <a:off x="3891654" y="2165034"/>
                <a:ext cx="462589" cy="298032"/>
              </a:xfrm>
              <a:prstGeom prst="ellipse">
                <a:avLst/>
              </a:prstGeom>
              <a:solidFill>
                <a:schemeClr val="bg1">
                  <a:alpha val="79000"/>
                </a:schemeClr>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33" name="文本框 61"/>
            <p:cNvSpPr txBox="1"/>
            <p:nvPr/>
          </p:nvSpPr>
          <p:spPr>
            <a:xfrm>
              <a:off x="5525374" y="3241718"/>
              <a:ext cx="1077900" cy="949531"/>
            </a:xfrm>
            <a:prstGeom prst="rect">
              <a:avLst/>
            </a:prstGeom>
            <a:noFill/>
          </p:spPr>
          <p:txBody>
            <a:bodyPr wrap="square" rtlCol="0">
              <a:spAutoFit/>
            </a:bodyPr>
            <a:lstStyle/>
            <a:p>
              <a:pPr algn="ctr"/>
              <a:r>
                <a:rPr lang="zh-CN" altLang="en-US" sz="2953" dirty="0">
                  <a:solidFill>
                    <a:schemeClr val="accent5"/>
                  </a:solidFill>
                  <a:latin typeface="微软雅黑" panose="020B0503020204020204" pitchFamily="34" charset="-122"/>
                  <a:ea typeface="微软雅黑" panose="020B0503020204020204" pitchFamily="34" charset="-122"/>
                </a:rPr>
                <a:t>添加标题</a:t>
              </a:r>
            </a:p>
          </p:txBody>
        </p:sp>
      </p:grpSp>
      <p:grpSp>
        <p:nvGrpSpPr>
          <p:cNvPr id="140" name="Group 41"/>
          <p:cNvGrpSpPr>
            <a:grpSpLocks noChangeAspect="1"/>
          </p:cNvGrpSpPr>
          <p:nvPr/>
        </p:nvGrpSpPr>
        <p:grpSpPr bwMode="auto">
          <a:xfrm>
            <a:off x="4585691" y="3453328"/>
            <a:ext cx="645534" cy="789937"/>
            <a:chOff x="3783" y="2089"/>
            <a:chExt cx="114" cy="142"/>
          </a:xfrm>
          <a:effectLst/>
        </p:grpSpPr>
        <p:sp>
          <p:nvSpPr>
            <p:cNvPr id="141" name="AutoShape 40"/>
            <p:cNvSpPr>
              <a:spLocks noChangeAspect="1" noChangeArrowheads="1" noTextEdit="1"/>
            </p:cNvSpPr>
            <p:nvPr/>
          </p:nvSpPr>
          <p:spPr bwMode="auto">
            <a:xfrm>
              <a:off x="3783" y="2089"/>
              <a:ext cx="11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2" name="Freeform 42"/>
            <p:cNvSpPr>
              <a:spLocks/>
            </p:cNvSpPr>
            <p:nvPr/>
          </p:nvSpPr>
          <p:spPr bwMode="auto">
            <a:xfrm>
              <a:off x="3791" y="2221"/>
              <a:ext cx="20" cy="10"/>
            </a:xfrm>
            <a:custGeom>
              <a:avLst/>
              <a:gdLst>
                <a:gd name="T0" fmla="*/ 8 w 8"/>
                <a:gd name="T1" fmla="*/ 0 h 4"/>
                <a:gd name="T2" fmla="*/ 1 w 8"/>
                <a:gd name="T3" fmla="*/ 0 h 4"/>
                <a:gd name="T4" fmla="*/ 0 w 8"/>
                <a:gd name="T5" fmla="*/ 0 h 4"/>
                <a:gd name="T6" fmla="*/ 0 w 8"/>
                <a:gd name="T7" fmla="*/ 4 h 4"/>
                <a:gd name="T8" fmla="*/ 1 w 8"/>
                <a:gd name="T9" fmla="*/ 4 h 4"/>
                <a:gd name="T10" fmla="*/ 8 w 8"/>
                <a:gd name="T11" fmla="*/ 4 h 4"/>
                <a:gd name="T12" fmla="*/ 8 w 8"/>
                <a:gd name="T13" fmla="*/ 4 h 4"/>
                <a:gd name="T14" fmla="*/ 8 w 8"/>
                <a:gd name="T15" fmla="*/ 0 h 4"/>
                <a:gd name="T16" fmla="*/ 8 w 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8" y="0"/>
                  </a:moveTo>
                  <a:cubicBezTo>
                    <a:pt x="1" y="0"/>
                    <a:pt x="1" y="0"/>
                    <a:pt x="1" y="0"/>
                  </a:cubicBezTo>
                  <a:cubicBezTo>
                    <a:pt x="0" y="0"/>
                    <a:pt x="0" y="0"/>
                    <a:pt x="0" y="0"/>
                  </a:cubicBezTo>
                  <a:cubicBezTo>
                    <a:pt x="0" y="4"/>
                    <a:pt x="0" y="4"/>
                    <a:pt x="0" y="4"/>
                  </a:cubicBezTo>
                  <a:cubicBezTo>
                    <a:pt x="0" y="4"/>
                    <a:pt x="0" y="4"/>
                    <a:pt x="1" y="4"/>
                  </a:cubicBezTo>
                  <a:cubicBezTo>
                    <a:pt x="8" y="4"/>
                    <a:pt x="8" y="4"/>
                    <a:pt x="8" y="4"/>
                  </a:cubicBezTo>
                  <a:cubicBezTo>
                    <a:pt x="8" y="4"/>
                    <a:pt x="8" y="4"/>
                    <a:pt x="8" y="4"/>
                  </a:cubicBezTo>
                  <a:cubicBezTo>
                    <a:pt x="8" y="0"/>
                    <a:pt x="8" y="0"/>
                    <a:pt x="8" y="0"/>
                  </a:cubicBezTo>
                  <a:cubicBezTo>
                    <a:pt x="8" y="0"/>
                    <a:pt x="8" y="0"/>
                    <a:pt x="8" y="0"/>
                  </a:cubicBezTo>
                  <a:close/>
                </a:path>
              </a:pathLst>
            </a:custGeom>
            <a:solidFill>
              <a:srgbClr val="FFB8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3" name="Freeform 43"/>
            <p:cNvSpPr>
              <a:spLocks/>
            </p:cNvSpPr>
            <p:nvPr/>
          </p:nvSpPr>
          <p:spPr bwMode="auto">
            <a:xfrm>
              <a:off x="3818" y="2208"/>
              <a:ext cx="23" cy="23"/>
            </a:xfrm>
            <a:custGeom>
              <a:avLst/>
              <a:gdLst>
                <a:gd name="T0" fmla="*/ 8 w 9"/>
                <a:gd name="T1" fmla="*/ 0 h 9"/>
                <a:gd name="T2" fmla="*/ 1 w 9"/>
                <a:gd name="T3" fmla="*/ 0 h 9"/>
                <a:gd name="T4" fmla="*/ 0 w 9"/>
                <a:gd name="T5" fmla="*/ 1 h 9"/>
                <a:gd name="T6" fmla="*/ 0 w 9"/>
                <a:gd name="T7" fmla="*/ 9 h 9"/>
                <a:gd name="T8" fmla="*/ 1 w 9"/>
                <a:gd name="T9" fmla="*/ 9 h 9"/>
                <a:gd name="T10" fmla="*/ 8 w 9"/>
                <a:gd name="T11" fmla="*/ 9 h 9"/>
                <a:gd name="T12" fmla="*/ 9 w 9"/>
                <a:gd name="T13" fmla="*/ 9 h 9"/>
                <a:gd name="T14" fmla="*/ 9 w 9"/>
                <a:gd name="T15" fmla="*/ 1 h 9"/>
                <a:gd name="T16" fmla="*/ 8 w 9"/>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0"/>
                  </a:moveTo>
                  <a:cubicBezTo>
                    <a:pt x="1" y="0"/>
                    <a:pt x="1" y="0"/>
                    <a:pt x="1" y="0"/>
                  </a:cubicBezTo>
                  <a:cubicBezTo>
                    <a:pt x="1" y="0"/>
                    <a:pt x="0" y="1"/>
                    <a:pt x="0" y="1"/>
                  </a:cubicBezTo>
                  <a:cubicBezTo>
                    <a:pt x="0" y="9"/>
                    <a:pt x="0" y="9"/>
                    <a:pt x="0" y="9"/>
                  </a:cubicBezTo>
                  <a:cubicBezTo>
                    <a:pt x="0" y="9"/>
                    <a:pt x="1" y="9"/>
                    <a:pt x="1" y="9"/>
                  </a:cubicBezTo>
                  <a:cubicBezTo>
                    <a:pt x="8" y="9"/>
                    <a:pt x="8" y="9"/>
                    <a:pt x="8" y="9"/>
                  </a:cubicBezTo>
                  <a:cubicBezTo>
                    <a:pt x="8" y="9"/>
                    <a:pt x="9" y="9"/>
                    <a:pt x="9" y="9"/>
                  </a:cubicBezTo>
                  <a:cubicBezTo>
                    <a:pt x="9" y="1"/>
                    <a:pt x="9" y="1"/>
                    <a:pt x="9" y="1"/>
                  </a:cubicBezTo>
                  <a:cubicBezTo>
                    <a:pt x="9" y="1"/>
                    <a:pt x="8" y="0"/>
                    <a:pt x="8" y="0"/>
                  </a:cubicBezTo>
                  <a:close/>
                </a:path>
              </a:pathLst>
            </a:custGeom>
            <a:solidFill>
              <a:srgbClr val="FFB8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4" name="Freeform 44"/>
            <p:cNvSpPr>
              <a:spLocks/>
            </p:cNvSpPr>
            <p:nvPr/>
          </p:nvSpPr>
          <p:spPr bwMode="auto">
            <a:xfrm>
              <a:off x="3849" y="2184"/>
              <a:ext cx="20" cy="47"/>
            </a:xfrm>
            <a:custGeom>
              <a:avLst/>
              <a:gdLst>
                <a:gd name="T0" fmla="*/ 7 w 8"/>
                <a:gd name="T1" fmla="*/ 0 h 19"/>
                <a:gd name="T2" fmla="*/ 0 w 8"/>
                <a:gd name="T3" fmla="*/ 0 h 19"/>
                <a:gd name="T4" fmla="*/ 0 w 8"/>
                <a:gd name="T5" fmla="*/ 1 h 19"/>
                <a:gd name="T6" fmla="*/ 0 w 8"/>
                <a:gd name="T7" fmla="*/ 19 h 19"/>
                <a:gd name="T8" fmla="*/ 0 w 8"/>
                <a:gd name="T9" fmla="*/ 19 h 19"/>
                <a:gd name="T10" fmla="*/ 7 w 8"/>
                <a:gd name="T11" fmla="*/ 19 h 19"/>
                <a:gd name="T12" fmla="*/ 8 w 8"/>
                <a:gd name="T13" fmla="*/ 19 h 19"/>
                <a:gd name="T14" fmla="*/ 8 w 8"/>
                <a:gd name="T15" fmla="*/ 1 h 19"/>
                <a:gd name="T16" fmla="*/ 7 w 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7" y="0"/>
                  </a:moveTo>
                  <a:cubicBezTo>
                    <a:pt x="0" y="0"/>
                    <a:pt x="0" y="0"/>
                    <a:pt x="0" y="0"/>
                  </a:cubicBezTo>
                  <a:cubicBezTo>
                    <a:pt x="0" y="0"/>
                    <a:pt x="0" y="1"/>
                    <a:pt x="0" y="1"/>
                  </a:cubicBezTo>
                  <a:cubicBezTo>
                    <a:pt x="0" y="19"/>
                    <a:pt x="0" y="19"/>
                    <a:pt x="0" y="19"/>
                  </a:cubicBezTo>
                  <a:cubicBezTo>
                    <a:pt x="0" y="19"/>
                    <a:pt x="0" y="19"/>
                    <a:pt x="0" y="19"/>
                  </a:cubicBezTo>
                  <a:cubicBezTo>
                    <a:pt x="7" y="19"/>
                    <a:pt x="7" y="19"/>
                    <a:pt x="7" y="19"/>
                  </a:cubicBezTo>
                  <a:cubicBezTo>
                    <a:pt x="8" y="19"/>
                    <a:pt x="8" y="19"/>
                    <a:pt x="8" y="19"/>
                  </a:cubicBezTo>
                  <a:cubicBezTo>
                    <a:pt x="8" y="1"/>
                    <a:pt x="8" y="1"/>
                    <a:pt x="8" y="1"/>
                  </a:cubicBezTo>
                  <a:cubicBezTo>
                    <a:pt x="8" y="1"/>
                    <a:pt x="8" y="0"/>
                    <a:pt x="7" y="0"/>
                  </a:cubicBezTo>
                  <a:close/>
                </a:path>
              </a:pathLst>
            </a:custGeom>
            <a:solidFill>
              <a:srgbClr val="FFB8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5" name="Freeform 45"/>
            <p:cNvSpPr>
              <a:spLocks/>
            </p:cNvSpPr>
            <p:nvPr/>
          </p:nvSpPr>
          <p:spPr bwMode="auto">
            <a:xfrm>
              <a:off x="3877" y="2161"/>
              <a:ext cx="22" cy="70"/>
            </a:xfrm>
            <a:custGeom>
              <a:avLst/>
              <a:gdLst>
                <a:gd name="T0" fmla="*/ 8 w 9"/>
                <a:gd name="T1" fmla="*/ 0 h 28"/>
                <a:gd name="T2" fmla="*/ 1 w 9"/>
                <a:gd name="T3" fmla="*/ 0 h 28"/>
                <a:gd name="T4" fmla="*/ 0 w 9"/>
                <a:gd name="T5" fmla="*/ 1 h 28"/>
                <a:gd name="T6" fmla="*/ 0 w 9"/>
                <a:gd name="T7" fmla="*/ 28 h 28"/>
                <a:gd name="T8" fmla="*/ 1 w 9"/>
                <a:gd name="T9" fmla="*/ 28 h 28"/>
                <a:gd name="T10" fmla="*/ 8 w 9"/>
                <a:gd name="T11" fmla="*/ 28 h 28"/>
                <a:gd name="T12" fmla="*/ 9 w 9"/>
                <a:gd name="T13" fmla="*/ 28 h 28"/>
                <a:gd name="T14" fmla="*/ 9 w 9"/>
                <a:gd name="T15" fmla="*/ 1 h 28"/>
                <a:gd name="T16" fmla="*/ 8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8" y="0"/>
                  </a:moveTo>
                  <a:cubicBezTo>
                    <a:pt x="1" y="0"/>
                    <a:pt x="1" y="0"/>
                    <a:pt x="1" y="0"/>
                  </a:cubicBezTo>
                  <a:cubicBezTo>
                    <a:pt x="0" y="0"/>
                    <a:pt x="0" y="1"/>
                    <a:pt x="0" y="1"/>
                  </a:cubicBezTo>
                  <a:cubicBezTo>
                    <a:pt x="0" y="28"/>
                    <a:pt x="0" y="28"/>
                    <a:pt x="0" y="28"/>
                  </a:cubicBezTo>
                  <a:cubicBezTo>
                    <a:pt x="0" y="28"/>
                    <a:pt x="0" y="28"/>
                    <a:pt x="1" y="28"/>
                  </a:cubicBezTo>
                  <a:cubicBezTo>
                    <a:pt x="8" y="28"/>
                    <a:pt x="8" y="28"/>
                    <a:pt x="8" y="28"/>
                  </a:cubicBezTo>
                  <a:cubicBezTo>
                    <a:pt x="8" y="28"/>
                    <a:pt x="9" y="28"/>
                    <a:pt x="9" y="28"/>
                  </a:cubicBezTo>
                  <a:cubicBezTo>
                    <a:pt x="9" y="1"/>
                    <a:pt x="9" y="1"/>
                    <a:pt x="9" y="1"/>
                  </a:cubicBezTo>
                  <a:cubicBezTo>
                    <a:pt x="9" y="1"/>
                    <a:pt x="8" y="0"/>
                    <a:pt x="8" y="0"/>
                  </a:cubicBezTo>
                  <a:close/>
                </a:path>
              </a:pathLst>
            </a:custGeom>
            <a:solidFill>
              <a:srgbClr val="FFB8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6" name="Freeform 46"/>
            <p:cNvSpPr>
              <a:spLocks/>
            </p:cNvSpPr>
            <p:nvPr/>
          </p:nvSpPr>
          <p:spPr bwMode="auto">
            <a:xfrm>
              <a:off x="3821" y="2089"/>
              <a:ext cx="23" cy="27"/>
            </a:xfrm>
            <a:custGeom>
              <a:avLst/>
              <a:gdLst>
                <a:gd name="T0" fmla="*/ 5 w 9"/>
                <a:gd name="T1" fmla="*/ 10 h 11"/>
                <a:gd name="T2" fmla="*/ 8 w 9"/>
                <a:gd name="T3" fmla="*/ 4 h 11"/>
                <a:gd name="T4" fmla="*/ 5 w 9"/>
                <a:gd name="T5" fmla="*/ 0 h 11"/>
                <a:gd name="T6" fmla="*/ 0 w 9"/>
                <a:gd name="T7" fmla="*/ 4 h 11"/>
                <a:gd name="T8" fmla="*/ 5 w 9"/>
                <a:gd name="T9" fmla="*/ 10 h 11"/>
              </a:gdLst>
              <a:ahLst/>
              <a:cxnLst>
                <a:cxn ang="0">
                  <a:pos x="T0" y="T1"/>
                </a:cxn>
                <a:cxn ang="0">
                  <a:pos x="T2" y="T3"/>
                </a:cxn>
                <a:cxn ang="0">
                  <a:pos x="T4" y="T5"/>
                </a:cxn>
                <a:cxn ang="0">
                  <a:pos x="T6" y="T7"/>
                </a:cxn>
                <a:cxn ang="0">
                  <a:pos x="T8" y="T9"/>
                </a:cxn>
              </a:cxnLst>
              <a:rect l="0" t="0" r="r" b="b"/>
              <a:pathLst>
                <a:path w="9" h="11">
                  <a:moveTo>
                    <a:pt x="5" y="10"/>
                  </a:moveTo>
                  <a:cubicBezTo>
                    <a:pt x="8" y="10"/>
                    <a:pt x="8" y="7"/>
                    <a:pt x="8" y="4"/>
                  </a:cubicBezTo>
                  <a:cubicBezTo>
                    <a:pt x="9" y="2"/>
                    <a:pt x="7" y="0"/>
                    <a:pt x="5" y="0"/>
                  </a:cubicBezTo>
                  <a:cubicBezTo>
                    <a:pt x="2" y="0"/>
                    <a:pt x="0" y="2"/>
                    <a:pt x="0" y="4"/>
                  </a:cubicBezTo>
                  <a:cubicBezTo>
                    <a:pt x="1" y="8"/>
                    <a:pt x="4" y="11"/>
                    <a:pt x="5" y="10"/>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7" name="Freeform 47"/>
            <p:cNvSpPr>
              <a:spLocks/>
            </p:cNvSpPr>
            <p:nvPr/>
          </p:nvSpPr>
          <p:spPr bwMode="auto">
            <a:xfrm>
              <a:off x="3785" y="2164"/>
              <a:ext cx="36" cy="44"/>
            </a:xfrm>
            <a:custGeom>
              <a:avLst/>
              <a:gdLst>
                <a:gd name="T0" fmla="*/ 12 w 14"/>
                <a:gd name="T1" fmla="*/ 1 h 18"/>
                <a:gd name="T2" fmla="*/ 10 w 14"/>
                <a:gd name="T3" fmla="*/ 0 h 18"/>
                <a:gd name="T4" fmla="*/ 8 w 14"/>
                <a:gd name="T5" fmla="*/ 6 h 18"/>
                <a:gd name="T6" fmla="*/ 1 w 14"/>
                <a:gd name="T7" fmla="*/ 14 h 18"/>
                <a:gd name="T8" fmla="*/ 1 w 14"/>
                <a:gd name="T9" fmla="*/ 17 h 18"/>
                <a:gd name="T10" fmla="*/ 4 w 14"/>
                <a:gd name="T11" fmla="*/ 17 h 18"/>
                <a:gd name="T12" fmla="*/ 12 w 14"/>
                <a:gd name="T13" fmla="*/ 9 h 18"/>
                <a:gd name="T14" fmla="*/ 13 w 14"/>
                <a:gd name="T15" fmla="*/ 8 h 18"/>
                <a:gd name="T16" fmla="*/ 14 w 14"/>
                <a:gd name="T17" fmla="*/ 3 h 18"/>
                <a:gd name="T18" fmla="*/ 12 w 14"/>
                <a:gd name="T1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8">
                  <a:moveTo>
                    <a:pt x="12" y="1"/>
                  </a:moveTo>
                  <a:cubicBezTo>
                    <a:pt x="11" y="1"/>
                    <a:pt x="10" y="0"/>
                    <a:pt x="10" y="0"/>
                  </a:cubicBezTo>
                  <a:cubicBezTo>
                    <a:pt x="8" y="6"/>
                    <a:pt x="8" y="6"/>
                    <a:pt x="8" y="6"/>
                  </a:cubicBezTo>
                  <a:cubicBezTo>
                    <a:pt x="1" y="14"/>
                    <a:pt x="1" y="14"/>
                    <a:pt x="1" y="14"/>
                  </a:cubicBezTo>
                  <a:cubicBezTo>
                    <a:pt x="0" y="15"/>
                    <a:pt x="0" y="16"/>
                    <a:pt x="1" y="17"/>
                  </a:cubicBezTo>
                  <a:cubicBezTo>
                    <a:pt x="2" y="18"/>
                    <a:pt x="4" y="18"/>
                    <a:pt x="4" y="17"/>
                  </a:cubicBezTo>
                  <a:cubicBezTo>
                    <a:pt x="12" y="9"/>
                    <a:pt x="12" y="9"/>
                    <a:pt x="12" y="9"/>
                  </a:cubicBezTo>
                  <a:cubicBezTo>
                    <a:pt x="12" y="9"/>
                    <a:pt x="13" y="8"/>
                    <a:pt x="13" y="8"/>
                  </a:cubicBezTo>
                  <a:cubicBezTo>
                    <a:pt x="14" y="3"/>
                    <a:pt x="14" y="3"/>
                    <a:pt x="14" y="3"/>
                  </a:cubicBezTo>
                  <a:cubicBezTo>
                    <a:pt x="13" y="2"/>
                    <a:pt x="13" y="2"/>
                    <a:pt x="12" y="1"/>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8" name="Freeform 48"/>
            <p:cNvSpPr>
              <a:spLocks/>
            </p:cNvSpPr>
            <p:nvPr/>
          </p:nvSpPr>
          <p:spPr bwMode="auto">
            <a:xfrm>
              <a:off x="3836" y="2116"/>
              <a:ext cx="33" cy="20"/>
            </a:xfrm>
            <a:custGeom>
              <a:avLst/>
              <a:gdLst>
                <a:gd name="T0" fmla="*/ 6 w 13"/>
                <a:gd name="T1" fmla="*/ 8 h 8"/>
                <a:gd name="T2" fmla="*/ 12 w 13"/>
                <a:gd name="T3" fmla="*/ 4 h 8"/>
                <a:gd name="T4" fmla="*/ 12 w 13"/>
                <a:gd name="T5" fmla="*/ 1 h 8"/>
                <a:gd name="T6" fmla="*/ 10 w 13"/>
                <a:gd name="T7" fmla="*/ 1 h 8"/>
                <a:gd name="T8" fmla="*/ 5 w 13"/>
                <a:gd name="T9" fmla="*/ 4 h 8"/>
                <a:gd name="T10" fmla="*/ 1 w 13"/>
                <a:gd name="T11" fmla="*/ 3 h 8"/>
                <a:gd name="T12" fmla="*/ 1 w 13"/>
                <a:gd name="T13" fmla="*/ 5 h 8"/>
                <a:gd name="T14" fmla="*/ 0 w 13"/>
                <a:gd name="T15" fmla="*/ 7 h 8"/>
                <a:gd name="T16" fmla="*/ 5 w 13"/>
                <a:gd name="T17" fmla="*/ 8 h 8"/>
                <a:gd name="T18" fmla="*/ 6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6" y="8"/>
                  </a:moveTo>
                  <a:cubicBezTo>
                    <a:pt x="12" y="4"/>
                    <a:pt x="12" y="4"/>
                    <a:pt x="12" y="4"/>
                  </a:cubicBezTo>
                  <a:cubicBezTo>
                    <a:pt x="13" y="3"/>
                    <a:pt x="13" y="2"/>
                    <a:pt x="12" y="1"/>
                  </a:cubicBezTo>
                  <a:cubicBezTo>
                    <a:pt x="12" y="1"/>
                    <a:pt x="11" y="0"/>
                    <a:pt x="10" y="1"/>
                  </a:cubicBezTo>
                  <a:cubicBezTo>
                    <a:pt x="5" y="4"/>
                    <a:pt x="5" y="4"/>
                    <a:pt x="5" y="4"/>
                  </a:cubicBezTo>
                  <a:cubicBezTo>
                    <a:pt x="1" y="3"/>
                    <a:pt x="1" y="3"/>
                    <a:pt x="1" y="3"/>
                  </a:cubicBezTo>
                  <a:cubicBezTo>
                    <a:pt x="1" y="3"/>
                    <a:pt x="1" y="4"/>
                    <a:pt x="1" y="5"/>
                  </a:cubicBezTo>
                  <a:cubicBezTo>
                    <a:pt x="1" y="6"/>
                    <a:pt x="0" y="7"/>
                    <a:pt x="0" y="7"/>
                  </a:cubicBezTo>
                  <a:cubicBezTo>
                    <a:pt x="5" y="8"/>
                    <a:pt x="5" y="8"/>
                    <a:pt x="5" y="8"/>
                  </a:cubicBezTo>
                  <a:cubicBezTo>
                    <a:pt x="5" y="8"/>
                    <a:pt x="6" y="8"/>
                    <a:pt x="6" y="8"/>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9" name="Freeform 49"/>
            <p:cNvSpPr>
              <a:spLocks/>
            </p:cNvSpPr>
            <p:nvPr/>
          </p:nvSpPr>
          <p:spPr bwMode="auto">
            <a:xfrm>
              <a:off x="3783" y="2116"/>
              <a:ext cx="58" cy="87"/>
            </a:xfrm>
            <a:custGeom>
              <a:avLst/>
              <a:gdLst>
                <a:gd name="T0" fmla="*/ 18 w 23"/>
                <a:gd name="T1" fmla="*/ 17 h 35"/>
                <a:gd name="T2" fmla="*/ 21 w 23"/>
                <a:gd name="T3" fmla="*/ 5 h 35"/>
                <a:gd name="T4" fmla="*/ 21 w 23"/>
                <a:gd name="T5" fmla="*/ 2 h 35"/>
                <a:gd name="T6" fmla="*/ 20 w 23"/>
                <a:gd name="T7" fmla="*/ 2 h 35"/>
                <a:gd name="T8" fmla="*/ 19 w 23"/>
                <a:gd name="T9" fmla="*/ 7 h 35"/>
                <a:gd name="T10" fmla="*/ 20 w 23"/>
                <a:gd name="T11" fmla="*/ 3 h 35"/>
                <a:gd name="T12" fmla="*/ 20 w 23"/>
                <a:gd name="T13" fmla="*/ 2 h 35"/>
                <a:gd name="T14" fmla="*/ 20 w 23"/>
                <a:gd name="T15" fmla="*/ 1 h 35"/>
                <a:gd name="T16" fmla="*/ 19 w 23"/>
                <a:gd name="T17" fmla="*/ 1 h 35"/>
                <a:gd name="T18" fmla="*/ 18 w 23"/>
                <a:gd name="T19" fmla="*/ 2 h 35"/>
                <a:gd name="T20" fmla="*/ 19 w 23"/>
                <a:gd name="T21" fmla="*/ 3 h 35"/>
                <a:gd name="T22" fmla="*/ 18 w 23"/>
                <a:gd name="T23" fmla="*/ 6 h 35"/>
                <a:gd name="T24" fmla="*/ 17 w 23"/>
                <a:gd name="T25" fmla="*/ 0 h 35"/>
                <a:gd name="T26" fmla="*/ 17 w 23"/>
                <a:gd name="T27" fmla="*/ 0 h 35"/>
                <a:gd name="T28" fmla="*/ 17 w 23"/>
                <a:gd name="T29" fmla="*/ 0 h 35"/>
                <a:gd name="T30" fmla="*/ 15 w 23"/>
                <a:gd name="T31" fmla="*/ 0 h 35"/>
                <a:gd name="T32" fmla="*/ 8 w 23"/>
                <a:gd name="T33" fmla="*/ 0 h 35"/>
                <a:gd name="T34" fmla="*/ 1 w 23"/>
                <a:gd name="T35" fmla="*/ 5 h 35"/>
                <a:gd name="T36" fmla="*/ 1 w 23"/>
                <a:gd name="T37" fmla="*/ 8 h 35"/>
                <a:gd name="T38" fmla="*/ 4 w 23"/>
                <a:gd name="T39" fmla="*/ 8 h 35"/>
                <a:gd name="T40" fmla="*/ 4 w 23"/>
                <a:gd name="T41" fmla="*/ 8 h 35"/>
                <a:gd name="T42" fmla="*/ 9 w 23"/>
                <a:gd name="T43" fmla="*/ 4 h 35"/>
                <a:gd name="T44" fmla="*/ 13 w 23"/>
                <a:gd name="T45" fmla="*/ 4 h 35"/>
                <a:gd name="T46" fmla="*/ 12 w 23"/>
                <a:gd name="T47" fmla="*/ 4 h 35"/>
                <a:gd name="T48" fmla="*/ 9 w 23"/>
                <a:gd name="T49" fmla="*/ 15 h 35"/>
                <a:gd name="T50" fmla="*/ 10 w 23"/>
                <a:gd name="T51" fmla="*/ 16 h 35"/>
                <a:gd name="T52" fmla="*/ 14 w 23"/>
                <a:gd name="T53" fmla="*/ 20 h 35"/>
                <a:gd name="T54" fmla="*/ 18 w 23"/>
                <a:gd name="T55" fmla="*/ 24 h 35"/>
                <a:gd name="T56" fmla="*/ 17 w 23"/>
                <a:gd name="T57" fmla="*/ 32 h 35"/>
                <a:gd name="T58" fmla="*/ 19 w 23"/>
                <a:gd name="T59" fmla="*/ 35 h 35"/>
                <a:gd name="T60" fmla="*/ 22 w 23"/>
                <a:gd name="T61" fmla="*/ 33 h 35"/>
                <a:gd name="T62" fmla="*/ 23 w 23"/>
                <a:gd name="T63" fmla="*/ 24 h 35"/>
                <a:gd name="T64" fmla="*/ 23 w 23"/>
                <a:gd name="T65" fmla="*/ 22 h 35"/>
                <a:gd name="T66" fmla="*/ 18 w 23"/>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5">
                  <a:moveTo>
                    <a:pt x="18" y="17"/>
                  </a:moveTo>
                  <a:cubicBezTo>
                    <a:pt x="19" y="10"/>
                    <a:pt x="21" y="6"/>
                    <a:pt x="21" y="5"/>
                  </a:cubicBezTo>
                  <a:cubicBezTo>
                    <a:pt x="21" y="3"/>
                    <a:pt x="21" y="2"/>
                    <a:pt x="21" y="2"/>
                  </a:cubicBezTo>
                  <a:cubicBezTo>
                    <a:pt x="20" y="2"/>
                    <a:pt x="20" y="2"/>
                    <a:pt x="20" y="2"/>
                  </a:cubicBezTo>
                  <a:cubicBezTo>
                    <a:pt x="20" y="5"/>
                    <a:pt x="19" y="7"/>
                    <a:pt x="19" y="7"/>
                  </a:cubicBezTo>
                  <a:cubicBezTo>
                    <a:pt x="19" y="7"/>
                    <a:pt x="20" y="4"/>
                    <a:pt x="20" y="3"/>
                  </a:cubicBezTo>
                  <a:cubicBezTo>
                    <a:pt x="20" y="2"/>
                    <a:pt x="20" y="2"/>
                    <a:pt x="20" y="2"/>
                  </a:cubicBezTo>
                  <a:cubicBezTo>
                    <a:pt x="20" y="1"/>
                    <a:pt x="20" y="1"/>
                    <a:pt x="20" y="1"/>
                  </a:cubicBezTo>
                  <a:cubicBezTo>
                    <a:pt x="20" y="1"/>
                    <a:pt x="19" y="1"/>
                    <a:pt x="19" y="1"/>
                  </a:cubicBezTo>
                  <a:cubicBezTo>
                    <a:pt x="19" y="1"/>
                    <a:pt x="18" y="2"/>
                    <a:pt x="18" y="2"/>
                  </a:cubicBezTo>
                  <a:cubicBezTo>
                    <a:pt x="18" y="2"/>
                    <a:pt x="18" y="2"/>
                    <a:pt x="19" y="3"/>
                  </a:cubicBezTo>
                  <a:cubicBezTo>
                    <a:pt x="19" y="3"/>
                    <a:pt x="18" y="4"/>
                    <a:pt x="18" y="6"/>
                  </a:cubicBezTo>
                  <a:cubicBezTo>
                    <a:pt x="18" y="1"/>
                    <a:pt x="17" y="0"/>
                    <a:pt x="17" y="0"/>
                  </a:cubicBezTo>
                  <a:cubicBezTo>
                    <a:pt x="17" y="0"/>
                    <a:pt x="17" y="0"/>
                    <a:pt x="17" y="0"/>
                  </a:cubicBezTo>
                  <a:cubicBezTo>
                    <a:pt x="17" y="0"/>
                    <a:pt x="17" y="0"/>
                    <a:pt x="17" y="0"/>
                  </a:cubicBezTo>
                  <a:cubicBezTo>
                    <a:pt x="16" y="0"/>
                    <a:pt x="15" y="0"/>
                    <a:pt x="15" y="0"/>
                  </a:cubicBezTo>
                  <a:cubicBezTo>
                    <a:pt x="13" y="0"/>
                    <a:pt x="11" y="0"/>
                    <a:pt x="8" y="0"/>
                  </a:cubicBezTo>
                  <a:cubicBezTo>
                    <a:pt x="8" y="0"/>
                    <a:pt x="1" y="5"/>
                    <a:pt x="1" y="5"/>
                  </a:cubicBezTo>
                  <a:cubicBezTo>
                    <a:pt x="0" y="6"/>
                    <a:pt x="0" y="7"/>
                    <a:pt x="1" y="8"/>
                  </a:cubicBezTo>
                  <a:cubicBezTo>
                    <a:pt x="2" y="8"/>
                    <a:pt x="3" y="9"/>
                    <a:pt x="4" y="8"/>
                  </a:cubicBezTo>
                  <a:cubicBezTo>
                    <a:pt x="4" y="8"/>
                    <a:pt x="4" y="8"/>
                    <a:pt x="4" y="8"/>
                  </a:cubicBezTo>
                  <a:cubicBezTo>
                    <a:pt x="4" y="8"/>
                    <a:pt x="9" y="4"/>
                    <a:pt x="9" y="4"/>
                  </a:cubicBezTo>
                  <a:cubicBezTo>
                    <a:pt x="9" y="4"/>
                    <a:pt x="13" y="4"/>
                    <a:pt x="13" y="4"/>
                  </a:cubicBezTo>
                  <a:cubicBezTo>
                    <a:pt x="12" y="4"/>
                    <a:pt x="12" y="4"/>
                    <a:pt x="12" y="4"/>
                  </a:cubicBezTo>
                  <a:cubicBezTo>
                    <a:pt x="11" y="7"/>
                    <a:pt x="9" y="13"/>
                    <a:pt x="9" y="15"/>
                  </a:cubicBezTo>
                  <a:cubicBezTo>
                    <a:pt x="9" y="15"/>
                    <a:pt x="10" y="15"/>
                    <a:pt x="10" y="16"/>
                  </a:cubicBezTo>
                  <a:cubicBezTo>
                    <a:pt x="10" y="16"/>
                    <a:pt x="11" y="18"/>
                    <a:pt x="14" y="20"/>
                  </a:cubicBezTo>
                  <a:cubicBezTo>
                    <a:pt x="14" y="20"/>
                    <a:pt x="18" y="24"/>
                    <a:pt x="18" y="24"/>
                  </a:cubicBezTo>
                  <a:cubicBezTo>
                    <a:pt x="18" y="24"/>
                    <a:pt x="17" y="32"/>
                    <a:pt x="17" y="32"/>
                  </a:cubicBezTo>
                  <a:cubicBezTo>
                    <a:pt x="17" y="34"/>
                    <a:pt x="18" y="35"/>
                    <a:pt x="19" y="35"/>
                  </a:cubicBezTo>
                  <a:cubicBezTo>
                    <a:pt x="20" y="35"/>
                    <a:pt x="21" y="35"/>
                    <a:pt x="22" y="33"/>
                  </a:cubicBezTo>
                  <a:cubicBezTo>
                    <a:pt x="22" y="33"/>
                    <a:pt x="23" y="24"/>
                    <a:pt x="23" y="24"/>
                  </a:cubicBezTo>
                  <a:cubicBezTo>
                    <a:pt x="23" y="23"/>
                    <a:pt x="23" y="22"/>
                    <a:pt x="23" y="22"/>
                  </a:cubicBezTo>
                  <a:cubicBezTo>
                    <a:pt x="22" y="21"/>
                    <a:pt x="18" y="17"/>
                    <a:pt x="18" y="17"/>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50" name="Group 52"/>
          <p:cNvGrpSpPr>
            <a:grpSpLocks noChangeAspect="1"/>
          </p:cNvGrpSpPr>
          <p:nvPr/>
        </p:nvGrpSpPr>
        <p:grpSpPr bwMode="auto">
          <a:xfrm>
            <a:off x="6124953" y="5101623"/>
            <a:ext cx="652727" cy="646866"/>
            <a:chOff x="3783" y="2102"/>
            <a:chExt cx="116" cy="115"/>
          </a:xfrm>
          <a:effectLst/>
        </p:grpSpPr>
        <p:sp>
          <p:nvSpPr>
            <p:cNvPr id="151" name="Freeform 53"/>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solidFill>
              <a:srgbClr val="C466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2" name="Freeform 54"/>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solidFill>
              <a:srgbClr val="01A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3" name="Freeform 55"/>
            <p:cNvSpPr>
              <a:spLocks/>
            </p:cNvSpPr>
            <p:nvPr/>
          </p:nvSpPr>
          <p:spPr bwMode="auto">
            <a:xfrm>
              <a:off x="3839" y="2115"/>
              <a:ext cx="7" cy="10"/>
            </a:xfrm>
            <a:custGeom>
              <a:avLst/>
              <a:gdLst>
                <a:gd name="T0" fmla="*/ 1 w 3"/>
                <a:gd name="T1" fmla="*/ 4 h 4"/>
                <a:gd name="T2" fmla="*/ 1 w 3"/>
                <a:gd name="T3" fmla="*/ 4 h 4"/>
                <a:gd name="T4" fmla="*/ 3 w 3"/>
                <a:gd name="T5" fmla="*/ 3 h 4"/>
                <a:gd name="T6" fmla="*/ 3 w 3"/>
                <a:gd name="T7" fmla="*/ 0 h 4"/>
                <a:gd name="T8" fmla="*/ 1 w 3"/>
                <a:gd name="T9" fmla="*/ 0 h 4"/>
                <a:gd name="T10" fmla="*/ 0 w 3"/>
                <a:gd name="T11" fmla="*/ 0 h 4"/>
                <a:gd name="T12" fmla="*/ 0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2" y="4"/>
                    <a:pt x="3" y="4"/>
                    <a:pt x="3" y="3"/>
                  </a:cubicBezTo>
                  <a:cubicBezTo>
                    <a:pt x="3" y="0"/>
                    <a:pt x="3" y="0"/>
                    <a:pt x="3" y="0"/>
                  </a:cubicBezTo>
                  <a:cubicBezTo>
                    <a:pt x="2" y="0"/>
                    <a:pt x="2" y="0"/>
                    <a:pt x="1" y="0"/>
                  </a:cubicBezTo>
                  <a:cubicBezTo>
                    <a:pt x="1" y="0"/>
                    <a:pt x="0" y="0"/>
                    <a:pt x="0" y="0"/>
                  </a:cubicBezTo>
                  <a:cubicBezTo>
                    <a:pt x="0" y="3"/>
                    <a:pt x="0" y="3"/>
                    <a:pt x="0" y="3"/>
                  </a:cubicBezTo>
                  <a:cubicBezTo>
                    <a:pt x="0" y="4"/>
                    <a:pt x="0" y="4"/>
                    <a:pt x="1" y="4"/>
                  </a:cubicBezTo>
                  <a:close/>
                </a:path>
              </a:pathLst>
            </a:custGeom>
            <a:solidFill>
              <a:srgbClr val="01A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4" name="Freeform 56"/>
            <p:cNvSpPr>
              <a:spLocks/>
            </p:cNvSpPr>
            <p:nvPr/>
          </p:nvSpPr>
          <p:spPr bwMode="auto">
            <a:xfrm>
              <a:off x="3839" y="2195"/>
              <a:ext cx="7" cy="10"/>
            </a:xfrm>
            <a:custGeom>
              <a:avLst/>
              <a:gdLst>
                <a:gd name="T0" fmla="*/ 1 w 3"/>
                <a:gd name="T1" fmla="*/ 0 h 4"/>
                <a:gd name="T2" fmla="*/ 1 w 3"/>
                <a:gd name="T3" fmla="*/ 0 h 4"/>
                <a:gd name="T4" fmla="*/ 0 w 3"/>
                <a:gd name="T5" fmla="*/ 1 h 4"/>
                <a:gd name="T6" fmla="*/ 0 w 3"/>
                <a:gd name="T7" fmla="*/ 4 h 4"/>
                <a:gd name="T8" fmla="*/ 1 w 3"/>
                <a:gd name="T9" fmla="*/ 4 h 4"/>
                <a:gd name="T10" fmla="*/ 3 w 3"/>
                <a:gd name="T11" fmla="*/ 4 h 4"/>
                <a:gd name="T12" fmla="*/ 3 w 3"/>
                <a:gd name="T13" fmla="*/ 1 h 4"/>
                <a:gd name="T14" fmla="*/ 1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0"/>
                  </a:moveTo>
                  <a:cubicBezTo>
                    <a:pt x="1" y="0"/>
                    <a:pt x="1" y="0"/>
                    <a:pt x="1" y="0"/>
                  </a:cubicBezTo>
                  <a:cubicBezTo>
                    <a:pt x="0" y="0"/>
                    <a:pt x="0" y="1"/>
                    <a:pt x="0" y="1"/>
                  </a:cubicBezTo>
                  <a:cubicBezTo>
                    <a:pt x="0" y="4"/>
                    <a:pt x="0" y="4"/>
                    <a:pt x="0" y="4"/>
                  </a:cubicBezTo>
                  <a:cubicBezTo>
                    <a:pt x="0" y="4"/>
                    <a:pt x="1" y="4"/>
                    <a:pt x="1" y="4"/>
                  </a:cubicBezTo>
                  <a:cubicBezTo>
                    <a:pt x="2" y="4"/>
                    <a:pt x="2" y="4"/>
                    <a:pt x="3" y="4"/>
                  </a:cubicBezTo>
                  <a:cubicBezTo>
                    <a:pt x="3" y="1"/>
                    <a:pt x="3" y="1"/>
                    <a:pt x="3" y="1"/>
                  </a:cubicBezTo>
                  <a:cubicBezTo>
                    <a:pt x="3" y="1"/>
                    <a:pt x="2" y="0"/>
                    <a:pt x="1" y="0"/>
                  </a:cubicBezTo>
                  <a:close/>
                </a:path>
              </a:pathLst>
            </a:custGeom>
            <a:solidFill>
              <a:srgbClr val="01A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5" name="Freeform 57"/>
            <p:cNvSpPr>
              <a:spLocks/>
            </p:cNvSpPr>
            <p:nvPr/>
          </p:nvSpPr>
          <p:spPr bwMode="auto">
            <a:xfrm>
              <a:off x="3796" y="2155"/>
              <a:ext cx="10" cy="10"/>
            </a:xfrm>
            <a:custGeom>
              <a:avLst/>
              <a:gdLst>
                <a:gd name="T0" fmla="*/ 3 w 4"/>
                <a:gd name="T1" fmla="*/ 0 h 4"/>
                <a:gd name="T2" fmla="*/ 0 w 4"/>
                <a:gd name="T3" fmla="*/ 0 h 4"/>
                <a:gd name="T4" fmla="*/ 0 w 4"/>
                <a:gd name="T5" fmla="*/ 2 h 4"/>
                <a:gd name="T6" fmla="*/ 0 w 4"/>
                <a:gd name="T7" fmla="*/ 4 h 4"/>
                <a:gd name="T8" fmla="*/ 3 w 4"/>
                <a:gd name="T9" fmla="*/ 4 h 4"/>
                <a:gd name="T10" fmla="*/ 4 w 4"/>
                <a:gd name="T11" fmla="*/ 2 h 4"/>
                <a:gd name="T12" fmla="*/ 4 w 4"/>
                <a:gd name="T13" fmla="*/ 2 h 4"/>
                <a:gd name="T14" fmla="*/ 3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0"/>
                  </a:moveTo>
                  <a:cubicBezTo>
                    <a:pt x="0" y="0"/>
                    <a:pt x="0" y="0"/>
                    <a:pt x="0" y="0"/>
                  </a:cubicBezTo>
                  <a:cubicBezTo>
                    <a:pt x="0" y="1"/>
                    <a:pt x="0" y="1"/>
                    <a:pt x="0" y="2"/>
                  </a:cubicBezTo>
                  <a:cubicBezTo>
                    <a:pt x="0" y="3"/>
                    <a:pt x="0" y="3"/>
                    <a:pt x="0" y="4"/>
                  </a:cubicBezTo>
                  <a:cubicBezTo>
                    <a:pt x="3" y="4"/>
                    <a:pt x="3" y="4"/>
                    <a:pt x="3" y="4"/>
                  </a:cubicBezTo>
                  <a:cubicBezTo>
                    <a:pt x="4" y="4"/>
                    <a:pt x="4" y="3"/>
                    <a:pt x="4" y="2"/>
                  </a:cubicBezTo>
                  <a:cubicBezTo>
                    <a:pt x="4" y="2"/>
                    <a:pt x="4" y="2"/>
                    <a:pt x="4" y="2"/>
                  </a:cubicBezTo>
                  <a:cubicBezTo>
                    <a:pt x="4" y="1"/>
                    <a:pt x="4" y="0"/>
                    <a:pt x="3" y="0"/>
                  </a:cubicBezTo>
                  <a:close/>
                </a:path>
              </a:pathLst>
            </a:custGeom>
            <a:solidFill>
              <a:srgbClr val="01A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6" name="Freeform 58"/>
            <p:cNvSpPr>
              <a:spLocks/>
            </p:cNvSpPr>
            <p:nvPr/>
          </p:nvSpPr>
          <p:spPr bwMode="auto">
            <a:xfrm>
              <a:off x="3877" y="2155"/>
              <a:ext cx="10" cy="10"/>
            </a:xfrm>
            <a:custGeom>
              <a:avLst/>
              <a:gdLst>
                <a:gd name="T0" fmla="*/ 4 w 4"/>
                <a:gd name="T1" fmla="*/ 0 h 4"/>
                <a:gd name="T2" fmla="*/ 2 w 4"/>
                <a:gd name="T3" fmla="*/ 0 h 4"/>
                <a:gd name="T4" fmla="*/ 0 w 4"/>
                <a:gd name="T5" fmla="*/ 2 h 4"/>
                <a:gd name="T6" fmla="*/ 0 w 4"/>
                <a:gd name="T7" fmla="*/ 2 h 4"/>
                <a:gd name="T8" fmla="*/ 2 w 4"/>
                <a:gd name="T9" fmla="*/ 4 h 4"/>
                <a:gd name="T10" fmla="*/ 4 w 4"/>
                <a:gd name="T11" fmla="*/ 4 h 4"/>
                <a:gd name="T12" fmla="*/ 4 w 4"/>
                <a:gd name="T13" fmla="*/ 2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2" y="0"/>
                    <a:pt x="2" y="0"/>
                    <a:pt x="2" y="0"/>
                  </a:cubicBezTo>
                  <a:cubicBezTo>
                    <a:pt x="1" y="0"/>
                    <a:pt x="0" y="1"/>
                    <a:pt x="0" y="2"/>
                  </a:cubicBezTo>
                  <a:cubicBezTo>
                    <a:pt x="0" y="2"/>
                    <a:pt x="0" y="2"/>
                    <a:pt x="0" y="2"/>
                  </a:cubicBezTo>
                  <a:cubicBezTo>
                    <a:pt x="0" y="3"/>
                    <a:pt x="1" y="4"/>
                    <a:pt x="2" y="4"/>
                  </a:cubicBezTo>
                  <a:cubicBezTo>
                    <a:pt x="4" y="4"/>
                    <a:pt x="4" y="4"/>
                    <a:pt x="4" y="4"/>
                  </a:cubicBezTo>
                  <a:cubicBezTo>
                    <a:pt x="4" y="3"/>
                    <a:pt x="4" y="3"/>
                    <a:pt x="4" y="2"/>
                  </a:cubicBezTo>
                  <a:cubicBezTo>
                    <a:pt x="4" y="1"/>
                    <a:pt x="4" y="1"/>
                    <a:pt x="4" y="0"/>
                  </a:cubicBezTo>
                  <a:close/>
                </a:path>
              </a:pathLst>
            </a:custGeom>
            <a:solidFill>
              <a:srgbClr val="01A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7" name="Freeform 59"/>
            <p:cNvSpPr>
              <a:spLocks/>
            </p:cNvSpPr>
            <p:nvPr/>
          </p:nvSpPr>
          <p:spPr bwMode="auto">
            <a:xfrm>
              <a:off x="3813" y="2127"/>
              <a:ext cx="33" cy="38"/>
            </a:xfrm>
            <a:custGeom>
              <a:avLst/>
              <a:gdLst>
                <a:gd name="T0" fmla="*/ 11 w 13"/>
                <a:gd name="T1" fmla="*/ 0 h 15"/>
                <a:gd name="T2" fmla="*/ 10 w 13"/>
                <a:gd name="T3" fmla="*/ 2 h 15"/>
                <a:gd name="T4" fmla="*/ 10 w 13"/>
                <a:gd name="T5" fmla="*/ 11 h 15"/>
                <a:gd name="T6" fmla="*/ 9 w 13"/>
                <a:gd name="T7" fmla="*/ 12 h 15"/>
                <a:gd name="T8" fmla="*/ 2 w 13"/>
                <a:gd name="T9" fmla="*/ 12 h 15"/>
                <a:gd name="T10" fmla="*/ 0 w 13"/>
                <a:gd name="T11" fmla="*/ 14 h 15"/>
                <a:gd name="T12" fmla="*/ 2 w 13"/>
                <a:gd name="T13" fmla="*/ 15 h 15"/>
                <a:gd name="T14" fmla="*/ 11 w 13"/>
                <a:gd name="T15" fmla="*/ 15 h 15"/>
                <a:gd name="T16" fmla="*/ 12 w 13"/>
                <a:gd name="T17" fmla="*/ 15 h 15"/>
                <a:gd name="T18" fmla="*/ 12 w 13"/>
                <a:gd name="T19" fmla="*/ 15 h 15"/>
                <a:gd name="T20" fmla="*/ 13 w 13"/>
                <a:gd name="T21" fmla="*/ 13 h 15"/>
                <a:gd name="T22" fmla="*/ 13 w 13"/>
                <a:gd name="T23" fmla="*/ 2 h 15"/>
                <a:gd name="T24" fmla="*/ 11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1" y="0"/>
                  </a:moveTo>
                  <a:cubicBezTo>
                    <a:pt x="10" y="0"/>
                    <a:pt x="10" y="1"/>
                    <a:pt x="10" y="2"/>
                  </a:cubicBezTo>
                  <a:cubicBezTo>
                    <a:pt x="10" y="11"/>
                    <a:pt x="10" y="11"/>
                    <a:pt x="10" y="11"/>
                  </a:cubicBezTo>
                  <a:cubicBezTo>
                    <a:pt x="10" y="12"/>
                    <a:pt x="9" y="12"/>
                    <a:pt x="9" y="12"/>
                  </a:cubicBezTo>
                  <a:cubicBezTo>
                    <a:pt x="2" y="12"/>
                    <a:pt x="2" y="12"/>
                    <a:pt x="2" y="12"/>
                  </a:cubicBezTo>
                  <a:cubicBezTo>
                    <a:pt x="1" y="12"/>
                    <a:pt x="0" y="13"/>
                    <a:pt x="0" y="14"/>
                  </a:cubicBezTo>
                  <a:cubicBezTo>
                    <a:pt x="0" y="14"/>
                    <a:pt x="1" y="15"/>
                    <a:pt x="2" y="15"/>
                  </a:cubicBezTo>
                  <a:cubicBezTo>
                    <a:pt x="11" y="15"/>
                    <a:pt x="11" y="15"/>
                    <a:pt x="11" y="15"/>
                  </a:cubicBezTo>
                  <a:cubicBezTo>
                    <a:pt x="11" y="15"/>
                    <a:pt x="12" y="15"/>
                    <a:pt x="12" y="15"/>
                  </a:cubicBezTo>
                  <a:cubicBezTo>
                    <a:pt x="12" y="15"/>
                    <a:pt x="12" y="15"/>
                    <a:pt x="12" y="15"/>
                  </a:cubicBezTo>
                  <a:cubicBezTo>
                    <a:pt x="13" y="14"/>
                    <a:pt x="13" y="14"/>
                    <a:pt x="13" y="13"/>
                  </a:cubicBezTo>
                  <a:cubicBezTo>
                    <a:pt x="13" y="2"/>
                    <a:pt x="13" y="2"/>
                    <a:pt x="13" y="2"/>
                  </a:cubicBezTo>
                  <a:cubicBezTo>
                    <a:pt x="13" y="1"/>
                    <a:pt x="12" y="0"/>
                    <a:pt x="11" y="0"/>
                  </a:cubicBezTo>
                  <a:close/>
                </a:path>
              </a:pathLst>
            </a:custGeom>
            <a:solidFill>
              <a:srgbClr val="6A5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58" name="Group 62"/>
          <p:cNvGrpSpPr>
            <a:grpSpLocks noChangeAspect="1"/>
          </p:cNvGrpSpPr>
          <p:nvPr/>
        </p:nvGrpSpPr>
        <p:grpSpPr bwMode="auto">
          <a:xfrm>
            <a:off x="7563206" y="3649163"/>
            <a:ext cx="702318" cy="560561"/>
            <a:chOff x="3775" y="2110"/>
            <a:chExt cx="129" cy="103"/>
          </a:xfrm>
          <a:effectLst/>
        </p:grpSpPr>
        <p:sp>
          <p:nvSpPr>
            <p:cNvPr id="159" name="Freeform 63"/>
            <p:cNvSpPr>
              <a:spLocks/>
            </p:cNvSpPr>
            <p:nvPr/>
          </p:nvSpPr>
          <p:spPr bwMode="auto">
            <a:xfrm>
              <a:off x="3775" y="2177"/>
              <a:ext cx="40" cy="36"/>
            </a:xfrm>
            <a:custGeom>
              <a:avLst/>
              <a:gdLst>
                <a:gd name="T0" fmla="*/ 5 w 16"/>
                <a:gd name="T1" fmla="*/ 0 h 14"/>
                <a:gd name="T2" fmla="*/ 0 w 16"/>
                <a:gd name="T3" fmla="*/ 4 h 14"/>
                <a:gd name="T4" fmla="*/ 10 w 16"/>
                <a:gd name="T5" fmla="*/ 14 h 14"/>
                <a:gd name="T6" fmla="*/ 16 w 16"/>
                <a:gd name="T7" fmla="*/ 9 h 14"/>
                <a:gd name="T8" fmla="*/ 5 w 16"/>
                <a:gd name="T9" fmla="*/ 0 h 14"/>
              </a:gdLst>
              <a:ahLst/>
              <a:cxnLst>
                <a:cxn ang="0">
                  <a:pos x="T0" y="T1"/>
                </a:cxn>
                <a:cxn ang="0">
                  <a:pos x="T2" y="T3"/>
                </a:cxn>
                <a:cxn ang="0">
                  <a:pos x="T4" y="T5"/>
                </a:cxn>
                <a:cxn ang="0">
                  <a:pos x="T6" y="T7"/>
                </a:cxn>
                <a:cxn ang="0">
                  <a:pos x="T8" y="T9"/>
                </a:cxn>
              </a:cxnLst>
              <a:rect l="0" t="0" r="r" b="b"/>
              <a:pathLst>
                <a:path w="16" h="14">
                  <a:moveTo>
                    <a:pt x="5" y="0"/>
                  </a:moveTo>
                  <a:cubicBezTo>
                    <a:pt x="1" y="3"/>
                    <a:pt x="0" y="4"/>
                    <a:pt x="0" y="4"/>
                  </a:cubicBezTo>
                  <a:cubicBezTo>
                    <a:pt x="10" y="14"/>
                    <a:pt x="10" y="14"/>
                    <a:pt x="10" y="14"/>
                  </a:cubicBezTo>
                  <a:cubicBezTo>
                    <a:pt x="10" y="14"/>
                    <a:pt x="13" y="11"/>
                    <a:pt x="16" y="9"/>
                  </a:cubicBezTo>
                  <a:lnTo>
                    <a:pt x="5" y="0"/>
                  </a:lnTo>
                  <a:close/>
                </a:path>
              </a:pathLst>
            </a:custGeom>
            <a:solidFill>
              <a:srgbClr val="E87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0" name="Freeform 64"/>
            <p:cNvSpPr>
              <a:spLocks/>
            </p:cNvSpPr>
            <p:nvPr/>
          </p:nvSpPr>
          <p:spPr bwMode="auto">
            <a:xfrm>
              <a:off x="3795" y="2156"/>
              <a:ext cx="109" cy="41"/>
            </a:xfrm>
            <a:custGeom>
              <a:avLst/>
              <a:gdLst>
                <a:gd name="T0" fmla="*/ 37 w 44"/>
                <a:gd name="T1" fmla="*/ 4 h 16"/>
                <a:gd name="T2" fmla="*/ 29 w 44"/>
                <a:gd name="T3" fmla="*/ 9 h 16"/>
                <a:gd name="T4" fmla="*/ 18 w 44"/>
                <a:gd name="T5" fmla="*/ 8 h 16"/>
                <a:gd name="T6" fmla="*/ 25 w 44"/>
                <a:gd name="T7" fmla="*/ 7 h 16"/>
                <a:gd name="T8" fmla="*/ 31 w 44"/>
                <a:gd name="T9" fmla="*/ 2 h 16"/>
                <a:gd name="T10" fmla="*/ 20 w 44"/>
                <a:gd name="T11" fmla="*/ 2 h 16"/>
                <a:gd name="T12" fmla="*/ 9 w 44"/>
                <a:gd name="T13" fmla="*/ 2 h 16"/>
                <a:gd name="T14" fmla="*/ 0 w 44"/>
                <a:gd name="T15" fmla="*/ 7 h 16"/>
                <a:gd name="T16" fmla="*/ 9 w 44"/>
                <a:gd name="T17" fmla="*/ 16 h 16"/>
                <a:gd name="T18" fmla="*/ 13 w 44"/>
                <a:gd name="T19" fmla="*/ 14 h 16"/>
                <a:gd name="T20" fmla="*/ 29 w 44"/>
                <a:gd name="T21" fmla="*/ 14 h 16"/>
                <a:gd name="T22" fmla="*/ 44 w 44"/>
                <a:gd name="T23" fmla="*/ 2 h 16"/>
                <a:gd name="T24" fmla="*/ 37 w 44"/>
                <a:gd name="T25"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6">
                  <a:moveTo>
                    <a:pt x="37" y="4"/>
                  </a:moveTo>
                  <a:cubicBezTo>
                    <a:pt x="34" y="7"/>
                    <a:pt x="32" y="8"/>
                    <a:pt x="29" y="9"/>
                  </a:cubicBezTo>
                  <a:cubicBezTo>
                    <a:pt x="24" y="10"/>
                    <a:pt x="19" y="9"/>
                    <a:pt x="18" y="8"/>
                  </a:cubicBezTo>
                  <a:cubicBezTo>
                    <a:pt x="15" y="6"/>
                    <a:pt x="18" y="7"/>
                    <a:pt x="25" y="7"/>
                  </a:cubicBezTo>
                  <a:cubicBezTo>
                    <a:pt x="32" y="6"/>
                    <a:pt x="31" y="2"/>
                    <a:pt x="31" y="2"/>
                  </a:cubicBezTo>
                  <a:cubicBezTo>
                    <a:pt x="29" y="2"/>
                    <a:pt x="27" y="2"/>
                    <a:pt x="20" y="2"/>
                  </a:cubicBezTo>
                  <a:cubicBezTo>
                    <a:pt x="17" y="2"/>
                    <a:pt x="12" y="1"/>
                    <a:pt x="9" y="2"/>
                  </a:cubicBezTo>
                  <a:cubicBezTo>
                    <a:pt x="6" y="2"/>
                    <a:pt x="4" y="5"/>
                    <a:pt x="0" y="7"/>
                  </a:cubicBezTo>
                  <a:cubicBezTo>
                    <a:pt x="9" y="16"/>
                    <a:pt x="9" y="16"/>
                    <a:pt x="9" y="16"/>
                  </a:cubicBezTo>
                  <a:cubicBezTo>
                    <a:pt x="11" y="15"/>
                    <a:pt x="12" y="14"/>
                    <a:pt x="13" y="14"/>
                  </a:cubicBezTo>
                  <a:cubicBezTo>
                    <a:pt x="16" y="14"/>
                    <a:pt x="23" y="15"/>
                    <a:pt x="29" y="14"/>
                  </a:cubicBezTo>
                  <a:cubicBezTo>
                    <a:pt x="40" y="9"/>
                    <a:pt x="44" y="2"/>
                    <a:pt x="44" y="2"/>
                  </a:cubicBezTo>
                  <a:cubicBezTo>
                    <a:pt x="44" y="2"/>
                    <a:pt x="41" y="0"/>
                    <a:pt x="37" y="4"/>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1" name="Freeform 65"/>
            <p:cNvSpPr>
              <a:spLocks noEditPoints="1"/>
            </p:cNvSpPr>
            <p:nvPr/>
          </p:nvSpPr>
          <p:spPr bwMode="auto">
            <a:xfrm>
              <a:off x="3810" y="2110"/>
              <a:ext cx="94" cy="41"/>
            </a:xfrm>
            <a:custGeom>
              <a:avLst/>
              <a:gdLst>
                <a:gd name="T0" fmla="*/ 38 w 38"/>
                <a:gd name="T1" fmla="*/ 0 h 16"/>
                <a:gd name="T2" fmla="*/ 34 w 38"/>
                <a:gd name="T3" fmla="*/ 0 h 16"/>
                <a:gd name="T4" fmla="*/ 34 w 38"/>
                <a:gd name="T5" fmla="*/ 6 h 16"/>
                <a:gd name="T6" fmla="*/ 32 w 38"/>
                <a:gd name="T7" fmla="*/ 6 h 16"/>
                <a:gd name="T8" fmla="*/ 32 w 38"/>
                <a:gd name="T9" fmla="*/ 0 h 16"/>
                <a:gd name="T10" fmla="*/ 28 w 38"/>
                <a:gd name="T11" fmla="*/ 0 h 16"/>
                <a:gd name="T12" fmla="*/ 28 w 38"/>
                <a:gd name="T13" fmla="*/ 6 h 16"/>
                <a:gd name="T14" fmla="*/ 12 w 38"/>
                <a:gd name="T15" fmla="*/ 6 h 16"/>
                <a:gd name="T16" fmla="*/ 12 w 38"/>
                <a:gd name="T17" fmla="*/ 3 h 16"/>
                <a:gd name="T18" fmla="*/ 12 w 38"/>
                <a:gd name="T19" fmla="*/ 1 h 16"/>
                <a:gd name="T20" fmla="*/ 11 w 38"/>
                <a:gd name="T21" fmla="*/ 0 h 16"/>
                <a:gd name="T22" fmla="*/ 9 w 38"/>
                <a:gd name="T23" fmla="*/ 0 h 16"/>
                <a:gd name="T24" fmla="*/ 3 w 38"/>
                <a:gd name="T25" fmla="*/ 0 h 16"/>
                <a:gd name="T26" fmla="*/ 1 w 38"/>
                <a:gd name="T27" fmla="*/ 0 h 16"/>
                <a:gd name="T28" fmla="*/ 0 w 38"/>
                <a:gd name="T29" fmla="*/ 2 h 16"/>
                <a:gd name="T30" fmla="*/ 0 w 38"/>
                <a:gd name="T31" fmla="*/ 3 h 16"/>
                <a:gd name="T32" fmla="*/ 0 w 38"/>
                <a:gd name="T33" fmla="*/ 13 h 16"/>
                <a:gd name="T34" fmla="*/ 0 w 38"/>
                <a:gd name="T35" fmla="*/ 15 h 16"/>
                <a:gd name="T36" fmla="*/ 2 w 38"/>
                <a:gd name="T37" fmla="*/ 16 h 16"/>
                <a:gd name="T38" fmla="*/ 3 w 38"/>
                <a:gd name="T39" fmla="*/ 16 h 16"/>
                <a:gd name="T40" fmla="*/ 9 w 38"/>
                <a:gd name="T41" fmla="*/ 16 h 16"/>
                <a:gd name="T42" fmla="*/ 11 w 38"/>
                <a:gd name="T43" fmla="*/ 16 h 16"/>
                <a:gd name="T44" fmla="*/ 12 w 38"/>
                <a:gd name="T45" fmla="*/ 14 h 16"/>
                <a:gd name="T46" fmla="*/ 12 w 38"/>
                <a:gd name="T47" fmla="*/ 13 h 16"/>
                <a:gd name="T48" fmla="*/ 12 w 38"/>
                <a:gd name="T49" fmla="*/ 10 h 16"/>
                <a:gd name="T50" fmla="*/ 38 w 38"/>
                <a:gd name="T51" fmla="*/ 10 h 16"/>
                <a:gd name="T52" fmla="*/ 38 w 38"/>
                <a:gd name="T53" fmla="*/ 0 h 16"/>
                <a:gd name="T54" fmla="*/ 3 w 38"/>
                <a:gd name="T55" fmla="*/ 3 h 16"/>
                <a:gd name="T56" fmla="*/ 9 w 38"/>
                <a:gd name="T57" fmla="*/ 3 h 16"/>
                <a:gd name="T58" fmla="*/ 9 w 38"/>
                <a:gd name="T59" fmla="*/ 13 h 16"/>
                <a:gd name="T60" fmla="*/ 3 w 38"/>
                <a:gd name="T61" fmla="*/ 13 h 16"/>
                <a:gd name="T62" fmla="*/ 3 w 38"/>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16">
                  <a:moveTo>
                    <a:pt x="38" y="0"/>
                  </a:moveTo>
                  <a:cubicBezTo>
                    <a:pt x="34" y="0"/>
                    <a:pt x="34" y="0"/>
                    <a:pt x="34" y="0"/>
                  </a:cubicBezTo>
                  <a:cubicBezTo>
                    <a:pt x="34" y="6"/>
                    <a:pt x="34" y="6"/>
                    <a:pt x="34" y="6"/>
                  </a:cubicBezTo>
                  <a:cubicBezTo>
                    <a:pt x="32" y="6"/>
                    <a:pt x="32" y="6"/>
                    <a:pt x="32" y="6"/>
                  </a:cubicBezTo>
                  <a:cubicBezTo>
                    <a:pt x="32" y="0"/>
                    <a:pt x="32" y="0"/>
                    <a:pt x="32" y="0"/>
                  </a:cubicBezTo>
                  <a:cubicBezTo>
                    <a:pt x="28" y="0"/>
                    <a:pt x="28" y="0"/>
                    <a:pt x="28" y="0"/>
                  </a:cubicBezTo>
                  <a:cubicBezTo>
                    <a:pt x="28" y="6"/>
                    <a:pt x="28" y="6"/>
                    <a:pt x="28" y="6"/>
                  </a:cubicBezTo>
                  <a:cubicBezTo>
                    <a:pt x="12" y="6"/>
                    <a:pt x="12" y="6"/>
                    <a:pt x="12" y="6"/>
                  </a:cubicBezTo>
                  <a:cubicBezTo>
                    <a:pt x="12" y="3"/>
                    <a:pt x="12" y="3"/>
                    <a:pt x="12" y="3"/>
                  </a:cubicBezTo>
                  <a:cubicBezTo>
                    <a:pt x="12" y="2"/>
                    <a:pt x="12" y="2"/>
                    <a:pt x="12" y="1"/>
                  </a:cubicBezTo>
                  <a:cubicBezTo>
                    <a:pt x="12" y="1"/>
                    <a:pt x="11" y="0"/>
                    <a:pt x="11" y="0"/>
                  </a:cubicBezTo>
                  <a:cubicBezTo>
                    <a:pt x="10" y="0"/>
                    <a:pt x="10" y="0"/>
                    <a:pt x="9" y="0"/>
                  </a:cubicBezTo>
                  <a:cubicBezTo>
                    <a:pt x="3" y="0"/>
                    <a:pt x="3" y="0"/>
                    <a:pt x="3" y="0"/>
                  </a:cubicBezTo>
                  <a:cubicBezTo>
                    <a:pt x="2" y="0"/>
                    <a:pt x="2" y="0"/>
                    <a:pt x="1" y="0"/>
                  </a:cubicBezTo>
                  <a:cubicBezTo>
                    <a:pt x="1" y="1"/>
                    <a:pt x="0" y="1"/>
                    <a:pt x="0" y="2"/>
                  </a:cubicBezTo>
                  <a:cubicBezTo>
                    <a:pt x="0" y="2"/>
                    <a:pt x="0" y="2"/>
                    <a:pt x="0" y="3"/>
                  </a:cubicBezTo>
                  <a:cubicBezTo>
                    <a:pt x="0" y="13"/>
                    <a:pt x="0" y="13"/>
                    <a:pt x="0" y="13"/>
                  </a:cubicBezTo>
                  <a:cubicBezTo>
                    <a:pt x="0" y="14"/>
                    <a:pt x="0" y="14"/>
                    <a:pt x="0" y="15"/>
                  </a:cubicBezTo>
                  <a:cubicBezTo>
                    <a:pt x="1" y="15"/>
                    <a:pt x="1" y="16"/>
                    <a:pt x="2" y="16"/>
                  </a:cubicBezTo>
                  <a:cubicBezTo>
                    <a:pt x="2" y="16"/>
                    <a:pt x="2" y="16"/>
                    <a:pt x="3" y="16"/>
                  </a:cubicBezTo>
                  <a:cubicBezTo>
                    <a:pt x="9" y="16"/>
                    <a:pt x="9" y="16"/>
                    <a:pt x="9" y="16"/>
                  </a:cubicBezTo>
                  <a:cubicBezTo>
                    <a:pt x="10" y="16"/>
                    <a:pt x="11" y="16"/>
                    <a:pt x="11" y="16"/>
                  </a:cubicBezTo>
                  <a:cubicBezTo>
                    <a:pt x="12" y="15"/>
                    <a:pt x="12" y="15"/>
                    <a:pt x="12" y="14"/>
                  </a:cubicBezTo>
                  <a:cubicBezTo>
                    <a:pt x="12" y="14"/>
                    <a:pt x="12" y="13"/>
                    <a:pt x="12" y="13"/>
                  </a:cubicBezTo>
                  <a:cubicBezTo>
                    <a:pt x="12" y="10"/>
                    <a:pt x="12" y="10"/>
                    <a:pt x="12" y="10"/>
                  </a:cubicBezTo>
                  <a:cubicBezTo>
                    <a:pt x="38" y="10"/>
                    <a:pt x="38" y="10"/>
                    <a:pt x="38" y="10"/>
                  </a:cubicBezTo>
                  <a:lnTo>
                    <a:pt x="38" y="0"/>
                  </a:lnTo>
                  <a:close/>
                  <a:moveTo>
                    <a:pt x="3" y="3"/>
                  </a:moveTo>
                  <a:cubicBezTo>
                    <a:pt x="9" y="3"/>
                    <a:pt x="9" y="3"/>
                    <a:pt x="9" y="3"/>
                  </a:cubicBezTo>
                  <a:cubicBezTo>
                    <a:pt x="9" y="13"/>
                    <a:pt x="9" y="13"/>
                    <a:pt x="9" y="13"/>
                  </a:cubicBezTo>
                  <a:cubicBezTo>
                    <a:pt x="3" y="13"/>
                    <a:pt x="3" y="13"/>
                    <a:pt x="3" y="13"/>
                  </a:cubicBezTo>
                  <a:lnTo>
                    <a:pt x="3" y="3"/>
                  </a:lnTo>
                  <a:close/>
                </a:path>
              </a:pathLst>
            </a:custGeom>
            <a:solidFill>
              <a:srgbClr val="E87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62" name="Group 68"/>
          <p:cNvGrpSpPr>
            <a:grpSpLocks noChangeAspect="1"/>
          </p:cNvGrpSpPr>
          <p:nvPr/>
        </p:nvGrpSpPr>
        <p:grpSpPr bwMode="auto">
          <a:xfrm>
            <a:off x="6151764" y="2076214"/>
            <a:ext cx="594457" cy="572555"/>
            <a:chOff x="3770" y="2095"/>
            <a:chExt cx="137" cy="132"/>
          </a:xfrm>
          <a:effectLst/>
        </p:grpSpPr>
        <p:sp>
          <p:nvSpPr>
            <p:cNvPr id="163" name="Freeform 69"/>
            <p:cNvSpPr>
              <a:spLocks/>
            </p:cNvSpPr>
            <p:nvPr/>
          </p:nvSpPr>
          <p:spPr bwMode="auto">
            <a:xfrm>
              <a:off x="3770" y="2190"/>
              <a:ext cx="137" cy="37"/>
            </a:xfrm>
            <a:custGeom>
              <a:avLst/>
              <a:gdLst>
                <a:gd name="T0" fmla="*/ 52 w 55"/>
                <a:gd name="T1" fmla="*/ 6 h 15"/>
                <a:gd name="T2" fmla="*/ 38 w 55"/>
                <a:gd name="T3" fmla="*/ 6 h 15"/>
                <a:gd name="T4" fmla="*/ 37 w 55"/>
                <a:gd name="T5" fmla="*/ 6 h 15"/>
                <a:gd name="T6" fmla="*/ 37 w 55"/>
                <a:gd name="T7" fmla="*/ 3 h 15"/>
                <a:gd name="T8" fmla="*/ 37 w 55"/>
                <a:gd name="T9" fmla="*/ 1 h 15"/>
                <a:gd name="T10" fmla="*/ 35 w 55"/>
                <a:gd name="T11" fmla="*/ 0 h 15"/>
                <a:gd name="T12" fmla="*/ 20 w 55"/>
                <a:gd name="T13" fmla="*/ 0 h 15"/>
                <a:gd name="T14" fmla="*/ 18 w 55"/>
                <a:gd name="T15" fmla="*/ 3 h 15"/>
                <a:gd name="T16" fmla="*/ 18 w 55"/>
                <a:gd name="T17" fmla="*/ 6 h 15"/>
                <a:gd name="T18" fmla="*/ 18 w 55"/>
                <a:gd name="T19" fmla="*/ 6 h 15"/>
                <a:gd name="T20" fmla="*/ 3 w 55"/>
                <a:gd name="T21" fmla="*/ 6 h 15"/>
                <a:gd name="T22" fmla="*/ 0 w 55"/>
                <a:gd name="T23" fmla="*/ 8 h 15"/>
                <a:gd name="T24" fmla="*/ 0 w 55"/>
                <a:gd name="T25" fmla="*/ 14 h 15"/>
                <a:gd name="T26" fmla="*/ 1 w 55"/>
                <a:gd name="T27" fmla="*/ 15 h 15"/>
                <a:gd name="T28" fmla="*/ 2 w 55"/>
                <a:gd name="T29" fmla="*/ 14 h 15"/>
                <a:gd name="T30" fmla="*/ 2 w 55"/>
                <a:gd name="T31" fmla="*/ 8 h 15"/>
                <a:gd name="T32" fmla="*/ 3 w 55"/>
                <a:gd name="T33" fmla="*/ 8 h 15"/>
                <a:gd name="T34" fmla="*/ 18 w 55"/>
                <a:gd name="T35" fmla="*/ 8 h 15"/>
                <a:gd name="T36" fmla="*/ 18 w 55"/>
                <a:gd name="T37" fmla="*/ 8 h 15"/>
                <a:gd name="T38" fmla="*/ 18 w 55"/>
                <a:gd name="T39" fmla="*/ 9 h 15"/>
                <a:gd name="T40" fmla="*/ 19 w 55"/>
                <a:gd name="T41" fmla="*/ 9 h 15"/>
                <a:gd name="T42" fmla="*/ 20 w 55"/>
                <a:gd name="T43" fmla="*/ 9 h 15"/>
                <a:gd name="T44" fmla="*/ 20 w 55"/>
                <a:gd name="T45" fmla="*/ 8 h 15"/>
                <a:gd name="T46" fmla="*/ 20 w 55"/>
                <a:gd name="T47" fmla="*/ 3 h 15"/>
                <a:gd name="T48" fmla="*/ 20 w 55"/>
                <a:gd name="T49" fmla="*/ 2 h 15"/>
                <a:gd name="T50" fmla="*/ 35 w 55"/>
                <a:gd name="T51" fmla="*/ 2 h 15"/>
                <a:gd name="T52" fmla="*/ 35 w 55"/>
                <a:gd name="T53" fmla="*/ 3 h 15"/>
                <a:gd name="T54" fmla="*/ 35 w 55"/>
                <a:gd name="T55" fmla="*/ 8 h 15"/>
                <a:gd name="T56" fmla="*/ 36 w 55"/>
                <a:gd name="T57" fmla="*/ 9 h 15"/>
                <a:gd name="T58" fmla="*/ 36 w 55"/>
                <a:gd name="T59" fmla="*/ 9 h 15"/>
                <a:gd name="T60" fmla="*/ 37 w 55"/>
                <a:gd name="T61" fmla="*/ 9 h 15"/>
                <a:gd name="T62" fmla="*/ 37 w 55"/>
                <a:gd name="T63" fmla="*/ 8 h 15"/>
                <a:gd name="T64" fmla="*/ 38 w 55"/>
                <a:gd name="T65" fmla="*/ 8 h 15"/>
                <a:gd name="T66" fmla="*/ 52 w 55"/>
                <a:gd name="T67" fmla="*/ 8 h 15"/>
                <a:gd name="T68" fmla="*/ 53 w 55"/>
                <a:gd name="T69" fmla="*/ 8 h 15"/>
                <a:gd name="T70" fmla="*/ 53 w 55"/>
                <a:gd name="T71" fmla="*/ 14 h 15"/>
                <a:gd name="T72" fmla="*/ 54 w 55"/>
                <a:gd name="T73" fmla="*/ 15 h 15"/>
                <a:gd name="T74" fmla="*/ 55 w 55"/>
                <a:gd name="T75" fmla="*/ 14 h 15"/>
                <a:gd name="T76" fmla="*/ 55 w 55"/>
                <a:gd name="T77" fmla="*/ 8 h 15"/>
                <a:gd name="T78" fmla="*/ 52 w 55"/>
                <a:gd name="T7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15">
                  <a:moveTo>
                    <a:pt x="52" y="6"/>
                  </a:moveTo>
                  <a:cubicBezTo>
                    <a:pt x="38" y="6"/>
                    <a:pt x="38" y="6"/>
                    <a:pt x="38" y="6"/>
                  </a:cubicBezTo>
                  <a:cubicBezTo>
                    <a:pt x="38" y="6"/>
                    <a:pt x="37" y="6"/>
                    <a:pt x="37" y="6"/>
                  </a:cubicBezTo>
                  <a:cubicBezTo>
                    <a:pt x="37" y="3"/>
                    <a:pt x="37" y="3"/>
                    <a:pt x="37" y="3"/>
                  </a:cubicBezTo>
                  <a:cubicBezTo>
                    <a:pt x="37" y="2"/>
                    <a:pt x="37" y="1"/>
                    <a:pt x="37" y="1"/>
                  </a:cubicBezTo>
                  <a:cubicBezTo>
                    <a:pt x="36" y="0"/>
                    <a:pt x="36" y="0"/>
                    <a:pt x="35" y="0"/>
                  </a:cubicBezTo>
                  <a:cubicBezTo>
                    <a:pt x="20" y="0"/>
                    <a:pt x="20" y="0"/>
                    <a:pt x="20" y="0"/>
                  </a:cubicBezTo>
                  <a:cubicBezTo>
                    <a:pt x="19" y="0"/>
                    <a:pt x="18" y="1"/>
                    <a:pt x="18" y="3"/>
                  </a:cubicBezTo>
                  <a:cubicBezTo>
                    <a:pt x="18" y="6"/>
                    <a:pt x="18" y="6"/>
                    <a:pt x="18" y="6"/>
                  </a:cubicBezTo>
                  <a:cubicBezTo>
                    <a:pt x="18" y="6"/>
                    <a:pt x="18" y="6"/>
                    <a:pt x="18" y="6"/>
                  </a:cubicBezTo>
                  <a:cubicBezTo>
                    <a:pt x="3" y="6"/>
                    <a:pt x="3" y="6"/>
                    <a:pt x="3" y="6"/>
                  </a:cubicBezTo>
                  <a:cubicBezTo>
                    <a:pt x="2" y="6"/>
                    <a:pt x="0" y="7"/>
                    <a:pt x="0" y="8"/>
                  </a:cubicBezTo>
                  <a:cubicBezTo>
                    <a:pt x="0" y="14"/>
                    <a:pt x="0" y="14"/>
                    <a:pt x="0" y="14"/>
                  </a:cubicBezTo>
                  <a:cubicBezTo>
                    <a:pt x="0" y="14"/>
                    <a:pt x="1" y="15"/>
                    <a:pt x="1" y="15"/>
                  </a:cubicBezTo>
                  <a:cubicBezTo>
                    <a:pt x="2" y="15"/>
                    <a:pt x="2" y="14"/>
                    <a:pt x="2" y="14"/>
                  </a:cubicBezTo>
                  <a:cubicBezTo>
                    <a:pt x="2" y="8"/>
                    <a:pt x="2" y="8"/>
                    <a:pt x="2" y="8"/>
                  </a:cubicBezTo>
                  <a:cubicBezTo>
                    <a:pt x="2" y="8"/>
                    <a:pt x="3" y="8"/>
                    <a:pt x="3" y="8"/>
                  </a:cubicBezTo>
                  <a:cubicBezTo>
                    <a:pt x="18" y="8"/>
                    <a:pt x="18" y="8"/>
                    <a:pt x="18" y="8"/>
                  </a:cubicBezTo>
                  <a:cubicBezTo>
                    <a:pt x="18" y="8"/>
                    <a:pt x="18" y="8"/>
                    <a:pt x="18" y="8"/>
                  </a:cubicBezTo>
                  <a:cubicBezTo>
                    <a:pt x="18" y="8"/>
                    <a:pt x="18" y="8"/>
                    <a:pt x="18" y="9"/>
                  </a:cubicBezTo>
                  <a:cubicBezTo>
                    <a:pt x="18" y="9"/>
                    <a:pt x="19" y="9"/>
                    <a:pt x="19" y="9"/>
                  </a:cubicBezTo>
                  <a:cubicBezTo>
                    <a:pt x="19" y="9"/>
                    <a:pt x="19" y="9"/>
                    <a:pt x="20" y="9"/>
                  </a:cubicBezTo>
                  <a:cubicBezTo>
                    <a:pt x="20" y="8"/>
                    <a:pt x="20" y="8"/>
                    <a:pt x="20" y="8"/>
                  </a:cubicBezTo>
                  <a:cubicBezTo>
                    <a:pt x="20" y="3"/>
                    <a:pt x="20" y="3"/>
                    <a:pt x="20" y="3"/>
                  </a:cubicBezTo>
                  <a:cubicBezTo>
                    <a:pt x="20" y="2"/>
                    <a:pt x="20" y="2"/>
                    <a:pt x="20" y="2"/>
                  </a:cubicBezTo>
                  <a:cubicBezTo>
                    <a:pt x="35" y="2"/>
                    <a:pt x="35" y="2"/>
                    <a:pt x="35" y="2"/>
                  </a:cubicBezTo>
                  <a:cubicBezTo>
                    <a:pt x="35" y="2"/>
                    <a:pt x="35" y="2"/>
                    <a:pt x="35" y="3"/>
                  </a:cubicBezTo>
                  <a:cubicBezTo>
                    <a:pt x="35" y="8"/>
                    <a:pt x="35" y="8"/>
                    <a:pt x="35" y="8"/>
                  </a:cubicBezTo>
                  <a:cubicBezTo>
                    <a:pt x="35" y="8"/>
                    <a:pt x="35" y="8"/>
                    <a:pt x="36" y="9"/>
                  </a:cubicBezTo>
                  <a:cubicBezTo>
                    <a:pt x="36" y="9"/>
                    <a:pt x="36" y="9"/>
                    <a:pt x="36" y="9"/>
                  </a:cubicBezTo>
                  <a:cubicBezTo>
                    <a:pt x="37" y="9"/>
                    <a:pt x="37" y="9"/>
                    <a:pt x="37" y="9"/>
                  </a:cubicBezTo>
                  <a:cubicBezTo>
                    <a:pt x="37" y="8"/>
                    <a:pt x="37" y="8"/>
                    <a:pt x="37" y="8"/>
                  </a:cubicBezTo>
                  <a:cubicBezTo>
                    <a:pt x="37" y="8"/>
                    <a:pt x="37" y="8"/>
                    <a:pt x="38" y="8"/>
                  </a:cubicBezTo>
                  <a:cubicBezTo>
                    <a:pt x="52" y="8"/>
                    <a:pt x="52" y="8"/>
                    <a:pt x="52" y="8"/>
                  </a:cubicBezTo>
                  <a:cubicBezTo>
                    <a:pt x="53" y="8"/>
                    <a:pt x="53" y="8"/>
                    <a:pt x="53" y="8"/>
                  </a:cubicBezTo>
                  <a:cubicBezTo>
                    <a:pt x="53" y="14"/>
                    <a:pt x="53" y="14"/>
                    <a:pt x="53" y="14"/>
                  </a:cubicBezTo>
                  <a:cubicBezTo>
                    <a:pt x="53" y="14"/>
                    <a:pt x="53" y="15"/>
                    <a:pt x="54" y="15"/>
                  </a:cubicBezTo>
                  <a:cubicBezTo>
                    <a:pt x="54" y="15"/>
                    <a:pt x="55" y="14"/>
                    <a:pt x="55" y="14"/>
                  </a:cubicBezTo>
                  <a:cubicBezTo>
                    <a:pt x="55" y="8"/>
                    <a:pt x="55" y="8"/>
                    <a:pt x="55" y="8"/>
                  </a:cubicBezTo>
                  <a:cubicBezTo>
                    <a:pt x="55" y="7"/>
                    <a:pt x="54" y="6"/>
                    <a:pt x="52" y="6"/>
                  </a:cubicBezTo>
                  <a:close/>
                </a:path>
              </a:pathLst>
            </a:custGeom>
            <a:solidFill>
              <a:srgbClr val="663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4" name="Freeform 70"/>
            <p:cNvSpPr>
              <a:spLocks/>
            </p:cNvSpPr>
            <p:nvPr/>
          </p:nvSpPr>
          <p:spPr bwMode="auto">
            <a:xfrm>
              <a:off x="3820" y="2118"/>
              <a:ext cx="37" cy="69"/>
            </a:xfrm>
            <a:custGeom>
              <a:avLst/>
              <a:gdLst>
                <a:gd name="T0" fmla="*/ 2 w 15"/>
                <a:gd name="T1" fmla="*/ 14 h 28"/>
                <a:gd name="T2" fmla="*/ 3 w 15"/>
                <a:gd name="T3" fmla="*/ 13 h 28"/>
                <a:gd name="T4" fmla="*/ 3 w 15"/>
                <a:gd name="T5" fmla="*/ 8 h 28"/>
                <a:gd name="T6" fmla="*/ 4 w 15"/>
                <a:gd name="T7" fmla="*/ 4 h 28"/>
                <a:gd name="T8" fmla="*/ 4 w 15"/>
                <a:gd name="T9" fmla="*/ 4 h 28"/>
                <a:gd name="T10" fmla="*/ 4 w 15"/>
                <a:gd name="T11" fmla="*/ 12 h 28"/>
                <a:gd name="T12" fmla="*/ 4 w 15"/>
                <a:gd name="T13" fmla="*/ 13 h 28"/>
                <a:gd name="T14" fmla="*/ 4 w 15"/>
                <a:gd name="T15" fmla="*/ 26 h 28"/>
                <a:gd name="T16" fmla="*/ 5 w 15"/>
                <a:gd name="T17" fmla="*/ 28 h 28"/>
                <a:gd name="T18" fmla="*/ 5 w 15"/>
                <a:gd name="T19" fmla="*/ 28 h 28"/>
                <a:gd name="T20" fmla="*/ 5 w 15"/>
                <a:gd name="T21" fmla="*/ 28 h 28"/>
                <a:gd name="T22" fmla="*/ 7 w 15"/>
                <a:gd name="T23" fmla="*/ 26 h 28"/>
                <a:gd name="T24" fmla="*/ 7 w 15"/>
                <a:gd name="T25" fmla="*/ 14 h 28"/>
                <a:gd name="T26" fmla="*/ 8 w 15"/>
                <a:gd name="T27" fmla="*/ 14 h 28"/>
                <a:gd name="T28" fmla="*/ 8 w 15"/>
                <a:gd name="T29" fmla="*/ 26 h 28"/>
                <a:gd name="T30" fmla="*/ 10 w 15"/>
                <a:gd name="T31" fmla="*/ 28 h 28"/>
                <a:gd name="T32" fmla="*/ 10 w 15"/>
                <a:gd name="T33" fmla="*/ 28 h 28"/>
                <a:gd name="T34" fmla="*/ 10 w 15"/>
                <a:gd name="T35" fmla="*/ 28 h 28"/>
                <a:gd name="T36" fmla="*/ 12 w 15"/>
                <a:gd name="T37" fmla="*/ 26 h 28"/>
                <a:gd name="T38" fmla="*/ 12 w 15"/>
                <a:gd name="T39" fmla="*/ 13 h 28"/>
                <a:gd name="T40" fmla="*/ 12 w 15"/>
                <a:gd name="T41" fmla="*/ 12 h 28"/>
                <a:gd name="T42" fmla="*/ 12 w 15"/>
                <a:gd name="T43" fmla="*/ 4 h 28"/>
                <a:gd name="T44" fmla="*/ 12 w 15"/>
                <a:gd name="T45" fmla="*/ 4 h 28"/>
                <a:gd name="T46" fmla="*/ 12 w 15"/>
                <a:gd name="T47" fmla="*/ 8 h 28"/>
                <a:gd name="T48" fmla="*/ 12 w 15"/>
                <a:gd name="T49" fmla="*/ 13 h 28"/>
                <a:gd name="T50" fmla="*/ 14 w 15"/>
                <a:gd name="T51" fmla="*/ 14 h 28"/>
                <a:gd name="T52" fmla="*/ 15 w 15"/>
                <a:gd name="T53" fmla="*/ 13 h 28"/>
                <a:gd name="T54" fmla="*/ 15 w 15"/>
                <a:gd name="T55" fmla="*/ 8 h 28"/>
                <a:gd name="T56" fmla="*/ 13 w 15"/>
                <a:gd name="T57" fmla="*/ 1 h 28"/>
                <a:gd name="T58" fmla="*/ 10 w 15"/>
                <a:gd name="T59" fmla="*/ 0 h 28"/>
                <a:gd name="T60" fmla="*/ 10 w 15"/>
                <a:gd name="T61" fmla="*/ 0 h 28"/>
                <a:gd name="T62" fmla="*/ 10 w 15"/>
                <a:gd name="T63" fmla="*/ 0 h 28"/>
                <a:gd name="T64" fmla="*/ 10 w 15"/>
                <a:gd name="T65" fmla="*/ 0 h 28"/>
                <a:gd name="T66" fmla="*/ 8 w 15"/>
                <a:gd name="T67" fmla="*/ 4 h 28"/>
                <a:gd name="T68" fmla="*/ 8 w 15"/>
                <a:gd name="T69" fmla="*/ 1 h 28"/>
                <a:gd name="T70" fmla="*/ 8 w 15"/>
                <a:gd name="T71" fmla="*/ 1 h 28"/>
                <a:gd name="T72" fmla="*/ 8 w 15"/>
                <a:gd name="T73" fmla="*/ 0 h 28"/>
                <a:gd name="T74" fmla="*/ 8 w 15"/>
                <a:gd name="T75" fmla="*/ 0 h 28"/>
                <a:gd name="T76" fmla="*/ 7 w 15"/>
                <a:gd name="T77" fmla="*/ 0 h 28"/>
                <a:gd name="T78" fmla="*/ 7 w 15"/>
                <a:gd name="T79" fmla="*/ 0 h 28"/>
                <a:gd name="T80" fmla="*/ 7 w 15"/>
                <a:gd name="T81" fmla="*/ 1 h 28"/>
                <a:gd name="T82" fmla="*/ 7 w 15"/>
                <a:gd name="T83" fmla="*/ 1 h 28"/>
                <a:gd name="T84" fmla="*/ 7 w 15"/>
                <a:gd name="T85" fmla="*/ 4 h 28"/>
                <a:gd name="T86" fmla="*/ 6 w 15"/>
                <a:gd name="T87" fmla="*/ 0 h 28"/>
                <a:gd name="T88" fmla="*/ 6 w 15"/>
                <a:gd name="T89" fmla="*/ 0 h 28"/>
                <a:gd name="T90" fmla="*/ 6 w 15"/>
                <a:gd name="T91" fmla="*/ 0 h 28"/>
                <a:gd name="T92" fmla="*/ 5 w 15"/>
                <a:gd name="T93" fmla="*/ 0 h 28"/>
                <a:gd name="T94" fmla="*/ 2 w 15"/>
                <a:gd name="T95" fmla="*/ 1 h 28"/>
                <a:gd name="T96" fmla="*/ 0 w 15"/>
                <a:gd name="T97" fmla="*/ 8 h 28"/>
                <a:gd name="T98" fmla="*/ 0 w 15"/>
                <a:gd name="T99" fmla="*/ 13 h 28"/>
                <a:gd name="T100" fmla="*/ 2 w 15"/>
                <a:gd name="T10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 h="28">
                  <a:moveTo>
                    <a:pt x="2" y="14"/>
                  </a:moveTo>
                  <a:cubicBezTo>
                    <a:pt x="3" y="14"/>
                    <a:pt x="3" y="14"/>
                    <a:pt x="3" y="13"/>
                  </a:cubicBezTo>
                  <a:cubicBezTo>
                    <a:pt x="3" y="13"/>
                    <a:pt x="3" y="10"/>
                    <a:pt x="3" y="8"/>
                  </a:cubicBezTo>
                  <a:cubicBezTo>
                    <a:pt x="3" y="7"/>
                    <a:pt x="3" y="4"/>
                    <a:pt x="4" y="4"/>
                  </a:cubicBezTo>
                  <a:cubicBezTo>
                    <a:pt x="4" y="4"/>
                    <a:pt x="4" y="4"/>
                    <a:pt x="4" y="4"/>
                  </a:cubicBezTo>
                  <a:cubicBezTo>
                    <a:pt x="4" y="12"/>
                    <a:pt x="4" y="12"/>
                    <a:pt x="4" y="12"/>
                  </a:cubicBezTo>
                  <a:cubicBezTo>
                    <a:pt x="4" y="12"/>
                    <a:pt x="4" y="13"/>
                    <a:pt x="4" y="13"/>
                  </a:cubicBezTo>
                  <a:cubicBezTo>
                    <a:pt x="4" y="26"/>
                    <a:pt x="4" y="26"/>
                    <a:pt x="4" y="26"/>
                  </a:cubicBezTo>
                  <a:cubicBezTo>
                    <a:pt x="4" y="27"/>
                    <a:pt x="4" y="28"/>
                    <a:pt x="5" y="28"/>
                  </a:cubicBezTo>
                  <a:cubicBezTo>
                    <a:pt x="5" y="28"/>
                    <a:pt x="5" y="28"/>
                    <a:pt x="5" y="28"/>
                  </a:cubicBezTo>
                  <a:cubicBezTo>
                    <a:pt x="5" y="28"/>
                    <a:pt x="5" y="28"/>
                    <a:pt x="5" y="28"/>
                  </a:cubicBezTo>
                  <a:cubicBezTo>
                    <a:pt x="6" y="28"/>
                    <a:pt x="7" y="27"/>
                    <a:pt x="7" y="26"/>
                  </a:cubicBezTo>
                  <a:cubicBezTo>
                    <a:pt x="7" y="14"/>
                    <a:pt x="7" y="14"/>
                    <a:pt x="7" y="14"/>
                  </a:cubicBezTo>
                  <a:cubicBezTo>
                    <a:pt x="8" y="14"/>
                    <a:pt x="8" y="14"/>
                    <a:pt x="8" y="14"/>
                  </a:cubicBezTo>
                  <a:cubicBezTo>
                    <a:pt x="8" y="26"/>
                    <a:pt x="8" y="26"/>
                    <a:pt x="8" y="26"/>
                  </a:cubicBezTo>
                  <a:cubicBezTo>
                    <a:pt x="8" y="27"/>
                    <a:pt x="9" y="28"/>
                    <a:pt x="10" y="28"/>
                  </a:cubicBezTo>
                  <a:cubicBezTo>
                    <a:pt x="10" y="28"/>
                    <a:pt x="10" y="28"/>
                    <a:pt x="10" y="28"/>
                  </a:cubicBezTo>
                  <a:cubicBezTo>
                    <a:pt x="10" y="28"/>
                    <a:pt x="10" y="28"/>
                    <a:pt x="10" y="28"/>
                  </a:cubicBezTo>
                  <a:cubicBezTo>
                    <a:pt x="11" y="28"/>
                    <a:pt x="12" y="27"/>
                    <a:pt x="12" y="26"/>
                  </a:cubicBezTo>
                  <a:cubicBezTo>
                    <a:pt x="12" y="13"/>
                    <a:pt x="12" y="13"/>
                    <a:pt x="12" y="13"/>
                  </a:cubicBezTo>
                  <a:cubicBezTo>
                    <a:pt x="12" y="13"/>
                    <a:pt x="12" y="12"/>
                    <a:pt x="12" y="12"/>
                  </a:cubicBezTo>
                  <a:cubicBezTo>
                    <a:pt x="12" y="4"/>
                    <a:pt x="12" y="4"/>
                    <a:pt x="12" y="4"/>
                  </a:cubicBezTo>
                  <a:cubicBezTo>
                    <a:pt x="12" y="4"/>
                    <a:pt x="12" y="4"/>
                    <a:pt x="12" y="4"/>
                  </a:cubicBezTo>
                  <a:cubicBezTo>
                    <a:pt x="12" y="4"/>
                    <a:pt x="12" y="7"/>
                    <a:pt x="12" y="8"/>
                  </a:cubicBezTo>
                  <a:cubicBezTo>
                    <a:pt x="13" y="10"/>
                    <a:pt x="12" y="13"/>
                    <a:pt x="12" y="13"/>
                  </a:cubicBezTo>
                  <a:cubicBezTo>
                    <a:pt x="12" y="14"/>
                    <a:pt x="13" y="14"/>
                    <a:pt x="14" y="14"/>
                  </a:cubicBezTo>
                  <a:cubicBezTo>
                    <a:pt x="15" y="14"/>
                    <a:pt x="15" y="14"/>
                    <a:pt x="15" y="13"/>
                  </a:cubicBezTo>
                  <a:cubicBezTo>
                    <a:pt x="15" y="13"/>
                    <a:pt x="15" y="10"/>
                    <a:pt x="15" y="8"/>
                  </a:cubicBezTo>
                  <a:cubicBezTo>
                    <a:pt x="15" y="3"/>
                    <a:pt x="13" y="1"/>
                    <a:pt x="13" y="1"/>
                  </a:cubicBezTo>
                  <a:cubicBezTo>
                    <a:pt x="12" y="1"/>
                    <a:pt x="11" y="0"/>
                    <a:pt x="10" y="0"/>
                  </a:cubicBezTo>
                  <a:cubicBezTo>
                    <a:pt x="10" y="0"/>
                    <a:pt x="10" y="0"/>
                    <a:pt x="10" y="0"/>
                  </a:cubicBezTo>
                  <a:cubicBezTo>
                    <a:pt x="10" y="0"/>
                    <a:pt x="10" y="0"/>
                    <a:pt x="10" y="0"/>
                  </a:cubicBezTo>
                  <a:cubicBezTo>
                    <a:pt x="10" y="0"/>
                    <a:pt x="10" y="0"/>
                    <a:pt x="10" y="0"/>
                  </a:cubicBezTo>
                  <a:cubicBezTo>
                    <a:pt x="10" y="0"/>
                    <a:pt x="9" y="2"/>
                    <a:pt x="8" y="4"/>
                  </a:cubicBezTo>
                  <a:cubicBezTo>
                    <a:pt x="8" y="3"/>
                    <a:pt x="8" y="1"/>
                    <a:pt x="8" y="1"/>
                  </a:cubicBezTo>
                  <a:cubicBezTo>
                    <a:pt x="8" y="1"/>
                    <a:pt x="8" y="1"/>
                    <a:pt x="8" y="1"/>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1"/>
                    <a:pt x="7" y="1"/>
                    <a:pt x="7" y="1"/>
                  </a:cubicBezTo>
                  <a:cubicBezTo>
                    <a:pt x="7" y="1"/>
                    <a:pt x="7" y="3"/>
                    <a:pt x="7" y="4"/>
                  </a:cubicBezTo>
                  <a:cubicBezTo>
                    <a:pt x="6" y="2"/>
                    <a:pt x="6" y="0"/>
                    <a:pt x="6" y="0"/>
                  </a:cubicBezTo>
                  <a:cubicBezTo>
                    <a:pt x="6" y="0"/>
                    <a:pt x="6" y="0"/>
                    <a:pt x="6" y="0"/>
                  </a:cubicBezTo>
                  <a:cubicBezTo>
                    <a:pt x="6" y="0"/>
                    <a:pt x="6" y="0"/>
                    <a:pt x="6" y="0"/>
                  </a:cubicBezTo>
                  <a:cubicBezTo>
                    <a:pt x="5" y="0"/>
                    <a:pt x="5" y="0"/>
                    <a:pt x="5" y="0"/>
                  </a:cubicBezTo>
                  <a:cubicBezTo>
                    <a:pt x="4" y="0"/>
                    <a:pt x="3" y="1"/>
                    <a:pt x="2" y="1"/>
                  </a:cubicBezTo>
                  <a:cubicBezTo>
                    <a:pt x="2" y="1"/>
                    <a:pt x="1" y="3"/>
                    <a:pt x="0" y="8"/>
                  </a:cubicBezTo>
                  <a:cubicBezTo>
                    <a:pt x="0" y="10"/>
                    <a:pt x="0" y="13"/>
                    <a:pt x="0" y="13"/>
                  </a:cubicBezTo>
                  <a:cubicBezTo>
                    <a:pt x="1" y="14"/>
                    <a:pt x="1" y="14"/>
                    <a:pt x="2" y="14"/>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5" name="Freeform 71"/>
            <p:cNvSpPr>
              <a:spLocks/>
            </p:cNvSpPr>
            <p:nvPr/>
          </p:nvSpPr>
          <p:spPr bwMode="auto">
            <a:xfrm>
              <a:off x="3830" y="2095"/>
              <a:ext cx="17" cy="20"/>
            </a:xfrm>
            <a:custGeom>
              <a:avLst/>
              <a:gdLst>
                <a:gd name="T0" fmla="*/ 1 w 7"/>
                <a:gd name="T1" fmla="*/ 5 h 8"/>
                <a:gd name="T2" fmla="*/ 4 w 7"/>
                <a:gd name="T3" fmla="*/ 8 h 8"/>
                <a:gd name="T4" fmla="*/ 7 w 7"/>
                <a:gd name="T5" fmla="*/ 5 h 8"/>
                <a:gd name="T6" fmla="*/ 7 w 7"/>
                <a:gd name="T7" fmla="*/ 4 h 8"/>
                <a:gd name="T8" fmla="*/ 7 w 7"/>
                <a:gd name="T9" fmla="*/ 4 h 8"/>
                <a:gd name="T10" fmla="*/ 4 w 7"/>
                <a:gd name="T11" fmla="*/ 0 h 8"/>
                <a:gd name="T12" fmla="*/ 1 w 7"/>
                <a:gd name="T13" fmla="*/ 4 h 8"/>
                <a:gd name="T14" fmla="*/ 0 w 7"/>
                <a:gd name="T15" fmla="*/ 4 h 8"/>
                <a:gd name="T16" fmla="*/ 1 w 7"/>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1" y="5"/>
                  </a:moveTo>
                  <a:cubicBezTo>
                    <a:pt x="1" y="7"/>
                    <a:pt x="2" y="8"/>
                    <a:pt x="4" y="8"/>
                  </a:cubicBezTo>
                  <a:cubicBezTo>
                    <a:pt x="5" y="8"/>
                    <a:pt x="6" y="7"/>
                    <a:pt x="7" y="5"/>
                  </a:cubicBezTo>
                  <a:cubicBezTo>
                    <a:pt x="7" y="5"/>
                    <a:pt x="7" y="5"/>
                    <a:pt x="7" y="4"/>
                  </a:cubicBezTo>
                  <a:cubicBezTo>
                    <a:pt x="7" y="4"/>
                    <a:pt x="7" y="4"/>
                    <a:pt x="7" y="4"/>
                  </a:cubicBezTo>
                  <a:cubicBezTo>
                    <a:pt x="7" y="2"/>
                    <a:pt x="5" y="0"/>
                    <a:pt x="4" y="0"/>
                  </a:cubicBezTo>
                  <a:cubicBezTo>
                    <a:pt x="2" y="0"/>
                    <a:pt x="1" y="2"/>
                    <a:pt x="1" y="4"/>
                  </a:cubicBezTo>
                  <a:cubicBezTo>
                    <a:pt x="0" y="4"/>
                    <a:pt x="0" y="4"/>
                    <a:pt x="0" y="4"/>
                  </a:cubicBezTo>
                  <a:cubicBezTo>
                    <a:pt x="0" y="5"/>
                    <a:pt x="0" y="5"/>
                    <a:pt x="1" y="5"/>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6" name="Freeform 72"/>
            <p:cNvSpPr>
              <a:spLocks/>
            </p:cNvSpPr>
            <p:nvPr/>
          </p:nvSpPr>
          <p:spPr bwMode="auto">
            <a:xfrm>
              <a:off x="3867" y="2135"/>
              <a:ext cx="35" cy="65"/>
            </a:xfrm>
            <a:custGeom>
              <a:avLst/>
              <a:gdLst>
                <a:gd name="T0" fmla="*/ 1 w 14"/>
                <a:gd name="T1" fmla="*/ 13 h 26"/>
                <a:gd name="T2" fmla="*/ 2 w 14"/>
                <a:gd name="T3" fmla="*/ 12 h 26"/>
                <a:gd name="T4" fmla="*/ 2 w 14"/>
                <a:gd name="T5" fmla="*/ 8 h 26"/>
                <a:gd name="T6" fmla="*/ 3 w 14"/>
                <a:gd name="T7" fmla="*/ 4 h 26"/>
                <a:gd name="T8" fmla="*/ 3 w 14"/>
                <a:gd name="T9" fmla="*/ 4 h 26"/>
                <a:gd name="T10" fmla="*/ 3 w 14"/>
                <a:gd name="T11" fmla="*/ 11 h 26"/>
                <a:gd name="T12" fmla="*/ 3 w 14"/>
                <a:gd name="T13" fmla="*/ 12 h 26"/>
                <a:gd name="T14" fmla="*/ 3 w 14"/>
                <a:gd name="T15" fmla="*/ 24 h 26"/>
                <a:gd name="T16" fmla="*/ 5 w 14"/>
                <a:gd name="T17" fmla="*/ 26 h 26"/>
                <a:gd name="T18" fmla="*/ 5 w 14"/>
                <a:gd name="T19" fmla="*/ 26 h 26"/>
                <a:gd name="T20" fmla="*/ 5 w 14"/>
                <a:gd name="T21" fmla="*/ 26 h 26"/>
                <a:gd name="T22" fmla="*/ 6 w 14"/>
                <a:gd name="T23" fmla="*/ 24 h 26"/>
                <a:gd name="T24" fmla="*/ 6 w 14"/>
                <a:gd name="T25" fmla="*/ 13 h 26"/>
                <a:gd name="T26" fmla="*/ 7 w 14"/>
                <a:gd name="T27" fmla="*/ 13 h 26"/>
                <a:gd name="T28" fmla="*/ 7 w 14"/>
                <a:gd name="T29" fmla="*/ 24 h 26"/>
                <a:gd name="T30" fmla="*/ 9 w 14"/>
                <a:gd name="T31" fmla="*/ 26 h 26"/>
                <a:gd name="T32" fmla="*/ 9 w 14"/>
                <a:gd name="T33" fmla="*/ 26 h 26"/>
                <a:gd name="T34" fmla="*/ 9 w 14"/>
                <a:gd name="T35" fmla="*/ 26 h 26"/>
                <a:gd name="T36" fmla="*/ 10 w 14"/>
                <a:gd name="T37" fmla="*/ 24 h 26"/>
                <a:gd name="T38" fmla="*/ 10 w 14"/>
                <a:gd name="T39" fmla="*/ 12 h 26"/>
                <a:gd name="T40" fmla="*/ 10 w 14"/>
                <a:gd name="T41" fmla="*/ 11 h 26"/>
                <a:gd name="T42" fmla="*/ 10 w 14"/>
                <a:gd name="T43" fmla="*/ 4 h 26"/>
                <a:gd name="T44" fmla="*/ 10 w 14"/>
                <a:gd name="T45" fmla="*/ 4 h 26"/>
                <a:gd name="T46" fmla="*/ 11 w 14"/>
                <a:gd name="T47" fmla="*/ 8 h 26"/>
                <a:gd name="T48" fmla="*/ 11 w 14"/>
                <a:gd name="T49" fmla="*/ 12 h 26"/>
                <a:gd name="T50" fmla="*/ 12 w 14"/>
                <a:gd name="T51" fmla="*/ 13 h 26"/>
                <a:gd name="T52" fmla="*/ 13 w 14"/>
                <a:gd name="T53" fmla="*/ 12 h 26"/>
                <a:gd name="T54" fmla="*/ 13 w 14"/>
                <a:gd name="T55" fmla="*/ 7 h 26"/>
                <a:gd name="T56" fmla="*/ 12 w 14"/>
                <a:gd name="T57" fmla="*/ 1 h 26"/>
                <a:gd name="T58" fmla="*/ 9 w 14"/>
                <a:gd name="T59" fmla="*/ 0 h 26"/>
                <a:gd name="T60" fmla="*/ 8 w 14"/>
                <a:gd name="T61" fmla="*/ 0 h 26"/>
                <a:gd name="T62" fmla="*/ 8 w 14"/>
                <a:gd name="T63" fmla="*/ 0 h 26"/>
                <a:gd name="T64" fmla="*/ 8 w 14"/>
                <a:gd name="T65" fmla="*/ 0 h 26"/>
                <a:gd name="T66" fmla="*/ 7 w 14"/>
                <a:gd name="T67" fmla="*/ 3 h 26"/>
                <a:gd name="T68" fmla="*/ 7 w 14"/>
                <a:gd name="T69" fmla="*/ 1 h 26"/>
                <a:gd name="T70" fmla="*/ 7 w 14"/>
                <a:gd name="T71" fmla="*/ 0 h 26"/>
                <a:gd name="T72" fmla="*/ 7 w 14"/>
                <a:gd name="T73" fmla="*/ 0 h 26"/>
                <a:gd name="T74" fmla="*/ 7 w 14"/>
                <a:gd name="T75" fmla="*/ 0 h 26"/>
                <a:gd name="T76" fmla="*/ 6 w 14"/>
                <a:gd name="T77" fmla="*/ 0 h 26"/>
                <a:gd name="T78" fmla="*/ 6 w 14"/>
                <a:gd name="T79" fmla="*/ 0 h 26"/>
                <a:gd name="T80" fmla="*/ 6 w 14"/>
                <a:gd name="T81" fmla="*/ 0 h 26"/>
                <a:gd name="T82" fmla="*/ 6 w 14"/>
                <a:gd name="T83" fmla="*/ 1 h 26"/>
                <a:gd name="T84" fmla="*/ 6 w 14"/>
                <a:gd name="T85" fmla="*/ 3 h 26"/>
                <a:gd name="T86" fmla="*/ 5 w 14"/>
                <a:gd name="T87" fmla="*/ 0 h 26"/>
                <a:gd name="T88" fmla="*/ 5 w 14"/>
                <a:gd name="T89" fmla="*/ 0 h 26"/>
                <a:gd name="T90" fmla="*/ 5 w 14"/>
                <a:gd name="T91" fmla="*/ 0 h 26"/>
                <a:gd name="T92" fmla="*/ 4 w 14"/>
                <a:gd name="T93" fmla="*/ 0 h 26"/>
                <a:gd name="T94" fmla="*/ 1 w 14"/>
                <a:gd name="T95" fmla="*/ 1 h 26"/>
                <a:gd name="T96" fmla="*/ 0 w 14"/>
                <a:gd name="T97" fmla="*/ 7 h 26"/>
                <a:gd name="T98" fmla="*/ 0 w 14"/>
                <a:gd name="T99" fmla="*/ 12 h 26"/>
                <a:gd name="T100" fmla="*/ 1 w 14"/>
                <a:gd name="T10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26">
                  <a:moveTo>
                    <a:pt x="1" y="13"/>
                  </a:moveTo>
                  <a:cubicBezTo>
                    <a:pt x="2" y="13"/>
                    <a:pt x="2" y="13"/>
                    <a:pt x="2" y="12"/>
                  </a:cubicBezTo>
                  <a:cubicBezTo>
                    <a:pt x="2" y="12"/>
                    <a:pt x="2" y="10"/>
                    <a:pt x="2" y="8"/>
                  </a:cubicBezTo>
                  <a:cubicBezTo>
                    <a:pt x="2" y="6"/>
                    <a:pt x="3" y="4"/>
                    <a:pt x="3" y="4"/>
                  </a:cubicBezTo>
                  <a:cubicBezTo>
                    <a:pt x="3" y="4"/>
                    <a:pt x="3" y="4"/>
                    <a:pt x="3" y="4"/>
                  </a:cubicBezTo>
                  <a:cubicBezTo>
                    <a:pt x="3" y="11"/>
                    <a:pt x="3" y="11"/>
                    <a:pt x="3" y="11"/>
                  </a:cubicBezTo>
                  <a:cubicBezTo>
                    <a:pt x="3" y="12"/>
                    <a:pt x="3" y="12"/>
                    <a:pt x="3" y="12"/>
                  </a:cubicBezTo>
                  <a:cubicBezTo>
                    <a:pt x="3" y="24"/>
                    <a:pt x="3" y="24"/>
                    <a:pt x="3" y="24"/>
                  </a:cubicBezTo>
                  <a:cubicBezTo>
                    <a:pt x="3" y="25"/>
                    <a:pt x="4" y="26"/>
                    <a:pt x="5" y="26"/>
                  </a:cubicBezTo>
                  <a:cubicBezTo>
                    <a:pt x="5" y="26"/>
                    <a:pt x="5" y="26"/>
                    <a:pt x="5" y="26"/>
                  </a:cubicBezTo>
                  <a:cubicBezTo>
                    <a:pt x="5" y="26"/>
                    <a:pt x="5" y="26"/>
                    <a:pt x="5" y="26"/>
                  </a:cubicBezTo>
                  <a:cubicBezTo>
                    <a:pt x="5" y="26"/>
                    <a:pt x="6" y="25"/>
                    <a:pt x="6" y="24"/>
                  </a:cubicBezTo>
                  <a:cubicBezTo>
                    <a:pt x="6" y="13"/>
                    <a:pt x="6" y="13"/>
                    <a:pt x="6" y="13"/>
                  </a:cubicBezTo>
                  <a:cubicBezTo>
                    <a:pt x="7" y="13"/>
                    <a:pt x="7" y="13"/>
                    <a:pt x="7" y="13"/>
                  </a:cubicBezTo>
                  <a:cubicBezTo>
                    <a:pt x="7" y="24"/>
                    <a:pt x="7" y="24"/>
                    <a:pt x="7" y="24"/>
                  </a:cubicBezTo>
                  <a:cubicBezTo>
                    <a:pt x="7" y="25"/>
                    <a:pt x="8" y="26"/>
                    <a:pt x="9" y="26"/>
                  </a:cubicBezTo>
                  <a:cubicBezTo>
                    <a:pt x="9" y="26"/>
                    <a:pt x="9" y="26"/>
                    <a:pt x="9" y="26"/>
                  </a:cubicBezTo>
                  <a:cubicBezTo>
                    <a:pt x="9" y="26"/>
                    <a:pt x="9" y="26"/>
                    <a:pt x="9" y="26"/>
                  </a:cubicBezTo>
                  <a:cubicBezTo>
                    <a:pt x="10" y="26"/>
                    <a:pt x="10" y="25"/>
                    <a:pt x="10" y="24"/>
                  </a:cubicBezTo>
                  <a:cubicBezTo>
                    <a:pt x="10" y="12"/>
                    <a:pt x="10" y="12"/>
                    <a:pt x="10" y="12"/>
                  </a:cubicBezTo>
                  <a:cubicBezTo>
                    <a:pt x="10" y="12"/>
                    <a:pt x="10" y="12"/>
                    <a:pt x="10" y="11"/>
                  </a:cubicBezTo>
                  <a:cubicBezTo>
                    <a:pt x="10" y="4"/>
                    <a:pt x="10" y="4"/>
                    <a:pt x="10" y="4"/>
                  </a:cubicBezTo>
                  <a:cubicBezTo>
                    <a:pt x="10" y="4"/>
                    <a:pt x="10" y="4"/>
                    <a:pt x="10" y="4"/>
                  </a:cubicBezTo>
                  <a:cubicBezTo>
                    <a:pt x="11" y="4"/>
                    <a:pt x="11" y="6"/>
                    <a:pt x="11" y="8"/>
                  </a:cubicBezTo>
                  <a:cubicBezTo>
                    <a:pt x="11" y="10"/>
                    <a:pt x="11" y="12"/>
                    <a:pt x="11" y="12"/>
                  </a:cubicBezTo>
                  <a:cubicBezTo>
                    <a:pt x="11" y="13"/>
                    <a:pt x="11" y="13"/>
                    <a:pt x="12" y="13"/>
                  </a:cubicBezTo>
                  <a:cubicBezTo>
                    <a:pt x="13" y="13"/>
                    <a:pt x="13" y="13"/>
                    <a:pt x="13" y="12"/>
                  </a:cubicBezTo>
                  <a:cubicBezTo>
                    <a:pt x="13" y="12"/>
                    <a:pt x="14" y="9"/>
                    <a:pt x="13" y="7"/>
                  </a:cubicBezTo>
                  <a:cubicBezTo>
                    <a:pt x="13" y="3"/>
                    <a:pt x="12" y="1"/>
                    <a:pt x="12" y="1"/>
                  </a:cubicBezTo>
                  <a:cubicBezTo>
                    <a:pt x="11" y="0"/>
                    <a:pt x="10" y="0"/>
                    <a:pt x="9" y="0"/>
                  </a:cubicBezTo>
                  <a:cubicBezTo>
                    <a:pt x="9" y="0"/>
                    <a:pt x="9" y="0"/>
                    <a:pt x="8" y="0"/>
                  </a:cubicBezTo>
                  <a:cubicBezTo>
                    <a:pt x="8" y="0"/>
                    <a:pt x="8" y="0"/>
                    <a:pt x="8" y="0"/>
                  </a:cubicBezTo>
                  <a:cubicBezTo>
                    <a:pt x="8" y="0"/>
                    <a:pt x="8" y="0"/>
                    <a:pt x="8" y="0"/>
                  </a:cubicBezTo>
                  <a:cubicBezTo>
                    <a:pt x="8" y="0"/>
                    <a:pt x="8" y="2"/>
                    <a:pt x="7" y="3"/>
                  </a:cubicBezTo>
                  <a:cubicBezTo>
                    <a:pt x="7" y="2"/>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1"/>
                    <a:pt x="6" y="1"/>
                    <a:pt x="6" y="1"/>
                  </a:cubicBezTo>
                  <a:cubicBezTo>
                    <a:pt x="6" y="1"/>
                    <a:pt x="6" y="2"/>
                    <a:pt x="6" y="3"/>
                  </a:cubicBezTo>
                  <a:cubicBezTo>
                    <a:pt x="5" y="2"/>
                    <a:pt x="5" y="0"/>
                    <a:pt x="5" y="0"/>
                  </a:cubicBezTo>
                  <a:cubicBezTo>
                    <a:pt x="5" y="0"/>
                    <a:pt x="5" y="0"/>
                    <a:pt x="5" y="0"/>
                  </a:cubicBezTo>
                  <a:cubicBezTo>
                    <a:pt x="5" y="0"/>
                    <a:pt x="5" y="0"/>
                    <a:pt x="5" y="0"/>
                  </a:cubicBezTo>
                  <a:cubicBezTo>
                    <a:pt x="4" y="0"/>
                    <a:pt x="4" y="0"/>
                    <a:pt x="4" y="0"/>
                  </a:cubicBezTo>
                  <a:cubicBezTo>
                    <a:pt x="3" y="0"/>
                    <a:pt x="2" y="0"/>
                    <a:pt x="1" y="1"/>
                  </a:cubicBezTo>
                  <a:cubicBezTo>
                    <a:pt x="1" y="1"/>
                    <a:pt x="0" y="3"/>
                    <a:pt x="0" y="7"/>
                  </a:cubicBezTo>
                  <a:cubicBezTo>
                    <a:pt x="0" y="9"/>
                    <a:pt x="0" y="12"/>
                    <a:pt x="0" y="12"/>
                  </a:cubicBezTo>
                  <a:cubicBezTo>
                    <a:pt x="0" y="13"/>
                    <a:pt x="0" y="13"/>
                    <a:pt x="1" y="13"/>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7" name="Freeform 73"/>
            <p:cNvSpPr>
              <a:spLocks/>
            </p:cNvSpPr>
            <p:nvPr/>
          </p:nvSpPr>
          <p:spPr bwMode="auto">
            <a:xfrm>
              <a:off x="3875" y="2115"/>
              <a:ext cx="17" cy="18"/>
            </a:xfrm>
            <a:custGeom>
              <a:avLst/>
              <a:gdLst>
                <a:gd name="T0" fmla="*/ 1 w 7"/>
                <a:gd name="T1" fmla="*/ 5 h 7"/>
                <a:gd name="T2" fmla="*/ 4 w 7"/>
                <a:gd name="T3" fmla="*/ 7 h 7"/>
                <a:gd name="T4" fmla="*/ 6 w 7"/>
                <a:gd name="T5" fmla="*/ 4 h 7"/>
                <a:gd name="T6" fmla="*/ 7 w 7"/>
                <a:gd name="T7" fmla="*/ 3 h 7"/>
                <a:gd name="T8" fmla="*/ 6 w 7"/>
                <a:gd name="T9" fmla="*/ 3 h 7"/>
                <a:gd name="T10" fmla="*/ 4 w 7"/>
                <a:gd name="T11" fmla="*/ 0 h 7"/>
                <a:gd name="T12" fmla="*/ 1 w 7"/>
                <a:gd name="T13" fmla="*/ 3 h 7"/>
                <a:gd name="T14" fmla="*/ 0 w 7"/>
                <a:gd name="T15" fmla="*/ 3 h 7"/>
                <a:gd name="T16" fmla="*/ 1 w 7"/>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1" y="5"/>
                  </a:moveTo>
                  <a:cubicBezTo>
                    <a:pt x="1" y="6"/>
                    <a:pt x="2" y="7"/>
                    <a:pt x="4" y="7"/>
                  </a:cubicBezTo>
                  <a:cubicBezTo>
                    <a:pt x="5" y="7"/>
                    <a:pt x="6" y="6"/>
                    <a:pt x="6" y="4"/>
                  </a:cubicBezTo>
                  <a:cubicBezTo>
                    <a:pt x="7" y="4"/>
                    <a:pt x="7" y="4"/>
                    <a:pt x="7" y="3"/>
                  </a:cubicBezTo>
                  <a:cubicBezTo>
                    <a:pt x="7" y="3"/>
                    <a:pt x="7" y="3"/>
                    <a:pt x="6" y="3"/>
                  </a:cubicBezTo>
                  <a:cubicBezTo>
                    <a:pt x="6" y="1"/>
                    <a:pt x="5" y="0"/>
                    <a:pt x="4" y="0"/>
                  </a:cubicBezTo>
                  <a:cubicBezTo>
                    <a:pt x="2" y="0"/>
                    <a:pt x="1" y="1"/>
                    <a:pt x="1" y="3"/>
                  </a:cubicBezTo>
                  <a:cubicBezTo>
                    <a:pt x="0" y="3"/>
                    <a:pt x="0" y="3"/>
                    <a:pt x="0" y="3"/>
                  </a:cubicBezTo>
                  <a:cubicBezTo>
                    <a:pt x="0" y="4"/>
                    <a:pt x="0" y="4"/>
                    <a:pt x="1" y="5"/>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8" name="Freeform 74"/>
            <p:cNvSpPr>
              <a:spLocks/>
            </p:cNvSpPr>
            <p:nvPr/>
          </p:nvSpPr>
          <p:spPr bwMode="auto">
            <a:xfrm>
              <a:off x="3778" y="2135"/>
              <a:ext cx="35" cy="65"/>
            </a:xfrm>
            <a:custGeom>
              <a:avLst/>
              <a:gdLst>
                <a:gd name="T0" fmla="*/ 1 w 14"/>
                <a:gd name="T1" fmla="*/ 13 h 26"/>
                <a:gd name="T2" fmla="*/ 2 w 14"/>
                <a:gd name="T3" fmla="*/ 12 h 26"/>
                <a:gd name="T4" fmla="*/ 2 w 14"/>
                <a:gd name="T5" fmla="*/ 8 h 26"/>
                <a:gd name="T6" fmla="*/ 3 w 14"/>
                <a:gd name="T7" fmla="*/ 4 h 26"/>
                <a:gd name="T8" fmla="*/ 3 w 14"/>
                <a:gd name="T9" fmla="*/ 4 h 26"/>
                <a:gd name="T10" fmla="*/ 3 w 14"/>
                <a:gd name="T11" fmla="*/ 11 h 26"/>
                <a:gd name="T12" fmla="*/ 3 w 14"/>
                <a:gd name="T13" fmla="*/ 12 h 26"/>
                <a:gd name="T14" fmla="*/ 3 w 14"/>
                <a:gd name="T15" fmla="*/ 24 h 26"/>
                <a:gd name="T16" fmla="*/ 5 w 14"/>
                <a:gd name="T17" fmla="*/ 26 h 26"/>
                <a:gd name="T18" fmla="*/ 5 w 14"/>
                <a:gd name="T19" fmla="*/ 26 h 26"/>
                <a:gd name="T20" fmla="*/ 5 w 14"/>
                <a:gd name="T21" fmla="*/ 26 h 26"/>
                <a:gd name="T22" fmla="*/ 6 w 14"/>
                <a:gd name="T23" fmla="*/ 24 h 26"/>
                <a:gd name="T24" fmla="*/ 6 w 14"/>
                <a:gd name="T25" fmla="*/ 13 h 26"/>
                <a:gd name="T26" fmla="*/ 7 w 14"/>
                <a:gd name="T27" fmla="*/ 13 h 26"/>
                <a:gd name="T28" fmla="*/ 7 w 14"/>
                <a:gd name="T29" fmla="*/ 24 h 26"/>
                <a:gd name="T30" fmla="*/ 9 w 14"/>
                <a:gd name="T31" fmla="*/ 26 h 26"/>
                <a:gd name="T32" fmla="*/ 9 w 14"/>
                <a:gd name="T33" fmla="*/ 26 h 26"/>
                <a:gd name="T34" fmla="*/ 9 w 14"/>
                <a:gd name="T35" fmla="*/ 26 h 26"/>
                <a:gd name="T36" fmla="*/ 10 w 14"/>
                <a:gd name="T37" fmla="*/ 24 h 26"/>
                <a:gd name="T38" fmla="*/ 10 w 14"/>
                <a:gd name="T39" fmla="*/ 12 h 26"/>
                <a:gd name="T40" fmla="*/ 10 w 14"/>
                <a:gd name="T41" fmla="*/ 11 h 26"/>
                <a:gd name="T42" fmla="*/ 10 w 14"/>
                <a:gd name="T43" fmla="*/ 4 h 26"/>
                <a:gd name="T44" fmla="*/ 10 w 14"/>
                <a:gd name="T45" fmla="*/ 4 h 26"/>
                <a:gd name="T46" fmla="*/ 11 w 14"/>
                <a:gd name="T47" fmla="*/ 8 h 26"/>
                <a:gd name="T48" fmla="*/ 11 w 14"/>
                <a:gd name="T49" fmla="*/ 12 h 26"/>
                <a:gd name="T50" fmla="*/ 12 w 14"/>
                <a:gd name="T51" fmla="*/ 13 h 26"/>
                <a:gd name="T52" fmla="*/ 13 w 14"/>
                <a:gd name="T53" fmla="*/ 12 h 26"/>
                <a:gd name="T54" fmla="*/ 14 w 14"/>
                <a:gd name="T55" fmla="*/ 7 h 26"/>
                <a:gd name="T56" fmla="*/ 12 w 14"/>
                <a:gd name="T57" fmla="*/ 1 h 26"/>
                <a:gd name="T58" fmla="*/ 9 w 14"/>
                <a:gd name="T59" fmla="*/ 0 h 26"/>
                <a:gd name="T60" fmla="*/ 9 w 14"/>
                <a:gd name="T61" fmla="*/ 0 h 26"/>
                <a:gd name="T62" fmla="*/ 9 w 14"/>
                <a:gd name="T63" fmla="*/ 0 h 26"/>
                <a:gd name="T64" fmla="*/ 9 w 14"/>
                <a:gd name="T65" fmla="*/ 0 h 26"/>
                <a:gd name="T66" fmla="*/ 7 w 14"/>
                <a:gd name="T67" fmla="*/ 3 h 26"/>
                <a:gd name="T68" fmla="*/ 7 w 14"/>
                <a:gd name="T69" fmla="*/ 1 h 26"/>
                <a:gd name="T70" fmla="*/ 7 w 14"/>
                <a:gd name="T71" fmla="*/ 0 h 26"/>
                <a:gd name="T72" fmla="*/ 7 w 14"/>
                <a:gd name="T73" fmla="*/ 0 h 26"/>
                <a:gd name="T74" fmla="*/ 7 w 14"/>
                <a:gd name="T75" fmla="*/ 0 h 26"/>
                <a:gd name="T76" fmla="*/ 6 w 14"/>
                <a:gd name="T77" fmla="*/ 0 h 26"/>
                <a:gd name="T78" fmla="*/ 6 w 14"/>
                <a:gd name="T79" fmla="*/ 0 h 26"/>
                <a:gd name="T80" fmla="*/ 6 w 14"/>
                <a:gd name="T81" fmla="*/ 0 h 26"/>
                <a:gd name="T82" fmla="*/ 6 w 14"/>
                <a:gd name="T83" fmla="*/ 1 h 26"/>
                <a:gd name="T84" fmla="*/ 6 w 14"/>
                <a:gd name="T85" fmla="*/ 3 h 26"/>
                <a:gd name="T86" fmla="*/ 5 w 14"/>
                <a:gd name="T87" fmla="*/ 0 h 26"/>
                <a:gd name="T88" fmla="*/ 5 w 14"/>
                <a:gd name="T89" fmla="*/ 0 h 26"/>
                <a:gd name="T90" fmla="*/ 5 w 14"/>
                <a:gd name="T91" fmla="*/ 0 h 26"/>
                <a:gd name="T92" fmla="*/ 4 w 14"/>
                <a:gd name="T93" fmla="*/ 0 h 26"/>
                <a:gd name="T94" fmla="*/ 2 w 14"/>
                <a:gd name="T95" fmla="*/ 1 h 26"/>
                <a:gd name="T96" fmla="*/ 0 w 14"/>
                <a:gd name="T97" fmla="*/ 7 h 26"/>
                <a:gd name="T98" fmla="*/ 0 w 14"/>
                <a:gd name="T99" fmla="*/ 12 h 26"/>
                <a:gd name="T100" fmla="*/ 1 w 14"/>
                <a:gd name="T10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26">
                  <a:moveTo>
                    <a:pt x="1" y="13"/>
                  </a:moveTo>
                  <a:cubicBezTo>
                    <a:pt x="2" y="13"/>
                    <a:pt x="2" y="13"/>
                    <a:pt x="2" y="12"/>
                  </a:cubicBezTo>
                  <a:cubicBezTo>
                    <a:pt x="2" y="12"/>
                    <a:pt x="2" y="10"/>
                    <a:pt x="2" y="8"/>
                  </a:cubicBezTo>
                  <a:cubicBezTo>
                    <a:pt x="2" y="6"/>
                    <a:pt x="3" y="4"/>
                    <a:pt x="3" y="4"/>
                  </a:cubicBezTo>
                  <a:cubicBezTo>
                    <a:pt x="3" y="4"/>
                    <a:pt x="3" y="4"/>
                    <a:pt x="3" y="4"/>
                  </a:cubicBezTo>
                  <a:cubicBezTo>
                    <a:pt x="3" y="11"/>
                    <a:pt x="3" y="11"/>
                    <a:pt x="3" y="11"/>
                  </a:cubicBezTo>
                  <a:cubicBezTo>
                    <a:pt x="3" y="12"/>
                    <a:pt x="3" y="12"/>
                    <a:pt x="3" y="12"/>
                  </a:cubicBezTo>
                  <a:cubicBezTo>
                    <a:pt x="3" y="24"/>
                    <a:pt x="3" y="24"/>
                    <a:pt x="3" y="24"/>
                  </a:cubicBezTo>
                  <a:cubicBezTo>
                    <a:pt x="3" y="25"/>
                    <a:pt x="4" y="26"/>
                    <a:pt x="5" y="26"/>
                  </a:cubicBezTo>
                  <a:cubicBezTo>
                    <a:pt x="5" y="26"/>
                    <a:pt x="5" y="26"/>
                    <a:pt x="5" y="26"/>
                  </a:cubicBezTo>
                  <a:cubicBezTo>
                    <a:pt x="5" y="26"/>
                    <a:pt x="5" y="26"/>
                    <a:pt x="5" y="26"/>
                  </a:cubicBezTo>
                  <a:cubicBezTo>
                    <a:pt x="6" y="26"/>
                    <a:pt x="6" y="25"/>
                    <a:pt x="6" y="24"/>
                  </a:cubicBezTo>
                  <a:cubicBezTo>
                    <a:pt x="6" y="13"/>
                    <a:pt x="6" y="13"/>
                    <a:pt x="6" y="13"/>
                  </a:cubicBezTo>
                  <a:cubicBezTo>
                    <a:pt x="7" y="13"/>
                    <a:pt x="7" y="13"/>
                    <a:pt x="7" y="13"/>
                  </a:cubicBezTo>
                  <a:cubicBezTo>
                    <a:pt x="7" y="24"/>
                    <a:pt x="7" y="24"/>
                    <a:pt x="7" y="24"/>
                  </a:cubicBezTo>
                  <a:cubicBezTo>
                    <a:pt x="7" y="25"/>
                    <a:pt x="8" y="26"/>
                    <a:pt x="9" y="26"/>
                  </a:cubicBezTo>
                  <a:cubicBezTo>
                    <a:pt x="9" y="26"/>
                    <a:pt x="9" y="26"/>
                    <a:pt x="9" y="26"/>
                  </a:cubicBezTo>
                  <a:cubicBezTo>
                    <a:pt x="9" y="26"/>
                    <a:pt x="9" y="26"/>
                    <a:pt x="9" y="26"/>
                  </a:cubicBezTo>
                  <a:cubicBezTo>
                    <a:pt x="10" y="26"/>
                    <a:pt x="10" y="25"/>
                    <a:pt x="10" y="24"/>
                  </a:cubicBezTo>
                  <a:cubicBezTo>
                    <a:pt x="10" y="12"/>
                    <a:pt x="10" y="12"/>
                    <a:pt x="10" y="12"/>
                  </a:cubicBezTo>
                  <a:cubicBezTo>
                    <a:pt x="10" y="12"/>
                    <a:pt x="10" y="12"/>
                    <a:pt x="10" y="11"/>
                  </a:cubicBezTo>
                  <a:cubicBezTo>
                    <a:pt x="10" y="4"/>
                    <a:pt x="10" y="4"/>
                    <a:pt x="10" y="4"/>
                  </a:cubicBezTo>
                  <a:cubicBezTo>
                    <a:pt x="10" y="4"/>
                    <a:pt x="10" y="4"/>
                    <a:pt x="10" y="4"/>
                  </a:cubicBezTo>
                  <a:cubicBezTo>
                    <a:pt x="11" y="4"/>
                    <a:pt x="11" y="6"/>
                    <a:pt x="11" y="8"/>
                  </a:cubicBezTo>
                  <a:cubicBezTo>
                    <a:pt x="11" y="10"/>
                    <a:pt x="11" y="12"/>
                    <a:pt x="11" y="12"/>
                  </a:cubicBezTo>
                  <a:cubicBezTo>
                    <a:pt x="11" y="13"/>
                    <a:pt x="11" y="13"/>
                    <a:pt x="12" y="13"/>
                  </a:cubicBezTo>
                  <a:cubicBezTo>
                    <a:pt x="13" y="13"/>
                    <a:pt x="13" y="13"/>
                    <a:pt x="13" y="12"/>
                  </a:cubicBezTo>
                  <a:cubicBezTo>
                    <a:pt x="13" y="12"/>
                    <a:pt x="14" y="9"/>
                    <a:pt x="14" y="7"/>
                  </a:cubicBezTo>
                  <a:cubicBezTo>
                    <a:pt x="13" y="3"/>
                    <a:pt x="12" y="1"/>
                    <a:pt x="12" y="1"/>
                  </a:cubicBezTo>
                  <a:cubicBezTo>
                    <a:pt x="11" y="0"/>
                    <a:pt x="10" y="0"/>
                    <a:pt x="9" y="0"/>
                  </a:cubicBezTo>
                  <a:cubicBezTo>
                    <a:pt x="9" y="0"/>
                    <a:pt x="9" y="0"/>
                    <a:pt x="9" y="0"/>
                  </a:cubicBezTo>
                  <a:cubicBezTo>
                    <a:pt x="9" y="0"/>
                    <a:pt x="9" y="0"/>
                    <a:pt x="9" y="0"/>
                  </a:cubicBezTo>
                  <a:cubicBezTo>
                    <a:pt x="9" y="0"/>
                    <a:pt x="9" y="0"/>
                    <a:pt x="9" y="0"/>
                  </a:cubicBezTo>
                  <a:cubicBezTo>
                    <a:pt x="9" y="0"/>
                    <a:pt x="8" y="2"/>
                    <a:pt x="7" y="3"/>
                  </a:cubicBezTo>
                  <a:cubicBezTo>
                    <a:pt x="7" y="2"/>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1"/>
                    <a:pt x="6" y="1"/>
                    <a:pt x="6" y="1"/>
                  </a:cubicBezTo>
                  <a:cubicBezTo>
                    <a:pt x="6" y="1"/>
                    <a:pt x="6" y="2"/>
                    <a:pt x="6" y="3"/>
                  </a:cubicBezTo>
                  <a:cubicBezTo>
                    <a:pt x="5" y="2"/>
                    <a:pt x="5" y="0"/>
                    <a:pt x="5" y="0"/>
                  </a:cubicBezTo>
                  <a:cubicBezTo>
                    <a:pt x="5" y="0"/>
                    <a:pt x="5" y="0"/>
                    <a:pt x="5" y="0"/>
                  </a:cubicBezTo>
                  <a:cubicBezTo>
                    <a:pt x="5" y="0"/>
                    <a:pt x="5" y="0"/>
                    <a:pt x="5" y="0"/>
                  </a:cubicBezTo>
                  <a:cubicBezTo>
                    <a:pt x="5" y="0"/>
                    <a:pt x="4" y="0"/>
                    <a:pt x="4" y="0"/>
                  </a:cubicBezTo>
                  <a:cubicBezTo>
                    <a:pt x="3" y="0"/>
                    <a:pt x="2" y="0"/>
                    <a:pt x="2" y="1"/>
                  </a:cubicBezTo>
                  <a:cubicBezTo>
                    <a:pt x="1" y="1"/>
                    <a:pt x="0" y="3"/>
                    <a:pt x="0" y="7"/>
                  </a:cubicBezTo>
                  <a:cubicBezTo>
                    <a:pt x="0" y="9"/>
                    <a:pt x="0" y="12"/>
                    <a:pt x="0" y="12"/>
                  </a:cubicBezTo>
                  <a:cubicBezTo>
                    <a:pt x="0" y="13"/>
                    <a:pt x="0" y="13"/>
                    <a:pt x="1" y="13"/>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9" name="Freeform 75"/>
            <p:cNvSpPr>
              <a:spLocks/>
            </p:cNvSpPr>
            <p:nvPr/>
          </p:nvSpPr>
          <p:spPr bwMode="auto">
            <a:xfrm>
              <a:off x="3785" y="2115"/>
              <a:ext cx="18" cy="18"/>
            </a:xfrm>
            <a:custGeom>
              <a:avLst/>
              <a:gdLst>
                <a:gd name="T0" fmla="*/ 1 w 7"/>
                <a:gd name="T1" fmla="*/ 5 h 7"/>
                <a:gd name="T2" fmla="*/ 4 w 7"/>
                <a:gd name="T3" fmla="*/ 7 h 7"/>
                <a:gd name="T4" fmla="*/ 6 w 7"/>
                <a:gd name="T5" fmla="*/ 4 h 7"/>
                <a:gd name="T6" fmla="*/ 7 w 7"/>
                <a:gd name="T7" fmla="*/ 3 h 7"/>
                <a:gd name="T8" fmla="*/ 7 w 7"/>
                <a:gd name="T9" fmla="*/ 3 h 7"/>
                <a:gd name="T10" fmla="*/ 4 w 7"/>
                <a:gd name="T11" fmla="*/ 0 h 7"/>
                <a:gd name="T12" fmla="*/ 1 w 7"/>
                <a:gd name="T13" fmla="*/ 3 h 7"/>
                <a:gd name="T14" fmla="*/ 0 w 7"/>
                <a:gd name="T15" fmla="*/ 3 h 7"/>
                <a:gd name="T16" fmla="*/ 1 w 7"/>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1" y="5"/>
                  </a:moveTo>
                  <a:cubicBezTo>
                    <a:pt x="1" y="6"/>
                    <a:pt x="2" y="7"/>
                    <a:pt x="4" y="7"/>
                  </a:cubicBezTo>
                  <a:cubicBezTo>
                    <a:pt x="5" y="7"/>
                    <a:pt x="6" y="6"/>
                    <a:pt x="6" y="4"/>
                  </a:cubicBezTo>
                  <a:cubicBezTo>
                    <a:pt x="7" y="4"/>
                    <a:pt x="7" y="4"/>
                    <a:pt x="7" y="3"/>
                  </a:cubicBezTo>
                  <a:cubicBezTo>
                    <a:pt x="7" y="3"/>
                    <a:pt x="7" y="3"/>
                    <a:pt x="7" y="3"/>
                  </a:cubicBezTo>
                  <a:cubicBezTo>
                    <a:pt x="7" y="1"/>
                    <a:pt x="5" y="0"/>
                    <a:pt x="4" y="0"/>
                  </a:cubicBezTo>
                  <a:cubicBezTo>
                    <a:pt x="2" y="0"/>
                    <a:pt x="1" y="1"/>
                    <a:pt x="1" y="3"/>
                  </a:cubicBezTo>
                  <a:cubicBezTo>
                    <a:pt x="1" y="3"/>
                    <a:pt x="0" y="3"/>
                    <a:pt x="0" y="3"/>
                  </a:cubicBezTo>
                  <a:cubicBezTo>
                    <a:pt x="0" y="4"/>
                    <a:pt x="1" y="4"/>
                    <a:pt x="1" y="5"/>
                  </a:cubicBezTo>
                  <a:close/>
                </a:path>
              </a:pathLst>
            </a:custGeom>
            <a:solidFill>
              <a:srgbClr val="76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70" name="组合 169"/>
          <p:cNvGrpSpPr/>
          <p:nvPr/>
        </p:nvGrpSpPr>
        <p:grpSpPr>
          <a:xfrm>
            <a:off x="7318743" y="4804918"/>
            <a:ext cx="1660010" cy="1538247"/>
            <a:chOff x="6923882" y="4560943"/>
            <a:chExt cx="1573817" cy="1458904"/>
          </a:xfrm>
        </p:grpSpPr>
        <p:sp>
          <p:nvSpPr>
            <p:cNvPr id="171" name="椭圆 170"/>
            <p:cNvSpPr/>
            <p:nvPr/>
          </p:nvSpPr>
          <p:spPr>
            <a:xfrm>
              <a:off x="6923882" y="4560943"/>
              <a:ext cx="1458905" cy="1458904"/>
            </a:xfrm>
            <a:prstGeom prst="ellipse">
              <a:avLst/>
            </a:prstGeom>
            <a:gradFill>
              <a:gsLst>
                <a:gs pos="0">
                  <a:srgbClr val="CFCFCF"/>
                </a:gs>
                <a:gs pos="100000">
                  <a:schemeClr val="bg1">
                    <a:lumMod val="95000"/>
                  </a:schemeClr>
                </a:gs>
              </a:gsLst>
              <a:lin ang="2700000" scaled="1"/>
            </a:gradFill>
            <a:ln>
              <a:noFill/>
            </a:ln>
            <a:effectLst>
              <a:innerShdw blurRad="292100" dist="50800" dir="13500000">
                <a:srgbClr val="2E2E2E">
                  <a:alpha val="20784"/>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2" name="任意多边形 171"/>
            <p:cNvSpPr/>
            <p:nvPr/>
          </p:nvSpPr>
          <p:spPr>
            <a:xfrm rot="2700000">
              <a:off x="7539192" y="5007673"/>
              <a:ext cx="791144" cy="1125871"/>
            </a:xfrm>
            <a:custGeom>
              <a:avLst/>
              <a:gdLst>
                <a:gd name="connsiteX0" fmla="*/ 0 w 1062685"/>
                <a:gd name="connsiteY0" fmla="*/ 0 h 1555200"/>
                <a:gd name="connsiteX1" fmla="*/ 712021 w 1062685"/>
                <a:gd name="connsiteY1" fmla="*/ 0 h 1555200"/>
                <a:gd name="connsiteX2" fmla="*/ 755181 w 1062685"/>
                <a:gd name="connsiteY2" fmla="*/ 39011 h 1555200"/>
                <a:gd name="connsiteX3" fmla="*/ 755181 w 1062685"/>
                <a:gd name="connsiteY3" fmla="*/ 1523774 h 1555200"/>
                <a:gd name="connsiteX4" fmla="*/ 720412 w 1062685"/>
                <a:gd name="connsiteY4" fmla="*/ 1555200 h 1555200"/>
                <a:gd name="connsiteX5" fmla="*/ 0 w 1062685"/>
                <a:gd name="connsiteY5" fmla="*/ 1555200 h 15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685" h="1555200">
                  <a:moveTo>
                    <a:pt x="0" y="0"/>
                  </a:moveTo>
                  <a:lnTo>
                    <a:pt x="712021" y="0"/>
                  </a:lnTo>
                  <a:lnTo>
                    <a:pt x="755181" y="39011"/>
                  </a:lnTo>
                  <a:cubicBezTo>
                    <a:pt x="1165187" y="449017"/>
                    <a:pt x="1165187" y="1113768"/>
                    <a:pt x="755181" y="1523774"/>
                  </a:cubicBezTo>
                  <a:lnTo>
                    <a:pt x="720412" y="1555200"/>
                  </a:lnTo>
                  <a:lnTo>
                    <a:pt x="0" y="1555200"/>
                  </a:lnTo>
                  <a:close/>
                </a:path>
              </a:pathLst>
            </a:custGeom>
            <a:gradFill>
              <a:gsLst>
                <a:gs pos="0">
                  <a:schemeClr val="tx1">
                    <a:alpha val="31000"/>
                  </a:schemeClr>
                </a:gs>
                <a:gs pos="100000">
                  <a:schemeClr val="tx1">
                    <a:alpha val="5000"/>
                  </a:scheme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3" name="任意多边形 172"/>
            <p:cNvSpPr/>
            <p:nvPr/>
          </p:nvSpPr>
          <p:spPr>
            <a:xfrm rot="2700000">
              <a:off x="7573086" y="4936411"/>
              <a:ext cx="540020" cy="1080039"/>
            </a:xfrm>
            <a:custGeom>
              <a:avLst/>
              <a:gdLst>
                <a:gd name="connsiteX0" fmla="*/ 0 w 777239"/>
                <a:gd name="connsiteY0" fmla="*/ 0 h 1554478"/>
                <a:gd name="connsiteX1" fmla="*/ 777239 w 777239"/>
                <a:gd name="connsiteY1" fmla="*/ 777239 h 1554478"/>
                <a:gd name="connsiteX2" fmla="*/ 0 w 777239"/>
                <a:gd name="connsiteY2" fmla="*/ 1554478 h 1554478"/>
              </a:gdLst>
              <a:ahLst/>
              <a:cxnLst>
                <a:cxn ang="0">
                  <a:pos x="connsiteX0" y="connsiteY0"/>
                </a:cxn>
                <a:cxn ang="0">
                  <a:pos x="connsiteX1" y="connsiteY1"/>
                </a:cxn>
                <a:cxn ang="0">
                  <a:pos x="connsiteX2" y="connsiteY2"/>
                </a:cxn>
              </a:cxnLst>
              <a:rect l="l" t="t" r="r" b="b"/>
              <a:pathLst>
                <a:path w="777239" h="1554478">
                  <a:moveTo>
                    <a:pt x="0" y="0"/>
                  </a:moveTo>
                  <a:cubicBezTo>
                    <a:pt x="429257" y="0"/>
                    <a:pt x="777239" y="347982"/>
                    <a:pt x="777239" y="777239"/>
                  </a:cubicBezTo>
                  <a:cubicBezTo>
                    <a:pt x="777239" y="1206496"/>
                    <a:pt x="429257" y="1554478"/>
                    <a:pt x="0" y="1554478"/>
                  </a:cubicBezTo>
                  <a:close/>
                </a:path>
              </a:pathLst>
            </a:custGeom>
            <a:gradFill>
              <a:gsLst>
                <a:gs pos="0">
                  <a:schemeClr val="bg1">
                    <a:lumMod val="95000"/>
                  </a:schemeClr>
                </a:gs>
                <a:gs pos="100000">
                  <a:schemeClr val="bg1">
                    <a:lumMod val="75000"/>
                  </a:schemeClr>
                </a:gs>
              </a:gsLst>
              <a:lin ang="2700000" scaled="1"/>
            </a:gradFill>
            <a:ln>
              <a:noFill/>
            </a:ln>
            <a:effectLst>
              <a:outerShdw blurRad="203200" dist="63500" dir="33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4" name="椭圆 173"/>
            <p:cNvSpPr/>
            <p:nvPr/>
          </p:nvSpPr>
          <p:spPr>
            <a:xfrm>
              <a:off x="7113314" y="4750376"/>
              <a:ext cx="1080038" cy="1080039"/>
            </a:xfrm>
            <a:prstGeom prst="ellipse">
              <a:avLst/>
            </a:prstGeom>
            <a:gradFill>
              <a:gsLst>
                <a:gs pos="0">
                  <a:schemeClr val="bg1">
                    <a:lumMod val="95000"/>
                  </a:schemeClr>
                </a:gs>
                <a:gs pos="100000">
                  <a:schemeClr val="bg1">
                    <a:lumMod val="75000"/>
                  </a:schemeClr>
                </a:gs>
              </a:gsLst>
              <a:lin ang="2700000" scaled="1"/>
            </a:gra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5" name="文本框 90"/>
            <p:cNvSpPr txBox="1"/>
            <p:nvPr/>
          </p:nvSpPr>
          <p:spPr>
            <a:xfrm>
              <a:off x="7259374" y="4935589"/>
              <a:ext cx="787915" cy="641758"/>
            </a:xfrm>
            <a:prstGeom prst="rect">
              <a:avLst/>
            </a:prstGeom>
            <a:noFill/>
            <a:effectLst>
              <a:innerShdw blurRad="152400" dist="50800" dir="13500000">
                <a:srgbClr val="925700">
                  <a:alpha val="54000"/>
                </a:srgbClr>
              </a:innerShdw>
            </a:effectLst>
          </p:spPr>
          <p:txBody>
            <a:bodyPr wrap="square" rtlCol="0">
              <a:spAutoFit/>
            </a:bodyPr>
            <a:lstStyle/>
            <a:p>
              <a:pPr algn="ctr"/>
              <a:r>
                <a:rPr lang="en-US" altLang="zh-CN" sz="3797" dirty="0">
                  <a:solidFill>
                    <a:srgbClr val="E76F71"/>
                  </a:solidFill>
                  <a:effectLst>
                    <a:innerShdw blurRad="50800" dist="50800" dir="13500000">
                      <a:srgbClr val="8D171A">
                        <a:alpha val="64706"/>
                      </a:srgbClr>
                    </a:innerShdw>
                  </a:effectLst>
                  <a:latin typeface="Impact" panose="020B0806030902050204" pitchFamily="34" charset="0"/>
                </a:rPr>
                <a:t>03</a:t>
              </a:r>
              <a:endParaRPr lang="zh-CN" altLang="en-US" sz="3797" dirty="0">
                <a:solidFill>
                  <a:srgbClr val="E76F71"/>
                </a:solidFill>
                <a:effectLst>
                  <a:innerShdw blurRad="50800" dist="50800" dir="13500000">
                    <a:srgbClr val="8D171A">
                      <a:alpha val="64706"/>
                    </a:srgbClr>
                  </a:innerShdw>
                </a:effectLst>
                <a:latin typeface="Impact" panose="020B0806030902050204" pitchFamily="34" charset="0"/>
              </a:endParaRPr>
            </a:p>
          </p:txBody>
        </p:sp>
        <p:sp>
          <p:nvSpPr>
            <p:cNvPr id="176" name="任意多边形 175"/>
            <p:cNvSpPr/>
            <p:nvPr/>
          </p:nvSpPr>
          <p:spPr>
            <a:xfrm rot="18900000">
              <a:off x="7253938" y="5087796"/>
              <a:ext cx="1080038" cy="678997"/>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7" name="椭圆 176"/>
            <p:cNvSpPr/>
            <p:nvPr/>
          </p:nvSpPr>
          <p:spPr>
            <a:xfrm rot="18900000">
              <a:off x="7253757" y="4883038"/>
              <a:ext cx="321403" cy="245660"/>
            </a:xfrm>
            <a:prstGeom prst="ellipse">
              <a:avLst/>
            </a:prstGeom>
            <a:solidFill>
              <a:schemeClr val="bg1">
                <a:alpha val="79000"/>
              </a:schemeClr>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8" name="任意多边形 177"/>
            <p:cNvSpPr/>
            <p:nvPr/>
          </p:nvSpPr>
          <p:spPr>
            <a:xfrm rot="18900000">
              <a:off x="7272515" y="5080791"/>
              <a:ext cx="1080038" cy="678997"/>
            </a:xfrm>
            <a:custGeom>
              <a:avLst/>
              <a:gdLst>
                <a:gd name="connsiteX0" fmla="*/ 0 w 1554478"/>
                <a:gd name="connsiteY0" fmla="*/ 0 h 777239"/>
                <a:gd name="connsiteX1" fmla="*/ 1554478 w 1554478"/>
                <a:gd name="connsiteY1" fmla="*/ 0 h 777239"/>
                <a:gd name="connsiteX2" fmla="*/ 777239 w 1554478"/>
                <a:gd name="connsiteY2" fmla="*/ 777239 h 777239"/>
                <a:gd name="connsiteX3" fmla="*/ 0 w 1554478"/>
                <a:gd name="connsiteY3" fmla="*/ 0 h 777239"/>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161927 h 939166"/>
                <a:gd name="connsiteX1" fmla="*/ 796173 w 1554478"/>
                <a:gd name="connsiteY1" fmla="*/ 0 h 939166"/>
                <a:gd name="connsiteX2" fmla="*/ 1554478 w 1554478"/>
                <a:gd name="connsiteY2" fmla="*/ 161927 h 939166"/>
                <a:gd name="connsiteX3" fmla="*/ 777239 w 1554478"/>
                <a:gd name="connsiteY3" fmla="*/ 939166 h 939166"/>
                <a:gd name="connsiteX4" fmla="*/ 0 w 1554478"/>
                <a:gd name="connsiteY4" fmla="*/ 161927 h 939166"/>
                <a:gd name="connsiteX0" fmla="*/ 0 w 1554478"/>
                <a:gd name="connsiteY0" fmla="*/ 200027 h 977266"/>
                <a:gd name="connsiteX1" fmla="*/ 805698 w 1554478"/>
                <a:gd name="connsiteY1" fmla="*/ 0 h 977266"/>
                <a:gd name="connsiteX2" fmla="*/ 1554478 w 1554478"/>
                <a:gd name="connsiteY2" fmla="*/ 200027 h 977266"/>
                <a:gd name="connsiteX3" fmla="*/ 777239 w 1554478"/>
                <a:gd name="connsiteY3" fmla="*/ 977266 h 977266"/>
                <a:gd name="connsiteX4" fmla="*/ 0 w 1554478"/>
                <a:gd name="connsiteY4" fmla="*/ 200027 h 977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4478" h="977266">
                  <a:moveTo>
                    <a:pt x="0" y="200027"/>
                  </a:moveTo>
                  <a:cubicBezTo>
                    <a:pt x="262216" y="47626"/>
                    <a:pt x="553007" y="1"/>
                    <a:pt x="805698" y="0"/>
                  </a:cubicBezTo>
                  <a:cubicBezTo>
                    <a:pt x="1071166" y="1"/>
                    <a:pt x="1346160" y="47626"/>
                    <a:pt x="1554478" y="200027"/>
                  </a:cubicBezTo>
                  <a:cubicBezTo>
                    <a:pt x="1554478" y="629284"/>
                    <a:pt x="1206496" y="977266"/>
                    <a:pt x="777239" y="977266"/>
                  </a:cubicBezTo>
                  <a:cubicBezTo>
                    <a:pt x="347982" y="977266"/>
                    <a:pt x="0" y="629284"/>
                    <a:pt x="0" y="200027"/>
                  </a:cubicBezTo>
                  <a:close/>
                </a:path>
              </a:pathLst>
            </a:custGeom>
            <a:solidFill>
              <a:schemeClr val="tx1">
                <a:lumMod val="50000"/>
                <a:lumOff val="50000"/>
                <a:alpha val="3000"/>
              </a:schemeClr>
            </a:solidFill>
            <a:ln>
              <a:noFill/>
            </a:ln>
            <a:effectLst>
              <a:innerShdw blurRad="381000" dist="177800" dir="2700000">
                <a:schemeClr val="tx1">
                  <a:lumMod val="50000"/>
                  <a:lumOff val="50000"/>
                  <a:alpha val="4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79" name="文本框 113"/>
          <p:cNvSpPr txBox="1"/>
          <p:nvPr/>
        </p:nvSpPr>
        <p:spPr>
          <a:xfrm>
            <a:off x="1279970" y="1945881"/>
            <a:ext cx="1821922" cy="895630"/>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sp>
        <p:nvSpPr>
          <p:cNvPr id="180" name="文本框 113"/>
          <p:cNvSpPr txBox="1"/>
          <p:nvPr/>
        </p:nvSpPr>
        <p:spPr>
          <a:xfrm>
            <a:off x="1279970" y="5662204"/>
            <a:ext cx="1821922" cy="895630"/>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sp>
        <p:nvSpPr>
          <p:cNvPr id="181" name="文本框 113"/>
          <p:cNvSpPr txBox="1"/>
          <p:nvPr/>
        </p:nvSpPr>
        <p:spPr>
          <a:xfrm>
            <a:off x="9433315" y="1941919"/>
            <a:ext cx="1821922" cy="895630"/>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sp>
        <p:nvSpPr>
          <p:cNvPr id="182" name="文本框 113"/>
          <p:cNvSpPr txBox="1"/>
          <p:nvPr/>
        </p:nvSpPr>
        <p:spPr>
          <a:xfrm>
            <a:off x="9426032" y="5662204"/>
            <a:ext cx="1821922" cy="895630"/>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sp>
        <p:nvSpPr>
          <p:cNvPr id="183" name="文本框 182"/>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491320847"/>
      </p:ext>
    </p:extLst>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cBhvr>
                                        <p:cTn id="17" dur="500" fill="hold"/>
                                        <p:tgtEl>
                                          <p:spTgt spid="131"/>
                                        </p:tgtEl>
                                        <p:attrNameLst>
                                          <p:attrName>ppt_w</p:attrName>
                                        </p:attrNameLst>
                                      </p:cBhvr>
                                      <p:tavLst>
                                        <p:tav tm="0">
                                          <p:val>
                                            <p:fltVal val="0"/>
                                          </p:val>
                                        </p:tav>
                                        <p:tav tm="100000">
                                          <p:val>
                                            <p:strVal val="#ppt_w"/>
                                          </p:val>
                                        </p:tav>
                                      </p:tavLst>
                                    </p:anim>
                                    <p:anim calcmode="lin" valueType="num">
                                      <p:cBhvr>
                                        <p:cTn id="18" dur="500" fill="hold"/>
                                        <p:tgtEl>
                                          <p:spTgt spid="131"/>
                                        </p:tgtEl>
                                        <p:attrNameLst>
                                          <p:attrName>ppt_h</p:attrName>
                                        </p:attrNameLst>
                                      </p:cBhvr>
                                      <p:tavLst>
                                        <p:tav tm="0">
                                          <p:val>
                                            <p:fltVal val="0"/>
                                          </p:val>
                                        </p:tav>
                                        <p:tav tm="100000">
                                          <p:val>
                                            <p:strVal val="#ppt_h"/>
                                          </p:val>
                                        </p:tav>
                                      </p:tavLst>
                                    </p:anim>
                                    <p:animEffect transition="in" filter="fade">
                                      <p:cBhvr>
                                        <p:cTn id="19" dur="500"/>
                                        <p:tgtEl>
                                          <p:spTgt spid="131"/>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100"/>
                                        </p:tgtEl>
                                        <p:attrNameLst>
                                          <p:attrName>style.visibility</p:attrName>
                                        </p:attrNameLst>
                                      </p:cBhvr>
                                      <p:to>
                                        <p:strVal val="visible"/>
                                      </p:to>
                                    </p:set>
                                    <p:animEffect transition="in" filter="wipe(down)">
                                      <p:cBhvr>
                                        <p:cTn id="23" dur="500"/>
                                        <p:tgtEl>
                                          <p:spTgt spid="100"/>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wipe(down)">
                                      <p:cBhvr>
                                        <p:cTn id="26" dur="500"/>
                                        <p:tgtEl>
                                          <p:spTgt spid="97"/>
                                        </p:tgtEl>
                                      </p:cBhvr>
                                    </p:animEffect>
                                  </p:childTnLst>
                                </p:cTn>
                              </p:par>
                              <p:par>
                                <p:cTn id="27" presetID="22" presetClass="entr" presetSubtype="1" fill="hold" grpId="0" nodeType="withEffect">
                                  <p:stCondLst>
                                    <p:cond delay="0"/>
                                  </p:stCondLst>
                                  <p:childTnLst>
                                    <p:set>
                                      <p:cBhvr>
                                        <p:cTn id="28" dur="1" fill="hold">
                                          <p:stCondLst>
                                            <p:cond delay="0"/>
                                          </p:stCondLst>
                                        </p:cTn>
                                        <p:tgtEl>
                                          <p:spTgt spid="98"/>
                                        </p:tgtEl>
                                        <p:attrNameLst>
                                          <p:attrName>style.visibility</p:attrName>
                                        </p:attrNameLst>
                                      </p:cBhvr>
                                      <p:to>
                                        <p:strVal val="visible"/>
                                      </p:to>
                                    </p:set>
                                    <p:animEffect transition="in" filter="wipe(up)">
                                      <p:cBhvr>
                                        <p:cTn id="29" dur="500"/>
                                        <p:tgtEl>
                                          <p:spTgt spid="98"/>
                                        </p:tgtEl>
                                      </p:cBhvr>
                                    </p:animEffect>
                                  </p:childTnLst>
                                </p:cTn>
                              </p:par>
                              <p:par>
                                <p:cTn id="30" presetID="22" presetClass="entr" presetSubtype="1" fill="hold" grpId="0" nodeType="with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up)">
                                      <p:cBhvr>
                                        <p:cTn id="32" dur="500"/>
                                        <p:tgtEl>
                                          <p:spTgt spid="99"/>
                                        </p:tgtEl>
                                      </p:cBhvr>
                                    </p:animEffect>
                                  </p:childTnLst>
                                </p:cTn>
                              </p:par>
                            </p:childTnLst>
                          </p:cTn>
                        </p:par>
                        <p:par>
                          <p:cTn id="33" fill="hold">
                            <p:stCondLst>
                              <p:cond delay="2000"/>
                            </p:stCondLst>
                            <p:childTnLst>
                              <p:par>
                                <p:cTn id="34" presetID="21" presetClass="entr" presetSubtype="1" fill="hold" nodeType="afterEffect">
                                  <p:stCondLst>
                                    <p:cond delay="0"/>
                                  </p:stCondLst>
                                  <p:childTnLst>
                                    <p:set>
                                      <p:cBhvr>
                                        <p:cTn id="35" dur="1" fill="hold">
                                          <p:stCondLst>
                                            <p:cond delay="0"/>
                                          </p:stCondLst>
                                        </p:cTn>
                                        <p:tgtEl>
                                          <p:spTgt spid="101"/>
                                        </p:tgtEl>
                                        <p:attrNameLst>
                                          <p:attrName>style.visibility</p:attrName>
                                        </p:attrNameLst>
                                      </p:cBhvr>
                                      <p:to>
                                        <p:strVal val="visible"/>
                                      </p:to>
                                    </p:set>
                                    <p:animEffect transition="in" filter="wheel(1)">
                                      <p:cBhvr>
                                        <p:cTn id="36" dur="1500"/>
                                        <p:tgtEl>
                                          <p:spTgt spid="101"/>
                                        </p:tgtEl>
                                      </p:cBhvr>
                                    </p:animEffect>
                                  </p:childTnLst>
                                </p:cTn>
                              </p:par>
                            </p:childTnLst>
                          </p:cTn>
                        </p:par>
                        <p:par>
                          <p:cTn id="37" fill="hold">
                            <p:stCondLst>
                              <p:cond delay="3500"/>
                            </p:stCondLst>
                            <p:childTnLst>
                              <p:par>
                                <p:cTn id="38" presetID="45" presetClass="entr" presetSubtype="0" fill="hold" nodeType="afterEffect">
                                  <p:stCondLst>
                                    <p:cond delay="0"/>
                                  </p:stCondLst>
                                  <p:childTnLst>
                                    <p:set>
                                      <p:cBhvr>
                                        <p:cTn id="39" dur="1" fill="hold">
                                          <p:stCondLst>
                                            <p:cond delay="0"/>
                                          </p:stCondLst>
                                        </p:cTn>
                                        <p:tgtEl>
                                          <p:spTgt spid="150"/>
                                        </p:tgtEl>
                                        <p:attrNameLst>
                                          <p:attrName>style.visibility</p:attrName>
                                        </p:attrNameLst>
                                      </p:cBhvr>
                                      <p:to>
                                        <p:strVal val="visible"/>
                                      </p:to>
                                    </p:set>
                                    <p:animEffect transition="in" filter="fade">
                                      <p:cBhvr>
                                        <p:cTn id="40" dur="750"/>
                                        <p:tgtEl>
                                          <p:spTgt spid="150"/>
                                        </p:tgtEl>
                                      </p:cBhvr>
                                    </p:animEffect>
                                    <p:anim calcmode="lin" valueType="num">
                                      <p:cBhvr>
                                        <p:cTn id="41" dur="750" fill="hold"/>
                                        <p:tgtEl>
                                          <p:spTgt spid="150"/>
                                        </p:tgtEl>
                                        <p:attrNameLst>
                                          <p:attrName>ppt_w</p:attrName>
                                        </p:attrNameLst>
                                      </p:cBhvr>
                                      <p:tavLst>
                                        <p:tav tm="0" fmla="#ppt_w*sin(2.5*pi*$)">
                                          <p:val>
                                            <p:fltVal val="0"/>
                                          </p:val>
                                        </p:tav>
                                        <p:tav tm="100000">
                                          <p:val>
                                            <p:fltVal val="1"/>
                                          </p:val>
                                        </p:tav>
                                      </p:tavLst>
                                    </p:anim>
                                    <p:anim calcmode="lin" valueType="num">
                                      <p:cBhvr>
                                        <p:cTn id="42" dur="750" fill="hold"/>
                                        <p:tgtEl>
                                          <p:spTgt spid="150"/>
                                        </p:tgtEl>
                                        <p:attrNameLst>
                                          <p:attrName>ppt_h</p:attrName>
                                        </p:attrNameLst>
                                      </p:cBhvr>
                                      <p:tavLst>
                                        <p:tav tm="0">
                                          <p:val>
                                            <p:strVal val="#ppt_h"/>
                                          </p:val>
                                        </p:tav>
                                        <p:tav tm="100000">
                                          <p:val>
                                            <p:strVal val="#ppt_h"/>
                                          </p:val>
                                        </p:tav>
                                      </p:tavLst>
                                    </p:anim>
                                  </p:childTnLst>
                                </p:cTn>
                              </p:par>
                              <p:par>
                                <p:cTn id="43" presetID="45" presetClass="entr" presetSubtype="0" fill="hold" nodeType="withEffect">
                                  <p:stCondLst>
                                    <p:cond delay="0"/>
                                  </p:stCondLst>
                                  <p:childTnLst>
                                    <p:set>
                                      <p:cBhvr>
                                        <p:cTn id="44" dur="1" fill="hold">
                                          <p:stCondLst>
                                            <p:cond delay="0"/>
                                          </p:stCondLst>
                                        </p:cTn>
                                        <p:tgtEl>
                                          <p:spTgt spid="158"/>
                                        </p:tgtEl>
                                        <p:attrNameLst>
                                          <p:attrName>style.visibility</p:attrName>
                                        </p:attrNameLst>
                                      </p:cBhvr>
                                      <p:to>
                                        <p:strVal val="visible"/>
                                      </p:to>
                                    </p:set>
                                    <p:animEffect transition="in" filter="fade">
                                      <p:cBhvr>
                                        <p:cTn id="45" dur="750"/>
                                        <p:tgtEl>
                                          <p:spTgt spid="158"/>
                                        </p:tgtEl>
                                      </p:cBhvr>
                                    </p:animEffect>
                                    <p:anim calcmode="lin" valueType="num">
                                      <p:cBhvr>
                                        <p:cTn id="46" dur="750" fill="hold"/>
                                        <p:tgtEl>
                                          <p:spTgt spid="158"/>
                                        </p:tgtEl>
                                        <p:attrNameLst>
                                          <p:attrName>ppt_w</p:attrName>
                                        </p:attrNameLst>
                                      </p:cBhvr>
                                      <p:tavLst>
                                        <p:tav tm="0" fmla="#ppt_w*sin(2.5*pi*$)">
                                          <p:val>
                                            <p:fltVal val="0"/>
                                          </p:val>
                                        </p:tav>
                                        <p:tav tm="100000">
                                          <p:val>
                                            <p:fltVal val="1"/>
                                          </p:val>
                                        </p:tav>
                                      </p:tavLst>
                                    </p:anim>
                                    <p:anim calcmode="lin" valueType="num">
                                      <p:cBhvr>
                                        <p:cTn id="47" dur="750" fill="hold"/>
                                        <p:tgtEl>
                                          <p:spTgt spid="158"/>
                                        </p:tgtEl>
                                        <p:attrNameLst>
                                          <p:attrName>ppt_h</p:attrName>
                                        </p:attrNameLst>
                                      </p:cBhvr>
                                      <p:tavLst>
                                        <p:tav tm="0">
                                          <p:val>
                                            <p:strVal val="#ppt_h"/>
                                          </p:val>
                                        </p:tav>
                                        <p:tav tm="100000">
                                          <p:val>
                                            <p:strVal val="#ppt_h"/>
                                          </p:val>
                                        </p:tav>
                                      </p:tavLst>
                                    </p:anim>
                                  </p:childTnLst>
                                </p:cTn>
                              </p:par>
                              <p:par>
                                <p:cTn id="48" presetID="45" presetClass="entr" presetSubtype="0" fill="hold" nodeType="withEffect">
                                  <p:stCondLst>
                                    <p:cond delay="0"/>
                                  </p:stCondLst>
                                  <p:childTnLst>
                                    <p:set>
                                      <p:cBhvr>
                                        <p:cTn id="49" dur="1" fill="hold">
                                          <p:stCondLst>
                                            <p:cond delay="0"/>
                                          </p:stCondLst>
                                        </p:cTn>
                                        <p:tgtEl>
                                          <p:spTgt spid="140"/>
                                        </p:tgtEl>
                                        <p:attrNameLst>
                                          <p:attrName>style.visibility</p:attrName>
                                        </p:attrNameLst>
                                      </p:cBhvr>
                                      <p:to>
                                        <p:strVal val="visible"/>
                                      </p:to>
                                    </p:set>
                                    <p:animEffect transition="in" filter="fade">
                                      <p:cBhvr>
                                        <p:cTn id="50" dur="750"/>
                                        <p:tgtEl>
                                          <p:spTgt spid="140"/>
                                        </p:tgtEl>
                                      </p:cBhvr>
                                    </p:animEffect>
                                    <p:anim calcmode="lin" valueType="num">
                                      <p:cBhvr>
                                        <p:cTn id="51" dur="750" fill="hold"/>
                                        <p:tgtEl>
                                          <p:spTgt spid="140"/>
                                        </p:tgtEl>
                                        <p:attrNameLst>
                                          <p:attrName>ppt_w</p:attrName>
                                        </p:attrNameLst>
                                      </p:cBhvr>
                                      <p:tavLst>
                                        <p:tav tm="0" fmla="#ppt_w*sin(2.5*pi*$)">
                                          <p:val>
                                            <p:fltVal val="0"/>
                                          </p:val>
                                        </p:tav>
                                        <p:tav tm="100000">
                                          <p:val>
                                            <p:fltVal val="1"/>
                                          </p:val>
                                        </p:tav>
                                      </p:tavLst>
                                    </p:anim>
                                    <p:anim calcmode="lin" valueType="num">
                                      <p:cBhvr>
                                        <p:cTn id="52" dur="750" fill="hold"/>
                                        <p:tgtEl>
                                          <p:spTgt spid="140"/>
                                        </p:tgtEl>
                                        <p:attrNameLst>
                                          <p:attrName>ppt_h</p:attrName>
                                        </p:attrNameLst>
                                      </p:cBhvr>
                                      <p:tavLst>
                                        <p:tav tm="0">
                                          <p:val>
                                            <p:strVal val="#ppt_h"/>
                                          </p:val>
                                        </p:tav>
                                        <p:tav tm="100000">
                                          <p:val>
                                            <p:strVal val="#ppt_h"/>
                                          </p:val>
                                        </p:tav>
                                      </p:tavLst>
                                    </p:anim>
                                  </p:childTnLst>
                                </p:cTn>
                              </p:par>
                              <p:par>
                                <p:cTn id="53" presetID="45" presetClass="entr" presetSubtype="0" fill="hold" nodeType="withEffect">
                                  <p:stCondLst>
                                    <p:cond delay="0"/>
                                  </p:stCondLst>
                                  <p:childTnLst>
                                    <p:set>
                                      <p:cBhvr>
                                        <p:cTn id="54" dur="1" fill="hold">
                                          <p:stCondLst>
                                            <p:cond delay="0"/>
                                          </p:stCondLst>
                                        </p:cTn>
                                        <p:tgtEl>
                                          <p:spTgt spid="162"/>
                                        </p:tgtEl>
                                        <p:attrNameLst>
                                          <p:attrName>style.visibility</p:attrName>
                                        </p:attrNameLst>
                                      </p:cBhvr>
                                      <p:to>
                                        <p:strVal val="visible"/>
                                      </p:to>
                                    </p:set>
                                    <p:animEffect transition="in" filter="fade">
                                      <p:cBhvr>
                                        <p:cTn id="55" dur="750"/>
                                        <p:tgtEl>
                                          <p:spTgt spid="162"/>
                                        </p:tgtEl>
                                      </p:cBhvr>
                                    </p:animEffect>
                                    <p:anim calcmode="lin" valueType="num">
                                      <p:cBhvr>
                                        <p:cTn id="56" dur="750" fill="hold"/>
                                        <p:tgtEl>
                                          <p:spTgt spid="162"/>
                                        </p:tgtEl>
                                        <p:attrNameLst>
                                          <p:attrName>ppt_w</p:attrName>
                                        </p:attrNameLst>
                                      </p:cBhvr>
                                      <p:tavLst>
                                        <p:tav tm="0" fmla="#ppt_w*sin(2.5*pi*$)">
                                          <p:val>
                                            <p:fltVal val="0"/>
                                          </p:val>
                                        </p:tav>
                                        <p:tav tm="100000">
                                          <p:val>
                                            <p:fltVal val="1"/>
                                          </p:val>
                                        </p:tav>
                                      </p:tavLst>
                                    </p:anim>
                                    <p:anim calcmode="lin" valueType="num">
                                      <p:cBhvr>
                                        <p:cTn id="57" dur="750" fill="hold"/>
                                        <p:tgtEl>
                                          <p:spTgt spid="162"/>
                                        </p:tgtEl>
                                        <p:attrNameLst>
                                          <p:attrName>ppt_h</p:attrName>
                                        </p:attrNameLst>
                                      </p:cBhvr>
                                      <p:tavLst>
                                        <p:tav tm="0">
                                          <p:val>
                                            <p:strVal val="#ppt_h"/>
                                          </p:val>
                                        </p:tav>
                                        <p:tav tm="100000">
                                          <p:val>
                                            <p:strVal val="#ppt_h"/>
                                          </p:val>
                                        </p:tav>
                                      </p:tavLst>
                                    </p:anim>
                                  </p:childTnLst>
                                </p:cTn>
                              </p:par>
                            </p:childTnLst>
                          </p:cTn>
                        </p:par>
                        <p:par>
                          <p:cTn id="58" fill="hold">
                            <p:stCondLst>
                              <p:cond delay="4250"/>
                            </p:stCondLst>
                            <p:childTnLst>
                              <p:par>
                                <p:cTn id="59" presetID="8" presetClass="emph" presetSubtype="0" fill="hold" nodeType="afterEffect">
                                  <p:stCondLst>
                                    <p:cond delay="0"/>
                                  </p:stCondLst>
                                  <p:childTnLst>
                                    <p:animRot by="21600000">
                                      <p:cBhvr>
                                        <p:cTn id="60" dur="2000" fill="hold"/>
                                        <p:tgtEl>
                                          <p:spTgt spid="101"/>
                                        </p:tgtEl>
                                        <p:attrNameLst>
                                          <p:attrName>r</p:attrName>
                                        </p:attrNameLst>
                                      </p:cBhvr>
                                    </p:animRot>
                                  </p:childTnLst>
                                </p:cTn>
                              </p:par>
                            </p:childTnLst>
                          </p:cTn>
                        </p:par>
                        <p:par>
                          <p:cTn id="61" fill="hold">
                            <p:stCondLst>
                              <p:cond delay="6250"/>
                            </p:stCondLst>
                            <p:childTnLst>
                              <p:par>
                                <p:cTn id="62" presetID="10" presetClass="entr" presetSubtype="0" fill="hold" nodeType="afterEffect">
                                  <p:stCondLst>
                                    <p:cond delay="0"/>
                                  </p:stCondLst>
                                  <p:childTnLst>
                                    <p:set>
                                      <p:cBhvr>
                                        <p:cTn id="63" dur="1" fill="hold">
                                          <p:stCondLst>
                                            <p:cond delay="0"/>
                                          </p:stCondLst>
                                        </p:cTn>
                                        <p:tgtEl>
                                          <p:spTgt spid="106"/>
                                        </p:tgtEl>
                                        <p:attrNameLst>
                                          <p:attrName>style.visibility</p:attrName>
                                        </p:attrNameLst>
                                      </p:cBhvr>
                                      <p:to>
                                        <p:strVal val="visible"/>
                                      </p:to>
                                    </p:set>
                                    <p:animEffect transition="in" filter="fade">
                                      <p:cBhvr>
                                        <p:cTn id="64" dur="1000"/>
                                        <p:tgtEl>
                                          <p:spTgt spid="106"/>
                                        </p:tgtEl>
                                      </p:cBhvr>
                                    </p:animEffect>
                                  </p:childTnLst>
                                </p:cTn>
                              </p:par>
                              <p:par>
                                <p:cTn id="65" presetID="42" presetClass="path" presetSubtype="0" accel="50000" decel="50000" fill="hold" nodeType="withEffect">
                                  <p:stCondLst>
                                    <p:cond delay="0"/>
                                  </p:stCondLst>
                                  <p:childTnLst>
                                    <p:animMotion origin="layout" path="M 0.12578 0.21505 L -1.04167E-6 -2.22222E-6 " pathEditMode="relative" rAng="0" ptsTypes="AA">
                                      <p:cBhvr>
                                        <p:cTn id="66" dur="1000" fill="hold"/>
                                        <p:tgtEl>
                                          <p:spTgt spid="106"/>
                                        </p:tgtEl>
                                        <p:attrNameLst>
                                          <p:attrName>ppt_x</p:attrName>
                                          <p:attrName>ppt_y</p:attrName>
                                        </p:attrNameLst>
                                      </p:cBhvr>
                                      <p:rCtr x="-6289" y="-10764"/>
                                    </p:animMotion>
                                  </p:childTnLst>
                                </p:cTn>
                              </p:par>
                              <p:par>
                                <p:cTn id="67" presetID="10" presetClass="entr" presetSubtype="0" fill="hold" nodeType="withEffect">
                                  <p:stCondLst>
                                    <p:cond delay="0"/>
                                  </p:stCondLst>
                                  <p:childTnLst>
                                    <p:set>
                                      <p:cBhvr>
                                        <p:cTn id="68" dur="1" fill="hold">
                                          <p:stCondLst>
                                            <p:cond delay="0"/>
                                          </p:stCondLst>
                                        </p:cTn>
                                        <p:tgtEl>
                                          <p:spTgt spid="170"/>
                                        </p:tgtEl>
                                        <p:attrNameLst>
                                          <p:attrName>style.visibility</p:attrName>
                                        </p:attrNameLst>
                                      </p:cBhvr>
                                      <p:to>
                                        <p:strVal val="visible"/>
                                      </p:to>
                                    </p:set>
                                    <p:animEffect transition="in" filter="fade">
                                      <p:cBhvr>
                                        <p:cTn id="69" dur="1000"/>
                                        <p:tgtEl>
                                          <p:spTgt spid="170"/>
                                        </p:tgtEl>
                                      </p:cBhvr>
                                    </p:animEffect>
                                  </p:childTnLst>
                                </p:cTn>
                              </p:par>
                              <p:par>
                                <p:cTn id="70" presetID="42" presetClass="path" presetSubtype="0" accel="50000" decel="50000" fill="hold" nodeType="withEffect">
                                  <p:stCondLst>
                                    <p:cond delay="0"/>
                                  </p:stCondLst>
                                  <p:childTnLst>
                                    <p:animMotion origin="layout" path="M -0.14427 -0.23958 L -3.95833E-6 -1.85185E-6 " pathEditMode="relative" rAng="0" ptsTypes="AA">
                                      <p:cBhvr>
                                        <p:cTn id="71" dur="1000" fill="hold"/>
                                        <p:tgtEl>
                                          <p:spTgt spid="170"/>
                                        </p:tgtEl>
                                        <p:attrNameLst>
                                          <p:attrName>ppt_x</p:attrName>
                                          <p:attrName>ppt_y</p:attrName>
                                        </p:attrNameLst>
                                      </p:cBhvr>
                                      <p:rCtr x="7214" y="11968"/>
                                    </p:animMotion>
                                  </p:childTnLst>
                                </p:cTn>
                              </p:par>
                              <p:par>
                                <p:cTn id="72" presetID="10" presetClass="entr" presetSubtype="0" fill="hold" nodeType="withEffect">
                                  <p:stCondLst>
                                    <p:cond delay="0"/>
                                  </p:stCondLst>
                                  <p:childTnLst>
                                    <p:set>
                                      <p:cBhvr>
                                        <p:cTn id="73" dur="1" fill="hold">
                                          <p:stCondLst>
                                            <p:cond delay="0"/>
                                          </p:stCondLst>
                                        </p:cTn>
                                        <p:tgtEl>
                                          <p:spTgt spid="123"/>
                                        </p:tgtEl>
                                        <p:attrNameLst>
                                          <p:attrName>style.visibility</p:attrName>
                                        </p:attrNameLst>
                                      </p:cBhvr>
                                      <p:to>
                                        <p:strVal val="visible"/>
                                      </p:to>
                                    </p:set>
                                    <p:animEffect transition="in" filter="fade">
                                      <p:cBhvr>
                                        <p:cTn id="74" dur="1000"/>
                                        <p:tgtEl>
                                          <p:spTgt spid="123"/>
                                        </p:tgtEl>
                                      </p:cBhvr>
                                    </p:animEffect>
                                  </p:childTnLst>
                                </p:cTn>
                              </p:par>
                              <p:par>
                                <p:cTn id="75" presetID="42" presetClass="path" presetSubtype="0" accel="50000" decel="50000" fill="hold" nodeType="withEffect">
                                  <p:stCondLst>
                                    <p:cond delay="0"/>
                                  </p:stCondLst>
                                  <p:childTnLst>
                                    <p:animMotion origin="layout" path="M -0.13893 0.21505 L -4.79167E-6 -2.22222E-6 " pathEditMode="relative" rAng="0" ptsTypes="AA">
                                      <p:cBhvr>
                                        <p:cTn id="76" dur="1000" fill="hold"/>
                                        <p:tgtEl>
                                          <p:spTgt spid="123"/>
                                        </p:tgtEl>
                                        <p:attrNameLst>
                                          <p:attrName>ppt_x</p:attrName>
                                          <p:attrName>ppt_y</p:attrName>
                                        </p:attrNameLst>
                                      </p:cBhvr>
                                      <p:rCtr x="6940" y="-10764"/>
                                    </p:animMotion>
                                  </p:childTnLst>
                                </p:cTn>
                              </p:par>
                              <p:par>
                                <p:cTn id="77" presetID="10" presetClass="entr" presetSubtype="0" fill="hold" nodeType="withEffect">
                                  <p:stCondLst>
                                    <p:cond delay="0"/>
                                  </p:stCondLst>
                                  <p:childTnLst>
                                    <p:set>
                                      <p:cBhvr>
                                        <p:cTn id="78" dur="1" fill="hold">
                                          <p:stCondLst>
                                            <p:cond delay="0"/>
                                          </p:stCondLst>
                                        </p:cTn>
                                        <p:tgtEl>
                                          <p:spTgt spid="114"/>
                                        </p:tgtEl>
                                        <p:attrNameLst>
                                          <p:attrName>style.visibility</p:attrName>
                                        </p:attrNameLst>
                                      </p:cBhvr>
                                      <p:to>
                                        <p:strVal val="visible"/>
                                      </p:to>
                                    </p:set>
                                    <p:animEffect transition="in" filter="fade">
                                      <p:cBhvr>
                                        <p:cTn id="79" dur="1000"/>
                                        <p:tgtEl>
                                          <p:spTgt spid="114"/>
                                        </p:tgtEl>
                                      </p:cBhvr>
                                    </p:animEffect>
                                  </p:childTnLst>
                                </p:cTn>
                              </p:par>
                              <p:par>
                                <p:cTn id="80" presetID="42" presetClass="path" presetSubtype="0" accel="50000" decel="50000" fill="hold" nodeType="withEffect">
                                  <p:stCondLst>
                                    <p:cond delay="0"/>
                                  </p:stCondLst>
                                  <p:childTnLst>
                                    <p:animMotion origin="layout" path="M 0.12969 -0.25394 L -4.79167E-6 4.44444E-6 " pathEditMode="relative" rAng="0" ptsTypes="AA">
                                      <p:cBhvr>
                                        <p:cTn id="81" dur="1000" fill="hold"/>
                                        <p:tgtEl>
                                          <p:spTgt spid="114"/>
                                        </p:tgtEl>
                                        <p:attrNameLst>
                                          <p:attrName>ppt_x</p:attrName>
                                          <p:attrName>ppt_y</p:attrName>
                                        </p:attrNameLst>
                                      </p:cBhvr>
                                      <p:rCtr x="-6484" y="12685"/>
                                    </p:animMotion>
                                  </p:childTnLst>
                                </p:cTn>
                              </p:par>
                            </p:childTnLst>
                          </p:cTn>
                        </p:par>
                        <p:par>
                          <p:cTn id="82" fill="hold">
                            <p:stCondLst>
                              <p:cond delay="7250"/>
                            </p:stCondLst>
                            <p:childTnLst>
                              <p:par>
                                <p:cTn id="83" presetID="22" presetClass="entr" presetSubtype="2" fill="hold" grpId="0" nodeType="afterEffect">
                                  <p:stCondLst>
                                    <p:cond delay="0"/>
                                  </p:stCondLst>
                                  <p:childTnLst>
                                    <p:set>
                                      <p:cBhvr>
                                        <p:cTn id="84" dur="1" fill="hold">
                                          <p:stCondLst>
                                            <p:cond delay="0"/>
                                          </p:stCondLst>
                                        </p:cTn>
                                        <p:tgtEl>
                                          <p:spTgt spid="93"/>
                                        </p:tgtEl>
                                        <p:attrNameLst>
                                          <p:attrName>style.visibility</p:attrName>
                                        </p:attrNameLst>
                                      </p:cBhvr>
                                      <p:to>
                                        <p:strVal val="visible"/>
                                      </p:to>
                                    </p:set>
                                    <p:animEffect transition="in" filter="wipe(right)">
                                      <p:cBhvr>
                                        <p:cTn id="85" dur="500"/>
                                        <p:tgtEl>
                                          <p:spTgt spid="93"/>
                                        </p:tgtEl>
                                      </p:cBhvr>
                                    </p:animEffect>
                                  </p:childTnLst>
                                </p:cTn>
                              </p:par>
                              <p:par>
                                <p:cTn id="86" presetID="22" presetClass="entr" presetSubtype="2" fill="hold" grpId="0" nodeType="withEffect">
                                  <p:stCondLst>
                                    <p:cond delay="0"/>
                                  </p:stCondLst>
                                  <p:childTnLst>
                                    <p:set>
                                      <p:cBhvr>
                                        <p:cTn id="87" dur="1" fill="hold">
                                          <p:stCondLst>
                                            <p:cond delay="0"/>
                                          </p:stCondLst>
                                        </p:cTn>
                                        <p:tgtEl>
                                          <p:spTgt spid="96"/>
                                        </p:tgtEl>
                                        <p:attrNameLst>
                                          <p:attrName>style.visibility</p:attrName>
                                        </p:attrNameLst>
                                      </p:cBhvr>
                                      <p:to>
                                        <p:strVal val="visible"/>
                                      </p:to>
                                    </p:set>
                                    <p:animEffect transition="in" filter="wipe(right)">
                                      <p:cBhvr>
                                        <p:cTn id="88" dur="500"/>
                                        <p:tgtEl>
                                          <p:spTgt spid="96"/>
                                        </p:tgtEl>
                                      </p:cBhvr>
                                    </p:animEffect>
                                  </p:childTnLst>
                                </p:cTn>
                              </p:par>
                              <p:par>
                                <p:cTn id="89" presetID="22" presetClass="entr" presetSubtype="2" fill="hold" grpId="0" nodeType="withEffect">
                                  <p:stCondLst>
                                    <p:cond delay="0"/>
                                  </p:stCondLst>
                                  <p:childTnLst>
                                    <p:set>
                                      <p:cBhvr>
                                        <p:cTn id="90" dur="1" fill="hold">
                                          <p:stCondLst>
                                            <p:cond delay="0"/>
                                          </p:stCondLst>
                                        </p:cTn>
                                        <p:tgtEl>
                                          <p:spTgt spid="179"/>
                                        </p:tgtEl>
                                        <p:attrNameLst>
                                          <p:attrName>style.visibility</p:attrName>
                                        </p:attrNameLst>
                                      </p:cBhvr>
                                      <p:to>
                                        <p:strVal val="visible"/>
                                      </p:to>
                                    </p:set>
                                    <p:animEffect transition="in" filter="wipe(right)">
                                      <p:cBhvr>
                                        <p:cTn id="91" dur="500"/>
                                        <p:tgtEl>
                                          <p:spTgt spid="179"/>
                                        </p:tgtEl>
                                      </p:cBhvr>
                                    </p:animEffect>
                                  </p:childTnLst>
                                </p:cTn>
                              </p:par>
                              <p:par>
                                <p:cTn id="92" presetID="22" presetClass="entr" presetSubtype="2" fill="hold" grpId="0" nodeType="withEffect">
                                  <p:stCondLst>
                                    <p:cond delay="0"/>
                                  </p:stCondLst>
                                  <p:childTnLst>
                                    <p:set>
                                      <p:cBhvr>
                                        <p:cTn id="93" dur="1" fill="hold">
                                          <p:stCondLst>
                                            <p:cond delay="0"/>
                                          </p:stCondLst>
                                        </p:cTn>
                                        <p:tgtEl>
                                          <p:spTgt spid="180"/>
                                        </p:tgtEl>
                                        <p:attrNameLst>
                                          <p:attrName>style.visibility</p:attrName>
                                        </p:attrNameLst>
                                      </p:cBhvr>
                                      <p:to>
                                        <p:strVal val="visible"/>
                                      </p:to>
                                    </p:set>
                                    <p:animEffect transition="in" filter="wipe(right)">
                                      <p:cBhvr>
                                        <p:cTn id="94" dur="500"/>
                                        <p:tgtEl>
                                          <p:spTgt spid="180"/>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94"/>
                                        </p:tgtEl>
                                        <p:attrNameLst>
                                          <p:attrName>style.visibility</p:attrName>
                                        </p:attrNameLst>
                                      </p:cBhvr>
                                      <p:to>
                                        <p:strVal val="visible"/>
                                      </p:to>
                                    </p:set>
                                    <p:animEffect transition="in" filter="wipe(left)">
                                      <p:cBhvr>
                                        <p:cTn id="97" dur="500"/>
                                        <p:tgtEl>
                                          <p:spTgt spid="94"/>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95"/>
                                        </p:tgtEl>
                                        <p:attrNameLst>
                                          <p:attrName>style.visibility</p:attrName>
                                        </p:attrNameLst>
                                      </p:cBhvr>
                                      <p:to>
                                        <p:strVal val="visible"/>
                                      </p:to>
                                    </p:set>
                                    <p:animEffect transition="in" filter="wipe(left)">
                                      <p:cBhvr>
                                        <p:cTn id="100" dur="500"/>
                                        <p:tgtEl>
                                          <p:spTgt spid="95"/>
                                        </p:tgtEl>
                                      </p:cBhvr>
                                    </p:animEffect>
                                  </p:childTnLst>
                                </p:cTn>
                              </p:par>
                              <p:par>
                                <p:cTn id="101" presetID="22" presetClass="entr" presetSubtype="8" fill="hold" grpId="0" nodeType="withEffect">
                                  <p:stCondLst>
                                    <p:cond delay="0"/>
                                  </p:stCondLst>
                                  <p:childTnLst>
                                    <p:set>
                                      <p:cBhvr>
                                        <p:cTn id="102" dur="1" fill="hold">
                                          <p:stCondLst>
                                            <p:cond delay="0"/>
                                          </p:stCondLst>
                                        </p:cTn>
                                        <p:tgtEl>
                                          <p:spTgt spid="181"/>
                                        </p:tgtEl>
                                        <p:attrNameLst>
                                          <p:attrName>style.visibility</p:attrName>
                                        </p:attrNameLst>
                                      </p:cBhvr>
                                      <p:to>
                                        <p:strVal val="visible"/>
                                      </p:to>
                                    </p:set>
                                    <p:animEffect transition="in" filter="wipe(left)">
                                      <p:cBhvr>
                                        <p:cTn id="103" dur="500"/>
                                        <p:tgtEl>
                                          <p:spTgt spid="181"/>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182"/>
                                        </p:tgtEl>
                                        <p:attrNameLst>
                                          <p:attrName>style.visibility</p:attrName>
                                        </p:attrNameLst>
                                      </p:cBhvr>
                                      <p:to>
                                        <p:strVal val="visible"/>
                                      </p:to>
                                    </p:set>
                                    <p:animEffect transition="in" filter="wipe(left)">
                                      <p:cBhvr>
                                        <p:cTn id="106" dur="500"/>
                                        <p:tgtEl>
                                          <p:spTgt spid="182"/>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4" fill="hold" grpId="0" nodeType="clickEffect">
                                  <p:stCondLst>
                                    <p:cond delay="0"/>
                                  </p:stCondLst>
                                  <p:childTnLst>
                                    <p:set>
                                      <p:cBhvr>
                                        <p:cTn id="110" dur="1" fill="hold">
                                          <p:stCondLst>
                                            <p:cond delay="0"/>
                                          </p:stCondLst>
                                        </p:cTn>
                                        <p:tgtEl>
                                          <p:spTgt spid="183"/>
                                        </p:tgtEl>
                                        <p:attrNameLst>
                                          <p:attrName>style.visibility</p:attrName>
                                        </p:attrNameLst>
                                      </p:cBhvr>
                                      <p:to>
                                        <p:strVal val="visible"/>
                                      </p:to>
                                    </p:set>
                                    <p:animEffect transition="in" filter="wipe(down)">
                                      <p:cBhvr>
                                        <p:cTn id="111" dur="500"/>
                                        <p:tgtEl>
                                          <p:spTgt spid="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3" grpId="0"/>
      <p:bldP spid="94" grpId="0"/>
      <p:bldP spid="95" grpId="0"/>
      <p:bldP spid="96" grpId="0"/>
      <p:bldP spid="97" grpId="0" animBg="1"/>
      <p:bldP spid="98" grpId="0" animBg="1"/>
      <p:bldP spid="99" grpId="0" animBg="1"/>
      <p:bldP spid="100" grpId="0" animBg="1"/>
      <p:bldP spid="179" grpId="0"/>
      <p:bldP spid="180" grpId="0"/>
      <p:bldP spid="181" grpId="0"/>
      <p:bldP spid="182" grpId="0"/>
      <p:bldP spid="183"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1ACBE"/>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95998" y="137877"/>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团队合作</a:t>
            </a:r>
          </a:p>
        </p:txBody>
      </p:sp>
      <p:grpSp>
        <p:nvGrpSpPr>
          <p:cNvPr id="8" name="组合 7"/>
          <p:cNvGrpSpPr/>
          <p:nvPr/>
        </p:nvGrpSpPr>
        <p:grpSpPr>
          <a:xfrm>
            <a:off x="7392364" y="4066612"/>
            <a:ext cx="2574873" cy="3042287"/>
            <a:chOff x="6834045" y="3366884"/>
            <a:chExt cx="2441177" cy="2885365"/>
          </a:xfrm>
        </p:grpSpPr>
        <p:sp>
          <p:nvSpPr>
            <p:cNvPr id="9" name="平行四边形 8"/>
            <p:cNvSpPr/>
            <p:nvPr/>
          </p:nvSpPr>
          <p:spPr>
            <a:xfrm flipH="1">
              <a:off x="8853151" y="4172996"/>
              <a:ext cx="420155" cy="240635"/>
            </a:xfrm>
            <a:prstGeom prst="parallelogram">
              <a:avLst>
                <a:gd name="adj" fmla="val 55395"/>
              </a:avLst>
            </a:prstGeom>
            <a:gradFill flip="none" rotWithShape="1">
              <a:gsLst>
                <a:gs pos="0">
                  <a:schemeClr val="bg1"/>
                </a:gs>
                <a:gs pos="100000">
                  <a:schemeClr val="bg1">
                    <a:lumMod val="85000"/>
                  </a:schemeClr>
                </a:gs>
              </a:gsLst>
              <a:lin ang="17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 name="平行四边形 9"/>
            <p:cNvSpPr/>
            <p:nvPr/>
          </p:nvSpPr>
          <p:spPr>
            <a:xfrm flipH="1">
              <a:off x="8563499" y="4057131"/>
              <a:ext cx="425672"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 name="平行四边形 10"/>
            <p:cNvSpPr/>
            <p:nvPr/>
          </p:nvSpPr>
          <p:spPr>
            <a:xfrm flipH="1">
              <a:off x="8274056" y="3943184"/>
              <a:ext cx="425671"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平行四边形 11"/>
            <p:cNvSpPr/>
            <p:nvPr/>
          </p:nvSpPr>
          <p:spPr>
            <a:xfrm flipH="1">
              <a:off x="7988219" y="3828592"/>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平行四边形 12"/>
            <p:cNvSpPr/>
            <p:nvPr/>
          </p:nvSpPr>
          <p:spPr>
            <a:xfrm flipH="1">
              <a:off x="7700474" y="3712086"/>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平行四边形 13"/>
            <p:cNvSpPr/>
            <p:nvPr/>
          </p:nvSpPr>
          <p:spPr>
            <a:xfrm flipH="1">
              <a:off x="7411879" y="3595593"/>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平行四边形 14"/>
            <p:cNvSpPr/>
            <p:nvPr/>
          </p:nvSpPr>
          <p:spPr>
            <a:xfrm flipH="1">
              <a:off x="7120952" y="3483237"/>
              <a:ext cx="424619"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 name="平行四边形 15"/>
            <p:cNvSpPr/>
            <p:nvPr/>
          </p:nvSpPr>
          <p:spPr>
            <a:xfrm flipH="1">
              <a:off x="6834046" y="3366884"/>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 name="任意多边形 16"/>
            <p:cNvSpPr/>
            <p:nvPr/>
          </p:nvSpPr>
          <p:spPr>
            <a:xfrm>
              <a:off x="6965415" y="3605786"/>
              <a:ext cx="2309807" cy="1735385"/>
            </a:xfrm>
            <a:custGeom>
              <a:avLst/>
              <a:gdLst>
                <a:gd name="connsiteX0" fmla="*/ 575875 w 2309807"/>
                <a:gd name="connsiteY0" fmla="*/ 1500534 h 1735385"/>
                <a:gd name="connsiteX1" fmla="*/ 705971 w 2309807"/>
                <a:gd name="connsiteY1" fmla="*/ 1735385 h 1735385"/>
                <a:gd name="connsiteX2" fmla="*/ 705245 w 2309807"/>
                <a:gd name="connsiteY2" fmla="*/ 1735385 h 1735385"/>
                <a:gd name="connsiteX3" fmla="*/ 1504249 w 2309807"/>
                <a:gd name="connsiteY3" fmla="*/ 1382113 h 1735385"/>
                <a:gd name="connsiteX4" fmla="*/ 1576684 w 2309807"/>
                <a:gd name="connsiteY4" fmla="*/ 1508598 h 1735385"/>
                <a:gd name="connsiteX5" fmla="*/ 1574315 w 2309807"/>
                <a:gd name="connsiteY5" fmla="*/ 1508598 h 1735385"/>
                <a:gd name="connsiteX6" fmla="*/ 1863136 w 2309807"/>
                <a:gd name="connsiteY6" fmla="*/ 1280213 h 1735385"/>
                <a:gd name="connsiteX7" fmla="*/ 1865870 w 2309807"/>
                <a:gd name="connsiteY7" fmla="*/ 1280213 h 1735385"/>
                <a:gd name="connsiteX8" fmla="*/ 1865870 w 2309807"/>
                <a:gd name="connsiteY8" fmla="*/ 1393108 h 1735385"/>
                <a:gd name="connsiteX9" fmla="*/ 1865073 w 2309807"/>
                <a:gd name="connsiteY9" fmla="*/ 1393108 h 1735385"/>
                <a:gd name="connsiteX10" fmla="*/ 1865073 w 2309807"/>
                <a:gd name="connsiteY10" fmla="*/ 1283730 h 1735385"/>
                <a:gd name="connsiteX11" fmla="*/ 0 w 2309807"/>
                <a:gd name="connsiteY11" fmla="*/ 0 h 1735385"/>
                <a:gd name="connsiteX12" fmla="*/ 288726 w 2309807"/>
                <a:gd name="connsiteY12" fmla="*/ 0 h 1735385"/>
                <a:gd name="connsiteX13" fmla="*/ 288726 w 2309807"/>
                <a:gd name="connsiteY13" fmla="*/ 115490 h 1735385"/>
                <a:gd name="connsiteX14" fmla="*/ 577452 w 2309807"/>
                <a:gd name="connsiteY14" fmla="*/ 115490 h 1735385"/>
                <a:gd name="connsiteX15" fmla="*/ 577452 w 2309807"/>
                <a:gd name="connsiteY15" fmla="*/ 230981 h 1735385"/>
                <a:gd name="connsiteX16" fmla="*/ 866178 w 2309807"/>
                <a:gd name="connsiteY16" fmla="*/ 230981 h 1735385"/>
                <a:gd name="connsiteX17" fmla="*/ 866178 w 2309807"/>
                <a:gd name="connsiteY17" fmla="*/ 346471 h 1735385"/>
                <a:gd name="connsiteX18" fmla="*/ 1154904 w 2309807"/>
                <a:gd name="connsiteY18" fmla="*/ 346471 h 1735385"/>
                <a:gd name="connsiteX19" fmla="*/ 1154904 w 2309807"/>
                <a:gd name="connsiteY19" fmla="*/ 461962 h 1735385"/>
                <a:gd name="connsiteX20" fmla="*/ 1443630 w 2309807"/>
                <a:gd name="connsiteY20" fmla="*/ 461962 h 1735385"/>
                <a:gd name="connsiteX21" fmla="*/ 1443630 w 2309807"/>
                <a:gd name="connsiteY21" fmla="*/ 577452 h 1735385"/>
                <a:gd name="connsiteX22" fmla="*/ 1732355 w 2309807"/>
                <a:gd name="connsiteY22" fmla="*/ 577452 h 1735385"/>
                <a:gd name="connsiteX23" fmla="*/ 1732355 w 2309807"/>
                <a:gd name="connsiteY23" fmla="*/ 692942 h 1735385"/>
                <a:gd name="connsiteX24" fmla="*/ 2021081 w 2309807"/>
                <a:gd name="connsiteY24" fmla="*/ 692942 h 1735385"/>
                <a:gd name="connsiteX25" fmla="*/ 2021081 w 2309807"/>
                <a:gd name="connsiteY25" fmla="*/ 809075 h 1735385"/>
                <a:gd name="connsiteX26" fmla="*/ 2309807 w 2309807"/>
                <a:gd name="connsiteY26" fmla="*/ 809075 h 1735385"/>
                <a:gd name="connsiteX27" fmla="*/ 2309807 w 2309807"/>
                <a:gd name="connsiteY27" fmla="*/ 927033 h 1735385"/>
                <a:gd name="connsiteX28" fmla="*/ 2307697 w 2309807"/>
                <a:gd name="connsiteY28" fmla="*/ 923224 h 1735385"/>
                <a:gd name="connsiteX29" fmla="*/ 2020842 w 2309807"/>
                <a:gd name="connsiteY29" fmla="*/ 923224 h 1735385"/>
                <a:gd name="connsiteX30" fmla="*/ 2154142 w 2309807"/>
                <a:gd name="connsiteY30" fmla="*/ 1163859 h 1735385"/>
                <a:gd name="connsiteX31" fmla="*/ 2154596 w 2309807"/>
                <a:gd name="connsiteY31" fmla="*/ 1163859 h 1735385"/>
                <a:gd name="connsiteX32" fmla="*/ 2154596 w 2309807"/>
                <a:gd name="connsiteY32" fmla="*/ 1277618 h 1735385"/>
                <a:gd name="connsiteX33" fmla="*/ 2154091 w 2309807"/>
                <a:gd name="connsiteY33" fmla="*/ 1277618 h 1735385"/>
                <a:gd name="connsiteX34" fmla="*/ 2154091 w 2309807"/>
                <a:gd name="connsiteY34" fmla="*/ 1167061 h 1735385"/>
                <a:gd name="connsiteX35" fmla="*/ 2019773 w 2309807"/>
                <a:gd name="connsiteY35" fmla="*/ 923225 h 1735385"/>
                <a:gd name="connsiteX36" fmla="*/ 2019773 w 2309807"/>
                <a:gd name="connsiteY36" fmla="*/ 1036377 h 1735385"/>
                <a:gd name="connsiteX37" fmla="*/ 2152662 w 2309807"/>
                <a:gd name="connsiteY37" fmla="*/ 1277618 h 1735385"/>
                <a:gd name="connsiteX38" fmla="*/ 2152646 w 2309807"/>
                <a:gd name="connsiteY38" fmla="*/ 1277618 h 1735385"/>
                <a:gd name="connsiteX39" fmla="*/ 2020784 w 2309807"/>
                <a:gd name="connsiteY39" fmla="*/ 1039578 h 1735385"/>
                <a:gd name="connsiteX40" fmla="*/ 1729472 w 2309807"/>
                <a:gd name="connsiteY40" fmla="*/ 1039578 h 1735385"/>
                <a:gd name="connsiteX41" fmla="*/ 1730754 w 2309807"/>
                <a:gd name="connsiteY41" fmla="*/ 1041892 h 1735385"/>
                <a:gd name="connsiteX42" fmla="*/ 1730754 w 2309807"/>
                <a:gd name="connsiteY42" fmla="*/ 1150643 h 1735385"/>
                <a:gd name="connsiteX43" fmla="*/ 1864318 w 2309807"/>
                <a:gd name="connsiteY43" fmla="*/ 1393108 h 1735385"/>
                <a:gd name="connsiteX44" fmla="*/ 1577144 w 2309807"/>
                <a:gd name="connsiteY44" fmla="*/ 1393108 h 1735385"/>
                <a:gd name="connsiteX45" fmla="*/ 1577144 w 2309807"/>
                <a:gd name="connsiteY45" fmla="*/ 1508598 h 1735385"/>
                <a:gd name="connsiteX46" fmla="*/ 1576951 w 2309807"/>
                <a:gd name="connsiteY46" fmla="*/ 1508598 h 1735385"/>
                <a:gd name="connsiteX47" fmla="*/ 1576951 w 2309807"/>
                <a:gd name="connsiteY47" fmla="*/ 1392568 h 1735385"/>
                <a:gd name="connsiteX48" fmla="*/ 1863158 w 2309807"/>
                <a:gd name="connsiteY48" fmla="*/ 1392568 h 1735385"/>
                <a:gd name="connsiteX49" fmla="*/ 1729858 w 2309807"/>
                <a:gd name="connsiteY49" fmla="*/ 1151933 h 1735385"/>
                <a:gd name="connsiteX50" fmla="*/ 1443009 w 2309807"/>
                <a:gd name="connsiteY50" fmla="*/ 1151933 h 1735385"/>
                <a:gd name="connsiteX51" fmla="*/ 1510063 w 2309807"/>
                <a:gd name="connsiteY51" fmla="*/ 1272980 h 1735385"/>
                <a:gd name="connsiteX52" fmla="*/ 1439285 w 2309807"/>
                <a:gd name="connsiteY52" fmla="*/ 1149388 h 1735385"/>
                <a:gd name="connsiteX53" fmla="*/ 1439285 w 2309807"/>
                <a:gd name="connsiteY53" fmla="*/ 1268428 h 1735385"/>
                <a:gd name="connsiteX54" fmla="*/ 1154415 w 2309807"/>
                <a:gd name="connsiteY54" fmla="*/ 1268428 h 1735385"/>
                <a:gd name="connsiteX55" fmla="*/ 1287714 w 2309807"/>
                <a:gd name="connsiteY55" fmla="*/ 1509062 h 1735385"/>
                <a:gd name="connsiteX56" fmla="*/ 1288419 w 2309807"/>
                <a:gd name="connsiteY56" fmla="*/ 1509062 h 1735385"/>
                <a:gd name="connsiteX57" fmla="*/ 1288419 w 2309807"/>
                <a:gd name="connsiteY57" fmla="*/ 1511693 h 1735385"/>
                <a:gd name="connsiteX58" fmla="*/ 1154414 w 2309807"/>
                <a:gd name="connsiteY58" fmla="*/ 1268427 h 1735385"/>
                <a:gd name="connsiteX59" fmla="*/ 1154414 w 2309807"/>
                <a:gd name="connsiteY59" fmla="*/ 1381735 h 1735385"/>
                <a:gd name="connsiteX60" fmla="*/ 1287917 w 2309807"/>
                <a:gd name="connsiteY60" fmla="*/ 1624089 h 1735385"/>
                <a:gd name="connsiteX61" fmla="*/ 1285997 w 2309807"/>
                <a:gd name="connsiteY61" fmla="*/ 1624089 h 1735385"/>
                <a:gd name="connsiteX62" fmla="*/ 1153516 w 2309807"/>
                <a:gd name="connsiteY62" fmla="*/ 1384933 h 1735385"/>
                <a:gd name="connsiteX63" fmla="*/ 866669 w 2309807"/>
                <a:gd name="connsiteY63" fmla="*/ 1384933 h 1735385"/>
                <a:gd name="connsiteX64" fmla="*/ 999693 w 2309807"/>
                <a:gd name="connsiteY64" fmla="*/ 1625070 h 1735385"/>
                <a:gd name="connsiteX65" fmla="*/ 999693 w 2309807"/>
                <a:gd name="connsiteY65" fmla="*/ 1735385 h 1735385"/>
                <a:gd name="connsiteX66" fmla="*/ 998343 w 2309807"/>
                <a:gd name="connsiteY66" fmla="*/ 1735385 h 1735385"/>
                <a:gd name="connsiteX67" fmla="*/ 997377 w 2309807"/>
                <a:gd name="connsiteY67" fmla="*/ 1733642 h 1735385"/>
                <a:gd name="connsiteX68" fmla="*/ 997377 w 2309807"/>
                <a:gd name="connsiteY68" fmla="*/ 1622219 h 1735385"/>
                <a:gd name="connsiteX69" fmla="*/ 866667 w 2309807"/>
                <a:gd name="connsiteY69" fmla="*/ 1384933 h 1735385"/>
                <a:gd name="connsiteX70" fmla="*/ 866667 w 2309807"/>
                <a:gd name="connsiteY70" fmla="*/ 1499525 h 1735385"/>
                <a:gd name="connsiteX71" fmla="*/ 575319 w 2309807"/>
                <a:gd name="connsiteY71" fmla="*/ 1499525 h 1735385"/>
                <a:gd name="connsiteX72" fmla="*/ 575318 w 2309807"/>
                <a:gd name="connsiteY72" fmla="*/ 1499523 h 1735385"/>
                <a:gd name="connsiteX73" fmla="*/ 575318 w 2309807"/>
                <a:gd name="connsiteY73" fmla="*/ 1499525 h 1735385"/>
                <a:gd name="connsiteX74" fmla="*/ 575316 w 2309807"/>
                <a:gd name="connsiteY74" fmla="*/ 1499525 h 1735385"/>
                <a:gd name="connsiteX75" fmla="*/ 575318 w 2309807"/>
                <a:gd name="connsiteY75" fmla="*/ 1499528 h 1735385"/>
                <a:gd name="connsiteX76" fmla="*/ 575318 w 2309807"/>
                <a:gd name="connsiteY76" fmla="*/ 1610268 h 1735385"/>
                <a:gd name="connsiteX77" fmla="*/ 577083 w 2309807"/>
                <a:gd name="connsiteY77" fmla="*/ 1613472 h 1735385"/>
                <a:gd name="connsiteX78" fmla="*/ 285873 w 2309807"/>
                <a:gd name="connsiteY78" fmla="*/ 1613472 h 1735385"/>
                <a:gd name="connsiteX79" fmla="*/ 287575 w 2309807"/>
                <a:gd name="connsiteY79" fmla="*/ 1616543 h 1735385"/>
                <a:gd name="connsiteX80" fmla="*/ 287575 w 2309807"/>
                <a:gd name="connsiteY80" fmla="*/ 1726138 h 1735385"/>
                <a:gd name="connsiteX81" fmla="*/ 292669 w 2309807"/>
                <a:gd name="connsiteY81" fmla="*/ 1735385 h 1735385"/>
                <a:gd name="connsiteX82" fmla="*/ 291936 w 2309807"/>
                <a:gd name="connsiteY82" fmla="*/ 1735385 h 1735385"/>
                <a:gd name="connsiteX83" fmla="*/ 288585 w 2309807"/>
                <a:gd name="connsiteY83" fmla="*/ 1729337 h 1735385"/>
                <a:gd name="connsiteX84" fmla="*/ 1738 w 2309807"/>
                <a:gd name="connsiteY84" fmla="*/ 1729337 h 1735385"/>
                <a:gd name="connsiteX85" fmla="*/ 5089 w 2309807"/>
                <a:gd name="connsiteY85" fmla="*/ 1735385 h 1735385"/>
                <a:gd name="connsiteX86" fmla="*/ 0 w 2309807"/>
                <a:gd name="connsiteY86" fmla="*/ 1735385 h 1735385"/>
                <a:gd name="connsiteX87" fmla="*/ 0 w 2309807"/>
                <a:gd name="connsiteY87" fmla="*/ 1149129 h 1735385"/>
                <a:gd name="connsiteX88" fmla="*/ 0 w 2309807"/>
                <a:gd name="connsiteY88" fmla="*/ 1149128 h 173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09807" h="1735385">
                  <a:moveTo>
                    <a:pt x="575875" y="1500534"/>
                  </a:moveTo>
                  <a:lnTo>
                    <a:pt x="705971" y="1735385"/>
                  </a:lnTo>
                  <a:lnTo>
                    <a:pt x="705245" y="1735385"/>
                  </a:lnTo>
                  <a:close/>
                  <a:moveTo>
                    <a:pt x="1504249" y="1382113"/>
                  </a:moveTo>
                  <a:lnTo>
                    <a:pt x="1576684" y="1508598"/>
                  </a:lnTo>
                  <a:lnTo>
                    <a:pt x="1574315" y="1508598"/>
                  </a:lnTo>
                  <a:close/>
                  <a:moveTo>
                    <a:pt x="1863136" y="1280213"/>
                  </a:moveTo>
                  <a:lnTo>
                    <a:pt x="1865870" y="1280213"/>
                  </a:lnTo>
                  <a:lnTo>
                    <a:pt x="1865870" y="1393108"/>
                  </a:lnTo>
                  <a:lnTo>
                    <a:pt x="1865073" y="1393108"/>
                  </a:lnTo>
                  <a:lnTo>
                    <a:pt x="1865073" y="1283730"/>
                  </a:lnTo>
                  <a:close/>
                  <a:moveTo>
                    <a:pt x="0" y="0"/>
                  </a:moveTo>
                  <a:lnTo>
                    <a:pt x="288726" y="0"/>
                  </a:lnTo>
                  <a:lnTo>
                    <a:pt x="288726" y="115490"/>
                  </a:lnTo>
                  <a:lnTo>
                    <a:pt x="577452" y="115490"/>
                  </a:lnTo>
                  <a:lnTo>
                    <a:pt x="577452" y="230981"/>
                  </a:lnTo>
                  <a:lnTo>
                    <a:pt x="866178" y="230981"/>
                  </a:lnTo>
                  <a:lnTo>
                    <a:pt x="866178" y="346471"/>
                  </a:lnTo>
                  <a:lnTo>
                    <a:pt x="1154904" y="346471"/>
                  </a:lnTo>
                  <a:lnTo>
                    <a:pt x="1154904" y="461962"/>
                  </a:lnTo>
                  <a:lnTo>
                    <a:pt x="1443630" y="461962"/>
                  </a:lnTo>
                  <a:lnTo>
                    <a:pt x="1443630" y="577452"/>
                  </a:lnTo>
                  <a:lnTo>
                    <a:pt x="1732355" y="577452"/>
                  </a:lnTo>
                  <a:lnTo>
                    <a:pt x="1732355" y="692942"/>
                  </a:lnTo>
                  <a:lnTo>
                    <a:pt x="2021081" y="692942"/>
                  </a:lnTo>
                  <a:lnTo>
                    <a:pt x="2021081" y="809075"/>
                  </a:lnTo>
                  <a:lnTo>
                    <a:pt x="2309807" y="809075"/>
                  </a:lnTo>
                  <a:lnTo>
                    <a:pt x="2309807" y="927033"/>
                  </a:lnTo>
                  <a:lnTo>
                    <a:pt x="2307697" y="923224"/>
                  </a:lnTo>
                  <a:lnTo>
                    <a:pt x="2020842" y="923224"/>
                  </a:lnTo>
                  <a:lnTo>
                    <a:pt x="2154142" y="1163859"/>
                  </a:lnTo>
                  <a:lnTo>
                    <a:pt x="2154596" y="1163859"/>
                  </a:lnTo>
                  <a:lnTo>
                    <a:pt x="2154596" y="1277618"/>
                  </a:lnTo>
                  <a:lnTo>
                    <a:pt x="2154091" y="1277618"/>
                  </a:lnTo>
                  <a:lnTo>
                    <a:pt x="2154091" y="1167061"/>
                  </a:lnTo>
                  <a:lnTo>
                    <a:pt x="2019773" y="923225"/>
                  </a:lnTo>
                  <a:lnTo>
                    <a:pt x="2019773" y="1036377"/>
                  </a:lnTo>
                  <a:lnTo>
                    <a:pt x="2152662" y="1277618"/>
                  </a:lnTo>
                  <a:lnTo>
                    <a:pt x="2152646" y="1277618"/>
                  </a:lnTo>
                  <a:lnTo>
                    <a:pt x="2020784" y="1039578"/>
                  </a:lnTo>
                  <a:lnTo>
                    <a:pt x="1729472" y="1039578"/>
                  </a:lnTo>
                  <a:lnTo>
                    <a:pt x="1730754" y="1041892"/>
                  </a:lnTo>
                  <a:lnTo>
                    <a:pt x="1730754" y="1150643"/>
                  </a:lnTo>
                  <a:lnTo>
                    <a:pt x="1864318" y="1393108"/>
                  </a:lnTo>
                  <a:lnTo>
                    <a:pt x="1577144" y="1393108"/>
                  </a:lnTo>
                  <a:lnTo>
                    <a:pt x="1577144" y="1508598"/>
                  </a:lnTo>
                  <a:lnTo>
                    <a:pt x="1576951" y="1508598"/>
                  </a:lnTo>
                  <a:lnTo>
                    <a:pt x="1576951" y="1392568"/>
                  </a:lnTo>
                  <a:lnTo>
                    <a:pt x="1863158" y="1392568"/>
                  </a:lnTo>
                  <a:lnTo>
                    <a:pt x="1729858" y="1151933"/>
                  </a:lnTo>
                  <a:lnTo>
                    <a:pt x="1443009" y="1151933"/>
                  </a:lnTo>
                  <a:lnTo>
                    <a:pt x="1510063" y="1272980"/>
                  </a:lnTo>
                  <a:lnTo>
                    <a:pt x="1439285" y="1149388"/>
                  </a:lnTo>
                  <a:lnTo>
                    <a:pt x="1439285" y="1268428"/>
                  </a:lnTo>
                  <a:lnTo>
                    <a:pt x="1154415" y="1268428"/>
                  </a:lnTo>
                  <a:lnTo>
                    <a:pt x="1287714" y="1509062"/>
                  </a:lnTo>
                  <a:lnTo>
                    <a:pt x="1288419" y="1509062"/>
                  </a:lnTo>
                  <a:lnTo>
                    <a:pt x="1288419" y="1511693"/>
                  </a:lnTo>
                  <a:lnTo>
                    <a:pt x="1154414" y="1268427"/>
                  </a:lnTo>
                  <a:lnTo>
                    <a:pt x="1154414" y="1381735"/>
                  </a:lnTo>
                  <a:lnTo>
                    <a:pt x="1287917" y="1624089"/>
                  </a:lnTo>
                  <a:lnTo>
                    <a:pt x="1285997" y="1624089"/>
                  </a:lnTo>
                  <a:lnTo>
                    <a:pt x="1153516" y="1384933"/>
                  </a:lnTo>
                  <a:lnTo>
                    <a:pt x="866669" y="1384933"/>
                  </a:lnTo>
                  <a:lnTo>
                    <a:pt x="999693" y="1625070"/>
                  </a:lnTo>
                  <a:lnTo>
                    <a:pt x="999693" y="1735385"/>
                  </a:lnTo>
                  <a:lnTo>
                    <a:pt x="998343" y="1735385"/>
                  </a:lnTo>
                  <a:lnTo>
                    <a:pt x="997377" y="1733642"/>
                  </a:lnTo>
                  <a:lnTo>
                    <a:pt x="997377" y="1622219"/>
                  </a:lnTo>
                  <a:lnTo>
                    <a:pt x="866667" y="1384933"/>
                  </a:lnTo>
                  <a:lnTo>
                    <a:pt x="866667" y="1499525"/>
                  </a:lnTo>
                  <a:lnTo>
                    <a:pt x="575319" y="1499525"/>
                  </a:lnTo>
                  <a:lnTo>
                    <a:pt x="575318" y="1499523"/>
                  </a:lnTo>
                  <a:lnTo>
                    <a:pt x="575318" y="1499525"/>
                  </a:lnTo>
                  <a:lnTo>
                    <a:pt x="575316" y="1499525"/>
                  </a:lnTo>
                  <a:lnTo>
                    <a:pt x="575318" y="1499528"/>
                  </a:lnTo>
                  <a:lnTo>
                    <a:pt x="575318" y="1610268"/>
                  </a:lnTo>
                  <a:lnTo>
                    <a:pt x="577083" y="1613472"/>
                  </a:lnTo>
                  <a:lnTo>
                    <a:pt x="285873" y="1613472"/>
                  </a:lnTo>
                  <a:lnTo>
                    <a:pt x="287575" y="1616543"/>
                  </a:lnTo>
                  <a:lnTo>
                    <a:pt x="287575" y="1726138"/>
                  </a:lnTo>
                  <a:lnTo>
                    <a:pt x="292669" y="1735385"/>
                  </a:lnTo>
                  <a:lnTo>
                    <a:pt x="291936" y="1735385"/>
                  </a:lnTo>
                  <a:lnTo>
                    <a:pt x="288585" y="1729337"/>
                  </a:lnTo>
                  <a:lnTo>
                    <a:pt x="1738" y="1729337"/>
                  </a:lnTo>
                  <a:lnTo>
                    <a:pt x="5089" y="1735385"/>
                  </a:lnTo>
                  <a:lnTo>
                    <a:pt x="0" y="1735385"/>
                  </a:lnTo>
                  <a:lnTo>
                    <a:pt x="0" y="1149129"/>
                  </a:lnTo>
                  <a:lnTo>
                    <a:pt x="0" y="1149128"/>
                  </a:lnTo>
                  <a:close/>
                </a:path>
              </a:pathLst>
            </a:custGeom>
            <a:gradFill flip="none" rotWithShape="1">
              <a:gsLst>
                <a:gs pos="20000">
                  <a:srgbClr val="019BAB"/>
                </a:gs>
                <a:gs pos="100000">
                  <a:srgbClr val="02E6FE"/>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平行四边形 17"/>
            <p:cNvSpPr/>
            <p:nvPr/>
          </p:nvSpPr>
          <p:spPr>
            <a:xfrm rot="16200000" flipH="1" flipV="1">
              <a:off x="5751358" y="4453906"/>
              <a:ext cx="2299199" cy="133711"/>
            </a:xfrm>
            <a:prstGeom prst="parallelogram">
              <a:avLst>
                <a:gd name="adj" fmla="val 183941"/>
              </a:avLst>
            </a:prstGeom>
            <a:gradFill>
              <a:gsLst>
                <a:gs pos="0">
                  <a:srgbClr val="019BAB"/>
                </a:gs>
                <a:gs pos="100000">
                  <a:srgbClr val="02E6FE"/>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 name="平行四边形 18"/>
            <p:cNvSpPr/>
            <p:nvPr/>
          </p:nvSpPr>
          <p:spPr>
            <a:xfrm rot="16200000" flipH="1" flipV="1">
              <a:off x="6486970" y="5769132"/>
              <a:ext cx="830192" cy="136042"/>
            </a:xfrm>
            <a:prstGeom prst="parallelogram">
              <a:avLst>
                <a:gd name="adj" fmla="val 183941"/>
              </a:avLst>
            </a:prstGeom>
            <a:gradFill>
              <a:gsLst>
                <a:gs pos="0">
                  <a:srgbClr val="01ACBE">
                    <a:alpha val="50000"/>
                  </a:srgbClr>
                </a:gs>
                <a:gs pos="100000">
                  <a:srgbClr val="06E6FE">
                    <a:alpha val="0"/>
                  </a:srgbClr>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0" name="组合 19"/>
            <p:cNvGrpSpPr/>
            <p:nvPr/>
          </p:nvGrpSpPr>
          <p:grpSpPr>
            <a:xfrm>
              <a:off x="6947080" y="4199732"/>
              <a:ext cx="901541" cy="635588"/>
              <a:chOff x="6127310" y="5233623"/>
              <a:chExt cx="901541" cy="635588"/>
            </a:xfrm>
          </p:grpSpPr>
          <p:sp>
            <p:nvSpPr>
              <p:cNvPr id="70" name="文本框 349"/>
              <p:cNvSpPr txBox="1"/>
              <p:nvPr/>
            </p:nvSpPr>
            <p:spPr>
              <a:xfrm>
                <a:off x="6127310" y="5233623"/>
                <a:ext cx="901541" cy="518551"/>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02</a:t>
                </a:r>
                <a:endParaRPr lang="zh-CN" altLang="en-US" sz="2953" dirty="0">
                  <a:solidFill>
                    <a:prstClr val="white"/>
                  </a:solidFill>
                  <a:latin typeface="Impact" panose="020B0806030902050204" pitchFamily="34" charset="0"/>
                </a:endParaRPr>
              </a:p>
            </p:txBody>
          </p:sp>
          <p:sp>
            <p:nvSpPr>
              <p:cNvPr id="71" name="文本框 350"/>
              <p:cNvSpPr txBox="1"/>
              <p:nvPr/>
            </p:nvSpPr>
            <p:spPr>
              <a:xfrm>
                <a:off x="6299898" y="5566242"/>
                <a:ext cx="578002" cy="302969"/>
              </a:xfrm>
              <a:prstGeom prst="rect">
                <a:avLst/>
              </a:prstGeom>
              <a:noFill/>
            </p:spPr>
            <p:txBody>
              <a:bodyPr wrap="square" rtlCol="0">
                <a:spAutoFit/>
              </a:bodyPr>
              <a:lstStyle/>
              <a:p>
                <a:pPr algn="ctr"/>
                <a:r>
                  <a:rPr lang="en-US" altLang="zh-CN" sz="1476" dirty="0">
                    <a:solidFill>
                      <a:prstClr val="white"/>
                    </a:solidFill>
                    <a:latin typeface="LiHei Pro" panose="020B0500000000000000" pitchFamily="34" charset="-122"/>
                    <a:ea typeface="LiHei Pro" panose="020B0500000000000000" pitchFamily="34" charset="-122"/>
                  </a:rPr>
                  <a:t>STEP</a:t>
                </a:r>
                <a:endParaRPr lang="zh-CN" altLang="en-US" sz="1476" dirty="0">
                  <a:solidFill>
                    <a:prstClr val="white"/>
                  </a:solidFill>
                  <a:latin typeface="LiHei Pro" panose="020B0500000000000000" pitchFamily="34" charset="-122"/>
                  <a:ea typeface="LiHei Pro" panose="020B0500000000000000" pitchFamily="34" charset="-122"/>
                </a:endParaRPr>
              </a:p>
            </p:txBody>
          </p:sp>
        </p:grpSp>
        <p:grpSp>
          <p:nvGrpSpPr>
            <p:cNvPr id="21" name="Group 243"/>
            <p:cNvGrpSpPr>
              <a:grpSpLocks noChangeAspect="1"/>
            </p:cNvGrpSpPr>
            <p:nvPr/>
          </p:nvGrpSpPr>
          <p:grpSpPr bwMode="auto">
            <a:xfrm>
              <a:off x="7698898" y="4330519"/>
              <a:ext cx="508185" cy="413742"/>
              <a:chOff x="5152" y="2874"/>
              <a:chExt cx="113" cy="92"/>
            </a:xfrm>
            <a:solidFill>
              <a:schemeClr val="bg1"/>
            </a:solidFill>
          </p:grpSpPr>
          <p:sp>
            <p:nvSpPr>
              <p:cNvPr id="22" name="Freeform 244"/>
              <p:cNvSpPr>
                <a:spLocks noEditPoints="1"/>
              </p:cNvSpPr>
              <p:nvPr/>
            </p:nvSpPr>
            <p:spPr bwMode="auto">
              <a:xfrm>
                <a:off x="5168" y="2877"/>
                <a:ext cx="95" cy="58"/>
              </a:xfrm>
              <a:custGeom>
                <a:avLst/>
                <a:gdLst>
                  <a:gd name="T0" fmla="*/ 1 w 38"/>
                  <a:gd name="T1" fmla="*/ 23 h 23"/>
                  <a:gd name="T2" fmla="*/ 1 w 38"/>
                  <a:gd name="T3" fmla="*/ 23 h 23"/>
                  <a:gd name="T4" fmla="*/ 0 w 38"/>
                  <a:gd name="T5" fmla="*/ 23 h 23"/>
                  <a:gd name="T6" fmla="*/ 0 w 38"/>
                  <a:gd name="T7" fmla="*/ 22 h 23"/>
                  <a:gd name="T8" fmla="*/ 0 w 38"/>
                  <a:gd name="T9" fmla="*/ 20 h 23"/>
                  <a:gd name="T10" fmla="*/ 0 w 38"/>
                  <a:gd name="T11" fmla="*/ 20 h 23"/>
                  <a:gd name="T12" fmla="*/ 9 w 38"/>
                  <a:gd name="T13" fmla="*/ 10 h 23"/>
                  <a:gd name="T14" fmla="*/ 13 w 38"/>
                  <a:gd name="T15" fmla="*/ 10 h 23"/>
                  <a:gd name="T16" fmla="*/ 19 w 38"/>
                  <a:gd name="T17" fmla="*/ 13 h 23"/>
                  <a:gd name="T18" fmla="*/ 22 w 38"/>
                  <a:gd name="T19" fmla="*/ 14 h 23"/>
                  <a:gd name="T20" fmla="*/ 31 w 38"/>
                  <a:gd name="T21" fmla="*/ 4 h 23"/>
                  <a:gd name="T22" fmla="*/ 29 w 38"/>
                  <a:gd name="T23" fmla="*/ 4 h 23"/>
                  <a:gd name="T24" fmla="*/ 28 w 38"/>
                  <a:gd name="T25" fmla="*/ 4 h 23"/>
                  <a:gd name="T26" fmla="*/ 27 w 38"/>
                  <a:gd name="T27" fmla="*/ 3 h 23"/>
                  <a:gd name="T28" fmla="*/ 27 w 38"/>
                  <a:gd name="T29" fmla="*/ 2 h 23"/>
                  <a:gd name="T30" fmla="*/ 27 w 38"/>
                  <a:gd name="T31" fmla="*/ 2 h 23"/>
                  <a:gd name="T32" fmla="*/ 38 w 38"/>
                  <a:gd name="T33" fmla="*/ 0 h 23"/>
                  <a:gd name="T34" fmla="*/ 38 w 38"/>
                  <a:gd name="T35" fmla="*/ 0 h 23"/>
                  <a:gd name="T36" fmla="*/ 38 w 38"/>
                  <a:gd name="T37" fmla="*/ 0 h 23"/>
                  <a:gd name="T38" fmla="*/ 37 w 38"/>
                  <a:gd name="T39" fmla="*/ 10 h 23"/>
                  <a:gd name="T40" fmla="*/ 36 w 38"/>
                  <a:gd name="T41" fmla="*/ 11 h 23"/>
                  <a:gd name="T42" fmla="*/ 36 w 38"/>
                  <a:gd name="T43" fmla="*/ 11 h 23"/>
                  <a:gd name="T44" fmla="*/ 34 w 38"/>
                  <a:gd name="T45" fmla="*/ 9 h 23"/>
                  <a:gd name="T46" fmla="*/ 34 w 38"/>
                  <a:gd name="T47" fmla="*/ 9 h 23"/>
                  <a:gd name="T48" fmla="*/ 34 w 38"/>
                  <a:gd name="T49" fmla="*/ 6 h 23"/>
                  <a:gd name="T50" fmla="*/ 25 w 38"/>
                  <a:gd name="T51" fmla="*/ 17 h 23"/>
                  <a:gd name="T52" fmla="*/ 23 w 38"/>
                  <a:gd name="T53" fmla="*/ 18 h 23"/>
                  <a:gd name="T54" fmla="*/ 20 w 38"/>
                  <a:gd name="T55" fmla="*/ 18 h 23"/>
                  <a:gd name="T56" fmla="*/ 11 w 38"/>
                  <a:gd name="T57" fmla="*/ 13 h 23"/>
                  <a:gd name="T58" fmla="*/ 1 w 38"/>
                  <a:gd name="T59" fmla="*/ 23 h 23"/>
                  <a:gd name="T60" fmla="*/ 1 w 38"/>
                  <a:gd name="T61" fmla="*/ 23 h 23"/>
                  <a:gd name="T62" fmla="*/ 1 w 38"/>
                  <a:gd name="T63" fmla="*/ 20 h 23"/>
                  <a:gd name="T64" fmla="*/ 1 w 38"/>
                  <a:gd name="T65" fmla="*/ 21 h 23"/>
                  <a:gd name="T66" fmla="*/ 1 w 38"/>
                  <a:gd name="T67" fmla="*/ 22 h 23"/>
                  <a:gd name="T68" fmla="*/ 11 w 38"/>
                  <a:gd name="T69" fmla="*/ 12 h 23"/>
                  <a:gd name="T70" fmla="*/ 11 w 38"/>
                  <a:gd name="T71" fmla="*/ 12 h 23"/>
                  <a:gd name="T72" fmla="*/ 21 w 38"/>
                  <a:gd name="T73" fmla="*/ 17 h 23"/>
                  <a:gd name="T74" fmla="*/ 23 w 38"/>
                  <a:gd name="T75" fmla="*/ 17 h 23"/>
                  <a:gd name="T76" fmla="*/ 24 w 38"/>
                  <a:gd name="T77" fmla="*/ 16 h 23"/>
                  <a:gd name="T78" fmla="*/ 34 w 38"/>
                  <a:gd name="T79" fmla="*/ 5 h 23"/>
                  <a:gd name="T80" fmla="*/ 35 w 38"/>
                  <a:gd name="T81" fmla="*/ 4 h 23"/>
                  <a:gd name="T82" fmla="*/ 35 w 38"/>
                  <a:gd name="T83" fmla="*/ 5 h 23"/>
                  <a:gd name="T84" fmla="*/ 35 w 38"/>
                  <a:gd name="T85" fmla="*/ 9 h 23"/>
                  <a:gd name="T86" fmla="*/ 36 w 38"/>
                  <a:gd name="T87" fmla="*/ 9 h 23"/>
                  <a:gd name="T88" fmla="*/ 37 w 38"/>
                  <a:gd name="T89" fmla="*/ 1 h 23"/>
                  <a:gd name="T90" fmla="*/ 28 w 38"/>
                  <a:gd name="T91" fmla="*/ 3 h 23"/>
                  <a:gd name="T92" fmla="*/ 29 w 38"/>
                  <a:gd name="T93" fmla="*/ 3 h 23"/>
                  <a:gd name="T94" fmla="*/ 33 w 38"/>
                  <a:gd name="T95" fmla="*/ 3 h 23"/>
                  <a:gd name="T96" fmla="*/ 33 w 38"/>
                  <a:gd name="T97" fmla="*/ 4 h 23"/>
                  <a:gd name="T98" fmla="*/ 33 w 38"/>
                  <a:gd name="T99" fmla="*/ 4 h 23"/>
                  <a:gd name="T100" fmla="*/ 23 w 38"/>
                  <a:gd name="T101" fmla="*/ 15 h 23"/>
                  <a:gd name="T102" fmla="*/ 22 w 38"/>
                  <a:gd name="T103" fmla="*/ 16 h 23"/>
                  <a:gd name="T104" fmla="*/ 18 w 38"/>
                  <a:gd name="T105" fmla="*/ 14 h 23"/>
                  <a:gd name="T106" fmla="*/ 12 w 38"/>
                  <a:gd name="T107" fmla="*/ 10 h 23"/>
                  <a:gd name="T108" fmla="*/ 10 w 38"/>
                  <a:gd name="T109" fmla="*/ 11 h 23"/>
                  <a:gd name="T110" fmla="*/ 1 w 38"/>
                  <a:gd name="T111"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23">
                    <a:moveTo>
                      <a:pt x="1" y="23"/>
                    </a:moveTo>
                    <a:cubicBezTo>
                      <a:pt x="1" y="23"/>
                      <a:pt x="1" y="23"/>
                      <a:pt x="1" y="23"/>
                    </a:cubicBezTo>
                    <a:cubicBezTo>
                      <a:pt x="0" y="23"/>
                      <a:pt x="0" y="23"/>
                      <a:pt x="0" y="23"/>
                    </a:cubicBezTo>
                    <a:cubicBezTo>
                      <a:pt x="0" y="22"/>
                      <a:pt x="0" y="22"/>
                      <a:pt x="0" y="22"/>
                    </a:cubicBezTo>
                    <a:cubicBezTo>
                      <a:pt x="0" y="21"/>
                      <a:pt x="0" y="21"/>
                      <a:pt x="0" y="20"/>
                    </a:cubicBezTo>
                    <a:cubicBezTo>
                      <a:pt x="0" y="20"/>
                      <a:pt x="0" y="20"/>
                      <a:pt x="0" y="20"/>
                    </a:cubicBezTo>
                    <a:cubicBezTo>
                      <a:pt x="9" y="10"/>
                      <a:pt x="9" y="10"/>
                      <a:pt x="9" y="10"/>
                    </a:cubicBezTo>
                    <a:cubicBezTo>
                      <a:pt x="10" y="9"/>
                      <a:pt x="12" y="9"/>
                      <a:pt x="13" y="10"/>
                    </a:cubicBezTo>
                    <a:cubicBezTo>
                      <a:pt x="14" y="11"/>
                      <a:pt x="17" y="12"/>
                      <a:pt x="19" y="13"/>
                    </a:cubicBezTo>
                    <a:cubicBezTo>
                      <a:pt x="20" y="13"/>
                      <a:pt x="22" y="14"/>
                      <a:pt x="22" y="14"/>
                    </a:cubicBezTo>
                    <a:cubicBezTo>
                      <a:pt x="25" y="11"/>
                      <a:pt x="30" y="6"/>
                      <a:pt x="31" y="4"/>
                    </a:cubicBezTo>
                    <a:cubicBezTo>
                      <a:pt x="29" y="4"/>
                      <a:pt x="29" y="4"/>
                      <a:pt x="29" y="4"/>
                    </a:cubicBezTo>
                    <a:cubicBezTo>
                      <a:pt x="29" y="4"/>
                      <a:pt x="28" y="4"/>
                      <a:pt x="28" y="4"/>
                    </a:cubicBezTo>
                    <a:cubicBezTo>
                      <a:pt x="28" y="4"/>
                      <a:pt x="27" y="3"/>
                      <a:pt x="27" y="3"/>
                    </a:cubicBezTo>
                    <a:cubicBezTo>
                      <a:pt x="27" y="3"/>
                      <a:pt x="26" y="2"/>
                      <a:pt x="27" y="2"/>
                    </a:cubicBezTo>
                    <a:cubicBezTo>
                      <a:pt x="27" y="2"/>
                      <a:pt x="27" y="2"/>
                      <a:pt x="27" y="2"/>
                    </a:cubicBezTo>
                    <a:cubicBezTo>
                      <a:pt x="31" y="1"/>
                      <a:pt x="38" y="0"/>
                      <a:pt x="38" y="0"/>
                    </a:cubicBezTo>
                    <a:cubicBezTo>
                      <a:pt x="38" y="0"/>
                      <a:pt x="38" y="0"/>
                      <a:pt x="38" y="0"/>
                    </a:cubicBezTo>
                    <a:cubicBezTo>
                      <a:pt x="38" y="0"/>
                      <a:pt x="38" y="0"/>
                      <a:pt x="38" y="0"/>
                    </a:cubicBezTo>
                    <a:cubicBezTo>
                      <a:pt x="38" y="1"/>
                      <a:pt x="37" y="8"/>
                      <a:pt x="37" y="10"/>
                    </a:cubicBezTo>
                    <a:cubicBezTo>
                      <a:pt x="37" y="10"/>
                      <a:pt x="36" y="10"/>
                      <a:pt x="36" y="11"/>
                    </a:cubicBezTo>
                    <a:cubicBezTo>
                      <a:pt x="36" y="11"/>
                      <a:pt x="36" y="11"/>
                      <a:pt x="36" y="11"/>
                    </a:cubicBezTo>
                    <a:cubicBezTo>
                      <a:pt x="35" y="10"/>
                      <a:pt x="34" y="9"/>
                      <a:pt x="34" y="9"/>
                    </a:cubicBezTo>
                    <a:cubicBezTo>
                      <a:pt x="34" y="9"/>
                      <a:pt x="34" y="9"/>
                      <a:pt x="34" y="9"/>
                    </a:cubicBezTo>
                    <a:cubicBezTo>
                      <a:pt x="34" y="6"/>
                      <a:pt x="34" y="6"/>
                      <a:pt x="34" y="6"/>
                    </a:cubicBezTo>
                    <a:cubicBezTo>
                      <a:pt x="32" y="9"/>
                      <a:pt x="28" y="14"/>
                      <a:pt x="25" y="17"/>
                    </a:cubicBezTo>
                    <a:cubicBezTo>
                      <a:pt x="24" y="18"/>
                      <a:pt x="24" y="18"/>
                      <a:pt x="23" y="18"/>
                    </a:cubicBezTo>
                    <a:cubicBezTo>
                      <a:pt x="22" y="19"/>
                      <a:pt x="21" y="18"/>
                      <a:pt x="20" y="18"/>
                    </a:cubicBezTo>
                    <a:cubicBezTo>
                      <a:pt x="11" y="13"/>
                      <a:pt x="11" y="13"/>
                      <a:pt x="11" y="13"/>
                    </a:cubicBezTo>
                    <a:cubicBezTo>
                      <a:pt x="1" y="23"/>
                      <a:pt x="1" y="23"/>
                      <a:pt x="1" y="23"/>
                    </a:cubicBezTo>
                    <a:cubicBezTo>
                      <a:pt x="1" y="23"/>
                      <a:pt x="1" y="23"/>
                      <a:pt x="1" y="23"/>
                    </a:cubicBezTo>
                    <a:close/>
                    <a:moveTo>
                      <a:pt x="1" y="20"/>
                    </a:moveTo>
                    <a:cubicBezTo>
                      <a:pt x="1" y="21"/>
                      <a:pt x="1" y="21"/>
                      <a:pt x="1" y="21"/>
                    </a:cubicBezTo>
                    <a:cubicBezTo>
                      <a:pt x="1" y="21"/>
                      <a:pt x="1" y="22"/>
                      <a:pt x="1" y="22"/>
                    </a:cubicBezTo>
                    <a:cubicBezTo>
                      <a:pt x="11" y="12"/>
                      <a:pt x="11" y="12"/>
                      <a:pt x="11" y="12"/>
                    </a:cubicBezTo>
                    <a:cubicBezTo>
                      <a:pt x="11" y="12"/>
                      <a:pt x="11" y="12"/>
                      <a:pt x="11" y="12"/>
                    </a:cubicBezTo>
                    <a:cubicBezTo>
                      <a:pt x="21" y="17"/>
                      <a:pt x="21" y="17"/>
                      <a:pt x="21" y="17"/>
                    </a:cubicBezTo>
                    <a:cubicBezTo>
                      <a:pt x="22" y="17"/>
                      <a:pt x="22" y="18"/>
                      <a:pt x="23" y="17"/>
                    </a:cubicBezTo>
                    <a:cubicBezTo>
                      <a:pt x="23" y="17"/>
                      <a:pt x="24" y="17"/>
                      <a:pt x="24" y="16"/>
                    </a:cubicBezTo>
                    <a:cubicBezTo>
                      <a:pt x="28" y="12"/>
                      <a:pt x="34" y="5"/>
                      <a:pt x="34" y="5"/>
                    </a:cubicBezTo>
                    <a:cubicBezTo>
                      <a:pt x="34" y="4"/>
                      <a:pt x="35" y="4"/>
                      <a:pt x="35" y="4"/>
                    </a:cubicBezTo>
                    <a:cubicBezTo>
                      <a:pt x="35" y="4"/>
                      <a:pt x="35" y="5"/>
                      <a:pt x="35" y="5"/>
                    </a:cubicBezTo>
                    <a:cubicBezTo>
                      <a:pt x="35" y="9"/>
                      <a:pt x="35" y="9"/>
                      <a:pt x="35" y="9"/>
                    </a:cubicBezTo>
                    <a:cubicBezTo>
                      <a:pt x="35" y="9"/>
                      <a:pt x="35" y="9"/>
                      <a:pt x="36" y="9"/>
                    </a:cubicBezTo>
                    <a:cubicBezTo>
                      <a:pt x="36" y="7"/>
                      <a:pt x="37" y="3"/>
                      <a:pt x="37" y="1"/>
                    </a:cubicBezTo>
                    <a:cubicBezTo>
                      <a:pt x="35" y="1"/>
                      <a:pt x="31" y="2"/>
                      <a:pt x="28" y="3"/>
                    </a:cubicBezTo>
                    <a:cubicBezTo>
                      <a:pt x="28" y="3"/>
                      <a:pt x="29" y="3"/>
                      <a:pt x="29" y="3"/>
                    </a:cubicBezTo>
                    <a:cubicBezTo>
                      <a:pt x="33" y="3"/>
                      <a:pt x="33" y="3"/>
                      <a:pt x="33" y="3"/>
                    </a:cubicBezTo>
                    <a:cubicBezTo>
                      <a:pt x="33" y="3"/>
                      <a:pt x="33" y="3"/>
                      <a:pt x="33" y="4"/>
                    </a:cubicBezTo>
                    <a:cubicBezTo>
                      <a:pt x="33" y="4"/>
                      <a:pt x="33" y="4"/>
                      <a:pt x="33" y="4"/>
                    </a:cubicBezTo>
                    <a:cubicBezTo>
                      <a:pt x="33" y="4"/>
                      <a:pt x="27" y="11"/>
                      <a:pt x="23" y="15"/>
                    </a:cubicBezTo>
                    <a:cubicBezTo>
                      <a:pt x="23" y="16"/>
                      <a:pt x="23" y="16"/>
                      <a:pt x="22" y="16"/>
                    </a:cubicBezTo>
                    <a:cubicBezTo>
                      <a:pt x="22" y="15"/>
                      <a:pt x="20" y="14"/>
                      <a:pt x="18" y="14"/>
                    </a:cubicBezTo>
                    <a:cubicBezTo>
                      <a:pt x="16" y="13"/>
                      <a:pt x="14" y="11"/>
                      <a:pt x="12" y="10"/>
                    </a:cubicBezTo>
                    <a:cubicBezTo>
                      <a:pt x="12" y="10"/>
                      <a:pt x="10" y="10"/>
                      <a:pt x="10" y="11"/>
                    </a:cubicBezTo>
                    <a:lnTo>
                      <a:pt x="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 name="Freeform 245"/>
              <p:cNvSpPr>
                <a:spLocks noEditPoints="1"/>
              </p:cNvSpPr>
              <p:nvPr/>
            </p:nvSpPr>
            <p:spPr bwMode="auto">
              <a:xfrm>
                <a:off x="5173" y="2925"/>
                <a:ext cx="15" cy="28"/>
              </a:xfrm>
              <a:custGeom>
                <a:avLst/>
                <a:gdLst>
                  <a:gd name="T0" fmla="*/ 6 w 6"/>
                  <a:gd name="T1" fmla="*/ 11 h 11"/>
                  <a:gd name="T2" fmla="*/ 1 w 6"/>
                  <a:gd name="T3" fmla="*/ 11 h 11"/>
                  <a:gd name="T4" fmla="*/ 0 w 6"/>
                  <a:gd name="T5" fmla="*/ 11 h 11"/>
                  <a:gd name="T6" fmla="*/ 0 w 6"/>
                  <a:gd name="T7" fmla="*/ 8 h 11"/>
                  <a:gd name="T8" fmla="*/ 0 w 6"/>
                  <a:gd name="T9" fmla="*/ 6 h 11"/>
                  <a:gd name="T10" fmla="*/ 0 w 6"/>
                  <a:gd name="T11" fmla="*/ 5 h 11"/>
                  <a:gd name="T12" fmla="*/ 4 w 6"/>
                  <a:gd name="T13" fmla="*/ 2 h 11"/>
                  <a:gd name="T14" fmla="*/ 5 w 6"/>
                  <a:gd name="T15" fmla="*/ 1 h 11"/>
                  <a:gd name="T16" fmla="*/ 6 w 6"/>
                  <a:gd name="T17" fmla="*/ 0 h 11"/>
                  <a:gd name="T18" fmla="*/ 6 w 6"/>
                  <a:gd name="T19" fmla="*/ 1 h 11"/>
                  <a:gd name="T20" fmla="*/ 6 w 6"/>
                  <a:gd name="T21" fmla="*/ 11 h 11"/>
                  <a:gd name="T22" fmla="*/ 6 w 6"/>
                  <a:gd name="T23" fmla="*/ 11 h 11"/>
                  <a:gd name="T24" fmla="*/ 1 w 6"/>
                  <a:gd name="T25" fmla="*/ 10 h 11"/>
                  <a:gd name="T26" fmla="*/ 5 w 6"/>
                  <a:gd name="T27" fmla="*/ 10 h 11"/>
                  <a:gd name="T28" fmla="*/ 5 w 6"/>
                  <a:gd name="T29" fmla="*/ 2 h 11"/>
                  <a:gd name="T30" fmla="*/ 5 w 6"/>
                  <a:gd name="T31" fmla="*/ 2 h 11"/>
                  <a:gd name="T32" fmla="*/ 1 w 6"/>
                  <a:gd name="T33" fmla="*/ 6 h 11"/>
                  <a:gd name="T34" fmla="*/ 1 w 6"/>
                  <a:gd name="T35" fmla="*/ 8 h 11"/>
                  <a:gd name="T36" fmla="*/ 1 w 6"/>
                  <a:gd name="T3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1">
                    <a:moveTo>
                      <a:pt x="6" y="11"/>
                    </a:moveTo>
                    <a:cubicBezTo>
                      <a:pt x="1" y="11"/>
                      <a:pt x="1" y="11"/>
                      <a:pt x="1" y="11"/>
                    </a:cubicBezTo>
                    <a:cubicBezTo>
                      <a:pt x="0" y="11"/>
                      <a:pt x="0" y="11"/>
                      <a:pt x="0" y="11"/>
                    </a:cubicBezTo>
                    <a:cubicBezTo>
                      <a:pt x="0" y="10"/>
                      <a:pt x="0" y="9"/>
                      <a:pt x="0" y="8"/>
                    </a:cubicBezTo>
                    <a:cubicBezTo>
                      <a:pt x="0" y="8"/>
                      <a:pt x="0" y="7"/>
                      <a:pt x="0" y="6"/>
                    </a:cubicBezTo>
                    <a:cubicBezTo>
                      <a:pt x="0" y="6"/>
                      <a:pt x="0" y="6"/>
                      <a:pt x="0" y="5"/>
                    </a:cubicBezTo>
                    <a:cubicBezTo>
                      <a:pt x="2" y="4"/>
                      <a:pt x="3" y="3"/>
                      <a:pt x="4" y="2"/>
                    </a:cubicBezTo>
                    <a:cubicBezTo>
                      <a:pt x="5" y="1"/>
                      <a:pt x="5" y="1"/>
                      <a:pt x="5" y="1"/>
                    </a:cubicBezTo>
                    <a:cubicBezTo>
                      <a:pt x="5" y="0"/>
                      <a:pt x="6" y="0"/>
                      <a:pt x="6" y="0"/>
                    </a:cubicBezTo>
                    <a:cubicBezTo>
                      <a:pt x="6" y="0"/>
                      <a:pt x="6" y="1"/>
                      <a:pt x="6" y="1"/>
                    </a:cubicBezTo>
                    <a:cubicBezTo>
                      <a:pt x="6" y="5"/>
                      <a:pt x="6" y="8"/>
                      <a:pt x="6" y="11"/>
                    </a:cubicBezTo>
                    <a:cubicBezTo>
                      <a:pt x="6" y="11"/>
                      <a:pt x="6" y="11"/>
                      <a:pt x="6" y="11"/>
                    </a:cubicBezTo>
                    <a:close/>
                    <a:moveTo>
                      <a:pt x="1" y="10"/>
                    </a:moveTo>
                    <a:cubicBezTo>
                      <a:pt x="5" y="10"/>
                      <a:pt x="5" y="10"/>
                      <a:pt x="5" y="10"/>
                    </a:cubicBezTo>
                    <a:cubicBezTo>
                      <a:pt x="5" y="8"/>
                      <a:pt x="5" y="5"/>
                      <a:pt x="5" y="2"/>
                    </a:cubicBezTo>
                    <a:cubicBezTo>
                      <a:pt x="5" y="2"/>
                      <a:pt x="5" y="2"/>
                      <a:pt x="5" y="2"/>
                    </a:cubicBezTo>
                    <a:cubicBezTo>
                      <a:pt x="4" y="4"/>
                      <a:pt x="2" y="5"/>
                      <a:pt x="1" y="6"/>
                    </a:cubicBezTo>
                    <a:cubicBezTo>
                      <a:pt x="1" y="7"/>
                      <a:pt x="1" y="8"/>
                      <a:pt x="1" y="8"/>
                    </a:cubicBezTo>
                    <a:cubicBezTo>
                      <a:pt x="1" y="9"/>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4" name="Freeform 246"/>
              <p:cNvSpPr>
                <a:spLocks noEditPoints="1"/>
              </p:cNvSpPr>
              <p:nvPr/>
            </p:nvSpPr>
            <p:spPr bwMode="auto">
              <a:xfrm>
                <a:off x="5193" y="2918"/>
                <a:ext cx="15" cy="35"/>
              </a:xfrm>
              <a:custGeom>
                <a:avLst/>
                <a:gdLst>
                  <a:gd name="T0" fmla="*/ 6 w 6"/>
                  <a:gd name="T1" fmla="*/ 14 h 14"/>
                  <a:gd name="T2" fmla="*/ 1 w 6"/>
                  <a:gd name="T3" fmla="*/ 14 h 14"/>
                  <a:gd name="T4" fmla="*/ 0 w 6"/>
                  <a:gd name="T5" fmla="*/ 14 h 14"/>
                  <a:gd name="T6" fmla="*/ 0 w 6"/>
                  <a:gd name="T7" fmla="*/ 8 h 14"/>
                  <a:gd name="T8" fmla="*/ 0 w 6"/>
                  <a:gd name="T9" fmla="*/ 2 h 14"/>
                  <a:gd name="T10" fmla="*/ 0 w 6"/>
                  <a:gd name="T11" fmla="*/ 2 h 14"/>
                  <a:gd name="T12" fmla="*/ 0 w 6"/>
                  <a:gd name="T13" fmla="*/ 2 h 14"/>
                  <a:gd name="T14" fmla="*/ 2 w 6"/>
                  <a:gd name="T15" fmla="*/ 0 h 14"/>
                  <a:gd name="T16" fmla="*/ 2 w 6"/>
                  <a:gd name="T17" fmla="*/ 0 h 14"/>
                  <a:gd name="T18" fmla="*/ 5 w 6"/>
                  <a:gd name="T19" fmla="*/ 2 h 14"/>
                  <a:gd name="T20" fmla="*/ 6 w 6"/>
                  <a:gd name="T21" fmla="*/ 3 h 14"/>
                  <a:gd name="T22" fmla="*/ 6 w 6"/>
                  <a:gd name="T23" fmla="*/ 4 h 14"/>
                  <a:gd name="T24" fmla="*/ 6 w 6"/>
                  <a:gd name="T25" fmla="*/ 14 h 14"/>
                  <a:gd name="T26" fmla="*/ 6 w 6"/>
                  <a:gd name="T27" fmla="*/ 14 h 14"/>
                  <a:gd name="T28" fmla="*/ 1 w 6"/>
                  <a:gd name="T29" fmla="*/ 13 h 14"/>
                  <a:gd name="T30" fmla="*/ 5 w 6"/>
                  <a:gd name="T31" fmla="*/ 13 h 14"/>
                  <a:gd name="T32" fmla="*/ 5 w 6"/>
                  <a:gd name="T33" fmla="*/ 4 h 14"/>
                  <a:gd name="T34" fmla="*/ 4 w 6"/>
                  <a:gd name="T35" fmla="*/ 3 h 14"/>
                  <a:gd name="T36" fmla="*/ 2 w 6"/>
                  <a:gd name="T37" fmla="*/ 1 h 14"/>
                  <a:gd name="T38" fmla="*/ 1 w 6"/>
                  <a:gd name="T39" fmla="*/ 2 h 14"/>
                  <a:gd name="T40" fmla="*/ 1 w 6"/>
                  <a:gd name="T41" fmla="*/ 3 h 14"/>
                  <a:gd name="T42" fmla="*/ 1 w 6"/>
                  <a:gd name="T43" fmla="*/ 8 h 14"/>
                  <a:gd name="T44" fmla="*/ 1 w 6"/>
                  <a:gd name="T4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4">
                    <a:moveTo>
                      <a:pt x="6" y="14"/>
                    </a:moveTo>
                    <a:cubicBezTo>
                      <a:pt x="1" y="14"/>
                      <a:pt x="1" y="14"/>
                      <a:pt x="1" y="14"/>
                    </a:cubicBezTo>
                    <a:cubicBezTo>
                      <a:pt x="1" y="14"/>
                      <a:pt x="0" y="14"/>
                      <a:pt x="0" y="14"/>
                    </a:cubicBezTo>
                    <a:cubicBezTo>
                      <a:pt x="0" y="12"/>
                      <a:pt x="0" y="10"/>
                      <a:pt x="0" y="8"/>
                    </a:cubicBezTo>
                    <a:cubicBezTo>
                      <a:pt x="0" y="7"/>
                      <a:pt x="0" y="5"/>
                      <a:pt x="0" y="2"/>
                    </a:cubicBezTo>
                    <a:cubicBezTo>
                      <a:pt x="0" y="2"/>
                      <a:pt x="0" y="2"/>
                      <a:pt x="0" y="2"/>
                    </a:cubicBezTo>
                    <a:cubicBezTo>
                      <a:pt x="0" y="2"/>
                      <a:pt x="0" y="2"/>
                      <a:pt x="0" y="2"/>
                    </a:cubicBezTo>
                    <a:cubicBezTo>
                      <a:pt x="1" y="1"/>
                      <a:pt x="1" y="0"/>
                      <a:pt x="2" y="0"/>
                    </a:cubicBezTo>
                    <a:cubicBezTo>
                      <a:pt x="2" y="0"/>
                      <a:pt x="2" y="0"/>
                      <a:pt x="2" y="0"/>
                    </a:cubicBezTo>
                    <a:cubicBezTo>
                      <a:pt x="3" y="1"/>
                      <a:pt x="4" y="1"/>
                      <a:pt x="5" y="2"/>
                    </a:cubicBezTo>
                    <a:cubicBezTo>
                      <a:pt x="5" y="2"/>
                      <a:pt x="6" y="3"/>
                      <a:pt x="6" y="3"/>
                    </a:cubicBezTo>
                    <a:cubicBezTo>
                      <a:pt x="6" y="3"/>
                      <a:pt x="6" y="3"/>
                      <a:pt x="6" y="4"/>
                    </a:cubicBezTo>
                    <a:cubicBezTo>
                      <a:pt x="6" y="7"/>
                      <a:pt x="6" y="11"/>
                      <a:pt x="6" y="14"/>
                    </a:cubicBezTo>
                    <a:cubicBezTo>
                      <a:pt x="6" y="14"/>
                      <a:pt x="6" y="14"/>
                      <a:pt x="6" y="14"/>
                    </a:cubicBezTo>
                    <a:close/>
                    <a:moveTo>
                      <a:pt x="1" y="13"/>
                    </a:moveTo>
                    <a:cubicBezTo>
                      <a:pt x="5" y="13"/>
                      <a:pt x="5" y="13"/>
                      <a:pt x="5" y="13"/>
                    </a:cubicBezTo>
                    <a:cubicBezTo>
                      <a:pt x="5" y="11"/>
                      <a:pt x="5" y="7"/>
                      <a:pt x="5" y="4"/>
                    </a:cubicBezTo>
                    <a:cubicBezTo>
                      <a:pt x="5" y="3"/>
                      <a:pt x="4" y="3"/>
                      <a:pt x="4" y="3"/>
                    </a:cubicBezTo>
                    <a:cubicBezTo>
                      <a:pt x="3" y="2"/>
                      <a:pt x="3" y="2"/>
                      <a:pt x="2" y="1"/>
                    </a:cubicBezTo>
                    <a:cubicBezTo>
                      <a:pt x="2" y="1"/>
                      <a:pt x="1" y="2"/>
                      <a:pt x="1" y="2"/>
                    </a:cubicBezTo>
                    <a:cubicBezTo>
                      <a:pt x="1" y="2"/>
                      <a:pt x="1" y="3"/>
                      <a:pt x="1" y="3"/>
                    </a:cubicBezTo>
                    <a:cubicBezTo>
                      <a:pt x="1" y="5"/>
                      <a:pt x="1" y="7"/>
                      <a:pt x="1" y="8"/>
                    </a:cubicBezTo>
                    <a:cubicBezTo>
                      <a:pt x="1" y="10"/>
                      <a:pt x="1" y="11"/>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5" name="Freeform 247"/>
              <p:cNvSpPr>
                <a:spLocks noEditPoints="1"/>
              </p:cNvSpPr>
              <p:nvPr/>
            </p:nvSpPr>
            <p:spPr bwMode="auto">
              <a:xfrm>
                <a:off x="5213" y="2928"/>
                <a:ext cx="17" cy="25"/>
              </a:xfrm>
              <a:custGeom>
                <a:avLst/>
                <a:gdLst>
                  <a:gd name="T0" fmla="*/ 6 w 7"/>
                  <a:gd name="T1" fmla="*/ 10 h 10"/>
                  <a:gd name="T2" fmla="*/ 1 w 7"/>
                  <a:gd name="T3" fmla="*/ 10 h 10"/>
                  <a:gd name="T4" fmla="*/ 1 w 7"/>
                  <a:gd name="T5" fmla="*/ 10 h 10"/>
                  <a:gd name="T6" fmla="*/ 0 w 7"/>
                  <a:gd name="T7" fmla="*/ 1 h 10"/>
                  <a:gd name="T8" fmla="*/ 1 w 7"/>
                  <a:gd name="T9" fmla="*/ 0 h 10"/>
                  <a:gd name="T10" fmla="*/ 1 w 7"/>
                  <a:gd name="T11" fmla="*/ 0 h 10"/>
                  <a:gd name="T12" fmla="*/ 2 w 7"/>
                  <a:gd name="T13" fmla="*/ 1 h 10"/>
                  <a:gd name="T14" fmla="*/ 4 w 7"/>
                  <a:gd name="T15" fmla="*/ 1 h 10"/>
                  <a:gd name="T16" fmla="*/ 5 w 7"/>
                  <a:gd name="T17" fmla="*/ 1 h 10"/>
                  <a:gd name="T18" fmla="*/ 6 w 7"/>
                  <a:gd name="T19" fmla="*/ 0 h 10"/>
                  <a:gd name="T20" fmla="*/ 6 w 7"/>
                  <a:gd name="T21" fmla="*/ 0 h 10"/>
                  <a:gd name="T22" fmla="*/ 7 w 7"/>
                  <a:gd name="T23" fmla="*/ 1 h 10"/>
                  <a:gd name="T24" fmla="*/ 7 w 7"/>
                  <a:gd name="T25" fmla="*/ 10 h 10"/>
                  <a:gd name="T26" fmla="*/ 6 w 7"/>
                  <a:gd name="T27" fmla="*/ 10 h 10"/>
                  <a:gd name="T28" fmla="*/ 2 w 7"/>
                  <a:gd name="T29" fmla="*/ 9 h 10"/>
                  <a:gd name="T30" fmla="*/ 6 w 7"/>
                  <a:gd name="T31" fmla="*/ 9 h 10"/>
                  <a:gd name="T32" fmla="*/ 6 w 7"/>
                  <a:gd name="T33" fmla="*/ 2 h 10"/>
                  <a:gd name="T34" fmla="*/ 4 w 7"/>
                  <a:gd name="T35" fmla="*/ 2 h 10"/>
                  <a:gd name="T36" fmla="*/ 2 w 7"/>
                  <a:gd name="T37" fmla="*/ 1 h 10"/>
                  <a:gd name="T38" fmla="*/ 1 w 7"/>
                  <a:gd name="T39" fmla="*/ 1 h 10"/>
                  <a:gd name="T40" fmla="*/ 2 w 7"/>
                  <a:gd name="T4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0">
                    <a:moveTo>
                      <a:pt x="6" y="10"/>
                    </a:moveTo>
                    <a:cubicBezTo>
                      <a:pt x="1" y="10"/>
                      <a:pt x="1" y="10"/>
                      <a:pt x="1" y="10"/>
                    </a:cubicBezTo>
                    <a:cubicBezTo>
                      <a:pt x="1" y="10"/>
                      <a:pt x="1" y="10"/>
                      <a:pt x="1" y="10"/>
                    </a:cubicBezTo>
                    <a:cubicBezTo>
                      <a:pt x="0" y="1"/>
                      <a:pt x="0" y="1"/>
                      <a:pt x="0" y="1"/>
                    </a:cubicBezTo>
                    <a:cubicBezTo>
                      <a:pt x="0" y="0"/>
                      <a:pt x="0" y="0"/>
                      <a:pt x="1" y="0"/>
                    </a:cubicBezTo>
                    <a:cubicBezTo>
                      <a:pt x="1" y="0"/>
                      <a:pt x="1" y="0"/>
                      <a:pt x="1" y="0"/>
                    </a:cubicBezTo>
                    <a:cubicBezTo>
                      <a:pt x="1" y="0"/>
                      <a:pt x="1" y="0"/>
                      <a:pt x="2" y="1"/>
                    </a:cubicBezTo>
                    <a:cubicBezTo>
                      <a:pt x="3" y="1"/>
                      <a:pt x="4" y="1"/>
                      <a:pt x="4" y="1"/>
                    </a:cubicBezTo>
                    <a:cubicBezTo>
                      <a:pt x="5" y="1"/>
                      <a:pt x="5" y="1"/>
                      <a:pt x="5" y="1"/>
                    </a:cubicBezTo>
                    <a:cubicBezTo>
                      <a:pt x="5" y="0"/>
                      <a:pt x="6" y="0"/>
                      <a:pt x="6" y="0"/>
                    </a:cubicBezTo>
                    <a:cubicBezTo>
                      <a:pt x="6" y="0"/>
                      <a:pt x="6" y="0"/>
                      <a:pt x="6" y="0"/>
                    </a:cubicBezTo>
                    <a:cubicBezTo>
                      <a:pt x="6" y="0"/>
                      <a:pt x="7" y="0"/>
                      <a:pt x="7" y="1"/>
                    </a:cubicBezTo>
                    <a:cubicBezTo>
                      <a:pt x="7" y="4"/>
                      <a:pt x="7" y="7"/>
                      <a:pt x="7" y="10"/>
                    </a:cubicBezTo>
                    <a:cubicBezTo>
                      <a:pt x="7" y="10"/>
                      <a:pt x="6" y="10"/>
                      <a:pt x="6" y="10"/>
                    </a:cubicBezTo>
                    <a:close/>
                    <a:moveTo>
                      <a:pt x="2" y="9"/>
                    </a:moveTo>
                    <a:cubicBezTo>
                      <a:pt x="6" y="9"/>
                      <a:pt x="6" y="9"/>
                      <a:pt x="6" y="9"/>
                    </a:cubicBezTo>
                    <a:cubicBezTo>
                      <a:pt x="6" y="7"/>
                      <a:pt x="6" y="5"/>
                      <a:pt x="6" y="2"/>
                    </a:cubicBezTo>
                    <a:cubicBezTo>
                      <a:pt x="5" y="2"/>
                      <a:pt x="5" y="2"/>
                      <a:pt x="4" y="2"/>
                    </a:cubicBezTo>
                    <a:cubicBezTo>
                      <a:pt x="3" y="2"/>
                      <a:pt x="3" y="2"/>
                      <a:pt x="2" y="1"/>
                    </a:cubicBezTo>
                    <a:cubicBezTo>
                      <a:pt x="2" y="1"/>
                      <a:pt x="2" y="1"/>
                      <a:pt x="1" y="1"/>
                    </a:cubicBezTo>
                    <a:lnTo>
                      <a:pt x="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6" name="Freeform 248"/>
              <p:cNvSpPr>
                <a:spLocks noEditPoints="1"/>
              </p:cNvSpPr>
              <p:nvPr/>
            </p:nvSpPr>
            <p:spPr bwMode="auto">
              <a:xfrm>
                <a:off x="5235" y="2910"/>
                <a:ext cx="15" cy="43"/>
              </a:xfrm>
              <a:custGeom>
                <a:avLst/>
                <a:gdLst>
                  <a:gd name="T0" fmla="*/ 5 w 6"/>
                  <a:gd name="T1" fmla="*/ 17 h 17"/>
                  <a:gd name="T2" fmla="*/ 0 w 6"/>
                  <a:gd name="T3" fmla="*/ 17 h 17"/>
                  <a:gd name="T4" fmla="*/ 0 w 6"/>
                  <a:gd name="T5" fmla="*/ 17 h 17"/>
                  <a:gd name="T6" fmla="*/ 0 w 6"/>
                  <a:gd name="T7" fmla="*/ 11 h 17"/>
                  <a:gd name="T8" fmla="*/ 0 w 6"/>
                  <a:gd name="T9" fmla="*/ 6 h 17"/>
                  <a:gd name="T10" fmla="*/ 0 w 6"/>
                  <a:gd name="T11" fmla="*/ 5 h 17"/>
                  <a:gd name="T12" fmla="*/ 1 w 6"/>
                  <a:gd name="T13" fmla="*/ 4 h 17"/>
                  <a:gd name="T14" fmla="*/ 5 w 6"/>
                  <a:gd name="T15" fmla="*/ 0 h 17"/>
                  <a:gd name="T16" fmla="*/ 5 w 6"/>
                  <a:gd name="T17" fmla="*/ 0 h 17"/>
                  <a:gd name="T18" fmla="*/ 6 w 6"/>
                  <a:gd name="T19" fmla="*/ 0 h 17"/>
                  <a:gd name="T20" fmla="*/ 6 w 6"/>
                  <a:gd name="T21" fmla="*/ 17 h 17"/>
                  <a:gd name="T22" fmla="*/ 5 w 6"/>
                  <a:gd name="T23" fmla="*/ 17 h 17"/>
                  <a:gd name="T24" fmla="*/ 1 w 6"/>
                  <a:gd name="T25" fmla="*/ 16 h 17"/>
                  <a:gd name="T26" fmla="*/ 5 w 6"/>
                  <a:gd name="T27" fmla="*/ 16 h 17"/>
                  <a:gd name="T28" fmla="*/ 5 w 6"/>
                  <a:gd name="T29" fmla="*/ 2 h 17"/>
                  <a:gd name="T30" fmla="*/ 2 w 6"/>
                  <a:gd name="T31" fmla="*/ 4 h 17"/>
                  <a:gd name="T32" fmla="*/ 1 w 6"/>
                  <a:gd name="T33" fmla="*/ 6 h 17"/>
                  <a:gd name="T34" fmla="*/ 1 w 6"/>
                  <a:gd name="T35" fmla="*/ 11 h 17"/>
                  <a:gd name="T36" fmla="*/ 1 w 6"/>
                  <a:gd name="T3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7">
                    <a:moveTo>
                      <a:pt x="5" y="17"/>
                    </a:moveTo>
                    <a:cubicBezTo>
                      <a:pt x="0" y="17"/>
                      <a:pt x="0" y="17"/>
                      <a:pt x="0" y="17"/>
                    </a:cubicBezTo>
                    <a:cubicBezTo>
                      <a:pt x="0" y="17"/>
                      <a:pt x="0" y="17"/>
                      <a:pt x="0" y="17"/>
                    </a:cubicBezTo>
                    <a:cubicBezTo>
                      <a:pt x="0" y="15"/>
                      <a:pt x="0" y="13"/>
                      <a:pt x="0" y="11"/>
                    </a:cubicBezTo>
                    <a:cubicBezTo>
                      <a:pt x="0" y="10"/>
                      <a:pt x="0" y="8"/>
                      <a:pt x="0" y="6"/>
                    </a:cubicBezTo>
                    <a:cubicBezTo>
                      <a:pt x="0" y="6"/>
                      <a:pt x="0" y="5"/>
                      <a:pt x="0" y="5"/>
                    </a:cubicBezTo>
                    <a:cubicBezTo>
                      <a:pt x="0" y="5"/>
                      <a:pt x="0" y="5"/>
                      <a:pt x="1" y="4"/>
                    </a:cubicBezTo>
                    <a:cubicBezTo>
                      <a:pt x="3" y="2"/>
                      <a:pt x="4" y="1"/>
                      <a:pt x="5" y="0"/>
                    </a:cubicBezTo>
                    <a:cubicBezTo>
                      <a:pt x="5" y="0"/>
                      <a:pt x="5" y="0"/>
                      <a:pt x="5" y="0"/>
                    </a:cubicBezTo>
                    <a:cubicBezTo>
                      <a:pt x="6" y="0"/>
                      <a:pt x="6" y="0"/>
                      <a:pt x="6" y="0"/>
                    </a:cubicBezTo>
                    <a:cubicBezTo>
                      <a:pt x="6" y="6"/>
                      <a:pt x="6" y="12"/>
                      <a:pt x="6" y="17"/>
                    </a:cubicBezTo>
                    <a:cubicBezTo>
                      <a:pt x="6" y="17"/>
                      <a:pt x="6" y="17"/>
                      <a:pt x="5" y="17"/>
                    </a:cubicBezTo>
                    <a:close/>
                    <a:moveTo>
                      <a:pt x="1" y="16"/>
                    </a:moveTo>
                    <a:cubicBezTo>
                      <a:pt x="5" y="16"/>
                      <a:pt x="5" y="16"/>
                      <a:pt x="5" y="16"/>
                    </a:cubicBezTo>
                    <a:cubicBezTo>
                      <a:pt x="5" y="12"/>
                      <a:pt x="5" y="7"/>
                      <a:pt x="5" y="2"/>
                    </a:cubicBezTo>
                    <a:cubicBezTo>
                      <a:pt x="4" y="2"/>
                      <a:pt x="3" y="3"/>
                      <a:pt x="2" y="4"/>
                    </a:cubicBezTo>
                    <a:cubicBezTo>
                      <a:pt x="1" y="5"/>
                      <a:pt x="1" y="6"/>
                      <a:pt x="1" y="6"/>
                    </a:cubicBezTo>
                    <a:cubicBezTo>
                      <a:pt x="1" y="8"/>
                      <a:pt x="1" y="10"/>
                      <a:pt x="1" y="11"/>
                    </a:cubicBezTo>
                    <a:cubicBezTo>
                      <a:pt x="1" y="13"/>
                      <a:pt x="1" y="15"/>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7" name="Freeform 249"/>
              <p:cNvSpPr>
                <a:spLocks/>
              </p:cNvSpPr>
              <p:nvPr/>
            </p:nvSpPr>
            <p:spPr bwMode="auto">
              <a:xfrm>
                <a:off x="5155" y="2928"/>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1"/>
                      <a:pt x="1" y="0"/>
                      <a:pt x="1" y="0"/>
                    </a:cubicBezTo>
                    <a:cubicBezTo>
                      <a:pt x="2" y="0"/>
                      <a:pt x="2" y="0"/>
                      <a:pt x="2" y="0"/>
                    </a:cubicBezTo>
                    <a:cubicBezTo>
                      <a:pt x="3" y="0"/>
                      <a:pt x="3" y="1"/>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8" name="Freeform 250"/>
              <p:cNvSpPr>
                <a:spLocks/>
              </p:cNvSpPr>
              <p:nvPr/>
            </p:nvSpPr>
            <p:spPr bwMode="auto">
              <a:xfrm>
                <a:off x="5155" y="2941"/>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 name="Freeform 251"/>
              <p:cNvSpPr>
                <a:spLocks/>
              </p:cNvSpPr>
              <p:nvPr/>
            </p:nvSpPr>
            <p:spPr bwMode="auto">
              <a:xfrm>
                <a:off x="5155" y="2905"/>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 name="Freeform 252"/>
              <p:cNvSpPr>
                <a:spLocks/>
              </p:cNvSpPr>
              <p:nvPr/>
            </p:nvSpPr>
            <p:spPr bwMode="auto">
              <a:xfrm>
                <a:off x="5155" y="2895"/>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 name="Freeform 253"/>
              <p:cNvSpPr>
                <a:spLocks/>
              </p:cNvSpPr>
              <p:nvPr/>
            </p:nvSpPr>
            <p:spPr bwMode="auto">
              <a:xfrm>
                <a:off x="5155" y="2918"/>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 name="Freeform 254"/>
              <p:cNvSpPr>
                <a:spLocks/>
              </p:cNvSpPr>
              <p:nvPr/>
            </p:nvSpPr>
            <p:spPr bwMode="auto">
              <a:xfrm>
                <a:off x="5173" y="2943"/>
                <a:ext cx="15" cy="10"/>
              </a:xfrm>
              <a:custGeom>
                <a:avLst/>
                <a:gdLst>
                  <a:gd name="T0" fmla="*/ 1 w 6"/>
                  <a:gd name="T1" fmla="*/ 4 h 4"/>
                  <a:gd name="T2" fmla="*/ 0 w 6"/>
                  <a:gd name="T3" fmla="*/ 4 h 4"/>
                  <a:gd name="T4" fmla="*/ 1 w 6"/>
                  <a:gd name="T5" fmla="*/ 3 h 4"/>
                  <a:gd name="T6" fmla="*/ 3 w 6"/>
                  <a:gd name="T7" fmla="*/ 2 h 4"/>
                  <a:gd name="T8" fmla="*/ 5 w 6"/>
                  <a:gd name="T9" fmla="*/ 1 h 4"/>
                  <a:gd name="T10" fmla="*/ 6 w 6"/>
                  <a:gd name="T11" fmla="*/ 1 h 4"/>
                  <a:gd name="T12" fmla="*/ 6 w 6"/>
                  <a:gd name="T13" fmla="*/ 1 h 4"/>
                  <a:gd name="T14" fmla="*/ 3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1" y="3"/>
                      <a:pt x="2" y="2"/>
                      <a:pt x="3" y="2"/>
                    </a:cubicBezTo>
                    <a:cubicBezTo>
                      <a:pt x="4" y="2"/>
                      <a:pt x="4" y="1"/>
                      <a:pt x="5" y="1"/>
                    </a:cubicBezTo>
                    <a:cubicBezTo>
                      <a:pt x="5" y="0"/>
                      <a:pt x="6" y="1"/>
                      <a:pt x="6" y="1"/>
                    </a:cubicBezTo>
                    <a:cubicBezTo>
                      <a:pt x="6" y="1"/>
                      <a:pt x="6" y="1"/>
                      <a:pt x="6" y="1"/>
                    </a:cubicBezTo>
                    <a:cubicBezTo>
                      <a:pt x="5" y="2"/>
                      <a:pt x="4" y="2"/>
                      <a:pt x="3" y="3"/>
                    </a:cubicBezTo>
                    <a:cubicBezTo>
                      <a:pt x="3" y="3"/>
                      <a:pt x="2"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 name="Freeform 255"/>
              <p:cNvSpPr>
                <a:spLocks/>
              </p:cNvSpPr>
              <p:nvPr/>
            </p:nvSpPr>
            <p:spPr bwMode="auto">
              <a:xfrm>
                <a:off x="5173" y="2938"/>
                <a:ext cx="15" cy="8"/>
              </a:xfrm>
              <a:custGeom>
                <a:avLst/>
                <a:gdLst>
                  <a:gd name="T0" fmla="*/ 1 w 6"/>
                  <a:gd name="T1" fmla="*/ 3 h 3"/>
                  <a:gd name="T2" fmla="*/ 0 w 6"/>
                  <a:gd name="T3" fmla="*/ 3 h 3"/>
                  <a:gd name="T4" fmla="*/ 1 w 6"/>
                  <a:gd name="T5" fmla="*/ 2 h 3"/>
                  <a:gd name="T6" fmla="*/ 3 w 6"/>
                  <a:gd name="T7" fmla="*/ 1 h 3"/>
                  <a:gd name="T8" fmla="*/ 5 w 6"/>
                  <a:gd name="T9" fmla="*/ 0 h 3"/>
                  <a:gd name="T10" fmla="*/ 6 w 6"/>
                  <a:gd name="T11" fmla="*/ 0 h 3"/>
                  <a:gd name="T12" fmla="*/ 6 w 6"/>
                  <a:gd name="T13" fmla="*/ 1 h 3"/>
                  <a:gd name="T14" fmla="*/ 1 w 6"/>
                  <a:gd name="T15" fmla="*/ 3 h 3"/>
                  <a:gd name="T16" fmla="*/ 1 w 6"/>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1" y="3"/>
                    </a:moveTo>
                    <a:cubicBezTo>
                      <a:pt x="1" y="3"/>
                      <a:pt x="1" y="3"/>
                      <a:pt x="0" y="3"/>
                    </a:cubicBezTo>
                    <a:cubicBezTo>
                      <a:pt x="0" y="3"/>
                      <a:pt x="0" y="2"/>
                      <a:pt x="1" y="2"/>
                    </a:cubicBezTo>
                    <a:cubicBezTo>
                      <a:pt x="2" y="2"/>
                      <a:pt x="2" y="2"/>
                      <a:pt x="3" y="1"/>
                    </a:cubicBezTo>
                    <a:cubicBezTo>
                      <a:pt x="4" y="1"/>
                      <a:pt x="4" y="0"/>
                      <a:pt x="5" y="0"/>
                    </a:cubicBezTo>
                    <a:cubicBezTo>
                      <a:pt x="6" y="0"/>
                      <a:pt x="6" y="0"/>
                      <a:pt x="6" y="0"/>
                    </a:cubicBezTo>
                    <a:cubicBezTo>
                      <a:pt x="6" y="0"/>
                      <a:pt x="6" y="1"/>
                      <a:pt x="6" y="1"/>
                    </a:cubicBezTo>
                    <a:cubicBezTo>
                      <a:pt x="4" y="2"/>
                      <a:pt x="3"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 name="Freeform 256"/>
              <p:cNvSpPr>
                <a:spLocks/>
              </p:cNvSpPr>
              <p:nvPr/>
            </p:nvSpPr>
            <p:spPr bwMode="auto">
              <a:xfrm>
                <a:off x="5193" y="2923"/>
                <a:ext cx="12" cy="7"/>
              </a:xfrm>
              <a:custGeom>
                <a:avLst/>
                <a:gdLst>
                  <a:gd name="T0" fmla="*/ 1 w 5"/>
                  <a:gd name="T1" fmla="*/ 3 h 3"/>
                  <a:gd name="T2" fmla="*/ 0 w 5"/>
                  <a:gd name="T3" fmla="*/ 3 h 3"/>
                  <a:gd name="T4" fmla="*/ 1 w 5"/>
                  <a:gd name="T5" fmla="*/ 2 h 3"/>
                  <a:gd name="T6" fmla="*/ 4 w 5"/>
                  <a:gd name="T7" fmla="*/ 0 h 3"/>
                  <a:gd name="T8" fmla="*/ 5 w 5"/>
                  <a:gd name="T9" fmla="*/ 0 h 3"/>
                  <a:gd name="T10" fmla="*/ 5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2" y="2"/>
                      <a:pt x="3" y="1"/>
                      <a:pt x="4" y="0"/>
                    </a:cubicBezTo>
                    <a:cubicBezTo>
                      <a:pt x="5" y="0"/>
                      <a:pt x="5" y="0"/>
                      <a:pt x="5" y="0"/>
                    </a:cubicBezTo>
                    <a:cubicBezTo>
                      <a:pt x="5" y="1"/>
                      <a:pt x="5" y="1"/>
                      <a:pt x="5" y="1"/>
                    </a:cubicBezTo>
                    <a:cubicBezTo>
                      <a:pt x="3" y="2"/>
                      <a:pt x="2"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 name="Freeform 257"/>
              <p:cNvSpPr>
                <a:spLocks/>
              </p:cNvSpPr>
              <p:nvPr/>
            </p:nvSpPr>
            <p:spPr bwMode="auto">
              <a:xfrm>
                <a:off x="5193" y="2930"/>
                <a:ext cx="15" cy="11"/>
              </a:xfrm>
              <a:custGeom>
                <a:avLst/>
                <a:gdLst>
                  <a:gd name="T0" fmla="*/ 1 w 6"/>
                  <a:gd name="T1" fmla="*/ 4 h 4"/>
                  <a:gd name="T2" fmla="*/ 1 w 6"/>
                  <a:gd name="T3" fmla="*/ 4 h 4"/>
                  <a:gd name="T4" fmla="*/ 1 w 6"/>
                  <a:gd name="T5" fmla="*/ 3 h 4"/>
                  <a:gd name="T6" fmla="*/ 6 w 6"/>
                  <a:gd name="T7" fmla="*/ 0 h 4"/>
                  <a:gd name="T8" fmla="*/ 6 w 6"/>
                  <a:gd name="T9" fmla="*/ 0 h 4"/>
                  <a:gd name="T10" fmla="*/ 6 w 6"/>
                  <a:gd name="T11" fmla="*/ 1 h 4"/>
                  <a:gd name="T12" fmla="*/ 1 w 6"/>
                  <a:gd name="T13" fmla="*/ 4 h 4"/>
                  <a:gd name="T14" fmla="*/ 1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1" y="4"/>
                    </a:moveTo>
                    <a:cubicBezTo>
                      <a:pt x="1" y="4"/>
                      <a:pt x="1" y="4"/>
                      <a:pt x="1" y="4"/>
                    </a:cubicBezTo>
                    <a:cubicBezTo>
                      <a:pt x="0" y="4"/>
                      <a:pt x="1" y="3"/>
                      <a:pt x="1" y="3"/>
                    </a:cubicBezTo>
                    <a:cubicBezTo>
                      <a:pt x="6" y="0"/>
                      <a:pt x="6" y="0"/>
                      <a:pt x="6" y="0"/>
                    </a:cubicBezTo>
                    <a:cubicBezTo>
                      <a:pt x="6" y="0"/>
                      <a:pt x="6" y="0"/>
                      <a:pt x="6" y="0"/>
                    </a:cubicBezTo>
                    <a:cubicBezTo>
                      <a:pt x="6" y="1"/>
                      <a:pt x="6" y="1"/>
                      <a:pt x="6" y="1"/>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 name="Freeform 258"/>
              <p:cNvSpPr>
                <a:spLocks/>
              </p:cNvSpPr>
              <p:nvPr/>
            </p:nvSpPr>
            <p:spPr bwMode="auto">
              <a:xfrm>
                <a:off x="5193" y="2938"/>
                <a:ext cx="15" cy="10"/>
              </a:xfrm>
              <a:custGeom>
                <a:avLst/>
                <a:gdLst>
                  <a:gd name="T0" fmla="*/ 1 w 6"/>
                  <a:gd name="T1" fmla="*/ 4 h 4"/>
                  <a:gd name="T2" fmla="*/ 0 w 6"/>
                  <a:gd name="T3" fmla="*/ 4 h 4"/>
                  <a:gd name="T4" fmla="*/ 1 w 6"/>
                  <a:gd name="T5" fmla="*/ 3 h 4"/>
                  <a:gd name="T6" fmla="*/ 3 w 6"/>
                  <a:gd name="T7" fmla="*/ 2 h 4"/>
                  <a:gd name="T8" fmla="*/ 6 w 6"/>
                  <a:gd name="T9" fmla="*/ 0 h 4"/>
                  <a:gd name="T10" fmla="*/ 6 w 6"/>
                  <a:gd name="T11" fmla="*/ 1 h 4"/>
                  <a:gd name="T12" fmla="*/ 6 w 6"/>
                  <a:gd name="T13" fmla="*/ 1 h 4"/>
                  <a:gd name="T14" fmla="*/ 4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2" y="3"/>
                      <a:pt x="2" y="2"/>
                      <a:pt x="3" y="2"/>
                    </a:cubicBezTo>
                    <a:cubicBezTo>
                      <a:pt x="4" y="1"/>
                      <a:pt x="5" y="1"/>
                      <a:pt x="6" y="0"/>
                    </a:cubicBezTo>
                    <a:cubicBezTo>
                      <a:pt x="6" y="0"/>
                      <a:pt x="6" y="0"/>
                      <a:pt x="6" y="1"/>
                    </a:cubicBezTo>
                    <a:cubicBezTo>
                      <a:pt x="6" y="1"/>
                      <a:pt x="6" y="1"/>
                      <a:pt x="6" y="1"/>
                    </a:cubicBezTo>
                    <a:cubicBezTo>
                      <a:pt x="5" y="2"/>
                      <a:pt x="4" y="2"/>
                      <a:pt x="4" y="3"/>
                    </a:cubicBezTo>
                    <a:cubicBezTo>
                      <a:pt x="3" y="3"/>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 name="Freeform 259"/>
              <p:cNvSpPr>
                <a:spLocks/>
              </p:cNvSpPr>
              <p:nvPr/>
            </p:nvSpPr>
            <p:spPr bwMode="auto">
              <a:xfrm>
                <a:off x="5198" y="2946"/>
                <a:ext cx="10" cy="7"/>
              </a:xfrm>
              <a:custGeom>
                <a:avLst/>
                <a:gdLst>
                  <a:gd name="T0" fmla="*/ 0 w 4"/>
                  <a:gd name="T1" fmla="*/ 3 h 3"/>
                  <a:gd name="T2" fmla="*/ 0 w 4"/>
                  <a:gd name="T3" fmla="*/ 3 h 3"/>
                  <a:gd name="T4" fmla="*/ 0 w 4"/>
                  <a:gd name="T5" fmla="*/ 2 h 3"/>
                  <a:gd name="T6" fmla="*/ 4 w 4"/>
                  <a:gd name="T7" fmla="*/ 0 h 3"/>
                  <a:gd name="T8" fmla="*/ 4 w 4"/>
                  <a:gd name="T9" fmla="*/ 0 h 3"/>
                  <a:gd name="T10" fmla="*/ 4 w 4"/>
                  <a:gd name="T11" fmla="*/ 1 h 3"/>
                  <a:gd name="T12" fmla="*/ 0 w 4"/>
                  <a:gd name="T13" fmla="*/ 3 h 3"/>
                  <a:gd name="T14" fmla="*/ 0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3"/>
                    </a:moveTo>
                    <a:cubicBezTo>
                      <a:pt x="0" y="3"/>
                      <a:pt x="0" y="3"/>
                      <a:pt x="0" y="3"/>
                    </a:cubicBezTo>
                    <a:cubicBezTo>
                      <a:pt x="0" y="3"/>
                      <a:pt x="0" y="3"/>
                      <a:pt x="0" y="2"/>
                    </a:cubicBezTo>
                    <a:cubicBezTo>
                      <a:pt x="1" y="2"/>
                      <a:pt x="3" y="1"/>
                      <a:pt x="4" y="0"/>
                    </a:cubicBezTo>
                    <a:cubicBezTo>
                      <a:pt x="4" y="0"/>
                      <a:pt x="4" y="0"/>
                      <a:pt x="4" y="0"/>
                    </a:cubicBezTo>
                    <a:cubicBezTo>
                      <a:pt x="4" y="0"/>
                      <a:pt x="4" y="1"/>
                      <a:pt x="4" y="1"/>
                    </a:cubicBezTo>
                    <a:cubicBezTo>
                      <a:pt x="3" y="2"/>
                      <a:pt x="2"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 name="Freeform 260"/>
              <p:cNvSpPr>
                <a:spLocks/>
              </p:cNvSpPr>
              <p:nvPr/>
            </p:nvSpPr>
            <p:spPr bwMode="auto">
              <a:xfrm>
                <a:off x="5215" y="2933"/>
                <a:ext cx="13" cy="8"/>
              </a:xfrm>
              <a:custGeom>
                <a:avLst/>
                <a:gdLst>
                  <a:gd name="T0" fmla="*/ 0 w 5"/>
                  <a:gd name="T1" fmla="*/ 3 h 3"/>
                  <a:gd name="T2" fmla="*/ 0 w 5"/>
                  <a:gd name="T3" fmla="*/ 3 h 3"/>
                  <a:gd name="T4" fmla="*/ 0 w 5"/>
                  <a:gd name="T5" fmla="*/ 2 h 3"/>
                  <a:gd name="T6" fmla="*/ 2 w 5"/>
                  <a:gd name="T7" fmla="*/ 1 h 3"/>
                  <a:gd name="T8" fmla="*/ 5 w 5"/>
                  <a:gd name="T9" fmla="*/ 0 h 3"/>
                  <a:gd name="T10" fmla="*/ 5 w 5"/>
                  <a:gd name="T11" fmla="*/ 0 h 3"/>
                  <a:gd name="T12" fmla="*/ 5 w 5"/>
                  <a:gd name="T13" fmla="*/ 1 h 3"/>
                  <a:gd name="T14" fmla="*/ 3 w 5"/>
                  <a:gd name="T15" fmla="*/ 2 h 3"/>
                  <a:gd name="T16" fmla="*/ 0 w 5"/>
                  <a:gd name="T17" fmla="*/ 3 h 3"/>
                  <a:gd name="T18" fmla="*/ 0 w 5"/>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3"/>
                    </a:moveTo>
                    <a:cubicBezTo>
                      <a:pt x="0" y="3"/>
                      <a:pt x="0" y="3"/>
                      <a:pt x="0" y="3"/>
                    </a:cubicBezTo>
                    <a:cubicBezTo>
                      <a:pt x="0" y="3"/>
                      <a:pt x="0" y="2"/>
                      <a:pt x="0" y="2"/>
                    </a:cubicBezTo>
                    <a:cubicBezTo>
                      <a:pt x="1" y="2"/>
                      <a:pt x="1" y="2"/>
                      <a:pt x="2" y="1"/>
                    </a:cubicBezTo>
                    <a:cubicBezTo>
                      <a:pt x="3" y="1"/>
                      <a:pt x="4" y="1"/>
                      <a:pt x="5" y="0"/>
                    </a:cubicBezTo>
                    <a:cubicBezTo>
                      <a:pt x="5" y="0"/>
                      <a:pt x="5" y="0"/>
                      <a:pt x="5" y="0"/>
                    </a:cubicBezTo>
                    <a:cubicBezTo>
                      <a:pt x="5" y="1"/>
                      <a:pt x="5" y="1"/>
                      <a:pt x="5" y="1"/>
                    </a:cubicBezTo>
                    <a:cubicBezTo>
                      <a:pt x="4" y="1"/>
                      <a:pt x="4" y="2"/>
                      <a:pt x="3" y="2"/>
                    </a:cubicBezTo>
                    <a:cubicBezTo>
                      <a:pt x="2"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 name="Freeform 261"/>
              <p:cNvSpPr>
                <a:spLocks/>
              </p:cNvSpPr>
              <p:nvPr/>
            </p:nvSpPr>
            <p:spPr bwMode="auto">
              <a:xfrm>
                <a:off x="5213" y="2941"/>
                <a:ext cx="17" cy="10"/>
              </a:xfrm>
              <a:custGeom>
                <a:avLst/>
                <a:gdLst>
                  <a:gd name="T0" fmla="*/ 1 w 7"/>
                  <a:gd name="T1" fmla="*/ 4 h 4"/>
                  <a:gd name="T2" fmla="*/ 1 w 7"/>
                  <a:gd name="T3" fmla="*/ 4 h 4"/>
                  <a:gd name="T4" fmla="*/ 1 w 7"/>
                  <a:gd name="T5" fmla="*/ 3 h 4"/>
                  <a:gd name="T6" fmla="*/ 6 w 7"/>
                  <a:gd name="T7" fmla="*/ 0 h 4"/>
                  <a:gd name="T8" fmla="*/ 6 w 7"/>
                  <a:gd name="T9" fmla="*/ 0 h 4"/>
                  <a:gd name="T10" fmla="*/ 6 w 7"/>
                  <a:gd name="T11" fmla="*/ 1 h 4"/>
                  <a:gd name="T12" fmla="*/ 1 w 7"/>
                  <a:gd name="T13" fmla="*/ 4 h 4"/>
                  <a:gd name="T14" fmla="*/ 1 w 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1" y="4"/>
                    </a:moveTo>
                    <a:cubicBezTo>
                      <a:pt x="1" y="4"/>
                      <a:pt x="1" y="4"/>
                      <a:pt x="1" y="4"/>
                    </a:cubicBezTo>
                    <a:cubicBezTo>
                      <a:pt x="0" y="4"/>
                      <a:pt x="1" y="3"/>
                      <a:pt x="1" y="3"/>
                    </a:cubicBezTo>
                    <a:cubicBezTo>
                      <a:pt x="2" y="2"/>
                      <a:pt x="4" y="1"/>
                      <a:pt x="6" y="0"/>
                    </a:cubicBezTo>
                    <a:cubicBezTo>
                      <a:pt x="6" y="0"/>
                      <a:pt x="6" y="0"/>
                      <a:pt x="6" y="0"/>
                    </a:cubicBezTo>
                    <a:cubicBezTo>
                      <a:pt x="7" y="1"/>
                      <a:pt x="6" y="1"/>
                      <a:pt x="6" y="1"/>
                    </a:cubicBezTo>
                    <a:cubicBezTo>
                      <a:pt x="4" y="2"/>
                      <a:pt x="3"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 name="Freeform 262"/>
              <p:cNvSpPr>
                <a:spLocks/>
              </p:cNvSpPr>
              <p:nvPr/>
            </p:nvSpPr>
            <p:spPr bwMode="auto">
              <a:xfrm>
                <a:off x="5218" y="2946"/>
                <a:ext cx="12" cy="7"/>
              </a:xfrm>
              <a:custGeom>
                <a:avLst/>
                <a:gdLst>
                  <a:gd name="T0" fmla="*/ 1 w 5"/>
                  <a:gd name="T1" fmla="*/ 3 h 3"/>
                  <a:gd name="T2" fmla="*/ 0 w 5"/>
                  <a:gd name="T3" fmla="*/ 3 h 3"/>
                  <a:gd name="T4" fmla="*/ 1 w 5"/>
                  <a:gd name="T5" fmla="*/ 2 h 3"/>
                  <a:gd name="T6" fmla="*/ 4 w 5"/>
                  <a:gd name="T7" fmla="*/ 0 h 3"/>
                  <a:gd name="T8" fmla="*/ 4 w 5"/>
                  <a:gd name="T9" fmla="*/ 1 h 3"/>
                  <a:gd name="T10" fmla="*/ 4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4" y="0"/>
                      <a:pt x="4" y="0"/>
                      <a:pt x="4" y="0"/>
                    </a:cubicBezTo>
                    <a:cubicBezTo>
                      <a:pt x="4" y="0"/>
                      <a:pt x="4" y="0"/>
                      <a:pt x="4" y="1"/>
                    </a:cubicBezTo>
                    <a:cubicBezTo>
                      <a:pt x="5" y="1"/>
                      <a:pt x="4" y="1"/>
                      <a:pt x="4"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 name="Freeform 263"/>
              <p:cNvSpPr>
                <a:spLocks/>
              </p:cNvSpPr>
              <p:nvPr/>
            </p:nvSpPr>
            <p:spPr bwMode="auto">
              <a:xfrm>
                <a:off x="5235" y="2918"/>
                <a:ext cx="15" cy="15"/>
              </a:xfrm>
              <a:custGeom>
                <a:avLst/>
                <a:gdLst>
                  <a:gd name="T0" fmla="*/ 0 w 6"/>
                  <a:gd name="T1" fmla="*/ 6 h 6"/>
                  <a:gd name="T2" fmla="*/ 0 w 6"/>
                  <a:gd name="T3" fmla="*/ 6 h 6"/>
                  <a:gd name="T4" fmla="*/ 0 w 6"/>
                  <a:gd name="T5" fmla="*/ 5 h 6"/>
                  <a:gd name="T6" fmla="*/ 4 w 6"/>
                  <a:gd name="T7" fmla="*/ 1 h 6"/>
                  <a:gd name="T8" fmla="*/ 5 w 6"/>
                  <a:gd name="T9" fmla="*/ 1 h 6"/>
                  <a:gd name="T10" fmla="*/ 6 w 6"/>
                  <a:gd name="T11" fmla="*/ 1 h 6"/>
                  <a:gd name="T12" fmla="*/ 6 w 6"/>
                  <a:gd name="T13" fmla="*/ 1 h 6"/>
                  <a:gd name="T14" fmla="*/ 5 w 6"/>
                  <a:gd name="T15" fmla="*/ 2 h 6"/>
                  <a:gd name="T16" fmla="*/ 1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cubicBezTo>
                      <a:pt x="0" y="6"/>
                      <a:pt x="0" y="6"/>
                      <a:pt x="0" y="6"/>
                    </a:cubicBezTo>
                    <a:cubicBezTo>
                      <a:pt x="0" y="5"/>
                      <a:pt x="0" y="5"/>
                      <a:pt x="0" y="5"/>
                    </a:cubicBezTo>
                    <a:cubicBezTo>
                      <a:pt x="2" y="4"/>
                      <a:pt x="3" y="3"/>
                      <a:pt x="4" y="1"/>
                    </a:cubicBezTo>
                    <a:cubicBezTo>
                      <a:pt x="5" y="1"/>
                      <a:pt x="5" y="1"/>
                      <a:pt x="5" y="1"/>
                    </a:cubicBezTo>
                    <a:cubicBezTo>
                      <a:pt x="5" y="0"/>
                      <a:pt x="6" y="0"/>
                      <a:pt x="6" y="1"/>
                    </a:cubicBezTo>
                    <a:cubicBezTo>
                      <a:pt x="6" y="1"/>
                      <a:pt x="6" y="1"/>
                      <a:pt x="6" y="1"/>
                    </a:cubicBezTo>
                    <a:cubicBezTo>
                      <a:pt x="5" y="2"/>
                      <a:pt x="5" y="2"/>
                      <a:pt x="5" y="2"/>
                    </a:cubicBezTo>
                    <a:cubicBezTo>
                      <a:pt x="4" y="4"/>
                      <a:pt x="3" y="5"/>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2" name="Freeform 264"/>
              <p:cNvSpPr>
                <a:spLocks/>
              </p:cNvSpPr>
              <p:nvPr/>
            </p:nvSpPr>
            <p:spPr bwMode="auto">
              <a:xfrm>
                <a:off x="5235" y="2930"/>
                <a:ext cx="15" cy="13"/>
              </a:xfrm>
              <a:custGeom>
                <a:avLst/>
                <a:gdLst>
                  <a:gd name="T0" fmla="*/ 0 w 6"/>
                  <a:gd name="T1" fmla="*/ 5 h 5"/>
                  <a:gd name="T2" fmla="*/ 0 w 6"/>
                  <a:gd name="T3" fmla="*/ 4 h 5"/>
                  <a:gd name="T4" fmla="*/ 0 w 6"/>
                  <a:gd name="T5" fmla="*/ 4 h 5"/>
                  <a:gd name="T6" fmla="*/ 1 w 6"/>
                  <a:gd name="T7" fmla="*/ 3 h 5"/>
                  <a:gd name="T8" fmla="*/ 5 w 6"/>
                  <a:gd name="T9" fmla="*/ 0 h 5"/>
                  <a:gd name="T10" fmla="*/ 5 w 6"/>
                  <a:gd name="T11" fmla="*/ 0 h 5"/>
                  <a:gd name="T12" fmla="*/ 5 w 6"/>
                  <a:gd name="T13" fmla="*/ 1 h 5"/>
                  <a:gd name="T14" fmla="*/ 1 w 6"/>
                  <a:gd name="T15" fmla="*/ 4 h 5"/>
                  <a:gd name="T16" fmla="*/ 1 w 6"/>
                  <a:gd name="T17" fmla="*/ 4 h 5"/>
                  <a:gd name="T18" fmla="*/ 0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0" y="5"/>
                    </a:moveTo>
                    <a:cubicBezTo>
                      <a:pt x="0" y="5"/>
                      <a:pt x="0" y="4"/>
                      <a:pt x="0" y="4"/>
                    </a:cubicBezTo>
                    <a:cubicBezTo>
                      <a:pt x="0" y="4"/>
                      <a:pt x="0" y="4"/>
                      <a:pt x="0" y="4"/>
                    </a:cubicBezTo>
                    <a:cubicBezTo>
                      <a:pt x="1" y="3"/>
                      <a:pt x="1" y="3"/>
                      <a:pt x="1" y="3"/>
                    </a:cubicBezTo>
                    <a:cubicBezTo>
                      <a:pt x="2" y="2"/>
                      <a:pt x="3" y="2"/>
                      <a:pt x="5" y="0"/>
                    </a:cubicBezTo>
                    <a:cubicBezTo>
                      <a:pt x="5" y="0"/>
                      <a:pt x="5" y="0"/>
                      <a:pt x="5" y="0"/>
                    </a:cubicBezTo>
                    <a:cubicBezTo>
                      <a:pt x="6" y="0"/>
                      <a:pt x="6" y="1"/>
                      <a:pt x="5" y="1"/>
                    </a:cubicBezTo>
                    <a:cubicBezTo>
                      <a:pt x="3" y="2"/>
                      <a:pt x="3" y="3"/>
                      <a:pt x="1" y="4"/>
                    </a:cubicBezTo>
                    <a:cubicBezTo>
                      <a:pt x="1" y="4"/>
                      <a:pt x="1" y="4"/>
                      <a:pt x="1" y="4"/>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 name="Freeform 265"/>
              <p:cNvSpPr>
                <a:spLocks/>
              </p:cNvSpPr>
              <p:nvPr/>
            </p:nvSpPr>
            <p:spPr bwMode="auto">
              <a:xfrm>
                <a:off x="5235" y="2941"/>
                <a:ext cx="15" cy="10"/>
              </a:xfrm>
              <a:custGeom>
                <a:avLst/>
                <a:gdLst>
                  <a:gd name="T0" fmla="*/ 0 w 6"/>
                  <a:gd name="T1" fmla="*/ 4 h 4"/>
                  <a:gd name="T2" fmla="*/ 0 w 6"/>
                  <a:gd name="T3" fmla="*/ 3 h 4"/>
                  <a:gd name="T4" fmla="*/ 0 w 6"/>
                  <a:gd name="T5" fmla="*/ 3 h 4"/>
                  <a:gd name="T6" fmla="*/ 2 w 6"/>
                  <a:gd name="T7" fmla="*/ 1 h 4"/>
                  <a:gd name="T8" fmla="*/ 5 w 6"/>
                  <a:gd name="T9" fmla="*/ 0 h 4"/>
                  <a:gd name="T10" fmla="*/ 5 w 6"/>
                  <a:gd name="T11" fmla="*/ 0 h 4"/>
                  <a:gd name="T12" fmla="*/ 5 w 6"/>
                  <a:gd name="T13" fmla="*/ 1 h 4"/>
                  <a:gd name="T14" fmla="*/ 3 w 6"/>
                  <a:gd name="T15" fmla="*/ 2 h 4"/>
                  <a:gd name="T16" fmla="*/ 1 w 6"/>
                  <a:gd name="T17" fmla="*/ 4 h 4"/>
                  <a:gd name="T18" fmla="*/ 0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4"/>
                    </a:moveTo>
                    <a:cubicBezTo>
                      <a:pt x="0" y="4"/>
                      <a:pt x="0" y="4"/>
                      <a:pt x="0" y="3"/>
                    </a:cubicBezTo>
                    <a:cubicBezTo>
                      <a:pt x="0" y="3"/>
                      <a:pt x="0" y="3"/>
                      <a:pt x="0" y="3"/>
                    </a:cubicBezTo>
                    <a:cubicBezTo>
                      <a:pt x="1" y="2"/>
                      <a:pt x="2" y="2"/>
                      <a:pt x="2" y="1"/>
                    </a:cubicBezTo>
                    <a:cubicBezTo>
                      <a:pt x="3" y="1"/>
                      <a:pt x="4" y="0"/>
                      <a:pt x="5" y="0"/>
                    </a:cubicBezTo>
                    <a:cubicBezTo>
                      <a:pt x="5" y="0"/>
                      <a:pt x="5" y="0"/>
                      <a:pt x="5" y="0"/>
                    </a:cubicBezTo>
                    <a:cubicBezTo>
                      <a:pt x="6" y="0"/>
                      <a:pt x="6" y="0"/>
                      <a:pt x="5" y="1"/>
                    </a:cubicBezTo>
                    <a:cubicBezTo>
                      <a:pt x="4" y="1"/>
                      <a:pt x="4" y="2"/>
                      <a:pt x="3" y="2"/>
                    </a:cubicBezTo>
                    <a:cubicBezTo>
                      <a:pt x="2" y="3"/>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 name="Freeform 266"/>
              <p:cNvSpPr>
                <a:spLocks/>
              </p:cNvSpPr>
              <p:nvPr/>
            </p:nvSpPr>
            <p:spPr bwMode="auto">
              <a:xfrm>
                <a:off x="5152" y="2953"/>
                <a:ext cx="113" cy="3"/>
              </a:xfrm>
              <a:custGeom>
                <a:avLst/>
                <a:gdLst>
                  <a:gd name="T0" fmla="*/ 44 w 45"/>
                  <a:gd name="T1" fmla="*/ 1 h 1"/>
                  <a:gd name="T2" fmla="*/ 0 w 45"/>
                  <a:gd name="T3" fmla="*/ 1 h 1"/>
                  <a:gd name="T4" fmla="*/ 0 w 45"/>
                  <a:gd name="T5" fmla="*/ 0 h 1"/>
                  <a:gd name="T6" fmla="*/ 0 w 45"/>
                  <a:gd name="T7" fmla="*/ 0 h 1"/>
                  <a:gd name="T8" fmla="*/ 44 w 45"/>
                  <a:gd name="T9" fmla="*/ 0 h 1"/>
                  <a:gd name="T10" fmla="*/ 45 w 45"/>
                  <a:gd name="T11" fmla="*/ 0 h 1"/>
                  <a:gd name="T12" fmla="*/ 44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44" y="1"/>
                    </a:moveTo>
                    <a:cubicBezTo>
                      <a:pt x="0" y="1"/>
                      <a:pt x="0" y="1"/>
                      <a:pt x="0" y="1"/>
                    </a:cubicBezTo>
                    <a:cubicBezTo>
                      <a:pt x="0" y="1"/>
                      <a:pt x="0" y="1"/>
                      <a:pt x="0" y="0"/>
                    </a:cubicBezTo>
                    <a:cubicBezTo>
                      <a:pt x="0" y="0"/>
                      <a:pt x="0" y="0"/>
                      <a:pt x="0" y="0"/>
                    </a:cubicBezTo>
                    <a:cubicBezTo>
                      <a:pt x="44" y="0"/>
                      <a:pt x="44" y="0"/>
                      <a:pt x="44" y="0"/>
                    </a:cubicBezTo>
                    <a:cubicBezTo>
                      <a:pt x="44" y="0"/>
                      <a:pt x="45" y="0"/>
                      <a:pt x="45" y="0"/>
                    </a:cubicBezTo>
                    <a:cubicBezTo>
                      <a:pt x="45" y="1"/>
                      <a:pt x="44" y="1"/>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 name="Freeform 267"/>
              <p:cNvSpPr>
                <a:spLocks/>
              </p:cNvSpPr>
              <p:nvPr/>
            </p:nvSpPr>
            <p:spPr bwMode="auto">
              <a:xfrm>
                <a:off x="5160" y="2874"/>
                <a:ext cx="3" cy="92"/>
              </a:xfrm>
              <a:custGeom>
                <a:avLst/>
                <a:gdLst>
                  <a:gd name="T0" fmla="*/ 0 w 1"/>
                  <a:gd name="T1" fmla="*/ 36 h 36"/>
                  <a:gd name="T2" fmla="*/ 0 w 1"/>
                  <a:gd name="T3" fmla="*/ 35 h 36"/>
                  <a:gd name="T4" fmla="*/ 0 w 1"/>
                  <a:gd name="T5" fmla="*/ 0 h 36"/>
                  <a:gd name="T6" fmla="*/ 0 w 1"/>
                  <a:gd name="T7" fmla="*/ 0 h 36"/>
                  <a:gd name="T8" fmla="*/ 1 w 1"/>
                  <a:gd name="T9" fmla="*/ 0 h 36"/>
                  <a:gd name="T10" fmla="*/ 1 w 1"/>
                  <a:gd name="T11" fmla="*/ 35 h 36"/>
                  <a:gd name="T12" fmla="*/ 0 w 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 h="36">
                    <a:moveTo>
                      <a:pt x="0" y="36"/>
                    </a:moveTo>
                    <a:cubicBezTo>
                      <a:pt x="0" y="36"/>
                      <a:pt x="0" y="36"/>
                      <a:pt x="0" y="35"/>
                    </a:cubicBezTo>
                    <a:cubicBezTo>
                      <a:pt x="0" y="0"/>
                      <a:pt x="0" y="0"/>
                      <a:pt x="0" y="0"/>
                    </a:cubicBezTo>
                    <a:cubicBezTo>
                      <a:pt x="0" y="0"/>
                      <a:pt x="0" y="0"/>
                      <a:pt x="0" y="0"/>
                    </a:cubicBezTo>
                    <a:cubicBezTo>
                      <a:pt x="1" y="0"/>
                      <a:pt x="1" y="0"/>
                      <a:pt x="1" y="0"/>
                    </a:cubicBezTo>
                    <a:cubicBezTo>
                      <a:pt x="1" y="35"/>
                      <a:pt x="1" y="35"/>
                      <a:pt x="1" y="35"/>
                    </a:cubicBezTo>
                    <a:cubicBezTo>
                      <a:pt x="1" y="36"/>
                      <a:pt x="1"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 name="Freeform 268"/>
              <p:cNvSpPr>
                <a:spLocks noEditPoints="1"/>
              </p:cNvSpPr>
              <p:nvPr/>
            </p:nvSpPr>
            <p:spPr bwMode="auto">
              <a:xfrm>
                <a:off x="5168" y="2877"/>
                <a:ext cx="95" cy="58"/>
              </a:xfrm>
              <a:custGeom>
                <a:avLst/>
                <a:gdLst>
                  <a:gd name="T0" fmla="*/ 1 w 38"/>
                  <a:gd name="T1" fmla="*/ 23 h 23"/>
                  <a:gd name="T2" fmla="*/ 1 w 38"/>
                  <a:gd name="T3" fmla="*/ 23 h 23"/>
                  <a:gd name="T4" fmla="*/ 0 w 38"/>
                  <a:gd name="T5" fmla="*/ 23 h 23"/>
                  <a:gd name="T6" fmla="*/ 0 w 38"/>
                  <a:gd name="T7" fmla="*/ 22 h 23"/>
                  <a:gd name="T8" fmla="*/ 0 w 38"/>
                  <a:gd name="T9" fmla="*/ 20 h 23"/>
                  <a:gd name="T10" fmla="*/ 0 w 38"/>
                  <a:gd name="T11" fmla="*/ 20 h 23"/>
                  <a:gd name="T12" fmla="*/ 9 w 38"/>
                  <a:gd name="T13" fmla="*/ 10 h 23"/>
                  <a:gd name="T14" fmla="*/ 13 w 38"/>
                  <a:gd name="T15" fmla="*/ 10 h 23"/>
                  <a:gd name="T16" fmla="*/ 19 w 38"/>
                  <a:gd name="T17" fmla="*/ 13 h 23"/>
                  <a:gd name="T18" fmla="*/ 22 w 38"/>
                  <a:gd name="T19" fmla="*/ 14 h 23"/>
                  <a:gd name="T20" fmla="*/ 31 w 38"/>
                  <a:gd name="T21" fmla="*/ 4 h 23"/>
                  <a:gd name="T22" fmla="*/ 29 w 38"/>
                  <a:gd name="T23" fmla="*/ 4 h 23"/>
                  <a:gd name="T24" fmla="*/ 28 w 38"/>
                  <a:gd name="T25" fmla="*/ 4 h 23"/>
                  <a:gd name="T26" fmla="*/ 27 w 38"/>
                  <a:gd name="T27" fmla="*/ 3 h 23"/>
                  <a:gd name="T28" fmla="*/ 27 w 38"/>
                  <a:gd name="T29" fmla="*/ 2 h 23"/>
                  <a:gd name="T30" fmla="*/ 27 w 38"/>
                  <a:gd name="T31" fmla="*/ 2 h 23"/>
                  <a:gd name="T32" fmla="*/ 38 w 38"/>
                  <a:gd name="T33" fmla="*/ 0 h 23"/>
                  <a:gd name="T34" fmla="*/ 38 w 38"/>
                  <a:gd name="T35" fmla="*/ 0 h 23"/>
                  <a:gd name="T36" fmla="*/ 38 w 38"/>
                  <a:gd name="T37" fmla="*/ 0 h 23"/>
                  <a:gd name="T38" fmla="*/ 37 w 38"/>
                  <a:gd name="T39" fmla="*/ 10 h 23"/>
                  <a:gd name="T40" fmla="*/ 36 w 38"/>
                  <a:gd name="T41" fmla="*/ 11 h 23"/>
                  <a:gd name="T42" fmla="*/ 36 w 38"/>
                  <a:gd name="T43" fmla="*/ 11 h 23"/>
                  <a:gd name="T44" fmla="*/ 34 w 38"/>
                  <a:gd name="T45" fmla="*/ 9 h 23"/>
                  <a:gd name="T46" fmla="*/ 34 w 38"/>
                  <a:gd name="T47" fmla="*/ 9 h 23"/>
                  <a:gd name="T48" fmla="*/ 34 w 38"/>
                  <a:gd name="T49" fmla="*/ 6 h 23"/>
                  <a:gd name="T50" fmla="*/ 25 w 38"/>
                  <a:gd name="T51" fmla="*/ 17 h 23"/>
                  <a:gd name="T52" fmla="*/ 23 w 38"/>
                  <a:gd name="T53" fmla="*/ 18 h 23"/>
                  <a:gd name="T54" fmla="*/ 20 w 38"/>
                  <a:gd name="T55" fmla="*/ 18 h 23"/>
                  <a:gd name="T56" fmla="*/ 11 w 38"/>
                  <a:gd name="T57" fmla="*/ 13 h 23"/>
                  <a:gd name="T58" fmla="*/ 1 w 38"/>
                  <a:gd name="T59" fmla="*/ 23 h 23"/>
                  <a:gd name="T60" fmla="*/ 1 w 38"/>
                  <a:gd name="T61" fmla="*/ 23 h 23"/>
                  <a:gd name="T62" fmla="*/ 1 w 38"/>
                  <a:gd name="T63" fmla="*/ 20 h 23"/>
                  <a:gd name="T64" fmla="*/ 1 w 38"/>
                  <a:gd name="T65" fmla="*/ 21 h 23"/>
                  <a:gd name="T66" fmla="*/ 1 w 38"/>
                  <a:gd name="T67" fmla="*/ 22 h 23"/>
                  <a:gd name="T68" fmla="*/ 11 w 38"/>
                  <a:gd name="T69" fmla="*/ 12 h 23"/>
                  <a:gd name="T70" fmla="*/ 11 w 38"/>
                  <a:gd name="T71" fmla="*/ 12 h 23"/>
                  <a:gd name="T72" fmla="*/ 21 w 38"/>
                  <a:gd name="T73" fmla="*/ 17 h 23"/>
                  <a:gd name="T74" fmla="*/ 23 w 38"/>
                  <a:gd name="T75" fmla="*/ 17 h 23"/>
                  <a:gd name="T76" fmla="*/ 24 w 38"/>
                  <a:gd name="T77" fmla="*/ 16 h 23"/>
                  <a:gd name="T78" fmla="*/ 34 w 38"/>
                  <a:gd name="T79" fmla="*/ 5 h 23"/>
                  <a:gd name="T80" fmla="*/ 35 w 38"/>
                  <a:gd name="T81" fmla="*/ 4 h 23"/>
                  <a:gd name="T82" fmla="*/ 35 w 38"/>
                  <a:gd name="T83" fmla="*/ 5 h 23"/>
                  <a:gd name="T84" fmla="*/ 35 w 38"/>
                  <a:gd name="T85" fmla="*/ 9 h 23"/>
                  <a:gd name="T86" fmla="*/ 36 w 38"/>
                  <a:gd name="T87" fmla="*/ 9 h 23"/>
                  <a:gd name="T88" fmla="*/ 37 w 38"/>
                  <a:gd name="T89" fmla="*/ 1 h 23"/>
                  <a:gd name="T90" fmla="*/ 28 w 38"/>
                  <a:gd name="T91" fmla="*/ 3 h 23"/>
                  <a:gd name="T92" fmla="*/ 29 w 38"/>
                  <a:gd name="T93" fmla="*/ 3 h 23"/>
                  <a:gd name="T94" fmla="*/ 33 w 38"/>
                  <a:gd name="T95" fmla="*/ 3 h 23"/>
                  <a:gd name="T96" fmla="*/ 33 w 38"/>
                  <a:gd name="T97" fmla="*/ 4 h 23"/>
                  <a:gd name="T98" fmla="*/ 33 w 38"/>
                  <a:gd name="T99" fmla="*/ 4 h 23"/>
                  <a:gd name="T100" fmla="*/ 23 w 38"/>
                  <a:gd name="T101" fmla="*/ 15 h 23"/>
                  <a:gd name="T102" fmla="*/ 22 w 38"/>
                  <a:gd name="T103" fmla="*/ 16 h 23"/>
                  <a:gd name="T104" fmla="*/ 18 w 38"/>
                  <a:gd name="T105" fmla="*/ 14 h 23"/>
                  <a:gd name="T106" fmla="*/ 12 w 38"/>
                  <a:gd name="T107" fmla="*/ 10 h 23"/>
                  <a:gd name="T108" fmla="*/ 10 w 38"/>
                  <a:gd name="T109" fmla="*/ 11 h 23"/>
                  <a:gd name="T110" fmla="*/ 1 w 38"/>
                  <a:gd name="T111"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23">
                    <a:moveTo>
                      <a:pt x="1" y="23"/>
                    </a:moveTo>
                    <a:cubicBezTo>
                      <a:pt x="1" y="23"/>
                      <a:pt x="1" y="23"/>
                      <a:pt x="1" y="23"/>
                    </a:cubicBezTo>
                    <a:cubicBezTo>
                      <a:pt x="0" y="23"/>
                      <a:pt x="0" y="23"/>
                      <a:pt x="0" y="23"/>
                    </a:cubicBezTo>
                    <a:cubicBezTo>
                      <a:pt x="0" y="22"/>
                      <a:pt x="0" y="22"/>
                      <a:pt x="0" y="22"/>
                    </a:cubicBezTo>
                    <a:cubicBezTo>
                      <a:pt x="0" y="21"/>
                      <a:pt x="0" y="21"/>
                      <a:pt x="0" y="20"/>
                    </a:cubicBezTo>
                    <a:cubicBezTo>
                      <a:pt x="0" y="20"/>
                      <a:pt x="0" y="20"/>
                      <a:pt x="0" y="20"/>
                    </a:cubicBezTo>
                    <a:cubicBezTo>
                      <a:pt x="9" y="10"/>
                      <a:pt x="9" y="10"/>
                      <a:pt x="9" y="10"/>
                    </a:cubicBezTo>
                    <a:cubicBezTo>
                      <a:pt x="10" y="9"/>
                      <a:pt x="12" y="9"/>
                      <a:pt x="13" y="10"/>
                    </a:cubicBezTo>
                    <a:cubicBezTo>
                      <a:pt x="14" y="11"/>
                      <a:pt x="17" y="12"/>
                      <a:pt x="19" y="13"/>
                    </a:cubicBezTo>
                    <a:cubicBezTo>
                      <a:pt x="20" y="13"/>
                      <a:pt x="22" y="14"/>
                      <a:pt x="22" y="14"/>
                    </a:cubicBezTo>
                    <a:cubicBezTo>
                      <a:pt x="25" y="11"/>
                      <a:pt x="30" y="6"/>
                      <a:pt x="31" y="4"/>
                    </a:cubicBezTo>
                    <a:cubicBezTo>
                      <a:pt x="29" y="4"/>
                      <a:pt x="29" y="4"/>
                      <a:pt x="29" y="4"/>
                    </a:cubicBezTo>
                    <a:cubicBezTo>
                      <a:pt x="29" y="4"/>
                      <a:pt x="28" y="4"/>
                      <a:pt x="28" y="4"/>
                    </a:cubicBezTo>
                    <a:cubicBezTo>
                      <a:pt x="28" y="4"/>
                      <a:pt x="27" y="3"/>
                      <a:pt x="27" y="3"/>
                    </a:cubicBezTo>
                    <a:cubicBezTo>
                      <a:pt x="27" y="3"/>
                      <a:pt x="26" y="2"/>
                      <a:pt x="27" y="2"/>
                    </a:cubicBezTo>
                    <a:cubicBezTo>
                      <a:pt x="27" y="2"/>
                      <a:pt x="27" y="2"/>
                      <a:pt x="27" y="2"/>
                    </a:cubicBezTo>
                    <a:cubicBezTo>
                      <a:pt x="31" y="1"/>
                      <a:pt x="38" y="0"/>
                      <a:pt x="38" y="0"/>
                    </a:cubicBezTo>
                    <a:cubicBezTo>
                      <a:pt x="38" y="0"/>
                      <a:pt x="38" y="0"/>
                      <a:pt x="38" y="0"/>
                    </a:cubicBezTo>
                    <a:cubicBezTo>
                      <a:pt x="38" y="0"/>
                      <a:pt x="38" y="0"/>
                      <a:pt x="38" y="0"/>
                    </a:cubicBezTo>
                    <a:cubicBezTo>
                      <a:pt x="38" y="1"/>
                      <a:pt x="37" y="8"/>
                      <a:pt x="37" y="10"/>
                    </a:cubicBezTo>
                    <a:cubicBezTo>
                      <a:pt x="37" y="10"/>
                      <a:pt x="36" y="10"/>
                      <a:pt x="36" y="11"/>
                    </a:cubicBezTo>
                    <a:cubicBezTo>
                      <a:pt x="36" y="11"/>
                      <a:pt x="36" y="11"/>
                      <a:pt x="36" y="11"/>
                    </a:cubicBezTo>
                    <a:cubicBezTo>
                      <a:pt x="35" y="10"/>
                      <a:pt x="34" y="9"/>
                      <a:pt x="34" y="9"/>
                    </a:cubicBezTo>
                    <a:cubicBezTo>
                      <a:pt x="34" y="9"/>
                      <a:pt x="34" y="9"/>
                      <a:pt x="34" y="9"/>
                    </a:cubicBezTo>
                    <a:cubicBezTo>
                      <a:pt x="34" y="6"/>
                      <a:pt x="34" y="6"/>
                      <a:pt x="34" y="6"/>
                    </a:cubicBezTo>
                    <a:cubicBezTo>
                      <a:pt x="32" y="9"/>
                      <a:pt x="28" y="14"/>
                      <a:pt x="25" y="17"/>
                    </a:cubicBezTo>
                    <a:cubicBezTo>
                      <a:pt x="24" y="18"/>
                      <a:pt x="24" y="18"/>
                      <a:pt x="23" y="18"/>
                    </a:cubicBezTo>
                    <a:cubicBezTo>
                      <a:pt x="22" y="19"/>
                      <a:pt x="21" y="18"/>
                      <a:pt x="20" y="18"/>
                    </a:cubicBezTo>
                    <a:cubicBezTo>
                      <a:pt x="11" y="13"/>
                      <a:pt x="11" y="13"/>
                      <a:pt x="11" y="13"/>
                    </a:cubicBezTo>
                    <a:cubicBezTo>
                      <a:pt x="1" y="23"/>
                      <a:pt x="1" y="23"/>
                      <a:pt x="1" y="23"/>
                    </a:cubicBezTo>
                    <a:cubicBezTo>
                      <a:pt x="1" y="23"/>
                      <a:pt x="1" y="23"/>
                      <a:pt x="1" y="23"/>
                    </a:cubicBezTo>
                    <a:close/>
                    <a:moveTo>
                      <a:pt x="1" y="20"/>
                    </a:moveTo>
                    <a:cubicBezTo>
                      <a:pt x="1" y="21"/>
                      <a:pt x="1" y="21"/>
                      <a:pt x="1" y="21"/>
                    </a:cubicBezTo>
                    <a:cubicBezTo>
                      <a:pt x="1" y="21"/>
                      <a:pt x="1" y="22"/>
                      <a:pt x="1" y="22"/>
                    </a:cubicBezTo>
                    <a:cubicBezTo>
                      <a:pt x="11" y="12"/>
                      <a:pt x="11" y="12"/>
                      <a:pt x="11" y="12"/>
                    </a:cubicBezTo>
                    <a:cubicBezTo>
                      <a:pt x="11" y="12"/>
                      <a:pt x="11" y="12"/>
                      <a:pt x="11" y="12"/>
                    </a:cubicBezTo>
                    <a:cubicBezTo>
                      <a:pt x="21" y="17"/>
                      <a:pt x="21" y="17"/>
                      <a:pt x="21" y="17"/>
                    </a:cubicBezTo>
                    <a:cubicBezTo>
                      <a:pt x="22" y="17"/>
                      <a:pt x="22" y="18"/>
                      <a:pt x="23" y="17"/>
                    </a:cubicBezTo>
                    <a:cubicBezTo>
                      <a:pt x="23" y="17"/>
                      <a:pt x="24" y="17"/>
                      <a:pt x="24" y="16"/>
                    </a:cubicBezTo>
                    <a:cubicBezTo>
                      <a:pt x="28" y="12"/>
                      <a:pt x="34" y="5"/>
                      <a:pt x="34" y="5"/>
                    </a:cubicBezTo>
                    <a:cubicBezTo>
                      <a:pt x="34" y="4"/>
                      <a:pt x="35" y="4"/>
                      <a:pt x="35" y="4"/>
                    </a:cubicBezTo>
                    <a:cubicBezTo>
                      <a:pt x="35" y="4"/>
                      <a:pt x="35" y="5"/>
                      <a:pt x="35" y="5"/>
                    </a:cubicBezTo>
                    <a:cubicBezTo>
                      <a:pt x="35" y="9"/>
                      <a:pt x="35" y="9"/>
                      <a:pt x="35" y="9"/>
                    </a:cubicBezTo>
                    <a:cubicBezTo>
                      <a:pt x="35" y="9"/>
                      <a:pt x="35" y="9"/>
                      <a:pt x="36" y="9"/>
                    </a:cubicBezTo>
                    <a:cubicBezTo>
                      <a:pt x="36" y="7"/>
                      <a:pt x="37" y="3"/>
                      <a:pt x="37" y="1"/>
                    </a:cubicBezTo>
                    <a:cubicBezTo>
                      <a:pt x="35" y="1"/>
                      <a:pt x="31" y="2"/>
                      <a:pt x="28" y="3"/>
                    </a:cubicBezTo>
                    <a:cubicBezTo>
                      <a:pt x="28" y="3"/>
                      <a:pt x="29" y="3"/>
                      <a:pt x="29" y="3"/>
                    </a:cubicBezTo>
                    <a:cubicBezTo>
                      <a:pt x="33" y="3"/>
                      <a:pt x="33" y="3"/>
                      <a:pt x="33" y="3"/>
                    </a:cubicBezTo>
                    <a:cubicBezTo>
                      <a:pt x="33" y="3"/>
                      <a:pt x="33" y="3"/>
                      <a:pt x="33" y="4"/>
                    </a:cubicBezTo>
                    <a:cubicBezTo>
                      <a:pt x="33" y="4"/>
                      <a:pt x="33" y="4"/>
                      <a:pt x="33" y="4"/>
                    </a:cubicBezTo>
                    <a:cubicBezTo>
                      <a:pt x="33" y="4"/>
                      <a:pt x="27" y="11"/>
                      <a:pt x="23" y="15"/>
                    </a:cubicBezTo>
                    <a:cubicBezTo>
                      <a:pt x="23" y="16"/>
                      <a:pt x="23" y="16"/>
                      <a:pt x="22" y="16"/>
                    </a:cubicBezTo>
                    <a:cubicBezTo>
                      <a:pt x="22" y="15"/>
                      <a:pt x="20" y="14"/>
                      <a:pt x="18" y="14"/>
                    </a:cubicBezTo>
                    <a:cubicBezTo>
                      <a:pt x="16" y="13"/>
                      <a:pt x="14" y="11"/>
                      <a:pt x="12" y="10"/>
                    </a:cubicBezTo>
                    <a:cubicBezTo>
                      <a:pt x="12" y="10"/>
                      <a:pt x="10" y="10"/>
                      <a:pt x="10" y="11"/>
                    </a:cubicBezTo>
                    <a:lnTo>
                      <a:pt x="1"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 name="Freeform 269"/>
              <p:cNvSpPr>
                <a:spLocks noEditPoints="1"/>
              </p:cNvSpPr>
              <p:nvPr/>
            </p:nvSpPr>
            <p:spPr bwMode="auto">
              <a:xfrm>
                <a:off x="5173" y="2925"/>
                <a:ext cx="15" cy="28"/>
              </a:xfrm>
              <a:custGeom>
                <a:avLst/>
                <a:gdLst>
                  <a:gd name="T0" fmla="*/ 6 w 6"/>
                  <a:gd name="T1" fmla="*/ 11 h 11"/>
                  <a:gd name="T2" fmla="*/ 1 w 6"/>
                  <a:gd name="T3" fmla="*/ 11 h 11"/>
                  <a:gd name="T4" fmla="*/ 0 w 6"/>
                  <a:gd name="T5" fmla="*/ 11 h 11"/>
                  <a:gd name="T6" fmla="*/ 0 w 6"/>
                  <a:gd name="T7" fmla="*/ 8 h 11"/>
                  <a:gd name="T8" fmla="*/ 0 w 6"/>
                  <a:gd name="T9" fmla="*/ 6 h 11"/>
                  <a:gd name="T10" fmla="*/ 0 w 6"/>
                  <a:gd name="T11" fmla="*/ 5 h 11"/>
                  <a:gd name="T12" fmla="*/ 4 w 6"/>
                  <a:gd name="T13" fmla="*/ 2 h 11"/>
                  <a:gd name="T14" fmla="*/ 5 w 6"/>
                  <a:gd name="T15" fmla="*/ 1 h 11"/>
                  <a:gd name="T16" fmla="*/ 6 w 6"/>
                  <a:gd name="T17" fmla="*/ 0 h 11"/>
                  <a:gd name="T18" fmla="*/ 6 w 6"/>
                  <a:gd name="T19" fmla="*/ 1 h 11"/>
                  <a:gd name="T20" fmla="*/ 6 w 6"/>
                  <a:gd name="T21" fmla="*/ 11 h 11"/>
                  <a:gd name="T22" fmla="*/ 6 w 6"/>
                  <a:gd name="T23" fmla="*/ 11 h 11"/>
                  <a:gd name="T24" fmla="*/ 1 w 6"/>
                  <a:gd name="T25" fmla="*/ 10 h 11"/>
                  <a:gd name="T26" fmla="*/ 5 w 6"/>
                  <a:gd name="T27" fmla="*/ 10 h 11"/>
                  <a:gd name="T28" fmla="*/ 5 w 6"/>
                  <a:gd name="T29" fmla="*/ 2 h 11"/>
                  <a:gd name="T30" fmla="*/ 5 w 6"/>
                  <a:gd name="T31" fmla="*/ 2 h 11"/>
                  <a:gd name="T32" fmla="*/ 1 w 6"/>
                  <a:gd name="T33" fmla="*/ 6 h 11"/>
                  <a:gd name="T34" fmla="*/ 1 w 6"/>
                  <a:gd name="T35" fmla="*/ 8 h 11"/>
                  <a:gd name="T36" fmla="*/ 1 w 6"/>
                  <a:gd name="T3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1">
                    <a:moveTo>
                      <a:pt x="6" y="11"/>
                    </a:moveTo>
                    <a:cubicBezTo>
                      <a:pt x="1" y="11"/>
                      <a:pt x="1" y="11"/>
                      <a:pt x="1" y="11"/>
                    </a:cubicBezTo>
                    <a:cubicBezTo>
                      <a:pt x="0" y="11"/>
                      <a:pt x="0" y="11"/>
                      <a:pt x="0" y="11"/>
                    </a:cubicBezTo>
                    <a:cubicBezTo>
                      <a:pt x="0" y="10"/>
                      <a:pt x="0" y="9"/>
                      <a:pt x="0" y="8"/>
                    </a:cubicBezTo>
                    <a:cubicBezTo>
                      <a:pt x="0" y="8"/>
                      <a:pt x="0" y="7"/>
                      <a:pt x="0" y="6"/>
                    </a:cubicBezTo>
                    <a:cubicBezTo>
                      <a:pt x="0" y="6"/>
                      <a:pt x="0" y="6"/>
                      <a:pt x="0" y="5"/>
                    </a:cubicBezTo>
                    <a:cubicBezTo>
                      <a:pt x="2" y="4"/>
                      <a:pt x="3" y="3"/>
                      <a:pt x="4" y="2"/>
                    </a:cubicBezTo>
                    <a:cubicBezTo>
                      <a:pt x="5" y="1"/>
                      <a:pt x="5" y="1"/>
                      <a:pt x="5" y="1"/>
                    </a:cubicBezTo>
                    <a:cubicBezTo>
                      <a:pt x="5" y="0"/>
                      <a:pt x="6" y="0"/>
                      <a:pt x="6" y="0"/>
                    </a:cubicBezTo>
                    <a:cubicBezTo>
                      <a:pt x="6" y="0"/>
                      <a:pt x="6" y="1"/>
                      <a:pt x="6" y="1"/>
                    </a:cubicBezTo>
                    <a:cubicBezTo>
                      <a:pt x="6" y="5"/>
                      <a:pt x="6" y="8"/>
                      <a:pt x="6" y="11"/>
                    </a:cubicBezTo>
                    <a:cubicBezTo>
                      <a:pt x="6" y="11"/>
                      <a:pt x="6" y="11"/>
                      <a:pt x="6" y="11"/>
                    </a:cubicBezTo>
                    <a:close/>
                    <a:moveTo>
                      <a:pt x="1" y="10"/>
                    </a:moveTo>
                    <a:cubicBezTo>
                      <a:pt x="5" y="10"/>
                      <a:pt x="5" y="10"/>
                      <a:pt x="5" y="10"/>
                    </a:cubicBezTo>
                    <a:cubicBezTo>
                      <a:pt x="5" y="8"/>
                      <a:pt x="5" y="5"/>
                      <a:pt x="5" y="2"/>
                    </a:cubicBezTo>
                    <a:cubicBezTo>
                      <a:pt x="5" y="2"/>
                      <a:pt x="5" y="2"/>
                      <a:pt x="5" y="2"/>
                    </a:cubicBezTo>
                    <a:cubicBezTo>
                      <a:pt x="4" y="4"/>
                      <a:pt x="2" y="5"/>
                      <a:pt x="1" y="6"/>
                    </a:cubicBezTo>
                    <a:cubicBezTo>
                      <a:pt x="1" y="7"/>
                      <a:pt x="1" y="8"/>
                      <a:pt x="1" y="8"/>
                    </a:cubicBezTo>
                    <a:cubicBezTo>
                      <a:pt x="1" y="9"/>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 name="Freeform 270"/>
              <p:cNvSpPr>
                <a:spLocks noEditPoints="1"/>
              </p:cNvSpPr>
              <p:nvPr/>
            </p:nvSpPr>
            <p:spPr bwMode="auto">
              <a:xfrm>
                <a:off x="5193" y="2918"/>
                <a:ext cx="15" cy="35"/>
              </a:xfrm>
              <a:custGeom>
                <a:avLst/>
                <a:gdLst>
                  <a:gd name="T0" fmla="*/ 6 w 6"/>
                  <a:gd name="T1" fmla="*/ 14 h 14"/>
                  <a:gd name="T2" fmla="*/ 1 w 6"/>
                  <a:gd name="T3" fmla="*/ 14 h 14"/>
                  <a:gd name="T4" fmla="*/ 0 w 6"/>
                  <a:gd name="T5" fmla="*/ 14 h 14"/>
                  <a:gd name="T6" fmla="*/ 0 w 6"/>
                  <a:gd name="T7" fmla="*/ 8 h 14"/>
                  <a:gd name="T8" fmla="*/ 0 w 6"/>
                  <a:gd name="T9" fmla="*/ 2 h 14"/>
                  <a:gd name="T10" fmla="*/ 0 w 6"/>
                  <a:gd name="T11" fmla="*/ 2 h 14"/>
                  <a:gd name="T12" fmla="*/ 0 w 6"/>
                  <a:gd name="T13" fmla="*/ 2 h 14"/>
                  <a:gd name="T14" fmla="*/ 2 w 6"/>
                  <a:gd name="T15" fmla="*/ 0 h 14"/>
                  <a:gd name="T16" fmla="*/ 2 w 6"/>
                  <a:gd name="T17" fmla="*/ 0 h 14"/>
                  <a:gd name="T18" fmla="*/ 5 w 6"/>
                  <a:gd name="T19" fmla="*/ 2 h 14"/>
                  <a:gd name="T20" fmla="*/ 6 w 6"/>
                  <a:gd name="T21" fmla="*/ 3 h 14"/>
                  <a:gd name="T22" fmla="*/ 6 w 6"/>
                  <a:gd name="T23" fmla="*/ 4 h 14"/>
                  <a:gd name="T24" fmla="*/ 6 w 6"/>
                  <a:gd name="T25" fmla="*/ 14 h 14"/>
                  <a:gd name="T26" fmla="*/ 6 w 6"/>
                  <a:gd name="T27" fmla="*/ 14 h 14"/>
                  <a:gd name="T28" fmla="*/ 1 w 6"/>
                  <a:gd name="T29" fmla="*/ 13 h 14"/>
                  <a:gd name="T30" fmla="*/ 5 w 6"/>
                  <a:gd name="T31" fmla="*/ 13 h 14"/>
                  <a:gd name="T32" fmla="*/ 5 w 6"/>
                  <a:gd name="T33" fmla="*/ 4 h 14"/>
                  <a:gd name="T34" fmla="*/ 4 w 6"/>
                  <a:gd name="T35" fmla="*/ 3 h 14"/>
                  <a:gd name="T36" fmla="*/ 2 w 6"/>
                  <a:gd name="T37" fmla="*/ 1 h 14"/>
                  <a:gd name="T38" fmla="*/ 1 w 6"/>
                  <a:gd name="T39" fmla="*/ 2 h 14"/>
                  <a:gd name="T40" fmla="*/ 1 w 6"/>
                  <a:gd name="T41" fmla="*/ 3 h 14"/>
                  <a:gd name="T42" fmla="*/ 1 w 6"/>
                  <a:gd name="T43" fmla="*/ 8 h 14"/>
                  <a:gd name="T44" fmla="*/ 1 w 6"/>
                  <a:gd name="T4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4">
                    <a:moveTo>
                      <a:pt x="6" y="14"/>
                    </a:moveTo>
                    <a:cubicBezTo>
                      <a:pt x="1" y="14"/>
                      <a:pt x="1" y="14"/>
                      <a:pt x="1" y="14"/>
                    </a:cubicBezTo>
                    <a:cubicBezTo>
                      <a:pt x="1" y="14"/>
                      <a:pt x="0" y="14"/>
                      <a:pt x="0" y="14"/>
                    </a:cubicBezTo>
                    <a:cubicBezTo>
                      <a:pt x="0" y="12"/>
                      <a:pt x="0" y="10"/>
                      <a:pt x="0" y="8"/>
                    </a:cubicBezTo>
                    <a:cubicBezTo>
                      <a:pt x="0" y="7"/>
                      <a:pt x="0" y="5"/>
                      <a:pt x="0" y="2"/>
                    </a:cubicBezTo>
                    <a:cubicBezTo>
                      <a:pt x="0" y="2"/>
                      <a:pt x="0" y="2"/>
                      <a:pt x="0" y="2"/>
                    </a:cubicBezTo>
                    <a:cubicBezTo>
                      <a:pt x="0" y="2"/>
                      <a:pt x="0" y="2"/>
                      <a:pt x="0" y="2"/>
                    </a:cubicBezTo>
                    <a:cubicBezTo>
                      <a:pt x="1" y="1"/>
                      <a:pt x="1" y="0"/>
                      <a:pt x="2" y="0"/>
                    </a:cubicBezTo>
                    <a:cubicBezTo>
                      <a:pt x="2" y="0"/>
                      <a:pt x="2" y="0"/>
                      <a:pt x="2" y="0"/>
                    </a:cubicBezTo>
                    <a:cubicBezTo>
                      <a:pt x="3" y="1"/>
                      <a:pt x="4" y="1"/>
                      <a:pt x="5" y="2"/>
                    </a:cubicBezTo>
                    <a:cubicBezTo>
                      <a:pt x="5" y="2"/>
                      <a:pt x="6" y="3"/>
                      <a:pt x="6" y="3"/>
                    </a:cubicBezTo>
                    <a:cubicBezTo>
                      <a:pt x="6" y="3"/>
                      <a:pt x="6" y="3"/>
                      <a:pt x="6" y="4"/>
                    </a:cubicBezTo>
                    <a:cubicBezTo>
                      <a:pt x="6" y="7"/>
                      <a:pt x="6" y="11"/>
                      <a:pt x="6" y="14"/>
                    </a:cubicBezTo>
                    <a:cubicBezTo>
                      <a:pt x="6" y="14"/>
                      <a:pt x="6" y="14"/>
                      <a:pt x="6" y="14"/>
                    </a:cubicBezTo>
                    <a:close/>
                    <a:moveTo>
                      <a:pt x="1" y="13"/>
                    </a:moveTo>
                    <a:cubicBezTo>
                      <a:pt x="5" y="13"/>
                      <a:pt x="5" y="13"/>
                      <a:pt x="5" y="13"/>
                    </a:cubicBezTo>
                    <a:cubicBezTo>
                      <a:pt x="5" y="11"/>
                      <a:pt x="5" y="7"/>
                      <a:pt x="5" y="4"/>
                    </a:cubicBezTo>
                    <a:cubicBezTo>
                      <a:pt x="5" y="3"/>
                      <a:pt x="4" y="3"/>
                      <a:pt x="4" y="3"/>
                    </a:cubicBezTo>
                    <a:cubicBezTo>
                      <a:pt x="3" y="2"/>
                      <a:pt x="3" y="2"/>
                      <a:pt x="2" y="1"/>
                    </a:cubicBezTo>
                    <a:cubicBezTo>
                      <a:pt x="2" y="1"/>
                      <a:pt x="1" y="2"/>
                      <a:pt x="1" y="2"/>
                    </a:cubicBezTo>
                    <a:cubicBezTo>
                      <a:pt x="1" y="2"/>
                      <a:pt x="1" y="3"/>
                      <a:pt x="1" y="3"/>
                    </a:cubicBezTo>
                    <a:cubicBezTo>
                      <a:pt x="1" y="5"/>
                      <a:pt x="1" y="7"/>
                      <a:pt x="1" y="8"/>
                    </a:cubicBezTo>
                    <a:cubicBezTo>
                      <a:pt x="1" y="10"/>
                      <a:pt x="1" y="11"/>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 name="Freeform 271"/>
              <p:cNvSpPr>
                <a:spLocks noEditPoints="1"/>
              </p:cNvSpPr>
              <p:nvPr/>
            </p:nvSpPr>
            <p:spPr bwMode="auto">
              <a:xfrm>
                <a:off x="5213" y="2928"/>
                <a:ext cx="17" cy="25"/>
              </a:xfrm>
              <a:custGeom>
                <a:avLst/>
                <a:gdLst>
                  <a:gd name="T0" fmla="*/ 6 w 7"/>
                  <a:gd name="T1" fmla="*/ 10 h 10"/>
                  <a:gd name="T2" fmla="*/ 1 w 7"/>
                  <a:gd name="T3" fmla="*/ 10 h 10"/>
                  <a:gd name="T4" fmla="*/ 1 w 7"/>
                  <a:gd name="T5" fmla="*/ 10 h 10"/>
                  <a:gd name="T6" fmla="*/ 0 w 7"/>
                  <a:gd name="T7" fmla="*/ 1 h 10"/>
                  <a:gd name="T8" fmla="*/ 1 w 7"/>
                  <a:gd name="T9" fmla="*/ 0 h 10"/>
                  <a:gd name="T10" fmla="*/ 1 w 7"/>
                  <a:gd name="T11" fmla="*/ 0 h 10"/>
                  <a:gd name="T12" fmla="*/ 2 w 7"/>
                  <a:gd name="T13" fmla="*/ 1 h 10"/>
                  <a:gd name="T14" fmla="*/ 4 w 7"/>
                  <a:gd name="T15" fmla="*/ 1 h 10"/>
                  <a:gd name="T16" fmla="*/ 5 w 7"/>
                  <a:gd name="T17" fmla="*/ 1 h 10"/>
                  <a:gd name="T18" fmla="*/ 6 w 7"/>
                  <a:gd name="T19" fmla="*/ 0 h 10"/>
                  <a:gd name="T20" fmla="*/ 6 w 7"/>
                  <a:gd name="T21" fmla="*/ 0 h 10"/>
                  <a:gd name="T22" fmla="*/ 7 w 7"/>
                  <a:gd name="T23" fmla="*/ 1 h 10"/>
                  <a:gd name="T24" fmla="*/ 7 w 7"/>
                  <a:gd name="T25" fmla="*/ 10 h 10"/>
                  <a:gd name="T26" fmla="*/ 6 w 7"/>
                  <a:gd name="T27" fmla="*/ 10 h 10"/>
                  <a:gd name="T28" fmla="*/ 2 w 7"/>
                  <a:gd name="T29" fmla="*/ 9 h 10"/>
                  <a:gd name="T30" fmla="*/ 6 w 7"/>
                  <a:gd name="T31" fmla="*/ 9 h 10"/>
                  <a:gd name="T32" fmla="*/ 6 w 7"/>
                  <a:gd name="T33" fmla="*/ 2 h 10"/>
                  <a:gd name="T34" fmla="*/ 4 w 7"/>
                  <a:gd name="T35" fmla="*/ 2 h 10"/>
                  <a:gd name="T36" fmla="*/ 2 w 7"/>
                  <a:gd name="T37" fmla="*/ 1 h 10"/>
                  <a:gd name="T38" fmla="*/ 1 w 7"/>
                  <a:gd name="T39" fmla="*/ 1 h 10"/>
                  <a:gd name="T40" fmla="*/ 2 w 7"/>
                  <a:gd name="T4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0">
                    <a:moveTo>
                      <a:pt x="6" y="10"/>
                    </a:moveTo>
                    <a:cubicBezTo>
                      <a:pt x="1" y="10"/>
                      <a:pt x="1" y="10"/>
                      <a:pt x="1" y="10"/>
                    </a:cubicBezTo>
                    <a:cubicBezTo>
                      <a:pt x="1" y="10"/>
                      <a:pt x="1" y="10"/>
                      <a:pt x="1" y="10"/>
                    </a:cubicBezTo>
                    <a:cubicBezTo>
                      <a:pt x="0" y="1"/>
                      <a:pt x="0" y="1"/>
                      <a:pt x="0" y="1"/>
                    </a:cubicBezTo>
                    <a:cubicBezTo>
                      <a:pt x="0" y="0"/>
                      <a:pt x="0" y="0"/>
                      <a:pt x="1" y="0"/>
                    </a:cubicBezTo>
                    <a:cubicBezTo>
                      <a:pt x="1" y="0"/>
                      <a:pt x="1" y="0"/>
                      <a:pt x="1" y="0"/>
                    </a:cubicBezTo>
                    <a:cubicBezTo>
                      <a:pt x="1" y="0"/>
                      <a:pt x="1" y="0"/>
                      <a:pt x="2" y="1"/>
                    </a:cubicBezTo>
                    <a:cubicBezTo>
                      <a:pt x="3" y="1"/>
                      <a:pt x="4" y="1"/>
                      <a:pt x="4" y="1"/>
                    </a:cubicBezTo>
                    <a:cubicBezTo>
                      <a:pt x="5" y="1"/>
                      <a:pt x="5" y="1"/>
                      <a:pt x="5" y="1"/>
                    </a:cubicBezTo>
                    <a:cubicBezTo>
                      <a:pt x="5" y="0"/>
                      <a:pt x="6" y="0"/>
                      <a:pt x="6" y="0"/>
                    </a:cubicBezTo>
                    <a:cubicBezTo>
                      <a:pt x="6" y="0"/>
                      <a:pt x="6" y="0"/>
                      <a:pt x="6" y="0"/>
                    </a:cubicBezTo>
                    <a:cubicBezTo>
                      <a:pt x="6" y="0"/>
                      <a:pt x="7" y="0"/>
                      <a:pt x="7" y="1"/>
                    </a:cubicBezTo>
                    <a:cubicBezTo>
                      <a:pt x="7" y="4"/>
                      <a:pt x="7" y="7"/>
                      <a:pt x="7" y="10"/>
                    </a:cubicBezTo>
                    <a:cubicBezTo>
                      <a:pt x="7" y="10"/>
                      <a:pt x="6" y="10"/>
                      <a:pt x="6" y="10"/>
                    </a:cubicBezTo>
                    <a:close/>
                    <a:moveTo>
                      <a:pt x="2" y="9"/>
                    </a:moveTo>
                    <a:cubicBezTo>
                      <a:pt x="6" y="9"/>
                      <a:pt x="6" y="9"/>
                      <a:pt x="6" y="9"/>
                    </a:cubicBezTo>
                    <a:cubicBezTo>
                      <a:pt x="6" y="7"/>
                      <a:pt x="6" y="5"/>
                      <a:pt x="6" y="2"/>
                    </a:cubicBezTo>
                    <a:cubicBezTo>
                      <a:pt x="5" y="2"/>
                      <a:pt x="5" y="2"/>
                      <a:pt x="4" y="2"/>
                    </a:cubicBezTo>
                    <a:cubicBezTo>
                      <a:pt x="3" y="2"/>
                      <a:pt x="3" y="2"/>
                      <a:pt x="2" y="1"/>
                    </a:cubicBezTo>
                    <a:cubicBezTo>
                      <a:pt x="2" y="1"/>
                      <a:pt x="2" y="1"/>
                      <a:pt x="1" y="1"/>
                    </a:cubicBezTo>
                    <a:lnTo>
                      <a:pt x="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 name="Freeform 272"/>
              <p:cNvSpPr>
                <a:spLocks noEditPoints="1"/>
              </p:cNvSpPr>
              <p:nvPr/>
            </p:nvSpPr>
            <p:spPr bwMode="auto">
              <a:xfrm>
                <a:off x="5235" y="2910"/>
                <a:ext cx="15" cy="43"/>
              </a:xfrm>
              <a:custGeom>
                <a:avLst/>
                <a:gdLst>
                  <a:gd name="T0" fmla="*/ 5 w 6"/>
                  <a:gd name="T1" fmla="*/ 17 h 17"/>
                  <a:gd name="T2" fmla="*/ 0 w 6"/>
                  <a:gd name="T3" fmla="*/ 17 h 17"/>
                  <a:gd name="T4" fmla="*/ 0 w 6"/>
                  <a:gd name="T5" fmla="*/ 17 h 17"/>
                  <a:gd name="T6" fmla="*/ 0 w 6"/>
                  <a:gd name="T7" fmla="*/ 11 h 17"/>
                  <a:gd name="T8" fmla="*/ 0 w 6"/>
                  <a:gd name="T9" fmla="*/ 6 h 17"/>
                  <a:gd name="T10" fmla="*/ 0 w 6"/>
                  <a:gd name="T11" fmla="*/ 5 h 17"/>
                  <a:gd name="T12" fmla="*/ 1 w 6"/>
                  <a:gd name="T13" fmla="*/ 4 h 17"/>
                  <a:gd name="T14" fmla="*/ 5 w 6"/>
                  <a:gd name="T15" fmla="*/ 0 h 17"/>
                  <a:gd name="T16" fmla="*/ 5 w 6"/>
                  <a:gd name="T17" fmla="*/ 0 h 17"/>
                  <a:gd name="T18" fmla="*/ 6 w 6"/>
                  <a:gd name="T19" fmla="*/ 0 h 17"/>
                  <a:gd name="T20" fmla="*/ 6 w 6"/>
                  <a:gd name="T21" fmla="*/ 17 h 17"/>
                  <a:gd name="T22" fmla="*/ 5 w 6"/>
                  <a:gd name="T23" fmla="*/ 17 h 17"/>
                  <a:gd name="T24" fmla="*/ 1 w 6"/>
                  <a:gd name="T25" fmla="*/ 16 h 17"/>
                  <a:gd name="T26" fmla="*/ 5 w 6"/>
                  <a:gd name="T27" fmla="*/ 16 h 17"/>
                  <a:gd name="T28" fmla="*/ 5 w 6"/>
                  <a:gd name="T29" fmla="*/ 2 h 17"/>
                  <a:gd name="T30" fmla="*/ 2 w 6"/>
                  <a:gd name="T31" fmla="*/ 4 h 17"/>
                  <a:gd name="T32" fmla="*/ 1 w 6"/>
                  <a:gd name="T33" fmla="*/ 6 h 17"/>
                  <a:gd name="T34" fmla="*/ 1 w 6"/>
                  <a:gd name="T35" fmla="*/ 11 h 17"/>
                  <a:gd name="T36" fmla="*/ 1 w 6"/>
                  <a:gd name="T3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7">
                    <a:moveTo>
                      <a:pt x="5" y="17"/>
                    </a:moveTo>
                    <a:cubicBezTo>
                      <a:pt x="0" y="17"/>
                      <a:pt x="0" y="17"/>
                      <a:pt x="0" y="17"/>
                    </a:cubicBezTo>
                    <a:cubicBezTo>
                      <a:pt x="0" y="17"/>
                      <a:pt x="0" y="17"/>
                      <a:pt x="0" y="17"/>
                    </a:cubicBezTo>
                    <a:cubicBezTo>
                      <a:pt x="0" y="15"/>
                      <a:pt x="0" y="13"/>
                      <a:pt x="0" y="11"/>
                    </a:cubicBezTo>
                    <a:cubicBezTo>
                      <a:pt x="0" y="10"/>
                      <a:pt x="0" y="8"/>
                      <a:pt x="0" y="6"/>
                    </a:cubicBezTo>
                    <a:cubicBezTo>
                      <a:pt x="0" y="6"/>
                      <a:pt x="0" y="5"/>
                      <a:pt x="0" y="5"/>
                    </a:cubicBezTo>
                    <a:cubicBezTo>
                      <a:pt x="0" y="5"/>
                      <a:pt x="0" y="5"/>
                      <a:pt x="1" y="4"/>
                    </a:cubicBezTo>
                    <a:cubicBezTo>
                      <a:pt x="3" y="2"/>
                      <a:pt x="4" y="1"/>
                      <a:pt x="5" y="0"/>
                    </a:cubicBezTo>
                    <a:cubicBezTo>
                      <a:pt x="5" y="0"/>
                      <a:pt x="5" y="0"/>
                      <a:pt x="5" y="0"/>
                    </a:cubicBezTo>
                    <a:cubicBezTo>
                      <a:pt x="6" y="0"/>
                      <a:pt x="6" y="0"/>
                      <a:pt x="6" y="0"/>
                    </a:cubicBezTo>
                    <a:cubicBezTo>
                      <a:pt x="6" y="6"/>
                      <a:pt x="6" y="12"/>
                      <a:pt x="6" y="17"/>
                    </a:cubicBezTo>
                    <a:cubicBezTo>
                      <a:pt x="6" y="17"/>
                      <a:pt x="6" y="17"/>
                      <a:pt x="5" y="17"/>
                    </a:cubicBezTo>
                    <a:close/>
                    <a:moveTo>
                      <a:pt x="1" y="16"/>
                    </a:moveTo>
                    <a:cubicBezTo>
                      <a:pt x="5" y="16"/>
                      <a:pt x="5" y="16"/>
                      <a:pt x="5" y="16"/>
                    </a:cubicBezTo>
                    <a:cubicBezTo>
                      <a:pt x="5" y="12"/>
                      <a:pt x="5" y="7"/>
                      <a:pt x="5" y="2"/>
                    </a:cubicBezTo>
                    <a:cubicBezTo>
                      <a:pt x="4" y="2"/>
                      <a:pt x="3" y="3"/>
                      <a:pt x="2" y="4"/>
                    </a:cubicBezTo>
                    <a:cubicBezTo>
                      <a:pt x="1" y="5"/>
                      <a:pt x="1" y="6"/>
                      <a:pt x="1" y="6"/>
                    </a:cubicBezTo>
                    <a:cubicBezTo>
                      <a:pt x="1" y="8"/>
                      <a:pt x="1" y="10"/>
                      <a:pt x="1" y="11"/>
                    </a:cubicBezTo>
                    <a:cubicBezTo>
                      <a:pt x="1" y="13"/>
                      <a:pt x="1" y="15"/>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 name="Freeform 273"/>
              <p:cNvSpPr>
                <a:spLocks/>
              </p:cNvSpPr>
              <p:nvPr/>
            </p:nvSpPr>
            <p:spPr bwMode="auto">
              <a:xfrm>
                <a:off x="5155" y="2928"/>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1"/>
                      <a:pt x="1" y="0"/>
                      <a:pt x="1" y="0"/>
                    </a:cubicBezTo>
                    <a:cubicBezTo>
                      <a:pt x="2" y="0"/>
                      <a:pt x="2" y="0"/>
                      <a:pt x="2" y="0"/>
                    </a:cubicBezTo>
                    <a:cubicBezTo>
                      <a:pt x="3" y="0"/>
                      <a:pt x="3" y="1"/>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 name="Freeform 274"/>
              <p:cNvSpPr>
                <a:spLocks/>
              </p:cNvSpPr>
              <p:nvPr/>
            </p:nvSpPr>
            <p:spPr bwMode="auto">
              <a:xfrm>
                <a:off x="5155" y="2941"/>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 name="Freeform 275"/>
              <p:cNvSpPr>
                <a:spLocks/>
              </p:cNvSpPr>
              <p:nvPr/>
            </p:nvSpPr>
            <p:spPr bwMode="auto">
              <a:xfrm>
                <a:off x="5155" y="2905"/>
                <a:ext cx="8" cy="2"/>
              </a:xfrm>
              <a:custGeom>
                <a:avLst/>
                <a:gdLst>
                  <a:gd name="T0" fmla="*/ 2 w 3"/>
                  <a:gd name="T1" fmla="*/ 1 h 1"/>
                  <a:gd name="T2" fmla="*/ 1 w 3"/>
                  <a:gd name="T3" fmla="*/ 1 h 1"/>
                  <a:gd name="T4" fmla="*/ 0 w 3"/>
                  <a:gd name="T5" fmla="*/ 1 h 1"/>
                  <a:gd name="T6" fmla="*/ 1 w 3"/>
                  <a:gd name="T7" fmla="*/ 0 h 1"/>
                  <a:gd name="T8" fmla="*/ 2 w 3"/>
                  <a:gd name="T9" fmla="*/ 0 h 1"/>
                  <a:gd name="T10" fmla="*/ 3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1"/>
                    </a:cubicBezTo>
                    <a:cubicBezTo>
                      <a:pt x="0" y="0"/>
                      <a:pt x="1" y="0"/>
                      <a:pt x="1" y="0"/>
                    </a:cubicBezTo>
                    <a:cubicBezTo>
                      <a:pt x="2" y="0"/>
                      <a:pt x="2" y="0"/>
                      <a:pt x="2" y="0"/>
                    </a:cubicBezTo>
                    <a:cubicBezTo>
                      <a:pt x="3" y="0"/>
                      <a:pt x="3" y="0"/>
                      <a:pt x="3"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 name="Freeform 276"/>
              <p:cNvSpPr>
                <a:spLocks/>
              </p:cNvSpPr>
              <p:nvPr/>
            </p:nvSpPr>
            <p:spPr bwMode="auto">
              <a:xfrm>
                <a:off x="5155" y="2895"/>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 name="Freeform 277"/>
              <p:cNvSpPr>
                <a:spLocks/>
              </p:cNvSpPr>
              <p:nvPr/>
            </p:nvSpPr>
            <p:spPr bwMode="auto">
              <a:xfrm>
                <a:off x="5155" y="2918"/>
                <a:ext cx="8" cy="2"/>
              </a:xfrm>
              <a:custGeom>
                <a:avLst/>
                <a:gdLst>
                  <a:gd name="T0" fmla="*/ 2 w 3"/>
                  <a:gd name="T1" fmla="*/ 1 h 1"/>
                  <a:gd name="T2" fmla="*/ 1 w 3"/>
                  <a:gd name="T3" fmla="*/ 1 h 1"/>
                  <a:gd name="T4" fmla="*/ 0 w 3"/>
                  <a:gd name="T5" fmla="*/ 0 h 1"/>
                  <a:gd name="T6" fmla="*/ 1 w 3"/>
                  <a:gd name="T7" fmla="*/ 0 h 1"/>
                  <a:gd name="T8" fmla="*/ 2 w 3"/>
                  <a:gd name="T9" fmla="*/ 0 h 1"/>
                  <a:gd name="T10" fmla="*/ 3 w 3"/>
                  <a:gd name="T11" fmla="*/ 0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1" y="1"/>
                      <a:pt x="1" y="1"/>
                      <a:pt x="1" y="1"/>
                    </a:cubicBezTo>
                    <a:cubicBezTo>
                      <a:pt x="1" y="1"/>
                      <a:pt x="0" y="1"/>
                      <a:pt x="0" y="0"/>
                    </a:cubicBezTo>
                    <a:cubicBezTo>
                      <a:pt x="0" y="0"/>
                      <a:pt x="1" y="0"/>
                      <a:pt x="1" y="0"/>
                    </a:cubicBezTo>
                    <a:cubicBezTo>
                      <a:pt x="2" y="0"/>
                      <a:pt x="2" y="0"/>
                      <a:pt x="2" y="0"/>
                    </a:cubicBezTo>
                    <a:cubicBezTo>
                      <a:pt x="3" y="0"/>
                      <a:pt x="3" y="0"/>
                      <a:pt x="3" y="0"/>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 name="Freeform 278"/>
              <p:cNvSpPr>
                <a:spLocks/>
              </p:cNvSpPr>
              <p:nvPr/>
            </p:nvSpPr>
            <p:spPr bwMode="auto">
              <a:xfrm>
                <a:off x="5173" y="2943"/>
                <a:ext cx="15" cy="10"/>
              </a:xfrm>
              <a:custGeom>
                <a:avLst/>
                <a:gdLst>
                  <a:gd name="T0" fmla="*/ 1 w 6"/>
                  <a:gd name="T1" fmla="*/ 4 h 4"/>
                  <a:gd name="T2" fmla="*/ 0 w 6"/>
                  <a:gd name="T3" fmla="*/ 4 h 4"/>
                  <a:gd name="T4" fmla="*/ 1 w 6"/>
                  <a:gd name="T5" fmla="*/ 3 h 4"/>
                  <a:gd name="T6" fmla="*/ 3 w 6"/>
                  <a:gd name="T7" fmla="*/ 2 h 4"/>
                  <a:gd name="T8" fmla="*/ 5 w 6"/>
                  <a:gd name="T9" fmla="*/ 1 h 4"/>
                  <a:gd name="T10" fmla="*/ 6 w 6"/>
                  <a:gd name="T11" fmla="*/ 1 h 4"/>
                  <a:gd name="T12" fmla="*/ 6 w 6"/>
                  <a:gd name="T13" fmla="*/ 1 h 4"/>
                  <a:gd name="T14" fmla="*/ 3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1" y="3"/>
                      <a:pt x="2" y="2"/>
                      <a:pt x="3" y="2"/>
                    </a:cubicBezTo>
                    <a:cubicBezTo>
                      <a:pt x="4" y="2"/>
                      <a:pt x="4" y="1"/>
                      <a:pt x="5" y="1"/>
                    </a:cubicBezTo>
                    <a:cubicBezTo>
                      <a:pt x="5" y="0"/>
                      <a:pt x="6" y="1"/>
                      <a:pt x="6" y="1"/>
                    </a:cubicBezTo>
                    <a:cubicBezTo>
                      <a:pt x="6" y="1"/>
                      <a:pt x="6" y="1"/>
                      <a:pt x="6" y="1"/>
                    </a:cubicBezTo>
                    <a:cubicBezTo>
                      <a:pt x="5" y="2"/>
                      <a:pt x="4" y="2"/>
                      <a:pt x="3" y="3"/>
                    </a:cubicBezTo>
                    <a:cubicBezTo>
                      <a:pt x="3" y="3"/>
                      <a:pt x="2"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 name="Freeform 279"/>
              <p:cNvSpPr>
                <a:spLocks/>
              </p:cNvSpPr>
              <p:nvPr/>
            </p:nvSpPr>
            <p:spPr bwMode="auto">
              <a:xfrm>
                <a:off x="5173" y="2938"/>
                <a:ext cx="15" cy="8"/>
              </a:xfrm>
              <a:custGeom>
                <a:avLst/>
                <a:gdLst>
                  <a:gd name="T0" fmla="*/ 1 w 6"/>
                  <a:gd name="T1" fmla="*/ 3 h 3"/>
                  <a:gd name="T2" fmla="*/ 0 w 6"/>
                  <a:gd name="T3" fmla="*/ 3 h 3"/>
                  <a:gd name="T4" fmla="*/ 1 w 6"/>
                  <a:gd name="T5" fmla="*/ 2 h 3"/>
                  <a:gd name="T6" fmla="*/ 3 w 6"/>
                  <a:gd name="T7" fmla="*/ 1 h 3"/>
                  <a:gd name="T8" fmla="*/ 5 w 6"/>
                  <a:gd name="T9" fmla="*/ 0 h 3"/>
                  <a:gd name="T10" fmla="*/ 6 w 6"/>
                  <a:gd name="T11" fmla="*/ 0 h 3"/>
                  <a:gd name="T12" fmla="*/ 6 w 6"/>
                  <a:gd name="T13" fmla="*/ 1 h 3"/>
                  <a:gd name="T14" fmla="*/ 1 w 6"/>
                  <a:gd name="T15" fmla="*/ 3 h 3"/>
                  <a:gd name="T16" fmla="*/ 1 w 6"/>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1" y="3"/>
                    </a:moveTo>
                    <a:cubicBezTo>
                      <a:pt x="1" y="3"/>
                      <a:pt x="1" y="3"/>
                      <a:pt x="0" y="3"/>
                    </a:cubicBezTo>
                    <a:cubicBezTo>
                      <a:pt x="0" y="3"/>
                      <a:pt x="0" y="2"/>
                      <a:pt x="1" y="2"/>
                    </a:cubicBezTo>
                    <a:cubicBezTo>
                      <a:pt x="2" y="2"/>
                      <a:pt x="2" y="2"/>
                      <a:pt x="3" y="1"/>
                    </a:cubicBezTo>
                    <a:cubicBezTo>
                      <a:pt x="4" y="1"/>
                      <a:pt x="4" y="0"/>
                      <a:pt x="5" y="0"/>
                    </a:cubicBezTo>
                    <a:cubicBezTo>
                      <a:pt x="6" y="0"/>
                      <a:pt x="6" y="0"/>
                      <a:pt x="6" y="0"/>
                    </a:cubicBezTo>
                    <a:cubicBezTo>
                      <a:pt x="6" y="0"/>
                      <a:pt x="6" y="1"/>
                      <a:pt x="6" y="1"/>
                    </a:cubicBezTo>
                    <a:cubicBezTo>
                      <a:pt x="4" y="2"/>
                      <a:pt x="3"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 name="Freeform 280"/>
              <p:cNvSpPr>
                <a:spLocks/>
              </p:cNvSpPr>
              <p:nvPr/>
            </p:nvSpPr>
            <p:spPr bwMode="auto">
              <a:xfrm>
                <a:off x="5193" y="2923"/>
                <a:ext cx="12" cy="7"/>
              </a:xfrm>
              <a:custGeom>
                <a:avLst/>
                <a:gdLst>
                  <a:gd name="T0" fmla="*/ 1 w 5"/>
                  <a:gd name="T1" fmla="*/ 3 h 3"/>
                  <a:gd name="T2" fmla="*/ 0 w 5"/>
                  <a:gd name="T3" fmla="*/ 3 h 3"/>
                  <a:gd name="T4" fmla="*/ 1 w 5"/>
                  <a:gd name="T5" fmla="*/ 2 h 3"/>
                  <a:gd name="T6" fmla="*/ 4 w 5"/>
                  <a:gd name="T7" fmla="*/ 0 h 3"/>
                  <a:gd name="T8" fmla="*/ 5 w 5"/>
                  <a:gd name="T9" fmla="*/ 0 h 3"/>
                  <a:gd name="T10" fmla="*/ 5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2" y="2"/>
                      <a:pt x="3" y="1"/>
                      <a:pt x="4" y="0"/>
                    </a:cubicBezTo>
                    <a:cubicBezTo>
                      <a:pt x="5" y="0"/>
                      <a:pt x="5" y="0"/>
                      <a:pt x="5" y="0"/>
                    </a:cubicBezTo>
                    <a:cubicBezTo>
                      <a:pt x="5" y="1"/>
                      <a:pt x="5" y="1"/>
                      <a:pt x="5" y="1"/>
                    </a:cubicBezTo>
                    <a:cubicBezTo>
                      <a:pt x="3" y="2"/>
                      <a:pt x="2"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9" name="Freeform 281"/>
              <p:cNvSpPr>
                <a:spLocks/>
              </p:cNvSpPr>
              <p:nvPr/>
            </p:nvSpPr>
            <p:spPr bwMode="auto">
              <a:xfrm>
                <a:off x="5193" y="2930"/>
                <a:ext cx="15" cy="11"/>
              </a:xfrm>
              <a:custGeom>
                <a:avLst/>
                <a:gdLst>
                  <a:gd name="T0" fmla="*/ 1 w 6"/>
                  <a:gd name="T1" fmla="*/ 4 h 4"/>
                  <a:gd name="T2" fmla="*/ 1 w 6"/>
                  <a:gd name="T3" fmla="*/ 4 h 4"/>
                  <a:gd name="T4" fmla="*/ 1 w 6"/>
                  <a:gd name="T5" fmla="*/ 3 h 4"/>
                  <a:gd name="T6" fmla="*/ 6 w 6"/>
                  <a:gd name="T7" fmla="*/ 0 h 4"/>
                  <a:gd name="T8" fmla="*/ 6 w 6"/>
                  <a:gd name="T9" fmla="*/ 0 h 4"/>
                  <a:gd name="T10" fmla="*/ 6 w 6"/>
                  <a:gd name="T11" fmla="*/ 1 h 4"/>
                  <a:gd name="T12" fmla="*/ 1 w 6"/>
                  <a:gd name="T13" fmla="*/ 4 h 4"/>
                  <a:gd name="T14" fmla="*/ 1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1" y="4"/>
                    </a:moveTo>
                    <a:cubicBezTo>
                      <a:pt x="1" y="4"/>
                      <a:pt x="1" y="4"/>
                      <a:pt x="1" y="4"/>
                    </a:cubicBezTo>
                    <a:cubicBezTo>
                      <a:pt x="0" y="4"/>
                      <a:pt x="1" y="3"/>
                      <a:pt x="1" y="3"/>
                    </a:cubicBezTo>
                    <a:cubicBezTo>
                      <a:pt x="6" y="0"/>
                      <a:pt x="6" y="0"/>
                      <a:pt x="6" y="0"/>
                    </a:cubicBezTo>
                    <a:cubicBezTo>
                      <a:pt x="6" y="0"/>
                      <a:pt x="6" y="0"/>
                      <a:pt x="6" y="0"/>
                    </a:cubicBezTo>
                    <a:cubicBezTo>
                      <a:pt x="6" y="1"/>
                      <a:pt x="6" y="1"/>
                      <a:pt x="6" y="1"/>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 name="Freeform 282"/>
              <p:cNvSpPr>
                <a:spLocks/>
              </p:cNvSpPr>
              <p:nvPr/>
            </p:nvSpPr>
            <p:spPr bwMode="auto">
              <a:xfrm>
                <a:off x="5193" y="2938"/>
                <a:ext cx="15" cy="10"/>
              </a:xfrm>
              <a:custGeom>
                <a:avLst/>
                <a:gdLst>
                  <a:gd name="T0" fmla="*/ 1 w 6"/>
                  <a:gd name="T1" fmla="*/ 4 h 4"/>
                  <a:gd name="T2" fmla="*/ 0 w 6"/>
                  <a:gd name="T3" fmla="*/ 4 h 4"/>
                  <a:gd name="T4" fmla="*/ 1 w 6"/>
                  <a:gd name="T5" fmla="*/ 3 h 4"/>
                  <a:gd name="T6" fmla="*/ 3 w 6"/>
                  <a:gd name="T7" fmla="*/ 2 h 4"/>
                  <a:gd name="T8" fmla="*/ 6 w 6"/>
                  <a:gd name="T9" fmla="*/ 0 h 4"/>
                  <a:gd name="T10" fmla="*/ 6 w 6"/>
                  <a:gd name="T11" fmla="*/ 1 h 4"/>
                  <a:gd name="T12" fmla="*/ 6 w 6"/>
                  <a:gd name="T13" fmla="*/ 1 h 4"/>
                  <a:gd name="T14" fmla="*/ 4 w 6"/>
                  <a:gd name="T15" fmla="*/ 3 h 4"/>
                  <a:gd name="T16" fmla="*/ 1 w 6"/>
                  <a:gd name="T17" fmla="*/ 4 h 4"/>
                  <a:gd name="T18" fmla="*/ 1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1" y="4"/>
                    </a:moveTo>
                    <a:cubicBezTo>
                      <a:pt x="1" y="4"/>
                      <a:pt x="1" y="4"/>
                      <a:pt x="0" y="4"/>
                    </a:cubicBezTo>
                    <a:cubicBezTo>
                      <a:pt x="0" y="4"/>
                      <a:pt x="0" y="3"/>
                      <a:pt x="1" y="3"/>
                    </a:cubicBezTo>
                    <a:cubicBezTo>
                      <a:pt x="2" y="3"/>
                      <a:pt x="2" y="2"/>
                      <a:pt x="3" y="2"/>
                    </a:cubicBezTo>
                    <a:cubicBezTo>
                      <a:pt x="4" y="1"/>
                      <a:pt x="5" y="1"/>
                      <a:pt x="6" y="0"/>
                    </a:cubicBezTo>
                    <a:cubicBezTo>
                      <a:pt x="6" y="0"/>
                      <a:pt x="6" y="0"/>
                      <a:pt x="6" y="1"/>
                    </a:cubicBezTo>
                    <a:cubicBezTo>
                      <a:pt x="6" y="1"/>
                      <a:pt x="6" y="1"/>
                      <a:pt x="6" y="1"/>
                    </a:cubicBezTo>
                    <a:cubicBezTo>
                      <a:pt x="5" y="2"/>
                      <a:pt x="4" y="2"/>
                      <a:pt x="4" y="3"/>
                    </a:cubicBezTo>
                    <a:cubicBezTo>
                      <a:pt x="3" y="3"/>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1" name="Freeform 283"/>
              <p:cNvSpPr>
                <a:spLocks/>
              </p:cNvSpPr>
              <p:nvPr/>
            </p:nvSpPr>
            <p:spPr bwMode="auto">
              <a:xfrm>
                <a:off x="5198" y="2946"/>
                <a:ext cx="10" cy="7"/>
              </a:xfrm>
              <a:custGeom>
                <a:avLst/>
                <a:gdLst>
                  <a:gd name="T0" fmla="*/ 0 w 4"/>
                  <a:gd name="T1" fmla="*/ 3 h 3"/>
                  <a:gd name="T2" fmla="*/ 0 w 4"/>
                  <a:gd name="T3" fmla="*/ 3 h 3"/>
                  <a:gd name="T4" fmla="*/ 0 w 4"/>
                  <a:gd name="T5" fmla="*/ 2 h 3"/>
                  <a:gd name="T6" fmla="*/ 4 w 4"/>
                  <a:gd name="T7" fmla="*/ 0 h 3"/>
                  <a:gd name="T8" fmla="*/ 4 w 4"/>
                  <a:gd name="T9" fmla="*/ 0 h 3"/>
                  <a:gd name="T10" fmla="*/ 4 w 4"/>
                  <a:gd name="T11" fmla="*/ 1 h 3"/>
                  <a:gd name="T12" fmla="*/ 0 w 4"/>
                  <a:gd name="T13" fmla="*/ 3 h 3"/>
                  <a:gd name="T14" fmla="*/ 0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3"/>
                    </a:moveTo>
                    <a:cubicBezTo>
                      <a:pt x="0" y="3"/>
                      <a:pt x="0" y="3"/>
                      <a:pt x="0" y="3"/>
                    </a:cubicBezTo>
                    <a:cubicBezTo>
                      <a:pt x="0" y="3"/>
                      <a:pt x="0" y="3"/>
                      <a:pt x="0" y="2"/>
                    </a:cubicBezTo>
                    <a:cubicBezTo>
                      <a:pt x="1" y="2"/>
                      <a:pt x="3" y="1"/>
                      <a:pt x="4" y="0"/>
                    </a:cubicBezTo>
                    <a:cubicBezTo>
                      <a:pt x="4" y="0"/>
                      <a:pt x="4" y="0"/>
                      <a:pt x="4" y="0"/>
                    </a:cubicBezTo>
                    <a:cubicBezTo>
                      <a:pt x="4" y="0"/>
                      <a:pt x="4" y="1"/>
                      <a:pt x="4" y="1"/>
                    </a:cubicBezTo>
                    <a:cubicBezTo>
                      <a:pt x="3" y="2"/>
                      <a:pt x="2"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2" name="Freeform 284"/>
              <p:cNvSpPr>
                <a:spLocks/>
              </p:cNvSpPr>
              <p:nvPr/>
            </p:nvSpPr>
            <p:spPr bwMode="auto">
              <a:xfrm>
                <a:off x="5215" y="2933"/>
                <a:ext cx="13" cy="8"/>
              </a:xfrm>
              <a:custGeom>
                <a:avLst/>
                <a:gdLst>
                  <a:gd name="T0" fmla="*/ 0 w 5"/>
                  <a:gd name="T1" fmla="*/ 3 h 3"/>
                  <a:gd name="T2" fmla="*/ 0 w 5"/>
                  <a:gd name="T3" fmla="*/ 3 h 3"/>
                  <a:gd name="T4" fmla="*/ 0 w 5"/>
                  <a:gd name="T5" fmla="*/ 2 h 3"/>
                  <a:gd name="T6" fmla="*/ 2 w 5"/>
                  <a:gd name="T7" fmla="*/ 1 h 3"/>
                  <a:gd name="T8" fmla="*/ 5 w 5"/>
                  <a:gd name="T9" fmla="*/ 0 h 3"/>
                  <a:gd name="T10" fmla="*/ 5 w 5"/>
                  <a:gd name="T11" fmla="*/ 0 h 3"/>
                  <a:gd name="T12" fmla="*/ 5 w 5"/>
                  <a:gd name="T13" fmla="*/ 1 h 3"/>
                  <a:gd name="T14" fmla="*/ 3 w 5"/>
                  <a:gd name="T15" fmla="*/ 2 h 3"/>
                  <a:gd name="T16" fmla="*/ 0 w 5"/>
                  <a:gd name="T17" fmla="*/ 3 h 3"/>
                  <a:gd name="T18" fmla="*/ 0 w 5"/>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3"/>
                    </a:moveTo>
                    <a:cubicBezTo>
                      <a:pt x="0" y="3"/>
                      <a:pt x="0" y="3"/>
                      <a:pt x="0" y="3"/>
                    </a:cubicBezTo>
                    <a:cubicBezTo>
                      <a:pt x="0" y="3"/>
                      <a:pt x="0" y="2"/>
                      <a:pt x="0" y="2"/>
                    </a:cubicBezTo>
                    <a:cubicBezTo>
                      <a:pt x="1" y="2"/>
                      <a:pt x="1" y="2"/>
                      <a:pt x="2" y="1"/>
                    </a:cubicBezTo>
                    <a:cubicBezTo>
                      <a:pt x="3" y="1"/>
                      <a:pt x="4" y="1"/>
                      <a:pt x="5" y="0"/>
                    </a:cubicBezTo>
                    <a:cubicBezTo>
                      <a:pt x="5" y="0"/>
                      <a:pt x="5" y="0"/>
                      <a:pt x="5" y="0"/>
                    </a:cubicBezTo>
                    <a:cubicBezTo>
                      <a:pt x="5" y="1"/>
                      <a:pt x="5" y="1"/>
                      <a:pt x="5" y="1"/>
                    </a:cubicBezTo>
                    <a:cubicBezTo>
                      <a:pt x="4" y="1"/>
                      <a:pt x="4" y="2"/>
                      <a:pt x="3" y="2"/>
                    </a:cubicBezTo>
                    <a:cubicBezTo>
                      <a:pt x="2"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3" name="Freeform 285"/>
              <p:cNvSpPr>
                <a:spLocks/>
              </p:cNvSpPr>
              <p:nvPr/>
            </p:nvSpPr>
            <p:spPr bwMode="auto">
              <a:xfrm>
                <a:off x="5213" y="2941"/>
                <a:ext cx="17" cy="10"/>
              </a:xfrm>
              <a:custGeom>
                <a:avLst/>
                <a:gdLst>
                  <a:gd name="T0" fmla="*/ 1 w 7"/>
                  <a:gd name="T1" fmla="*/ 4 h 4"/>
                  <a:gd name="T2" fmla="*/ 1 w 7"/>
                  <a:gd name="T3" fmla="*/ 4 h 4"/>
                  <a:gd name="T4" fmla="*/ 1 w 7"/>
                  <a:gd name="T5" fmla="*/ 3 h 4"/>
                  <a:gd name="T6" fmla="*/ 6 w 7"/>
                  <a:gd name="T7" fmla="*/ 0 h 4"/>
                  <a:gd name="T8" fmla="*/ 6 w 7"/>
                  <a:gd name="T9" fmla="*/ 0 h 4"/>
                  <a:gd name="T10" fmla="*/ 6 w 7"/>
                  <a:gd name="T11" fmla="*/ 1 h 4"/>
                  <a:gd name="T12" fmla="*/ 1 w 7"/>
                  <a:gd name="T13" fmla="*/ 4 h 4"/>
                  <a:gd name="T14" fmla="*/ 1 w 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1" y="4"/>
                    </a:moveTo>
                    <a:cubicBezTo>
                      <a:pt x="1" y="4"/>
                      <a:pt x="1" y="4"/>
                      <a:pt x="1" y="4"/>
                    </a:cubicBezTo>
                    <a:cubicBezTo>
                      <a:pt x="0" y="4"/>
                      <a:pt x="1" y="3"/>
                      <a:pt x="1" y="3"/>
                    </a:cubicBezTo>
                    <a:cubicBezTo>
                      <a:pt x="2" y="2"/>
                      <a:pt x="4" y="1"/>
                      <a:pt x="6" y="0"/>
                    </a:cubicBezTo>
                    <a:cubicBezTo>
                      <a:pt x="6" y="0"/>
                      <a:pt x="6" y="0"/>
                      <a:pt x="6" y="0"/>
                    </a:cubicBezTo>
                    <a:cubicBezTo>
                      <a:pt x="7" y="1"/>
                      <a:pt x="6" y="1"/>
                      <a:pt x="6" y="1"/>
                    </a:cubicBezTo>
                    <a:cubicBezTo>
                      <a:pt x="4" y="2"/>
                      <a:pt x="3"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4" name="Freeform 286"/>
              <p:cNvSpPr>
                <a:spLocks/>
              </p:cNvSpPr>
              <p:nvPr/>
            </p:nvSpPr>
            <p:spPr bwMode="auto">
              <a:xfrm>
                <a:off x="5218" y="2946"/>
                <a:ext cx="12" cy="7"/>
              </a:xfrm>
              <a:custGeom>
                <a:avLst/>
                <a:gdLst>
                  <a:gd name="T0" fmla="*/ 1 w 5"/>
                  <a:gd name="T1" fmla="*/ 3 h 3"/>
                  <a:gd name="T2" fmla="*/ 0 w 5"/>
                  <a:gd name="T3" fmla="*/ 3 h 3"/>
                  <a:gd name="T4" fmla="*/ 1 w 5"/>
                  <a:gd name="T5" fmla="*/ 2 h 3"/>
                  <a:gd name="T6" fmla="*/ 4 w 5"/>
                  <a:gd name="T7" fmla="*/ 0 h 3"/>
                  <a:gd name="T8" fmla="*/ 4 w 5"/>
                  <a:gd name="T9" fmla="*/ 1 h 3"/>
                  <a:gd name="T10" fmla="*/ 4 w 5"/>
                  <a:gd name="T11" fmla="*/ 1 h 3"/>
                  <a:gd name="T12" fmla="*/ 1 w 5"/>
                  <a:gd name="T13" fmla="*/ 3 h 3"/>
                  <a:gd name="T14" fmla="*/ 1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1" y="3"/>
                    </a:moveTo>
                    <a:cubicBezTo>
                      <a:pt x="1" y="3"/>
                      <a:pt x="0" y="3"/>
                      <a:pt x="0" y="3"/>
                    </a:cubicBezTo>
                    <a:cubicBezTo>
                      <a:pt x="0" y="3"/>
                      <a:pt x="0" y="3"/>
                      <a:pt x="1" y="2"/>
                    </a:cubicBezTo>
                    <a:cubicBezTo>
                      <a:pt x="4" y="0"/>
                      <a:pt x="4" y="0"/>
                      <a:pt x="4" y="0"/>
                    </a:cubicBezTo>
                    <a:cubicBezTo>
                      <a:pt x="4" y="0"/>
                      <a:pt x="4" y="0"/>
                      <a:pt x="4" y="1"/>
                    </a:cubicBezTo>
                    <a:cubicBezTo>
                      <a:pt x="5" y="1"/>
                      <a:pt x="4" y="1"/>
                      <a:pt x="4"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5" name="Freeform 287"/>
              <p:cNvSpPr>
                <a:spLocks/>
              </p:cNvSpPr>
              <p:nvPr/>
            </p:nvSpPr>
            <p:spPr bwMode="auto">
              <a:xfrm>
                <a:off x="5235" y="2918"/>
                <a:ext cx="15" cy="15"/>
              </a:xfrm>
              <a:custGeom>
                <a:avLst/>
                <a:gdLst>
                  <a:gd name="T0" fmla="*/ 0 w 6"/>
                  <a:gd name="T1" fmla="*/ 6 h 6"/>
                  <a:gd name="T2" fmla="*/ 0 w 6"/>
                  <a:gd name="T3" fmla="*/ 6 h 6"/>
                  <a:gd name="T4" fmla="*/ 0 w 6"/>
                  <a:gd name="T5" fmla="*/ 5 h 6"/>
                  <a:gd name="T6" fmla="*/ 4 w 6"/>
                  <a:gd name="T7" fmla="*/ 1 h 6"/>
                  <a:gd name="T8" fmla="*/ 5 w 6"/>
                  <a:gd name="T9" fmla="*/ 1 h 6"/>
                  <a:gd name="T10" fmla="*/ 6 w 6"/>
                  <a:gd name="T11" fmla="*/ 1 h 6"/>
                  <a:gd name="T12" fmla="*/ 6 w 6"/>
                  <a:gd name="T13" fmla="*/ 1 h 6"/>
                  <a:gd name="T14" fmla="*/ 5 w 6"/>
                  <a:gd name="T15" fmla="*/ 2 h 6"/>
                  <a:gd name="T16" fmla="*/ 1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cubicBezTo>
                      <a:pt x="0" y="6"/>
                      <a:pt x="0" y="6"/>
                      <a:pt x="0" y="6"/>
                    </a:cubicBezTo>
                    <a:cubicBezTo>
                      <a:pt x="0" y="5"/>
                      <a:pt x="0" y="5"/>
                      <a:pt x="0" y="5"/>
                    </a:cubicBezTo>
                    <a:cubicBezTo>
                      <a:pt x="2" y="4"/>
                      <a:pt x="3" y="3"/>
                      <a:pt x="4" y="1"/>
                    </a:cubicBezTo>
                    <a:cubicBezTo>
                      <a:pt x="5" y="1"/>
                      <a:pt x="5" y="1"/>
                      <a:pt x="5" y="1"/>
                    </a:cubicBezTo>
                    <a:cubicBezTo>
                      <a:pt x="5" y="0"/>
                      <a:pt x="6" y="0"/>
                      <a:pt x="6" y="1"/>
                    </a:cubicBezTo>
                    <a:cubicBezTo>
                      <a:pt x="6" y="1"/>
                      <a:pt x="6" y="1"/>
                      <a:pt x="6" y="1"/>
                    </a:cubicBezTo>
                    <a:cubicBezTo>
                      <a:pt x="5" y="2"/>
                      <a:pt x="5" y="2"/>
                      <a:pt x="5" y="2"/>
                    </a:cubicBezTo>
                    <a:cubicBezTo>
                      <a:pt x="4" y="4"/>
                      <a:pt x="3" y="5"/>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6" name="Freeform 288"/>
              <p:cNvSpPr>
                <a:spLocks/>
              </p:cNvSpPr>
              <p:nvPr/>
            </p:nvSpPr>
            <p:spPr bwMode="auto">
              <a:xfrm>
                <a:off x="5235" y="2930"/>
                <a:ext cx="15" cy="13"/>
              </a:xfrm>
              <a:custGeom>
                <a:avLst/>
                <a:gdLst>
                  <a:gd name="T0" fmla="*/ 0 w 6"/>
                  <a:gd name="T1" fmla="*/ 5 h 5"/>
                  <a:gd name="T2" fmla="*/ 0 w 6"/>
                  <a:gd name="T3" fmla="*/ 4 h 5"/>
                  <a:gd name="T4" fmla="*/ 0 w 6"/>
                  <a:gd name="T5" fmla="*/ 4 h 5"/>
                  <a:gd name="T6" fmla="*/ 1 w 6"/>
                  <a:gd name="T7" fmla="*/ 3 h 5"/>
                  <a:gd name="T8" fmla="*/ 5 w 6"/>
                  <a:gd name="T9" fmla="*/ 0 h 5"/>
                  <a:gd name="T10" fmla="*/ 5 w 6"/>
                  <a:gd name="T11" fmla="*/ 0 h 5"/>
                  <a:gd name="T12" fmla="*/ 5 w 6"/>
                  <a:gd name="T13" fmla="*/ 1 h 5"/>
                  <a:gd name="T14" fmla="*/ 1 w 6"/>
                  <a:gd name="T15" fmla="*/ 4 h 5"/>
                  <a:gd name="T16" fmla="*/ 1 w 6"/>
                  <a:gd name="T17" fmla="*/ 4 h 5"/>
                  <a:gd name="T18" fmla="*/ 0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0" y="5"/>
                    </a:moveTo>
                    <a:cubicBezTo>
                      <a:pt x="0" y="5"/>
                      <a:pt x="0" y="4"/>
                      <a:pt x="0" y="4"/>
                    </a:cubicBezTo>
                    <a:cubicBezTo>
                      <a:pt x="0" y="4"/>
                      <a:pt x="0" y="4"/>
                      <a:pt x="0" y="4"/>
                    </a:cubicBezTo>
                    <a:cubicBezTo>
                      <a:pt x="1" y="3"/>
                      <a:pt x="1" y="3"/>
                      <a:pt x="1" y="3"/>
                    </a:cubicBezTo>
                    <a:cubicBezTo>
                      <a:pt x="2" y="2"/>
                      <a:pt x="3" y="2"/>
                      <a:pt x="5" y="0"/>
                    </a:cubicBezTo>
                    <a:cubicBezTo>
                      <a:pt x="5" y="0"/>
                      <a:pt x="5" y="0"/>
                      <a:pt x="5" y="0"/>
                    </a:cubicBezTo>
                    <a:cubicBezTo>
                      <a:pt x="6" y="0"/>
                      <a:pt x="6" y="1"/>
                      <a:pt x="5" y="1"/>
                    </a:cubicBezTo>
                    <a:cubicBezTo>
                      <a:pt x="3" y="2"/>
                      <a:pt x="3" y="3"/>
                      <a:pt x="1" y="4"/>
                    </a:cubicBezTo>
                    <a:cubicBezTo>
                      <a:pt x="1" y="4"/>
                      <a:pt x="1" y="4"/>
                      <a:pt x="1" y="4"/>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7" name="Freeform 289"/>
              <p:cNvSpPr>
                <a:spLocks/>
              </p:cNvSpPr>
              <p:nvPr/>
            </p:nvSpPr>
            <p:spPr bwMode="auto">
              <a:xfrm>
                <a:off x="5235" y="2941"/>
                <a:ext cx="15" cy="10"/>
              </a:xfrm>
              <a:custGeom>
                <a:avLst/>
                <a:gdLst>
                  <a:gd name="T0" fmla="*/ 0 w 6"/>
                  <a:gd name="T1" fmla="*/ 4 h 4"/>
                  <a:gd name="T2" fmla="*/ 0 w 6"/>
                  <a:gd name="T3" fmla="*/ 3 h 4"/>
                  <a:gd name="T4" fmla="*/ 0 w 6"/>
                  <a:gd name="T5" fmla="*/ 3 h 4"/>
                  <a:gd name="T6" fmla="*/ 2 w 6"/>
                  <a:gd name="T7" fmla="*/ 1 h 4"/>
                  <a:gd name="T8" fmla="*/ 5 w 6"/>
                  <a:gd name="T9" fmla="*/ 0 h 4"/>
                  <a:gd name="T10" fmla="*/ 5 w 6"/>
                  <a:gd name="T11" fmla="*/ 0 h 4"/>
                  <a:gd name="T12" fmla="*/ 5 w 6"/>
                  <a:gd name="T13" fmla="*/ 1 h 4"/>
                  <a:gd name="T14" fmla="*/ 3 w 6"/>
                  <a:gd name="T15" fmla="*/ 2 h 4"/>
                  <a:gd name="T16" fmla="*/ 1 w 6"/>
                  <a:gd name="T17" fmla="*/ 4 h 4"/>
                  <a:gd name="T18" fmla="*/ 0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4"/>
                    </a:moveTo>
                    <a:cubicBezTo>
                      <a:pt x="0" y="4"/>
                      <a:pt x="0" y="4"/>
                      <a:pt x="0" y="3"/>
                    </a:cubicBezTo>
                    <a:cubicBezTo>
                      <a:pt x="0" y="3"/>
                      <a:pt x="0" y="3"/>
                      <a:pt x="0" y="3"/>
                    </a:cubicBezTo>
                    <a:cubicBezTo>
                      <a:pt x="1" y="2"/>
                      <a:pt x="2" y="2"/>
                      <a:pt x="2" y="1"/>
                    </a:cubicBezTo>
                    <a:cubicBezTo>
                      <a:pt x="3" y="1"/>
                      <a:pt x="4" y="0"/>
                      <a:pt x="5" y="0"/>
                    </a:cubicBezTo>
                    <a:cubicBezTo>
                      <a:pt x="5" y="0"/>
                      <a:pt x="5" y="0"/>
                      <a:pt x="5" y="0"/>
                    </a:cubicBezTo>
                    <a:cubicBezTo>
                      <a:pt x="6" y="0"/>
                      <a:pt x="6" y="0"/>
                      <a:pt x="5" y="1"/>
                    </a:cubicBezTo>
                    <a:cubicBezTo>
                      <a:pt x="4" y="1"/>
                      <a:pt x="4" y="2"/>
                      <a:pt x="3" y="2"/>
                    </a:cubicBezTo>
                    <a:cubicBezTo>
                      <a:pt x="2" y="3"/>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8" name="Freeform 290"/>
              <p:cNvSpPr>
                <a:spLocks/>
              </p:cNvSpPr>
              <p:nvPr/>
            </p:nvSpPr>
            <p:spPr bwMode="auto">
              <a:xfrm>
                <a:off x="5152" y="2953"/>
                <a:ext cx="113" cy="3"/>
              </a:xfrm>
              <a:custGeom>
                <a:avLst/>
                <a:gdLst>
                  <a:gd name="T0" fmla="*/ 44 w 45"/>
                  <a:gd name="T1" fmla="*/ 1 h 1"/>
                  <a:gd name="T2" fmla="*/ 0 w 45"/>
                  <a:gd name="T3" fmla="*/ 1 h 1"/>
                  <a:gd name="T4" fmla="*/ 0 w 45"/>
                  <a:gd name="T5" fmla="*/ 0 h 1"/>
                  <a:gd name="T6" fmla="*/ 0 w 45"/>
                  <a:gd name="T7" fmla="*/ 0 h 1"/>
                  <a:gd name="T8" fmla="*/ 44 w 45"/>
                  <a:gd name="T9" fmla="*/ 0 h 1"/>
                  <a:gd name="T10" fmla="*/ 45 w 45"/>
                  <a:gd name="T11" fmla="*/ 0 h 1"/>
                  <a:gd name="T12" fmla="*/ 44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44" y="1"/>
                    </a:moveTo>
                    <a:cubicBezTo>
                      <a:pt x="0" y="1"/>
                      <a:pt x="0" y="1"/>
                      <a:pt x="0" y="1"/>
                    </a:cubicBezTo>
                    <a:cubicBezTo>
                      <a:pt x="0" y="1"/>
                      <a:pt x="0" y="1"/>
                      <a:pt x="0" y="0"/>
                    </a:cubicBezTo>
                    <a:cubicBezTo>
                      <a:pt x="0" y="0"/>
                      <a:pt x="0" y="0"/>
                      <a:pt x="0" y="0"/>
                    </a:cubicBezTo>
                    <a:cubicBezTo>
                      <a:pt x="44" y="0"/>
                      <a:pt x="44" y="0"/>
                      <a:pt x="44" y="0"/>
                    </a:cubicBezTo>
                    <a:cubicBezTo>
                      <a:pt x="44" y="0"/>
                      <a:pt x="45" y="0"/>
                      <a:pt x="45" y="0"/>
                    </a:cubicBezTo>
                    <a:cubicBezTo>
                      <a:pt x="45" y="1"/>
                      <a:pt x="44" y="1"/>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9" name="Freeform 291"/>
              <p:cNvSpPr>
                <a:spLocks/>
              </p:cNvSpPr>
              <p:nvPr/>
            </p:nvSpPr>
            <p:spPr bwMode="auto">
              <a:xfrm>
                <a:off x="5160" y="2874"/>
                <a:ext cx="3" cy="92"/>
              </a:xfrm>
              <a:custGeom>
                <a:avLst/>
                <a:gdLst>
                  <a:gd name="T0" fmla="*/ 0 w 1"/>
                  <a:gd name="T1" fmla="*/ 36 h 36"/>
                  <a:gd name="T2" fmla="*/ 0 w 1"/>
                  <a:gd name="T3" fmla="*/ 35 h 36"/>
                  <a:gd name="T4" fmla="*/ 0 w 1"/>
                  <a:gd name="T5" fmla="*/ 0 h 36"/>
                  <a:gd name="T6" fmla="*/ 0 w 1"/>
                  <a:gd name="T7" fmla="*/ 0 h 36"/>
                  <a:gd name="T8" fmla="*/ 1 w 1"/>
                  <a:gd name="T9" fmla="*/ 0 h 36"/>
                  <a:gd name="T10" fmla="*/ 1 w 1"/>
                  <a:gd name="T11" fmla="*/ 35 h 36"/>
                  <a:gd name="T12" fmla="*/ 0 w 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 h="36">
                    <a:moveTo>
                      <a:pt x="0" y="36"/>
                    </a:moveTo>
                    <a:cubicBezTo>
                      <a:pt x="0" y="36"/>
                      <a:pt x="0" y="36"/>
                      <a:pt x="0" y="35"/>
                    </a:cubicBezTo>
                    <a:cubicBezTo>
                      <a:pt x="0" y="0"/>
                      <a:pt x="0" y="0"/>
                      <a:pt x="0" y="0"/>
                    </a:cubicBezTo>
                    <a:cubicBezTo>
                      <a:pt x="0" y="0"/>
                      <a:pt x="0" y="0"/>
                      <a:pt x="0" y="0"/>
                    </a:cubicBezTo>
                    <a:cubicBezTo>
                      <a:pt x="1" y="0"/>
                      <a:pt x="1" y="0"/>
                      <a:pt x="1" y="0"/>
                    </a:cubicBezTo>
                    <a:cubicBezTo>
                      <a:pt x="1" y="35"/>
                      <a:pt x="1" y="35"/>
                      <a:pt x="1" y="35"/>
                    </a:cubicBezTo>
                    <a:cubicBezTo>
                      <a:pt x="1" y="36"/>
                      <a:pt x="1"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72" name="组合 71"/>
          <p:cNvGrpSpPr/>
          <p:nvPr/>
        </p:nvGrpSpPr>
        <p:grpSpPr>
          <a:xfrm>
            <a:off x="7536617" y="5293625"/>
            <a:ext cx="2575326" cy="2077084"/>
            <a:chOff x="6970807" y="4530607"/>
            <a:chExt cx="2441607" cy="1969947"/>
          </a:xfrm>
        </p:grpSpPr>
        <p:grpSp>
          <p:nvGrpSpPr>
            <p:cNvPr id="73" name="组合 72"/>
            <p:cNvGrpSpPr/>
            <p:nvPr/>
          </p:nvGrpSpPr>
          <p:grpSpPr>
            <a:xfrm>
              <a:off x="6970807" y="4530607"/>
              <a:ext cx="2441607" cy="1969947"/>
              <a:chOff x="4815679" y="4823398"/>
              <a:chExt cx="3044354" cy="2456243"/>
            </a:xfrm>
          </p:grpSpPr>
          <p:grpSp>
            <p:nvGrpSpPr>
              <p:cNvPr id="239" name="组合 238"/>
              <p:cNvGrpSpPr/>
              <p:nvPr/>
            </p:nvGrpSpPr>
            <p:grpSpPr>
              <a:xfrm>
                <a:off x="4815708" y="5686427"/>
                <a:ext cx="523877" cy="442117"/>
                <a:chOff x="4815670" y="5686427"/>
                <a:chExt cx="523883" cy="442117"/>
              </a:xfrm>
            </p:grpSpPr>
            <p:sp>
              <p:nvSpPr>
                <p:cNvPr id="262" name="平行四边形 261"/>
                <p:cNvSpPr/>
                <p:nvPr/>
              </p:nvSpPr>
              <p:spPr>
                <a:xfrm flipH="1">
                  <a:off x="4815670" y="5828505"/>
                  <a:ext cx="523873" cy="300038"/>
                </a:xfrm>
                <a:prstGeom prst="parallelogram">
                  <a:avLst>
                    <a:gd name="adj" fmla="val 55395"/>
                  </a:avLst>
                </a:prstGeom>
                <a:gradFill flip="none" rotWithShape="1">
                  <a:gsLst>
                    <a:gs pos="0">
                      <a:schemeClr val="bg1"/>
                    </a:gs>
                    <a:gs pos="100000">
                      <a:schemeClr val="bg1">
                        <a:lumMod val="85000"/>
                      </a:schemeClr>
                    </a:gs>
                  </a:gsLst>
                  <a:lin ang="6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3" name="平行四边形 262"/>
                <p:cNvSpPr/>
                <p:nvPr/>
              </p:nvSpPr>
              <p:spPr>
                <a:xfrm rot="5400000">
                  <a:off x="5034755" y="5823746"/>
                  <a:ext cx="442117" cy="167479"/>
                </a:xfrm>
                <a:prstGeom prst="parallelogram">
                  <a:avLst>
                    <a:gd name="adj" fmla="val 181535"/>
                  </a:avLst>
                </a:prstGeom>
                <a:gradFill flip="none" rotWithShape="1">
                  <a:gsLst>
                    <a:gs pos="0">
                      <a:schemeClr val="bg1">
                        <a:lumMod val="50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0" name="组合 239"/>
              <p:cNvGrpSpPr/>
              <p:nvPr/>
            </p:nvGrpSpPr>
            <p:grpSpPr>
              <a:xfrm>
                <a:off x="5169986" y="5541959"/>
                <a:ext cx="530755" cy="442117"/>
                <a:chOff x="4811178" y="5686427"/>
                <a:chExt cx="530752" cy="442117"/>
              </a:xfrm>
            </p:grpSpPr>
            <p:sp>
              <p:nvSpPr>
                <p:cNvPr id="260" name="平行四边形 259"/>
                <p:cNvSpPr/>
                <p:nvPr/>
              </p:nvSpPr>
              <p:spPr>
                <a:xfrm flipH="1">
                  <a:off x="4811178" y="5828505"/>
                  <a:ext cx="530752"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1" name="平行四边形 260"/>
                <p:cNvSpPr/>
                <p:nvPr/>
              </p:nvSpPr>
              <p:spPr>
                <a:xfrm rot="5400000">
                  <a:off x="5034755" y="5823746"/>
                  <a:ext cx="442117"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1" name="组合 240"/>
              <p:cNvGrpSpPr/>
              <p:nvPr/>
            </p:nvGrpSpPr>
            <p:grpSpPr>
              <a:xfrm>
                <a:off x="5530882" y="5399082"/>
                <a:ext cx="530754" cy="442919"/>
                <a:chOff x="4813299" y="5685625"/>
                <a:chExt cx="530751" cy="442919"/>
              </a:xfrm>
            </p:grpSpPr>
            <p:sp>
              <p:nvSpPr>
                <p:cNvPr id="258" name="平行四边形 257"/>
                <p:cNvSpPr/>
                <p:nvPr/>
              </p:nvSpPr>
              <p:spPr>
                <a:xfrm flipH="1">
                  <a:off x="4813299" y="5828505"/>
                  <a:ext cx="530751"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9" name="平行四边形 258"/>
                <p:cNvSpPr/>
                <p:nvPr/>
              </p:nvSpPr>
              <p:spPr>
                <a:xfrm rot="5400000">
                  <a:off x="5036601" y="5825596"/>
                  <a:ext cx="442919" cy="162978"/>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2" name="组合 241"/>
              <p:cNvGrpSpPr/>
              <p:nvPr/>
            </p:nvGrpSpPr>
            <p:grpSpPr>
              <a:xfrm>
                <a:off x="5894160" y="5253816"/>
                <a:ext cx="526256" cy="445305"/>
                <a:chOff x="4813290" y="5683239"/>
                <a:chExt cx="526262" cy="445305"/>
              </a:xfrm>
            </p:grpSpPr>
            <p:sp>
              <p:nvSpPr>
                <p:cNvPr id="256" name="平行四边形 255"/>
                <p:cNvSpPr/>
                <p:nvPr/>
              </p:nvSpPr>
              <p:spPr>
                <a:xfrm flipH="1">
                  <a:off x="4813290" y="5828505"/>
                  <a:ext cx="523873"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7" name="平行四边形 256"/>
                <p:cNvSpPr/>
                <p:nvPr/>
              </p:nvSpPr>
              <p:spPr>
                <a:xfrm rot="5400000">
                  <a:off x="5033160" y="5822152"/>
                  <a:ext cx="445305"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3" name="组合 242"/>
              <p:cNvGrpSpPr/>
              <p:nvPr/>
            </p:nvGrpSpPr>
            <p:grpSpPr>
              <a:xfrm>
                <a:off x="6252940" y="5105392"/>
                <a:ext cx="526847" cy="448465"/>
                <a:chOff x="4815680" y="5680080"/>
                <a:chExt cx="526842" cy="448465"/>
              </a:xfrm>
            </p:grpSpPr>
            <p:sp>
              <p:nvSpPr>
                <p:cNvPr id="254" name="平行四边形 253"/>
                <p:cNvSpPr/>
                <p:nvPr/>
              </p:nvSpPr>
              <p:spPr>
                <a:xfrm flipH="1">
                  <a:off x="4815680" y="5828505"/>
                  <a:ext cx="523874" cy="300036"/>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5" name="平行四边形 254"/>
                <p:cNvSpPr/>
                <p:nvPr/>
              </p:nvSpPr>
              <p:spPr>
                <a:xfrm rot="5400000">
                  <a:off x="5032464" y="5818487"/>
                  <a:ext cx="448465" cy="171651"/>
                </a:xfrm>
                <a:prstGeom prst="parallelogram">
                  <a:avLst>
                    <a:gd name="adj" fmla="val 174617"/>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4" name="组合 243"/>
              <p:cNvGrpSpPr/>
              <p:nvPr/>
            </p:nvGrpSpPr>
            <p:grpSpPr>
              <a:xfrm>
                <a:off x="6612778" y="4968868"/>
                <a:ext cx="526257" cy="442117"/>
                <a:chOff x="4815673" y="5686427"/>
                <a:chExt cx="526261" cy="442117"/>
              </a:xfrm>
            </p:grpSpPr>
            <p:sp>
              <p:nvSpPr>
                <p:cNvPr id="252" name="平行四边形 251"/>
                <p:cNvSpPr/>
                <p:nvPr/>
              </p:nvSpPr>
              <p:spPr>
                <a:xfrm flipH="1">
                  <a:off x="4815673" y="5826124"/>
                  <a:ext cx="523873"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3" name="平行四边形 252"/>
                <p:cNvSpPr/>
                <p:nvPr/>
              </p:nvSpPr>
              <p:spPr>
                <a:xfrm rot="5400000">
                  <a:off x="5037136" y="5823746"/>
                  <a:ext cx="442117"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45" name="组合 244"/>
              <p:cNvGrpSpPr/>
              <p:nvPr/>
            </p:nvGrpSpPr>
            <p:grpSpPr>
              <a:xfrm>
                <a:off x="6969959" y="4823398"/>
                <a:ext cx="529443" cy="445113"/>
                <a:chOff x="4810104" y="5683431"/>
                <a:chExt cx="529448" cy="445113"/>
              </a:xfrm>
            </p:grpSpPr>
            <p:sp>
              <p:nvSpPr>
                <p:cNvPr id="250" name="平行四边形 249"/>
                <p:cNvSpPr/>
                <p:nvPr/>
              </p:nvSpPr>
              <p:spPr>
                <a:xfrm flipH="1">
                  <a:off x="4810104" y="5828507"/>
                  <a:ext cx="529439" cy="300037"/>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1" name="平行四边形 250"/>
                <p:cNvSpPr/>
                <p:nvPr/>
              </p:nvSpPr>
              <p:spPr>
                <a:xfrm rot="5400000">
                  <a:off x="5033256" y="5822248"/>
                  <a:ext cx="445113" cy="167479"/>
                </a:xfrm>
                <a:prstGeom prst="parallelogram">
                  <a:avLst>
                    <a:gd name="adj" fmla="val 181535"/>
                  </a:avLst>
                </a:prstGeom>
                <a:gradFill>
                  <a:gsLst>
                    <a:gs pos="0">
                      <a:schemeClr val="bg1">
                        <a:lumMod val="5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246" name="平行四边形 245"/>
              <p:cNvSpPr/>
              <p:nvPr/>
            </p:nvSpPr>
            <p:spPr>
              <a:xfrm flipH="1">
                <a:off x="7333258" y="4823398"/>
                <a:ext cx="523877" cy="300038"/>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7" name="任意多边形 246"/>
              <p:cNvSpPr/>
              <p:nvPr/>
            </p:nvSpPr>
            <p:spPr>
              <a:xfrm flipH="1">
                <a:off x="4980016" y="5121276"/>
                <a:ext cx="2880017" cy="1432800"/>
              </a:xfrm>
              <a:custGeom>
                <a:avLst/>
                <a:gdLst>
                  <a:gd name="connsiteX0" fmla="*/ 360000 w 2880000"/>
                  <a:gd name="connsiteY0" fmla="*/ 0 h 1432800"/>
                  <a:gd name="connsiteX1" fmla="*/ 0 w 2880000"/>
                  <a:gd name="connsiteY1" fmla="*/ 0 h 1432800"/>
                  <a:gd name="connsiteX2" fmla="*/ 0 w 2880000"/>
                  <a:gd name="connsiteY2" fmla="*/ 1432800 h 1432800"/>
                  <a:gd name="connsiteX3" fmla="*/ 2880000 w 2880000"/>
                  <a:gd name="connsiteY3" fmla="*/ 1432800 h 1432800"/>
                  <a:gd name="connsiteX4" fmla="*/ 2880000 w 2880000"/>
                  <a:gd name="connsiteY4" fmla="*/ 1008801 h 1432800"/>
                  <a:gd name="connsiteX5" fmla="*/ 2520000 w 2880000"/>
                  <a:gd name="connsiteY5" fmla="*/ 1008801 h 1432800"/>
                  <a:gd name="connsiteX6" fmla="*/ 2520000 w 2880000"/>
                  <a:gd name="connsiteY6" fmla="*/ 864000 h 1432800"/>
                  <a:gd name="connsiteX7" fmla="*/ 2160000 w 2880000"/>
                  <a:gd name="connsiteY7" fmla="*/ 864000 h 1432800"/>
                  <a:gd name="connsiteX8" fmla="*/ 2160000 w 2880000"/>
                  <a:gd name="connsiteY8" fmla="*/ 720000 h 1432800"/>
                  <a:gd name="connsiteX9" fmla="*/ 1800000 w 2880000"/>
                  <a:gd name="connsiteY9" fmla="*/ 720000 h 1432800"/>
                  <a:gd name="connsiteX10" fmla="*/ 1800000 w 2880000"/>
                  <a:gd name="connsiteY10" fmla="*/ 576000 h 1432800"/>
                  <a:gd name="connsiteX11" fmla="*/ 1440000 w 2880000"/>
                  <a:gd name="connsiteY11" fmla="*/ 576000 h 1432800"/>
                  <a:gd name="connsiteX12" fmla="*/ 1440000 w 2880000"/>
                  <a:gd name="connsiteY12" fmla="*/ 432000 h 1432800"/>
                  <a:gd name="connsiteX13" fmla="*/ 1080000 w 2880000"/>
                  <a:gd name="connsiteY13" fmla="*/ 432000 h 1432800"/>
                  <a:gd name="connsiteX14" fmla="*/ 1080000 w 2880000"/>
                  <a:gd name="connsiteY14" fmla="*/ 288000 h 1432800"/>
                  <a:gd name="connsiteX15" fmla="*/ 720000 w 2880000"/>
                  <a:gd name="connsiteY15" fmla="*/ 288000 h 1432800"/>
                  <a:gd name="connsiteX16" fmla="*/ 720000 w 2880000"/>
                  <a:gd name="connsiteY16" fmla="*/ 144000 h 1432800"/>
                  <a:gd name="connsiteX17" fmla="*/ 360000 w 2880000"/>
                  <a:gd name="connsiteY17" fmla="*/ 144000 h 143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80000" h="1432800">
                    <a:moveTo>
                      <a:pt x="360000" y="0"/>
                    </a:moveTo>
                    <a:lnTo>
                      <a:pt x="0" y="0"/>
                    </a:lnTo>
                    <a:lnTo>
                      <a:pt x="0" y="1432800"/>
                    </a:lnTo>
                    <a:lnTo>
                      <a:pt x="2880000" y="1432800"/>
                    </a:lnTo>
                    <a:lnTo>
                      <a:pt x="2880000" y="1008801"/>
                    </a:lnTo>
                    <a:lnTo>
                      <a:pt x="2520000" y="1008801"/>
                    </a:lnTo>
                    <a:lnTo>
                      <a:pt x="2520000" y="864000"/>
                    </a:lnTo>
                    <a:lnTo>
                      <a:pt x="2160000" y="864000"/>
                    </a:lnTo>
                    <a:lnTo>
                      <a:pt x="2160000" y="720000"/>
                    </a:lnTo>
                    <a:lnTo>
                      <a:pt x="1800000" y="720000"/>
                    </a:lnTo>
                    <a:lnTo>
                      <a:pt x="1800000" y="576000"/>
                    </a:lnTo>
                    <a:lnTo>
                      <a:pt x="1440000" y="576000"/>
                    </a:lnTo>
                    <a:lnTo>
                      <a:pt x="1440000" y="432000"/>
                    </a:lnTo>
                    <a:lnTo>
                      <a:pt x="1080000" y="432000"/>
                    </a:lnTo>
                    <a:lnTo>
                      <a:pt x="1080000" y="288000"/>
                    </a:lnTo>
                    <a:lnTo>
                      <a:pt x="720000" y="288000"/>
                    </a:lnTo>
                    <a:lnTo>
                      <a:pt x="720000" y="144000"/>
                    </a:lnTo>
                    <a:lnTo>
                      <a:pt x="360000" y="144000"/>
                    </a:lnTo>
                    <a:close/>
                  </a:path>
                </a:pathLst>
              </a:custGeom>
              <a:gradFill flip="none" rotWithShape="1">
                <a:gsLst>
                  <a:gs pos="20000">
                    <a:srgbClr val="F69200"/>
                  </a:gs>
                  <a:gs pos="100000">
                    <a:srgbClr val="FFCF8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8" name="平行四边形 247"/>
              <p:cNvSpPr/>
              <p:nvPr/>
            </p:nvSpPr>
            <p:spPr>
              <a:xfrm rot="16200000" flipH="1" flipV="1">
                <a:off x="4536267" y="6107932"/>
                <a:ext cx="725570" cy="166719"/>
              </a:xfrm>
              <a:prstGeom prst="parallelogram">
                <a:avLst>
                  <a:gd name="adj" fmla="val 183941"/>
                </a:avLst>
              </a:prstGeom>
              <a:gradFill>
                <a:gsLst>
                  <a:gs pos="0">
                    <a:srgbClr val="F69200"/>
                  </a:gs>
                  <a:gs pos="100000">
                    <a:srgbClr val="FFCF89"/>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9" name="平行四边形 248"/>
              <p:cNvSpPr/>
              <p:nvPr/>
            </p:nvSpPr>
            <p:spPr>
              <a:xfrm rot="16200000" flipH="1" flipV="1">
                <a:off x="4381473" y="6678716"/>
                <a:ext cx="1035131" cy="166719"/>
              </a:xfrm>
              <a:prstGeom prst="parallelogram">
                <a:avLst>
                  <a:gd name="adj" fmla="val 183941"/>
                </a:avLst>
              </a:prstGeom>
              <a:gradFill>
                <a:gsLst>
                  <a:gs pos="0">
                    <a:srgbClr val="F69200">
                      <a:alpha val="50000"/>
                    </a:srgbClr>
                  </a:gs>
                  <a:gs pos="100000">
                    <a:srgbClr val="FFCF89">
                      <a:alpha val="0"/>
                    </a:srgbClr>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74" name="任意多边形 73"/>
            <p:cNvSpPr/>
            <p:nvPr/>
          </p:nvSpPr>
          <p:spPr>
            <a:xfrm rot="5400000">
              <a:off x="7200534" y="5388602"/>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5" name="任意多边形 74"/>
            <p:cNvSpPr/>
            <p:nvPr/>
          </p:nvSpPr>
          <p:spPr>
            <a:xfrm rot="5400000">
              <a:off x="7491464" y="5272738"/>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6" name="任意多边形 75"/>
            <p:cNvSpPr/>
            <p:nvPr/>
          </p:nvSpPr>
          <p:spPr>
            <a:xfrm rot="5400000">
              <a:off x="7780908" y="5158790"/>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7" name="任意多边形 76"/>
            <p:cNvSpPr/>
            <p:nvPr/>
          </p:nvSpPr>
          <p:spPr>
            <a:xfrm rot="5400000">
              <a:off x="8066843" y="5042286"/>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8" name="任意多边形 77"/>
            <p:cNvSpPr/>
            <p:nvPr/>
          </p:nvSpPr>
          <p:spPr>
            <a:xfrm rot="5400000">
              <a:off x="8354908" y="4927693"/>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9" name="任意多边形 78"/>
            <p:cNvSpPr/>
            <p:nvPr/>
          </p:nvSpPr>
          <p:spPr>
            <a:xfrm rot="5400000">
              <a:off x="8643504" y="4811199"/>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0" name="任意多边形 79"/>
            <p:cNvSpPr/>
            <p:nvPr/>
          </p:nvSpPr>
          <p:spPr>
            <a:xfrm rot="5400000">
              <a:off x="8934431" y="4698844"/>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1" name="矩形 80"/>
            <p:cNvSpPr/>
            <p:nvPr/>
          </p:nvSpPr>
          <p:spPr>
            <a:xfrm>
              <a:off x="7102607" y="5918638"/>
              <a:ext cx="2307482" cy="581915"/>
            </a:xfrm>
            <a:prstGeom prst="rect">
              <a:avLst/>
            </a:prstGeom>
            <a:gradFill flip="none" rotWithShape="1">
              <a:gsLst>
                <a:gs pos="0">
                  <a:srgbClr val="F69200">
                    <a:alpha val="50000"/>
                  </a:srgbClr>
                </a:gs>
                <a:gs pos="100000">
                  <a:srgbClr val="FFCF89">
                    <a:alpha val="0"/>
                  </a:srgbClr>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82" name="组合 81"/>
            <p:cNvGrpSpPr/>
            <p:nvPr/>
          </p:nvGrpSpPr>
          <p:grpSpPr>
            <a:xfrm>
              <a:off x="8021795" y="5233623"/>
              <a:ext cx="901541" cy="635588"/>
              <a:chOff x="6127310" y="5233623"/>
              <a:chExt cx="901541" cy="635588"/>
            </a:xfrm>
          </p:grpSpPr>
          <p:sp>
            <p:nvSpPr>
              <p:cNvPr id="237" name="文本框 1024"/>
              <p:cNvSpPr txBox="1"/>
              <p:nvPr/>
            </p:nvSpPr>
            <p:spPr>
              <a:xfrm>
                <a:off x="6127310" y="5233623"/>
                <a:ext cx="901541" cy="518551"/>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01</a:t>
                </a:r>
                <a:endParaRPr lang="zh-CN" altLang="en-US" sz="2953" dirty="0">
                  <a:solidFill>
                    <a:prstClr val="white"/>
                  </a:solidFill>
                  <a:latin typeface="Impact" panose="020B0806030902050204" pitchFamily="34" charset="0"/>
                </a:endParaRPr>
              </a:p>
            </p:txBody>
          </p:sp>
          <p:sp>
            <p:nvSpPr>
              <p:cNvPr id="238" name="文本框 1025"/>
              <p:cNvSpPr txBox="1"/>
              <p:nvPr/>
            </p:nvSpPr>
            <p:spPr>
              <a:xfrm>
                <a:off x="6299898" y="5566242"/>
                <a:ext cx="578002" cy="302969"/>
              </a:xfrm>
              <a:prstGeom prst="rect">
                <a:avLst/>
              </a:prstGeom>
              <a:noFill/>
            </p:spPr>
            <p:txBody>
              <a:bodyPr wrap="square" rtlCol="0">
                <a:spAutoFit/>
              </a:bodyPr>
              <a:lstStyle/>
              <a:p>
                <a:pPr algn="ctr"/>
                <a:r>
                  <a:rPr lang="en-US" altLang="zh-CN" sz="1476" dirty="0">
                    <a:solidFill>
                      <a:prstClr val="white"/>
                    </a:solidFill>
                    <a:latin typeface="LiHei Pro" panose="020B0500000000000000" pitchFamily="34" charset="-122"/>
                    <a:ea typeface="LiHei Pro" panose="020B0500000000000000" pitchFamily="34" charset="-122"/>
                  </a:rPr>
                  <a:t>STEP</a:t>
                </a:r>
                <a:endParaRPr lang="zh-CN" altLang="en-US" sz="1476" dirty="0">
                  <a:solidFill>
                    <a:prstClr val="white"/>
                  </a:solidFill>
                  <a:latin typeface="LiHei Pro" panose="020B0500000000000000" pitchFamily="34" charset="-122"/>
                  <a:ea typeface="LiHei Pro" panose="020B0500000000000000" pitchFamily="34" charset="-122"/>
                </a:endParaRPr>
              </a:p>
            </p:txBody>
          </p:sp>
        </p:grpSp>
        <p:grpSp>
          <p:nvGrpSpPr>
            <p:cNvPr id="83" name="Group 294"/>
            <p:cNvGrpSpPr>
              <a:grpSpLocks noChangeAspect="1"/>
            </p:cNvGrpSpPr>
            <p:nvPr/>
          </p:nvGrpSpPr>
          <p:grpSpPr bwMode="auto">
            <a:xfrm>
              <a:off x="8725769" y="5312914"/>
              <a:ext cx="476510" cy="415420"/>
              <a:chOff x="4997" y="3211"/>
              <a:chExt cx="117" cy="102"/>
            </a:xfrm>
            <a:solidFill>
              <a:schemeClr val="bg1"/>
            </a:solidFill>
          </p:grpSpPr>
          <p:sp>
            <p:nvSpPr>
              <p:cNvPr id="84" name="Freeform 295"/>
              <p:cNvSpPr>
                <a:spLocks/>
              </p:cNvSpPr>
              <p:nvPr/>
            </p:nvSpPr>
            <p:spPr bwMode="auto">
              <a:xfrm>
                <a:off x="4997" y="3270"/>
                <a:ext cx="5" cy="7"/>
              </a:xfrm>
              <a:custGeom>
                <a:avLst/>
                <a:gdLst>
                  <a:gd name="T0" fmla="*/ 0 w 2"/>
                  <a:gd name="T1" fmla="*/ 3 h 3"/>
                  <a:gd name="T2" fmla="*/ 0 w 2"/>
                  <a:gd name="T3" fmla="*/ 3 h 3"/>
                  <a:gd name="T4" fmla="*/ 0 w 2"/>
                  <a:gd name="T5" fmla="*/ 3 h 3"/>
                  <a:gd name="T6" fmla="*/ 1 w 2"/>
                  <a:gd name="T7" fmla="*/ 0 h 3"/>
                  <a:gd name="T8" fmla="*/ 1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0"/>
                      <a:pt x="1" y="0"/>
                      <a:pt x="1" y="0"/>
                    </a:cubicBezTo>
                    <a:cubicBezTo>
                      <a:pt x="1" y="0"/>
                      <a:pt x="1" y="0"/>
                      <a:pt x="1" y="0"/>
                    </a:cubicBezTo>
                    <a:cubicBezTo>
                      <a:pt x="2" y="0"/>
                      <a:pt x="2" y="0"/>
                      <a:pt x="2" y="0"/>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5" name="Freeform 296"/>
              <p:cNvSpPr>
                <a:spLocks/>
              </p:cNvSpPr>
              <p:nvPr/>
            </p:nvSpPr>
            <p:spPr bwMode="auto">
              <a:xfrm>
                <a:off x="5027" y="3298"/>
                <a:ext cx="3" cy="7"/>
              </a:xfrm>
              <a:custGeom>
                <a:avLst/>
                <a:gdLst>
                  <a:gd name="T0" fmla="*/ 0 w 1"/>
                  <a:gd name="T1" fmla="*/ 3 h 3"/>
                  <a:gd name="T2" fmla="*/ 0 w 1"/>
                  <a:gd name="T3" fmla="*/ 3 h 3"/>
                  <a:gd name="T4" fmla="*/ 0 w 1"/>
                  <a:gd name="T5" fmla="*/ 3 h 3"/>
                  <a:gd name="T6" fmla="*/ 1 w 1"/>
                  <a:gd name="T7" fmla="*/ 1 h 3"/>
                  <a:gd name="T8" fmla="*/ 1 w 1"/>
                  <a:gd name="T9" fmla="*/ 0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1" y="1"/>
                    </a:cubicBezTo>
                    <a:cubicBezTo>
                      <a:pt x="1" y="0"/>
                      <a:pt x="1" y="0"/>
                      <a:pt x="1" y="0"/>
                    </a:cubicBezTo>
                    <a:cubicBezTo>
                      <a:pt x="1" y="1"/>
                      <a:pt x="1" y="1"/>
                      <a:pt x="1" y="1"/>
                    </a:cubicBezTo>
                    <a:cubicBezTo>
                      <a:pt x="1"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6" name="Freeform 297"/>
              <p:cNvSpPr>
                <a:spLocks/>
              </p:cNvSpPr>
              <p:nvPr/>
            </p:nvSpPr>
            <p:spPr bwMode="auto">
              <a:xfrm>
                <a:off x="5030" y="3298"/>
                <a:ext cx="2" cy="7"/>
              </a:xfrm>
              <a:custGeom>
                <a:avLst/>
                <a:gdLst>
                  <a:gd name="T0" fmla="*/ 0 w 1"/>
                  <a:gd name="T1" fmla="*/ 3 h 3"/>
                  <a:gd name="T2" fmla="*/ 0 w 1"/>
                  <a:gd name="T3" fmla="*/ 3 h 3"/>
                  <a:gd name="T4" fmla="*/ 0 w 1"/>
                  <a:gd name="T5" fmla="*/ 3 h 3"/>
                  <a:gd name="T6" fmla="*/ 0 w 1"/>
                  <a:gd name="T7" fmla="*/ 1 h 3"/>
                  <a:gd name="T8" fmla="*/ 1 w 1"/>
                  <a:gd name="T9" fmla="*/ 0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0" y="1"/>
                    </a:cubicBezTo>
                    <a:cubicBezTo>
                      <a:pt x="1" y="0"/>
                      <a:pt x="1" y="0"/>
                      <a:pt x="1" y="0"/>
                    </a:cubicBezTo>
                    <a:cubicBezTo>
                      <a:pt x="1" y="1"/>
                      <a:pt x="1" y="1"/>
                      <a:pt x="1" y="1"/>
                    </a:cubicBezTo>
                    <a:cubicBezTo>
                      <a:pt x="0"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7" name="Freeform 298"/>
              <p:cNvSpPr>
                <a:spLocks/>
              </p:cNvSpPr>
              <p:nvPr/>
            </p:nvSpPr>
            <p:spPr bwMode="auto">
              <a:xfrm>
                <a:off x="5032" y="3298"/>
                <a:ext cx="3" cy="7"/>
              </a:xfrm>
              <a:custGeom>
                <a:avLst/>
                <a:gdLst>
                  <a:gd name="T0" fmla="*/ 0 w 1"/>
                  <a:gd name="T1" fmla="*/ 3 h 3"/>
                  <a:gd name="T2" fmla="*/ 0 w 1"/>
                  <a:gd name="T3" fmla="*/ 3 h 3"/>
                  <a:gd name="T4" fmla="*/ 0 w 1"/>
                  <a:gd name="T5" fmla="*/ 3 h 3"/>
                  <a:gd name="T6" fmla="*/ 0 w 1"/>
                  <a:gd name="T7" fmla="*/ 3 h 3"/>
                  <a:gd name="T8" fmla="*/ 1 w 1"/>
                  <a:gd name="T9" fmla="*/ 1 h 3"/>
                  <a:gd name="T10" fmla="*/ 1 w 1"/>
                  <a:gd name="T11" fmla="*/ 0 h 3"/>
                  <a:gd name="T12" fmla="*/ 1 w 1"/>
                  <a:gd name="T13" fmla="*/ 1 h 3"/>
                  <a:gd name="T14" fmla="*/ 0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3"/>
                      <a:pt x="0" y="3"/>
                      <a:pt x="0" y="3"/>
                    </a:cubicBezTo>
                    <a:cubicBezTo>
                      <a:pt x="0" y="3"/>
                      <a:pt x="0" y="3"/>
                      <a:pt x="0" y="3"/>
                    </a:cubicBezTo>
                    <a:cubicBezTo>
                      <a:pt x="0" y="2"/>
                      <a:pt x="0" y="1"/>
                      <a:pt x="1" y="1"/>
                    </a:cubicBezTo>
                    <a:cubicBezTo>
                      <a:pt x="1" y="0"/>
                      <a:pt x="1" y="0"/>
                      <a:pt x="1" y="0"/>
                    </a:cubicBezTo>
                    <a:cubicBezTo>
                      <a:pt x="1" y="0"/>
                      <a:pt x="1" y="1"/>
                      <a:pt x="1" y="1"/>
                    </a:cubicBezTo>
                    <a:cubicBezTo>
                      <a:pt x="0"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8" name="Freeform 299"/>
              <p:cNvSpPr>
                <a:spLocks/>
              </p:cNvSpPr>
              <p:nvPr/>
            </p:nvSpPr>
            <p:spPr bwMode="auto">
              <a:xfrm>
                <a:off x="5032" y="3300"/>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9" name="Freeform 300"/>
              <p:cNvSpPr>
                <a:spLocks/>
              </p:cNvSpPr>
              <p:nvPr/>
            </p:nvSpPr>
            <p:spPr bwMode="auto">
              <a:xfrm>
                <a:off x="5010" y="3293"/>
                <a:ext cx="2" cy="7"/>
              </a:xfrm>
              <a:custGeom>
                <a:avLst/>
                <a:gdLst>
                  <a:gd name="T0" fmla="*/ 1 w 1"/>
                  <a:gd name="T1" fmla="*/ 3 h 3"/>
                  <a:gd name="T2" fmla="*/ 0 w 1"/>
                  <a:gd name="T3" fmla="*/ 3 h 3"/>
                  <a:gd name="T4" fmla="*/ 0 w 1"/>
                  <a:gd name="T5" fmla="*/ 1 h 3"/>
                  <a:gd name="T6" fmla="*/ 1 w 1"/>
                  <a:gd name="T7" fmla="*/ 0 h 3"/>
                  <a:gd name="T8" fmla="*/ 1 w 1"/>
                  <a:gd name="T9" fmla="*/ 0 h 3"/>
                  <a:gd name="T10" fmla="*/ 1 w 1"/>
                  <a:gd name="T11" fmla="*/ 0 h 3"/>
                  <a:gd name="T12" fmla="*/ 1 w 1"/>
                  <a:gd name="T13" fmla="*/ 1 h 3"/>
                  <a:gd name="T14" fmla="*/ 1 w 1"/>
                  <a:gd name="T15" fmla="*/ 2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cubicBezTo>
                      <a:pt x="0" y="3"/>
                      <a:pt x="0" y="3"/>
                      <a:pt x="0" y="3"/>
                    </a:cubicBezTo>
                    <a:cubicBezTo>
                      <a:pt x="0" y="2"/>
                      <a:pt x="0" y="2"/>
                      <a:pt x="0" y="1"/>
                    </a:cubicBezTo>
                    <a:cubicBezTo>
                      <a:pt x="1" y="1"/>
                      <a:pt x="1" y="0"/>
                      <a:pt x="1" y="0"/>
                    </a:cubicBezTo>
                    <a:cubicBezTo>
                      <a:pt x="1" y="0"/>
                      <a:pt x="1" y="0"/>
                      <a:pt x="1" y="0"/>
                    </a:cubicBezTo>
                    <a:cubicBezTo>
                      <a:pt x="1" y="0"/>
                      <a:pt x="1" y="0"/>
                      <a:pt x="1" y="0"/>
                    </a:cubicBezTo>
                    <a:cubicBezTo>
                      <a:pt x="1" y="0"/>
                      <a:pt x="1" y="1"/>
                      <a:pt x="1" y="1"/>
                    </a:cubicBezTo>
                    <a:cubicBezTo>
                      <a:pt x="1" y="2"/>
                      <a:pt x="1" y="2"/>
                      <a:pt x="1"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0" name="Freeform 301"/>
              <p:cNvSpPr>
                <a:spLocks/>
              </p:cNvSpPr>
              <p:nvPr/>
            </p:nvSpPr>
            <p:spPr bwMode="auto">
              <a:xfrm>
                <a:off x="5025" y="3298"/>
                <a:ext cx="2" cy="7"/>
              </a:xfrm>
              <a:custGeom>
                <a:avLst/>
                <a:gdLst>
                  <a:gd name="T0" fmla="*/ 0 w 1"/>
                  <a:gd name="T1" fmla="*/ 3 h 3"/>
                  <a:gd name="T2" fmla="*/ 0 w 1"/>
                  <a:gd name="T3" fmla="*/ 3 h 3"/>
                  <a:gd name="T4" fmla="*/ 0 w 1"/>
                  <a:gd name="T5" fmla="*/ 1 h 3"/>
                  <a:gd name="T6" fmla="*/ 0 w 1"/>
                  <a:gd name="T7" fmla="*/ 0 h 3"/>
                  <a:gd name="T8" fmla="*/ 1 w 1"/>
                  <a:gd name="T9" fmla="*/ 0 h 3"/>
                  <a:gd name="T10" fmla="*/ 1 w 1"/>
                  <a:gd name="T11" fmla="*/ 0 h 3"/>
                  <a:gd name="T12" fmla="*/ 1 w 1"/>
                  <a:gd name="T13" fmla="*/ 2 h 3"/>
                  <a:gd name="T14" fmla="*/ 1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2"/>
                      <a:pt x="0" y="2"/>
                      <a:pt x="0" y="1"/>
                    </a:cubicBezTo>
                    <a:cubicBezTo>
                      <a:pt x="0" y="1"/>
                      <a:pt x="0" y="1"/>
                      <a:pt x="0" y="0"/>
                    </a:cubicBezTo>
                    <a:cubicBezTo>
                      <a:pt x="0" y="0"/>
                      <a:pt x="0" y="0"/>
                      <a:pt x="1" y="0"/>
                    </a:cubicBezTo>
                    <a:cubicBezTo>
                      <a:pt x="1" y="0"/>
                      <a:pt x="1" y="0"/>
                      <a:pt x="1" y="0"/>
                    </a:cubicBezTo>
                    <a:cubicBezTo>
                      <a:pt x="1" y="1"/>
                      <a:pt x="1" y="1"/>
                      <a:pt x="1" y="2"/>
                    </a:cubicBezTo>
                    <a:cubicBezTo>
                      <a:pt x="1" y="2"/>
                      <a:pt x="1" y="2"/>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1" name="Freeform 302"/>
              <p:cNvSpPr>
                <a:spLocks/>
              </p:cNvSpPr>
              <p:nvPr/>
            </p:nvSpPr>
            <p:spPr bwMode="auto">
              <a:xfrm>
                <a:off x="5055" y="3249"/>
                <a:ext cx="5" cy="6"/>
              </a:xfrm>
              <a:custGeom>
                <a:avLst/>
                <a:gdLst>
                  <a:gd name="T0" fmla="*/ 1 w 2"/>
                  <a:gd name="T1" fmla="*/ 2 h 2"/>
                  <a:gd name="T2" fmla="*/ 0 w 2"/>
                  <a:gd name="T3" fmla="*/ 2 h 2"/>
                  <a:gd name="T4" fmla="*/ 0 w 2"/>
                  <a:gd name="T5" fmla="*/ 1 h 2"/>
                  <a:gd name="T6" fmla="*/ 1 w 2"/>
                  <a:gd name="T7" fmla="*/ 1 h 2"/>
                  <a:gd name="T8" fmla="*/ 1 w 2"/>
                  <a:gd name="T9" fmla="*/ 1 h 2"/>
                  <a:gd name="T10" fmla="*/ 2 w 2"/>
                  <a:gd name="T11" fmla="*/ 1 h 2"/>
                  <a:gd name="T12" fmla="*/ 2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2"/>
                      <a:pt x="0" y="1"/>
                      <a:pt x="0" y="1"/>
                    </a:cubicBezTo>
                    <a:cubicBezTo>
                      <a:pt x="1" y="1"/>
                      <a:pt x="1" y="1"/>
                      <a:pt x="1" y="1"/>
                    </a:cubicBezTo>
                    <a:cubicBezTo>
                      <a:pt x="1" y="1"/>
                      <a:pt x="1" y="1"/>
                      <a:pt x="1" y="1"/>
                    </a:cubicBezTo>
                    <a:cubicBezTo>
                      <a:pt x="1" y="0"/>
                      <a:pt x="1" y="1"/>
                      <a:pt x="2" y="1"/>
                    </a:cubicBezTo>
                    <a:cubicBezTo>
                      <a:pt x="2" y="1"/>
                      <a:pt x="2" y="1"/>
                      <a:pt x="2" y="1"/>
                    </a:cubicBezTo>
                    <a:cubicBezTo>
                      <a:pt x="1" y="1"/>
                      <a:pt x="1" y="1"/>
                      <a:pt x="1" y="1"/>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2" name="Freeform 303"/>
              <p:cNvSpPr>
                <a:spLocks/>
              </p:cNvSpPr>
              <p:nvPr/>
            </p:nvSpPr>
            <p:spPr bwMode="auto">
              <a:xfrm>
                <a:off x="5050" y="3293"/>
                <a:ext cx="3" cy="7"/>
              </a:xfrm>
              <a:custGeom>
                <a:avLst/>
                <a:gdLst>
                  <a:gd name="T0" fmla="*/ 0 w 1"/>
                  <a:gd name="T1" fmla="*/ 3 h 3"/>
                  <a:gd name="T2" fmla="*/ 0 w 1"/>
                  <a:gd name="T3" fmla="*/ 2 h 3"/>
                  <a:gd name="T4" fmla="*/ 0 w 1"/>
                  <a:gd name="T5" fmla="*/ 0 h 3"/>
                  <a:gd name="T6" fmla="*/ 0 w 1"/>
                  <a:gd name="T7" fmla="*/ 0 h 3"/>
                  <a:gd name="T8" fmla="*/ 1 w 1"/>
                  <a:gd name="T9" fmla="*/ 0 h 3"/>
                  <a:gd name="T10" fmla="*/ 0 w 1"/>
                  <a:gd name="T11" fmla="*/ 2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0" y="2"/>
                    </a:cubicBezTo>
                    <a:cubicBezTo>
                      <a:pt x="0" y="2"/>
                      <a:pt x="0" y="1"/>
                      <a:pt x="0" y="0"/>
                    </a:cubicBezTo>
                    <a:cubicBezTo>
                      <a:pt x="0" y="0"/>
                      <a:pt x="0" y="0"/>
                      <a:pt x="0" y="0"/>
                    </a:cubicBezTo>
                    <a:cubicBezTo>
                      <a:pt x="1" y="0"/>
                      <a:pt x="1" y="0"/>
                      <a:pt x="1" y="0"/>
                    </a:cubicBezTo>
                    <a:cubicBezTo>
                      <a:pt x="0" y="1"/>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3" name="Freeform 304"/>
              <p:cNvSpPr>
                <a:spLocks/>
              </p:cNvSpPr>
              <p:nvPr/>
            </p:nvSpPr>
            <p:spPr bwMode="auto">
              <a:xfrm>
                <a:off x="5045" y="3288"/>
                <a:ext cx="3" cy="7"/>
              </a:xfrm>
              <a:custGeom>
                <a:avLst/>
                <a:gdLst>
                  <a:gd name="T0" fmla="*/ 1 w 1"/>
                  <a:gd name="T1" fmla="*/ 3 h 3"/>
                  <a:gd name="T2" fmla="*/ 0 w 1"/>
                  <a:gd name="T3" fmla="*/ 3 h 3"/>
                  <a:gd name="T4" fmla="*/ 0 w 1"/>
                  <a:gd name="T5" fmla="*/ 1 h 3"/>
                  <a:gd name="T6" fmla="*/ 1 w 1"/>
                  <a:gd name="T7" fmla="*/ 0 h 3"/>
                  <a:gd name="T8" fmla="*/ 1 w 1"/>
                  <a:gd name="T9" fmla="*/ 1 h 3"/>
                  <a:gd name="T10" fmla="*/ 1 w 1"/>
                  <a:gd name="T11" fmla="*/ 3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0" y="3"/>
                      <a:pt x="0" y="3"/>
                    </a:cubicBezTo>
                    <a:cubicBezTo>
                      <a:pt x="0" y="2"/>
                      <a:pt x="0" y="1"/>
                      <a:pt x="0" y="1"/>
                    </a:cubicBezTo>
                    <a:cubicBezTo>
                      <a:pt x="0" y="1"/>
                      <a:pt x="1" y="0"/>
                      <a:pt x="1" y="0"/>
                    </a:cubicBezTo>
                    <a:cubicBezTo>
                      <a:pt x="1" y="0"/>
                      <a:pt x="1" y="1"/>
                      <a:pt x="1" y="1"/>
                    </a:cubicBezTo>
                    <a:cubicBezTo>
                      <a:pt x="1"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4" name="Freeform 305"/>
              <p:cNvSpPr>
                <a:spLocks/>
              </p:cNvSpPr>
              <p:nvPr/>
            </p:nvSpPr>
            <p:spPr bwMode="auto">
              <a:xfrm>
                <a:off x="5058" y="3272"/>
                <a:ext cx="2" cy="8"/>
              </a:xfrm>
              <a:custGeom>
                <a:avLst/>
                <a:gdLst>
                  <a:gd name="T0" fmla="*/ 0 w 1"/>
                  <a:gd name="T1" fmla="*/ 3 h 3"/>
                  <a:gd name="T2" fmla="*/ 0 w 1"/>
                  <a:gd name="T3" fmla="*/ 2 h 3"/>
                  <a:gd name="T4" fmla="*/ 0 w 1"/>
                  <a:gd name="T5" fmla="*/ 0 h 3"/>
                  <a:gd name="T6" fmla="*/ 1 w 1"/>
                  <a:gd name="T7" fmla="*/ 0 h 3"/>
                  <a:gd name="T8" fmla="*/ 1 w 1"/>
                  <a:gd name="T9" fmla="*/ 0 h 3"/>
                  <a:gd name="T10" fmla="*/ 1 w 1"/>
                  <a:gd name="T11" fmla="*/ 2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2"/>
                      <a:pt x="0" y="2"/>
                    </a:cubicBezTo>
                    <a:cubicBezTo>
                      <a:pt x="0" y="1"/>
                      <a:pt x="0" y="1"/>
                      <a:pt x="0" y="0"/>
                    </a:cubicBezTo>
                    <a:cubicBezTo>
                      <a:pt x="0" y="0"/>
                      <a:pt x="0" y="0"/>
                      <a:pt x="1" y="0"/>
                    </a:cubicBezTo>
                    <a:cubicBezTo>
                      <a:pt x="1" y="0"/>
                      <a:pt x="1" y="0"/>
                      <a:pt x="1" y="0"/>
                    </a:cubicBezTo>
                    <a:cubicBezTo>
                      <a:pt x="1" y="1"/>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5" name="Freeform 306"/>
              <p:cNvSpPr>
                <a:spLocks/>
              </p:cNvSpPr>
              <p:nvPr/>
            </p:nvSpPr>
            <p:spPr bwMode="auto">
              <a:xfrm>
                <a:off x="5015" y="3288"/>
                <a:ext cx="2" cy="7"/>
              </a:xfrm>
              <a:custGeom>
                <a:avLst/>
                <a:gdLst>
                  <a:gd name="T0" fmla="*/ 0 w 1"/>
                  <a:gd name="T1" fmla="*/ 3 h 3"/>
                  <a:gd name="T2" fmla="*/ 0 w 1"/>
                  <a:gd name="T3" fmla="*/ 3 h 3"/>
                  <a:gd name="T4" fmla="*/ 0 w 1"/>
                  <a:gd name="T5" fmla="*/ 3 h 3"/>
                  <a:gd name="T6" fmla="*/ 0 w 1"/>
                  <a:gd name="T7" fmla="*/ 1 h 3"/>
                  <a:gd name="T8" fmla="*/ 1 w 1"/>
                  <a:gd name="T9" fmla="*/ 0 h 3"/>
                  <a:gd name="T10" fmla="*/ 1 w 1"/>
                  <a:gd name="T11" fmla="*/ 1 h 3"/>
                  <a:gd name="T12" fmla="*/ 1 w 1"/>
                  <a:gd name="T13" fmla="*/ 3 h 3"/>
                  <a:gd name="T14" fmla="*/ 0 w 1"/>
                  <a:gd name="T15" fmla="*/ 3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3"/>
                      <a:pt x="0" y="3"/>
                      <a:pt x="0" y="3"/>
                    </a:cubicBezTo>
                    <a:cubicBezTo>
                      <a:pt x="0" y="2"/>
                      <a:pt x="0" y="1"/>
                      <a:pt x="0" y="1"/>
                    </a:cubicBezTo>
                    <a:cubicBezTo>
                      <a:pt x="0" y="0"/>
                      <a:pt x="0" y="0"/>
                      <a:pt x="1" y="0"/>
                    </a:cubicBezTo>
                    <a:cubicBezTo>
                      <a:pt x="1" y="0"/>
                      <a:pt x="1" y="1"/>
                      <a:pt x="1" y="1"/>
                    </a:cubicBezTo>
                    <a:cubicBezTo>
                      <a:pt x="1" y="1"/>
                      <a:pt x="1" y="2"/>
                      <a:pt x="1" y="3"/>
                    </a:cubicBezTo>
                    <a:cubicBezTo>
                      <a:pt x="1" y="3"/>
                      <a:pt x="1"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6" name="Freeform 307"/>
              <p:cNvSpPr>
                <a:spLocks/>
              </p:cNvSpPr>
              <p:nvPr/>
            </p:nvSpPr>
            <p:spPr bwMode="auto">
              <a:xfrm>
                <a:off x="5002" y="3270"/>
                <a:ext cx="2" cy="7"/>
              </a:xfrm>
              <a:custGeom>
                <a:avLst/>
                <a:gdLst>
                  <a:gd name="T0" fmla="*/ 1 w 1"/>
                  <a:gd name="T1" fmla="*/ 3 h 3"/>
                  <a:gd name="T2" fmla="*/ 0 w 1"/>
                  <a:gd name="T3" fmla="*/ 3 h 3"/>
                  <a:gd name="T4" fmla="*/ 0 w 1"/>
                  <a:gd name="T5" fmla="*/ 1 h 3"/>
                  <a:gd name="T6" fmla="*/ 1 w 1"/>
                  <a:gd name="T7" fmla="*/ 0 h 3"/>
                  <a:gd name="T8" fmla="*/ 1 w 1"/>
                  <a:gd name="T9" fmla="*/ 1 h 3"/>
                  <a:gd name="T10" fmla="*/ 1 w 1"/>
                  <a:gd name="T11" fmla="*/ 3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0" y="3"/>
                      <a:pt x="0" y="3"/>
                    </a:cubicBezTo>
                    <a:cubicBezTo>
                      <a:pt x="0" y="2"/>
                      <a:pt x="0" y="1"/>
                      <a:pt x="0" y="1"/>
                    </a:cubicBezTo>
                    <a:cubicBezTo>
                      <a:pt x="0" y="0"/>
                      <a:pt x="1" y="0"/>
                      <a:pt x="1" y="0"/>
                    </a:cubicBezTo>
                    <a:cubicBezTo>
                      <a:pt x="1" y="0"/>
                      <a:pt x="1" y="0"/>
                      <a:pt x="1" y="1"/>
                    </a:cubicBezTo>
                    <a:cubicBezTo>
                      <a:pt x="1"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7" name="Freeform 308"/>
              <p:cNvSpPr>
                <a:spLocks/>
              </p:cNvSpPr>
              <p:nvPr/>
            </p:nvSpPr>
            <p:spPr bwMode="auto">
              <a:xfrm>
                <a:off x="4999" y="3270"/>
                <a:ext cx="5" cy="7"/>
              </a:xfrm>
              <a:custGeom>
                <a:avLst/>
                <a:gdLst>
                  <a:gd name="T0" fmla="*/ 0 w 2"/>
                  <a:gd name="T1" fmla="*/ 3 h 3"/>
                  <a:gd name="T2" fmla="*/ 0 w 2"/>
                  <a:gd name="T3" fmla="*/ 3 h 3"/>
                  <a:gd name="T4" fmla="*/ 0 w 2"/>
                  <a:gd name="T5" fmla="*/ 3 h 3"/>
                  <a:gd name="T6" fmla="*/ 1 w 2"/>
                  <a:gd name="T7" fmla="*/ 0 h 3"/>
                  <a:gd name="T8" fmla="*/ 1 w 2"/>
                  <a:gd name="T9" fmla="*/ 0 h 3"/>
                  <a:gd name="T10" fmla="*/ 2 w 2"/>
                  <a:gd name="T11" fmla="*/ 0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1" y="0"/>
                    </a:cubicBezTo>
                    <a:cubicBezTo>
                      <a:pt x="1" y="0"/>
                      <a:pt x="1" y="0"/>
                      <a:pt x="1" y="0"/>
                    </a:cubicBezTo>
                    <a:cubicBezTo>
                      <a:pt x="2" y="0"/>
                      <a:pt x="2" y="0"/>
                      <a:pt x="2" y="0"/>
                    </a:cubicBezTo>
                    <a:cubicBezTo>
                      <a:pt x="1" y="1"/>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8" name="Freeform 309"/>
              <p:cNvSpPr>
                <a:spLocks/>
              </p:cNvSpPr>
              <p:nvPr/>
            </p:nvSpPr>
            <p:spPr bwMode="auto">
              <a:xfrm>
                <a:off x="5002" y="3272"/>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99" name="Freeform 310"/>
              <p:cNvSpPr>
                <a:spLocks/>
              </p:cNvSpPr>
              <p:nvPr/>
            </p:nvSpPr>
            <p:spPr bwMode="auto">
              <a:xfrm>
                <a:off x="5004" y="3288"/>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0" name="Freeform 311"/>
              <p:cNvSpPr>
                <a:spLocks/>
              </p:cNvSpPr>
              <p:nvPr/>
            </p:nvSpPr>
            <p:spPr bwMode="auto">
              <a:xfrm>
                <a:off x="5004" y="328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1" name="Freeform 312"/>
              <p:cNvSpPr>
                <a:spLocks/>
              </p:cNvSpPr>
              <p:nvPr/>
            </p:nvSpPr>
            <p:spPr bwMode="auto">
              <a:xfrm>
                <a:off x="5004" y="3290"/>
                <a:ext cx="6"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2" name="Freeform 313"/>
              <p:cNvSpPr>
                <a:spLocks/>
              </p:cNvSpPr>
              <p:nvPr/>
            </p:nvSpPr>
            <p:spPr bwMode="auto">
              <a:xfrm>
                <a:off x="5007" y="3290"/>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1"/>
                      <a:pt x="1" y="1"/>
                    </a:cubicBezTo>
                    <a:cubicBezTo>
                      <a:pt x="1"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3" name="Freeform 314"/>
              <p:cNvSpPr>
                <a:spLocks/>
              </p:cNvSpPr>
              <p:nvPr/>
            </p:nvSpPr>
            <p:spPr bwMode="auto">
              <a:xfrm>
                <a:off x="5007" y="3293"/>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4" name="Freeform 315"/>
              <p:cNvSpPr>
                <a:spLocks/>
              </p:cNvSpPr>
              <p:nvPr/>
            </p:nvSpPr>
            <p:spPr bwMode="auto">
              <a:xfrm>
                <a:off x="5015" y="3290"/>
                <a:ext cx="2" cy="3"/>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0" y="1"/>
                      <a:pt x="0" y="1"/>
                    </a:cubicBezTo>
                    <a:cubicBezTo>
                      <a:pt x="0" y="1"/>
                      <a:pt x="0" y="1"/>
                      <a:pt x="0" y="1"/>
                    </a:cubicBezTo>
                    <a:cubicBezTo>
                      <a:pt x="1" y="1"/>
                      <a:pt x="1" y="0"/>
                      <a:pt x="1" y="0"/>
                    </a:cubicBezTo>
                    <a:cubicBezTo>
                      <a:pt x="1" y="0"/>
                      <a:pt x="1" y="0"/>
                      <a:pt x="1" y="0"/>
                    </a:cubicBezTo>
                    <a:cubicBezTo>
                      <a:pt x="1" y="0"/>
                      <a:pt x="1" y="0"/>
                      <a:pt x="1"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5" name="Freeform 316"/>
              <p:cNvSpPr>
                <a:spLocks/>
              </p:cNvSpPr>
              <p:nvPr/>
            </p:nvSpPr>
            <p:spPr bwMode="auto">
              <a:xfrm>
                <a:off x="5017" y="3290"/>
                <a:ext cx="3" cy="5"/>
              </a:xfrm>
              <a:custGeom>
                <a:avLst/>
                <a:gdLst>
                  <a:gd name="T0" fmla="*/ 0 w 1"/>
                  <a:gd name="T1" fmla="*/ 2 h 2"/>
                  <a:gd name="T2" fmla="*/ 0 w 1"/>
                  <a:gd name="T3" fmla="*/ 2 h 2"/>
                  <a:gd name="T4" fmla="*/ 0 w 1"/>
                  <a:gd name="T5" fmla="*/ 2 h 2"/>
                  <a:gd name="T6" fmla="*/ 1 w 1"/>
                  <a:gd name="T7" fmla="*/ 1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1"/>
                      <a:pt x="1" y="1"/>
                      <a:pt x="1" y="1"/>
                    </a:cubicBezTo>
                    <a:cubicBezTo>
                      <a:pt x="1" y="0"/>
                      <a:pt x="1" y="0"/>
                      <a:pt x="1" y="0"/>
                    </a:cubicBezTo>
                    <a:cubicBezTo>
                      <a:pt x="1" y="1"/>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6" name="Freeform 317"/>
              <p:cNvSpPr>
                <a:spLocks/>
              </p:cNvSpPr>
              <p:nvPr/>
            </p:nvSpPr>
            <p:spPr bwMode="auto">
              <a:xfrm>
                <a:off x="5017" y="3293"/>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1" y="1"/>
                      <a:pt x="1" y="0"/>
                      <a:pt x="2" y="0"/>
                    </a:cubicBezTo>
                    <a:cubicBezTo>
                      <a:pt x="2" y="0"/>
                      <a:pt x="2" y="0"/>
                      <a:pt x="2" y="0"/>
                    </a:cubicBezTo>
                    <a:cubicBezTo>
                      <a:pt x="2" y="0"/>
                      <a:pt x="2" y="0"/>
                      <a:pt x="2" y="0"/>
                    </a:cubicBezTo>
                    <a:cubicBezTo>
                      <a:pt x="1" y="0"/>
                      <a:pt x="1" y="1"/>
                      <a:pt x="1"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7" name="Freeform 318"/>
              <p:cNvSpPr>
                <a:spLocks/>
              </p:cNvSpPr>
              <p:nvPr/>
            </p:nvSpPr>
            <p:spPr bwMode="auto">
              <a:xfrm>
                <a:off x="5020" y="3293"/>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8" name="Freeform 319"/>
              <p:cNvSpPr>
                <a:spLocks/>
              </p:cNvSpPr>
              <p:nvPr/>
            </p:nvSpPr>
            <p:spPr bwMode="auto">
              <a:xfrm>
                <a:off x="5022" y="3293"/>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9" name="Freeform 320"/>
              <p:cNvSpPr>
                <a:spLocks/>
              </p:cNvSpPr>
              <p:nvPr/>
            </p:nvSpPr>
            <p:spPr bwMode="auto">
              <a:xfrm>
                <a:off x="5037" y="3293"/>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0" name="Freeform 321"/>
              <p:cNvSpPr>
                <a:spLocks/>
              </p:cNvSpPr>
              <p:nvPr/>
            </p:nvSpPr>
            <p:spPr bwMode="auto">
              <a:xfrm>
                <a:off x="5037" y="3293"/>
                <a:ext cx="6"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2"/>
                      <a:pt x="0" y="2"/>
                    </a:cubicBezTo>
                    <a:cubicBezTo>
                      <a:pt x="1" y="1"/>
                      <a:pt x="1" y="0"/>
                      <a:pt x="2" y="0"/>
                    </a:cubicBezTo>
                    <a:cubicBezTo>
                      <a:pt x="2"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1" name="Freeform 322"/>
              <p:cNvSpPr>
                <a:spLocks/>
              </p:cNvSpPr>
              <p:nvPr/>
            </p:nvSpPr>
            <p:spPr bwMode="auto">
              <a:xfrm>
                <a:off x="5043" y="3290"/>
                <a:ext cx="2" cy="8"/>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 name="T16" fmla="*/ 0 w 1"/>
                  <a:gd name="T17" fmla="*/ 3 h 3"/>
                  <a:gd name="T18" fmla="*/ 0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3"/>
                    </a:move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2" name="Freeform 323"/>
              <p:cNvSpPr>
                <a:spLocks/>
              </p:cNvSpPr>
              <p:nvPr/>
            </p:nvSpPr>
            <p:spPr bwMode="auto">
              <a:xfrm>
                <a:off x="5043" y="3290"/>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0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3"/>
                      <a:pt x="0" y="3"/>
                      <a:pt x="1" y="2"/>
                    </a:cubicBezTo>
                    <a:cubicBezTo>
                      <a:pt x="1" y="0"/>
                      <a:pt x="1" y="0"/>
                      <a:pt x="1" y="0"/>
                    </a:cubicBezTo>
                    <a:cubicBezTo>
                      <a:pt x="2" y="0"/>
                      <a:pt x="2" y="0"/>
                      <a:pt x="2" y="0"/>
                    </a:cubicBezTo>
                    <a:cubicBezTo>
                      <a:pt x="2" y="0"/>
                      <a:pt x="2" y="0"/>
                      <a:pt x="2" y="0"/>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3" name="Freeform 324"/>
              <p:cNvSpPr>
                <a:spLocks/>
              </p:cNvSpPr>
              <p:nvPr/>
            </p:nvSpPr>
            <p:spPr bwMode="auto">
              <a:xfrm>
                <a:off x="5002" y="3247"/>
                <a:ext cx="5"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0" y="2"/>
                      <a:pt x="0" y="2"/>
                      <a:pt x="0" y="2"/>
                    </a:cubicBezTo>
                    <a:cubicBezTo>
                      <a:pt x="0" y="2"/>
                      <a:pt x="0" y="2"/>
                      <a:pt x="0" y="2"/>
                    </a:cubicBezTo>
                    <a:cubicBezTo>
                      <a:pt x="2" y="0"/>
                      <a:pt x="2" y="0"/>
                      <a:pt x="2" y="0"/>
                    </a:cubicBezTo>
                    <a:cubicBezTo>
                      <a:pt x="2" y="0"/>
                      <a:pt x="2" y="0"/>
                      <a:pt x="2" y="0"/>
                    </a:cubicBezTo>
                    <a:cubicBezTo>
                      <a:pt x="2" y="0"/>
                      <a:pt x="2" y="1"/>
                      <a:pt x="2" y="1"/>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4" name="Freeform 325"/>
              <p:cNvSpPr>
                <a:spLocks/>
              </p:cNvSpPr>
              <p:nvPr/>
            </p:nvSpPr>
            <p:spPr bwMode="auto">
              <a:xfrm>
                <a:off x="5004" y="3249"/>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0 h 1"/>
                  <a:gd name="T14" fmla="*/ 1 w 1"/>
                  <a:gd name="T15" fmla="*/ 0 h 1"/>
                  <a:gd name="T16" fmla="*/ 0 w 1"/>
                  <a:gd name="T17" fmla="*/ 1 h 1"/>
                  <a:gd name="T18" fmla="*/ 0 w 1"/>
                  <a:gd name="T19" fmla="*/ 1 h 1"/>
                  <a:gd name="T20" fmla="*/ 0 w 1"/>
                  <a:gd name="T21" fmla="*/ 1 h 1"/>
                  <a:gd name="T22" fmla="*/ 0 w 1"/>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5" name="Freeform 326"/>
              <p:cNvSpPr>
                <a:spLocks/>
              </p:cNvSpPr>
              <p:nvPr/>
            </p:nvSpPr>
            <p:spPr bwMode="auto">
              <a:xfrm>
                <a:off x="5012" y="3249"/>
                <a:ext cx="8" cy="11"/>
              </a:xfrm>
              <a:custGeom>
                <a:avLst/>
                <a:gdLst>
                  <a:gd name="T0" fmla="*/ 0 w 3"/>
                  <a:gd name="T1" fmla="*/ 4 h 4"/>
                  <a:gd name="T2" fmla="*/ 0 w 3"/>
                  <a:gd name="T3" fmla="*/ 4 h 4"/>
                  <a:gd name="T4" fmla="*/ 0 w 3"/>
                  <a:gd name="T5" fmla="*/ 4 h 4"/>
                  <a:gd name="T6" fmla="*/ 2 w 3"/>
                  <a:gd name="T7" fmla="*/ 1 h 4"/>
                  <a:gd name="T8" fmla="*/ 2 w 3"/>
                  <a:gd name="T9" fmla="*/ 0 h 4"/>
                  <a:gd name="T10" fmla="*/ 3 w 3"/>
                  <a:gd name="T11" fmla="*/ 0 h 4"/>
                  <a:gd name="T12" fmla="*/ 3 w 3"/>
                  <a:gd name="T13" fmla="*/ 0 h 4"/>
                  <a:gd name="T14" fmla="*/ 2 w 3"/>
                  <a:gd name="T15" fmla="*/ 1 h 4"/>
                  <a:gd name="T16" fmla="*/ 0 w 3"/>
                  <a:gd name="T17" fmla="*/ 4 h 4"/>
                  <a:gd name="T18" fmla="*/ 0 w 3"/>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0" y="4"/>
                    </a:moveTo>
                    <a:cubicBezTo>
                      <a:pt x="0" y="4"/>
                      <a:pt x="0" y="4"/>
                      <a:pt x="0" y="4"/>
                    </a:cubicBezTo>
                    <a:cubicBezTo>
                      <a:pt x="0" y="4"/>
                      <a:pt x="0" y="4"/>
                      <a:pt x="0" y="4"/>
                    </a:cubicBezTo>
                    <a:cubicBezTo>
                      <a:pt x="0" y="3"/>
                      <a:pt x="1" y="2"/>
                      <a:pt x="2" y="1"/>
                    </a:cubicBezTo>
                    <a:cubicBezTo>
                      <a:pt x="2" y="0"/>
                      <a:pt x="2" y="0"/>
                      <a:pt x="2" y="0"/>
                    </a:cubicBezTo>
                    <a:cubicBezTo>
                      <a:pt x="2" y="0"/>
                      <a:pt x="2" y="0"/>
                      <a:pt x="3" y="0"/>
                    </a:cubicBezTo>
                    <a:cubicBezTo>
                      <a:pt x="3" y="0"/>
                      <a:pt x="3" y="0"/>
                      <a:pt x="3" y="0"/>
                    </a:cubicBezTo>
                    <a:cubicBezTo>
                      <a:pt x="2" y="1"/>
                      <a:pt x="2" y="1"/>
                      <a:pt x="2" y="1"/>
                    </a:cubicBezTo>
                    <a:cubicBezTo>
                      <a:pt x="1" y="2"/>
                      <a:pt x="1" y="3"/>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6" name="Freeform 327"/>
              <p:cNvSpPr>
                <a:spLocks/>
              </p:cNvSpPr>
              <p:nvPr/>
            </p:nvSpPr>
            <p:spPr bwMode="auto">
              <a:xfrm>
                <a:off x="5015" y="3247"/>
                <a:ext cx="7" cy="13"/>
              </a:xfrm>
              <a:custGeom>
                <a:avLst/>
                <a:gdLst>
                  <a:gd name="T0" fmla="*/ 0 w 3"/>
                  <a:gd name="T1" fmla="*/ 5 h 5"/>
                  <a:gd name="T2" fmla="*/ 0 w 3"/>
                  <a:gd name="T3" fmla="*/ 5 h 5"/>
                  <a:gd name="T4" fmla="*/ 0 w 3"/>
                  <a:gd name="T5" fmla="*/ 4 h 5"/>
                  <a:gd name="T6" fmla="*/ 3 w 3"/>
                  <a:gd name="T7" fmla="*/ 0 h 5"/>
                  <a:gd name="T8" fmla="*/ 3 w 3"/>
                  <a:gd name="T9" fmla="*/ 0 h 5"/>
                  <a:gd name="T10" fmla="*/ 3 w 3"/>
                  <a:gd name="T11" fmla="*/ 0 h 5"/>
                  <a:gd name="T12" fmla="*/ 0 w 3"/>
                  <a:gd name="T13" fmla="*/ 5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0" y="5"/>
                      <a:pt x="0" y="5"/>
                      <a:pt x="0" y="5"/>
                    </a:cubicBezTo>
                    <a:cubicBezTo>
                      <a:pt x="0" y="5"/>
                      <a:pt x="0" y="4"/>
                      <a:pt x="0" y="4"/>
                    </a:cubicBezTo>
                    <a:cubicBezTo>
                      <a:pt x="1" y="3"/>
                      <a:pt x="2" y="1"/>
                      <a:pt x="3" y="0"/>
                    </a:cubicBezTo>
                    <a:cubicBezTo>
                      <a:pt x="3" y="0"/>
                      <a:pt x="3" y="0"/>
                      <a:pt x="3" y="0"/>
                    </a:cubicBezTo>
                    <a:cubicBezTo>
                      <a:pt x="3" y="0"/>
                      <a:pt x="3" y="0"/>
                      <a:pt x="3" y="0"/>
                    </a:cubicBezTo>
                    <a:cubicBezTo>
                      <a:pt x="2" y="2"/>
                      <a:pt x="1"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7" name="Freeform 328"/>
              <p:cNvSpPr>
                <a:spLocks/>
              </p:cNvSpPr>
              <p:nvPr/>
            </p:nvSpPr>
            <p:spPr bwMode="auto">
              <a:xfrm>
                <a:off x="5020" y="3244"/>
                <a:ext cx="5" cy="11"/>
              </a:xfrm>
              <a:custGeom>
                <a:avLst/>
                <a:gdLst>
                  <a:gd name="T0" fmla="*/ 0 w 2"/>
                  <a:gd name="T1" fmla="*/ 4 h 4"/>
                  <a:gd name="T2" fmla="*/ 0 w 2"/>
                  <a:gd name="T3" fmla="*/ 4 h 4"/>
                  <a:gd name="T4" fmla="*/ 0 w 2"/>
                  <a:gd name="T5" fmla="*/ 4 h 4"/>
                  <a:gd name="T6" fmla="*/ 2 w 2"/>
                  <a:gd name="T7" fmla="*/ 0 h 4"/>
                  <a:gd name="T8" fmla="*/ 2 w 2"/>
                  <a:gd name="T9" fmla="*/ 0 h 4"/>
                  <a:gd name="T10" fmla="*/ 2 w 2"/>
                  <a:gd name="T11" fmla="*/ 1 h 4"/>
                  <a:gd name="T12" fmla="*/ 0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4"/>
                    </a:cubicBezTo>
                    <a:cubicBezTo>
                      <a:pt x="2" y="0"/>
                      <a:pt x="2" y="0"/>
                      <a:pt x="2" y="0"/>
                    </a:cubicBezTo>
                    <a:cubicBezTo>
                      <a:pt x="2" y="0"/>
                      <a:pt x="2" y="0"/>
                      <a:pt x="2" y="0"/>
                    </a:cubicBezTo>
                    <a:cubicBezTo>
                      <a:pt x="2" y="0"/>
                      <a:pt x="2" y="1"/>
                      <a:pt x="2" y="1"/>
                    </a:cubicBezTo>
                    <a:cubicBezTo>
                      <a:pt x="0" y="4"/>
                      <a:pt x="0"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8" name="Freeform 329"/>
              <p:cNvSpPr>
                <a:spLocks/>
              </p:cNvSpPr>
              <p:nvPr/>
            </p:nvSpPr>
            <p:spPr bwMode="auto">
              <a:xfrm>
                <a:off x="5022" y="3244"/>
                <a:ext cx="5" cy="8"/>
              </a:xfrm>
              <a:custGeom>
                <a:avLst/>
                <a:gdLst>
                  <a:gd name="T0" fmla="*/ 0 w 2"/>
                  <a:gd name="T1" fmla="*/ 3 h 3"/>
                  <a:gd name="T2" fmla="*/ 0 w 2"/>
                  <a:gd name="T3" fmla="*/ 3 h 3"/>
                  <a:gd name="T4" fmla="*/ 0 w 2"/>
                  <a:gd name="T5" fmla="*/ 3 h 3"/>
                  <a:gd name="T6" fmla="*/ 2 w 2"/>
                  <a:gd name="T7" fmla="*/ 0 h 3"/>
                  <a:gd name="T8" fmla="*/ 2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9" name="Freeform 330"/>
              <p:cNvSpPr>
                <a:spLocks/>
              </p:cNvSpPr>
              <p:nvPr/>
            </p:nvSpPr>
            <p:spPr bwMode="auto">
              <a:xfrm>
                <a:off x="5025" y="3244"/>
                <a:ext cx="5" cy="8"/>
              </a:xfrm>
              <a:custGeom>
                <a:avLst/>
                <a:gdLst>
                  <a:gd name="T0" fmla="*/ 0 w 2"/>
                  <a:gd name="T1" fmla="*/ 3 h 3"/>
                  <a:gd name="T2" fmla="*/ 0 w 2"/>
                  <a:gd name="T3" fmla="*/ 3 h 3"/>
                  <a:gd name="T4" fmla="*/ 0 w 2"/>
                  <a:gd name="T5" fmla="*/ 3 h 3"/>
                  <a:gd name="T6" fmla="*/ 2 w 2"/>
                  <a:gd name="T7" fmla="*/ 0 h 3"/>
                  <a:gd name="T8" fmla="*/ 2 w 2"/>
                  <a:gd name="T9" fmla="*/ 0 h 3"/>
                  <a:gd name="T10" fmla="*/ 2 w 2"/>
                  <a:gd name="T11" fmla="*/ 0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0" name="Freeform 331"/>
              <p:cNvSpPr>
                <a:spLocks/>
              </p:cNvSpPr>
              <p:nvPr/>
            </p:nvSpPr>
            <p:spPr bwMode="auto">
              <a:xfrm>
                <a:off x="5027" y="3244"/>
                <a:ext cx="8" cy="8"/>
              </a:xfrm>
              <a:custGeom>
                <a:avLst/>
                <a:gdLst>
                  <a:gd name="T0" fmla="*/ 1 w 3"/>
                  <a:gd name="T1" fmla="*/ 3 h 3"/>
                  <a:gd name="T2" fmla="*/ 0 w 3"/>
                  <a:gd name="T3" fmla="*/ 3 h 3"/>
                  <a:gd name="T4" fmla="*/ 0 w 3"/>
                  <a:gd name="T5" fmla="*/ 3 h 3"/>
                  <a:gd name="T6" fmla="*/ 2 w 3"/>
                  <a:gd name="T7" fmla="*/ 0 h 3"/>
                  <a:gd name="T8" fmla="*/ 3 w 3"/>
                  <a:gd name="T9" fmla="*/ 0 h 3"/>
                  <a:gd name="T10" fmla="*/ 3 w 3"/>
                  <a:gd name="T11" fmla="*/ 0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0" y="3"/>
                    </a:cubicBezTo>
                    <a:cubicBezTo>
                      <a:pt x="0" y="3"/>
                      <a:pt x="0" y="3"/>
                      <a:pt x="0" y="3"/>
                    </a:cubicBezTo>
                    <a:cubicBezTo>
                      <a:pt x="1" y="2"/>
                      <a:pt x="2" y="1"/>
                      <a:pt x="2" y="0"/>
                    </a:cubicBezTo>
                    <a:cubicBezTo>
                      <a:pt x="2" y="0"/>
                      <a:pt x="2" y="0"/>
                      <a:pt x="3" y="0"/>
                    </a:cubicBezTo>
                    <a:cubicBezTo>
                      <a:pt x="3" y="0"/>
                      <a:pt x="3" y="0"/>
                      <a:pt x="3" y="0"/>
                    </a:cubicBezTo>
                    <a:cubicBezTo>
                      <a:pt x="2"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1" name="Freeform 332"/>
              <p:cNvSpPr>
                <a:spLocks/>
              </p:cNvSpPr>
              <p:nvPr/>
            </p:nvSpPr>
            <p:spPr bwMode="auto">
              <a:xfrm>
                <a:off x="5032" y="3244"/>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1 w 2"/>
                  <a:gd name="T11" fmla="*/ 0 h 3"/>
                  <a:gd name="T12" fmla="*/ 1 w 2"/>
                  <a:gd name="T13" fmla="*/ 1 h 3"/>
                  <a:gd name="T14" fmla="*/ 1 w 2"/>
                  <a:gd name="T15" fmla="*/ 1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0" y="3"/>
                      <a:pt x="0" y="3"/>
                    </a:cubicBezTo>
                    <a:cubicBezTo>
                      <a:pt x="0" y="2"/>
                      <a:pt x="0" y="2"/>
                      <a:pt x="0" y="2"/>
                    </a:cubicBezTo>
                    <a:cubicBezTo>
                      <a:pt x="0" y="2"/>
                      <a:pt x="0" y="1"/>
                      <a:pt x="1" y="1"/>
                    </a:cubicBezTo>
                    <a:cubicBezTo>
                      <a:pt x="1" y="0"/>
                      <a:pt x="1" y="0"/>
                      <a:pt x="1" y="0"/>
                    </a:cubicBezTo>
                    <a:cubicBezTo>
                      <a:pt x="1" y="0"/>
                      <a:pt x="1" y="0"/>
                      <a:pt x="1" y="0"/>
                    </a:cubicBezTo>
                    <a:cubicBezTo>
                      <a:pt x="2" y="0"/>
                      <a:pt x="2" y="0"/>
                      <a:pt x="1" y="1"/>
                    </a:cubicBezTo>
                    <a:cubicBezTo>
                      <a:pt x="1" y="1"/>
                      <a:pt x="1" y="1"/>
                      <a:pt x="1" y="1"/>
                    </a:cubicBezTo>
                    <a:cubicBezTo>
                      <a:pt x="0" y="2"/>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2" name="Freeform 333"/>
              <p:cNvSpPr>
                <a:spLocks/>
              </p:cNvSpPr>
              <p:nvPr/>
            </p:nvSpPr>
            <p:spPr bwMode="auto">
              <a:xfrm>
                <a:off x="5032" y="3247"/>
                <a:ext cx="8" cy="5"/>
              </a:xfrm>
              <a:custGeom>
                <a:avLst/>
                <a:gdLst>
                  <a:gd name="T0" fmla="*/ 1 w 3"/>
                  <a:gd name="T1" fmla="*/ 2 h 2"/>
                  <a:gd name="T2" fmla="*/ 1 w 3"/>
                  <a:gd name="T3" fmla="*/ 2 h 2"/>
                  <a:gd name="T4" fmla="*/ 1 w 3"/>
                  <a:gd name="T5" fmla="*/ 2 h 2"/>
                  <a:gd name="T6" fmla="*/ 2 w 3"/>
                  <a:gd name="T7" fmla="*/ 0 h 2"/>
                  <a:gd name="T8" fmla="*/ 3 w 3"/>
                  <a:gd name="T9" fmla="*/ 0 h 2"/>
                  <a:gd name="T10" fmla="*/ 3 w 3"/>
                  <a:gd name="T11" fmla="*/ 0 h 2"/>
                  <a:gd name="T12" fmla="*/ 1 w 3"/>
                  <a:gd name="T13" fmla="*/ 2 h 2"/>
                  <a:gd name="T14" fmla="*/ 1 w 3"/>
                  <a:gd name="T15" fmla="*/ 2 h 2"/>
                  <a:gd name="T16" fmla="*/ 1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2"/>
                    </a:moveTo>
                    <a:cubicBezTo>
                      <a:pt x="1" y="2"/>
                      <a:pt x="1" y="2"/>
                      <a:pt x="1" y="2"/>
                    </a:cubicBezTo>
                    <a:cubicBezTo>
                      <a:pt x="1" y="2"/>
                      <a:pt x="0" y="2"/>
                      <a:pt x="1" y="2"/>
                    </a:cubicBezTo>
                    <a:cubicBezTo>
                      <a:pt x="1" y="1"/>
                      <a:pt x="2" y="0"/>
                      <a:pt x="2" y="0"/>
                    </a:cubicBezTo>
                    <a:cubicBezTo>
                      <a:pt x="2" y="0"/>
                      <a:pt x="2" y="0"/>
                      <a:pt x="3" y="0"/>
                    </a:cubicBezTo>
                    <a:cubicBezTo>
                      <a:pt x="3" y="0"/>
                      <a:pt x="3" y="0"/>
                      <a:pt x="3" y="0"/>
                    </a:cubicBezTo>
                    <a:cubicBezTo>
                      <a:pt x="2"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3" name="Freeform 334"/>
              <p:cNvSpPr>
                <a:spLocks/>
              </p:cNvSpPr>
              <p:nvPr/>
            </p:nvSpPr>
            <p:spPr bwMode="auto">
              <a:xfrm>
                <a:off x="5035" y="3247"/>
                <a:ext cx="5" cy="5"/>
              </a:xfrm>
              <a:custGeom>
                <a:avLst/>
                <a:gdLst>
                  <a:gd name="T0" fmla="*/ 1 w 2"/>
                  <a:gd name="T1" fmla="*/ 2 h 2"/>
                  <a:gd name="T2" fmla="*/ 0 w 2"/>
                  <a:gd name="T3" fmla="*/ 2 h 2"/>
                  <a:gd name="T4" fmla="*/ 0 w 2"/>
                  <a:gd name="T5" fmla="*/ 2 h 2"/>
                  <a:gd name="T6" fmla="*/ 2 w 2"/>
                  <a:gd name="T7" fmla="*/ 0 h 2"/>
                  <a:gd name="T8" fmla="*/ 2 w 2"/>
                  <a:gd name="T9" fmla="*/ 0 h 2"/>
                  <a:gd name="T10" fmla="*/ 2 w 2"/>
                  <a:gd name="T11" fmla="*/ 0 h 2"/>
                  <a:gd name="T12" fmla="*/ 2 w 2"/>
                  <a:gd name="T13" fmla="*/ 0 h 2"/>
                  <a:gd name="T14" fmla="*/ 2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2" y="0"/>
                      <a:pt x="2" y="0"/>
                      <a:pt x="2" y="0"/>
                    </a:cubicBezTo>
                    <a:cubicBezTo>
                      <a:pt x="2" y="0"/>
                      <a:pt x="2" y="1"/>
                      <a:pt x="2"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4" name="Freeform 335"/>
              <p:cNvSpPr>
                <a:spLocks/>
              </p:cNvSpPr>
              <p:nvPr/>
            </p:nvSpPr>
            <p:spPr bwMode="auto">
              <a:xfrm>
                <a:off x="5037" y="3249"/>
                <a:ext cx="6" cy="6"/>
              </a:xfrm>
              <a:custGeom>
                <a:avLst/>
                <a:gdLst>
                  <a:gd name="T0" fmla="*/ 0 w 2"/>
                  <a:gd name="T1" fmla="*/ 2 h 2"/>
                  <a:gd name="T2" fmla="*/ 0 w 2"/>
                  <a:gd name="T3" fmla="*/ 1 h 2"/>
                  <a:gd name="T4" fmla="*/ 0 w 2"/>
                  <a:gd name="T5" fmla="*/ 1 h 2"/>
                  <a:gd name="T6" fmla="*/ 2 w 2"/>
                  <a:gd name="T7" fmla="*/ 0 h 2"/>
                  <a:gd name="T8" fmla="*/ 2 w 2"/>
                  <a:gd name="T9" fmla="*/ 0 h 2"/>
                  <a:gd name="T10" fmla="*/ 2 w 2"/>
                  <a:gd name="T11" fmla="*/ 0 h 2"/>
                  <a:gd name="T12" fmla="*/ 1 w 2"/>
                  <a:gd name="T13" fmla="*/ 1 h 2"/>
                  <a:gd name="T14" fmla="*/ 1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1"/>
                    </a:cubicBezTo>
                    <a:cubicBezTo>
                      <a:pt x="0" y="1"/>
                      <a:pt x="0" y="1"/>
                      <a:pt x="0" y="1"/>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5" name="Freeform 336"/>
              <p:cNvSpPr>
                <a:spLocks/>
              </p:cNvSpPr>
              <p:nvPr/>
            </p:nvSpPr>
            <p:spPr bwMode="auto">
              <a:xfrm>
                <a:off x="5040" y="3249"/>
                <a:ext cx="5" cy="6"/>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1 h 2"/>
                  <a:gd name="T12" fmla="*/ 1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0" y="2"/>
                      <a:pt x="0" y="2"/>
                    </a:cubicBezTo>
                    <a:cubicBezTo>
                      <a:pt x="1" y="1"/>
                      <a:pt x="1" y="1"/>
                      <a:pt x="2" y="0"/>
                    </a:cubicBezTo>
                    <a:cubicBezTo>
                      <a:pt x="2" y="0"/>
                      <a:pt x="2" y="0"/>
                      <a:pt x="2" y="0"/>
                    </a:cubicBezTo>
                    <a:cubicBezTo>
                      <a:pt x="2" y="0"/>
                      <a:pt x="2" y="1"/>
                      <a:pt x="2" y="1"/>
                    </a:cubicBezTo>
                    <a:cubicBezTo>
                      <a:pt x="2" y="1"/>
                      <a:pt x="1" y="1"/>
                      <a:pt x="1" y="2"/>
                    </a:cubicBezTo>
                    <a:cubicBezTo>
                      <a:pt x="1" y="2"/>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6" name="Freeform 337"/>
              <p:cNvSpPr>
                <a:spLocks/>
              </p:cNvSpPr>
              <p:nvPr/>
            </p:nvSpPr>
            <p:spPr bwMode="auto">
              <a:xfrm>
                <a:off x="5043" y="3252"/>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7" name="Freeform 338"/>
              <p:cNvSpPr>
                <a:spLocks/>
              </p:cNvSpPr>
              <p:nvPr/>
            </p:nvSpPr>
            <p:spPr bwMode="auto">
              <a:xfrm>
                <a:off x="5045" y="3255"/>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8" name="Freeform 339"/>
              <p:cNvSpPr>
                <a:spLocks/>
              </p:cNvSpPr>
              <p:nvPr/>
            </p:nvSpPr>
            <p:spPr bwMode="auto">
              <a:xfrm>
                <a:off x="5045" y="3255"/>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1"/>
                      <a:pt x="1" y="1"/>
                      <a:pt x="2" y="0"/>
                    </a:cubicBezTo>
                    <a:cubicBezTo>
                      <a:pt x="2"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29" name="Freeform 340"/>
              <p:cNvSpPr>
                <a:spLocks/>
              </p:cNvSpPr>
              <p:nvPr/>
            </p:nvSpPr>
            <p:spPr bwMode="auto">
              <a:xfrm>
                <a:off x="5048" y="3257"/>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0" name="Freeform 341"/>
              <p:cNvSpPr>
                <a:spLocks/>
              </p:cNvSpPr>
              <p:nvPr/>
            </p:nvSpPr>
            <p:spPr bwMode="auto">
              <a:xfrm>
                <a:off x="5048" y="3260"/>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1"/>
                      <a:pt x="1"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1" name="Freeform 342"/>
              <p:cNvSpPr>
                <a:spLocks/>
              </p:cNvSpPr>
              <p:nvPr/>
            </p:nvSpPr>
            <p:spPr bwMode="auto">
              <a:xfrm>
                <a:off x="5048" y="3262"/>
                <a:ext cx="5" cy="3"/>
              </a:xfrm>
              <a:custGeom>
                <a:avLst/>
                <a:gdLst>
                  <a:gd name="T0" fmla="*/ 1 w 2"/>
                  <a:gd name="T1" fmla="*/ 1 h 1"/>
                  <a:gd name="T2" fmla="*/ 0 w 2"/>
                  <a:gd name="T3" fmla="*/ 1 h 1"/>
                  <a:gd name="T4" fmla="*/ 0 w 2"/>
                  <a:gd name="T5" fmla="*/ 0 h 1"/>
                  <a:gd name="T6" fmla="*/ 1 w 2"/>
                  <a:gd name="T7" fmla="*/ 0 h 1"/>
                  <a:gd name="T8" fmla="*/ 1 w 2"/>
                  <a:gd name="T9" fmla="*/ 0 h 1"/>
                  <a:gd name="T10" fmla="*/ 1 w 2"/>
                  <a:gd name="T11" fmla="*/ 0 h 1"/>
                  <a:gd name="T12" fmla="*/ 1 w 2"/>
                  <a:gd name="T13" fmla="*/ 0 h 1"/>
                  <a:gd name="T14" fmla="*/ 1 w 2"/>
                  <a:gd name="T15" fmla="*/ 0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0" y="1"/>
                      <a:pt x="0" y="1"/>
                    </a:cubicBezTo>
                    <a:cubicBezTo>
                      <a:pt x="0" y="1"/>
                      <a:pt x="0" y="0"/>
                      <a:pt x="0" y="0"/>
                    </a:cubicBezTo>
                    <a:cubicBezTo>
                      <a:pt x="1" y="0"/>
                      <a:pt x="1" y="0"/>
                      <a:pt x="1" y="0"/>
                    </a:cubicBezTo>
                    <a:cubicBezTo>
                      <a:pt x="1" y="0"/>
                      <a:pt x="1" y="0"/>
                      <a:pt x="1" y="0"/>
                    </a:cubicBezTo>
                    <a:cubicBezTo>
                      <a:pt x="1" y="0"/>
                      <a:pt x="1" y="0"/>
                      <a:pt x="1" y="0"/>
                    </a:cubicBezTo>
                    <a:cubicBezTo>
                      <a:pt x="2" y="0"/>
                      <a:pt x="2" y="0"/>
                      <a:pt x="1" y="0"/>
                    </a:cubicBezTo>
                    <a:cubicBezTo>
                      <a:pt x="1" y="0"/>
                      <a:pt x="1" y="0"/>
                      <a:pt x="1"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2" name="Freeform 343"/>
              <p:cNvSpPr>
                <a:spLocks/>
              </p:cNvSpPr>
              <p:nvPr/>
            </p:nvSpPr>
            <p:spPr bwMode="auto">
              <a:xfrm>
                <a:off x="5060" y="3270"/>
                <a:ext cx="3" cy="5"/>
              </a:xfrm>
              <a:custGeom>
                <a:avLst/>
                <a:gdLst>
                  <a:gd name="T0" fmla="*/ 0 w 1"/>
                  <a:gd name="T1" fmla="*/ 2 h 2"/>
                  <a:gd name="T2" fmla="*/ 0 w 1"/>
                  <a:gd name="T3" fmla="*/ 2 h 2"/>
                  <a:gd name="T4" fmla="*/ 0 w 1"/>
                  <a:gd name="T5" fmla="*/ 2 h 2"/>
                  <a:gd name="T6" fmla="*/ 0 w 1"/>
                  <a:gd name="T7" fmla="*/ 1 h 2"/>
                  <a:gd name="T8" fmla="*/ 0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2"/>
                      <a:pt x="0" y="1"/>
                      <a:pt x="0" y="1"/>
                    </a:cubicBezTo>
                    <a:cubicBezTo>
                      <a:pt x="0" y="1"/>
                      <a:pt x="0" y="0"/>
                      <a:pt x="0" y="0"/>
                    </a:cubicBezTo>
                    <a:cubicBezTo>
                      <a:pt x="1" y="1"/>
                      <a:pt x="1" y="1"/>
                      <a:pt x="1" y="1"/>
                    </a:cubicBezTo>
                    <a:cubicBezTo>
                      <a:pt x="0"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3" name="Freeform 344"/>
              <p:cNvSpPr>
                <a:spLocks/>
              </p:cNvSpPr>
              <p:nvPr/>
            </p:nvSpPr>
            <p:spPr bwMode="auto">
              <a:xfrm>
                <a:off x="5060" y="3270"/>
                <a:ext cx="3" cy="7"/>
              </a:xfrm>
              <a:custGeom>
                <a:avLst/>
                <a:gdLst>
                  <a:gd name="T0" fmla="*/ 0 w 1"/>
                  <a:gd name="T1" fmla="*/ 3 h 3"/>
                  <a:gd name="T2" fmla="*/ 0 w 1"/>
                  <a:gd name="T3" fmla="*/ 3 h 3"/>
                  <a:gd name="T4" fmla="*/ 0 w 1"/>
                  <a:gd name="T5" fmla="*/ 3 h 3"/>
                  <a:gd name="T6" fmla="*/ 1 w 1"/>
                  <a:gd name="T7" fmla="*/ 1 h 3"/>
                  <a:gd name="T8" fmla="*/ 1 w 1"/>
                  <a:gd name="T9" fmla="*/ 1 h 3"/>
                  <a:gd name="T10" fmla="*/ 1 w 1"/>
                  <a:gd name="T11" fmla="*/ 1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1" y="1"/>
                      <a:pt x="1" y="1"/>
                    </a:cubicBezTo>
                    <a:cubicBezTo>
                      <a:pt x="1" y="1"/>
                      <a:pt x="1" y="0"/>
                      <a:pt x="1" y="1"/>
                    </a:cubicBezTo>
                    <a:cubicBezTo>
                      <a:pt x="1" y="1"/>
                      <a:pt x="1" y="1"/>
                      <a:pt x="1" y="1"/>
                    </a:cubicBezTo>
                    <a:cubicBezTo>
                      <a:pt x="1"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4" name="Freeform 345"/>
              <p:cNvSpPr>
                <a:spLocks/>
              </p:cNvSpPr>
              <p:nvPr/>
            </p:nvSpPr>
            <p:spPr bwMode="auto">
              <a:xfrm>
                <a:off x="5048" y="3290"/>
                <a:ext cx="2" cy="5"/>
              </a:xfrm>
              <a:custGeom>
                <a:avLst/>
                <a:gdLst>
                  <a:gd name="T0" fmla="*/ 0 w 1"/>
                  <a:gd name="T1" fmla="*/ 2 h 2"/>
                  <a:gd name="T2" fmla="*/ 0 w 1"/>
                  <a:gd name="T3" fmla="*/ 2 h 2"/>
                  <a:gd name="T4" fmla="*/ 0 w 1"/>
                  <a:gd name="T5" fmla="*/ 2 h 2"/>
                  <a:gd name="T6" fmla="*/ 0 w 1"/>
                  <a:gd name="T7" fmla="*/ 1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2"/>
                      <a:pt x="0" y="1"/>
                      <a:pt x="0" y="1"/>
                    </a:cubicBezTo>
                    <a:cubicBezTo>
                      <a:pt x="0" y="0"/>
                      <a:pt x="1" y="0"/>
                      <a:pt x="1" y="0"/>
                    </a:cubicBezTo>
                    <a:cubicBezTo>
                      <a:pt x="1" y="0"/>
                      <a:pt x="1" y="1"/>
                      <a:pt x="1" y="1"/>
                    </a:cubicBezTo>
                    <a:cubicBezTo>
                      <a:pt x="1"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5" name="Freeform 346"/>
              <p:cNvSpPr>
                <a:spLocks/>
              </p:cNvSpPr>
              <p:nvPr/>
            </p:nvSpPr>
            <p:spPr bwMode="auto">
              <a:xfrm>
                <a:off x="5048" y="3293"/>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6" name="Freeform 347"/>
              <p:cNvSpPr>
                <a:spLocks/>
              </p:cNvSpPr>
              <p:nvPr/>
            </p:nvSpPr>
            <p:spPr bwMode="auto">
              <a:xfrm>
                <a:off x="5053" y="3290"/>
                <a:ext cx="2" cy="8"/>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7" name="Freeform 348"/>
              <p:cNvSpPr>
                <a:spLocks/>
              </p:cNvSpPr>
              <p:nvPr/>
            </p:nvSpPr>
            <p:spPr bwMode="auto">
              <a:xfrm>
                <a:off x="5055" y="3288"/>
                <a:ext cx="3" cy="7"/>
              </a:xfrm>
              <a:custGeom>
                <a:avLst/>
                <a:gdLst>
                  <a:gd name="T0" fmla="*/ 0 w 1"/>
                  <a:gd name="T1" fmla="*/ 3 h 3"/>
                  <a:gd name="T2" fmla="*/ 0 w 1"/>
                  <a:gd name="T3" fmla="*/ 3 h 3"/>
                  <a:gd name="T4" fmla="*/ 0 w 1"/>
                  <a:gd name="T5" fmla="*/ 3 h 3"/>
                  <a:gd name="T6" fmla="*/ 1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cubicBezTo>
                      <a:pt x="0" y="3"/>
                      <a:pt x="0" y="3"/>
                      <a:pt x="0" y="3"/>
                    </a:cubicBezTo>
                    <a:cubicBezTo>
                      <a:pt x="0" y="3"/>
                      <a:pt x="0" y="3"/>
                      <a:pt x="0" y="3"/>
                    </a:cubicBezTo>
                    <a:cubicBezTo>
                      <a:pt x="0" y="2"/>
                      <a:pt x="0" y="1"/>
                      <a:pt x="1" y="0"/>
                    </a:cubicBezTo>
                    <a:cubicBezTo>
                      <a:pt x="1" y="0"/>
                      <a:pt x="1" y="0"/>
                      <a:pt x="1" y="0"/>
                    </a:cubicBezTo>
                    <a:cubicBezTo>
                      <a:pt x="1" y="0"/>
                      <a:pt x="1" y="0"/>
                      <a:pt x="1" y="0"/>
                    </a:cubicBezTo>
                    <a:cubicBezTo>
                      <a:pt x="1" y="1"/>
                      <a:pt x="0"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8" name="Freeform 349"/>
              <p:cNvSpPr>
                <a:spLocks/>
              </p:cNvSpPr>
              <p:nvPr/>
            </p:nvSpPr>
            <p:spPr bwMode="auto">
              <a:xfrm>
                <a:off x="5004" y="3275"/>
                <a:ext cx="3" cy="7"/>
              </a:xfrm>
              <a:custGeom>
                <a:avLst/>
                <a:gdLst>
                  <a:gd name="T0" fmla="*/ 0 w 1"/>
                  <a:gd name="T1" fmla="*/ 3 h 3"/>
                  <a:gd name="T2" fmla="*/ 0 w 1"/>
                  <a:gd name="T3" fmla="*/ 3 h 3"/>
                  <a:gd name="T4" fmla="*/ 0 w 1"/>
                  <a:gd name="T5" fmla="*/ 2 h 3"/>
                  <a:gd name="T6" fmla="*/ 0 w 1"/>
                  <a:gd name="T7" fmla="*/ 1 h 3"/>
                  <a:gd name="T8" fmla="*/ 0 w 1"/>
                  <a:gd name="T9" fmla="*/ 0 h 3"/>
                  <a:gd name="T10" fmla="*/ 0 w 1"/>
                  <a:gd name="T11" fmla="*/ 0 h 3"/>
                  <a:gd name="T12" fmla="*/ 1 w 1"/>
                  <a:gd name="T13" fmla="*/ 1 h 3"/>
                  <a:gd name="T14" fmla="*/ 1 w 1"/>
                  <a:gd name="T15" fmla="*/ 1 h 3"/>
                  <a:gd name="T16" fmla="*/ 1 w 1"/>
                  <a:gd name="T17" fmla="*/ 1 h 3"/>
                  <a:gd name="T18" fmla="*/ 0 w 1"/>
                  <a:gd name="T19" fmla="*/ 2 h 3"/>
                  <a:gd name="T20" fmla="*/ 0 w 1"/>
                  <a:gd name="T21" fmla="*/ 3 h 3"/>
                  <a:gd name="T22" fmla="*/ 0 w 1"/>
                  <a:gd name="T23" fmla="*/ 3 h 3"/>
                  <a:gd name="T24" fmla="*/ 0 w 1"/>
                  <a:gd name="T2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
                    <a:moveTo>
                      <a:pt x="0" y="3"/>
                    </a:moveTo>
                    <a:cubicBezTo>
                      <a:pt x="0" y="3"/>
                      <a:pt x="0" y="3"/>
                      <a:pt x="0" y="3"/>
                    </a:cubicBezTo>
                    <a:cubicBezTo>
                      <a:pt x="0" y="3"/>
                      <a:pt x="0" y="2"/>
                      <a:pt x="0" y="2"/>
                    </a:cubicBezTo>
                    <a:cubicBezTo>
                      <a:pt x="0" y="1"/>
                      <a:pt x="0" y="1"/>
                      <a:pt x="0" y="1"/>
                    </a:cubicBezTo>
                    <a:cubicBezTo>
                      <a:pt x="0" y="1"/>
                      <a:pt x="0" y="1"/>
                      <a:pt x="0" y="0"/>
                    </a:cubicBezTo>
                    <a:cubicBezTo>
                      <a:pt x="0" y="0"/>
                      <a:pt x="0" y="0"/>
                      <a:pt x="0" y="0"/>
                    </a:cubicBezTo>
                    <a:cubicBezTo>
                      <a:pt x="1" y="0"/>
                      <a:pt x="1" y="0"/>
                      <a:pt x="1" y="1"/>
                    </a:cubicBezTo>
                    <a:cubicBezTo>
                      <a:pt x="1" y="1"/>
                      <a:pt x="1" y="1"/>
                      <a:pt x="1" y="1"/>
                    </a:cubicBezTo>
                    <a:cubicBezTo>
                      <a:pt x="1" y="1"/>
                      <a:pt x="1" y="1"/>
                      <a:pt x="1" y="1"/>
                    </a:cubicBezTo>
                    <a:cubicBezTo>
                      <a:pt x="0" y="2"/>
                      <a:pt x="0" y="2"/>
                      <a:pt x="0" y="2"/>
                    </a:cubicBezTo>
                    <a:cubicBezTo>
                      <a:pt x="0" y="2"/>
                      <a:pt x="0" y="2"/>
                      <a:pt x="0" y="3"/>
                    </a:cubicBezTo>
                    <a:cubicBezTo>
                      <a:pt x="0" y="3"/>
                      <a:pt x="0" y="3"/>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9" name="Freeform 350"/>
              <p:cNvSpPr>
                <a:spLocks/>
              </p:cNvSpPr>
              <p:nvPr/>
            </p:nvSpPr>
            <p:spPr bwMode="auto">
              <a:xfrm>
                <a:off x="5004" y="3277"/>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1"/>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0" name="Freeform 351"/>
              <p:cNvSpPr>
                <a:spLocks noEditPoints="1"/>
              </p:cNvSpPr>
              <p:nvPr/>
            </p:nvSpPr>
            <p:spPr bwMode="auto">
              <a:xfrm>
                <a:off x="4997" y="3232"/>
                <a:ext cx="68" cy="68"/>
              </a:xfrm>
              <a:custGeom>
                <a:avLst/>
                <a:gdLst>
                  <a:gd name="T0" fmla="*/ 11 w 27"/>
                  <a:gd name="T1" fmla="*/ 26 h 27"/>
                  <a:gd name="T2" fmla="*/ 6 w 27"/>
                  <a:gd name="T3" fmla="*/ 24 h 27"/>
                  <a:gd name="T4" fmla="*/ 3 w 27"/>
                  <a:gd name="T5" fmla="*/ 21 h 27"/>
                  <a:gd name="T6" fmla="*/ 1 w 27"/>
                  <a:gd name="T7" fmla="*/ 16 h 27"/>
                  <a:gd name="T8" fmla="*/ 1 w 27"/>
                  <a:gd name="T9" fmla="*/ 11 h 27"/>
                  <a:gd name="T10" fmla="*/ 3 w 27"/>
                  <a:gd name="T11" fmla="*/ 6 h 27"/>
                  <a:gd name="T12" fmla="*/ 6 w 27"/>
                  <a:gd name="T13" fmla="*/ 2 h 27"/>
                  <a:gd name="T14" fmla="*/ 11 w 27"/>
                  <a:gd name="T15" fmla="*/ 0 h 27"/>
                  <a:gd name="T16" fmla="*/ 16 w 27"/>
                  <a:gd name="T17" fmla="*/ 0 h 27"/>
                  <a:gd name="T18" fmla="*/ 21 w 27"/>
                  <a:gd name="T19" fmla="*/ 2 h 27"/>
                  <a:gd name="T20" fmla="*/ 24 w 27"/>
                  <a:gd name="T21" fmla="*/ 5 h 27"/>
                  <a:gd name="T22" fmla="*/ 25 w 27"/>
                  <a:gd name="T23" fmla="*/ 6 h 27"/>
                  <a:gd name="T24" fmla="*/ 24 w 27"/>
                  <a:gd name="T25" fmla="*/ 8 h 27"/>
                  <a:gd name="T26" fmla="*/ 23 w 27"/>
                  <a:gd name="T27" fmla="*/ 7 h 27"/>
                  <a:gd name="T28" fmla="*/ 27 w 27"/>
                  <a:gd name="T29" fmla="*/ 11 h 27"/>
                  <a:gd name="T30" fmla="*/ 24 w 27"/>
                  <a:gd name="T31" fmla="*/ 17 h 27"/>
                  <a:gd name="T32" fmla="*/ 25 w 27"/>
                  <a:gd name="T33" fmla="*/ 21 h 27"/>
                  <a:gd name="T34" fmla="*/ 20 w 27"/>
                  <a:gd name="T35" fmla="*/ 23 h 27"/>
                  <a:gd name="T36" fmla="*/ 16 w 27"/>
                  <a:gd name="T37" fmla="*/ 27 h 27"/>
                  <a:gd name="T38" fmla="*/ 16 w 27"/>
                  <a:gd name="T39" fmla="*/ 26 h 27"/>
                  <a:gd name="T40" fmla="*/ 20 w 27"/>
                  <a:gd name="T41" fmla="*/ 22 h 27"/>
                  <a:gd name="T42" fmla="*/ 24 w 27"/>
                  <a:gd name="T43" fmla="*/ 21 h 27"/>
                  <a:gd name="T44" fmla="*/ 24 w 27"/>
                  <a:gd name="T45" fmla="*/ 17 h 27"/>
                  <a:gd name="T46" fmla="*/ 24 w 27"/>
                  <a:gd name="T47" fmla="*/ 11 h 27"/>
                  <a:gd name="T48" fmla="*/ 23 w 27"/>
                  <a:gd name="T49" fmla="*/ 7 h 27"/>
                  <a:gd name="T50" fmla="*/ 23 w 27"/>
                  <a:gd name="T51" fmla="*/ 5 h 27"/>
                  <a:gd name="T52" fmla="*/ 20 w 27"/>
                  <a:gd name="T53" fmla="*/ 4 h 27"/>
                  <a:gd name="T54" fmla="*/ 16 w 27"/>
                  <a:gd name="T55" fmla="*/ 1 h 27"/>
                  <a:gd name="T56" fmla="*/ 12 w 27"/>
                  <a:gd name="T57" fmla="*/ 3 h 27"/>
                  <a:gd name="T58" fmla="*/ 6 w 27"/>
                  <a:gd name="T59" fmla="*/ 3 h 27"/>
                  <a:gd name="T60" fmla="*/ 5 w 27"/>
                  <a:gd name="T61" fmla="*/ 7 h 27"/>
                  <a:gd name="T62" fmla="*/ 1 w 27"/>
                  <a:gd name="T63" fmla="*/ 11 h 27"/>
                  <a:gd name="T64" fmla="*/ 3 w 27"/>
                  <a:gd name="T65" fmla="*/ 15 h 27"/>
                  <a:gd name="T66" fmla="*/ 3 w 27"/>
                  <a:gd name="T67" fmla="*/ 21 h 27"/>
                  <a:gd name="T68" fmla="*/ 8 w 27"/>
                  <a:gd name="T69" fmla="*/ 22 h 27"/>
                  <a:gd name="T70" fmla="*/ 12 w 27"/>
                  <a:gd name="T71" fmla="*/ 26 h 27"/>
                  <a:gd name="T72" fmla="*/ 8 w 27"/>
                  <a:gd name="T73" fmla="*/ 7 h 27"/>
                  <a:gd name="T74" fmla="*/ 20 w 27"/>
                  <a:gd name="T75" fmla="*/ 19 h 27"/>
                  <a:gd name="T76" fmla="*/ 19 w 27"/>
                  <a:gd name="T77" fmla="*/ 20 h 27"/>
                  <a:gd name="T78" fmla="*/ 14 w 27"/>
                  <a:gd name="T79" fmla="*/ 22 h 27"/>
                  <a:gd name="T80" fmla="*/ 8 w 27"/>
                  <a:gd name="T81" fmla="*/ 19 h 27"/>
                  <a:gd name="T82" fmla="*/ 19 w 27"/>
                  <a:gd name="T8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27">
                    <a:moveTo>
                      <a:pt x="14" y="27"/>
                    </a:moveTo>
                    <a:cubicBezTo>
                      <a:pt x="13" y="27"/>
                      <a:pt x="12" y="27"/>
                      <a:pt x="11" y="27"/>
                    </a:cubicBezTo>
                    <a:cubicBezTo>
                      <a:pt x="11" y="27"/>
                      <a:pt x="11" y="27"/>
                      <a:pt x="11" y="26"/>
                    </a:cubicBezTo>
                    <a:cubicBezTo>
                      <a:pt x="11" y="24"/>
                      <a:pt x="11" y="24"/>
                      <a:pt x="11" y="24"/>
                    </a:cubicBezTo>
                    <a:cubicBezTo>
                      <a:pt x="10" y="24"/>
                      <a:pt x="9" y="24"/>
                      <a:pt x="8" y="23"/>
                    </a:cubicBezTo>
                    <a:cubicBezTo>
                      <a:pt x="6" y="24"/>
                      <a:pt x="6" y="24"/>
                      <a:pt x="6" y="24"/>
                    </a:cubicBezTo>
                    <a:cubicBezTo>
                      <a:pt x="6" y="24"/>
                      <a:pt x="6" y="24"/>
                      <a:pt x="6" y="24"/>
                    </a:cubicBezTo>
                    <a:cubicBezTo>
                      <a:pt x="5" y="23"/>
                      <a:pt x="3" y="22"/>
                      <a:pt x="3" y="21"/>
                    </a:cubicBezTo>
                    <a:cubicBezTo>
                      <a:pt x="3" y="21"/>
                      <a:pt x="3" y="21"/>
                      <a:pt x="3" y="21"/>
                    </a:cubicBezTo>
                    <a:cubicBezTo>
                      <a:pt x="4" y="19"/>
                      <a:pt x="4" y="19"/>
                      <a:pt x="4" y="19"/>
                    </a:cubicBezTo>
                    <a:cubicBezTo>
                      <a:pt x="3" y="18"/>
                      <a:pt x="3" y="17"/>
                      <a:pt x="3" y="16"/>
                    </a:cubicBezTo>
                    <a:cubicBezTo>
                      <a:pt x="1" y="16"/>
                      <a:pt x="1" y="16"/>
                      <a:pt x="1" y="16"/>
                    </a:cubicBezTo>
                    <a:cubicBezTo>
                      <a:pt x="0" y="16"/>
                      <a:pt x="0" y="16"/>
                      <a:pt x="0" y="16"/>
                    </a:cubicBezTo>
                    <a:cubicBezTo>
                      <a:pt x="0" y="14"/>
                      <a:pt x="0" y="13"/>
                      <a:pt x="0" y="11"/>
                    </a:cubicBezTo>
                    <a:cubicBezTo>
                      <a:pt x="0" y="11"/>
                      <a:pt x="0" y="11"/>
                      <a:pt x="1" y="11"/>
                    </a:cubicBezTo>
                    <a:cubicBezTo>
                      <a:pt x="3" y="11"/>
                      <a:pt x="3" y="11"/>
                      <a:pt x="3" y="11"/>
                    </a:cubicBezTo>
                    <a:cubicBezTo>
                      <a:pt x="3" y="10"/>
                      <a:pt x="3" y="8"/>
                      <a:pt x="4" y="7"/>
                    </a:cubicBezTo>
                    <a:cubicBezTo>
                      <a:pt x="3" y="6"/>
                      <a:pt x="3" y="6"/>
                      <a:pt x="3" y="6"/>
                    </a:cubicBezTo>
                    <a:cubicBezTo>
                      <a:pt x="3" y="6"/>
                      <a:pt x="3" y="6"/>
                      <a:pt x="3" y="5"/>
                    </a:cubicBezTo>
                    <a:cubicBezTo>
                      <a:pt x="4" y="4"/>
                      <a:pt x="5" y="3"/>
                      <a:pt x="6" y="2"/>
                    </a:cubicBezTo>
                    <a:cubicBezTo>
                      <a:pt x="6" y="2"/>
                      <a:pt x="6" y="2"/>
                      <a:pt x="6" y="2"/>
                    </a:cubicBezTo>
                    <a:cubicBezTo>
                      <a:pt x="8" y="4"/>
                      <a:pt x="8" y="4"/>
                      <a:pt x="8" y="4"/>
                    </a:cubicBezTo>
                    <a:cubicBezTo>
                      <a:pt x="9" y="3"/>
                      <a:pt x="10" y="3"/>
                      <a:pt x="11" y="2"/>
                    </a:cubicBezTo>
                    <a:cubicBezTo>
                      <a:pt x="11" y="0"/>
                      <a:pt x="11" y="0"/>
                      <a:pt x="11" y="0"/>
                    </a:cubicBezTo>
                    <a:cubicBezTo>
                      <a:pt x="11" y="0"/>
                      <a:pt x="11" y="0"/>
                      <a:pt x="11" y="0"/>
                    </a:cubicBezTo>
                    <a:cubicBezTo>
                      <a:pt x="13" y="0"/>
                      <a:pt x="14" y="0"/>
                      <a:pt x="16" y="0"/>
                    </a:cubicBezTo>
                    <a:cubicBezTo>
                      <a:pt x="16" y="0"/>
                      <a:pt x="16" y="0"/>
                      <a:pt x="16" y="0"/>
                    </a:cubicBezTo>
                    <a:cubicBezTo>
                      <a:pt x="16" y="2"/>
                      <a:pt x="16" y="2"/>
                      <a:pt x="16" y="2"/>
                    </a:cubicBezTo>
                    <a:cubicBezTo>
                      <a:pt x="17" y="3"/>
                      <a:pt x="19" y="3"/>
                      <a:pt x="20" y="4"/>
                    </a:cubicBezTo>
                    <a:cubicBezTo>
                      <a:pt x="21" y="2"/>
                      <a:pt x="21" y="2"/>
                      <a:pt x="21" y="2"/>
                    </a:cubicBezTo>
                    <a:cubicBezTo>
                      <a:pt x="21" y="2"/>
                      <a:pt x="21" y="2"/>
                      <a:pt x="21" y="2"/>
                    </a:cubicBezTo>
                    <a:cubicBezTo>
                      <a:pt x="22" y="2"/>
                      <a:pt x="24" y="4"/>
                      <a:pt x="24" y="5"/>
                    </a:cubicBezTo>
                    <a:cubicBezTo>
                      <a:pt x="24" y="5"/>
                      <a:pt x="24" y="5"/>
                      <a:pt x="24" y="5"/>
                    </a:cubicBezTo>
                    <a:cubicBezTo>
                      <a:pt x="25" y="5"/>
                      <a:pt x="25" y="5"/>
                      <a:pt x="25" y="5"/>
                    </a:cubicBezTo>
                    <a:cubicBezTo>
                      <a:pt x="25" y="5"/>
                      <a:pt x="25" y="5"/>
                      <a:pt x="25" y="5"/>
                    </a:cubicBezTo>
                    <a:cubicBezTo>
                      <a:pt x="25" y="6"/>
                      <a:pt x="25" y="6"/>
                      <a:pt x="25" y="6"/>
                    </a:cubicBezTo>
                    <a:cubicBezTo>
                      <a:pt x="25" y="6"/>
                      <a:pt x="25" y="6"/>
                      <a:pt x="25" y="6"/>
                    </a:cubicBezTo>
                    <a:cubicBezTo>
                      <a:pt x="25" y="7"/>
                      <a:pt x="25" y="7"/>
                      <a:pt x="25" y="8"/>
                    </a:cubicBezTo>
                    <a:cubicBezTo>
                      <a:pt x="25" y="8"/>
                      <a:pt x="25" y="8"/>
                      <a:pt x="24" y="8"/>
                    </a:cubicBezTo>
                    <a:cubicBezTo>
                      <a:pt x="24" y="8"/>
                      <a:pt x="24" y="8"/>
                      <a:pt x="24" y="8"/>
                    </a:cubicBezTo>
                    <a:cubicBezTo>
                      <a:pt x="24" y="7"/>
                      <a:pt x="24" y="7"/>
                      <a:pt x="24" y="6"/>
                    </a:cubicBezTo>
                    <a:cubicBezTo>
                      <a:pt x="23" y="7"/>
                      <a:pt x="23" y="7"/>
                      <a:pt x="23" y="7"/>
                    </a:cubicBezTo>
                    <a:cubicBezTo>
                      <a:pt x="24" y="8"/>
                      <a:pt x="24" y="10"/>
                      <a:pt x="25" y="11"/>
                    </a:cubicBezTo>
                    <a:cubicBezTo>
                      <a:pt x="27" y="11"/>
                      <a:pt x="27" y="11"/>
                      <a:pt x="27" y="11"/>
                    </a:cubicBezTo>
                    <a:cubicBezTo>
                      <a:pt x="27" y="11"/>
                      <a:pt x="27" y="11"/>
                      <a:pt x="27" y="11"/>
                    </a:cubicBezTo>
                    <a:cubicBezTo>
                      <a:pt x="27" y="13"/>
                      <a:pt x="27" y="14"/>
                      <a:pt x="27" y="16"/>
                    </a:cubicBezTo>
                    <a:cubicBezTo>
                      <a:pt x="27" y="16"/>
                      <a:pt x="27" y="16"/>
                      <a:pt x="27" y="16"/>
                    </a:cubicBezTo>
                    <a:cubicBezTo>
                      <a:pt x="25" y="16"/>
                      <a:pt x="25" y="16"/>
                      <a:pt x="24" y="17"/>
                    </a:cubicBezTo>
                    <a:cubicBezTo>
                      <a:pt x="24" y="18"/>
                      <a:pt x="24" y="19"/>
                      <a:pt x="23" y="19"/>
                    </a:cubicBezTo>
                    <a:cubicBezTo>
                      <a:pt x="25" y="21"/>
                      <a:pt x="25" y="21"/>
                      <a:pt x="25" y="21"/>
                    </a:cubicBezTo>
                    <a:cubicBezTo>
                      <a:pt x="25" y="21"/>
                      <a:pt x="25" y="21"/>
                      <a:pt x="25" y="21"/>
                    </a:cubicBezTo>
                    <a:cubicBezTo>
                      <a:pt x="24" y="22"/>
                      <a:pt x="23" y="23"/>
                      <a:pt x="22" y="24"/>
                    </a:cubicBezTo>
                    <a:cubicBezTo>
                      <a:pt x="21" y="24"/>
                      <a:pt x="21" y="24"/>
                      <a:pt x="21" y="24"/>
                    </a:cubicBezTo>
                    <a:cubicBezTo>
                      <a:pt x="20" y="23"/>
                      <a:pt x="20" y="23"/>
                      <a:pt x="20" y="23"/>
                    </a:cubicBezTo>
                    <a:cubicBezTo>
                      <a:pt x="19" y="24"/>
                      <a:pt x="17" y="24"/>
                      <a:pt x="16" y="24"/>
                    </a:cubicBezTo>
                    <a:cubicBezTo>
                      <a:pt x="16" y="26"/>
                      <a:pt x="16" y="26"/>
                      <a:pt x="16" y="26"/>
                    </a:cubicBezTo>
                    <a:cubicBezTo>
                      <a:pt x="16" y="27"/>
                      <a:pt x="16" y="27"/>
                      <a:pt x="16" y="27"/>
                    </a:cubicBezTo>
                    <a:cubicBezTo>
                      <a:pt x="15" y="27"/>
                      <a:pt x="14" y="27"/>
                      <a:pt x="14" y="27"/>
                    </a:cubicBezTo>
                    <a:close/>
                    <a:moveTo>
                      <a:pt x="12" y="26"/>
                    </a:moveTo>
                    <a:cubicBezTo>
                      <a:pt x="13" y="26"/>
                      <a:pt x="14" y="26"/>
                      <a:pt x="16" y="26"/>
                    </a:cubicBezTo>
                    <a:cubicBezTo>
                      <a:pt x="16" y="24"/>
                      <a:pt x="16" y="24"/>
                      <a:pt x="16" y="24"/>
                    </a:cubicBezTo>
                    <a:cubicBezTo>
                      <a:pt x="16" y="24"/>
                      <a:pt x="16" y="24"/>
                      <a:pt x="16" y="24"/>
                    </a:cubicBezTo>
                    <a:cubicBezTo>
                      <a:pt x="17" y="24"/>
                      <a:pt x="18" y="23"/>
                      <a:pt x="20" y="22"/>
                    </a:cubicBezTo>
                    <a:cubicBezTo>
                      <a:pt x="20" y="22"/>
                      <a:pt x="20" y="22"/>
                      <a:pt x="20" y="22"/>
                    </a:cubicBezTo>
                    <a:cubicBezTo>
                      <a:pt x="21" y="24"/>
                      <a:pt x="21" y="24"/>
                      <a:pt x="21" y="24"/>
                    </a:cubicBezTo>
                    <a:cubicBezTo>
                      <a:pt x="22" y="23"/>
                      <a:pt x="23" y="22"/>
                      <a:pt x="24" y="21"/>
                    </a:cubicBezTo>
                    <a:cubicBezTo>
                      <a:pt x="23" y="20"/>
                      <a:pt x="23" y="20"/>
                      <a:pt x="23" y="20"/>
                    </a:cubicBezTo>
                    <a:cubicBezTo>
                      <a:pt x="23" y="20"/>
                      <a:pt x="23" y="19"/>
                      <a:pt x="23" y="19"/>
                    </a:cubicBezTo>
                    <a:cubicBezTo>
                      <a:pt x="23" y="19"/>
                      <a:pt x="23" y="18"/>
                      <a:pt x="24" y="17"/>
                    </a:cubicBezTo>
                    <a:cubicBezTo>
                      <a:pt x="24" y="16"/>
                      <a:pt x="24" y="15"/>
                      <a:pt x="26" y="15"/>
                    </a:cubicBezTo>
                    <a:cubicBezTo>
                      <a:pt x="27" y="14"/>
                      <a:pt x="27" y="13"/>
                      <a:pt x="26" y="11"/>
                    </a:cubicBezTo>
                    <a:cubicBezTo>
                      <a:pt x="24" y="11"/>
                      <a:pt x="24" y="11"/>
                      <a:pt x="24" y="11"/>
                    </a:cubicBezTo>
                    <a:cubicBezTo>
                      <a:pt x="24" y="11"/>
                      <a:pt x="24" y="11"/>
                      <a:pt x="24" y="11"/>
                    </a:cubicBezTo>
                    <a:cubicBezTo>
                      <a:pt x="24" y="10"/>
                      <a:pt x="23" y="9"/>
                      <a:pt x="23" y="7"/>
                    </a:cubicBezTo>
                    <a:cubicBezTo>
                      <a:pt x="23" y="7"/>
                      <a:pt x="23" y="7"/>
                      <a:pt x="23" y="7"/>
                    </a:cubicBezTo>
                    <a:cubicBezTo>
                      <a:pt x="24" y="6"/>
                      <a:pt x="24" y="6"/>
                      <a:pt x="24" y="6"/>
                    </a:cubicBezTo>
                    <a:cubicBezTo>
                      <a:pt x="24" y="6"/>
                      <a:pt x="24" y="6"/>
                      <a:pt x="24" y="6"/>
                    </a:cubicBezTo>
                    <a:cubicBezTo>
                      <a:pt x="24" y="5"/>
                      <a:pt x="24" y="5"/>
                      <a:pt x="23" y="5"/>
                    </a:cubicBezTo>
                    <a:cubicBezTo>
                      <a:pt x="23" y="5"/>
                      <a:pt x="22" y="3"/>
                      <a:pt x="21" y="3"/>
                    </a:cubicBezTo>
                    <a:cubicBezTo>
                      <a:pt x="20" y="4"/>
                      <a:pt x="20" y="4"/>
                      <a:pt x="20" y="4"/>
                    </a:cubicBezTo>
                    <a:cubicBezTo>
                      <a:pt x="20" y="4"/>
                      <a:pt x="20" y="4"/>
                      <a:pt x="20" y="4"/>
                    </a:cubicBezTo>
                    <a:cubicBezTo>
                      <a:pt x="18" y="4"/>
                      <a:pt x="17" y="3"/>
                      <a:pt x="16" y="3"/>
                    </a:cubicBezTo>
                    <a:cubicBezTo>
                      <a:pt x="16" y="3"/>
                      <a:pt x="16" y="3"/>
                      <a:pt x="16" y="3"/>
                    </a:cubicBezTo>
                    <a:cubicBezTo>
                      <a:pt x="16" y="1"/>
                      <a:pt x="16" y="1"/>
                      <a:pt x="16" y="1"/>
                    </a:cubicBezTo>
                    <a:cubicBezTo>
                      <a:pt x="14" y="0"/>
                      <a:pt x="13" y="0"/>
                      <a:pt x="12" y="1"/>
                    </a:cubicBezTo>
                    <a:cubicBezTo>
                      <a:pt x="12" y="3"/>
                      <a:pt x="12" y="3"/>
                      <a:pt x="12" y="3"/>
                    </a:cubicBezTo>
                    <a:cubicBezTo>
                      <a:pt x="12" y="3"/>
                      <a:pt x="12" y="3"/>
                      <a:pt x="12" y="3"/>
                    </a:cubicBezTo>
                    <a:cubicBezTo>
                      <a:pt x="10" y="3"/>
                      <a:pt x="9" y="4"/>
                      <a:pt x="8" y="4"/>
                    </a:cubicBezTo>
                    <a:cubicBezTo>
                      <a:pt x="8" y="4"/>
                      <a:pt x="7" y="4"/>
                      <a:pt x="7" y="4"/>
                    </a:cubicBezTo>
                    <a:cubicBezTo>
                      <a:pt x="6" y="3"/>
                      <a:pt x="6" y="3"/>
                      <a:pt x="6" y="3"/>
                    </a:cubicBezTo>
                    <a:cubicBezTo>
                      <a:pt x="5" y="4"/>
                      <a:pt x="4" y="5"/>
                      <a:pt x="3" y="6"/>
                    </a:cubicBezTo>
                    <a:cubicBezTo>
                      <a:pt x="5" y="7"/>
                      <a:pt x="5" y="7"/>
                      <a:pt x="5" y="7"/>
                    </a:cubicBezTo>
                    <a:cubicBezTo>
                      <a:pt x="5" y="7"/>
                      <a:pt x="5" y="7"/>
                      <a:pt x="5" y="7"/>
                    </a:cubicBezTo>
                    <a:cubicBezTo>
                      <a:pt x="4" y="9"/>
                      <a:pt x="3" y="10"/>
                      <a:pt x="3" y="11"/>
                    </a:cubicBezTo>
                    <a:cubicBezTo>
                      <a:pt x="3" y="11"/>
                      <a:pt x="3" y="11"/>
                      <a:pt x="3" y="11"/>
                    </a:cubicBezTo>
                    <a:cubicBezTo>
                      <a:pt x="1" y="11"/>
                      <a:pt x="1" y="11"/>
                      <a:pt x="1" y="11"/>
                    </a:cubicBezTo>
                    <a:cubicBezTo>
                      <a:pt x="1" y="13"/>
                      <a:pt x="1" y="14"/>
                      <a:pt x="1" y="15"/>
                    </a:cubicBezTo>
                    <a:cubicBezTo>
                      <a:pt x="3" y="15"/>
                      <a:pt x="3" y="15"/>
                      <a:pt x="3" y="15"/>
                    </a:cubicBezTo>
                    <a:cubicBezTo>
                      <a:pt x="3" y="15"/>
                      <a:pt x="3" y="15"/>
                      <a:pt x="3" y="15"/>
                    </a:cubicBezTo>
                    <a:cubicBezTo>
                      <a:pt x="3" y="17"/>
                      <a:pt x="4" y="18"/>
                      <a:pt x="5" y="19"/>
                    </a:cubicBezTo>
                    <a:cubicBezTo>
                      <a:pt x="5" y="19"/>
                      <a:pt x="5" y="20"/>
                      <a:pt x="5" y="20"/>
                    </a:cubicBezTo>
                    <a:cubicBezTo>
                      <a:pt x="3" y="21"/>
                      <a:pt x="3" y="21"/>
                      <a:pt x="3" y="21"/>
                    </a:cubicBezTo>
                    <a:cubicBezTo>
                      <a:pt x="4" y="22"/>
                      <a:pt x="5" y="23"/>
                      <a:pt x="6" y="24"/>
                    </a:cubicBezTo>
                    <a:cubicBezTo>
                      <a:pt x="7" y="22"/>
                      <a:pt x="7" y="22"/>
                      <a:pt x="7" y="22"/>
                    </a:cubicBezTo>
                    <a:cubicBezTo>
                      <a:pt x="7" y="22"/>
                      <a:pt x="8" y="22"/>
                      <a:pt x="8" y="22"/>
                    </a:cubicBezTo>
                    <a:cubicBezTo>
                      <a:pt x="9" y="23"/>
                      <a:pt x="10" y="24"/>
                      <a:pt x="12" y="24"/>
                    </a:cubicBezTo>
                    <a:cubicBezTo>
                      <a:pt x="12" y="24"/>
                      <a:pt x="12" y="24"/>
                      <a:pt x="12" y="24"/>
                    </a:cubicBezTo>
                    <a:lnTo>
                      <a:pt x="12" y="26"/>
                    </a:lnTo>
                    <a:close/>
                    <a:moveTo>
                      <a:pt x="14" y="22"/>
                    </a:moveTo>
                    <a:cubicBezTo>
                      <a:pt x="12" y="22"/>
                      <a:pt x="9" y="21"/>
                      <a:pt x="8" y="19"/>
                    </a:cubicBezTo>
                    <a:cubicBezTo>
                      <a:pt x="5" y="16"/>
                      <a:pt x="4" y="11"/>
                      <a:pt x="8" y="7"/>
                    </a:cubicBezTo>
                    <a:cubicBezTo>
                      <a:pt x="12" y="3"/>
                      <a:pt x="17" y="5"/>
                      <a:pt x="19" y="8"/>
                    </a:cubicBezTo>
                    <a:cubicBezTo>
                      <a:pt x="22" y="10"/>
                      <a:pt x="24" y="15"/>
                      <a:pt x="20" y="19"/>
                    </a:cubicBezTo>
                    <a:cubicBezTo>
                      <a:pt x="20" y="19"/>
                      <a:pt x="20" y="19"/>
                      <a:pt x="20" y="19"/>
                    </a:cubicBezTo>
                    <a:cubicBezTo>
                      <a:pt x="20" y="19"/>
                      <a:pt x="20" y="19"/>
                      <a:pt x="20" y="19"/>
                    </a:cubicBezTo>
                    <a:cubicBezTo>
                      <a:pt x="20" y="19"/>
                      <a:pt x="20" y="19"/>
                      <a:pt x="20" y="19"/>
                    </a:cubicBezTo>
                    <a:cubicBezTo>
                      <a:pt x="20" y="19"/>
                      <a:pt x="20" y="20"/>
                      <a:pt x="19" y="20"/>
                    </a:cubicBezTo>
                    <a:cubicBezTo>
                      <a:pt x="19" y="20"/>
                      <a:pt x="19" y="20"/>
                      <a:pt x="19" y="20"/>
                    </a:cubicBezTo>
                    <a:cubicBezTo>
                      <a:pt x="19" y="20"/>
                      <a:pt x="19" y="20"/>
                      <a:pt x="19" y="20"/>
                    </a:cubicBezTo>
                    <a:cubicBezTo>
                      <a:pt x="18" y="21"/>
                      <a:pt x="16" y="22"/>
                      <a:pt x="14" y="22"/>
                    </a:cubicBezTo>
                    <a:close/>
                    <a:moveTo>
                      <a:pt x="13" y="5"/>
                    </a:moveTo>
                    <a:cubicBezTo>
                      <a:pt x="12" y="5"/>
                      <a:pt x="10" y="6"/>
                      <a:pt x="8" y="8"/>
                    </a:cubicBezTo>
                    <a:cubicBezTo>
                      <a:pt x="4" y="11"/>
                      <a:pt x="6" y="16"/>
                      <a:pt x="8" y="19"/>
                    </a:cubicBezTo>
                    <a:cubicBezTo>
                      <a:pt x="11" y="21"/>
                      <a:pt x="15" y="23"/>
                      <a:pt x="19" y="19"/>
                    </a:cubicBezTo>
                    <a:cubicBezTo>
                      <a:pt x="19" y="19"/>
                      <a:pt x="19" y="19"/>
                      <a:pt x="19" y="19"/>
                    </a:cubicBezTo>
                    <a:cubicBezTo>
                      <a:pt x="19" y="19"/>
                      <a:pt x="19" y="19"/>
                      <a:pt x="19" y="19"/>
                    </a:cubicBezTo>
                    <a:cubicBezTo>
                      <a:pt x="23" y="15"/>
                      <a:pt x="22" y="11"/>
                      <a:pt x="19" y="8"/>
                    </a:cubicBezTo>
                    <a:cubicBezTo>
                      <a:pt x="18" y="7"/>
                      <a:pt x="16"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1" name="Freeform 352"/>
              <p:cNvSpPr>
                <a:spLocks noEditPoints="1"/>
              </p:cNvSpPr>
              <p:nvPr/>
            </p:nvSpPr>
            <p:spPr bwMode="auto">
              <a:xfrm>
                <a:off x="4997" y="3244"/>
                <a:ext cx="68" cy="61"/>
              </a:xfrm>
              <a:custGeom>
                <a:avLst/>
                <a:gdLst>
                  <a:gd name="T0" fmla="*/ 11 w 27"/>
                  <a:gd name="T1" fmla="*/ 24 h 24"/>
                  <a:gd name="T2" fmla="*/ 11 w 27"/>
                  <a:gd name="T3" fmla="*/ 22 h 24"/>
                  <a:gd name="T4" fmla="*/ 7 w 27"/>
                  <a:gd name="T5" fmla="*/ 20 h 24"/>
                  <a:gd name="T6" fmla="*/ 6 w 27"/>
                  <a:gd name="T7" fmla="*/ 22 h 24"/>
                  <a:gd name="T8" fmla="*/ 2 w 27"/>
                  <a:gd name="T9" fmla="*/ 18 h 24"/>
                  <a:gd name="T10" fmla="*/ 6 w 27"/>
                  <a:gd name="T11" fmla="*/ 21 h 24"/>
                  <a:gd name="T12" fmla="*/ 7 w 27"/>
                  <a:gd name="T13" fmla="*/ 20 h 24"/>
                  <a:gd name="T14" fmla="*/ 11 w 27"/>
                  <a:gd name="T15" fmla="*/ 22 h 24"/>
                  <a:gd name="T16" fmla="*/ 12 w 27"/>
                  <a:gd name="T17" fmla="*/ 24 h 24"/>
                  <a:gd name="T18" fmla="*/ 15 w 27"/>
                  <a:gd name="T19" fmla="*/ 23 h 24"/>
                  <a:gd name="T20" fmla="*/ 16 w 27"/>
                  <a:gd name="T21" fmla="*/ 21 h 24"/>
                  <a:gd name="T22" fmla="*/ 20 w 27"/>
                  <a:gd name="T23" fmla="*/ 20 h 24"/>
                  <a:gd name="T24" fmla="*/ 24 w 27"/>
                  <a:gd name="T25" fmla="*/ 18 h 24"/>
                  <a:gd name="T26" fmla="*/ 24 w 27"/>
                  <a:gd name="T27" fmla="*/ 16 h 24"/>
                  <a:gd name="T28" fmla="*/ 25 w 27"/>
                  <a:gd name="T29" fmla="*/ 16 h 24"/>
                  <a:gd name="T30" fmla="*/ 25 w 27"/>
                  <a:gd name="T31" fmla="*/ 19 h 24"/>
                  <a:gd name="T32" fmla="*/ 21 w 27"/>
                  <a:gd name="T33" fmla="*/ 22 h 24"/>
                  <a:gd name="T34" fmla="*/ 20 w 27"/>
                  <a:gd name="T35" fmla="*/ 20 h 24"/>
                  <a:gd name="T36" fmla="*/ 16 w 27"/>
                  <a:gd name="T37" fmla="*/ 23 h 24"/>
                  <a:gd name="T38" fmla="*/ 16 w 27"/>
                  <a:gd name="T39" fmla="*/ 24 h 24"/>
                  <a:gd name="T40" fmla="*/ 3 w 27"/>
                  <a:gd name="T41" fmla="*/ 16 h 24"/>
                  <a:gd name="T42" fmla="*/ 2 w 27"/>
                  <a:gd name="T43" fmla="*/ 13 h 24"/>
                  <a:gd name="T44" fmla="*/ 0 w 27"/>
                  <a:gd name="T45" fmla="*/ 13 h 24"/>
                  <a:gd name="T46" fmla="*/ 0 w 27"/>
                  <a:gd name="T47" fmla="*/ 6 h 24"/>
                  <a:gd name="T48" fmla="*/ 1 w 27"/>
                  <a:gd name="T49" fmla="*/ 13 h 24"/>
                  <a:gd name="T50" fmla="*/ 3 w 27"/>
                  <a:gd name="T51" fmla="*/ 13 h 24"/>
                  <a:gd name="T52" fmla="*/ 4 w 27"/>
                  <a:gd name="T53" fmla="*/ 16 h 24"/>
                  <a:gd name="T54" fmla="*/ 24 w 27"/>
                  <a:gd name="T55" fmla="*/ 15 h 24"/>
                  <a:gd name="T56" fmla="*/ 23 w 27"/>
                  <a:gd name="T57" fmla="*/ 15 h 24"/>
                  <a:gd name="T58" fmla="*/ 26 w 27"/>
                  <a:gd name="T59" fmla="*/ 13 h 24"/>
                  <a:gd name="T60" fmla="*/ 27 w 27"/>
                  <a:gd name="T61" fmla="*/ 10 h 24"/>
                  <a:gd name="T62" fmla="*/ 27 w 27"/>
                  <a:gd name="T63" fmla="*/ 13 h 24"/>
                  <a:gd name="T64" fmla="*/ 24 w 27"/>
                  <a:gd name="T65" fmla="*/ 14 h 24"/>
                  <a:gd name="T66" fmla="*/ 24 w 27"/>
                  <a:gd name="T67" fmla="*/ 15 h 24"/>
                  <a:gd name="T68" fmla="*/ 21 w 27"/>
                  <a:gd name="T69" fmla="*/ 10 h 24"/>
                  <a:gd name="T70" fmla="*/ 8 w 27"/>
                  <a:gd name="T71" fmla="*/ 5 h 24"/>
                  <a:gd name="T72" fmla="*/ 6 w 27"/>
                  <a:gd name="T73" fmla="*/ 8 h 24"/>
                  <a:gd name="T74" fmla="*/ 7 w 27"/>
                  <a:gd name="T75" fmla="*/ 5 h 24"/>
                  <a:gd name="T76" fmla="*/ 22 w 27"/>
                  <a:gd name="T77" fmla="*/ 10 h 24"/>
                  <a:gd name="T78" fmla="*/ 4 w 27"/>
                  <a:gd name="T79" fmla="*/ 4 h 24"/>
                  <a:gd name="T80" fmla="*/ 2 w 27"/>
                  <a:gd name="T81" fmla="*/ 3 h 24"/>
                  <a:gd name="T82" fmla="*/ 3 w 27"/>
                  <a:gd name="T83" fmla="*/ 1 h 24"/>
                  <a:gd name="T84" fmla="*/ 3 w 27"/>
                  <a:gd name="T85" fmla="*/ 1 h 24"/>
                  <a:gd name="T86" fmla="*/ 3 w 27"/>
                  <a:gd name="T87" fmla="*/ 1 h 24"/>
                  <a:gd name="T88" fmla="*/ 4 w 27"/>
                  <a:gd name="T89" fmla="*/ 4 h 24"/>
                  <a:gd name="T90" fmla="*/ 4 w 27"/>
                  <a:gd name="T9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24">
                    <a:moveTo>
                      <a:pt x="13" y="24"/>
                    </a:moveTo>
                    <a:cubicBezTo>
                      <a:pt x="13" y="24"/>
                      <a:pt x="12" y="24"/>
                      <a:pt x="11" y="24"/>
                    </a:cubicBezTo>
                    <a:cubicBezTo>
                      <a:pt x="11" y="24"/>
                      <a:pt x="11" y="24"/>
                      <a:pt x="11" y="24"/>
                    </a:cubicBezTo>
                    <a:cubicBezTo>
                      <a:pt x="11" y="23"/>
                      <a:pt x="11" y="23"/>
                      <a:pt x="11" y="22"/>
                    </a:cubicBezTo>
                    <a:cubicBezTo>
                      <a:pt x="11" y="22"/>
                      <a:pt x="11" y="22"/>
                      <a:pt x="11" y="22"/>
                    </a:cubicBezTo>
                    <a:cubicBezTo>
                      <a:pt x="9" y="22"/>
                      <a:pt x="8" y="21"/>
                      <a:pt x="7" y="20"/>
                    </a:cubicBezTo>
                    <a:cubicBezTo>
                      <a:pt x="6" y="22"/>
                      <a:pt x="6" y="22"/>
                      <a:pt x="6" y="22"/>
                    </a:cubicBezTo>
                    <a:cubicBezTo>
                      <a:pt x="6" y="22"/>
                      <a:pt x="6" y="22"/>
                      <a:pt x="6" y="22"/>
                    </a:cubicBezTo>
                    <a:cubicBezTo>
                      <a:pt x="4" y="21"/>
                      <a:pt x="3" y="20"/>
                      <a:pt x="2" y="19"/>
                    </a:cubicBezTo>
                    <a:cubicBezTo>
                      <a:pt x="2" y="19"/>
                      <a:pt x="2" y="18"/>
                      <a:pt x="2" y="18"/>
                    </a:cubicBezTo>
                    <a:cubicBezTo>
                      <a:pt x="3" y="18"/>
                      <a:pt x="3" y="18"/>
                      <a:pt x="3" y="18"/>
                    </a:cubicBezTo>
                    <a:cubicBezTo>
                      <a:pt x="4" y="19"/>
                      <a:pt x="5" y="20"/>
                      <a:pt x="6" y="21"/>
                    </a:cubicBezTo>
                    <a:cubicBezTo>
                      <a:pt x="7" y="20"/>
                      <a:pt x="7" y="20"/>
                      <a:pt x="7" y="20"/>
                    </a:cubicBezTo>
                    <a:cubicBezTo>
                      <a:pt x="7" y="20"/>
                      <a:pt x="7" y="20"/>
                      <a:pt x="7" y="20"/>
                    </a:cubicBezTo>
                    <a:cubicBezTo>
                      <a:pt x="9" y="21"/>
                      <a:pt x="10" y="21"/>
                      <a:pt x="11" y="21"/>
                    </a:cubicBezTo>
                    <a:cubicBezTo>
                      <a:pt x="11" y="21"/>
                      <a:pt x="11" y="21"/>
                      <a:pt x="11" y="22"/>
                    </a:cubicBezTo>
                    <a:cubicBezTo>
                      <a:pt x="11" y="22"/>
                      <a:pt x="11" y="22"/>
                      <a:pt x="11" y="22"/>
                    </a:cubicBezTo>
                    <a:cubicBezTo>
                      <a:pt x="11" y="23"/>
                      <a:pt x="11" y="23"/>
                      <a:pt x="12" y="24"/>
                    </a:cubicBezTo>
                    <a:cubicBezTo>
                      <a:pt x="13" y="24"/>
                      <a:pt x="14" y="24"/>
                      <a:pt x="15" y="24"/>
                    </a:cubicBezTo>
                    <a:cubicBezTo>
                      <a:pt x="15" y="23"/>
                      <a:pt x="15" y="23"/>
                      <a:pt x="15" y="23"/>
                    </a:cubicBezTo>
                    <a:cubicBezTo>
                      <a:pt x="15" y="22"/>
                      <a:pt x="16" y="22"/>
                      <a:pt x="16" y="22"/>
                    </a:cubicBezTo>
                    <a:cubicBezTo>
                      <a:pt x="16" y="21"/>
                      <a:pt x="16" y="21"/>
                      <a:pt x="16" y="21"/>
                    </a:cubicBezTo>
                    <a:cubicBezTo>
                      <a:pt x="17" y="21"/>
                      <a:pt x="18" y="20"/>
                      <a:pt x="19" y="20"/>
                    </a:cubicBezTo>
                    <a:cubicBezTo>
                      <a:pt x="20" y="20"/>
                      <a:pt x="20" y="20"/>
                      <a:pt x="20" y="20"/>
                    </a:cubicBezTo>
                    <a:cubicBezTo>
                      <a:pt x="21" y="21"/>
                      <a:pt x="21" y="21"/>
                      <a:pt x="21" y="21"/>
                    </a:cubicBezTo>
                    <a:cubicBezTo>
                      <a:pt x="22" y="20"/>
                      <a:pt x="23" y="19"/>
                      <a:pt x="24" y="18"/>
                    </a:cubicBezTo>
                    <a:cubicBezTo>
                      <a:pt x="24" y="18"/>
                      <a:pt x="24" y="17"/>
                      <a:pt x="24" y="17"/>
                    </a:cubicBezTo>
                    <a:cubicBezTo>
                      <a:pt x="24" y="17"/>
                      <a:pt x="24" y="16"/>
                      <a:pt x="24" y="16"/>
                    </a:cubicBezTo>
                    <a:cubicBezTo>
                      <a:pt x="24" y="16"/>
                      <a:pt x="24" y="16"/>
                      <a:pt x="24" y="16"/>
                    </a:cubicBezTo>
                    <a:cubicBezTo>
                      <a:pt x="25" y="16"/>
                      <a:pt x="25" y="16"/>
                      <a:pt x="25" y="16"/>
                    </a:cubicBezTo>
                    <a:cubicBezTo>
                      <a:pt x="25" y="16"/>
                      <a:pt x="25" y="17"/>
                      <a:pt x="25" y="17"/>
                    </a:cubicBezTo>
                    <a:cubicBezTo>
                      <a:pt x="25" y="18"/>
                      <a:pt x="25" y="18"/>
                      <a:pt x="25" y="19"/>
                    </a:cubicBezTo>
                    <a:cubicBezTo>
                      <a:pt x="25" y="19"/>
                      <a:pt x="25" y="19"/>
                      <a:pt x="24" y="19"/>
                    </a:cubicBezTo>
                    <a:cubicBezTo>
                      <a:pt x="24" y="20"/>
                      <a:pt x="23" y="21"/>
                      <a:pt x="21" y="22"/>
                    </a:cubicBezTo>
                    <a:cubicBezTo>
                      <a:pt x="21" y="22"/>
                      <a:pt x="21" y="22"/>
                      <a:pt x="21" y="22"/>
                    </a:cubicBezTo>
                    <a:cubicBezTo>
                      <a:pt x="20" y="20"/>
                      <a:pt x="20" y="20"/>
                      <a:pt x="20" y="20"/>
                    </a:cubicBezTo>
                    <a:cubicBezTo>
                      <a:pt x="18" y="21"/>
                      <a:pt x="18" y="21"/>
                      <a:pt x="16" y="22"/>
                    </a:cubicBezTo>
                    <a:cubicBezTo>
                      <a:pt x="16" y="22"/>
                      <a:pt x="16" y="23"/>
                      <a:pt x="16" y="23"/>
                    </a:cubicBezTo>
                    <a:cubicBezTo>
                      <a:pt x="16" y="23"/>
                      <a:pt x="16" y="24"/>
                      <a:pt x="16" y="24"/>
                    </a:cubicBezTo>
                    <a:cubicBezTo>
                      <a:pt x="16" y="24"/>
                      <a:pt x="16" y="24"/>
                      <a:pt x="16" y="24"/>
                    </a:cubicBezTo>
                    <a:cubicBezTo>
                      <a:pt x="15" y="24"/>
                      <a:pt x="14" y="24"/>
                      <a:pt x="13" y="24"/>
                    </a:cubicBezTo>
                    <a:close/>
                    <a:moveTo>
                      <a:pt x="3" y="16"/>
                    </a:moveTo>
                    <a:cubicBezTo>
                      <a:pt x="3" y="16"/>
                      <a:pt x="3" y="16"/>
                      <a:pt x="3" y="16"/>
                    </a:cubicBezTo>
                    <a:cubicBezTo>
                      <a:pt x="3" y="15"/>
                      <a:pt x="3" y="14"/>
                      <a:pt x="2" y="13"/>
                    </a:cubicBezTo>
                    <a:cubicBezTo>
                      <a:pt x="0" y="13"/>
                      <a:pt x="0" y="13"/>
                      <a:pt x="0" y="13"/>
                    </a:cubicBezTo>
                    <a:cubicBezTo>
                      <a:pt x="0" y="13"/>
                      <a:pt x="0" y="13"/>
                      <a:pt x="0" y="13"/>
                    </a:cubicBezTo>
                    <a:cubicBezTo>
                      <a:pt x="0" y="12"/>
                      <a:pt x="0" y="8"/>
                      <a:pt x="0" y="7"/>
                    </a:cubicBezTo>
                    <a:cubicBezTo>
                      <a:pt x="0" y="6"/>
                      <a:pt x="0" y="6"/>
                      <a:pt x="0" y="6"/>
                    </a:cubicBezTo>
                    <a:cubicBezTo>
                      <a:pt x="1" y="6"/>
                      <a:pt x="1" y="7"/>
                      <a:pt x="1" y="7"/>
                    </a:cubicBezTo>
                    <a:cubicBezTo>
                      <a:pt x="1" y="8"/>
                      <a:pt x="0" y="11"/>
                      <a:pt x="1" y="13"/>
                    </a:cubicBezTo>
                    <a:cubicBezTo>
                      <a:pt x="3" y="13"/>
                      <a:pt x="3" y="13"/>
                      <a:pt x="3" y="13"/>
                    </a:cubicBezTo>
                    <a:cubicBezTo>
                      <a:pt x="3" y="13"/>
                      <a:pt x="3" y="13"/>
                      <a:pt x="3" y="13"/>
                    </a:cubicBezTo>
                    <a:cubicBezTo>
                      <a:pt x="3" y="14"/>
                      <a:pt x="3" y="15"/>
                      <a:pt x="4" y="15"/>
                    </a:cubicBezTo>
                    <a:cubicBezTo>
                      <a:pt x="4" y="15"/>
                      <a:pt x="4" y="16"/>
                      <a:pt x="4" y="16"/>
                    </a:cubicBezTo>
                    <a:cubicBezTo>
                      <a:pt x="3" y="16"/>
                      <a:pt x="3" y="16"/>
                      <a:pt x="3" y="16"/>
                    </a:cubicBezTo>
                    <a:close/>
                    <a:moveTo>
                      <a:pt x="24" y="15"/>
                    </a:moveTo>
                    <a:cubicBezTo>
                      <a:pt x="24" y="15"/>
                      <a:pt x="24" y="15"/>
                      <a:pt x="23" y="15"/>
                    </a:cubicBezTo>
                    <a:cubicBezTo>
                      <a:pt x="23" y="15"/>
                      <a:pt x="23" y="15"/>
                      <a:pt x="23" y="15"/>
                    </a:cubicBezTo>
                    <a:cubicBezTo>
                      <a:pt x="24" y="14"/>
                      <a:pt x="24" y="14"/>
                      <a:pt x="24" y="14"/>
                    </a:cubicBezTo>
                    <a:cubicBezTo>
                      <a:pt x="25" y="13"/>
                      <a:pt x="25" y="13"/>
                      <a:pt x="26" y="13"/>
                    </a:cubicBezTo>
                    <a:cubicBezTo>
                      <a:pt x="26" y="12"/>
                      <a:pt x="26" y="11"/>
                      <a:pt x="26" y="10"/>
                    </a:cubicBezTo>
                    <a:cubicBezTo>
                      <a:pt x="26" y="10"/>
                      <a:pt x="27" y="10"/>
                      <a:pt x="27" y="10"/>
                    </a:cubicBezTo>
                    <a:cubicBezTo>
                      <a:pt x="27" y="10"/>
                      <a:pt x="27" y="10"/>
                      <a:pt x="27" y="11"/>
                    </a:cubicBezTo>
                    <a:cubicBezTo>
                      <a:pt x="27" y="11"/>
                      <a:pt x="27" y="12"/>
                      <a:pt x="27" y="13"/>
                    </a:cubicBezTo>
                    <a:cubicBezTo>
                      <a:pt x="27" y="13"/>
                      <a:pt x="27" y="13"/>
                      <a:pt x="26" y="13"/>
                    </a:cubicBezTo>
                    <a:cubicBezTo>
                      <a:pt x="25" y="13"/>
                      <a:pt x="25" y="13"/>
                      <a:pt x="24" y="14"/>
                    </a:cubicBezTo>
                    <a:cubicBezTo>
                      <a:pt x="24" y="14"/>
                      <a:pt x="24" y="15"/>
                      <a:pt x="24" y="15"/>
                    </a:cubicBezTo>
                    <a:cubicBezTo>
                      <a:pt x="24" y="15"/>
                      <a:pt x="24" y="15"/>
                      <a:pt x="24" y="15"/>
                    </a:cubicBezTo>
                    <a:close/>
                    <a:moveTo>
                      <a:pt x="22" y="11"/>
                    </a:moveTo>
                    <a:cubicBezTo>
                      <a:pt x="21" y="11"/>
                      <a:pt x="21" y="11"/>
                      <a:pt x="21" y="10"/>
                    </a:cubicBezTo>
                    <a:cubicBezTo>
                      <a:pt x="21" y="7"/>
                      <a:pt x="19" y="4"/>
                      <a:pt x="16" y="3"/>
                    </a:cubicBezTo>
                    <a:cubicBezTo>
                      <a:pt x="14" y="3"/>
                      <a:pt x="11" y="2"/>
                      <a:pt x="8" y="5"/>
                    </a:cubicBezTo>
                    <a:cubicBezTo>
                      <a:pt x="7" y="6"/>
                      <a:pt x="6" y="7"/>
                      <a:pt x="6" y="8"/>
                    </a:cubicBezTo>
                    <a:cubicBezTo>
                      <a:pt x="6" y="8"/>
                      <a:pt x="6" y="8"/>
                      <a:pt x="6" y="8"/>
                    </a:cubicBezTo>
                    <a:cubicBezTo>
                      <a:pt x="5" y="8"/>
                      <a:pt x="5" y="8"/>
                      <a:pt x="5" y="8"/>
                    </a:cubicBezTo>
                    <a:cubicBezTo>
                      <a:pt x="6" y="7"/>
                      <a:pt x="6" y="6"/>
                      <a:pt x="7" y="5"/>
                    </a:cubicBezTo>
                    <a:cubicBezTo>
                      <a:pt x="10" y="2"/>
                      <a:pt x="13" y="2"/>
                      <a:pt x="16" y="3"/>
                    </a:cubicBezTo>
                    <a:cubicBezTo>
                      <a:pt x="19" y="4"/>
                      <a:pt x="22" y="7"/>
                      <a:pt x="22" y="10"/>
                    </a:cubicBezTo>
                    <a:cubicBezTo>
                      <a:pt x="22" y="11"/>
                      <a:pt x="22" y="11"/>
                      <a:pt x="22" y="11"/>
                    </a:cubicBezTo>
                    <a:close/>
                    <a:moveTo>
                      <a:pt x="4" y="4"/>
                    </a:moveTo>
                    <a:cubicBezTo>
                      <a:pt x="3" y="4"/>
                      <a:pt x="3" y="4"/>
                      <a:pt x="3" y="4"/>
                    </a:cubicBezTo>
                    <a:cubicBezTo>
                      <a:pt x="2" y="3"/>
                      <a:pt x="2" y="3"/>
                      <a:pt x="2" y="3"/>
                    </a:cubicBezTo>
                    <a:cubicBezTo>
                      <a:pt x="2" y="3"/>
                      <a:pt x="2" y="3"/>
                      <a:pt x="2" y="3"/>
                    </a:cubicBezTo>
                    <a:cubicBezTo>
                      <a:pt x="2" y="2"/>
                      <a:pt x="3" y="2"/>
                      <a:pt x="3" y="1"/>
                    </a:cubicBezTo>
                    <a:cubicBezTo>
                      <a:pt x="3" y="1"/>
                      <a:pt x="3" y="1"/>
                      <a:pt x="3" y="1"/>
                    </a:cubicBezTo>
                    <a:cubicBezTo>
                      <a:pt x="3" y="1"/>
                      <a:pt x="3" y="0"/>
                      <a:pt x="3" y="1"/>
                    </a:cubicBezTo>
                    <a:cubicBezTo>
                      <a:pt x="3" y="1"/>
                      <a:pt x="3" y="1"/>
                      <a:pt x="3" y="1"/>
                    </a:cubicBezTo>
                    <a:cubicBezTo>
                      <a:pt x="3" y="1"/>
                      <a:pt x="3" y="1"/>
                      <a:pt x="3" y="1"/>
                    </a:cubicBezTo>
                    <a:cubicBezTo>
                      <a:pt x="3" y="2"/>
                      <a:pt x="3" y="2"/>
                      <a:pt x="3" y="3"/>
                    </a:cubicBezTo>
                    <a:cubicBezTo>
                      <a:pt x="4" y="4"/>
                      <a:pt x="4" y="4"/>
                      <a:pt x="4" y="4"/>
                    </a:cubicBezTo>
                    <a:cubicBezTo>
                      <a:pt x="4" y="4"/>
                      <a:pt x="4" y="4"/>
                      <a:pt x="4" y="4"/>
                    </a:cubicBezTo>
                    <a:cubicBezTo>
                      <a:pt x="4" y="4"/>
                      <a:pt x="4" y="4"/>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2" name="Freeform 353"/>
              <p:cNvSpPr>
                <a:spLocks/>
              </p:cNvSpPr>
              <p:nvPr/>
            </p:nvSpPr>
            <p:spPr bwMode="auto">
              <a:xfrm>
                <a:off x="5002" y="3285"/>
                <a:ext cx="2" cy="8"/>
              </a:xfrm>
              <a:custGeom>
                <a:avLst/>
                <a:gdLst>
                  <a:gd name="T0" fmla="*/ 1 w 1"/>
                  <a:gd name="T1" fmla="*/ 3 h 3"/>
                  <a:gd name="T2" fmla="*/ 1 w 1"/>
                  <a:gd name="T3" fmla="*/ 3 h 3"/>
                  <a:gd name="T4" fmla="*/ 0 w 1"/>
                  <a:gd name="T5" fmla="*/ 3 h 3"/>
                  <a:gd name="T6" fmla="*/ 1 w 1"/>
                  <a:gd name="T7" fmla="*/ 0 h 3"/>
                  <a:gd name="T8" fmla="*/ 1 w 1"/>
                  <a:gd name="T9" fmla="*/ 0 h 3"/>
                  <a:gd name="T10" fmla="*/ 1 w 1"/>
                  <a:gd name="T11" fmla="*/ 0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3"/>
                    </a:cubicBezTo>
                    <a:cubicBezTo>
                      <a:pt x="0" y="2"/>
                      <a:pt x="1" y="1"/>
                      <a:pt x="1" y="0"/>
                    </a:cubicBezTo>
                    <a:cubicBezTo>
                      <a:pt x="1" y="0"/>
                      <a:pt x="1" y="0"/>
                      <a:pt x="1" y="0"/>
                    </a:cubicBezTo>
                    <a:cubicBezTo>
                      <a:pt x="1" y="0"/>
                      <a:pt x="1" y="0"/>
                      <a:pt x="1" y="0"/>
                    </a:cubicBezTo>
                    <a:cubicBezTo>
                      <a:pt x="1" y="1"/>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3" name="Freeform 354"/>
              <p:cNvSpPr>
                <a:spLocks/>
              </p:cNvSpPr>
              <p:nvPr/>
            </p:nvSpPr>
            <p:spPr bwMode="auto">
              <a:xfrm>
                <a:off x="5060" y="3234"/>
                <a:ext cx="5" cy="8"/>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2"/>
                      <a:pt x="0" y="2"/>
                      <a:pt x="0" y="2"/>
                    </a:cubicBezTo>
                    <a:cubicBezTo>
                      <a:pt x="1" y="1"/>
                      <a:pt x="1" y="1"/>
                      <a:pt x="1" y="1"/>
                    </a:cubicBezTo>
                    <a:cubicBezTo>
                      <a:pt x="1" y="0"/>
                      <a:pt x="2" y="0"/>
                      <a:pt x="2" y="0"/>
                    </a:cubicBezTo>
                    <a:cubicBezTo>
                      <a:pt x="2" y="1"/>
                      <a:pt x="2" y="1"/>
                      <a:pt x="2" y="1"/>
                    </a:cubicBezTo>
                    <a:cubicBezTo>
                      <a:pt x="1" y="2"/>
                      <a:pt x="1" y="2"/>
                      <a:pt x="1"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4" name="Freeform 355"/>
              <p:cNvSpPr>
                <a:spLocks/>
              </p:cNvSpPr>
              <p:nvPr/>
            </p:nvSpPr>
            <p:spPr bwMode="auto">
              <a:xfrm>
                <a:off x="5078" y="3260"/>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1" y="1"/>
                      <a:pt x="1" y="1"/>
                      <a:pt x="1" y="0"/>
                    </a:cubicBezTo>
                    <a:cubicBezTo>
                      <a:pt x="1" y="0"/>
                      <a:pt x="1" y="0"/>
                      <a:pt x="1" y="0"/>
                    </a:cubicBezTo>
                    <a:cubicBezTo>
                      <a:pt x="2" y="0"/>
                      <a:pt x="2" y="0"/>
                      <a:pt x="2"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5" name="Freeform 356"/>
              <p:cNvSpPr>
                <a:spLocks/>
              </p:cNvSpPr>
              <p:nvPr/>
            </p:nvSpPr>
            <p:spPr bwMode="auto">
              <a:xfrm>
                <a:off x="5081" y="3260"/>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6" name="Freeform 357"/>
              <p:cNvSpPr>
                <a:spLocks/>
              </p:cNvSpPr>
              <p:nvPr/>
            </p:nvSpPr>
            <p:spPr bwMode="auto">
              <a:xfrm>
                <a:off x="5083" y="3260"/>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7" name="Freeform 358"/>
              <p:cNvSpPr>
                <a:spLocks/>
              </p:cNvSpPr>
              <p:nvPr/>
            </p:nvSpPr>
            <p:spPr bwMode="auto">
              <a:xfrm>
                <a:off x="5083" y="3260"/>
                <a:ext cx="5" cy="5"/>
              </a:xfrm>
              <a:custGeom>
                <a:avLst/>
                <a:gdLst>
                  <a:gd name="T0" fmla="*/ 0 w 2"/>
                  <a:gd name="T1" fmla="*/ 2 h 2"/>
                  <a:gd name="T2" fmla="*/ 0 w 2"/>
                  <a:gd name="T3" fmla="*/ 2 h 2"/>
                  <a:gd name="T4" fmla="*/ 0 w 2"/>
                  <a:gd name="T5" fmla="*/ 2 h 2"/>
                  <a:gd name="T6" fmla="*/ 1 w 2"/>
                  <a:gd name="T7" fmla="*/ 1 h 2"/>
                  <a:gd name="T8" fmla="*/ 1 w 2"/>
                  <a:gd name="T9" fmla="*/ 1 h 2"/>
                  <a:gd name="T10" fmla="*/ 1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1" y="1"/>
                      <a:pt x="1" y="1"/>
                      <a:pt x="1" y="1"/>
                    </a:cubicBezTo>
                    <a:cubicBezTo>
                      <a:pt x="1" y="0"/>
                      <a:pt x="1" y="0"/>
                      <a:pt x="1" y="1"/>
                    </a:cubicBezTo>
                    <a:cubicBezTo>
                      <a:pt x="2" y="1"/>
                      <a:pt x="2"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8" name="Freeform 359"/>
              <p:cNvSpPr>
                <a:spLocks/>
              </p:cNvSpPr>
              <p:nvPr/>
            </p:nvSpPr>
            <p:spPr bwMode="auto">
              <a:xfrm>
                <a:off x="5068" y="3252"/>
                <a:ext cx="2" cy="8"/>
              </a:xfrm>
              <a:custGeom>
                <a:avLst/>
                <a:gdLst>
                  <a:gd name="T0" fmla="*/ 0 w 1"/>
                  <a:gd name="T1" fmla="*/ 3 h 3"/>
                  <a:gd name="T2" fmla="*/ 0 w 1"/>
                  <a:gd name="T3" fmla="*/ 2 h 3"/>
                  <a:gd name="T4" fmla="*/ 0 w 1"/>
                  <a:gd name="T5" fmla="*/ 1 h 3"/>
                  <a:gd name="T6" fmla="*/ 0 w 1"/>
                  <a:gd name="T7" fmla="*/ 0 h 3"/>
                  <a:gd name="T8" fmla="*/ 1 w 1"/>
                  <a:gd name="T9" fmla="*/ 0 h 3"/>
                  <a:gd name="T10" fmla="*/ 1 w 1"/>
                  <a:gd name="T11" fmla="*/ 0 h 3"/>
                  <a:gd name="T12" fmla="*/ 1 w 1"/>
                  <a:gd name="T13" fmla="*/ 1 h 3"/>
                  <a:gd name="T14" fmla="*/ 1 w 1"/>
                  <a:gd name="T15" fmla="*/ 2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2"/>
                      <a:pt x="0" y="2"/>
                    </a:cubicBezTo>
                    <a:cubicBezTo>
                      <a:pt x="0" y="2"/>
                      <a:pt x="0" y="1"/>
                      <a:pt x="0" y="1"/>
                    </a:cubicBezTo>
                    <a:cubicBezTo>
                      <a:pt x="0" y="1"/>
                      <a:pt x="0" y="1"/>
                      <a:pt x="0" y="0"/>
                    </a:cubicBezTo>
                    <a:cubicBezTo>
                      <a:pt x="0" y="0"/>
                      <a:pt x="1" y="0"/>
                      <a:pt x="1" y="0"/>
                    </a:cubicBezTo>
                    <a:cubicBezTo>
                      <a:pt x="1" y="0"/>
                      <a:pt x="1" y="0"/>
                      <a:pt x="1" y="0"/>
                    </a:cubicBezTo>
                    <a:cubicBezTo>
                      <a:pt x="1" y="1"/>
                      <a:pt x="1" y="1"/>
                      <a:pt x="1" y="1"/>
                    </a:cubicBezTo>
                    <a:cubicBezTo>
                      <a:pt x="1" y="2"/>
                      <a:pt x="1" y="2"/>
                      <a:pt x="1" y="2"/>
                    </a:cubicBezTo>
                    <a:cubicBezTo>
                      <a:pt x="1"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49" name="Freeform 360"/>
              <p:cNvSpPr>
                <a:spLocks/>
              </p:cNvSpPr>
              <p:nvPr/>
            </p:nvSpPr>
            <p:spPr bwMode="auto">
              <a:xfrm>
                <a:off x="5078" y="3257"/>
                <a:ext cx="3" cy="8"/>
              </a:xfrm>
              <a:custGeom>
                <a:avLst/>
                <a:gdLst>
                  <a:gd name="T0" fmla="*/ 0 w 1"/>
                  <a:gd name="T1" fmla="*/ 3 h 3"/>
                  <a:gd name="T2" fmla="*/ 0 w 1"/>
                  <a:gd name="T3" fmla="*/ 3 h 3"/>
                  <a:gd name="T4" fmla="*/ 0 w 1"/>
                  <a:gd name="T5" fmla="*/ 2 h 3"/>
                  <a:gd name="T6" fmla="*/ 0 w 1"/>
                  <a:gd name="T7" fmla="*/ 2 h 3"/>
                  <a:gd name="T8" fmla="*/ 0 w 1"/>
                  <a:gd name="T9" fmla="*/ 1 h 3"/>
                  <a:gd name="T10" fmla="*/ 1 w 1"/>
                  <a:gd name="T11" fmla="*/ 1 h 3"/>
                  <a:gd name="T12" fmla="*/ 1 w 1"/>
                  <a:gd name="T13" fmla="*/ 1 h 3"/>
                  <a:gd name="T14" fmla="*/ 1 w 1"/>
                  <a:gd name="T15" fmla="*/ 2 h 3"/>
                  <a:gd name="T16" fmla="*/ 0 w 1"/>
                  <a:gd name="T17" fmla="*/ 2 h 3"/>
                  <a:gd name="T18" fmla="*/ 0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3"/>
                    </a:moveTo>
                    <a:cubicBezTo>
                      <a:pt x="0" y="3"/>
                      <a:pt x="0" y="3"/>
                      <a:pt x="0" y="3"/>
                    </a:cubicBezTo>
                    <a:cubicBezTo>
                      <a:pt x="0" y="3"/>
                      <a:pt x="0" y="3"/>
                      <a:pt x="0" y="2"/>
                    </a:cubicBezTo>
                    <a:cubicBezTo>
                      <a:pt x="0" y="2"/>
                      <a:pt x="0" y="2"/>
                      <a:pt x="0" y="2"/>
                    </a:cubicBezTo>
                    <a:cubicBezTo>
                      <a:pt x="0" y="1"/>
                      <a:pt x="0" y="1"/>
                      <a:pt x="0" y="1"/>
                    </a:cubicBezTo>
                    <a:cubicBezTo>
                      <a:pt x="0" y="1"/>
                      <a:pt x="0" y="0"/>
                      <a:pt x="1" y="1"/>
                    </a:cubicBezTo>
                    <a:cubicBezTo>
                      <a:pt x="1" y="1"/>
                      <a:pt x="1" y="1"/>
                      <a:pt x="1" y="1"/>
                    </a:cubicBezTo>
                    <a:cubicBezTo>
                      <a:pt x="1" y="1"/>
                      <a:pt x="1" y="1"/>
                      <a:pt x="1" y="2"/>
                    </a:cubicBezTo>
                    <a:cubicBezTo>
                      <a:pt x="1" y="2"/>
                      <a:pt x="1"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0" name="Freeform 361"/>
              <p:cNvSpPr>
                <a:spLocks/>
              </p:cNvSpPr>
              <p:nvPr/>
            </p:nvSpPr>
            <p:spPr bwMode="auto">
              <a:xfrm>
                <a:off x="5106" y="3229"/>
                <a:ext cx="3" cy="3"/>
              </a:xfrm>
              <a:custGeom>
                <a:avLst/>
                <a:gdLst>
                  <a:gd name="T0" fmla="*/ 0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1" name="Freeform 362"/>
              <p:cNvSpPr>
                <a:spLocks/>
              </p:cNvSpPr>
              <p:nvPr/>
            </p:nvSpPr>
            <p:spPr bwMode="auto">
              <a:xfrm>
                <a:off x="5096" y="3257"/>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2" name="Freeform 363"/>
              <p:cNvSpPr>
                <a:spLocks/>
              </p:cNvSpPr>
              <p:nvPr/>
            </p:nvSpPr>
            <p:spPr bwMode="auto">
              <a:xfrm>
                <a:off x="5093" y="3255"/>
                <a:ext cx="3"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3" name="Freeform 364"/>
              <p:cNvSpPr>
                <a:spLocks/>
              </p:cNvSpPr>
              <p:nvPr/>
            </p:nvSpPr>
            <p:spPr bwMode="auto">
              <a:xfrm>
                <a:off x="5106" y="3244"/>
                <a:ext cx="3" cy="5"/>
              </a:xfrm>
              <a:custGeom>
                <a:avLst/>
                <a:gdLst>
                  <a:gd name="T0" fmla="*/ 0 w 1"/>
                  <a:gd name="T1" fmla="*/ 2 h 2"/>
                  <a:gd name="T2" fmla="*/ 0 w 1"/>
                  <a:gd name="T3" fmla="*/ 2 h 2"/>
                  <a:gd name="T4" fmla="*/ 0 w 1"/>
                  <a:gd name="T5" fmla="*/ 1 h 2"/>
                  <a:gd name="T6" fmla="*/ 0 w 1"/>
                  <a:gd name="T7" fmla="*/ 0 h 2"/>
                  <a:gd name="T8" fmla="*/ 0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0" y="0"/>
                      <a:pt x="0" y="0"/>
                      <a:pt x="0" y="0"/>
                    </a:cubicBezTo>
                    <a:cubicBezTo>
                      <a:pt x="0" y="0"/>
                      <a:pt x="1" y="0"/>
                      <a:pt x="1" y="0"/>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4" name="Freeform 365"/>
              <p:cNvSpPr>
                <a:spLocks/>
              </p:cNvSpPr>
              <p:nvPr/>
            </p:nvSpPr>
            <p:spPr bwMode="auto">
              <a:xfrm>
                <a:off x="5070" y="3249"/>
                <a:ext cx="3" cy="8"/>
              </a:xfrm>
              <a:custGeom>
                <a:avLst/>
                <a:gdLst>
                  <a:gd name="T0" fmla="*/ 1 w 1"/>
                  <a:gd name="T1" fmla="*/ 3 h 3"/>
                  <a:gd name="T2" fmla="*/ 0 w 1"/>
                  <a:gd name="T3" fmla="*/ 2 h 3"/>
                  <a:gd name="T4" fmla="*/ 0 w 1"/>
                  <a:gd name="T5" fmla="*/ 2 h 3"/>
                  <a:gd name="T6" fmla="*/ 1 w 1"/>
                  <a:gd name="T7" fmla="*/ 1 h 3"/>
                  <a:gd name="T8" fmla="*/ 1 w 1"/>
                  <a:gd name="T9" fmla="*/ 0 h 3"/>
                  <a:gd name="T10" fmla="*/ 1 w 1"/>
                  <a:gd name="T11" fmla="*/ 1 h 3"/>
                  <a:gd name="T12" fmla="*/ 1 w 1"/>
                  <a:gd name="T13" fmla="*/ 2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0" y="3"/>
                      <a:pt x="0" y="2"/>
                    </a:cubicBezTo>
                    <a:cubicBezTo>
                      <a:pt x="0" y="2"/>
                      <a:pt x="0" y="2"/>
                      <a:pt x="0" y="2"/>
                    </a:cubicBezTo>
                    <a:cubicBezTo>
                      <a:pt x="0" y="2"/>
                      <a:pt x="1" y="1"/>
                      <a:pt x="1" y="1"/>
                    </a:cubicBezTo>
                    <a:cubicBezTo>
                      <a:pt x="1" y="0"/>
                      <a:pt x="1" y="0"/>
                      <a:pt x="1" y="0"/>
                    </a:cubicBezTo>
                    <a:cubicBezTo>
                      <a:pt x="1" y="0"/>
                      <a:pt x="1" y="1"/>
                      <a:pt x="1" y="1"/>
                    </a:cubicBezTo>
                    <a:cubicBezTo>
                      <a:pt x="1" y="1"/>
                      <a:pt x="1" y="2"/>
                      <a:pt x="1" y="2"/>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5" name="Freeform 366"/>
              <p:cNvSpPr>
                <a:spLocks/>
              </p:cNvSpPr>
              <p:nvPr/>
            </p:nvSpPr>
            <p:spPr bwMode="auto">
              <a:xfrm>
                <a:off x="5065" y="3237"/>
                <a:ext cx="3" cy="5"/>
              </a:xfrm>
              <a:custGeom>
                <a:avLst/>
                <a:gdLst>
                  <a:gd name="T0" fmla="*/ 0 w 1"/>
                  <a:gd name="T1" fmla="*/ 2 h 2"/>
                  <a:gd name="T2" fmla="*/ 0 w 1"/>
                  <a:gd name="T3" fmla="*/ 2 h 2"/>
                  <a:gd name="T4" fmla="*/ 0 w 1"/>
                  <a:gd name="T5" fmla="*/ 2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0"/>
                      <a:pt x="0" y="0"/>
                    </a:cubicBezTo>
                    <a:cubicBezTo>
                      <a:pt x="0" y="0"/>
                      <a:pt x="0"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6" name="Freeform 367"/>
              <p:cNvSpPr>
                <a:spLocks/>
              </p:cNvSpPr>
              <p:nvPr/>
            </p:nvSpPr>
            <p:spPr bwMode="auto">
              <a:xfrm>
                <a:off x="5063" y="3237"/>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7" name="Freeform 368"/>
              <p:cNvSpPr>
                <a:spLocks/>
              </p:cNvSpPr>
              <p:nvPr/>
            </p:nvSpPr>
            <p:spPr bwMode="auto">
              <a:xfrm>
                <a:off x="5065" y="3237"/>
                <a:ext cx="3" cy="5"/>
              </a:xfrm>
              <a:custGeom>
                <a:avLst/>
                <a:gdLst>
                  <a:gd name="T0" fmla="*/ 0 w 1"/>
                  <a:gd name="T1" fmla="*/ 2 h 2"/>
                  <a:gd name="T2" fmla="*/ 0 w 1"/>
                  <a:gd name="T3" fmla="*/ 2 h 2"/>
                  <a:gd name="T4" fmla="*/ 0 w 1"/>
                  <a:gd name="T5" fmla="*/ 2 h 2"/>
                  <a:gd name="T6" fmla="*/ 0 w 1"/>
                  <a:gd name="T7" fmla="*/ 1 h 2"/>
                  <a:gd name="T8" fmla="*/ 0 w 1"/>
                  <a:gd name="T9" fmla="*/ 0 h 2"/>
                  <a:gd name="T10" fmla="*/ 0 w 1"/>
                  <a:gd name="T11" fmla="*/ 0 h 2"/>
                  <a:gd name="T12" fmla="*/ 1 w 1"/>
                  <a:gd name="T13" fmla="*/ 0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0" y="2"/>
                      <a:pt x="0" y="1"/>
                      <a:pt x="0" y="1"/>
                    </a:cubicBezTo>
                    <a:cubicBezTo>
                      <a:pt x="0" y="0"/>
                      <a:pt x="0" y="0"/>
                      <a:pt x="0" y="0"/>
                    </a:cubicBezTo>
                    <a:cubicBezTo>
                      <a:pt x="0" y="0"/>
                      <a:pt x="0" y="0"/>
                      <a:pt x="0"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8" name="Freeform 369"/>
              <p:cNvSpPr>
                <a:spLocks/>
              </p:cNvSpPr>
              <p:nvPr/>
            </p:nvSpPr>
            <p:spPr bwMode="auto">
              <a:xfrm>
                <a:off x="5065" y="3249"/>
                <a:ext cx="3" cy="3"/>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59" name="Freeform 370"/>
              <p:cNvSpPr>
                <a:spLocks/>
              </p:cNvSpPr>
              <p:nvPr/>
            </p:nvSpPr>
            <p:spPr bwMode="auto">
              <a:xfrm>
                <a:off x="5065" y="3249"/>
                <a:ext cx="3" cy="6"/>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1"/>
                      <a:pt x="1" y="1"/>
                    </a:cubicBezTo>
                    <a:cubicBezTo>
                      <a:pt x="0" y="1"/>
                      <a:pt x="0" y="1"/>
                      <a:pt x="0" y="1"/>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0" name="Freeform 371"/>
              <p:cNvSpPr>
                <a:spLocks/>
              </p:cNvSpPr>
              <p:nvPr/>
            </p:nvSpPr>
            <p:spPr bwMode="auto">
              <a:xfrm>
                <a:off x="5065" y="3252"/>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1" name="Freeform 372"/>
              <p:cNvSpPr>
                <a:spLocks/>
              </p:cNvSpPr>
              <p:nvPr/>
            </p:nvSpPr>
            <p:spPr bwMode="auto">
              <a:xfrm>
                <a:off x="5065" y="3252"/>
                <a:ext cx="5" cy="5"/>
              </a:xfrm>
              <a:custGeom>
                <a:avLst/>
                <a:gdLst>
                  <a:gd name="T0" fmla="*/ 1 w 2"/>
                  <a:gd name="T1" fmla="*/ 2 h 2"/>
                  <a:gd name="T2" fmla="*/ 1 w 2"/>
                  <a:gd name="T3" fmla="*/ 1 h 2"/>
                  <a:gd name="T4" fmla="*/ 1 w 2"/>
                  <a:gd name="T5" fmla="*/ 1 h 2"/>
                  <a:gd name="T6" fmla="*/ 1 w 2"/>
                  <a:gd name="T7" fmla="*/ 0 h 2"/>
                  <a:gd name="T8" fmla="*/ 2 w 2"/>
                  <a:gd name="T9" fmla="*/ 0 h 2"/>
                  <a:gd name="T10" fmla="*/ 2 w 2"/>
                  <a:gd name="T11" fmla="*/ 0 h 2"/>
                  <a:gd name="T12" fmla="*/ 1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1"/>
                      <a:pt x="1" y="1"/>
                    </a:cubicBezTo>
                    <a:cubicBezTo>
                      <a:pt x="0" y="1"/>
                      <a:pt x="0" y="1"/>
                      <a:pt x="1" y="1"/>
                    </a:cubicBezTo>
                    <a:cubicBezTo>
                      <a:pt x="1" y="0"/>
                      <a:pt x="1" y="0"/>
                      <a:pt x="1" y="0"/>
                    </a:cubicBezTo>
                    <a:cubicBezTo>
                      <a:pt x="1" y="0"/>
                      <a:pt x="2" y="0"/>
                      <a:pt x="2" y="0"/>
                    </a:cubicBezTo>
                    <a:cubicBezTo>
                      <a:pt x="2" y="0"/>
                      <a:pt x="2" y="0"/>
                      <a:pt x="2" y="0"/>
                    </a:cubicBezTo>
                    <a:cubicBezTo>
                      <a:pt x="1" y="1"/>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2" name="Freeform 373"/>
              <p:cNvSpPr>
                <a:spLocks/>
              </p:cNvSpPr>
              <p:nvPr/>
            </p:nvSpPr>
            <p:spPr bwMode="auto">
              <a:xfrm>
                <a:off x="5073" y="3252"/>
                <a:ext cx="3" cy="3"/>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3" name="Freeform 374"/>
              <p:cNvSpPr>
                <a:spLocks/>
              </p:cNvSpPr>
              <p:nvPr/>
            </p:nvSpPr>
            <p:spPr bwMode="auto">
              <a:xfrm>
                <a:off x="5073" y="3252"/>
                <a:ext cx="3" cy="5"/>
              </a:xfrm>
              <a:custGeom>
                <a:avLst/>
                <a:gdLst>
                  <a:gd name="T0" fmla="*/ 0 w 1"/>
                  <a:gd name="T1" fmla="*/ 2 h 2"/>
                  <a:gd name="T2" fmla="*/ 0 w 1"/>
                  <a:gd name="T3" fmla="*/ 1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1"/>
                      <a:pt x="0" y="1"/>
                    </a:cubicBezTo>
                    <a:cubicBezTo>
                      <a:pt x="0" y="1"/>
                      <a:pt x="0" y="1"/>
                      <a:pt x="0" y="1"/>
                    </a:cubicBezTo>
                    <a:cubicBezTo>
                      <a:pt x="1" y="0"/>
                      <a:pt x="1" y="0"/>
                      <a:pt x="1" y="0"/>
                    </a:cubicBezTo>
                    <a:cubicBezTo>
                      <a:pt x="1" y="0"/>
                      <a:pt x="1" y="0"/>
                      <a:pt x="1" y="0"/>
                    </a:cubicBezTo>
                    <a:cubicBezTo>
                      <a:pt x="1" y="0"/>
                      <a:pt x="1" y="1"/>
                      <a:pt x="1" y="1"/>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4" name="Freeform 375"/>
              <p:cNvSpPr>
                <a:spLocks/>
              </p:cNvSpPr>
              <p:nvPr/>
            </p:nvSpPr>
            <p:spPr bwMode="auto">
              <a:xfrm>
                <a:off x="5073" y="3255"/>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2" y="0"/>
                      <a:pt x="2" y="0"/>
                      <a:pt x="2" y="0"/>
                    </a:cubicBezTo>
                    <a:cubicBezTo>
                      <a:pt x="2" y="0"/>
                      <a:pt x="2" y="0"/>
                      <a:pt x="2" y="0"/>
                    </a:cubicBezTo>
                    <a:cubicBezTo>
                      <a:pt x="1" y="0"/>
                      <a:pt x="1" y="0"/>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5" name="Freeform 376"/>
              <p:cNvSpPr>
                <a:spLocks/>
              </p:cNvSpPr>
              <p:nvPr/>
            </p:nvSpPr>
            <p:spPr bwMode="auto">
              <a:xfrm>
                <a:off x="5076" y="3255"/>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6" name="Freeform 377"/>
              <p:cNvSpPr>
                <a:spLocks/>
              </p:cNvSpPr>
              <p:nvPr/>
            </p:nvSpPr>
            <p:spPr bwMode="auto">
              <a:xfrm>
                <a:off x="5076" y="3255"/>
                <a:ext cx="5" cy="5"/>
              </a:xfrm>
              <a:custGeom>
                <a:avLst/>
                <a:gdLst>
                  <a:gd name="T0" fmla="*/ 0 w 2"/>
                  <a:gd name="T1" fmla="*/ 2 h 2"/>
                  <a:gd name="T2" fmla="*/ 0 w 2"/>
                  <a:gd name="T3" fmla="*/ 2 h 2"/>
                  <a:gd name="T4" fmla="*/ 0 w 2"/>
                  <a:gd name="T5" fmla="*/ 1 h 2"/>
                  <a:gd name="T6" fmla="*/ 2 w 2"/>
                  <a:gd name="T7" fmla="*/ 0 h 2"/>
                  <a:gd name="T8" fmla="*/ 2 w 2"/>
                  <a:gd name="T9" fmla="*/ 0 h 2"/>
                  <a:gd name="T10" fmla="*/ 2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2" y="0"/>
                      <a:pt x="2" y="0"/>
                      <a:pt x="2" y="0"/>
                    </a:cubicBezTo>
                    <a:cubicBezTo>
                      <a:pt x="2" y="0"/>
                      <a:pt x="2" y="0"/>
                      <a:pt x="2" y="0"/>
                    </a:cubicBezTo>
                    <a:cubicBezTo>
                      <a:pt x="2" y="0"/>
                      <a:pt x="2" y="0"/>
                      <a:pt x="2"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7" name="Freeform 378"/>
              <p:cNvSpPr>
                <a:spLocks/>
              </p:cNvSpPr>
              <p:nvPr/>
            </p:nvSpPr>
            <p:spPr bwMode="auto">
              <a:xfrm>
                <a:off x="5088" y="3257"/>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8" name="Freeform 379"/>
              <p:cNvSpPr>
                <a:spLocks/>
              </p:cNvSpPr>
              <p:nvPr/>
            </p:nvSpPr>
            <p:spPr bwMode="auto">
              <a:xfrm>
                <a:off x="5088" y="3255"/>
                <a:ext cx="5" cy="5"/>
              </a:xfrm>
              <a:custGeom>
                <a:avLst/>
                <a:gdLst>
                  <a:gd name="T0" fmla="*/ 0 w 2"/>
                  <a:gd name="T1" fmla="*/ 2 h 2"/>
                  <a:gd name="T2" fmla="*/ 0 w 2"/>
                  <a:gd name="T3" fmla="*/ 2 h 2"/>
                  <a:gd name="T4" fmla="*/ 0 w 2"/>
                  <a:gd name="T5" fmla="*/ 2 h 2"/>
                  <a:gd name="T6" fmla="*/ 1 w 2"/>
                  <a:gd name="T7" fmla="*/ 1 h 2"/>
                  <a:gd name="T8" fmla="*/ 1 w 2"/>
                  <a:gd name="T9" fmla="*/ 1 h 2"/>
                  <a:gd name="T10" fmla="*/ 2 w 2"/>
                  <a:gd name="T11" fmla="*/ 1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2"/>
                      <a:pt x="1" y="1"/>
                      <a:pt x="1" y="1"/>
                    </a:cubicBezTo>
                    <a:cubicBezTo>
                      <a:pt x="1" y="0"/>
                      <a:pt x="1" y="0"/>
                      <a:pt x="1" y="1"/>
                    </a:cubicBezTo>
                    <a:cubicBezTo>
                      <a:pt x="2" y="1"/>
                      <a:pt x="2" y="1"/>
                      <a:pt x="2" y="1"/>
                    </a:cubicBezTo>
                    <a:cubicBezTo>
                      <a:pt x="1" y="1"/>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9" name="Freeform 380"/>
              <p:cNvSpPr>
                <a:spLocks/>
              </p:cNvSpPr>
              <p:nvPr/>
            </p:nvSpPr>
            <p:spPr bwMode="auto">
              <a:xfrm>
                <a:off x="5091" y="3255"/>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0" name="Freeform 381"/>
              <p:cNvSpPr>
                <a:spLocks/>
              </p:cNvSpPr>
              <p:nvPr/>
            </p:nvSpPr>
            <p:spPr bwMode="auto">
              <a:xfrm>
                <a:off x="5068" y="3219"/>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1"/>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1" name="Freeform 382"/>
              <p:cNvSpPr>
                <a:spLocks/>
              </p:cNvSpPr>
              <p:nvPr/>
            </p:nvSpPr>
            <p:spPr bwMode="auto">
              <a:xfrm>
                <a:off x="5068" y="3222"/>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2 w 2"/>
                  <a:gd name="T11" fmla="*/ 0 h 1"/>
                  <a:gd name="T12" fmla="*/ 2 w 2"/>
                  <a:gd name="T13" fmla="*/ 0 h 1"/>
                  <a:gd name="T14" fmla="*/ 1 w 2"/>
                  <a:gd name="T15" fmla="*/ 1 h 1"/>
                  <a:gd name="T16" fmla="*/ 1 w 2"/>
                  <a:gd name="T17" fmla="*/ 1 h 1"/>
                  <a:gd name="T18" fmla="*/ 1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cubicBezTo>
                      <a:pt x="0" y="1"/>
                      <a:pt x="0" y="1"/>
                      <a:pt x="0" y="1"/>
                    </a:cubicBezTo>
                    <a:cubicBezTo>
                      <a:pt x="0" y="1"/>
                      <a:pt x="0" y="1"/>
                      <a:pt x="0" y="1"/>
                    </a:cubicBezTo>
                    <a:cubicBezTo>
                      <a:pt x="1" y="0"/>
                      <a:pt x="1" y="0"/>
                      <a:pt x="1" y="0"/>
                    </a:cubicBezTo>
                    <a:cubicBezTo>
                      <a:pt x="1" y="0"/>
                      <a:pt x="1" y="0"/>
                      <a:pt x="1" y="0"/>
                    </a:cubicBezTo>
                    <a:cubicBezTo>
                      <a:pt x="2" y="0"/>
                      <a:pt x="2"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2" name="Freeform 383"/>
              <p:cNvSpPr>
                <a:spLocks/>
              </p:cNvSpPr>
              <p:nvPr/>
            </p:nvSpPr>
            <p:spPr bwMode="auto">
              <a:xfrm>
                <a:off x="5073" y="3222"/>
                <a:ext cx="8" cy="7"/>
              </a:xfrm>
              <a:custGeom>
                <a:avLst/>
                <a:gdLst>
                  <a:gd name="T0" fmla="*/ 0 w 3"/>
                  <a:gd name="T1" fmla="*/ 3 h 3"/>
                  <a:gd name="T2" fmla="*/ 0 w 3"/>
                  <a:gd name="T3" fmla="*/ 3 h 3"/>
                  <a:gd name="T4" fmla="*/ 0 w 3"/>
                  <a:gd name="T5" fmla="*/ 3 h 3"/>
                  <a:gd name="T6" fmla="*/ 2 w 3"/>
                  <a:gd name="T7" fmla="*/ 1 h 3"/>
                  <a:gd name="T8" fmla="*/ 3 w 3"/>
                  <a:gd name="T9" fmla="*/ 0 h 3"/>
                  <a:gd name="T10" fmla="*/ 3 w 3"/>
                  <a:gd name="T11" fmla="*/ 0 h 3"/>
                  <a:gd name="T12" fmla="*/ 3 w 3"/>
                  <a:gd name="T13" fmla="*/ 1 h 3"/>
                  <a:gd name="T14" fmla="*/ 2 w 3"/>
                  <a:gd name="T15" fmla="*/ 1 h 3"/>
                  <a:gd name="T16" fmla="*/ 1 w 3"/>
                  <a:gd name="T17" fmla="*/ 3 h 3"/>
                  <a:gd name="T18" fmla="*/ 0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3"/>
                    </a:moveTo>
                    <a:cubicBezTo>
                      <a:pt x="0" y="3"/>
                      <a:pt x="0" y="3"/>
                      <a:pt x="0" y="3"/>
                    </a:cubicBezTo>
                    <a:cubicBezTo>
                      <a:pt x="0" y="3"/>
                      <a:pt x="0" y="3"/>
                      <a:pt x="0" y="3"/>
                    </a:cubicBezTo>
                    <a:cubicBezTo>
                      <a:pt x="1" y="2"/>
                      <a:pt x="1" y="2"/>
                      <a:pt x="2" y="1"/>
                    </a:cubicBezTo>
                    <a:cubicBezTo>
                      <a:pt x="3" y="0"/>
                      <a:pt x="3" y="0"/>
                      <a:pt x="3" y="0"/>
                    </a:cubicBezTo>
                    <a:cubicBezTo>
                      <a:pt x="3" y="0"/>
                      <a:pt x="3" y="0"/>
                      <a:pt x="3" y="0"/>
                    </a:cubicBezTo>
                    <a:cubicBezTo>
                      <a:pt x="3" y="1"/>
                      <a:pt x="3" y="1"/>
                      <a:pt x="3" y="1"/>
                    </a:cubicBezTo>
                    <a:cubicBezTo>
                      <a:pt x="2" y="1"/>
                      <a:pt x="2" y="1"/>
                      <a:pt x="2" y="1"/>
                    </a:cubicBezTo>
                    <a:cubicBezTo>
                      <a:pt x="2" y="2"/>
                      <a:pt x="1" y="2"/>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3" name="Freeform 384"/>
              <p:cNvSpPr>
                <a:spLocks/>
              </p:cNvSpPr>
              <p:nvPr/>
            </p:nvSpPr>
            <p:spPr bwMode="auto">
              <a:xfrm>
                <a:off x="5076" y="3222"/>
                <a:ext cx="7" cy="7"/>
              </a:xfrm>
              <a:custGeom>
                <a:avLst/>
                <a:gdLst>
                  <a:gd name="T0" fmla="*/ 0 w 3"/>
                  <a:gd name="T1" fmla="*/ 3 h 3"/>
                  <a:gd name="T2" fmla="*/ 0 w 3"/>
                  <a:gd name="T3" fmla="*/ 3 h 3"/>
                  <a:gd name="T4" fmla="*/ 0 w 3"/>
                  <a:gd name="T5" fmla="*/ 3 h 3"/>
                  <a:gd name="T6" fmla="*/ 3 w 3"/>
                  <a:gd name="T7" fmla="*/ 0 h 3"/>
                  <a:gd name="T8" fmla="*/ 3 w 3"/>
                  <a:gd name="T9" fmla="*/ 0 h 3"/>
                  <a:gd name="T10" fmla="*/ 3 w 3"/>
                  <a:gd name="T11" fmla="*/ 0 h 3"/>
                  <a:gd name="T12" fmla="*/ 0 w 3"/>
                  <a:gd name="T13" fmla="*/ 3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cubicBezTo>
                      <a:pt x="0" y="3"/>
                      <a:pt x="0" y="3"/>
                      <a:pt x="0" y="3"/>
                    </a:cubicBezTo>
                    <a:cubicBezTo>
                      <a:pt x="0" y="3"/>
                      <a:pt x="0" y="3"/>
                      <a:pt x="0" y="3"/>
                    </a:cubicBezTo>
                    <a:cubicBezTo>
                      <a:pt x="1" y="2"/>
                      <a:pt x="2" y="1"/>
                      <a:pt x="3" y="0"/>
                    </a:cubicBezTo>
                    <a:cubicBezTo>
                      <a:pt x="3" y="0"/>
                      <a:pt x="3" y="0"/>
                      <a:pt x="3" y="0"/>
                    </a:cubicBezTo>
                    <a:cubicBezTo>
                      <a:pt x="3" y="0"/>
                      <a:pt x="3" y="0"/>
                      <a:pt x="3"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4" name="Freeform 385"/>
              <p:cNvSpPr>
                <a:spLocks/>
              </p:cNvSpPr>
              <p:nvPr/>
            </p:nvSpPr>
            <p:spPr bwMode="auto">
              <a:xfrm>
                <a:off x="5081" y="3222"/>
                <a:ext cx="5" cy="5"/>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5" name="Freeform 386"/>
              <p:cNvSpPr>
                <a:spLocks/>
              </p:cNvSpPr>
              <p:nvPr/>
            </p:nvSpPr>
            <p:spPr bwMode="auto">
              <a:xfrm>
                <a:off x="5083" y="3219"/>
                <a:ext cx="5" cy="8"/>
              </a:xfrm>
              <a:custGeom>
                <a:avLst/>
                <a:gdLst>
                  <a:gd name="T0" fmla="*/ 0 w 2"/>
                  <a:gd name="T1" fmla="*/ 3 h 3"/>
                  <a:gd name="T2" fmla="*/ 0 w 2"/>
                  <a:gd name="T3" fmla="*/ 2 h 3"/>
                  <a:gd name="T4" fmla="*/ 0 w 2"/>
                  <a:gd name="T5" fmla="*/ 2 h 3"/>
                  <a:gd name="T6" fmla="*/ 2 w 2"/>
                  <a:gd name="T7" fmla="*/ 0 h 3"/>
                  <a:gd name="T8" fmla="*/ 2 w 2"/>
                  <a:gd name="T9" fmla="*/ 0 h 3"/>
                  <a:gd name="T10" fmla="*/ 2 w 2"/>
                  <a:gd name="T11" fmla="*/ 1 h 3"/>
                  <a:gd name="T12" fmla="*/ 0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0" y="2"/>
                      <a:pt x="1" y="1"/>
                      <a:pt x="2" y="0"/>
                    </a:cubicBezTo>
                    <a:cubicBezTo>
                      <a:pt x="2" y="0"/>
                      <a:pt x="2" y="0"/>
                      <a:pt x="2" y="0"/>
                    </a:cubicBezTo>
                    <a:cubicBezTo>
                      <a:pt x="2" y="1"/>
                      <a:pt x="2" y="1"/>
                      <a:pt x="2" y="1"/>
                    </a:cubicBezTo>
                    <a:cubicBezTo>
                      <a:pt x="1" y="1"/>
                      <a:pt x="0" y="2"/>
                      <a:pt x="0" y="2"/>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6" name="Freeform 387"/>
              <p:cNvSpPr>
                <a:spLocks/>
              </p:cNvSpPr>
              <p:nvPr/>
            </p:nvSpPr>
            <p:spPr bwMode="auto">
              <a:xfrm>
                <a:off x="5083" y="3219"/>
                <a:ext cx="8" cy="5"/>
              </a:xfrm>
              <a:custGeom>
                <a:avLst/>
                <a:gdLst>
                  <a:gd name="T0" fmla="*/ 1 w 3"/>
                  <a:gd name="T1" fmla="*/ 2 h 2"/>
                  <a:gd name="T2" fmla="*/ 0 w 3"/>
                  <a:gd name="T3" fmla="*/ 2 h 2"/>
                  <a:gd name="T4" fmla="*/ 0 w 3"/>
                  <a:gd name="T5" fmla="*/ 2 h 2"/>
                  <a:gd name="T6" fmla="*/ 2 w 3"/>
                  <a:gd name="T7" fmla="*/ 0 h 2"/>
                  <a:gd name="T8" fmla="*/ 3 w 3"/>
                  <a:gd name="T9" fmla="*/ 0 h 2"/>
                  <a:gd name="T10" fmla="*/ 3 w 3"/>
                  <a:gd name="T11" fmla="*/ 1 h 2"/>
                  <a:gd name="T12" fmla="*/ 1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1" y="2"/>
                      <a:pt x="0" y="2"/>
                    </a:cubicBezTo>
                    <a:cubicBezTo>
                      <a:pt x="0" y="2"/>
                      <a:pt x="0" y="2"/>
                      <a:pt x="0" y="2"/>
                    </a:cubicBezTo>
                    <a:cubicBezTo>
                      <a:pt x="1" y="2"/>
                      <a:pt x="2" y="1"/>
                      <a:pt x="2" y="0"/>
                    </a:cubicBezTo>
                    <a:cubicBezTo>
                      <a:pt x="2" y="0"/>
                      <a:pt x="2" y="0"/>
                      <a:pt x="3" y="0"/>
                    </a:cubicBezTo>
                    <a:cubicBezTo>
                      <a:pt x="3" y="1"/>
                      <a:pt x="3" y="1"/>
                      <a:pt x="3" y="1"/>
                    </a:cubicBezTo>
                    <a:cubicBezTo>
                      <a:pt x="2"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7" name="Freeform 388"/>
              <p:cNvSpPr>
                <a:spLocks/>
              </p:cNvSpPr>
              <p:nvPr/>
            </p:nvSpPr>
            <p:spPr bwMode="auto">
              <a:xfrm>
                <a:off x="5086" y="3222"/>
                <a:ext cx="5" cy="5"/>
              </a:xfrm>
              <a:custGeom>
                <a:avLst/>
                <a:gdLst>
                  <a:gd name="T0" fmla="*/ 1 w 2"/>
                  <a:gd name="T1" fmla="*/ 2 h 2"/>
                  <a:gd name="T2" fmla="*/ 0 w 2"/>
                  <a:gd name="T3" fmla="*/ 1 h 2"/>
                  <a:gd name="T4" fmla="*/ 0 w 2"/>
                  <a:gd name="T5" fmla="*/ 1 h 2"/>
                  <a:gd name="T6" fmla="*/ 2 w 2"/>
                  <a:gd name="T7" fmla="*/ 0 h 2"/>
                  <a:gd name="T8" fmla="*/ 2 w 2"/>
                  <a:gd name="T9" fmla="*/ 0 h 2"/>
                  <a:gd name="T10" fmla="*/ 2 w 2"/>
                  <a:gd name="T11" fmla="*/ 0 h 2"/>
                  <a:gd name="T12" fmla="*/ 1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1"/>
                    </a:cubicBezTo>
                    <a:cubicBezTo>
                      <a:pt x="0" y="1"/>
                      <a:pt x="0" y="1"/>
                      <a:pt x="0" y="1"/>
                    </a:cubicBezTo>
                    <a:cubicBezTo>
                      <a:pt x="1" y="1"/>
                      <a:pt x="2" y="0"/>
                      <a:pt x="2" y="0"/>
                    </a:cubicBezTo>
                    <a:cubicBezTo>
                      <a:pt x="2" y="0"/>
                      <a:pt x="2" y="0"/>
                      <a:pt x="2" y="0"/>
                    </a:cubicBezTo>
                    <a:cubicBezTo>
                      <a:pt x="2" y="0"/>
                      <a:pt x="2" y="0"/>
                      <a:pt x="2" y="0"/>
                    </a:cubicBezTo>
                    <a:cubicBezTo>
                      <a:pt x="2" y="0"/>
                      <a:pt x="1" y="1"/>
                      <a:pt x="1" y="1"/>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8" name="Freeform 389"/>
              <p:cNvSpPr>
                <a:spLocks/>
              </p:cNvSpPr>
              <p:nvPr/>
            </p:nvSpPr>
            <p:spPr bwMode="auto">
              <a:xfrm>
                <a:off x="5088" y="3222"/>
                <a:ext cx="5" cy="5"/>
              </a:xfrm>
              <a:custGeom>
                <a:avLst/>
                <a:gdLst>
                  <a:gd name="T0" fmla="*/ 0 w 2"/>
                  <a:gd name="T1" fmla="*/ 2 h 2"/>
                  <a:gd name="T2" fmla="*/ 0 w 2"/>
                  <a:gd name="T3" fmla="*/ 1 h 2"/>
                  <a:gd name="T4" fmla="*/ 0 w 2"/>
                  <a:gd name="T5" fmla="*/ 1 h 2"/>
                  <a:gd name="T6" fmla="*/ 1 w 2"/>
                  <a:gd name="T7" fmla="*/ 0 h 2"/>
                  <a:gd name="T8" fmla="*/ 2 w 2"/>
                  <a:gd name="T9" fmla="*/ 0 h 2"/>
                  <a:gd name="T10" fmla="*/ 2 w 2"/>
                  <a:gd name="T11" fmla="*/ 0 h 2"/>
                  <a:gd name="T12" fmla="*/ 2 w 2"/>
                  <a:gd name="T13" fmla="*/ 0 h 2"/>
                  <a:gd name="T14" fmla="*/ 1 w 2"/>
                  <a:gd name="T15" fmla="*/ 1 h 2"/>
                  <a:gd name="T16" fmla="*/ 1 w 2"/>
                  <a:gd name="T17" fmla="*/ 1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1"/>
                      <a:pt x="0" y="1"/>
                    </a:cubicBezTo>
                    <a:cubicBezTo>
                      <a:pt x="0" y="1"/>
                      <a:pt x="0" y="1"/>
                      <a:pt x="0" y="1"/>
                    </a:cubicBezTo>
                    <a:cubicBezTo>
                      <a:pt x="1" y="1"/>
                      <a:pt x="1" y="1"/>
                      <a:pt x="1"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9" name="Freeform 390"/>
              <p:cNvSpPr>
                <a:spLocks/>
              </p:cNvSpPr>
              <p:nvPr/>
            </p:nvSpPr>
            <p:spPr bwMode="auto">
              <a:xfrm>
                <a:off x="5091" y="3222"/>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0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0" y="2"/>
                      <a:pt x="0" y="2"/>
                    </a:cubicBezTo>
                    <a:cubicBezTo>
                      <a:pt x="0" y="1"/>
                      <a:pt x="1" y="1"/>
                      <a:pt x="1" y="0"/>
                    </a:cubicBezTo>
                    <a:cubicBezTo>
                      <a:pt x="2" y="0"/>
                      <a:pt x="2" y="0"/>
                      <a:pt x="2" y="0"/>
                    </a:cubicBezTo>
                    <a:cubicBezTo>
                      <a:pt x="2" y="1"/>
                      <a:pt x="2" y="1"/>
                      <a:pt x="2" y="1"/>
                    </a:cubicBezTo>
                    <a:cubicBezTo>
                      <a:pt x="1" y="1"/>
                      <a:pt x="1"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0" name="Freeform 391"/>
              <p:cNvSpPr>
                <a:spLocks/>
              </p:cNvSpPr>
              <p:nvPr/>
            </p:nvSpPr>
            <p:spPr bwMode="auto">
              <a:xfrm>
                <a:off x="5093" y="3224"/>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0 h 1"/>
                  <a:gd name="T14" fmla="*/ 1 w 1"/>
                  <a:gd name="T15" fmla="*/ 0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1" name="Freeform 392"/>
              <p:cNvSpPr>
                <a:spLocks/>
              </p:cNvSpPr>
              <p:nvPr/>
            </p:nvSpPr>
            <p:spPr bwMode="auto">
              <a:xfrm>
                <a:off x="5093" y="3224"/>
                <a:ext cx="5" cy="5"/>
              </a:xfrm>
              <a:custGeom>
                <a:avLst/>
                <a:gdLst>
                  <a:gd name="T0" fmla="*/ 0 w 2"/>
                  <a:gd name="T1" fmla="*/ 2 h 2"/>
                  <a:gd name="T2" fmla="*/ 0 w 2"/>
                  <a:gd name="T3" fmla="*/ 1 h 2"/>
                  <a:gd name="T4" fmla="*/ 0 w 2"/>
                  <a:gd name="T5" fmla="*/ 1 h 2"/>
                  <a:gd name="T6" fmla="*/ 2 w 2"/>
                  <a:gd name="T7" fmla="*/ 0 h 2"/>
                  <a:gd name="T8" fmla="*/ 2 w 2"/>
                  <a:gd name="T9" fmla="*/ 0 h 2"/>
                  <a:gd name="T10" fmla="*/ 2 w 2"/>
                  <a:gd name="T11" fmla="*/ 1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1"/>
                      <a:pt x="0" y="1"/>
                    </a:cubicBezTo>
                    <a:cubicBezTo>
                      <a:pt x="0" y="1"/>
                      <a:pt x="0" y="1"/>
                      <a:pt x="0" y="1"/>
                    </a:cubicBezTo>
                    <a:cubicBezTo>
                      <a:pt x="2" y="0"/>
                      <a:pt x="2" y="0"/>
                      <a:pt x="2" y="0"/>
                    </a:cubicBezTo>
                    <a:cubicBezTo>
                      <a:pt x="2" y="0"/>
                      <a:pt x="2" y="0"/>
                      <a:pt x="2" y="0"/>
                    </a:cubicBezTo>
                    <a:cubicBezTo>
                      <a:pt x="2" y="0"/>
                      <a:pt x="2" y="1"/>
                      <a:pt x="2"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2" name="Freeform 393"/>
              <p:cNvSpPr>
                <a:spLocks/>
              </p:cNvSpPr>
              <p:nvPr/>
            </p:nvSpPr>
            <p:spPr bwMode="auto">
              <a:xfrm>
                <a:off x="5096" y="3227"/>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3" name="Freeform 394"/>
              <p:cNvSpPr>
                <a:spLocks/>
              </p:cNvSpPr>
              <p:nvPr/>
            </p:nvSpPr>
            <p:spPr bwMode="auto">
              <a:xfrm>
                <a:off x="5096" y="3229"/>
                <a:ext cx="5" cy="3"/>
              </a:xfrm>
              <a:custGeom>
                <a:avLst/>
                <a:gdLst>
                  <a:gd name="T0" fmla="*/ 0 w 2"/>
                  <a:gd name="T1" fmla="*/ 1 h 1"/>
                  <a:gd name="T2" fmla="*/ 0 w 2"/>
                  <a:gd name="T3" fmla="*/ 0 h 1"/>
                  <a:gd name="T4" fmla="*/ 0 w 2"/>
                  <a:gd name="T5" fmla="*/ 0 h 1"/>
                  <a:gd name="T6" fmla="*/ 2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0"/>
                    </a:cubicBezTo>
                    <a:cubicBezTo>
                      <a:pt x="0" y="0"/>
                      <a:pt x="0" y="0"/>
                      <a:pt x="0" y="0"/>
                    </a:cubicBezTo>
                    <a:cubicBezTo>
                      <a:pt x="2" y="0"/>
                      <a:pt x="2" y="0"/>
                      <a:pt x="2" y="0"/>
                    </a:cubicBezTo>
                    <a:cubicBezTo>
                      <a:pt x="2" y="0"/>
                      <a:pt x="2" y="0"/>
                      <a:pt x="2" y="0"/>
                    </a:cubicBezTo>
                    <a:cubicBezTo>
                      <a:pt x="2" y="0"/>
                      <a:pt x="2" y="0"/>
                      <a:pt x="2"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4" name="Freeform 395"/>
              <p:cNvSpPr>
                <a:spLocks/>
              </p:cNvSpPr>
              <p:nvPr/>
            </p:nvSpPr>
            <p:spPr bwMode="auto">
              <a:xfrm>
                <a:off x="5098" y="3229"/>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5" name="Freeform 396"/>
              <p:cNvSpPr>
                <a:spLocks/>
              </p:cNvSpPr>
              <p:nvPr/>
            </p:nvSpPr>
            <p:spPr bwMode="auto">
              <a:xfrm>
                <a:off x="5098" y="3229"/>
                <a:ext cx="3" cy="3"/>
              </a:xfrm>
              <a:custGeom>
                <a:avLst/>
                <a:gdLst>
                  <a:gd name="T0" fmla="*/ 0 w 1"/>
                  <a:gd name="T1" fmla="*/ 1 h 1"/>
                  <a:gd name="T2" fmla="*/ 0 w 1"/>
                  <a:gd name="T3" fmla="*/ 1 h 1"/>
                  <a:gd name="T4" fmla="*/ 0 w 1"/>
                  <a:gd name="T5" fmla="*/ 1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1"/>
                      <a:pt x="1" y="0"/>
                    </a:cubicBezTo>
                    <a:cubicBezTo>
                      <a:pt x="1" y="0"/>
                      <a:pt x="1" y="0"/>
                      <a:pt x="1" y="1"/>
                    </a:cubicBezTo>
                    <a:cubicBezTo>
                      <a:pt x="1" y="1"/>
                      <a:pt x="1" y="1"/>
                      <a:pt x="1" y="1"/>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6" name="Freeform 397"/>
              <p:cNvSpPr>
                <a:spLocks/>
              </p:cNvSpPr>
              <p:nvPr/>
            </p:nvSpPr>
            <p:spPr bwMode="auto">
              <a:xfrm>
                <a:off x="5098" y="3232"/>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7" name="Freeform 398"/>
              <p:cNvSpPr>
                <a:spLocks/>
              </p:cNvSpPr>
              <p:nvPr/>
            </p:nvSpPr>
            <p:spPr bwMode="auto">
              <a:xfrm>
                <a:off x="5098" y="3234"/>
                <a:ext cx="5" cy="3"/>
              </a:xfrm>
              <a:custGeom>
                <a:avLst/>
                <a:gdLst>
                  <a:gd name="T0" fmla="*/ 1 w 2"/>
                  <a:gd name="T1" fmla="*/ 1 h 1"/>
                  <a:gd name="T2" fmla="*/ 0 w 2"/>
                  <a:gd name="T3" fmla="*/ 0 h 1"/>
                  <a:gd name="T4" fmla="*/ 1 w 2"/>
                  <a:gd name="T5" fmla="*/ 0 h 1"/>
                  <a:gd name="T6" fmla="*/ 1 w 2"/>
                  <a:gd name="T7" fmla="*/ 0 h 1"/>
                  <a:gd name="T8" fmla="*/ 2 w 2"/>
                  <a:gd name="T9" fmla="*/ 0 h 1"/>
                  <a:gd name="T10" fmla="*/ 2 w 2"/>
                  <a:gd name="T11" fmla="*/ 0 h 1"/>
                  <a:gd name="T12" fmla="*/ 1 w 2"/>
                  <a:gd name="T13" fmla="*/ 0 h 1"/>
                  <a:gd name="T14" fmla="*/ 1 w 2"/>
                  <a:gd name="T15" fmla="*/ 0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0" y="1"/>
                      <a:pt x="0" y="0"/>
                    </a:cubicBezTo>
                    <a:cubicBezTo>
                      <a:pt x="0" y="0"/>
                      <a:pt x="0" y="0"/>
                      <a:pt x="1" y="0"/>
                    </a:cubicBezTo>
                    <a:cubicBezTo>
                      <a:pt x="1" y="0"/>
                      <a:pt x="1" y="0"/>
                      <a:pt x="1" y="0"/>
                    </a:cubicBezTo>
                    <a:cubicBezTo>
                      <a:pt x="1" y="0"/>
                      <a:pt x="2" y="0"/>
                      <a:pt x="2" y="0"/>
                    </a:cubicBezTo>
                    <a:cubicBezTo>
                      <a:pt x="2" y="0"/>
                      <a:pt x="2" y="0"/>
                      <a:pt x="2" y="0"/>
                    </a:cubicBezTo>
                    <a:cubicBezTo>
                      <a:pt x="1" y="0"/>
                      <a:pt x="1" y="0"/>
                      <a:pt x="1" y="0"/>
                    </a:cubicBezTo>
                    <a:cubicBezTo>
                      <a:pt x="1" y="0"/>
                      <a:pt x="1" y="0"/>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8" name="Freeform 399"/>
              <p:cNvSpPr>
                <a:spLocks/>
              </p:cNvSpPr>
              <p:nvPr/>
            </p:nvSpPr>
            <p:spPr bwMode="auto">
              <a:xfrm>
                <a:off x="5101" y="3234"/>
                <a:ext cx="2" cy="3"/>
              </a:xfrm>
              <a:custGeom>
                <a:avLst/>
                <a:gdLst>
                  <a:gd name="T0" fmla="*/ 0 w 1"/>
                  <a:gd name="T1" fmla="*/ 1 h 1"/>
                  <a:gd name="T2" fmla="*/ 0 w 1"/>
                  <a:gd name="T3" fmla="*/ 1 h 1"/>
                  <a:gd name="T4" fmla="*/ 0 w 1"/>
                  <a:gd name="T5" fmla="*/ 1 h 1"/>
                  <a:gd name="T6" fmla="*/ 0 w 1"/>
                  <a:gd name="T7" fmla="*/ 1 h 1"/>
                  <a:gd name="T8" fmla="*/ 0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1"/>
                      <a:pt x="0" y="1"/>
                      <a:pt x="0" y="1"/>
                    </a:cubicBezTo>
                    <a:cubicBezTo>
                      <a:pt x="0" y="0"/>
                      <a:pt x="0" y="0"/>
                      <a:pt x="0" y="0"/>
                    </a:cubicBezTo>
                    <a:cubicBezTo>
                      <a:pt x="0" y="0"/>
                      <a:pt x="1" y="0"/>
                      <a:pt x="1" y="0"/>
                    </a:cubicBezTo>
                    <a:cubicBezTo>
                      <a:pt x="1" y="1"/>
                      <a:pt x="1"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89" name="Freeform 400"/>
              <p:cNvSpPr>
                <a:spLocks/>
              </p:cNvSpPr>
              <p:nvPr/>
            </p:nvSpPr>
            <p:spPr bwMode="auto">
              <a:xfrm>
                <a:off x="5106" y="3244"/>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0" name="Freeform 401"/>
              <p:cNvSpPr>
                <a:spLocks/>
              </p:cNvSpPr>
              <p:nvPr/>
            </p:nvSpPr>
            <p:spPr bwMode="auto">
              <a:xfrm>
                <a:off x="5106" y="3244"/>
                <a:ext cx="5" cy="3"/>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1" name="Freeform 402"/>
              <p:cNvSpPr>
                <a:spLocks/>
              </p:cNvSpPr>
              <p:nvPr/>
            </p:nvSpPr>
            <p:spPr bwMode="auto">
              <a:xfrm>
                <a:off x="5096" y="3257"/>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2" name="Freeform 403"/>
              <p:cNvSpPr>
                <a:spLocks/>
              </p:cNvSpPr>
              <p:nvPr/>
            </p:nvSpPr>
            <p:spPr bwMode="auto">
              <a:xfrm>
                <a:off x="5098" y="3257"/>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3" name="Freeform 404"/>
              <p:cNvSpPr>
                <a:spLocks/>
              </p:cNvSpPr>
              <p:nvPr/>
            </p:nvSpPr>
            <p:spPr bwMode="auto">
              <a:xfrm>
                <a:off x="5101" y="3255"/>
                <a:ext cx="2" cy="7"/>
              </a:xfrm>
              <a:custGeom>
                <a:avLst/>
                <a:gdLst>
                  <a:gd name="T0" fmla="*/ 0 w 1"/>
                  <a:gd name="T1" fmla="*/ 3 h 3"/>
                  <a:gd name="T2" fmla="*/ 0 w 1"/>
                  <a:gd name="T3" fmla="*/ 3 h 3"/>
                  <a:gd name="T4" fmla="*/ 0 w 1"/>
                  <a:gd name="T5" fmla="*/ 2 h 3"/>
                  <a:gd name="T6" fmla="*/ 0 w 1"/>
                  <a:gd name="T7" fmla="*/ 2 h 3"/>
                  <a:gd name="T8" fmla="*/ 1 w 1"/>
                  <a:gd name="T9" fmla="*/ 0 h 3"/>
                  <a:gd name="T10" fmla="*/ 1 w 1"/>
                  <a:gd name="T11" fmla="*/ 0 h 3"/>
                  <a:gd name="T12" fmla="*/ 1 w 1"/>
                  <a:gd name="T13" fmla="*/ 0 h 3"/>
                  <a:gd name="T14" fmla="*/ 0 w 1"/>
                  <a:gd name="T15" fmla="*/ 2 h 3"/>
                  <a:gd name="T16" fmla="*/ 0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3"/>
                    </a:moveTo>
                    <a:cubicBezTo>
                      <a:pt x="0" y="3"/>
                      <a:pt x="0" y="3"/>
                      <a:pt x="0" y="3"/>
                    </a:cubicBez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2"/>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4" name="Freeform 405"/>
              <p:cNvSpPr>
                <a:spLocks/>
              </p:cNvSpPr>
              <p:nvPr/>
            </p:nvSpPr>
            <p:spPr bwMode="auto">
              <a:xfrm>
                <a:off x="5065" y="323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0 h 2"/>
                  <a:gd name="T14" fmla="*/ 1 w 1"/>
                  <a:gd name="T15" fmla="*/ 0 h 2"/>
                  <a:gd name="T16" fmla="*/ 0 w 1"/>
                  <a:gd name="T17" fmla="*/ 2 h 2"/>
                  <a:gd name="T18" fmla="*/ 0 w 1"/>
                  <a:gd name="T19" fmla="*/ 2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5" name="Freeform 406"/>
              <p:cNvSpPr>
                <a:spLocks/>
              </p:cNvSpPr>
              <p:nvPr/>
            </p:nvSpPr>
            <p:spPr bwMode="auto">
              <a:xfrm>
                <a:off x="5065" y="3242"/>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6" name="Freeform 407"/>
              <p:cNvSpPr>
                <a:spLocks noEditPoints="1"/>
              </p:cNvSpPr>
              <p:nvPr/>
            </p:nvSpPr>
            <p:spPr bwMode="auto">
              <a:xfrm>
                <a:off x="5063" y="3211"/>
                <a:ext cx="51" cy="51"/>
              </a:xfrm>
              <a:custGeom>
                <a:avLst/>
                <a:gdLst>
                  <a:gd name="T0" fmla="*/ 6 w 20"/>
                  <a:gd name="T1" fmla="*/ 19 h 20"/>
                  <a:gd name="T2" fmla="*/ 6 w 20"/>
                  <a:gd name="T3" fmla="*/ 17 h 20"/>
                  <a:gd name="T4" fmla="*/ 3 w 20"/>
                  <a:gd name="T5" fmla="*/ 17 h 20"/>
                  <a:gd name="T6" fmla="*/ 1 w 20"/>
                  <a:gd name="T7" fmla="*/ 14 h 20"/>
                  <a:gd name="T8" fmla="*/ 2 w 20"/>
                  <a:gd name="T9" fmla="*/ 13 h 20"/>
                  <a:gd name="T10" fmla="*/ 0 w 20"/>
                  <a:gd name="T11" fmla="*/ 10 h 20"/>
                  <a:gd name="T12" fmla="*/ 0 w 20"/>
                  <a:gd name="T13" fmla="*/ 6 h 20"/>
                  <a:gd name="T14" fmla="*/ 2 w 20"/>
                  <a:gd name="T15" fmla="*/ 6 h 20"/>
                  <a:gd name="T16" fmla="*/ 3 w 20"/>
                  <a:gd name="T17" fmla="*/ 3 h 20"/>
                  <a:gd name="T18" fmla="*/ 5 w 20"/>
                  <a:gd name="T19" fmla="*/ 1 h 20"/>
                  <a:gd name="T20" fmla="*/ 7 w 20"/>
                  <a:gd name="T21" fmla="*/ 2 h 20"/>
                  <a:gd name="T22" fmla="*/ 9 w 20"/>
                  <a:gd name="T23" fmla="*/ 0 h 20"/>
                  <a:gd name="T24" fmla="*/ 13 w 20"/>
                  <a:gd name="T25" fmla="*/ 0 h 20"/>
                  <a:gd name="T26" fmla="*/ 13 w 20"/>
                  <a:gd name="T27" fmla="*/ 2 h 20"/>
                  <a:gd name="T28" fmla="*/ 16 w 20"/>
                  <a:gd name="T29" fmla="*/ 3 h 20"/>
                  <a:gd name="T30" fmla="*/ 18 w 20"/>
                  <a:gd name="T31" fmla="*/ 4 h 20"/>
                  <a:gd name="T32" fmla="*/ 19 w 20"/>
                  <a:gd name="T33" fmla="*/ 5 h 20"/>
                  <a:gd name="T34" fmla="*/ 19 w 20"/>
                  <a:gd name="T35" fmla="*/ 6 h 20"/>
                  <a:gd name="T36" fmla="*/ 18 w 20"/>
                  <a:gd name="T37" fmla="*/ 7 h 20"/>
                  <a:gd name="T38" fmla="*/ 18 w 20"/>
                  <a:gd name="T39" fmla="*/ 6 h 20"/>
                  <a:gd name="T40" fmla="*/ 18 w 20"/>
                  <a:gd name="T41" fmla="*/ 9 h 20"/>
                  <a:gd name="T42" fmla="*/ 20 w 20"/>
                  <a:gd name="T43" fmla="*/ 10 h 20"/>
                  <a:gd name="T44" fmla="*/ 19 w 20"/>
                  <a:gd name="T45" fmla="*/ 13 h 20"/>
                  <a:gd name="T46" fmla="*/ 16 w 20"/>
                  <a:gd name="T47" fmla="*/ 15 h 20"/>
                  <a:gd name="T48" fmla="*/ 17 w 20"/>
                  <a:gd name="T49" fmla="*/ 17 h 20"/>
                  <a:gd name="T50" fmla="*/ 14 w 20"/>
                  <a:gd name="T51" fmla="*/ 19 h 20"/>
                  <a:gd name="T52" fmla="*/ 10 w 20"/>
                  <a:gd name="T53" fmla="*/ 18 h 20"/>
                  <a:gd name="T54" fmla="*/ 10 w 20"/>
                  <a:gd name="T55" fmla="*/ 20 h 20"/>
                  <a:gd name="T56" fmla="*/ 9 w 20"/>
                  <a:gd name="T57" fmla="*/ 19 h 20"/>
                  <a:gd name="T58" fmla="*/ 10 w 20"/>
                  <a:gd name="T59" fmla="*/ 17 h 20"/>
                  <a:gd name="T60" fmla="*/ 13 w 20"/>
                  <a:gd name="T61" fmla="*/ 17 h 20"/>
                  <a:gd name="T62" fmla="*/ 16 w 20"/>
                  <a:gd name="T63" fmla="*/ 16 h 20"/>
                  <a:gd name="T64" fmla="*/ 15 w 20"/>
                  <a:gd name="T65" fmla="*/ 15 h 20"/>
                  <a:gd name="T66" fmla="*/ 19 w 20"/>
                  <a:gd name="T67" fmla="*/ 12 h 20"/>
                  <a:gd name="T68" fmla="*/ 18 w 20"/>
                  <a:gd name="T69" fmla="*/ 10 h 20"/>
                  <a:gd name="T70" fmla="*/ 17 w 20"/>
                  <a:gd name="T71" fmla="*/ 6 h 20"/>
                  <a:gd name="T72" fmla="*/ 18 w 20"/>
                  <a:gd name="T73" fmla="*/ 5 h 20"/>
                  <a:gd name="T74" fmla="*/ 17 w 20"/>
                  <a:gd name="T75" fmla="*/ 3 h 20"/>
                  <a:gd name="T76" fmla="*/ 15 w 20"/>
                  <a:gd name="T77" fmla="*/ 4 h 20"/>
                  <a:gd name="T78" fmla="*/ 12 w 20"/>
                  <a:gd name="T79" fmla="*/ 2 h 20"/>
                  <a:gd name="T80" fmla="*/ 10 w 20"/>
                  <a:gd name="T81" fmla="*/ 0 h 20"/>
                  <a:gd name="T82" fmla="*/ 9 w 20"/>
                  <a:gd name="T83" fmla="*/ 2 h 20"/>
                  <a:gd name="T84" fmla="*/ 6 w 20"/>
                  <a:gd name="T85" fmla="*/ 2 h 20"/>
                  <a:gd name="T86" fmla="*/ 3 w 20"/>
                  <a:gd name="T87" fmla="*/ 3 h 20"/>
                  <a:gd name="T88" fmla="*/ 4 w 20"/>
                  <a:gd name="T89" fmla="*/ 4 h 20"/>
                  <a:gd name="T90" fmla="*/ 2 w 20"/>
                  <a:gd name="T91" fmla="*/ 7 h 20"/>
                  <a:gd name="T92" fmla="*/ 0 w 20"/>
                  <a:gd name="T93" fmla="*/ 9 h 20"/>
                  <a:gd name="T94" fmla="*/ 2 w 20"/>
                  <a:gd name="T95" fmla="*/ 10 h 20"/>
                  <a:gd name="T96" fmla="*/ 2 w 20"/>
                  <a:gd name="T97" fmla="*/ 13 h 20"/>
                  <a:gd name="T98" fmla="*/ 3 w 20"/>
                  <a:gd name="T99" fmla="*/ 16 h 20"/>
                  <a:gd name="T100" fmla="*/ 4 w 20"/>
                  <a:gd name="T101" fmla="*/ 15 h 20"/>
                  <a:gd name="T102" fmla="*/ 7 w 20"/>
                  <a:gd name="T103" fmla="*/ 17 h 20"/>
                  <a:gd name="T104" fmla="*/ 10 w 20"/>
                  <a:gd name="T105" fmla="*/ 16 h 20"/>
                  <a:gd name="T106" fmla="*/ 6 w 20"/>
                  <a:gd name="T107" fmla="*/ 5 h 20"/>
                  <a:gd name="T108" fmla="*/ 14 w 20"/>
                  <a:gd name="T109" fmla="*/ 14 h 20"/>
                  <a:gd name="T110" fmla="*/ 14 w 20"/>
                  <a:gd name="T111" fmla="*/ 15 h 20"/>
                  <a:gd name="T112" fmla="*/ 13 w 20"/>
                  <a:gd name="T113" fmla="*/ 15 h 20"/>
                  <a:gd name="T114" fmla="*/ 13 w 20"/>
                  <a:gd name="T115" fmla="*/ 15 h 20"/>
                  <a:gd name="T116" fmla="*/ 10 w 20"/>
                  <a:gd name="T117" fmla="*/ 4 h 20"/>
                  <a:gd name="T118" fmla="*/ 5 w 20"/>
                  <a:gd name="T119" fmla="*/ 13 h 20"/>
                  <a:gd name="T120" fmla="*/ 13 w 20"/>
                  <a:gd name="T121" fmla="*/ 14 h 20"/>
                  <a:gd name="T122" fmla="*/ 14 w 20"/>
                  <a:gd name="T12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 h="20">
                    <a:moveTo>
                      <a:pt x="10" y="20"/>
                    </a:moveTo>
                    <a:cubicBezTo>
                      <a:pt x="9" y="20"/>
                      <a:pt x="7" y="19"/>
                      <a:pt x="6" y="19"/>
                    </a:cubicBezTo>
                    <a:cubicBezTo>
                      <a:pt x="6" y="19"/>
                      <a:pt x="6" y="19"/>
                      <a:pt x="6" y="19"/>
                    </a:cubicBezTo>
                    <a:cubicBezTo>
                      <a:pt x="6" y="17"/>
                      <a:pt x="6" y="17"/>
                      <a:pt x="6" y="17"/>
                    </a:cubicBezTo>
                    <a:cubicBezTo>
                      <a:pt x="6" y="17"/>
                      <a:pt x="5" y="17"/>
                      <a:pt x="4" y="16"/>
                    </a:cubicBezTo>
                    <a:cubicBezTo>
                      <a:pt x="3" y="17"/>
                      <a:pt x="3" y="17"/>
                      <a:pt x="3" y="17"/>
                    </a:cubicBezTo>
                    <a:cubicBezTo>
                      <a:pt x="3" y="17"/>
                      <a:pt x="3" y="17"/>
                      <a:pt x="3" y="17"/>
                    </a:cubicBezTo>
                    <a:cubicBezTo>
                      <a:pt x="2" y="16"/>
                      <a:pt x="1" y="15"/>
                      <a:pt x="1" y="14"/>
                    </a:cubicBezTo>
                    <a:cubicBezTo>
                      <a:pt x="1" y="14"/>
                      <a:pt x="1" y="14"/>
                      <a:pt x="1" y="14"/>
                    </a:cubicBezTo>
                    <a:cubicBezTo>
                      <a:pt x="2" y="13"/>
                      <a:pt x="2" y="13"/>
                      <a:pt x="2" y="13"/>
                    </a:cubicBezTo>
                    <a:cubicBezTo>
                      <a:pt x="2" y="12"/>
                      <a:pt x="1" y="11"/>
                      <a:pt x="1" y="10"/>
                    </a:cubicBezTo>
                    <a:cubicBezTo>
                      <a:pt x="0" y="10"/>
                      <a:pt x="0" y="10"/>
                      <a:pt x="0" y="10"/>
                    </a:cubicBezTo>
                    <a:cubicBezTo>
                      <a:pt x="0" y="10"/>
                      <a:pt x="0" y="10"/>
                      <a:pt x="0" y="10"/>
                    </a:cubicBezTo>
                    <a:cubicBezTo>
                      <a:pt x="0" y="8"/>
                      <a:pt x="0" y="7"/>
                      <a:pt x="0" y="6"/>
                    </a:cubicBezTo>
                    <a:cubicBezTo>
                      <a:pt x="0" y="6"/>
                      <a:pt x="0" y="6"/>
                      <a:pt x="1" y="6"/>
                    </a:cubicBezTo>
                    <a:cubicBezTo>
                      <a:pt x="2" y="6"/>
                      <a:pt x="2" y="6"/>
                      <a:pt x="2" y="6"/>
                    </a:cubicBezTo>
                    <a:cubicBezTo>
                      <a:pt x="2" y="6"/>
                      <a:pt x="3" y="5"/>
                      <a:pt x="3" y="4"/>
                    </a:cubicBezTo>
                    <a:cubicBezTo>
                      <a:pt x="3" y="3"/>
                      <a:pt x="3" y="3"/>
                      <a:pt x="3" y="3"/>
                    </a:cubicBezTo>
                    <a:cubicBezTo>
                      <a:pt x="3" y="3"/>
                      <a:pt x="3" y="3"/>
                      <a:pt x="3" y="3"/>
                    </a:cubicBezTo>
                    <a:cubicBezTo>
                      <a:pt x="3" y="2"/>
                      <a:pt x="4" y="1"/>
                      <a:pt x="5" y="1"/>
                    </a:cubicBezTo>
                    <a:cubicBezTo>
                      <a:pt x="5" y="1"/>
                      <a:pt x="6" y="1"/>
                      <a:pt x="6" y="1"/>
                    </a:cubicBezTo>
                    <a:cubicBezTo>
                      <a:pt x="7" y="2"/>
                      <a:pt x="7" y="2"/>
                      <a:pt x="7" y="2"/>
                    </a:cubicBezTo>
                    <a:cubicBezTo>
                      <a:pt x="7" y="1"/>
                      <a:pt x="8" y="1"/>
                      <a:pt x="9" y="1"/>
                    </a:cubicBezTo>
                    <a:cubicBezTo>
                      <a:pt x="9" y="0"/>
                      <a:pt x="9" y="0"/>
                      <a:pt x="9" y="0"/>
                    </a:cubicBezTo>
                    <a:cubicBezTo>
                      <a:pt x="9" y="0"/>
                      <a:pt x="10" y="0"/>
                      <a:pt x="10" y="0"/>
                    </a:cubicBezTo>
                    <a:cubicBezTo>
                      <a:pt x="11" y="0"/>
                      <a:pt x="12" y="0"/>
                      <a:pt x="13" y="0"/>
                    </a:cubicBezTo>
                    <a:cubicBezTo>
                      <a:pt x="13" y="0"/>
                      <a:pt x="13" y="0"/>
                      <a:pt x="13" y="1"/>
                    </a:cubicBezTo>
                    <a:cubicBezTo>
                      <a:pt x="13" y="2"/>
                      <a:pt x="13" y="2"/>
                      <a:pt x="13" y="2"/>
                    </a:cubicBezTo>
                    <a:cubicBezTo>
                      <a:pt x="14" y="2"/>
                      <a:pt x="15" y="3"/>
                      <a:pt x="15" y="3"/>
                    </a:cubicBezTo>
                    <a:cubicBezTo>
                      <a:pt x="16" y="3"/>
                      <a:pt x="16" y="3"/>
                      <a:pt x="16" y="3"/>
                    </a:cubicBezTo>
                    <a:cubicBezTo>
                      <a:pt x="16" y="2"/>
                      <a:pt x="17" y="2"/>
                      <a:pt x="17" y="2"/>
                    </a:cubicBezTo>
                    <a:cubicBezTo>
                      <a:pt x="17" y="3"/>
                      <a:pt x="18" y="4"/>
                      <a:pt x="18" y="4"/>
                    </a:cubicBezTo>
                    <a:cubicBezTo>
                      <a:pt x="18" y="5"/>
                      <a:pt x="18" y="5"/>
                      <a:pt x="19" y="5"/>
                    </a:cubicBezTo>
                    <a:cubicBezTo>
                      <a:pt x="19" y="5"/>
                      <a:pt x="19" y="5"/>
                      <a:pt x="19" y="5"/>
                    </a:cubicBezTo>
                    <a:cubicBezTo>
                      <a:pt x="19" y="5"/>
                      <a:pt x="19" y="5"/>
                      <a:pt x="19" y="6"/>
                    </a:cubicBezTo>
                    <a:cubicBezTo>
                      <a:pt x="19" y="6"/>
                      <a:pt x="19" y="6"/>
                      <a:pt x="19" y="6"/>
                    </a:cubicBezTo>
                    <a:cubicBezTo>
                      <a:pt x="19" y="6"/>
                      <a:pt x="18" y="7"/>
                      <a:pt x="18" y="7"/>
                    </a:cubicBezTo>
                    <a:cubicBezTo>
                      <a:pt x="18" y="7"/>
                      <a:pt x="18" y="7"/>
                      <a:pt x="18" y="7"/>
                    </a:cubicBezTo>
                    <a:cubicBezTo>
                      <a:pt x="18" y="7"/>
                      <a:pt x="18" y="7"/>
                      <a:pt x="18" y="7"/>
                    </a:cubicBezTo>
                    <a:cubicBezTo>
                      <a:pt x="18" y="7"/>
                      <a:pt x="18" y="6"/>
                      <a:pt x="18" y="6"/>
                    </a:cubicBezTo>
                    <a:cubicBezTo>
                      <a:pt x="17" y="6"/>
                      <a:pt x="17" y="6"/>
                      <a:pt x="17" y="6"/>
                    </a:cubicBezTo>
                    <a:cubicBezTo>
                      <a:pt x="18" y="7"/>
                      <a:pt x="18" y="8"/>
                      <a:pt x="18" y="9"/>
                    </a:cubicBezTo>
                    <a:cubicBezTo>
                      <a:pt x="19" y="9"/>
                      <a:pt x="19" y="9"/>
                      <a:pt x="19" y="9"/>
                    </a:cubicBezTo>
                    <a:cubicBezTo>
                      <a:pt x="20" y="9"/>
                      <a:pt x="20" y="9"/>
                      <a:pt x="20" y="10"/>
                    </a:cubicBezTo>
                    <a:cubicBezTo>
                      <a:pt x="20" y="11"/>
                      <a:pt x="20" y="12"/>
                      <a:pt x="19" y="13"/>
                    </a:cubicBezTo>
                    <a:cubicBezTo>
                      <a:pt x="19" y="13"/>
                      <a:pt x="19" y="13"/>
                      <a:pt x="19" y="13"/>
                    </a:cubicBezTo>
                    <a:cubicBezTo>
                      <a:pt x="17" y="13"/>
                      <a:pt x="17" y="13"/>
                      <a:pt x="17" y="14"/>
                    </a:cubicBezTo>
                    <a:cubicBezTo>
                      <a:pt x="17" y="14"/>
                      <a:pt x="16" y="15"/>
                      <a:pt x="16" y="15"/>
                    </a:cubicBezTo>
                    <a:cubicBezTo>
                      <a:pt x="17" y="16"/>
                      <a:pt x="17" y="16"/>
                      <a:pt x="17" y="16"/>
                    </a:cubicBezTo>
                    <a:cubicBezTo>
                      <a:pt x="17" y="16"/>
                      <a:pt x="17" y="17"/>
                      <a:pt x="17" y="17"/>
                    </a:cubicBezTo>
                    <a:cubicBezTo>
                      <a:pt x="16" y="18"/>
                      <a:pt x="15" y="18"/>
                      <a:pt x="14" y="19"/>
                    </a:cubicBezTo>
                    <a:cubicBezTo>
                      <a:pt x="14" y="19"/>
                      <a:pt x="14" y="19"/>
                      <a:pt x="14" y="19"/>
                    </a:cubicBezTo>
                    <a:cubicBezTo>
                      <a:pt x="13" y="17"/>
                      <a:pt x="13" y="17"/>
                      <a:pt x="13" y="17"/>
                    </a:cubicBezTo>
                    <a:cubicBezTo>
                      <a:pt x="12" y="18"/>
                      <a:pt x="11" y="18"/>
                      <a:pt x="10" y="18"/>
                    </a:cubicBezTo>
                    <a:cubicBezTo>
                      <a:pt x="10" y="19"/>
                      <a:pt x="10" y="19"/>
                      <a:pt x="10" y="19"/>
                    </a:cubicBezTo>
                    <a:cubicBezTo>
                      <a:pt x="10" y="20"/>
                      <a:pt x="10" y="20"/>
                      <a:pt x="10" y="20"/>
                    </a:cubicBezTo>
                    <a:close/>
                    <a:moveTo>
                      <a:pt x="7" y="19"/>
                    </a:moveTo>
                    <a:cubicBezTo>
                      <a:pt x="8" y="19"/>
                      <a:pt x="9" y="19"/>
                      <a:pt x="9" y="19"/>
                    </a:cubicBezTo>
                    <a:cubicBezTo>
                      <a:pt x="10" y="18"/>
                      <a:pt x="10" y="18"/>
                      <a:pt x="10" y="18"/>
                    </a:cubicBezTo>
                    <a:cubicBezTo>
                      <a:pt x="10" y="18"/>
                      <a:pt x="10" y="17"/>
                      <a:pt x="10" y="17"/>
                    </a:cubicBezTo>
                    <a:cubicBezTo>
                      <a:pt x="11" y="17"/>
                      <a:pt x="12" y="17"/>
                      <a:pt x="13" y="17"/>
                    </a:cubicBezTo>
                    <a:cubicBezTo>
                      <a:pt x="13" y="17"/>
                      <a:pt x="13" y="17"/>
                      <a:pt x="13" y="17"/>
                    </a:cubicBezTo>
                    <a:cubicBezTo>
                      <a:pt x="14" y="18"/>
                      <a:pt x="14" y="18"/>
                      <a:pt x="14" y="18"/>
                    </a:cubicBezTo>
                    <a:cubicBezTo>
                      <a:pt x="15" y="18"/>
                      <a:pt x="16" y="17"/>
                      <a:pt x="16" y="16"/>
                    </a:cubicBezTo>
                    <a:cubicBezTo>
                      <a:pt x="15" y="15"/>
                      <a:pt x="15" y="15"/>
                      <a:pt x="15" y="15"/>
                    </a:cubicBezTo>
                    <a:cubicBezTo>
                      <a:pt x="15" y="15"/>
                      <a:pt x="15" y="15"/>
                      <a:pt x="15" y="15"/>
                    </a:cubicBezTo>
                    <a:cubicBezTo>
                      <a:pt x="16" y="15"/>
                      <a:pt x="16" y="14"/>
                      <a:pt x="16" y="14"/>
                    </a:cubicBezTo>
                    <a:cubicBezTo>
                      <a:pt x="17" y="13"/>
                      <a:pt x="17" y="12"/>
                      <a:pt x="19" y="12"/>
                    </a:cubicBezTo>
                    <a:cubicBezTo>
                      <a:pt x="19" y="12"/>
                      <a:pt x="19" y="11"/>
                      <a:pt x="19" y="10"/>
                    </a:cubicBezTo>
                    <a:cubicBezTo>
                      <a:pt x="18" y="10"/>
                      <a:pt x="18" y="10"/>
                      <a:pt x="18" y="10"/>
                    </a:cubicBezTo>
                    <a:cubicBezTo>
                      <a:pt x="18" y="10"/>
                      <a:pt x="17" y="10"/>
                      <a:pt x="17" y="9"/>
                    </a:cubicBezTo>
                    <a:cubicBezTo>
                      <a:pt x="17" y="8"/>
                      <a:pt x="17" y="7"/>
                      <a:pt x="17" y="6"/>
                    </a:cubicBezTo>
                    <a:cubicBezTo>
                      <a:pt x="17" y="6"/>
                      <a:pt x="17" y="6"/>
                      <a:pt x="17" y="6"/>
                    </a:cubicBezTo>
                    <a:cubicBezTo>
                      <a:pt x="18" y="5"/>
                      <a:pt x="18" y="5"/>
                      <a:pt x="18" y="5"/>
                    </a:cubicBezTo>
                    <a:cubicBezTo>
                      <a:pt x="18" y="5"/>
                      <a:pt x="18" y="5"/>
                      <a:pt x="18" y="5"/>
                    </a:cubicBezTo>
                    <a:cubicBezTo>
                      <a:pt x="18" y="5"/>
                      <a:pt x="17" y="4"/>
                      <a:pt x="17" y="3"/>
                    </a:cubicBezTo>
                    <a:cubicBezTo>
                      <a:pt x="15" y="4"/>
                      <a:pt x="15" y="4"/>
                      <a:pt x="15" y="4"/>
                    </a:cubicBezTo>
                    <a:cubicBezTo>
                      <a:pt x="15" y="4"/>
                      <a:pt x="15" y="4"/>
                      <a:pt x="15" y="4"/>
                    </a:cubicBezTo>
                    <a:cubicBezTo>
                      <a:pt x="14" y="3"/>
                      <a:pt x="13" y="3"/>
                      <a:pt x="12" y="2"/>
                    </a:cubicBezTo>
                    <a:cubicBezTo>
                      <a:pt x="12" y="2"/>
                      <a:pt x="12" y="2"/>
                      <a:pt x="12" y="2"/>
                    </a:cubicBezTo>
                    <a:cubicBezTo>
                      <a:pt x="13" y="1"/>
                      <a:pt x="13" y="1"/>
                      <a:pt x="13" y="1"/>
                    </a:cubicBezTo>
                    <a:cubicBezTo>
                      <a:pt x="12" y="0"/>
                      <a:pt x="11" y="0"/>
                      <a:pt x="10" y="0"/>
                    </a:cubicBezTo>
                    <a:cubicBezTo>
                      <a:pt x="10" y="2"/>
                      <a:pt x="10" y="2"/>
                      <a:pt x="10" y="2"/>
                    </a:cubicBezTo>
                    <a:cubicBezTo>
                      <a:pt x="10" y="2"/>
                      <a:pt x="10" y="2"/>
                      <a:pt x="9" y="2"/>
                    </a:cubicBezTo>
                    <a:cubicBezTo>
                      <a:pt x="8" y="2"/>
                      <a:pt x="7" y="2"/>
                      <a:pt x="7" y="3"/>
                    </a:cubicBezTo>
                    <a:cubicBezTo>
                      <a:pt x="6" y="3"/>
                      <a:pt x="6" y="3"/>
                      <a:pt x="6" y="2"/>
                    </a:cubicBezTo>
                    <a:cubicBezTo>
                      <a:pt x="5" y="1"/>
                      <a:pt x="5" y="1"/>
                      <a:pt x="5" y="1"/>
                    </a:cubicBezTo>
                    <a:cubicBezTo>
                      <a:pt x="5" y="2"/>
                      <a:pt x="4" y="2"/>
                      <a:pt x="3" y="3"/>
                    </a:cubicBezTo>
                    <a:cubicBezTo>
                      <a:pt x="4" y="4"/>
                      <a:pt x="4" y="4"/>
                      <a:pt x="4" y="4"/>
                    </a:cubicBezTo>
                    <a:cubicBezTo>
                      <a:pt x="4" y="4"/>
                      <a:pt x="4" y="4"/>
                      <a:pt x="4" y="4"/>
                    </a:cubicBezTo>
                    <a:cubicBezTo>
                      <a:pt x="3" y="5"/>
                      <a:pt x="3" y="6"/>
                      <a:pt x="2" y="7"/>
                    </a:cubicBezTo>
                    <a:cubicBezTo>
                      <a:pt x="2" y="7"/>
                      <a:pt x="2" y="7"/>
                      <a:pt x="2" y="7"/>
                    </a:cubicBezTo>
                    <a:cubicBezTo>
                      <a:pt x="1" y="7"/>
                      <a:pt x="1" y="7"/>
                      <a:pt x="1" y="7"/>
                    </a:cubicBezTo>
                    <a:cubicBezTo>
                      <a:pt x="0" y="8"/>
                      <a:pt x="0" y="8"/>
                      <a:pt x="0" y="9"/>
                    </a:cubicBezTo>
                    <a:cubicBezTo>
                      <a:pt x="2" y="10"/>
                      <a:pt x="2" y="10"/>
                      <a:pt x="2" y="10"/>
                    </a:cubicBezTo>
                    <a:cubicBezTo>
                      <a:pt x="2" y="10"/>
                      <a:pt x="2" y="10"/>
                      <a:pt x="2" y="10"/>
                    </a:cubicBezTo>
                    <a:cubicBezTo>
                      <a:pt x="2" y="11"/>
                      <a:pt x="2" y="12"/>
                      <a:pt x="3" y="13"/>
                    </a:cubicBezTo>
                    <a:cubicBezTo>
                      <a:pt x="3" y="13"/>
                      <a:pt x="3" y="13"/>
                      <a:pt x="2" y="13"/>
                    </a:cubicBezTo>
                    <a:cubicBezTo>
                      <a:pt x="1" y="14"/>
                      <a:pt x="1" y="14"/>
                      <a:pt x="1" y="14"/>
                    </a:cubicBezTo>
                    <a:cubicBezTo>
                      <a:pt x="2" y="15"/>
                      <a:pt x="2" y="15"/>
                      <a:pt x="3" y="16"/>
                    </a:cubicBezTo>
                    <a:cubicBezTo>
                      <a:pt x="4" y="15"/>
                      <a:pt x="4" y="15"/>
                      <a:pt x="4" y="15"/>
                    </a:cubicBezTo>
                    <a:cubicBezTo>
                      <a:pt x="4" y="15"/>
                      <a:pt x="4" y="15"/>
                      <a:pt x="4" y="15"/>
                    </a:cubicBezTo>
                    <a:cubicBezTo>
                      <a:pt x="5" y="16"/>
                      <a:pt x="6" y="17"/>
                      <a:pt x="7" y="17"/>
                    </a:cubicBezTo>
                    <a:cubicBezTo>
                      <a:pt x="7" y="17"/>
                      <a:pt x="7" y="17"/>
                      <a:pt x="7" y="17"/>
                    </a:cubicBezTo>
                    <a:lnTo>
                      <a:pt x="7" y="19"/>
                    </a:lnTo>
                    <a:close/>
                    <a:moveTo>
                      <a:pt x="10" y="16"/>
                    </a:moveTo>
                    <a:cubicBezTo>
                      <a:pt x="8" y="16"/>
                      <a:pt x="6" y="15"/>
                      <a:pt x="5" y="13"/>
                    </a:cubicBezTo>
                    <a:cubicBezTo>
                      <a:pt x="3" y="11"/>
                      <a:pt x="3" y="7"/>
                      <a:pt x="6" y="5"/>
                    </a:cubicBezTo>
                    <a:cubicBezTo>
                      <a:pt x="9" y="2"/>
                      <a:pt x="13" y="4"/>
                      <a:pt x="15" y="6"/>
                    </a:cubicBezTo>
                    <a:cubicBezTo>
                      <a:pt x="16" y="8"/>
                      <a:pt x="17" y="12"/>
                      <a:pt x="14" y="14"/>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1" y="16"/>
                      <a:pt x="10" y="16"/>
                    </a:cubicBezTo>
                    <a:close/>
                    <a:moveTo>
                      <a:pt x="10" y="4"/>
                    </a:moveTo>
                    <a:cubicBezTo>
                      <a:pt x="9" y="4"/>
                      <a:pt x="7" y="4"/>
                      <a:pt x="6" y="5"/>
                    </a:cubicBezTo>
                    <a:cubicBezTo>
                      <a:pt x="3" y="7"/>
                      <a:pt x="4" y="11"/>
                      <a:pt x="5" y="13"/>
                    </a:cubicBezTo>
                    <a:cubicBezTo>
                      <a:pt x="7" y="15"/>
                      <a:pt x="10" y="16"/>
                      <a:pt x="13" y="14"/>
                    </a:cubicBezTo>
                    <a:cubicBezTo>
                      <a:pt x="13" y="14"/>
                      <a:pt x="13" y="14"/>
                      <a:pt x="13" y="14"/>
                    </a:cubicBezTo>
                    <a:cubicBezTo>
                      <a:pt x="13" y="14"/>
                      <a:pt x="13" y="14"/>
                      <a:pt x="13" y="14"/>
                    </a:cubicBezTo>
                    <a:cubicBezTo>
                      <a:pt x="16" y="12"/>
                      <a:pt x="16" y="9"/>
                      <a:pt x="14" y="6"/>
                    </a:cubicBezTo>
                    <a:cubicBezTo>
                      <a:pt x="13" y="5"/>
                      <a:pt x="11"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7" name="Freeform 408"/>
              <p:cNvSpPr>
                <a:spLocks noEditPoints="1"/>
              </p:cNvSpPr>
              <p:nvPr/>
            </p:nvSpPr>
            <p:spPr bwMode="auto">
              <a:xfrm>
                <a:off x="5060" y="3219"/>
                <a:ext cx="51" cy="46"/>
              </a:xfrm>
              <a:custGeom>
                <a:avLst/>
                <a:gdLst>
                  <a:gd name="T0" fmla="*/ 7 w 20"/>
                  <a:gd name="T1" fmla="*/ 18 h 18"/>
                  <a:gd name="T2" fmla="*/ 7 w 20"/>
                  <a:gd name="T3" fmla="*/ 16 h 18"/>
                  <a:gd name="T4" fmla="*/ 5 w 20"/>
                  <a:gd name="T5" fmla="*/ 15 h 18"/>
                  <a:gd name="T6" fmla="*/ 3 w 20"/>
                  <a:gd name="T7" fmla="*/ 15 h 18"/>
                  <a:gd name="T8" fmla="*/ 1 w 20"/>
                  <a:gd name="T9" fmla="*/ 12 h 18"/>
                  <a:gd name="T10" fmla="*/ 3 w 20"/>
                  <a:gd name="T11" fmla="*/ 15 h 18"/>
                  <a:gd name="T12" fmla="*/ 5 w 20"/>
                  <a:gd name="T13" fmla="*/ 14 h 18"/>
                  <a:gd name="T14" fmla="*/ 7 w 20"/>
                  <a:gd name="T15" fmla="*/ 16 h 18"/>
                  <a:gd name="T16" fmla="*/ 7 w 20"/>
                  <a:gd name="T17" fmla="*/ 17 h 18"/>
                  <a:gd name="T18" fmla="*/ 10 w 20"/>
                  <a:gd name="T19" fmla="*/ 17 h 18"/>
                  <a:gd name="T20" fmla="*/ 11 w 20"/>
                  <a:gd name="T21" fmla="*/ 16 h 18"/>
                  <a:gd name="T22" fmla="*/ 14 w 20"/>
                  <a:gd name="T23" fmla="*/ 16 h 18"/>
                  <a:gd name="T24" fmla="*/ 17 w 20"/>
                  <a:gd name="T25" fmla="*/ 15 h 18"/>
                  <a:gd name="T26" fmla="*/ 17 w 20"/>
                  <a:gd name="T27" fmla="*/ 13 h 18"/>
                  <a:gd name="T28" fmla="*/ 18 w 20"/>
                  <a:gd name="T29" fmla="*/ 14 h 18"/>
                  <a:gd name="T30" fmla="*/ 17 w 20"/>
                  <a:gd name="T31" fmla="*/ 15 h 18"/>
                  <a:gd name="T32" fmla="*/ 15 w 20"/>
                  <a:gd name="T33" fmla="*/ 17 h 18"/>
                  <a:gd name="T34" fmla="*/ 13 w 20"/>
                  <a:gd name="T35" fmla="*/ 16 h 18"/>
                  <a:gd name="T36" fmla="*/ 11 w 20"/>
                  <a:gd name="T37" fmla="*/ 17 h 18"/>
                  <a:gd name="T38" fmla="*/ 10 w 20"/>
                  <a:gd name="T39" fmla="*/ 18 h 18"/>
                  <a:gd name="T40" fmla="*/ 17 w 20"/>
                  <a:gd name="T41" fmla="*/ 13 h 18"/>
                  <a:gd name="T42" fmla="*/ 17 w 20"/>
                  <a:gd name="T43" fmla="*/ 12 h 18"/>
                  <a:gd name="T44" fmla="*/ 20 w 20"/>
                  <a:gd name="T45" fmla="*/ 10 h 18"/>
                  <a:gd name="T46" fmla="*/ 20 w 20"/>
                  <a:gd name="T47" fmla="*/ 10 h 18"/>
                  <a:gd name="T48" fmla="*/ 19 w 20"/>
                  <a:gd name="T49" fmla="*/ 12 h 18"/>
                  <a:gd name="T50" fmla="*/ 17 w 20"/>
                  <a:gd name="T51" fmla="*/ 13 h 18"/>
                  <a:gd name="T52" fmla="*/ 2 w 20"/>
                  <a:gd name="T53" fmla="*/ 11 h 18"/>
                  <a:gd name="T54" fmla="*/ 2 w 20"/>
                  <a:gd name="T55" fmla="*/ 9 h 18"/>
                  <a:gd name="T56" fmla="*/ 0 w 20"/>
                  <a:gd name="T57" fmla="*/ 8 h 18"/>
                  <a:gd name="T58" fmla="*/ 1 w 20"/>
                  <a:gd name="T59" fmla="*/ 4 h 18"/>
                  <a:gd name="T60" fmla="*/ 1 w 20"/>
                  <a:gd name="T61" fmla="*/ 8 h 18"/>
                  <a:gd name="T62" fmla="*/ 2 w 20"/>
                  <a:gd name="T63" fmla="*/ 9 h 18"/>
                  <a:gd name="T64" fmla="*/ 2 w 20"/>
                  <a:gd name="T65" fmla="*/ 11 h 18"/>
                  <a:gd name="T66" fmla="*/ 16 w 20"/>
                  <a:gd name="T67" fmla="*/ 9 h 18"/>
                  <a:gd name="T68" fmla="*/ 13 w 20"/>
                  <a:gd name="T69" fmla="*/ 3 h 18"/>
                  <a:gd name="T70" fmla="*/ 5 w 20"/>
                  <a:gd name="T71" fmla="*/ 6 h 18"/>
                  <a:gd name="T72" fmla="*/ 5 w 20"/>
                  <a:gd name="T73" fmla="*/ 5 h 18"/>
                  <a:gd name="T74" fmla="*/ 13 w 20"/>
                  <a:gd name="T75" fmla="*/ 3 h 18"/>
                  <a:gd name="T76" fmla="*/ 16 w 20"/>
                  <a:gd name="T77" fmla="*/ 9 h 18"/>
                  <a:gd name="T78" fmla="*/ 4 w 20"/>
                  <a:gd name="T79" fmla="*/ 2 h 18"/>
                  <a:gd name="T80" fmla="*/ 3 w 20"/>
                  <a:gd name="T81" fmla="*/ 1 h 18"/>
                  <a:gd name="T82" fmla="*/ 4 w 20"/>
                  <a:gd name="T83" fmla="*/ 0 h 18"/>
                  <a:gd name="T84" fmla="*/ 4 w 20"/>
                  <a:gd name="T85" fmla="*/ 0 h 18"/>
                  <a:gd name="T86" fmla="*/ 4 w 20"/>
                  <a:gd name="T87" fmla="*/ 1 h 18"/>
                  <a:gd name="T88" fmla="*/ 4 w 20"/>
                  <a:gd name="T8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18">
                    <a:moveTo>
                      <a:pt x="10" y="18"/>
                    </a:moveTo>
                    <a:cubicBezTo>
                      <a:pt x="9" y="18"/>
                      <a:pt x="8" y="18"/>
                      <a:pt x="7" y="18"/>
                    </a:cubicBezTo>
                    <a:cubicBezTo>
                      <a:pt x="7" y="18"/>
                      <a:pt x="7" y="18"/>
                      <a:pt x="7" y="18"/>
                    </a:cubicBezTo>
                    <a:cubicBezTo>
                      <a:pt x="7" y="17"/>
                      <a:pt x="7" y="17"/>
                      <a:pt x="7" y="16"/>
                    </a:cubicBezTo>
                    <a:cubicBezTo>
                      <a:pt x="7" y="16"/>
                      <a:pt x="7" y="16"/>
                      <a:pt x="7" y="16"/>
                    </a:cubicBezTo>
                    <a:cubicBezTo>
                      <a:pt x="6" y="16"/>
                      <a:pt x="5" y="15"/>
                      <a:pt x="5" y="15"/>
                    </a:cubicBezTo>
                    <a:cubicBezTo>
                      <a:pt x="3" y="15"/>
                      <a:pt x="3" y="15"/>
                      <a:pt x="3" y="15"/>
                    </a:cubicBezTo>
                    <a:cubicBezTo>
                      <a:pt x="3" y="16"/>
                      <a:pt x="3" y="16"/>
                      <a:pt x="3" y="15"/>
                    </a:cubicBezTo>
                    <a:cubicBezTo>
                      <a:pt x="2" y="15"/>
                      <a:pt x="2" y="14"/>
                      <a:pt x="1" y="13"/>
                    </a:cubicBezTo>
                    <a:cubicBezTo>
                      <a:pt x="1" y="13"/>
                      <a:pt x="1" y="12"/>
                      <a:pt x="1" y="12"/>
                    </a:cubicBezTo>
                    <a:cubicBezTo>
                      <a:pt x="1" y="12"/>
                      <a:pt x="2" y="12"/>
                      <a:pt x="2" y="12"/>
                    </a:cubicBezTo>
                    <a:cubicBezTo>
                      <a:pt x="2" y="13"/>
                      <a:pt x="3" y="14"/>
                      <a:pt x="3" y="15"/>
                    </a:cubicBezTo>
                    <a:cubicBezTo>
                      <a:pt x="4" y="14"/>
                      <a:pt x="4" y="14"/>
                      <a:pt x="4" y="14"/>
                    </a:cubicBezTo>
                    <a:cubicBezTo>
                      <a:pt x="5" y="14"/>
                      <a:pt x="5" y="14"/>
                      <a:pt x="5" y="14"/>
                    </a:cubicBezTo>
                    <a:cubicBezTo>
                      <a:pt x="6" y="15"/>
                      <a:pt x="6" y="15"/>
                      <a:pt x="7" y="16"/>
                    </a:cubicBezTo>
                    <a:cubicBezTo>
                      <a:pt x="7" y="16"/>
                      <a:pt x="7" y="16"/>
                      <a:pt x="7" y="16"/>
                    </a:cubicBezTo>
                    <a:cubicBezTo>
                      <a:pt x="7" y="16"/>
                      <a:pt x="7" y="16"/>
                      <a:pt x="7" y="16"/>
                    </a:cubicBezTo>
                    <a:cubicBezTo>
                      <a:pt x="7" y="17"/>
                      <a:pt x="7" y="17"/>
                      <a:pt x="7" y="17"/>
                    </a:cubicBezTo>
                    <a:cubicBezTo>
                      <a:pt x="8" y="18"/>
                      <a:pt x="9" y="18"/>
                      <a:pt x="10" y="18"/>
                    </a:cubicBezTo>
                    <a:cubicBezTo>
                      <a:pt x="10" y="18"/>
                      <a:pt x="10" y="17"/>
                      <a:pt x="10" y="17"/>
                    </a:cubicBezTo>
                    <a:cubicBezTo>
                      <a:pt x="10" y="17"/>
                      <a:pt x="10" y="17"/>
                      <a:pt x="10" y="16"/>
                    </a:cubicBezTo>
                    <a:cubicBezTo>
                      <a:pt x="10" y="16"/>
                      <a:pt x="10" y="16"/>
                      <a:pt x="11" y="16"/>
                    </a:cubicBezTo>
                    <a:cubicBezTo>
                      <a:pt x="12" y="16"/>
                      <a:pt x="12" y="16"/>
                      <a:pt x="13" y="16"/>
                    </a:cubicBezTo>
                    <a:cubicBezTo>
                      <a:pt x="14" y="15"/>
                      <a:pt x="14" y="15"/>
                      <a:pt x="14" y="16"/>
                    </a:cubicBezTo>
                    <a:cubicBezTo>
                      <a:pt x="15" y="17"/>
                      <a:pt x="15" y="17"/>
                      <a:pt x="15" y="17"/>
                    </a:cubicBezTo>
                    <a:cubicBezTo>
                      <a:pt x="15" y="16"/>
                      <a:pt x="16" y="16"/>
                      <a:pt x="17" y="15"/>
                    </a:cubicBezTo>
                    <a:cubicBezTo>
                      <a:pt x="17" y="15"/>
                      <a:pt x="17" y="14"/>
                      <a:pt x="17" y="14"/>
                    </a:cubicBezTo>
                    <a:cubicBezTo>
                      <a:pt x="17" y="14"/>
                      <a:pt x="17" y="14"/>
                      <a:pt x="17" y="13"/>
                    </a:cubicBezTo>
                    <a:cubicBezTo>
                      <a:pt x="17" y="13"/>
                      <a:pt x="17" y="13"/>
                      <a:pt x="18" y="13"/>
                    </a:cubicBezTo>
                    <a:cubicBezTo>
                      <a:pt x="18" y="13"/>
                      <a:pt x="18" y="13"/>
                      <a:pt x="18" y="14"/>
                    </a:cubicBezTo>
                    <a:cubicBezTo>
                      <a:pt x="18" y="14"/>
                      <a:pt x="18" y="14"/>
                      <a:pt x="18" y="14"/>
                    </a:cubicBezTo>
                    <a:cubicBezTo>
                      <a:pt x="18" y="15"/>
                      <a:pt x="18" y="15"/>
                      <a:pt x="17" y="15"/>
                    </a:cubicBezTo>
                    <a:cubicBezTo>
                      <a:pt x="17" y="15"/>
                      <a:pt x="17" y="15"/>
                      <a:pt x="17" y="15"/>
                    </a:cubicBezTo>
                    <a:cubicBezTo>
                      <a:pt x="16" y="16"/>
                      <a:pt x="16" y="17"/>
                      <a:pt x="15" y="17"/>
                    </a:cubicBezTo>
                    <a:cubicBezTo>
                      <a:pt x="14" y="17"/>
                      <a:pt x="14" y="17"/>
                      <a:pt x="14" y="17"/>
                    </a:cubicBezTo>
                    <a:cubicBezTo>
                      <a:pt x="13" y="16"/>
                      <a:pt x="13" y="16"/>
                      <a:pt x="13" y="16"/>
                    </a:cubicBezTo>
                    <a:cubicBezTo>
                      <a:pt x="13" y="17"/>
                      <a:pt x="12" y="17"/>
                      <a:pt x="11" y="17"/>
                    </a:cubicBezTo>
                    <a:cubicBezTo>
                      <a:pt x="11" y="17"/>
                      <a:pt x="11" y="17"/>
                      <a:pt x="11" y="17"/>
                    </a:cubicBezTo>
                    <a:cubicBezTo>
                      <a:pt x="11" y="18"/>
                      <a:pt x="11" y="18"/>
                      <a:pt x="10" y="18"/>
                    </a:cubicBezTo>
                    <a:cubicBezTo>
                      <a:pt x="10" y="18"/>
                      <a:pt x="10" y="18"/>
                      <a:pt x="10" y="18"/>
                    </a:cubicBezTo>
                    <a:close/>
                    <a:moveTo>
                      <a:pt x="17" y="13"/>
                    </a:moveTo>
                    <a:cubicBezTo>
                      <a:pt x="17" y="13"/>
                      <a:pt x="17" y="13"/>
                      <a:pt x="17" y="13"/>
                    </a:cubicBezTo>
                    <a:cubicBezTo>
                      <a:pt x="17" y="13"/>
                      <a:pt x="17" y="13"/>
                      <a:pt x="17" y="12"/>
                    </a:cubicBezTo>
                    <a:cubicBezTo>
                      <a:pt x="17" y="12"/>
                      <a:pt x="17" y="12"/>
                      <a:pt x="17" y="12"/>
                    </a:cubicBezTo>
                    <a:cubicBezTo>
                      <a:pt x="18" y="11"/>
                      <a:pt x="18" y="11"/>
                      <a:pt x="19" y="11"/>
                    </a:cubicBezTo>
                    <a:cubicBezTo>
                      <a:pt x="19" y="11"/>
                      <a:pt x="19" y="10"/>
                      <a:pt x="20" y="10"/>
                    </a:cubicBezTo>
                    <a:cubicBezTo>
                      <a:pt x="20" y="10"/>
                      <a:pt x="20" y="9"/>
                      <a:pt x="20" y="9"/>
                    </a:cubicBezTo>
                    <a:cubicBezTo>
                      <a:pt x="20" y="10"/>
                      <a:pt x="20" y="10"/>
                      <a:pt x="20" y="10"/>
                    </a:cubicBezTo>
                    <a:cubicBezTo>
                      <a:pt x="20" y="11"/>
                      <a:pt x="20" y="11"/>
                      <a:pt x="20" y="12"/>
                    </a:cubicBezTo>
                    <a:cubicBezTo>
                      <a:pt x="20" y="12"/>
                      <a:pt x="19" y="12"/>
                      <a:pt x="19" y="12"/>
                    </a:cubicBezTo>
                    <a:cubicBezTo>
                      <a:pt x="18" y="12"/>
                      <a:pt x="18" y="12"/>
                      <a:pt x="18" y="12"/>
                    </a:cubicBezTo>
                    <a:cubicBezTo>
                      <a:pt x="18" y="12"/>
                      <a:pt x="18" y="13"/>
                      <a:pt x="17" y="13"/>
                    </a:cubicBezTo>
                    <a:cubicBezTo>
                      <a:pt x="17" y="13"/>
                      <a:pt x="17" y="13"/>
                      <a:pt x="17" y="13"/>
                    </a:cubicBezTo>
                    <a:close/>
                    <a:moveTo>
                      <a:pt x="2" y="11"/>
                    </a:moveTo>
                    <a:cubicBezTo>
                      <a:pt x="2" y="11"/>
                      <a:pt x="2" y="11"/>
                      <a:pt x="2" y="11"/>
                    </a:cubicBezTo>
                    <a:cubicBezTo>
                      <a:pt x="2" y="10"/>
                      <a:pt x="2" y="9"/>
                      <a:pt x="2" y="9"/>
                    </a:cubicBezTo>
                    <a:cubicBezTo>
                      <a:pt x="0" y="9"/>
                      <a:pt x="0" y="9"/>
                      <a:pt x="0" y="9"/>
                    </a:cubicBezTo>
                    <a:cubicBezTo>
                      <a:pt x="0" y="9"/>
                      <a:pt x="0" y="8"/>
                      <a:pt x="0" y="8"/>
                    </a:cubicBezTo>
                    <a:cubicBezTo>
                      <a:pt x="0" y="7"/>
                      <a:pt x="1" y="5"/>
                      <a:pt x="1" y="4"/>
                    </a:cubicBezTo>
                    <a:cubicBezTo>
                      <a:pt x="1" y="4"/>
                      <a:pt x="1" y="3"/>
                      <a:pt x="1" y="4"/>
                    </a:cubicBezTo>
                    <a:cubicBezTo>
                      <a:pt x="2" y="4"/>
                      <a:pt x="2" y="4"/>
                      <a:pt x="2" y="4"/>
                    </a:cubicBezTo>
                    <a:cubicBezTo>
                      <a:pt x="1" y="5"/>
                      <a:pt x="1" y="7"/>
                      <a:pt x="1" y="8"/>
                    </a:cubicBezTo>
                    <a:cubicBezTo>
                      <a:pt x="2" y="8"/>
                      <a:pt x="2" y="8"/>
                      <a:pt x="2" y="8"/>
                    </a:cubicBezTo>
                    <a:cubicBezTo>
                      <a:pt x="2" y="8"/>
                      <a:pt x="2" y="8"/>
                      <a:pt x="2" y="9"/>
                    </a:cubicBezTo>
                    <a:cubicBezTo>
                      <a:pt x="2" y="9"/>
                      <a:pt x="3" y="10"/>
                      <a:pt x="3" y="10"/>
                    </a:cubicBezTo>
                    <a:cubicBezTo>
                      <a:pt x="3" y="11"/>
                      <a:pt x="3" y="11"/>
                      <a:pt x="2" y="11"/>
                    </a:cubicBezTo>
                    <a:cubicBezTo>
                      <a:pt x="2" y="11"/>
                      <a:pt x="2" y="11"/>
                      <a:pt x="2" y="11"/>
                    </a:cubicBezTo>
                    <a:close/>
                    <a:moveTo>
                      <a:pt x="16" y="9"/>
                    </a:moveTo>
                    <a:cubicBezTo>
                      <a:pt x="16" y="9"/>
                      <a:pt x="16" y="9"/>
                      <a:pt x="16" y="9"/>
                    </a:cubicBezTo>
                    <a:cubicBezTo>
                      <a:pt x="16" y="7"/>
                      <a:pt x="15" y="5"/>
                      <a:pt x="13" y="3"/>
                    </a:cubicBezTo>
                    <a:cubicBezTo>
                      <a:pt x="12" y="3"/>
                      <a:pt x="9" y="2"/>
                      <a:pt x="7" y="4"/>
                    </a:cubicBezTo>
                    <a:cubicBezTo>
                      <a:pt x="6" y="4"/>
                      <a:pt x="6" y="5"/>
                      <a:pt x="5" y="6"/>
                    </a:cubicBezTo>
                    <a:cubicBezTo>
                      <a:pt x="5" y="6"/>
                      <a:pt x="5" y="6"/>
                      <a:pt x="5" y="6"/>
                    </a:cubicBezTo>
                    <a:cubicBezTo>
                      <a:pt x="5" y="6"/>
                      <a:pt x="5" y="5"/>
                      <a:pt x="5" y="5"/>
                    </a:cubicBezTo>
                    <a:cubicBezTo>
                      <a:pt x="5" y="5"/>
                      <a:pt x="6" y="4"/>
                      <a:pt x="7" y="3"/>
                    </a:cubicBezTo>
                    <a:cubicBezTo>
                      <a:pt x="9" y="2"/>
                      <a:pt x="11" y="2"/>
                      <a:pt x="13" y="3"/>
                    </a:cubicBezTo>
                    <a:cubicBezTo>
                      <a:pt x="15" y="4"/>
                      <a:pt x="17" y="7"/>
                      <a:pt x="16" y="9"/>
                    </a:cubicBezTo>
                    <a:cubicBezTo>
                      <a:pt x="16" y="9"/>
                      <a:pt x="16" y="9"/>
                      <a:pt x="16" y="9"/>
                    </a:cubicBezTo>
                    <a:close/>
                    <a:moveTo>
                      <a:pt x="4" y="3"/>
                    </a:moveTo>
                    <a:cubicBezTo>
                      <a:pt x="4" y="3"/>
                      <a:pt x="4" y="3"/>
                      <a:pt x="4" y="2"/>
                    </a:cubicBezTo>
                    <a:cubicBezTo>
                      <a:pt x="3" y="2"/>
                      <a:pt x="3" y="2"/>
                      <a:pt x="3" y="2"/>
                    </a:cubicBezTo>
                    <a:cubicBezTo>
                      <a:pt x="3" y="2"/>
                      <a:pt x="3" y="1"/>
                      <a:pt x="3" y="1"/>
                    </a:cubicBezTo>
                    <a:cubicBezTo>
                      <a:pt x="3" y="1"/>
                      <a:pt x="3" y="1"/>
                      <a:pt x="3"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2"/>
                      <a:pt x="4" y="2"/>
                      <a:pt x="4" y="2"/>
                    </a:cubicBezTo>
                    <a:cubicBezTo>
                      <a:pt x="4" y="2"/>
                      <a:pt x="4" y="2"/>
                      <a:pt x="4" y="2"/>
                    </a:cubicBezTo>
                    <a:cubicBezTo>
                      <a:pt x="4" y="3"/>
                      <a:pt x="4"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8" name="Freeform 409"/>
              <p:cNvSpPr>
                <a:spLocks/>
              </p:cNvSpPr>
              <p:nvPr/>
            </p:nvSpPr>
            <p:spPr bwMode="auto">
              <a:xfrm>
                <a:off x="5063" y="3247"/>
                <a:ext cx="2"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0"/>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99" name="Freeform 410"/>
              <p:cNvSpPr>
                <a:spLocks/>
              </p:cNvSpPr>
              <p:nvPr/>
            </p:nvSpPr>
            <p:spPr bwMode="auto">
              <a:xfrm>
                <a:off x="5063" y="3288"/>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0" name="Freeform 411"/>
              <p:cNvSpPr>
                <a:spLocks/>
              </p:cNvSpPr>
              <p:nvPr/>
            </p:nvSpPr>
            <p:spPr bwMode="auto">
              <a:xfrm>
                <a:off x="5076" y="3308"/>
                <a:ext cx="2" cy="5"/>
              </a:xfrm>
              <a:custGeom>
                <a:avLst/>
                <a:gdLst>
                  <a:gd name="T0" fmla="*/ 0 w 1"/>
                  <a:gd name="T1" fmla="*/ 2 h 2"/>
                  <a:gd name="T2" fmla="*/ 0 w 1"/>
                  <a:gd name="T3" fmla="*/ 1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1"/>
                    </a:cubicBezTo>
                    <a:cubicBezTo>
                      <a:pt x="0" y="1"/>
                      <a:pt x="0" y="1"/>
                      <a:pt x="0" y="1"/>
                    </a:cubicBezTo>
                    <a:cubicBezTo>
                      <a:pt x="0" y="1"/>
                      <a:pt x="1"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1" name="Freeform 412"/>
              <p:cNvSpPr>
                <a:spLocks/>
              </p:cNvSpPr>
              <p:nvPr/>
            </p:nvSpPr>
            <p:spPr bwMode="auto">
              <a:xfrm>
                <a:off x="5078" y="330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2" name="Freeform 413"/>
              <p:cNvSpPr>
                <a:spLocks/>
              </p:cNvSpPr>
              <p:nvPr/>
            </p:nvSpPr>
            <p:spPr bwMode="auto">
              <a:xfrm>
                <a:off x="5078" y="330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1" y="1"/>
                      <a:pt x="1" y="1"/>
                      <a:pt x="1" y="0"/>
                    </a:cubicBezTo>
                    <a:cubicBezTo>
                      <a:pt x="1" y="0"/>
                      <a:pt x="1" y="0"/>
                      <a:pt x="1" y="0"/>
                    </a:cubicBezTo>
                    <a:cubicBezTo>
                      <a:pt x="1" y="0"/>
                      <a:pt x="1" y="0"/>
                      <a:pt x="1" y="1"/>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3" name="Freeform 414"/>
              <p:cNvSpPr>
                <a:spLocks/>
              </p:cNvSpPr>
              <p:nvPr/>
            </p:nvSpPr>
            <p:spPr bwMode="auto">
              <a:xfrm>
                <a:off x="5081" y="3310"/>
                <a:ext cx="2"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1"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4" name="Freeform 415"/>
              <p:cNvSpPr>
                <a:spLocks/>
              </p:cNvSpPr>
              <p:nvPr/>
            </p:nvSpPr>
            <p:spPr bwMode="auto">
              <a:xfrm>
                <a:off x="5068" y="3300"/>
                <a:ext cx="2" cy="5"/>
              </a:xfrm>
              <a:custGeom>
                <a:avLst/>
                <a:gdLst>
                  <a:gd name="T0" fmla="*/ 0 w 1"/>
                  <a:gd name="T1" fmla="*/ 2 h 2"/>
                  <a:gd name="T2" fmla="*/ 0 w 1"/>
                  <a:gd name="T3" fmla="*/ 2 h 2"/>
                  <a:gd name="T4" fmla="*/ 0 w 1"/>
                  <a:gd name="T5" fmla="*/ 1 h 2"/>
                  <a:gd name="T6" fmla="*/ 0 w 1"/>
                  <a:gd name="T7" fmla="*/ 1 h 2"/>
                  <a:gd name="T8" fmla="*/ 1 w 1"/>
                  <a:gd name="T9" fmla="*/ 0 h 2"/>
                  <a:gd name="T10" fmla="*/ 1 w 1"/>
                  <a:gd name="T11" fmla="*/ 1 h 2"/>
                  <a:gd name="T12" fmla="*/ 1 w 1"/>
                  <a:gd name="T13" fmla="*/ 1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1"/>
                      <a:pt x="0" y="1"/>
                    </a:cubicBezTo>
                    <a:cubicBezTo>
                      <a:pt x="0" y="1"/>
                      <a:pt x="0" y="1"/>
                      <a:pt x="0" y="1"/>
                    </a:cubicBezTo>
                    <a:cubicBezTo>
                      <a:pt x="0" y="0"/>
                      <a:pt x="0" y="0"/>
                      <a:pt x="1" y="0"/>
                    </a:cubicBezTo>
                    <a:cubicBezTo>
                      <a:pt x="1" y="0"/>
                      <a:pt x="1" y="1"/>
                      <a:pt x="1" y="1"/>
                    </a:cubicBezTo>
                    <a:cubicBezTo>
                      <a:pt x="1" y="1"/>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5" name="Freeform 416"/>
              <p:cNvSpPr>
                <a:spLocks/>
              </p:cNvSpPr>
              <p:nvPr/>
            </p:nvSpPr>
            <p:spPr bwMode="auto">
              <a:xfrm>
                <a:off x="5076" y="3308"/>
                <a:ext cx="2" cy="5"/>
              </a:xfrm>
              <a:custGeom>
                <a:avLst/>
                <a:gdLst>
                  <a:gd name="T0" fmla="*/ 0 w 1"/>
                  <a:gd name="T1" fmla="*/ 2 h 2"/>
                  <a:gd name="T2" fmla="*/ 0 w 1"/>
                  <a:gd name="T3" fmla="*/ 1 h 2"/>
                  <a:gd name="T4" fmla="*/ 0 w 1"/>
                  <a:gd name="T5" fmla="*/ 1 h 2"/>
                  <a:gd name="T6" fmla="*/ 0 w 1"/>
                  <a:gd name="T7" fmla="*/ 0 h 2"/>
                  <a:gd name="T8" fmla="*/ 0 w 1"/>
                  <a:gd name="T9" fmla="*/ 0 h 2"/>
                  <a:gd name="T10" fmla="*/ 1 w 1"/>
                  <a:gd name="T11" fmla="*/ 0 h 2"/>
                  <a:gd name="T12" fmla="*/ 1 w 1"/>
                  <a:gd name="T13" fmla="*/ 0 h 2"/>
                  <a:gd name="T14" fmla="*/ 1 w 1"/>
                  <a:gd name="T15" fmla="*/ 1 h 2"/>
                  <a:gd name="T16" fmla="*/ 0 w 1"/>
                  <a:gd name="T17" fmla="*/ 1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1"/>
                    </a:cubicBezTo>
                    <a:cubicBezTo>
                      <a:pt x="0" y="1"/>
                      <a:pt x="0" y="1"/>
                      <a:pt x="0" y="1"/>
                    </a:cubicBezTo>
                    <a:cubicBezTo>
                      <a:pt x="0" y="1"/>
                      <a:pt x="0" y="1"/>
                      <a:pt x="0" y="0"/>
                    </a:cubicBezTo>
                    <a:cubicBezTo>
                      <a:pt x="0" y="0"/>
                      <a:pt x="0" y="0"/>
                      <a:pt x="0" y="0"/>
                    </a:cubicBezTo>
                    <a:cubicBezTo>
                      <a:pt x="0" y="0"/>
                      <a:pt x="0" y="0"/>
                      <a:pt x="1" y="0"/>
                    </a:cubicBezTo>
                    <a:cubicBezTo>
                      <a:pt x="1" y="0"/>
                      <a:pt x="1" y="0"/>
                      <a:pt x="1" y="0"/>
                    </a:cubicBezTo>
                    <a:cubicBezTo>
                      <a:pt x="1" y="0"/>
                      <a:pt x="1" y="0"/>
                      <a:pt x="1" y="1"/>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6" name="Freeform 417"/>
              <p:cNvSpPr>
                <a:spLocks/>
              </p:cNvSpPr>
              <p:nvPr/>
            </p:nvSpPr>
            <p:spPr bwMode="auto">
              <a:xfrm>
                <a:off x="5101" y="3282"/>
                <a:ext cx="2" cy="3"/>
              </a:xfrm>
              <a:custGeom>
                <a:avLst/>
                <a:gdLst>
                  <a:gd name="T0" fmla="*/ 0 w 1"/>
                  <a:gd name="T1" fmla="*/ 1 h 1"/>
                  <a:gd name="T2" fmla="*/ 0 w 1"/>
                  <a:gd name="T3" fmla="*/ 1 h 1"/>
                  <a:gd name="T4" fmla="*/ 0 w 1"/>
                  <a:gd name="T5" fmla="*/ 1 h 1"/>
                  <a:gd name="T6" fmla="*/ 1 w 1"/>
                  <a:gd name="T7" fmla="*/ 1 h 1"/>
                  <a:gd name="T8" fmla="*/ 1 w 1"/>
                  <a:gd name="T9" fmla="*/ 1 h 1"/>
                  <a:gd name="T10" fmla="*/ 1 w 1"/>
                  <a:gd name="T11" fmla="*/ 1 h 1"/>
                  <a:gd name="T12" fmla="*/ 1 w 1"/>
                  <a:gd name="T13" fmla="*/ 1 h 1"/>
                  <a:gd name="T14" fmla="*/ 1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1"/>
                      <a:pt x="0" y="1"/>
                      <a:pt x="1" y="1"/>
                    </a:cubicBezTo>
                    <a:cubicBezTo>
                      <a:pt x="1" y="1"/>
                      <a:pt x="1" y="1"/>
                      <a:pt x="1" y="1"/>
                    </a:cubicBezTo>
                    <a:cubicBezTo>
                      <a:pt x="1" y="0"/>
                      <a:pt x="1" y="1"/>
                      <a:pt x="1" y="1"/>
                    </a:cubicBezTo>
                    <a:cubicBezTo>
                      <a:pt x="1" y="1"/>
                      <a:pt x="1" y="1"/>
                      <a:pt x="1" y="1"/>
                    </a:cubicBezTo>
                    <a:cubicBezTo>
                      <a:pt x="1" y="1"/>
                      <a:pt x="1" y="1"/>
                      <a:pt x="1" y="1"/>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7" name="Freeform 418"/>
              <p:cNvSpPr>
                <a:spLocks/>
              </p:cNvSpPr>
              <p:nvPr/>
            </p:nvSpPr>
            <p:spPr bwMode="auto">
              <a:xfrm>
                <a:off x="5091" y="3308"/>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0" y="0"/>
                      <a:pt x="1" y="0"/>
                      <a:pt x="1" y="0"/>
                    </a:cubicBezTo>
                    <a:cubicBezTo>
                      <a:pt x="1" y="0"/>
                      <a:pt x="1" y="0"/>
                      <a:pt x="1" y="0"/>
                    </a:cubicBezTo>
                    <a:cubicBezTo>
                      <a:pt x="1" y="0"/>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8" name="Freeform 419"/>
              <p:cNvSpPr>
                <a:spLocks/>
              </p:cNvSpPr>
              <p:nvPr/>
            </p:nvSpPr>
            <p:spPr bwMode="auto">
              <a:xfrm>
                <a:off x="5088" y="3305"/>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0"/>
                      <a:pt x="1" y="1"/>
                      <a:pt x="1" y="1"/>
                    </a:cubicBezTo>
                    <a:cubicBezTo>
                      <a:pt x="1" y="1"/>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09" name="Freeform 420"/>
              <p:cNvSpPr>
                <a:spLocks/>
              </p:cNvSpPr>
              <p:nvPr/>
            </p:nvSpPr>
            <p:spPr bwMode="auto">
              <a:xfrm>
                <a:off x="5070" y="3300"/>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0" y="0"/>
                    </a:cubicBezTo>
                    <a:cubicBezTo>
                      <a:pt x="0" y="0"/>
                      <a:pt x="1" y="0"/>
                      <a:pt x="1" y="0"/>
                    </a:cubicBezTo>
                    <a:cubicBezTo>
                      <a:pt x="1" y="0"/>
                      <a:pt x="1"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0" name="Freeform 421"/>
              <p:cNvSpPr>
                <a:spLocks/>
              </p:cNvSpPr>
              <p:nvPr/>
            </p:nvSpPr>
            <p:spPr bwMode="auto">
              <a:xfrm>
                <a:off x="5065" y="3288"/>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1" name="Freeform 422"/>
              <p:cNvSpPr>
                <a:spLocks/>
              </p:cNvSpPr>
              <p:nvPr/>
            </p:nvSpPr>
            <p:spPr bwMode="auto">
              <a:xfrm>
                <a:off x="5065" y="3288"/>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2" name="Freeform 423"/>
              <p:cNvSpPr>
                <a:spLocks/>
              </p:cNvSpPr>
              <p:nvPr/>
            </p:nvSpPr>
            <p:spPr bwMode="auto">
              <a:xfrm>
                <a:off x="5065" y="3288"/>
                <a:ext cx="3" cy="5"/>
              </a:xfrm>
              <a:custGeom>
                <a:avLst/>
                <a:gdLst>
                  <a:gd name="T0" fmla="*/ 0 w 1"/>
                  <a:gd name="T1" fmla="*/ 2 h 2"/>
                  <a:gd name="T2" fmla="*/ 0 w 1"/>
                  <a:gd name="T3" fmla="*/ 2 h 2"/>
                  <a:gd name="T4" fmla="*/ 0 w 1"/>
                  <a:gd name="T5" fmla="*/ 2 h 2"/>
                  <a:gd name="T6" fmla="*/ 0 w 1"/>
                  <a:gd name="T7" fmla="*/ 1 h 2"/>
                  <a:gd name="T8" fmla="*/ 1 w 1"/>
                  <a:gd name="T9" fmla="*/ 1 h 2"/>
                  <a:gd name="T10" fmla="*/ 1 w 1"/>
                  <a:gd name="T11" fmla="*/ 1 h 2"/>
                  <a:gd name="T12" fmla="*/ 1 w 1"/>
                  <a:gd name="T13" fmla="*/ 1 h 2"/>
                  <a:gd name="T14" fmla="*/ 0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2"/>
                      <a:pt x="0" y="2"/>
                    </a:cubicBezTo>
                    <a:cubicBezTo>
                      <a:pt x="0" y="1"/>
                      <a:pt x="0" y="1"/>
                      <a:pt x="0" y="1"/>
                    </a:cubicBezTo>
                    <a:cubicBezTo>
                      <a:pt x="1" y="1"/>
                      <a:pt x="1" y="1"/>
                      <a:pt x="1" y="1"/>
                    </a:cubicBezTo>
                    <a:cubicBezTo>
                      <a:pt x="1" y="0"/>
                      <a:pt x="1" y="0"/>
                      <a:pt x="1" y="1"/>
                    </a:cubicBezTo>
                    <a:cubicBezTo>
                      <a:pt x="1" y="1"/>
                      <a:pt x="1" y="1"/>
                      <a:pt x="1" y="1"/>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3" name="Freeform 424"/>
              <p:cNvSpPr>
                <a:spLocks/>
              </p:cNvSpPr>
              <p:nvPr/>
            </p:nvSpPr>
            <p:spPr bwMode="auto">
              <a:xfrm>
                <a:off x="5065" y="3298"/>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4" name="Freeform 425"/>
              <p:cNvSpPr>
                <a:spLocks/>
              </p:cNvSpPr>
              <p:nvPr/>
            </p:nvSpPr>
            <p:spPr bwMode="auto">
              <a:xfrm>
                <a:off x="5065" y="3300"/>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5" name="Freeform 426"/>
              <p:cNvSpPr>
                <a:spLocks/>
              </p:cNvSpPr>
              <p:nvPr/>
            </p:nvSpPr>
            <p:spPr bwMode="auto">
              <a:xfrm>
                <a:off x="5070" y="3300"/>
                <a:ext cx="3" cy="3"/>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1"/>
                      <a:pt x="1" y="1"/>
                      <a:pt x="1" y="0"/>
                    </a:cubicBezTo>
                    <a:cubicBezTo>
                      <a:pt x="1" y="0"/>
                      <a:pt x="1" y="0"/>
                      <a:pt x="1" y="0"/>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6" name="Freeform 427"/>
              <p:cNvSpPr>
                <a:spLocks/>
              </p:cNvSpPr>
              <p:nvPr/>
            </p:nvSpPr>
            <p:spPr bwMode="auto">
              <a:xfrm>
                <a:off x="5070" y="3303"/>
                <a:ext cx="6" cy="2"/>
              </a:xfrm>
              <a:custGeom>
                <a:avLst/>
                <a:gdLst>
                  <a:gd name="T0" fmla="*/ 1 w 2"/>
                  <a:gd name="T1" fmla="*/ 1 h 1"/>
                  <a:gd name="T2" fmla="*/ 1 w 2"/>
                  <a:gd name="T3" fmla="*/ 1 h 1"/>
                  <a:gd name="T4" fmla="*/ 1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1"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7" name="Freeform 428"/>
              <p:cNvSpPr>
                <a:spLocks/>
              </p:cNvSpPr>
              <p:nvPr/>
            </p:nvSpPr>
            <p:spPr bwMode="auto">
              <a:xfrm>
                <a:off x="5073" y="3303"/>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8" name="Freeform 429"/>
              <p:cNvSpPr>
                <a:spLocks/>
              </p:cNvSpPr>
              <p:nvPr/>
            </p:nvSpPr>
            <p:spPr bwMode="auto">
              <a:xfrm>
                <a:off x="5083" y="3305"/>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0" y="2"/>
                      <a:pt x="0" y="2"/>
                      <a:pt x="0" y="2"/>
                    </a:cubicBezTo>
                    <a:cubicBezTo>
                      <a:pt x="0" y="2"/>
                      <a:pt x="0" y="1"/>
                      <a:pt x="0" y="1"/>
                    </a:cubicBezTo>
                    <a:cubicBezTo>
                      <a:pt x="1" y="1"/>
                      <a:pt x="1" y="1"/>
                      <a:pt x="1" y="0"/>
                    </a:cubicBezTo>
                    <a:cubicBezTo>
                      <a:pt x="2"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9" name="Freeform 430"/>
              <p:cNvSpPr>
                <a:spLocks/>
              </p:cNvSpPr>
              <p:nvPr/>
            </p:nvSpPr>
            <p:spPr bwMode="auto">
              <a:xfrm>
                <a:off x="5086" y="3305"/>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0" name="Freeform 431"/>
              <p:cNvSpPr>
                <a:spLocks/>
              </p:cNvSpPr>
              <p:nvPr/>
            </p:nvSpPr>
            <p:spPr bwMode="auto">
              <a:xfrm>
                <a:off x="5076" y="3275"/>
                <a:ext cx="7" cy="7"/>
              </a:xfrm>
              <a:custGeom>
                <a:avLst/>
                <a:gdLst>
                  <a:gd name="T0" fmla="*/ 0 w 3"/>
                  <a:gd name="T1" fmla="*/ 3 h 3"/>
                  <a:gd name="T2" fmla="*/ 0 w 3"/>
                  <a:gd name="T3" fmla="*/ 3 h 3"/>
                  <a:gd name="T4" fmla="*/ 0 w 3"/>
                  <a:gd name="T5" fmla="*/ 3 h 3"/>
                  <a:gd name="T6" fmla="*/ 2 w 3"/>
                  <a:gd name="T7" fmla="*/ 1 h 3"/>
                  <a:gd name="T8" fmla="*/ 3 w 3"/>
                  <a:gd name="T9" fmla="*/ 1 h 3"/>
                  <a:gd name="T10" fmla="*/ 3 w 3"/>
                  <a:gd name="T11" fmla="*/ 1 h 3"/>
                  <a:gd name="T12" fmla="*/ 0 w 3"/>
                  <a:gd name="T13" fmla="*/ 3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cubicBezTo>
                      <a:pt x="0" y="3"/>
                      <a:pt x="0" y="3"/>
                      <a:pt x="0" y="3"/>
                    </a:cubicBezTo>
                    <a:cubicBezTo>
                      <a:pt x="0" y="3"/>
                      <a:pt x="0" y="3"/>
                      <a:pt x="0" y="3"/>
                    </a:cubicBezTo>
                    <a:cubicBezTo>
                      <a:pt x="1" y="2"/>
                      <a:pt x="1" y="1"/>
                      <a:pt x="2" y="1"/>
                    </a:cubicBezTo>
                    <a:cubicBezTo>
                      <a:pt x="2" y="0"/>
                      <a:pt x="2" y="0"/>
                      <a:pt x="3" y="1"/>
                    </a:cubicBezTo>
                    <a:cubicBezTo>
                      <a:pt x="3" y="1"/>
                      <a:pt x="3" y="1"/>
                      <a:pt x="3" y="1"/>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1" name="Freeform 432"/>
              <p:cNvSpPr>
                <a:spLocks/>
              </p:cNvSpPr>
              <p:nvPr/>
            </p:nvSpPr>
            <p:spPr bwMode="auto">
              <a:xfrm>
                <a:off x="5078" y="3275"/>
                <a:ext cx="8" cy="5"/>
              </a:xfrm>
              <a:custGeom>
                <a:avLst/>
                <a:gdLst>
                  <a:gd name="T0" fmla="*/ 0 w 3"/>
                  <a:gd name="T1" fmla="*/ 2 h 2"/>
                  <a:gd name="T2" fmla="*/ 0 w 3"/>
                  <a:gd name="T3" fmla="*/ 2 h 2"/>
                  <a:gd name="T4" fmla="*/ 0 w 3"/>
                  <a:gd name="T5" fmla="*/ 2 h 2"/>
                  <a:gd name="T6" fmla="*/ 2 w 3"/>
                  <a:gd name="T7" fmla="*/ 0 h 2"/>
                  <a:gd name="T8" fmla="*/ 2 w 3"/>
                  <a:gd name="T9" fmla="*/ 0 h 2"/>
                  <a:gd name="T10" fmla="*/ 2 w 3"/>
                  <a:gd name="T11" fmla="*/ 1 h 2"/>
                  <a:gd name="T12" fmla="*/ 1 w 3"/>
                  <a:gd name="T13" fmla="*/ 2 h 2"/>
                  <a:gd name="T14" fmla="*/ 0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2"/>
                    </a:moveTo>
                    <a:cubicBezTo>
                      <a:pt x="0" y="2"/>
                      <a:pt x="0" y="2"/>
                      <a:pt x="0" y="2"/>
                    </a:cubicBezTo>
                    <a:cubicBezTo>
                      <a:pt x="0" y="2"/>
                      <a:pt x="0" y="2"/>
                      <a:pt x="0" y="2"/>
                    </a:cubicBezTo>
                    <a:cubicBezTo>
                      <a:pt x="2" y="0"/>
                      <a:pt x="2" y="0"/>
                      <a:pt x="2" y="0"/>
                    </a:cubicBezTo>
                    <a:cubicBezTo>
                      <a:pt x="2" y="0"/>
                      <a:pt x="2" y="0"/>
                      <a:pt x="2" y="0"/>
                    </a:cubicBezTo>
                    <a:cubicBezTo>
                      <a:pt x="3" y="1"/>
                      <a:pt x="3" y="1"/>
                      <a:pt x="2"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2" name="Freeform 433"/>
              <p:cNvSpPr>
                <a:spLocks/>
              </p:cNvSpPr>
              <p:nvPr/>
            </p:nvSpPr>
            <p:spPr bwMode="auto">
              <a:xfrm>
                <a:off x="5083" y="3275"/>
                <a:ext cx="5" cy="5"/>
              </a:xfrm>
              <a:custGeom>
                <a:avLst/>
                <a:gdLst>
                  <a:gd name="T0" fmla="*/ 0 w 2"/>
                  <a:gd name="T1" fmla="*/ 2 h 2"/>
                  <a:gd name="T2" fmla="*/ 0 w 2"/>
                  <a:gd name="T3" fmla="*/ 2 h 2"/>
                  <a:gd name="T4" fmla="*/ 0 w 2"/>
                  <a:gd name="T5" fmla="*/ 2 h 2"/>
                  <a:gd name="T6" fmla="*/ 2 w 2"/>
                  <a:gd name="T7" fmla="*/ 0 h 2"/>
                  <a:gd name="T8" fmla="*/ 2 w 2"/>
                  <a:gd name="T9" fmla="*/ 0 h 2"/>
                  <a:gd name="T10" fmla="*/ 2 w 2"/>
                  <a:gd name="T11" fmla="*/ 1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2" y="0"/>
                    </a:cubicBezTo>
                    <a:cubicBezTo>
                      <a:pt x="2" y="0"/>
                      <a:pt x="2" y="0"/>
                      <a:pt x="2" y="0"/>
                    </a:cubicBezTo>
                    <a:cubicBezTo>
                      <a:pt x="2" y="1"/>
                      <a:pt x="2" y="1"/>
                      <a:pt x="2" y="1"/>
                    </a:cubicBezTo>
                    <a:cubicBezTo>
                      <a:pt x="1" y="1"/>
                      <a:pt x="1"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3" name="Freeform 434"/>
              <p:cNvSpPr>
                <a:spLocks/>
              </p:cNvSpPr>
              <p:nvPr/>
            </p:nvSpPr>
            <p:spPr bwMode="auto">
              <a:xfrm>
                <a:off x="5086" y="3277"/>
                <a:ext cx="5" cy="3"/>
              </a:xfrm>
              <a:custGeom>
                <a:avLst/>
                <a:gdLst>
                  <a:gd name="T0" fmla="*/ 1 w 2"/>
                  <a:gd name="T1" fmla="*/ 1 h 1"/>
                  <a:gd name="T2" fmla="*/ 0 w 2"/>
                  <a:gd name="T3" fmla="*/ 1 h 1"/>
                  <a:gd name="T4" fmla="*/ 0 w 2"/>
                  <a:gd name="T5" fmla="*/ 1 h 1"/>
                  <a:gd name="T6" fmla="*/ 1 w 2"/>
                  <a:gd name="T7" fmla="*/ 0 h 1"/>
                  <a:gd name="T8" fmla="*/ 2 w 2"/>
                  <a:gd name="T9" fmla="*/ 0 h 1"/>
                  <a:gd name="T10" fmla="*/ 2 w 2"/>
                  <a:gd name="T11" fmla="*/ 0 h 1"/>
                  <a:gd name="T12" fmla="*/ 2 w 2"/>
                  <a:gd name="T13" fmla="*/ 0 h 1"/>
                  <a:gd name="T14" fmla="*/ 1 w 2"/>
                  <a:gd name="T15" fmla="*/ 1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1" y="1"/>
                      <a:pt x="0" y="1"/>
                    </a:cubicBezTo>
                    <a:cubicBezTo>
                      <a:pt x="0" y="1"/>
                      <a:pt x="0" y="1"/>
                      <a:pt x="0" y="1"/>
                    </a:cubicBezTo>
                    <a:cubicBezTo>
                      <a:pt x="1" y="1"/>
                      <a:pt x="1" y="0"/>
                      <a:pt x="1"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4" name="Freeform 435"/>
              <p:cNvSpPr>
                <a:spLocks/>
              </p:cNvSpPr>
              <p:nvPr/>
            </p:nvSpPr>
            <p:spPr bwMode="auto">
              <a:xfrm>
                <a:off x="5088" y="3280"/>
                <a:ext cx="5" cy="2"/>
              </a:xfrm>
              <a:custGeom>
                <a:avLst/>
                <a:gdLst>
                  <a:gd name="T0" fmla="*/ 1 w 2"/>
                  <a:gd name="T1" fmla="*/ 1 h 1"/>
                  <a:gd name="T2" fmla="*/ 0 w 2"/>
                  <a:gd name="T3" fmla="*/ 1 h 1"/>
                  <a:gd name="T4" fmla="*/ 0 w 2"/>
                  <a:gd name="T5" fmla="*/ 0 h 1"/>
                  <a:gd name="T6" fmla="*/ 1 w 2"/>
                  <a:gd name="T7" fmla="*/ 0 h 1"/>
                  <a:gd name="T8" fmla="*/ 2 w 2"/>
                  <a:gd name="T9" fmla="*/ 0 h 1"/>
                  <a:gd name="T10" fmla="*/ 2 w 2"/>
                  <a:gd name="T11" fmla="*/ 0 h 1"/>
                  <a:gd name="T12" fmla="*/ 2 w 2"/>
                  <a:gd name="T13" fmla="*/ 0 h 1"/>
                  <a:gd name="T14" fmla="*/ 2 w 2"/>
                  <a:gd name="T15" fmla="*/ 0 h 1"/>
                  <a:gd name="T16" fmla="*/ 1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0" y="1"/>
                      <a:pt x="0" y="1"/>
                      <a:pt x="0" y="1"/>
                    </a:cubicBezTo>
                    <a:cubicBezTo>
                      <a:pt x="0" y="1"/>
                      <a:pt x="0" y="0"/>
                      <a:pt x="0"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5" name="Freeform 436"/>
              <p:cNvSpPr>
                <a:spLocks/>
              </p:cNvSpPr>
              <p:nvPr/>
            </p:nvSpPr>
            <p:spPr bwMode="auto">
              <a:xfrm>
                <a:off x="5091" y="3282"/>
                <a:ext cx="5" cy="3"/>
              </a:xfrm>
              <a:custGeom>
                <a:avLst/>
                <a:gdLst>
                  <a:gd name="T0" fmla="*/ 0 w 2"/>
                  <a:gd name="T1" fmla="*/ 1 h 1"/>
                  <a:gd name="T2" fmla="*/ 0 w 2"/>
                  <a:gd name="T3" fmla="*/ 0 h 1"/>
                  <a:gd name="T4" fmla="*/ 0 w 2"/>
                  <a:gd name="T5" fmla="*/ 0 h 1"/>
                  <a:gd name="T6" fmla="*/ 2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0"/>
                    </a:cubicBezTo>
                    <a:cubicBezTo>
                      <a:pt x="0" y="0"/>
                      <a:pt x="0" y="0"/>
                      <a:pt x="0" y="0"/>
                    </a:cubicBezTo>
                    <a:cubicBezTo>
                      <a:pt x="1" y="0"/>
                      <a:pt x="1" y="0"/>
                      <a:pt x="2" y="0"/>
                    </a:cubicBezTo>
                    <a:cubicBezTo>
                      <a:pt x="2" y="0"/>
                      <a:pt x="2" y="0"/>
                      <a:pt x="2" y="0"/>
                    </a:cubicBezTo>
                    <a:cubicBezTo>
                      <a:pt x="2" y="0"/>
                      <a:pt x="2" y="0"/>
                      <a:pt x="2" y="0"/>
                    </a:cubicBezTo>
                    <a:cubicBezTo>
                      <a:pt x="1" y="0"/>
                      <a:pt x="1" y="0"/>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6" name="Freeform 437"/>
              <p:cNvSpPr>
                <a:spLocks/>
              </p:cNvSpPr>
              <p:nvPr/>
            </p:nvSpPr>
            <p:spPr bwMode="auto">
              <a:xfrm>
                <a:off x="5093" y="3285"/>
                <a:ext cx="3" cy="0"/>
              </a:xfrm>
              <a:custGeom>
                <a:avLst/>
                <a:gdLst>
                  <a:gd name="T0" fmla="*/ 0 w 1"/>
                  <a:gd name="T1" fmla="*/ 0 w 1"/>
                  <a:gd name="T2" fmla="*/ 0 w 1"/>
                  <a:gd name="T3" fmla="*/ 1 w 1"/>
                  <a:gd name="T4" fmla="*/ 1 w 1"/>
                  <a:gd name="T5" fmla="*/ 1 w 1"/>
                  <a:gd name="T6" fmla="*/ 0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7" name="Freeform 438"/>
              <p:cNvSpPr>
                <a:spLocks/>
              </p:cNvSpPr>
              <p:nvPr/>
            </p:nvSpPr>
            <p:spPr bwMode="auto">
              <a:xfrm>
                <a:off x="5093" y="3288"/>
                <a:ext cx="5" cy="0"/>
              </a:xfrm>
              <a:custGeom>
                <a:avLst/>
                <a:gdLst>
                  <a:gd name="T0" fmla="*/ 1 w 2"/>
                  <a:gd name="T1" fmla="*/ 0 w 2"/>
                  <a:gd name="T2" fmla="*/ 1 w 2"/>
                  <a:gd name="T3" fmla="*/ 1 w 2"/>
                  <a:gd name="T4" fmla="*/ 2 w 2"/>
                  <a:gd name="T5" fmla="*/ 2 w 2"/>
                  <a:gd name="T6" fmla="*/ 1 w 2"/>
                  <a:gd name="T7" fmla="*/ 1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1" y="0"/>
                    </a:moveTo>
                    <a:cubicBezTo>
                      <a:pt x="1" y="0"/>
                      <a:pt x="1" y="0"/>
                      <a:pt x="0" y="0"/>
                    </a:cubicBezTo>
                    <a:cubicBezTo>
                      <a:pt x="0" y="0"/>
                      <a:pt x="0" y="0"/>
                      <a:pt x="1" y="0"/>
                    </a:cubicBezTo>
                    <a:cubicBezTo>
                      <a:pt x="1" y="0"/>
                      <a:pt x="1" y="0"/>
                      <a:pt x="1" y="0"/>
                    </a:cubicBezTo>
                    <a:cubicBezTo>
                      <a:pt x="1" y="0"/>
                      <a:pt x="2" y="0"/>
                      <a:pt x="2" y="0"/>
                    </a:cubicBezTo>
                    <a:cubicBezTo>
                      <a:pt x="2" y="0"/>
                      <a:pt x="2" y="0"/>
                      <a:pt x="2"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8" name="Freeform 439"/>
              <p:cNvSpPr>
                <a:spLocks/>
              </p:cNvSpPr>
              <p:nvPr/>
            </p:nvSpPr>
            <p:spPr bwMode="auto">
              <a:xfrm>
                <a:off x="5096" y="3288"/>
                <a:ext cx="2" cy="2"/>
              </a:xfrm>
              <a:custGeom>
                <a:avLst/>
                <a:gdLst>
                  <a:gd name="T0" fmla="*/ 0 w 1"/>
                  <a:gd name="T1" fmla="*/ 1 h 1"/>
                  <a:gd name="T2" fmla="*/ 0 w 1"/>
                  <a:gd name="T3" fmla="*/ 1 h 1"/>
                  <a:gd name="T4" fmla="*/ 0 w 1"/>
                  <a:gd name="T5" fmla="*/ 0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cubicBezTo>
                      <a:pt x="0" y="1"/>
                      <a:pt x="0" y="1"/>
                      <a:pt x="0" y="1"/>
                    </a:cubicBezTo>
                    <a:cubicBezTo>
                      <a:pt x="0" y="1"/>
                      <a:pt x="0" y="0"/>
                      <a:pt x="0" y="0"/>
                    </a:cubicBezTo>
                    <a:cubicBezTo>
                      <a:pt x="0" y="0"/>
                      <a:pt x="0" y="0"/>
                      <a:pt x="0"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29" name="Freeform 440"/>
              <p:cNvSpPr>
                <a:spLocks/>
              </p:cNvSpPr>
              <p:nvPr/>
            </p:nvSpPr>
            <p:spPr bwMode="auto">
              <a:xfrm>
                <a:off x="5096" y="3290"/>
                <a:ext cx="2" cy="0"/>
              </a:xfrm>
              <a:custGeom>
                <a:avLst/>
                <a:gdLst>
                  <a:gd name="T0" fmla="*/ 0 w 1"/>
                  <a:gd name="T1" fmla="*/ 0 w 1"/>
                  <a:gd name="T2" fmla="*/ 0 w 1"/>
                  <a:gd name="T3" fmla="*/ 0 w 1"/>
                  <a:gd name="T4" fmla="*/ 0 w 1"/>
                  <a:gd name="T5" fmla="*/ 1 w 1"/>
                  <a:gd name="T6" fmla="*/ 0 w 1"/>
                  <a:gd name="T7" fmla="*/ 0 w 1"/>
                  <a:gd name="T8" fmla="*/ 0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1" y="0"/>
                    </a:cubicBezTo>
                    <a:cubicBezTo>
                      <a:pt x="1" y="0"/>
                      <a:pt x="1"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0" name="Freeform 441"/>
              <p:cNvSpPr>
                <a:spLocks/>
              </p:cNvSpPr>
              <p:nvPr/>
            </p:nvSpPr>
            <p:spPr bwMode="auto">
              <a:xfrm>
                <a:off x="5101" y="3295"/>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0" y="1"/>
                      <a:pt x="1" y="1"/>
                    </a:cubicBezTo>
                    <a:cubicBezTo>
                      <a:pt x="1" y="1"/>
                      <a:pt x="1" y="0"/>
                      <a:pt x="1" y="1"/>
                    </a:cubicBezTo>
                    <a:cubicBezTo>
                      <a:pt x="1" y="1"/>
                      <a:pt x="1" y="1"/>
                      <a:pt x="1" y="1"/>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1" name="Freeform 442"/>
              <p:cNvSpPr>
                <a:spLocks/>
              </p:cNvSpPr>
              <p:nvPr/>
            </p:nvSpPr>
            <p:spPr bwMode="auto">
              <a:xfrm>
                <a:off x="5093" y="3305"/>
                <a:ext cx="3" cy="5"/>
              </a:xfrm>
              <a:custGeom>
                <a:avLst/>
                <a:gdLst>
                  <a:gd name="T0" fmla="*/ 0 w 1"/>
                  <a:gd name="T1" fmla="*/ 2 h 2"/>
                  <a:gd name="T2" fmla="*/ 0 w 1"/>
                  <a:gd name="T3" fmla="*/ 2 h 2"/>
                  <a:gd name="T4" fmla="*/ 0 w 1"/>
                  <a:gd name="T5" fmla="*/ 2 h 2"/>
                  <a:gd name="T6" fmla="*/ 0 w 1"/>
                  <a:gd name="T7" fmla="*/ 2 h 2"/>
                  <a:gd name="T8" fmla="*/ 1 w 1"/>
                  <a:gd name="T9" fmla="*/ 0 h 2"/>
                  <a:gd name="T10" fmla="*/ 1 w 1"/>
                  <a:gd name="T11" fmla="*/ 0 h 2"/>
                  <a:gd name="T12" fmla="*/ 1 w 1"/>
                  <a:gd name="T13" fmla="*/ 0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2" name="Freeform 443"/>
              <p:cNvSpPr>
                <a:spLocks/>
              </p:cNvSpPr>
              <p:nvPr/>
            </p:nvSpPr>
            <p:spPr bwMode="auto">
              <a:xfrm>
                <a:off x="5065" y="3290"/>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1 h 2"/>
                  <a:gd name="T14" fmla="*/ 1 w 1"/>
                  <a:gd name="T15" fmla="*/ 2 h 2"/>
                  <a:gd name="T16" fmla="*/ 1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1"/>
                      <a:pt x="1" y="1"/>
                    </a:cubicBezTo>
                    <a:cubicBezTo>
                      <a:pt x="1" y="1"/>
                      <a:pt x="1" y="2"/>
                      <a:pt x="1" y="2"/>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3" name="Freeform 444"/>
              <p:cNvSpPr>
                <a:spLocks/>
              </p:cNvSpPr>
              <p:nvPr/>
            </p:nvSpPr>
            <p:spPr bwMode="auto">
              <a:xfrm>
                <a:off x="5065" y="3293"/>
                <a:ext cx="3" cy="2"/>
              </a:xfrm>
              <a:custGeom>
                <a:avLst/>
                <a:gdLst>
                  <a:gd name="T0" fmla="*/ 1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0" y="1"/>
                    </a:cubicBezTo>
                    <a:cubicBezTo>
                      <a:pt x="0" y="1"/>
                      <a:pt x="0" y="1"/>
                      <a:pt x="0"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4" name="Freeform 445"/>
              <p:cNvSpPr>
                <a:spLocks noEditPoints="1"/>
              </p:cNvSpPr>
              <p:nvPr/>
            </p:nvSpPr>
            <p:spPr bwMode="auto">
              <a:xfrm>
                <a:off x="5063" y="3267"/>
                <a:ext cx="43" cy="43"/>
              </a:xfrm>
              <a:custGeom>
                <a:avLst/>
                <a:gdLst>
                  <a:gd name="T0" fmla="*/ 5 w 17"/>
                  <a:gd name="T1" fmla="*/ 16 h 17"/>
                  <a:gd name="T2" fmla="*/ 5 w 17"/>
                  <a:gd name="T3" fmla="*/ 15 h 17"/>
                  <a:gd name="T4" fmla="*/ 3 w 17"/>
                  <a:gd name="T5" fmla="*/ 14 h 17"/>
                  <a:gd name="T6" fmla="*/ 1 w 17"/>
                  <a:gd name="T7" fmla="*/ 12 h 17"/>
                  <a:gd name="T8" fmla="*/ 2 w 17"/>
                  <a:gd name="T9" fmla="*/ 11 h 17"/>
                  <a:gd name="T10" fmla="*/ 1 w 17"/>
                  <a:gd name="T11" fmla="*/ 8 h 17"/>
                  <a:gd name="T12" fmla="*/ 1 w 17"/>
                  <a:gd name="T13" fmla="*/ 5 h 17"/>
                  <a:gd name="T14" fmla="*/ 2 w 17"/>
                  <a:gd name="T15" fmla="*/ 5 h 17"/>
                  <a:gd name="T16" fmla="*/ 3 w 17"/>
                  <a:gd name="T17" fmla="*/ 3 h 17"/>
                  <a:gd name="T18" fmla="*/ 6 w 17"/>
                  <a:gd name="T19" fmla="*/ 1 h 17"/>
                  <a:gd name="T20" fmla="*/ 7 w 17"/>
                  <a:gd name="T21" fmla="*/ 2 h 17"/>
                  <a:gd name="T22" fmla="*/ 9 w 17"/>
                  <a:gd name="T23" fmla="*/ 0 h 17"/>
                  <a:gd name="T24" fmla="*/ 12 w 17"/>
                  <a:gd name="T25" fmla="*/ 1 h 17"/>
                  <a:gd name="T26" fmla="*/ 12 w 17"/>
                  <a:gd name="T27" fmla="*/ 2 h 17"/>
                  <a:gd name="T28" fmla="*/ 15 w 17"/>
                  <a:gd name="T29" fmla="*/ 3 h 17"/>
                  <a:gd name="T30" fmla="*/ 16 w 17"/>
                  <a:gd name="T31" fmla="*/ 5 h 17"/>
                  <a:gd name="T32" fmla="*/ 16 w 17"/>
                  <a:gd name="T33" fmla="*/ 5 h 17"/>
                  <a:gd name="T34" fmla="*/ 16 w 17"/>
                  <a:gd name="T35" fmla="*/ 6 h 17"/>
                  <a:gd name="T36" fmla="*/ 16 w 17"/>
                  <a:gd name="T37" fmla="*/ 7 h 17"/>
                  <a:gd name="T38" fmla="*/ 16 w 17"/>
                  <a:gd name="T39" fmla="*/ 9 h 17"/>
                  <a:gd name="T40" fmla="*/ 17 w 17"/>
                  <a:gd name="T41" fmla="*/ 9 h 17"/>
                  <a:gd name="T42" fmla="*/ 16 w 17"/>
                  <a:gd name="T43" fmla="*/ 12 h 17"/>
                  <a:gd name="T44" fmla="*/ 14 w 17"/>
                  <a:gd name="T45" fmla="*/ 13 h 17"/>
                  <a:gd name="T46" fmla="*/ 14 w 17"/>
                  <a:gd name="T47" fmla="*/ 15 h 17"/>
                  <a:gd name="T48" fmla="*/ 11 w 17"/>
                  <a:gd name="T49" fmla="*/ 16 h 17"/>
                  <a:gd name="T50" fmla="*/ 9 w 17"/>
                  <a:gd name="T51" fmla="*/ 16 h 17"/>
                  <a:gd name="T52" fmla="*/ 8 w 17"/>
                  <a:gd name="T53" fmla="*/ 17 h 17"/>
                  <a:gd name="T54" fmla="*/ 8 w 17"/>
                  <a:gd name="T55" fmla="*/ 16 h 17"/>
                  <a:gd name="T56" fmla="*/ 8 w 17"/>
                  <a:gd name="T57" fmla="*/ 15 h 17"/>
                  <a:gd name="T58" fmla="*/ 11 w 17"/>
                  <a:gd name="T59" fmla="*/ 15 h 17"/>
                  <a:gd name="T60" fmla="*/ 14 w 17"/>
                  <a:gd name="T61" fmla="*/ 15 h 17"/>
                  <a:gd name="T62" fmla="*/ 13 w 17"/>
                  <a:gd name="T63" fmla="*/ 13 h 17"/>
                  <a:gd name="T64" fmla="*/ 16 w 17"/>
                  <a:gd name="T65" fmla="*/ 11 h 17"/>
                  <a:gd name="T66" fmla="*/ 15 w 17"/>
                  <a:gd name="T67" fmla="*/ 9 h 17"/>
                  <a:gd name="T68" fmla="*/ 15 w 17"/>
                  <a:gd name="T69" fmla="*/ 6 h 17"/>
                  <a:gd name="T70" fmla="*/ 16 w 17"/>
                  <a:gd name="T71" fmla="*/ 5 h 17"/>
                  <a:gd name="T72" fmla="*/ 15 w 17"/>
                  <a:gd name="T73" fmla="*/ 4 h 17"/>
                  <a:gd name="T74" fmla="*/ 13 w 17"/>
                  <a:gd name="T75" fmla="*/ 4 h 17"/>
                  <a:gd name="T76" fmla="*/ 11 w 17"/>
                  <a:gd name="T77" fmla="*/ 2 h 17"/>
                  <a:gd name="T78" fmla="*/ 9 w 17"/>
                  <a:gd name="T79" fmla="*/ 1 h 17"/>
                  <a:gd name="T80" fmla="*/ 9 w 17"/>
                  <a:gd name="T81" fmla="*/ 2 h 17"/>
                  <a:gd name="T82" fmla="*/ 6 w 17"/>
                  <a:gd name="T83" fmla="*/ 2 h 17"/>
                  <a:gd name="T84" fmla="*/ 4 w 17"/>
                  <a:gd name="T85" fmla="*/ 2 h 17"/>
                  <a:gd name="T86" fmla="*/ 4 w 17"/>
                  <a:gd name="T87" fmla="*/ 4 h 17"/>
                  <a:gd name="T88" fmla="*/ 2 w 17"/>
                  <a:gd name="T89" fmla="*/ 6 h 17"/>
                  <a:gd name="T90" fmla="*/ 1 w 17"/>
                  <a:gd name="T91" fmla="*/ 8 h 17"/>
                  <a:gd name="T92" fmla="*/ 2 w 17"/>
                  <a:gd name="T93" fmla="*/ 8 h 17"/>
                  <a:gd name="T94" fmla="*/ 2 w 17"/>
                  <a:gd name="T95" fmla="*/ 11 h 17"/>
                  <a:gd name="T96" fmla="*/ 3 w 17"/>
                  <a:gd name="T97" fmla="*/ 13 h 17"/>
                  <a:gd name="T98" fmla="*/ 4 w 17"/>
                  <a:gd name="T99" fmla="*/ 13 h 17"/>
                  <a:gd name="T100" fmla="*/ 6 w 17"/>
                  <a:gd name="T101" fmla="*/ 15 h 17"/>
                  <a:gd name="T102" fmla="*/ 15 w 17"/>
                  <a:gd name="T103" fmla="*/ 6 h 17"/>
                  <a:gd name="T104" fmla="*/ 16 w 17"/>
                  <a:gd name="T105" fmla="*/ 6 h 17"/>
                  <a:gd name="T106" fmla="*/ 9 w 17"/>
                  <a:gd name="T107" fmla="*/ 14 h 17"/>
                  <a:gd name="T108" fmla="*/ 6 w 17"/>
                  <a:gd name="T109" fmla="*/ 4 h 17"/>
                  <a:gd name="T110" fmla="*/ 12 w 17"/>
                  <a:gd name="T111" fmla="*/ 13 h 17"/>
                  <a:gd name="T112" fmla="*/ 11 w 17"/>
                  <a:gd name="T113" fmla="*/ 13 h 17"/>
                  <a:gd name="T114" fmla="*/ 11 w 17"/>
                  <a:gd name="T115" fmla="*/ 13 h 17"/>
                  <a:gd name="T116" fmla="*/ 9 w 17"/>
                  <a:gd name="T117" fmla="*/ 4 h 17"/>
                  <a:gd name="T118" fmla="*/ 5 w 17"/>
                  <a:gd name="T119" fmla="*/ 11 h 17"/>
                  <a:gd name="T120" fmla="*/ 11 w 17"/>
                  <a:gd name="T121" fmla="*/ 12 h 17"/>
                  <a:gd name="T122" fmla="*/ 12 w 17"/>
                  <a:gd name="T12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17">
                    <a:moveTo>
                      <a:pt x="8" y="17"/>
                    </a:moveTo>
                    <a:cubicBezTo>
                      <a:pt x="7" y="17"/>
                      <a:pt x="6" y="17"/>
                      <a:pt x="5" y="16"/>
                    </a:cubicBezTo>
                    <a:cubicBezTo>
                      <a:pt x="5" y="16"/>
                      <a:pt x="5" y="16"/>
                      <a:pt x="5" y="16"/>
                    </a:cubicBezTo>
                    <a:cubicBezTo>
                      <a:pt x="5" y="15"/>
                      <a:pt x="5" y="15"/>
                      <a:pt x="5" y="15"/>
                    </a:cubicBezTo>
                    <a:cubicBezTo>
                      <a:pt x="5" y="14"/>
                      <a:pt x="4" y="14"/>
                      <a:pt x="4" y="13"/>
                    </a:cubicBezTo>
                    <a:cubicBezTo>
                      <a:pt x="3" y="14"/>
                      <a:pt x="3" y="14"/>
                      <a:pt x="3" y="14"/>
                    </a:cubicBezTo>
                    <a:cubicBezTo>
                      <a:pt x="3" y="14"/>
                      <a:pt x="2" y="14"/>
                      <a:pt x="2" y="14"/>
                    </a:cubicBezTo>
                    <a:cubicBezTo>
                      <a:pt x="2" y="13"/>
                      <a:pt x="1" y="12"/>
                      <a:pt x="1" y="12"/>
                    </a:cubicBezTo>
                    <a:cubicBezTo>
                      <a:pt x="1" y="11"/>
                      <a:pt x="1" y="11"/>
                      <a:pt x="1" y="11"/>
                    </a:cubicBezTo>
                    <a:cubicBezTo>
                      <a:pt x="2" y="11"/>
                      <a:pt x="2" y="11"/>
                      <a:pt x="2" y="11"/>
                    </a:cubicBezTo>
                    <a:cubicBezTo>
                      <a:pt x="2" y="10"/>
                      <a:pt x="2" y="9"/>
                      <a:pt x="2" y="8"/>
                    </a:cubicBezTo>
                    <a:cubicBezTo>
                      <a:pt x="1" y="8"/>
                      <a:pt x="1" y="8"/>
                      <a:pt x="1" y="8"/>
                    </a:cubicBezTo>
                    <a:cubicBezTo>
                      <a:pt x="0" y="8"/>
                      <a:pt x="0" y="8"/>
                      <a:pt x="0" y="8"/>
                    </a:cubicBezTo>
                    <a:cubicBezTo>
                      <a:pt x="0" y="7"/>
                      <a:pt x="1" y="6"/>
                      <a:pt x="1" y="5"/>
                    </a:cubicBezTo>
                    <a:cubicBezTo>
                      <a:pt x="1" y="5"/>
                      <a:pt x="1" y="5"/>
                      <a:pt x="1" y="5"/>
                    </a:cubicBezTo>
                    <a:cubicBezTo>
                      <a:pt x="2" y="5"/>
                      <a:pt x="2" y="5"/>
                      <a:pt x="2" y="5"/>
                    </a:cubicBezTo>
                    <a:cubicBezTo>
                      <a:pt x="3" y="5"/>
                      <a:pt x="3" y="4"/>
                      <a:pt x="4" y="3"/>
                    </a:cubicBezTo>
                    <a:cubicBezTo>
                      <a:pt x="3" y="3"/>
                      <a:pt x="3" y="3"/>
                      <a:pt x="3" y="3"/>
                    </a:cubicBezTo>
                    <a:cubicBezTo>
                      <a:pt x="3" y="2"/>
                      <a:pt x="3" y="2"/>
                      <a:pt x="3" y="2"/>
                    </a:cubicBezTo>
                    <a:cubicBezTo>
                      <a:pt x="4" y="2"/>
                      <a:pt x="5" y="1"/>
                      <a:pt x="6" y="1"/>
                    </a:cubicBezTo>
                    <a:cubicBezTo>
                      <a:pt x="6" y="1"/>
                      <a:pt x="6" y="1"/>
                      <a:pt x="6" y="1"/>
                    </a:cubicBezTo>
                    <a:cubicBezTo>
                      <a:pt x="7" y="2"/>
                      <a:pt x="7" y="2"/>
                      <a:pt x="7" y="2"/>
                    </a:cubicBezTo>
                    <a:cubicBezTo>
                      <a:pt x="7" y="2"/>
                      <a:pt x="8" y="1"/>
                      <a:pt x="9" y="1"/>
                    </a:cubicBezTo>
                    <a:cubicBezTo>
                      <a:pt x="9" y="0"/>
                      <a:pt x="9" y="0"/>
                      <a:pt x="9" y="0"/>
                    </a:cubicBezTo>
                    <a:cubicBezTo>
                      <a:pt x="9" y="0"/>
                      <a:pt x="9" y="0"/>
                      <a:pt x="9" y="0"/>
                    </a:cubicBezTo>
                    <a:cubicBezTo>
                      <a:pt x="10" y="0"/>
                      <a:pt x="11" y="0"/>
                      <a:pt x="12" y="1"/>
                    </a:cubicBezTo>
                    <a:cubicBezTo>
                      <a:pt x="12" y="1"/>
                      <a:pt x="12" y="1"/>
                      <a:pt x="12" y="1"/>
                    </a:cubicBezTo>
                    <a:cubicBezTo>
                      <a:pt x="12" y="2"/>
                      <a:pt x="12" y="2"/>
                      <a:pt x="12" y="2"/>
                    </a:cubicBezTo>
                    <a:cubicBezTo>
                      <a:pt x="13" y="3"/>
                      <a:pt x="13" y="3"/>
                      <a:pt x="14" y="4"/>
                    </a:cubicBezTo>
                    <a:cubicBezTo>
                      <a:pt x="15" y="3"/>
                      <a:pt x="15" y="3"/>
                      <a:pt x="15" y="3"/>
                    </a:cubicBezTo>
                    <a:cubicBezTo>
                      <a:pt x="15" y="3"/>
                      <a:pt x="15" y="3"/>
                      <a:pt x="15" y="3"/>
                    </a:cubicBezTo>
                    <a:cubicBezTo>
                      <a:pt x="15" y="3"/>
                      <a:pt x="16" y="5"/>
                      <a:pt x="16" y="5"/>
                    </a:cubicBezTo>
                    <a:cubicBezTo>
                      <a:pt x="16" y="5"/>
                      <a:pt x="16" y="5"/>
                      <a:pt x="16" y="5"/>
                    </a:cubicBezTo>
                    <a:cubicBezTo>
                      <a:pt x="16" y="5"/>
                      <a:pt x="16" y="5"/>
                      <a:pt x="16" y="5"/>
                    </a:cubicBezTo>
                    <a:cubicBezTo>
                      <a:pt x="16" y="5"/>
                      <a:pt x="16" y="6"/>
                      <a:pt x="16" y="6"/>
                    </a:cubicBezTo>
                    <a:cubicBezTo>
                      <a:pt x="16" y="6"/>
                      <a:pt x="16" y="6"/>
                      <a:pt x="16" y="6"/>
                    </a:cubicBezTo>
                    <a:cubicBezTo>
                      <a:pt x="16" y="6"/>
                      <a:pt x="16" y="7"/>
                      <a:pt x="16" y="7"/>
                    </a:cubicBezTo>
                    <a:cubicBezTo>
                      <a:pt x="16" y="7"/>
                      <a:pt x="16" y="7"/>
                      <a:pt x="16" y="7"/>
                    </a:cubicBezTo>
                    <a:cubicBezTo>
                      <a:pt x="16" y="7"/>
                      <a:pt x="16" y="7"/>
                      <a:pt x="16" y="7"/>
                    </a:cubicBezTo>
                    <a:cubicBezTo>
                      <a:pt x="16" y="8"/>
                      <a:pt x="16" y="8"/>
                      <a:pt x="16" y="9"/>
                    </a:cubicBezTo>
                    <a:cubicBezTo>
                      <a:pt x="17" y="9"/>
                      <a:pt x="17" y="9"/>
                      <a:pt x="17" y="9"/>
                    </a:cubicBezTo>
                    <a:cubicBezTo>
                      <a:pt x="17" y="9"/>
                      <a:pt x="17" y="9"/>
                      <a:pt x="17" y="9"/>
                    </a:cubicBezTo>
                    <a:cubicBezTo>
                      <a:pt x="17" y="10"/>
                      <a:pt x="17" y="11"/>
                      <a:pt x="16" y="12"/>
                    </a:cubicBezTo>
                    <a:cubicBezTo>
                      <a:pt x="16" y="12"/>
                      <a:pt x="16" y="12"/>
                      <a:pt x="16" y="12"/>
                    </a:cubicBezTo>
                    <a:cubicBezTo>
                      <a:pt x="15" y="12"/>
                      <a:pt x="15" y="12"/>
                      <a:pt x="14" y="13"/>
                    </a:cubicBezTo>
                    <a:cubicBezTo>
                      <a:pt x="14" y="13"/>
                      <a:pt x="14" y="13"/>
                      <a:pt x="14" y="13"/>
                    </a:cubicBezTo>
                    <a:cubicBezTo>
                      <a:pt x="14" y="14"/>
                      <a:pt x="14" y="14"/>
                      <a:pt x="14" y="14"/>
                    </a:cubicBezTo>
                    <a:cubicBezTo>
                      <a:pt x="14" y="15"/>
                      <a:pt x="14" y="15"/>
                      <a:pt x="14" y="15"/>
                    </a:cubicBezTo>
                    <a:cubicBezTo>
                      <a:pt x="13" y="15"/>
                      <a:pt x="13" y="16"/>
                      <a:pt x="12" y="16"/>
                    </a:cubicBezTo>
                    <a:cubicBezTo>
                      <a:pt x="12" y="16"/>
                      <a:pt x="11" y="16"/>
                      <a:pt x="11" y="16"/>
                    </a:cubicBezTo>
                    <a:cubicBezTo>
                      <a:pt x="11" y="15"/>
                      <a:pt x="11" y="15"/>
                      <a:pt x="11" y="15"/>
                    </a:cubicBezTo>
                    <a:cubicBezTo>
                      <a:pt x="10" y="15"/>
                      <a:pt x="9" y="16"/>
                      <a:pt x="9" y="16"/>
                    </a:cubicBezTo>
                    <a:cubicBezTo>
                      <a:pt x="8" y="17"/>
                      <a:pt x="8" y="17"/>
                      <a:pt x="8" y="17"/>
                    </a:cubicBezTo>
                    <a:cubicBezTo>
                      <a:pt x="8" y="17"/>
                      <a:pt x="8" y="17"/>
                      <a:pt x="8" y="17"/>
                    </a:cubicBezTo>
                    <a:close/>
                    <a:moveTo>
                      <a:pt x="6" y="16"/>
                    </a:moveTo>
                    <a:cubicBezTo>
                      <a:pt x="6" y="16"/>
                      <a:pt x="7" y="16"/>
                      <a:pt x="8" y="16"/>
                    </a:cubicBezTo>
                    <a:cubicBezTo>
                      <a:pt x="8" y="15"/>
                      <a:pt x="8" y="15"/>
                      <a:pt x="8" y="15"/>
                    </a:cubicBezTo>
                    <a:cubicBezTo>
                      <a:pt x="8" y="15"/>
                      <a:pt x="8" y="15"/>
                      <a:pt x="8" y="15"/>
                    </a:cubicBezTo>
                    <a:cubicBezTo>
                      <a:pt x="9" y="15"/>
                      <a:pt x="10" y="15"/>
                      <a:pt x="11" y="15"/>
                    </a:cubicBezTo>
                    <a:cubicBezTo>
                      <a:pt x="11" y="14"/>
                      <a:pt x="11" y="15"/>
                      <a:pt x="11" y="15"/>
                    </a:cubicBezTo>
                    <a:cubicBezTo>
                      <a:pt x="12" y="16"/>
                      <a:pt x="12" y="16"/>
                      <a:pt x="12" y="16"/>
                    </a:cubicBezTo>
                    <a:cubicBezTo>
                      <a:pt x="12" y="15"/>
                      <a:pt x="13" y="15"/>
                      <a:pt x="14" y="15"/>
                    </a:cubicBezTo>
                    <a:cubicBezTo>
                      <a:pt x="13" y="14"/>
                      <a:pt x="13" y="14"/>
                      <a:pt x="13" y="14"/>
                    </a:cubicBezTo>
                    <a:cubicBezTo>
                      <a:pt x="13" y="13"/>
                      <a:pt x="13" y="13"/>
                      <a:pt x="13" y="13"/>
                    </a:cubicBezTo>
                    <a:cubicBezTo>
                      <a:pt x="13" y="13"/>
                      <a:pt x="14" y="12"/>
                      <a:pt x="14" y="12"/>
                    </a:cubicBezTo>
                    <a:cubicBezTo>
                      <a:pt x="14" y="12"/>
                      <a:pt x="15" y="11"/>
                      <a:pt x="16" y="11"/>
                    </a:cubicBezTo>
                    <a:cubicBezTo>
                      <a:pt x="16" y="11"/>
                      <a:pt x="16" y="10"/>
                      <a:pt x="16" y="9"/>
                    </a:cubicBezTo>
                    <a:cubicBezTo>
                      <a:pt x="15" y="9"/>
                      <a:pt x="15" y="9"/>
                      <a:pt x="15" y="9"/>
                    </a:cubicBezTo>
                    <a:cubicBezTo>
                      <a:pt x="15" y="9"/>
                      <a:pt x="15" y="9"/>
                      <a:pt x="15" y="9"/>
                    </a:cubicBezTo>
                    <a:cubicBezTo>
                      <a:pt x="15" y="8"/>
                      <a:pt x="15" y="7"/>
                      <a:pt x="15" y="6"/>
                    </a:cubicBezTo>
                    <a:cubicBezTo>
                      <a:pt x="15" y="6"/>
                      <a:pt x="15" y="6"/>
                      <a:pt x="15" y="6"/>
                    </a:cubicBezTo>
                    <a:cubicBezTo>
                      <a:pt x="16" y="5"/>
                      <a:pt x="16" y="5"/>
                      <a:pt x="16" y="5"/>
                    </a:cubicBezTo>
                    <a:cubicBezTo>
                      <a:pt x="16" y="5"/>
                      <a:pt x="16" y="5"/>
                      <a:pt x="16" y="5"/>
                    </a:cubicBezTo>
                    <a:cubicBezTo>
                      <a:pt x="15" y="5"/>
                      <a:pt x="15" y="4"/>
                      <a:pt x="15" y="4"/>
                    </a:cubicBezTo>
                    <a:cubicBezTo>
                      <a:pt x="14" y="4"/>
                      <a:pt x="14" y="4"/>
                      <a:pt x="14" y="4"/>
                    </a:cubicBezTo>
                    <a:cubicBezTo>
                      <a:pt x="14" y="4"/>
                      <a:pt x="13" y="4"/>
                      <a:pt x="13" y="4"/>
                    </a:cubicBezTo>
                    <a:cubicBezTo>
                      <a:pt x="13" y="4"/>
                      <a:pt x="12" y="3"/>
                      <a:pt x="11" y="3"/>
                    </a:cubicBezTo>
                    <a:cubicBezTo>
                      <a:pt x="11" y="3"/>
                      <a:pt x="11" y="2"/>
                      <a:pt x="11" y="2"/>
                    </a:cubicBezTo>
                    <a:cubicBezTo>
                      <a:pt x="11" y="1"/>
                      <a:pt x="11" y="1"/>
                      <a:pt x="11" y="1"/>
                    </a:cubicBezTo>
                    <a:cubicBezTo>
                      <a:pt x="11" y="1"/>
                      <a:pt x="10" y="1"/>
                      <a:pt x="9" y="1"/>
                    </a:cubicBezTo>
                    <a:cubicBezTo>
                      <a:pt x="9" y="2"/>
                      <a:pt x="9" y="2"/>
                      <a:pt x="9" y="2"/>
                    </a:cubicBezTo>
                    <a:cubicBezTo>
                      <a:pt x="9" y="2"/>
                      <a:pt x="9" y="2"/>
                      <a:pt x="9" y="2"/>
                    </a:cubicBezTo>
                    <a:cubicBezTo>
                      <a:pt x="8" y="2"/>
                      <a:pt x="7" y="2"/>
                      <a:pt x="6" y="2"/>
                    </a:cubicBezTo>
                    <a:cubicBezTo>
                      <a:pt x="6" y="3"/>
                      <a:pt x="6" y="2"/>
                      <a:pt x="6" y="2"/>
                    </a:cubicBezTo>
                    <a:cubicBezTo>
                      <a:pt x="6" y="1"/>
                      <a:pt x="6" y="1"/>
                      <a:pt x="6" y="1"/>
                    </a:cubicBezTo>
                    <a:cubicBezTo>
                      <a:pt x="5" y="2"/>
                      <a:pt x="4" y="2"/>
                      <a:pt x="4" y="2"/>
                    </a:cubicBezTo>
                    <a:cubicBezTo>
                      <a:pt x="4" y="3"/>
                      <a:pt x="4" y="3"/>
                      <a:pt x="4" y="3"/>
                    </a:cubicBezTo>
                    <a:cubicBezTo>
                      <a:pt x="4" y="4"/>
                      <a:pt x="4" y="4"/>
                      <a:pt x="4" y="4"/>
                    </a:cubicBezTo>
                    <a:cubicBezTo>
                      <a:pt x="4" y="4"/>
                      <a:pt x="3" y="5"/>
                      <a:pt x="3" y="6"/>
                    </a:cubicBezTo>
                    <a:cubicBezTo>
                      <a:pt x="3" y="6"/>
                      <a:pt x="3" y="6"/>
                      <a:pt x="2" y="6"/>
                    </a:cubicBezTo>
                    <a:cubicBezTo>
                      <a:pt x="1" y="6"/>
                      <a:pt x="1" y="6"/>
                      <a:pt x="1" y="6"/>
                    </a:cubicBezTo>
                    <a:cubicBezTo>
                      <a:pt x="1" y="6"/>
                      <a:pt x="1" y="7"/>
                      <a:pt x="1" y="8"/>
                    </a:cubicBezTo>
                    <a:cubicBezTo>
                      <a:pt x="2" y="8"/>
                      <a:pt x="2" y="8"/>
                      <a:pt x="2" y="8"/>
                    </a:cubicBezTo>
                    <a:cubicBezTo>
                      <a:pt x="2" y="8"/>
                      <a:pt x="2" y="8"/>
                      <a:pt x="2" y="8"/>
                    </a:cubicBezTo>
                    <a:cubicBezTo>
                      <a:pt x="2" y="9"/>
                      <a:pt x="2" y="10"/>
                      <a:pt x="3" y="11"/>
                    </a:cubicBezTo>
                    <a:cubicBezTo>
                      <a:pt x="3" y="11"/>
                      <a:pt x="3" y="11"/>
                      <a:pt x="2" y="11"/>
                    </a:cubicBezTo>
                    <a:cubicBezTo>
                      <a:pt x="2" y="12"/>
                      <a:pt x="2" y="12"/>
                      <a:pt x="2" y="12"/>
                    </a:cubicBezTo>
                    <a:cubicBezTo>
                      <a:pt x="2" y="12"/>
                      <a:pt x="2" y="13"/>
                      <a:pt x="3" y="13"/>
                    </a:cubicBezTo>
                    <a:cubicBezTo>
                      <a:pt x="4" y="13"/>
                      <a:pt x="4" y="13"/>
                      <a:pt x="4" y="13"/>
                    </a:cubicBezTo>
                    <a:cubicBezTo>
                      <a:pt x="4" y="13"/>
                      <a:pt x="4" y="13"/>
                      <a:pt x="4" y="13"/>
                    </a:cubicBezTo>
                    <a:cubicBezTo>
                      <a:pt x="4" y="13"/>
                      <a:pt x="5" y="14"/>
                      <a:pt x="6" y="14"/>
                    </a:cubicBezTo>
                    <a:cubicBezTo>
                      <a:pt x="6" y="14"/>
                      <a:pt x="6" y="15"/>
                      <a:pt x="6" y="15"/>
                    </a:cubicBezTo>
                    <a:lnTo>
                      <a:pt x="6" y="16"/>
                    </a:lnTo>
                    <a:close/>
                    <a:moveTo>
                      <a:pt x="15" y="6"/>
                    </a:moveTo>
                    <a:cubicBezTo>
                      <a:pt x="15" y="6"/>
                      <a:pt x="15" y="7"/>
                      <a:pt x="15" y="7"/>
                    </a:cubicBezTo>
                    <a:cubicBezTo>
                      <a:pt x="15" y="7"/>
                      <a:pt x="16" y="6"/>
                      <a:pt x="16" y="6"/>
                    </a:cubicBezTo>
                    <a:lnTo>
                      <a:pt x="15" y="6"/>
                    </a:lnTo>
                    <a:close/>
                    <a:moveTo>
                      <a:pt x="9" y="14"/>
                    </a:moveTo>
                    <a:cubicBezTo>
                      <a:pt x="7" y="14"/>
                      <a:pt x="5" y="13"/>
                      <a:pt x="4" y="11"/>
                    </a:cubicBezTo>
                    <a:cubicBezTo>
                      <a:pt x="3" y="9"/>
                      <a:pt x="3" y="6"/>
                      <a:pt x="6" y="4"/>
                    </a:cubicBezTo>
                    <a:cubicBezTo>
                      <a:pt x="9" y="2"/>
                      <a:pt x="12" y="4"/>
                      <a:pt x="13" y="6"/>
                    </a:cubicBezTo>
                    <a:cubicBezTo>
                      <a:pt x="14" y="8"/>
                      <a:pt x="14" y="11"/>
                      <a:pt x="12" y="13"/>
                    </a:cubicBezTo>
                    <a:cubicBezTo>
                      <a:pt x="12" y="13"/>
                      <a:pt x="12" y="13"/>
                      <a:pt x="12" y="13"/>
                    </a:cubicBezTo>
                    <a:cubicBezTo>
                      <a:pt x="11" y="13"/>
                      <a:pt x="11" y="13"/>
                      <a:pt x="11" y="13"/>
                    </a:cubicBezTo>
                    <a:cubicBezTo>
                      <a:pt x="11" y="13"/>
                      <a:pt x="11" y="13"/>
                      <a:pt x="11" y="13"/>
                    </a:cubicBezTo>
                    <a:cubicBezTo>
                      <a:pt x="11" y="13"/>
                      <a:pt x="11" y="13"/>
                      <a:pt x="11" y="13"/>
                    </a:cubicBezTo>
                    <a:cubicBezTo>
                      <a:pt x="10" y="14"/>
                      <a:pt x="9" y="14"/>
                      <a:pt x="9" y="14"/>
                    </a:cubicBezTo>
                    <a:close/>
                    <a:moveTo>
                      <a:pt x="9" y="4"/>
                    </a:moveTo>
                    <a:cubicBezTo>
                      <a:pt x="8" y="4"/>
                      <a:pt x="7" y="4"/>
                      <a:pt x="6" y="5"/>
                    </a:cubicBezTo>
                    <a:cubicBezTo>
                      <a:pt x="4" y="6"/>
                      <a:pt x="4" y="9"/>
                      <a:pt x="5" y="11"/>
                    </a:cubicBezTo>
                    <a:cubicBezTo>
                      <a:pt x="6" y="13"/>
                      <a:pt x="8" y="14"/>
                      <a:pt x="11" y="13"/>
                    </a:cubicBezTo>
                    <a:cubicBezTo>
                      <a:pt x="11" y="13"/>
                      <a:pt x="11" y="12"/>
                      <a:pt x="11" y="12"/>
                    </a:cubicBezTo>
                    <a:cubicBezTo>
                      <a:pt x="11" y="12"/>
                      <a:pt x="11" y="12"/>
                      <a:pt x="11" y="12"/>
                    </a:cubicBezTo>
                    <a:cubicBezTo>
                      <a:pt x="14" y="11"/>
                      <a:pt x="14" y="8"/>
                      <a:pt x="12" y="6"/>
                    </a:cubicBezTo>
                    <a:cubicBezTo>
                      <a:pt x="12" y="5"/>
                      <a:pt x="10" y="4"/>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5" name="Freeform 446"/>
              <p:cNvSpPr>
                <a:spLocks noEditPoints="1"/>
              </p:cNvSpPr>
              <p:nvPr/>
            </p:nvSpPr>
            <p:spPr bwMode="auto">
              <a:xfrm>
                <a:off x="5063" y="3272"/>
                <a:ext cx="40" cy="41"/>
              </a:xfrm>
              <a:custGeom>
                <a:avLst/>
                <a:gdLst>
                  <a:gd name="T0" fmla="*/ 5 w 16"/>
                  <a:gd name="T1" fmla="*/ 16 h 16"/>
                  <a:gd name="T2" fmla="*/ 5 w 16"/>
                  <a:gd name="T3" fmla="*/ 14 h 16"/>
                  <a:gd name="T4" fmla="*/ 2 w 16"/>
                  <a:gd name="T5" fmla="*/ 13 h 16"/>
                  <a:gd name="T6" fmla="*/ 0 w 16"/>
                  <a:gd name="T7" fmla="*/ 11 h 16"/>
                  <a:gd name="T8" fmla="*/ 1 w 16"/>
                  <a:gd name="T9" fmla="*/ 11 h 16"/>
                  <a:gd name="T10" fmla="*/ 3 w 16"/>
                  <a:gd name="T11" fmla="*/ 12 h 16"/>
                  <a:gd name="T12" fmla="*/ 5 w 16"/>
                  <a:gd name="T13" fmla="*/ 14 h 16"/>
                  <a:gd name="T14" fmla="*/ 5 w 16"/>
                  <a:gd name="T15" fmla="*/ 14 h 16"/>
                  <a:gd name="T16" fmla="*/ 7 w 16"/>
                  <a:gd name="T17" fmla="*/ 16 h 16"/>
                  <a:gd name="T18" fmla="*/ 8 w 16"/>
                  <a:gd name="T19" fmla="*/ 15 h 16"/>
                  <a:gd name="T20" fmla="*/ 10 w 16"/>
                  <a:gd name="T21" fmla="*/ 14 h 16"/>
                  <a:gd name="T22" fmla="*/ 11 w 16"/>
                  <a:gd name="T23" fmla="*/ 15 h 16"/>
                  <a:gd name="T24" fmla="*/ 13 w 16"/>
                  <a:gd name="T25" fmla="*/ 13 h 16"/>
                  <a:gd name="T26" fmla="*/ 14 w 16"/>
                  <a:gd name="T27" fmla="*/ 12 h 16"/>
                  <a:gd name="T28" fmla="*/ 14 w 16"/>
                  <a:gd name="T29" fmla="*/ 13 h 16"/>
                  <a:gd name="T30" fmla="*/ 14 w 16"/>
                  <a:gd name="T31" fmla="*/ 14 h 16"/>
                  <a:gd name="T32" fmla="*/ 11 w 16"/>
                  <a:gd name="T33" fmla="*/ 16 h 16"/>
                  <a:gd name="T34" fmla="*/ 8 w 16"/>
                  <a:gd name="T35" fmla="*/ 15 h 16"/>
                  <a:gd name="T36" fmla="*/ 8 w 16"/>
                  <a:gd name="T37" fmla="*/ 16 h 16"/>
                  <a:gd name="T38" fmla="*/ 14 w 16"/>
                  <a:gd name="T39" fmla="*/ 12 h 16"/>
                  <a:gd name="T40" fmla="*/ 13 w 16"/>
                  <a:gd name="T41" fmla="*/ 12 h 16"/>
                  <a:gd name="T42" fmla="*/ 15 w 16"/>
                  <a:gd name="T43" fmla="*/ 11 h 16"/>
                  <a:gd name="T44" fmla="*/ 16 w 16"/>
                  <a:gd name="T45" fmla="*/ 9 h 16"/>
                  <a:gd name="T46" fmla="*/ 16 w 16"/>
                  <a:gd name="T47" fmla="*/ 11 h 16"/>
                  <a:gd name="T48" fmla="*/ 14 w 16"/>
                  <a:gd name="T49" fmla="*/ 12 h 16"/>
                  <a:gd name="T50" fmla="*/ 14 w 16"/>
                  <a:gd name="T51" fmla="*/ 12 h 16"/>
                  <a:gd name="T52" fmla="*/ 1 w 16"/>
                  <a:gd name="T53" fmla="*/ 9 h 16"/>
                  <a:gd name="T54" fmla="*/ 0 w 16"/>
                  <a:gd name="T55" fmla="*/ 8 h 16"/>
                  <a:gd name="T56" fmla="*/ 1 w 16"/>
                  <a:gd name="T57" fmla="*/ 3 h 16"/>
                  <a:gd name="T58" fmla="*/ 1 w 16"/>
                  <a:gd name="T59" fmla="*/ 4 h 16"/>
                  <a:gd name="T60" fmla="*/ 2 w 16"/>
                  <a:gd name="T61" fmla="*/ 7 h 16"/>
                  <a:gd name="T62" fmla="*/ 2 w 16"/>
                  <a:gd name="T63" fmla="*/ 9 h 16"/>
                  <a:gd name="T64" fmla="*/ 2 w 16"/>
                  <a:gd name="T65" fmla="*/ 10 h 16"/>
                  <a:gd name="T66" fmla="*/ 13 w 16"/>
                  <a:gd name="T67" fmla="*/ 9 h 16"/>
                  <a:gd name="T68" fmla="*/ 10 w 16"/>
                  <a:gd name="T69" fmla="*/ 4 h 16"/>
                  <a:gd name="T70" fmla="*/ 4 w 16"/>
                  <a:gd name="T71" fmla="*/ 5 h 16"/>
                  <a:gd name="T72" fmla="*/ 4 w 16"/>
                  <a:gd name="T73" fmla="*/ 5 h 16"/>
                  <a:gd name="T74" fmla="*/ 11 w 16"/>
                  <a:gd name="T75" fmla="*/ 3 h 16"/>
                  <a:gd name="T76" fmla="*/ 13 w 16"/>
                  <a:gd name="T77" fmla="*/ 9 h 16"/>
                  <a:gd name="T78" fmla="*/ 3 w 16"/>
                  <a:gd name="T79" fmla="*/ 3 h 16"/>
                  <a:gd name="T80" fmla="*/ 3 w 16"/>
                  <a:gd name="T81" fmla="*/ 2 h 16"/>
                  <a:gd name="T82" fmla="*/ 3 w 16"/>
                  <a:gd name="T83" fmla="*/ 0 h 16"/>
                  <a:gd name="T84" fmla="*/ 4 w 16"/>
                  <a:gd name="T85" fmla="*/ 1 h 16"/>
                  <a:gd name="T86" fmla="*/ 3 w 16"/>
                  <a:gd name="T87" fmla="*/ 2 h 16"/>
                  <a:gd name="T88" fmla="*/ 3 w 16"/>
                  <a:gd name="T8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6">
                    <a:moveTo>
                      <a:pt x="8" y="16"/>
                    </a:moveTo>
                    <a:cubicBezTo>
                      <a:pt x="7" y="16"/>
                      <a:pt x="6" y="16"/>
                      <a:pt x="5" y="16"/>
                    </a:cubicBezTo>
                    <a:cubicBezTo>
                      <a:pt x="5" y="16"/>
                      <a:pt x="5" y="15"/>
                      <a:pt x="5" y="15"/>
                    </a:cubicBezTo>
                    <a:cubicBezTo>
                      <a:pt x="5" y="15"/>
                      <a:pt x="5" y="15"/>
                      <a:pt x="5" y="14"/>
                    </a:cubicBezTo>
                    <a:cubicBezTo>
                      <a:pt x="4" y="14"/>
                      <a:pt x="4" y="13"/>
                      <a:pt x="3" y="13"/>
                    </a:cubicBezTo>
                    <a:cubicBezTo>
                      <a:pt x="2" y="13"/>
                      <a:pt x="2" y="13"/>
                      <a:pt x="2" y="13"/>
                    </a:cubicBezTo>
                    <a:cubicBezTo>
                      <a:pt x="2" y="14"/>
                      <a:pt x="2" y="13"/>
                      <a:pt x="2" y="13"/>
                    </a:cubicBezTo>
                    <a:cubicBezTo>
                      <a:pt x="1" y="13"/>
                      <a:pt x="1" y="12"/>
                      <a:pt x="0" y="11"/>
                    </a:cubicBezTo>
                    <a:cubicBezTo>
                      <a:pt x="0" y="11"/>
                      <a:pt x="0" y="11"/>
                      <a:pt x="1" y="11"/>
                    </a:cubicBezTo>
                    <a:cubicBezTo>
                      <a:pt x="1" y="11"/>
                      <a:pt x="1" y="11"/>
                      <a:pt x="1" y="11"/>
                    </a:cubicBezTo>
                    <a:cubicBezTo>
                      <a:pt x="1" y="11"/>
                      <a:pt x="2" y="12"/>
                      <a:pt x="2" y="13"/>
                    </a:cubicBezTo>
                    <a:cubicBezTo>
                      <a:pt x="3" y="12"/>
                      <a:pt x="3" y="12"/>
                      <a:pt x="3" y="12"/>
                    </a:cubicBezTo>
                    <a:cubicBezTo>
                      <a:pt x="3" y="12"/>
                      <a:pt x="3" y="12"/>
                      <a:pt x="3" y="12"/>
                    </a:cubicBezTo>
                    <a:cubicBezTo>
                      <a:pt x="4" y="13"/>
                      <a:pt x="4" y="13"/>
                      <a:pt x="5" y="14"/>
                    </a:cubicBezTo>
                    <a:cubicBezTo>
                      <a:pt x="5" y="14"/>
                      <a:pt x="5" y="14"/>
                      <a:pt x="5" y="14"/>
                    </a:cubicBezTo>
                    <a:cubicBezTo>
                      <a:pt x="5" y="14"/>
                      <a:pt x="5" y="14"/>
                      <a:pt x="5" y="14"/>
                    </a:cubicBezTo>
                    <a:cubicBezTo>
                      <a:pt x="5" y="15"/>
                      <a:pt x="5" y="15"/>
                      <a:pt x="5" y="15"/>
                    </a:cubicBezTo>
                    <a:cubicBezTo>
                      <a:pt x="6" y="15"/>
                      <a:pt x="7" y="16"/>
                      <a:pt x="7" y="16"/>
                    </a:cubicBezTo>
                    <a:cubicBezTo>
                      <a:pt x="7" y="15"/>
                      <a:pt x="7" y="15"/>
                      <a:pt x="7" y="15"/>
                    </a:cubicBezTo>
                    <a:cubicBezTo>
                      <a:pt x="8" y="15"/>
                      <a:pt x="8" y="15"/>
                      <a:pt x="8" y="15"/>
                    </a:cubicBezTo>
                    <a:cubicBezTo>
                      <a:pt x="8" y="14"/>
                      <a:pt x="8" y="14"/>
                      <a:pt x="8" y="14"/>
                    </a:cubicBezTo>
                    <a:cubicBezTo>
                      <a:pt x="9" y="14"/>
                      <a:pt x="10" y="14"/>
                      <a:pt x="10" y="14"/>
                    </a:cubicBezTo>
                    <a:cubicBezTo>
                      <a:pt x="10" y="14"/>
                      <a:pt x="11" y="14"/>
                      <a:pt x="11" y="14"/>
                    </a:cubicBezTo>
                    <a:cubicBezTo>
                      <a:pt x="11" y="15"/>
                      <a:pt x="11" y="15"/>
                      <a:pt x="11" y="15"/>
                    </a:cubicBezTo>
                    <a:cubicBezTo>
                      <a:pt x="12" y="15"/>
                      <a:pt x="13" y="14"/>
                      <a:pt x="13" y="14"/>
                    </a:cubicBezTo>
                    <a:cubicBezTo>
                      <a:pt x="13" y="14"/>
                      <a:pt x="13" y="13"/>
                      <a:pt x="13" y="13"/>
                    </a:cubicBezTo>
                    <a:cubicBezTo>
                      <a:pt x="13" y="13"/>
                      <a:pt x="14" y="13"/>
                      <a:pt x="14" y="12"/>
                    </a:cubicBezTo>
                    <a:cubicBezTo>
                      <a:pt x="14" y="12"/>
                      <a:pt x="14" y="12"/>
                      <a:pt x="14" y="12"/>
                    </a:cubicBezTo>
                    <a:cubicBezTo>
                      <a:pt x="14" y="12"/>
                      <a:pt x="14" y="13"/>
                      <a:pt x="14" y="13"/>
                    </a:cubicBezTo>
                    <a:cubicBezTo>
                      <a:pt x="14" y="13"/>
                      <a:pt x="14" y="13"/>
                      <a:pt x="14" y="13"/>
                    </a:cubicBezTo>
                    <a:cubicBezTo>
                      <a:pt x="14" y="14"/>
                      <a:pt x="14" y="14"/>
                      <a:pt x="14" y="14"/>
                    </a:cubicBezTo>
                    <a:cubicBezTo>
                      <a:pt x="14" y="14"/>
                      <a:pt x="14" y="14"/>
                      <a:pt x="14" y="14"/>
                    </a:cubicBezTo>
                    <a:cubicBezTo>
                      <a:pt x="13" y="15"/>
                      <a:pt x="12" y="15"/>
                      <a:pt x="11" y="16"/>
                    </a:cubicBezTo>
                    <a:cubicBezTo>
                      <a:pt x="11" y="16"/>
                      <a:pt x="11" y="16"/>
                      <a:pt x="11" y="16"/>
                    </a:cubicBezTo>
                    <a:cubicBezTo>
                      <a:pt x="10" y="15"/>
                      <a:pt x="10" y="15"/>
                      <a:pt x="10" y="15"/>
                    </a:cubicBezTo>
                    <a:cubicBezTo>
                      <a:pt x="10" y="15"/>
                      <a:pt x="9" y="15"/>
                      <a:pt x="8" y="15"/>
                    </a:cubicBezTo>
                    <a:cubicBezTo>
                      <a:pt x="8" y="15"/>
                      <a:pt x="8" y="15"/>
                      <a:pt x="8" y="15"/>
                    </a:cubicBezTo>
                    <a:cubicBezTo>
                      <a:pt x="8" y="16"/>
                      <a:pt x="8" y="16"/>
                      <a:pt x="8" y="16"/>
                    </a:cubicBezTo>
                    <a:cubicBezTo>
                      <a:pt x="8" y="16"/>
                      <a:pt x="8" y="16"/>
                      <a:pt x="8" y="16"/>
                    </a:cubicBezTo>
                    <a:close/>
                    <a:moveTo>
                      <a:pt x="14" y="12"/>
                    </a:moveTo>
                    <a:cubicBezTo>
                      <a:pt x="13" y="12"/>
                      <a:pt x="13" y="12"/>
                      <a:pt x="13" y="12"/>
                    </a:cubicBezTo>
                    <a:cubicBezTo>
                      <a:pt x="13" y="12"/>
                      <a:pt x="13" y="12"/>
                      <a:pt x="13" y="12"/>
                    </a:cubicBezTo>
                    <a:cubicBezTo>
                      <a:pt x="14" y="11"/>
                      <a:pt x="14" y="11"/>
                      <a:pt x="14" y="11"/>
                    </a:cubicBezTo>
                    <a:cubicBezTo>
                      <a:pt x="14" y="11"/>
                      <a:pt x="15" y="10"/>
                      <a:pt x="15" y="11"/>
                    </a:cubicBezTo>
                    <a:cubicBezTo>
                      <a:pt x="16" y="10"/>
                      <a:pt x="16" y="10"/>
                      <a:pt x="16" y="10"/>
                    </a:cubicBezTo>
                    <a:cubicBezTo>
                      <a:pt x="16" y="9"/>
                      <a:pt x="16" y="9"/>
                      <a:pt x="16" y="9"/>
                    </a:cubicBezTo>
                    <a:cubicBezTo>
                      <a:pt x="16" y="9"/>
                      <a:pt x="16" y="10"/>
                      <a:pt x="16" y="10"/>
                    </a:cubicBezTo>
                    <a:cubicBezTo>
                      <a:pt x="16" y="10"/>
                      <a:pt x="16" y="11"/>
                      <a:pt x="16" y="11"/>
                    </a:cubicBezTo>
                    <a:cubicBezTo>
                      <a:pt x="16" y="11"/>
                      <a:pt x="16" y="11"/>
                      <a:pt x="15" y="11"/>
                    </a:cubicBezTo>
                    <a:cubicBezTo>
                      <a:pt x="15" y="11"/>
                      <a:pt x="15" y="11"/>
                      <a:pt x="14" y="12"/>
                    </a:cubicBezTo>
                    <a:cubicBezTo>
                      <a:pt x="14" y="12"/>
                      <a:pt x="14" y="12"/>
                      <a:pt x="14" y="12"/>
                    </a:cubicBezTo>
                    <a:cubicBezTo>
                      <a:pt x="14" y="12"/>
                      <a:pt x="14" y="12"/>
                      <a:pt x="14" y="12"/>
                    </a:cubicBezTo>
                    <a:close/>
                    <a:moveTo>
                      <a:pt x="2" y="10"/>
                    </a:moveTo>
                    <a:cubicBezTo>
                      <a:pt x="1" y="10"/>
                      <a:pt x="1" y="9"/>
                      <a:pt x="1" y="9"/>
                    </a:cubicBezTo>
                    <a:cubicBezTo>
                      <a:pt x="1" y="9"/>
                      <a:pt x="1" y="8"/>
                      <a:pt x="1" y="8"/>
                    </a:cubicBezTo>
                    <a:cubicBezTo>
                      <a:pt x="0" y="8"/>
                      <a:pt x="0" y="8"/>
                      <a:pt x="0" y="8"/>
                    </a:cubicBezTo>
                    <a:cubicBezTo>
                      <a:pt x="0" y="8"/>
                      <a:pt x="0" y="7"/>
                      <a:pt x="0" y="7"/>
                    </a:cubicBezTo>
                    <a:cubicBezTo>
                      <a:pt x="0" y="6"/>
                      <a:pt x="0" y="4"/>
                      <a:pt x="1" y="3"/>
                    </a:cubicBezTo>
                    <a:cubicBezTo>
                      <a:pt x="1" y="3"/>
                      <a:pt x="1" y="3"/>
                      <a:pt x="1" y="3"/>
                    </a:cubicBezTo>
                    <a:cubicBezTo>
                      <a:pt x="1" y="3"/>
                      <a:pt x="1" y="4"/>
                      <a:pt x="1" y="4"/>
                    </a:cubicBezTo>
                    <a:cubicBezTo>
                      <a:pt x="1" y="4"/>
                      <a:pt x="1" y="6"/>
                      <a:pt x="0" y="7"/>
                    </a:cubicBezTo>
                    <a:cubicBezTo>
                      <a:pt x="2" y="7"/>
                      <a:pt x="2" y="7"/>
                      <a:pt x="2" y="7"/>
                    </a:cubicBezTo>
                    <a:cubicBezTo>
                      <a:pt x="2" y="7"/>
                      <a:pt x="2" y="7"/>
                      <a:pt x="2" y="8"/>
                    </a:cubicBezTo>
                    <a:cubicBezTo>
                      <a:pt x="2" y="8"/>
                      <a:pt x="2" y="9"/>
                      <a:pt x="2" y="9"/>
                    </a:cubicBezTo>
                    <a:cubicBezTo>
                      <a:pt x="2" y="9"/>
                      <a:pt x="2" y="9"/>
                      <a:pt x="2" y="10"/>
                    </a:cubicBezTo>
                    <a:cubicBezTo>
                      <a:pt x="2" y="10"/>
                      <a:pt x="2" y="10"/>
                      <a:pt x="2" y="10"/>
                    </a:cubicBezTo>
                    <a:close/>
                    <a:moveTo>
                      <a:pt x="13" y="9"/>
                    </a:moveTo>
                    <a:cubicBezTo>
                      <a:pt x="13" y="9"/>
                      <a:pt x="13" y="9"/>
                      <a:pt x="13" y="9"/>
                    </a:cubicBezTo>
                    <a:cubicBezTo>
                      <a:pt x="13" y="9"/>
                      <a:pt x="13" y="9"/>
                      <a:pt x="13" y="9"/>
                    </a:cubicBezTo>
                    <a:cubicBezTo>
                      <a:pt x="13" y="7"/>
                      <a:pt x="12" y="5"/>
                      <a:pt x="10" y="4"/>
                    </a:cubicBezTo>
                    <a:cubicBezTo>
                      <a:pt x="10" y="3"/>
                      <a:pt x="8" y="3"/>
                      <a:pt x="6" y="4"/>
                    </a:cubicBezTo>
                    <a:cubicBezTo>
                      <a:pt x="5" y="4"/>
                      <a:pt x="5" y="5"/>
                      <a:pt x="4" y="5"/>
                    </a:cubicBezTo>
                    <a:cubicBezTo>
                      <a:pt x="4" y="5"/>
                      <a:pt x="4" y="6"/>
                      <a:pt x="4" y="5"/>
                    </a:cubicBezTo>
                    <a:cubicBezTo>
                      <a:pt x="4" y="5"/>
                      <a:pt x="4" y="5"/>
                      <a:pt x="4" y="5"/>
                    </a:cubicBezTo>
                    <a:cubicBezTo>
                      <a:pt x="4" y="4"/>
                      <a:pt x="5" y="4"/>
                      <a:pt x="5" y="3"/>
                    </a:cubicBezTo>
                    <a:cubicBezTo>
                      <a:pt x="7" y="2"/>
                      <a:pt x="9" y="2"/>
                      <a:pt x="11" y="3"/>
                    </a:cubicBezTo>
                    <a:cubicBezTo>
                      <a:pt x="13" y="5"/>
                      <a:pt x="14" y="7"/>
                      <a:pt x="13" y="9"/>
                    </a:cubicBezTo>
                    <a:cubicBezTo>
                      <a:pt x="13" y="9"/>
                      <a:pt x="13" y="9"/>
                      <a:pt x="13" y="9"/>
                    </a:cubicBezTo>
                    <a:close/>
                    <a:moveTo>
                      <a:pt x="3" y="3"/>
                    </a:moveTo>
                    <a:cubicBezTo>
                      <a:pt x="3" y="3"/>
                      <a:pt x="3" y="3"/>
                      <a:pt x="3" y="3"/>
                    </a:cubicBezTo>
                    <a:cubicBezTo>
                      <a:pt x="3" y="2"/>
                      <a:pt x="3" y="2"/>
                      <a:pt x="3" y="2"/>
                    </a:cubicBezTo>
                    <a:cubicBezTo>
                      <a:pt x="3" y="2"/>
                      <a:pt x="3" y="2"/>
                      <a:pt x="3" y="2"/>
                    </a:cubicBezTo>
                    <a:cubicBezTo>
                      <a:pt x="3" y="1"/>
                      <a:pt x="3" y="1"/>
                      <a:pt x="3" y="1"/>
                    </a:cubicBezTo>
                    <a:cubicBezTo>
                      <a:pt x="3" y="0"/>
                      <a:pt x="3" y="0"/>
                      <a:pt x="3" y="0"/>
                    </a:cubicBezTo>
                    <a:cubicBezTo>
                      <a:pt x="3" y="0"/>
                      <a:pt x="3" y="0"/>
                      <a:pt x="4" y="0"/>
                    </a:cubicBezTo>
                    <a:cubicBezTo>
                      <a:pt x="4" y="0"/>
                      <a:pt x="4" y="0"/>
                      <a:pt x="4" y="1"/>
                    </a:cubicBezTo>
                    <a:cubicBezTo>
                      <a:pt x="4" y="1"/>
                      <a:pt x="4" y="1"/>
                      <a:pt x="4" y="1"/>
                    </a:cubicBezTo>
                    <a:cubicBezTo>
                      <a:pt x="3" y="1"/>
                      <a:pt x="3" y="1"/>
                      <a:pt x="3" y="2"/>
                    </a:cubicBezTo>
                    <a:cubicBezTo>
                      <a:pt x="4" y="2"/>
                      <a:pt x="4" y="2"/>
                      <a:pt x="4" y="2"/>
                    </a:cubicBezTo>
                    <a:cubicBezTo>
                      <a:pt x="4" y="2"/>
                      <a:pt x="4" y="3"/>
                      <a:pt x="3" y="3"/>
                    </a:cubicBezTo>
                    <a:cubicBezTo>
                      <a:pt x="3" y="3"/>
                      <a:pt x="3"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36" name="Freeform 447"/>
              <p:cNvSpPr>
                <a:spLocks/>
              </p:cNvSpPr>
              <p:nvPr/>
            </p:nvSpPr>
            <p:spPr bwMode="auto">
              <a:xfrm>
                <a:off x="5063" y="3295"/>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0" y="2"/>
                    </a:cubicBezTo>
                    <a:cubicBezTo>
                      <a:pt x="0" y="2"/>
                      <a:pt x="0" y="2"/>
                      <a:pt x="0" y="2"/>
                    </a:cubicBezTo>
                    <a:cubicBezTo>
                      <a:pt x="1" y="1"/>
                      <a:pt x="1" y="1"/>
                      <a:pt x="1" y="0"/>
                    </a:cubicBezTo>
                    <a:cubicBezTo>
                      <a:pt x="1" y="0"/>
                      <a:pt x="1" y="0"/>
                      <a:pt x="1" y="0"/>
                    </a:cubicBezTo>
                    <a:cubicBezTo>
                      <a:pt x="1" y="0"/>
                      <a:pt x="1" y="0"/>
                      <a:pt x="1" y="1"/>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264" name="组合 263"/>
          <p:cNvGrpSpPr/>
          <p:nvPr/>
        </p:nvGrpSpPr>
        <p:grpSpPr>
          <a:xfrm>
            <a:off x="7250917" y="2833072"/>
            <a:ext cx="2575304" cy="4022014"/>
            <a:chOff x="6699943" y="2196971"/>
            <a:chExt cx="2441586" cy="3814557"/>
          </a:xfrm>
        </p:grpSpPr>
        <p:sp>
          <p:nvSpPr>
            <p:cNvPr id="265" name="平行四边形 264"/>
            <p:cNvSpPr/>
            <p:nvPr/>
          </p:nvSpPr>
          <p:spPr>
            <a:xfrm flipH="1">
              <a:off x="6699945" y="3003083"/>
              <a:ext cx="420155" cy="240635"/>
            </a:xfrm>
            <a:prstGeom prst="parallelogram">
              <a:avLst>
                <a:gd name="adj" fmla="val 55395"/>
              </a:avLst>
            </a:prstGeom>
            <a:gradFill flip="none" rotWithShape="1">
              <a:gsLst>
                <a:gs pos="0">
                  <a:schemeClr val="bg1"/>
                </a:gs>
                <a:gs pos="100000">
                  <a:schemeClr val="bg1">
                    <a:lumMod val="85000"/>
                  </a:schemeClr>
                </a:gs>
              </a:gsLst>
              <a:lin ang="6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6" name="平行四边形 265"/>
            <p:cNvSpPr/>
            <p:nvPr/>
          </p:nvSpPr>
          <p:spPr>
            <a:xfrm rot="5400000">
              <a:off x="6875646" y="2999266"/>
              <a:ext cx="354585" cy="134321"/>
            </a:xfrm>
            <a:prstGeom prst="parallelogram">
              <a:avLst>
                <a:gd name="adj" fmla="val 181535"/>
              </a:avLst>
            </a:prstGeom>
            <a:gradFill flip="none" rotWithShape="1">
              <a:gsLst>
                <a:gs pos="0">
                  <a:schemeClr val="bg1">
                    <a:lumMod val="50000"/>
                    <a:alpha val="82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7" name="平行四边形 266"/>
            <p:cNvSpPr/>
            <p:nvPr/>
          </p:nvSpPr>
          <p:spPr>
            <a:xfrm flipH="1">
              <a:off x="6984080" y="2887218"/>
              <a:ext cx="425672"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8" name="平行四边形 267"/>
            <p:cNvSpPr/>
            <p:nvPr/>
          </p:nvSpPr>
          <p:spPr>
            <a:xfrm rot="5400000">
              <a:off x="7163391" y="2883401"/>
              <a:ext cx="354585" cy="13432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9" name="平行四边形 268"/>
            <p:cNvSpPr/>
            <p:nvPr/>
          </p:nvSpPr>
          <p:spPr>
            <a:xfrm flipH="1">
              <a:off x="7273523" y="2773271"/>
              <a:ext cx="425671"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0" name="平行四边形 269"/>
            <p:cNvSpPr/>
            <p:nvPr/>
          </p:nvSpPr>
          <p:spPr>
            <a:xfrm rot="5400000">
              <a:off x="7452616" y="2770938"/>
              <a:ext cx="355228" cy="13071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1" name="平行四边形 270"/>
            <p:cNvSpPr/>
            <p:nvPr/>
          </p:nvSpPr>
          <p:spPr>
            <a:xfrm flipH="1">
              <a:off x="7564876" y="2658679"/>
              <a:ext cx="420155"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2" name="平行四边形 271"/>
            <p:cNvSpPr/>
            <p:nvPr/>
          </p:nvSpPr>
          <p:spPr>
            <a:xfrm rot="5400000">
              <a:off x="7741208" y="2653584"/>
              <a:ext cx="357142" cy="13432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3" name="平行四边形 272"/>
            <p:cNvSpPr/>
            <p:nvPr/>
          </p:nvSpPr>
          <p:spPr>
            <a:xfrm flipH="1">
              <a:off x="7852622" y="2542173"/>
              <a:ext cx="420155"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4" name="平行四边形 273"/>
            <p:cNvSpPr/>
            <p:nvPr/>
          </p:nvSpPr>
          <p:spPr>
            <a:xfrm rot="5400000">
              <a:off x="8027051" y="2537084"/>
              <a:ext cx="357129" cy="13432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5" name="平行四边形 274"/>
            <p:cNvSpPr/>
            <p:nvPr/>
          </p:nvSpPr>
          <p:spPr>
            <a:xfrm flipH="1">
              <a:off x="8141216" y="2425679"/>
              <a:ext cx="420155"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6" name="平行四边形 275"/>
            <p:cNvSpPr/>
            <p:nvPr/>
          </p:nvSpPr>
          <p:spPr>
            <a:xfrm rot="5400000">
              <a:off x="8318827" y="2423772"/>
              <a:ext cx="354585" cy="13432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7" name="平行四边形 276"/>
            <p:cNvSpPr/>
            <p:nvPr/>
          </p:nvSpPr>
          <p:spPr>
            <a:xfrm flipH="1">
              <a:off x="8427679" y="2313324"/>
              <a:ext cx="424619"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8" name="平行四边形 277"/>
            <p:cNvSpPr/>
            <p:nvPr/>
          </p:nvSpPr>
          <p:spPr>
            <a:xfrm rot="5400000">
              <a:off x="8606643" y="2308304"/>
              <a:ext cx="356988" cy="134321"/>
            </a:xfrm>
            <a:prstGeom prst="parallelogram">
              <a:avLst>
                <a:gd name="adj" fmla="val 181535"/>
              </a:avLst>
            </a:prstGeom>
            <a:gradFill>
              <a:gsLst>
                <a:gs pos="0">
                  <a:schemeClr val="bg1">
                    <a:lumMod val="50000"/>
                    <a:alpha val="82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9" name="平行四边形 278"/>
            <p:cNvSpPr/>
            <p:nvPr/>
          </p:nvSpPr>
          <p:spPr>
            <a:xfrm flipH="1">
              <a:off x="8719049" y="2196971"/>
              <a:ext cx="420155" cy="240635"/>
            </a:xfrm>
            <a:prstGeom prst="parallelogram">
              <a:avLst>
                <a:gd name="adj" fmla="val 55395"/>
              </a:avLst>
            </a:prstGeom>
            <a:gradFill>
              <a:gsLst>
                <a:gs pos="0">
                  <a:schemeClr val="bg1"/>
                </a:gs>
                <a:gs pos="100000">
                  <a:schemeClr val="bg1">
                    <a:lumMod val="8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0" name="任意多边形 279"/>
            <p:cNvSpPr/>
            <p:nvPr/>
          </p:nvSpPr>
          <p:spPr>
            <a:xfrm flipH="1">
              <a:off x="6831722" y="2435873"/>
              <a:ext cx="2309807" cy="1862856"/>
            </a:xfrm>
            <a:custGeom>
              <a:avLst/>
              <a:gdLst>
                <a:gd name="connsiteX0" fmla="*/ 440516 w 2309807"/>
                <a:gd name="connsiteY0" fmla="*/ 1861894 h 1862856"/>
                <a:gd name="connsiteX1" fmla="*/ 216019 w 2309807"/>
                <a:gd name="connsiteY1" fmla="*/ 1861894 h 1862856"/>
                <a:gd name="connsiteX2" fmla="*/ 215486 w 2309807"/>
                <a:gd name="connsiteY2" fmla="*/ 1862856 h 1862856"/>
                <a:gd name="connsiteX3" fmla="*/ 440516 w 2309807"/>
                <a:gd name="connsiteY3" fmla="*/ 1862856 h 1862856"/>
                <a:gd name="connsiteX4" fmla="*/ 1017967 w 2309807"/>
                <a:gd name="connsiteY4" fmla="*/ 1631189 h 1862856"/>
                <a:gd name="connsiteX5" fmla="*/ 1017586 w 2309807"/>
                <a:gd name="connsiteY5" fmla="*/ 1631876 h 1862856"/>
                <a:gd name="connsiteX6" fmla="*/ 1017967 w 2309807"/>
                <a:gd name="connsiteY6" fmla="*/ 1631876 h 1862856"/>
                <a:gd name="connsiteX7" fmla="*/ 1306693 w 2309807"/>
                <a:gd name="connsiteY7" fmla="*/ 1512912 h 1862856"/>
                <a:gd name="connsiteX8" fmla="*/ 1304769 w 2309807"/>
                <a:gd name="connsiteY8" fmla="*/ 1516385 h 1862856"/>
                <a:gd name="connsiteX9" fmla="*/ 1306693 w 2309807"/>
                <a:gd name="connsiteY9" fmla="*/ 1516385 h 1862856"/>
                <a:gd name="connsiteX10" fmla="*/ 1595419 w 2309807"/>
                <a:gd name="connsiteY10" fmla="*/ 1396182 h 1862856"/>
                <a:gd name="connsiteX11" fmla="*/ 1593107 w 2309807"/>
                <a:gd name="connsiteY11" fmla="*/ 1400356 h 1862856"/>
                <a:gd name="connsiteX12" fmla="*/ 1369044 w 2309807"/>
                <a:gd name="connsiteY12" fmla="*/ 1400356 h 1862856"/>
                <a:gd name="connsiteX13" fmla="*/ 1368745 w 2309807"/>
                <a:gd name="connsiteY13" fmla="*/ 1400895 h 1862856"/>
                <a:gd name="connsiteX14" fmla="*/ 1595419 w 2309807"/>
                <a:gd name="connsiteY14" fmla="*/ 1400895 h 1862856"/>
                <a:gd name="connsiteX15" fmla="*/ 288726 w 2309807"/>
                <a:gd name="connsiteY15" fmla="*/ 0 h 1862856"/>
                <a:gd name="connsiteX16" fmla="*/ 0 w 2309807"/>
                <a:gd name="connsiteY16" fmla="*/ 0 h 1862856"/>
                <a:gd name="connsiteX17" fmla="*/ 0 w 2309807"/>
                <a:gd name="connsiteY17" fmla="*/ 1149129 h 1862856"/>
                <a:gd name="connsiteX18" fmla="*/ 2325 w 2309807"/>
                <a:gd name="connsiteY18" fmla="*/ 1149129 h 1862856"/>
                <a:gd name="connsiteX19" fmla="*/ 2325 w 2309807"/>
                <a:gd name="connsiteY19" fmla="*/ 1737124 h 1862856"/>
                <a:gd name="connsiteX20" fmla="*/ 218232 w 2309807"/>
                <a:gd name="connsiteY20" fmla="*/ 1737124 h 1862856"/>
                <a:gd name="connsiteX21" fmla="*/ 282415 w 2309807"/>
                <a:gd name="connsiteY21" fmla="*/ 1621259 h 1862856"/>
                <a:gd name="connsiteX22" fmla="*/ 508738 w 2309807"/>
                <a:gd name="connsiteY22" fmla="*/ 1621259 h 1862856"/>
                <a:gd name="connsiteX23" fmla="*/ 571859 w 2309807"/>
                <a:gd name="connsiteY23" fmla="*/ 1507312 h 1862856"/>
                <a:gd name="connsiteX24" fmla="*/ 799734 w 2309807"/>
                <a:gd name="connsiteY24" fmla="*/ 1507312 h 1862856"/>
                <a:gd name="connsiteX25" fmla="*/ 863212 w 2309807"/>
                <a:gd name="connsiteY25" fmla="*/ 1392720 h 1862856"/>
                <a:gd name="connsiteX26" fmla="*/ 1086418 w 2309807"/>
                <a:gd name="connsiteY26" fmla="*/ 1392720 h 1862856"/>
                <a:gd name="connsiteX27" fmla="*/ 1150957 w 2309807"/>
                <a:gd name="connsiteY27" fmla="*/ 1276214 h 1862856"/>
                <a:gd name="connsiteX28" fmla="*/ 1375021 w 2309807"/>
                <a:gd name="connsiteY28" fmla="*/ 1276214 h 1862856"/>
                <a:gd name="connsiteX29" fmla="*/ 1439552 w 2309807"/>
                <a:gd name="connsiteY29" fmla="*/ 1159721 h 1862856"/>
                <a:gd name="connsiteX30" fmla="*/ 1663775 w 2309807"/>
                <a:gd name="connsiteY30" fmla="*/ 1159721 h 1862856"/>
                <a:gd name="connsiteX31" fmla="*/ 1726015 w 2309807"/>
                <a:gd name="connsiteY31" fmla="*/ 1047365 h 1862856"/>
                <a:gd name="connsiteX32" fmla="*/ 1952931 w 2309807"/>
                <a:gd name="connsiteY32" fmla="*/ 1047365 h 1862856"/>
                <a:gd name="connsiteX33" fmla="*/ 2017385 w 2309807"/>
                <a:gd name="connsiteY33" fmla="*/ 931012 h 1862856"/>
                <a:gd name="connsiteX34" fmla="*/ 2304240 w 2309807"/>
                <a:gd name="connsiteY34" fmla="*/ 931012 h 1862856"/>
                <a:gd name="connsiteX35" fmla="*/ 2299103 w 2309807"/>
                <a:gd name="connsiteY35" fmla="*/ 940286 h 1862856"/>
                <a:gd name="connsiteX36" fmla="*/ 2309807 w 2309807"/>
                <a:gd name="connsiteY36" fmla="*/ 940286 h 1862856"/>
                <a:gd name="connsiteX37" fmla="*/ 2309807 w 2309807"/>
                <a:gd name="connsiteY37" fmla="*/ 809075 h 1862856"/>
                <a:gd name="connsiteX38" fmla="*/ 2021081 w 2309807"/>
                <a:gd name="connsiteY38" fmla="*/ 809075 h 1862856"/>
                <a:gd name="connsiteX39" fmla="*/ 2021081 w 2309807"/>
                <a:gd name="connsiteY39" fmla="*/ 692942 h 1862856"/>
                <a:gd name="connsiteX40" fmla="*/ 1732355 w 2309807"/>
                <a:gd name="connsiteY40" fmla="*/ 692942 h 1862856"/>
                <a:gd name="connsiteX41" fmla="*/ 1732355 w 2309807"/>
                <a:gd name="connsiteY41" fmla="*/ 577452 h 1862856"/>
                <a:gd name="connsiteX42" fmla="*/ 1443630 w 2309807"/>
                <a:gd name="connsiteY42" fmla="*/ 577452 h 1862856"/>
                <a:gd name="connsiteX43" fmla="*/ 1443630 w 2309807"/>
                <a:gd name="connsiteY43" fmla="*/ 461961 h 1862856"/>
                <a:gd name="connsiteX44" fmla="*/ 1154904 w 2309807"/>
                <a:gd name="connsiteY44" fmla="*/ 461961 h 1862856"/>
                <a:gd name="connsiteX45" fmla="*/ 1154904 w 2309807"/>
                <a:gd name="connsiteY45" fmla="*/ 346471 h 1862856"/>
                <a:gd name="connsiteX46" fmla="*/ 866178 w 2309807"/>
                <a:gd name="connsiteY46" fmla="*/ 346471 h 1862856"/>
                <a:gd name="connsiteX47" fmla="*/ 866178 w 2309807"/>
                <a:gd name="connsiteY47" fmla="*/ 230981 h 1862856"/>
                <a:gd name="connsiteX48" fmla="*/ 577452 w 2309807"/>
                <a:gd name="connsiteY48" fmla="*/ 230981 h 1862856"/>
                <a:gd name="connsiteX49" fmla="*/ 577452 w 2309807"/>
                <a:gd name="connsiteY49" fmla="*/ 115490 h 1862856"/>
                <a:gd name="connsiteX50" fmla="*/ 288726 w 2309807"/>
                <a:gd name="connsiteY50" fmla="*/ 115490 h 186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309807" h="1862856">
                  <a:moveTo>
                    <a:pt x="440516" y="1861894"/>
                  </a:moveTo>
                  <a:lnTo>
                    <a:pt x="216019" y="1861894"/>
                  </a:lnTo>
                  <a:lnTo>
                    <a:pt x="215486" y="1862856"/>
                  </a:lnTo>
                  <a:lnTo>
                    <a:pt x="440516" y="1862856"/>
                  </a:lnTo>
                  <a:close/>
                  <a:moveTo>
                    <a:pt x="1017967" y="1631189"/>
                  </a:moveTo>
                  <a:lnTo>
                    <a:pt x="1017586" y="1631876"/>
                  </a:lnTo>
                  <a:lnTo>
                    <a:pt x="1017967" y="1631876"/>
                  </a:lnTo>
                  <a:close/>
                  <a:moveTo>
                    <a:pt x="1306693" y="1512912"/>
                  </a:moveTo>
                  <a:lnTo>
                    <a:pt x="1304769" y="1516385"/>
                  </a:lnTo>
                  <a:lnTo>
                    <a:pt x="1306693" y="1516385"/>
                  </a:lnTo>
                  <a:close/>
                  <a:moveTo>
                    <a:pt x="1595419" y="1396182"/>
                  </a:moveTo>
                  <a:lnTo>
                    <a:pt x="1593107" y="1400356"/>
                  </a:lnTo>
                  <a:lnTo>
                    <a:pt x="1369044" y="1400356"/>
                  </a:lnTo>
                  <a:lnTo>
                    <a:pt x="1368745" y="1400895"/>
                  </a:lnTo>
                  <a:lnTo>
                    <a:pt x="1595419" y="1400895"/>
                  </a:lnTo>
                  <a:close/>
                  <a:moveTo>
                    <a:pt x="288726" y="0"/>
                  </a:moveTo>
                  <a:lnTo>
                    <a:pt x="0" y="0"/>
                  </a:lnTo>
                  <a:lnTo>
                    <a:pt x="0" y="1149129"/>
                  </a:lnTo>
                  <a:lnTo>
                    <a:pt x="2325" y="1149129"/>
                  </a:lnTo>
                  <a:lnTo>
                    <a:pt x="2325" y="1737124"/>
                  </a:lnTo>
                  <a:lnTo>
                    <a:pt x="218232" y="1737124"/>
                  </a:lnTo>
                  <a:lnTo>
                    <a:pt x="282415" y="1621259"/>
                  </a:lnTo>
                  <a:lnTo>
                    <a:pt x="508738" y="1621259"/>
                  </a:lnTo>
                  <a:lnTo>
                    <a:pt x="571859" y="1507312"/>
                  </a:lnTo>
                  <a:lnTo>
                    <a:pt x="799734" y="1507312"/>
                  </a:lnTo>
                  <a:lnTo>
                    <a:pt x="863212" y="1392720"/>
                  </a:lnTo>
                  <a:lnTo>
                    <a:pt x="1086418" y="1392720"/>
                  </a:lnTo>
                  <a:lnTo>
                    <a:pt x="1150957" y="1276214"/>
                  </a:lnTo>
                  <a:lnTo>
                    <a:pt x="1375021" y="1276214"/>
                  </a:lnTo>
                  <a:lnTo>
                    <a:pt x="1439552" y="1159721"/>
                  </a:lnTo>
                  <a:lnTo>
                    <a:pt x="1663775" y="1159721"/>
                  </a:lnTo>
                  <a:lnTo>
                    <a:pt x="1726015" y="1047365"/>
                  </a:lnTo>
                  <a:lnTo>
                    <a:pt x="1952931" y="1047365"/>
                  </a:lnTo>
                  <a:lnTo>
                    <a:pt x="2017385" y="931012"/>
                  </a:lnTo>
                  <a:lnTo>
                    <a:pt x="2304240" y="931012"/>
                  </a:lnTo>
                  <a:lnTo>
                    <a:pt x="2299103" y="940286"/>
                  </a:lnTo>
                  <a:lnTo>
                    <a:pt x="2309807" y="940286"/>
                  </a:lnTo>
                  <a:lnTo>
                    <a:pt x="2309807" y="809075"/>
                  </a:lnTo>
                  <a:lnTo>
                    <a:pt x="2021081" y="809075"/>
                  </a:lnTo>
                  <a:lnTo>
                    <a:pt x="2021081" y="692942"/>
                  </a:lnTo>
                  <a:lnTo>
                    <a:pt x="1732355" y="692942"/>
                  </a:lnTo>
                  <a:lnTo>
                    <a:pt x="1732355" y="577452"/>
                  </a:lnTo>
                  <a:lnTo>
                    <a:pt x="1443630" y="577452"/>
                  </a:lnTo>
                  <a:lnTo>
                    <a:pt x="1443630" y="461961"/>
                  </a:lnTo>
                  <a:lnTo>
                    <a:pt x="1154904" y="461961"/>
                  </a:lnTo>
                  <a:lnTo>
                    <a:pt x="1154904" y="346471"/>
                  </a:lnTo>
                  <a:lnTo>
                    <a:pt x="866178" y="346471"/>
                  </a:lnTo>
                  <a:lnTo>
                    <a:pt x="866178" y="230981"/>
                  </a:lnTo>
                  <a:lnTo>
                    <a:pt x="577452" y="230981"/>
                  </a:lnTo>
                  <a:lnTo>
                    <a:pt x="577452" y="115490"/>
                  </a:lnTo>
                  <a:lnTo>
                    <a:pt x="288726" y="115490"/>
                  </a:lnTo>
                  <a:close/>
                </a:path>
              </a:pathLst>
            </a:custGeom>
            <a:gradFill flip="none" rotWithShape="1">
              <a:gsLst>
                <a:gs pos="0">
                  <a:srgbClr val="E35353"/>
                </a:gs>
                <a:gs pos="100000">
                  <a:srgbClr val="ED9393"/>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1" name="平行四边形 280"/>
            <p:cNvSpPr/>
            <p:nvPr/>
          </p:nvSpPr>
          <p:spPr>
            <a:xfrm rot="16200000" flipH="1" flipV="1">
              <a:off x="5552221" y="4150806"/>
              <a:ext cx="2429156" cy="133711"/>
            </a:xfrm>
            <a:prstGeom prst="parallelogram">
              <a:avLst>
                <a:gd name="adj" fmla="val 183941"/>
              </a:avLst>
            </a:prstGeom>
            <a:gradFill>
              <a:gsLst>
                <a:gs pos="0">
                  <a:srgbClr val="E35353"/>
                </a:gs>
                <a:gs pos="100000">
                  <a:srgbClr val="F0A6A6"/>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2" name="任意多边形 281"/>
            <p:cNvSpPr/>
            <p:nvPr/>
          </p:nvSpPr>
          <p:spPr>
            <a:xfrm rot="5400000">
              <a:off x="6929649" y="3054966"/>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3" name="任意多边形 282"/>
            <p:cNvSpPr/>
            <p:nvPr/>
          </p:nvSpPr>
          <p:spPr>
            <a:xfrm rot="5400000">
              <a:off x="7220579" y="2939101"/>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4" name="任意多边形 283"/>
            <p:cNvSpPr/>
            <p:nvPr/>
          </p:nvSpPr>
          <p:spPr>
            <a:xfrm rot="5400000">
              <a:off x="7510023" y="2825154"/>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5" name="任意多边形 284"/>
            <p:cNvSpPr/>
            <p:nvPr/>
          </p:nvSpPr>
          <p:spPr>
            <a:xfrm rot="5400000">
              <a:off x="7795958" y="2708650"/>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6" name="任意多边形 285"/>
            <p:cNvSpPr/>
            <p:nvPr/>
          </p:nvSpPr>
          <p:spPr>
            <a:xfrm rot="5400000">
              <a:off x="8084023" y="2594057"/>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7" name="任意多边形 286"/>
            <p:cNvSpPr/>
            <p:nvPr/>
          </p:nvSpPr>
          <p:spPr>
            <a:xfrm rot="5400000">
              <a:off x="8372619" y="2477563"/>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8" name="任意多边形 287"/>
            <p:cNvSpPr/>
            <p:nvPr/>
          </p:nvSpPr>
          <p:spPr>
            <a:xfrm rot="5400000">
              <a:off x="8663546" y="2365208"/>
              <a:ext cx="243183" cy="134321"/>
            </a:xfrm>
            <a:custGeom>
              <a:avLst/>
              <a:gdLst>
                <a:gd name="connsiteX0" fmla="*/ 0 w 305749"/>
                <a:gd name="connsiteY0" fmla="*/ 167479 h 167479"/>
                <a:gd name="connsiteX1" fmla="*/ 304033 w 305749"/>
                <a:gd name="connsiteY1" fmla="*/ 0 h 167479"/>
                <a:gd name="connsiteX2" fmla="*/ 305749 w 305749"/>
                <a:gd name="connsiteY2" fmla="*/ 0 h 167479"/>
                <a:gd name="connsiteX3" fmla="*/ 305749 w 305749"/>
                <a:gd name="connsiteY3" fmla="*/ 75120 h 167479"/>
                <a:gd name="connsiteX4" fmla="*/ 138084 w 305749"/>
                <a:gd name="connsiteY4" fmla="*/ 167479 h 167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49" h="167479">
                  <a:moveTo>
                    <a:pt x="0" y="167479"/>
                  </a:moveTo>
                  <a:lnTo>
                    <a:pt x="304033" y="0"/>
                  </a:lnTo>
                  <a:lnTo>
                    <a:pt x="305749" y="0"/>
                  </a:lnTo>
                  <a:lnTo>
                    <a:pt x="305749" y="75120"/>
                  </a:lnTo>
                  <a:lnTo>
                    <a:pt x="138084" y="167479"/>
                  </a:lnTo>
                  <a:close/>
                </a:path>
              </a:pathLst>
            </a:custGeom>
            <a:gradFill flip="none" rotWithShape="1">
              <a:gsLst>
                <a:gs pos="0">
                  <a:schemeClr val="bg1">
                    <a:lumMod val="75000"/>
                  </a:schemeClr>
                </a:gs>
                <a:gs pos="100000">
                  <a:schemeClr val="bg1">
                    <a:lumMod val="8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9" name="平行四边形 288"/>
            <p:cNvSpPr/>
            <p:nvPr/>
          </p:nvSpPr>
          <p:spPr>
            <a:xfrm rot="16200000" flipH="1" flipV="1">
              <a:off x="6353252" y="5529576"/>
              <a:ext cx="830192" cy="133711"/>
            </a:xfrm>
            <a:prstGeom prst="parallelogram">
              <a:avLst>
                <a:gd name="adj" fmla="val 183941"/>
              </a:avLst>
            </a:prstGeom>
            <a:gradFill>
              <a:gsLst>
                <a:gs pos="0">
                  <a:srgbClr val="E35353">
                    <a:lumMod val="67000"/>
                    <a:lumOff val="33000"/>
                  </a:srgbClr>
                </a:gs>
                <a:gs pos="100000">
                  <a:srgbClr val="F0A6A6">
                    <a:alpha val="0"/>
                  </a:srgbClr>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0" name="AutoShape 34"/>
            <p:cNvSpPr>
              <a:spLocks noChangeAspect="1" noChangeArrowheads="1" noTextEdit="1"/>
            </p:cNvSpPr>
            <p:nvPr/>
          </p:nvSpPr>
          <p:spPr bwMode="auto">
            <a:xfrm>
              <a:off x="7877773" y="3322638"/>
              <a:ext cx="22542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nvGrpSpPr>
            <p:cNvPr id="291" name="组合 290"/>
            <p:cNvGrpSpPr/>
            <p:nvPr/>
          </p:nvGrpSpPr>
          <p:grpSpPr>
            <a:xfrm>
              <a:off x="7608588" y="2967825"/>
              <a:ext cx="901541" cy="635588"/>
              <a:chOff x="6127310" y="5233623"/>
              <a:chExt cx="901541" cy="635588"/>
            </a:xfrm>
          </p:grpSpPr>
          <p:sp>
            <p:nvSpPr>
              <p:cNvPr id="415" name="文本框 355"/>
              <p:cNvSpPr txBox="1"/>
              <p:nvPr/>
            </p:nvSpPr>
            <p:spPr>
              <a:xfrm>
                <a:off x="6127310" y="5233623"/>
                <a:ext cx="901541" cy="518551"/>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03</a:t>
                </a:r>
                <a:endParaRPr lang="zh-CN" altLang="en-US" sz="2953" dirty="0">
                  <a:solidFill>
                    <a:prstClr val="white"/>
                  </a:solidFill>
                  <a:latin typeface="Impact" panose="020B0806030902050204" pitchFamily="34" charset="0"/>
                </a:endParaRPr>
              </a:p>
            </p:txBody>
          </p:sp>
          <p:sp>
            <p:nvSpPr>
              <p:cNvPr id="416" name="文本框 356"/>
              <p:cNvSpPr txBox="1"/>
              <p:nvPr/>
            </p:nvSpPr>
            <p:spPr>
              <a:xfrm>
                <a:off x="6299898" y="5566242"/>
                <a:ext cx="578002" cy="302969"/>
              </a:xfrm>
              <a:prstGeom prst="rect">
                <a:avLst/>
              </a:prstGeom>
              <a:noFill/>
            </p:spPr>
            <p:txBody>
              <a:bodyPr wrap="square" rtlCol="0">
                <a:spAutoFit/>
              </a:bodyPr>
              <a:lstStyle/>
              <a:p>
                <a:pPr algn="ctr"/>
                <a:r>
                  <a:rPr lang="en-US" altLang="zh-CN" sz="1476" dirty="0">
                    <a:solidFill>
                      <a:prstClr val="white"/>
                    </a:solidFill>
                    <a:latin typeface="LiHei Pro" panose="020B0500000000000000" pitchFamily="34" charset="-122"/>
                    <a:ea typeface="LiHei Pro" panose="020B0500000000000000" pitchFamily="34" charset="-122"/>
                  </a:rPr>
                  <a:t>STEP</a:t>
                </a:r>
                <a:endParaRPr lang="zh-CN" altLang="en-US" sz="1476" dirty="0">
                  <a:solidFill>
                    <a:prstClr val="white"/>
                  </a:solidFill>
                  <a:latin typeface="LiHei Pro" panose="020B0500000000000000" pitchFamily="34" charset="-122"/>
                  <a:ea typeface="LiHei Pro" panose="020B0500000000000000" pitchFamily="34" charset="-122"/>
                </a:endParaRPr>
              </a:p>
            </p:txBody>
          </p:sp>
        </p:grpSp>
        <p:grpSp>
          <p:nvGrpSpPr>
            <p:cNvPr id="292" name="Group 450"/>
            <p:cNvGrpSpPr>
              <a:grpSpLocks noChangeAspect="1"/>
            </p:cNvGrpSpPr>
            <p:nvPr/>
          </p:nvGrpSpPr>
          <p:grpSpPr bwMode="auto">
            <a:xfrm>
              <a:off x="8326730" y="3087777"/>
              <a:ext cx="403075" cy="384917"/>
              <a:chOff x="3782" y="2107"/>
              <a:chExt cx="111" cy="106"/>
            </a:xfrm>
            <a:solidFill>
              <a:schemeClr val="bg1"/>
            </a:solidFill>
          </p:grpSpPr>
          <p:sp>
            <p:nvSpPr>
              <p:cNvPr id="293" name="Freeform 451"/>
              <p:cNvSpPr>
                <a:spLocks/>
              </p:cNvSpPr>
              <p:nvPr/>
            </p:nvSpPr>
            <p:spPr bwMode="auto">
              <a:xfrm>
                <a:off x="3848" y="2107"/>
                <a:ext cx="42" cy="23"/>
              </a:xfrm>
              <a:custGeom>
                <a:avLst/>
                <a:gdLst>
                  <a:gd name="T0" fmla="*/ 16 w 17"/>
                  <a:gd name="T1" fmla="*/ 9 h 9"/>
                  <a:gd name="T2" fmla="*/ 16 w 17"/>
                  <a:gd name="T3" fmla="*/ 8 h 9"/>
                  <a:gd name="T4" fmla="*/ 14 w 17"/>
                  <a:gd name="T5" fmla="*/ 6 h 9"/>
                  <a:gd name="T6" fmla="*/ 3 w 17"/>
                  <a:gd name="T7" fmla="*/ 1 h 9"/>
                  <a:gd name="T8" fmla="*/ 0 w 17"/>
                  <a:gd name="T9" fmla="*/ 1 h 9"/>
                  <a:gd name="T10" fmla="*/ 0 w 17"/>
                  <a:gd name="T11" fmla="*/ 0 h 9"/>
                  <a:gd name="T12" fmla="*/ 0 w 17"/>
                  <a:gd name="T13" fmla="*/ 0 h 9"/>
                  <a:gd name="T14" fmla="*/ 3 w 17"/>
                  <a:gd name="T15" fmla="*/ 0 h 9"/>
                  <a:gd name="T16" fmla="*/ 15 w 17"/>
                  <a:gd name="T17" fmla="*/ 6 h 9"/>
                  <a:gd name="T18" fmla="*/ 16 w 17"/>
                  <a:gd name="T19" fmla="*/ 8 h 9"/>
                  <a:gd name="T20" fmla="*/ 16 w 17"/>
                  <a:gd name="T21" fmla="*/ 9 h 9"/>
                  <a:gd name="T22" fmla="*/ 16 w 17"/>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6" y="9"/>
                    </a:moveTo>
                    <a:cubicBezTo>
                      <a:pt x="16" y="9"/>
                      <a:pt x="16" y="8"/>
                      <a:pt x="16" y="8"/>
                    </a:cubicBezTo>
                    <a:cubicBezTo>
                      <a:pt x="15" y="8"/>
                      <a:pt x="15" y="7"/>
                      <a:pt x="14" y="6"/>
                    </a:cubicBezTo>
                    <a:cubicBezTo>
                      <a:pt x="12" y="3"/>
                      <a:pt x="8" y="1"/>
                      <a:pt x="3" y="1"/>
                    </a:cubicBezTo>
                    <a:cubicBezTo>
                      <a:pt x="2" y="1"/>
                      <a:pt x="1" y="1"/>
                      <a:pt x="0" y="1"/>
                    </a:cubicBezTo>
                    <a:cubicBezTo>
                      <a:pt x="0" y="1"/>
                      <a:pt x="0" y="0"/>
                      <a:pt x="0" y="0"/>
                    </a:cubicBezTo>
                    <a:cubicBezTo>
                      <a:pt x="0" y="0"/>
                      <a:pt x="0" y="0"/>
                      <a:pt x="0" y="0"/>
                    </a:cubicBezTo>
                    <a:cubicBezTo>
                      <a:pt x="1" y="0"/>
                      <a:pt x="2" y="0"/>
                      <a:pt x="3" y="0"/>
                    </a:cubicBezTo>
                    <a:cubicBezTo>
                      <a:pt x="8" y="0"/>
                      <a:pt x="13" y="3"/>
                      <a:pt x="15" y="6"/>
                    </a:cubicBezTo>
                    <a:cubicBezTo>
                      <a:pt x="16" y="6"/>
                      <a:pt x="16" y="7"/>
                      <a:pt x="16" y="8"/>
                    </a:cubicBezTo>
                    <a:cubicBezTo>
                      <a:pt x="17" y="8"/>
                      <a:pt x="16" y="8"/>
                      <a:pt x="16" y="9"/>
                    </a:cubicBezTo>
                    <a:cubicBezTo>
                      <a:pt x="16" y="9"/>
                      <a:pt x="16" y="9"/>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4" name="Freeform 452"/>
              <p:cNvSpPr>
                <a:spLocks/>
              </p:cNvSpPr>
              <p:nvPr/>
            </p:nvSpPr>
            <p:spPr bwMode="auto">
              <a:xfrm>
                <a:off x="3885" y="2140"/>
                <a:ext cx="8" cy="35"/>
              </a:xfrm>
              <a:custGeom>
                <a:avLst/>
                <a:gdLst>
                  <a:gd name="T0" fmla="*/ 1 w 3"/>
                  <a:gd name="T1" fmla="*/ 14 h 14"/>
                  <a:gd name="T2" fmla="*/ 1 w 3"/>
                  <a:gd name="T3" fmla="*/ 14 h 14"/>
                  <a:gd name="T4" fmla="*/ 0 w 3"/>
                  <a:gd name="T5" fmla="*/ 13 h 14"/>
                  <a:gd name="T6" fmla="*/ 1 w 3"/>
                  <a:gd name="T7" fmla="*/ 1 h 14"/>
                  <a:gd name="T8" fmla="*/ 1 w 3"/>
                  <a:gd name="T9" fmla="*/ 0 h 14"/>
                  <a:gd name="T10" fmla="*/ 2 w 3"/>
                  <a:gd name="T11" fmla="*/ 1 h 14"/>
                  <a:gd name="T12" fmla="*/ 1 w 3"/>
                  <a:gd name="T13" fmla="*/ 13 h 14"/>
                  <a:gd name="T14" fmla="*/ 1 w 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1" y="14"/>
                    </a:moveTo>
                    <a:cubicBezTo>
                      <a:pt x="1" y="14"/>
                      <a:pt x="1" y="14"/>
                      <a:pt x="1" y="14"/>
                    </a:cubicBezTo>
                    <a:cubicBezTo>
                      <a:pt x="1" y="14"/>
                      <a:pt x="0" y="13"/>
                      <a:pt x="0" y="13"/>
                    </a:cubicBezTo>
                    <a:cubicBezTo>
                      <a:pt x="2" y="10"/>
                      <a:pt x="2" y="5"/>
                      <a:pt x="1" y="1"/>
                    </a:cubicBezTo>
                    <a:cubicBezTo>
                      <a:pt x="1" y="1"/>
                      <a:pt x="1" y="0"/>
                      <a:pt x="1" y="0"/>
                    </a:cubicBezTo>
                    <a:cubicBezTo>
                      <a:pt x="2" y="0"/>
                      <a:pt x="2" y="1"/>
                      <a:pt x="2" y="1"/>
                    </a:cubicBezTo>
                    <a:cubicBezTo>
                      <a:pt x="3" y="5"/>
                      <a:pt x="3" y="10"/>
                      <a:pt x="1" y="13"/>
                    </a:cubicBezTo>
                    <a:cubicBezTo>
                      <a:pt x="1"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5" name="Freeform 453"/>
              <p:cNvSpPr>
                <a:spLocks/>
              </p:cNvSpPr>
              <p:nvPr/>
            </p:nvSpPr>
            <p:spPr bwMode="auto">
              <a:xfrm>
                <a:off x="3858" y="2178"/>
                <a:ext cx="27" cy="20"/>
              </a:xfrm>
              <a:custGeom>
                <a:avLst/>
                <a:gdLst>
                  <a:gd name="T0" fmla="*/ 1 w 11"/>
                  <a:gd name="T1" fmla="*/ 8 h 8"/>
                  <a:gd name="T2" fmla="*/ 0 w 11"/>
                  <a:gd name="T3" fmla="*/ 8 h 8"/>
                  <a:gd name="T4" fmla="*/ 1 w 11"/>
                  <a:gd name="T5" fmla="*/ 7 h 8"/>
                  <a:gd name="T6" fmla="*/ 11 w 11"/>
                  <a:gd name="T7" fmla="*/ 0 h 8"/>
                  <a:gd name="T8" fmla="*/ 11 w 11"/>
                  <a:gd name="T9" fmla="*/ 0 h 8"/>
                  <a:gd name="T10" fmla="*/ 11 w 11"/>
                  <a:gd name="T11" fmla="*/ 1 h 8"/>
                  <a:gd name="T12" fmla="*/ 1 w 11"/>
                  <a:gd name="T13" fmla="*/ 8 h 8"/>
                  <a:gd name="T14" fmla="*/ 1 w 11"/>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1" y="8"/>
                    </a:moveTo>
                    <a:cubicBezTo>
                      <a:pt x="1" y="8"/>
                      <a:pt x="1" y="8"/>
                      <a:pt x="0" y="8"/>
                    </a:cubicBezTo>
                    <a:cubicBezTo>
                      <a:pt x="0" y="7"/>
                      <a:pt x="0" y="7"/>
                      <a:pt x="1" y="7"/>
                    </a:cubicBezTo>
                    <a:cubicBezTo>
                      <a:pt x="6" y="5"/>
                      <a:pt x="9" y="2"/>
                      <a:pt x="11" y="0"/>
                    </a:cubicBezTo>
                    <a:cubicBezTo>
                      <a:pt x="11" y="0"/>
                      <a:pt x="11" y="0"/>
                      <a:pt x="11" y="0"/>
                    </a:cubicBezTo>
                    <a:cubicBezTo>
                      <a:pt x="11" y="0"/>
                      <a:pt x="11" y="0"/>
                      <a:pt x="11" y="1"/>
                    </a:cubicBezTo>
                    <a:cubicBezTo>
                      <a:pt x="10" y="3"/>
                      <a:pt x="6" y="6"/>
                      <a:pt x="1" y="8"/>
                    </a:cubicBezTo>
                    <a:cubicBezTo>
                      <a:pt x="1"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6" name="Freeform 454"/>
              <p:cNvSpPr>
                <a:spLocks/>
              </p:cNvSpPr>
              <p:nvPr/>
            </p:nvSpPr>
            <p:spPr bwMode="auto">
              <a:xfrm>
                <a:off x="3782" y="2110"/>
                <a:ext cx="71" cy="90"/>
              </a:xfrm>
              <a:custGeom>
                <a:avLst/>
                <a:gdLst>
                  <a:gd name="T0" fmla="*/ 23 w 28"/>
                  <a:gd name="T1" fmla="*/ 36 h 36"/>
                  <a:gd name="T2" fmla="*/ 8 w 28"/>
                  <a:gd name="T3" fmla="*/ 31 h 36"/>
                  <a:gd name="T4" fmla="*/ 6 w 28"/>
                  <a:gd name="T5" fmla="*/ 9 h 36"/>
                  <a:gd name="T6" fmla="*/ 23 w 28"/>
                  <a:gd name="T7" fmla="*/ 0 h 36"/>
                  <a:gd name="T8" fmla="*/ 23 w 28"/>
                  <a:gd name="T9" fmla="*/ 1 h 36"/>
                  <a:gd name="T10" fmla="*/ 23 w 28"/>
                  <a:gd name="T11" fmla="*/ 1 h 36"/>
                  <a:gd name="T12" fmla="*/ 6 w 28"/>
                  <a:gd name="T13" fmla="*/ 10 h 36"/>
                  <a:gd name="T14" fmla="*/ 9 w 28"/>
                  <a:gd name="T15" fmla="*/ 30 h 36"/>
                  <a:gd name="T16" fmla="*/ 28 w 28"/>
                  <a:gd name="T17" fmla="*/ 35 h 36"/>
                  <a:gd name="T18" fmla="*/ 28 w 28"/>
                  <a:gd name="T19" fmla="*/ 35 h 36"/>
                  <a:gd name="T20" fmla="*/ 28 w 28"/>
                  <a:gd name="T21" fmla="*/ 36 h 36"/>
                  <a:gd name="T22" fmla="*/ 23 w 28"/>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6">
                    <a:moveTo>
                      <a:pt x="23" y="36"/>
                    </a:moveTo>
                    <a:cubicBezTo>
                      <a:pt x="19" y="36"/>
                      <a:pt x="13" y="35"/>
                      <a:pt x="8" y="31"/>
                    </a:cubicBezTo>
                    <a:cubicBezTo>
                      <a:pt x="3" y="27"/>
                      <a:pt x="0" y="17"/>
                      <a:pt x="6" y="9"/>
                    </a:cubicBezTo>
                    <a:cubicBezTo>
                      <a:pt x="9" y="4"/>
                      <a:pt x="15" y="1"/>
                      <a:pt x="23" y="0"/>
                    </a:cubicBezTo>
                    <a:cubicBezTo>
                      <a:pt x="23" y="0"/>
                      <a:pt x="23" y="0"/>
                      <a:pt x="23" y="1"/>
                    </a:cubicBezTo>
                    <a:cubicBezTo>
                      <a:pt x="23" y="1"/>
                      <a:pt x="23" y="1"/>
                      <a:pt x="23" y="1"/>
                    </a:cubicBezTo>
                    <a:cubicBezTo>
                      <a:pt x="16" y="2"/>
                      <a:pt x="10" y="5"/>
                      <a:pt x="6" y="10"/>
                    </a:cubicBezTo>
                    <a:cubicBezTo>
                      <a:pt x="1" y="17"/>
                      <a:pt x="4" y="26"/>
                      <a:pt x="9" y="30"/>
                    </a:cubicBezTo>
                    <a:cubicBezTo>
                      <a:pt x="16" y="36"/>
                      <a:pt x="23" y="36"/>
                      <a:pt x="28" y="35"/>
                    </a:cubicBezTo>
                    <a:cubicBezTo>
                      <a:pt x="28" y="35"/>
                      <a:pt x="28" y="35"/>
                      <a:pt x="28" y="35"/>
                    </a:cubicBezTo>
                    <a:cubicBezTo>
                      <a:pt x="28" y="35"/>
                      <a:pt x="28" y="36"/>
                      <a:pt x="28" y="36"/>
                    </a:cubicBezTo>
                    <a:cubicBezTo>
                      <a:pt x="27" y="36"/>
                      <a:pt x="25" y="36"/>
                      <a:pt x="2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7" name="Freeform 455"/>
              <p:cNvSpPr>
                <a:spLocks/>
              </p:cNvSpPr>
              <p:nvPr/>
            </p:nvSpPr>
            <p:spPr bwMode="auto">
              <a:xfrm>
                <a:off x="3858" y="2188"/>
                <a:ext cx="27" cy="22"/>
              </a:xfrm>
              <a:custGeom>
                <a:avLst/>
                <a:gdLst>
                  <a:gd name="T0" fmla="*/ 0 w 11"/>
                  <a:gd name="T1" fmla="*/ 9 h 9"/>
                  <a:gd name="T2" fmla="*/ 0 w 11"/>
                  <a:gd name="T3" fmla="*/ 9 h 9"/>
                  <a:gd name="T4" fmla="*/ 0 w 11"/>
                  <a:gd name="T5" fmla="*/ 8 h 9"/>
                  <a:gd name="T6" fmla="*/ 10 w 11"/>
                  <a:gd name="T7" fmla="*/ 1 h 9"/>
                  <a:gd name="T8" fmla="*/ 10 w 11"/>
                  <a:gd name="T9" fmla="*/ 0 h 9"/>
                  <a:gd name="T10" fmla="*/ 11 w 11"/>
                  <a:gd name="T11" fmla="*/ 1 h 9"/>
                  <a:gd name="T12" fmla="*/ 1 w 11"/>
                  <a:gd name="T13" fmla="*/ 9 h 9"/>
                  <a:gd name="T14" fmla="*/ 0 w 11"/>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9"/>
                    </a:moveTo>
                    <a:cubicBezTo>
                      <a:pt x="0" y="9"/>
                      <a:pt x="0" y="9"/>
                      <a:pt x="0" y="9"/>
                    </a:cubicBezTo>
                    <a:cubicBezTo>
                      <a:pt x="0" y="9"/>
                      <a:pt x="0" y="8"/>
                      <a:pt x="0" y="8"/>
                    </a:cubicBezTo>
                    <a:cubicBezTo>
                      <a:pt x="5" y="7"/>
                      <a:pt x="8" y="4"/>
                      <a:pt x="10" y="1"/>
                    </a:cubicBezTo>
                    <a:cubicBezTo>
                      <a:pt x="10" y="0"/>
                      <a:pt x="10" y="0"/>
                      <a:pt x="10" y="0"/>
                    </a:cubicBezTo>
                    <a:cubicBezTo>
                      <a:pt x="11" y="0"/>
                      <a:pt x="11" y="1"/>
                      <a:pt x="11" y="1"/>
                    </a:cubicBezTo>
                    <a:cubicBezTo>
                      <a:pt x="9" y="4"/>
                      <a:pt x="5" y="7"/>
                      <a:pt x="1"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8" name="Freeform 456"/>
              <p:cNvSpPr>
                <a:spLocks/>
              </p:cNvSpPr>
              <p:nvPr/>
            </p:nvSpPr>
            <p:spPr bwMode="auto">
              <a:xfrm>
                <a:off x="3785" y="2155"/>
                <a:ext cx="70" cy="58"/>
              </a:xfrm>
              <a:custGeom>
                <a:avLst/>
                <a:gdLst>
                  <a:gd name="T0" fmla="*/ 21 w 28"/>
                  <a:gd name="T1" fmla="*/ 23 h 23"/>
                  <a:gd name="T2" fmla="*/ 7 w 28"/>
                  <a:gd name="T3" fmla="*/ 17 h 23"/>
                  <a:gd name="T4" fmla="*/ 2 w 28"/>
                  <a:gd name="T5" fmla="*/ 0 h 23"/>
                  <a:gd name="T6" fmla="*/ 2 w 28"/>
                  <a:gd name="T7" fmla="*/ 0 h 23"/>
                  <a:gd name="T8" fmla="*/ 3 w 28"/>
                  <a:gd name="T9" fmla="*/ 1 h 23"/>
                  <a:gd name="T10" fmla="*/ 7 w 28"/>
                  <a:gd name="T11" fmla="*/ 17 h 23"/>
                  <a:gd name="T12" fmla="*/ 27 w 28"/>
                  <a:gd name="T13" fmla="*/ 22 h 23"/>
                  <a:gd name="T14" fmla="*/ 27 w 28"/>
                  <a:gd name="T15" fmla="*/ 22 h 23"/>
                  <a:gd name="T16" fmla="*/ 27 w 28"/>
                  <a:gd name="T17" fmla="*/ 23 h 23"/>
                  <a:gd name="T18" fmla="*/ 21 w 28"/>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1" y="23"/>
                    </a:moveTo>
                    <a:cubicBezTo>
                      <a:pt x="15" y="23"/>
                      <a:pt x="11" y="21"/>
                      <a:pt x="7" y="17"/>
                    </a:cubicBezTo>
                    <a:cubicBezTo>
                      <a:pt x="2" y="13"/>
                      <a:pt x="0" y="6"/>
                      <a:pt x="2" y="0"/>
                    </a:cubicBezTo>
                    <a:cubicBezTo>
                      <a:pt x="2" y="0"/>
                      <a:pt x="2" y="0"/>
                      <a:pt x="2" y="0"/>
                    </a:cubicBezTo>
                    <a:cubicBezTo>
                      <a:pt x="3" y="0"/>
                      <a:pt x="3" y="0"/>
                      <a:pt x="3" y="1"/>
                    </a:cubicBezTo>
                    <a:cubicBezTo>
                      <a:pt x="1" y="6"/>
                      <a:pt x="3" y="12"/>
                      <a:pt x="7" y="17"/>
                    </a:cubicBezTo>
                    <a:cubicBezTo>
                      <a:pt x="12" y="22"/>
                      <a:pt x="19" y="23"/>
                      <a:pt x="27" y="22"/>
                    </a:cubicBezTo>
                    <a:cubicBezTo>
                      <a:pt x="27" y="22"/>
                      <a:pt x="27" y="22"/>
                      <a:pt x="27" y="22"/>
                    </a:cubicBezTo>
                    <a:cubicBezTo>
                      <a:pt x="28" y="22"/>
                      <a:pt x="27" y="23"/>
                      <a:pt x="27" y="23"/>
                    </a:cubicBezTo>
                    <a:cubicBezTo>
                      <a:pt x="25" y="23"/>
                      <a:pt x="23" y="23"/>
                      <a:pt x="2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99" name="Freeform 457"/>
              <p:cNvSpPr>
                <a:spLocks/>
              </p:cNvSpPr>
              <p:nvPr/>
            </p:nvSpPr>
            <p:spPr bwMode="auto">
              <a:xfrm>
                <a:off x="3842" y="2140"/>
                <a:ext cx="48" cy="17"/>
              </a:xfrm>
              <a:custGeom>
                <a:avLst/>
                <a:gdLst>
                  <a:gd name="T0" fmla="*/ 0 w 19"/>
                  <a:gd name="T1" fmla="*/ 7 h 7"/>
                  <a:gd name="T2" fmla="*/ 0 w 19"/>
                  <a:gd name="T3" fmla="*/ 7 h 7"/>
                  <a:gd name="T4" fmla="*/ 0 w 19"/>
                  <a:gd name="T5" fmla="*/ 7 h 7"/>
                  <a:gd name="T6" fmla="*/ 0 w 19"/>
                  <a:gd name="T7" fmla="*/ 7 h 7"/>
                  <a:gd name="T8" fmla="*/ 8 w 19"/>
                  <a:gd name="T9" fmla="*/ 4 h 7"/>
                  <a:gd name="T10" fmla="*/ 18 w 19"/>
                  <a:gd name="T11" fmla="*/ 0 h 7"/>
                  <a:gd name="T12" fmla="*/ 19 w 19"/>
                  <a:gd name="T13" fmla="*/ 1 h 7"/>
                  <a:gd name="T14" fmla="*/ 19 w 19"/>
                  <a:gd name="T15" fmla="*/ 1 h 7"/>
                  <a:gd name="T16" fmla="*/ 8 w 19"/>
                  <a:gd name="T17" fmla="*/ 5 h 7"/>
                  <a:gd name="T18" fmla="*/ 0 w 19"/>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
                    <a:moveTo>
                      <a:pt x="0" y="7"/>
                    </a:moveTo>
                    <a:cubicBezTo>
                      <a:pt x="0" y="7"/>
                      <a:pt x="0" y="7"/>
                      <a:pt x="0" y="7"/>
                    </a:cubicBezTo>
                    <a:cubicBezTo>
                      <a:pt x="0" y="7"/>
                      <a:pt x="0" y="7"/>
                      <a:pt x="0" y="7"/>
                    </a:cubicBezTo>
                    <a:cubicBezTo>
                      <a:pt x="0" y="7"/>
                      <a:pt x="0" y="7"/>
                      <a:pt x="0" y="7"/>
                    </a:cubicBezTo>
                    <a:cubicBezTo>
                      <a:pt x="1" y="7"/>
                      <a:pt x="5" y="5"/>
                      <a:pt x="8" y="4"/>
                    </a:cubicBezTo>
                    <a:cubicBezTo>
                      <a:pt x="11" y="3"/>
                      <a:pt x="16" y="1"/>
                      <a:pt x="18" y="0"/>
                    </a:cubicBezTo>
                    <a:cubicBezTo>
                      <a:pt x="19" y="0"/>
                      <a:pt x="19" y="1"/>
                      <a:pt x="19" y="1"/>
                    </a:cubicBezTo>
                    <a:cubicBezTo>
                      <a:pt x="19" y="1"/>
                      <a:pt x="19" y="1"/>
                      <a:pt x="19" y="1"/>
                    </a:cubicBezTo>
                    <a:cubicBezTo>
                      <a:pt x="16" y="2"/>
                      <a:pt x="12" y="4"/>
                      <a:pt x="8" y="5"/>
                    </a:cubicBezTo>
                    <a:cubicBezTo>
                      <a:pt x="4" y="7"/>
                      <a:pt x="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0" name="Freeform 458"/>
              <p:cNvSpPr>
                <a:spLocks/>
              </p:cNvSpPr>
              <p:nvPr/>
            </p:nvSpPr>
            <p:spPr bwMode="auto">
              <a:xfrm>
                <a:off x="3840" y="2107"/>
                <a:ext cx="8" cy="45"/>
              </a:xfrm>
              <a:custGeom>
                <a:avLst/>
                <a:gdLst>
                  <a:gd name="T0" fmla="*/ 1 w 3"/>
                  <a:gd name="T1" fmla="*/ 18 h 18"/>
                  <a:gd name="T2" fmla="*/ 0 w 3"/>
                  <a:gd name="T3" fmla="*/ 18 h 18"/>
                  <a:gd name="T4" fmla="*/ 2 w 3"/>
                  <a:gd name="T5" fmla="*/ 6 h 18"/>
                  <a:gd name="T6" fmla="*/ 3 w 3"/>
                  <a:gd name="T7" fmla="*/ 0 h 18"/>
                  <a:gd name="T8" fmla="*/ 3 w 3"/>
                  <a:gd name="T9" fmla="*/ 0 h 18"/>
                  <a:gd name="T10" fmla="*/ 3 w 3"/>
                  <a:gd name="T11" fmla="*/ 0 h 18"/>
                  <a:gd name="T12" fmla="*/ 3 w 3"/>
                  <a:gd name="T13" fmla="*/ 6 h 18"/>
                  <a:gd name="T14" fmla="*/ 1 w 3"/>
                  <a:gd name="T15" fmla="*/ 18 h 18"/>
                  <a:gd name="T16" fmla="*/ 1 w 3"/>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8">
                    <a:moveTo>
                      <a:pt x="1" y="18"/>
                    </a:moveTo>
                    <a:cubicBezTo>
                      <a:pt x="1" y="18"/>
                      <a:pt x="0" y="18"/>
                      <a:pt x="0" y="18"/>
                    </a:cubicBezTo>
                    <a:cubicBezTo>
                      <a:pt x="1" y="13"/>
                      <a:pt x="1" y="10"/>
                      <a:pt x="2" y="6"/>
                    </a:cubicBezTo>
                    <a:cubicBezTo>
                      <a:pt x="2" y="4"/>
                      <a:pt x="2" y="3"/>
                      <a:pt x="3" y="0"/>
                    </a:cubicBezTo>
                    <a:cubicBezTo>
                      <a:pt x="3" y="0"/>
                      <a:pt x="3" y="0"/>
                      <a:pt x="3" y="0"/>
                    </a:cubicBezTo>
                    <a:cubicBezTo>
                      <a:pt x="3" y="0"/>
                      <a:pt x="3" y="0"/>
                      <a:pt x="3" y="0"/>
                    </a:cubicBezTo>
                    <a:cubicBezTo>
                      <a:pt x="3" y="3"/>
                      <a:pt x="3" y="5"/>
                      <a:pt x="3" y="6"/>
                    </a:cubicBezTo>
                    <a:cubicBezTo>
                      <a:pt x="2" y="10"/>
                      <a:pt x="2" y="14"/>
                      <a:pt x="1" y="18"/>
                    </a:cubicBezTo>
                    <a:cubicBezTo>
                      <a:pt x="1"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1" name="Freeform 459"/>
              <p:cNvSpPr>
                <a:spLocks/>
              </p:cNvSpPr>
              <p:nvPr/>
            </p:nvSpPr>
            <p:spPr bwMode="auto">
              <a:xfrm>
                <a:off x="3837" y="2157"/>
                <a:ext cx="48" cy="23"/>
              </a:xfrm>
              <a:custGeom>
                <a:avLst/>
                <a:gdLst>
                  <a:gd name="T0" fmla="*/ 19 w 19"/>
                  <a:gd name="T1" fmla="*/ 9 h 9"/>
                  <a:gd name="T2" fmla="*/ 19 w 19"/>
                  <a:gd name="T3" fmla="*/ 9 h 9"/>
                  <a:gd name="T4" fmla="*/ 16 w 19"/>
                  <a:gd name="T5" fmla="*/ 7 h 9"/>
                  <a:gd name="T6" fmla="*/ 1 w 19"/>
                  <a:gd name="T7" fmla="*/ 1 h 9"/>
                  <a:gd name="T8" fmla="*/ 0 w 19"/>
                  <a:gd name="T9" fmla="*/ 0 h 9"/>
                  <a:gd name="T10" fmla="*/ 1 w 19"/>
                  <a:gd name="T11" fmla="*/ 0 h 9"/>
                  <a:gd name="T12" fmla="*/ 16 w 19"/>
                  <a:gd name="T13" fmla="*/ 7 h 9"/>
                  <a:gd name="T14" fmla="*/ 19 w 19"/>
                  <a:gd name="T15" fmla="*/ 8 h 9"/>
                  <a:gd name="T16" fmla="*/ 19 w 19"/>
                  <a:gd name="T17" fmla="*/ 8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cubicBezTo>
                      <a:pt x="19" y="9"/>
                      <a:pt x="19" y="9"/>
                      <a:pt x="19" y="9"/>
                    </a:cubicBezTo>
                    <a:cubicBezTo>
                      <a:pt x="18" y="9"/>
                      <a:pt x="17" y="8"/>
                      <a:pt x="16" y="7"/>
                    </a:cubicBezTo>
                    <a:cubicBezTo>
                      <a:pt x="11" y="5"/>
                      <a:pt x="2" y="2"/>
                      <a:pt x="1" y="1"/>
                    </a:cubicBezTo>
                    <a:cubicBezTo>
                      <a:pt x="0" y="1"/>
                      <a:pt x="0" y="0"/>
                      <a:pt x="0" y="0"/>
                    </a:cubicBezTo>
                    <a:cubicBezTo>
                      <a:pt x="0" y="0"/>
                      <a:pt x="1" y="0"/>
                      <a:pt x="1" y="0"/>
                    </a:cubicBezTo>
                    <a:cubicBezTo>
                      <a:pt x="3" y="1"/>
                      <a:pt x="11" y="5"/>
                      <a:pt x="16" y="7"/>
                    </a:cubicBezTo>
                    <a:cubicBezTo>
                      <a:pt x="17" y="7"/>
                      <a:pt x="19" y="8"/>
                      <a:pt x="19" y="8"/>
                    </a:cubicBezTo>
                    <a:cubicBezTo>
                      <a:pt x="19" y="8"/>
                      <a:pt x="19" y="8"/>
                      <a:pt x="19" y="8"/>
                    </a:cubicBezTo>
                    <a:cubicBezTo>
                      <a:pt x="19" y="9"/>
                      <a:pt x="19" y="9"/>
                      <a:pt x="1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2" name="Freeform 460"/>
              <p:cNvSpPr>
                <a:spLocks/>
              </p:cNvSpPr>
              <p:nvPr/>
            </p:nvSpPr>
            <p:spPr bwMode="auto">
              <a:xfrm>
                <a:off x="3837" y="2157"/>
                <a:ext cx="18" cy="43"/>
              </a:xfrm>
              <a:custGeom>
                <a:avLst/>
                <a:gdLst>
                  <a:gd name="T0" fmla="*/ 6 w 7"/>
                  <a:gd name="T1" fmla="*/ 17 h 17"/>
                  <a:gd name="T2" fmla="*/ 6 w 7"/>
                  <a:gd name="T3" fmla="*/ 16 h 17"/>
                  <a:gd name="T4" fmla="*/ 0 w 7"/>
                  <a:gd name="T5" fmla="*/ 1 h 17"/>
                  <a:gd name="T6" fmla="*/ 0 w 7"/>
                  <a:gd name="T7" fmla="*/ 0 h 17"/>
                  <a:gd name="T8" fmla="*/ 1 w 7"/>
                  <a:gd name="T9" fmla="*/ 0 h 17"/>
                  <a:gd name="T10" fmla="*/ 6 w 7"/>
                  <a:gd name="T11" fmla="*/ 16 h 17"/>
                  <a:gd name="T12" fmla="*/ 6 w 7"/>
                  <a:gd name="T13" fmla="*/ 16 h 17"/>
                  <a:gd name="T14" fmla="*/ 6 w 7"/>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6" y="17"/>
                    </a:moveTo>
                    <a:cubicBezTo>
                      <a:pt x="6" y="17"/>
                      <a:pt x="6" y="16"/>
                      <a:pt x="6" y="16"/>
                    </a:cubicBezTo>
                    <a:cubicBezTo>
                      <a:pt x="4" y="13"/>
                      <a:pt x="1" y="2"/>
                      <a:pt x="0" y="1"/>
                    </a:cubicBezTo>
                    <a:cubicBezTo>
                      <a:pt x="0" y="0"/>
                      <a:pt x="0" y="0"/>
                      <a:pt x="0" y="0"/>
                    </a:cubicBezTo>
                    <a:cubicBezTo>
                      <a:pt x="1" y="0"/>
                      <a:pt x="1" y="0"/>
                      <a:pt x="1" y="0"/>
                    </a:cubicBezTo>
                    <a:cubicBezTo>
                      <a:pt x="1" y="2"/>
                      <a:pt x="5" y="12"/>
                      <a:pt x="6" y="16"/>
                    </a:cubicBezTo>
                    <a:cubicBezTo>
                      <a:pt x="7" y="16"/>
                      <a:pt x="6" y="16"/>
                      <a:pt x="6" y="16"/>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3" name="Freeform 461"/>
              <p:cNvSpPr>
                <a:spLocks/>
              </p:cNvSpPr>
              <p:nvPr/>
            </p:nvSpPr>
            <p:spPr bwMode="auto">
              <a:xfrm>
                <a:off x="3837" y="2110"/>
                <a:ext cx="3" cy="50"/>
              </a:xfrm>
              <a:custGeom>
                <a:avLst/>
                <a:gdLst>
                  <a:gd name="T0" fmla="*/ 1 w 1"/>
                  <a:gd name="T1" fmla="*/ 20 h 20"/>
                  <a:gd name="T2" fmla="*/ 0 w 1"/>
                  <a:gd name="T3" fmla="*/ 19 h 20"/>
                  <a:gd name="T4" fmla="*/ 0 w 1"/>
                  <a:gd name="T5" fmla="*/ 1 h 20"/>
                  <a:gd name="T6" fmla="*/ 1 w 1"/>
                  <a:gd name="T7" fmla="*/ 0 h 20"/>
                  <a:gd name="T8" fmla="*/ 1 w 1"/>
                  <a:gd name="T9" fmla="*/ 1 h 20"/>
                  <a:gd name="T10" fmla="*/ 1 w 1"/>
                  <a:gd name="T11" fmla="*/ 19 h 20"/>
                  <a:gd name="T12" fmla="*/ 1 w 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20"/>
                    </a:moveTo>
                    <a:cubicBezTo>
                      <a:pt x="0" y="20"/>
                      <a:pt x="0" y="19"/>
                      <a:pt x="0" y="19"/>
                    </a:cubicBezTo>
                    <a:cubicBezTo>
                      <a:pt x="0" y="17"/>
                      <a:pt x="0" y="2"/>
                      <a:pt x="0" y="1"/>
                    </a:cubicBezTo>
                    <a:cubicBezTo>
                      <a:pt x="0" y="0"/>
                      <a:pt x="1" y="0"/>
                      <a:pt x="1" y="0"/>
                    </a:cubicBezTo>
                    <a:cubicBezTo>
                      <a:pt x="1" y="0"/>
                      <a:pt x="1" y="0"/>
                      <a:pt x="1" y="1"/>
                    </a:cubicBezTo>
                    <a:cubicBezTo>
                      <a:pt x="1" y="2"/>
                      <a:pt x="1" y="17"/>
                      <a:pt x="1" y="19"/>
                    </a:cubicBezTo>
                    <a:cubicBezTo>
                      <a:pt x="1" y="19"/>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4" name="Freeform 462"/>
              <p:cNvSpPr>
                <a:spLocks/>
              </p:cNvSpPr>
              <p:nvPr/>
            </p:nvSpPr>
            <p:spPr bwMode="auto">
              <a:xfrm>
                <a:off x="3840" y="2127"/>
                <a:ext cx="48" cy="30"/>
              </a:xfrm>
              <a:custGeom>
                <a:avLst/>
                <a:gdLst>
                  <a:gd name="T0" fmla="*/ 4 w 19"/>
                  <a:gd name="T1" fmla="*/ 12 h 12"/>
                  <a:gd name="T2" fmla="*/ 4 w 19"/>
                  <a:gd name="T3" fmla="*/ 11 h 12"/>
                  <a:gd name="T4" fmla="*/ 4 w 19"/>
                  <a:gd name="T5" fmla="*/ 11 h 12"/>
                  <a:gd name="T6" fmla="*/ 15 w 19"/>
                  <a:gd name="T7" fmla="*/ 6 h 12"/>
                  <a:gd name="T8" fmla="*/ 17 w 19"/>
                  <a:gd name="T9" fmla="*/ 4 h 12"/>
                  <a:gd name="T10" fmla="*/ 18 w 19"/>
                  <a:gd name="T11" fmla="*/ 1 h 12"/>
                  <a:gd name="T12" fmla="*/ 18 w 19"/>
                  <a:gd name="T13" fmla="*/ 1 h 12"/>
                  <a:gd name="T14" fmla="*/ 3 w 19"/>
                  <a:gd name="T15" fmla="*/ 9 h 12"/>
                  <a:gd name="T16" fmla="*/ 1 w 19"/>
                  <a:gd name="T17" fmla="*/ 10 h 12"/>
                  <a:gd name="T18" fmla="*/ 1 w 19"/>
                  <a:gd name="T19" fmla="*/ 10 h 12"/>
                  <a:gd name="T20" fmla="*/ 1 w 19"/>
                  <a:gd name="T21" fmla="*/ 10 h 12"/>
                  <a:gd name="T22" fmla="*/ 3 w 19"/>
                  <a:gd name="T23" fmla="*/ 8 h 12"/>
                  <a:gd name="T24" fmla="*/ 19 w 19"/>
                  <a:gd name="T25" fmla="*/ 0 h 12"/>
                  <a:gd name="T26" fmla="*/ 19 w 19"/>
                  <a:gd name="T27" fmla="*/ 0 h 12"/>
                  <a:gd name="T28" fmla="*/ 19 w 19"/>
                  <a:gd name="T29" fmla="*/ 0 h 12"/>
                  <a:gd name="T30" fmla="*/ 19 w 19"/>
                  <a:gd name="T31" fmla="*/ 2 h 12"/>
                  <a:gd name="T32" fmla="*/ 18 w 19"/>
                  <a:gd name="T33" fmla="*/ 5 h 12"/>
                  <a:gd name="T34" fmla="*/ 18 w 19"/>
                  <a:gd name="T35" fmla="*/ 5 h 12"/>
                  <a:gd name="T36" fmla="*/ 16 w 19"/>
                  <a:gd name="T37" fmla="*/ 6 h 12"/>
                  <a:gd name="T38" fmla="*/ 4 w 19"/>
                  <a:gd name="T39" fmla="*/ 11 h 12"/>
                  <a:gd name="T40" fmla="*/ 4 w 19"/>
                  <a:gd name="T4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2">
                    <a:moveTo>
                      <a:pt x="4" y="12"/>
                    </a:moveTo>
                    <a:cubicBezTo>
                      <a:pt x="4" y="12"/>
                      <a:pt x="4" y="11"/>
                      <a:pt x="4" y="11"/>
                    </a:cubicBezTo>
                    <a:cubicBezTo>
                      <a:pt x="4" y="11"/>
                      <a:pt x="4" y="11"/>
                      <a:pt x="4" y="11"/>
                    </a:cubicBezTo>
                    <a:cubicBezTo>
                      <a:pt x="7" y="9"/>
                      <a:pt x="12" y="7"/>
                      <a:pt x="15" y="6"/>
                    </a:cubicBezTo>
                    <a:cubicBezTo>
                      <a:pt x="17" y="4"/>
                      <a:pt x="17" y="4"/>
                      <a:pt x="17" y="4"/>
                    </a:cubicBezTo>
                    <a:cubicBezTo>
                      <a:pt x="18" y="3"/>
                      <a:pt x="18" y="2"/>
                      <a:pt x="18" y="1"/>
                    </a:cubicBezTo>
                    <a:cubicBezTo>
                      <a:pt x="18" y="1"/>
                      <a:pt x="18" y="1"/>
                      <a:pt x="18" y="1"/>
                    </a:cubicBezTo>
                    <a:cubicBezTo>
                      <a:pt x="14" y="3"/>
                      <a:pt x="7" y="7"/>
                      <a:pt x="3" y="9"/>
                    </a:cubicBezTo>
                    <a:cubicBezTo>
                      <a:pt x="1" y="11"/>
                      <a:pt x="1" y="11"/>
                      <a:pt x="1" y="10"/>
                    </a:cubicBezTo>
                    <a:cubicBezTo>
                      <a:pt x="1" y="10"/>
                      <a:pt x="0" y="10"/>
                      <a:pt x="1" y="10"/>
                    </a:cubicBezTo>
                    <a:cubicBezTo>
                      <a:pt x="1" y="10"/>
                      <a:pt x="1" y="10"/>
                      <a:pt x="1" y="10"/>
                    </a:cubicBezTo>
                    <a:cubicBezTo>
                      <a:pt x="1" y="9"/>
                      <a:pt x="2" y="9"/>
                      <a:pt x="3" y="8"/>
                    </a:cubicBezTo>
                    <a:cubicBezTo>
                      <a:pt x="7" y="6"/>
                      <a:pt x="14" y="2"/>
                      <a:pt x="19" y="0"/>
                    </a:cubicBezTo>
                    <a:cubicBezTo>
                      <a:pt x="19" y="0"/>
                      <a:pt x="19" y="0"/>
                      <a:pt x="19" y="0"/>
                    </a:cubicBezTo>
                    <a:cubicBezTo>
                      <a:pt x="19" y="0"/>
                      <a:pt x="19" y="0"/>
                      <a:pt x="19" y="0"/>
                    </a:cubicBezTo>
                    <a:cubicBezTo>
                      <a:pt x="19" y="1"/>
                      <a:pt x="19" y="1"/>
                      <a:pt x="19" y="2"/>
                    </a:cubicBezTo>
                    <a:cubicBezTo>
                      <a:pt x="19" y="3"/>
                      <a:pt x="19" y="4"/>
                      <a:pt x="18" y="5"/>
                    </a:cubicBezTo>
                    <a:cubicBezTo>
                      <a:pt x="18" y="5"/>
                      <a:pt x="18" y="5"/>
                      <a:pt x="18" y="5"/>
                    </a:cubicBezTo>
                    <a:cubicBezTo>
                      <a:pt x="16" y="6"/>
                      <a:pt x="16" y="6"/>
                      <a:pt x="16" y="6"/>
                    </a:cubicBezTo>
                    <a:cubicBezTo>
                      <a:pt x="12" y="8"/>
                      <a:pt x="8" y="10"/>
                      <a:pt x="4" y="11"/>
                    </a:cubicBezTo>
                    <a:cubicBezTo>
                      <a:pt x="4" y="11"/>
                      <a:pt x="4" y="12"/>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5" name="Freeform 463"/>
              <p:cNvSpPr>
                <a:spLocks/>
              </p:cNvSpPr>
              <p:nvPr/>
            </p:nvSpPr>
            <p:spPr bwMode="auto">
              <a:xfrm>
                <a:off x="3850" y="2198"/>
                <a:ext cx="5" cy="12"/>
              </a:xfrm>
              <a:custGeom>
                <a:avLst/>
                <a:gdLst>
                  <a:gd name="T0" fmla="*/ 1 w 2"/>
                  <a:gd name="T1" fmla="*/ 5 h 5"/>
                  <a:gd name="T2" fmla="*/ 1 w 2"/>
                  <a:gd name="T3" fmla="*/ 5 h 5"/>
                  <a:gd name="T4" fmla="*/ 0 w 2"/>
                  <a:gd name="T5" fmla="*/ 5 h 5"/>
                  <a:gd name="T6" fmla="*/ 1 w 2"/>
                  <a:gd name="T7" fmla="*/ 0 h 5"/>
                  <a:gd name="T8" fmla="*/ 1 w 2"/>
                  <a:gd name="T9" fmla="*/ 0 h 5"/>
                  <a:gd name="T10" fmla="*/ 2 w 2"/>
                  <a:gd name="T11" fmla="*/ 0 h 5"/>
                  <a:gd name="T12" fmla="*/ 1 w 2"/>
                  <a:gd name="T13" fmla="*/ 5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5"/>
                      <a:pt x="1" y="5"/>
                      <a:pt x="1" y="5"/>
                    </a:cubicBezTo>
                    <a:cubicBezTo>
                      <a:pt x="1" y="5"/>
                      <a:pt x="0" y="5"/>
                      <a:pt x="0" y="5"/>
                    </a:cubicBezTo>
                    <a:cubicBezTo>
                      <a:pt x="1" y="3"/>
                      <a:pt x="1" y="2"/>
                      <a:pt x="1" y="0"/>
                    </a:cubicBezTo>
                    <a:cubicBezTo>
                      <a:pt x="1" y="0"/>
                      <a:pt x="1" y="0"/>
                      <a:pt x="1" y="0"/>
                    </a:cubicBezTo>
                    <a:cubicBezTo>
                      <a:pt x="1" y="0"/>
                      <a:pt x="2" y="0"/>
                      <a:pt x="2" y="0"/>
                    </a:cubicBezTo>
                    <a:cubicBezTo>
                      <a:pt x="2" y="2"/>
                      <a:pt x="2" y="3"/>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6" name="Freeform 464"/>
              <p:cNvSpPr>
                <a:spLocks/>
              </p:cNvSpPr>
              <p:nvPr/>
            </p:nvSpPr>
            <p:spPr bwMode="auto">
              <a:xfrm>
                <a:off x="3840" y="2157"/>
                <a:ext cx="20" cy="53"/>
              </a:xfrm>
              <a:custGeom>
                <a:avLst/>
                <a:gdLst>
                  <a:gd name="T0" fmla="*/ 7 w 8"/>
                  <a:gd name="T1" fmla="*/ 21 h 21"/>
                  <a:gd name="T2" fmla="*/ 7 w 8"/>
                  <a:gd name="T3" fmla="*/ 21 h 21"/>
                  <a:gd name="T4" fmla="*/ 6 w 8"/>
                  <a:gd name="T5" fmla="*/ 20 h 21"/>
                  <a:gd name="T6" fmla="*/ 5 w 8"/>
                  <a:gd name="T7" fmla="*/ 18 h 21"/>
                  <a:gd name="T8" fmla="*/ 5 w 8"/>
                  <a:gd name="T9" fmla="*/ 18 h 21"/>
                  <a:gd name="T10" fmla="*/ 6 w 8"/>
                  <a:gd name="T11" fmla="*/ 18 h 21"/>
                  <a:gd name="T12" fmla="*/ 7 w 8"/>
                  <a:gd name="T13" fmla="*/ 19 h 21"/>
                  <a:gd name="T14" fmla="*/ 7 w 8"/>
                  <a:gd name="T15" fmla="*/ 20 h 21"/>
                  <a:gd name="T16" fmla="*/ 7 w 8"/>
                  <a:gd name="T17" fmla="*/ 18 h 21"/>
                  <a:gd name="T18" fmla="*/ 7 w 8"/>
                  <a:gd name="T19" fmla="*/ 15 h 21"/>
                  <a:gd name="T20" fmla="*/ 4 w 8"/>
                  <a:gd name="T21" fmla="*/ 9 h 21"/>
                  <a:gd name="T22" fmla="*/ 0 w 8"/>
                  <a:gd name="T23" fmla="*/ 1 h 21"/>
                  <a:gd name="T24" fmla="*/ 0 w 8"/>
                  <a:gd name="T25" fmla="*/ 0 h 21"/>
                  <a:gd name="T26" fmla="*/ 1 w 8"/>
                  <a:gd name="T27" fmla="*/ 0 h 21"/>
                  <a:gd name="T28" fmla="*/ 5 w 8"/>
                  <a:gd name="T29" fmla="*/ 9 h 21"/>
                  <a:gd name="T30" fmla="*/ 8 w 8"/>
                  <a:gd name="T31" fmla="*/ 15 h 21"/>
                  <a:gd name="T32" fmla="*/ 8 w 8"/>
                  <a:gd name="T33" fmla="*/ 19 h 21"/>
                  <a:gd name="T34" fmla="*/ 8 w 8"/>
                  <a:gd name="T35" fmla="*/ 21 h 21"/>
                  <a:gd name="T36" fmla="*/ 8 w 8"/>
                  <a:gd name="T37" fmla="*/ 21 h 21"/>
                  <a:gd name="T38" fmla="*/ 7 w 8"/>
                  <a:gd name="T3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1">
                    <a:moveTo>
                      <a:pt x="7" y="21"/>
                    </a:moveTo>
                    <a:cubicBezTo>
                      <a:pt x="7" y="21"/>
                      <a:pt x="7" y="21"/>
                      <a:pt x="7" y="21"/>
                    </a:cubicBezTo>
                    <a:cubicBezTo>
                      <a:pt x="7" y="21"/>
                      <a:pt x="6" y="20"/>
                      <a:pt x="6" y="20"/>
                    </a:cubicBezTo>
                    <a:cubicBezTo>
                      <a:pt x="6" y="19"/>
                      <a:pt x="5" y="19"/>
                      <a:pt x="5" y="18"/>
                    </a:cubicBezTo>
                    <a:cubicBezTo>
                      <a:pt x="5" y="18"/>
                      <a:pt x="5" y="18"/>
                      <a:pt x="5" y="18"/>
                    </a:cubicBezTo>
                    <a:cubicBezTo>
                      <a:pt x="5" y="17"/>
                      <a:pt x="5" y="17"/>
                      <a:pt x="6" y="18"/>
                    </a:cubicBezTo>
                    <a:cubicBezTo>
                      <a:pt x="6" y="18"/>
                      <a:pt x="6" y="19"/>
                      <a:pt x="7" y="19"/>
                    </a:cubicBezTo>
                    <a:cubicBezTo>
                      <a:pt x="7" y="19"/>
                      <a:pt x="7" y="19"/>
                      <a:pt x="7" y="20"/>
                    </a:cubicBezTo>
                    <a:cubicBezTo>
                      <a:pt x="7" y="19"/>
                      <a:pt x="7" y="19"/>
                      <a:pt x="7" y="18"/>
                    </a:cubicBezTo>
                    <a:cubicBezTo>
                      <a:pt x="7" y="17"/>
                      <a:pt x="7" y="16"/>
                      <a:pt x="7" y="15"/>
                    </a:cubicBezTo>
                    <a:cubicBezTo>
                      <a:pt x="7" y="15"/>
                      <a:pt x="6" y="12"/>
                      <a:pt x="4" y="9"/>
                    </a:cubicBezTo>
                    <a:cubicBezTo>
                      <a:pt x="3" y="6"/>
                      <a:pt x="1" y="3"/>
                      <a:pt x="0" y="1"/>
                    </a:cubicBezTo>
                    <a:cubicBezTo>
                      <a:pt x="0" y="1"/>
                      <a:pt x="0" y="0"/>
                      <a:pt x="0" y="0"/>
                    </a:cubicBezTo>
                    <a:cubicBezTo>
                      <a:pt x="0" y="0"/>
                      <a:pt x="1" y="0"/>
                      <a:pt x="1" y="0"/>
                    </a:cubicBezTo>
                    <a:cubicBezTo>
                      <a:pt x="2" y="2"/>
                      <a:pt x="3" y="6"/>
                      <a:pt x="5" y="9"/>
                    </a:cubicBezTo>
                    <a:cubicBezTo>
                      <a:pt x="7" y="13"/>
                      <a:pt x="8" y="15"/>
                      <a:pt x="8" y="15"/>
                    </a:cubicBezTo>
                    <a:cubicBezTo>
                      <a:pt x="8" y="15"/>
                      <a:pt x="8" y="17"/>
                      <a:pt x="8" y="19"/>
                    </a:cubicBezTo>
                    <a:cubicBezTo>
                      <a:pt x="8" y="19"/>
                      <a:pt x="8" y="20"/>
                      <a:pt x="8" y="21"/>
                    </a:cubicBezTo>
                    <a:cubicBezTo>
                      <a:pt x="8" y="21"/>
                      <a:pt x="8" y="21"/>
                      <a:pt x="8" y="21"/>
                    </a:cubicBezTo>
                    <a:cubicBezTo>
                      <a:pt x="7" y="21"/>
                      <a:pt x="7"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7" name="Freeform 465"/>
              <p:cNvSpPr>
                <a:spLocks/>
              </p:cNvSpPr>
              <p:nvPr/>
            </p:nvSpPr>
            <p:spPr bwMode="auto">
              <a:xfrm>
                <a:off x="3842" y="2157"/>
                <a:ext cx="46" cy="18"/>
              </a:xfrm>
              <a:custGeom>
                <a:avLst/>
                <a:gdLst>
                  <a:gd name="T0" fmla="*/ 18 w 18"/>
                  <a:gd name="T1" fmla="*/ 7 h 7"/>
                  <a:gd name="T2" fmla="*/ 18 w 18"/>
                  <a:gd name="T3" fmla="*/ 7 h 7"/>
                  <a:gd name="T4" fmla="*/ 13 w 18"/>
                  <a:gd name="T5" fmla="*/ 5 h 7"/>
                  <a:gd name="T6" fmla="*/ 0 w 18"/>
                  <a:gd name="T7" fmla="*/ 0 h 7"/>
                  <a:gd name="T8" fmla="*/ 0 w 18"/>
                  <a:gd name="T9" fmla="*/ 0 h 7"/>
                  <a:gd name="T10" fmla="*/ 0 w 18"/>
                  <a:gd name="T11" fmla="*/ 0 h 7"/>
                  <a:gd name="T12" fmla="*/ 13 w 18"/>
                  <a:gd name="T13" fmla="*/ 4 h 7"/>
                  <a:gd name="T14" fmla="*/ 18 w 18"/>
                  <a:gd name="T15" fmla="*/ 6 h 7"/>
                  <a:gd name="T16" fmla="*/ 18 w 18"/>
                  <a:gd name="T17" fmla="*/ 6 h 7"/>
                  <a:gd name="T18" fmla="*/ 18 w 18"/>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8" y="7"/>
                    </a:moveTo>
                    <a:cubicBezTo>
                      <a:pt x="18" y="7"/>
                      <a:pt x="18" y="7"/>
                      <a:pt x="18" y="7"/>
                    </a:cubicBezTo>
                    <a:cubicBezTo>
                      <a:pt x="16" y="6"/>
                      <a:pt x="15" y="6"/>
                      <a:pt x="13" y="5"/>
                    </a:cubicBezTo>
                    <a:cubicBezTo>
                      <a:pt x="8" y="3"/>
                      <a:pt x="2" y="1"/>
                      <a:pt x="0" y="0"/>
                    </a:cubicBezTo>
                    <a:cubicBezTo>
                      <a:pt x="0" y="0"/>
                      <a:pt x="0" y="0"/>
                      <a:pt x="0" y="0"/>
                    </a:cubicBezTo>
                    <a:cubicBezTo>
                      <a:pt x="0" y="0"/>
                      <a:pt x="0" y="0"/>
                      <a:pt x="0" y="0"/>
                    </a:cubicBezTo>
                    <a:cubicBezTo>
                      <a:pt x="2" y="0"/>
                      <a:pt x="9" y="3"/>
                      <a:pt x="13" y="4"/>
                    </a:cubicBezTo>
                    <a:cubicBezTo>
                      <a:pt x="15" y="5"/>
                      <a:pt x="17" y="5"/>
                      <a:pt x="18" y="6"/>
                    </a:cubicBezTo>
                    <a:cubicBezTo>
                      <a:pt x="18" y="6"/>
                      <a:pt x="18" y="6"/>
                      <a:pt x="18" y="6"/>
                    </a:cubicBezTo>
                    <a:cubicBezTo>
                      <a:pt x="18" y="6"/>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8" name="Freeform 466"/>
              <p:cNvSpPr>
                <a:spLocks/>
              </p:cNvSpPr>
              <p:nvPr/>
            </p:nvSpPr>
            <p:spPr bwMode="auto">
              <a:xfrm>
                <a:off x="3883" y="2178"/>
                <a:ext cx="2" cy="12"/>
              </a:xfrm>
              <a:custGeom>
                <a:avLst/>
                <a:gdLst>
                  <a:gd name="T0" fmla="*/ 0 w 1"/>
                  <a:gd name="T1" fmla="*/ 5 h 5"/>
                  <a:gd name="T2" fmla="*/ 0 w 1"/>
                  <a:gd name="T3" fmla="*/ 5 h 5"/>
                  <a:gd name="T4" fmla="*/ 0 w 1"/>
                  <a:gd name="T5" fmla="*/ 5 h 5"/>
                  <a:gd name="T6" fmla="*/ 0 w 1"/>
                  <a:gd name="T7" fmla="*/ 2 h 5"/>
                  <a:gd name="T8" fmla="*/ 0 w 1"/>
                  <a:gd name="T9" fmla="*/ 0 h 5"/>
                  <a:gd name="T10" fmla="*/ 1 w 1"/>
                  <a:gd name="T11" fmla="*/ 0 h 5"/>
                  <a:gd name="T12" fmla="*/ 1 w 1"/>
                  <a:gd name="T13" fmla="*/ 0 h 5"/>
                  <a:gd name="T14" fmla="*/ 1 w 1"/>
                  <a:gd name="T15" fmla="*/ 2 h 5"/>
                  <a:gd name="T16" fmla="*/ 0 w 1"/>
                  <a:gd name="T17" fmla="*/ 5 h 5"/>
                  <a:gd name="T18" fmla="*/ 0 w 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0" y="5"/>
                    </a:moveTo>
                    <a:cubicBezTo>
                      <a:pt x="0" y="5"/>
                      <a:pt x="0" y="5"/>
                      <a:pt x="0" y="5"/>
                    </a:cubicBezTo>
                    <a:cubicBezTo>
                      <a:pt x="0" y="5"/>
                      <a:pt x="0" y="5"/>
                      <a:pt x="0" y="5"/>
                    </a:cubicBezTo>
                    <a:cubicBezTo>
                      <a:pt x="0" y="4"/>
                      <a:pt x="0" y="3"/>
                      <a:pt x="0" y="2"/>
                    </a:cubicBezTo>
                    <a:cubicBezTo>
                      <a:pt x="0" y="1"/>
                      <a:pt x="0" y="1"/>
                      <a:pt x="0" y="0"/>
                    </a:cubicBezTo>
                    <a:cubicBezTo>
                      <a:pt x="0" y="0"/>
                      <a:pt x="1" y="0"/>
                      <a:pt x="1" y="0"/>
                    </a:cubicBezTo>
                    <a:cubicBezTo>
                      <a:pt x="1" y="0"/>
                      <a:pt x="1" y="0"/>
                      <a:pt x="1" y="0"/>
                    </a:cubicBezTo>
                    <a:cubicBezTo>
                      <a:pt x="1" y="1"/>
                      <a:pt x="1" y="1"/>
                      <a:pt x="1" y="2"/>
                    </a:cubicBezTo>
                    <a:cubicBezTo>
                      <a:pt x="1" y="5"/>
                      <a:pt x="1"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09" name="Freeform 467"/>
              <p:cNvSpPr>
                <a:spLocks/>
              </p:cNvSpPr>
              <p:nvPr/>
            </p:nvSpPr>
            <p:spPr bwMode="auto">
              <a:xfrm>
                <a:off x="3883" y="2170"/>
                <a:ext cx="5" cy="15"/>
              </a:xfrm>
              <a:custGeom>
                <a:avLst/>
                <a:gdLst>
                  <a:gd name="T0" fmla="*/ 1 w 2"/>
                  <a:gd name="T1" fmla="*/ 6 h 6"/>
                  <a:gd name="T2" fmla="*/ 1 w 2"/>
                  <a:gd name="T3" fmla="*/ 6 h 6"/>
                  <a:gd name="T4" fmla="*/ 1 w 2"/>
                  <a:gd name="T5" fmla="*/ 6 h 6"/>
                  <a:gd name="T6" fmla="*/ 1 w 2"/>
                  <a:gd name="T7" fmla="*/ 5 h 6"/>
                  <a:gd name="T8" fmla="*/ 1 w 2"/>
                  <a:gd name="T9" fmla="*/ 5 h 6"/>
                  <a:gd name="T10" fmla="*/ 1 w 2"/>
                  <a:gd name="T11" fmla="*/ 1 h 6"/>
                  <a:gd name="T12" fmla="*/ 2 w 2"/>
                  <a:gd name="T13" fmla="*/ 0 h 6"/>
                  <a:gd name="T14" fmla="*/ 2 w 2"/>
                  <a:gd name="T15" fmla="*/ 1 h 6"/>
                  <a:gd name="T16" fmla="*/ 2 w 2"/>
                  <a:gd name="T17" fmla="*/ 6 h 6"/>
                  <a:gd name="T18" fmla="*/ 2 w 2"/>
                  <a:gd name="T19" fmla="*/ 6 h 6"/>
                  <a:gd name="T20" fmla="*/ 1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1" y="6"/>
                    </a:moveTo>
                    <a:cubicBezTo>
                      <a:pt x="1" y="6"/>
                      <a:pt x="1" y="6"/>
                      <a:pt x="1" y="6"/>
                    </a:cubicBezTo>
                    <a:cubicBezTo>
                      <a:pt x="1" y="6"/>
                      <a:pt x="1" y="6"/>
                      <a:pt x="1" y="6"/>
                    </a:cubicBezTo>
                    <a:cubicBezTo>
                      <a:pt x="1" y="6"/>
                      <a:pt x="0" y="5"/>
                      <a:pt x="1" y="5"/>
                    </a:cubicBezTo>
                    <a:cubicBezTo>
                      <a:pt x="1" y="5"/>
                      <a:pt x="1" y="5"/>
                      <a:pt x="1" y="5"/>
                    </a:cubicBezTo>
                    <a:cubicBezTo>
                      <a:pt x="1" y="1"/>
                      <a:pt x="1" y="1"/>
                      <a:pt x="1" y="1"/>
                    </a:cubicBezTo>
                    <a:cubicBezTo>
                      <a:pt x="1" y="1"/>
                      <a:pt x="2" y="0"/>
                      <a:pt x="2" y="0"/>
                    </a:cubicBezTo>
                    <a:cubicBezTo>
                      <a:pt x="2" y="0"/>
                      <a:pt x="2" y="1"/>
                      <a:pt x="2" y="1"/>
                    </a:cubicBezTo>
                    <a:cubicBezTo>
                      <a:pt x="2" y="6"/>
                      <a:pt x="2" y="6"/>
                      <a:pt x="2" y="6"/>
                    </a:cubicBezTo>
                    <a:cubicBezTo>
                      <a:pt x="2" y="6"/>
                      <a:pt x="2" y="6"/>
                      <a:pt x="2"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0" name="Freeform 468"/>
              <p:cNvSpPr>
                <a:spLocks/>
              </p:cNvSpPr>
              <p:nvPr/>
            </p:nvSpPr>
            <p:spPr bwMode="auto">
              <a:xfrm>
                <a:off x="3885" y="2140"/>
                <a:ext cx="8" cy="48"/>
              </a:xfrm>
              <a:custGeom>
                <a:avLst/>
                <a:gdLst>
                  <a:gd name="T0" fmla="*/ 1 w 3"/>
                  <a:gd name="T1" fmla="*/ 19 h 19"/>
                  <a:gd name="T2" fmla="*/ 0 w 3"/>
                  <a:gd name="T3" fmla="*/ 19 h 19"/>
                  <a:gd name="T4" fmla="*/ 0 w 3"/>
                  <a:gd name="T5" fmla="*/ 18 h 19"/>
                  <a:gd name="T6" fmla="*/ 1 w 3"/>
                  <a:gd name="T7" fmla="*/ 17 h 19"/>
                  <a:gd name="T8" fmla="*/ 1 w 3"/>
                  <a:gd name="T9" fmla="*/ 17 h 19"/>
                  <a:gd name="T10" fmla="*/ 2 w 3"/>
                  <a:gd name="T11" fmla="*/ 10 h 19"/>
                  <a:gd name="T12" fmla="*/ 1 w 3"/>
                  <a:gd name="T13" fmla="*/ 1 h 19"/>
                  <a:gd name="T14" fmla="*/ 1 w 3"/>
                  <a:gd name="T15" fmla="*/ 1 h 19"/>
                  <a:gd name="T16" fmla="*/ 2 w 3"/>
                  <a:gd name="T17" fmla="*/ 1 h 19"/>
                  <a:gd name="T18" fmla="*/ 3 w 3"/>
                  <a:gd name="T19" fmla="*/ 10 h 19"/>
                  <a:gd name="T20" fmla="*/ 1 w 3"/>
                  <a:gd name="T21" fmla="*/ 18 h 19"/>
                  <a:gd name="T22" fmla="*/ 1 w 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9">
                    <a:moveTo>
                      <a:pt x="1" y="19"/>
                    </a:moveTo>
                    <a:cubicBezTo>
                      <a:pt x="1" y="19"/>
                      <a:pt x="1" y="19"/>
                      <a:pt x="0" y="19"/>
                    </a:cubicBezTo>
                    <a:cubicBezTo>
                      <a:pt x="0" y="18"/>
                      <a:pt x="0" y="18"/>
                      <a:pt x="0" y="18"/>
                    </a:cubicBezTo>
                    <a:cubicBezTo>
                      <a:pt x="0" y="17"/>
                      <a:pt x="0" y="17"/>
                      <a:pt x="1" y="17"/>
                    </a:cubicBezTo>
                    <a:cubicBezTo>
                      <a:pt x="1" y="17"/>
                      <a:pt x="1" y="17"/>
                      <a:pt x="1" y="17"/>
                    </a:cubicBezTo>
                    <a:cubicBezTo>
                      <a:pt x="2" y="15"/>
                      <a:pt x="2" y="13"/>
                      <a:pt x="2" y="10"/>
                    </a:cubicBezTo>
                    <a:cubicBezTo>
                      <a:pt x="2" y="7"/>
                      <a:pt x="2" y="4"/>
                      <a:pt x="1" y="1"/>
                    </a:cubicBezTo>
                    <a:cubicBezTo>
                      <a:pt x="1" y="1"/>
                      <a:pt x="1" y="1"/>
                      <a:pt x="1" y="1"/>
                    </a:cubicBezTo>
                    <a:cubicBezTo>
                      <a:pt x="2" y="0"/>
                      <a:pt x="2" y="1"/>
                      <a:pt x="2" y="1"/>
                    </a:cubicBezTo>
                    <a:cubicBezTo>
                      <a:pt x="2" y="4"/>
                      <a:pt x="3" y="7"/>
                      <a:pt x="3" y="10"/>
                    </a:cubicBezTo>
                    <a:cubicBezTo>
                      <a:pt x="3" y="13"/>
                      <a:pt x="2" y="16"/>
                      <a:pt x="1" y="18"/>
                    </a:cubicBezTo>
                    <a:cubicBezTo>
                      <a:pt x="1" y="18"/>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1" name="Freeform 469"/>
              <p:cNvSpPr>
                <a:spLocks/>
              </p:cNvSpPr>
              <p:nvPr/>
            </p:nvSpPr>
            <p:spPr bwMode="auto">
              <a:xfrm>
                <a:off x="3840" y="2150"/>
                <a:ext cx="2" cy="10"/>
              </a:xfrm>
              <a:custGeom>
                <a:avLst/>
                <a:gdLst>
                  <a:gd name="T0" fmla="*/ 1 w 1"/>
                  <a:gd name="T1" fmla="*/ 4 h 4"/>
                  <a:gd name="T2" fmla="*/ 1 w 1"/>
                  <a:gd name="T3" fmla="*/ 4 h 4"/>
                  <a:gd name="T4" fmla="*/ 0 w 1"/>
                  <a:gd name="T5" fmla="*/ 4 h 4"/>
                  <a:gd name="T6" fmla="*/ 0 w 1"/>
                  <a:gd name="T7" fmla="*/ 2 h 4"/>
                  <a:gd name="T8" fmla="*/ 0 w 1"/>
                  <a:gd name="T9" fmla="*/ 1 h 4"/>
                  <a:gd name="T10" fmla="*/ 1 w 1"/>
                  <a:gd name="T11" fmla="*/ 0 h 4"/>
                  <a:gd name="T12" fmla="*/ 1 w 1"/>
                  <a:gd name="T13" fmla="*/ 1 h 4"/>
                  <a:gd name="T14" fmla="*/ 1 w 1"/>
                  <a:gd name="T15" fmla="*/ 2 h 4"/>
                  <a:gd name="T16" fmla="*/ 1 w 1"/>
                  <a:gd name="T17" fmla="*/ 4 h 4"/>
                  <a:gd name="T18" fmla="*/ 1 w 1"/>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4"/>
                    </a:moveTo>
                    <a:cubicBezTo>
                      <a:pt x="1" y="4"/>
                      <a:pt x="1" y="4"/>
                      <a:pt x="1" y="4"/>
                    </a:cubicBezTo>
                    <a:cubicBezTo>
                      <a:pt x="0" y="4"/>
                      <a:pt x="0" y="4"/>
                      <a:pt x="0" y="4"/>
                    </a:cubicBezTo>
                    <a:cubicBezTo>
                      <a:pt x="0" y="3"/>
                      <a:pt x="0" y="3"/>
                      <a:pt x="0" y="2"/>
                    </a:cubicBezTo>
                    <a:cubicBezTo>
                      <a:pt x="0" y="2"/>
                      <a:pt x="0" y="1"/>
                      <a:pt x="0" y="1"/>
                    </a:cubicBezTo>
                    <a:cubicBezTo>
                      <a:pt x="0" y="0"/>
                      <a:pt x="1" y="0"/>
                      <a:pt x="1" y="0"/>
                    </a:cubicBezTo>
                    <a:cubicBezTo>
                      <a:pt x="1" y="0"/>
                      <a:pt x="1" y="1"/>
                      <a:pt x="1" y="1"/>
                    </a:cubicBezTo>
                    <a:cubicBezTo>
                      <a:pt x="1" y="1"/>
                      <a:pt x="1" y="2"/>
                      <a:pt x="1" y="2"/>
                    </a:cubicBezTo>
                    <a:cubicBezTo>
                      <a:pt x="1"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2" name="Freeform 470"/>
              <p:cNvSpPr>
                <a:spLocks/>
              </p:cNvSpPr>
              <p:nvPr/>
            </p:nvSpPr>
            <p:spPr bwMode="auto">
              <a:xfrm>
                <a:off x="3790" y="2170"/>
                <a:ext cx="5" cy="8"/>
              </a:xfrm>
              <a:custGeom>
                <a:avLst/>
                <a:gdLst>
                  <a:gd name="T0" fmla="*/ 0 w 2"/>
                  <a:gd name="T1" fmla="*/ 3 h 3"/>
                  <a:gd name="T2" fmla="*/ 0 w 2"/>
                  <a:gd name="T3" fmla="*/ 3 h 3"/>
                  <a:gd name="T4" fmla="*/ 0 w 2"/>
                  <a:gd name="T5" fmla="*/ 2 h 3"/>
                  <a:gd name="T6" fmla="*/ 1 w 2"/>
                  <a:gd name="T7" fmla="*/ 0 h 3"/>
                  <a:gd name="T8" fmla="*/ 1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0"/>
                      <a:pt x="1" y="0"/>
                      <a:pt x="1" y="0"/>
                    </a:cubicBezTo>
                    <a:cubicBezTo>
                      <a:pt x="1" y="0"/>
                      <a:pt x="1" y="0"/>
                      <a:pt x="1" y="0"/>
                    </a:cubicBezTo>
                    <a:cubicBezTo>
                      <a:pt x="2" y="0"/>
                      <a:pt x="2" y="1"/>
                      <a:pt x="2" y="1"/>
                    </a:cubicBezTo>
                    <a:cubicBezTo>
                      <a:pt x="1" y="3"/>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3" name="Freeform 471"/>
              <p:cNvSpPr>
                <a:spLocks/>
              </p:cNvSpPr>
              <p:nvPr/>
            </p:nvSpPr>
            <p:spPr bwMode="auto">
              <a:xfrm>
                <a:off x="3792" y="2175"/>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1 w 2"/>
                  <a:gd name="T11" fmla="*/ 1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0" y="1"/>
                      <a:pt x="1" y="1"/>
                    </a:cubicBezTo>
                    <a:cubicBezTo>
                      <a:pt x="1" y="1"/>
                      <a:pt x="1" y="0"/>
                      <a:pt x="1" y="1"/>
                    </a:cubicBezTo>
                    <a:cubicBezTo>
                      <a:pt x="1" y="1"/>
                      <a:pt x="2" y="1"/>
                      <a:pt x="1" y="1"/>
                    </a:cubicBezTo>
                    <a:cubicBezTo>
                      <a:pt x="1" y="2"/>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4" name="Freeform 472"/>
              <p:cNvSpPr>
                <a:spLocks/>
              </p:cNvSpPr>
              <p:nvPr/>
            </p:nvSpPr>
            <p:spPr bwMode="auto">
              <a:xfrm>
                <a:off x="3792" y="2180"/>
                <a:ext cx="8" cy="8"/>
              </a:xfrm>
              <a:custGeom>
                <a:avLst/>
                <a:gdLst>
                  <a:gd name="T0" fmla="*/ 1 w 3"/>
                  <a:gd name="T1" fmla="*/ 3 h 3"/>
                  <a:gd name="T2" fmla="*/ 1 w 3"/>
                  <a:gd name="T3" fmla="*/ 3 h 3"/>
                  <a:gd name="T4" fmla="*/ 1 w 3"/>
                  <a:gd name="T5" fmla="*/ 3 h 3"/>
                  <a:gd name="T6" fmla="*/ 2 w 3"/>
                  <a:gd name="T7" fmla="*/ 0 h 3"/>
                  <a:gd name="T8" fmla="*/ 2 w 3"/>
                  <a:gd name="T9" fmla="*/ 0 h 3"/>
                  <a:gd name="T10" fmla="*/ 2 w 3"/>
                  <a:gd name="T11" fmla="*/ 1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1" y="3"/>
                    </a:cubicBezTo>
                    <a:cubicBezTo>
                      <a:pt x="0" y="3"/>
                      <a:pt x="0" y="3"/>
                      <a:pt x="1" y="3"/>
                    </a:cubicBezTo>
                    <a:cubicBezTo>
                      <a:pt x="2" y="0"/>
                      <a:pt x="2" y="0"/>
                      <a:pt x="2" y="0"/>
                    </a:cubicBezTo>
                    <a:cubicBezTo>
                      <a:pt x="2" y="0"/>
                      <a:pt x="2" y="0"/>
                      <a:pt x="2" y="0"/>
                    </a:cubicBezTo>
                    <a:cubicBezTo>
                      <a:pt x="3" y="0"/>
                      <a:pt x="3"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5" name="Freeform 473"/>
              <p:cNvSpPr>
                <a:spLocks/>
              </p:cNvSpPr>
              <p:nvPr/>
            </p:nvSpPr>
            <p:spPr bwMode="auto">
              <a:xfrm>
                <a:off x="3795" y="2183"/>
                <a:ext cx="7" cy="10"/>
              </a:xfrm>
              <a:custGeom>
                <a:avLst/>
                <a:gdLst>
                  <a:gd name="T0" fmla="*/ 1 w 3"/>
                  <a:gd name="T1" fmla="*/ 4 h 4"/>
                  <a:gd name="T2" fmla="*/ 1 w 3"/>
                  <a:gd name="T3" fmla="*/ 4 h 4"/>
                  <a:gd name="T4" fmla="*/ 0 w 3"/>
                  <a:gd name="T5" fmla="*/ 3 h 4"/>
                  <a:gd name="T6" fmla="*/ 2 w 3"/>
                  <a:gd name="T7" fmla="*/ 1 h 4"/>
                  <a:gd name="T8" fmla="*/ 2 w 3"/>
                  <a:gd name="T9" fmla="*/ 0 h 4"/>
                  <a:gd name="T10" fmla="*/ 3 w 3"/>
                  <a:gd name="T11" fmla="*/ 1 h 4"/>
                  <a:gd name="T12" fmla="*/ 1 w 3"/>
                  <a:gd name="T13" fmla="*/ 3 h 4"/>
                  <a:gd name="T14" fmla="*/ 1 w 3"/>
                  <a:gd name="T15" fmla="*/ 4 h 4"/>
                  <a:gd name="T16" fmla="*/ 1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4"/>
                    </a:moveTo>
                    <a:cubicBezTo>
                      <a:pt x="1" y="4"/>
                      <a:pt x="1" y="4"/>
                      <a:pt x="1" y="4"/>
                    </a:cubicBezTo>
                    <a:cubicBezTo>
                      <a:pt x="0" y="4"/>
                      <a:pt x="0" y="3"/>
                      <a:pt x="0" y="3"/>
                    </a:cubicBezTo>
                    <a:cubicBezTo>
                      <a:pt x="1" y="2"/>
                      <a:pt x="1" y="1"/>
                      <a:pt x="2" y="1"/>
                    </a:cubicBezTo>
                    <a:cubicBezTo>
                      <a:pt x="2" y="0"/>
                      <a:pt x="2" y="0"/>
                      <a:pt x="2" y="0"/>
                    </a:cubicBezTo>
                    <a:cubicBezTo>
                      <a:pt x="3" y="1"/>
                      <a:pt x="3" y="1"/>
                      <a:pt x="3" y="1"/>
                    </a:cubicBezTo>
                    <a:cubicBezTo>
                      <a:pt x="2" y="2"/>
                      <a:pt x="2" y="2"/>
                      <a:pt x="1" y="3"/>
                    </a:cubicBezTo>
                    <a:cubicBezTo>
                      <a:pt x="1" y="3"/>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6" name="Freeform 474"/>
              <p:cNvSpPr>
                <a:spLocks/>
              </p:cNvSpPr>
              <p:nvPr/>
            </p:nvSpPr>
            <p:spPr bwMode="auto">
              <a:xfrm>
                <a:off x="3800" y="2188"/>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3"/>
                      <a:pt x="0" y="3"/>
                    </a:cubicBezTo>
                    <a:cubicBezTo>
                      <a:pt x="1" y="0"/>
                      <a:pt x="1" y="0"/>
                      <a:pt x="1" y="0"/>
                    </a:cubicBezTo>
                    <a:cubicBezTo>
                      <a:pt x="1" y="0"/>
                      <a:pt x="2" y="0"/>
                      <a:pt x="2" y="0"/>
                    </a:cubicBezTo>
                    <a:cubicBezTo>
                      <a:pt x="2" y="0"/>
                      <a:pt x="2" y="0"/>
                      <a:pt x="2" y="0"/>
                    </a:cubicBezTo>
                    <a:cubicBezTo>
                      <a:pt x="1" y="3"/>
                      <a:pt x="1" y="3"/>
                      <a:pt x="1" y="3"/>
                    </a:cubicBezTo>
                    <a:cubicBezTo>
                      <a:pt x="1"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7" name="Freeform 475"/>
              <p:cNvSpPr>
                <a:spLocks/>
              </p:cNvSpPr>
              <p:nvPr/>
            </p:nvSpPr>
            <p:spPr bwMode="auto">
              <a:xfrm>
                <a:off x="3802" y="2190"/>
                <a:ext cx="8" cy="10"/>
              </a:xfrm>
              <a:custGeom>
                <a:avLst/>
                <a:gdLst>
                  <a:gd name="T0" fmla="*/ 1 w 3"/>
                  <a:gd name="T1" fmla="*/ 4 h 4"/>
                  <a:gd name="T2" fmla="*/ 1 w 3"/>
                  <a:gd name="T3" fmla="*/ 4 h 4"/>
                  <a:gd name="T4" fmla="*/ 0 w 3"/>
                  <a:gd name="T5" fmla="*/ 3 h 4"/>
                  <a:gd name="T6" fmla="*/ 2 w 3"/>
                  <a:gd name="T7" fmla="*/ 0 h 4"/>
                  <a:gd name="T8" fmla="*/ 3 w 3"/>
                  <a:gd name="T9" fmla="*/ 0 h 4"/>
                  <a:gd name="T10" fmla="*/ 3 w 3"/>
                  <a:gd name="T11" fmla="*/ 0 h 4"/>
                  <a:gd name="T12" fmla="*/ 1 w 3"/>
                  <a:gd name="T13" fmla="*/ 4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0" y="4"/>
                      <a:pt x="0" y="4"/>
                      <a:pt x="0" y="3"/>
                    </a:cubicBezTo>
                    <a:cubicBezTo>
                      <a:pt x="1" y="2"/>
                      <a:pt x="1" y="1"/>
                      <a:pt x="2" y="0"/>
                    </a:cubicBezTo>
                    <a:cubicBezTo>
                      <a:pt x="2" y="0"/>
                      <a:pt x="2" y="0"/>
                      <a:pt x="3" y="0"/>
                    </a:cubicBezTo>
                    <a:cubicBezTo>
                      <a:pt x="3" y="0"/>
                      <a:pt x="3" y="0"/>
                      <a:pt x="3" y="0"/>
                    </a:cubicBezTo>
                    <a:cubicBezTo>
                      <a:pt x="2" y="1"/>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8" name="Freeform 476"/>
              <p:cNvSpPr>
                <a:spLocks/>
              </p:cNvSpPr>
              <p:nvPr/>
            </p:nvSpPr>
            <p:spPr bwMode="auto">
              <a:xfrm>
                <a:off x="3807" y="2193"/>
                <a:ext cx="8" cy="12"/>
              </a:xfrm>
              <a:custGeom>
                <a:avLst/>
                <a:gdLst>
                  <a:gd name="T0" fmla="*/ 1 w 3"/>
                  <a:gd name="T1" fmla="*/ 5 h 5"/>
                  <a:gd name="T2" fmla="*/ 0 w 3"/>
                  <a:gd name="T3" fmla="*/ 5 h 5"/>
                  <a:gd name="T4" fmla="*/ 0 w 3"/>
                  <a:gd name="T5" fmla="*/ 4 h 5"/>
                  <a:gd name="T6" fmla="*/ 2 w 3"/>
                  <a:gd name="T7" fmla="*/ 0 h 5"/>
                  <a:gd name="T8" fmla="*/ 2 w 3"/>
                  <a:gd name="T9" fmla="*/ 0 h 5"/>
                  <a:gd name="T10" fmla="*/ 3 w 3"/>
                  <a:gd name="T11" fmla="*/ 0 h 5"/>
                  <a:gd name="T12" fmla="*/ 3 w 3"/>
                  <a:gd name="T13" fmla="*/ 0 h 5"/>
                  <a:gd name="T14" fmla="*/ 3 w 3"/>
                  <a:gd name="T15" fmla="*/ 1 h 5"/>
                  <a:gd name="T16" fmla="*/ 1 w 3"/>
                  <a:gd name="T17" fmla="*/ 4 h 5"/>
                  <a:gd name="T18" fmla="*/ 1 w 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5"/>
                    </a:moveTo>
                    <a:cubicBezTo>
                      <a:pt x="1" y="5"/>
                      <a:pt x="1" y="5"/>
                      <a:pt x="0" y="5"/>
                    </a:cubicBezTo>
                    <a:cubicBezTo>
                      <a:pt x="0" y="5"/>
                      <a:pt x="0" y="4"/>
                      <a:pt x="0" y="4"/>
                    </a:cubicBezTo>
                    <a:cubicBezTo>
                      <a:pt x="1" y="3"/>
                      <a:pt x="1" y="1"/>
                      <a:pt x="2" y="0"/>
                    </a:cubicBezTo>
                    <a:cubicBezTo>
                      <a:pt x="2" y="0"/>
                      <a:pt x="2" y="0"/>
                      <a:pt x="2" y="0"/>
                    </a:cubicBezTo>
                    <a:cubicBezTo>
                      <a:pt x="3" y="0"/>
                      <a:pt x="3" y="0"/>
                      <a:pt x="3" y="0"/>
                    </a:cubicBezTo>
                    <a:cubicBezTo>
                      <a:pt x="3" y="0"/>
                      <a:pt x="3" y="0"/>
                      <a:pt x="3" y="0"/>
                    </a:cubicBezTo>
                    <a:cubicBezTo>
                      <a:pt x="3" y="1"/>
                      <a:pt x="3" y="1"/>
                      <a:pt x="3" y="1"/>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9" name="Freeform 477"/>
              <p:cNvSpPr>
                <a:spLocks/>
              </p:cNvSpPr>
              <p:nvPr/>
            </p:nvSpPr>
            <p:spPr bwMode="auto">
              <a:xfrm>
                <a:off x="3812" y="2195"/>
                <a:ext cx="10" cy="13"/>
              </a:xfrm>
              <a:custGeom>
                <a:avLst/>
                <a:gdLst>
                  <a:gd name="T0" fmla="*/ 1 w 4"/>
                  <a:gd name="T1" fmla="*/ 5 h 5"/>
                  <a:gd name="T2" fmla="*/ 1 w 4"/>
                  <a:gd name="T3" fmla="*/ 5 h 5"/>
                  <a:gd name="T4" fmla="*/ 1 w 4"/>
                  <a:gd name="T5" fmla="*/ 4 h 5"/>
                  <a:gd name="T6" fmla="*/ 3 w 4"/>
                  <a:gd name="T7" fmla="*/ 0 h 5"/>
                  <a:gd name="T8" fmla="*/ 3 w 4"/>
                  <a:gd name="T9" fmla="*/ 0 h 5"/>
                  <a:gd name="T10" fmla="*/ 3 w 4"/>
                  <a:gd name="T11" fmla="*/ 1 h 5"/>
                  <a:gd name="T12" fmla="*/ 1 w 4"/>
                  <a:gd name="T13" fmla="*/ 4 h 5"/>
                  <a:gd name="T14" fmla="*/ 1 w 4"/>
                  <a:gd name="T15" fmla="*/ 5 h 5"/>
                  <a:gd name="T16" fmla="*/ 1 w 4"/>
                  <a:gd name="T17" fmla="*/ 5 h 5"/>
                  <a:gd name="T18" fmla="*/ 1 w 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1" y="5"/>
                    </a:moveTo>
                    <a:cubicBezTo>
                      <a:pt x="1" y="5"/>
                      <a:pt x="1" y="5"/>
                      <a:pt x="1" y="5"/>
                    </a:cubicBezTo>
                    <a:cubicBezTo>
                      <a:pt x="0" y="5"/>
                      <a:pt x="1" y="4"/>
                      <a:pt x="1" y="4"/>
                    </a:cubicBezTo>
                    <a:cubicBezTo>
                      <a:pt x="3" y="0"/>
                      <a:pt x="3" y="0"/>
                      <a:pt x="3" y="0"/>
                    </a:cubicBezTo>
                    <a:cubicBezTo>
                      <a:pt x="3" y="0"/>
                      <a:pt x="3" y="0"/>
                      <a:pt x="3" y="0"/>
                    </a:cubicBezTo>
                    <a:cubicBezTo>
                      <a:pt x="3" y="0"/>
                      <a:pt x="4" y="0"/>
                      <a:pt x="3" y="1"/>
                    </a:cubicBezTo>
                    <a:cubicBezTo>
                      <a:pt x="1" y="4"/>
                      <a:pt x="1" y="4"/>
                      <a:pt x="1" y="4"/>
                    </a:cubicBezTo>
                    <a:cubicBezTo>
                      <a:pt x="1" y="4"/>
                      <a:pt x="1" y="5"/>
                      <a:pt x="1" y="5"/>
                    </a:cubicBezTo>
                    <a:cubicBezTo>
                      <a:pt x="1" y="5"/>
                      <a:pt x="1" y="5"/>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0" name="Freeform 478"/>
              <p:cNvSpPr>
                <a:spLocks/>
              </p:cNvSpPr>
              <p:nvPr/>
            </p:nvSpPr>
            <p:spPr bwMode="auto">
              <a:xfrm>
                <a:off x="3820" y="2198"/>
                <a:ext cx="7" cy="15"/>
              </a:xfrm>
              <a:custGeom>
                <a:avLst/>
                <a:gdLst>
                  <a:gd name="T0" fmla="*/ 1 w 3"/>
                  <a:gd name="T1" fmla="*/ 6 h 6"/>
                  <a:gd name="T2" fmla="*/ 0 w 3"/>
                  <a:gd name="T3" fmla="*/ 5 h 6"/>
                  <a:gd name="T4" fmla="*/ 0 w 3"/>
                  <a:gd name="T5" fmla="*/ 5 h 6"/>
                  <a:gd name="T6" fmla="*/ 2 w 3"/>
                  <a:gd name="T7" fmla="*/ 0 h 6"/>
                  <a:gd name="T8" fmla="*/ 3 w 3"/>
                  <a:gd name="T9" fmla="*/ 0 h 6"/>
                  <a:gd name="T10" fmla="*/ 3 w 3"/>
                  <a:gd name="T11" fmla="*/ 0 h 6"/>
                  <a:gd name="T12" fmla="*/ 1 w 3"/>
                  <a:gd name="T13" fmla="*/ 5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0" y="6"/>
                      <a:pt x="0" y="5"/>
                    </a:cubicBezTo>
                    <a:cubicBezTo>
                      <a:pt x="0" y="5"/>
                      <a:pt x="0" y="5"/>
                      <a:pt x="0" y="5"/>
                    </a:cubicBezTo>
                    <a:cubicBezTo>
                      <a:pt x="1" y="3"/>
                      <a:pt x="2" y="1"/>
                      <a:pt x="2" y="0"/>
                    </a:cubicBezTo>
                    <a:cubicBezTo>
                      <a:pt x="3" y="0"/>
                      <a:pt x="3" y="0"/>
                      <a:pt x="3" y="0"/>
                    </a:cubicBezTo>
                    <a:cubicBezTo>
                      <a:pt x="3" y="0"/>
                      <a:pt x="3" y="0"/>
                      <a:pt x="3" y="0"/>
                    </a:cubicBezTo>
                    <a:cubicBezTo>
                      <a:pt x="2" y="2"/>
                      <a:pt x="2" y="4"/>
                      <a:pt x="1" y="5"/>
                    </a:cubicBezTo>
                    <a:cubicBezTo>
                      <a:pt x="1"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1" name="Freeform 479"/>
              <p:cNvSpPr>
                <a:spLocks/>
              </p:cNvSpPr>
              <p:nvPr/>
            </p:nvSpPr>
            <p:spPr bwMode="auto">
              <a:xfrm>
                <a:off x="3825" y="2198"/>
                <a:ext cx="7" cy="15"/>
              </a:xfrm>
              <a:custGeom>
                <a:avLst/>
                <a:gdLst>
                  <a:gd name="T0" fmla="*/ 1 w 3"/>
                  <a:gd name="T1" fmla="*/ 6 h 6"/>
                  <a:gd name="T2" fmla="*/ 1 w 3"/>
                  <a:gd name="T3" fmla="*/ 6 h 6"/>
                  <a:gd name="T4" fmla="*/ 0 w 3"/>
                  <a:gd name="T5" fmla="*/ 6 h 6"/>
                  <a:gd name="T6" fmla="*/ 2 w 3"/>
                  <a:gd name="T7" fmla="*/ 1 h 6"/>
                  <a:gd name="T8" fmla="*/ 3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1" y="6"/>
                      <a:pt x="0" y="6"/>
                      <a:pt x="0" y="6"/>
                    </a:cubicBezTo>
                    <a:cubicBezTo>
                      <a:pt x="1" y="4"/>
                      <a:pt x="2" y="2"/>
                      <a:pt x="2" y="1"/>
                    </a:cubicBezTo>
                    <a:cubicBezTo>
                      <a:pt x="2" y="0"/>
                      <a:pt x="3" y="0"/>
                      <a:pt x="3" y="0"/>
                    </a:cubicBezTo>
                    <a:cubicBezTo>
                      <a:pt x="3" y="0"/>
                      <a:pt x="3" y="1"/>
                      <a:pt x="3" y="1"/>
                    </a:cubicBezTo>
                    <a:cubicBezTo>
                      <a:pt x="2" y="3"/>
                      <a:pt x="2" y="4"/>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2" name="Freeform 480"/>
              <p:cNvSpPr>
                <a:spLocks/>
              </p:cNvSpPr>
              <p:nvPr/>
            </p:nvSpPr>
            <p:spPr bwMode="auto">
              <a:xfrm>
                <a:off x="3832"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1 h 6"/>
                  <a:gd name="T12" fmla="*/ 1 w 3"/>
                  <a:gd name="T13" fmla="*/ 6 h 6"/>
                  <a:gd name="T14" fmla="*/ 0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6"/>
                    </a:moveTo>
                    <a:cubicBezTo>
                      <a:pt x="0" y="6"/>
                      <a:pt x="0" y="6"/>
                      <a:pt x="0" y="6"/>
                    </a:cubicBezTo>
                    <a:cubicBezTo>
                      <a:pt x="0" y="6"/>
                      <a:pt x="0" y="6"/>
                      <a:pt x="0" y="6"/>
                    </a:cubicBezTo>
                    <a:cubicBezTo>
                      <a:pt x="2" y="0"/>
                      <a:pt x="2" y="0"/>
                      <a:pt x="2" y="0"/>
                    </a:cubicBezTo>
                    <a:cubicBezTo>
                      <a:pt x="2" y="0"/>
                      <a:pt x="2" y="0"/>
                      <a:pt x="2" y="0"/>
                    </a:cubicBezTo>
                    <a:cubicBezTo>
                      <a:pt x="3" y="0"/>
                      <a:pt x="3" y="0"/>
                      <a:pt x="3" y="1"/>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3" name="Freeform 481"/>
              <p:cNvSpPr>
                <a:spLocks/>
              </p:cNvSpPr>
              <p:nvPr/>
            </p:nvSpPr>
            <p:spPr bwMode="auto">
              <a:xfrm>
                <a:off x="3837" y="2198"/>
                <a:ext cx="8" cy="15"/>
              </a:xfrm>
              <a:custGeom>
                <a:avLst/>
                <a:gdLst>
                  <a:gd name="T0" fmla="*/ 1 w 3"/>
                  <a:gd name="T1" fmla="*/ 6 h 6"/>
                  <a:gd name="T2" fmla="*/ 0 w 3"/>
                  <a:gd name="T3" fmla="*/ 6 h 6"/>
                  <a:gd name="T4" fmla="*/ 0 w 3"/>
                  <a:gd name="T5" fmla="*/ 6 h 6"/>
                  <a:gd name="T6" fmla="*/ 2 w 3"/>
                  <a:gd name="T7" fmla="*/ 1 h 6"/>
                  <a:gd name="T8" fmla="*/ 3 w 3"/>
                  <a:gd name="T9" fmla="*/ 0 h 6"/>
                  <a:gd name="T10" fmla="*/ 3 w 3"/>
                  <a:gd name="T11" fmla="*/ 1 h 6"/>
                  <a:gd name="T12" fmla="*/ 1 w 3"/>
                  <a:gd name="T13" fmla="*/ 5 h 6"/>
                  <a:gd name="T14" fmla="*/ 1 w 3"/>
                  <a:gd name="T15" fmla="*/ 6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1" y="6"/>
                      <a:pt x="0" y="6"/>
                      <a:pt x="0" y="6"/>
                    </a:cubicBezTo>
                    <a:cubicBezTo>
                      <a:pt x="0" y="6"/>
                      <a:pt x="0" y="6"/>
                      <a:pt x="0" y="6"/>
                    </a:cubicBezTo>
                    <a:cubicBezTo>
                      <a:pt x="2" y="1"/>
                      <a:pt x="2" y="1"/>
                      <a:pt x="2" y="1"/>
                    </a:cubicBezTo>
                    <a:cubicBezTo>
                      <a:pt x="3" y="0"/>
                      <a:pt x="3" y="0"/>
                      <a:pt x="3" y="0"/>
                    </a:cubicBezTo>
                    <a:cubicBezTo>
                      <a:pt x="3" y="0"/>
                      <a:pt x="3" y="1"/>
                      <a:pt x="3" y="1"/>
                    </a:cubicBezTo>
                    <a:cubicBezTo>
                      <a:pt x="1" y="5"/>
                      <a:pt x="1" y="5"/>
                      <a:pt x="1" y="5"/>
                    </a:cubicBezTo>
                    <a:cubicBezTo>
                      <a:pt x="1" y="6"/>
                      <a:pt x="1" y="6"/>
                      <a:pt x="1" y="6"/>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4" name="Freeform 482"/>
              <p:cNvSpPr>
                <a:spLocks/>
              </p:cNvSpPr>
              <p:nvPr/>
            </p:nvSpPr>
            <p:spPr bwMode="auto">
              <a:xfrm>
                <a:off x="3845"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0 h 6"/>
                  <a:gd name="T12" fmla="*/ 1 w 3"/>
                  <a:gd name="T13" fmla="*/ 6 h 6"/>
                  <a:gd name="T14" fmla="*/ 0 w 3"/>
                  <a:gd name="T15" fmla="*/ 6 h 6"/>
                  <a:gd name="T16" fmla="*/ 0 w 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6"/>
                    </a:moveTo>
                    <a:cubicBezTo>
                      <a:pt x="0" y="6"/>
                      <a:pt x="0" y="6"/>
                      <a:pt x="0" y="6"/>
                    </a:cubicBezTo>
                    <a:cubicBezTo>
                      <a:pt x="0" y="6"/>
                      <a:pt x="0" y="6"/>
                      <a:pt x="0" y="6"/>
                    </a:cubicBezTo>
                    <a:cubicBezTo>
                      <a:pt x="0" y="4"/>
                      <a:pt x="1" y="2"/>
                      <a:pt x="2" y="0"/>
                    </a:cubicBezTo>
                    <a:cubicBezTo>
                      <a:pt x="2" y="0"/>
                      <a:pt x="2" y="0"/>
                      <a:pt x="2" y="0"/>
                    </a:cubicBezTo>
                    <a:cubicBezTo>
                      <a:pt x="3" y="0"/>
                      <a:pt x="3" y="0"/>
                      <a:pt x="3" y="0"/>
                    </a:cubicBezTo>
                    <a:cubicBezTo>
                      <a:pt x="2" y="2"/>
                      <a:pt x="1" y="4"/>
                      <a:pt x="1" y="6"/>
                    </a:cubicBezTo>
                    <a:cubicBezTo>
                      <a:pt x="1" y="6"/>
                      <a:pt x="1" y="6"/>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5" name="Freeform 483"/>
              <p:cNvSpPr>
                <a:spLocks/>
              </p:cNvSpPr>
              <p:nvPr/>
            </p:nvSpPr>
            <p:spPr bwMode="auto">
              <a:xfrm>
                <a:off x="3848" y="2203"/>
                <a:ext cx="5" cy="10"/>
              </a:xfrm>
              <a:custGeom>
                <a:avLst/>
                <a:gdLst>
                  <a:gd name="T0" fmla="*/ 1 w 2"/>
                  <a:gd name="T1" fmla="*/ 4 h 4"/>
                  <a:gd name="T2" fmla="*/ 0 w 2"/>
                  <a:gd name="T3" fmla="*/ 4 h 4"/>
                  <a:gd name="T4" fmla="*/ 0 w 2"/>
                  <a:gd name="T5" fmla="*/ 3 h 4"/>
                  <a:gd name="T6" fmla="*/ 2 w 2"/>
                  <a:gd name="T7" fmla="*/ 0 h 4"/>
                  <a:gd name="T8" fmla="*/ 2 w 2"/>
                  <a:gd name="T9" fmla="*/ 0 h 4"/>
                  <a:gd name="T10" fmla="*/ 2 w 2"/>
                  <a:gd name="T11" fmla="*/ 0 h 4"/>
                  <a:gd name="T12" fmla="*/ 1 w 2"/>
                  <a:gd name="T13" fmla="*/ 3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0" y="4"/>
                    </a:cubicBezTo>
                    <a:cubicBezTo>
                      <a:pt x="0" y="4"/>
                      <a:pt x="0" y="3"/>
                      <a:pt x="0" y="3"/>
                    </a:cubicBezTo>
                    <a:cubicBezTo>
                      <a:pt x="2" y="0"/>
                      <a:pt x="2" y="0"/>
                      <a:pt x="2" y="0"/>
                    </a:cubicBezTo>
                    <a:cubicBezTo>
                      <a:pt x="2" y="0"/>
                      <a:pt x="2" y="0"/>
                      <a:pt x="2" y="0"/>
                    </a:cubicBezTo>
                    <a:cubicBezTo>
                      <a:pt x="2" y="0"/>
                      <a:pt x="2" y="0"/>
                      <a:pt x="2" y="0"/>
                    </a:cubicBezTo>
                    <a:cubicBezTo>
                      <a:pt x="1" y="3"/>
                      <a:pt x="1" y="3"/>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6" name="Freeform 484"/>
              <p:cNvSpPr>
                <a:spLocks/>
              </p:cNvSpPr>
              <p:nvPr/>
            </p:nvSpPr>
            <p:spPr bwMode="auto">
              <a:xfrm>
                <a:off x="3842"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7" name="Freeform 485"/>
              <p:cNvSpPr>
                <a:spLocks/>
              </p:cNvSpPr>
              <p:nvPr/>
            </p:nvSpPr>
            <p:spPr bwMode="auto">
              <a:xfrm>
                <a:off x="3842" y="2168"/>
                <a:ext cx="6" cy="7"/>
              </a:xfrm>
              <a:custGeom>
                <a:avLst/>
                <a:gdLst>
                  <a:gd name="T0" fmla="*/ 1 w 2"/>
                  <a:gd name="T1" fmla="*/ 3 h 3"/>
                  <a:gd name="T2" fmla="*/ 1 w 2"/>
                  <a:gd name="T3" fmla="*/ 3 h 3"/>
                  <a:gd name="T4" fmla="*/ 1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0" y="3"/>
                      <a:pt x="0" y="3"/>
                      <a:pt x="1" y="2"/>
                    </a:cubicBezTo>
                    <a:cubicBezTo>
                      <a:pt x="1" y="2"/>
                      <a:pt x="1" y="1"/>
                      <a:pt x="1" y="1"/>
                    </a:cubicBezTo>
                    <a:cubicBezTo>
                      <a:pt x="1" y="1"/>
                      <a:pt x="1" y="0"/>
                      <a:pt x="2" y="0"/>
                    </a:cubicBezTo>
                    <a:cubicBezTo>
                      <a:pt x="2" y="1"/>
                      <a:pt x="2" y="1"/>
                      <a:pt x="2" y="1"/>
                    </a:cubicBezTo>
                    <a:cubicBezTo>
                      <a:pt x="2" y="2"/>
                      <a:pt x="2"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8" name="Freeform 486"/>
              <p:cNvSpPr>
                <a:spLocks/>
              </p:cNvSpPr>
              <p:nvPr/>
            </p:nvSpPr>
            <p:spPr bwMode="auto">
              <a:xfrm>
                <a:off x="3845" y="2173"/>
                <a:ext cx="5" cy="7"/>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1"/>
                      <a:pt x="1" y="1"/>
                      <a:pt x="1" y="1"/>
                    </a:cubicBezTo>
                    <a:cubicBezTo>
                      <a:pt x="1" y="0"/>
                      <a:pt x="1" y="0"/>
                      <a:pt x="2" y="0"/>
                    </a:cubicBezTo>
                    <a:cubicBezTo>
                      <a:pt x="2" y="0"/>
                      <a:pt x="2" y="1"/>
                      <a:pt x="2" y="1"/>
                    </a:cubicBezTo>
                    <a:cubicBezTo>
                      <a:pt x="1" y="3"/>
                      <a:pt x="1" y="3"/>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9" name="Freeform 487"/>
              <p:cNvSpPr>
                <a:spLocks/>
              </p:cNvSpPr>
              <p:nvPr/>
            </p:nvSpPr>
            <p:spPr bwMode="auto">
              <a:xfrm>
                <a:off x="3848" y="2178"/>
                <a:ext cx="5" cy="10"/>
              </a:xfrm>
              <a:custGeom>
                <a:avLst/>
                <a:gdLst>
                  <a:gd name="T0" fmla="*/ 0 w 2"/>
                  <a:gd name="T1" fmla="*/ 4 h 4"/>
                  <a:gd name="T2" fmla="*/ 0 w 2"/>
                  <a:gd name="T3" fmla="*/ 3 h 4"/>
                  <a:gd name="T4" fmla="*/ 0 w 2"/>
                  <a:gd name="T5" fmla="*/ 3 h 4"/>
                  <a:gd name="T6" fmla="*/ 1 w 2"/>
                  <a:gd name="T7" fmla="*/ 0 h 4"/>
                  <a:gd name="T8" fmla="*/ 1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3"/>
                    </a:cubicBezTo>
                    <a:cubicBezTo>
                      <a:pt x="0" y="3"/>
                      <a:pt x="0" y="3"/>
                      <a:pt x="0" y="3"/>
                    </a:cubicBezTo>
                    <a:cubicBezTo>
                      <a:pt x="1" y="0"/>
                      <a:pt x="1" y="0"/>
                      <a:pt x="1" y="0"/>
                    </a:cubicBezTo>
                    <a:cubicBezTo>
                      <a:pt x="1" y="0"/>
                      <a:pt x="1" y="0"/>
                      <a:pt x="1" y="0"/>
                    </a:cubicBezTo>
                    <a:cubicBezTo>
                      <a:pt x="2" y="0"/>
                      <a:pt x="2" y="1"/>
                      <a:pt x="2" y="1"/>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0" name="Freeform 488"/>
              <p:cNvSpPr>
                <a:spLocks/>
              </p:cNvSpPr>
              <p:nvPr/>
            </p:nvSpPr>
            <p:spPr bwMode="auto">
              <a:xfrm>
                <a:off x="3850" y="2183"/>
                <a:ext cx="5" cy="10"/>
              </a:xfrm>
              <a:custGeom>
                <a:avLst/>
                <a:gdLst>
                  <a:gd name="T0" fmla="*/ 0 w 2"/>
                  <a:gd name="T1" fmla="*/ 4 h 4"/>
                  <a:gd name="T2" fmla="*/ 0 w 2"/>
                  <a:gd name="T3" fmla="*/ 3 h 4"/>
                  <a:gd name="T4" fmla="*/ 0 w 2"/>
                  <a:gd name="T5" fmla="*/ 3 h 4"/>
                  <a:gd name="T6" fmla="*/ 1 w 2"/>
                  <a:gd name="T7" fmla="*/ 0 h 4"/>
                  <a:gd name="T8" fmla="*/ 2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3"/>
                      <a:pt x="0" y="3"/>
                    </a:cubicBezTo>
                    <a:cubicBezTo>
                      <a:pt x="0" y="3"/>
                      <a:pt x="0" y="3"/>
                      <a:pt x="0" y="3"/>
                    </a:cubicBezTo>
                    <a:cubicBezTo>
                      <a:pt x="0" y="2"/>
                      <a:pt x="1" y="1"/>
                      <a:pt x="1" y="0"/>
                    </a:cubicBezTo>
                    <a:cubicBezTo>
                      <a:pt x="1" y="0"/>
                      <a:pt x="1" y="0"/>
                      <a:pt x="2" y="0"/>
                    </a:cubicBezTo>
                    <a:cubicBezTo>
                      <a:pt x="2" y="0"/>
                      <a:pt x="2" y="1"/>
                      <a:pt x="2" y="1"/>
                    </a:cubicBezTo>
                    <a:cubicBezTo>
                      <a:pt x="1" y="2"/>
                      <a:pt x="1" y="2"/>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1" name="Freeform 489"/>
              <p:cNvSpPr>
                <a:spLocks/>
              </p:cNvSpPr>
              <p:nvPr/>
            </p:nvSpPr>
            <p:spPr bwMode="auto">
              <a:xfrm>
                <a:off x="3850" y="2188"/>
                <a:ext cx="8" cy="10"/>
              </a:xfrm>
              <a:custGeom>
                <a:avLst/>
                <a:gdLst>
                  <a:gd name="T0" fmla="*/ 1 w 3"/>
                  <a:gd name="T1" fmla="*/ 4 h 4"/>
                  <a:gd name="T2" fmla="*/ 1 w 3"/>
                  <a:gd name="T3" fmla="*/ 4 h 4"/>
                  <a:gd name="T4" fmla="*/ 1 w 3"/>
                  <a:gd name="T5" fmla="*/ 3 h 4"/>
                  <a:gd name="T6" fmla="*/ 2 w 3"/>
                  <a:gd name="T7" fmla="*/ 0 h 4"/>
                  <a:gd name="T8" fmla="*/ 3 w 3"/>
                  <a:gd name="T9" fmla="*/ 0 h 4"/>
                  <a:gd name="T10" fmla="*/ 3 w 3"/>
                  <a:gd name="T11" fmla="*/ 1 h 4"/>
                  <a:gd name="T12" fmla="*/ 1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1" y="4"/>
                      <a:pt x="0" y="3"/>
                      <a:pt x="1" y="3"/>
                    </a:cubicBezTo>
                    <a:cubicBezTo>
                      <a:pt x="1" y="2"/>
                      <a:pt x="1" y="1"/>
                      <a:pt x="2" y="0"/>
                    </a:cubicBezTo>
                    <a:cubicBezTo>
                      <a:pt x="2" y="0"/>
                      <a:pt x="2" y="0"/>
                      <a:pt x="3" y="0"/>
                    </a:cubicBezTo>
                    <a:cubicBezTo>
                      <a:pt x="3" y="0"/>
                      <a:pt x="3" y="0"/>
                      <a:pt x="3" y="1"/>
                    </a:cubicBezTo>
                    <a:cubicBezTo>
                      <a:pt x="2" y="2"/>
                      <a:pt x="2" y="2"/>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2" name="Freeform 490"/>
              <p:cNvSpPr>
                <a:spLocks/>
              </p:cNvSpPr>
              <p:nvPr/>
            </p:nvSpPr>
            <p:spPr bwMode="auto">
              <a:xfrm>
                <a:off x="3853" y="2193"/>
                <a:ext cx="7" cy="10"/>
              </a:xfrm>
              <a:custGeom>
                <a:avLst/>
                <a:gdLst>
                  <a:gd name="T0" fmla="*/ 1 w 3"/>
                  <a:gd name="T1" fmla="*/ 4 h 4"/>
                  <a:gd name="T2" fmla="*/ 1 w 3"/>
                  <a:gd name="T3" fmla="*/ 4 h 4"/>
                  <a:gd name="T4" fmla="*/ 0 w 3"/>
                  <a:gd name="T5" fmla="*/ 4 h 4"/>
                  <a:gd name="T6" fmla="*/ 1 w 3"/>
                  <a:gd name="T7" fmla="*/ 2 h 4"/>
                  <a:gd name="T8" fmla="*/ 1 w 3"/>
                  <a:gd name="T9" fmla="*/ 1 h 4"/>
                  <a:gd name="T10" fmla="*/ 2 w 3"/>
                  <a:gd name="T11" fmla="*/ 0 h 4"/>
                  <a:gd name="T12" fmla="*/ 2 w 3"/>
                  <a:gd name="T13" fmla="*/ 0 h 4"/>
                  <a:gd name="T14" fmla="*/ 3 w 3"/>
                  <a:gd name="T15" fmla="*/ 0 h 4"/>
                  <a:gd name="T16" fmla="*/ 2 w 3"/>
                  <a:gd name="T17" fmla="*/ 2 h 4"/>
                  <a:gd name="T18" fmla="*/ 2 w 3"/>
                  <a:gd name="T19" fmla="*/ 2 h 4"/>
                  <a:gd name="T20" fmla="*/ 1 w 3"/>
                  <a:gd name="T21" fmla="*/ 4 h 4"/>
                  <a:gd name="T22" fmla="*/ 1 w 3"/>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4"/>
                    </a:moveTo>
                    <a:cubicBezTo>
                      <a:pt x="1" y="4"/>
                      <a:pt x="1" y="4"/>
                      <a:pt x="1" y="4"/>
                    </a:cubicBezTo>
                    <a:cubicBezTo>
                      <a:pt x="0" y="4"/>
                      <a:pt x="0" y="4"/>
                      <a:pt x="0" y="4"/>
                    </a:cubicBezTo>
                    <a:cubicBezTo>
                      <a:pt x="0" y="3"/>
                      <a:pt x="1" y="2"/>
                      <a:pt x="1" y="2"/>
                    </a:cubicBezTo>
                    <a:cubicBezTo>
                      <a:pt x="1" y="1"/>
                      <a:pt x="1" y="1"/>
                      <a:pt x="1" y="1"/>
                    </a:cubicBezTo>
                    <a:cubicBezTo>
                      <a:pt x="2" y="1"/>
                      <a:pt x="2" y="1"/>
                      <a:pt x="2" y="0"/>
                    </a:cubicBezTo>
                    <a:cubicBezTo>
                      <a:pt x="2" y="0"/>
                      <a:pt x="2" y="0"/>
                      <a:pt x="2" y="0"/>
                    </a:cubicBezTo>
                    <a:cubicBezTo>
                      <a:pt x="2" y="0"/>
                      <a:pt x="3" y="0"/>
                      <a:pt x="3" y="0"/>
                    </a:cubicBezTo>
                    <a:cubicBezTo>
                      <a:pt x="3" y="1"/>
                      <a:pt x="2" y="1"/>
                      <a:pt x="2" y="2"/>
                    </a:cubicBezTo>
                    <a:cubicBezTo>
                      <a:pt x="2" y="2"/>
                      <a:pt x="2" y="2"/>
                      <a:pt x="2" y="2"/>
                    </a:cubicBezTo>
                    <a:cubicBezTo>
                      <a:pt x="2"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3" name="Freeform 491"/>
              <p:cNvSpPr>
                <a:spLocks/>
              </p:cNvSpPr>
              <p:nvPr/>
            </p:nvSpPr>
            <p:spPr bwMode="auto">
              <a:xfrm>
                <a:off x="3855" y="2200"/>
                <a:ext cx="5" cy="8"/>
              </a:xfrm>
              <a:custGeom>
                <a:avLst/>
                <a:gdLst>
                  <a:gd name="T0" fmla="*/ 0 w 2"/>
                  <a:gd name="T1" fmla="*/ 3 h 3"/>
                  <a:gd name="T2" fmla="*/ 0 w 2"/>
                  <a:gd name="T3" fmla="*/ 2 h 3"/>
                  <a:gd name="T4" fmla="*/ 0 w 2"/>
                  <a:gd name="T5" fmla="*/ 2 h 3"/>
                  <a:gd name="T6" fmla="*/ 1 w 2"/>
                  <a:gd name="T7" fmla="*/ 0 h 3"/>
                  <a:gd name="T8" fmla="*/ 2 w 2"/>
                  <a:gd name="T9" fmla="*/ 0 h 3"/>
                  <a:gd name="T10" fmla="*/ 2 w 2"/>
                  <a:gd name="T11" fmla="*/ 0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1" y="0"/>
                      <a:pt x="1" y="0"/>
                      <a:pt x="1" y="0"/>
                    </a:cubicBezTo>
                    <a:cubicBezTo>
                      <a:pt x="1" y="0"/>
                      <a:pt x="1" y="0"/>
                      <a:pt x="2" y="0"/>
                    </a:cubicBezTo>
                    <a:cubicBezTo>
                      <a:pt x="2" y="0"/>
                      <a:pt x="2" y="0"/>
                      <a:pt x="2" y="0"/>
                    </a:cubicBezTo>
                    <a:cubicBezTo>
                      <a:pt x="1" y="2"/>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4" name="Freeform 492"/>
              <p:cNvSpPr>
                <a:spLocks/>
              </p:cNvSpPr>
              <p:nvPr/>
            </p:nvSpPr>
            <p:spPr bwMode="auto">
              <a:xfrm>
                <a:off x="3848" y="2157"/>
                <a:ext cx="2" cy="5"/>
              </a:xfrm>
              <a:custGeom>
                <a:avLst/>
                <a:gdLst>
                  <a:gd name="T0" fmla="*/ 0 w 1"/>
                  <a:gd name="T1" fmla="*/ 2 h 2"/>
                  <a:gd name="T2" fmla="*/ 0 w 1"/>
                  <a:gd name="T3" fmla="*/ 2 h 2"/>
                  <a:gd name="T4" fmla="*/ 1 w 1"/>
                  <a:gd name="T5" fmla="*/ 1 h 2"/>
                  <a:gd name="T6" fmla="*/ 1 w 1"/>
                  <a:gd name="T7" fmla="*/ 1 h 2"/>
                  <a:gd name="T8" fmla="*/ 1 w 1"/>
                  <a:gd name="T9" fmla="*/ 1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1" y="1"/>
                    </a:cubicBezTo>
                    <a:cubicBezTo>
                      <a:pt x="1" y="0"/>
                      <a:pt x="1" y="0"/>
                      <a:pt x="1" y="1"/>
                    </a:cubicBezTo>
                    <a:cubicBezTo>
                      <a:pt x="1" y="1"/>
                      <a:pt x="1"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5" name="Freeform 493"/>
              <p:cNvSpPr>
                <a:spLocks/>
              </p:cNvSpPr>
              <p:nvPr/>
            </p:nvSpPr>
            <p:spPr bwMode="auto">
              <a:xfrm>
                <a:off x="3850" y="2160"/>
                <a:ext cx="5" cy="5"/>
              </a:xfrm>
              <a:custGeom>
                <a:avLst/>
                <a:gdLst>
                  <a:gd name="T0" fmla="*/ 1 w 2"/>
                  <a:gd name="T1" fmla="*/ 2 h 2"/>
                  <a:gd name="T2" fmla="*/ 1 w 2"/>
                  <a:gd name="T3" fmla="*/ 2 h 2"/>
                  <a:gd name="T4" fmla="*/ 0 w 2"/>
                  <a:gd name="T5" fmla="*/ 1 h 2"/>
                  <a:gd name="T6" fmla="*/ 1 w 2"/>
                  <a:gd name="T7" fmla="*/ 0 h 2"/>
                  <a:gd name="T8" fmla="*/ 1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1"/>
                      <a:pt x="1" y="1"/>
                      <a:pt x="1" y="0"/>
                    </a:cubicBezTo>
                    <a:cubicBezTo>
                      <a:pt x="1" y="0"/>
                      <a:pt x="1" y="0"/>
                      <a:pt x="1"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6" name="Freeform 494"/>
              <p:cNvSpPr>
                <a:spLocks/>
              </p:cNvSpPr>
              <p:nvPr/>
            </p:nvSpPr>
            <p:spPr bwMode="auto">
              <a:xfrm>
                <a:off x="3855" y="2162"/>
                <a:ext cx="5" cy="6"/>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1"/>
                      <a:pt x="1" y="0"/>
                    </a:cubicBezTo>
                    <a:cubicBezTo>
                      <a:pt x="1" y="0"/>
                      <a:pt x="1"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7" name="Freeform 495"/>
              <p:cNvSpPr>
                <a:spLocks/>
              </p:cNvSpPr>
              <p:nvPr/>
            </p:nvSpPr>
            <p:spPr bwMode="auto">
              <a:xfrm>
                <a:off x="3860" y="2162"/>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2"/>
                      <a:pt x="0" y="2"/>
                    </a:cubicBezTo>
                    <a:cubicBezTo>
                      <a:pt x="1" y="1"/>
                      <a:pt x="1" y="1"/>
                      <a:pt x="1" y="1"/>
                    </a:cubicBezTo>
                    <a:cubicBezTo>
                      <a:pt x="1" y="0"/>
                      <a:pt x="1" y="0"/>
                      <a:pt x="1" y="0"/>
                    </a:cubicBezTo>
                    <a:cubicBezTo>
                      <a:pt x="2" y="1"/>
                      <a:pt x="2" y="1"/>
                      <a:pt x="2" y="1"/>
                    </a:cubicBezTo>
                    <a:cubicBezTo>
                      <a:pt x="1" y="2"/>
                      <a:pt x="1" y="2"/>
                      <a:pt x="1" y="2"/>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8" name="Freeform 496"/>
              <p:cNvSpPr>
                <a:spLocks/>
              </p:cNvSpPr>
              <p:nvPr/>
            </p:nvSpPr>
            <p:spPr bwMode="auto">
              <a:xfrm>
                <a:off x="3865" y="2165"/>
                <a:ext cx="5" cy="8"/>
              </a:xfrm>
              <a:custGeom>
                <a:avLst/>
                <a:gdLst>
                  <a:gd name="T0" fmla="*/ 1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2"/>
                      <a:pt x="0" y="2"/>
                    </a:cubicBezTo>
                    <a:cubicBezTo>
                      <a:pt x="1" y="1"/>
                      <a:pt x="1" y="1"/>
                      <a:pt x="1" y="1"/>
                    </a:cubicBezTo>
                    <a:cubicBezTo>
                      <a:pt x="1" y="0"/>
                      <a:pt x="1" y="0"/>
                      <a:pt x="2" y="0"/>
                    </a:cubicBezTo>
                    <a:cubicBezTo>
                      <a:pt x="2" y="0"/>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9" name="Freeform 497"/>
              <p:cNvSpPr>
                <a:spLocks/>
              </p:cNvSpPr>
              <p:nvPr/>
            </p:nvSpPr>
            <p:spPr bwMode="auto">
              <a:xfrm>
                <a:off x="3870"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0" name="Freeform 498"/>
              <p:cNvSpPr>
                <a:spLocks/>
              </p:cNvSpPr>
              <p:nvPr/>
            </p:nvSpPr>
            <p:spPr bwMode="auto">
              <a:xfrm>
                <a:off x="3875" y="2170"/>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1" name="Freeform 499"/>
              <p:cNvSpPr>
                <a:spLocks/>
              </p:cNvSpPr>
              <p:nvPr/>
            </p:nvSpPr>
            <p:spPr bwMode="auto">
              <a:xfrm>
                <a:off x="3880" y="2170"/>
                <a:ext cx="5" cy="8"/>
              </a:xfrm>
              <a:custGeom>
                <a:avLst/>
                <a:gdLst>
                  <a:gd name="T0" fmla="*/ 0 w 2"/>
                  <a:gd name="T1" fmla="*/ 3 h 3"/>
                  <a:gd name="T2" fmla="*/ 0 w 2"/>
                  <a:gd name="T3" fmla="*/ 3 h 3"/>
                  <a:gd name="T4" fmla="*/ 0 w 2"/>
                  <a:gd name="T5" fmla="*/ 3 h 3"/>
                  <a:gd name="T6" fmla="*/ 1 w 2"/>
                  <a:gd name="T7" fmla="*/ 0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0" y="2"/>
                      <a:pt x="1" y="1"/>
                      <a:pt x="1" y="0"/>
                    </a:cubicBezTo>
                    <a:cubicBezTo>
                      <a:pt x="1" y="0"/>
                      <a:pt x="2" y="0"/>
                      <a:pt x="2" y="0"/>
                    </a:cubicBezTo>
                    <a:cubicBezTo>
                      <a:pt x="2" y="1"/>
                      <a:pt x="2" y="1"/>
                      <a:pt x="2" y="1"/>
                    </a:cubicBezTo>
                    <a:cubicBezTo>
                      <a:pt x="1" y="2"/>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2" name="Freeform 500"/>
              <p:cNvSpPr>
                <a:spLocks/>
              </p:cNvSpPr>
              <p:nvPr/>
            </p:nvSpPr>
            <p:spPr bwMode="auto">
              <a:xfrm>
                <a:off x="3883" y="2175"/>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3" name="Freeform 501"/>
              <p:cNvSpPr>
                <a:spLocks/>
              </p:cNvSpPr>
              <p:nvPr/>
            </p:nvSpPr>
            <p:spPr bwMode="auto">
              <a:xfrm>
                <a:off x="3860" y="2193"/>
                <a:ext cx="8" cy="15"/>
              </a:xfrm>
              <a:custGeom>
                <a:avLst/>
                <a:gdLst>
                  <a:gd name="T0" fmla="*/ 1 w 3"/>
                  <a:gd name="T1" fmla="*/ 6 h 6"/>
                  <a:gd name="T2" fmla="*/ 1 w 3"/>
                  <a:gd name="T3" fmla="*/ 6 h 6"/>
                  <a:gd name="T4" fmla="*/ 0 w 3"/>
                  <a:gd name="T5" fmla="*/ 6 h 6"/>
                  <a:gd name="T6" fmla="*/ 2 w 3"/>
                  <a:gd name="T7" fmla="*/ 1 h 6"/>
                  <a:gd name="T8" fmla="*/ 2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0" y="6"/>
                      <a:pt x="0" y="6"/>
                      <a:pt x="0" y="6"/>
                    </a:cubicBezTo>
                    <a:cubicBezTo>
                      <a:pt x="2" y="1"/>
                      <a:pt x="2" y="1"/>
                      <a:pt x="2" y="1"/>
                    </a:cubicBezTo>
                    <a:cubicBezTo>
                      <a:pt x="2" y="0"/>
                      <a:pt x="2" y="0"/>
                      <a:pt x="2" y="0"/>
                    </a:cubicBezTo>
                    <a:cubicBezTo>
                      <a:pt x="3" y="0"/>
                      <a:pt x="3" y="1"/>
                      <a:pt x="3" y="1"/>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4" name="Freeform 502"/>
              <p:cNvSpPr>
                <a:spLocks/>
              </p:cNvSpPr>
              <p:nvPr/>
            </p:nvSpPr>
            <p:spPr bwMode="auto">
              <a:xfrm>
                <a:off x="3865" y="2190"/>
                <a:ext cx="5" cy="18"/>
              </a:xfrm>
              <a:custGeom>
                <a:avLst/>
                <a:gdLst>
                  <a:gd name="T0" fmla="*/ 0 w 2"/>
                  <a:gd name="T1" fmla="*/ 7 h 7"/>
                  <a:gd name="T2" fmla="*/ 0 w 2"/>
                  <a:gd name="T3" fmla="*/ 7 h 7"/>
                  <a:gd name="T4" fmla="*/ 0 w 2"/>
                  <a:gd name="T5" fmla="*/ 6 h 7"/>
                  <a:gd name="T6" fmla="*/ 2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1" y="4"/>
                      <a:pt x="1" y="3"/>
                      <a:pt x="2" y="1"/>
                    </a:cubicBezTo>
                    <a:cubicBezTo>
                      <a:pt x="2" y="1"/>
                      <a:pt x="2" y="0"/>
                      <a:pt x="2" y="0"/>
                    </a:cubicBezTo>
                    <a:cubicBezTo>
                      <a:pt x="2" y="0"/>
                      <a:pt x="2" y="1"/>
                      <a:pt x="2" y="1"/>
                    </a:cubicBezTo>
                    <a:cubicBezTo>
                      <a:pt x="2" y="3"/>
                      <a:pt x="1" y="4"/>
                      <a:pt x="1" y="6"/>
                    </a:cubicBezTo>
                    <a:cubicBezTo>
                      <a:pt x="1" y="6"/>
                      <a:pt x="1" y="6"/>
                      <a:pt x="1" y="6"/>
                    </a:cubicBezTo>
                    <a:cubicBezTo>
                      <a:pt x="1" y="7"/>
                      <a:pt x="1" y="7"/>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5" name="Freeform 503"/>
              <p:cNvSpPr>
                <a:spLocks/>
              </p:cNvSpPr>
              <p:nvPr/>
            </p:nvSpPr>
            <p:spPr bwMode="auto">
              <a:xfrm>
                <a:off x="3870" y="2188"/>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0" y="4"/>
                      <a:pt x="1" y="2"/>
                      <a:pt x="1" y="1"/>
                    </a:cubicBezTo>
                    <a:cubicBezTo>
                      <a:pt x="2" y="0"/>
                      <a:pt x="2" y="0"/>
                      <a:pt x="2" y="0"/>
                    </a:cubicBezTo>
                    <a:cubicBezTo>
                      <a:pt x="2" y="0"/>
                      <a:pt x="2" y="1"/>
                      <a:pt x="2" y="1"/>
                    </a:cubicBezTo>
                    <a:cubicBezTo>
                      <a:pt x="2" y="2"/>
                      <a:pt x="1" y="4"/>
                      <a:pt x="1" y="6"/>
                    </a:cubicBezTo>
                    <a:cubicBezTo>
                      <a:pt x="1" y="6"/>
                      <a:pt x="1" y="6"/>
                      <a:pt x="1" y="6"/>
                    </a:cubicBezTo>
                    <a:cubicBezTo>
                      <a:pt x="1" y="7"/>
                      <a:pt x="1" y="7"/>
                      <a:pt x="1"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6" name="Freeform 504"/>
              <p:cNvSpPr>
                <a:spLocks/>
              </p:cNvSpPr>
              <p:nvPr/>
            </p:nvSpPr>
            <p:spPr bwMode="auto">
              <a:xfrm>
                <a:off x="3875" y="2183"/>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7 h 7"/>
                  <a:gd name="T14" fmla="*/ 0 w 2"/>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0" y="7"/>
                    </a:moveTo>
                    <a:cubicBezTo>
                      <a:pt x="0" y="7"/>
                      <a:pt x="0" y="7"/>
                      <a:pt x="0" y="7"/>
                    </a:cubicBezTo>
                    <a:cubicBezTo>
                      <a:pt x="0" y="7"/>
                      <a:pt x="0" y="7"/>
                      <a:pt x="0" y="6"/>
                    </a:cubicBezTo>
                    <a:cubicBezTo>
                      <a:pt x="1" y="4"/>
                      <a:pt x="1" y="3"/>
                      <a:pt x="1" y="1"/>
                    </a:cubicBezTo>
                    <a:cubicBezTo>
                      <a:pt x="2" y="0"/>
                      <a:pt x="2" y="0"/>
                      <a:pt x="2" y="0"/>
                    </a:cubicBezTo>
                    <a:cubicBezTo>
                      <a:pt x="2" y="0"/>
                      <a:pt x="2" y="0"/>
                      <a:pt x="2" y="1"/>
                    </a:cubicBezTo>
                    <a:cubicBezTo>
                      <a:pt x="2" y="3"/>
                      <a:pt x="1" y="5"/>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7" name="Freeform 505"/>
              <p:cNvSpPr>
                <a:spLocks/>
              </p:cNvSpPr>
              <p:nvPr/>
            </p:nvSpPr>
            <p:spPr bwMode="auto">
              <a:xfrm>
                <a:off x="3845" y="2147"/>
                <a:ext cx="5" cy="10"/>
              </a:xfrm>
              <a:custGeom>
                <a:avLst/>
                <a:gdLst>
                  <a:gd name="T0" fmla="*/ 1 w 2"/>
                  <a:gd name="T1" fmla="*/ 4 h 4"/>
                  <a:gd name="T2" fmla="*/ 1 w 2"/>
                  <a:gd name="T3" fmla="*/ 4 h 4"/>
                  <a:gd name="T4" fmla="*/ 0 w 2"/>
                  <a:gd name="T5" fmla="*/ 4 h 4"/>
                  <a:gd name="T6" fmla="*/ 1 w 2"/>
                  <a:gd name="T7" fmla="*/ 0 h 4"/>
                  <a:gd name="T8" fmla="*/ 2 w 2"/>
                  <a:gd name="T9" fmla="*/ 0 h 4"/>
                  <a:gd name="T10" fmla="*/ 2 w 2"/>
                  <a:gd name="T11" fmla="*/ 1 h 4"/>
                  <a:gd name="T12" fmla="*/ 1 w 2"/>
                  <a:gd name="T13" fmla="*/ 4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1" y="4"/>
                    </a:cubicBezTo>
                    <a:cubicBezTo>
                      <a:pt x="0" y="4"/>
                      <a:pt x="0" y="4"/>
                      <a:pt x="0" y="4"/>
                    </a:cubicBezTo>
                    <a:cubicBezTo>
                      <a:pt x="0" y="3"/>
                      <a:pt x="1" y="1"/>
                      <a:pt x="1" y="0"/>
                    </a:cubicBezTo>
                    <a:cubicBezTo>
                      <a:pt x="1" y="0"/>
                      <a:pt x="2" y="0"/>
                      <a:pt x="2" y="0"/>
                    </a:cubicBezTo>
                    <a:cubicBezTo>
                      <a:pt x="2" y="0"/>
                      <a:pt x="2" y="1"/>
                      <a:pt x="2" y="1"/>
                    </a:cubicBezTo>
                    <a:cubicBezTo>
                      <a:pt x="2" y="2"/>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8" name="Freeform 506"/>
              <p:cNvSpPr>
                <a:spLocks/>
              </p:cNvSpPr>
              <p:nvPr/>
            </p:nvSpPr>
            <p:spPr bwMode="auto">
              <a:xfrm>
                <a:off x="3853" y="2145"/>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3"/>
                    </a:cubicBezTo>
                    <a:cubicBezTo>
                      <a:pt x="0" y="2"/>
                      <a:pt x="1" y="1"/>
                      <a:pt x="1" y="0"/>
                    </a:cubicBezTo>
                    <a:cubicBezTo>
                      <a:pt x="1" y="0"/>
                      <a:pt x="1" y="0"/>
                      <a:pt x="2" y="0"/>
                    </a:cubicBezTo>
                    <a:cubicBezTo>
                      <a:pt x="2" y="0"/>
                      <a:pt x="2" y="0"/>
                      <a:pt x="2" y="0"/>
                    </a:cubicBezTo>
                    <a:cubicBezTo>
                      <a:pt x="1" y="1"/>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9" name="Freeform 507"/>
              <p:cNvSpPr>
                <a:spLocks/>
              </p:cNvSpPr>
              <p:nvPr/>
            </p:nvSpPr>
            <p:spPr bwMode="auto">
              <a:xfrm>
                <a:off x="3855" y="2142"/>
                <a:ext cx="8" cy="13"/>
              </a:xfrm>
              <a:custGeom>
                <a:avLst/>
                <a:gdLst>
                  <a:gd name="T0" fmla="*/ 1 w 3"/>
                  <a:gd name="T1" fmla="*/ 5 h 5"/>
                  <a:gd name="T2" fmla="*/ 1 w 3"/>
                  <a:gd name="T3" fmla="*/ 5 h 5"/>
                  <a:gd name="T4" fmla="*/ 0 w 3"/>
                  <a:gd name="T5" fmla="*/ 4 h 5"/>
                  <a:gd name="T6" fmla="*/ 2 w 3"/>
                  <a:gd name="T7" fmla="*/ 0 h 5"/>
                  <a:gd name="T8" fmla="*/ 3 w 3"/>
                  <a:gd name="T9" fmla="*/ 0 h 5"/>
                  <a:gd name="T10" fmla="*/ 3 w 3"/>
                  <a:gd name="T11" fmla="*/ 0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1" y="5"/>
                      <a:pt x="1" y="5"/>
                      <a:pt x="1" y="5"/>
                    </a:cubicBezTo>
                    <a:cubicBezTo>
                      <a:pt x="0" y="5"/>
                      <a:pt x="0" y="4"/>
                      <a:pt x="0" y="4"/>
                    </a:cubicBezTo>
                    <a:cubicBezTo>
                      <a:pt x="1" y="3"/>
                      <a:pt x="1" y="1"/>
                      <a:pt x="2" y="0"/>
                    </a:cubicBezTo>
                    <a:cubicBezTo>
                      <a:pt x="2" y="0"/>
                      <a:pt x="3" y="0"/>
                      <a:pt x="3" y="0"/>
                    </a:cubicBezTo>
                    <a:cubicBezTo>
                      <a:pt x="3" y="0"/>
                      <a:pt x="3" y="0"/>
                      <a:pt x="3" y="0"/>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0" name="Freeform 508"/>
              <p:cNvSpPr>
                <a:spLocks/>
              </p:cNvSpPr>
              <p:nvPr/>
            </p:nvSpPr>
            <p:spPr bwMode="auto">
              <a:xfrm>
                <a:off x="3863" y="2137"/>
                <a:ext cx="5" cy="13"/>
              </a:xfrm>
              <a:custGeom>
                <a:avLst/>
                <a:gdLst>
                  <a:gd name="T0" fmla="*/ 0 w 2"/>
                  <a:gd name="T1" fmla="*/ 5 h 5"/>
                  <a:gd name="T2" fmla="*/ 0 w 2"/>
                  <a:gd name="T3" fmla="*/ 5 h 5"/>
                  <a:gd name="T4" fmla="*/ 0 w 2"/>
                  <a:gd name="T5" fmla="*/ 5 h 5"/>
                  <a:gd name="T6" fmla="*/ 2 w 2"/>
                  <a:gd name="T7" fmla="*/ 0 h 5"/>
                  <a:gd name="T8" fmla="*/ 2 w 2"/>
                  <a:gd name="T9" fmla="*/ 0 h 5"/>
                  <a:gd name="T10" fmla="*/ 2 w 2"/>
                  <a:gd name="T11" fmla="*/ 1 h 5"/>
                  <a:gd name="T12" fmla="*/ 1 w 2"/>
                  <a:gd name="T13" fmla="*/ 5 h 5"/>
                  <a:gd name="T14" fmla="*/ 0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5"/>
                    </a:moveTo>
                    <a:cubicBezTo>
                      <a:pt x="0" y="5"/>
                      <a:pt x="0" y="5"/>
                      <a:pt x="0" y="5"/>
                    </a:cubicBezTo>
                    <a:cubicBezTo>
                      <a:pt x="0" y="5"/>
                      <a:pt x="0" y="5"/>
                      <a:pt x="0" y="5"/>
                    </a:cubicBezTo>
                    <a:cubicBezTo>
                      <a:pt x="2" y="0"/>
                      <a:pt x="2" y="0"/>
                      <a:pt x="2" y="0"/>
                    </a:cubicBezTo>
                    <a:cubicBezTo>
                      <a:pt x="2" y="0"/>
                      <a:pt x="2" y="0"/>
                      <a:pt x="2" y="0"/>
                    </a:cubicBezTo>
                    <a:cubicBezTo>
                      <a:pt x="2" y="0"/>
                      <a:pt x="2" y="0"/>
                      <a:pt x="2" y="1"/>
                    </a:cubicBezTo>
                    <a:cubicBezTo>
                      <a:pt x="1" y="5"/>
                      <a:pt x="1" y="5"/>
                      <a:pt x="1" y="5"/>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1" name="Freeform 509"/>
              <p:cNvSpPr>
                <a:spLocks/>
              </p:cNvSpPr>
              <p:nvPr/>
            </p:nvSpPr>
            <p:spPr bwMode="auto">
              <a:xfrm>
                <a:off x="3870" y="2132"/>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cubicBezTo>
                      <a:pt x="0" y="6"/>
                      <a:pt x="0" y="6"/>
                      <a:pt x="0" y="6"/>
                    </a:cubicBezTo>
                    <a:cubicBezTo>
                      <a:pt x="0" y="6"/>
                      <a:pt x="0" y="6"/>
                      <a:pt x="0" y="5"/>
                    </a:cubicBezTo>
                    <a:cubicBezTo>
                      <a:pt x="0" y="4"/>
                      <a:pt x="1" y="2"/>
                      <a:pt x="1" y="1"/>
                    </a:cubicBezTo>
                    <a:cubicBezTo>
                      <a:pt x="1" y="0"/>
                      <a:pt x="2" y="0"/>
                      <a:pt x="2" y="0"/>
                    </a:cubicBezTo>
                    <a:cubicBezTo>
                      <a:pt x="2" y="0"/>
                      <a:pt x="2" y="1"/>
                      <a:pt x="2" y="1"/>
                    </a:cubicBezTo>
                    <a:cubicBezTo>
                      <a:pt x="2" y="2"/>
                      <a:pt x="1" y="4"/>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2" name="Freeform 510"/>
              <p:cNvSpPr>
                <a:spLocks/>
              </p:cNvSpPr>
              <p:nvPr/>
            </p:nvSpPr>
            <p:spPr bwMode="auto">
              <a:xfrm>
                <a:off x="3875" y="2130"/>
                <a:ext cx="8" cy="15"/>
              </a:xfrm>
              <a:custGeom>
                <a:avLst/>
                <a:gdLst>
                  <a:gd name="T0" fmla="*/ 1 w 3"/>
                  <a:gd name="T1" fmla="*/ 6 h 6"/>
                  <a:gd name="T2" fmla="*/ 0 w 3"/>
                  <a:gd name="T3" fmla="*/ 5 h 6"/>
                  <a:gd name="T4" fmla="*/ 0 w 3"/>
                  <a:gd name="T5" fmla="*/ 5 h 6"/>
                  <a:gd name="T6" fmla="*/ 2 w 3"/>
                  <a:gd name="T7" fmla="*/ 0 h 6"/>
                  <a:gd name="T8" fmla="*/ 2 w 3"/>
                  <a:gd name="T9" fmla="*/ 0 h 6"/>
                  <a:gd name="T10" fmla="*/ 3 w 3"/>
                  <a:gd name="T11" fmla="*/ 0 h 6"/>
                  <a:gd name="T12" fmla="*/ 1 w 3"/>
                  <a:gd name="T13" fmla="*/ 5 h 6"/>
                  <a:gd name="T14" fmla="*/ 1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0" y="6"/>
                      <a:pt x="0" y="6"/>
                      <a:pt x="0" y="5"/>
                    </a:cubicBezTo>
                    <a:cubicBezTo>
                      <a:pt x="0" y="5"/>
                      <a:pt x="0" y="5"/>
                      <a:pt x="0" y="5"/>
                    </a:cubicBezTo>
                    <a:cubicBezTo>
                      <a:pt x="1" y="3"/>
                      <a:pt x="1" y="2"/>
                      <a:pt x="2" y="0"/>
                    </a:cubicBezTo>
                    <a:cubicBezTo>
                      <a:pt x="2" y="0"/>
                      <a:pt x="2" y="0"/>
                      <a:pt x="2" y="0"/>
                    </a:cubicBezTo>
                    <a:cubicBezTo>
                      <a:pt x="3" y="0"/>
                      <a:pt x="3" y="0"/>
                      <a:pt x="3" y="0"/>
                    </a:cubicBezTo>
                    <a:cubicBezTo>
                      <a:pt x="2" y="2"/>
                      <a:pt x="1" y="3"/>
                      <a:pt x="1" y="5"/>
                    </a:cubicBezTo>
                    <a:cubicBezTo>
                      <a:pt x="1" y="5"/>
                      <a:pt x="1" y="5"/>
                      <a:pt x="1" y="5"/>
                    </a:cubicBezTo>
                    <a:cubicBezTo>
                      <a:pt x="1"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3" name="Freeform 511"/>
              <p:cNvSpPr>
                <a:spLocks/>
              </p:cNvSpPr>
              <p:nvPr/>
            </p:nvSpPr>
            <p:spPr bwMode="auto">
              <a:xfrm>
                <a:off x="3880" y="2127"/>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5 h 6"/>
                  <a:gd name="T14" fmla="*/ 1 w 2"/>
                  <a:gd name="T15" fmla="*/ 5 h 6"/>
                  <a:gd name="T16" fmla="*/ 1 w 2"/>
                  <a:gd name="T17" fmla="*/ 6 h 6"/>
                  <a:gd name="T18" fmla="*/ 0 w 2"/>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6"/>
                    </a:moveTo>
                    <a:cubicBezTo>
                      <a:pt x="0" y="6"/>
                      <a:pt x="0" y="6"/>
                      <a:pt x="0" y="6"/>
                    </a:cubicBezTo>
                    <a:cubicBezTo>
                      <a:pt x="0" y="6"/>
                      <a:pt x="0" y="6"/>
                      <a:pt x="0" y="5"/>
                    </a:cubicBezTo>
                    <a:cubicBezTo>
                      <a:pt x="0" y="4"/>
                      <a:pt x="1" y="2"/>
                      <a:pt x="1" y="1"/>
                    </a:cubicBezTo>
                    <a:cubicBezTo>
                      <a:pt x="2" y="0"/>
                      <a:pt x="2" y="0"/>
                      <a:pt x="2" y="0"/>
                    </a:cubicBezTo>
                    <a:cubicBezTo>
                      <a:pt x="2" y="0"/>
                      <a:pt x="2" y="1"/>
                      <a:pt x="2" y="1"/>
                    </a:cubicBezTo>
                    <a:cubicBezTo>
                      <a:pt x="2" y="2"/>
                      <a:pt x="1" y="4"/>
                      <a:pt x="1" y="5"/>
                    </a:cubicBezTo>
                    <a:cubicBezTo>
                      <a:pt x="1" y="5"/>
                      <a:pt x="1" y="5"/>
                      <a:pt x="1" y="5"/>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4" name="Freeform 512"/>
              <p:cNvSpPr>
                <a:spLocks/>
              </p:cNvSpPr>
              <p:nvPr/>
            </p:nvSpPr>
            <p:spPr bwMode="auto">
              <a:xfrm>
                <a:off x="3848" y="2107"/>
                <a:ext cx="42" cy="23"/>
              </a:xfrm>
              <a:custGeom>
                <a:avLst/>
                <a:gdLst>
                  <a:gd name="T0" fmla="*/ 16 w 17"/>
                  <a:gd name="T1" fmla="*/ 9 h 9"/>
                  <a:gd name="T2" fmla="*/ 16 w 17"/>
                  <a:gd name="T3" fmla="*/ 8 h 9"/>
                  <a:gd name="T4" fmla="*/ 14 w 17"/>
                  <a:gd name="T5" fmla="*/ 6 h 9"/>
                  <a:gd name="T6" fmla="*/ 3 w 17"/>
                  <a:gd name="T7" fmla="*/ 1 h 9"/>
                  <a:gd name="T8" fmla="*/ 0 w 17"/>
                  <a:gd name="T9" fmla="*/ 1 h 9"/>
                  <a:gd name="T10" fmla="*/ 0 w 17"/>
                  <a:gd name="T11" fmla="*/ 0 h 9"/>
                  <a:gd name="T12" fmla="*/ 0 w 17"/>
                  <a:gd name="T13" fmla="*/ 0 h 9"/>
                  <a:gd name="T14" fmla="*/ 3 w 17"/>
                  <a:gd name="T15" fmla="*/ 0 h 9"/>
                  <a:gd name="T16" fmla="*/ 15 w 17"/>
                  <a:gd name="T17" fmla="*/ 6 h 9"/>
                  <a:gd name="T18" fmla="*/ 16 w 17"/>
                  <a:gd name="T19" fmla="*/ 8 h 9"/>
                  <a:gd name="T20" fmla="*/ 16 w 17"/>
                  <a:gd name="T21" fmla="*/ 9 h 9"/>
                  <a:gd name="T22" fmla="*/ 16 w 17"/>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6" y="9"/>
                    </a:moveTo>
                    <a:cubicBezTo>
                      <a:pt x="16" y="9"/>
                      <a:pt x="16" y="8"/>
                      <a:pt x="16" y="8"/>
                    </a:cubicBezTo>
                    <a:cubicBezTo>
                      <a:pt x="15" y="8"/>
                      <a:pt x="15" y="7"/>
                      <a:pt x="14" y="6"/>
                    </a:cubicBezTo>
                    <a:cubicBezTo>
                      <a:pt x="12" y="3"/>
                      <a:pt x="8" y="1"/>
                      <a:pt x="3" y="1"/>
                    </a:cubicBezTo>
                    <a:cubicBezTo>
                      <a:pt x="2" y="1"/>
                      <a:pt x="1" y="1"/>
                      <a:pt x="0" y="1"/>
                    </a:cubicBezTo>
                    <a:cubicBezTo>
                      <a:pt x="0" y="1"/>
                      <a:pt x="0" y="0"/>
                      <a:pt x="0" y="0"/>
                    </a:cubicBezTo>
                    <a:cubicBezTo>
                      <a:pt x="0" y="0"/>
                      <a:pt x="0" y="0"/>
                      <a:pt x="0" y="0"/>
                    </a:cubicBezTo>
                    <a:cubicBezTo>
                      <a:pt x="1" y="0"/>
                      <a:pt x="2" y="0"/>
                      <a:pt x="3" y="0"/>
                    </a:cubicBezTo>
                    <a:cubicBezTo>
                      <a:pt x="8" y="0"/>
                      <a:pt x="13" y="3"/>
                      <a:pt x="15" y="6"/>
                    </a:cubicBezTo>
                    <a:cubicBezTo>
                      <a:pt x="16" y="6"/>
                      <a:pt x="16" y="7"/>
                      <a:pt x="16" y="8"/>
                    </a:cubicBezTo>
                    <a:cubicBezTo>
                      <a:pt x="17" y="8"/>
                      <a:pt x="16" y="8"/>
                      <a:pt x="16" y="9"/>
                    </a:cubicBezTo>
                    <a:cubicBezTo>
                      <a:pt x="16" y="9"/>
                      <a:pt x="16" y="9"/>
                      <a:pt x="1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5" name="Freeform 513"/>
              <p:cNvSpPr>
                <a:spLocks/>
              </p:cNvSpPr>
              <p:nvPr/>
            </p:nvSpPr>
            <p:spPr bwMode="auto">
              <a:xfrm>
                <a:off x="3885" y="2140"/>
                <a:ext cx="8" cy="35"/>
              </a:xfrm>
              <a:custGeom>
                <a:avLst/>
                <a:gdLst>
                  <a:gd name="T0" fmla="*/ 1 w 3"/>
                  <a:gd name="T1" fmla="*/ 14 h 14"/>
                  <a:gd name="T2" fmla="*/ 1 w 3"/>
                  <a:gd name="T3" fmla="*/ 14 h 14"/>
                  <a:gd name="T4" fmla="*/ 0 w 3"/>
                  <a:gd name="T5" fmla="*/ 13 h 14"/>
                  <a:gd name="T6" fmla="*/ 1 w 3"/>
                  <a:gd name="T7" fmla="*/ 1 h 14"/>
                  <a:gd name="T8" fmla="*/ 1 w 3"/>
                  <a:gd name="T9" fmla="*/ 0 h 14"/>
                  <a:gd name="T10" fmla="*/ 2 w 3"/>
                  <a:gd name="T11" fmla="*/ 1 h 14"/>
                  <a:gd name="T12" fmla="*/ 1 w 3"/>
                  <a:gd name="T13" fmla="*/ 13 h 14"/>
                  <a:gd name="T14" fmla="*/ 1 w 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1" y="14"/>
                    </a:moveTo>
                    <a:cubicBezTo>
                      <a:pt x="1" y="14"/>
                      <a:pt x="1" y="14"/>
                      <a:pt x="1" y="14"/>
                    </a:cubicBezTo>
                    <a:cubicBezTo>
                      <a:pt x="1" y="14"/>
                      <a:pt x="0" y="13"/>
                      <a:pt x="0" y="13"/>
                    </a:cubicBezTo>
                    <a:cubicBezTo>
                      <a:pt x="2" y="10"/>
                      <a:pt x="2" y="5"/>
                      <a:pt x="1" y="1"/>
                    </a:cubicBezTo>
                    <a:cubicBezTo>
                      <a:pt x="1" y="1"/>
                      <a:pt x="1" y="0"/>
                      <a:pt x="1" y="0"/>
                    </a:cubicBezTo>
                    <a:cubicBezTo>
                      <a:pt x="2" y="0"/>
                      <a:pt x="2" y="1"/>
                      <a:pt x="2" y="1"/>
                    </a:cubicBezTo>
                    <a:cubicBezTo>
                      <a:pt x="3" y="5"/>
                      <a:pt x="3" y="10"/>
                      <a:pt x="1" y="13"/>
                    </a:cubicBezTo>
                    <a:cubicBezTo>
                      <a:pt x="1"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6" name="Freeform 514"/>
              <p:cNvSpPr>
                <a:spLocks/>
              </p:cNvSpPr>
              <p:nvPr/>
            </p:nvSpPr>
            <p:spPr bwMode="auto">
              <a:xfrm>
                <a:off x="3858" y="2178"/>
                <a:ext cx="27" cy="20"/>
              </a:xfrm>
              <a:custGeom>
                <a:avLst/>
                <a:gdLst>
                  <a:gd name="T0" fmla="*/ 1 w 11"/>
                  <a:gd name="T1" fmla="*/ 8 h 8"/>
                  <a:gd name="T2" fmla="*/ 0 w 11"/>
                  <a:gd name="T3" fmla="*/ 8 h 8"/>
                  <a:gd name="T4" fmla="*/ 1 w 11"/>
                  <a:gd name="T5" fmla="*/ 7 h 8"/>
                  <a:gd name="T6" fmla="*/ 11 w 11"/>
                  <a:gd name="T7" fmla="*/ 0 h 8"/>
                  <a:gd name="T8" fmla="*/ 11 w 11"/>
                  <a:gd name="T9" fmla="*/ 0 h 8"/>
                  <a:gd name="T10" fmla="*/ 11 w 11"/>
                  <a:gd name="T11" fmla="*/ 1 h 8"/>
                  <a:gd name="T12" fmla="*/ 1 w 11"/>
                  <a:gd name="T13" fmla="*/ 8 h 8"/>
                  <a:gd name="T14" fmla="*/ 1 w 11"/>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1" y="8"/>
                    </a:moveTo>
                    <a:cubicBezTo>
                      <a:pt x="1" y="8"/>
                      <a:pt x="1" y="8"/>
                      <a:pt x="0" y="8"/>
                    </a:cubicBezTo>
                    <a:cubicBezTo>
                      <a:pt x="0" y="7"/>
                      <a:pt x="0" y="7"/>
                      <a:pt x="1" y="7"/>
                    </a:cubicBezTo>
                    <a:cubicBezTo>
                      <a:pt x="6" y="5"/>
                      <a:pt x="9" y="2"/>
                      <a:pt x="11" y="0"/>
                    </a:cubicBezTo>
                    <a:cubicBezTo>
                      <a:pt x="11" y="0"/>
                      <a:pt x="11" y="0"/>
                      <a:pt x="11" y="0"/>
                    </a:cubicBezTo>
                    <a:cubicBezTo>
                      <a:pt x="11" y="0"/>
                      <a:pt x="11" y="0"/>
                      <a:pt x="11" y="1"/>
                    </a:cubicBezTo>
                    <a:cubicBezTo>
                      <a:pt x="10" y="3"/>
                      <a:pt x="6" y="6"/>
                      <a:pt x="1" y="8"/>
                    </a:cubicBezTo>
                    <a:cubicBezTo>
                      <a:pt x="1"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7" name="Freeform 515"/>
              <p:cNvSpPr>
                <a:spLocks/>
              </p:cNvSpPr>
              <p:nvPr/>
            </p:nvSpPr>
            <p:spPr bwMode="auto">
              <a:xfrm>
                <a:off x="3782" y="2110"/>
                <a:ext cx="71" cy="90"/>
              </a:xfrm>
              <a:custGeom>
                <a:avLst/>
                <a:gdLst>
                  <a:gd name="T0" fmla="*/ 23 w 28"/>
                  <a:gd name="T1" fmla="*/ 36 h 36"/>
                  <a:gd name="T2" fmla="*/ 8 w 28"/>
                  <a:gd name="T3" fmla="*/ 31 h 36"/>
                  <a:gd name="T4" fmla="*/ 6 w 28"/>
                  <a:gd name="T5" fmla="*/ 9 h 36"/>
                  <a:gd name="T6" fmla="*/ 23 w 28"/>
                  <a:gd name="T7" fmla="*/ 0 h 36"/>
                  <a:gd name="T8" fmla="*/ 23 w 28"/>
                  <a:gd name="T9" fmla="*/ 1 h 36"/>
                  <a:gd name="T10" fmla="*/ 23 w 28"/>
                  <a:gd name="T11" fmla="*/ 1 h 36"/>
                  <a:gd name="T12" fmla="*/ 6 w 28"/>
                  <a:gd name="T13" fmla="*/ 10 h 36"/>
                  <a:gd name="T14" fmla="*/ 9 w 28"/>
                  <a:gd name="T15" fmla="*/ 30 h 36"/>
                  <a:gd name="T16" fmla="*/ 28 w 28"/>
                  <a:gd name="T17" fmla="*/ 35 h 36"/>
                  <a:gd name="T18" fmla="*/ 28 w 28"/>
                  <a:gd name="T19" fmla="*/ 35 h 36"/>
                  <a:gd name="T20" fmla="*/ 28 w 28"/>
                  <a:gd name="T21" fmla="*/ 36 h 36"/>
                  <a:gd name="T22" fmla="*/ 23 w 28"/>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6">
                    <a:moveTo>
                      <a:pt x="23" y="36"/>
                    </a:moveTo>
                    <a:cubicBezTo>
                      <a:pt x="19" y="36"/>
                      <a:pt x="13" y="35"/>
                      <a:pt x="8" y="31"/>
                    </a:cubicBezTo>
                    <a:cubicBezTo>
                      <a:pt x="3" y="27"/>
                      <a:pt x="0" y="17"/>
                      <a:pt x="6" y="9"/>
                    </a:cubicBezTo>
                    <a:cubicBezTo>
                      <a:pt x="9" y="4"/>
                      <a:pt x="15" y="1"/>
                      <a:pt x="23" y="0"/>
                    </a:cubicBezTo>
                    <a:cubicBezTo>
                      <a:pt x="23" y="0"/>
                      <a:pt x="23" y="0"/>
                      <a:pt x="23" y="1"/>
                    </a:cubicBezTo>
                    <a:cubicBezTo>
                      <a:pt x="23" y="1"/>
                      <a:pt x="23" y="1"/>
                      <a:pt x="23" y="1"/>
                    </a:cubicBezTo>
                    <a:cubicBezTo>
                      <a:pt x="16" y="2"/>
                      <a:pt x="10" y="5"/>
                      <a:pt x="6" y="10"/>
                    </a:cubicBezTo>
                    <a:cubicBezTo>
                      <a:pt x="1" y="17"/>
                      <a:pt x="4" y="26"/>
                      <a:pt x="9" y="30"/>
                    </a:cubicBezTo>
                    <a:cubicBezTo>
                      <a:pt x="16" y="36"/>
                      <a:pt x="23" y="36"/>
                      <a:pt x="28" y="35"/>
                    </a:cubicBezTo>
                    <a:cubicBezTo>
                      <a:pt x="28" y="35"/>
                      <a:pt x="28" y="35"/>
                      <a:pt x="28" y="35"/>
                    </a:cubicBezTo>
                    <a:cubicBezTo>
                      <a:pt x="28" y="35"/>
                      <a:pt x="28" y="36"/>
                      <a:pt x="28" y="36"/>
                    </a:cubicBezTo>
                    <a:cubicBezTo>
                      <a:pt x="27" y="36"/>
                      <a:pt x="25" y="36"/>
                      <a:pt x="2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8" name="Freeform 516"/>
              <p:cNvSpPr>
                <a:spLocks/>
              </p:cNvSpPr>
              <p:nvPr/>
            </p:nvSpPr>
            <p:spPr bwMode="auto">
              <a:xfrm>
                <a:off x="3858" y="2188"/>
                <a:ext cx="27" cy="22"/>
              </a:xfrm>
              <a:custGeom>
                <a:avLst/>
                <a:gdLst>
                  <a:gd name="T0" fmla="*/ 0 w 11"/>
                  <a:gd name="T1" fmla="*/ 9 h 9"/>
                  <a:gd name="T2" fmla="*/ 0 w 11"/>
                  <a:gd name="T3" fmla="*/ 9 h 9"/>
                  <a:gd name="T4" fmla="*/ 0 w 11"/>
                  <a:gd name="T5" fmla="*/ 8 h 9"/>
                  <a:gd name="T6" fmla="*/ 10 w 11"/>
                  <a:gd name="T7" fmla="*/ 1 h 9"/>
                  <a:gd name="T8" fmla="*/ 10 w 11"/>
                  <a:gd name="T9" fmla="*/ 0 h 9"/>
                  <a:gd name="T10" fmla="*/ 11 w 11"/>
                  <a:gd name="T11" fmla="*/ 1 h 9"/>
                  <a:gd name="T12" fmla="*/ 1 w 11"/>
                  <a:gd name="T13" fmla="*/ 9 h 9"/>
                  <a:gd name="T14" fmla="*/ 0 w 11"/>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9"/>
                    </a:moveTo>
                    <a:cubicBezTo>
                      <a:pt x="0" y="9"/>
                      <a:pt x="0" y="9"/>
                      <a:pt x="0" y="9"/>
                    </a:cubicBezTo>
                    <a:cubicBezTo>
                      <a:pt x="0" y="9"/>
                      <a:pt x="0" y="8"/>
                      <a:pt x="0" y="8"/>
                    </a:cubicBezTo>
                    <a:cubicBezTo>
                      <a:pt x="5" y="7"/>
                      <a:pt x="8" y="4"/>
                      <a:pt x="10" y="1"/>
                    </a:cubicBezTo>
                    <a:cubicBezTo>
                      <a:pt x="10" y="0"/>
                      <a:pt x="10" y="0"/>
                      <a:pt x="10" y="0"/>
                    </a:cubicBezTo>
                    <a:cubicBezTo>
                      <a:pt x="11" y="0"/>
                      <a:pt x="11" y="1"/>
                      <a:pt x="11" y="1"/>
                    </a:cubicBezTo>
                    <a:cubicBezTo>
                      <a:pt x="9" y="4"/>
                      <a:pt x="5" y="7"/>
                      <a:pt x="1"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59" name="Freeform 517"/>
              <p:cNvSpPr>
                <a:spLocks/>
              </p:cNvSpPr>
              <p:nvPr/>
            </p:nvSpPr>
            <p:spPr bwMode="auto">
              <a:xfrm>
                <a:off x="3785" y="2155"/>
                <a:ext cx="70" cy="58"/>
              </a:xfrm>
              <a:custGeom>
                <a:avLst/>
                <a:gdLst>
                  <a:gd name="T0" fmla="*/ 21 w 28"/>
                  <a:gd name="T1" fmla="*/ 23 h 23"/>
                  <a:gd name="T2" fmla="*/ 7 w 28"/>
                  <a:gd name="T3" fmla="*/ 17 h 23"/>
                  <a:gd name="T4" fmla="*/ 2 w 28"/>
                  <a:gd name="T5" fmla="*/ 0 h 23"/>
                  <a:gd name="T6" fmla="*/ 2 w 28"/>
                  <a:gd name="T7" fmla="*/ 0 h 23"/>
                  <a:gd name="T8" fmla="*/ 3 w 28"/>
                  <a:gd name="T9" fmla="*/ 1 h 23"/>
                  <a:gd name="T10" fmla="*/ 7 w 28"/>
                  <a:gd name="T11" fmla="*/ 17 h 23"/>
                  <a:gd name="T12" fmla="*/ 27 w 28"/>
                  <a:gd name="T13" fmla="*/ 22 h 23"/>
                  <a:gd name="T14" fmla="*/ 27 w 28"/>
                  <a:gd name="T15" fmla="*/ 22 h 23"/>
                  <a:gd name="T16" fmla="*/ 27 w 28"/>
                  <a:gd name="T17" fmla="*/ 23 h 23"/>
                  <a:gd name="T18" fmla="*/ 21 w 28"/>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1" y="23"/>
                    </a:moveTo>
                    <a:cubicBezTo>
                      <a:pt x="15" y="23"/>
                      <a:pt x="11" y="21"/>
                      <a:pt x="7" y="17"/>
                    </a:cubicBezTo>
                    <a:cubicBezTo>
                      <a:pt x="2" y="13"/>
                      <a:pt x="0" y="6"/>
                      <a:pt x="2" y="0"/>
                    </a:cubicBezTo>
                    <a:cubicBezTo>
                      <a:pt x="2" y="0"/>
                      <a:pt x="2" y="0"/>
                      <a:pt x="2" y="0"/>
                    </a:cubicBezTo>
                    <a:cubicBezTo>
                      <a:pt x="3" y="0"/>
                      <a:pt x="3" y="0"/>
                      <a:pt x="3" y="1"/>
                    </a:cubicBezTo>
                    <a:cubicBezTo>
                      <a:pt x="1" y="6"/>
                      <a:pt x="3" y="12"/>
                      <a:pt x="7" y="17"/>
                    </a:cubicBezTo>
                    <a:cubicBezTo>
                      <a:pt x="12" y="22"/>
                      <a:pt x="19" y="23"/>
                      <a:pt x="27" y="22"/>
                    </a:cubicBezTo>
                    <a:cubicBezTo>
                      <a:pt x="27" y="22"/>
                      <a:pt x="27" y="22"/>
                      <a:pt x="27" y="22"/>
                    </a:cubicBezTo>
                    <a:cubicBezTo>
                      <a:pt x="28" y="22"/>
                      <a:pt x="27" y="23"/>
                      <a:pt x="27" y="23"/>
                    </a:cubicBezTo>
                    <a:cubicBezTo>
                      <a:pt x="25" y="23"/>
                      <a:pt x="23" y="23"/>
                      <a:pt x="2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0" name="Freeform 518"/>
              <p:cNvSpPr>
                <a:spLocks/>
              </p:cNvSpPr>
              <p:nvPr/>
            </p:nvSpPr>
            <p:spPr bwMode="auto">
              <a:xfrm>
                <a:off x="3842" y="2140"/>
                <a:ext cx="48" cy="17"/>
              </a:xfrm>
              <a:custGeom>
                <a:avLst/>
                <a:gdLst>
                  <a:gd name="T0" fmla="*/ 0 w 19"/>
                  <a:gd name="T1" fmla="*/ 7 h 7"/>
                  <a:gd name="T2" fmla="*/ 0 w 19"/>
                  <a:gd name="T3" fmla="*/ 7 h 7"/>
                  <a:gd name="T4" fmla="*/ 0 w 19"/>
                  <a:gd name="T5" fmla="*/ 7 h 7"/>
                  <a:gd name="T6" fmla="*/ 0 w 19"/>
                  <a:gd name="T7" fmla="*/ 7 h 7"/>
                  <a:gd name="T8" fmla="*/ 8 w 19"/>
                  <a:gd name="T9" fmla="*/ 4 h 7"/>
                  <a:gd name="T10" fmla="*/ 18 w 19"/>
                  <a:gd name="T11" fmla="*/ 0 h 7"/>
                  <a:gd name="T12" fmla="*/ 19 w 19"/>
                  <a:gd name="T13" fmla="*/ 1 h 7"/>
                  <a:gd name="T14" fmla="*/ 19 w 19"/>
                  <a:gd name="T15" fmla="*/ 1 h 7"/>
                  <a:gd name="T16" fmla="*/ 8 w 19"/>
                  <a:gd name="T17" fmla="*/ 5 h 7"/>
                  <a:gd name="T18" fmla="*/ 0 w 19"/>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
                    <a:moveTo>
                      <a:pt x="0" y="7"/>
                    </a:moveTo>
                    <a:cubicBezTo>
                      <a:pt x="0" y="7"/>
                      <a:pt x="0" y="7"/>
                      <a:pt x="0" y="7"/>
                    </a:cubicBezTo>
                    <a:cubicBezTo>
                      <a:pt x="0" y="7"/>
                      <a:pt x="0" y="7"/>
                      <a:pt x="0" y="7"/>
                    </a:cubicBezTo>
                    <a:cubicBezTo>
                      <a:pt x="0" y="7"/>
                      <a:pt x="0" y="7"/>
                      <a:pt x="0" y="7"/>
                    </a:cubicBezTo>
                    <a:cubicBezTo>
                      <a:pt x="1" y="7"/>
                      <a:pt x="5" y="5"/>
                      <a:pt x="8" y="4"/>
                    </a:cubicBezTo>
                    <a:cubicBezTo>
                      <a:pt x="11" y="3"/>
                      <a:pt x="16" y="1"/>
                      <a:pt x="18" y="0"/>
                    </a:cubicBezTo>
                    <a:cubicBezTo>
                      <a:pt x="19" y="0"/>
                      <a:pt x="19" y="1"/>
                      <a:pt x="19" y="1"/>
                    </a:cubicBezTo>
                    <a:cubicBezTo>
                      <a:pt x="19" y="1"/>
                      <a:pt x="19" y="1"/>
                      <a:pt x="19" y="1"/>
                    </a:cubicBezTo>
                    <a:cubicBezTo>
                      <a:pt x="16" y="2"/>
                      <a:pt x="12" y="4"/>
                      <a:pt x="8" y="5"/>
                    </a:cubicBezTo>
                    <a:cubicBezTo>
                      <a:pt x="4" y="7"/>
                      <a:pt x="1"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1" name="Freeform 519"/>
              <p:cNvSpPr>
                <a:spLocks/>
              </p:cNvSpPr>
              <p:nvPr/>
            </p:nvSpPr>
            <p:spPr bwMode="auto">
              <a:xfrm>
                <a:off x="3840" y="2107"/>
                <a:ext cx="8" cy="45"/>
              </a:xfrm>
              <a:custGeom>
                <a:avLst/>
                <a:gdLst>
                  <a:gd name="T0" fmla="*/ 1 w 3"/>
                  <a:gd name="T1" fmla="*/ 18 h 18"/>
                  <a:gd name="T2" fmla="*/ 0 w 3"/>
                  <a:gd name="T3" fmla="*/ 18 h 18"/>
                  <a:gd name="T4" fmla="*/ 2 w 3"/>
                  <a:gd name="T5" fmla="*/ 6 h 18"/>
                  <a:gd name="T6" fmla="*/ 3 w 3"/>
                  <a:gd name="T7" fmla="*/ 0 h 18"/>
                  <a:gd name="T8" fmla="*/ 3 w 3"/>
                  <a:gd name="T9" fmla="*/ 0 h 18"/>
                  <a:gd name="T10" fmla="*/ 3 w 3"/>
                  <a:gd name="T11" fmla="*/ 0 h 18"/>
                  <a:gd name="T12" fmla="*/ 3 w 3"/>
                  <a:gd name="T13" fmla="*/ 6 h 18"/>
                  <a:gd name="T14" fmla="*/ 1 w 3"/>
                  <a:gd name="T15" fmla="*/ 18 h 18"/>
                  <a:gd name="T16" fmla="*/ 1 w 3"/>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8">
                    <a:moveTo>
                      <a:pt x="1" y="18"/>
                    </a:moveTo>
                    <a:cubicBezTo>
                      <a:pt x="1" y="18"/>
                      <a:pt x="0" y="18"/>
                      <a:pt x="0" y="18"/>
                    </a:cubicBezTo>
                    <a:cubicBezTo>
                      <a:pt x="1" y="13"/>
                      <a:pt x="1" y="10"/>
                      <a:pt x="2" y="6"/>
                    </a:cubicBezTo>
                    <a:cubicBezTo>
                      <a:pt x="2" y="4"/>
                      <a:pt x="2" y="3"/>
                      <a:pt x="3" y="0"/>
                    </a:cubicBezTo>
                    <a:cubicBezTo>
                      <a:pt x="3" y="0"/>
                      <a:pt x="3" y="0"/>
                      <a:pt x="3" y="0"/>
                    </a:cubicBezTo>
                    <a:cubicBezTo>
                      <a:pt x="3" y="0"/>
                      <a:pt x="3" y="0"/>
                      <a:pt x="3" y="0"/>
                    </a:cubicBezTo>
                    <a:cubicBezTo>
                      <a:pt x="3" y="3"/>
                      <a:pt x="3" y="5"/>
                      <a:pt x="3" y="6"/>
                    </a:cubicBezTo>
                    <a:cubicBezTo>
                      <a:pt x="2" y="10"/>
                      <a:pt x="2" y="14"/>
                      <a:pt x="1" y="18"/>
                    </a:cubicBezTo>
                    <a:cubicBezTo>
                      <a:pt x="1"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2" name="Freeform 520"/>
              <p:cNvSpPr>
                <a:spLocks/>
              </p:cNvSpPr>
              <p:nvPr/>
            </p:nvSpPr>
            <p:spPr bwMode="auto">
              <a:xfrm>
                <a:off x="3837" y="2157"/>
                <a:ext cx="48" cy="23"/>
              </a:xfrm>
              <a:custGeom>
                <a:avLst/>
                <a:gdLst>
                  <a:gd name="T0" fmla="*/ 19 w 19"/>
                  <a:gd name="T1" fmla="*/ 9 h 9"/>
                  <a:gd name="T2" fmla="*/ 19 w 19"/>
                  <a:gd name="T3" fmla="*/ 9 h 9"/>
                  <a:gd name="T4" fmla="*/ 16 w 19"/>
                  <a:gd name="T5" fmla="*/ 7 h 9"/>
                  <a:gd name="T6" fmla="*/ 1 w 19"/>
                  <a:gd name="T7" fmla="*/ 1 h 9"/>
                  <a:gd name="T8" fmla="*/ 0 w 19"/>
                  <a:gd name="T9" fmla="*/ 0 h 9"/>
                  <a:gd name="T10" fmla="*/ 1 w 19"/>
                  <a:gd name="T11" fmla="*/ 0 h 9"/>
                  <a:gd name="T12" fmla="*/ 16 w 19"/>
                  <a:gd name="T13" fmla="*/ 7 h 9"/>
                  <a:gd name="T14" fmla="*/ 19 w 19"/>
                  <a:gd name="T15" fmla="*/ 8 h 9"/>
                  <a:gd name="T16" fmla="*/ 19 w 19"/>
                  <a:gd name="T17" fmla="*/ 8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cubicBezTo>
                      <a:pt x="19" y="9"/>
                      <a:pt x="19" y="9"/>
                      <a:pt x="19" y="9"/>
                    </a:cubicBezTo>
                    <a:cubicBezTo>
                      <a:pt x="18" y="9"/>
                      <a:pt x="17" y="8"/>
                      <a:pt x="16" y="7"/>
                    </a:cubicBezTo>
                    <a:cubicBezTo>
                      <a:pt x="11" y="5"/>
                      <a:pt x="2" y="2"/>
                      <a:pt x="1" y="1"/>
                    </a:cubicBezTo>
                    <a:cubicBezTo>
                      <a:pt x="0" y="1"/>
                      <a:pt x="0" y="0"/>
                      <a:pt x="0" y="0"/>
                    </a:cubicBezTo>
                    <a:cubicBezTo>
                      <a:pt x="0" y="0"/>
                      <a:pt x="1" y="0"/>
                      <a:pt x="1" y="0"/>
                    </a:cubicBezTo>
                    <a:cubicBezTo>
                      <a:pt x="3" y="1"/>
                      <a:pt x="11" y="5"/>
                      <a:pt x="16" y="7"/>
                    </a:cubicBezTo>
                    <a:cubicBezTo>
                      <a:pt x="17" y="7"/>
                      <a:pt x="19" y="8"/>
                      <a:pt x="19" y="8"/>
                    </a:cubicBezTo>
                    <a:cubicBezTo>
                      <a:pt x="19" y="8"/>
                      <a:pt x="19" y="8"/>
                      <a:pt x="19" y="8"/>
                    </a:cubicBezTo>
                    <a:cubicBezTo>
                      <a:pt x="19" y="9"/>
                      <a:pt x="19" y="9"/>
                      <a:pt x="1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3" name="Freeform 521"/>
              <p:cNvSpPr>
                <a:spLocks/>
              </p:cNvSpPr>
              <p:nvPr/>
            </p:nvSpPr>
            <p:spPr bwMode="auto">
              <a:xfrm>
                <a:off x="3837" y="2157"/>
                <a:ext cx="18" cy="43"/>
              </a:xfrm>
              <a:custGeom>
                <a:avLst/>
                <a:gdLst>
                  <a:gd name="T0" fmla="*/ 6 w 7"/>
                  <a:gd name="T1" fmla="*/ 17 h 17"/>
                  <a:gd name="T2" fmla="*/ 6 w 7"/>
                  <a:gd name="T3" fmla="*/ 16 h 17"/>
                  <a:gd name="T4" fmla="*/ 0 w 7"/>
                  <a:gd name="T5" fmla="*/ 1 h 17"/>
                  <a:gd name="T6" fmla="*/ 0 w 7"/>
                  <a:gd name="T7" fmla="*/ 0 h 17"/>
                  <a:gd name="T8" fmla="*/ 1 w 7"/>
                  <a:gd name="T9" fmla="*/ 0 h 17"/>
                  <a:gd name="T10" fmla="*/ 6 w 7"/>
                  <a:gd name="T11" fmla="*/ 16 h 17"/>
                  <a:gd name="T12" fmla="*/ 6 w 7"/>
                  <a:gd name="T13" fmla="*/ 16 h 17"/>
                  <a:gd name="T14" fmla="*/ 6 w 7"/>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7">
                    <a:moveTo>
                      <a:pt x="6" y="17"/>
                    </a:moveTo>
                    <a:cubicBezTo>
                      <a:pt x="6" y="17"/>
                      <a:pt x="6" y="16"/>
                      <a:pt x="6" y="16"/>
                    </a:cubicBezTo>
                    <a:cubicBezTo>
                      <a:pt x="4" y="13"/>
                      <a:pt x="1" y="2"/>
                      <a:pt x="0" y="1"/>
                    </a:cubicBezTo>
                    <a:cubicBezTo>
                      <a:pt x="0" y="0"/>
                      <a:pt x="0" y="0"/>
                      <a:pt x="0" y="0"/>
                    </a:cubicBezTo>
                    <a:cubicBezTo>
                      <a:pt x="1" y="0"/>
                      <a:pt x="1" y="0"/>
                      <a:pt x="1" y="0"/>
                    </a:cubicBezTo>
                    <a:cubicBezTo>
                      <a:pt x="1" y="2"/>
                      <a:pt x="5" y="12"/>
                      <a:pt x="6" y="16"/>
                    </a:cubicBezTo>
                    <a:cubicBezTo>
                      <a:pt x="7" y="16"/>
                      <a:pt x="6" y="16"/>
                      <a:pt x="6" y="16"/>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4" name="Freeform 522"/>
              <p:cNvSpPr>
                <a:spLocks/>
              </p:cNvSpPr>
              <p:nvPr/>
            </p:nvSpPr>
            <p:spPr bwMode="auto">
              <a:xfrm>
                <a:off x="3837" y="2110"/>
                <a:ext cx="3" cy="50"/>
              </a:xfrm>
              <a:custGeom>
                <a:avLst/>
                <a:gdLst>
                  <a:gd name="T0" fmla="*/ 1 w 1"/>
                  <a:gd name="T1" fmla="*/ 20 h 20"/>
                  <a:gd name="T2" fmla="*/ 0 w 1"/>
                  <a:gd name="T3" fmla="*/ 19 h 20"/>
                  <a:gd name="T4" fmla="*/ 0 w 1"/>
                  <a:gd name="T5" fmla="*/ 1 h 20"/>
                  <a:gd name="T6" fmla="*/ 1 w 1"/>
                  <a:gd name="T7" fmla="*/ 0 h 20"/>
                  <a:gd name="T8" fmla="*/ 1 w 1"/>
                  <a:gd name="T9" fmla="*/ 1 h 20"/>
                  <a:gd name="T10" fmla="*/ 1 w 1"/>
                  <a:gd name="T11" fmla="*/ 19 h 20"/>
                  <a:gd name="T12" fmla="*/ 1 w 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20"/>
                    </a:moveTo>
                    <a:cubicBezTo>
                      <a:pt x="0" y="20"/>
                      <a:pt x="0" y="19"/>
                      <a:pt x="0" y="19"/>
                    </a:cubicBezTo>
                    <a:cubicBezTo>
                      <a:pt x="0" y="17"/>
                      <a:pt x="0" y="2"/>
                      <a:pt x="0" y="1"/>
                    </a:cubicBezTo>
                    <a:cubicBezTo>
                      <a:pt x="0" y="0"/>
                      <a:pt x="1" y="0"/>
                      <a:pt x="1" y="0"/>
                    </a:cubicBezTo>
                    <a:cubicBezTo>
                      <a:pt x="1" y="0"/>
                      <a:pt x="1" y="0"/>
                      <a:pt x="1" y="1"/>
                    </a:cubicBezTo>
                    <a:cubicBezTo>
                      <a:pt x="1" y="2"/>
                      <a:pt x="1" y="17"/>
                      <a:pt x="1" y="19"/>
                    </a:cubicBezTo>
                    <a:cubicBezTo>
                      <a:pt x="1" y="19"/>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5" name="Freeform 523"/>
              <p:cNvSpPr>
                <a:spLocks/>
              </p:cNvSpPr>
              <p:nvPr/>
            </p:nvSpPr>
            <p:spPr bwMode="auto">
              <a:xfrm>
                <a:off x="3840" y="2127"/>
                <a:ext cx="48" cy="30"/>
              </a:xfrm>
              <a:custGeom>
                <a:avLst/>
                <a:gdLst>
                  <a:gd name="T0" fmla="*/ 4 w 19"/>
                  <a:gd name="T1" fmla="*/ 12 h 12"/>
                  <a:gd name="T2" fmla="*/ 4 w 19"/>
                  <a:gd name="T3" fmla="*/ 11 h 12"/>
                  <a:gd name="T4" fmla="*/ 4 w 19"/>
                  <a:gd name="T5" fmla="*/ 11 h 12"/>
                  <a:gd name="T6" fmla="*/ 15 w 19"/>
                  <a:gd name="T7" fmla="*/ 6 h 12"/>
                  <a:gd name="T8" fmla="*/ 17 w 19"/>
                  <a:gd name="T9" fmla="*/ 4 h 12"/>
                  <a:gd name="T10" fmla="*/ 18 w 19"/>
                  <a:gd name="T11" fmla="*/ 1 h 12"/>
                  <a:gd name="T12" fmla="*/ 18 w 19"/>
                  <a:gd name="T13" fmla="*/ 1 h 12"/>
                  <a:gd name="T14" fmla="*/ 3 w 19"/>
                  <a:gd name="T15" fmla="*/ 9 h 12"/>
                  <a:gd name="T16" fmla="*/ 1 w 19"/>
                  <a:gd name="T17" fmla="*/ 10 h 12"/>
                  <a:gd name="T18" fmla="*/ 1 w 19"/>
                  <a:gd name="T19" fmla="*/ 10 h 12"/>
                  <a:gd name="T20" fmla="*/ 1 w 19"/>
                  <a:gd name="T21" fmla="*/ 10 h 12"/>
                  <a:gd name="T22" fmla="*/ 3 w 19"/>
                  <a:gd name="T23" fmla="*/ 8 h 12"/>
                  <a:gd name="T24" fmla="*/ 19 w 19"/>
                  <a:gd name="T25" fmla="*/ 0 h 12"/>
                  <a:gd name="T26" fmla="*/ 19 w 19"/>
                  <a:gd name="T27" fmla="*/ 0 h 12"/>
                  <a:gd name="T28" fmla="*/ 19 w 19"/>
                  <a:gd name="T29" fmla="*/ 0 h 12"/>
                  <a:gd name="T30" fmla="*/ 19 w 19"/>
                  <a:gd name="T31" fmla="*/ 2 h 12"/>
                  <a:gd name="T32" fmla="*/ 18 w 19"/>
                  <a:gd name="T33" fmla="*/ 5 h 12"/>
                  <a:gd name="T34" fmla="*/ 18 w 19"/>
                  <a:gd name="T35" fmla="*/ 5 h 12"/>
                  <a:gd name="T36" fmla="*/ 16 w 19"/>
                  <a:gd name="T37" fmla="*/ 6 h 12"/>
                  <a:gd name="T38" fmla="*/ 4 w 19"/>
                  <a:gd name="T39" fmla="*/ 11 h 12"/>
                  <a:gd name="T40" fmla="*/ 4 w 19"/>
                  <a:gd name="T4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2">
                    <a:moveTo>
                      <a:pt x="4" y="12"/>
                    </a:moveTo>
                    <a:cubicBezTo>
                      <a:pt x="4" y="12"/>
                      <a:pt x="4" y="11"/>
                      <a:pt x="4" y="11"/>
                    </a:cubicBezTo>
                    <a:cubicBezTo>
                      <a:pt x="4" y="11"/>
                      <a:pt x="4" y="11"/>
                      <a:pt x="4" y="11"/>
                    </a:cubicBezTo>
                    <a:cubicBezTo>
                      <a:pt x="7" y="9"/>
                      <a:pt x="12" y="7"/>
                      <a:pt x="15" y="6"/>
                    </a:cubicBezTo>
                    <a:cubicBezTo>
                      <a:pt x="17" y="4"/>
                      <a:pt x="17" y="4"/>
                      <a:pt x="17" y="4"/>
                    </a:cubicBezTo>
                    <a:cubicBezTo>
                      <a:pt x="18" y="3"/>
                      <a:pt x="18" y="2"/>
                      <a:pt x="18" y="1"/>
                    </a:cubicBezTo>
                    <a:cubicBezTo>
                      <a:pt x="18" y="1"/>
                      <a:pt x="18" y="1"/>
                      <a:pt x="18" y="1"/>
                    </a:cubicBezTo>
                    <a:cubicBezTo>
                      <a:pt x="14" y="3"/>
                      <a:pt x="7" y="7"/>
                      <a:pt x="3" y="9"/>
                    </a:cubicBezTo>
                    <a:cubicBezTo>
                      <a:pt x="1" y="11"/>
                      <a:pt x="1" y="11"/>
                      <a:pt x="1" y="10"/>
                    </a:cubicBezTo>
                    <a:cubicBezTo>
                      <a:pt x="1" y="10"/>
                      <a:pt x="0" y="10"/>
                      <a:pt x="1" y="10"/>
                    </a:cubicBezTo>
                    <a:cubicBezTo>
                      <a:pt x="1" y="10"/>
                      <a:pt x="1" y="10"/>
                      <a:pt x="1" y="10"/>
                    </a:cubicBezTo>
                    <a:cubicBezTo>
                      <a:pt x="1" y="9"/>
                      <a:pt x="2" y="9"/>
                      <a:pt x="3" y="8"/>
                    </a:cubicBezTo>
                    <a:cubicBezTo>
                      <a:pt x="7" y="6"/>
                      <a:pt x="14" y="2"/>
                      <a:pt x="19" y="0"/>
                    </a:cubicBezTo>
                    <a:cubicBezTo>
                      <a:pt x="19" y="0"/>
                      <a:pt x="19" y="0"/>
                      <a:pt x="19" y="0"/>
                    </a:cubicBezTo>
                    <a:cubicBezTo>
                      <a:pt x="19" y="0"/>
                      <a:pt x="19" y="0"/>
                      <a:pt x="19" y="0"/>
                    </a:cubicBezTo>
                    <a:cubicBezTo>
                      <a:pt x="19" y="1"/>
                      <a:pt x="19" y="1"/>
                      <a:pt x="19" y="2"/>
                    </a:cubicBezTo>
                    <a:cubicBezTo>
                      <a:pt x="19" y="3"/>
                      <a:pt x="19" y="4"/>
                      <a:pt x="18" y="5"/>
                    </a:cubicBezTo>
                    <a:cubicBezTo>
                      <a:pt x="18" y="5"/>
                      <a:pt x="18" y="5"/>
                      <a:pt x="18" y="5"/>
                    </a:cubicBezTo>
                    <a:cubicBezTo>
                      <a:pt x="16" y="6"/>
                      <a:pt x="16" y="6"/>
                      <a:pt x="16" y="6"/>
                    </a:cubicBezTo>
                    <a:cubicBezTo>
                      <a:pt x="12" y="8"/>
                      <a:pt x="8" y="10"/>
                      <a:pt x="4" y="11"/>
                    </a:cubicBezTo>
                    <a:cubicBezTo>
                      <a:pt x="4" y="11"/>
                      <a:pt x="4" y="12"/>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6" name="Freeform 524"/>
              <p:cNvSpPr>
                <a:spLocks/>
              </p:cNvSpPr>
              <p:nvPr/>
            </p:nvSpPr>
            <p:spPr bwMode="auto">
              <a:xfrm>
                <a:off x="3850" y="2198"/>
                <a:ext cx="5" cy="12"/>
              </a:xfrm>
              <a:custGeom>
                <a:avLst/>
                <a:gdLst>
                  <a:gd name="T0" fmla="*/ 1 w 2"/>
                  <a:gd name="T1" fmla="*/ 5 h 5"/>
                  <a:gd name="T2" fmla="*/ 1 w 2"/>
                  <a:gd name="T3" fmla="*/ 5 h 5"/>
                  <a:gd name="T4" fmla="*/ 0 w 2"/>
                  <a:gd name="T5" fmla="*/ 5 h 5"/>
                  <a:gd name="T6" fmla="*/ 1 w 2"/>
                  <a:gd name="T7" fmla="*/ 0 h 5"/>
                  <a:gd name="T8" fmla="*/ 1 w 2"/>
                  <a:gd name="T9" fmla="*/ 0 h 5"/>
                  <a:gd name="T10" fmla="*/ 2 w 2"/>
                  <a:gd name="T11" fmla="*/ 0 h 5"/>
                  <a:gd name="T12" fmla="*/ 1 w 2"/>
                  <a:gd name="T13" fmla="*/ 5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5"/>
                      <a:pt x="1" y="5"/>
                      <a:pt x="1" y="5"/>
                    </a:cubicBezTo>
                    <a:cubicBezTo>
                      <a:pt x="1" y="5"/>
                      <a:pt x="0" y="5"/>
                      <a:pt x="0" y="5"/>
                    </a:cubicBezTo>
                    <a:cubicBezTo>
                      <a:pt x="1" y="3"/>
                      <a:pt x="1" y="2"/>
                      <a:pt x="1" y="0"/>
                    </a:cubicBezTo>
                    <a:cubicBezTo>
                      <a:pt x="1" y="0"/>
                      <a:pt x="1" y="0"/>
                      <a:pt x="1" y="0"/>
                    </a:cubicBezTo>
                    <a:cubicBezTo>
                      <a:pt x="1" y="0"/>
                      <a:pt x="2" y="0"/>
                      <a:pt x="2" y="0"/>
                    </a:cubicBezTo>
                    <a:cubicBezTo>
                      <a:pt x="2" y="2"/>
                      <a:pt x="2" y="3"/>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7" name="Freeform 525"/>
              <p:cNvSpPr>
                <a:spLocks/>
              </p:cNvSpPr>
              <p:nvPr/>
            </p:nvSpPr>
            <p:spPr bwMode="auto">
              <a:xfrm>
                <a:off x="3840" y="2157"/>
                <a:ext cx="20" cy="53"/>
              </a:xfrm>
              <a:custGeom>
                <a:avLst/>
                <a:gdLst>
                  <a:gd name="T0" fmla="*/ 7 w 8"/>
                  <a:gd name="T1" fmla="*/ 21 h 21"/>
                  <a:gd name="T2" fmla="*/ 7 w 8"/>
                  <a:gd name="T3" fmla="*/ 21 h 21"/>
                  <a:gd name="T4" fmla="*/ 6 w 8"/>
                  <a:gd name="T5" fmla="*/ 20 h 21"/>
                  <a:gd name="T6" fmla="*/ 5 w 8"/>
                  <a:gd name="T7" fmla="*/ 18 h 21"/>
                  <a:gd name="T8" fmla="*/ 5 w 8"/>
                  <a:gd name="T9" fmla="*/ 18 h 21"/>
                  <a:gd name="T10" fmla="*/ 6 w 8"/>
                  <a:gd name="T11" fmla="*/ 18 h 21"/>
                  <a:gd name="T12" fmla="*/ 7 w 8"/>
                  <a:gd name="T13" fmla="*/ 19 h 21"/>
                  <a:gd name="T14" fmla="*/ 7 w 8"/>
                  <a:gd name="T15" fmla="*/ 20 h 21"/>
                  <a:gd name="T16" fmla="*/ 7 w 8"/>
                  <a:gd name="T17" fmla="*/ 18 h 21"/>
                  <a:gd name="T18" fmla="*/ 7 w 8"/>
                  <a:gd name="T19" fmla="*/ 15 h 21"/>
                  <a:gd name="T20" fmla="*/ 4 w 8"/>
                  <a:gd name="T21" fmla="*/ 9 h 21"/>
                  <a:gd name="T22" fmla="*/ 0 w 8"/>
                  <a:gd name="T23" fmla="*/ 1 h 21"/>
                  <a:gd name="T24" fmla="*/ 0 w 8"/>
                  <a:gd name="T25" fmla="*/ 0 h 21"/>
                  <a:gd name="T26" fmla="*/ 1 w 8"/>
                  <a:gd name="T27" fmla="*/ 0 h 21"/>
                  <a:gd name="T28" fmla="*/ 5 w 8"/>
                  <a:gd name="T29" fmla="*/ 9 h 21"/>
                  <a:gd name="T30" fmla="*/ 8 w 8"/>
                  <a:gd name="T31" fmla="*/ 15 h 21"/>
                  <a:gd name="T32" fmla="*/ 8 w 8"/>
                  <a:gd name="T33" fmla="*/ 19 h 21"/>
                  <a:gd name="T34" fmla="*/ 8 w 8"/>
                  <a:gd name="T35" fmla="*/ 21 h 21"/>
                  <a:gd name="T36" fmla="*/ 8 w 8"/>
                  <a:gd name="T37" fmla="*/ 21 h 21"/>
                  <a:gd name="T38" fmla="*/ 7 w 8"/>
                  <a:gd name="T3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1">
                    <a:moveTo>
                      <a:pt x="7" y="21"/>
                    </a:moveTo>
                    <a:cubicBezTo>
                      <a:pt x="7" y="21"/>
                      <a:pt x="7" y="21"/>
                      <a:pt x="7" y="21"/>
                    </a:cubicBezTo>
                    <a:cubicBezTo>
                      <a:pt x="7" y="21"/>
                      <a:pt x="6" y="20"/>
                      <a:pt x="6" y="20"/>
                    </a:cubicBezTo>
                    <a:cubicBezTo>
                      <a:pt x="6" y="19"/>
                      <a:pt x="5" y="19"/>
                      <a:pt x="5" y="18"/>
                    </a:cubicBezTo>
                    <a:cubicBezTo>
                      <a:pt x="5" y="18"/>
                      <a:pt x="5" y="18"/>
                      <a:pt x="5" y="18"/>
                    </a:cubicBezTo>
                    <a:cubicBezTo>
                      <a:pt x="5" y="17"/>
                      <a:pt x="5" y="17"/>
                      <a:pt x="6" y="18"/>
                    </a:cubicBezTo>
                    <a:cubicBezTo>
                      <a:pt x="6" y="18"/>
                      <a:pt x="6" y="19"/>
                      <a:pt x="7" y="19"/>
                    </a:cubicBezTo>
                    <a:cubicBezTo>
                      <a:pt x="7" y="19"/>
                      <a:pt x="7" y="19"/>
                      <a:pt x="7" y="20"/>
                    </a:cubicBezTo>
                    <a:cubicBezTo>
                      <a:pt x="7" y="19"/>
                      <a:pt x="7" y="19"/>
                      <a:pt x="7" y="18"/>
                    </a:cubicBezTo>
                    <a:cubicBezTo>
                      <a:pt x="7" y="17"/>
                      <a:pt x="7" y="16"/>
                      <a:pt x="7" y="15"/>
                    </a:cubicBezTo>
                    <a:cubicBezTo>
                      <a:pt x="7" y="15"/>
                      <a:pt x="6" y="12"/>
                      <a:pt x="4" y="9"/>
                    </a:cubicBezTo>
                    <a:cubicBezTo>
                      <a:pt x="3" y="6"/>
                      <a:pt x="1" y="3"/>
                      <a:pt x="0" y="1"/>
                    </a:cubicBezTo>
                    <a:cubicBezTo>
                      <a:pt x="0" y="1"/>
                      <a:pt x="0" y="0"/>
                      <a:pt x="0" y="0"/>
                    </a:cubicBezTo>
                    <a:cubicBezTo>
                      <a:pt x="0" y="0"/>
                      <a:pt x="1" y="0"/>
                      <a:pt x="1" y="0"/>
                    </a:cubicBezTo>
                    <a:cubicBezTo>
                      <a:pt x="2" y="2"/>
                      <a:pt x="3" y="6"/>
                      <a:pt x="5" y="9"/>
                    </a:cubicBezTo>
                    <a:cubicBezTo>
                      <a:pt x="7" y="13"/>
                      <a:pt x="8" y="15"/>
                      <a:pt x="8" y="15"/>
                    </a:cubicBezTo>
                    <a:cubicBezTo>
                      <a:pt x="8" y="15"/>
                      <a:pt x="8" y="17"/>
                      <a:pt x="8" y="19"/>
                    </a:cubicBezTo>
                    <a:cubicBezTo>
                      <a:pt x="8" y="19"/>
                      <a:pt x="8" y="20"/>
                      <a:pt x="8" y="21"/>
                    </a:cubicBezTo>
                    <a:cubicBezTo>
                      <a:pt x="8" y="21"/>
                      <a:pt x="8" y="21"/>
                      <a:pt x="8" y="21"/>
                    </a:cubicBezTo>
                    <a:cubicBezTo>
                      <a:pt x="7" y="21"/>
                      <a:pt x="7"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8" name="Freeform 526"/>
              <p:cNvSpPr>
                <a:spLocks/>
              </p:cNvSpPr>
              <p:nvPr/>
            </p:nvSpPr>
            <p:spPr bwMode="auto">
              <a:xfrm>
                <a:off x="3842" y="2157"/>
                <a:ext cx="46" cy="18"/>
              </a:xfrm>
              <a:custGeom>
                <a:avLst/>
                <a:gdLst>
                  <a:gd name="T0" fmla="*/ 18 w 18"/>
                  <a:gd name="T1" fmla="*/ 7 h 7"/>
                  <a:gd name="T2" fmla="*/ 18 w 18"/>
                  <a:gd name="T3" fmla="*/ 7 h 7"/>
                  <a:gd name="T4" fmla="*/ 13 w 18"/>
                  <a:gd name="T5" fmla="*/ 5 h 7"/>
                  <a:gd name="T6" fmla="*/ 0 w 18"/>
                  <a:gd name="T7" fmla="*/ 0 h 7"/>
                  <a:gd name="T8" fmla="*/ 0 w 18"/>
                  <a:gd name="T9" fmla="*/ 0 h 7"/>
                  <a:gd name="T10" fmla="*/ 0 w 18"/>
                  <a:gd name="T11" fmla="*/ 0 h 7"/>
                  <a:gd name="T12" fmla="*/ 13 w 18"/>
                  <a:gd name="T13" fmla="*/ 4 h 7"/>
                  <a:gd name="T14" fmla="*/ 18 w 18"/>
                  <a:gd name="T15" fmla="*/ 6 h 7"/>
                  <a:gd name="T16" fmla="*/ 18 w 18"/>
                  <a:gd name="T17" fmla="*/ 6 h 7"/>
                  <a:gd name="T18" fmla="*/ 18 w 18"/>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8" y="7"/>
                    </a:moveTo>
                    <a:cubicBezTo>
                      <a:pt x="18" y="7"/>
                      <a:pt x="18" y="7"/>
                      <a:pt x="18" y="7"/>
                    </a:cubicBezTo>
                    <a:cubicBezTo>
                      <a:pt x="16" y="6"/>
                      <a:pt x="15" y="6"/>
                      <a:pt x="13" y="5"/>
                    </a:cubicBezTo>
                    <a:cubicBezTo>
                      <a:pt x="8" y="3"/>
                      <a:pt x="2" y="1"/>
                      <a:pt x="0" y="0"/>
                    </a:cubicBezTo>
                    <a:cubicBezTo>
                      <a:pt x="0" y="0"/>
                      <a:pt x="0" y="0"/>
                      <a:pt x="0" y="0"/>
                    </a:cubicBezTo>
                    <a:cubicBezTo>
                      <a:pt x="0" y="0"/>
                      <a:pt x="0" y="0"/>
                      <a:pt x="0" y="0"/>
                    </a:cubicBezTo>
                    <a:cubicBezTo>
                      <a:pt x="2" y="0"/>
                      <a:pt x="9" y="3"/>
                      <a:pt x="13" y="4"/>
                    </a:cubicBezTo>
                    <a:cubicBezTo>
                      <a:pt x="15" y="5"/>
                      <a:pt x="17" y="5"/>
                      <a:pt x="18" y="6"/>
                    </a:cubicBezTo>
                    <a:cubicBezTo>
                      <a:pt x="18" y="6"/>
                      <a:pt x="18" y="6"/>
                      <a:pt x="18" y="6"/>
                    </a:cubicBezTo>
                    <a:cubicBezTo>
                      <a:pt x="18" y="6"/>
                      <a:pt x="18"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9" name="Freeform 527"/>
              <p:cNvSpPr>
                <a:spLocks/>
              </p:cNvSpPr>
              <p:nvPr/>
            </p:nvSpPr>
            <p:spPr bwMode="auto">
              <a:xfrm>
                <a:off x="3883" y="2178"/>
                <a:ext cx="2" cy="12"/>
              </a:xfrm>
              <a:custGeom>
                <a:avLst/>
                <a:gdLst>
                  <a:gd name="T0" fmla="*/ 0 w 1"/>
                  <a:gd name="T1" fmla="*/ 5 h 5"/>
                  <a:gd name="T2" fmla="*/ 0 w 1"/>
                  <a:gd name="T3" fmla="*/ 5 h 5"/>
                  <a:gd name="T4" fmla="*/ 0 w 1"/>
                  <a:gd name="T5" fmla="*/ 5 h 5"/>
                  <a:gd name="T6" fmla="*/ 0 w 1"/>
                  <a:gd name="T7" fmla="*/ 2 h 5"/>
                  <a:gd name="T8" fmla="*/ 0 w 1"/>
                  <a:gd name="T9" fmla="*/ 0 h 5"/>
                  <a:gd name="T10" fmla="*/ 1 w 1"/>
                  <a:gd name="T11" fmla="*/ 0 h 5"/>
                  <a:gd name="T12" fmla="*/ 1 w 1"/>
                  <a:gd name="T13" fmla="*/ 0 h 5"/>
                  <a:gd name="T14" fmla="*/ 1 w 1"/>
                  <a:gd name="T15" fmla="*/ 2 h 5"/>
                  <a:gd name="T16" fmla="*/ 0 w 1"/>
                  <a:gd name="T17" fmla="*/ 5 h 5"/>
                  <a:gd name="T18" fmla="*/ 0 w 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0" y="5"/>
                    </a:moveTo>
                    <a:cubicBezTo>
                      <a:pt x="0" y="5"/>
                      <a:pt x="0" y="5"/>
                      <a:pt x="0" y="5"/>
                    </a:cubicBezTo>
                    <a:cubicBezTo>
                      <a:pt x="0" y="5"/>
                      <a:pt x="0" y="5"/>
                      <a:pt x="0" y="5"/>
                    </a:cubicBezTo>
                    <a:cubicBezTo>
                      <a:pt x="0" y="4"/>
                      <a:pt x="0" y="3"/>
                      <a:pt x="0" y="2"/>
                    </a:cubicBezTo>
                    <a:cubicBezTo>
                      <a:pt x="0" y="1"/>
                      <a:pt x="0" y="1"/>
                      <a:pt x="0" y="0"/>
                    </a:cubicBezTo>
                    <a:cubicBezTo>
                      <a:pt x="0" y="0"/>
                      <a:pt x="1" y="0"/>
                      <a:pt x="1" y="0"/>
                    </a:cubicBezTo>
                    <a:cubicBezTo>
                      <a:pt x="1" y="0"/>
                      <a:pt x="1" y="0"/>
                      <a:pt x="1" y="0"/>
                    </a:cubicBezTo>
                    <a:cubicBezTo>
                      <a:pt x="1" y="1"/>
                      <a:pt x="1" y="1"/>
                      <a:pt x="1" y="2"/>
                    </a:cubicBezTo>
                    <a:cubicBezTo>
                      <a:pt x="1" y="5"/>
                      <a:pt x="1"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0" name="Freeform 528"/>
              <p:cNvSpPr>
                <a:spLocks/>
              </p:cNvSpPr>
              <p:nvPr/>
            </p:nvSpPr>
            <p:spPr bwMode="auto">
              <a:xfrm>
                <a:off x="3883" y="2170"/>
                <a:ext cx="5" cy="15"/>
              </a:xfrm>
              <a:custGeom>
                <a:avLst/>
                <a:gdLst>
                  <a:gd name="T0" fmla="*/ 1 w 2"/>
                  <a:gd name="T1" fmla="*/ 6 h 6"/>
                  <a:gd name="T2" fmla="*/ 1 w 2"/>
                  <a:gd name="T3" fmla="*/ 6 h 6"/>
                  <a:gd name="T4" fmla="*/ 1 w 2"/>
                  <a:gd name="T5" fmla="*/ 6 h 6"/>
                  <a:gd name="T6" fmla="*/ 1 w 2"/>
                  <a:gd name="T7" fmla="*/ 5 h 6"/>
                  <a:gd name="T8" fmla="*/ 1 w 2"/>
                  <a:gd name="T9" fmla="*/ 5 h 6"/>
                  <a:gd name="T10" fmla="*/ 1 w 2"/>
                  <a:gd name="T11" fmla="*/ 1 h 6"/>
                  <a:gd name="T12" fmla="*/ 2 w 2"/>
                  <a:gd name="T13" fmla="*/ 0 h 6"/>
                  <a:gd name="T14" fmla="*/ 2 w 2"/>
                  <a:gd name="T15" fmla="*/ 1 h 6"/>
                  <a:gd name="T16" fmla="*/ 2 w 2"/>
                  <a:gd name="T17" fmla="*/ 6 h 6"/>
                  <a:gd name="T18" fmla="*/ 2 w 2"/>
                  <a:gd name="T19" fmla="*/ 6 h 6"/>
                  <a:gd name="T20" fmla="*/ 1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1" y="6"/>
                    </a:moveTo>
                    <a:cubicBezTo>
                      <a:pt x="1" y="6"/>
                      <a:pt x="1" y="6"/>
                      <a:pt x="1" y="6"/>
                    </a:cubicBezTo>
                    <a:cubicBezTo>
                      <a:pt x="1" y="6"/>
                      <a:pt x="1" y="6"/>
                      <a:pt x="1" y="6"/>
                    </a:cubicBezTo>
                    <a:cubicBezTo>
                      <a:pt x="1" y="6"/>
                      <a:pt x="0" y="5"/>
                      <a:pt x="1" y="5"/>
                    </a:cubicBezTo>
                    <a:cubicBezTo>
                      <a:pt x="1" y="5"/>
                      <a:pt x="1" y="5"/>
                      <a:pt x="1" y="5"/>
                    </a:cubicBezTo>
                    <a:cubicBezTo>
                      <a:pt x="1" y="1"/>
                      <a:pt x="1" y="1"/>
                      <a:pt x="1" y="1"/>
                    </a:cubicBezTo>
                    <a:cubicBezTo>
                      <a:pt x="1" y="1"/>
                      <a:pt x="2" y="0"/>
                      <a:pt x="2" y="0"/>
                    </a:cubicBezTo>
                    <a:cubicBezTo>
                      <a:pt x="2" y="0"/>
                      <a:pt x="2" y="1"/>
                      <a:pt x="2" y="1"/>
                    </a:cubicBezTo>
                    <a:cubicBezTo>
                      <a:pt x="2" y="6"/>
                      <a:pt x="2" y="6"/>
                      <a:pt x="2" y="6"/>
                    </a:cubicBezTo>
                    <a:cubicBezTo>
                      <a:pt x="2" y="6"/>
                      <a:pt x="2" y="6"/>
                      <a:pt x="2"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1" name="Freeform 529"/>
              <p:cNvSpPr>
                <a:spLocks/>
              </p:cNvSpPr>
              <p:nvPr/>
            </p:nvSpPr>
            <p:spPr bwMode="auto">
              <a:xfrm>
                <a:off x="3885" y="2140"/>
                <a:ext cx="8" cy="48"/>
              </a:xfrm>
              <a:custGeom>
                <a:avLst/>
                <a:gdLst>
                  <a:gd name="T0" fmla="*/ 1 w 3"/>
                  <a:gd name="T1" fmla="*/ 19 h 19"/>
                  <a:gd name="T2" fmla="*/ 0 w 3"/>
                  <a:gd name="T3" fmla="*/ 19 h 19"/>
                  <a:gd name="T4" fmla="*/ 0 w 3"/>
                  <a:gd name="T5" fmla="*/ 18 h 19"/>
                  <a:gd name="T6" fmla="*/ 1 w 3"/>
                  <a:gd name="T7" fmla="*/ 17 h 19"/>
                  <a:gd name="T8" fmla="*/ 1 w 3"/>
                  <a:gd name="T9" fmla="*/ 17 h 19"/>
                  <a:gd name="T10" fmla="*/ 2 w 3"/>
                  <a:gd name="T11" fmla="*/ 10 h 19"/>
                  <a:gd name="T12" fmla="*/ 1 w 3"/>
                  <a:gd name="T13" fmla="*/ 1 h 19"/>
                  <a:gd name="T14" fmla="*/ 1 w 3"/>
                  <a:gd name="T15" fmla="*/ 1 h 19"/>
                  <a:gd name="T16" fmla="*/ 2 w 3"/>
                  <a:gd name="T17" fmla="*/ 1 h 19"/>
                  <a:gd name="T18" fmla="*/ 3 w 3"/>
                  <a:gd name="T19" fmla="*/ 10 h 19"/>
                  <a:gd name="T20" fmla="*/ 1 w 3"/>
                  <a:gd name="T21" fmla="*/ 18 h 19"/>
                  <a:gd name="T22" fmla="*/ 1 w 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9">
                    <a:moveTo>
                      <a:pt x="1" y="19"/>
                    </a:moveTo>
                    <a:cubicBezTo>
                      <a:pt x="1" y="19"/>
                      <a:pt x="1" y="19"/>
                      <a:pt x="0" y="19"/>
                    </a:cubicBezTo>
                    <a:cubicBezTo>
                      <a:pt x="0" y="18"/>
                      <a:pt x="0" y="18"/>
                      <a:pt x="0" y="18"/>
                    </a:cubicBezTo>
                    <a:cubicBezTo>
                      <a:pt x="0" y="17"/>
                      <a:pt x="0" y="17"/>
                      <a:pt x="1" y="17"/>
                    </a:cubicBezTo>
                    <a:cubicBezTo>
                      <a:pt x="1" y="17"/>
                      <a:pt x="1" y="17"/>
                      <a:pt x="1" y="17"/>
                    </a:cubicBezTo>
                    <a:cubicBezTo>
                      <a:pt x="2" y="15"/>
                      <a:pt x="2" y="13"/>
                      <a:pt x="2" y="10"/>
                    </a:cubicBezTo>
                    <a:cubicBezTo>
                      <a:pt x="2" y="7"/>
                      <a:pt x="2" y="4"/>
                      <a:pt x="1" y="1"/>
                    </a:cubicBezTo>
                    <a:cubicBezTo>
                      <a:pt x="1" y="1"/>
                      <a:pt x="1" y="1"/>
                      <a:pt x="1" y="1"/>
                    </a:cubicBezTo>
                    <a:cubicBezTo>
                      <a:pt x="2" y="0"/>
                      <a:pt x="2" y="1"/>
                      <a:pt x="2" y="1"/>
                    </a:cubicBezTo>
                    <a:cubicBezTo>
                      <a:pt x="2" y="4"/>
                      <a:pt x="3" y="7"/>
                      <a:pt x="3" y="10"/>
                    </a:cubicBezTo>
                    <a:cubicBezTo>
                      <a:pt x="3" y="13"/>
                      <a:pt x="2" y="16"/>
                      <a:pt x="1" y="18"/>
                    </a:cubicBezTo>
                    <a:cubicBezTo>
                      <a:pt x="1" y="18"/>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2" name="Freeform 530"/>
              <p:cNvSpPr>
                <a:spLocks/>
              </p:cNvSpPr>
              <p:nvPr/>
            </p:nvSpPr>
            <p:spPr bwMode="auto">
              <a:xfrm>
                <a:off x="3840" y="2150"/>
                <a:ext cx="2" cy="10"/>
              </a:xfrm>
              <a:custGeom>
                <a:avLst/>
                <a:gdLst>
                  <a:gd name="T0" fmla="*/ 1 w 1"/>
                  <a:gd name="T1" fmla="*/ 4 h 4"/>
                  <a:gd name="T2" fmla="*/ 1 w 1"/>
                  <a:gd name="T3" fmla="*/ 4 h 4"/>
                  <a:gd name="T4" fmla="*/ 0 w 1"/>
                  <a:gd name="T5" fmla="*/ 4 h 4"/>
                  <a:gd name="T6" fmla="*/ 0 w 1"/>
                  <a:gd name="T7" fmla="*/ 2 h 4"/>
                  <a:gd name="T8" fmla="*/ 0 w 1"/>
                  <a:gd name="T9" fmla="*/ 1 h 4"/>
                  <a:gd name="T10" fmla="*/ 1 w 1"/>
                  <a:gd name="T11" fmla="*/ 0 h 4"/>
                  <a:gd name="T12" fmla="*/ 1 w 1"/>
                  <a:gd name="T13" fmla="*/ 1 h 4"/>
                  <a:gd name="T14" fmla="*/ 1 w 1"/>
                  <a:gd name="T15" fmla="*/ 2 h 4"/>
                  <a:gd name="T16" fmla="*/ 1 w 1"/>
                  <a:gd name="T17" fmla="*/ 4 h 4"/>
                  <a:gd name="T18" fmla="*/ 1 w 1"/>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4"/>
                    </a:moveTo>
                    <a:cubicBezTo>
                      <a:pt x="1" y="4"/>
                      <a:pt x="1" y="4"/>
                      <a:pt x="1" y="4"/>
                    </a:cubicBezTo>
                    <a:cubicBezTo>
                      <a:pt x="0" y="4"/>
                      <a:pt x="0" y="4"/>
                      <a:pt x="0" y="4"/>
                    </a:cubicBezTo>
                    <a:cubicBezTo>
                      <a:pt x="0" y="3"/>
                      <a:pt x="0" y="3"/>
                      <a:pt x="0" y="2"/>
                    </a:cubicBezTo>
                    <a:cubicBezTo>
                      <a:pt x="0" y="2"/>
                      <a:pt x="0" y="1"/>
                      <a:pt x="0" y="1"/>
                    </a:cubicBezTo>
                    <a:cubicBezTo>
                      <a:pt x="0" y="0"/>
                      <a:pt x="1" y="0"/>
                      <a:pt x="1" y="0"/>
                    </a:cubicBezTo>
                    <a:cubicBezTo>
                      <a:pt x="1" y="0"/>
                      <a:pt x="1" y="1"/>
                      <a:pt x="1" y="1"/>
                    </a:cubicBezTo>
                    <a:cubicBezTo>
                      <a:pt x="1" y="1"/>
                      <a:pt x="1" y="2"/>
                      <a:pt x="1" y="2"/>
                    </a:cubicBezTo>
                    <a:cubicBezTo>
                      <a:pt x="1"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3" name="Freeform 531"/>
              <p:cNvSpPr>
                <a:spLocks/>
              </p:cNvSpPr>
              <p:nvPr/>
            </p:nvSpPr>
            <p:spPr bwMode="auto">
              <a:xfrm>
                <a:off x="3790" y="2170"/>
                <a:ext cx="5" cy="8"/>
              </a:xfrm>
              <a:custGeom>
                <a:avLst/>
                <a:gdLst>
                  <a:gd name="T0" fmla="*/ 0 w 2"/>
                  <a:gd name="T1" fmla="*/ 3 h 3"/>
                  <a:gd name="T2" fmla="*/ 0 w 2"/>
                  <a:gd name="T3" fmla="*/ 3 h 3"/>
                  <a:gd name="T4" fmla="*/ 0 w 2"/>
                  <a:gd name="T5" fmla="*/ 2 h 3"/>
                  <a:gd name="T6" fmla="*/ 1 w 2"/>
                  <a:gd name="T7" fmla="*/ 0 h 3"/>
                  <a:gd name="T8" fmla="*/ 1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0"/>
                      <a:pt x="1" y="0"/>
                      <a:pt x="1" y="0"/>
                    </a:cubicBezTo>
                    <a:cubicBezTo>
                      <a:pt x="1" y="0"/>
                      <a:pt x="1" y="0"/>
                      <a:pt x="1" y="0"/>
                    </a:cubicBezTo>
                    <a:cubicBezTo>
                      <a:pt x="2" y="0"/>
                      <a:pt x="2" y="1"/>
                      <a:pt x="2" y="1"/>
                    </a:cubicBezTo>
                    <a:cubicBezTo>
                      <a:pt x="1" y="3"/>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4" name="Freeform 532"/>
              <p:cNvSpPr>
                <a:spLocks/>
              </p:cNvSpPr>
              <p:nvPr/>
            </p:nvSpPr>
            <p:spPr bwMode="auto">
              <a:xfrm>
                <a:off x="3792" y="2175"/>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1 w 2"/>
                  <a:gd name="T11" fmla="*/ 1 h 3"/>
                  <a:gd name="T12" fmla="*/ 0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0" y="1"/>
                      <a:pt x="1" y="1"/>
                    </a:cubicBezTo>
                    <a:cubicBezTo>
                      <a:pt x="1" y="1"/>
                      <a:pt x="1" y="0"/>
                      <a:pt x="1" y="1"/>
                    </a:cubicBezTo>
                    <a:cubicBezTo>
                      <a:pt x="1" y="1"/>
                      <a:pt x="2" y="1"/>
                      <a:pt x="1" y="1"/>
                    </a:cubicBezTo>
                    <a:cubicBezTo>
                      <a:pt x="1" y="2"/>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5" name="Freeform 533"/>
              <p:cNvSpPr>
                <a:spLocks/>
              </p:cNvSpPr>
              <p:nvPr/>
            </p:nvSpPr>
            <p:spPr bwMode="auto">
              <a:xfrm>
                <a:off x="3792" y="2180"/>
                <a:ext cx="8" cy="8"/>
              </a:xfrm>
              <a:custGeom>
                <a:avLst/>
                <a:gdLst>
                  <a:gd name="T0" fmla="*/ 1 w 3"/>
                  <a:gd name="T1" fmla="*/ 3 h 3"/>
                  <a:gd name="T2" fmla="*/ 1 w 3"/>
                  <a:gd name="T3" fmla="*/ 3 h 3"/>
                  <a:gd name="T4" fmla="*/ 1 w 3"/>
                  <a:gd name="T5" fmla="*/ 3 h 3"/>
                  <a:gd name="T6" fmla="*/ 2 w 3"/>
                  <a:gd name="T7" fmla="*/ 0 h 3"/>
                  <a:gd name="T8" fmla="*/ 2 w 3"/>
                  <a:gd name="T9" fmla="*/ 0 h 3"/>
                  <a:gd name="T10" fmla="*/ 2 w 3"/>
                  <a:gd name="T11" fmla="*/ 1 h 3"/>
                  <a:gd name="T12" fmla="*/ 1 w 3"/>
                  <a:gd name="T13" fmla="*/ 3 h 3"/>
                  <a:gd name="T14" fmla="*/ 1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3"/>
                    </a:moveTo>
                    <a:cubicBezTo>
                      <a:pt x="1" y="3"/>
                      <a:pt x="1" y="3"/>
                      <a:pt x="1" y="3"/>
                    </a:cubicBezTo>
                    <a:cubicBezTo>
                      <a:pt x="0" y="3"/>
                      <a:pt x="0" y="3"/>
                      <a:pt x="1" y="3"/>
                    </a:cubicBezTo>
                    <a:cubicBezTo>
                      <a:pt x="2" y="0"/>
                      <a:pt x="2" y="0"/>
                      <a:pt x="2" y="0"/>
                    </a:cubicBezTo>
                    <a:cubicBezTo>
                      <a:pt x="2" y="0"/>
                      <a:pt x="2" y="0"/>
                      <a:pt x="2" y="0"/>
                    </a:cubicBezTo>
                    <a:cubicBezTo>
                      <a:pt x="3" y="0"/>
                      <a:pt x="3"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6" name="Freeform 534"/>
              <p:cNvSpPr>
                <a:spLocks/>
              </p:cNvSpPr>
              <p:nvPr/>
            </p:nvSpPr>
            <p:spPr bwMode="auto">
              <a:xfrm>
                <a:off x="3795" y="2183"/>
                <a:ext cx="7" cy="10"/>
              </a:xfrm>
              <a:custGeom>
                <a:avLst/>
                <a:gdLst>
                  <a:gd name="T0" fmla="*/ 1 w 3"/>
                  <a:gd name="T1" fmla="*/ 4 h 4"/>
                  <a:gd name="T2" fmla="*/ 1 w 3"/>
                  <a:gd name="T3" fmla="*/ 4 h 4"/>
                  <a:gd name="T4" fmla="*/ 0 w 3"/>
                  <a:gd name="T5" fmla="*/ 3 h 4"/>
                  <a:gd name="T6" fmla="*/ 2 w 3"/>
                  <a:gd name="T7" fmla="*/ 1 h 4"/>
                  <a:gd name="T8" fmla="*/ 2 w 3"/>
                  <a:gd name="T9" fmla="*/ 0 h 4"/>
                  <a:gd name="T10" fmla="*/ 3 w 3"/>
                  <a:gd name="T11" fmla="*/ 1 h 4"/>
                  <a:gd name="T12" fmla="*/ 1 w 3"/>
                  <a:gd name="T13" fmla="*/ 3 h 4"/>
                  <a:gd name="T14" fmla="*/ 1 w 3"/>
                  <a:gd name="T15" fmla="*/ 4 h 4"/>
                  <a:gd name="T16" fmla="*/ 1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4"/>
                    </a:moveTo>
                    <a:cubicBezTo>
                      <a:pt x="1" y="4"/>
                      <a:pt x="1" y="4"/>
                      <a:pt x="1" y="4"/>
                    </a:cubicBezTo>
                    <a:cubicBezTo>
                      <a:pt x="0" y="4"/>
                      <a:pt x="0" y="3"/>
                      <a:pt x="0" y="3"/>
                    </a:cubicBezTo>
                    <a:cubicBezTo>
                      <a:pt x="1" y="2"/>
                      <a:pt x="1" y="1"/>
                      <a:pt x="2" y="1"/>
                    </a:cubicBezTo>
                    <a:cubicBezTo>
                      <a:pt x="2" y="0"/>
                      <a:pt x="2" y="0"/>
                      <a:pt x="2" y="0"/>
                    </a:cubicBezTo>
                    <a:cubicBezTo>
                      <a:pt x="3" y="1"/>
                      <a:pt x="3" y="1"/>
                      <a:pt x="3" y="1"/>
                    </a:cubicBezTo>
                    <a:cubicBezTo>
                      <a:pt x="2" y="2"/>
                      <a:pt x="2" y="2"/>
                      <a:pt x="1" y="3"/>
                    </a:cubicBezTo>
                    <a:cubicBezTo>
                      <a:pt x="1" y="3"/>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7" name="Freeform 535"/>
              <p:cNvSpPr>
                <a:spLocks/>
              </p:cNvSpPr>
              <p:nvPr/>
            </p:nvSpPr>
            <p:spPr bwMode="auto">
              <a:xfrm>
                <a:off x="3800" y="2188"/>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3"/>
                      <a:pt x="0" y="3"/>
                    </a:cubicBezTo>
                    <a:cubicBezTo>
                      <a:pt x="1" y="0"/>
                      <a:pt x="1" y="0"/>
                      <a:pt x="1" y="0"/>
                    </a:cubicBezTo>
                    <a:cubicBezTo>
                      <a:pt x="1" y="0"/>
                      <a:pt x="2" y="0"/>
                      <a:pt x="2" y="0"/>
                    </a:cubicBezTo>
                    <a:cubicBezTo>
                      <a:pt x="2" y="0"/>
                      <a:pt x="2" y="0"/>
                      <a:pt x="2" y="0"/>
                    </a:cubicBezTo>
                    <a:cubicBezTo>
                      <a:pt x="1" y="3"/>
                      <a:pt x="1" y="3"/>
                      <a:pt x="1" y="3"/>
                    </a:cubicBezTo>
                    <a:cubicBezTo>
                      <a:pt x="1"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8" name="Freeform 536"/>
              <p:cNvSpPr>
                <a:spLocks/>
              </p:cNvSpPr>
              <p:nvPr/>
            </p:nvSpPr>
            <p:spPr bwMode="auto">
              <a:xfrm>
                <a:off x="3802" y="2190"/>
                <a:ext cx="8" cy="10"/>
              </a:xfrm>
              <a:custGeom>
                <a:avLst/>
                <a:gdLst>
                  <a:gd name="T0" fmla="*/ 1 w 3"/>
                  <a:gd name="T1" fmla="*/ 4 h 4"/>
                  <a:gd name="T2" fmla="*/ 1 w 3"/>
                  <a:gd name="T3" fmla="*/ 4 h 4"/>
                  <a:gd name="T4" fmla="*/ 0 w 3"/>
                  <a:gd name="T5" fmla="*/ 3 h 4"/>
                  <a:gd name="T6" fmla="*/ 2 w 3"/>
                  <a:gd name="T7" fmla="*/ 0 h 4"/>
                  <a:gd name="T8" fmla="*/ 3 w 3"/>
                  <a:gd name="T9" fmla="*/ 0 h 4"/>
                  <a:gd name="T10" fmla="*/ 3 w 3"/>
                  <a:gd name="T11" fmla="*/ 0 h 4"/>
                  <a:gd name="T12" fmla="*/ 1 w 3"/>
                  <a:gd name="T13" fmla="*/ 4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0" y="4"/>
                      <a:pt x="0" y="4"/>
                      <a:pt x="0" y="3"/>
                    </a:cubicBezTo>
                    <a:cubicBezTo>
                      <a:pt x="1" y="2"/>
                      <a:pt x="1" y="1"/>
                      <a:pt x="2" y="0"/>
                    </a:cubicBezTo>
                    <a:cubicBezTo>
                      <a:pt x="2" y="0"/>
                      <a:pt x="2" y="0"/>
                      <a:pt x="3" y="0"/>
                    </a:cubicBezTo>
                    <a:cubicBezTo>
                      <a:pt x="3" y="0"/>
                      <a:pt x="3" y="0"/>
                      <a:pt x="3" y="0"/>
                    </a:cubicBezTo>
                    <a:cubicBezTo>
                      <a:pt x="2" y="1"/>
                      <a:pt x="2"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79" name="Freeform 537"/>
              <p:cNvSpPr>
                <a:spLocks/>
              </p:cNvSpPr>
              <p:nvPr/>
            </p:nvSpPr>
            <p:spPr bwMode="auto">
              <a:xfrm>
                <a:off x="3807" y="2193"/>
                <a:ext cx="8" cy="12"/>
              </a:xfrm>
              <a:custGeom>
                <a:avLst/>
                <a:gdLst>
                  <a:gd name="T0" fmla="*/ 1 w 3"/>
                  <a:gd name="T1" fmla="*/ 5 h 5"/>
                  <a:gd name="T2" fmla="*/ 0 w 3"/>
                  <a:gd name="T3" fmla="*/ 5 h 5"/>
                  <a:gd name="T4" fmla="*/ 0 w 3"/>
                  <a:gd name="T5" fmla="*/ 4 h 5"/>
                  <a:gd name="T6" fmla="*/ 2 w 3"/>
                  <a:gd name="T7" fmla="*/ 0 h 5"/>
                  <a:gd name="T8" fmla="*/ 2 w 3"/>
                  <a:gd name="T9" fmla="*/ 0 h 5"/>
                  <a:gd name="T10" fmla="*/ 3 w 3"/>
                  <a:gd name="T11" fmla="*/ 0 h 5"/>
                  <a:gd name="T12" fmla="*/ 3 w 3"/>
                  <a:gd name="T13" fmla="*/ 0 h 5"/>
                  <a:gd name="T14" fmla="*/ 3 w 3"/>
                  <a:gd name="T15" fmla="*/ 1 h 5"/>
                  <a:gd name="T16" fmla="*/ 1 w 3"/>
                  <a:gd name="T17" fmla="*/ 4 h 5"/>
                  <a:gd name="T18" fmla="*/ 1 w 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5"/>
                    </a:moveTo>
                    <a:cubicBezTo>
                      <a:pt x="1" y="5"/>
                      <a:pt x="1" y="5"/>
                      <a:pt x="0" y="5"/>
                    </a:cubicBezTo>
                    <a:cubicBezTo>
                      <a:pt x="0" y="5"/>
                      <a:pt x="0" y="4"/>
                      <a:pt x="0" y="4"/>
                    </a:cubicBezTo>
                    <a:cubicBezTo>
                      <a:pt x="1" y="3"/>
                      <a:pt x="1" y="1"/>
                      <a:pt x="2" y="0"/>
                    </a:cubicBezTo>
                    <a:cubicBezTo>
                      <a:pt x="2" y="0"/>
                      <a:pt x="2" y="0"/>
                      <a:pt x="2" y="0"/>
                    </a:cubicBezTo>
                    <a:cubicBezTo>
                      <a:pt x="3" y="0"/>
                      <a:pt x="3" y="0"/>
                      <a:pt x="3" y="0"/>
                    </a:cubicBezTo>
                    <a:cubicBezTo>
                      <a:pt x="3" y="0"/>
                      <a:pt x="3" y="0"/>
                      <a:pt x="3" y="0"/>
                    </a:cubicBezTo>
                    <a:cubicBezTo>
                      <a:pt x="3" y="1"/>
                      <a:pt x="3" y="1"/>
                      <a:pt x="3" y="1"/>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0" name="Freeform 538"/>
              <p:cNvSpPr>
                <a:spLocks/>
              </p:cNvSpPr>
              <p:nvPr/>
            </p:nvSpPr>
            <p:spPr bwMode="auto">
              <a:xfrm>
                <a:off x="3812" y="2195"/>
                <a:ext cx="10" cy="13"/>
              </a:xfrm>
              <a:custGeom>
                <a:avLst/>
                <a:gdLst>
                  <a:gd name="T0" fmla="*/ 1 w 4"/>
                  <a:gd name="T1" fmla="*/ 5 h 5"/>
                  <a:gd name="T2" fmla="*/ 1 w 4"/>
                  <a:gd name="T3" fmla="*/ 5 h 5"/>
                  <a:gd name="T4" fmla="*/ 1 w 4"/>
                  <a:gd name="T5" fmla="*/ 4 h 5"/>
                  <a:gd name="T6" fmla="*/ 3 w 4"/>
                  <a:gd name="T7" fmla="*/ 0 h 5"/>
                  <a:gd name="T8" fmla="*/ 3 w 4"/>
                  <a:gd name="T9" fmla="*/ 0 h 5"/>
                  <a:gd name="T10" fmla="*/ 3 w 4"/>
                  <a:gd name="T11" fmla="*/ 1 h 5"/>
                  <a:gd name="T12" fmla="*/ 1 w 4"/>
                  <a:gd name="T13" fmla="*/ 4 h 5"/>
                  <a:gd name="T14" fmla="*/ 1 w 4"/>
                  <a:gd name="T15" fmla="*/ 5 h 5"/>
                  <a:gd name="T16" fmla="*/ 1 w 4"/>
                  <a:gd name="T17" fmla="*/ 5 h 5"/>
                  <a:gd name="T18" fmla="*/ 1 w 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1" y="5"/>
                    </a:moveTo>
                    <a:cubicBezTo>
                      <a:pt x="1" y="5"/>
                      <a:pt x="1" y="5"/>
                      <a:pt x="1" y="5"/>
                    </a:cubicBezTo>
                    <a:cubicBezTo>
                      <a:pt x="0" y="5"/>
                      <a:pt x="1" y="4"/>
                      <a:pt x="1" y="4"/>
                    </a:cubicBezTo>
                    <a:cubicBezTo>
                      <a:pt x="3" y="0"/>
                      <a:pt x="3" y="0"/>
                      <a:pt x="3" y="0"/>
                    </a:cubicBezTo>
                    <a:cubicBezTo>
                      <a:pt x="3" y="0"/>
                      <a:pt x="3" y="0"/>
                      <a:pt x="3" y="0"/>
                    </a:cubicBezTo>
                    <a:cubicBezTo>
                      <a:pt x="3" y="0"/>
                      <a:pt x="4" y="0"/>
                      <a:pt x="3" y="1"/>
                    </a:cubicBezTo>
                    <a:cubicBezTo>
                      <a:pt x="1" y="4"/>
                      <a:pt x="1" y="4"/>
                      <a:pt x="1" y="4"/>
                    </a:cubicBezTo>
                    <a:cubicBezTo>
                      <a:pt x="1" y="4"/>
                      <a:pt x="1" y="5"/>
                      <a:pt x="1" y="5"/>
                    </a:cubicBezTo>
                    <a:cubicBezTo>
                      <a:pt x="1" y="5"/>
                      <a:pt x="1" y="5"/>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1" name="Freeform 539"/>
              <p:cNvSpPr>
                <a:spLocks/>
              </p:cNvSpPr>
              <p:nvPr/>
            </p:nvSpPr>
            <p:spPr bwMode="auto">
              <a:xfrm>
                <a:off x="3820" y="2198"/>
                <a:ext cx="7" cy="15"/>
              </a:xfrm>
              <a:custGeom>
                <a:avLst/>
                <a:gdLst>
                  <a:gd name="T0" fmla="*/ 1 w 3"/>
                  <a:gd name="T1" fmla="*/ 6 h 6"/>
                  <a:gd name="T2" fmla="*/ 0 w 3"/>
                  <a:gd name="T3" fmla="*/ 5 h 6"/>
                  <a:gd name="T4" fmla="*/ 0 w 3"/>
                  <a:gd name="T5" fmla="*/ 5 h 6"/>
                  <a:gd name="T6" fmla="*/ 2 w 3"/>
                  <a:gd name="T7" fmla="*/ 0 h 6"/>
                  <a:gd name="T8" fmla="*/ 3 w 3"/>
                  <a:gd name="T9" fmla="*/ 0 h 6"/>
                  <a:gd name="T10" fmla="*/ 3 w 3"/>
                  <a:gd name="T11" fmla="*/ 0 h 6"/>
                  <a:gd name="T12" fmla="*/ 1 w 3"/>
                  <a:gd name="T13" fmla="*/ 5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0" y="6"/>
                      <a:pt x="0" y="5"/>
                    </a:cubicBezTo>
                    <a:cubicBezTo>
                      <a:pt x="0" y="5"/>
                      <a:pt x="0" y="5"/>
                      <a:pt x="0" y="5"/>
                    </a:cubicBezTo>
                    <a:cubicBezTo>
                      <a:pt x="1" y="3"/>
                      <a:pt x="2" y="1"/>
                      <a:pt x="2" y="0"/>
                    </a:cubicBezTo>
                    <a:cubicBezTo>
                      <a:pt x="3" y="0"/>
                      <a:pt x="3" y="0"/>
                      <a:pt x="3" y="0"/>
                    </a:cubicBezTo>
                    <a:cubicBezTo>
                      <a:pt x="3" y="0"/>
                      <a:pt x="3" y="0"/>
                      <a:pt x="3" y="0"/>
                    </a:cubicBezTo>
                    <a:cubicBezTo>
                      <a:pt x="2" y="2"/>
                      <a:pt x="2" y="4"/>
                      <a:pt x="1" y="5"/>
                    </a:cubicBezTo>
                    <a:cubicBezTo>
                      <a:pt x="1"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2" name="Freeform 540"/>
              <p:cNvSpPr>
                <a:spLocks/>
              </p:cNvSpPr>
              <p:nvPr/>
            </p:nvSpPr>
            <p:spPr bwMode="auto">
              <a:xfrm>
                <a:off x="3825" y="2198"/>
                <a:ext cx="7" cy="15"/>
              </a:xfrm>
              <a:custGeom>
                <a:avLst/>
                <a:gdLst>
                  <a:gd name="T0" fmla="*/ 1 w 3"/>
                  <a:gd name="T1" fmla="*/ 6 h 6"/>
                  <a:gd name="T2" fmla="*/ 1 w 3"/>
                  <a:gd name="T3" fmla="*/ 6 h 6"/>
                  <a:gd name="T4" fmla="*/ 0 w 3"/>
                  <a:gd name="T5" fmla="*/ 6 h 6"/>
                  <a:gd name="T6" fmla="*/ 2 w 3"/>
                  <a:gd name="T7" fmla="*/ 1 h 6"/>
                  <a:gd name="T8" fmla="*/ 3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1" y="6"/>
                      <a:pt x="0" y="6"/>
                      <a:pt x="0" y="6"/>
                    </a:cubicBezTo>
                    <a:cubicBezTo>
                      <a:pt x="1" y="4"/>
                      <a:pt x="2" y="2"/>
                      <a:pt x="2" y="1"/>
                    </a:cubicBezTo>
                    <a:cubicBezTo>
                      <a:pt x="2" y="0"/>
                      <a:pt x="3" y="0"/>
                      <a:pt x="3" y="0"/>
                    </a:cubicBezTo>
                    <a:cubicBezTo>
                      <a:pt x="3" y="0"/>
                      <a:pt x="3" y="1"/>
                      <a:pt x="3" y="1"/>
                    </a:cubicBezTo>
                    <a:cubicBezTo>
                      <a:pt x="2" y="3"/>
                      <a:pt x="2" y="4"/>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3" name="Freeform 541"/>
              <p:cNvSpPr>
                <a:spLocks/>
              </p:cNvSpPr>
              <p:nvPr/>
            </p:nvSpPr>
            <p:spPr bwMode="auto">
              <a:xfrm>
                <a:off x="3832"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1 h 6"/>
                  <a:gd name="T12" fmla="*/ 1 w 3"/>
                  <a:gd name="T13" fmla="*/ 6 h 6"/>
                  <a:gd name="T14" fmla="*/ 0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6"/>
                    </a:moveTo>
                    <a:cubicBezTo>
                      <a:pt x="0" y="6"/>
                      <a:pt x="0" y="6"/>
                      <a:pt x="0" y="6"/>
                    </a:cubicBezTo>
                    <a:cubicBezTo>
                      <a:pt x="0" y="6"/>
                      <a:pt x="0" y="6"/>
                      <a:pt x="0" y="6"/>
                    </a:cubicBezTo>
                    <a:cubicBezTo>
                      <a:pt x="2" y="0"/>
                      <a:pt x="2" y="0"/>
                      <a:pt x="2" y="0"/>
                    </a:cubicBezTo>
                    <a:cubicBezTo>
                      <a:pt x="2" y="0"/>
                      <a:pt x="2" y="0"/>
                      <a:pt x="2" y="0"/>
                    </a:cubicBezTo>
                    <a:cubicBezTo>
                      <a:pt x="3" y="0"/>
                      <a:pt x="3" y="0"/>
                      <a:pt x="3" y="1"/>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4" name="Freeform 542"/>
              <p:cNvSpPr>
                <a:spLocks/>
              </p:cNvSpPr>
              <p:nvPr/>
            </p:nvSpPr>
            <p:spPr bwMode="auto">
              <a:xfrm>
                <a:off x="3837" y="2198"/>
                <a:ext cx="8" cy="15"/>
              </a:xfrm>
              <a:custGeom>
                <a:avLst/>
                <a:gdLst>
                  <a:gd name="T0" fmla="*/ 1 w 3"/>
                  <a:gd name="T1" fmla="*/ 6 h 6"/>
                  <a:gd name="T2" fmla="*/ 0 w 3"/>
                  <a:gd name="T3" fmla="*/ 6 h 6"/>
                  <a:gd name="T4" fmla="*/ 0 w 3"/>
                  <a:gd name="T5" fmla="*/ 6 h 6"/>
                  <a:gd name="T6" fmla="*/ 2 w 3"/>
                  <a:gd name="T7" fmla="*/ 1 h 6"/>
                  <a:gd name="T8" fmla="*/ 3 w 3"/>
                  <a:gd name="T9" fmla="*/ 0 h 6"/>
                  <a:gd name="T10" fmla="*/ 3 w 3"/>
                  <a:gd name="T11" fmla="*/ 1 h 6"/>
                  <a:gd name="T12" fmla="*/ 1 w 3"/>
                  <a:gd name="T13" fmla="*/ 5 h 6"/>
                  <a:gd name="T14" fmla="*/ 1 w 3"/>
                  <a:gd name="T15" fmla="*/ 6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1" y="6"/>
                      <a:pt x="0" y="6"/>
                      <a:pt x="0" y="6"/>
                    </a:cubicBezTo>
                    <a:cubicBezTo>
                      <a:pt x="0" y="6"/>
                      <a:pt x="0" y="6"/>
                      <a:pt x="0" y="6"/>
                    </a:cubicBezTo>
                    <a:cubicBezTo>
                      <a:pt x="2" y="1"/>
                      <a:pt x="2" y="1"/>
                      <a:pt x="2" y="1"/>
                    </a:cubicBezTo>
                    <a:cubicBezTo>
                      <a:pt x="3" y="0"/>
                      <a:pt x="3" y="0"/>
                      <a:pt x="3" y="0"/>
                    </a:cubicBezTo>
                    <a:cubicBezTo>
                      <a:pt x="3" y="0"/>
                      <a:pt x="3" y="1"/>
                      <a:pt x="3" y="1"/>
                    </a:cubicBezTo>
                    <a:cubicBezTo>
                      <a:pt x="1" y="5"/>
                      <a:pt x="1" y="5"/>
                      <a:pt x="1" y="5"/>
                    </a:cubicBezTo>
                    <a:cubicBezTo>
                      <a:pt x="1" y="6"/>
                      <a:pt x="1" y="6"/>
                      <a:pt x="1" y="6"/>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5" name="Freeform 543"/>
              <p:cNvSpPr>
                <a:spLocks/>
              </p:cNvSpPr>
              <p:nvPr/>
            </p:nvSpPr>
            <p:spPr bwMode="auto">
              <a:xfrm>
                <a:off x="3845" y="2198"/>
                <a:ext cx="8" cy="15"/>
              </a:xfrm>
              <a:custGeom>
                <a:avLst/>
                <a:gdLst>
                  <a:gd name="T0" fmla="*/ 0 w 3"/>
                  <a:gd name="T1" fmla="*/ 6 h 6"/>
                  <a:gd name="T2" fmla="*/ 0 w 3"/>
                  <a:gd name="T3" fmla="*/ 6 h 6"/>
                  <a:gd name="T4" fmla="*/ 0 w 3"/>
                  <a:gd name="T5" fmla="*/ 6 h 6"/>
                  <a:gd name="T6" fmla="*/ 2 w 3"/>
                  <a:gd name="T7" fmla="*/ 0 h 6"/>
                  <a:gd name="T8" fmla="*/ 2 w 3"/>
                  <a:gd name="T9" fmla="*/ 0 h 6"/>
                  <a:gd name="T10" fmla="*/ 3 w 3"/>
                  <a:gd name="T11" fmla="*/ 0 h 6"/>
                  <a:gd name="T12" fmla="*/ 1 w 3"/>
                  <a:gd name="T13" fmla="*/ 6 h 6"/>
                  <a:gd name="T14" fmla="*/ 0 w 3"/>
                  <a:gd name="T15" fmla="*/ 6 h 6"/>
                  <a:gd name="T16" fmla="*/ 0 w 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6"/>
                    </a:moveTo>
                    <a:cubicBezTo>
                      <a:pt x="0" y="6"/>
                      <a:pt x="0" y="6"/>
                      <a:pt x="0" y="6"/>
                    </a:cubicBezTo>
                    <a:cubicBezTo>
                      <a:pt x="0" y="6"/>
                      <a:pt x="0" y="6"/>
                      <a:pt x="0" y="6"/>
                    </a:cubicBezTo>
                    <a:cubicBezTo>
                      <a:pt x="0" y="4"/>
                      <a:pt x="1" y="2"/>
                      <a:pt x="2" y="0"/>
                    </a:cubicBezTo>
                    <a:cubicBezTo>
                      <a:pt x="2" y="0"/>
                      <a:pt x="2" y="0"/>
                      <a:pt x="2" y="0"/>
                    </a:cubicBezTo>
                    <a:cubicBezTo>
                      <a:pt x="3" y="0"/>
                      <a:pt x="3" y="0"/>
                      <a:pt x="3" y="0"/>
                    </a:cubicBezTo>
                    <a:cubicBezTo>
                      <a:pt x="2" y="2"/>
                      <a:pt x="1" y="4"/>
                      <a:pt x="1" y="6"/>
                    </a:cubicBezTo>
                    <a:cubicBezTo>
                      <a:pt x="1" y="6"/>
                      <a:pt x="1" y="6"/>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6" name="Freeform 544"/>
              <p:cNvSpPr>
                <a:spLocks/>
              </p:cNvSpPr>
              <p:nvPr/>
            </p:nvSpPr>
            <p:spPr bwMode="auto">
              <a:xfrm>
                <a:off x="3848" y="2203"/>
                <a:ext cx="5" cy="10"/>
              </a:xfrm>
              <a:custGeom>
                <a:avLst/>
                <a:gdLst>
                  <a:gd name="T0" fmla="*/ 1 w 2"/>
                  <a:gd name="T1" fmla="*/ 4 h 4"/>
                  <a:gd name="T2" fmla="*/ 0 w 2"/>
                  <a:gd name="T3" fmla="*/ 4 h 4"/>
                  <a:gd name="T4" fmla="*/ 0 w 2"/>
                  <a:gd name="T5" fmla="*/ 3 h 4"/>
                  <a:gd name="T6" fmla="*/ 2 w 2"/>
                  <a:gd name="T7" fmla="*/ 0 h 4"/>
                  <a:gd name="T8" fmla="*/ 2 w 2"/>
                  <a:gd name="T9" fmla="*/ 0 h 4"/>
                  <a:gd name="T10" fmla="*/ 2 w 2"/>
                  <a:gd name="T11" fmla="*/ 0 h 4"/>
                  <a:gd name="T12" fmla="*/ 1 w 2"/>
                  <a:gd name="T13" fmla="*/ 3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0" y="4"/>
                    </a:cubicBezTo>
                    <a:cubicBezTo>
                      <a:pt x="0" y="4"/>
                      <a:pt x="0" y="3"/>
                      <a:pt x="0" y="3"/>
                    </a:cubicBezTo>
                    <a:cubicBezTo>
                      <a:pt x="2" y="0"/>
                      <a:pt x="2" y="0"/>
                      <a:pt x="2" y="0"/>
                    </a:cubicBezTo>
                    <a:cubicBezTo>
                      <a:pt x="2" y="0"/>
                      <a:pt x="2" y="0"/>
                      <a:pt x="2" y="0"/>
                    </a:cubicBezTo>
                    <a:cubicBezTo>
                      <a:pt x="2" y="0"/>
                      <a:pt x="2" y="0"/>
                      <a:pt x="2" y="0"/>
                    </a:cubicBezTo>
                    <a:cubicBezTo>
                      <a:pt x="1" y="3"/>
                      <a:pt x="1" y="3"/>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7" name="Freeform 545"/>
              <p:cNvSpPr>
                <a:spLocks/>
              </p:cNvSpPr>
              <p:nvPr/>
            </p:nvSpPr>
            <p:spPr bwMode="auto">
              <a:xfrm>
                <a:off x="3842"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8" name="Freeform 546"/>
              <p:cNvSpPr>
                <a:spLocks/>
              </p:cNvSpPr>
              <p:nvPr/>
            </p:nvSpPr>
            <p:spPr bwMode="auto">
              <a:xfrm>
                <a:off x="3842" y="2168"/>
                <a:ext cx="6" cy="7"/>
              </a:xfrm>
              <a:custGeom>
                <a:avLst/>
                <a:gdLst>
                  <a:gd name="T0" fmla="*/ 1 w 2"/>
                  <a:gd name="T1" fmla="*/ 3 h 3"/>
                  <a:gd name="T2" fmla="*/ 1 w 2"/>
                  <a:gd name="T3" fmla="*/ 3 h 3"/>
                  <a:gd name="T4" fmla="*/ 1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0" y="3"/>
                      <a:pt x="0" y="3"/>
                      <a:pt x="1" y="2"/>
                    </a:cubicBezTo>
                    <a:cubicBezTo>
                      <a:pt x="1" y="2"/>
                      <a:pt x="1" y="1"/>
                      <a:pt x="1" y="1"/>
                    </a:cubicBezTo>
                    <a:cubicBezTo>
                      <a:pt x="1" y="1"/>
                      <a:pt x="1" y="0"/>
                      <a:pt x="2" y="0"/>
                    </a:cubicBezTo>
                    <a:cubicBezTo>
                      <a:pt x="2" y="1"/>
                      <a:pt x="2" y="1"/>
                      <a:pt x="2" y="1"/>
                    </a:cubicBezTo>
                    <a:cubicBezTo>
                      <a:pt x="2" y="2"/>
                      <a:pt x="2"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89" name="Freeform 547"/>
              <p:cNvSpPr>
                <a:spLocks/>
              </p:cNvSpPr>
              <p:nvPr/>
            </p:nvSpPr>
            <p:spPr bwMode="auto">
              <a:xfrm>
                <a:off x="3845" y="2173"/>
                <a:ext cx="5" cy="7"/>
              </a:xfrm>
              <a:custGeom>
                <a:avLst/>
                <a:gdLst>
                  <a:gd name="T0" fmla="*/ 0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1" y="1"/>
                      <a:pt x="1" y="1"/>
                      <a:pt x="1" y="1"/>
                    </a:cubicBezTo>
                    <a:cubicBezTo>
                      <a:pt x="1" y="0"/>
                      <a:pt x="1" y="0"/>
                      <a:pt x="2" y="0"/>
                    </a:cubicBezTo>
                    <a:cubicBezTo>
                      <a:pt x="2" y="0"/>
                      <a:pt x="2" y="1"/>
                      <a:pt x="2" y="1"/>
                    </a:cubicBezTo>
                    <a:cubicBezTo>
                      <a:pt x="1" y="3"/>
                      <a:pt x="1" y="3"/>
                      <a:pt x="1" y="3"/>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0" name="Freeform 548"/>
              <p:cNvSpPr>
                <a:spLocks/>
              </p:cNvSpPr>
              <p:nvPr/>
            </p:nvSpPr>
            <p:spPr bwMode="auto">
              <a:xfrm>
                <a:off x="3848" y="2178"/>
                <a:ext cx="5" cy="10"/>
              </a:xfrm>
              <a:custGeom>
                <a:avLst/>
                <a:gdLst>
                  <a:gd name="T0" fmla="*/ 0 w 2"/>
                  <a:gd name="T1" fmla="*/ 4 h 4"/>
                  <a:gd name="T2" fmla="*/ 0 w 2"/>
                  <a:gd name="T3" fmla="*/ 3 h 4"/>
                  <a:gd name="T4" fmla="*/ 0 w 2"/>
                  <a:gd name="T5" fmla="*/ 3 h 4"/>
                  <a:gd name="T6" fmla="*/ 1 w 2"/>
                  <a:gd name="T7" fmla="*/ 0 h 4"/>
                  <a:gd name="T8" fmla="*/ 1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3"/>
                    </a:cubicBezTo>
                    <a:cubicBezTo>
                      <a:pt x="0" y="3"/>
                      <a:pt x="0" y="3"/>
                      <a:pt x="0" y="3"/>
                    </a:cubicBezTo>
                    <a:cubicBezTo>
                      <a:pt x="1" y="0"/>
                      <a:pt x="1" y="0"/>
                      <a:pt x="1" y="0"/>
                    </a:cubicBezTo>
                    <a:cubicBezTo>
                      <a:pt x="1" y="0"/>
                      <a:pt x="1" y="0"/>
                      <a:pt x="1" y="0"/>
                    </a:cubicBezTo>
                    <a:cubicBezTo>
                      <a:pt x="2" y="0"/>
                      <a:pt x="2" y="1"/>
                      <a:pt x="2" y="1"/>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1" name="Freeform 549"/>
              <p:cNvSpPr>
                <a:spLocks/>
              </p:cNvSpPr>
              <p:nvPr/>
            </p:nvSpPr>
            <p:spPr bwMode="auto">
              <a:xfrm>
                <a:off x="3850" y="2183"/>
                <a:ext cx="5" cy="10"/>
              </a:xfrm>
              <a:custGeom>
                <a:avLst/>
                <a:gdLst>
                  <a:gd name="T0" fmla="*/ 0 w 2"/>
                  <a:gd name="T1" fmla="*/ 4 h 4"/>
                  <a:gd name="T2" fmla="*/ 0 w 2"/>
                  <a:gd name="T3" fmla="*/ 3 h 4"/>
                  <a:gd name="T4" fmla="*/ 0 w 2"/>
                  <a:gd name="T5" fmla="*/ 3 h 4"/>
                  <a:gd name="T6" fmla="*/ 1 w 2"/>
                  <a:gd name="T7" fmla="*/ 0 h 4"/>
                  <a:gd name="T8" fmla="*/ 2 w 2"/>
                  <a:gd name="T9" fmla="*/ 0 h 4"/>
                  <a:gd name="T10" fmla="*/ 2 w 2"/>
                  <a:gd name="T11" fmla="*/ 1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3"/>
                      <a:pt x="0" y="3"/>
                    </a:cubicBezTo>
                    <a:cubicBezTo>
                      <a:pt x="0" y="3"/>
                      <a:pt x="0" y="3"/>
                      <a:pt x="0" y="3"/>
                    </a:cubicBezTo>
                    <a:cubicBezTo>
                      <a:pt x="0" y="2"/>
                      <a:pt x="1" y="1"/>
                      <a:pt x="1" y="0"/>
                    </a:cubicBezTo>
                    <a:cubicBezTo>
                      <a:pt x="1" y="0"/>
                      <a:pt x="1" y="0"/>
                      <a:pt x="2" y="0"/>
                    </a:cubicBezTo>
                    <a:cubicBezTo>
                      <a:pt x="2" y="0"/>
                      <a:pt x="2" y="1"/>
                      <a:pt x="2" y="1"/>
                    </a:cubicBezTo>
                    <a:cubicBezTo>
                      <a:pt x="1" y="2"/>
                      <a:pt x="1" y="2"/>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2" name="Freeform 550"/>
              <p:cNvSpPr>
                <a:spLocks/>
              </p:cNvSpPr>
              <p:nvPr/>
            </p:nvSpPr>
            <p:spPr bwMode="auto">
              <a:xfrm>
                <a:off x="3850" y="2188"/>
                <a:ext cx="8" cy="10"/>
              </a:xfrm>
              <a:custGeom>
                <a:avLst/>
                <a:gdLst>
                  <a:gd name="T0" fmla="*/ 1 w 3"/>
                  <a:gd name="T1" fmla="*/ 4 h 4"/>
                  <a:gd name="T2" fmla="*/ 1 w 3"/>
                  <a:gd name="T3" fmla="*/ 4 h 4"/>
                  <a:gd name="T4" fmla="*/ 1 w 3"/>
                  <a:gd name="T5" fmla="*/ 3 h 4"/>
                  <a:gd name="T6" fmla="*/ 2 w 3"/>
                  <a:gd name="T7" fmla="*/ 0 h 4"/>
                  <a:gd name="T8" fmla="*/ 3 w 3"/>
                  <a:gd name="T9" fmla="*/ 0 h 4"/>
                  <a:gd name="T10" fmla="*/ 3 w 3"/>
                  <a:gd name="T11" fmla="*/ 1 h 4"/>
                  <a:gd name="T12" fmla="*/ 1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1" y="4"/>
                      <a:pt x="0" y="3"/>
                      <a:pt x="1" y="3"/>
                    </a:cubicBezTo>
                    <a:cubicBezTo>
                      <a:pt x="1" y="2"/>
                      <a:pt x="1" y="1"/>
                      <a:pt x="2" y="0"/>
                    </a:cubicBezTo>
                    <a:cubicBezTo>
                      <a:pt x="2" y="0"/>
                      <a:pt x="2" y="0"/>
                      <a:pt x="3" y="0"/>
                    </a:cubicBezTo>
                    <a:cubicBezTo>
                      <a:pt x="3" y="0"/>
                      <a:pt x="3" y="0"/>
                      <a:pt x="3" y="1"/>
                    </a:cubicBezTo>
                    <a:cubicBezTo>
                      <a:pt x="2" y="2"/>
                      <a:pt x="2" y="2"/>
                      <a:pt x="1" y="3"/>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3" name="Freeform 551"/>
              <p:cNvSpPr>
                <a:spLocks/>
              </p:cNvSpPr>
              <p:nvPr/>
            </p:nvSpPr>
            <p:spPr bwMode="auto">
              <a:xfrm>
                <a:off x="3853" y="2193"/>
                <a:ext cx="7" cy="10"/>
              </a:xfrm>
              <a:custGeom>
                <a:avLst/>
                <a:gdLst>
                  <a:gd name="T0" fmla="*/ 1 w 3"/>
                  <a:gd name="T1" fmla="*/ 4 h 4"/>
                  <a:gd name="T2" fmla="*/ 1 w 3"/>
                  <a:gd name="T3" fmla="*/ 4 h 4"/>
                  <a:gd name="T4" fmla="*/ 0 w 3"/>
                  <a:gd name="T5" fmla="*/ 4 h 4"/>
                  <a:gd name="T6" fmla="*/ 1 w 3"/>
                  <a:gd name="T7" fmla="*/ 2 h 4"/>
                  <a:gd name="T8" fmla="*/ 1 w 3"/>
                  <a:gd name="T9" fmla="*/ 1 h 4"/>
                  <a:gd name="T10" fmla="*/ 2 w 3"/>
                  <a:gd name="T11" fmla="*/ 0 h 4"/>
                  <a:gd name="T12" fmla="*/ 2 w 3"/>
                  <a:gd name="T13" fmla="*/ 0 h 4"/>
                  <a:gd name="T14" fmla="*/ 3 w 3"/>
                  <a:gd name="T15" fmla="*/ 0 h 4"/>
                  <a:gd name="T16" fmla="*/ 2 w 3"/>
                  <a:gd name="T17" fmla="*/ 2 h 4"/>
                  <a:gd name="T18" fmla="*/ 2 w 3"/>
                  <a:gd name="T19" fmla="*/ 2 h 4"/>
                  <a:gd name="T20" fmla="*/ 1 w 3"/>
                  <a:gd name="T21" fmla="*/ 4 h 4"/>
                  <a:gd name="T22" fmla="*/ 1 w 3"/>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4"/>
                    </a:moveTo>
                    <a:cubicBezTo>
                      <a:pt x="1" y="4"/>
                      <a:pt x="1" y="4"/>
                      <a:pt x="1" y="4"/>
                    </a:cubicBezTo>
                    <a:cubicBezTo>
                      <a:pt x="0" y="4"/>
                      <a:pt x="0" y="4"/>
                      <a:pt x="0" y="4"/>
                    </a:cubicBezTo>
                    <a:cubicBezTo>
                      <a:pt x="0" y="3"/>
                      <a:pt x="1" y="2"/>
                      <a:pt x="1" y="2"/>
                    </a:cubicBezTo>
                    <a:cubicBezTo>
                      <a:pt x="1" y="1"/>
                      <a:pt x="1" y="1"/>
                      <a:pt x="1" y="1"/>
                    </a:cubicBezTo>
                    <a:cubicBezTo>
                      <a:pt x="2" y="1"/>
                      <a:pt x="2" y="1"/>
                      <a:pt x="2" y="0"/>
                    </a:cubicBezTo>
                    <a:cubicBezTo>
                      <a:pt x="2" y="0"/>
                      <a:pt x="2" y="0"/>
                      <a:pt x="2" y="0"/>
                    </a:cubicBezTo>
                    <a:cubicBezTo>
                      <a:pt x="2" y="0"/>
                      <a:pt x="3" y="0"/>
                      <a:pt x="3" y="0"/>
                    </a:cubicBezTo>
                    <a:cubicBezTo>
                      <a:pt x="3" y="1"/>
                      <a:pt x="2" y="1"/>
                      <a:pt x="2" y="2"/>
                    </a:cubicBezTo>
                    <a:cubicBezTo>
                      <a:pt x="2" y="2"/>
                      <a:pt x="2" y="2"/>
                      <a:pt x="2" y="2"/>
                    </a:cubicBezTo>
                    <a:cubicBezTo>
                      <a:pt x="2" y="3"/>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4" name="Freeform 552"/>
              <p:cNvSpPr>
                <a:spLocks/>
              </p:cNvSpPr>
              <p:nvPr/>
            </p:nvSpPr>
            <p:spPr bwMode="auto">
              <a:xfrm>
                <a:off x="3855" y="2200"/>
                <a:ext cx="5" cy="8"/>
              </a:xfrm>
              <a:custGeom>
                <a:avLst/>
                <a:gdLst>
                  <a:gd name="T0" fmla="*/ 0 w 2"/>
                  <a:gd name="T1" fmla="*/ 3 h 3"/>
                  <a:gd name="T2" fmla="*/ 0 w 2"/>
                  <a:gd name="T3" fmla="*/ 2 h 3"/>
                  <a:gd name="T4" fmla="*/ 0 w 2"/>
                  <a:gd name="T5" fmla="*/ 2 h 3"/>
                  <a:gd name="T6" fmla="*/ 1 w 2"/>
                  <a:gd name="T7" fmla="*/ 0 h 3"/>
                  <a:gd name="T8" fmla="*/ 2 w 2"/>
                  <a:gd name="T9" fmla="*/ 0 h 3"/>
                  <a:gd name="T10" fmla="*/ 2 w 2"/>
                  <a:gd name="T11" fmla="*/ 0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2"/>
                    </a:cubicBezTo>
                    <a:cubicBezTo>
                      <a:pt x="0" y="2"/>
                      <a:pt x="0" y="2"/>
                      <a:pt x="0" y="2"/>
                    </a:cubicBezTo>
                    <a:cubicBezTo>
                      <a:pt x="1" y="0"/>
                      <a:pt x="1" y="0"/>
                      <a:pt x="1" y="0"/>
                    </a:cubicBezTo>
                    <a:cubicBezTo>
                      <a:pt x="1" y="0"/>
                      <a:pt x="1" y="0"/>
                      <a:pt x="2" y="0"/>
                    </a:cubicBezTo>
                    <a:cubicBezTo>
                      <a:pt x="2" y="0"/>
                      <a:pt x="2" y="0"/>
                      <a:pt x="2" y="0"/>
                    </a:cubicBezTo>
                    <a:cubicBezTo>
                      <a:pt x="1" y="2"/>
                      <a:pt x="1" y="2"/>
                      <a:pt x="1" y="2"/>
                    </a:cubicBezTo>
                    <a:cubicBezTo>
                      <a:pt x="1" y="2"/>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5" name="Freeform 553"/>
              <p:cNvSpPr>
                <a:spLocks/>
              </p:cNvSpPr>
              <p:nvPr/>
            </p:nvSpPr>
            <p:spPr bwMode="auto">
              <a:xfrm>
                <a:off x="3848" y="2157"/>
                <a:ext cx="2" cy="5"/>
              </a:xfrm>
              <a:custGeom>
                <a:avLst/>
                <a:gdLst>
                  <a:gd name="T0" fmla="*/ 0 w 1"/>
                  <a:gd name="T1" fmla="*/ 2 h 2"/>
                  <a:gd name="T2" fmla="*/ 0 w 1"/>
                  <a:gd name="T3" fmla="*/ 2 h 2"/>
                  <a:gd name="T4" fmla="*/ 1 w 1"/>
                  <a:gd name="T5" fmla="*/ 1 h 2"/>
                  <a:gd name="T6" fmla="*/ 1 w 1"/>
                  <a:gd name="T7" fmla="*/ 1 h 2"/>
                  <a:gd name="T8" fmla="*/ 1 w 1"/>
                  <a:gd name="T9" fmla="*/ 1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1" y="1"/>
                    </a:cubicBezTo>
                    <a:cubicBezTo>
                      <a:pt x="1" y="0"/>
                      <a:pt x="1" y="0"/>
                      <a:pt x="1" y="1"/>
                    </a:cubicBezTo>
                    <a:cubicBezTo>
                      <a:pt x="1" y="1"/>
                      <a:pt x="1" y="1"/>
                      <a:pt x="1" y="1"/>
                    </a:cubicBezTo>
                    <a:cubicBezTo>
                      <a:pt x="1" y="1"/>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6" name="Freeform 554"/>
              <p:cNvSpPr>
                <a:spLocks/>
              </p:cNvSpPr>
              <p:nvPr/>
            </p:nvSpPr>
            <p:spPr bwMode="auto">
              <a:xfrm>
                <a:off x="3850" y="2160"/>
                <a:ext cx="5" cy="5"/>
              </a:xfrm>
              <a:custGeom>
                <a:avLst/>
                <a:gdLst>
                  <a:gd name="T0" fmla="*/ 1 w 2"/>
                  <a:gd name="T1" fmla="*/ 2 h 2"/>
                  <a:gd name="T2" fmla="*/ 1 w 2"/>
                  <a:gd name="T3" fmla="*/ 2 h 2"/>
                  <a:gd name="T4" fmla="*/ 0 w 2"/>
                  <a:gd name="T5" fmla="*/ 1 h 2"/>
                  <a:gd name="T6" fmla="*/ 1 w 2"/>
                  <a:gd name="T7" fmla="*/ 0 h 2"/>
                  <a:gd name="T8" fmla="*/ 1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1"/>
                    </a:cubicBezTo>
                    <a:cubicBezTo>
                      <a:pt x="1" y="1"/>
                      <a:pt x="1" y="1"/>
                      <a:pt x="1" y="0"/>
                    </a:cubicBezTo>
                    <a:cubicBezTo>
                      <a:pt x="1" y="0"/>
                      <a:pt x="1" y="0"/>
                      <a:pt x="1"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7" name="Freeform 555"/>
              <p:cNvSpPr>
                <a:spLocks/>
              </p:cNvSpPr>
              <p:nvPr/>
            </p:nvSpPr>
            <p:spPr bwMode="auto">
              <a:xfrm>
                <a:off x="3855" y="2162"/>
                <a:ext cx="5" cy="6"/>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1"/>
                      <a:pt x="1" y="0"/>
                    </a:cubicBezTo>
                    <a:cubicBezTo>
                      <a:pt x="1" y="0"/>
                      <a:pt x="1"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8" name="Freeform 556"/>
              <p:cNvSpPr>
                <a:spLocks/>
              </p:cNvSpPr>
              <p:nvPr/>
            </p:nvSpPr>
            <p:spPr bwMode="auto">
              <a:xfrm>
                <a:off x="3860" y="2162"/>
                <a:ext cx="5" cy="8"/>
              </a:xfrm>
              <a:custGeom>
                <a:avLst/>
                <a:gdLst>
                  <a:gd name="T0" fmla="*/ 0 w 2"/>
                  <a:gd name="T1" fmla="*/ 3 h 3"/>
                  <a:gd name="T2" fmla="*/ 0 w 2"/>
                  <a:gd name="T3" fmla="*/ 3 h 3"/>
                  <a:gd name="T4" fmla="*/ 0 w 2"/>
                  <a:gd name="T5" fmla="*/ 2 h 3"/>
                  <a:gd name="T6" fmla="*/ 1 w 2"/>
                  <a:gd name="T7" fmla="*/ 1 h 3"/>
                  <a:gd name="T8" fmla="*/ 1 w 2"/>
                  <a:gd name="T9" fmla="*/ 0 h 3"/>
                  <a:gd name="T10" fmla="*/ 2 w 2"/>
                  <a:gd name="T11" fmla="*/ 1 h 3"/>
                  <a:gd name="T12" fmla="*/ 1 w 2"/>
                  <a:gd name="T13" fmla="*/ 2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2"/>
                      <a:pt x="0" y="2"/>
                    </a:cubicBezTo>
                    <a:cubicBezTo>
                      <a:pt x="1" y="1"/>
                      <a:pt x="1" y="1"/>
                      <a:pt x="1" y="1"/>
                    </a:cubicBezTo>
                    <a:cubicBezTo>
                      <a:pt x="1" y="0"/>
                      <a:pt x="1" y="0"/>
                      <a:pt x="1" y="0"/>
                    </a:cubicBezTo>
                    <a:cubicBezTo>
                      <a:pt x="2" y="1"/>
                      <a:pt x="2" y="1"/>
                      <a:pt x="2" y="1"/>
                    </a:cubicBezTo>
                    <a:cubicBezTo>
                      <a:pt x="1" y="2"/>
                      <a:pt x="1" y="2"/>
                      <a:pt x="1" y="2"/>
                    </a:cubicBezTo>
                    <a:cubicBezTo>
                      <a:pt x="1" y="3"/>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9" name="Freeform 557"/>
              <p:cNvSpPr>
                <a:spLocks/>
              </p:cNvSpPr>
              <p:nvPr/>
            </p:nvSpPr>
            <p:spPr bwMode="auto">
              <a:xfrm>
                <a:off x="3865" y="2165"/>
                <a:ext cx="5" cy="8"/>
              </a:xfrm>
              <a:custGeom>
                <a:avLst/>
                <a:gdLst>
                  <a:gd name="T0" fmla="*/ 1 w 2"/>
                  <a:gd name="T1" fmla="*/ 3 h 3"/>
                  <a:gd name="T2" fmla="*/ 0 w 2"/>
                  <a:gd name="T3" fmla="*/ 3 h 3"/>
                  <a:gd name="T4" fmla="*/ 0 w 2"/>
                  <a:gd name="T5" fmla="*/ 2 h 3"/>
                  <a:gd name="T6" fmla="*/ 1 w 2"/>
                  <a:gd name="T7" fmla="*/ 1 h 3"/>
                  <a:gd name="T8" fmla="*/ 2 w 2"/>
                  <a:gd name="T9" fmla="*/ 0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2"/>
                      <a:pt x="0" y="2"/>
                    </a:cubicBezTo>
                    <a:cubicBezTo>
                      <a:pt x="1" y="1"/>
                      <a:pt x="1" y="1"/>
                      <a:pt x="1" y="1"/>
                    </a:cubicBezTo>
                    <a:cubicBezTo>
                      <a:pt x="1" y="0"/>
                      <a:pt x="1" y="0"/>
                      <a:pt x="2" y="0"/>
                    </a:cubicBezTo>
                    <a:cubicBezTo>
                      <a:pt x="2" y="0"/>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0" name="Freeform 558"/>
              <p:cNvSpPr>
                <a:spLocks/>
              </p:cNvSpPr>
              <p:nvPr/>
            </p:nvSpPr>
            <p:spPr bwMode="auto">
              <a:xfrm>
                <a:off x="3870" y="2168"/>
                <a:ext cx="3"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0"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1" name="Freeform 559"/>
              <p:cNvSpPr>
                <a:spLocks/>
              </p:cNvSpPr>
              <p:nvPr/>
            </p:nvSpPr>
            <p:spPr bwMode="auto">
              <a:xfrm>
                <a:off x="3875" y="2170"/>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2" name="Freeform 560"/>
              <p:cNvSpPr>
                <a:spLocks/>
              </p:cNvSpPr>
              <p:nvPr/>
            </p:nvSpPr>
            <p:spPr bwMode="auto">
              <a:xfrm>
                <a:off x="3880" y="2170"/>
                <a:ext cx="5" cy="8"/>
              </a:xfrm>
              <a:custGeom>
                <a:avLst/>
                <a:gdLst>
                  <a:gd name="T0" fmla="*/ 0 w 2"/>
                  <a:gd name="T1" fmla="*/ 3 h 3"/>
                  <a:gd name="T2" fmla="*/ 0 w 2"/>
                  <a:gd name="T3" fmla="*/ 3 h 3"/>
                  <a:gd name="T4" fmla="*/ 0 w 2"/>
                  <a:gd name="T5" fmla="*/ 3 h 3"/>
                  <a:gd name="T6" fmla="*/ 1 w 2"/>
                  <a:gd name="T7" fmla="*/ 0 h 3"/>
                  <a:gd name="T8" fmla="*/ 2 w 2"/>
                  <a:gd name="T9" fmla="*/ 0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3"/>
                    </a:cubicBezTo>
                    <a:cubicBezTo>
                      <a:pt x="0" y="2"/>
                      <a:pt x="1" y="1"/>
                      <a:pt x="1" y="0"/>
                    </a:cubicBezTo>
                    <a:cubicBezTo>
                      <a:pt x="1" y="0"/>
                      <a:pt x="2" y="0"/>
                      <a:pt x="2" y="0"/>
                    </a:cubicBezTo>
                    <a:cubicBezTo>
                      <a:pt x="2" y="1"/>
                      <a:pt x="2" y="1"/>
                      <a:pt x="2" y="1"/>
                    </a:cubicBezTo>
                    <a:cubicBezTo>
                      <a:pt x="1" y="2"/>
                      <a:pt x="1" y="2"/>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3" name="Freeform 561"/>
              <p:cNvSpPr>
                <a:spLocks/>
              </p:cNvSpPr>
              <p:nvPr/>
            </p:nvSpPr>
            <p:spPr bwMode="auto">
              <a:xfrm>
                <a:off x="3883" y="2175"/>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4" name="Freeform 562"/>
              <p:cNvSpPr>
                <a:spLocks/>
              </p:cNvSpPr>
              <p:nvPr/>
            </p:nvSpPr>
            <p:spPr bwMode="auto">
              <a:xfrm>
                <a:off x="3860" y="2193"/>
                <a:ext cx="8" cy="15"/>
              </a:xfrm>
              <a:custGeom>
                <a:avLst/>
                <a:gdLst>
                  <a:gd name="T0" fmla="*/ 1 w 3"/>
                  <a:gd name="T1" fmla="*/ 6 h 6"/>
                  <a:gd name="T2" fmla="*/ 1 w 3"/>
                  <a:gd name="T3" fmla="*/ 6 h 6"/>
                  <a:gd name="T4" fmla="*/ 0 w 3"/>
                  <a:gd name="T5" fmla="*/ 6 h 6"/>
                  <a:gd name="T6" fmla="*/ 2 w 3"/>
                  <a:gd name="T7" fmla="*/ 1 h 6"/>
                  <a:gd name="T8" fmla="*/ 2 w 3"/>
                  <a:gd name="T9" fmla="*/ 0 h 6"/>
                  <a:gd name="T10" fmla="*/ 3 w 3"/>
                  <a:gd name="T11" fmla="*/ 1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cubicBezTo>
                      <a:pt x="1" y="6"/>
                      <a:pt x="1" y="6"/>
                      <a:pt x="1" y="6"/>
                    </a:cubicBezTo>
                    <a:cubicBezTo>
                      <a:pt x="0" y="6"/>
                      <a:pt x="0" y="6"/>
                      <a:pt x="0" y="6"/>
                    </a:cubicBezTo>
                    <a:cubicBezTo>
                      <a:pt x="2" y="1"/>
                      <a:pt x="2" y="1"/>
                      <a:pt x="2" y="1"/>
                    </a:cubicBezTo>
                    <a:cubicBezTo>
                      <a:pt x="2" y="0"/>
                      <a:pt x="2" y="0"/>
                      <a:pt x="2" y="0"/>
                    </a:cubicBezTo>
                    <a:cubicBezTo>
                      <a:pt x="3" y="0"/>
                      <a:pt x="3" y="1"/>
                      <a:pt x="3" y="1"/>
                    </a:cubicBezTo>
                    <a:cubicBezTo>
                      <a:pt x="1" y="6"/>
                      <a:pt x="1" y="6"/>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5" name="Freeform 563"/>
              <p:cNvSpPr>
                <a:spLocks/>
              </p:cNvSpPr>
              <p:nvPr/>
            </p:nvSpPr>
            <p:spPr bwMode="auto">
              <a:xfrm>
                <a:off x="3865" y="2190"/>
                <a:ext cx="5" cy="18"/>
              </a:xfrm>
              <a:custGeom>
                <a:avLst/>
                <a:gdLst>
                  <a:gd name="T0" fmla="*/ 0 w 2"/>
                  <a:gd name="T1" fmla="*/ 7 h 7"/>
                  <a:gd name="T2" fmla="*/ 0 w 2"/>
                  <a:gd name="T3" fmla="*/ 7 h 7"/>
                  <a:gd name="T4" fmla="*/ 0 w 2"/>
                  <a:gd name="T5" fmla="*/ 6 h 7"/>
                  <a:gd name="T6" fmla="*/ 2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1" y="4"/>
                      <a:pt x="1" y="3"/>
                      <a:pt x="2" y="1"/>
                    </a:cubicBezTo>
                    <a:cubicBezTo>
                      <a:pt x="2" y="1"/>
                      <a:pt x="2" y="0"/>
                      <a:pt x="2" y="0"/>
                    </a:cubicBezTo>
                    <a:cubicBezTo>
                      <a:pt x="2" y="0"/>
                      <a:pt x="2" y="1"/>
                      <a:pt x="2" y="1"/>
                    </a:cubicBezTo>
                    <a:cubicBezTo>
                      <a:pt x="2" y="3"/>
                      <a:pt x="1" y="4"/>
                      <a:pt x="1" y="6"/>
                    </a:cubicBezTo>
                    <a:cubicBezTo>
                      <a:pt x="1" y="6"/>
                      <a:pt x="1" y="6"/>
                      <a:pt x="1" y="6"/>
                    </a:cubicBezTo>
                    <a:cubicBezTo>
                      <a:pt x="1" y="7"/>
                      <a:pt x="1" y="7"/>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6" name="Freeform 564"/>
              <p:cNvSpPr>
                <a:spLocks/>
              </p:cNvSpPr>
              <p:nvPr/>
            </p:nvSpPr>
            <p:spPr bwMode="auto">
              <a:xfrm>
                <a:off x="3870" y="2188"/>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6 h 7"/>
                  <a:gd name="T14" fmla="*/ 1 w 2"/>
                  <a:gd name="T15" fmla="*/ 6 h 7"/>
                  <a:gd name="T16" fmla="*/ 1 w 2"/>
                  <a:gd name="T17" fmla="*/ 7 h 7"/>
                  <a:gd name="T18" fmla="*/ 0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0" y="7"/>
                    </a:moveTo>
                    <a:cubicBezTo>
                      <a:pt x="0" y="7"/>
                      <a:pt x="0" y="7"/>
                      <a:pt x="0" y="7"/>
                    </a:cubicBezTo>
                    <a:cubicBezTo>
                      <a:pt x="0" y="7"/>
                      <a:pt x="0" y="6"/>
                      <a:pt x="0" y="6"/>
                    </a:cubicBezTo>
                    <a:cubicBezTo>
                      <a:pt x="0" y="4"/>
                      <a:pt x="1" y="2"/>
                      <a:pt x="1" y="1"/>
                    </a:cubicBezTo>
                    <a:cubicBezTo>
                      <a:pt x="2" y="0"/>
                      <a:pt x="2" y="0"/>
                      <a:pt x="2" y="0"/>
                    </a:cubicBezTo>
                    <a:cubicBezTo>
                      <a:pt x="2" y="0"/>
                      <a:pt x="2" y="1"/>
                      <a:pt x="2" y="1"/>
                    </a:cubicBezTo>
                    <a:cubicBezTo>
                      <a:pt x="2" y="2"/>
                      <a:pt x="1" y="4"/>
                      <a:pt x="1" y="6"/>
                    </a:cubicBezTo>
                    <a:cubicBezTo>
                      <a:pt x="1" y="6"/>
                      <a:pt x="1" y="6"/>
                      <a:pt x="1" y="6"/>
                    </a:cubicBezTo>
                    <a:cubicBezTo>
                      <a:pt x="1" y="7"/>
                      <a:pt x="1" y="7"/>
                      <a:pt x="1"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7" name="Freeform 565"/>
              <p:cNvSpPr>
                <a:spLocks/>
              </p:cNvSpPr>
              <p:nvPr/>
            </p:nvSpPr>
            <p:spPr bwMode="auto">
              <a:xfrm>
                <a:off x="3875" y="2183"/>
                <a:ext cx="5" cy="17"/>
              </a:xfrm>
              <a:custGeom>
                <a:avLst/>
                <a:gdLst>
                  <a:gd name="T0" fmla="*/ 0 w 2"/>
                  <a:gd name="T1" fmla="*/ 7 h 7"/>
                  <a:gd name="T2" fmla="*/ 0 w 2"/>
                  <a:gd name="T3" fmla="*/ 7 h 7"/>
                  <a:gd name="T4" fmla="*/ 0 w 2"/>
                  <a:gd name="T5" fmla="*/ 6 h 7"/>
                  <a:gd name="T6" fmla="*/ 1 w 2"/>
                  <a:gd name="T7" fmla="*/ 1 h 7"/>
                  <a:gd name="T8" fmla="*/ 2 w 2"/>
                  <a:gd name="T9" fmla="*/ 0 h 7"/>
                  <a:gd name="T10" fmla="*/ 2 w 2"/>
                  <a:gd name="T11" fmla="*/ 1 h 7"/>
                  <a:gd name="T12" fmla="*/ 1 w 2"/>
                  <a:gd name="T13" fmla="*/ 7 h 7"/>
                  <a:gd name="T14" fmla="*/ 0 w 2"/>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0" y="7"/>
                    </a:moveTo>
                    <a:cubicBezTo>
                      <a:pt x="0" y="7"/>
                      <a:pt x="0" y="7"/>
                      <a:pt x="0" y="7"/>
                    </a:cubicBezTo>
                    <a:cubicBezTo>
                      <a:pt x="0" y="7"/>
                      <a:pt x="0" y="7"/>
                      <a:pt x="0" y="6"/>
                    </a:cubicBezTo>
                    <a:cubicBezTo>
                      <a:pt x="1" y="4"/>
                      <a:pt x="1" y="3"/>
                      <a:pt x="1" y="1"/>
                    </a:cubicBezTo>
                    <a:cubicBezTo>
                      <a:pt x="2" y="0"/>
                      <a:pt x="2" y="0"/>
                      <a:pt x="2" y="0"/>
                    </a:cubicBezTo>
                    <a:cubicBezTo>
                      <a:pt x="2" y="0"/>
                      <a:pt x="2" y="0"/>
                      <a:pt x="2" y="1"/>
                    </a:cubicBezTo>
                    <a:cubicBezTo>
                      <a:pt x="2" y="3"/>
                      <a:pt x="1" y="5"/>
                      <a:pt x="1" y="7"/>
                    </a:cubicBezTo>
                    <a:cubicBezTo>
                      <a:pt x="1"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8" name="Freeform 566"/>
              <p:cNvSpPr>
                <a:spLocks/>
              </p:cNvSpPr>
              <p:nvPr/>
            </p:nvSpPr>
            <p:spPr bwMode="auto">
              <a:xfrm>
                <a:off x="3845" y="2147"/>
                <a:ext cx="5" cy="10"/>
              </a:xfrm>
              <a:custGeom>
                <a:avLst/>
                <a:gdLst>
                  <a:gd name="T0" fmla="*/ 1 w 2"/>
                  <a:gd name="T1" fmla="*/ 4 h 4"/>
                  <a:gd name="T2" fmla="*/ 1 w 2"/>
                  <a:gd name="T3" fmla="*/ 4 h 4"/>
                  <a:gd name="T4" fmla="*/ 0 w 2"/>
                  <a:gd name="T5" fmla="*/ 4 h 4"/>
                  <a:gd name="T6" fmla="*/ 1 w 2"/>
                  <a:gd name="T7" fmla="*/ 0 h 4"/>
                  <a:gd name="T8" fmla="*/ 2 w 2"/>
                  <a:gd name="T9" fmla="*/ 0 h 4"/>
                  <a:gd name="T10" fmla="*/ 2 w 2"/>
                  <a:gd name="T11" fmla="*/ 1 h 4"/>
                  <a:gd name="T12" fmla="*/ 1 w 2"/>
                  <a:gd name="T13" fmla="*/ 4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cubicBezTo>
                      <a:pt x="1" y="4"/>
                      <a:pt x="1" y="4"/>
                      <a:pt x="1" y="4"/>
                    </a:cubicBezTo>
                    <a:cubicBezTo>
                      <a:pt x="0" y="4"/>
                      <a:pt x="0" y="4"/>
                      <a:pt x="0" y="4"/>
                    </a:cubicBezTo>
                    <a:cubicBezTo>
                      <a:pt x="0" y="3"/>
                      <a:pt x="1" y="1"/>
                      <a:pt x="1" y="0"/>
                    </a:cubicBezTo>
                    <a:cubicBezTo>
                      <a:pt x="1" y="0"/>
                      <a:pt x="2" y="0"/>
                      <a:pt x="2" y="0"/>
                    </a:cubicBezTo>
                    <a:cubicBezTo>
                      <a:pt x="2" y="0"/>
                      <a:pt x="2" y="1"/>
                      <a:pt x="2" y="1"/>
                    </a:cubicBezTo>
                    <a:cubicBezTo>
                      <a:pt x="2" y="2"/>
                      <a:pt x="1" y="3"/>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9" name="Freeform 567"/>
              <p:cNvSpPr>
                <a:spLocks/>
              </p:cNvSpPr>
              <p:nvPr/>
            </p:nvSpPr>
            <p:spPr bwMode="auto">
              <a:xfrm>
                <a:off x="3853" y="2145"/>
                <a:ext cx="5" cy="10"/>
              </a:xfrm>
              <a:custGeom>
                <a:avLst/>
                <a:gdLst>
                  <a:gd name="T0" fmla="*/ 0 w 2"/>
                  <a:gd name="T1" fmla="*/ 4 h 4"/>
                  <a:gd name="T2" fmla="*/ 0 w 2"/>
                  <a:gd name="T3" fmla="*/ 4 h 4"/>
                  <a:gd name="T4" fmla="*/ 0 w 2"/>
                  <a:gd name="T5" fmla="*/ 3 h 4"/>
                  <a:gd name="T6" fmla="*/ 1 w 2"/>
                  <a:gd name="T7" fmla="*/ 0 h 4"/>
                  <a:gd name="T8" fmla="*/ 2 w 2"/>
                  <a:gd name="T9" fmla="*/ 0 h 4"/>
                  <a:gd name="T10" fmla="*/ 2 w 2"/>
                  <a:gd name="T11" fmla="*/ 0 h 4"/>
                  <a:gd name="T12" fmla="*/ 1 w 2"/>
                  <a:gd name="T13" fmla="*/ 4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0" y="4"/>
                      <a:pt x="0" y="4"/>
                      <a:pt x="0" y="3"/>
                    </a:cubicBezTo>
                    <a:cubicBezTo>
                      <a:pt x="0" y="2"/>
                      <a:pt x="1" y="1"/>
                      <a:pt x="1" y="0"/>
                    </a:cubicBezTo>
                    <a:cubicBezTo>
                      <a:pt x="1" y="0"/>
                      <a:pt x="1" y="0"/>
                      <a:pt x="2" y="0"/>
                    </a:cubicBezTo>
                    <a:cubicBezTo>
                      <a:pt x="2" y="0"/>
                      <a:pt x="2" y="0"/>
                      <a:pt x="2" y="0"/>
                    </a:cubicBezTo>
                    <a:cubicBezTo>
                      <a:pt x="1" y="1"/>
                      <a:pt x="1" y="3"/>
                      <a:pt x="1"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0" name="Freeform 568"/>
              <p:cNvSpPr>
                <a:spLocks/>
              </p:cNvSpPr>
              <p:nvPr/>
            </p:nvSpPr>
            <p:spPr bwMode="auto">
              <a:xfrm>
                <a:off x="3855" y="2142"/>
                <a:ext cx="8" cy="13"/>
              </a:xfrm>
              <a:custGeom>
                <a:avLst/>
                <a:gdLst>
                  <a:gd name="T0" fmla="*/ 1 w 3"/>
                  <a:gd name="T1" fmla="*/ 5 h 5"/>
                  <a:gd name="T2" fmla="*/ 1 w 3"/>
                  <a:gd name="T3" fmla="*/ 5 h 5"/>
                  <a:gd name="T4" fmla="*/ 0 w 3"/>
                  <a:gd name="T5" fmla="*/ 4 h 5"/>
                  <a:gd name="T6" fmla="*/ 2 w 3"/>
                  <a:gd name="T7" fmla="*/ 0 h 5"/>
                  <a:gd name="T8" fmla="*/ 3 w 3"/>
                  <a:gd name="T9" fmla="*/ 0 h 5"/>
                  <a:gd name="T10" fmla="*/ 3 w 3"/>
                  <a:gd name="T11" fmla="*/ 0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1" y="5"/>
                      <a:pt x="1" y="5"/>
                      <a:pt x="1" y="5"/>
                    </a:cubicBezTo>
                    <a:cubicBezTo>
                      <a:pt x="0" y="5"/>
                      <a:pt x="0" y="4"/>
                      <a:pt x="0" y="4"/>
                    </a:cubicBezTo>
                    <a:cubicBezTo>
                      <a:pt x="1" y="3"/>
                      <a:pt x="1" y="1"/>
                      <a:pt x="2" y="0"/>
                    </a:cubicBezTo>
                    <a:cubicBezTo>
                      <a:pt x="2" y="0"/>
                      <a:pt x="3" y="0"/>
                      <a:pt x="3" y="0"/>
                    </a:cubicBezTo>
                    <a:cubicBezTo>
                      <a:pt x="3" y="0"/>
                      <a:pt x="3" y="0"/>
                      <a:pt x="3" y="0"/>
                    </a:cubicBezTo>
                    <a:cubicBezTo>
                      <a:pt x="2" y="2"/>
                      <a:pt x="2" y="3"/>
                      <a:pt x="1" y="4"/>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1" name="Freeform 569"/>
              <p:cNvSpPr>
                <a:spLocks/>
              </p:cNvSpPr>
              <p:nvPr/>
            </p:nvSpPr>
            <p:spPr bwMode="auto">
              <a:xfrm>
                <a:off x="3863" y="2137"/>
                <a:ext cx="5" cy="13"/>
              </a:xfrm>
              <a:custGeom>
                <a:avLst/>
                <a:gdLst>
                  <a:gd name="T0" fmla="*/ 0 w 2"/>
                  <a:gd name="T1" fmla="*/ 5 h 5"/>
                  <a:gd name="T2" fmla="*/ 0 w 2"/>
                  <a:gd name="T3" fmla="*/ 5 h 5"/>
                  <a:gd name="T4" fmla="*/ 0 w 2"/>
                  <a:gd name="T5" fmla="*/ 5 h 5"/>
                  <a:gd name="T6" fmla="*/ 2 w 2"/>
                  <a:gd name="T7" fmla="*/ 0 h 5"/>
                  <a:gd name="T8" fmla="*/ 2 w 2"/>
                  <a:gd name="T9" fmla="*/ 0 h 5"/>
                  <a:gd name="T10" fmla="*/ 2 w 2"/>
                  <a:gd name="T11" fmla="*/ 1 h 5"/>
                  <a:gd name="T12" fmla="*/ 1 w 2"/>
                  <a:gd name="T13" fmla="*/ 5 h 5"/>
                  <a:gd name="T14" fmla="*/ 0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5"/>
                    </a:moveTo>
                    <a:cubicBezTo>
                      <a:pt x="0" y="5"/>
                      <a:pt x="0" y="5"/>
                      <a:pt x="0" y="5"/>
                    </a:cubicBezTo>
                    <a:cubicBezTo>
                      <a:pt x="0" y="5"/>
                      <a:pt x="0" y="5"/>
                      <a:pt x="0" y="5"/>
                    </a:cubicBezTo>
                    <a:cubicBezTo>
                      <a:pt x="2" y="0"/>
                      <a:pt x="2" y="0"/>
                      <a:pt x="2" y="0"/>
                    </a:cubicBezTo>
                    <a:cubicBezTo>
                      <a:pt x="2" y="0"/>
                      <a:pt x="2" y="0"/>
                      <a:pt x="2" y="0"/>
                    </a:cubicBezTo>
                    <a:cubicBezTo>
                      <a:pt x="2" y="0"/>
                      <a:pt x="2" y="0"/>
                      <a:pt x="2" y="1"/>
                    </a:cubicBezTo>
                    <a:cubicBezTo>
                      <a:pt x="1" y="5"/>
                      <a:pt x="1" y="5"/>
                      <a:pt x="1" y="5"/>
                    </a:cubicBezTo>
                    <a:cubicBezTo>
                      <a:pt x="1"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2" name="Freeform 570"/>
              <p:cNvSpPr>
                <a:spLocks/>
              </p:cNvSpPr>
              <p:nvPr/>
            </p:nvSpPr>
            <p:spPr bwMode="auto">
              <a:xfrm>
                <a:off x="3870" y="2132"/>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cubicBezTo>
                      <a:pt x="0" y="6"/>
                      <a:pt x="0" y="6"/>
                      <a:pt x="0" y="6"/>
                    </a:cubicBezTo>
                    <a:cubicBezTo>
                      <a:pt x="0" y="6"/>
                      <a:pt x="0" y="6"/>
                      <a:pt x="0" y="5"/>
                    </a:cubicBezTo>
                    <a:cubicBezTo>
                      <a:pt x="0" y="4"/>
                      <a:pt x="1" y="2"/>
                      <a:pt x="1" y="1"/>
                    </a:cubicBezTo>
                    <a:cubicBezTo>
                      <a:pt x="1" y="0"/>
                      <a:pt x="2" y="0"/>
                      <a:pt x="2" y="0"/>
                    </a:cubicBezTo>
                    <a:cubicBezTo>
                      <a:pt x="2" y="0"/>
                      <a:pt x="2" y="1"/>
                      <a:pt x="2" y="1"/>
                    </a:cubicBezTo>
                    <a:cubicBezTo>
                      <a:pt x="2" y="2"/>
                      <a:pt x="1" y="4"/>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3" name="Freeform 571"/>
              <p:cNvSpPr>
                <a:spLocks/>
              </p:cNvSpPr>
              <p:nvPr/>
            </p:nvSpPr>
            <p:spPr bwMode="auto">
              <a:xfrm>
                <a:off x="3875" y="2130"/>
                <a:ext cx="8" cy="15"/>
              </a:xfrm>
              <a:custGeom>
                <a:avLst/>
                <a:gdLst>
                  <a:gd name="T0" fmla="*/ 1 w 3"/>
                  <a:gd name="T1" fmla="*/ 6 h 6"/>
                  <a:gd name="T2" fmla="*/ 0 w 3"/>
                  <a:gd name="T3" fmla="*/ 5 h 6"/>
                  <a:gd name="T4" fmla="*/ 0 w 3"/>
                  <a:gd name="T5" fmla="*/ 5 h 6"/>
                  <a:gd name="T6" fmla="*/ 2 w 3"/>
                  <a:gd name="T7" fmla="*/ 0 h 6"/>
                  <a:gd name="T8" fmla="*/ 2 w 3"/>
                  <a:gd name="T9" fmla="*/ 0 h 6"/>
                  <a:gd name="T10" fmla="*/ 3 w 3"/>
                  <a:gd name="T11" fmla="*/ 0 h 6"/>
                  <a:gd name="T12" fmla="*/ 1 w 3"/>
                  <a:gd name="T13" fmla="*/ 5 h 6"/>
                  <a:gd name="T14" fmla="*/ 1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cubicBezTo>
                      <a:pt x="0" y="6"/>
                      <a:pt x="0" y="6"/>
                      <a:pt x="0" y="5"/>
                    </a:cubicBezTo>
                    <a:cubicBezTo>
                      <a:pt x="0" y="5"/>
                      <a:pt x="0" y="5"/>
                      <a:pt x="0" y="5"/>
                    </a:cubicBezTo>
                    <a:cubicBezTo>
                      <a:pt x="1" y="3"/>
                      <a:pt x="1" y="2"/>
                      <a:pt x="2" y="0"/>
                    </a:cubicBezTo>
                    <a:cubicBezTo>
                      <a:pt x="2" y="0"/>
                      <a:pt x="2" y="0"/>
                      <a:pt x="2" y="0"/>
                    </a:cubicBezTo>
                    <a:cubicBezTo>
                      <a:pt x="3" y="0"/>
                      <a:pt x="3" y="0"/>
                      <a:pt x="3" y="0"/>
                    </a:cubicBezTo>
                    <a:cubicBezTo>
                      <a:pt x="2" y="2"/>
                      <a:pt x="1" y="3"/>
                      <a:pt x="1" y="5"/>
                    </a:cubicBezTo>
                    <a:cubicBezTo>
                      <a:pt x="1" y="5"/>
                      <a:pt x="1" y="5"/>
                      <a:pt x="1" y="5"/>
                    </a:cubicBezTo>
                    <a:cubicBezTo>
                      <a:pt x="1"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4" name="Freeform 572"/>
              <p:cNvSpPr>
                <a:spLocks/>
              </p:cNvSpPr>
              <p:nvPr/>
            </p:nvSpPr>
            <p:spPr bwMode="auto">
              <a:xfrm>
                <a:off x="3880" y="2127"/>
                <a:ext cx="5" cy="15"/>
              </a:xfrm>
              <a:custGeom>
                <a:avLst/>
                <a:gdLst>
                  <a:gd name="T0" fmla="*/ 0 w 2"/>
                  <a:gd name="T1" fmla="*/ 6 h 6"/>
                  <a:gd name="T2" fmla="*/ 0 w 2"/>
                  <a:gd name="T3" fmla="*/ 6 h 6"/>
                  <a:gd name="T4" fmla="*/ 0 w 2"/>
                  <a:gd name="T5" fmla="*/ 5 h 6"/>
                  <a:gd name="T6" fmla="*/ 1 w 2"/>
                  <a:gd name="T7" fmla="*/ 1 h 6"/>
                  <a:gd name="T8" fmla="*/ 2 w 2"/>
                  <a:gd name="T9" fmla="*/ 0 h 6"/>
                  <a:gd name="T10" fmla="*/ 2 w 2"/>
                  <a:gd name="T11" fmla="*/ 1 h 6"/>
                  <a:gd name="T12" fmla="*/ 1 w 2"/>
                  <a:gd name="T13" fmla="*/ 5 h 6"/>
                  <a:gd name="T14" fmla="*/ 1 w 2"/>
                  <a:gd name="T15" fmla="*/ 5 h 6"/>
                  <a:gd name="T16" fmla="*/ 1 w 2"/>
                  <a:gd name="T17" fmla="*/ 6 h 6"/>
                  <a:gd name="T18" fmla="*/ 0 w 2"/>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6"/>
                    </a:moveTo>
                    <a:cubicBezTo>
                      <a:pt x="0" y="6"/>
                      <a:pt x="0" y="6"/>
                      <a:pt x="0" y="6"/>
                    </a:cubicBezTo>
                    <a:cubicBezTo>
                      <a:pt x="0" y="6"/>
                      <a:pt x="0" y="6"/>
                      <a:pt x="0" y="5"/>
                    </a:cubicBezTo>
                    <a:cubicBezTo>
                      <a:pt x="0" y="4"/>
                      <a:pt x="1" y="2"/>
                      <a:pt x="1" y="1"/>
                    </a:cubicBezTo>
                    <a:cubicBezTo>
                      <a:pt x="2" y="0"/>
                      <a:pt x="2" y="0"/>
                      <a:pt x="2" y="0"/>
                    </a:cubicBezTo>
                    <a:cubicBezTo>
                      <a:pt x="2" y="0"/>
                      <a:pt x="2" y="1"/>
                      <a:pt x="2" y="1"/>
                    </a:cubicBezTo>
                    <a:cubicBezTo>
                      <a:pt x="2" y="2"/>
                      <a:pt x="1" y="4"/>
                      <a:pt x="1" y="5"/>
                    </a:cubicBezTo>
                    <a:cubicBezTo>
                      <a:pt x="1" y="5"/>
                      <a:pt x="1" y="5"/>
                      <a:pt x="1" y="5"/>
                    </a:cubicBezTo>
                    <a:cubicBezTo>
                      <a:pt x="1" y="6"/>
                      <a:pt x="1" y="6"/>
                      <a:pt x="1" y="6"/>
                    </a:cubicBezTo>
                    <a:cubicBezTo>
                      <a:pt x="1"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417" name="组合 416"/>
          <p:cNvGrpSpPr/>
          <p:nvPr/>
        </p:nvGrpSpPr>
        <p:grpSpPr>
          <a:xfrm>
            <a:off x="7112334" y="1601125"/>
            <a:ext cx="2575572" cy="4988621"/>
            <a:chOff x="6568556" y="1028568"/>
            <a:chExt cx="2441840" cy="4731306"/>
          </a:xfrm>
        </p:grpSpPr>
        <p:sp>
          <p:nvSpPr>
            <p:cNvPr id="418" name="平行四边形 417"/>
            <p:cNvSpPr/>
            <p:nvPr/>
          </p:nvSpPr>
          <p:spPr>
            <a:xfrm flipH="1">
              <a:off x="8588325" y="1834680"/>
              <a:ext cx="420155" cy="240635"/>
            </a:xfrm>
            <a:prstGeom prst="parallelogram">
              <a:avLst>
                <a:gd name="adj" fmla="val 55395"/>
              </a:avLst>
            </a:prstGeom>
            <a:gradFill flip="none" rotWithShape="1">
              <a:gsLst>
                <a:gs pos="0">
                  <a:schemeClr val="bg1"/>
                </a:gs>
                <a:gs pos="100000">
                  <a:schemeClr val="bg1">
                    <a:lumMod val="85000"/>
                  </a:schemeClr>
                </a:gs>
              </a:gsLst>
              <a:lin ang="17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19" name="平行四边形 418"/>
            <p:cNvSpPr/>
            <p:nvPr/>
          </p:nvSpPr>
          <p:spPr>
            <a:xfrm flipH="1">
              <a:off x="8298673" y="1718815"/>
              <a:ext cx="425672"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0" name="平行四边形 419"/>
            <p:cNvSpPr/>
            <p:nvPr/>
          </p:nvSpPr>
          <p:spPr>
            <a:xfrm flipH="1">
              <a:off x="8009230" y="1604868"/>
              <a:ext cx="425671"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1" name="平行四边形 420"/>
            <p:cNvSpPr/>
            <p:nvPr/>
          </p:nvSpPr>
          <p:spPr>
            <a:xfrm flipH="1">
              <a:off x="7723393" y="1490276"/>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2" name="平行四边形 421"/>
            <p:cNvSpPr/>
            <p:nvPr/>
          </p:nvSpPr>
          <p:spPr>
            <a:xfrm flipH="1">
              <a:off x="7435648" y="1373770"/>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3" name="平行四边形 422"/>
            <p:cNvSpPr/>
            <p:nvPr/>
          </p:nvSpPr>
          <p:spPr>
            <a:xfrm flipH="1">
              <a:off x="7147053" y="1257277"/>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4" name="平行四边形 423"/>
            <p:cNvSpPr/>
            <p:nvPr/>
          </p:nvSpPr>
          <p:spPr>
            <a:xfrm flipH="1">
              <a:off x="6856126" y="1144921"/>
              <a:ext cx="424619"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5" name="平行四边形 424"/>
            <p:cNvSpPr/>
            <p:nvPr/>
          </p:nvSpPr>
          <p:spPr>
            <a:xfrm flipH="1">
              <a:off x="6569220" y="1028568"/>
              <a:ext cx="420155" cy="240635"/>
            </a:xfrm>
            <a:prstGeom prst="parallelogram">
              <a:avLst>
                <a:gd name="adj" fmla="val 55395"/>
              </a:avLst>
            </a:prstGeom>
            <a:gradFill>
              <a:gsLst>
                <a:gs pos="0">
                  <a:schemeClr val="bg1"/>
                </a:gs>
                <a:gs pos="100000">
                  <a:schemeClr val="bg1">
                    <a:lumMod val="8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6" name="任意多边形 425"/>
            <p:cNvSpPr/>
            <p:nvPr/>
          </p:nvSpPr>
          <p:spPr>
            <a:xfrm>
              <a:off x="6700589" y="1267470"/>
              <a:ext cx="2309807" cy="2064573"/>
            </a:xfrm>
            <a:custGeom>
              <a:avLst/>
              <a:gdLst>
                <a:gd name="connsiteX0" fmla="*/ 5745 w 2309807"/>
                <a:gd name="connsiteY0" fmla="*/ 1734172 h 2064573"/>
                <a:gd name="connsiteX1" fmla="*/ 139045 w 2309807"/>
                <a:gd name="connsiteY1" fmla="*/ 1974807 h 2064573"/>
                <a:gd name="connsiteX2" fmla="*/ 425892 w 2309807"/>
                <a:gd name="connsiteY2" fmla="*/ 1974807 h 2064573"/>
                <a:gd name="connsiteX3" fmla="*/ 292592 w 2309807"/>
                <a:gd name="connsiteY3" fmla="*/ 1734172 h 2064573"/>
                <a:gd name="connsiteX4" fmla="*/ 579879 w 2309807"/>
                <a:gd name="connsiteY4" fmla="*/ 1505363 h 2064573"/>
                <a:gd name="connsiteX5" fmla="*/ 712622 w 2309807"/>
                <a:gd name="connsiteY5" fmla="*/ 1744994 h 2064573"/>
                <a:gd name="connsiteX6" fmla="*/ 714974 w 2309807"/>
                <a:gd name="connsiteY6" fmla="*/ 1744994 h 2064573"/>
                <a:gd name="connsiteX7" fmla="*/ 714974 w 2309807"/>
                <a:gd name="connsiteY7" fmla="*/ 1857899 h 2064573"/>
                <a:gd name="connsiteX8" fmla="*/ 713646 w 2309807"/>
                <a:gd name="connsiteY8" fmla="*/ 1855502 h 2064573"/>
                <a:gd name="connsiteX9" fmla="*/ 713646 w 2309807"/>
                <a:gd name="connsiteY9" fmla="*/ 1748198 h 2064573"/>
                <a:gd name="connsiteX10" fmla="*/ 1508256 w 2309807"/>
                <a:gd name="connsiteY10" fmla="*/ 1386948 h 2064573"/>
                <a:gd name="connsiteX11" fmla="*/ 1580691 w 2309807"/>
                <a:gd name="connsiteY11" fmla="*/ 1513434 h 2064573"/>
                <a:gd name="connsiteX12" fmla="*/ 1578323 w 2309807"/>
                <a:gd name="connsiteY12" fmla="*/ 1513434 h 2064573"/>
                <a:gd name="connsiteX13" fmla="*/ 1867143 w 2309807"/>
                <a:gd name="connsiteY13" fmla="*/ 1285048 h 2064573"/>
                <a:gd name="connsiteX14" fmla="*/ 1869877 w 2309807"/>
                <a:gd name="connsiteY14" fmla="*/ 1285048 h 2064573"/>
                <a:gd name="connsiteX15" fmla="*/ 1869877 w 2309807"/>
                <a:gd name="connsiteY15" fmla="*/ 1397943 h 2064573"/>
                <a:gd name="connsiteX16" fmla="*/ 1869080 w 2309807"/>
                <a:gd name="connsiteY16" fmla="*/ 1397943 h 2064573"/>
                <a:gd name="connsiteX17" fmla="*/ 1869080 w 2309807"/>
                <a:gd name="connsiteY17" fmla="*/ 1288565 h 2064573"/>
                <a:gd name="connsiteX18" fmla="*/ 0 w 2309807"/>
                <a:gd name="connsiteY18" fmla="*/ 0 h 2064573"/>
                <a:gd name="connsiteX19" fmla="*/ 288726 w 2309807"/>
                <a:gd name="connsiteY19" fmla="*/ 0 h 2064573"/>
                <a:gd name="connsiteX20" fmla="*/ 288726 w 2309807"/>
                <a:gd name="connsiteY20" fmla="*/ 115490 h 2064573"/>
                <a:gd name="connsiteX21" fmla="*/ 577452 w 2309807"/>
                <a:gd name="connsiteY21" fmla="*/ 115490 h 2064573"/>
                <a:gd name="connsiteX22" fmla="*/ 577452 w 2309807"/>
                <a:gd name="connsiteY22" fmla="*/ 230981 h 2064573"/>
                <a:gd name="connsiteX23" fmla="*/ 866178 w 2309807"/>
                <a:gd name="connsiteY23" fmla="*/ 230981 h 2064573"/>
                <a:gd name="connsiteX24" fmla="*/ 866178 w 2309807"/>
                <a:gd name="connsiteY24" fmla="*/ 346471 h 2064573"/>
                <a:gd name="connsiteX25" fmla="*/ 1154904 w 2309807"/>
                <a:gd name="connsiteY25" fmla="*/ 346471 h 2064573"/>
                <a:gd name="connsiteX26" fmla="*/ 1154904 w 2309807"/>
                <a:gd name="connsiteY26" fmla="*/ 461962 h 2064573"/>
                <a:gd name="connsiteX27" fmla="*/ 1443630 w 2309807"/>
                <a:gd name="connsiteY27" fmla="*/ 461962 h 2064573"/>
                <a:gd name="connsiteX28" fmla="*/ 1443630 w 2309807"/>
                <a:gd name="connsiteY28" fmla="*/ 577452 h 2064573"/>
                <a:gd name="connsiteX29" fmla="*/ 1732355 w 2309807"/>
                <a:gd name="connsiteY29" fmla="*/ 577452 h 2064573"/>
                <a:gd name="connsiteX30" fmla="*/ 1732355 w 2309807"/>
                <a:gd name="connsiteY30" fmla="*/ 692942 h 2064573"/>
                <a:gd name="connsiteX31" fmla="*/ 2021081 w 2309807"/>
                <a:gd name="connsiteY31" fmla="*/ 692942 h 2064573"/>
                <a:gd name="connsiteX32" fmla="*/ 2021081 w 2309807"/>
                <a:gd name="connsiteY32" fmla="*/ 809075 h 2064573"/>
                <a:gd name="connsiteX33" fmla="*/ 2309807 w 2309807"/>
                <a:gd name="connsiteY33" fmla="*/ 809075 h 2064573"/>
                <a:gd name="connsiteX34" fmla="*/ 2309807 w 2309807"/>
                <a:gd name="connsiteY34" fmla="*/ 928060 h 2064573"/>
                <a:gd name="connsiteX35" fmla="*/ 2024849 w 2309807"/>
                <a:gd name="connsiteY35" fmla="*/ 928060 h 2064573"/>
                <a:gd name="connsiteX36" fmla="*/ 2158149 w 2309807"/>
                <a:gd name="connsiteY36" fmla="*/ 1168695 h 2064573"/>
                <a:gd name="connsiteX37" fmla="*/ 2158603 w 2309807"/>
                <a:gd name="connsiteY37" fmla="*/ 1168695 h 2064573"/>
                <a:gd name="connsiteX38" fmla="*/ 2158603 w 2309807"/>
                <a:gd name="connsiteY38" fmla="*/ 1282453 h 2064573"/>
                <a:gd name="connsiteX39" fmla="*/ 2158098 w 2309807"/>
                <a:gd name="connsiteY39" fmla="*/ 1282453 h 2064573"/>
                <a:gd name="connsiteX40" fmla="*/ 2158098 w 2309807"/>
                <a:gd name="connsiteY40" fmla="*/ 1171896 h 2064573"/>
                <a:gd name="connsiteX41" fmla="*/ 2023780 w 2309807"/>
                <a:gd name="connsiteY41" fmla="*/ 928060 h 2064573"/>
                <a:gd name="connsiteX42" fmla="*/ 2023780 w 2309807"/>
                <a:gd name="connsiteY42" fmla="*/ 1041212 h 2064573"/>
                <a:gd name="connsiteX43" fmla="*/ 2156669 w 2309807"/>
                <a:gd name="connsiteY43" fmla="*/ 1282453 h 2064573"/>
                <a:gd name="connsiteX44" fmla="*/ 2156654 w 2309807"/>
                <a:gd name="connsiteY44" fmla="*/ 1282453 h 2064573"/>
                <a:gd name="connsiteX45" fmla="*/ 2024791 w 2309807"/>
                <a:gd name="connsiteY45" fmla="*/ 1044413 h 2064573"/>
                <a:gd name="connsiteX46" fmla="*/ 1733479 w 2309807"/>
                <a:gd name="connsiteY46" fmla="*/ 1044413 h 2064573"/>
                <a:gd name="connsiteX47" fmla="*/ 1734761 w 2309807"/>
                <a:gd name="connsiteY47" fmla="*/ 1046727 h 2064573"/>
                <a:gd name="connsiteX48" fmla="*/ 1734761 w 2309807"/>
                <a:gd name="connsiteY48" fmla="*/ 1155478 h 2064573"/>
                <a:gd name="connsiteX49" fmla="*/ 1868325 w 2309807"/>
                <a:gd name="connsiteY49" fmla="*/ 1397943 h 2064573"/>
                <a:gd name="connsiteX50" fmla="*/ 1581151 w 2309807"/>
                <a:gd name="connsiteY50" fmla="*/ 1397943 h 2064573"/>
                <a:gd name="connsiteX51" fmla="*/ 1581151 w 2309807"/>
                <a:gd name="connsiteY51" fmla="*/ 1513434 h 2064573"/>
                <a:gd name="connsiteX52" fmla="*/ 1580958 w 2309807"/>
                <a:gd name="connsiteY52" fmla="*/ 1513434 h 2064573"/>
                <a:gd name="connsiteX53" fmla="*/ 1580958 w 2309807"/>
                <a:gd name="connsiteY53" fmla="*/ 1397403 h 2064573"/>
                <a:gd name="connsiteX54" fmla="*/ 1867165 w 2309807"/>
                <a:gd name="connsiteY54" fmla="*/ 1397403 h 2064573"/>
                <a:gd name="connsiteX55" fmla="*/ 1733865 w 2309807"/>
                <a:gd name="connsiteY55" fmla="*/ 1156768 h 2064573"/>
                <a:gd name="connsiteX56" fmla="*/ 1447016 w 2309807"/>
                <a:gd name="connsiteY56" fmla="*/ 1156768 h 2064573"/>
                <a:gd name="connsiteX57" fmla="*/ 1514070 w 2309807"/>
                <a:gd name="connsiteY57" fmla="*/ 1277814 h 2064573"/>
                <a:gd name="connsiteX58" fmla="*/ 1443292 w 2309807"/>
                <a:gd name="connsiteY58" fmla="*/ 1154223 h 2064573"/>
                <a:gd name="connsiteX59" fmla="*/ 1443292 w 2309807"/>
                <a:gd name="connsiteY59" fmla="*/ 1273263 h 2064573"/>
                <a:gd name="connsiteX60" fmla="*/ 1158422 w 2309807"/>
                <a:gd name="connsiteY60" fmla="*/ 1273263 h 2064573"/>
                <a:gd name="connsiteX61" fmla="*/ 1291721 w 2309807"/>
                <a:gd name="connsiteY61" fmla="*/ 1513897 h 2064573"/>
                <a:gd name="connsiteX62" fmla="*/ 1292426 w 2309807"/>
                <a:gd name="connsiteY62" fmla="*/ 1513897 h 2064573"/>
                <a:gd name="connsiteX63" fmla="*/ 1292426 w 2309807"/>
                <a:gd name="connsiteY63" fmla="*/ 1516528 h 2064573"/>
                <a:gd name="connsiteX64" fmla="*/ 1158421 w 2309807"/>
                <a:gd name="connsiteY64" fmla="*/ 1273262 h 2064573"/>
                <a:gd name="connsiteX65" fmla="*/ 1158421 w 2309807"/>
                <a:gd name="connsiteY65" fmla="*/ 1386570 h 2064573"/>
                <a:gd name="connsiteX66" fmla="*/ 1291924 w 2309807"/>
                <a:gd name="connsiteY66" fmla="*/ 1628924 h 2064573"/>
                <a:gd name="connsiteX67" fmla="*/ 1290004 w 2309807"/>
                <a:gd name="connsiteY67" fmla="*/ 1628924 h 2064573"/>
                <a:gd name="connsiteX68" fmla="*/ 1157523 w 2309807"/>
                <a:gd name="connsiteY68" fmla="*/ 1389768 h 2064573"/>
                <a:gd name="connsiteX69" fmla="*/ 870676 w 2309807"/>
                <a:gd name="connsiteY69" fmla="*/ 1389768 h 2064573"/>
                <a:gd name="connsiteX70" fmla="*/ 1003700 w 2309807"/>
                <a:gd name="connsiteY70" fmla="*/ 1629905 h 2064573"/>
                <a:gd name="connsiteX71" fmla="*/ 1003700 w 2309807"/>
                <a:gd name="connsiteY71" fmla="*/ 1742658 h 2064573"/>
                <a:gd name="connsiteX72" fmla="*/ 1001384 w 2309807"/>
                <a:gd name="connsiteY72" fmla="*/ 1738477 h 2064573"/>
                <a:gd name="connsiteX73" fmla="*/ 1001384 w 2309807"/>
                <a:gd name="connsiteY73" fmla="*/ 1627054 h 2064573"/>
                <a:gd name="connsiteX74" fmla="*/ 870674 w 2309807"/>
                <a:gd name="connsiteY74" fmla="*/ 1389768 h 2064573"/>
                <a:gd name="connsiteX75" fmla="*/ 870674 w 2309807"/>
                <a:gd name="connsiteY75" fmla="*/ 1504360 h 2064573"/>
                <a:gd name="connsiteX76" fmla="*/ 579326 w 2309807"/>
                <a:gd name="connsiteY76" fmla="*/ 1504360 h 2064573"/>
                <a:gd name="connsiteX77" fmla="*/ 579325 w 2309807"/>
                <a:gd name="connsiteY77" fmla="*/ 1504358 h 2064573"/>
                <a:gd name="connsiteX78" fmla="*/ 579325 w 2309807"/>
                <a:gd name="connsiteY78" fmla="*/ 1504360 h 2064573"/>
                <a:gd name="connsiteX79" fmla="*/ 579323 w 2309807"/>
                <a:gd name="connsiteY79" fmla="*/ 1504360 h 2064573"/>
                <a:gd name="connsiteX80" fmla="*/ 579325 w 2309807"/>
                <a:gd name="connsiteY80" fmla="*/ 1504363 h 2064573"/>
                <a:gd name="connsiteX81" fmla="*/ 579325 w 2309807"/>
                <a:gd name="connsiteY81" fmla="*/ 1615103 h 2064573"/>
                <a:gd name="connsiteX82" fmla="*/ 581090 w 2309807"/>
                <a:gd name="connsiteY82" fmla="*/ 1618307 h 2064573"/>
                <a:gd name="connsiteX83" fmla="*/ 289880 w 2309807"/>
                <a:gd name="connsiteY83" fmla="*/ 1618307 h 2064573"/>
                <a:gd name="connsiteX84" fmla="*/ 291582 w 2309807"/>
                <a:gd name="connsiteY84" fmla="*/ 1621378 h 2064573"/>
                <a:gd name="connsiteX85" fmla="*/ 291582 w 2309807"/>
                <a:gd name="connsiteY85" fmla="*/ 1730973 h 2064573"/>
                <a:gd name="connsiteX86" fmla="*/ 425900 w 2309807"/>
                <a:gd name="connsiteY86" fmla="*/ 1974808 h 2064573"/>
                <a:gd name="connsiteX87" fmla="*/ 425900 w 2309807"/>
                <a:gd name="connsiteY87" fmla="*/ 1864057 h 2064573"/>
                <a:gd name="connsiteX88" fmla="*/ 405651 w 2309807"/>
                <a:gd name="connsiteY88" fmla="*/ 1827298 h 2064573"/>
                <a:gd name="connsiteX89" fmla="*/ 423180 w 2309807"/>
                <a:gd name="connsiteY89" fmla="*/ 1858942 h 2064573"/>
                <a:gd name="connsiteX90" fmla="*/ 713645 w 2309807"/>
                <a:gd name="connsiteY90" fmla="*/ 1858942 h 2064573"/>
                <a:gd name="connsiteX91" fmla="*/ 713646 w 2309807"/>
                <a:gd name="connsiteY91" fmla="*/ 1858943 h 2064573"/>
                <a:gd name="connsiteX92" fmla="*/ 713646 w 2309807"/>
                <a:gd name="connsiteY92" fmla="*/ 1858942 h 2064573"/>
                <a:gd name="connsiteX93" fmla="*/ 714974 w 2309807"/>
                <a:gd name="connsiteY93" fmla="*/ 1858942 h 2064573"/>
                <a:gd name="connsiteX94" fmla="*/ 714974 w 2309807"/>
                <a:gd name="connsiteY94" fmla="*/ 1859905 h 2064573"/>
                <a:gd name="connsiteX95" fmla="*/ 426248 w 2309807"/>
                <a:gd name="connsiteY95" fmla="*/ 1859905 h 2064573"/>
                <a:gd name="connsiteX96" fmla="*/ 426248 w 2309807"/>
                <a:gd name="connsiteY96" fmla="*/ 1976038 h 2064573"/>
                <a:gd name="connsiteX97" fmla="*/ 137522 w 2309807"/>
                <a:gd name="connsiteY97" fmla="*/ 1976038 h 2064573"/>
                <a:gd name="connsiteX98" fmla="*/ 137522 w 2309807"/>
                <a:gd name="connsiteY98" fmla="*/ 1976590 h 2064573"/>
                <a:gd name="connsiteX99" fmla="*/ 5732 w 2309807"/>
                <a:gd name="connsiteY99" fmla="*/ 1734174 h 2064573"/>
                <a:gd name="connsiteX100" fmla="*/ 5732 w 2309807"/>
                <a:gd name="connsiteY100" fmla="*/ 2064573 h 2064573"/>
                <a:gd name="connsiteX101" fmla="*/ 0 w 2309807"/>
                <a:gd name="connsiteY101" fmla="*/ 2064573 h 2064573"/>
                <a:gd name="connsiteX102" fmla="*/ 0 w 2309807"/>
                <a:gd name="connsiteY102" fmla="*/ 1149129 h 2064573"/>
                <a:gd name="connsiteX103" fmla="*/ 0 w 2309807"/>
                <a:gd name="connsiteY103" fmla="*/ 1149128 h 206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09807" h="2064573">
                  <a:moveTo>
                    <a:pt x="5745" y="1734172"/>
                  </a:moveTo>
                  <a:lnTo>
                    <a:pt x="139045" y="1974807"/>
                  </a:lnTo>
                  <a:lnTo>
                    <a:pt x="425892" y="1974807"/>
                  </a:lnTo>
                  <a:lnTo>
                    <a:pt x="292592" y="1734172"/>
                  </a:lnTo>
                  <a:close/>
                  <a:moveTo>
                    <a:pt x="579879" y="1505363"/>
                  </a:moveTo>
                  <a:lnTo>
                    <a:pt x="712622" y="1744994"/>
                  </a:lnTo>
                  <a:lnTo>
                    <a:pt x="714974" y="1744994"/>
                  </a:lnTo>
                  <a:lnTo>
                    <a:pt x="714974" y="1857899"/>
                  </a:lnTo>
                  <a:lnTo>
                    <a:pt x="713646" y="1855502"/>
                  </a:lnTo>
                  <a:lnTo>
                    <a:pt x="713646" y="1748198"/>
                  </a:lnTo>
                  <a:close/>
                  <a:moveTo>
                    <a:pt x="1508256" y="1386948"/>
                  </a:moveTo>
                  <a:lnTo>
                    <a:pt x="1580691" y="1513434"/>
                  </a:lnTo>
                  <a:lnTo>
                    <a:pt x="1578323" y="1513434"/>
                  </a:lnTo>
                  <a:close/>
                  <a:moveTo>
                    <a:pt x="1867143" y="1285048"/>
                  </a:moveTo>
                  <a:lnTo>
                    <a:pt x="1869877" y="1285048"/>
                  </a:lnTo>
                  <a:lnTo>
                    <a:pt x="1869877" y="1397943"/>
                  </a:lnTo>
                  <a:lnTo>
                    <a:pt x="1869080" y="1397943"/>
                  </a:lnTo>
                  <a:lnTo>
                    <a:pt x="1869080" y="1288565"/>
                  </a:lnTo>
                  <a:close/>
                  <a:moveTo>
                    <a:pt x="0" y="0"/>
                  </a:moveTo>
                  <a:lnTo>
                    <a:pt x="288726" y="0"/>
                  </a:lnTo>
                  <a:lnTo>
                    <a:pt x="288726" y="115490"/>
                  </a:lnTo>
                  <a:lnTo>
                    <a:pt x="577452" y="115490"/>
                  </a:lnTo>
                  <a:lnTo>
                    <a:pt x="577452" y="230981"/>
                  </a:lnTo>
                  <a:lnTo>
                    <a:pt x="866178" y="230981"/>
                  </a:lnTo>
                  <a:lnTo>
                    <a:pt x="866178" y="346471"/>
                  </a:lnTo>
                  <a:lnTo>
                    <a:pt x="1154904" y="346471"/>
                  </a:lnTo>
                  <a:lnTo>
                    <a:pt x="1154904" y="461962"/>
                  </a:lnTo>
                  <a:lnTo>
                    <a:pt x="1443630" y="461962"/>
                  </a:lnTo>
                  <a:lnTo>
                    <a:pt x="1443630" y="577452"/>
                  </a:lnTo>
                  <a:lnTo>
                    <a:pt x="1732355" y="577452"/>
                  </a:lnTo>
                  <a:lnTo>
                    <a:pt x="1732355" y="692942"/>
                  </a:lnTo>
                  <a:lnTo>
                    <a:pt x="2021081" y="692942"/>
                  </a:lnTo>
                  <a:lnTo>
                    <a:pt x="2021081" y="809075"/>
                  </a:lnTo>
                  <a:lnTo>
                    <a:pt x="2309807" y="809075"/>
                  </a:lnTo>
                  <a:lnTo>
                    <a:pt x="2309807" y="928060"/>
                  </a:lnTo>
                  <a:lnTo>
                    <a:pt x="2024849" y="928060"/>
                  </a:lnTo>
                  <a:lnTo>
                    <a:pt x="2158149" y="1168695"/>
                  </a:lnTo>
                  <a:lnTo>
                    <a:pt x="2158603" y="1168695"/>
                  </a:lnTo>
                  <a:lnTo>
                    <a:pt x="2158603" y="1282453"/>
                  </a:lnTo>
                  <a:lnTo>
                    <a:pt x="2158098" y="1282453"/>
                  </a:lnTo>
                  <a:lnTo>
                    <a:pt x="2158098" y="1171896"/>
                  </a:lnTo>
                  <a:lnTo>
                    <a:pt x="2023780" y="928060"/>
                  </a:lnTo>
                  <a:lnTo>
                    <a:pt x="2023780" y="1041212"/>
                  </a:lnTo>
                  <a:lnTo>
                    <a:pt x="2156669" y="1282453"/>
                  </a:lnTo>
                  <a:lnTo>
                    <a:pt x="2156654" y="1282453"/>
                  </a:lnTo>
                  <a:lnTo>
                    <a:pt x="2024791" y="1044413"/>
                  </a:lnTo>
                  <a:lnTo>
                    <a:pt x="1733479" y="1044413"/>
                  </a:lnTo>
                  <a:lnTo>
                    <a:pt x="1734761" y="1046727"/>
                  </a:lnTo>
                  <a:lnTo>
                    <a:pt x="1734761" y="1155478"/>
                  </a:lnTo>
                  <a:lnTo>
                    <a:pt x="1868325" y="1397943"/>
                  </a:lnTo>
                  <a:lnTo>
                    <a:pt x="1581151" y="1397943"/>
                  </a:lnTo>
                  <a:lnTo>
                    <a:pt x="1581151" y="1513434"/>
                  </a:lnTo>
                  <a:lnTo>
                    <a:pt x="1580958" y="1513434"/>
                  </a:lnTo>
                  <a:lnTo>
                    <a:pt x="1580958" y="1397403"/>
                  </a:lnTo>
                  <a:lnTo>
                    <a:pt x="1867165" y="1397403"/>
                  </a:lnTo>
                  <a:lnTo>
                    <a:pt x="1733865" y="1156768"/>
                  </a:lnTo>
                  <a:lnTo>
                    <a:pt x="1447016" y="1156768"/>
                  </a:lnTo>
                  <a:lnTo>
                    <a:pt x="1514070" y="1277814"/>
                  </a:lnTo>
                  <a:lnTo>
                    <a:pt x="1443292" y="1154223"/>
                  </a:lnTo>
                  <a:lnTo>
                    <a:pt x="1443292" y="1273263"/>
                  </a:lnTo>
                  <a:lnTo>
                    <a:pt x="1158422" y="1273263"/>
                  </a:lnTo>
                  <a:lnTo>
                    <a:pt x="1291721" y="1513897"/>
                  </a:lnTo>
                  <a:lnTo>
                    <a:pt x="1292426" y="1513897"/>
                  </a:lnTo>
                  <a:lnTo>
                    <a:pt x="1292426" y="1516528"/>
                  </a:lnTo>
                  <a:lnTo>
                    <a:pt x="1158421" y="1273262"/>
                  </a:lnTo>
                  <a:lnTo>
                    <a:pt x="1158421" y="1386570"/>
                  </a:lnTo>
                  <a:lnTo>
                    <a:pt x="1291924" y="1628924"/>
                  </a:lnTo>
                  <a:lnTo>
                    <a:pt x="1290004" y="1628924"/>
                  </a:lnTo>
                  <a:lnTo>
                    <a:pt x="1157523" y="1389768"/>
                  </a:lnTo>
                  <a:lnTo>
                    <a:pt x="870676" y="1389768"/>
                  </a:lnTo>
                  <a:lnTo>
                    <a:pt x="1003700" y="1629905"/>
                  </a:lnTo>
                  <a:lnTo>
                    <a:pt x="1003700" y="1742658"/>
                  </a:lnTo>
                  <a:lnTo>
                    <a:pt x="1001384" y="1738477"/>
                  </a:lnTo>
                  <a:lnTo>
                    <a:pt x="1001384" y="1627054"/>
                  </a:lnTo>
                  <a:lnTo>
                    <a:pt x="870674" y="1389768"/>
                  </a:lnTo>
                  <a:lnTo>
                    <a:pt x="870674" y="1504360"/>
                  </a:lnTo>
                  <a:lnTo>
                    <a:pt x="579326" y="1504360"/>
                  </a:lnTo>
                  <a:lnTo>
                    <a:pt x="579325" y="1504358"/>
                  </a:lnTo>
                  <a:lnTo>
                    <a:pt x="579325" y="1504360"/>
                  </a:lnTo>
                  <a:lnTo>
                    <a:pt x="579323" y="1504360"/>
                  </a:lnTo>
                  <a:lnTo>
                    <a:pt x="579325" y="1504363"/>
                  </a:lnTo>
                  <a:lnTo>
                    <a:pt x="579325" y="1615103"/>
                  </a:lnTo>
                  <a:lnTo>
                    <a:pt x="581090" y="1618307"/>
                  </a:lnTo>
                  <a:lnTo>
                    <a:pt x="289880" y="1618307"/>
                  </a:lnTo>
                  <a:lnTo>
                    <a:pt x="291582" y="1621378"/>
                  </a:lnTo>
                  <a:lnTo>
                    <a:pt x="291582" y="1730973"/>
                  </a:lnTo>
                  <a:lnTo>
                    <a:pt x="425900" y="1974808"/>
                  </a:lnTo>
                  <a:lnTo>
                    <a:pt x="425900" y="1864057"/>
                  </a:lnTo>
                  <a:lnTo>
                    <a:pt x="405651" y="1827298"/>
                  </a:lnTo>
                  <a:lnTo>
                    <a:pt x="423180" y="1858942"/>
                  </a:lnTo>
                  <a:lnTo>
                    <a:pt x="713645" y="1858942"/>
                  </a:lnTo>
                  <a:lnTo>
                    <a:pt x="713646" y="1858943"/>
                  </a:lnTo>
                  <a:lnTo>
                    <a:pt x="713646" y="1858942"/>
                  </a:lnTo>
                  <a:lnTo>
                    <a:pt x="714974" y="1858942"/>
                  </a:lnTo>
                  <a:lnTo>
                    <a:pt x="714974" y="1859905"/>
                  </a:lnTo>
                  <a:lnTo>
                    <a:pt x="426248" y="1859905"/>
                  </a:lnTo>
                  <a:lnTo>
                    <a:pt x="426248" y="1976038"/>
                  </a:lnTo>
                  <a:lnTo>
                    <a:pt x="137522" y="1976038"/>
                  </a:lnTo>
                  <a:lnTo>
                    <a:pt x="137522" y="1976590"/>
                  </a:lnTo>
                  <a:lnTo>
                    <a:pt x="5732" y="1734174"/>
                  </a:lnTo>
                  <a:lnTo>
                    <a:pt x="5732" y="2064573"/>
                  </a:lnTo>
                  <a:lnTo>
                    <a:pt x="0" y="2064573"/>
                  </a:lnTo>
                  <a:lnTo>
                    <a:pt x="0" y="1149129"/>
                  </a:lnTo>
                  <a:lnTo>
                    <a:pt x="0" y="1149128"/>
                  </a:lnTo>
                  <a:close/>
                </a:path>
              </a:pathLst>
            </a:custGeom>
            <a:gradFill flip="none" rotWithShape="1">
              <a:gsLst>
                <a:gs pos="0">
                  <a:srgbClr val="663A77"/>
                </a:gs>
                <a:gs pos="100000">
                  <a:srgbClr val="8F52A8"/>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7" name="平行四边形 426"/>
            <p:cNvSpPr/>
            <p:nvPr/>
          </p:nvSpPr>
          <p:spPr>
            <a:xfrm rot="16200000" flipH="1" flipV="1">
              <a:off x="4561886" y="3040234"/>
              <a:ext cx="4148490" cy="133711"/>
            </a:xfrm>
            <a:prstGeom prst="parallelogram">
              <a:avLst>
                <a:gd name="adj" fmla="val 183941"/>
              </a:avLst>
            </a:prstGeom>
            <a:gradFill>
              <a:gsLst>
                <a:gs pos="0">
                  <a:srgbClr val="663A77"/>
                </a:gs>
                <a:gs pos="100000">
                  <a:srgbClr val="A876BC"/>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8" name="平行四边形 427"/>
            <p:cNvSpPr/>
            <p:nvPr/>
          </p:nvSpPr>
          <p:spPr>
            <a:xfrm rot="16200000" flipH="1" flipV="1">
              <a:off x="6220316" y="5277922"/>
              <a:ext cx="830192" cy="133711"/>
            </a:xfrm>
            <a:prstGeom prst="parallelogram">
              <a:avLst>
                <a:gd name="adj" fmla="val 183941"/>
              </a:avLst>
            </a:prstGeom>
            <a:gradFill>
              <a:gsLst>
                <a:gs pos="0">
                  <a:srgbClr val="663A77">
                    <a:alpha val="55000"/>
                  </a:srgbClr>
                </a:gs>
                <a:gs pos="100000">
                  <a:srgbClr val="A876BC">
                    <a:alpha val="0"/>
                  </a:srgbClr>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429" name="组合 428"/>
            <p:cNvGrpSpPr/>
            <p:nvPr/>
          </p:nvGrpSpPr>
          <p:grpSpPr>
            <a:xfrm>
              <a:off x="6640995" y="1825917"/>
              <a:ext cx="901541" cy="635588"/>
              <a:chOff x="6127310" y="5233623"/>
              <a:chExt cx="901541" cy="635588"/>
            </a:xfrm>
          </p:grpSpPr>
          <p:sp>
            <p:nvSpPr>
              <p:cNvPr id="593" name="文本框 352"/>
              <p:cNvSpPr txBox="1"/>
              <p:nvPr/>
            </p:nvSpPr>
            <p:spPr>
              <a:xfrm>
                <a:off x="6127310" y="5233623"/>
                <a:ext cx="901541" cy="518551"/>
              </a:xfrm>
              <a:prstGeom prst="rect">
                <a:avLst/>
              </a:prstGeom>
              <a:noFill/>
            </p:spPr>
            <p:txBody>
              <a:bodyPr wrap="square" rtlCol="0">
                <a:spAutoFit/>
              </a:bodyPr>
              <a:lstStyle/>
              <a:p>
                <a:pPr algn="ctr"/>
                <a:r>
                  <a:rPr lang="en-US" altLang="zh-CN" sz="2953" dirty="0">
                    <a:solidFill>
                      <a:prstClr val="white"/>
                    </a:solidFill>
                    <a:latin typeface="Impact" panose="020B0806030902050204" pitchFamily="34" charset="0"/>
                  </a:rPr>
                  <a:t>04</a:t>
                </a:r>
                <a:endParaRPr lang="zh-CN" altLang="en-US" sz="2953" dirty="0">
                  <a:solidFill>
                    <a:prstClr val="white"/>
                  </a:solidFill>
                  <a:latin typeface="Impact" panose="020B0806030902050204" pitchFamily="34" charset="0"/>
                </a:endParaRPr>
              </a:p>
            </p:txBody>
          </p:sp>
          <p:sp>
            <p:nvSpPr>
              <p:cNvPr id="594" name="文本框 353"/>
              <p:cNvSpPr txBox="1"/>
              <p:nvPr/>
            </p:nvSpPr>
            <p:spPr>
              <a:xfrm>
                <a:off x="6299898" y="5566242"/>
                <a:ext cx="578002" cy="302969"/>
              </a:xfrm>
              <a:prstGeom prst="rect">
                <a:avLst/>
              </a:prstGeom>
              <a:noFill/>
            </p:spPr>
            <p:txBody>
              <a:bodyPr wrap="square" rtlCol="0">
                <a:spAutoFit/>
              </a:bodyPr>
              <a:lstStyle/>
              <a:p>
                <a:pPr algn="ctr"/>
                <a:r>
                  <a:rPr lang="en-US" altLang="zh-CN" sz="1476" dirty="0">
                    <a:solidFill>
                      <a:prstClr val="white"/>
                    </a:solidFill>
                    <a:latin typeface="LiHei Pro" panose="020B0500000000000000" pitchFamily="34" charset="-122"/>
                    <a:ea typeface="LiHei Pro" panose="020B0500000000000000" pitchFamily="34" charset="-122"/>
                  </a:rPr>
                  <a:t>STEP</a:t>
                </a:r>
                <a:endParaRPr lang="zh-CN" altLang="en-US" sz="1476" dirty="0">
                  <a:solidFill>
                    <a:prstClr val="white"/>
                  </a:solidFill>
                  <a:latin typeface="LiHei Pro" panose="020B0500000000000000" pitchFamily="34" charset="-122"/>
                  <a:ea typeface="LiHei Pro" panose="020B0500000000000000" pitchFamily="34" charset="-122"/>
                </a:endParaRPr>
              </a:p>
            </p:txBody>
          </p:sp>
        </p:grpSp>
        <p:grpSp>
          <p:nvGrpSpPr>
            <p:cNvPr id="430" name="Group 575"/>
            <p:cNvGrpSpPr>
              <a:grpSpLocks noChangeAspect="1"/>
            </p:cNvGrpSpPr>
            <p:nvPr/>
          </p:nvGrpSpPr>
          <p:grpSpPr bwMode="auto">
            <a:xfrm>
              <a:off x="7389286" y="2000101"/>
              <a:ext cx="415903" cy="321828"/>
              <a:chOff x="3538" y="1339"/>
              <a:chExt cx="168" cy="130"/>
            </a:xfrm>
            <a:solidFill>
              <a:schemeClr val="bg1"/>
            </a:solidFill>
          </p:grpSpPr>
          <p:sp>
            <p:nvSpPr>
              <p:cNvPr id="431" name="Freeform 576"/>
              <p:cNvSpPr>
                <a:spLocks noEditPoints="1"/>
              </p:cNvSpPr>
              <p:nvPr/>
            </p:nvSpPr>
            <p:spPr bwMode="auto">
              <a:xfrm>
                <a:off x="3545" y="1339"/>
                <a:ext cx="101" cy="70"/>
              </a:xfrm>
              <a:custGeom>
                <a:avLst/>
                <a:gdLst>
                  <a:gd name="T0" fmla="*/ 1 w 41"/>
                  <a:gd name="T1" fmla="*/ 25 h 28"/>
                  <a:gd name="T2" fmla="*/ 1 w 41"/>
                  <a:gd name="T3" fmla="*/ 10 h 28"/>
                  <a:gd name="T4" fmla="*/ 3 w 41"/>
                  <a:gd name="T5" fmla="*/ 0 h 28"/>
                  <a:gd name="T6" fmla="*/ 9 w 41"/>
                  <a:gd name="T7" fmla="*/ 0 h 28"/>
                  <a:gd name="T8" fmla="*/ 38 w 41"/>
                  <a:gd name="T9" fmla="*/ 0 h 28"/>
                  <a:gd name="T10" fmla="*/ 40 w 41"/>
                  <a:gd name="T11" fmla="*/ 6 h 28"/>
                  <a:gd name="T12" fmla="*/ 40 w 41"/>
                  <a:gd name="T13" fmla="*/ 19 h 28"/>
                  <a:gd name="T14" fmla="*/ 40 w 41"/>
                  <a:gd name="T15" fmla="*/ 26 h 28"/>
                  <a:gd name="T16" fmla="*/ 35 w 41"/>
                  <a:gd name="T17" fmla="*/ 28 h 28"/>
                  <a:gd name="T18" fmla="*/ 32 w 41"/>
                  <a:gd name="T19" fmla="*/ 28 h 28"/>
                  <a:gd name="T20" fmla="*/ 11 w 41"/>
                  <a:gd name="T21" fmla="*/ 28 h 28"/>
                  <a:gd name="T22" fmla="*/ 6 w 41"/>
                  <a:gd name="T23" fmla="*/ 28 h 28"/>
                  <a:gd name="T24" fmla="*/ 3 w 41"/>
                  <a:gd name="T25" fmla="*/ 1 h 28"/>
                  <a:gd name="T26" fmla="*/ 2 w 41"/>
                  <a:gd name="T27" fmla="*/ 1 h 28"/>
                  <a:gd name="T28" fmla="*/ 1 w 41"/>
                  <a:gd name="T29" fmla="*/ 11 h 28"/>
                  <a:gd name="T30" fmla="*/ 6 w 41"/>
                  <a:gd name="T31" fmla="*/ 28 h 28"/>
                  <a:gd name="T32" fmla="*/ 11 w 41"/>
                  <a:gd name="T33" fmla="*/ 27 h 28"/>
                  <a:gd name="T34" fmla="*/ 32 w 41"/>
                  <a:gd name="T35" fmla="*/ 28 h 28"/>
                  <a:gd name="T36" fmla="*/ 35 w 41"/>
                  <a:gd name="T37" fmla="*/ 28 h 28"/>
                  <a:gd name="T38" fmla="*/ 40 w 41"/>
                  <a:gd name="T39" fmla="*/ 26 h 28"/>
                  <a:gd name="T40" fmla="*/ 40 w 41"/>
                  <a:gd name="T41" fmla="*/ 19 h 28"/>
                  <a:gd name="T42" fmla="*/ 40 w 41"/>
                  <a:gd name="T43" fmla="*/ 6 h 28"/>
                  <a:gd name="T44" fmla="*/ 38 w 41"/>
                  <a:gd name="T45" fmla="*/ 1 h 28"/>
                  <a:gd name="T46" fmla="*/ 9 w 41"/>
                  <a:gd name="T47" fmla="*/ 1 h 28"/>
                  <a:gd name="T48" fmla="*/ 7 w 41"/>
                  <a:gd name="T49" fmla="*/ 24 h 28"/>
                  <a:gd name="T50" fmla="*/ 3 w 41"/>
                  <a:gd name="T51" fmla="*/ 23 h 28"/>
                  <a:gd name="T52" fmla="*/ 3 w 41"/>
                  <a:gd name="T53" fmla="*/ 9 h 28"/>
                  <a:gd name="T54" fmla="*/ 4 w 41"/>
                  <a:gd name="T55" fmla="*/ 2 h 28"/>
                  <a:gd name="T56" fmla="*/ 38 w 41"/>
                  <a:gd name="T57" fmla="*/ 3 h 28"/>
                  <a:gd name="T58" fmla="*/ 38 w 41"/>
                  <a:gd name="T59" fmla="*/ 5 h 28"/>
                  <a:gd name="T60" fmla="*/ 38 w 41"/>
                  <a:gd name="T61" fmla="*/ 24 h 28"/>
                  <a:gd name="T62" fmla="*/ 7 w 41"/>
                  <a:gd name="T63" fmla="*/ 24 h 28"/>
                  <a:gd name="T64" fmla="*/ 7 w 41"/>
                  <a:gd name="T65" fmla="*/ 23 h 28"/>
                  <a:gd name="T66" fmla="*/ 12 w 41"/>
                  <a:gd name="T67" fmla="*/ 23 h 28"/>
                  <a:gd name="T68" fmla="*/ 37 w 41"/>
                  <a:gd name="T69" fmla="*/ 5 h 28"/>
                  <a:gd name="T70" fmla="*/ 37 w 41"/>
                  <a:gd name="T71" fmla="*/ 3 h 28"/>
                  <a:gd name="T72" fmla="*/ 4 w 41"/>
                  <a:gd name="T73" fmla="*/ 3 h 28"/>
                  <a:gd name="T74" fmla="*/ 4 w 41"/>
                  <a:gd name="T75" fmla="*/ 9 h 28"/>
                  <a:gd name="T76" fmla="*/ 4 w 41"/>
                  <a:gd name="T77"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 h="28">
                    <a:moveTo>
                      <a:pt x="6" y="28"/>
                    </a:moveTo>
                    <a:cubicBezTo>
                      <a:pt x="5" y="28"/>
                      <a:pt x="1" y="28"/>
                      <a:pt x="1" y="25"/>
                    </a:cubicBezTo>
                    <a:cubicBezTo>
                      <a:pt x="1" y="11"/>
                      <a:pt x="1" y="11"/>
                      <a:pt x="1" y="11"/>
                    </a:cubicBezTo>
                    <a:cubicBezTo>
                      <a:pt x="1" y="11"/>
                      <a:pt x="1" y="10"/>
                      <a:pt x="1" y="10"/>
                    </a:cubicBezTo>
                    <a:cubicBezTo>
                      <a:pt x="0" y="6"/>
                      <a:pt x="0" y="2"/>
                      <a:pt x="2" y="1"/>
                    </a:cubicBezTo>
                    <a:cubicBezTo>
                      <a:pt x="2" y="0"/>
                      <a:pt x="2" y="0"/>
                      <a:pt x="3" y="0"/>
                    </a:cubicBezTo>
                    <a:cubicBezTo>
                      <a:pt x="4" y="0"/>
                      <a:pt x="5" y="0"/>
                      <a:pt x="6" y="0"/>
                    </a:cubicBezTo>
                    <a:cubicBezTo>
                      <a:pt x="7" y="0"/>
                      <a:pt x="8" y="0"/>
                      <a:pt x="9" y="0"/>
                    </a:cubicBezTo>
                    <a:cubicBezTo>
                      <a:pt x="10" y="0"/>
                      <a:pt x="11" y="0"/>
                      <a:pt x="12" y="0"/>
                    </a:cubicBezTo>
                    <a:cubicBezTo>
                      <a:pt x="38" y="0"/>
                      <a:pt x="38" y="0"/>
                      <a:pt x="38" y="0"/>
                    </a:cubicBezTo>
                    <a:cubicBezTo>
                      <a:pt x="39" y="0"/>
                      <a:pt x="39" y="0"/>
                      <a:pt x="40" y="1"/>
                    </a:cubicBezTo>
                    <a:cubicBezTo>
                      <a:pt x="41" y="2"/>
                      <a:pt x="41" y="4"/>
                      <a:pt x="40" y="6"/>
                    </a:cubicBezTo>
                    <a:cubicBezTo>
                      <a:pt x="40" y="6"/>
                      <a:pt x="40" y="7"/>
                      <a:pt x="40" y="7"/>
                    </a:cubicBezTo>
                    <a:cubicBezTo>
                      <a:pt x="40" y="19"/>
                      <a:pt x="40" y="19"/>
                      <a:pt x="40" y="19"/>
                    </a:cubicBezTo>
                    <a:cubicBezTo>
                      <a:pt x="40" y="19"/>
                      <a:pt x="40" y="20"/>
                      <a:pt x="40" y="21"/>
                    </a:cubicBezTo>
                    <a:cubicBezTo>
                      <a:pt x="40" y="23"/>
                      <a:pt x="40" y="24"/>
                      <a:pt x="40" y="26"/>
                    </a:cubicBezTo>
                    <a:cubicBezTo>
                      <a:pt x="40" y="26"/>
                      <a:pt x="40" y="27"/>
                      <a:pt x="40" y="27"/>
                    </a:cubicBezTo>
                    <a:cubicBezTo>
                      <a:pt x="39" y="28"/>
                      <a:pt x="37" y="28"/>
                      <a:pt x="35" y="28"/>
                    </a:cubicBezTo>
                    <a:cubicBezTo>
                      <a:pt x="34" y="28"/>
                      <a:pt x="34" y="28"/>
                      <a:pt x="34" y="28"/>
                    </a:cubicBezTo>
                    <a:cubicBezTo>
                      <a:pt x="33" y="28"/>
                      <a:pt x="33" y="28"/>
                      <a:pt x="32" y="28"/>
                    </a:cubicBezTo>
                    <a:cubicBezTo>
                      <a:pt x="29" y="28"/>
                      <a:pt x="25" y="28"/>
                      <a:pt x="22" y="28"/>
                    </a:cubicBezTo>
                    <a:cubicBezTo>
                      <a:pt x="18" y="28"/>
                      <a:pt x="15" y="28"/>
                      <a:pt x="11" y="28"/>
                    </a:cubicBezTo>
                    <a:cubicBezTo>
                      <a:pt x="11" y="28"/>
                      <a:pt x="10" y="28"/>
                      <a:pt x="9" y="28"/>
                    </a:cubicBezTo>
                    <a:cubicBezTo>
                      <a:pt x="8" y="28"/>
                      <a:pt x="7" y="28"/>
                      <a:pt x="6" y="28"/>
                    </a:cubicBezTo>
                    <a:close/>
                    <a:moveTo>
                      <a:pt x="6" y="1"/>
                    </a:moveTo>
                    <a:cubicBezTo>
                      <a:pt x="5" y="1"/>
                      <a:pt x="4" y="1"/>
                      <a:pt x="3" y="1"/>
                    </a:cubicBezTo>
                    <a:cubicBezTo>
                      <a:pt x="3" y="1"/>
                      <a:pt x="3" y="1"/>
                      <a:pt x="3" y="1"/>
                    </a:cubicBezTo>
                    <a:cubicBezTo>
                      <a:pt x="3" y="1"/>
                      <a:pt x="2" y="1"/>
                      <a:pt x="2" y="1"/>
                    </a:cubicBezTo>
                    <a:cubicBezTo>
                      <a:pt x="1" y="3"/>
                      <a:pt x="1" y="7"/>
                      <a:pt x="1" y="10"/>
                    </a:cubicBezTo>
                    <a:cubicBezTo>
                      <a:pt x="1" y="10"/>
                      <a:pt x="1" y="11"/>
                      <a:pt x="1" y="11"/>
                    </a:cubicBezTo>
                    <a:cubicBezTo>
                      <a:pt x="1" y="25"/>
                      <a:pt x="1" y="25"/>
                      <a:pt x="1" y="25"/>
                    </a:cubicBezTo>
                    <a:cubicBezTo>
                      <a:pt x="1" y="27"/>
                      <a:pt x="3" y="28"/>
                      <a:pt x="6" y="28"/>
                    </a:cubicBezTo>
                    <a:cubicBezTo>
                      <a:pt x="7" y="28"/>
                      <a:pt x="8" y="28"/>
                      <a:pt x="9" y="28"/>
                    </a:cubicBezTo>
                    <a:cubicBezTo>
                      <a:pt x="10" y="27"/>
                      <a:pt x="11" y="27"/>
                      <a:pt x="11" y="27"/>
                    </a:cubicBezTo>
                    <a:cubicBezTo>
                      <a:pt x="15" y="27"/>
                      <a:pt x="18" y="27"/>
                      <a:pt x="22" y="28"/>
                    </a:cubicBezTo>
                    <a:cubicBezTo>
                      <a:pt x="25" y="28"/>
                      <a:pt x="29" y="28"/>
                      <a:pt x="32" y="28"/>
                    </a:cubicBezTo>
                    <a:cubicBezTo>
                      <a:pt x="33" y="28"/>
                      <a:pt x="33" y="28"/>
                      <a:pt x="34" y="28"/>
                    </a:cubicBezTo>
                    <a:cubicBezTo>
                      <a:pt x="34" y="28"/>
                      <a:pt x="34" y="28"/>
                      <a:pt x="35" y="28"/>
                    </a:cubicBezTo>
                    <a:cubicBezTo>
                      <a:pt x="37" y="28"/>
                      <a:pt x="39" y="28"/>
                      <a:pt x="39" y="27"/>
                    </a:cubicBezTo>
                    <a:cubicBezTo>
                      <a:pt x="40" y="26"/>
                      <a:pt x="40" y="26"/>
                      <a:pt x="40" y="26"/>
                    </a:cubicBezTo>
                    <a:cubicBezTo>
                      <a:pt x="40" y="24"/>
                      <a:pt x="40" y="23"/>
                      <a:pt x="40" y="21"/>
                    </a:cubicBezTo>
                    <a:cubicBezTo>
                      <a:pt x="40" y="20"/>
                      <a:pt x="40" y="19"/>
                      <a:pt x="40" y="19"/>
                    </a:cubicBezTo>
                    <a:cubicBezTo>
                      <a:pt x="40" y="7"/>
                      <a:pt x="40" y="7"/>
                      <a:pt x="40" y="7"/>
                    </a:cubicBezTo>
                    <a:cubicBezTo>
                      <a:pt x="40" y="7"/>
                      <a:pt x="40" y="6"/>
                      <a:pt x="40" y="6"/>
                    </a:cubicBezTo>
                    <a:cubicBezTo>
                      <a:pt x="40" y="4"/>
                      <a:pt x="40" y="2"/>
                      <a:pt x="39" y="1"/>
                    </a:cubicBezTo>
                    <a:cubicBezTo>
                      <a:pt x="39" y="1"/>
                      <a:pt x="38" y="1"/>
                      <a:pt x="38" y="1"/>
                    </a:cubicBezTo>
                    <a:cubicBezTo>
                      <a:pt x="12" y="1"/>
                      <a:pt x="12" y="1"/>
                      <a:pt x="12" y="1"/>
                    </a:cubicBezTo>
                    <a:cubicBezTo>
                      <a:pt x="11" y="1"/>
                      <a:pt x="10" y="1"/>
                      <a:pt x="9" y="1"/>
                    </a:cubicBezTo>
                    <a:cubicBezTo>
                      <a:pt x="8" y="1"/>
                      <a:pt x="7" y="1"/>
                      <a:pt x="6" y="1"/>
                    </a:cubicBezTo>
                    <a:close/>
                    <a:moveTo>
                      <a:pt x="7" y="24"/>
                    </a:moveTo>
                    <a:cubicBezTo>
                      <a:pt x="6" y="24"/>
                      <a:pt x="5" y="24"/>
                      <a:pt x="5" y="24"/>
                    </a:cubicBezTo>
                    <a:cubicBezTo>
                      <a:pt x="4" y="24"/>
                      <a:pt x="3" y="24"/>
                      <a:pt x="3" y="23"/>
                    </a:cubicBezTo>
                    <a:cubicBezTo>
                      <a:pt x="3" y="10"/>
                      <a:pt x="3" y="10"/>
                      <a:pt x="3" y="10"/>
                    </a:cubicBezTo>
                    <a:cubicBezTo>
                      <a:pt x="3" y="10"/>
                      <a:pt x="3" y="9"/>
                      <a:pt x="3" y="9"/>
                    </a:cubicBezTo>
                    <a:cubicBezTo>
                      <a:pt x="3" y="6"/>
                      <a:pt x="3" y="4"/>
                      <a:pt x="3" y="3"/>
                    </a:cubicBezTo>
                    <a:cubicBezTo>
                      <a:pt x="4" y="3"/>
                      <a:pt x="4" y="2"/>
                      <a:pt x="4" y="2"/>
                    </a:cubicBezTo>
                    <a:cubicBezTo>
                      <a:pt x="37" y="2"/>
                      <a:pt x="37" y="2"/>
                      <a:pt x="37" y="2"/>
                    </a:cubicBezTo>
                    <a:cubicBezTo>
                      <a:pt x="37" y="2"/>
                      <a:pt x="38" y="3"/>
                      <a:pt x="38" y="3"/>
                    </a:cubicBezTo>
                    <a:cubicBezTo>
                      <a:pt x="38" y="3"/>
                      <a:pt x="38" y="4"/>
                      <a:pt x="38" y="5"/>
                    </a:cubicBezTo>
                    <a:cubicBezTo>
                      <a:pt x="38" y="5"/>
                      <a:pt x="38" y="5"/>
                      <a:pt x="38" y="5"/>
                    </a:cubicBezTo>
                    <a:cubicBezTo>
                      <a:pt x="38" y="23"/>
                      <a:pt x="38" y="23"/>
                      <a:pt x="38" y="23"/>
                    </a:cubicBezTo>
                    <a:cubicBezTo>
                      <a:pt x="38" y="23"/>
                      <a:pt x="38" y="24"/>
                      <a:pt x="38" y="24"/>
                    </a:cubicBezTo>
                    <a:cubicBezTo>
                      <a:pt x="11" y="24"/>
                      <a:pt x="11" y="24"/>
                      <a:pt x="11" y="24"/>
                    </a:cubicBezTo>
                    <a:cubicBezTo>
                      <a:pt x="10" y="24"/>
                      <a:pt x="9" y="24"/>
                      <a:pt x="7" y="24"/>
                    </a:cubicBezTo>
                    <a:close/>
                    <a:moveTo>
                      <a:pt x="4" y="23"/>
                    </a:moveTo>
                    <a:cubicBezTo>
                      <a:pt x="4" y="23"/>
                      <a:pt x="5" y="23"/>
                      <a:pt x="7" y="23"/>
                    </a:cubicBezTo>
                    <a:cubicBezTo>
                      <a:pt x="9" y="23"/>
                      <a:pt x="10" y="23"/>
                      <a:pt x="11" y="23"/>
                    </a:cubicBezTo>
                    <a:cubicBezTo>
                      <a:pt x="12" y="23"/>
                      <a:pt x="12" y="23"/>
                      <a:pt x="12" y="23"/>
                    </a:cubicBezTo>
                    <a:cubicBezTo>
                      <a:pt x="37" y="23"/>
                      <a:pt x="37" y="23"/>
                      <a:pt x="37" y="23"/>
                    </a:cubicBezTo>
                    <a:cubicBezTo>
                      <a:pt x="37" y="5"/>
                      <a:pt x="37" y="5"/>
                      <a:pt x="37" y="5"/>
                    </a:cubicBezTo>
                    <a:cubicBezTo>
                      <a:pt x="37" y="5"/>
                      <a:pt x="37" y="5"/>
                      <a:pt x="37" y="4"/>
                    </a:cubicBezTo>
                    <a:cubicBezTo>
                      <a:pt x="37" y="4"/>
                      <a:pt x="37" y="3"/>
                      <a:pt x="37" y="3"/>
                    </a:cubicBezTo>
                    <a:cubicBezTo>
                      <a:pt x="33" y="3"/>
                      <a:pt x="33" y="3"/>
                      <a:pt x="33" y="3"/>
                    </a:cubicBezTo>
                    <a:cubicBezTo>
                      <a:pt x="4" y="3"/>
                      <a:pt x="4" y="3"/>
                      <a:pt x="4" y="3"/>
                    </a:cubicBezTo>
                    <a:cubicBezTo>
                      <a:pt x="4" y="3"/>
                      <a:pt x="4" y="3"/>
                      <a:pt x="4" y="3"/>
                    </a:cubicBezTo>
                    <a:cubicBezTo>
                      <a:pt x="3" y="4"/>
                      <a:pt x="4" y="7"/>
                      <a:pt x="4" y="9"/>
                    </a:cubicBezTo>
                    <a:cubicBezTo>
                      <a:pt x="4" y="9"/>
                      <a:pt x="4" y="10"/>
                      <a:pt x="4" y="10"/>
                    </a:cubicBezTo>
                    <a:lnTo>
                      <a:pt x="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2" name="Freeform 577"/>
              <p:cNvSpPr>
                <a:spLocks/>
              </p:cNvSpPr>
              <p:nvPr/>
            </p:nvSpPr>
            <p:spPr bwMode="auto">
              <a:xfrm>
                <a:off x="3570" y="1411"/>
                <a:ext cx="54" cy="18"/>
              </a:xfrm>
              <a:custGeom>
                <a:avLst/>
                <a:gdLst>
                  <a:gd name="T0" fmla="*/ 1 w 22"/>
                  <a:gd name="T1" fmla="*/ 7 h 7"/>
                  <a:gd name="T2" fmla="*/ 0 w 22"/>
                  <a:gd name="T3" fmla="*/ 7 h 7"/>
                  <a:gd name="T4" fmla="*/ 0 w 22"/>
                  <a:gd name="T5" fmla="*/ 6 h 7"/>
                  <a:gd name="T6" fmla="*/ 0 w 22"/>
                  <a:gd name="T7" fmla="*/ 5 h 7"/>
                  <a:gd name="T8" fmla="*/ 2 w 22"/>
                  <a:gd name="T9" fmla="*/ 5 h 7"/>
                  <a:gd name="T10" fmla="*/ 2 w 22"/>
                  <a:gd name="T11" fmla="*/ 5 h 7"/>
                  <a:gd name="T12" fmla="*/ 4 w 22"/>
                  <a:gd name="T13" fmla="*/ 5 h 7"/>
                  <a:gd name="T14" fmla="*/ 5 w 22"/>
                  <a:gd name="T15" fmla="*/ 4 h 7"/>
                  <a:gd name="T16" fmla="*/ 5 w 22"/>
                  <a:gd name="T17" fmla="*/ 4 h 7"/>
                  <a:gd name="T18" fmla="*/ 5 w 22"/>
                  <a:gd name="T19" fmla="*/ 2 h 7"/>
                  <a:gd name="T20" fmla="*/ 5 w 22"/>
                  <a:gd name="T21" fmla="*/ 1 h 7"/>
                  <a:gd name="T22" fmla="*/ 5 w 22"/>
                  <a:gd name="T23" fmla="*/ 0 h 7"/>
                  <a:gd name="T24" fmla="*/ 6 w 22"/>
                  <a:gd name="T25" fmla="*/ 1 h 7"/>
                  <a:gd name="T26" fmla="*/ 6 w 22"/>
                  <a:gd name="T27" fmla="*/ 2 h 7"/>
                  <a:gd name="T28" fmla="*/ 6 w 22"/>
                  <a:gd name="T29" fmla="*/ 4 h 7"/>
                  <a:gd name="T30" fmla="*/ 6 w 22"/>
                  <a:gd name="T31" fmla="*/ 5 h 7"/>
                  <a:gd name="T32" fmla="*/ 4 w 22"/>
                  <a:gd name="T33" fmla="*/ 5 h 7"/>
                  <a:gd name="T34" fmla="*/ 3 w 22"/>
                  <a:gd name="T35" fmla="*/ 6 h 7"/>
                  <a:gd name="T36" fmla="*/ 2 w 22"/>
                  <a:gd name="T37" fmla="*/ 6 h 7"/>
                  <a:gd name="T38" fmla="*/ 0 w 22"/>
                  <a:gd name="T39" fmla="*/ 6 h 7"/>
                  <a:gd name="T40" fmla="*/ 0 w 22"/>
                  <a:gd name="T41" fmla="*/ 6 h 7"/>
                  <a:gd name="T42" fmla="*/ 0 w 22"/>
                  <a:gd name="T43" fmla="*/ 7 h 7"/>
                  <a:gd name="T44" fmla="*/ 1 w 22"/>
                  <a:gd name="T45" fmla="*/ 7 h 7"/>
                  <a:gd name="T46" fmla="*/ 21 w 22"/>
                  <a:gd name="T47" fmla="*/ 7 h 7"/>
                  <a:gd name="T48" fmla="*/ 21 w 22"/>
                  <a:gd name="T49" fmla="*/ 6 h 7"/>
                  <a:gd name="T50" fmla="*/ 20 w 22"/>
                  <a:gd name="T51" fmla="*/ 5 h 7"/>
                  <a:gd name="T52" fmla="*/ 16 w 22"/>
                  <a:gd name="T53" fmla="*/ 5 h 7"/>
                  <a:gd name="T54" fmla="*/ 15 w 22"/>
                  <a:gd name="T55" fmla="*/ 5 h 7"/>
                  <a:gd name="T56" fmla="*/ 15 w 22"/>
                  <a:gd name="T57" fmla="*/ 3 h 7"/>
                  <a:gd name="T58" fmla="*/ 15 w 22"/>
                  <a:gd name="T59" fmla="*/ 3 h 7"/>
                  <a:gd name="T60" fmla="*/ 15 w 22"/>
                  <a:gd name="T61" fmla="*/ 3 h 7"/>
                  <a:gd name="T62" fmla="*/ 15 w 22"/>
                  <a:gd name="T63" fmla="*/ 1 h 7"/>
                  <a:gd name="T64" fmla="*/ 16 w 22"/>
                  <a:gd name="T65" fmla="*/ 0 h 7"/>
                  <a:gd name="T66" fmla="*/ 16 w 22"/>
                  <a:gd name="T67" fmla="*/ 1 h 7"/>
                  <a:gd name="T68" fmla="*/ 16 w 22"/>
                  <a:gd name="T69" fmla="*/ 3 h 7"/>
                  <a:gd name="T70" fmla="*/ 16 w 22"/>
                  <a:gd name="T71" fmla="*/ 3 h 7"/>
                  <a:gd name="T72" fmla="*/ 16 w 22"/>
                  <a:gd name="T73" fmla="*/ 3 h 7"/>
                  <a:gd name="T74" fmla="*/ 16 w 22"/>
                  <a:gd name="T75" fmla="*/ 4 h 7"/>
                  <a:gd name="T76" fmla="*/ 16 w 22"/>
                  <a:gd name="T77" fmla="*/ 4 h 7"/>
                  <a:gd name="T78" fmla="*/ 20 w 22"/>
                  <a:gd name="T79" fmla="*/ 4 h 7"/>
                  <a:gd name="T80" fmla="*/ 22 w 22"/>
                  <a:gd name="T81" fmla="*/ 6 h 7"/>
                  <a:gd name="T82" fmla="*/ 21 w 22"/>
                  <a:gd name="T83" fmla="*/ 7 h 7"/>
                  <a:gd name="T84" fmla="*/ 1 w 22"/>
                  <a:gd name="T85" fmla="*/ 7 h 7"/>
                  <a:gd name="T86" fmla="*/ 1 w 22"/>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7">
                    <a:moveTo>
                      <a:pt x="1" y="7"/>
                    </a:moveTo>
                    <a:cubicBezTo>
                      <a:pt x="0" y="7"/>
                      <a:pt x="0" y="7"/>
                      <a:pt x="0" y="7"/>
                    </a:cubicBezTo>
                    <a:cubicBezTo>
                      <a:pt x="0" y="7"/>
                      <a:pt x="0" y="7"/>
                      <a:pt x="0" y="6"/>
                    </a:cubicBezTo>
                    <a:cubicBezTo>
                      <a:pt x="0" y="6"/>
                      <a:pt x="0" y="5"/>
                      <a:pt x="0" y="5"/>
                    </a:cubicBezTo>
                    <a:cubicBezTo>
                      <a:pt x="0" y="5"/>
                      <a:pt x="1" y="5"/>
                      <a:pt x="2" y="5"/>
                    </a:cubicBezTo>
                    <a:cubicBezTo>
                      <a:pt x="2" y="5"/>
                      <a:pt x="2" y="5"/>
                      <a:pt x="2" y="5"/>
                    </a:cubicBezTo>
                    <a:cubicBezTo>
                      <a:pt x="3" y="5"/>
                      <a:pt x="3" y="5"/>
                      <a:pt x="4" y="5"/>
                    </a:cubicBezTo>
                    <a:cubicBezTo>
                      <a:pt x="4" y="5"/>
                      <a:pt x="5" y="5"/>
                      <a:pt x="5" y="4"/>
                    </a:cubicBezTo>
                    <a:cubicBezTo>
                      <a:pt x="5" y="4"/>
                      <a:pt x="5" y="4"/>
                      <a:pt x="5" y="4"/>
                    </a:cubicBezTo>
                    <a:cubicBezTo>
                      <a:pt x="5" y="3"/>
                      <a:pt x="5" y="3"/>
                      <a:pt x="5" y="2"/>
                    </a:cubicBezTo>
                    <a:cubicBezTo>
                      <a:pt x="5" y="2"/>
                      <a:pt x="5" y="1"/>
                      <a:pt x="5" y="1"/>
                    </a:cubicBezTo>
                    <a:cubicBezTo>
                      <a:pt x="5" y="1"/>
                      <a:pt x="5" y="0"/>
                      <a:pt x="5" y="0"/>
                    </a:cubicBezTo>
                    <a:cubicBezTo>
                      <a:pt x="6" y="0"/>
                      <a:pt x="6" y="1"/>
                      <a:pt x="6" y="1"/>
                    </a:cubicBezTo>
                    <a:cubicBezTo>
                      <a:pt x="6" y="1"/>
                      <a:pt x="6" y="2"/>
                      <a:pt x="6" y="2"/>
                    </a:cubicBezTo>
                    <a:cubicBezTo>
                      <a:pt x="6" y="3"/>
                      <a:pt x="6" y="3"/>
                      <a:pt x="6" y="4"/>
                    </a:cubicBezTo>
                    <a:cubicBezTo>
                      <a:pt x="6" y="4"/>
                      <a:pt x="6" y="5"/>
                      <a:pt x="6" y="5"/>
                    </a:cubicBezTo>
                    <a:cubicBezTo>
                      <a:pt x="5" y="5"/>
                      <a:pt x="4" y="5"/>
                      <a:pt x="4" y="5"/>
                    </a:cubicBezTo>
                    <a:cubicBezTo>
                      <a:pt x="3" y="5"/>
                      <a:pt x="3" y="5"/>
                      <a:pt x="3" y="6"/>
                    </a:cubicBezTo>
                    <a:cubicBezTo>
                      <a:pt x="2" y="6"/>
                      <a:pt x="2" y="6"/>
                      <a:pt x="2" y="6"/>
                    </a:cubicBezTo>
                    <a:cubicBezTo>
                      <a:pt x="1" y="5"/>
                      <a:pt x="1" y="5"/>
                      <a:pt x="0" y="6"/>
                    </a:cubicBezTo>
                    <a:cubicBezTo>
                      <a:pt x="0" y="6"/>
                      <a:pt x="0" y="6"/>
                      <a:pt x="0" y="6"/>
                    </a:cubicBezTo>
                    <a:cubicBezTo>
                      <a:pt x="0" y="6"/>
                      <a:pt x="0" y="6"/>
                      <a:pt x="0" y="7"/>
                    </a:cubicBezTo>
                    <a:cubicBezTo>
                      <a:pt x="0" y="7"/>
                      <a:pt x="1" y="7"/>
                      <a:pt x="1" y="7"/>
                    </a:cubicBezTo>
                    <a:cubicBezTo>
                      <a:pt x="21" y="7"/>
                      <a:pt x="21" y="7"/>
                      <a:pt x="21" y="7"/>
                    </a:cubicBezTo>
                    <a:cubicBezTo>
                      <a:pt x="21" y="6"/>
                      <a:pt x="21" y="6"/>
                      <a:pt x="21" y="6"/>
                    </a:cubicBezTo>
                    <a:cubicBezTo>
                      <a:pt x="20" y="6"/>
                      <a:pt x="20" y="5"/>
                      <a:pt x="20" y="5"/>
                    </a:cubicBezTo>
                    <a:cubicBezTo>
                      <a:pt x="16" y="5"/>
                      <a:pt x="16" y="5"/>
                      <a:pt x="16" y="5"/>
                    </a:cubicBezTo>
                    <a:cubicBezTo>
                      <a:pt x="16" y="5"/>
                      <a:pt x="16" y="5"/>
                      <a:pt x="15" y="5"/>
                    </a:cubicBezTo>
                    <a:cubicBezTo>
                      <a:pt x="15" y="5"/>
                      <a:pt x="15" y="4"/>
                      <a:pt x="15" y="3"/>
                    </a:cubicBezTo>
                    <a:cubicBezTo>
                      <a:pt x="15" y="3"/>
                      <a:pt x="15" y="3"/>
                      <a:pt x="15" y="3"/>
                    </a:cubicBezTo>
                    <a:cubicBezTo>
                      <a:pt x="15" y="3"/>
                      <a:pt x="15" y="3"/>
                      <a:pt x="15" y="3"/>
                    </a:cubicBezTo>
                    <a:cubicBezTo>
                      <a:pt x="15" y="2"/>
                      <a:pt x="15" y="1"/>
                      <a:pt x="15" y="1"/>
                    </a:cubicBezTo>
                    <a:cubicBezTo>
                      <a:pt x="15" y="1"/>
                      <a:pt x="15" y="0"/>
                      <a:pt x="16" y="0"/>
                    </a:cubicBezTo>
                    <a:cubicBezTo>
                      <a:pt x="16" y="0"/>
                      <a:pt x="16" y="1"/>
                      <a:pt x="16" y="1"/>
                    </a:cubicBezTo>
                    <a:cubicBezTo>
                      <a:pt x="16" y="1"/>
                      <a:pt x="16" y="2"/>
                      <a:pt x="16" y="3"/>
                    </a:cubicBezTo>
                    <a:cubicBezTo>
                      <a:pt x="16" y="3"/>
                      <a:pt x="16" y="3"/>
                      <a:pt x="16" y="3"/>
                    </a:cubicBezTo>
                    <a:cubicBezTo>
                      <a:pt x="16" y="3"/>
                      <a:pt x="16" y="3"/>
                      <a:pt x="16" y="3"/>
                    </a:cubicBezTo>
                    <a:cubicBezTo>
                      <a:pt x="16" y="4"/>
                      <a:pt x="16" y="4"/>
                      <a:pt x="16" y="4"/>
                    </a:cubicBezTo>
                    <a:cubicBezTo>
                      <a:pt x="16" y="4"/>
                      <a:pt x="16" y="4"/>
                      <a:pt x="16" y="4"/>
                    </a:cubicBezTo>
                    <a:cubicBezTo>
                      <a:pt x="20" y="4"/>
                      <a:pt x="20" y="4"/>
                      <a:pt x="20" y="4"/>
                    </a:cubicBezTo>
                    <a:cubicBezTo>
                      <a:pt x="21" y="4"/>
                      <a:pt x="22" y="6"/>
                      <a:pt x="22" y="6"/>
                    </a:cubicBezTo>
                    <a:cubicBezTo>
                      <a:pt x="22" y="7"/>
                      <a:pt x="21" y="7"/>
                      <a:pt x="21" y="7"/>
                    </a:cubicBezTo>
                    <a:cubicBezTo>
                      <a:pt x="1" y="7"/>
                      <a:pt x="1" y="7"/>
                      <a:pt x="1" y="7"/>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3" name="Freeform 578"/>
              <p:cNvSpPr>
                <a:spLocks/>
              </p:cNvSpPr>
              <p:nvPr/>
            </p:nvSpPr>
            <p:spPr bwMode="auto">
              <a:xfrm>
                <a:off x="3548" y="1401"/>
                <a:ext cx="98" cy="13"/>
              </a:xfrm>
              <a:custGeom>
                <a:avLst/>
                <a:gdLst>
                  <a:gd name="T0" fmla="*/ 13 w 40"/>
                  <a:gd name="T1" fmla="*/ 5 h 5"/>
                  <a:gd name="T2" fmla="*/ 4 w 40"/>
                  <a:gd name="T3" fmla="*/ 5 h 5"/>
                  <a:gd name="T4" fmla="*/ 1 w 40"/>
                  <a:gd name="T5" fmla="*/ 4 h 5"/>
                  <a:gd name="T6" fmla="*/ 0 w 40"/>
                  <a:gd name="T7" fmla="*/ 1 h 5"/>
                  <a:gd name="T8" fmla="*/ 0 w 40"/>
                  <a:gd name="T9" fmla="*/ 0 h 5"/>
                  <a:gd name="T10" fmla="*/ 1 w 40"/>
                  <a:gd name="T11" fmla="*/ 1 h 5"/>
                  <a:gd name="T12" fmla="*/ 1 w 40"/>
                  <a:gd name="T13" fmla="*/ 4 h 5"/>
                  <a:gd name="T14" fmla="*/ 4 w 40"/>
                  <a:gd name="T15" fmla="*/ 4 h 5"/>
                  <a:gd name="T16" fmla="*/ 37 w 40"/>
                  <a:gd name="T17" fmla="*/ 4 h 5"/>
                  <a:gd name="T18" fmla="*/ 38 w 40"/>
                  <a:gd name="T19" fmla="*/ 4 h 5"/>
                  <a:gd name="T20" fmla="*/ 39 w 40"/>
                  <a:gd name="T21" fmla="*/ 1 h 5"/>
                  <a:gd name="T22" fmla="*/ 39 w 40"/>
                  <a:gd name="T23" fmla="*/ 1 h 5"/>
                  <a:gd name="T24" fmla="*/ 40 w 40"/>
                  <a:gd name="T25" fmla="*/ 1 h 5"/>
                  <a:gd name="T26" fmla="*/ 39 w 40"/>
                  <a:gd name="T27" fmla="*/ 4 h 5"/>
                  <a:gd name="T28" fmla="*/ 37 w 40"/>
                  <a:gd name="T29" fmla="*/ 5 h 5"/>
                  <a:gd name="T30" fmla="*/ 13 w 40"/>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
                    <a:moveTo>
                      <a:pt x="13" y="5"/>
                    </a:moveTo>
                    <a:cubicBezTo>
                      <a:pt x="10" y="5"/>
                      <a:pt x="7" y="5"/>
                      <a:pt x="4" y="5"/>
                    </a:cubicBezTo>
                    <a:cubicBezTo>
                      <a:pt x="2" y="5"/>
                      <a:pt x="1" y="5"/>
                      <a:pt x="1" y="4"/>
                    </a:cubicBezTo>
                    <a:cubicBezTo>
                      <a:pt x="0" y="3"/>
                      <a:pt x="0" y="2"/>
                      <a:pt x="0" y="1"/>
                    </a:cubicBezTo>
                    <a:cubicBezTo>
                      <a:pt x="0" y="1"/>
                      <a:pt x="0" y="0"/>
                      <a:pt x="0" y="0"/>
                    </a:cubicBezTo>
                    <a:cubicBezTo>
                      <a:pt x="0" y="0"/>
                      <a:pt x="1" y="1"/>
                      <a:pt x="1" y="1"/>
                    </a:cubicBezTo>
                    <a:cubicBezTo>
                      <a:pt x="1" y="2"/>
                      <a:pt x="1" y="3"/>
                      <a:pt x="1" y="4"/>
                    </a:cubicBezTo>
                    <a:cubicBezTo>
                      <a:pt x="2" y="4"/>
                      <a:pt x="2" y="4"/>
                      <a:pt x="4" y="4"/>
                    </a:cubicBezTo>
                    <a:cubicBezTo>
                      <a:pt x="15" y="4"/>
                      <a:pt x="34" y="4"/>
                      <a:pt x="37" y="4"/>
                    </a:cubicBezTo>
                    <a:cubicBezTo>
                      <a:pt x="37" y="4"/>
                      <a:pt x="38" y="4"/>
                      <a:pt x="38" y="4"/>
                    </a:cubicBezTo>
                    <a:cubicBezTo>
                      <a:pt x="39" y="3"/>
                      <a:pt x="39" y="2"/>
                      <a:pt x="39" y="1"/>
                    </a:cubicBezTo>
                    <a:cubicBezTo>
                      <a:pt x="39" y="1"/>
                      <a:pt x="39" y="1"/>
                      <a:pt x="39" y="1"/>
                    </a:cubicBezTo>
                    <a:cubicBezTo>
                      <a:pt x="39" y="1"/>
                      <a:pt x="39" y="1"/>
                      <a:pt x="40" y="1"/>
                    </a:cubicBezTo>
                    <a:cubicBezTo>
                      <a:pt x="40" y="2"/>
                      <a:pt x="40" y="4"/>
                      <a:pt x="39" y="4"/>
                    </a:cubicBezTo>
                    <a:cubicBezTo>
                      <a:pt x="38" y="5"/>
                      <a:pt x="38" y="5"/>
                      <a:pt x="37" y="5"/>
                    </a:cubicBezTo>
                    <a:cubicBezTo>
                      <a:pt x="34" y="5"/>
                      <a:pt x="2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4" name="Freeform 579"/>
              <p:cNvSpPr>
                <a:spLocks/>
              </p:cNvSpPr>
              <p:nvPr/>
            </p:nvSpPr>
            <p:spPr bwMode="auto">
              <a:xfrm>
                <a:off x="3550" y="140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5" name="Freeform 580"/>
              <p:cNvSpPr>
                <a:spLocks/>
              </p:cNvSpPr>
              <p:nvPr/>
            </p:nvSpPr>
            <p:spPr bwMode="auto">
              <a:xfrm>
                <a:off x="3553" y="140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6" name="Freeform 581"/>
              <p:cNvSpPr>
                <a:spLocks/>
              </p:cNvSpPr>
              <p:nvPr/>
            </p:nvSpPr>
            <p:spPr bwMode="auto">
              <a:xfrm>
                <a:off x="3558" y="140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1" y="0"/>
                      <a:pt x="1" y="0"/>
                      <a:pt x="1" y="0"/>
                    </a:cubicBezTo>
                    <a:cubicBezTo>
                      <a:pt x="1" y="0"/>
                      <a:pt x="1" y="0"/>
                      <a:pt x="1" y="0"/>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7" name="Freeform 582"/>
              <p:cNvSpPr>
                <a:spLocks/>
              </p:cNvSpPr>
              <p:nvPr/>
            </p:nvSpPr>
            <p:spPr bwMode="auto">
              <a:xfrm>
                <a:off x="3560"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1" y="0"/>
                      <a:pt x="1" y="0"/>
                    </a:cubicBezTo>
                    <a:cubicBezTo>
                      <a:pt x="1" y="0"/>
                      <a:pt x="2"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8" name="Freeform 583"/>
              <p:cNvSpPr>
                <a:spLocks/>
              </p:cNvSpPr>
              <p:nvPr/>
            </p:nvSpPr>
            <p:spPr bwMode="auto">
              <a:xfrm>
                <a:off x="3563"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1"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9" name="Freeform 584"/>
              <p:cNvSpPr>
                <a:spLocks/>
              </p:cNvSpPr>
              <p:nvPr/>
            </p:nvSpPr>
            <p:spPr bwMode="auto">
              <a:xfrm>
                <a:off x="3568" y="1406"/>
                <a:ext cx="5" cy="8"/>
              </a:xfrm>
              <a:custGeom>
                <a:avLst/>
                <a:gdLst>
                  <a:gd name="T0" fmla="*/ 1 w 2"/>
                  <a:gd name="T1" fmla="*/ 3 h 3"/>
                  <a:gd name="T2" fmla="*/ 0 w 2"/>
                  <a:gd name="T3" fmla="*/ 3 h 3"/>
                  <a:gd name="T4" fmla="*/ 0 w 2"/>
                  <a:gd name="T5" fmla="*/ 3 h 3"/>
                  <a:gd name="T6" fmla="*/ 2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3"/>
                      <a:pt x="0" y="3"/>
                    </a:cubicBezTo>
                    <a:cubicBezTo>
                      <a:pt x="2" y="1"/>
                      <a:pt x="2" y="1"/>
                      <a:pt x="2" y="1"/>
                    </a:cubicBezTo>
                    <a:cubicBezTo>
                      <a:pt x="2" y="0"/>
                      <a:pt x="2" y="0"/>
                      <a:pt x="2" y="1"/>
                    </a:cubicBezTo>
                    <a:cubicBezTo>
                      <a:pt x="2" y="1"/>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0" name="Freeform 585"/>
              <p:cNvSpPr>
                <a:spLocks/>
              </p:cNvSpPr>
              <p:nvPr/>
            </p:nvSpPr>
            <p:spPr bwMode="auto">
              <a:xfrm>
                <a:off x="3573" y="140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1"/>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1" name="Freeform 586"/>
              <p:cNvSpPr>
                <a:spLocks/>
              </p:cNvSpPr>
              <p:nvPr/>
            </p:nvSpPr>
            <p:spPr bwMode="auto">
              <a:xfrm>
                <a:off x="3577" y="1409"/>
                <a:ext cx="5" cy="5"/>
              </a:xfrm>
              <a:custGeom>
                <a:avLst/>
                <a:gdLst>
                  <a:gd name="T0" fmla="*/ 0 w 2"/>
                  <a:gd name="T1" fmla="*/ 2 h 2"/>
                  <a:gd name="T2" fmla="*/ 0 w 2"/>
                  <a:gd name="T3" fmla="*/ 2 h 2"/>
                  <a:gd name="T4" fmla="*/ 0 w 2"/>
                  <a:gd name="T5" fmla="*/ 2 h 2"/>
                  <a:gd name="T6" fmla="*/ 0 w 2"/>
                  <a:gd name="T7" fmla="*/ 1 h 2"/>
                  <a:gd name="T8" fmla="*/ 0 w 2"/>
                  <a:gd name="T9" fmla="*/ 1 h 2"/>
                  <a:gd name="T10" fmla="*/ 1 w 2"/>
                  <a:gd name="T11" fmla="*/ 0 h 2"/>
                  <a:gd name="T12" fmla="*/ 2 w 2"/>
                  <a:gd name="T13" fmla="*/ 0 h 2"/>
                  <a:gd name="T14" fmla="*/ 2 w 2"/>
                  <a:gd name="T15" fmla="*/ 0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2" name="Freeform 587"/>
              <p:cNvSpPr>
                <a:spLocks/>
              </p:cNvSpPr>
              <p:nvPr/>
            </p:nvSpPr>
            <p:spPr bwMode="auto">
              <a:xfrm>
                <a:off x="3580" y="1406"/>
                <a:ext cx="7" cy="8"/>
              </a:xfrm>
              <a:custGeom>
                <a:avLst/>
                <a:gdLst>
                  <a:gd name="T0" fmla="*/ 1 w 3"/>
                  <a:gd name="T1" fmla="*/ 3 h 3"/>
                  <a:gd name="T2" fmla="*/ 1 w 3"/>
                  <a:gd name="T3" fmla="*/ 3 h 3"/>
                  <a:gd name="T4" fmla="*/ 1 w 3"/>
                  <a:gd name="T5" fmla="*/ 3 h 3"/>
                  <a:gd name="T6" fmla="*/ 2 w 3"/>
                  <a:gd name="T7" fmla="*/ 1 h 3"/>
                  <a:gd name="T8" fmla="*/ 2 w 3"/>
                  <a:gd name="T9" fmla="*/ 1 h 3"/>
                  <a:gd name="T10" fmla="*/ 2 w 3"/>
                  <a:gd name="T11" fmla="*/ 1 h 3"/>
                  <a:gd name="T12" fmla="*/ 3 w 3"/>
                  <a:gd name="T13" fmla="*/ 1 h 3"/>
                  <a:gd name="T14" fmla="*/ 2 w 3"/>
                  <a:gd name="T15" fmla="*/ 2 h 3"/>
                  <a:gd name="T16" fmla="*/ 1 w 3"/>
                  <a:gd name="T17" fmla="*/ 3 h 3"/>
                  <a:gd name="T18" fmla="*/ 1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3"/>
                    </a:moveTo>
                    <a:cubicBezTo>
                      <a:pt x="1" y="3"/>
                      <a:pt x="1" y="3"/>
                      <a:pt x="1" y="3"/>
                    </a:cubicBezTo>
                    <a:cubicBezTo>
                      <a:pt x="0" y="3"/>
                      <a:pt x="0" y="3"/>
                      <a:pt x="1" y="3"/>
                    </a:cubicBezTo>
                    <a:cubicBezTo>
                      <a:pt x="2" y="1"/>
                      <a:pt x="2" y="1"/>
                      <a:pt x="2" y="1"/>
                    </a:cubicBezTo>
                    <a:cubicBezTo>
                      <a:pt x="2" y="1"/>
                      <a:pt x="2" y="1"/>
                      <a:pt x="2" y="1"/>
                    </a:cubicBezTo>
                    <a:cubicBezTo>
                      <a:pt x="2" y="0"/>
                      <a:pt x="2" y="0"/>
                      <a:pt x="2" y="1"/>
                    </a:cubicBezTo>
                    <a:cubicBezTo>
                      <a:pt x="3" y="1"/>
                      <a:pt x="3" y="1"/>
                      <a:pt x="3" y="1"/>
                    </a:cubicBezTo>
                    <a:cubicBezTo>
                      <a:pt x="2" y="1"/>
                      <a:pt x="2" y="1"/>
                      <a:pt x="2"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3" name="Freeform 588"/>
              <p:cNvSpPr>
                <a:spLocks/>
              </p:cNvSpPr>
              <p:nvPr/>
            </p:nvSpPr>
            <p:spPr bwMode="auto">
              <a:xfrm>
                <a:off x="3587" y="1406"/>
                <a:ext cx="5" cy="8"/>
              </a:xfrm>
              <a:custGeom>
                <a:avLst/>
                <a:gdLst>
                  <a:gd name="T0" fmla="*/ 1 w 2"/>
                  <a:gd name="T1" fmla="*/ 3 h 3"/>
                  <a:gd name="T2" fmla="*/ 0 w 2"/>
                  <a:gd name="T3" fmla="*/ 3 h 3"/>
                  <a:gd name="T4" fmla="*/ 0 w 2"/>
                  <a:gd name="T5" fmla="*/ 2 h 3"/>
                  <a:gd name="T6" fmla="*/ 1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0" y="3"/>
                    </a:cubicBezTo>
                    <a:cubicBezTo>
                      <a:pt x="0" y="3"/>
                      <a:pt x="0" y="2"/>
                      <a:pt x="0" y="2"/>
                    </a:cubicBezTo>
                    <a:cubicBezTo>
                      <a:pt x="1" y="2"/>
                      <a:pt x="1" y="1"/>
                      <a:pt x="1" y="1"/>
                    </a:cubicBezTo>
                    <a:cubicBezTo>
                      <a:pt x="1" y="1"/>
                      <a:pt x="2" y="0"/>
                      <a:pt x="2" y="1"/>
                    </a:cubicBezTo>
                    <a:cubicBezTo>
                      <a:pt x="2" y="1"/>
                      <a:pt x="2" y="1"/>
                      <a:pt x="2" y="1"/>
                    </a:cubicBezTo>
                    <a:cubicBezTo>
                      <a:pt x="2"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4" name="Freeform 589"/>
              <p:cNvSpPr>
                <a:spLocks/>
              </p:cNvSpPr>
              <p:nvPr/>
            </p:nvSpPr>
            <p:spPr bwMode="auto">
              <a:xfrm>
                <a:off x="3592" y="1406"/>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1" y="1"/>
                      <a:pt x="1" y="1"/>
                    </a:cubicBezTo>
                    <a:cubicBezTo>
                      <a:pt x="1" y="1"/>
                      <a:pt x="1" y="0"/>
                      <a:pt x="1" y="1"/>
                    </a:cubicBezTo>
                    <a:cubicBezTo>
                      <a:pt x="2" y="1"/>
                      <a:pt x="2" y="1"/>
                      <a:pt x="2" y="1"/>
                    </a:cubicBezTo>
                    <a:cubicBezTo>
                      <a:pt x="1" y="2"/>
                      <a:pt x="1" y="2"/>
                      <a:pt x="1"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5" name="Freeform 590"/>
              <p:cNvSpPr>
                <a:spLocks/>
              </p:cNvSpPr>
              <p:nvPr/>
            </p:nvSpPr>
            <p:spPr bwMode="auto">
              <a:xfrm>
                <a:off x="3595" y="1409"/>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1" y="0"/>
                    </a:cubicBezTo>
                    <a:cubicBezTo>
                      <a:pt x="1" y="0"/>
                      <a:pt x="1" y="0"/>
                      <a:pt x="1" y="0"/>
                    </a:cubicBezTo>
                    <a:cubicBezTo>
                      <a:pt x="1" y="0"/>
                      <a:pt x="2"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6" name="Freeform 591"/>
              <p:cNvSpPr>
                <a:spLocks/>
              </p:cNvSpPr>
              <p:nvPr/>
            </p:nvSpPr>
            <p:spPr bwMode="auto">
              <a:xfrm>
                <a:off x="359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7" name="Freeform 592"/>
              <p:cNvSpPr>
                <a:spLocks/>
              </p:cNvSpPr>
              <p:nvPr/>
            </p:nvSpPr>
            <p:spPr bwMode="auto">
              <a:xfrm>
                <a:off x="3600"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2 w 2"/>
                  <a:gd name="T13" fmla="*/ 0 h 2"/>
                  <a:gd name="T14" fmla="*/ 2 w 2"/>
                  <a:gd name="T15" fmla="*/ 0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0" y="2"/>
                      <a:pt x="0" y="2"/>
                      <a:pt x="1"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8" name="Freeform 593"/>
              <p:cNvSpPr>
                <a:spLocks/>
              </p:cNvSpPr>
              <p:nvPr/>
            </p:nvSpPr>
            <p:spPr bwMode="auto">
              <a:xfrm>
                <a:off x="3605"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9" name="Freeform 594"/>
              <p:cNvSpPr>
                <a:spLocks/>
              </p:cNvSpPr>
              <p:nvPr/>
            </p:nvSpPr>
            <p:spPr bwMode="auto">
              <a:xfrm>
                <a:off x="360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0" name="Freeform 595"/>
              <p:cNvSpPr>
                <a:spLocks/>
              </p:cNvSpPr>
              <p:nvPr/>
            </p:nvSpPr>
            <p:spPr bwMode="auto">
              <a:xfrm>
                <a:off x="3612" y="140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1"/>
                      <a:pt x="0" y="1"/>
                    </a:cubicBezTo>
                    <a:cubicBezTo>
                      <a:pt x="1" y="0"/>
                      <a:pt x="1" y="0"/>
                      <a:pt x="1" y="0"/>
                    </a:cubicBezTo>
                    <a:cubicBezTo>
                      <a:pt x="1" y="0"/>
                      <a:pt x="1"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1" name="Freeform 596"/>
              <p:cNvSpPr>
                <a:spLocks/>
              </p:cNvSpPr>
              <p:nvPr/>
            </p:nvSpPr>
            <p:spPr bwMode="auto">
              <a:xfrm>
                <a:off x="3617"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0" y="0"/>
                      <a:pt x="1" y="0"/>
                    </a:cubicBezTo>
                    <a:cubicBezTo>
                      <a:pt x="1" y="0"/>
                      <a:pt x="1" y="0"/>
                      <a:pt x="1" y="0"/>
                    </a:cubicBezTo>
                    <a:cubicBezTo>
                      <a:pt x="2"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2" name="Freeform 597"/>
              <p:cNvSpPr>
                <a:spLocks/>
              </p:cNvSpPr>
              <p:nvPr/>
            </p:nvSpPr>
            <p:spPr bwMode="auto">
              <a:xfrm>
                <a:off x="3622"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3" name="Freeform 598"/>
              <p:cNvSpPr>
                <a:spLocks/>
              </p:cNvSpPr>
              <p:nvPr/>
            </p:nvSpPr>
            <p:spPr bwMode="auto">
              <a:xfrm>
                <a:off x="3627"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4" name="Freeform 599"/>
              <p:cNvSpPr>
                <a:spLocks/>
              </p:cNvSpPr>
              <p:nvPr/>
            </p:nvSpPr>
            <p:spPr bwMode="auto">
              <a:xfrm>
                <a:off x="3629"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0" y="1"/>
                      <a:pt x="1" y="0"/>
                      <a:pt x="1" y="0"/>
                    </a:cubicBezTo>
                    <a:cubicBezTo>
                      <a:pt x="1" y="0"/>
                      <a:pt x="1" y="0"/>
                      <a:pt x="1" y="0"/>
                    </a:cubicBezTo>
                    <a:cubicBezTo>
                      <a:pt x="2" y="0"/>
                      <a:pt x="2"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5" name="Freeform 600"/>
              <p:cNvSpPr>
                <a:spLocks/>
              </p:cNvSpPr>
              <p:nvPr/>
            </p:nvSpPr>
            <p:spPr bwMode="auto">
              <a:xfrm>
                <a:off x="3634" y="140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6" name="Freeform 601"/>
              <p:cNvSpPr>
                <a:spLocks/>
              </p:cNvSpPr>
              <p:nvPr/>
            </p:nvSpPr>
            <p:spPr bwMode="auto">
              <a:xfrm>
                <a:off x="3637" y="1406"/>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1 h 3"/>
                  <a:gd name="T12" fmla="*/ 1 w 2"/>
                  <a:gd name="T13" fmla="*/ 2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2"/>
                      <a:pt x="0" y="2"/>
                      <a:pt x="1" y="2"/>
                    </a:cubicBezTo>
                    <a:cubicBezTo>
                      <a:pt x="1" y="2"/>
                      <a:pt x="1" y="1"/>
                      <a:pt x="1" y="0"/>
                    </a:cubicBezTo>
                    <a:cubicBezTo>
                      <a:pt x="2" y="0"/>
                      <a:pt x="2" y="0"/>
                      <a:pt x="2" y="0"/>
                    </a:cubicBezTo>
                    <a:cubicBezTo>
                      <a:pt x="2" y="1"/>
                      <a:pt x="2" y="1"/>
                      <a:pt x="2" y="1"/>
                    </a:cubicBezTo>
                    <a:cubicBezTo>
                      <a:pt x="2" y="1"/>
                      <a:pt x="1" y="2"/>
                      <a:pt x="1"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7" name="Freeform 602"/>
              <p:cNvSpPr>
                <a:spLocks/>
              </p:cNvSpPr>
              <p:nvPr/>
            </p:nvSpPr>
            <p:spPr bwMode="auto">
              <a:xfrm>
                <a:off x="3570" y="1426"/>
                <a:ext cx="54" cy="8"/>
              </a:xfrm>
              <a:custGeom>
                <a:avLst/>
                <a:gdLst>
                  <a:gd name="T0" fmla="*/ 2 w 22"/>
                  <a:gd name="T1" fmla="*/ 3 h 3"/>
                  <a:gd name="T2" fmla="*/ 0 w 22"/>
                  <a:gd name="T3" fmla="*/ 3 h 3"/>
                  <a:gd name="T4" fmla="*/ 0 w 22"/>
                  <a:gd name="T5" fmla="*/ 2 h 3"/>
                  <a:gd name="T6" fmla="*/ 0 w 22"/>
                  <a:gd name="T7" fmla="*/ 0 h 3"/>
                  <a:gd name="T8" fmla="*/ 0 w 22"/>
                  <a:gd name="T9" fmla="*/ 0 h 3"/>
                  <a:gd name="T10" fmla="*/ 0 w 22"/>
                  <a:gd name="T11" fmla="*/ 0 h 3"/>
                  <a:gd name="T12" fmla="*/ 0 w 22"/>
                  <a:gd name="T13" fmla="*/ 2 h 3"/>
                  <a:gd name="T14" fmla="*/ 2 w 22"/>
                  <a:gd name="T15" fmla="*/ 2 h 3"/>
                  <a:gd name="T16" fmla="*/ 3 w 22"/>
                  <a:gd name="T17" fmla="*/ 2 h 3"/>
                  <a:gd name="T18" fmla="*/ 9 w 22"/>
                  <a:gd name="T19" fmla="*/ 2 h 3"/>
                  <a:gd name="T20" fmla="*/ 19 w 22"/>
                  <a:gd name="T21" fmla="*/ 2 h 3"/>
                  <a:gd name="T22" fmla="*/ 21 w 22"/>
                  <a:gd name="T23" fmla="*/ 2 h 3"/>
                  <a:gd name="T24" fmla="*/ 21 w 22"/>
                  <a:gd name="T25" fmla="*/ 1 h 3"/>
                  <a:gd name="T26" fmla="*/ 21 w 22"/>
                  <a:gd name="T27" fmla="*/ 0 h 3"/>
                  <a:gd name="T28" fmla="*/ 22 w 22"/>
                  <a:gd name="T29" fmla="*/ 1 h 3"/>
                  <a:gd name="T30" fmla="*/ 22 w 22"/>
                  <a:gd name="T31" fmla="*/ 2 h 3"/>
                  <a:gd name="T32" fmla="*/ 19 w 22"/>
                  <a:gd name="T33" fmla="*/ 3 h 3"/>
                  <a:gd name="T34" fmla="*/ 9 w 22"/>
                  <a:gd name="T35" fmla="*/ 3 h 3"/>
                  <a:gd name="T36" fmla="*/ 3 w 22"/>
                  <a:gd name="T37" fmla="*/ 3 h 3"/>
                  <a:gd name="T38" fmla="*/ 2 w 22"/>
                  <a:gd name="T39" fmla="*/ 3 h 3"/>
                  <a:gd name="T40" fmla="*/ 2 w 2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3">
                    <a:moveTo>
                      <a:pt x="2" y="3"/>
                    </a:moveTo>
                    <a:cubicBezTo>
                      <a:pt x="1" y="3"/>
                      <a:pt x="0" y="3"/>
                      <a:pt x="0" y="3"/>
                    </a:cubicBezTo>
                    <a:cubicBezTo>
                      <a:pt x="0" y="2"/>
                      <a:pt x="0" y="2"/>
                      <a:pt x="0" y="2"/>
                    </a:cubicBezTo>
                    <a:cubicBezTo>
                      <a:pt x="0" y="2"/>
                      <a:pt x="0" y="0"/>
                      <a:pt x="0" y="0"/>
                    </a:cubicBezTo>
                    <a:cubicBezTo>
                      <a:pt x="0" y="0"/>
                      <a:pt x="0" y="0"/>
                      <a:pt x="0" y="0"/>
                    </a:cubicBezTo>
                    <a:cubicBezTo>
                      <a:pt x="0" y="0"/>
                      <a:pt x="0" y="0"/>
                      <a:pt x="0" y="0"/>
                    </a:cubicBezTo>
                    <a:cubicBezTo>
                      <a:pt x="0" y="1"/>
                      <a:pt x="0" y="1"/>
                      <a:pt x="0" y="2"/>
                    </a:cubicBezTo>
                    <a:cubicBezTo>
                      <a:pt x="1" y="2"/>
                      <a:pt x="2" y="2"/>
                      <a:pt x="2" y="2"/>
                    </a:cubicBezTo>
                    <a:cubicBezTo>
                      <a:pt x="3" y="2"/>
                      <a:pt x="3" y="2"/>
                      <a:pt x="3" y="2"/>
                    </a:cubicBezTo>
                    <a:cubicBezTo>
                      <a:pt x="5" y="2"/>
                      <a:pt x="7" y="2"/>
                      <a:pt x="9" y="2"/>
                    </a:cubicBezTo>
                    <a:cubicBezTo>
                      <a:pt x="12" y="2"/>
                      <a:pt x="15" y="2"/>
                      <a:pt x="19" y="2"/>
                    </a:cubicBezTo>
                    <a:cubicBezTo>
                      <a:pt x="20" y="2"/>
                      <a:pt x="21" y="2"/>
                      <a:pt x="21" y="2"/>
                    </a:cubicBezTo>
                    <a:cubicBezTo>
                      <a:pt x="21" y="1"/>
                      <a:pt x="21" y="1"/>
                      <a:pt x="21" y="1"/>
                    </a:cubicBezTo>
                    <a:cubicBezTo>
                      <a:pt x="21" y="0"/>
                      <a:pt x="21" y="0"/>
                      <a:pt x="21" y="0"/>
                    </a:cubicBezTo>
                    <a:cubicBezTo>
                      <a:pt x="21" y="0"/>
                      <a:pt x="22" y="0"/>
                      <a:pt x="22" y="1"/>
                    </a:cubicBezTo>
                    <a:cubicBezTo>
                      <a:pt x="22" y="2"/>
                      <a:pt x="22" y="2"/>
                      <a:pt x="22" y="2"/>
                    </a:cubicBezTo>
                    <a:cubicBezTo>
                      <a:pt x="21" y="3"/>
                      <a:pt x="19" y="3"/>
                      <a:pt x="19" y="3"/>
                    </a:cubicBezTo>
                    <a:cubicBezTo>
                      <a:pt x="15" y="3"/>
                      <a:pt x="12" y="3"/>
                      <a:pt x="9" y="3"/>
                    </a:cubicBezTo>
                    <a:cubicBezTo>
                      <a:pt x="7" y="3"/>
                      <a:pt x="5" y="3"/>
                      <a:pt x="3" y="3"/>
                    </a:cubicBezTo>
                    <a:cubicBezTo>
                      <a:pt x="3" y="3"/>
                      <a:pt x="3" y="3"/>
                      <a:pt x="2" y="3"/>
                    </a:cubicBezTo>
                    <a:cubicBezTo>
                      <a:pt x="2" y="3"/>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8" name="Freeform 603"/>
              <p:cNvSpPr>
                <a:spLocks/>
              </p:cNvSpPr>
              <p:nvPr/>
            </p:nvSpPr>
            <p:spPr bwMode="auto">
              <a:xfrm>
                <a:off x="3570"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 name="T16" fmla="*/ 1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9" name="Freeform 604"/>
              <p:cNvSpPr>
                <a:spLocks/>
              </p:cNvSpPr>
              <p:nvPr/>
            </p:nvSpPr>
            <p:spPr bwMode="auto">
              <a:xfrm>
                <a:off x="3575" y="1429"/>
                <a:ext cx="2"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0" name="Freeform 605"/>
              <p:cNvSpPr>
                <a:spLocks/>
              </p:cNvSpPr>
              <p:nvPr/>
            </p:nvSpPr>
            <p:spPr bwMode="auto">
              <a:xfrm>
                <a:off x="3577" y="1429"/>
                <a:ext cx="5" cy="2"/>
              </a:xfrm>
              <a:custGeom>
                <a:avLst/>
                <a:gdLst>
                  <a:gd name="T0" fmla="*/ 1 w 2"/>
                  <a:gd name="T1" fmla="*/ 1 h 1"/>
                  <a:gd name="T2" fmla="*/ 0 w 2"/>
                  <a:gd name="T3" fmla="*/ 1 h 1"/>
                  <a:gd name="T4" fmla="*/ 0 w 2"/>
                  <a:gd name="T5" fmla="*/ 1 h 1"/>
                  <a:gd name="T6" fmla="*/ 1 w 2"/>
                  <a:gd name="T7" fmla="*/ 0 h 1"/>
                  <a:gd name="T8" fmla="*/ 1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1" y="0"/>
                    </a:cubicBezTo>
                    <a:cubicBezTo>
                      <a:pt x="1" y="0"/>
                      <a:pt x="1" y="0"/>
                      <a:pt x="1"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1" name="Freeform 606"/>
              <p:cNvSpPr>
                <a:spLocks/>
              </p:cNvSpPr>
              <p:nvPr/>
            </p:nvSpPr>
            <p:spPr bwMode="auto">
              <a:xfrm>
                <a:off x="3582" y="1429"/>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2" name="Freeform 607"/>
              <p:cNvSpPr>
                <a:spLocks/>
              </p:cNvSpPr>
              <p:nvPr/>
            </p:nvSpPr>
            <p:spPr bwMode="auto">
              <a:xfrm>
                <a:off x="3585" y="1429"/>
                <a:ext cx="5" cy="2"/>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3" name="Freeform 608"/>
              <p:cNvSpPr>
                <a:spLocks/>
              </p:cNvSpPr>
              <p:nvPr/>
            </p:nvSpPr>
            <p:spPr bwMode="auto">
              <a:xfrm>
                <a:off x="3590" y="1429"/>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4" name="Freeform 609"/>
              <p:cNvSpPr>
                <a:spLocks/>
              </p:cNvSpPr>
              <p:nvPr/>
            </p:nvSpPr>
            <p:spPr bwMode="auto">
              <a:xfrm>
                <a:off x="3595" y="1426"/>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1"/>
                      <a:pt x="0" y="1"/>
                      <a:pt x="1" y="1"/>
                    </a:cubicBezTo>
                    <a:cubicBezTo>
                      <a:pt x="1" y="0"/>
                      <a:pt x="1" y="0"/>
                      <a:pt x="1" y="1"/>
                    </a:cubicBezTo>
                    <a:cubicBezTo>
                      <a:pt x="1" y="1"/>
                      <a:pt x="1" y="1"/>
                      <a:pt x="1" y="1"/>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5" name="Freeform 610"/>
              <p:cNvSpPr>
                <a:spLocks/>
              </p:cNvSpPr>
              <p:nvPr/>
            </p:nvSpPr>
            <p:spPr bwMode="auto">
              <a:xfrm>
                <a:off x="3600"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6" name="Freeform 611"/>
              <p:cNvSpPr>
                <a:spLocks/>
              </p:cNvSpPr>
              <p:nvPr/>
            </p:nvSpPr>
            <p:spPr bwMode="auto">
              <a:xfrm>
                <a:off x="3602" y="1429"/>
                <a:ext cx="5" cy="2"/>
              </a:xfrm>
              <a:custGeom>
                <a:avLst/>
                <a:gdLst>
                  <a:gd name="T0" fmla="*/ 1 w 2"/>
                  <a:gd name="T1" fmla="*/ 1 h 1"/>
                  <a:gd name="T2" fmla="*/ 0 w 2"/>
                  <a:gd name="T3" fmla="*/ 1 h 1"/>
                  <a:gd name="T4" fmla="*/ 0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7" name="Freeform 612"/>
              <p:cNvSpPr>
                <a:spLocks/>
              </p:cNvSpPr>
              <p:nvPr/>
            </p:nvSpPr>
            <p:spPr bwMode="auto">
              <a:xfrm>
                <a:off x="3607"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8" name="Freeform 613"/>
              <p:cNvSpPr>
                <a:spLocks/>
              </p:cNvSpPr>
              <p:nvPr/>
            </p:nvSpPr>
            <p:spPr bwMode="auto">
              <a:xfrm>
                <a:off x="3612"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9" name="Freeform 614"/>
              <p:cNvSpPr>
                <a:spLocks/>
              </p:cNvSpPr>
              <p:nvPr/>
            </p:nvSpPr>
            <p:spPr bwMode="auto">
              <a:xfrm>
                <a:off x="3614" y="142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0" name="Freeform 615"/>
              <p:cNvSpPr>
                <a:spLocks/>
              </p:cNvSpPr>
              <p:nvPr/>
            </p:nvSpPr>
            <p:spPr bwMode="auto">
              <a:xfrm>
                <a:off x="3619" y="142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0"/>
                      <a:pt x="0" y="0"/>
                      <a:pt x="0" y="0"/>
                    </a:cubicBezTo>
                    <a:cubicBezTo>
                      <a:pt x="0" y="0"/>
                      <a:pt x="0"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1" name="Freeform 616"/>
              <p:cNvSpPr>
                <a:spLocks noEditPoints="1"/>
              </p:cNvSpPr>
              <p:nvPr/>
            </p:nvSpPr>
            <p:spPr bwMode="auto">
              <a:xfrm>
                <a:off x="3656" y="1426"/>
                <a:ext cx="50" cy="43"/>
              </a:xfrm>
              <a:custGeom>
                <a:avLst/>
                <a:gdLst>
                  <a:gd name="T0" fmla="*/ 16 w 20"/>
                  <a:gd name="T1" fmla="*/ 17 h 17"/>
                  <a:gd name="T2" fmla="*/ 12 w 20"/>
                  <a:gd name="T3" fmla="*/ 16 h 17"/>
                  <a:gd name="T4" fmla="*/ 9 w 20"/>
                  <a:gd name="T5" fmla="*/ 14 h 17"/>
                  <a:gd name="T6" fmla="*/ 7 w 20"/>
                  <a:gd name="T7" fmla="*/ 12 h 17"/>
                  <a:gd name="T8" fmla="*/ 5 w 20"/>
                  <a:gd name="T9" fmla="*/ 11 h 17"/>
                  <a:gd name="T10" fmla="*/ 1 w 20"/>
                  <a:gd name="T11" fmla="*/ 7 h 17"/>
                  <a:gd name="T12" fmla="*/ 6 w 20"/>
                  <a:gd name="T13" fmla="*/ 0 h 17"/>
                  <a:gd name="T14" fmla="*/ 16 w 20"/>
                  <a:gd name="T15" fmla="*/ 3 h 17"/>
                  <a:gd name="T16" fmla="*/ 20 w 20"/>
                  <a:gd name="T17" fmla="*/ 11 h 17"/>
                  <a:gd name="T18" fmla="*/ 19 w 20"/>
                  <a:gd name="T19" fmla="*/ 16 h 17"/>
                  <a:gd name="T20" fmla="*/ 16 w 20"/>
                  <a:gd name="T21" fmla="*/ 17 h 17"/>
                  <a:gd name="T22" fmla="*/ 9 w 20"/>
                  <a:gd name="T23" fmla="*/ 1 h 17"/>
                  <a:gd name="T24" fmla="*/ 6 w 20"/>
                  <a:gd name="T25" fmla="*/ 1 h 17"/>
                  <a:gd name="T26" fmla="*/ 2 w 20"/>
                  <a:gd name="T27" fmla="*/ 6 h 17"/>
                  <a:gd name="T28" fmla="*/ 5 w 20"/>
                  <a:gd name="T29" fmla="*/ 10 h 17"/>
                  <a:gd name="T30" fmla="*/ 7 w 20"/>
                  <a:gd name="T31" fmla="*/ 11 h 17"/>
                  <a:gd name="T32" fmla="*/ 9 w 20"/>
                  <a:gd name="T33" fmla="*/ 13 h 17"/>
                  <a:gd name="T34" fmla="*/ 12 w 20"/>
                  <a:gd name="T35" fmla="*/ 15 h 17"/>
                  <a:gd name="T36" fmla="*/ 16 w 20"/>
                  <a:gd name="T37" fmla="*/ 16 h 17"/>
                  <a:gd name="T38" fmla="*/ 18 w 20"/>
                  <a:gd name="T39" fmla="*/ 15 h 17"/>
                  <a:gd name="T40" fmla="*/ 20 w 20"/>
                  <a:gd name="T41" fmla="*/ 11 h 17"/>
                  <a:gd name="T42" fmla="*/ 15 w 20"/>
                  <a:gd name="T43" fmla="*/ 3 h 17"/>
                  <a:gd name="T44" fmla="*/ 9 w 20"/>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7">
                    <a:moveTo>
                      <a:pt x="16" y="17"/>
                    </a:moveTo>
                    <a:cubicBezTo>
                      <a:pt x="14" y="17"/>
                      <a:pt x="13" y="16"/>
                      <a:pt x="12" y="16"/>
                    </a:cubicBezTo>
                    <a:cubicBezTo>
                      <a:pt x="11" y="15"/>
                      <a:pt x="10" y="14"/>
                      <a:pt x="9" y="14"/>
                    </a:cubicBezTo>
                    <a:cubicBezTo>
                      <a:pt x="8" y="13"/>
                      <a:pt x="7" y="12"/>
                      <a:pt x="7" y="12"/>
                    </a:cubicBezTo>
                    <a:cubicBezTo>
                      <a:pt x="6" y="11"/>
                      <a:pt x="6" y="11"/>
                      <a:pt x="5" y="11"/>
                    </a:cubicBezTo>
                    <a:cubicBezTo>
                      <a:pt x="3" y="10"/>
                      <a:pt x="1" y="9"/>
                      <a:pt x="1" y="7"/>
                    </a:cubicBezTo>
                    <a:cubicBezTo>
                      <a:pt x="0" y="4"/>
                      <a:pt x="3" y="1"/>
                      <a:pt x="6" y="0"/>
                    </a:cubicBezTo>
                    <a:cubicBezTo>
                      <a:pt x="9" y="0"/>
                      <a:pt x="13" y="0"/>
                      <a:pt x="16" y="3"/>
                    </a:cubicBezTo>
                    <a:cubicBezTo>
                      <a:pt x="19" y="5"/>
                      <a:pt x="20" y="8"/>
                      <a:pt x="20" y="11"/>
                    </a:cubicBezTo>
                    <a:cubicBezTo>
                      <a:pt x="20" y="13"/>
                      <a:pt x="20" y="15"/>
                      <a:pt x="19" y="16"/>
                    </a:cubicBezTo>
                    <a:cubicBezTo>
                      <a:pt x="18" y="16"/>
                      <a:pt x="17" y="17"/>
                      <a:pt x="16" y="17"/>
                    </a:cubicBezTo>
                    <a:close/>
                    <a:moveTo>
                      <a:pt x="9" y="1"/>
                    </a:moveTo>
                    <a:cubicBezTo>
                      <a:pt x="8" y="1"/>
                      <a:pt x="7" y="1"/>
                      <a:pt x="6" y="1"/>
                    </a:cubicBezTo>
                    <a:cubicBezTo>
                      <a:pt x="3" y="2"/>
                      <a:pt x="1" y="4"/>
                      <a:pt x="2" y="6"/>
                    </a:cubicBezTo>
                    <a:cubicBezTo>
                      <a:pt x="2" y="8"/>
                      <a:pt x="4" y="9"/>
                      <a:pt x="5" y="10"/>
                    </a:cubicBezTo>
                    <a:cubicBezTo>
                      <a:pt x="6" y="10"/>
                      <a:pt x="7" y="11"/>
                      <a:pt x="7" y="11"/>
                    </a:cubicBezTo>
                    <a:cubicBezTo>
                      <a:pt x="8" y="12"/>
                      <a:pt x="9" y="12"/>
                      <a:pt x="9" y="13"/>
                    </a:cubicBezTo>
                    <a:cubicBezTo>
                      <a:pt x="10" y="14"/>
                      <a:pt x="11" y="15"/>
                      <a:pt x="12" y="15"/>
                    </a:cubicBezTo>
                    <a:cubicBezTo>
                      <a:pt x="13" y="16"/>
                      <a:pt x="15" y="16"/>
                      <a:pt x="16" y="16"/>
                    </a:cubicBezTo>
                    <a:cubicBezTo>
                      <a:pt x="16" y="16"/>
                      <a:pt x="18" y="16"/>
                      <a:pt x="18" y="15"/>
                    </a:cubicBezTo>
                    <a:cubicBezTo>
                      <a:pt x="20" y="14"/>
                      <a:pt x="20" y="12"/>
                      <a:pt x="20" y="11"/>
                    </a:cubicBezTo>
                    <a:cubicBezTo>
                      <a:pt x="19" y="8"/>
                      <a:pt x="18" y="5"/>
                      <a:pt x="15" y="3"/>
                    </a:cubicBezTo>
                    <a:cubicBezTo>
                      <a:pt x="14" y="2"/>
                      <a:pt x="11"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2" name="Freeform 617"/>
              <p:cNvSpPr>
                <a:spLocks/>
              </p:cNvSpPr>
              <p:nvPr/>
            </p:nvSpPr>
            <p:spPr bwMode="auto">
              <a:xfrm>
                <a:off x="3656" y="1434"/>
                <a:ext cx="50" cy="30"/>
              </a:xfrm>
              <a:custGeom>
                <a:avLst/>
                <a:gdLst>
                  <a:gd name="T0" fmla="*/ 16 w 20"/>
                  <a:gd name="T1" fmla="*/ 12 h 12"/>
                  <a:gd name="T2" fmla="*/ 13 w 20"/>
                  <a:gd name="T3" fmla="*/ 12 h 12"/>
                  <a:gd name="T4" fmla="*/ 10 w 20"/>
                  <a:gd name="T5" fmla="*/ 10 h 12"/>
                  <a:gd name="T6" fmla="*/ 10 w 20"/>
                  <a:gd name="T7" fmla="*/ 9 h 12"/>
                  <a:gd name="T8" fmla="*/ 4 w 20"/>
                  <a:gd name="T9" fmla="*/ 5 h 12"/>
                  <a:gd name="T10" fmla="*/ 4 w 20"/>
                  <a:gd name="T11" fmla="*/ 5 h 12"/>
                  <a:gd name="T12" fmla="*/ 1 w 20"/>
                  <a:gd name="T13" fmla="*/ 3 h 12"/>
                  <a:gd name="T14" fmla="*/ 1 w 20"/>
                  <a:gd name="T15" fmla="*/ 1 h 12"/>
                  <a:gd name="T16" fmla="*/ 2 w 20"/>
                  <a:gd name="T17" fmla="*/ 1 h 12"/>
                  <a:gd name="T18" fmla="*/ 2 w 20"/>
                  <a:gd name="T19" fmla="*/ 1 h 12"/>
                  <a:gd name="T20" fmla="*/ 2 w 20"/>
                  <a:gd name="T21" fmla="*/ 3 h 12"/>
                  <a:gd name="T22" fmla="*/ 4 w 20"/>
                  <a:gd name="T23" fmla="*/ 4 h 12"/>
                  <a:gd name="T24" fmla="*/ 4 w 20"/>
                  <a:gd name="T25" fmla="*/ 4 h 12"/>
                  <a:gd name="T26" fmla="*/ 10 w 20"/>
                  <a:gd name="T27" fmla="*/ 8 h 12"/>
                  <a:gd name="T28" fmla="*/ 11 w 20"/>
                  <a:gd name="T29" fmla="*/ 9 h 12"/>
                  <a:gd name="T30" fmla="*/ 13 w 20"/>
                  <a:gd name="T31" fmla="*/ 11 h 12"/>
                  <a:gd name="T32" fmla="*/ 19 w 20"/>
                  <a:gd name="T33" fmla="*/ 10 h 12"/>
                  <a:gd name="T34" fmla="*/ 20 w 20"/>
                  <a:gd name="T35" fmla="*/ 10 h 12"/>
                  <a:gd name="T36" fmla="*/ 20 w 20"/>
                  <a:gd name="T37" fmla="*/ 11 h 12"/>
                  <a:gd name="T38" fmla="*/ 16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16" y="12"/>
                    </a:moveTo>
                    <a:cubicBezTo>
                      <a:pt x="15" y="12"/>
                      <a:pt x="14" y="12"/>
                      <a:pt x="13" y="12"/>
                    </a:cubicBezTo>
                    <a:cubicBezTo>
                      <a:pt x="12" y="11"/>
                      <a:pt x="11" y="10"/>
                      <a:pt x="10" y="10"/>
                    </a:cubicBezTo>
                    <a:cubicBezTo>
                      <a:pt x="10" y="9"/>
                      <a:pt x="10" y="9"/>
                      <a:pt x="10" y="9"/>
                    </a:cubicBezTo>
                    <a:cubicBezTo>
                      <a:pt x="8" y="7"/>
                      <a:pt x="6" y="6"/>
                      <a:pt x="4" y="5"/>
                    </a:cubicBezTo>
                    <a:cubicBezTo>
                      <a:pt x="4" y="5"/>
                      <a:pt x="4" y="5"/>
                      <a:pt x="4" y="5"/>
                    </a:cubicBezTo>
                    <a:cubicBezTo>
                      <a:pt x="3" y="4"/>
                      <a:pt x="2" y="4"/>
                      <a:pt x="1" y="3"/>
                    </a:cubicBezTo>
                    <a:cubicBezTo>
                      <a:pt x="1" y="3"/>
                      <a:pt x="0" y="2"/>
                      <a:pt x="1" y="1"/>
                    </a:cubicBezTo>
                    <a:cubicBezTo>
                      <a:pt x="1" y="1"/>
                      <a:pt x="1" y="0"/>
                      <a:pt x="2" y="1"/>
                    </a:cubicBezTo>
                    <a:cubicBezTo>
                      <a:pt x="2" y="1"/>
                      <a:pt x="2" y="1"/>
                      <a:pt x="2" y="1"/>
                    </a:cubicBezTo>
                    <a:cubicBezTo>
                      <a:pt x="1" y="2"/>
                      <a:pt x="2" y="2"/>
                      <a:pt x="2" y="3"/>
                    </a:cubicBezTo>
                    <a:cubicBezTo>
                      <a:pt x="3" y="3"/>
                      <a:pt x="3" y="4"/>
                      <a:pt x="4" y="4"/>
                    </a:cubicBezTo>
                    <a:cubicBezTo>
                      <a:pt x="4" y="4"/>
                      <a:pt x="4" y="4"/>
                      <a:pt x="4" y="4"/>
                    </a:cubicBezTo>
                    <a:cubicBezTo>
                      <a:pt x="7" y="5"/>
                      <a:pt x="9" y="7"/>
                      <a:pt x="10" y="8"/>
                    </a:cubicBezTo>
                    <a:cubicBezTo>
                      <a:pt x="11" y="9"/>
                      <a:pt x="11" y="9"/>
                      <a:pt x="11" y="9"/>
                    </a:cubicBezTo>
                    <a:cubicBezTo>
                      <a:pt x="12" y="10"/>
                      <a:pt x="12" y="11"/>
                      <a:pt x="13" y="11"/>
                    </a:cubicBezTo>
                    <a:cubicBezTo>
                      <a:pt x="15" y="12"/>
                      <a:pt x="18" y="12"/>
                      <a:pt x="19" y="10"/>
                    </a:cubicBezTo>
                    <a:cubicBezTo>
                      <a:pt x="20" y="10"/>
                      <a:pt x="20" y="10"/>
                      <a:pt x="20" y="10"/>
                    </a:cubicBezTo>
                    <a:cubicBezTo>
                      <a:pt x="20" y="10"/>
                      <a:pt x="20" y="11"/>
                      <a:pt x="20" y="11"/>
                    </a:cubicBezTo>
                    <a:cubicBezTo>
                      <a:pt x="19" y="12"/>
                      <a:pt x="17"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3" name="Freeform 618"/>
              <p:cNvSpPr>
                <a:spLocks/>
              </p:cNvSpPr>
              <p:nvPr/>
            </p:nvSpPr>
            <p:spPr bwMode="auto">
              <a:xfrm>
                <a:off x="3669" y="1431"/>
                <a:ext cx="24" cy="15"/>
              </a:xfrm>
              <a:custGeom>
                <a:avLst/>
                <a:gdLst>
                  <a:gd name="T0" fmla="*/ 1 w 10"/>
                  <a:gd name="T1" fmla="*/ 6 h 6"/>
                  <a:gd name="T2" fmla="*/ 0 w 10"/>
                  <a:gd name="T3" fmla="*/ 6 h 6"/>
                  <a:gd name="T4" fmla="*/ 2 w 10"/>
                  <a:gd name="T5" fmla="*/ 4 h 6"/>
                  <a:gd name="T6" fmla="*/ 4 w 10"/>
                  <a:gd name="T7" fmla="*/ 2 h 6"/>
                  <a:gd name="T8" fmla="*/ 5 w 10"/>
                  <a:gd name="T9" fmla="*/ 1 h 6"/>
                  <a:gd name="T10" fmla="*/ 10 w 10"/>
                  <a:gd name="T11" fmla="*/ 0 h 6"/>
                  <a:gd name="T12" fmla="*/ 10 w 10"/>
                  <a:gd name="T13" fmla="*/ 0 h 6"/>
                  <a:gd name="T14" fmla="*/ 10 w 10"/>
                  <a:gd name="T15" fmla="*/ 1 h 6"/>
                  <a:gd name="T16" fmla="*/ 6 w 10"/>
                  <a:gd name="T17" fmla="*/ 2 h 6"/>
                  <a:gd name="T18" fmla="*/ 4 w 10"/>
                  <a:gd name="T19" fmla="*/ 3 h 6"/>
                  <a:gd name="T20" fmla="*/ 2 w 10"/>
                  <a:gd name="T21" fmla="*/ 4 h 6"/>
                  <a:gd name="T22" fmla="*/ 1 w 10"/>
                  <a:gd name="T23" fmla="*/ 6 h 6"/>
                  <a:gd name="T24" fmla="*/ 1 w 10"/>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6">
                    <a:moveTo>
                      <a:pt x="1" y="6"/>
                    </a:moveTo>
                    <a:cubicBezTo>
                      <a:pt x="0" y="6"/>
                      <a:pt x="0" y="6"/>
                      <a:pt x="0" y="6"/>
                    </a:cubicBezTo>
                    <a:cubicBezTo>
                      <a:pt x="0" y="5"/>
                      <a:pt x="1" y="4"/>
                      <a:pt x="2" y="4"/>
                    </a:cubicBezTo>
                    <a:cubicBezTo>
                      <a:pt x="2" y="3"/>
                      <a:pt x="3" y="3"/>
                      <a:pt x="4" y="2"/>
                    </a:cubicBezTo>
                    <a:cubicBezTo>
                      <a:pt x="5" y="1"/>
                      <a:pt x="5" y="1"/>
                      <a:pt x="5" y="1"/>
                    </a:cubicBezTo>
                    <a:cubicBezTo>
                      <a:pt x="7" y="1"/>
                      <a:pt x="8" y="0"/>
                      <a:pt x="10" y="0"/>
                    </a:cubicBezTo>
                    <a:cubicBezTo>
                      <a:pt x="10" y="0"/>
                      <a:pt x="10" y="0"/>
                      <a:pt x="10" y="0"/>
                    </a:cubicBezTo>
                    <a:cubicBezTo>
                      <a:pt x="10" y="1"/>
                      <a:pt x="10" y="1"/>
                      <a:pt x="10" y="1"/>
                    </a:cubicBezTo>
                    <a:cubicBezTo>
                      <a:pt x="8" y="1"/>
                      <a:pt x="7" y="1"/>
                      <a:pt x="6" y="2"/>
                    </a:cubicBezTo>
                    <a:cubicBezTo>
                      <a:pt x="4" y="3"/>
                      <a:pt x="4" y="3"/>
                      <a:pt x="4" y="3"/>
                    </a:cubicBezTo>
                    <a:cubicBezTo>
                      <a:pt x="4" y="3"/>
                      <a:pt x="3" y="4"/>
                      <a:pt x="2" y="4"/>
                    </a:cubicBezTo>
                    <a:cubicBezTo>
                      <a:pt x="2"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4" name="Freeform 619"/>
              <p:cNvSpPr>
                <a:spLocks/>
              </p:cNvSpPr>
              <p:nvPr/>
            </p:nvSpPr>
            <p:spPr bwMode="auto">
              <a:xfrm>
                <a:off x="3666" y="1429"/>
                <a:ext cx="15" cy="10"/>
              </a:xfrm>
              <a:custGeom>
                <a:avLst/>
                <a:gdLst>
                  <a:gd name="T0" fmla="*/ 6 w 6"/>
                  <a:gd name="T1" fmla="*/ 4 h 4"/>
                  <a:gd name="T2" fmla="*/ 5 w 6"/>
                  <a:gd name="T3" fmla="*/ 3 h 4"/>
                  <a:gd name="T4" fmla="*/ 5 w 6"/>
                  <a:gd name="T5" fmla="*/ 3 h 4"/>
                  <a:gd name="T6" fmla="*/ 0 w 6"/>
                  <a:gd name="T7" fmla="*/ 1 h 4"/>
                  <a:gd name="T8" fmla="*/ 0 w 6"/>
                  <a:gd name="T9" fmla="*/ 0 h 4"/>
                  <a:gd name="T10" fmla="*/ 1 w 6"/>
                  <a:gd name="T11" fmla="*/ 0 h 4"/>
                  <a:gd name="T12" fmla="*/ 6 w 6"/>
                  <a:gd name="T13" fmla="*/ 2 h 4"/>
                  <a:gd name="T14" fmla="*/ 6 w 6"/>
                  <a:gd name="T15" fmla="*/ 3 h 4"/>
                  <a:gd name="T16" fmla="*/ 6 w 6"/>
                  <a:gd name="T17" fmla="*/ 4 h 4"/>
                  <a:gd name="T18" fmla="*/ 6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4"/>
                    </a:moveTo>
                    <a:cubicBezTo>
                      <a:pt x="5" y="4"/>
                      <a:pt x="5" y="3"/>
                      <a:pt x="5" y="3"/>
                    </a:cubicBezTo>
                    <a:cubicBezTo>
                      <a:pt x="5" y="3"/>
                      <a:pt x="5" y="3"/>
                      <a:pt x="5" y="3"/>
                    </a:cubicBezTo>
                    <a:cubicBezTo>
                      <a:pt x="4" y="2"/>
                      <a:pt x="2" y="1"/>
                      <a:pt x="0" y="1"/>
                    </a:cubicBezTo>
                    <a:cubicBezTo>
                      <a:pt x="0" y="1"/>
                      <a:pt x="0" y="0"/>
                      <a:pt x="0" y="0"/>
                    </a:cubicBezTo>
                    <a:cubicBezTo>
                      <a:pt x="0" y="0"/>
                      <a:pt x="0" y="0"/>
                      <a:pt x="1" y="0"/>
                    </a:cubicBezTo>
                    <a:cubicBezTo>
                      <a:pt x="2" y="1"/>
                      <a:pt x="4" y="1"/>
                      <a:pt x="6" y="2"/>
                    </a:cubicBezTo>
                    <a:cubicBezTo>
                      <a:pt x="6" y="3"/>
                      <a:pt x="6" y="3"/>
                      <a:pt x="6" y="3"/>
                    </a:cubicBezTo>
                    <a:cubicBezTo>
                      <a:pt x="6" y="3"/>
                      <a:pt x="6" y="3"/>
                      <a:pt x="6" y="4"/>
                    </a:cubicBezTo>
                    <a:cubicBezTo>
                      <a:pt x="6" y="4"/>
                      <a:pt x="6" y="4"/>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5" name="Freeform 620"/>
              <p:cNvSpPr>
                <a:spLocks noEditPoints="1"/>
              </p:cNvSpPr>
              <p:nvPr/>
            </p:nvSpPr>
            <p:spPr bwMode="auto">
              <a:xfrm>
                <a:off x="3541" y="1436"/>
                <a:ext cx="108" cy="25"/>
              </a:xfrm>
              <a:custGeom>
                <a:avLst/>
                <a:gdLst>
                  <a:gd name="T0" fmla="*/ 6 w 44"/>
                  <a:gd name="T1" fmla="*/ 10 h 10"/>
                  <a:gd name="T2" fmla="*/ 0 w 44"/>
                  <a:gd name="T3" fmla="*/ 9 h 10"/>
                  <a:gd name="T4" fmla="*/ 0 w 44"/>
                  <a:gd name="T5" fmla="*/ 9 h 10"/>
                  <a:gd name="T6" fmla="*/ 0 w 44"/>
                  <a:gd name="T7" fmla="*/ 9 h 10"/>
                  <a:gd name="T8" fmla="*/ 5 w 44"/>
                  <a:gd name="T9" fmla="*/ 1 h 10"/>
                  <a:gd name="T10" fmla="*/ 6 w 44"/>
                  <a:gd name="T11" fmla="*/ 1 h 10"/>
                  <a:gd name="T12" fmla="*/ 39 w 44"/>
                  <a:gd name="T13" fmla="*/ 0 h 10"/>
                  <a:gd name="T14" fmla="*/ 41 w 44"/>
                  <a:gd name="T15" fmla="*/ 1 h 10"/>
                  <a:gd name="T16" fmla="*/ 42 w 44"/>
                  <a:gd name="T17" fmla="*/ 2 h 10"/>
                  <a:gd name="T18" fmla="*/ 44 w 44"/>
                  <a:gd name="T19" fmla="*/ 9 h 10"/>
                  <a:gd name="T20" fmla="*/ 44 w 44"/>
                  <a:gd name="T21" fmla="*/ 9 h 10"/>
                  <a:gd name="T22" fmla="*/ 44 w 44"/>
                  <a:gd name="T23" fmla="*/ 9 h 10"/>
                  <a:gd name="T24" fmla="*/ 6 w 44"/>
                  <a:gd name="T25" fmla="*/ 10 h 10"/>
                  <a:gd name="T26" fmla="*/ 1 w 44"/>
                  <a:gd name="T27" fmla="*/ 9 h 10"/>
                  <a:gd name="T28" fmla="*/ 6 w 44"/>
                  <a:gd name="T29" fmla="*/ 9 h 10"/>
                  <a:gd name="T30" fmla="*/ 7 w 44"/>
                  <a:gd name="T31" fmla="*/ 9 h 10"/>
                  <a:gd name="T32" fmla="*/ 43 w 44"/>
                  <a:gd name="T33" fmla="*/ 9 h 10"/>
                  <a:gd name="T34" fmla="*/ 41 w 44"/>
                  <a:gd name="T35" fmla="*/ 2 h 10"/>
                  <a:gd name="T36" fmla="*/ 40 w 44"/>
                  <a:gd name="T37" fmla="*/ 1 h 10"/>
                  <a:gd name="T38" fmla="*/ 39 w 44"/>
                  <a:gd name="T39" fmla="*/ 1 h 10"/>
                  <a:gd name="T40" fmla="*/ 6 w 44"/>
                  <a:gd name="T41" fmla="*/ 2 h 10"/>
                  <a:gd name="T42" fmla="*/ 1 w 44"/>
                  <a:gd name="T4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
                    <a:moveTo>
                      <a:pt x="6" y="10"/>
                    </a:moveTo>
                    <a:cubicBezTo>
                      <a:pt x="4" y="10"/>
                      <a:pt x="2" y="10"/>
                      <a:pt x="0" y="9"/>
                    </a:cubicBezTo>
                    <a:cubicBezTo>
                      <a:pt x="0" y="9"/>
                      <a:pt x="0" y="9"/>
                      <a:pt x="0" y="9"/>
                    </a:cubicBezTo>
                    <a:cubicBezTo>
                      <a:pt x="0" y="9"/>
                      <a:pt x="0" y="9"/>
                      <a:pt x="0" y="9"/>
                    </a:cubicBezTo>
                    <a:cubicBezTo>
                      <a:pt x="5" y="1"/>
                      <a:pt x="5" y="1"/>
                      <a:pt x="5" y="1"/>
                    </a:cubicBezTo>
                    <a:cubicBezTo>
                      <a:pt x="5" y="1"/>
                      <a:pt x="6" y="1"/>
                      <a:pt x="6" y="1"/>
                    </a:cubicBezTo>
                    <a:cubicBezTo>
                      <a:pt x="17" y="0"/>
                      <a:pt x="28" y="0"/>
                      <a:pt x="39" y="0"/>
                    </a:cubicBezTo>
                    <a:cubicBezTo>
                      <a:pt x="40" y="0"/>
                      <a:pt x="40" y="0"/>
                      <a:pt x="41" y="1"/>
                    </a:cubicBezTo>
                    <a:cubicBezTo>
                      <a:pt x="41" y="1"/>
                      <a:pt x="42" y="2"/>
                      <a:pt x="42" y="2"/>
                    </a:cubicBezTo>
                    <a:cubicBezTo>
                      <a:pt x="44" y="9"/>
                      <a:pt x="44" y="9"/>
                      <a:pt x="44" y="9"/>
                    </a:cubicBezTo>
                    <a:cubicBezTo>
                      <a:pt x="44" y="9"/>
                      <a:pt x="44" y="9"/>
                      <a:pt x="44" y="9"/>
                    </a:cubicBezTo>
                    <a:cubicBezTo>
                      <a:pt x="44" y="9"/>
                      <a:pt x="44" y="9"/>
                      <a:pt x="44" y="9"/>
                    </a:cubicBezTo>
                    <a:lnTo>
                      <a:pt x="6" y="10"/>
                    </a:lnTo>
                    <a:close/>
                    <a:moveTo>
                      <a:pt x="1" y="9"/>
                    </a:moveTo>
                    <a:cubicBezTo>
                      <a:pt x="2" y="9"/>
                      <a:pt x="4" y="9"/>
                      <a:pt x="6" y="9"/>
                    </a:cubicBezTo>
                    <a:cubicBezTo>
                      <a:pt x="7" y="9"/>
                      <a:pt x="7" y="9"/>
                      <a:pt x="7" y="9"/>
                    </a:cubicBezTo>
                    <a:cubicBezTo>
                      <a:pt x="43" y="9"/>
                      <a:pt x="43" y="9"/>
                      <a:pt x="43" y="9"/>
                    </a:cubicBezTo>
                    <a:cubicBezTo>
                      <a:pt x="41" y="2"/>
                      <a:pt x="41" y="2"/>
                      <a:pt x="41" y="2"/>
                    </a:cubicBezTo>
                    <a:cubicBezTo>
                      <a:pt x="41" y="2"/>
                      <a:pt x="41" y="2"/>
                      <a:pt x="40" y="1"/>
                    </a:cubicBezTo>
                    <a:cubicBezTo>
                      <a:pt x="40" y="1"/>
                      <a:pt x="40" y="1"/>
                      <a:pt x="39" y="1"/>
                    </a:cubicBezTo>
                    <a:cubicBezTo>
                      <a:pt x="28" y="1"/>
                      <a:pt x="17" y="1"/>
                      <a:pt x="6" y="2"/>
                    </a:cubicBez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6" name="Freeform 621"/>
              <p:cNvSpPr>
                <a:spLocks/>
              </p:cNvSpPr>
              <p:nvPr/>
            </p:nvSpPr>
            <p:spPr bwMode="auto">
              <a:xfrm>
                <a:off x="3538" y="1461"/>
                <a:ext cx="111" cy="3"/>
              </a:xfrm>
              <a:custGeom>
                <a:avLst/>
                <a:gdLst>
                  <a:gd name="T0" fmla="*/ 1 w 45"/>
                  <a:gd name="T1" fmla="*/ 1 h 1"/>
                  <a:gd name="T2" fmla="*/ 0 w 45"/>
                  <a:gd name="T3" fmla="*/ 1 h 1"/>
                  <a:gd name="T4" fmla="*/ 1 w 45"/>
                  <a:gd name="T5" fmla="*/ 0 h 1"/>
                  <a:gd name="T6" fmla="*/ 45 w 45"/>
                  <a:gd name="T7" fmla="*/ 0 h 1"/>
                  <a:gd name="T8" fmla="*/ 45 w 45"/>
                  <a:gd name="T9" fmla="*/ 0 h 1"/>
                  <a:gd name="T10" fmla="*/ 45 w 45"/>
                  <a:gd name="T11" fmla="*/ 1 h 1"/>
                  <a:gd name="T12" fmla="*/ 1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1" y="1"/>
                    </a:moveTo>
                    <a:cubicBezTo>
                      <a:pt x="1" y="1"/>
                      <a:pt x="0" y="1"/>
                      <a:pt x="0" y="1"/>
                    </a:cubicBezTo>
                    <a:cubicBezTo>
                      <a:pt x="0" y="0"/>
                      <a:pt x="1" y="0"/>
                      <a:pt x="1" y="0"/>
                    </a:cubicBezTo>
                    <a:cubicBezTo>
                      <a:pt x="45" y="0"/>
                      <a:pt x="45" y="0"/>
                      <a:pt x="45" y="0"/>
                    </a:cubicBezTo>
                    <a:cubicBezTo>
                      <a:pt x="45" y="0"/>
                      <a:pt x="45" y="0"/>
                      <a:pt x="45" y="0"/>
                    </a:cubicBezTo>
                    <a:cubicBezTo>
                      <a:pt x="45" y="1"/>
                      <a:pt x="45" y="1"/>
                      <a:pt x="45"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7" name="Freeform 622"/>
              <p:cNvSpPr>
                <a:spLocks/>
              </p:cNvSpPr>
              <p:nvPr/>
            </p:nvSpPr>
            <p:spPr bwMode="auto">
              <a:xfrm>
                <a:off x="3646" y="1456"/>
                <a:ext cx="3" cy="8"/>
              </a:xfrm>
              <a:custGeom>
                <a:avLst/>
                <a:gdLst>
                  <a:gd name="T0" fmla="*/ 1 w 1"/>
                  <a:gd name="T1" fmla="*/ 3 h 3"/>
                  <a:gd name="T2" fmla="*/ 1 w 1"/>
                  <a:gd name="T3" fmla="*/ 3 h 3"/>
                  <a:gd name="T4" fmla="*/ 0 w 1"/>
                  <a:gd name="T5" fmla="*/ 2 h 3"/>
                  <a:gd name="T6" fmla="*/ 0 w 1"/>
                  <a:gd name="T7" fmla="*/ 1 h 3"/>
                  <a:gd name="T8" fmla="*/ 1 w 1"/>
                  <a:gd name="T9" fmla="*/ 1 h 3"/>
                  <a:gd name="T10" fmla="*/ 1 w 1"/>
                  <a:gd name="T11" fmla="*/ 1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2"/>
                    </a:cubicBezTo>
                    <a:cubicBezTo>
                      <a:pt x="0" y="1"/>
                      <a:pt x="0" y="1"/>
                      <a:pt x="0" y="1"/>
                    </a:cubicBezTo>
                    <a:cubicBezTo>
                      <a:pt x="0" y="1"/>
                      <a:pt x="1" y="0"/>
                      <a:pt x="1" y="1"/>
                    </a:cubicBezTo>
                    <a:cubicBezTo>
                      <a:pt x="1" y="1"/>
                      <a:pt x="1" y="1"/>
                      <a:pt x="1"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8" name="Freeform 623"/>
              <p:cNvSpPr>
                <a:spLocks/>
              </p:cNvSpPr>
              <p:nvPr/>
            </p:nvSpPr>
            <p:spPr bwMode="auto">
              <a:xfrm>
                <a:off x="3538" y="1456"/>
                <a:ext cx="3" cy="8"/>
              </a:xfrm>
              <a:custGeom>
                <a:avLst/>
                <a:gdLst>
                  <a:gd name="T0" fmla="*/ 1 w 1"/>
                  <a:gd name="T1" fmla="*/ 3 h 3"/>
                  <a:gd name="T2" fmla="*/ 1 w 1"/>
                  <a:gd name="T3" fmla="*/ 3 h 3"/>
                  <a:gd name="T4" fmla="*/ 0 w 1"/>
                  <a:gd name="T5" fmla="*/ 1 h 3"/>
                  <a:gd name="T6" fmla="*/ 1 w 1"/>
                  <a:gd name="T7" fmla="*/ 0 h 3"/>
                  <a:gd name="T8" fmla="*/ 1 w 1"/>
                  <a:gd name="T9" fmla="*/ 1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2"/>
                      <a:pt x="0" y="1"/>
                      <a:pt x="0" y="1"/>
                    </a:cubicBezTo>
                    <a:cubicBezTo>
                      <a:pt x="0" y="0"/>
                      <a:pt x="1" y="0"/>
                      <a:pt x="1" y="0"/>
                    </a:cubicBezTo>
                    <a:cubicBezTo>
                      <a:pt x="1" y="0"/>
                      <a:pt x="1" y="1"/>
                      <a:pt x="1" y="1"/>
                    </a:cubicBezTo>
                    <a:cubicBezTo>
                      <a:pt x="1" y="1"/>
                      <a:pt x="1" y="2"/>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9" name="Freeform 624"/>
              <p:cNvSpPr>
                <a:spLocks noEditPoints="1"/>
              </p:cNvSpPr>
              <p:nvPr/>
            </p:nvSpPr>
            <p:spPr bwMode="auto">
              <a:xfrm>
                <a:off x="3568" y="1449"/>
                <a:ext cx="46" cy="7"/>
              </a:xfrm>
              <a:custGeom>
                <a:avLst/>
                <a:gdLst>
                  <a:gd name="T0" fmla="*/ 18 w 19"/>
                  <a:gd name="T1" fmla="*/ 3 h 3"/>
                  <a:gd name="T2" fmla="*/ 0 w 19"/>
                  <a:gd name="T3" fmla="*/ 3 h 3"/>
                  <a:gd name="T4" fmla="*/ 0 w 19"/>
                  <a:gd name="T5" fmla="*/ 2 h 3"/>
                  <a:gd name="T6" fmla="*/ 0 w 19"/>
                  <a:gd name="T7" fmla="*/ 2 h 3"/>
                  <a:gd name="T8" fmla="*/ 0 w 19"/>
                  <a:gd name="T9" fmla="*/ 1 h 3"/>
                  <a:gd name="T10" fmla="*/ 0 w 19"/>
                  <a:gd name="T11" fmla="*/ 1 h 3"/>
                  <a:gd name="T12" fmla="*/ 0 w 19"/>
                  <a:gd name="T13" fmla="*/ 0 h 3"/>
                  <a:gd name="T14" fmla="*/ 18 w 19"/>
                  <a:gd name="T15" fmla="*/ 0 h 3"/>
                  <a:gd name="T16" fmla="*/ 19 w 19"/>
                  <a:gd name="T17" fmla="*/ 1 h 3"/>
                  <a:gd name="T18" fmla="*/ 19 w 19"/>
                  <a:gd name="T19" fmla="*/ 2 h 3"/>
                  <a:gd name="T20" fmla="*/ 19 w 19"/>
                  <a:gd name="T21" fmla="*/ 3 h 3"/>
                  <a:gd name="T22" fmla="*/ 18 w 19"/>
                  <a:gd name="T23" fmla="*/ 3 h 3"/>
                  <a:gd name="T24" fmla="*/ 9 w 19"/>
                  <a:gd name="T25" fmla="*/ 2 h 3"/>
                  <a:gd name="T26" fmla="*/ 18 w 19"/>
                  <a:gd name="T27" fmla="*/ 2 h 3"/>
                  <a:gd name="T28" fmla="*/ 18 w 19"/>
                  <a:gd name="T29" fmla="*/ 1 h 3"/>
                  <a:gd name="T30" fmla="*/ 1 w 19"/>
                  <a:gd name="T31" fmla="*/ 1 h 3"/>
                  <a:gd name="T32" fmla="*/ 1 w 19"/>
                  <a:gd name="T33" fmla="*/ 2 h 3"/>
                  <a:gd name="T34" fmla="*/ 1 w 19"/>
                  <a:gd name="T35" fmla="*/ 2 h 3"/>
                  <a:gd name="T36" fmla="*/ 9 w 19"/>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3">
                    <a:moveTo>
                      <a:pt x="18" y="3"/>
                    </a:moveTo>
                    <a:cubicBezTo>
                      <a:pt x="12" y="3"/>
                      <a:pt x="6" y="2"/>
                      <a:pt x="0" y="3"/>
                    </a:cubicBezTo>
                    <a:cubicBezTo>
                      <a:pt x="0" y="3"/>
                      <a:pt x="0" y="3"/>
                      <a:pt x="0" y="2"/>
                    </a:cubicBezTo>
                    <a:cubicBezTo>
                      <a:pt x="0" y="2"/>
                      <a:pt x="0" y="2"/>
                      <a:pt x="0" y="2"/>
                    </a:cubicBezTo>
                    <a:cubicBezTo>
                      <a:pt x="0" y="1"/>
                      <a:pt x="0" y="1"/>
                      <a:pt x="0" y="1"/>
                    </a:cubicBezTo>
                    <a:cubicBezTo>
                      <a:pt x="0" y="1"/>
                      <a:pt x="0" y="1"/>
                      <a:pt x="0" y="1"/>
                    </a:cubicBezTo>
                    <a:cubicBezTo>
                      <a:pt x="0" y="1"/>
                      <a:pt x="0" y="0"/>
                      <a:pt x="0" y="0"/>
                    </a:cubicBezTo>
                    <a:cubicBezTo>
                      <a:pt x="7" y="0"/>
                      <a:pt x="12" y="0"/>
                      <a:pt x="18" y="0"/>
                    </a:cubicBezTo>
                    <a:cubicBezTo>
                      <a:pt x="19" y="0"/>
                      <a:pt x="19" y="1"/>
                      <a:pt x="19" y="1"/>
                    </a:cubicBezTo>
                    <a:cubicBezTo>
                      <a:pt x="19" y="2"/>
                      <a:pt x="19" y="2"/>
                      <a:pt x="19" y="2"/>
                    </a:cubicBezTo>
                    <a:cubicBezTo>
                      <a:pt x="19" y="2"/>
                      <a:pt x="19" y="2"/>
                      <a:pt x="19" y="3"/>
                    </a:cubicBezTo>
                    <a:cubicBezTo>
                      <a:pt x="18" y="3"/>
                      <a:pt x="18" y="3"/>
                      <a:pt x="18" y="3"/>
                    </a:cubicBezTo>
                    <a:close/>
                    <a:moveTo>
                      <a:pt x="9" y="2"/>
                    </a:moveTo>
                    <a:cubicBezTo>
                      <a:pt x="12" y="2"/>
                      <a:pt x="15" y="2"/>
                      <a:pt x="18" y="2"/>
                    </a:cubicBezTo>
                    <a:cubicBezTo>
                      <a:pt x="18" y="1"/>
                      <a:pt x="18" y="1"/>
                      <a:pt x="18" y="1"/>
                    </a:cubicBezTo>
                    <a:cubicBezTo>
                      <a:pt x="12" y="1"/>
                      <a:pt x="7" y="1"/>
                      <a:pt x="1" y="1"/>
                    </a:cubicBezTo>
                    <a:cubicBezTo>
                      <a:pt x="1" y="1"/>
                      <a:pt x="1" y="1"/>
                      <a:pt x="1" y="2"/>
                    </a:cubicBezTo>
                    <a:cubicBezTo>
                      <a:pt x="1" y="2"/>
                      <a:pt x="1" y="2"/>
                      <a:pt x="1" y="2"/>
                    </a:cubicBezTo>
                    <a:cubicBezTo>
                      <a:pt x="3" y="2"/>
                      <a:pt x="6" y="2"/>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0" name="Freeform 625"/>
              <p:cNvSpPr>
                <a:spLocks noEditPoints="1"/>
              </p:cNvSpPr>
              <p:nvPr/>
            </p:nvSpPr>
            <p:spPr bwMode="auto">
              <a:xfrm>
                <a:off x="3555" y="1441"/>
                <a:ext cx="18" cy="5"/>
              </a:xfrm>
              <a:custGeom>
                <a:avLst/>
                <a:gdLst>
                  <a:gd name="T0" fmla="*/ 0 w 7"/>
                  <a:gd name="T1" fmla="*/ 2 h 2"/>
                  <a:gd name="T2" fmla="*/ 0 w 7"/>
                  <a:gd name="T3" fmla="*/ 2 h 2"/>
                  <a:gd name="T4" fmla="*/ 1 w 7"/>
                  <a:gd name="T5" fmla="*/ 1 h 2"/>
                  <a:gd name="T6" fmla="*/ 1 w 7"/>
                  <a:gd name="T7" fmla="*/ 1 h 2"/>
                  <a:gd name="T8" fmla="*/ 1 w 7"/>
                  <a:gd name="T9" fmla="*/ 0 h 2"/>
                  <a:gd name="T10" fmla="*/ 2 w 7"/>
                  <a:gd name="T11" fmla="*/ 0 h 2"/>
                  <a:gd name="T12" fmla="*/ 6 w 7"/>
                  <a:gd name="T13" fmla="*/ 0 h 2"/>
                  <a:gd name="T14" fmla="*/ 7 w 7"/>
                  <a:gd name="T15" fmla="*/ 0 h 2"/>
                  <a:gd name="T16" fmla="*/ 7 w 7"/>
                  <a:gd name="T17" fmla="*/ 1 h 2"/>
                  <a:gd name="T18" fmla="*/ 6 w 7"/>
                  <a:gd name="T19" fmla="*/ 2 h 2"/>
                  <a:gd name="T20" fmla="*/ 6 w 7"/>
                  <a:gd name="T21" fmla="*/ 2 h 2"/>
                  <a:gd name="T22" fmla="*/ 6 w 7"/>
                  <a:gd name="T23" fmla="*/ 2 h 2"/>
                  <a:gd name="T24" fmla="*/ 0 w 7"/>
                  <a:gd name="T25" fmla="*/ 2 h 2"/>
                  <a:gd name="T26" fmla="*/ 2 w 7"/>
                  <a:gd name="T27" fmla="*/ 1 h 2"/>
                  <a:gd name="T28" fmla="*/ 1 w 7"/>
                  <a:gd name="T29" fmla="*/ 1 h 2"/>
                  <a:gd name="T30" fmla="*/ 5 w 7"/>
                  <a:gd name="T31" fmla="*/ 1 h 2"/>
                  <a:gd name="T32" fmla="*/ 5 w 7"/>
                  <a:gd name="T33" fmla="*/ 1 h 2"/>
                  <a:gd name="T34" fmla="*/ 6 w 7"/>
                  <a:gd name="T35" fmla="*/ 1 h 2"/>
                  <a:gd name="T36" fmla="*/ 2 w 7"/>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2">
                    <a:moveTo>
                      <a:pt x="0" y="2"/>
                    </a:moveTo>
                    <a:cubicBezTo>
                      <a:pt x="0" y="2"/>
                      <a:pt x="0" y="2"/>
                      <a:pt x="0" y="2"/>
                    </a:cubicBezTo>
                    <a:cubicBezTo>
                      <a:pt x="0" y="2"/>
                      <a:pt x="0" y="1"/>
                      <a:pt x="1" y="1"/>
                    </a:cubicBezTo>
                    <a:cubicBezTo>
                      <a:pt x="1" y="1"/>
                      <a:pt x="1" y="1"/>
                      <a:pt x="1" y="1"/>
                    </a:cubicBezTo>
                    <a:cubicBezTo>
                      <a:pt x="1" y="0"/>
                      <a:pt x="1" y="0"/>
                      <a:pt x="1" y="0"/>
                    </a:cubicBezTo>
                    <a:cubicBezTo>
                      <a:pt x="1" y="0"/>
                      <a:pt x="1" y="0"/>
                      <a:pt x="2" y="0"/>
                    </a:cubicBezTo>
                    <a:cubicBezTo>
                      <a:pt x="3" y="0"/>
                      <a:pt x="5" y="0"/>
                      <a:pt x="6" y="0"/>
                    </a:cubicBezTo>
                    <a:cubicBezTo>
                      <a:pt x="6" y="0"/>
                      <a:pt x="6" y="0"/>
                      <a:pt x="7" y="0"/>
                    </a:cubicBezTo>
                    <a:cubicBezTo>
                      <a:pt x="7" y="0"/>
                      <a:pt x="7" y="0"/>
                      <a:pt x="7" y="1"/>
                    </a:cubicBezTo>
                    <a:cubicBezTo>
                      <a:pt x="6" y="1"/>
                      <a:pt x="6" y="1"/>
                      <a:pt x="6" y="2"/>
                    </a:cubicBezTo>
                    <a:cubicBezTo>
                      <a:pt x="6" y="2"/>
                      <a:pt x="6" y="2"/>
                      <a:pt x="6" y="2"/>
                    </a:cubicBezTo>
                    <a:cubicBezTo>
                      <a:pt x="6" y="2"/>
                      <a:pt x="6" y="2"/>
                      <a:pt x="6" y="2"/>
                    </a:cubicBezTo>
                    <a:cubicBezTo>
                      <a:pt x="4" y="2"/>
                      <a:pt x="2" y="2"/>
                      <a:pt x="0" y="2"/>
                    </a:cubicBezTo>
                    <a:close/>
                    <a:moveTo>
                      <a:pt x="2" y="1"/>
                    </a:moveTo>
                    <a:cubicBezTo>
                      <a:pt x="2" y="1"/>
                      <a:pt x="2" y="1"/>
                      <a:pt x="1" y="1"/>
                    </a:cubicBezTo>
                    <a:cubicBezTo>
                      <a:pt x="3" y="1"/>
                      <a:pt x="4" y="1"/>
                      <a:pt x="5" y="1"/>
                    </a:cubicBezTo>
                    <a:cubicBezTo>
                      <a:pt x="5" y="1"/>
                      <a:pt x="5" y="1"/>
                      <a:pt x="5" y="1"/>
                    </a:cubicBezTo>
                    <a:cubicBezTo>
                      <a:pt x="5" y="1"/>
                      <a:pt x="6" y="1"/>
                      <a:pt x="6"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1" name="Freeform 626"/>
              <p:cNvSpPr>
                <a:spLocks noEditPoints="1"/>
              </p:cNvSpPr>
              <p:nvPr/>
            </p:nvSpPr>
            <p:spPr bwMode="auto">
              <a:xfrm>
                <a:off x="3550" y="1449"/>
                <a:ext cx="15" cy="7"/>
              </a:xfrm>
              <a:custGeom>
                <a:avLst/>
                <a:gdLst>
                  <a:gd name="T0" fmla="*/ 0 w 6"/>
                  <a:gd name="T1" fmla="*/ 3 h 3"/>
                  <a:gd name="T2" fmla="*/ 0 w 6"/>
                  <a:gd name="T3" fmla="*/ 2 h 3"/>
                  <a:gd name="T4" fmla="*/ 0 w 6"/>
                  <a:gd name="T5" fmla="*/ 1 h 3"/>
                  <a:gd name="T6" fmla="*/ 1 w 6"/>
                  <a:gd name="T7" fmla="*/ 1 h 3"/>
                  <a:gd name="T8" fmla="*/ 1 w 6"/>
                  <a:gd name="T9" fmla="*/ 1 h 3"/>
                  <a:gd name="T10" fmla="*/ 1 w 6"/>
                  <a:gd name="T11" fmla="*/ 1 h 3"/>
                  <a:gd name="T12" fmla="*/ 6 w 6"/>
                  <a:gd name="T13" fmla="*/ 0 h 3"/>
                  <a:gd name="T14" fmla="*/ 6 w 6"/>
                  <a:gd name="T15" fmla="*/ 1 h 3"/>
                  <a:gd name="T16" fmla="*/ 6 w 6"/>
                  <a:gd name="T17" fmla="*/ 1 h 3"/>
                  <a:gd name="T18" fmla="*/ 6 w 6"/>
                  <a:gd name="T19" fmla="*/ 2 h 3"/>
                  <a:gd name="T20" fmla="*/ 6 w 6"/>
                  <a:gd name="T21" fmla="*/ 2 h 3"/>
                  <a:gd name="T22" fmla="*/ 5 w 6"/>
                  <a:gd name="T23" fmla="*/ 2 h 3"/>
                  <a:gd name="T24" fmla="*/ 0 w 6"/>
                  <a:gd name="T25" fmla="*/ 3 h 3"/>
                  <a:gd name="T26" fmla="*/ 2 w 6"/>
                  <a:gd name="T27" fmla="*/ 1 h 3"/>
                  <a:gd name="T28" fmla="*/ 1 w 6"/>
                  <a:gd name="T29" fmla="*/ 2 h 3"/>
                  <a:gd name="T30" fmla="*/ 5 w 6"/>
                  <a:gd name="T31" fmla="*/ 2 h 3"/>
                  <a:gd name="T32" fmla="*/ 5 w 6"/>
                  <a:gd name="T33" fmla="*/ 2 h 3"/>
                  <a:gd name="T34" fmla="*/ 5 w 6"/>
                  <a:gd name="T35" fmla="*/ 1 h 3"/>
                  <a:gd name="T36" fmla="*/ 2 w 6"/>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0" y="3"/>
                    </a:moveTo>
                    <a:cubicBezTo>
                      <a:pt x="0" y="3"/>
                      <a:pt x="0" y="2"/>
                      <a:pt x="0" y="2"/>
                    </a:cubicBezTo>
                    <a:cubicBezTo>
                      <a:pt x="0" y="2"/>
                      <a:pt x="0" y="2"/>
                      <a:pt x="0" y="1"/>
                    </a:cubicBezTo>
                    <a:cubicBezTo>
                      <a:pt x="1" y="1"/>
                      <a:pt x="1" y="1"/>
                      <a:pt x="1" y="1"/>
                    </a:cubicBezTo>
                    <a:cubicBezTo>
                      <a:pt x="1" y="1"/>
                      <a:pt x="1" y="1"/>
                      <a:pt x="1" y="1"/>
                    </a:cubicBezTo>
                    <a:cubicBezTo>
                      <a:pt x="1" y="1"/>
                      <a:pt x="1" y="1"/>
                      <a:pt x="1" y="1"/>
                    </a:cubicBezTo>
                    <a:cubicBezTo>
                      <a:pt x="3" y="0"/>
                      <a:pt x="4" y="0"/>
                      <a:pt x="6" y="0"/>
                    </a:cubicBezTo>
                    <a:cubicBezTo>
                      <a:pt x="6" y="0"/>
                      <a:pt x="6" y="0"/>
                      <a:pt x="6" y="1"/>
                    </a:cubicBezTo>
                    <a:cubicBezTo>
                      <a:pt x="6" y="1"/>
                      <a:pt x="6" y="1"/>
                      <a:pt x="6" y="1"/>
                    </a:cubicBezTo>
                    <a:cubicBezTo>
                      <a:pt x="6" y="1"/>
                      <a:pt x="6" y="2"/>
                      <a:pt x="6" y="2"/>
                    </a:cubicBezTo>
                    <a:cubicBezTo>
                      <a:pt x="6" y="2"/>
                      <a:pt x="6" y="2"/>
                      <a:pt x="6" y="2"/>
                    </a:cubicBezTo>
                    <a:cubicBezTo>
                      <a:pt x="6" y="2"/>
                      <a:pt x="6" y="2"/>
                      <a:pt x="5" y="2"/>
                    </a:cubicBezTo>
                    <a:cubicBezTo>
                      <a:pt x="4" y="3"/>
                      <a:pt x="2" y="3"/>
                      <a:pt x="0" y="3"/>
                    </a:cubicBezTo>
                    <a:close/>
                    <a:moveTo>
                      <a:pt x="2" y="1"/>
                    </a:moveTo>
                    <a:cubicBezTo>
                      <a:pt x="1" y="1"/>
                      <a:pt x="1" y="2"/>
                      <a:pt x="1" y="2"/>
                    </a:cubicBezTo>
                    <a:cubicBezTo>
                      <a:pt x="2" y="2"/>
                      <a:pt x="4" y="2"/>
                      <a:pt x="5" y="2"/>
                    </a:cubicBezTo>
                    <a:cubicBezTo>
                      <a:pt x="5"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2" name="Freeform 627"/>
              <p:cNvSpPr>
                <a:spLocks noEditPoints="1"/>
              </p:cNvSpPr>
              <p:nvPr/>
            </p:nvSpPr>
            <p:spPr bwMode="auto">
              <a:xfrm>
                <a:off x="3600" y="1441"/>
                <a:ext cx="10" cy="5"/>
              </a:xfrm>
              <a:custGeom>
                <a:avLst/>
                <a:gdLst>
                  <a:gd name="T0" fmla="*/ 0 w 4"/>
                  <a:gd name="T1" fmla="*/ 2 h 2"/>
                  <a:gd name="T2" fmla="*/ 0 w 4"/>
                  <a:gd name="T3" fmla="*/ 2 h 2"/>
                  <a:gd name="T4" fmla="*/ 0 w 4"/>
                  <a:gd name="T5" fmla="*/ 2 h 2"/>
                  <a:gd name="T6" fmla="*/ 0 w 4"/>
                  <a:gd name="T7" fmla="*/ 0 h 2"/>
                  <a:gd name="T8" fmla="*/ 0 w 4"/>
                  <a:gd name="T9" fmla="*/ 0 h 2"/>
                  <a:gd name="T10" fmla="*/ 4 w 4"/>
                  <a:gd name="T11" fmla="*/ 0 h 2"/>
                  <a:gd name="T12" fmla="*/ 4 w 4"/>
                  <a:gd name="T13" fmla="*/ 0 h 2"/>
                  <a:gd name="T14" fmla="*/ 4 w 4"/>
                  <a:gd name="T15" fmla="*/ 2 h 2"/>
                  <a:gd name="T16" fmla="*/ 4 w 4"/>
                  <a:gd name="T17" fmla="*/ 2 h 2"/>
                  <a:gd name="T18" fmla="*/ 4 w 4"/>
                  <a:gd name="T19" fmla="*/ 2 h 2"/>
                  <a:gd name="T20" fmla="*/ 0 w 4"/>
                  <a:gd name="T21" fmla="*/ 2 h 2"/>
                  <a:gd name="T22" fmla="*/ 1 w 4"/>
                  <a:gd name="T23" fmla="*/ 1 h 2"/>
                  <a:gd name="T24" fmla="*/ 1 w 4"/>
                  <a:gd name="T25" fmla="*/ 1 h 2"/>
                  <a:gd name="T26" fmla="*/ 3 w 4"/>
                  <a:gd name="T27" fmla="*/ 1 h 2"/>
                  <a:gd name="T28" fmla="*/ 3 w 4"/>
                  <a:gd name="T29" fmla="*/ 1 h 2"/>
                  <a:gd name="T30" fmla="*/ 1 w 4"/>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
                    <a:moveTo>
                      <a:pt x="0" y="2"/>
                    </a:moveTo>
                    <a:cubicBezTo>
                      <a:pt x="0" y="2"/>
                      <a:pt x="0" y="2"/>
                      <a:pt x="0" y="2"/>
                    </a:cubicBezTo>
                    <a:cubicBezTo>
                      <a:pt x="0" y="2"/>
                      <a:pt x="0" y="2"/>
                      <a:pt x="0" y="2"/>
                    </a:cubicBezTo>
                    <a:cubicBezTo>
                      <a:pt x="0" y="0"/>
                      <a:pt x="0" y="0"/>
                      <a:pt x="0" y="0"/>
                    </a:cubicBezTo>
                    <a:cubicBezTo>
                      <a:pt x="0" y="0"/>
                      <a:pt x="0" y="0"/>
                      <a:pt x="0" y="0"/>
                    </a:cubicBezTo>
                    <a:cubicBezTo>
                      <a:pt x="2" y="0"/>
                      <a:pt x="3" y="0"/>
                      <a:pt x="4" y="0"/>
                    </a:cubicBezTo>
                    <a:cubicBezTo>
                      <a:pt x="4" y="0"/>
                      <a:pt x="4" y="0"/>
                      <a:pt x="4" y="0"/>
                    </a:cubicBezTo>
                    <a:cubicBezTo>
                      <a:pt x="4" y="1"/>
                      <a:pt x="4" y="1"/>
                      <a:pt x="4" y="2"/>
                    </a:cubicBezTo>
                    <a:cubicBezTo>
                      <a:pt x="4" y="2"/>
                      <a:pt x="4" y="2"/>
                      <a:pt x="4" y="2"/>
                    </a:cubicBezTo>
                    <a:cubicBezTo>
                      <a:pt x="4" y="2"/>
                      <a:pt x="4" y="2"/>
                      <a:pt x="4" y="2"/>
                    </a:cubicBezTo>
                    <a:cubicBezTo>
                      <a:pt x="4" y="2"/>
                      <a:pt x="0" y="2"/>
                      <a:pt x="0" y="2"/>
                    </a:cubicBezTo>
                    <a:close/>
                    <a:moveTo>
                      <a:pt x="1" y="1"/>
                    </a:moveTo>
                    <a:cubicBezTo>
                      <a:pt x="1" y="1"/>
                      <a:pt x="1" y="1"/>
                      <a:pt x="1" y="1"/>
                    </a:cubicBezTo>
                    <a:cubicBezTo>
                      <a:pt x="3" y="1"/>
                      <a:pt x="3" y="1"/>
                      <a:pt x="3" y="1"/>
                    </a:cubicBezTo>
                    <a:cubicBezTo>
                      <a:pt x="3" y="1"/>
                      <a:pt x="3" y="1"/>
                      <a:pt x="3"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3" name="Freeform 628"/>
              <p:cNvSpPr>
                <a:spLocks noEditPoints="1"/>
              </p:cNvSpPr>
              <p:nvPr/>
            </p:nvSpPr>
            <p:spPr bwMode="auto">
              <a:xfrm>
                <a:off x="3624" y="1441"/>
                <a:ext cx="15" cy="5"/>
              </a:xfrm>
              <a:custGeom>
                <a:avLst/>
                <a:gdLst>
                  <a:gd name="T0" fmla="*/ 1 w 6"/>
                  <a:gd name="T1" fmla="*/ 2 h 2"/>
                  <a:gd name="T2" fmla="*/ 1 w 6"/>
                  <a:gd name="T3" fmla="*/ 2 h 2"/>
                  <a:gd name="T4" fmla="*/ 0 w 6"/>
                  <a:gd name="T5" fmla="*/ 1 h 2"/>
                  <a:gd name="T6" fmla="*/ 0 w 6"/>
                  <a:gd name="T7" fmla="*/ 0 h 2"/>
                  <a:gd name="T8" fmla="*/ 1 w 6"/>
                  <a:gd name="T9" fmla="*/ 0 h 2"/>
                  <a:gd name="T10" fmla="*/ 5 w 6"/>
                  <a:gd name="T11" fmla="*/ 0 h 2"/>
                  <a:gd name="T12" fmla="*/ 6 w 6"/>
                  <a:gd name="T13" fmla="*/ 1 h 2"/>
                  <a:gd name="T14" fmla="*/ 6 w 6"/>
                  <a:gd name="T15" fmla="*/ 1 h 2"/>
                  <a:gd name="T16" fmla="*/ 6 w 6"/>
                  <a:gd name="T17" fmla="*/ 2 h 2"/>
                  <a:gd name="T18" fmla="*/ 6 w 6"/>
                  <a:gd name="T19" fmla="*/ 2 h 2"/>
                  <a:gd name="T20" fmla="*/ 1 w 6"/>
                  <a:gd name="T21" fmla="*/ 2 h 2"/>
                  <a:gd name="T22" fmla="*/ 1 w 6"/>
                  <a:gd name="T23" fmla="*/ 1 h 2"/>
                  <a:gd name="T24" fmla="*/ 1 w 6"/>
                  <a:gd name="T25" fmla="*/ 1 h 2"/>
                  <a:gd name="T26" fmla="*/ 5 w 6"/>
                  <a:gd name="T27" fmla="*/ 1 h 2"/>
                  <a:gd name="T28" fmla="*/ 5 w 6"/>
                  <a:gd name="T29" fmla="*/ 1 h 2"/>
                  <a:gd name="T30" fmla="*/ 5 w 6"/>
                  <a:gd name="T31" fmla="*/ 1 h 2"/>
                  <a:gd name="T32" fmla="*/ 1 w 6"/>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1" y="2"/>
                    </a:moveTo>
                    <a:cubicBezTo>
                      <a:pt x="1" y="2"/>
                      <a:pt x="1" y="2"/>
                      <a:pt x="1" y="2"/>
                    </a:cubicBezTo>
                    <a:cubicBezTo>
                      <a:pt x="0" y="1"/>
                      <a:pt x="0" y="1"/>
                      <a:pt x="0" y="1"/>
                    </a:cubicBezTo>
                    <a:cubicBezTo>
                      <a:pt x="0" y="0"/>
                      <a:pt x="0" y="0"/>
                      <a:pt x="0" y="0"/>
                    </a:cubicBezTo>
                    <a:cubicBezTo>
                      <a:pt x="0" y="0"/>
                      <a:pt x="1" y="0"/>
                      <a:pt x="1" y="0"/>
                    </a:cubicBezTo>
                    <a:cubicBezTo>
                      <a:pt x="2" y="0"/>
                      <a:pt x="3" y="0"/>
                      <a:pt x="5" y="0"/>
                    </a:cubicBezTo>
                    <a:cubicBezTo>
                      <a:pt x="6" y="0"/>
                      <a:pt x="6" y="0"/>
                      <a:pt x="6" y="1"/>
                    </a:cubicBezTo>
                    <a:cubicBezTo>
                      <a:pt x="6" y="1"/>
                      <a:pt x="6" y="1"/>
                      <a:pt x="6" y="1"/>
                    </a:cubicBezTo>
                    <a:cubicBezTo>
                      <a:pt x="6" y="1"/>
                      <a:pt x="6" y="2"/>
                      <a:pt x="6" y="2"/>
                    </a:cubicBezTo>
                    <a:cubicBezTo>
                      <a:pt x="6" y="2"/>
                      <a:pt x="6" y="2"/>
                      <a:pt x="6" y="2"/>
                    </a:cubicBezTo>
                    <a:cubicBezTo>
                      <a:pt x="4" y="2"/>
                      <a:pt x="3" y="2"/>
                      <a:pt x="1" y="2"/>
                    </a:cubicBezTo>
                    <a:close/>
                    <a:moveTo>
                      <a:pt x="1" y="1"/>
                    </a:moveTo>
                    <a:cubicBezTo>
                      <a:pt x="1" y="1"/>
                      <a:pt x="1" y="1"/>
                      <a:pt x="1" y="1"/>
                    </a:cubicBezTo>
                    <a:cubicBezTo>
                      <a:pt x="3" y="1"/>
                      <a:pt x="4" y="1"/>
                      <a:pt x="5" y="1"/>
                    </a:cubicBezTo>
                    <a:cubicBezTo>
                      <a:pt x="5" y="1"/>
                      <a:pt x="5" y="1"/>
                      <a:pt x="5" y="1"/>
                    </a:cubicBezTo>
                    <a:cubicBezTo>
                      <a:pt x="5" y="1"/>
                      <a:pt x="5" y="1"/>
                      <a:pt x="5" y="1"/>
                    </a:cubicBezTo>
                    <a:cubicBezTo>
                      <a:pt x="4"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4" name="Freeform 629"/>
              <p:cNvSpPr>
                <a:spLocks noEditPoints="1"/>
              </p:cNvSpPr>
              <p:nvPr/>
            </p:nvSpPr>
            <p:spPr bwMode="auto">
              <a:xfrm>
                <a:off x="3627" y="1449"/>
                <a:ext cx="17" cy="5"/>
              </a:xfrm>
              <a:custGeom>
                <a:avLst/>
                <a:gdLst>
                  <a:gd name="T0" fmla="*/ 1 w 7"/>
                  <a:gd name="T1" fmla="*/ 2 h 2"/>
                  <a:gd name="T2" fmla="*/ 1 w 7"/>
                  <a:gd name="T3" fmla="*/ 2 h 2"/>
                  <a:gd name="T4" fmla="*/ 1 w 7"/>
                  <a:gd name="T5" fmla="*/ 1 h 2"/>
                  <a:gd name="T6" fmla="*/ 1 w 7"/>
                  <a:gd name="T7" fmla="*/ 1 h 2"/>
                  <a:gd name="T8" fmla="*/ 1 w 7"/>
                  <a:gd name="T9" fmla="*/ 0 h 2"/>
                  <a:gd name="T10" fmla="*/ 5 w 7"/>
                  <a:gd name="T11" fmla="*/ 1 h 2"/>
                  <a:gd name="T12" fmla="*/ 6 w 7"/>
                  <a:gd name="T13" fmla="*/ 1 h 2"/>
                  <a:gd name="T14" fmla="*/ 7 w 7"/>
                  <a:gd name="T15" fmla="*/ 2 h 2"/>
                  <a:gd name="T16" fmla="*/ 7 w 7"/>
                  <a:gd name="T17" fmla="*/ 2 h 2"/>
                  <a:gd name="T18" fmla="*/ 6 w 7"/>
                  <a:gd name="T19" fmla="*/ 2 h 2"/>
                  <a:gd name="T20" fmla="*/ 1 w 7"/>
                  <a:gd name="T21" fmla="*/ 2 h 2"/>
                  <a:gd name="T22" fmla="*/ 2 w 7"/>
                  <a:gd name="T23" fmla="*/ 1 h 2"/>
                  <a:gd name="T24" fmla="*/ 2 w 7"/>
                  <a:gd name="T25" fmla="*/ 2 h 2"/>
                  <a:gd name="T26" fmla="*/ 6 w 7"/>
                  <a:gd name="T27" fmla="*/ 2 h 2"/>
                  <a:gd name="T28" fmla="*/ 6 w 7"/>
                  <a:gd name="T29" fmla="*/ 1 h 2"/>
                  <a:gd name="T30" fmla="*/ 5 w 7"/>
                  <a:gd name="T31" fmla="*/ 1 h 2"/>
                  <a:gd name="T32" fmla="*/ 2 w 7"/>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2">
                    <a:moveTo>
                      <a:pt x="1" y="2"/>
                    </a:moveTo>
                    <a:cubicBezTo>
                      <a:pt x="1" y="2"/>
                      <a:pt x="1" y="2"/>
                      <a:pt x="1" y="2"/>
                    </a:cubicBezTo>
                    <a:cubicBezTo>
                      <a:pt x="1" y="1"/>
                      <a:pt x="1" y="1"/>
                      <a:pt x="1" y="1"/>
                    </a:cubicBezTo>
                    <a:cubicBezTo>
                      <a:pt x="0" y="1"/>
                      <a:pt x="0" y="1"/>
                      <a:pt x="1" y="1"/>
                    </a:cubicBezTo>
                    <a:cubicBezTo>
                      <a:pt x="1" y="1"/>
                      <a:pt x="1" y="0"/>
                      <a:pt x="1" y="0"/>
                    </a:cubicBezTo>
                    <a:cubicBezTo>
                      <a:pt x="2" y="0"/>
                      <a:pt x="4" y="0"/>
                      <a:pt x="5" y="1"/>
                    </a:cubicBezTo>
                    <a:cubicBezTo>
                      <a:pt x="6" y="1"/>
                      <a:pt x="6" y="1"/>
                      <a:pt x="6" y="1"/>
                    </a:cubicBezTo>
                    <a:cubicBezTo>
                      <a:pt x="6" y="1"/>
                      <a:pt x="7" y="2"/>
                      <a:pt x="7" y="2"/>
                    </a:cubicBezTo>
                    <a:cubicBezTo>
                      <a:pt x="7" y="2"/>
                      <a:pt x="7" y="2"/>
                      <a:pt x="7" y="2"/>
                    </a:cubicBezTo>
                    <a:cubicBezTo>
                      <a:pt x="6" y="2"/>
                      <a:pt x="6" y="2"/>
                      <a:pt x="6" y="2"/>
                    </a:cubicBezTo>
                    <a:cubicBezTo>
                      <a:pt x="5" y="2"/>
                      <a:pt x="3" y="2"/>
                      <a:pt x="1" y="2"/>
                    </a:cubicBezTo>
                    <a:close/>
                    <a:moveTo>
                      <a:pt x="2" y="1"/>
                    </a:moveTo>
                    <a:cubicBezTo>
                      <a:pt x="2" y="2"/>
                      <a:pt x="2" y="2"/>
                      <a:pt x="2" y="2"/>
                    </a:cubicBezTo>
                    <a:cubicBezTo>
                      <a:pt x="3" y="2"/>
                      <a:pt x="4" y="2"/>
                      <a:pt x="6" y="2"/>
                    </a:cubicBezTo>
                    <a:cubicBezTo>
                      <a:pt x="6" y="1"/>
                      <a:pt x="6" y="1"/>
                      <a:pt x="6" y="1"/>
                    </a:cubicBezTo>
                    <a:cubicBezTo>
                      <a:pt x="6"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5" name="Freeform 630"/>
              <p:cNvSpPr>
                <a:spLocks noEditPoints="1"/>
              </p:cNvSpPr>
              <p:nvPr/>
            </p:nvSpPr>
            <p:spPr bwMode="auto">
              <a:xfrm>
                <a:off x="3612" y="1441"/>
                <a:ext cx="12" cy="5"/>
              </a:xfrm>
              <a:custGeom>
                <a:avLst/>
                <a:gdLst>
                  <a:gd name="T0" fmla="*/ 0 w 5"/>
                  <a:gd name="T1" fmla="*/ 2 h 2"/>
                  <a:gd name="T2" fmla="*/ 0 w 5"/>
                  <a:gd name="T3" fmla="*/ 2 h 2"/>
                  <a:gd name="T4" fmla="*/ 0 w 5"/>
                  <a:gd name="T5" fmla="*/ 0 h 2"/>
                  <a:gd name="T6" fmla="*/ 0 w 5"/>
                  <a:gd name="T7" fmla="*/ 0 h 2"/>
                  <a:gd name="T8" fmla="*/ 0 w 5"/>
                  <a:gd name="T9" fmla="*/ 0 h 2"/>
                  <a:gd name="T10" fmla="*/ 4 w 5"/>
                  <a:gd name="T11" fmla="*/ 0 h 2"/>
                  <a:gd name="T12" fmla="*/ 4 w 5"/>
                  <a:gd name="T13" fmla="*/ 0 h 2"/>
                  <a:gd name="T14" fmla="*/ 4 w 5"/>
                  <a:gd name="T15" fmla="*/ 0 h 2"/>
                  <a:gd name="T16" fmla="*/ 5 w 5"/>
                  <a:gd name="T17" fmla="*/ 1 h 2"/>
                  <a:gd name="T18" fmla="*/ 5 w 5"/>
                  <a:gd name="T19" fmla="*/ 1 h 2"/>
                  <a:gd name="T20" fmla="*/ 5 w 5"/>
                  <a:gd name="T21" fmla="*/ 2 h 2"/>
                  <a:gd name="T22" fmla="*/ 5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0" y="2"/>
                    </a:moveTo>
                    <a:cubicBezTo>
                      <a:pt x="0" y="2"/>
                      <a:pt x="0" y="2"/>
                      <a:pt x="0" y="2"/>
                    </a:cubicBezTo>
                    <a:cubicBezTo>
                      <a:pt x="0" y="1"/>
                      <a:pt x="0" y="1"/>
                      <a:pt x="0" y="0"/>
                    </a:cubicBezTo>
                    <a:cubicBezTo>
                      <a:pt x="0" y="0"/>
                      <a:pt x="0" y="0"/>
                      <a:pt x="0" y="0"/>
                    </a:cubicBezTo>
                    <a:cubicBezTo>
                      <a:pt x="0" y="0"/>
                      <a:pt x="0" y="0"/>
                      <a:pt x="0" y="0"/>
                    </a:cubicBezTo>
                    <a:cubicBezTo>
                      <a:pt x="4" y="0"/>
                      <a:pt x="4" y="0"/>
                      <a:pt x="4" y="0"/>
                    </a:cubicBezTo>
                    <a:cubicBezTo>
                      <a:pt x="4" y="0"/>
                      <a:pt x="4" y="0"/>
                      <a:pt x="4" y="0"/>
                    </a:cubicBezTo>
                    <a:cubicBezTo>
                      <a:pt x="4" y="0"/>
                      <a:pt x="4" y="0"/>
                      <a:pt x="4" y="0"/>
                    </a:cubicBezTo>
                    <a:cubicBezTo>
                      <a:pt x="5" y="0"/>
                      <a:pt x="5" y="1"/>
                      <a:pt x="5" y="1"/>
                    </a:cubicBezTo>
                    <a:cubicBezTo>
                      <a:pt x="5" y="1"/>
                      <a:pt x="5" y="1"/>
                      <a:pt x="5" y="1"/>
                    </a:cubicBezTo>
                    <a:cubicBezTo>
                      <a:pt x="5" y="1"/>
                      <a:pt x="5" y="2"/>
                      <a:pt x="5" y="2"/>
                    </a:cubicBezTo>
                    <a:cubicBezTo>
                      <a:pt x="5" y="2"/>
                      <a:pt x="5" y="2"/>
                      <a:pt x="5" y="2"/>
                    </a:cubicBezTo>
                    <a:cubicBezTo>
                      <a:pt x="5"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6" name="Freeform 631"/>
              <p:cNvSpPr>
                <a:spLocks noEditPoints="1"/>
              </p:cNvSpPr>
              <p:nvPr/>
            </p:nvSpPr>
            <p:spPr bwMode="auto">
              <a:xfrm>
                <a:off x="3614" y="1449"/>
                <a:ext cx="13" cy="5"/>
              </a:xfrm>
              <a:custGeom>
                <a:avLst/>
                <a:gdLst>
                  <a:gd name="T0" fmla="*/ 1 w 5"/>
                  <a:gd name="T1" fmla="*/ 2 h 2"/>
                  <a:gd name="T2" fmla="*/ 0 w 5"/>
                  <a:gd name="T3" fmla="*/ 2 h 2"/>
                  <a:gd name="T4" fmla="*/ 0 w 5"/>
                  <a:gd name="T5" fmla="*/ 1 h 2"/>
                  <a:gd name="T6" fmla="*/ 0 w 5"/>
                  <a:gd name="T7" fmla="*/ 0 h 2"/>
                  <a:gd name="T8" fmla="*/ 1 w 5"/>
                  <a:gd name="T9" fmla="*/ 0 h 2"/>
                  <a:gd name="T10" fmla="*/ 4 w 5"/>
                  <a:gd name="T11" fmla="*/ 0 h 2"/>
                  <a:gd name="T12" fmla="*/ 5 w 5"/>
                  <a:gd name="T13" fmla="*/ 1 h 2"/>
                  <a:gd name="T14" fmla="*/ 5 w 5"/>
                  <a:gd name="T15" fmla="*/ 1 h 2"/>
                  <a:gd name="T16" fmla="*/ 5 w 5"/>
                  <a:gd name="T17" fmla="*/ 1 h 2"/>
                  <a:gd name="T18" fmla="*/ 5 w 5"/>
                  <a:gd name="T19" fmla="*/ 2 h 2"/>
                  <a:gd name="T20" fmla="*/ 5 w 5"/>
                  <a:gd name="T21" fmla="*/ 2 h 2"/>
                  <a:gd name="T22" fmla="*/ 5 w 5"/>
                  <a:gd name="T23" fmla="*/ 2 h 2"/>
                  <a:gd name="T24" fmla="*/ 1 w 5"/>
                  <a:gd name="T25" fmla="*/ 2 h 2"/>
                  <a:gd name="T26" fmla="*/ 1 w 5"/>
                  <a:gd name="T27" fmla="*/ 1 h 2"/>
                  <a:gd name="T28" fmla="*/ 1 w 5"/>
                  <a:gd name="T29" fmla="*/ 2 h 2"/>
                  <a:gd name="T30" fmla="*/ 4 w 5"/>
                  <a:gd name="T31" fmla="*/ 2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1" y="2"/>
                    </a:moveTo>
                    <a:cubicBezTo>
                      <a:pt x="1" y="2"/>
                      <a:pt x="0" y="2"/>
                      <a:pt x="0" y="2"/>
                    </a:cubicBezTo>
                    <a:cubicBezTo>
                      <a:pt x="0" y="2"/>
                      <a:pt x="0" y="1"/>
                      <a:pt x="0" y="1"/>
                    </a:cubicBezTo>
                    <a:cubicBezTo>
                      <a:pt x="0" y="1"/>
                      <a:pt x="0" y="1"/>
                      <a:pt x="0" y="0"/>
                    </a:cubicBezTo>
                    <a:cubicBezTo>
                      <a:pt x="0" y="0"/>
                      <a:pt x="0" y="0"/>
                      <a:pt x="1" y="0"/>
                    </a:cubicBezTo>
                    <a:cubicBezTo>
                      <a:pt x="4" y="0"/>
                      <a:pt x="4" y="0"/>
                      <a:pt x="4" y="0"/>
                    </a:cubicBezTo>
                    <a:cubicBezTo>
                      <a:pt x="4" y="0"/>
                      <a:pt x="5" y="0"/>
                      <a:pt x="5" y="1"/>
                    </a:cubicBezTo>
                    <a:cubicBezTo>
                      <a:pt x="5" y="1"/>
                      <a:pt x="5" y="1"/>
                      <a:pt x="5" y="1"/>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1" y="1"/>
                    </a:moveTo>
                    <a:cubicBezTo>
                      <a:pt x="1" y="1"/>
                      <a:pt x="1" y="1"/>
                      <a:pt x="1" y="2"/>
                    </a:cubicBezTo>
                    <a:cubicBezTo>
                      <a:pt x="4" y="2"/>
                      <a:pt x="4" y="2"/>
                      <a:pt x="4" y="2"/>
                    </a:cubicBezTo>
                    <a:cubicBezTo>
                      <a:pt x="4" y="2"/>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7" name="Freeform 632"/>
              <p:cNvSpPr>
                <a:spLocks noEditPoints="1"/>
              </p:cNvSpPr>
              <p:nvPr/>
            </p:nvSpPr>
            <p:spPr bwMode="auto">
              <a:xfrm>
                <a:off x="3585" y="1441"/>
                <a:ext cx="12" cy="5"/>
              </a:xfrm>
              <a:custGeom>
                <a:avLst/>
                <a:gdLst>
                  <a:gd name="T0" fmla="*/ 1 w 5"/>
                  <a:gd name="T1" fmla="*/ 2 h 2"/>
                  <a:gd name="T2" fmla="*/ 0 w 5"/>
                  <a:gd name="T3" fmla="*/ 2 h 2"/>
                  <a:gd name="T4" fmla="*/ 0 w 5"/>
                  <a:gd name="T5" fmla="*/ 1 h 2"/>
                  <a:gd name="T6" fmla="*/ 1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5 w 5"/>
                  <a:gd name="T23" fmla="*/ 2 h 2"/>
                  <a:gd name="T24" fmla="*/ 1 w 5"/>
                  <a:gd name="T25" fmla="*/ 2 h 2"/>
                  <a:gd name="T26" fmla="*/ 2 w 5"/>
                  <a:gd name="T27" fmla="*/ 1 h 2"/>
                  <a:gd name="T28" fmla="*/ 1 w 5"/>
                  <a:gd name="T29" fmla="*/ 1 h 2"/>
                  <a:gd name="T30" fmla="*/ 4 w 5"/>
                  <a:gd name="T31" fmla="*/ 1 h 2"/>
                  <a:gd name="T32" fmla="*/ 4 w 5"/>
                  <a:gd name="T33" fmla="*/ 1 h 2"/>
                  <a:gd name="T34" fmla="*/ 2 w 5"/>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2">
                    <a:moveTo>
                      <a:pt x="1" y="2"/>
                    </a:moveTo>
                    <a:cubicBezTo>
                      <a:pt x="1" y="2"/>
                      <a:pt x="0" y="2"/>
                      <a:pt x="0" y="2"/>
                    </a:cubicBezTo>
                    <a:cubicBezTo>
                      <a:pt x="0" y="2"/>
                      <a:pt x="0" y="2"/>
                      <a:pt x="0" y="1"/>
                    </a:cubicBezTo>
                    <a:cubicBezTo>
                      <a:pt x="1" y="1"/>
                      <a:pt x="1" y="1"/>
                      <a:pt x="1" y="0"/>
                    </a:cubicBezTo>
                    <a:cubicBezTo>
                      <a:pt x="1" y="0"/>
                      <a:pt x="1" y="0"/>
                      <a:pt x="1" y="0"/>
                    </a:cubicBezTo>
                    <a:cubicBezTo>
                      <a:pt x="2" y="0"/>
                      <a:pt x="4" y="0"/>
                      <a:pt x="5" y="0"/>
                    </a:cubicBezTo>
                    <a:cubicBezTo>
                      <a:pt x="5" y="0"/>
                      <a:pt x="5" y="0"/>
                      <a:pt x="5" y="0"/>
                    </a:cubicBezTo>
                    <a:cubicBezTo>
                      <a:pt x="5" y="0"/>
                      <a:pt x="5" y="0"/>
                      <a:pt x="5" y="0"/>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2" y="1"/>
                    </a:moveTo>
                    <a:cubicBezTo>
                      <a:pt x="2" y="1"/>
                      <a:pt x="2" y="1"/>
                      <a:pt x="1" y="1"/>
                    </a:cubicBezTo>
                    <a:cubicBezTo>
                      <a:pt x="4" y="1"/>
                      <a:pt x="4" y="1"/>
                      <a:pt x="4" y="1"/>
                    </a:cubicBezTo>
                    <a:cubicBezTo>
                      <a:pt x="4" y="1"/>
                      <a:pt x="4" y="1"/>
                      <a:pt x="4"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8" name="Freeform 633"/>
              <p:cNvSpPr>
                <a:spLocks noEditPoints="1"/>
              </p:cNvSpPr>
              <p:nvPr/>
            </p:nvSpPr>
            <p:spPr bwMode="auto">
              <a:xfrm>
                <a:off x="3573" y="1441"/>
                <a:ext cx="12" cy="5"/>
              </a:xfrm>
              <a:custGeom>
                <a:avLst/>
                <a:gdLst>
                  <a:gd name="T0" fmla="*/ 0 w 5"/>
                  <a:gd name="T1" fmla="*/ 2 h 2"/>
                  <a:gd name="T2" fmla="*/ 0 w 5"/>
                  <a:gd name="T3" fmla="*/ 2 h 2"/>
                  <a:gd name="T4" fmla="*/ 0 w 5"/>
                  <a:gd name="T5" fmla="*/ 2 h 2"/>
                  <a:gd name="T6" fmla="*/ 0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4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1 w 5"/>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2">
                    <a:moveTo>
                      <a:pt x="0" y="2"/>
                    </a:moveTo>
                    <a:cubicBezTo>
                      <a:pt x="0" y="2"/>
                      <a:pt x="0" y="2"/>
                      <a:pt x="0" y="2"/>
                    </a:cubicBezTo>
                    <a:cubicBezTo>
                      <a:pt x="0" y="2"/>
                      <a:pt x="0" y="2"/>
                      <a:pt x="0" y="2"/>
                    </a:cubicBezTo>
                    <a:cubicBezTo>
                      <a:pt x="0" y="1"/>
                      <a:pt x="0" y="1"/>
                      <a:pt x="0" y="0"/>
                    </a:cubicBezTo>
                    <a:cubicBezTo>
                      <a:pt x="0" y="0"/>
                      <a:pt x="1" y="0"/>
                      <a:pt x="1" y="0"/>
                    </a:cubicBezTo>
                    <a:cubicBezTo>
                      <a:pt x="2" y="0"/>
                      <a:pt x="3" y="0"/>
                      <a:pt x="5" y="0"/>
                    </a:cubicBezTo>
                    <a:cubicBezTo>
                      <a:pt x="5" y="0"/>
                      <a:pt x="5" y="0"/>
                      <a:pt x="5" y="0"/>
                    </a:cubicBezTo>
                    <a:cubicBezTo>
                      <a:pt x="5" y="0"/>
                      <a:pt x="5" y="0"/>
                      <a:pt x="5" y="0"/>
                    </a:cubicBezTo>
                    <a:cubicBezTo>
                      <a:pt x="5" y="1"/>
                      <a:pt x="5" y="1"/>
                      <a:pt x="5" y="1"/>
                    </a:cubicBezTo>
                    <a:cubicBezTo>
                      <a:pt x="5" y="1"/>
                      <a:pt x="5" y="1"/>
                      <a:pt x="5" y="2"/>
                    </a:cubicBezTo>
                    <a:cubicBezTo>
                      <a:pt x="5" y="2"/>
                      <a:pt x="5" y="2"/>
                      <a:pt x="5" y="2"/>
                    </a:cubicBezTo>
                    <a:cubicBezTo>
                      <a:pt x="5" y="2"/>
                      <a:pt x="4" y="2"/>
                      <a:pt x="4" y="2"/>
                    </a:cubicBezTo>
                    <a:cubicBezTo>
                      <a:pt x="4"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9" name="Freeform 634"/>
              <p:cNvSpPr>
                <a:spLocks/>
              </p:cNvSpPr>
              <p:nvPr/>
            </p:nvSpPr>
            <p:spPr bwMode="auto">
              <a:xfrm>
                <a:off x="3543"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1" y="0"/>
                    </a:cubicBezTo>
                    <a:cubicBezTo>
                      <a:pt x="1" y="0"/>
                      <a:pt x="1" y="0"/>
                      <a:pt x="1" y="0"/>
                    </a:cubicBezTo>
                    <a:cubicBezTo>
                      <a:pt x="1" y="0"/>
                      <a:pt x="1"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0" name="Freeform 635"/>
              <p:cNvSpPr>
                <a:spLocks/>
              </p:cNvSpPr>
              <p:nvPr/>
            </p:nvSpPr>
            <p:spPr bwMode="auto">
              <a:xfrm>
                <a:off x="354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1"/>
                      <a:pt x="0" y="0"/>
                    </a:cubicBezTo>
                    <a:cubicBezTo>
                      <a:pt x="1" y="0"/>
                      <a:pt x="1" y="0"/>
                      <a:pt x="1" y="0"/>
                    </a:cubicBezTo>
                    <a:cubicBezTo>
                      <a:pt x="1" y="0"/>
                      <a:pt x="1" y="1"/>
                      <a:pt x="1" y="1"/>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1" name="Freeform 636"/>
              <p:cNvSpPr>
                <a:spLocks/>
              </p:cNvSpPr>
              <p:nvPr/>
            </p:nvSpPr>
            <p:spPr bwMode="auto">
              <a:xfrm>
                <a:off x="3553"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0"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2" name="Freeform 637"/>
              <p:cNvSpPr>
                <a:spLocks/>
              </p:cNvSpPr>
              <p:nvPr/>
            </p:nvSpPr>
            <p:spPr bwMode="auto">
              <a:xfrm>
                <a:off x="355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1" y="0"/>
                      <a:pt x="1" y="0"/>
                      <a:pt x="1" y="0"/>
                    </a:cubicBezTo>
                    <a:cubicBezTo>
                      <a:pt x="1" y="0"/>
                      <a:pt x="1" y="0"/>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3" name="Freeform 638"/>
              <p:cNvSpPr>
                <a:spLocks/>
              </p:cNvSpPr>
              <p:nvPr/>
            </p:nvSpPr>
            <p:spPr bwMode="auto">
              <a:xfrm>
                <a:off x="3563" y="1459"/>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0" y="2"/>
                      <a:pt x="0" y="2"/>
                      <a:pt x="0" y="2"/>
                    </a:cubicBezTo>
                    <a:cubicBezTo>
                      <a:pt x="0" y="2"/>
                      <a:pt x="0" y="2"/>
                      <a:pt x="0" y="2"/>
                    </a:cubicBezTo>
                    <a:cubicBezTo>
                      <a:pt x="1" y="0"/>
                      <a:pt x="1" y="0"/>
                      <a:pt x="1" y="0"/>
                    </a:cubicBezTo>
                    <a:cubicBezTo>
                      <a:pt x="1" y="0"/>
                      <a:pt x="1" y="0"/>
                      <a:pt x="1" y="0"/>
                    </a:cubicBezTo>
                    <a:cubicBezTo>
                      <a:pt x="1" y="0"/>
                      <a:pt x="1" y="0"/>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4" name="Freeform 639"/>
              <p:cNvSpPr>
                <a:spLocks/>
              </p:cNvSpPr>
              <p:nvPr/>
            </p:nvSpPr>
            <p:spPr bwMode="auto">
              <a:xfrm>
                <a:off x="3568"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1"/>
                      <a:pt x="1" y="0"/>
                    </a:cubicBezTo>
                    <a:cubicBezTo>
                      <a:pt x="1" y="0"/>
                      <a:pt x="2"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5" name="Freeform 640"/>
              <p:cNvSpPr>
                <a:spLocks/>
              </p:cNvSpPr>
              <p:nvPr/>
            </p:nvSpPr>
            <p:spPr bwMode="auto">
              <a:xfrm>
                <a:off x="3575" y="1459"/>
                <a:ext cx="5" cy="5"/>
              </a:xfrm>
              <a:custGeom>
                <a:avLst/>
                <a:gdLst>
                  <a:gd name="T0" fmla="*/ 1 w 2"/>
                  <a:gd name="T1" fmla="*/ 2 h 2"/>
                  <a:gd name="T2" fmla="*/ 1 w 2"/>
                  <a:gd name="T3" fmla="*/ 2 h 2"/>
                  <a:gd name="T4" fmla="*/ 0 w 2"/>
                  <a:gd name="T5" fmla="*/ 2 h 2"/>
                  <a:gd name="T6" fmla="*/ 1 w 2"/>
                  <a:gd name="T7" fmla="*/ 0 h 2"/>
                  <a:gd name="T8" fmla="*/ 1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1" y="2"/>
                      <a:pt x="1" y="2"/>
                    </a:cubicBezTo>
                    <a:cubicBezTo>
                      <a:pt x="1" y="2"/>
                      <a:pt x="0" y="2"/>
                      <a:pt x="0" y="2"/>
                    </a:cubicBezTo>
                    <a:cubicBezTo>
                      <a:pt x="1" y="1"/>
                      <a:pt x="1" y="1"/>
                      <a:pt x="1" y="0"/>
                    </a:cubicBezTo>
                    <a:cubicBezTo>
                      <a:pt x="1" y="0"/>
                      <a:pt x="1" y="0"/>
                      <a:pt x="1" y="0"/>
                    </a:cubicBezTo>
                    <a:cubicBezTo>
                      <a:pt x="2" y="0"/>
                      <a:pt x="2" y="1"/>
                      <a:pt x="2" y="1"/>
                    </a:cubicBezTo>
                    <a:cubicBezTo>
                      <a:pt x="1"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6" name="Freeform 641"/>
              <p:cNvSpPr>
                <a:spLocks/>
              </p:cNvSpPr>
              <p:nvPr/>
            </p:nvSpPr>
            <p:spPr bwMode="auto">
              <a:xfrm>
                <a:off x="3582"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0"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7" name="Freeform 642"/>
              <p:cNvSpPr>
                <a:spLocks/>
              </p:cNvSpPr>
              <p:nvPr/>
            </p:nvSpPr>
            <p:spPr bwMode="auto">
              <a:xfrm>
                <a:off x="3590"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8" name="Freeform 643"/>
              <p:cNvSpPr>
                <a:spLocks/>
              </p:cNvSpPr>
              <p:nvPr/>
            </p:nvSpPr>
            <p:spPr bwMode="auto">
              <a:xfrm>
                <a:off x="3595" y="1459"/>
                <a:ext cx="2" cy="5"/>
              </a:xfrm>
              <a:custGeom>
                <a:avLst/>
                <a:gdLst>
                  <a:gd name="T0" fmla="*/ 0 w 1"/>
                  <a:gd name="T1" fmla="*/ 2 h 2"/>
                  <a:gd name="T2" fmla="*/ 0 w 1"/>
                  <a:gd name="T3" fmla="*/ 2 h 2"/>
                  <a:gd name="T4" fmla="*/ 0 w 1"/>
                  <a:gd name="T5" fmla="*/ 1 h 2"/>
                  <a:gd name="T6" fmla="*/ 1 w 1"/>
                  <a:gd name="T7" fmla="*/ 1 h 2"/>
                  <a:gd name="T8" fmla="*/ 1 w 1"/>
                  <a:gd name="T9" fmla="*/ 1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0" y="1"/>
                    </a:cubicBezTo>
                    <a:cubicBezTo>
                      <a:pt x="0" y="0"/>
                      <a:pt x="1" y="0"/>
                      <a:pt x="1" y="1"/>
                    </a:cubicBezTo>
                    <a:cubicBezTo>
                      <a:pt x="1" y="1"/>
                      <a:pt x="1" y="1"/>
                      <a:pt x="1" y="1"/>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9" name="Freeform 644"/>
              <p:cNvSpPr>
                <a:spLocks/>
              </p:cNvSpPr>
              <p:nvPr/>
            </p:nvSpPr>
            <p:spPr bwMode="auto">
              <a:xfrm>
                <a:off x="3600"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1"/>
                      <a:pt x="0"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0" name="Freeform 645"/>
              <p:cNvSpPr>
                <a:spLocks/>
              </p:cNvSpPr>
              <p:nvPr/>
            </p:nvSpPr>
            <p:spPr bwMode="auto">
              <a:xfrm>
                <a:off x="3602" y="145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1" name="Freeform 646"/>
              <p:cNvSpPr>
                <a:spLocks/>
              </p:cNvSpPr>
              <p:nvPr/>
            </p:nvSpPr>
            <p:spPr bwMode="auto">
              <a:xfrm>
                <a:off x="3607" y="1459"/>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1" y="0"/>
                    </a:cubicBezTo>
                    <a:cubicBezTo>
                      <a:pt x="1" y="0"/>
                      <a:pt x="2" y="0"/>
                      <a:pt x="2" y="0"/>
                    </a:cubicBezTo>
                    <a:cubicBezTo>
                      <a:pt x="2" y="0"/>
                      <a:pt x="2" y="1"/>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2" name="Freeform 647"/>
              <p:cNvSpPr>
                <a:spLocks/>
              </p:cNvSpPr>
              <p:nvPr/>
            </p:nvSpPr>
            <p:spPr bwMode="auto">
              <a:xfrm>
                <a:off x="361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1"/>
                      <a:pt x="1"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3" name="Freeform 648"/>
              <p:cNvSpPr>
                <a:spLocks/>
              </p:cNvSpPr>
              <p:nvPr/>
            </p:nvSpPr>
            <p:spPr bwMode="auto">
              <a:xfrm>
                <a:off x="3619"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4" name="Freeform 649"/>
              <p:cNvSpPr>
                <a:spLocks/>
              </p:cNvSpPr>
              <p:nvPr/>
            </p:nvSpPr>
            <p:spPr bwMode="auto">
              <a:xfrm>
                <a:off x="362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5" name="Freeform 650"/>
              <p:cNvSpPr>
                <a:spLocks/>
              </p:cNvSpPr>
              <p:nvPr/>
            </p:nvSpPr>
            <p:spPr bwMode="auto">
              <a:xfrm>
                <a:off x="3627" y="1459"/>
                <a:ext cx="5" cy="5"/>
              </a:xfrm>
              <a:custGeom>
                <a:avLst/>
                <a:gdLst>
                  <a:gd name="T0" fmla="*/ 1 w 2"/>
                  <a:gd name="T1" fmla="*/ 2 h 2"/>
                  <a:gd name="T2" fmla="*/ 1 w 2"/>
                  <a:gd name="T3" fmla="*/ 2 h 2"/>
                  <a:gd name="T4" fmla="*/ 0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6" name="Freeform 651"/>
              <p:cNvSpPr>
                <a:spLocks/>
              </p:cNvSpPr>
              <p:nvPr/>
            </p:nvSpPr>
            <p:spPr bwMode="auto">
              <a:xfrm>
                <a:off x="3632" y="145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1"/>
                      <a:pt x="1" y="0"/>
                    </a:cubicBezTo>
                    <a:cubicBezTo>
                      <a:pt x="1" y="0"/>
                      <a:pt x="1" y="0"/>
                      <a:pt x="2" y="0"/>
                    </a:cubicBezTo>
                    <a:cubicBezTo>
                      <a:pt x="2" y="0"/>
                      <a:pt x="2" y="1"/>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7" name="Freeform 652"/>
              <p:cNvSpPr>
                <a:spLocks/>
              </p:cNvSpPr>
              <p:nvPr/>
            </p:nvSpPr>
            <p:spPr bwMode="auto">
              <a:xfrm>
                <a:off x="3637" y="145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0"/>
                      <a:pt x="1" y="0"/>
                      <a:pt x="1" y="0"/>
                    </a:cubicBezTo>
                    <a:cubicBezTo>
                      <a:pt x="1" y="0"/>
                      <a:pt x="1" y="0"/>
                      <a:pt x="1" y="0"/>
                    </a:cubicBezTo>
                    <a:cubicBezTo>
                      <a:pt x="2" y="0"/>
                      <a:pt x="2"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8" name="Freeform 653"/>
              <p:cNvSpPr>
                <a:spLocks/>
              </p:cNvSpPr>
              <p:nvPr/>
            </p:nvSpPr>
            <p:spPr bwMode="auto">
              <a:xfrm>
                <a:off x="3642" y="145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9" name="Freeform 654"/>
              <p:cNvSpPr>
                <a:spLocks/>
              </p:cNvSpPr>
              <p:nvPr/>
            </p:nvSpPr>
            <p:spPr bwMode="auto">
              <a:xfrm>
                <a:off x="3560"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4" y="14"/>
                      <a:pt x="9" y="7"/>
                      <a:pt x="14" y="0"/>
                    </a:cubicBezTo>
                    <a:cubicBezTo>
                      <a:pt x="15" y="1"/>
                      <a:pt x="15" y="1"/>
                      <a:pt x="15" y="1"/>
                    </a:cubicBezTo>
                    <a:cubicBezTo>
                      <a:pt x="10" y="7"/>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0" name="Freeform 655"/>
              <p:cNvSpPr>
                <a:spLocks/>
              </p:cNvSpPr>
              <p:nvPr/>
            </p:nvSpPr>
            <p:spPr bwMode="auto">
              <a:xfrm>
                <a:off x="3577"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5" y="14"/>
                      <a:pt x="9" y="7"/>
                      <a:pt x="14" y="0"/>
                    </a:cubicBezTo>
                    <a:cubicBezTo>
                      <a:pt x="15" y="1"/>
                      <a:pt x="15" y="1"/>
                      <a:pt x="15" y="1"/>
                    </a:cubicBezTo>
                    <a:cubicBezTo>
                      <a:pt x="10" y="8"/>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1" name="Freeform 656"/>
              <p:cNvSpPr>
                <a:spLocks/>
              </p:cNvSpPr>
              <p:nvPr/>
            </p:nvSpPr>
            <p:spPr bwMode="auto">
              <a:xfrm>
                <a:off x="3619" y="1369"/>
                <a:ext cx="20" cy="27"/>
              </a:xfrm>
              <a:custGeom>
                <a:avLst/>
                <a:gdLst>
                  <a:gd name="T0" fmla="*/ 1 w 8"/>
                  <a:gd name="T1" fmla="*/ 11 h 11"/>
                  <a:gd name="T2" fmla="*/ 0 w 8"/>
                  <a:gd name="T3" fmla="*/ 11 h 11"/>
                  <a:gd name="T4" fmla="*/ 7 w 8"/>
                  <a:gd name="T5" fmla="*/ 0 h 11"/>
                  <a:gd name="T6" fmla="*/ 8 w 8"/>
                  <a:gd name="T7" fmla="*/ 1 h 11"/>
                  <a:gd name="T8" fmla="*/ 1 w 8"/>
                  <a:gd name="T9" fmla="*/ 11 h 11"/>
                </a:gdLst>
                <a:ahLst/>
                <a:cxnLst>
                  <a:cxn ang="0">
                    <a:pos x="T0" y="T1"/>
                  </a:cxn>
                  <a:cxn ang="0">
                    <a:pos x="T2" y="T3"/>
                  </a:cxn>
                  <a:cxn ang="0">
                    <a:pos x="T4" y="T5"/>
                  </a:cxn>
                  <a:cxn ang="0">
                    <a:pos x="T6" y="T7"/>
                  </a:cxn>
                  <a:cxn ang="0">
                    <a:pos x="T8" y="T9"/>
                  </a:cxn>
                </a:cxnLst>
                <a:rect l="0" t="0" r="r" b="b"/>
                <a:pathLst>
                  <a:path w="8" h="11">
                    <a:moveTo>
                      <a:pt x="1" y="11"/>
                    </a:moveTo>
                    <a:cubicBezTo>
                      <a:pt x="0" y="11"/>
                      <a:pt x="0" y="11"/>
                      <a:pt x="0" y="11"/>
                    </a:cubicBezTo>
                    <a:cubicBezTo>
                      <a:pt x="3" y="7"/>
                      <a:pt x="5" y="4"/>
                      <a:pt x="7" y="0"/>
                    </a:cubicBezTo>
                    <a:cubicBezTo>
                      <a:pt x="8" y="1"/>
                      <a:pt x="8" y="1"/>
                      <a:pt x="8" y="1"/>
                    </a:cubicBezTo>
                    <a:cubicBezTo>
                      <a:pt x="5" y="4"/>
                      <a:pt x="3" y="8"/>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2" name="Freeform 657"/>
              <p:cNvSpPr>
                <a:spLocks noEditPoints="1"/>
              </p:cNvSpPr>
              <p:nvPr/>
            </p:nvSpPr>
            <p:spPr bwMode="auto">
              <a:xfrm>
                <a:off x="3545" y="1339"/>
                <a:ext cx="101" cy="70"/>
              </a:xfrm>
              <a:custGeom>
                <a:avLst/>
                <a:gdLst>
                  <a:gd name="T0" fmla="*/ 1 w 41"/>
                  <a:gd name="T1" fmla="*/ 25 h 28"/>
                  <a:gd name="T2" fmla="*/ 1 w 41"/>
                  <a:gd name="T3" fmla="*/ 10 h 28"/>
                  <a:gd name="T4" fmla="*/ 3 w 41"/>
                  <a:gd name="T5" fmla="*/ 0 h 28"/>
                  <a:gd name="T6" fmla="*/ 9 w 41"/>
                  <a:gd name="T7" fmla="*/ 0 h 28"/>
                  <a:gd name="T8" fmla="*/ 38 w 41"/>
                  <a:gd name="T9" fmla="*/ 0 h 28"/>
                  <a:gd name="T10" fmla="*/ 40 w 41"/>
                  <a:gd name="T11" fmla="*/ 6 h 28"/>
                  <a:gd name="T12" fmla="*/ 40 w 41"/>
                  <a:gd name="T13" fmla="*/ 19 h 28"/>
                  <a:gd name="T14" fmla="*/ 40 w 41"/>
                  <a:gd name="T15" fmla="*/ 26 h 28"/>
                  <a:gd name="T16" fmla="*/ 35 w 41"/>
                  <a:gd name="T17" fmla="*/ 28 h 28"/>
                  <a:gd name="T18" fmla="*/ 32 w 41"/>
                  <a:gd name="T19" fmla="*/ 28 h 28"/>
                  <a:gd name="T20" fmla="*/ 11 w 41"/>
                  <a:gd name="T21" fmla="*/ 28 h 28"/>
                  <a:gd name="T22" fmla="*/ 6 w 41"/>
                  <a:gd name="T23" fmla="*/ 28 h 28"/>
                  <a:gd name="T24" fmla="*/ 3 w 41"/>
                  <a:gd name="T25" fmla="*/ 1 h 28"/>
                  <a:gd name="T26" fmla="*/ 2 w 41"/>
                  <a:gd name="T27" fmla="*/ 1 h 28"/>
                  <a:gd name="T28" fmla="*/ 1 w 41"/>
                  <a:gd name="T29" fmla="*/ 11 h 28"/>
                  <a:gd name="T30" fmla="*/ 6 w 41"/>
                  <a:gd name="T31" fmla="*/ 28 h 28"/>
                  <a:gd name="T32" fmla="*/ 11 w 41"/>
                  <a:gd name="T33" fmla="*/ 27 h 28"/>
                  <a:gd name="T34" fmla="*/ 32 w 41"/>
                  <a:gd name="T35" fmla="*/ 28 h 28"/>
                  <a:gd name="T36" fmla="*/ 35 w 41"/>
                  <a:gd name="T37" fmla="*/ 28 h 28"/>
                  <a:gd name="T38" fmla="*/ 40 w 41"/>
                  <a:gd name="T39" fmla="*/ 26 h 28"/>
                  <a:gd name="T40" fmla="*/ 40 w 41"/>
                  <a:gd name="T41" fmla="*/ 19 h 28"/>
                  <a:gd name="T42" fmla="*/ 40 w 41"/>
                  <a:gd name="T43" fmla="*/ 6 h 28"/>
                  <a:gd name="T44" fmla="*/ 38 w 41"/>
                  <a:gd name="T45" fmla="*/ 1 h 28"/>
                  <a:gd name="T46" fmla="*/ 9 w 41"/>
                  <a:gd name="T47" fmla="*/ 1 h 28"/>
                  <a:gd name="T48" fmla="*/ 7 w 41"/>
                  <a:gd name="T49" fmla="*/ 24 h 28"/>
                  <a:gd name="T50" fmla="*/ 3 w 41"/>
                  <a:gd name="T51" fmla="*/ 23 h 28"/>
                  <a:gd name="T52" fmla="*/ 3 w 41"/>
                  <a:gd name="T53" fmla="*/ 9 h 28"/>
                  <a:gd name="T54" fmla="*/ 4 w 41"/>
                  <a:gd name="T55" fmla="*/ 2 h 28"/>
                  <a:gd name="T56" fmla="*/ 38 w 41"/>
                  <a:gd name="T57" fmla="*/ 3 h 28"/>
                  <a:gd name="T58" fmla="*/ 38 w 41"/>
                  <a:gd name="T59" fmla="*/ 5 h 28"/>
                  <a:gd name="T60" fmla="*/ 38 w 41"/>
                  <a:gd name="T61" fmla="*/ 24 h 28"/>
                  <a:gd name="T62" fmla="*/ 7 w 41"/>
                  <a:gd name="T63" fmla="*/ 24 h 28"/>
                  <a:gd name="T64" fmla="*/ 7 w 41"/>
                  <a:gd name="T65" fmla="*/ 23 h 28"/>
                  <a:gd name="T66" fmla="*/ 12 w 41"/>
                  <a:gd name="T67" fmla="*/ 23 h 28"/>
                  <a:gd name="T68" fmla="*/ 37 w 41"/>
                  <a:gd name="T69" fmla="*/ 5 h 28"/>
                  <a:gd name="T70" fmla="*/ 37 w 41"/>
                  <a:gd name="T71" fmla="*/ 3 h 28"/>
                  <a:gd name="T72" fmla="*/ 4 w 41"/>
                  <a:gd name="T73" fmla="*/ 3 h 28"/>
                  <a:gd name="T74" fmla="*/ 4 w 41"/>
                  <a:gd name="T75" fmla="*/ 9 h 28"/>
                  <a:gd name="T76" fmla="*/ 4 w 41"/>
                  <a:gd name="T77"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 h="28">
                    <a:moveTo>
                      <a:pt x="6" y="28"/>
                    </a:moveTo>
                    <a:cubicBezTo>
                      <a:pt x="5" y="28"/>
                      <a:pt x="1" y="28"/>
                      <a:pt x="1" y="25"/>
                    </a:cubicBezTo>
                    <a:cubicBezTo>
                      <a:pt x="1" y="11"/>
                      <a:pt x="1" y="11"/>
                      <a:pt x="1" y="11"/>
                    </a:cubicBezTo>
                    <a:cubicBezTo>
                      <a:pt x="1" y="11"/>
                      <a:pt x="1" y="10"/>
                      <a:pt x="1" y="10"/>
                    </a:cubicBezTo>
                    <a:cubicBezTo>
                      <a:pt x="0" y="6"/>
                      <a:pt x="0" y="2"/>
                      <a:pt x="2" y="1"/>
                    </a:cubicBezTo>
                    <a:cubicBezTo>
                      <a:pt x="2" y="0"/>
                      <a:pt x="2" y="0"/>
                      <a:pt x="3" y="0"/>
                    </a:cubicBezTo>
                    <a:cubicBezTo>
                      <a:pt x="4" y="0"/>
                      <a:pt x="5" y="0"/>
                      <a:pt x="6" y="0"/>
                    </a:cubicBezTo>
                    <a:cubicBezTo>
                      <a:pt x="7" y="0"/>
                      <a:pt x="8" y="0"/>
                      <a:pt x="9" y="0"/>
                    </a:cubicBezTo>
                    <a:cubicBezTo>
                      <a:pt x="10" y="0"/>
                      <a:pt x="11" y="0"/>
                      <a:pt x="12" y="0"/>
                    </a:cubicBezTo>
                    <a:cubicBezTo>
                      <a:pt x="38" y="0"/>
                      <a:pt x="38" y="0"/>
                      <a:pt x="38" y="0"/>
                    </a:cubicBezTo>
                    <a:cubicBezTo>
                      <a:pt x="39" y="0"/>
                      <a:pt x="39" y="0"/>
                      <a:pt x="40" y="1"/>
                    </a:cubicBezTo>
                    <a:cubicBezTo>
                      <a:pt x="41" y="2"/>
                      <a:pt x="41" y="4"/>
                      <a:pt x="40" y="6"/>
                    </a:cubicBezTo>
                    <a:cubicBezTo>
                      <a:pt x="40" y="6"/>
                      <a:pt x="40" y="7"/>
                      <a:pt x="40" y="7"/>
                    </a:cubicBezTo>
                    <a:cubicBezTo>
                      <a:pt x="40" y="19"/>
                      <a:pt x="40" y="19"/>
                      <a:pt x="40" y="19"/>
                    </a:cubicBezTo>
                    <a:cubicBezTo>
                      <a:pt x="40" y="19"/>
                      <a:pt x="40" y="20"/>
                      <a:pt x="40" y="21"/>
                    </a:cubicBezTo>
                    <a:cubicBezTo>
                      <a:pt x="40" y="23"/>
                      <a:pt x="40" y="24"/>
                      <a:pt x="40" y="26"/>
                    </a:cubicBezTo>
                    <a:cubicBezTo>
                      <a:pt x="40" y="26"/>
                      <a:pt x="40" y="27"/>
                      <a:pt x="40" y="27"/>
                    </a:cubicBezTo>
                    <a:cubicBezTo>
                      <a:pt x="39" y="28"/>
                      <a:pt x="37" y="28"/>
                      <a:pt x="35" y="28"/>
                    </a:cubicBezTo>
                    <a:cubicBezTo>
                      <a:pt x="34" y="28"/>
                      <a:pt x="34" y="28"/>
                      <a:pt x="34" y="28"/>
                    </a:cubicBezTo>
                    <a:cubicBezTo>
                      <a:pt x="33" y="28"/>
                      <a:pt x="33" y="28"/>
                      <a:pt x="32" y="28"/>
                    </a:cubicBezTo>
                    <a:cubicBezTo>
                      <a:pt x="29" y="28"/>
                      <a:pt x="25" y="28"/>
                      <a:pt x="22" y="28"/>
                    </a:cubicBezTo>
                    <a:cubicBezTo>
                      <a:pt x="18" y="28"/>
                      <a:pt x="15" y="28"/>
                      <a:pt x="11" y="28"/>
                    </a:cubicBezTo>
                    <a:cubicBezTo>
                      <a:pt x="11" y="28"/>
                      <a:pt x="10" y="28"/>
                      <a:pt x="9" y="28"/>
                    </a:cubicBezTo>
                    <a:cubicBezTo>
                      <a:pt x="8" y="28"/>
                      <a:pt x="7" y="28"/>
                      <a:pt x="6" y="28"/>
                    </a:cubicBezTo>
                    <a:close/>
                    <a:moveTo>
                      <a:pt x="6" y="1"/>
                    </a:moveTo>
                    <a:cubicBezTo>
                      <a:pt x="5" y="1"/>
                      <a:pt x="4" y="1"/>
                      <a:pt x="3" y="1"/>
                    </a:cubicBezTo>
                    <a:cubicBezTo>
                      <a:pt x="3" y="1"/>
                      <a:pt x="3" y="1"/>
                      <a:pt x="3" y="1"/>
                    </a:cubicBezTo>
                    <a:cubicBezTo>
                      <a:pt x="3" y="1"/>
                      <a:pt x="2" y="1"/>
                      <a:pt x="2" y="1"/>
                    </a:cubicBezTo>
                    <a:cubicBezTo>
                      <a:pt x="1" y="3"/>
                      <a:pt x="1" y="7"/>
                      <a:pt x="1" y="10"/>
                    </a:cubicBezTo>
                    <a:cubicBezTo>
                      <a:pt x="1" y="10"/>
                      <a:pt x="1" y="11"/>
                      <a:pt x="1" y="11"/>
                    </a:cubicBezTo>
                    <a:cubicBezTo>
                      <a:pt x="1" y="25"/>
                      <a:pt x="1" y="25"/>
                      <a:pt x="1" y="25"/>
                    </a:cubicBezTo>
                    <a:cubicBezTo>
                      <a:pt x="1" y="27"/>
                      <a:pt x="3" y="28"/>
                      <a:pt x="6" y="28"/>
                    </a:cubicBezTo>
                    <a:cubicBezTo>
                      <a:pt x="7" y="28"/>
                      <a:pt x="8" y="28"/>
                      <a:pt x="9" y="28"/>
                    </a:cubicBezTo>
                    <a:cubicBezTo>
                      <a:pt x="10" y="27"/>
                      <a:pt x="11" y="27"/>
                      <a:pt x="11" y="27"/>
                    </a:cubicBezTo>
                    <a:cubicBezTo>
                      <a:pt x="15" y="27"/>
                      <a:pt x="18" y="27"/>
                      <a:pt x="22" y="28"/>
                    </a:cubicBezTo>
                    <a:cubicBezTo>
                      <a:pt x="25" y="28"/>
                      <a:pt x="29" y="28"/>
                      <a:pt x="32" y="28"/>
                    </a:cubicBezTo>
                    <a:cubicBezTo>
                      <a:pt x="33" y="28"/>
                      <a:pt x="33" y="28"/>
                      <a:pt x="34" y="28"/>
                    </a:cubicBezTo>
                    <a:cubicBezTo>
                      <a:pt x="34" y="28"/>
                      <a:pt x="34" y="28"/>
                      <a:pt x="35" y="28"/>
                    </a:cubicBezTo>
                    <a:cubicBezTo>
                      <a:pt x="37" y="28"/>
                      <a:pt x="39" y="28"/>
                      <a:pt x="39" y="27"/>
                    </a:cubicBezTo>
                    <a:cubicBezTo>
                      <a:pt x="40" y="26"/>
                      <a:pt x="40" y="26"/>
                      <a:pt x="40" y="26"/>
                    </a:cubicBezTo>
                    <a:cubicBezTo>
                      <a:pt x="40" y="24"/>
                      <a:pt x="40" y="23"/>
                      <a:pt x="40" y="21"/>
                    </a:cubicBezTo>
                    <a:cubicBezTo>
                      <a:pt x="40" y="20"/>
                      <a:pt x="40" y="19"/>
                      <a:pt x="40" y="19"/>
                    </a:cubicBezTo>
                    <a:cubicBezTo>
                      <a:pt x="40" y="7"/>
                      <a:pt x="40" y="7"/>
                      <a:pt x="40" y="7"/>
                    </a:cubicBezTo>
                    <a:cubicBezTo>
                      <a:pt x="40" y="7"/>
                      <a:pt x="40" y="6"/>
                      <a:pt x="40" y="6"/>
                    </a:cubicBezTo>
                    <a:cubicBezTo>
                      <a:pt x="40" y="4"/>
                      <a:pt x="40" y="2"/>
                      <a:pt x="39" y="1"/>
                    </a:cubicBezTo>
                    <a:cubicBezTo>
                      <a:pt x="39" y="1"/>
                      <a:pt x="38" y="1"/>
                      <a:pt x="38" y="1"/>
                    </a:cubicBezTo>
                    <a:cubicBezTo>
                      <a:pt x="12" y="1"/>
                      <a:pt x="12" y="1"/>
                      <a:pt x="12" y="1"/>
                    </a:cubicBezTo>
                    <a:cubicBezTo>
                      <a:pt x="11" y="1"/>
                      <a:pt x="10" y="1"/>
                      <a:pt x="9" y="1"/>
                    </a:cubicBezTo>
                    <a:cubicBezTo>
                      <a:pt x="8" y="1"/>
                      <a:pt x="7" y="1"/>
                      <a:pt x="6" y="1"/>
                    </a:cubicBezTo>
                    <a:close/>
                    <a:moveTo>
                      <a:pt x="7" y="24"/>
                    </a:moveTo>
                    <a:cubicBezTo>
                      <a:pt x="6" y="24"/>
                      <a:pt x="5" y="24"/>
                      <a:pt x="5" y="24"/>
                    </a:cubicBezTo>
                    <a:cubicBezTo>
                      <a:pt x="4" y="24"/>
                      <a:pt x="3" y="24"/>
                      <a:pt x="3" y="23"/>
                    </a:cubicBezTo>
                    <a:cubicBezTo>
                      <a:pt x="3" y="10"/>
                      <a:pt x="3" y="10"/>
                      <a:pt x="3" y="10"/>
                    </a:cubicBezTo>
                    <a:cubicBezTo>
                      <a:pt x="3" y="10"/>
                      <a:pt x="3" y="9"/>
                      <a:pt x="3" y="9"/>
                    </a:cubicBezTo>
                    <a:cubicBezTo>
                      <a:pt x="3" y="6"/>
                      <a:pt x="3" y="4"/>
                      <a:pt x="3" y="3"/>
                    </a:cubicBezTo>
                    <a:cubicBezTo>
                      <a:pt x="4" y="3"/>
                      <a:pt x="4" y="2"/>
                      <a:pt x="4" y="2"/>
                    </a:cubicBezTo>
                    <a:cubicBezTo>
                      <a:pt x="37" y="2"/>
                      <a:pt x="37" y="2"/>
                      <a:pt x="37" y="2"/>
                    </a:cubicBezTo>
                    <a:cubicBezTo>
                      <a:pt x="37" y="2"/>
                      <a:pt x="38" y="3"/>
                      <a:pt x="38" y="3"/>
                    </a:cubicBezTo>
                    <a:cubicBezTo>
                      <a:pt x="38" y="3"/>
                      <a:pt x="38" y="4"/>
                      <a:pt x="38" y="5"/>
                    </a:cubicBezTo>
                    <a:cubicBezTo>
                      <a:pt x="38" y="5"/>
                      <a:pt x="38" y="5"/>
                      <a:pt x="38" y="5"/>
                    </a:cubicBezTo>
                    <a:cubicBezTo>
                      <a:pt x="38" y="23"/>
                      <a:pt x="38" y="23"/>
                      <a:pt x="38" y="23"/>
                    </a:cubicBezTo>
                    <a:cubicBezTo>
                      <a:pt x="38" y="23"/>
                      <a:pt x="38" y="24"/>
                      <a:pt x="38" y="24"/>
                    </a:cubicBezTo>
                    <a:cubicBezTo>
                      <a:pt x="11" y="24"/>
                      <a:pt x="11" y="24"/>
                      <a:pt x="11" y="24"/>
                    </a:cubicBezTo>
                    <a:cubicBezTo>
                      <a:pt x="10" y="24"/>
                      <a:pt x="9" y="24"/>
                      <a:pt x="7" y="24"/>
                    </a:cubicBezTo>
                    <a:close/>
                    <a:moveTo>
                      <a:pt x="4" y="23"/>
                    </a:moveTo>
                    <a:cubicBezTo>
                      <a:pt x="4" y="23"/>
                      <a:pt x="5" y="23"/>
                      <a:pt x="7" y="23"/>
                    </a:cubicBezTo>
                    <a:cubicBezTo>
                      <a:pt x="9" y="23"/>
                      <a:pt x="10" y="23"/>
                      <a:pt x="11" y="23"/>
                    </a:cubicBezTo>
                    <a:cubicBezTo>
                      <a:pt x="12" y="23"/>
                      <a:pt x="12" y="23"/>
                      <a:pt x="12" y="23"/>
                    </a:cubicBezTo>
                    <a:cubicBezTo>
                      <a:pt x="37" y="23"/>
                      <a:pt x="37" y="23"/>
                      <a:pt x="37" y="23"/>
                    </a:cubicBezTo>
                    <a:cubicBezTo>
                      <a:pt x="37" y="5"/>
                      <a:pt x="37" y="5"/>
                      <a:pt x="37" y="5"/>
                    </a:cubicBezTo>
                    <a:cubicBezTo>
                      <a:pt x="37" y="5"/>
                      <a:pt x="37" y="5"/>
                      <a:pt x="37" y="4"/>
                    </a:cubicBezTo>
                    <a:cubicBezTo>
                      <a:pt x="37" y="4"/>
                      <a:pt x="37" y="3"/>
                      <a:pt x="37" y="3"/>
                    </a:cubicBezTo>
                    <a:cubicBezTo>
                      <a:pt x="33" y="3"/>
                      <a:pt x="33" y="3"/>
                      <a:pt x="33" y="3"/>
                    </a:cubicBezTo>
                    <a:cubicBezTo>
                      <a:pt x="4" y="3"/>
                      <a:pt x="4" y="3"/>
                      <a:pt x="4" y="3"/>
                    </a:cubicBezTo>
                    <a:cubicBezTo>
                      <a:pt x="4" y="3"/>
                      <a:pt x="4" y="3"/>
                      <a:pt x="4" y="3"/>
                    </a:cubicBezTo>
                    <a:cubicBezTo>
                      <a:pt x="3" y="4"/>
                      <a:pt x="4" y="7"/>
                      <a:pt x="4" y="9"/>
                    </a:cubicBezTo>
                    <a:cubicBezTo>
                      <a:pt x="4" y="9"/>
                      <a:pt x="4" y="10"/>
                      <a:pt x="4" y="10"/>
                    </a:cubicBezTo>
                    <a:lnTo>
                      <a:pt x="4"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3" name="Freeform 658"/>
              <p:cNvSpPr>
                <a:spLocks/>
              </p:cNvSpPr>
              <p:nvPr/>
            </p:nvSpPr>
            <p:spPr bwMode="auto">
              <a:xfrm>
                <a:off x="3570" y="1411"/>
                <a:ext cx="54" cy="18"/>
              </a:xfrm>
              <a:custGeom>
                <a:avLst/>
                <a:gdLst>
                  <a:gd name="T0" fmla="*/ 1 w 22"/>
                  <a:gd name="T1" fmla="*/ 7 h 7"/>
                  <a:gd name="T2" fmla="*/ 0 w 22"/>
                  <a:gd name="T3" fmla="*/ 7 h 7"/>
                  <a:gd name="T4" fmla="*/ 0 w 22"/>
                  <a:gd name="T5" fmla="*/ 6 h 7"/>
                  <a:gd name="T6" fmla="*/ 0 w 22"/>
                  <a:gd name="T7" fmla="*/ 5 h 7"/>
                  <a:gd name="T8" fmla="*/ 2 w 22"/>
                  <a:gd name="T9" fmla="*/ 5 h 7"/>
                  <a:gd name="T10" fmla="*/ 2 w 22"/>
                  <a:gd name="T11" fmla="*/ 5 h 7"/>
                  <a:gd name="T12" fmla="*/ 4 w 22"/>
                  <a:gd name="T13" fmla="*/ 5 h 7"/>
                  <a:gd name="T14" fmla="*/ 5 w 22"/>
                  <a:gd name="T15" fmla="*/ 4 h 7"/>
                  <a:gd name="T16" fmla="*/ 5 w 22"/>
                  <a:gd name="T17" fmla="*/ 4 h 7"/>
                  <a:gd name="T18" fmla="*/ 5 w 22"/>
                  <a:gd name="T19" fmla="*/ 2 h 7"/>
                  <a:gd name="T20" fmla="*/ 5 w 22"/>
                  <a:gd name="T21" fmla="*/ 1 h 7"/>
                  <a:gd name="T22" fmla="*/ 5 w 22"/>
                  <a:gd name="T23" fmla="*/ 0 h 7"/>
                  <a:gd name="T24" fmla="*/ 6 w 22"/>
                  <a:gd name="T25" fmla="*/ 1 h 7"/>
                  <a:gd name="T26" fmla="*/ 6 w 22"/>
                  <a:gd name="T27" fmla="*/ 2 h 7"/>
                  <a:gd name="T28" fmla="*/ 6 w 22"/>
                  <a:gd name="T29" fmla="*/ 4 h 7"/>
                  <a:gd name="T30" fmla="*/ 6 w 22"/>
                  <a:gd name="T31" fmla="*/ 5 h 7"/>
                  <a:gd name="T32" fmla="*/ 4 w 22"/>
                  <a:gd name="T33" fmla="*/ 5 h 7"/>
                  <a:gd name="T34" fmla="*/ 3 w 22"/>
                  <a:gd name="T35" fmla="*/ 6 h 7"/>
                  <a:gd name="T36" fmla="*/ 2 w 22"/>
                  <a:gd name="T37" fmla="*/ 6 h 7"/>
                  <a:gd name="T38" fmla="*/ 0 w 22"/>
                  <a:gd name="T39" fmla="*/ 6 h 7"/>
                  <a:gd name="T40" fmla="*/ 0 w 22"/>
                  <a:gd name="T41" fmla="*/ 6 h 7"/>
                  <a:gd name="T42" fmla="*/ 0 w 22"/>
                  <a:gd name="T43" fmla="*/ 7 h 7"/>
                  <a:gd name="T44" fmla="*/ 1 w 22"/>
                  <a:gd name="T45" fmla="*/ 7 h 7"/>
                  <a:gd name="T46" fmla="*/ 21 w 22"/>
                  <a:gd name="T47" fmla="*/ 7 h 7"/>
                  <a:gd name="T48" fmla="*/ 21 w 22"/>
                  <a:gd name="T49" fmla="*/ 6 h 7"/>
                  <a:gd name="T50" fmla="*/ 20 w 22"/>
                  <a:gd name="T51" fmla="*/ 5 h 7"/>
                  <a:gd name="T52" fmla="*/ 16 w 22"/>
                  <a:gd name="T53" fmla="*/ 5 h 7"/>
                  <a:gd name="T54" fmla="*/ 15 w 22"/>
                  <a:gd name="T55" fmla="*/ 5 h 7"/>
                  <a:gd name="T56" fmla="*/ 15 w 22"/>
                  <a:gd name="T57" fmla="*/ 3 h 7"/>
                  <a:gd name="T58" fmla="*/ 15 w 22"/>
                  <a:gd name="T59" fmla="*/ 3 h 7"/>
                  <a:gd name="T60" fmla="*/ 15 w 22"/>
                  <a:gd name="T61" fmla="*/ 3 h 7"/>
                  <a:gd name="T62" fmla="*/ 15 w 22"/>
                  <a:gd name="T63" fmla="*/ 1 h 7"/>
                  <a:gd name="T64" fmla="*/ 16 w 22"/>
                  <a:gd name="T65" fmla="*/ 0 h 7"/>
                  <a:gd name="T66" fmla="*/ 16 w 22"/>
                  <a:gd name="T67" fmla="*/ 1 h 7"/>
                  <a:gd name="T68" fmla="*/ 16 w 22"/>
                  <a:gd name="T69" fmla="*/ 3 h 7"/>
                  <a:gd name="T70" fmla="*/ 16 w 22"/>
                  <a:gd name="T71" fmla="*/ 3 h 7"/>
                  <a:gd name="T72" fmla="*/ 16 w 22"/>
                  <a:gd name="T73" fmla="*/ 3 h 7"/>
                  <a:gd name="T74" fmla="*/ 16 w 22"/>
                  <a:gd name="T75" fmla="*/ 4 h 7"/>
                  <a:gd name="T76" fmla="*/ 16 w 22"/>
                  <a:gd name="T77" fmla="*/ 4 h 7"/>
                  <a:gd name="T78" fmla="*/ 20 w 22"/>
                  <a:gd name="T79" fmla="*/ 4 h 7"/>
                  <a:gd name="T80" fmla="*/ 22 w 22"/>
                  <a:gd name="T81" fmla="*/ 6 h 7"/>
                  <a:gd name="T82" fmla="*/ 21 w 22"/>
                  <a:gd name="T83" fmla="*/ 7 h 7"/>
                  <a:gd name="T84" fmla="*/ 1 w 22"/>
                  <a:gd name="T85" fmla="*/ 7 h 7"/>
                  <a:gd name="T86" fmla="*/ 1 w 22"/>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7">
                    <a:moveTo>
                      <a:pt x="1" y="7"/>
                    </a:moveTo>
                    <a:cubicBezTo>
                      <a:pt x="0" y="7"/>
                      <a:pt x="0" y="7"/>
                      <a:pt x="0" y="7"/>
                    </a:cubicBezTo>
                    <a:cubicBezTo>
                      <a:pt x="0" y="7"/>
                      <a:pt x="0" y="7"/>
                      <a:pt x="0" y="6"/>
                    </a:cubicBezTo>
                    <a:cubicBezTo>
                      <a:pt x="0" y="6"/>
                      <a:pt x="0" y="5"/>
                      <a:pt x="0" y="5"/>
                    </a:cubicBezTo>
                    <a:cubicBezTo>
                      <a:pt x="0" y="5"/>
                      <a:pt x="1" y="5"/>
                      <a:pt x="2" y="5"/>
                    </a:cubicBezTo>
                    <a:cubicBezTo>
                      <a:pt x="2" y="5"/>
                      <a:pt x="2" y="5"/>
                      <a:pt x="2" y="5"/>
                    </a:cubicBezTo>
                    <a:cubicBezTo>
                      <a:pt x="3" y="5"/>
                      <a:pt x="3" y="5"/>
                      <a:pt x="4" y="5"/>
                    </a:cubicBezTo>
                    <a:cubicBezTo>
                      <a:pt x="4" y="5"/>
                      <a:pt x="5" y="5"/>
                      <a:pt x="5" y="4"/>
                    </a:cubicBezTo>
                    <a:cubicBezTo>
                      <a:pt x="5" y="4"/>
                      <a:pt x="5" y="4"/>
                      <a:pt x="5" y="4"/>
                    </a:cubicBezTo>
                    <a:cubicBezTo>
                      <a:pt x="5" y="3"/>
                      <a:pt x="5" y="3"/>
                      <a:pt x="5" y="2"/>
                    </a:cubicBezTo>
                    <a:cubicBezTo>
                      <a:pt x="5" y="2"/>
                      <a:pt x="5" y="1"/>
                      <a:pt x="5" y="1"/>
                    </a:cubicBezTo>
                    <a:cubicBezTo>
                      <a:pt x="5" y="1"/>
                      <a:pt x="5" y="0"/>
                      <a:pt x="5" y="0"/>
                    </a:cubicBezTo>
                    <a:cubicBezTo>
                      <a:pt x="6" y="0"/>
                      <a:pt x="6" y="1"/>
                      <a:pt x="6" y="1"/>
                    </a:cubicBezTo>
                    <a:cubicBezTo>
                      <a:pt x="6" y="1"/>
                      <a:pt x="6" y="2"/>
                      <a:pt x="6" y="2"/>
                    </a:cubicBezTo>
                    <a:cubicBezTo>
                      <a:pt x="6" y="3"/>
                      <a:pt x="6" y="3"/>
                      <a:pt x="6" y="4"/>
                    </a:cubicBezTo>
                    <a:cubicBezTo>
                      <a:pt x="6" y="4"/>
                      <a:pt x="6" y="5"/>
                      <a:pt x="6" y="5"/>
                    </a:cubicBezTo>
                    <a:cubicBezTo>
                      <a:pt x="5" y="5"/>
                      <a:pt x="4" y="5"/>
                      <a:pt x="4" y="5"/>
                    </a:cubicBezTo>
                    <a:cubicBezTo>
                      <a:pt x="3" y="5"/>
                      <a:pt x="3" y="5"/>
                      <a:pt x="3" y="6"/>
                    </a:cubicBezTo>
                    <a:cubicBezTo>
                      <a:pt x="2" y="6"/>
                      <a:pt x="2" y="6"/>
                      <a:pt x="2" y="6"/>
                    </a:cubicBezTo>
                    <a:cubicBezTo>
                      <a:pt x="1" y="5"/>
                      <a:pt x="1" y="5"/>
                      <a:pt x="0" y="6"/>
                    </a:cubicBezTo>
                    <a:cubicBezTo>
                      <a:pt x="0" y="6"/>
                      <a:pt x="0" y="6"/>
                      <a:pt x="0" y="6"/>
                    </a:cubicBezTo>
                    <a:cubicBezTo>
                      <a:pt x="0" y="6"/>
                      <a:pt x="0" y="6"/>
                      <a:pt x="0" y="7"/>
                    </a:cubicBezTo>
                    <a:cubicBezTo>
                      <a:pt x="0" y="7"/>
                      <a:pt x="1" y="7"/>
                      <a:pt x="1" y="7"/>
                    </a:cubicBezTo>
                    <a:cubicBezTo>
                      <a:pt x="21" y="7"/>
                      <a:pt x="21" y="7"/>
                      <a:pt x="21" y="7"/>
                    </a:cubicBezTo>
                    <a:cubicBezTo>
                      <a:pt x="21" y="6"/>
                      <a:pt x="21" y="6"/>
                      <a:pt x="21" y="6"/>
                    </a:cubicBezTo>
                    <a:cubicBezTo>
                      <a:pt x="20" y="6"/>
                      <a:pt x="20" y="5"/>
                      <a:pt x="20" y="5"/>
                    </a:cubicBezTo>
                    <a:cubicBezTo>
                      <a:pt x="16" y="5"/>
                      <a:pt x="16" y="5"/>
                      <a:pt x="16" y="5"/>
                    </a:cubicBezTo>
                    <a:cubicBezTo>
                      <a:pt x="16" y="5"/>
                      <a:pt x="16" y="5"/>
                      <a:pt x="15" y="5"/>
                    </a:cubicBezTo>
                    <a:cubicBezTo>
                      <a:pt x="15" y="5"/>
                      <a:pt x="15" y="4"/>
                      <a:pt x="15" y="3"/>
                    </a:cubicBezTo>
                    <a:cubicBezTo>
                      <a:pt x="15" y="3"/>
                      <a:pt x="15" y="3"/>
                      <a:pt x="15" y="3"/>
                    </a:cubicBezTo>
                    <a:cubicBezTo>
                      <a:pt x="15" y="3"/>
                      <a:pt x="15" y="3"/>
                      <a:pt x="15" y="3"/>
                    </a:cubicBezTo>
                    <a:cubicBezTo>
                      <a:pt x="15" y="2"/>
                      <a:pt x="15" y="1"/>
                      <a:pt x="15" y="1"/>
                    </a:cubicBezTo>
                    <a:cubicBezTo>
                      <a:pt x="15" y="1"/>
                      <a:pt x="15" y="0"/>
                      <a:pt x="16" y="0"/>
                    </a:cubicBezTo>
                    <a:cubicBezTo>
                      <a:pt x="16" y="0"/>
                      <a:pt x="16" y="1"/>
                      <a:pt x="16" y="1"/>
                    </a:cubicBezTo>
                    <a:cubicBezTo>
                      <a:pt x="16" y="1"/>
                      <a:pt x="16" y="2"/>
                      <a:pt x="16" y="3"/>
                    </a:cubicBezTo>
                    <a:cubicBezTo>
                      <a:pt x="16" y="3"/>
                      <a:pt x="16" y="3"/>
                      <a:pt x="16" y="3"/>
                    </a:cubicBezTo>
                    <a:cubicBezTo>
                      <a:pt x="16" y="3"/>
                      <a:pt x="16" y="3"/>
                      <a:pt x="16" y="3"/>
                    </a:cubicBezTo>
                    <a:cubicBezTo>
                      <a:pt x="16" y="4"/>
                      <a:pt x="16" y="4"/>
                      <a:pt x="16" y="4"/>
                    </a:cubicBezTo>
                    <a:cubicBezTo>
                      <a:pt x="16" y="4"/>
                      <a:pt x="16" y="4"/>
                      <a:pt x="16" y="4"/>
                    </a:cubicBezTo>
                    <a:cubicBezTo>
                      <a:pt x="20" y="4"/>
                      <a:pt x="20" y="4"/>
                      <a:pt x="20" y="4"/>
                    </a:cubicBezTo>
                    <a:cubicBezTo>
                      <a:pt x="21" y="4"/>
                      <a:pt x="22" y="6"/>
                      <a:pt x="22" y="6"/>
                    </a:cubicBezTo>
                    <a:cubicBezTo>
                      <a:pt x="22" y="7"/>
                      <a:pt x="21" y="7"/>
                      <a:pt x="21" y="7"/>
                    </a:cubicBezTo>
                    <a:cubicBezTo>
                      <a:pt x="1" y="7"/>
                      <a:pt x="1" y="7"/>
                      <a:pt x="1" y="7"/>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4" name="Freeform 659"/>
              <p:cNvSpPr>
                <a:spLocks/>
              </p:cNvSpPr>
              <p:nvPr/>
            </p:nvSpPr>
            <p:spPr bwMode="auto">
              <a:xfrm>
                <a:off x="3548" y="1401"/>
                <a:ext cx="98" cy="13"/>
              </a:xfrm>
              <a:custGeom>
                <a:avLst/>
                <a:gdLst>
                  <a:gd name="T0" fmla="*/ 13 w 40"/>
                  <a:gd name="T1" fmla="*/ 5 h 5"/>
                  <a:gd name="T2" fmla="*/ 4 w 40"/>
                  <a:gd name="T3" fmla="*/ 5 h 5"/>
                  <a:gd name="T4" fmla="*/ 1 w 40"/>
                  <a:gd name="T5" fmla="*/ 4 h 5"/>
                  <a:gd name="T6" fmla="*/ 0 w 40"/>
                  <a:gd name="T7" fmla="*/ 1 h 5"/>
                  <a:gd name="T8" fmla="*/ 0 w 40"/>
                  <a:gd name="T9" fmla="*/ 0 h 5"/>
                  <a:gd name="T10" fmla="*/ 1 w 40"/>
                  <a:gd name="T11" fmla="*/ 1 h 5"/>
                  <a:gd name="T12" fmla="*/ 1 w 40"/>
                  <a:gd name="T13" fmla="*/ 4 h 5"/>
                  <a:gd name="T14" fmla="*/ 4 w 40"/>
                  <a:gd name="T15" fmla="*/ 4 h 5"/>
                  <a:gd name="T16" fmla="*/ 37 w 40"/>
                  <a:gd name="T17" fmla="*/ 4 h 5"/>
                  <a:gd name="T18" fmla="*/ 38 w 40"/>
                  <a:gd name="T19" fmla="*/ 4 h 5"/>
                  <a:gd name="T20" fmla="*/ 39 w 40"/>
                  <a:gd name="T21" fmla="*/ 1 h 5"/>
                  <a:gd name="T22" fmla="*/ 39 w 40"/>
                  <a:gd name="T23" fmla="*/ 1 h 5"/>
                  <a:gd name="T24" fmla="*/ 40 w 40"/>
                  <a:gd name="T25" fmla="*/ 1 h 5"/>
                  <a:gd name="T26" fmla="*/ 39 w 40"/>
                  <a:gd name="T27" fmla="*/ 4 h 5"/>
                  <a:gd name="T28" fmla="*/ 37 w 40"/>
                  <a:gd name="T29" fmla="*/ 5 h 5"/>
                  <a:gd name="T30" fmla="*/ 13 w 40"/>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
                    <a:moveTo>
                      <a:pt x="13" y="5"/>
                    </a:moveTo>
                    <a:cubicBezTo>
                      <a:pt x="10" y="5"/>
                      <a:pt x="7" y="5"/>
                      <a:pt x="4" y="5"/>
                    </a:cubicBezTo>
                    <a:cubicBezTo>
                      <a:pt x="2" y="5"/>
                      <a:pt x="1" y="5"/>
                      <a:pt x="1" y="4"/>
                    </a:cubicBezTo>
                    <a:cubicBezTo>
                      <a:pt x="0" y="3"/>
                      <a:pt x="0" y="2"/>
                      <a:pt x="0" y="1"/>
                    </a:cubicBezTo>
                    <a:cubicBezTo>
                      <a:pt x="0" y="1"/>
                      <a:pt x="0" y="0"/>
                      <a:pt x="0" y="0"/>
                    </a:cubicBezTo>
                    <a:cubicBezTo>
                      <a:pt x="0" y="0"/>
                      <a:pt x="1" y="1"/>
                      <a:pt x="1" y="1"/>
                    </a:cubicBezTo>
                    <a:cubicBezTo>
                      <a:pt x="1" y="2"/>
                      <a:pt x="1" y="3"/>
                      <a:pt x="1" y="4"/>
                    </a:cubicBezTo>
                    <a:cubicBezTo>
                      <a:pt x="2" y="4"/>
                      <a:pt x="2" y="4"/>
                      <a:pt x="4" y="4"/>
                    </a:cubicBezTo>
                    <a:cubicBezTo>
                      <a:pt x="15" y="4"/>
                      <a:pt x="34" y="4"/>
                      <a:pt x="37" y="4"/>
                    </a:cubicBezTo>
                    <a:cubicBezTo>
                      <a:pt x="37" y="4"/>
                      <a:pt x="38" y="4"/>
                      <a:pt x="38" y="4"/>
                    </a:cubicBezTo>
                    <a:cubicBezTo>
                      <a:pt x="39" y="3"/>
                      <a:pt x="39" y="2"/>
                      <a:pt x="39" y="1"/>
                    </a:cubicBezTo>
                    <a:cubicBezTo>
                      <a:pt x="39" y="1"/>
                      <a:pt x="39" y="1"/>
                      <a:pt x="39" y="1"/>
                    </a:cubicBezTo>
                    <a:cubicBezTo>
                      <a:pt x="39" y="1"/>
                      <a:pt x="39" y="1"/>
                      <a:pt x="40" y="1"/>
                    </a:cubicBezTo>
                    <a:cubicBezTo>
                      <a:pt x="40" y="2"/>
                      <a:pt x="40" y="4"/>
                      <a:pt x="39" y="4"/>
                    </a:cubicBezTo>
                    <a:cubicBezTo>
                      <a:pt x="38" y="5"/>
                      <a:pt x="38" y="5"/>
                      <a:pt x="37" y="5"/>
                    </a:cubicBezTo>
                    <a:cubicBezTo>
                      <a:pt x="34" y="5"/>
                      <a:pt x="2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5" name="Freeform 660"/>
              <p:cNvSpPr>
                <a:spLocks/>
              </p:cNvSpPr>
              <p:nvPr/>
            </p:nvSpPr>
            <p:spPr bwMode="auto">
              <a:xfrm>
                <a:off x="3550" y="140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6" name="Freeform 661"/>
              <p:cNvSpPr>
                <a:spLocks/>
              </p:cNvSpPr>
              <p:nvPr/>
            </p:nvSpPr>
            <p:spPr bwMode="auto">
              <a:xfrm>
                <a:off x="3553" y="140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0" y="1"/>
                      <a:pt x="1" y="0"/>
                      <a:pt x="1" y="0"/>
                    </a:cubicBezTo>
                    <a:cubicBezTo>
                      <a:pt x="1" y="0"/>
                      <a:pt x="2"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7" name="Freeform 662"/>
              <p:cNvSpPr>
                <a:spLocks/>
              </p:cNvSpPr>
              <p:nvPr/>
            </p:nvSpPr>
            <p:spPr bwMode="auto">
              <a:xfrm>
                <a:off x="3558" y="140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0" y="0"/>
                    </a:cubicBezTo>
                    <a:cubicBezTo>
                      <a:pt x="1" y="0"/>
                      <a:pt x="1" y="0"/>
                      <a:pt x="1" y="0"/>
                    </a:cubicBezTo>
                    <a:cubicBezTo>
                      <a:pt x="1" y="0"/>
                      <a:pt x="1" y="0"/>
                      <a:pt x="1" y="0"/>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8" name="Freeform 663"/>
              <p:cNvSpPr>
                <a:spLocks/>
              </p:cNvSpPr>
              <p:nvPr/>
            </p:nvSpPr>
            <p:spPr bwMode="auto">
              <a:xfrm>
                <a:off x="3560"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1" y="0"/>
                      <a:pt x="1" y="0"/>
                    </a:cubicBezTo>
                    <a:cubicBezTo>
                      <a:pt x="1" y="0"/>
                      <a:pt x="2" y="0"/>
                      <a:pt x="1" y="0"/>
                    </a:cubicBezTo>
                    <a:cubicBezTo>
                      <a:pt x="1" y="1"/>
                      <a:pt x="1" y="1"/>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9" name="Freeform 664"/>
              <p:cNvSpPr>
                <a:spLocks/>
              </p:cNvSpPr>
              <p:nvPr/>
            </p:nvSpPr>
            <p:spPr bwMode="auto">
              <a:xfrm>
                <a:off x="3563"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1"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0" name="Freeform 665"/>
              <p:cNvSpPr>
                <a:spLocks/>
              </p:cNvSpPr>
              <p:nvPr/>
            </p:nvSpPr>
            <p:spPr bwMode="auto">
              <a:xfrm>
                <a:off x="3568" y="1406"/>
                <a:ext cx="5" cy="8"/>
              </a:xfrm>
              <a:custGeom>
                <a:avLst/>
                <a:gdLst>
                  <a:gd name="T0" fmla="*/ 1 w 2"/>
                  <a:gd name="T1" fmla="*/ 3 h 3"/>
                  <a:gd name="T2" fmla="*/ 0 w 2"/>
                  <a:gd name="T3" fmla="*/ 3 h 3"/>
                  <a:gd name="T4" fmla="*/ 0 w 2"/>
                  <a:gd name="T5" fmla="*/ 3 h 3"/>
                  <a:gd name="T6" fmla="*/ 2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0" y="3"/>
                      <a:pt x="0" y="3"/>
                    </a:cubicBezTo>
                    <a:cubicBezTo>
                      <a:pt x="0" y="3"/>
                      <a:pt x="0" y="3"/>
                      <a:pt x="0" y="3"/>
                    </a:cubicBezTo>
                    <a:cubicBezTo>
                      <a:pt x="2" y="1"/>
                      <a:pt x="2" y="1"/>
                      <a:pt x="2" y="1"/>
                    </a:cubicBezTo>
                    <a:cubicBezTo>
                      <a:pt x="2" y="0"/>
                      <a:pt x="2" y="0"/>
                      <a:pt x="2" y="1"/>
                    </a:cubicBezTo>
                    <a:cubicBezTo>
                      <a:pt x="2" y="1"/>
                      <a:pt x="2" y="1"/>
                      <a:pt x="2"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1" name="Freeform 666"/>
              <p:cNvSpPr>
                <a:spLocks/>
              </p:cNvSpPr>
              <p:nvPr/>
            </p:nvSpPr>
            <p:spPr bwMode="auto">
              <a:xfrm>
                <a:off x="3573" y="140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1"/>
                      <a:pt x="0" y="1"/>
                    </a:cubicBezTo>
                    <a:cubicBezTo>
                      <a:pt x="1" y="0"/>
                      <a:pt x="1" y="0"/>
                      <a:pt x="1" y="0"/>
                    </a:cubicBezTo>
                    <a:cubicBezTo>
                      <a:pt x="1"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2" name="Freeform 667"/>
              <p:cNvSpPr>
                <a:spLocks/>
              </p:cNvSpPr>
              <p:nvPr/>
            </p:nvSpPr>
            <p:spPr bwMode="auto">
              <a:xfrm>
                <a:off x="3577" y="1409"/>
                <a:ext cx="5" cy="5"/>
              </a:xfrm>
              <a:custGeom>
                <a:avLst/>
                <a:gdLst>
                  <a:gd name="T0" fmla="*/ 0 w 2"/>
                  <a:gd name="T1" fmla="*/ 2 h 2"/>
                  <a:gd name="T2" fmla="*/ 0 w 2"/>
                  <a:gd name="T3" fmla="*/ 2 h 2"/>
                  <a:gd name="T4" fmla="*/ 0 w 2"/>
                  <a:gd name="T5" fmla="*/ 2 h 2"/>
                  <a:gd name="T6" fmla="*/ 0 w 2"/>
                  <a:gd name="T7" fmla="*/ 1 h 2"/>
                  <a:gd name="T8" fmla="*/ 0 w 2"/>
                  <a:gd name="T9" fmla="*/ 1 h 2"/>
                  <a:gd name="T10" fmla="*/ 1 w 2"/>
                  <a:gd name="T11" fmla="*/ 0 h 2"/>
                  <a:gd name="T12" fmla="*/ 2 w 2"/>
                  <a:gd name="T13" fmla="*/ 0 h 2"/>
                  <a:gd name="T14" fmla="*/ 2 w 2"/>
                  <a:gd name="T15" fmla="*/ 0 h 2"/>
                  <a:gd name="T16" fmla="*/ 1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0" y="2"/>
                      <a:pt x="0" y="2"/>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3" name="Freeform 668"/>
              <p:cNvSpPr>
                <a:spLocks/>
              </p:cNvSpPr>
              <p:nvPr/>
            </p:nvSpPr>
            <p:spPr bwMode="auto">
              <a:xfrm>
                <a:off x="3580" y="1406"/>
                <a:ext cx="7" cy="8"/>
              </a:xfrm>
              <a:custGeom>
                <a:avLst/>
                <a:gdLst>
                  <a:gd name="T0" fmla="*/ 1 w 3"/>
                  <a:gd name="T1" fmla="*/ 3 h 3"/>
                  <a:gd name="T2" fmla="*/ 1 w 3"/>
                  <a:gd name="T3" fmla="*/ 3 h 3"/>
                  <a:gd name="T4" fmla="*/ 1 w 3"/>
                  <a:gd name="T5" fmla="*/ 3 h 3"/>
                  <a:gd name="T6" fmla="*/ 2 w 3"/>
                  <a:gd name="T7" fmla="*/ 1 h 3"/>
                  <a:gd name="T8" fmla="*/ 2 w 3"/>
                  <a:gd name="T9" fmla="*/ 1 h 3"/>
                  <a:gd name="T10" fmla="*/ 2 w 3"/>
                  <a:gd name="T11" fmla="*/ 1 h 3"/>
                  <a:gd name="T12" fmla="*/ 3 w 3"/>
                  <a:gd name="T13" fmla="*/ 1 h 3"/>
                  <a:gd name="T14" fmla="*/ 2 w 3"/>
                  <a:gd name="T15" fmla="*/ 2 h 3"/>
                  <a:gd name="T16" fmla="*/ 1 w 3"/>
                  <a:gd name="T17" fmla="*/ 3 h 3"/>
                  <a:gd name="T18" fmla="*/ 1 w 3"/>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3"/>
                    </a:moveTo>
                    <a:cubicBezTo>
                      <a:pt x="1" y="3"/>
                      <a:pt x="1" y="3"/>
                      <a:pt x="1" y="3"/>
                    </a:cubicBezTo>
                    <a:cubicBezTo>
                      <a:pt x="0" y="3"/>
                      <a:pt x="0" y="3"/>
                      <a:pt x="1" y="3"/>
                    </a:cubicBezTo>
                    <a:cubicBezTo>
                      <a:pt x="2" y="1"/>
                      <a:pt x="2" y="1"/>
                      <a:pt x="2" y="1"/>
                    </a:cubicBezTo>
                    <a:cubicBezTo>
                      <a:pt x="2" y="1"/>
                      <a:pt x="2" y="1"/>
                      <a:pt x="2" y="1"/>
                    </a:cubicBezTo>
                    <a:cubicBezTo>
                      <a:pt x="2" y="0"/>
                      <a:pt x="2" y="0"/>
                      <a:pt x="2" y="1"/>
                    </a:cubicBezTo>
                    <a:cubicBezTo>
                      <a:pt x="3" y="1"/>
                      <a:pt x="3" y="1"/>
                      <a:pt x="3" y="1"/>
                    </a:cubicBezTo>
                    <a:cubicBezTo>
                      <a:pt x="2" y="1"/>
                      <a:pt x="2" y="1"/>
                      <a:pt x="2" y="2"/>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4" name="Freeform 669"/>
              <p:cNvSpPr>
                <a:spLocks/>
              </p:cNvSpPr>
              <p:nvPr/>
            </p:nvSpPr>
            <p:spPr bwMode="auto">
              <a:xfrm>
                <a:off x="3587" y="1406"/>
                <a:ext cx="5" cy="8"/>
              </a:xfrm>
              <a:custGeom>
                <a:avLst/>
                <a:gdLst>
                  <a:gd name="T0" fmla="*/ 1 w 2"/>
                  <a:gd name="T1" fmla="*/ 3 h 3"/>
                  <a:gd name="T2" fmla="*/ 0 w 2"/>
                  <a:gd name="T3" fmla="*/ 3 h 3"/>
                  <a:gd name="T4" fmla="*/ 0 w 2"/>
                  <a:gd name="T5" fmla="*/ 2 h 3"/>
                  <a:gd name="T6" fmla="*/ 1 w 2"/>
                  <a:gd name="T7" fmla="*/ 1 h 3"/>
                  <a:gd name="T8" fmla="*/ 2 w 2"/>
                  <a:gd name="T9" fmla="*/ 1 h 3"/>
                  <a:gd name="T10" fmla="*/ 2 w 2"/>
                  <a:gd name="T11" fmla="*/ 1 h 3"/>
                  <a:gd name="T12" fmla="*/ 1 w 2"/>
                  <a:gd name="T13" fmla="*/ 3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0" y="3"/>
                    </a:cubicBezTo>
                    <a:cubicBezTo>
                      <a:pt x="0" y="3"/>
                      <a:pt x="0" y="2"/>
                      <a:pt x="0" y="2"/>
                    </a:cubicBezTo>
                    <a:cubicBezTo>
                      <a:pt x="1" y="2"/>
                      <a:pt x="1" y="1"/>
                      <a:pt x="1" y="1"/>
                    </a:cubicBezTo>
                    <a:cubicBezTo>
                      <a:pt x="1" y="1"/>
                      <a:pt x="2" y="0"/>
                      <a:pt x="2" y="1"/>
                    </a:cubicBezTo>
                    <a:cubicBezTo>
                      <a:pt x="2" y="1"/>
                      <a:pt x="2" y="1"/>
                      <a:pt x="2" y="1"/>
                    </a:cubicBezTo>
                    <a:cubicBezTo>
                      <a:pt x="2" y="2"/>
                      <a:pt x="1" y="2"/>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5" name="Freeform 670"/>
              <p:cNvSpPr>
                <a:spLocks/>
              </p:cNvSpPr>
              <p:nvPr/>
            </p:nvSpPr>
            <p:spPr bwMode="auto">
              <a:xfrm>
                <a:off x="3592" y="1406"/>
                <a:ext cx="5" cy="8"/>
              </a:xfrm>
              <a:custGeom>
                <a:avLst/>
                <a:gdLst>
                  <a:gd name="T0" fmla="*/ 0 w 2"/>
                  <a:gd name="T1" fmla="*/ 3 h 3"/>
                  <a:gd name="T2" fmla="*/ 0 w 2"/>
                  <a:gd name="T3" fmla="*/ 3 h 3"/>
                  <a:gd name="T4" fmla="*/ 0 w 2"/>
                  <a:gd name="T5" fmla="*/ 2 h 3"/>
                  <a:gd name="T6" fmla="*/ 1 w 2"/>
                  <a:gd name="T7" fmla="*/ 1 h 3"/>
                  <a:gd name="T8" fmla="*/ 1 w 2"/>
                  <a:gd name="T9" fmla="*/ 1 h 3"/>
                  <a:gd name="T10" fmla="*/ 2 w 2"/>
                  <a:gd name="T11" fmla="*/ 1 h 3"/>
                  <a:gd name="T12" fmla="*/ 1 w 2"/>
                  <a:gd name="T13" fmla="*/ 3 h 3"/>
                  <a:gd name="T14" fmla="*/ 0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3"/>
                    </a:moveTo>
                    <a:cubicBezTo>
                      <a:pt x="0" y="3"/>
                      <a:pt x="0" y="3"/>
                      <a:pt x="0" y="3"/>
                    </a:cubicBezTo>
                    <a:cubicBezTo>
                      <a:pt x="0" y="3"/>
                      <a:pt x="0" y="3"/>
                      <a:pt x="0" y="2"/>
                    </a:cubicBezTo>
                    <a:cubicBezTo>
                      <a:pt x="0" y="2"/>
                      <a:pt x="1" y="1"/>
                      <a:pt x="1" y="1"/>
                    </a:cubicBezTo>
                    <a:cubicBezTo>
                      <a:pt x="1" y="1"/>
                      <a:pt x="1" y="0"/>
                      <a:pt x="1" y="1"/>
                    </a:cubicBezTo>
                    <a:cubicBezTo>
                      <a:pt x="2" y="1"/>
                      <a:pt x="2" y="1"/>
                      <a:pt x="2" y="1"/>
                    </a:cubicBezTo>
                    <a:cubicBezTo>
                      <a:pt x="1" y="2"/>
                      <a:pt x="1" y="2"/>
                      <a:pt x="1"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6" name="Freeform 671"/>
              <p:cNvSpPr>
                <a:spLocks/>
              </p:cNvSpPr>
              <p:nvPr/>
            </p:nvSpPr>
            <p:spPr bwMode="auto">
              <a:xfrm>
                <a:off x="3595" y="1409"/>
                <a:ext cx="5" cy="5"/>
              </a:xfrm>
              <a:custGeom>
                <a:avLst/>
                <a:gdLst>
                  <a:gd name="T0" fmla="*/ 0 w 2"/>
                  <a:gd name="T1" fmla="*/ 2 h 2"/>
                  <a:gd name="T2" fmla="*/ 0 w 2"/>
                  <a:gd name="T3" fmla="*/ 2 h 2"/>
                  <a:gd name="T4" fmla="*/ 0 w 2"/>
                  <a:gd name="T5" fmla="*/ 2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1"/>
                      <a:pt x="1" y="0"/>
                    </a:cubicBezTo>
                    <a:cubicBezTo>
                      <a:pt x="1" y="0"/>
                      <a:pt x="1" y="0"/>
                      <a:pt x="1" y="0"/>
                    </a:cubicBezTo>
                    <a:cubicBezTo>
                      <a:pt x="1" y="0"/>
                      <a:pt x="2"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7" name="Freeform 672"/>
              <p:cNvSpPr>
                <a:spLocks/>
              </p:cNvSpPr>
              <p:nvPr/>
            </p:nvSpPr>
            <p:spPr bwMode="auto">
              <a:xfrm>
                <a:off x="359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8" name="Freeform 673"/>
              <p:cNvSpPr>
                <a:spLocks/>
              </p:cNvSpPr>
              <p:nvPr/>
            </p:nvSpPr>
            <p:spPr bwMode="auto">
              <a:xfrm>
                <a:off x="3600" y="1409"/>
                <a:ext cx="5" cy="5"/>
              </a:xfrm>
              <a:custGeom>
                <a:avLst/>
                <a:gdLst>
                  <a:gd name="T0" fmla="*/ 1 w 2"/>
                  <a:gd name="T1" fmla="*/ 2 h 2"/>
                  <a:gd name="T2" fmla="*/ 1 w 2"/>
                  <a:gd name="T3" fmla="*/ 2 h 2"/>
                  <a:gd name="T4" fmla="*/ 1 w 2"/>
                  <a:gd name="T5" fmla="*/ 1 h 2"/>
                  <a:gd name="T6" fmla="*/ 2 w 2"/>
                  <a:gd name="T7" fmla="*/ 0 h 2"/>
                  <a:gd name="T8" fmla="*/ 2 w 2"/>
                  <a:gd name="T9" fmla="*/ 0 h 2"/>
                  <a:gd name="T10" fmla="*/ 2 w 2"/>
                  <a:gd name="T11" fmla="*/ 0 h 2"/>
                  <a:gd name="T12" fmla="*/ 2 w 2"/>
                  <a:gd name="T13" fmla="*/ 0 h 2"/>
                  <a:gd name="T14" fmla="*/ 2 w 2"/>
                  <a:gd name="T15" fmla="*/ 0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0" y="2"/>
                      <a:pt x="0" y="2"/>
                      <a:pt x="1"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9" name="Freeform 674"/>
              <p:cNvSpPr>
                <a:spLocks/>
              </p:cNvSpPr>
              <p:nvPr/>
            </p:nvSpPr>
            <p:spPr bwMode="auto">
              <a:xfrm>
                <a:off x="3605"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0" name="Freeform 675"/>
              <p:cNvSpPr>
                <a:spLocks/>
              </p:cNvSpPr>
              <p:nvPr/>
            </p:nvSpPr>
            <p:spPr bwMode="auto">
              <a:xfrm>
                <a:off x="3607" y="1409"/>
                <a:ext cx="5" cy="5"/>
              </a:xfrm>
              <a:custGeom>
                <a:avLst/>
                <a:gdLst>
                  <a:gd name="T0" fmla="*/ 0 w 2"/>
                  <a:gd name="T1" fmla="*/ 2 h 2"/>
                  <a:gd name="T2" fmla="*/ 0 w 2"/>
                  <a:gd name="T3" fmla="*/ 2 h 2"/>
                  <a:gd name="T4" fmla="*/ 0 w 2"/>
                  <a:gd name="T5" fmla="*/ 2 h 2"/>
                  <a:gd name="T6" fmla="*/ 1 w 2"/>
                  <a:gd name="T7" fmla="*/ 0 h 2"/>
                  <a:gd name="T8" fmla="*/ 2 w 2"/>
                  <a:gd name="T9" fmla="*/ 0 h 2"/>
                  <a:gd name="T10" fmla="*/ 2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2"/>
                    </a:cubicBezTo>
                    <a:cubicBezTo>
                      <a:pt x="0" y="1"/>
                      <a:pt x="1" y="0"/>
                      <a:pt x="1" y="0"/>
                    </a:cubicBezTo>
                    <a:cubicBezTo>
                      <a:pt x="1" y="0"/>
                      <a:pt x="1" y="0"/>
                      <a:pt x="2" y="0"/>
                    </a:cubicBezTo>
                    <a:cubicBezTo>
                      <a:pt x="2" y="0"/>
                      <a:pt x="2" y="0"/>
                      <a:pt x="2"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1" name="Freeform 676"/>
              <p:cNvSpPr>
                <a:spLocks/>
              </p:cNvSpPr>
              <p:nvPr/>
            </p:nvSpPr>
            <p:spPr bwMode="auto">
              <a:xfrm>
                <a:off x="3612" y="140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0" y="2"/>
                    </a:cubicBezTo>
                    <a:cubicBezTo>
                      <a:pt x="0" y="2"/>
                      <a:pt x="0" y="1"/>
                      <a:pt x="0" y="1"/>
                    </a:cubicBezTo>
                    <a:cubicBezTo>
                      <a:pt x="1" y="0"/>
                      <a:pt x="1" y="0"/>
                      <a:pt x="1" y="0"/>
                    </a:cubicBezTo>
                    <a:cubicBezTo>
                      <a:pt x="1" y="0"/>
                      <a:pt x="1" y="0"/>
                      <a:pt x="2" y="0"/>
                    </a:cubicBezTo>
                    <a:cubicBezTo>
                      <a:pt x="2" y="0"/>
                      <a:pt x="2" y="0"/>
                      <a:pt x="2" y="0"/>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2" name="Freeform 677"/>
              <p:cNvSpPr>
                <a:spLocks/>
              </p:cNvSpPr>
              <p:nvPr/>
            </p:nvSpPr>
            <p:spPr bwMode="auto">
              <a:xfrm>
                <a:off x="3617"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0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0" y="0"/>
                      <a:pt x="1" y="0"/>
                    </a:cubicBezTo>
                    <a:cubicBezTo>
                      <a:pt x="1" y="0"/>
                      <a:pt x="1" y="0"/>
                      <a:pt x="1" y="0"/>
                    </a:cubicBezTo>
                    <a:cubicBezTo>
                      <a:pt x="2"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3" name="Freeform 678"/>
              <p:cNvSpPr>
                <a:spLocks/>
              </p:cNvSpPr>
              <p:nvPr/>
            </p:nvSpPr>
            <p:spPr bwMode="auto">
              <a:xfrm>
                <a:off x="3622"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4" name="Freeform 679"/>
              <p:cNvSpPr>
                <a:spLocks/>
              </p:cNvSpPr>
              <p:nvPr/>
            </p:nvSpPr>
            <p:spPr bwMode="auto">
              <a:xfrm>
                <a:off x="3627" y="140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5" name="Freeform 680"/>
              <p:cNvSpPr>
                <a:spLocks/>
              </p:cNvSpPr>
              <p:nvPr/>
            </p:nvSpPr>
            <p:spPr bwMode="auto">
              <a:xfrm>
                <a:off x="3629" y="140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1"/>
                      <a:pt x="0" y="1"/>
                      <a:pt x="0" y="1"/>
                    </a:cubicBezTo>
                    <a:cubicBezTo>
                      <a:pt x="0" y="1"/>
                      <a:pt x="1" y="0"/>
                      <a:pt x="1" y="0"/>
                    </a:cubicBezTo>
                    <a:cubicBezTo>
                      <a:pt x="1" y="0"/>
                      <a:pt x="1" y="0"/>
                      <a:pt x="1" y="0"/>
                    </a:cubicBezTo>
                    <a:cubicBezTo>
                      <a:pt x="2" y="0"/>
                      <a:pt x="2" y="0"/>
                      <a:pt x="1" y="0"/>
                    </a:cubicBezTo>
                    <a:cubicBezTo>
                      <a:pt x="1" y="1"/>
                      <a:pt x="1" y="1"/>
                      <a:pt x="1" y="1"/>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6" name="Freeform 681"/>
              <p:cNvSpPr>
                <a:spLocks/>
              </p:cNvSpPr>
              <p:nvPr/>
            </p:nvSpPr>
            <p:spPr bwMode="auto">
              <a:xfrm>
                <a:off x="3634" y="140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7" name="Freeform 682"/>
              <p:cNvSpPr>
                <a:spLocks/>
              </p:cNvSpPr>
              <p:nvPr/>
            </p:nvSpPr>
            <p:spPr bwMode="auto">
              <a:xfrm>
                <a:off x="3637" y="1406"/>
                <a:ext cx="5" cy="8"/>
              </a:xfrm>
              <a:custGeom>
                <a:avLst/>
                <a:gdLst>
                  <a:gd name="T0" fmla="*/ 1 w 2"/>
                  <a:gd name="T1" fmla="*/ 3 h 3"/>
                  <a:gd name="T2" fmla="*/ 1 w 2"/>
                  <a:gd name="T3" fmla="*/ 3 h 3"/>
                  <a:gd name="T4" fmla="*/ 1 w 2"/>
                  <a:gd name="T5" fmla="*/ 2 h 3"/>
                  <a:gd name="T6" fmla="*/ 1 w 2"/>
                  <a:gd name="T7" fmla="*/ 0 h 3"/>
                  <a:gd name="T8" fmla="*/ 2 w 2"/>
                  <a:gd name="T9" fmla="*/ 0 h 3"/>
                  <a:gd name="T10" fmla="*/ 2 w 2"/>
                  <a:gd name="T11" fmla="*/ 1 h 3"/>
                  <a:gd name="T12" fmla="*/ 1 w 2"/>
                  <a:gd name="T13" fmla="*/ 2 h 3"/>
                  <a:gd name="T14" fmla="*/ 1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3"/>
                    </a:moveTo>
                    <a:cubicBezTo>
                      <a:pt x="1" y="3"/>
                      <a:pt x="1" y="3"/>
                      <a:pt x="1" y="3"/>
                    </a:cubicBezTo>
                    <a:cubicBezTo>
                      <a:pt x="1" y="2"/>
                      <a:pt x="0" y="2"/>
                      <a:pt x="1" y="2"/>
                    </a:cubicBezTo>
                    <a:cubicBezTo>
                      <a:pt x="1" y="2"/>
                      <a:pt x="1" y="1"/>
                      <a:pt x="1" y="0"/>
                    </a:cubicBezTo>
                    <a:cubicBezTo>
                      <a:pt x="2" y="0"/>
                      <a:pt x="2" y="0"/>
                      <a:pt x="2" y="0"/>
                    </a:cubicBezTo>
                    <a:cubicBezTo>
                      <a:pt x="2" y="1"/>
                      <a:pt x="2" y="1"/>
                      <a:pt x="2" y="1"/>
                    </a:cubicBezTo>
                    <a:cubicBezTo>
                      <a:pt x="2" y="1"/>
                      <a:pt x="1" y="2"/>
                      <a:pt x="1"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8" name="Freeform 683"/>
              <p:cNvSpPr>
                <a:spLocks/>
              </p:cNvSpPr>
              <p:nvPr/>
            </p:nvSpPr>
            <p:spPr bwMode="auto">
              <a:xfrm>
                <a:off x="3570" y="1426"/>
                <a:ext cx="54" cy="8"/>
              </a:xfrm>
              <a:custGeom>
                <a:avLst/>
                <a:gdLst>
                  <a:gd name="T0" fmla="*/ 2 w 22"/>
                  <a:gd name="T1" fmla="*/ 3 h 3"/>
                  <a:gd name="T2" fmla="*/ 0 w 22"/>
                  <a:gd name="T3" fmla="*/ 3 h 3"/>
                  <a:gd name="T4" fmla="*/ 0 w 22"/>
                  <a:gd name="T5" fmla="*/ 2 h 3"/>
                  <a:gd name="T6" fmla="*/ 0 w 22"/>
                  <a:gd name="T7" fmla="*/ 0 h 3"/>
                  <a:gd name="T8" fmla="*/ 0 w 22"/>
                  <a:gd name="T9" fmla="*/ 0 h 3"/>
                  <a:gd name="T10" fmla="*/ 0 w 22"/>
                  <a:gd name="T11" fmla="*/ 0 h 3"/>
                  <a:gd name="T12" fmla="*/ 0 w 22"/>
                  <a:gd name="T13" fmla="*/ 2 h 3"/>
                  <a:gd name="T14" fmla="*/ 2 w 22"/>
                  <a:gd name="T15" fmla="*/ 2 h 3"/>
                  <a:gd name="T16" fmla="*/ 3 w 22"/>
                  <a:gd name="T17" fmla="*/ 2 h 3"/>
                  <a:gd name="T18" fmla="*/ 9 w 22"/>
                  <a:gd name="T19" fmla="*/ 2 h 3"/>
                  <a:gd name="T20" fmla="*/ 19 w 22"/>
                  <a:gd name="T21" fmla="*/ 2 h 3"/>
                  <a:gd name="T22" fmla="*/ 21 w 22"/>
                  <a:gd name="T23" fmla="*/ 2 h 3"/>
                  <a:gd name="T24" fmla="*/ 21 w 22"/>
                  <a:gd name="T25" fmla="*/ 1 h 3"/>
                  <a:gd name="T26" fmla="*/ 21 w 22"/>
                  <a:gd name="T27" fmla="*/ 0 h 3"/>
                  <a:gd name="T28" fmla="*/ 22 w 22"/>
                  <a:gd name="T29" fmla="*/ 1 h 3"/>
                  <a:gd name="T30" fmla="*/ 22 w 22"/>
                  <a:gd name="T31" fmla="*/ 2 h 3"/>
                  <a:gd name="T32" fmla="*/ 19 w 22"/>
                  <a:gd name="T33" fmla="*/ 3 h 3"/>
                  <a:gd name="T34" fmla="*/ 9 w 22"/>
                  <a:gd name="T35" fmla="*/ 3 h 3"/>
                  <a:gd name="T36" fmla="*/ 3 w 22"/>
                  <a:gd name="T37" fmla="*/ 3 h 3"/>
                  <a:gd name="T38" fmla="*/ 2 w 22"/>
                  <a:gd name="T39" fmla="*/ 3 h 3"/>
                  <a:gd name="T40" fmla="*/ 2 w 2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3">
                    <a:moveTo>
                      <a:pt x="2" y="3"/>
                    </a:moveTo>
                    <a:cubicBezTo>
                      <a:pt x="1" y="3"/>
                      <a:pt x="0" y="3"/>
                      <a:pt x="0" y="3"/>
                    </a:cubicBezTo>
                    <a:cubicBezTo>
                      <a:pt x="0" y="2"/>
                      <a:pt x="0" y="2"/>
                      <a:pt x="0" y="2"/>
                    </a:cubicBezTo>
                    <a:cubicBezTo>
                      <a:pt x="0" y="2"/>
                      <a:pt x="0" y="0"/>
                      <a:pt x="0" y="0"/>
                    </a:cubicBezTo>
                    <a:cubicBezTo>
                      <a:pt x="0" y="0"/>
                      <a:pt x="0" y="0"/>
                      <a:pt x="0" y="0"/>
                    </a:cubicBezTo>
                    <a:cubicBezTo>
                      <a:pt x="0" y="0"/>
                      <a:pt x="0" y="0"/>
                      <a:pt x="0" y="0"/>
                    </a:cubicBezTo>
                    <a:cubicBezTo>
                      <a:pt x="0" y="1"/>
                      <a:pt x="0" y="1"/>
                      <a:pt x="0" y="2"/>
                    </a:cubicBezTo>
                    <a:cubicBezTo>
                      <a:pt x="1" y="2"/>
                      <a:pt x="2" y="2"/>
                      <a:pt x="2" y="2"/>
                    </a:cubicBezTo>
                    <a:cubicBezTo>
                      <a:pt x="3" y="2"/>
                      <a:pt x="3" y="2"/>
                      <a:pt x="3" y="2"/>
                    </a:cubicBezTo>
                    <a:cubicBezTo>
                      <a:pt x="5" y="2"/>
                      <a:pt x="7" y="2"/>
                      <a:pt x="9" y="2"/>
                    </a:cubicBezTo>
                    <a:cubicBezTo>
                      <a:pt x="12" y="2"/>
                      <a:pt x="15" y="2"/>
                      <a:pt x="19" y="2"/>
                    </a:cubicBezTo>
                    <a:cubicBezTo>
                      <a:pt x="20" y="2"/>
                      <a:pt x="21" y="2"/>
                      <a:pt x="21" y="2"/>
                    </a:cubicBezTo>
                    <a:cubicBezTo>
                      <a:pt x="21" y="1"/>
                      <a:pt x="21" y="1"/>
                      <a:pt x="21" y="1"/>
                    </a:cubicBezTo>
                    <a:cubicBezTo>
                      <a:pt x="21" y="0"/>
                      <a:pt x="21" y="0"/>
                      <a:pt x="21" y="0"/>
                    </a:cubicBezTo>
                    <a:cubicBezTo>
                      <a:pt x="21" y="0"/>
                      <a:pt x="22" y="0"/>
                      <a:pt x="22" y="1"/>
                    </a:cubicBezTo>
                    <a:cubicBezTo>
                      <a:pt x="22" y="2"/>
                      <a:pt x="22" y="2"/>
                      <a:pt x="22" y="2"/>
                    </a:cubicBezTo>
                    <a:cubicBezTo>
                      <a:pt x="21" y="3"/>
                      <a:pt x="19" y="3"/>
                      <a:pt x="19" y="3"/>
                    </a:cubicBezTo>
                    <a:cubicBezTo>
                      <a:pt x="15" y="3"/>
                      <a:pt x="12" y="3"/>
                      <a:pt x="9" y="3"/>
                    </a:cubicBezTo>
                    <a:cubicBezTo>
                      <a:pt x="7" y="3"/>
                      <a:pt x="5" y="3"/>
                      <a:pt x="3" y="3"/>
                    </a:cubicBezTo>
                    <a:cubicBezTo>
                      <a:pt x="3" y="3"/>
                      <a:pt x="3" y="3"/>
                      <a:pt x="2" y="3"/>
                    </a:cubicBezTo>
                    <a:cubicBezTo>
                      <a:pt x="2" y="3"/>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39" name="Freeform 684"/>
              <p:cNvSpPr>
                <a:spLocks/>
              </p:cNvSpPr>
              <p:nvPr/>
            </p:nvSpPr>
            <p:spPr bwMode="auto">
              <a:xfrm>
                <a:off x="3570"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 name="T16" fmla="*/ 1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0" name="Freeform 685"/>
              <p:cNvSpPr>
                <a:spLocks/>
              </p:cNvSpPr>
              <p:nvPr/>
            </p:nvSpPr>
            <p:spPr bwMode="auto">
              <a:xfrm>
                <a:off x="3575" y="1429"/>
                <a:ext cx="2"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0" y="0"/>
                      <a:pt x="0" y="0"/>
                    </a:cubicBezTo>
                    <a:cubicBezTo>
                      <a:pt x="1" y="0"/>
                      <a:pt x="1" y="0"/>
                      <a:pt x="1" y="0"/>
                    </a:cubicBezTo>
                    <a:cubicBezTo>
                      <a:pt x="1" y="0"/>
                      <a:pt x="1" y="0"/>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1" name="Freeform 686"/>
              <p:cNvSpPr>
                <a:spLocks/>
              </p:cNvSpPr>
              <p:nvPr/>
            </p:nvSpPr>
            <p:spPr bwMode="auto">
              <a:xfrm>
                <a:off x="3577" y="1429"/>
                <a:ext cx="5" cy="2"/>
              </a:xfrm>
              <a:custGeom>
                <a:avLst/>
                <a:gdLst>
                  <a:gd name="T0" fmla="*/ 1 w 2"/>
                  <a:gd name="T1" fmla="*/ 1 h 1"/>
                  <a:gd name="T2" fmla="*/ 0 w 2"/>
                  <a:gd name="T3" fmla="*/ 1 h 1"/>
                  <a:gd name="T4" fmla="*/ 0 w 2"/>
                  <a:gd name="T5" fmla="*/ 1 h 1"/>
                  <a:gd name="T6" fmla="*/ 1 w 2"/>
                  <a:gd name="T7" fmla="*/ 0 h 1"/>
                  <a:gd name="T8" fmla="*/ 1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1" y="0"/>
                    </a:cubicBezTo>
                    <a:cubicBezTo>
                      <a:pt x="1" y="0"/>
                      <a:pt x="1" y="0"/>
                      <a:pt x="1"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2" name="Freeform 687"/>
              <p:cNvSpPr>
                <a:spLocks/>
              </p:cNvSpPr>
              <p:nvPr/>
            </p:nvSpPr>
            <p:spPr bwMode="auto">
              <a:xfrm>
                <a:off x="3582" y="1429"/>
                <a:ext cx="3"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1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0"/>
                      <a:pt x="1" y="0"/>
                      <a:pt x="1" y="0"/>
                    </a:cubicBezTo>
                    <a:cubicBezTo>
                      <a:pt x="1" y="0"/>
                      <a:pt x="1" y="0"/>
                      <a:pt x="1" y="0"/>
                    </a:cubicBezTo>
                    <a:cubicBezTo>
                      <a:pt x="1" y="0"/>
                      <a:pt x="1" y="0"/>
                      <a:pt x="1" y="0"/>
                    </a:cubicBezTo>
                    <a:cubicBezTo>
                      <a:pt x="1" y="0"/>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3" name="Freeform 688"/>
              <p:cNvSpPr>
                <a:spLocks/>
              </p:cNvSpPr>
              <p:nvPr/>
            </p:nvSpPr>
            <p:spPr bwMode="auto">
              <a:xfrm>
                <a:off x="3585" y="1429"/>
                <a:ext cx="5" cy="2"/>
              </a:xfrm>
              <a:custGeom>
                <a:avLst/>
                <a:gdLst>
                  <a:gd name="T0" fmla="*/ 1 w 2"/>
                  <a:gd name="T1" fmla="*/ 1 h 1"/>
                  <a:gd name="T2" fmla="*/ 1 w 2"/>
                  <a:gd name="T3" fmla="*/ 1 h 1"/>
                  <a:gd name="T4" fmla="*/ 0 w 2"/>
                  <a:gd name="T5" fmla="*/ 1 h 1"/>
                  <a:gd name="T6" fmla="*/ 1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4" name="Freeform 689"/>
              <p:cNvSpPr>
                <a:spLocks/>
              </p:cNvSpPr>
              <p:nvPr/>
            </p:nvSpPr>
            <p:spPr bwMode="auto">
              <a:xfrm>
                <a:off x="3590" y="1429"/>
                <a:ext cx="5" cy="2"/>
              </a:xfrm>
              <a:custGeom>
                <a:avLst/>
                <a:gdLst>
                  <a:gd name="T0" fmla="*/ 0 w 2"/>
                  <a:gd name="T1" fmla="*/ 1 h 1"/>
                  <a:gd name="T2" fmla="*/ 0 w 2"/>
                  <a:gd name="T3" fmla="*/ 1 h 1"/>
                  <a:gd name="T4" fmla="*/ 0 w 2"/>
                  <a:gd name="T5" fmla="*/ 1 h 1"/>
                  <a:gd name="T6" fmla="*/ 1 w 2"/>
                  <a:gd name="T7" fmla="*/ 0 h 1"/>
                  <a:gd name="T8" fmla="*/ 1 w 2"/>
                  <a:gd name="T9" fmla="*/ 0 h 1"/>
                  <a:gd name="T10" fmla="*/ 1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0" y="0"/>
                      <a:pt x="1" y="0"/>
                      <a:pt x="1" y="0"/>
                    </a:cubicBezTo>
                    <a:cubicBezTo>
                      <a:pt x="1" y="0"/>
                      <a:pt x="1" y="0"/>
                      <a:pt x="1" y="0"/>
                    </a:cubicBezTo>
                    <a:cubicBezTo>
                      <a:pt x="2" y="0"/>
                      <a:pt x="1" y="0"/>
                      <a:pt x="1"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5" name="Freeform 690"/>
              <p:cNvSpPr>
                <a:spLocks/>
              </p:cNvSpPr>
              <p:nvPr/>
            </p:nvSpPr>
            <p:spPr bwMode="auto">
              <a:xfrm>
                <a:off x="3595" y="1426"/>
                <a:ext cx="2" cy="5"/>
              </a:xfrm>
              <a:custGeom>
                <a:avLst/>
                <a:gdLst>
                  <a:gd name="T0" fmla="*/ 0 w 1"/>
                  <a:gd name="T1" fmla="*/ 2 h 2"/>
                  <a:gd name="T2" fmla="*/ 0 w 1"/>
                  <a:gd name="T3" fmla="*/ 2 h 2"/>
                  <a:gd name="T4" fmla="*/ 0 w 1"/>
                  <a:gd name="T5" fmla="*/ 2 h 2"/>
                  <a:gd name="T6" fmla="*/ 1 w 1"/>
                  <a:gd name="T7" fmla="*/ 1 h 2"/>
                  <a:gd name="T8" fmla="*/ 1 w 1"/>
                  <a:gd name="T9" fmla="*/ 1 h 2"/>
                  <a:gd name="T10" fmla="*/ 1 w 1"/>
                  <a:gd name="T11" fmla="*/ 1 h 2"/>
                  <a:gd name="T12" fmla="*/ 0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1"/>
                      <a:pt x="0" y="1"/>
                      <a:pt x="1" y="1"/>
                    </a:cubicBezTo>
                    <a:cubicBezTo>
                      <a:pt x="1" y="0"/>
                      <a:pt x="1" y="0"/>
                      <a:pt x="1" y="1"/>
                    </a:cubicBezTo>
                    <a:cubicBezTo>
                      <a:pt x="1" y="1"/>
                      <a:pt x="1" y="1"/>
                      <a:pt x="1" y="1"/>
                    </a:cubicBezTo>
                    <a:cubicBezTo>
                      <a:pt x="1" y="1"/>
                      <a:pt x="0" y="2"/>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6" name="Freeform 691"/>
              <p:cNvSpPr>
                <a:spLocks/>
              </p:cNvSpPr>
              <p:nvPr/>
            </p:nvSpPr>
            <p:spPr bwMode="auto">
              <a:xfrm>
                <a:off x="3600"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7" name="Freeform 692"/>
              <p:cNvSpPr>
                <a:spLocks/>
              </p:cNvSpPr>
              <p:nvPr/>
            </p:nvSpPr>
            <p:spPr bwMode="auto">
              <a:xfrm>
                <a:off x="3602" y="1429"/>
                <a:ext cx="5" cy="2"/>
              </a:xfrm>
              <a:custGeom>
                <a:avLst/>
                <a:gdLst>
                  <a:gd name="T0" fmla="*/ 1 w 2"/>
                  <a:gd name="T1" fmla="*/ 1 h 1"/>
                  <a:gd name="T2" fmla="*/ 0 w 2"/>
                  <a:gd name="T3" fmla="*/ 1 h 1"/>
                  <a:gd name="T4" fmla="*/ 0 w 2"/>
                  <a:gd name="T5" fmla="*/ 1 h 1"/>
                  <a:gd name="T6" fmla="*/ 2 w 2"/>
                  <a:gd name="T7" fmla="*/ 0 h 1"/>
                  <a:gd name="T8" fmla="*/ 2 w 2"/>
                  <a:gd name="T9" fmla="*/ 0 h 1"/>
                  <a:gd name="T10" fmla="*/ 2 w 2"/>
                  <a:gd name="T11" fmla="*/ 0 h 1"/>
                  <a:gd name="T12" fmla="*/ 1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0" y="1"/>
                    </a:cubicBezTo>
                    <a:cubicBezTo>
                      <a:pt x="0" y="1"/>
                      <a:pt x="0" y="1"/>
                      <a:pt x="0" y="1"/>
                    </a:cubicBezTo>
                    <a:cubicBezTo>
                      <a:pt x="1" y="0"/>
                      <a:pt x="1" y="0"/>
                      <a:pt x="2" y="0"/>
                    </a:cubicBezTo>
                    <a:cubicBezTo>
                      <a:pt x="2" y="0"/>
                      <a:pt x="2" y="0"/>
                      <a:pt x="2" y="0"/>
                    </a:cubicBezTo>
                    <a:cubicBezTo>
                      <a:pt x="2" y="0"/>
                      <a:pt x="2" y="0"/>
                      <a:pt x="2" y="0"/>
                    </a:cubicBezTo>
                    <a:cubicBezTo>
                      <a:pt x="1" y="0"/>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8" name="Freeform 693"/>
              <p:cNvSpPr>
                <a:spLocks/>
              </p:cNvSpPr>
              <p:nvPr/>
            </p:nvSpPr>
            <p:spPr bwMode="auto">
              <a:xfrm>
                <a:off x="3607" y="1429"/>
                <a:ext cx="5" cy="2"/>
              </a:xfrm>
              <a:custGeom>
                <a:avLst/>
                <a:gdLst>
                  <a:gd name="T0" fmla="*/ 0 w 2"/>
                  <a:gd name="T1" fmla="*/ 1 h 1"/>
                  <a:gd name="T2" fmla="*/ 0 w 2"/>
                  <a:gd name="T3" fmla="*/ 1 h 1"/>
                  <a:gd name="T4" fmla="*/ 0 w 2"/>
                  <a:gd name="T5" fmla="*/ 1 h 1"/>
                  <a:gd name="T6" fmla="*/ 1 w 2"/>
                  <a:gd name="T7" fmla="*/ 0 h 1"/>
                  <a:gd name="T8" fmla="*/ 2 w 2"/>
                  <a:gd name="T9" fmla="*/ 0 h 1"/>
                  <a:gd name="T10" fmla="*/ 2 w 2"/>
                  <a:gd name="T11" fmla="*/ 0 h 1"/>
                  <a:gd name="T12" fmla="*/ 1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0"/>
                      <a:pt x="1" y="0"/>
                      <a:pt x="1" y="0"/>
                    </a:cubicBezTo>
                    <a:cubicBezTo>
                      <a:pt x="1" y="0"/>
                      <a:pt x="1" y="0"/>
                      <a:pt x="2" y="0"/>
                    </a:cubicBezTo>
                    <a:cubicBezTo>
                      <a:pt x="2" y="0"/>
                      <a:pt x="2" y="0"/>
                      <a:pt x="2" y="0"/>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49" name="Freeform 694"/>
              <p:cNvSpPr>
                <a:spLocks/>
              </p:cNvSpPr>
              <p:nvPr/>
            </p:nvSpPr>
            <p:spPr bwMode="auto">
              <a:xfrm>
                <a:off x="3612" y="1429"/>
                <a:ext cx="2" cy="2"/>
              </a:xfrm>
              <a:custGeom>
                <a:avLst/>
                <a:gdLst>
                  <a:gd name="T0" fmla="*/ 0 w 1"/>
                  <a:gd name="T1" fmla="*/ 1 h 1"/>
                  <a:gd name="T2" fmla="*/ 0 w 1"/>
                  <a:gd name="T3" fmla="*/ 1 h 1"/>
                  <a:gd name="T4" fmla="*/ 0 w 1"/>
                  <a:gd name="T5" fmla="*/ 1 h 1"/>
                  <a:gd name="T6" fmla="*/ 1 w 1"/>
                  <a:gd name="T7" fmla="*/ 0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0" y="0"/>
                      <a:pt x="1" y="0"/>
                    </a:cubicBezTo>
                    <a:cubicBezTo>
                      <a:pt x="1" y="0"/>
                      <a:pt x="1" y="0"/>
                      <a:pt x="1" y="0"/>
                    </a:cubicBezTo>
                    <a:cubicBezTo>
                      <a:pt x="1" y="0"/>
                      <a:pt x="1" y="0"/>
                      <a:pt x="1" y="0"/>
                    </a:cubicBezTo>
                    <a:cubicBezTo>
                      <a:pt x="1" y="1"/>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0" name="Freeform 695"/>
              <p:cNvSpPr>
                <a:spLocks/>
              </p:cNvSpPr>
              <p:nvPr/>
            </p:nvSpPr>
            <p:spPr bwMode="auto">
              <a:xfrm>
                <a:off x="3614" y="1429"/>
                <a:ext cx="5" cy="5"/>
              </a:xfrm>
              <a:custGeom>
                <a:avLst/>
                <a:gdLst>
                  <a:gd name="T0" fmla="*/ 1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1 h 2"/>
                  <a:gd name="T14" fmla="*/ 1 w 2"/>
                  <a:gd name="T15" fmla="*/ 1 h 2"/>
                  <a:gd name="T16" fmla="*/ 1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0" y="2"/>
                      <a:pt x="0" y="2"/>
                    </a:cubicBezTo>
                    <a:cubicBezTo>
                      <a:pt x="0" y="1"/>
                      <a:pt x="0" y="1"/>
                      <a:pt x="0" y="1"/>
                    </a:cubicBezTo>
                    <a:cubicBezTo>
                      <a:pt x="1" y="1"/>
                      <a:pt x="1" y="0"/>
                      <a:pt x="1" y="0"/>
                    </a:cubicBezTo>
                    <a:cubicBezTo>
                      <a:pt x="1" y="0"/>
                      <a:pt x="1" y="0"/>
                      <a:pt x="2" y="0"/>
                    </a:cubicBezTo>
                    <a:cubicBezTo>
                      <a:pt x="2" y="0"/>
                      <a:pt x="2" y="0"/>
                      <a:pt x="2" y="0"/>
                    </a:cubicBezTo>
                    <a:cubicBezTo>
                      <a:pt x="1" y="1"/>
                      <a:pt x="1" y="1"/>
                      <a:pt x="1" y="1"/>
                    </a:cubicBezTo>
                    <a:cubicBezTo>
                      <a:pt x="1" y="1"/>
                      <a:pt x="1" y="1"/>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1" name="Freeform 696"/>
              <p:cNvSpPr>
                <a:spLocks/>
              </p:cNvSpPr>
              <p:nvPr/>
            </p:nvSpPr>
            <p:spPr bwMode="auto">
              <a:xfrm>
                <a:off x="3619" y="1429"/>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0"/>
                      <a:pt x="0" y="0"/>
                      <a:pt x="0" y="0"/>
                    </a:cubicBezTo>
                    <a:cubicBezTo>
                      <a:pt x="0" y="0"/>
                      <a:pt x="0"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2" name="Freeform 697"/>
              <p:cNvSpPr>
                <a:spLocks noEditPoints="1"/>
              </p:cNvSpPr>
              <p:nvPr/>
            </p:nvSpPr>
            <p:spPr bwMode="auto">
              <a:xfrm>
                <a:off x="3656" y="1426"/>
                <a:ext cx="50" cy="43"/>
              </a:xfrm>
              <a:custGeom>
                <a:avLst/>
                <a:gdLst>
                  <a:gd name="T0" fmla="*/ 16 w 20"/>
                  <a:gd name="T1" fmla="*/ 17 h 17"/>
                  <a:gd name="T2" fmla="*/ 12 w 20"/>
                  <a:gd name="T3" fmla="*/ 16 h 17"/>
                  <a:gd name="T4" fmla="*/ 9 w 20"/>
                  <a:gd name="T5" fmla="*/ 14 h 17"/>
                  <a:gd name="T6" fmla="*/ 7 w 20"/>
                  <a:gd name="T7" fmla="*/ 12 h 17"/>
                  <a:gd name="T8" fmla="*/ 5 w 20"/>
                  <a:gd name="T9" fmla="*/ 11 h 17"/>
                  <a:gd name="T10" fmla="*/ 1 w 20"/>
                  <a:gd name="T11" fmla="*/ 7 h 17"/>
                  <a:gd name="T12" fmla="*/ 6 w 20"/>
                  <a:gd name="T13" fmla="*/ 0 h 17"/>
                  <a:gd name="T14" fmla="*/ 16 w 20"/>
                  <a:gd name="T15" fmla="*/ 3 h 17"/>
                  <a:gd name="T16" fmla="*/ 20 w 20"/>
                  <a:gd name="T17" fmla="*/ 11 h 17"/>
                  <a:gd name="T18" fmla="*/ 19 w 20"/>
                  <a:gd name="T19" fmla="*/ 16 h 17"/>
                  <a:gd name="T20" fmla="*/ 16 w 20"/>
                  <a:gd name="T21" fmla="*/ 17 h 17"/>
                  <a:gd name="T22" fmla="*/ 9 w 20"/>
                  <a:gd name="T23" fmla="*/ 1 h 17"/>
                  <a:gd name="T24" fmla="*/ 6 w 20"/>
                  <a:gd name="T25" fmla="*/ 1 h 17"/>
                  <a:gd name="T26" fmla="*/ 2 w 20"/>
                  <a:gd name="T27" fmla="*/ 6 h 17"/>
                  <a:gd name="T28" fmla="*/ 5 w 20"/>
                  <a:gd name="T29" fmla="*/ 10 h 17"/>
                  <a:gd name="T30" fmla="*/ 7 w 20"/>
                  <a:gd name="T31" fmla="*/ 11 h 17"/>
                  <a:gd name="T32" fmla="*/ 9 w 20"/>
                  <a:gd name="T33" fmla="*/ 13 h 17"/>
                  <a:gd name="T34" fmla="*/ 12 w 20"/>
                  <a:gd name="T35" fmla="*/ 15 h 17"/>
                  <a:gd name="T36" fmla="*/ 16 w 20"/>
                  <a:gd name="T37" fmla="*/ 16 h 17"/>
                  <a:gd name="T38" fmla="*/ 18 w 20"/>
                  <a:gd name="T39" fmla="*/ 15 h 17"/>
                  <a:gd name="T40" fmla="*/ 20 w 20"/>
                  <a:gd name="T41" fmla="*/ 11 h 17"/>
                  <a:gd name="T42" fmla="*/ 15 w 20"/>
                  <a:gd name="T43" fmla="*/ 3 h 17"/>
                  <a:gd name="T44" fmla="*/ 9 w 20"/>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7">
                    <a:moveTo>
                      <a:pt x="16" y="17"/>
                    </a:moveTo>
                    <a:cubicBezTo>
                      <a:pt x="14" y="17"/>
                      <a:pt x="13" y="16"/>
                      <a:pt x="12" y="16"/>
                    </a:cubicBezTo>
                    <a:cubicBezTo>
                      <a:pt x="11" y="15"/>
                      <a:pt x="10" y="14"/>
                      <a:pt x="9" y="14"/>
                    </a:cubicBezTo>
                    <a:cubicBezTo>
                      <a:pt x="8" y="13"/>
                      <a:pt x="7" y="12"/>
                      <a:pt x="7" y="12"/>
                    </a:cubicBezTo>
                    <a:cubicBezTo>
                      <a:pt x="6" y="11"/>
                      <a:pt x="6" y="11"/>
                      <a:pt x="5" y="11"/>
                    </a:cubicBezTo>
                    <a:cubicBezTo>
                      <a:pt x="3" y="10"/>
                      <a:pt x="1" y="9"/>
                      <a:pt x="1" y="7"/>
                    </a:cubicBezTo>
                    <a:cubicBezTo>
                      <a:pt x="0" y="4"/>
                      <a:pt x="3" y="1"/>
                      <a:pt x="6" y="0"/>
                    </a:cubicBezTo>
                    <a:cubicBezTo>
                      <a:pt x="9" y="0"/>
                      <a:pt x="13" y="0"/>
                      <a:pt x="16" y="3"/>
                    </a:cubicBezTo>
                    <a:cubicBezTo>
                      <a:pt x="19" y="5"/>
                      <a:pt x="20" y="8"/>
                      <a:pt x="20" y="11"/>
                    </a:cubicBezTo>
                    <a:cubicBezTo>
                      <a:pt x="20" y="13"/>
                      <a:pt x="20" y="15"/>
                      <a:pt x="19" y="16"/>
                    </a:cubicBezTo>
                    <a:cubicBezTo>
                      <a:pt x="18" y="16"/>
                      <a:pt x="17" y="17"/>
                      <a:pt x="16" y="17"/>
                    </a:cubicBezTo>
                    <a:close/>
                    <a:moveTo>
                      <a:pt x="9" y="1"/>
                    </a:moveTo>
                    <a:cubicBezTo>
                      <a:pt x="8" y="1"/>
                      <a:pt x="7" y="1"/>
                      <a:pt x="6" y="1"/>
                    </a:cubicBezTo>
                    <a:cubicBezTo>
                      <a:pt x="3" y="2"/>
                      <a:pt x="1" y="4"/>
                      <a:pt x="2" y="6"/>
                    </a:cubicBezTo>
                    <a:cubicBezTo>
                      <a:pt x="2" y="8"/>
                      <a:pt x="4" y="9"/>
                      <a:pt x="5" y="10"/>
                    </a:cubicBezTo>
                    <a:cubicBezTo>
                      <a:pt x="6" y="10"/>
                      <a:pt x="7" y="11"/>
                      <a:pt x="7" y="11"/>
                    </a:cubicBezTo>
                    <a:cubicBezTo>
                      <a:pt x="8" y="12"/>
                      <a:pt x="9" y="12"/>
                      <a:pt x="9" y="13"/>
                    </a:cubicBezTo>
                    <a:cubicBezTo>
                      <a:pt x="10" y="14"/>
                      <a:pt x="11" y="15"/>
                      <a:pt x="12" y="15"/>
                    </a:cubicBezTo>
                    <a:cubicBezTo>
                      <a:pt x="13" y="16"/>
                      <a:pt x="15" y="16"/>
                      <a:pt x="16" y="16"/>
                    </a:cubicBezTo>
                    <a:cubicBezTo>
                      <a:pt x="16" y="16"/>
                      <a:pt x="18" y="16"/>
                      <a:pt x="18" y="15"/>
                    </a:cubicBezTo>
                    <a:cubicBezTo>
                      <a:pt x="20" y="14"/>
                      <a:pt x="20" y="12"/>
                      <a:pt x="20" y="11"/>
                    </a:cubicBezTo>
                    <a:cubicBezTo>
                      <a:pt x="19" y="8"/>
                      <a:pt x="18" y="5"/>
                      <a:pt x="15" y="3"/>
                    </a:cubicBezTo>
                    <a:cubicBezTo>
                      <a:pt x="14" y="2"/>
                      <a:pt x="11"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3" name="Freeform 698"/>
              <p:cNvSpPr>
                <a:spLocks/>
              </p:cNvSpPr>
              <p:nvPr/>
            </p:nvSpPr>
            <p:spPr bwMode="auto">
              <a:xfrm>
                <a:off x="3656" y="1434"/>
                <a:ext cx="50" cy="30"/>
              </a:xfrm>
              <a:custGeom>
                <a:avLst/>
                <a:gdLst>
                  <a:gd name="T0" fmla="*/ 16 w 20"/>
                  <a:gd name="T1" fmla="*/ 12 h 12"/>
                  <a:gd name="T2" fmla="*/ 13 w 20"/>
                  <a:gd name="T3" fmla="*/ 12 h 12"/>
                  <a:gd name="T4" fmla="*/ 10 w 20"/>
                  <a:gd name="T5" fmla="*/ 10 h 12"/>
                  <a:gd name="T6" fmla="*/ 10 w 20"/>
                  <a:gd name="T7" fmla="*/ 9 h 12"/>
                  <a:gd name="T8" fmla="*/ 4 w 20"/>
                  <a:gd name="T9" fmla="*/ 5 h 12"/>
                  <a:gd name="T10" fmla="*/ 4 w 20"/>
                  <a:gd name="T11" fmla="*/ 5 h 12"/>
                  <a:gd name="T12" fmla="*/ 1 w 20"/>
                  <a:gd name="T13" fmla="*/ 3 h 12"/>
                  <a:gd name="T14" fmla="*/ 1 w 20"/>
                  <a:gd name="T15" fmla="*/ 1 h 12"/>
                  <a:gd name="T16" fmla="*/ 2 w 20"/>
                  <a:gd name="T17" fmla="*/ 1 h 12"/>
                  <a:gd name="T18" fmla="*/ 2 w 20"/>
                  <a:gd name="T19" fmla="*/ 1 h 12"/>
                  <a:gd name="T20" fmla="*/ 2 w 20"/>
                  <a:gd name="T21" fmla="*/ 3 h 12"/>
                  <a:gd name="T22" fmla="*/ 4 w 20"/>
                  <a:gd name="T23" fmla="*/ 4 h 12"/>
                  <a:gd name="T24" fmla="*/ 4 w 20"/>
                  <a:gd name="T25" fmla="*/ 4 h 12"/>
                  <a:gd name="T26" fmla="*/ 10 w 20"/>
                  <a:gd name="T27" fmla="*/ 8 h 12"/>
                  <a:gd name="T28" fmla="*/ 11 w 20"/>
                  <a:gd name="T29" fmla="*/ 9 h 12"/>
                  <a:gd name="T30" fmla="*/ 13 w 20"/>
                  <a:gd name="T31" fmla="*/ 11 h 12"/>
                  <a:gd name="T32" fmla="*/ 19 w 20"/>
                  <a:gd name="T33" fmla="*/ 10 h 12"/>
                  <a:gd name="T34" fmla="*/ 20 w 20"/>
                  <a:gd name="T35" fmla="*/ 10 h 12"/>
                  <a:gd name="T36" fmla="*/ 20 w 20"/>
                  <a:gd name="T37" fmla="*/ 11 h 12"/>
                  <a:gd name="T38" fmla="*/ 16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16" y="12"/>
                    </a:moveTo>
                    <a:cubicBezTo>
                      <a:pt x="15" y="12"/>
                      <a:pt x="14" y="12"/>
                      <a:pt x="13" y="12"/>
                    </a:cubicBezTo>
                    <a:cubicBezTo>
                      <a:pt x="12" y="11"/>
                      <a:pt x="11" y="10"/>
                      <a:pt x="10" y="10"/>
                    </a:cubicBezTo>
                    <a:cubicBezTo>
                      <a:pt x="10" y="9"/>
                      <a:pt x="10" y="9"/>
                      <a:pt x="10" y="9"/>
                    </a:cubicBezTo>
                    <a:cubicBezTo>
                      <a:pt x="8" y="7"/>
                      <a:pt x="6" y="6"/>
                      <a:pt x="4" y="5"/>
                    </a:cubicBezTo>
                    <a:cubicBezTo>
                      <a:pt x="4" y="5"/>
                      <a:pt x="4" y="5"/>
                      <a:pt x="4" y="5"/>
                    </a:cubicBezTo>
                    <a:cubicBezTo>
                      <a:pt x="3" y="4"/>
                      <a:pt x="2" y="4"/>
                      <a:pt x="1" y="3"/>
                    </a:cubicBezTo>
                    <a:cubicBezTo>
                      <a:pt x="1" y="3"/>
                      <a:pt x="0" y="2"/>
                      <a:pt x="1" y="1"/>
                    </a:cubicBezTo>
                    <a:cubicBezTo>
                      <a:pt x="1" y="1"/>
                      <a:pt x="1" y="0"/>
                      <a:pt x="2" y="1"/>
                    </a:cubicBezTo>
                    <a:cubicBezTo>
                      <a:pt x="2" y="1"/>
                      <a:pt x="2" y="1"/>
                      <a:pt x="2" y="1"/>
                    </a:cubicBezTo>
                    <a:cubicBezTo>
                      <a:pt x="1" y="2"/>
                      <a:pt x="2" y="2"/>
                      <a:pt x="2" y="3"/>
                    </a:cubicBezTo>
                    <a:cubicBezTo>
                      <a:pt x="3" y="3"/>
                      <a:pt x="3" y="4"/>
                      <a:pt x="4" y="4"/>
                    </a:cubicBezTo>
                    <a:cubicBezTo>
                      <a:pt x="4" y="4"/>
                      <a:pt x="4" y="4"/>
                      <a:pt x="4" y="4"/>
                    </a:cubicBezTo>
                    <a:cubicBezTo>
                      <a:pt x="7" y="5"/>
                      <a:pt x="9" y="7"/>
                      <a:pt x="10" y="8"/>
                    </a:cubicBezTo>
                    <a:cubicBezTo>
                      <a:pt x="11" y="9"/>
                      <a:pt x="11" y="9"/>
                      <a:pt x="11" y="9"/>
                    </a:cubicBezTo>
                    <a:cubicBezTo>
                      <a:pt x="12" y="10"/>
                      <a:pt x="12" y="11"/>
                      <a:pt x="13" y="11"/>
                    </a:cubicBezTo>
                    <a:cubicBezTo>
                      <a:pt x="15" y="12"/>
                      <a:pt x="18" y="12"/>
                      <a:pt x="19" y="10"/>
                    </a:cubicBezTo>
                    <a:cubicBezTo>
                      <a:pt x="20" y="10"/>
                      <a:pt x="20" y="10"/>
                      <a:pt x="20" y="10"/>
                    </a:cubicBezTo>
                    <a:cubicBezTo>
                      <a:pt x="20" y="10"/>
                      <a:pt x="20" y="11"/>
                      <a:pt x="20" y="11"/>
                    </a:cubicBezTo>
                    <a:cubicBezTo>
                      <a:pt x="19" y="12"/>
                      <a:pt x="17"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4" name="Freeform 699"/>
              <p:cNvSpPr>
                <a:spLocks/>
              </p:cNvSpPr>
              <p:nvPr/>
            </p:nvSpPr>
            <p:spPr bwMode="auto">
              <a:xfrm>
                <a:off x="3669" y="1431"/>
                <a:ext cx="24" cy="15"/>
              </a:xfrm>
              <a:custGeom>
                <a:avLst/>
                <a:gdLst>
                  <a:gd name="T0" fmla="*/ 1 w 10"/>
                  <a:gd name="T1" fmla="*/ 6 h 6"/>
                  <a:gd name="T2" fmla="*/ 0 w 10"/>
                  <a:gd name="T3" fmla="*/ 6 h 6"/>
                  <a:gd name="T4" fmla="*/ 2 w 10"/>
                  <a:gd name="T5" fmla="*/ 4 h 6"/>
                  <a:gd name="T6" fmla="*/ 4 w 10"/>
                  <a:gd name="T7" fmla="*/ 2 h 6"/>
                  <a:gd name="T8" fmla="*/ 5 w 10"/>
                  <a:gd name="T9" fmla="*/ 1 h 6"/>
                  <a:gd name="T10" fmla="*/ 10 w 10"/>
                  <a:gd name="T11" fmla="*/ 0 h 6"/>
                  <a:gd name="T12" fmla="*/ 10 w 10"/>
                  <a:gd name="T13" fmla="*/ 0 h 6"/>
                  <a:gd name="T14" fmla="*/ 10 w 10"/>
                  <a:gd name="T15" fmla="*/ 1 h 6"/>
                  <a:gd name="T16" fmla="*/ 6 w 10"/>
                  <a:gd name="T17" fmla="*/ 2 h 6"/>
                  <a:gd name="T18" fmla="*/ 4 w 10"/>
                  <a:gd name="T19" fmla="*/ 3 h 6"/>
                  <a:gd name="T20" fmla="*/ 2 w 10"/>
                  <a:gd name="T21" fmla="*/ 4 h 6"/>
                  <a:gd name="T22" fmla="*/ 1 w 10"/>
                  <a:gd name="T23" fmla="*/ 6 h 6"/>
                  <a:gd name="T24" fmla="*/ 1 w 10"/>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6">
                    <a:moveTo>
                      <a:pt x="1" y="6"/>
                    </a:moveTo>
                    <a:cubicBezTo>
                      <a:pt x="0" y="6"/>
                      <a:pt x="0" y="6"/>
                      <a:pt x="0" y="6"/>
                    </a:cubicBezTo>
                    <a:cubicBezTo>
                      <a:pt x="0" y="5"/>
                      <a:pt x="1" y="4"/>
                      <a:pt x="2" y="4"/>
                    </a:cubicBezTo>
                    <a:cubicBezTo>
                      <a:pt x="2" y="3"/>
                      <a:pt x="3" y="3"/>
                      <a:pt x="4" y="2"/>
                    </a:cubicBezTo>
                    <a:cubicBezTo>
                      <a:pt x="5" y="1"/>
                      <a:pt x="5" y="1"/>
                      <a:pt x="5" y="1"/>
                    </a:cubicBezTo>
                    <a:cubicBezTo>
                      <a:pt x="7" y="1"/>
                      <a:pt x="8" y="0"/>
                      <a:pt x="10" y="0"/>
                    </a:cubicBezTo>
                    <a:cubicBezTo>
                      <a:pt x="10" y="0"/>
                      <a:pt x="10" y="0"/>
                      <a:pt x="10" y="0"/>
                    </a:cubicBezTo>
                    <a:cubicBezTo>
                      <a:pt x="10" y="1"/>
                      <a:pt x="10" y="1"/>
                      <a:pt x="10" y="1"/>
                    </a:cubicBezTo>
                    <a:cubicBezTo>
                      <a:pt x="8" y="1"/>
                      <a:pt x="7" y="1"/>
                      <a:pt x="6" y="2"/>
                    </a:cubicBezTo>
                    <a:cubicBezTo>
                      <a:pt x="4" y="3"/>
                      <a:pt x="4" y="3"/>
                      <a:pt x="4" y="3"/>
                    </a:cubicBezTo>
                    <a:cubicBezTo>
                      <a:pt x="4" y="3"/>
                      <a:pt x="3" y="4"/>
                      <a:pt x="2" y="4"/>
                    </a:cubicBezTo>
                    <a:cubicBezTo>
                      <a:pt x="2" y="5"/>
                      <a:pt x="1" y="5"/>
                      <a:pt x="1" y="6"/>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5" name="Freeform 700"/>
              <p:cNvSpPr>
                <a:spLocks/>
              </p:cNvSpPr>
              <p:nvPr/>
            </p:nvSpPr>
            <p:spPr bwMode="auto">
              <a:xfrm>
                <a:off x="3666" y="1429"/>
                <a:ext cx="15" cy="10"/>
              </a:xfrm>
              <a:custGeom>
                <a:avLst/>
                <a:gdLst>
                  <a:gd name="T0" fmla="*/ 6 w 6"/>
                  <a:gd name="T1" fmla="*/ 4 h 4"/>
                  <a:gd name="T2" fmla="*/ 5 w 6"/>
                  <a:gd name="T3" fmla="*/ 3 h 4"/>
                  <a:gd name="T4" fmla="*/ 5 w 6"/>
                  <a:gd name="T5" fmla="*/ 3 h 4"/>
                  <a:gd name="T6" fmla="*/ 0 w 6"/>
                  <a:gd name="T7" fmla="*/ 1 h 4"/>
                  <a:gd name="T8" fmla="*/ 0 w 6"/>
                  <a:gd name="T9" fmla="*/ 0 h 4"/>
                  <a:gd name="T10" fmla="*/ 1 w 6"/>
                  <a:gd name="T11" fmla="*/ 0 h 4"/>
                  <a:gd name="T12" fmla="*/ 6 w 6"/>
                  <a:gd name="T13" fmla="*/ 2 h 4"/>
                  <a:gd name="T14" fmla="*/ 6 w 6"/>
                  <a:gd name="T15" fmla="*/ 3 h 4"/>
                  <a:gd name="T16" fmla="*/ 6 w 6"/>
                  <a:gd name="T17" fmla="*/ 4 h 4"/>
                  <a:gd name="T18" fmla="*/ 6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4"/>
                    </a:moveTo>
                    <a:cubicBezTo>
                      <a:pt x="5" y="4"/>
                      <a:pt x="5" y="3"/>
                      <a:pt x="5" y="3"/>
                    </a:cubicBezTo>
                    <a:cubicBezTo>
                      <a:pt x="5" y="3"/>
                      <a:pt x="5" y="3"/>
                      <a:pt x="5" y="3"/>
                    </a:cubicBezTo>
                    <a:cubicBezTo>
                      <a:pt x="4" y="2"/>
                      <a:pt x="2" y="1"/>
                      <a:pt x="0" y="1"/>
                    </a:cubicBezTo>
                    <a:cubicBezTo>
                      <a:pt x="0" y="1"/>
                      <a:pt x="0" y="0"/>
                      <a:pt x="0" y="0"/>
                    </a:cubicBezTo>
                    <a:cubicBezTo>
                      <a:pt x="0" y="0"/>
                      <a:pt x="0" y="0"/>
                      <a:pt x="1" y="0"/>
                    </a:cubicBezTo>
                    <a:cubicBezTo>
                      <a:pt x="2" y="1"/>
                      <a:pt x="4" y="1"/>
                      <a:pt x="6" y="2"/>
                    </a:cubicBezTo>
                    <a:cubicBezTo>
                      <a:pt x="6" y="3"/>
                      <a:pt x="6" y="3"/>
                      <a:pt x="6" y="3"/>
                    </a:cubicBezTo>
                    <a:cubicBezTo>
                      <a:pt x="6" y="3"/>
                      <a:pt x="6" y="3"/>
                      <a:pt x="6" y="4"/>
                    </a:cubicBezTo>
                    <a:cubicBezTo>
                      <a:pt x="6" y="4"/>
                      <a:pt x="6" y="4"/>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6" name="Freeform 701"/>
              <p:cNvSpPr>
                <a:spLocks noEditPoints="1"/>
              </p:cNvSpPr>
              <p:nvPr/>
            </p:nvSpPr>
            <p:spPr bwMode="auto">
              <a:xfrm>
                <a:off x="3541" y="1436"/>
                <a:ext cx="108" cy="25"/>
              </a:xfrm>
              <a:custGeom>
                <a:avLst/>
                <a:gdLst>
                  <a:gd name="T0" fmla="*/ 6 w 44"/>
                  <a:gd name="T1" fmla="*/ 10 h 10"/>
                  <a:gd name="T2" fmla="*/ 0 w 44"/>
                  <a:gd name="T3" fmla="*/ 9 h 10"/>
                  <a:gd name="T4" fmla="*/ 0 w 44"/>
                  <a:gd name="T5" fmla="*/ 9 h 10"/>
                  <a:gd name="T6" fmla="*/ 0 w 44"/>
                  <a:gd name="T7" fmla="*/ 9 h 10"/>
                  <a:gd name="T8" fmla="*/ 5 w 44"/>
                  <a:gd name="T9" fmla="*/ 1 h 10"/>
                  <a:gd name="T10" fmla="*/ 6 w 44"/>
                  <a:gd name="T11" fmla="*/ 1 h 10"/>
                  <a:gd name="T12" fmla="*/ 39 w 44"/>
                  <a:gd name="T13" fmla="*/ 0 h 10"/>
                  <a:gd name="T14" fmla="*/ 41 w 44"/>
                  <a:gd name="T15" fmla="*/ 1 h 10"/>
                  <a:gd name="T16" fmla="*/ 42 w 44"/>
                  <a:gd name="T17" fmla="*/ 2 h 10"/>
                  <a:gd name="T18" fmla="*/ 44 w 44"/>
                  <a:gd name="T19" fmla="*/ 9 h 10"/>
                  <a:gd name="T20" fmla="*/ 44 w 44"/>
                  <a:gd name="T21" fmla="*/ 9 h 10"/>
                  <a:gd name="T22" fmla="*/ 44 w 44"/>
                  <a:gd name="T23" fmla="*/ 9 h 10"/>
                  <a:gd name="T24" fmla="*/ 6 w 44"/>
                  <a:gd name="T25" fmla="*/ 10 h 10"/>
                  <a:gd name="T26" fmla="*/ 1 w 44"/>
                  <a:gd name="T27" fmla="*/ 9 h 10"/>
                  <a:gd name="T28" fmla="*/ 6 w 44"/>
                  <a:gd name="T29" fmla="*/ 9 h 10"/>
                  <a:gd name="T30" fmla="*/ 7 w 44"/>
                  <a:gd name="T31" fmla="*/ 9 h 10"/>
                  <a:gd name="T32" fmla="*/ 43 w 44"/>
                  <a:gd name="T33" fmla="*/ 9 h 10"/>
                  <a:gd name="T34" fmla="*/ 41 w 44"/>
                  <a:gd name="T35" fmla="*/ 2 h 10"/>
                  <a:gd name="T36" fmla="*/ 40 w 44"/>
                  <a:gd name="T37" fmla="*/ 1 h 10"/>
                  <a:gd name="T38" fmla="*/ 39 w 44"/>
                  <a:gd name="T39" fmla="*/ 1 h 10"/>
                  <a:gd name="T40" fmla="*/ 6 w 44"/>
                  <a:gd name="T41" fmla="*/ 2 h 10"/>
                  <a:gd name="T42" fmla="*/ 1 w 44"/>
                  <a:gd name="T4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0">
                    <a:moveTo>
                      <a:pt x="6" y="10"/>
                    </a:moveTo>
                    <a:cubicBezTo>
                      <a:pt x="4" y="10"/>
                      <a:pt x="2" y="10"/>
                      <a:pt x="0" y="9"/>
                    </a:cubicBezTo>
                    <a:cubicBezTo>
                      <a:pt x="0" y="9"/>
                      <a:pt x="0" y="9"/>
                      <a:pt x="0" y="9"/>
                    </a:cubicBezTo>
                    <a:cubicBezTo>
                      <a:pt x="0" y="9"/>
                      <a:pt x="0" y="9"/>
                      <a:pt x="0" y="9"/>
                    </a:cubicBezTo>
                    <a:cubicBezTo>
                      <a:pt x="5" y="1"/>
                      <a:pt x="5" y="1"/>
                      <a:pt x="5" y="1"/>
                    </a:cubicBezTo>
                    <a:cubicBezTo>
                      <a:pt x="5" y="1"/>
                      <a:pt x="6" y="1"/>
                      <a:pt x="6" y="1"/>
                    </a:cubicBezTo>
                    <a:cubicBezTo>
                      <a:pt x="17" y="0"/>
                      <a:pt x="28" y="0"/>
                      <a:pt x="39" y="0"/>
                    </a:cubicBezTo>
                    <a:cubicBezTo>
                      <a:pt x="40" y="0"/>
                      <a:pt x="40" y="0"/>
                      <a:pt x="41" y="1"/>
                    </a:cubicBezTo>
                    <a:cubicBezTo>
                      <a:pt x="41" y="1"/>
                      <a:pt x="42" y="2"/>
                      <a:pt x="42" y="2"/>
                    </a:cubicBezTo>
                    <a:cubicBezTo>
                      <a:pt x="44" y="9"/>
                      <a:pt x="44" y="9"/>
                      <a:pt x="44" y="9"/>
                    </a:cubicBezTo>
                    <a:cubicBezTo>
                      <a:pt x="44" y="9"/>
                      <a:pt x="44" y="9"/>
                      <a:pt x="44" y="9"/>
                    </a:cubicBezTo>
                    <a:cubicBezTo>
                      <a:pt x="44" y="9"/>
                      <a:pt x="44" y="9"/>
                      <a:pt x="44" y="9"/>
                    </a:cubicBezTo>
                    <a:lnTo>
                      <a:pt x="6" y="10"/>
                    </a:lnTo>
                    <a:close/>
                    <a:moveTo>
                      <a:pt x="1" y="9"/>
                    </a:moveTo>
                    <a:cubicBezTo>
                      <a:pt x="2" y="9"/>
                      <a:pt x="4" y="9"/>
                      <a:pt x="6" y="9"/>
                    </a:cubicBezTo>
                    <a:cubicBezTo>
                      <a:pt x="7" y="9"/>
                      <a:pt x="7" y="9"/>
                      <a:pt x="7" y="9"/>
                    </a:cubicBezTo>
                    <a:cubicBezTo>
                      <a:pt x="43" y="9"/>
                      <a:pt x="43" y="9"/>
                      <a:pt x="43" y="9"/>
                    </a:cubicBezTo>
                    <a:cubicBezTo>
                      <a:pt x="41" y="2"/>
                      <a:pt x="41" y="2"/>
                      <a:pt x="41" y="2"/>
                    </a:cubicBezTo>
                    <a:cubicBezTo>
                      <a:pt x="41" y="2"/>
                      <a:pt x="41" y="2"/>
                      <a:pt x="40" y="1"/>
                    </a:cubicBezTo>
                    <a:cubicBezTo>
                      <a:pt x="40" y="1"/>
                      <a:pt x="40" y="1"/>
                      <a:pt x="39" y="1"/>
                    </a:cubicBezTo>
                    <a:cubicBezTo>
                      <a:pt x="28" y="1"/>
                      <a:pt x="17" y="1"/>
                      <a:pt x="6" y="2"/>
                    </a:cubicBez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7" name="Freeform 702"/>
              <p:cNvSpPr>
                <a:spLocks/>
              </p:cNvSpPr>
              <p:nvPr/>
            </p:nvSpPr>
            <p:spPr bwMode="auto">
              <a:xfrm>
                <a:off x="3538" y="1461"/>
                <a:ext cx="111" cy="3"/>
              </a:xfrm>
              <a:custGeom>
                <a:avLst/>
                <a:gdLst>
                  <a:gd name="T0" fmla="*/ 1 w 45"/>
                  <a:gd name="T1" fmla="*/ 1 h 1"/>
                  <a:gd name="T2" fmla="*/ 0 w 45"/>
                  <a:gd name="T3" fmla="*/ 1 h 1"/>
                  <a:gd name="T4" fmla="*/ 1 w 45"/>
                  <a:gd name="T5" fmla="*/ 0 h 1"/>
                  <a:gd name="T6" fmla="*/ 45 w 45"/>
                  <a:gd name="T7" fmla="*/ 0 h 1"/>
                  <a:gd name="T8" fmla="*/ 45 w 45"/>
                  <a:gd name="T9" fmla="*/ 0 h 1"/>
                  <a:gd name="T10" fmla="*/ 45 w 45"/>
                  <a:gd name="T11" fmla="*/ 1 h 1"/>
                  <a:gd name="T12" fmla="*/ 1 w 45"/>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5" h="1">
                    <a:moveTo>
                      <a:pt x="1" y="1"/>
                    </a:moveTo>
                    <a:cubicBezTo>
                      <a:pt x="1" y="1"/>
                      <a:pt x="0" y="1"/>
                      <a:pt x="0" y="1"/>
                    </a:cubicBezTo>
                    <a:cubicBezTo>
                      <a:pt x="0" y="0"/>
                      <a:pt x="1" y="0"/>
                      <a:pt x="1" y="0"/>
                    </a:cubicBezTo>
                    <a:cubicBezTo>
                      <a:pt x="45" y="0"/>
                      <a:pt x="45" y="0"/>
                      <a:pt x="45" y="0"/>
                    </a:cubicBezTo>
                    <a:cubicBezTo>
                      <a:pt x="45" y="0"/>
                      <a:pt x="45" y="0"/>
                      <a:pt x="45" y="0"/>
                    </a:cubicBezTo>
                    <a:cubicBezTo>
                      <a:pt x="45" y="1"/>
                      <a:pt x="45" y="1"/>
                      <a:pt x="45"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8" name="Freeform 703"/>
              <p:cNvSpPr>
                <a:spLocks/>
              </p:cNvSpPr>
              <p:nvPr/>
            </p:nvSpPr>
            <p:spPr bwMode="auto">
              <a:xfrm>
                <a:off x="3646" y="1456"/>
                <a:ext cx="3" cy="8"/>
              </a:xfrm>
              <a:custGeom>
                <a:avLst/>
                <a:gdLst>
                  <a:gd name="T0" fmla="*/ 1 w 1"/>
                  <a:gd name="T1" fmla="*/ 3 h 3"/>
                  <a:gd name="T2" fmla="*/ 1 w 1"/>
                  <a:gd name="T3" fmla="*/ 3 h 3"/>
                  <a:gd name="T4" fmla="*/ 0 w 1"/>
                  <a:gd name="T5" fmla="*/ 2 h 3"/>
                  <a:gd name="T6" fmla="*/ 0 w 1"/>
                  <a:gd name="T7" fmla="*/ 1 h 3"/>
                  <a:gd name="T8" fmla="*/ 1 w 1"/>
                  <a:gd name="T9" fmla="*/ 1 h 3"/>
                  <a:gd name="T10" fmla="*/ 1 w 1"/>
                  <a:gd name="T11" fmla="*/ 1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3"/>
                      <a:pt x="0" y="3"/>
                      <a:pt x="0" y="2"/>
                    </a:cubicBezTo>
                    <a:cubicBezTo>
                      <a:pt x="0" y="1"/>
                      <a:pt x="0" y="1"/>
                      <a:pt x="0" y="1"/>
                    </a:cubicBezTo>
                    <a:cubicBezTo>
                      <a:pt x="0" y="1"/>
                      <a:pt x="1" y="0"/>
                      <a:pt x="1" y="1"/>
                    </a:cubicBezTo>
                    <a:cubicBezTo>
                      <a:pt x="1" y="1"/>
                      <a:pt x="1" y="1"/>
                      <a:pt x="1" y="1"/>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59" name="Freeform 704"/>
              <p:cNvSpPr>
                <a:spLocks/>
              </p:cNvSpPr>
              <p:nvPr/>
            </p:nvSpPr>
            <p:spPr bwMode="auto">
              <a:xfrm>
                <a:off x="3538" y="1456"/>
                <a:ext cx="3" cy="8"/>
              </a:xfrm>
              <a:custGeom>
                <a:avLst/>
                <a:gdLst>
                  <a:gd name="T0" fmla="*/ 1 w 1"/>
                  <a:gd name="T1" fmla="*/ 3 h 3"/>
                  <a:gd name="T2" fmla="*/ 1 w 1"/>
                  <a:gd name="T3" fmla="*/ 3 h 3"/>
                  <a:gd name="T4" fmla="*/ 0 w 1"/>
                  <a:gd name="T5" fmla="*/ 1 h 3"/>
                  <a:gd name="T6" fmla="*/ 1 w 1"/>
                  <a:gd name="T7" fmla="*/ 0 h 3"/>
                  <a:gd name="T8" fmla="*/ 1 w 1"/>
                  <a:gd name="T9" fmla="*/ 1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3"/>
                      <a:pt x="1" y="3"/>
                    </a:cubicBezTo>
                    <a:cubicBezTo>
                      <a:pt x="0" y="2"/>
                      <a:pt x="0" y="1"/>
                      <a:pt x="0" y="1"/>
                    </a:cubicBezTo>
                    <a:cubicBezTo>
                      <a:pt x="0" y="0"/>
                      <a:pt x="1" y="0"/>
                      <a:pt x="1" y="0"/>
                    </a:cubicBezTo>
                    <a:cubicBezTo>
                      <a:pt x="1" y="0"/>
                      <a:pt x="1" y="1"/>
                      <a:pt x="1" y="1"/>
                    </a:cubicBezTo>
                    <a:cubicBezTo>
                      <a:pt x="1" y="1"/>
                      <a:pt x="1" y="2"/>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0" name="Freeform 705"/>
              <p:cNvSpPr>
                <a:spLocks noEditPoints="1"/>
              </p:cNvSpPr>
              <p:nvPr/>
            </p:nvSpPr>
            <p:spPr bwMode="auto">
              <a:xfrm>
                <a:off x="3568" y="1449"/>
                <a:ext cx="46" cy="7"/>
              </a:xfrm>
              <a:custGeom>
                <a:avLst/>
                <a:gdLst>
                  <a:gd name="T0" fmla="*/ 18 w 19"/>
                  <a:gd name="T1" fmla="*/ 3 h 3"/>
                  <a:gd name="T2" fmla="*/ 0 w 19"/>
                  <a:gd name="T3" fmla="*/ 3 h 3"/>
                  <a:gd name="T4" fmla="*/ 0 w 19"/>
                  <a:gd name="T5" fmla="*/ 2 h 3"/>
                  <a:gd name="T6" fmla="*/ 0 w 19"/>
                  <a:gd name="T7" fmla="*/ 2 h 3"/>
                  <a:gd name="T8" fmla="*/ 0 w 19"/>
                  <a:gd name="T9" fmla="*/ 1 h 3"/>
                  <a:gd name="T10" fmla="*/ 0 w 19"/>
                  <a:gd name="T11" fmla="*/ 1 h 3"/>
                  <a:gd name="T12" fmla="*/ 0 w 19"/>
                  <a:gd name="T13" fmla="*/ 0 h 3"/>
                  <a:gd name="T14" fmla="*/ 18 w 19"/>
                  <a:gd name="T15" fmla="*/ 0 h 3"/>
                  <a:gd name="T16" fmla="*/ 19 w 19"/>
                  <a:gd name="T17" fmla="*/ 1 h 3"/>
                  <a:gd name="T18" fmla="*/ 19 w 19"/>
                  <a:gd name="T19" fmla="*/ 2 h 3"/>
                  <a:gd name="T20" fmla="*/ 19 w 19"/>
                  <a:gd name="T21" fmla="*/ 3 h 3"/>
                  <a:gd name="T22" fmla="*/ 18 w 19"/>
                  <a:gd name="T23" fmla="*/ 3 h 3"/>
                  <a:gd name="T24" fmla="*/ 9 w 19"/>
                  <a:gd name="T25" fmla="*/ 2 h 3"/>
                  <a:gd name="T26" fmla="*/ 18 w 19"/>
                  <a:gd name="T27" fmla="*/ 2 h 3"/>
                  <a:gd name="T28" fmla="*/ 18 w 19"/>
                  <a:gd name="T29" fmla="*/ 1 h 3"/>
                  <a:gd name="T30" fmla="*/ 1 w 19"/>
                  <a:gd name="T31" fmla="*/ 1 h 3"/>
                  <a:gd name="T32" fmla="*/ 1 w 19"/>
                  <a:gd name="T33" fmla="*/ 2 h 3"/>
                  <a:gd name="T34" fmla="*/ 1 w 19"/>
                  <a:gd name="T35" fmla="*/ 2 h 3"/>
                  <a:gd name="T36" fmla="*/ 9 w 19"/>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3">
                    <a:moveTo>
                      <a:pt x="18" y="3"/>
                    </a:moveTo>
                    <a:cubicBezTo>
                      <a:pt x="12" y="3"/>
                      <a:pt x="6" y="2"/>
                      <a:pt x="0" y="3"/>
                    </a:cubicBezTo>
                    <a:cubicBezTo>
                      <a:pt x="0" y="3"/>
                      <a:pt x="0" y="3"/>
                      <a:pt x="0" y="2"/>
                    </a:cubicBezTo>
                    <a:cubicBezTo>
                      <a:pt x="0" y="2"/>
                      <a:pt x="0" y="2"/>
                      <a:pt x="0" y="2"/>
                    </a:cubicBezTo>
                    <a:cubicBezTo>
                      <a:pt x="0" y="1"/>
                      <a:pt x="0" y="1"/>
                      <a:pt x="0" y="1"/>
                    </a:cubicBezTo>
                    <a:cubicBezTo>
                      <a:pt x="0" y="1"/>
                      <a:pt x="0" y="1"/>
                      <a:pt x="0" y="1"/>
                    </a:cubicBezTo>
                    <a:cubicBezTo>
                      <a:pt x="0" y="1"/>
                      <a:pt x="0" y="0"/>
                      <a:pt x="0" y="0"/>
                    </a:cubicBezTo>
                    <a:cubicBezTo>
                      <a:pt x="7" y="0"/>
                      <a:pt x="12" y="0"/>
                      <a:pt x="18" y="0"/>
                    </a:cubicBezTo>
                    <a:cubicBezTo>
                      <a:pt x="19" y="0"/>
                      <a:pt x="19" y="1"/>
                      <a:pt x="19" y="1"/>
                    </a:cubicBezTo>
                    <a:cubicBezTo>
                      <a:pt x="19" y="2"/>
                      <a:pt x="19" y="2"/>
                      <a:pt x="19" y="2"/>
                    </a:cubicBezTo>
                    <a:cubicBezTo>
                      <a:pt x="19" y="2"/>
                      <a:pt x="19" y="2"/>
                      <a:pt x="19" y="3"/>
                    </a:cubicBezTo>
                    <a:cubicBezTo>
                      <a:pt x="18" y="3"/>
                      <a:pt x="18" y="3"/>
                      <a:pt x="18" y="3"/>
                    </a:cubicBezTo>
                    <a:close/>
                    <a:moveTo>
                      <a:pt x="9" y="2"/>
                    </a:moveTo>
                    <a:cubicBezTo>
                      <a:pt x="12" y="2"/>
                      <a:pt x="15" y="2"/>
                      <a:pt x="18" y="2"/>
                    </a:cubicBezTo>
                    <a:cubicBezTo>
                      <a:pt x="18" y="1"/>
                      <a:pt x="18" y="1"/>
                      <a:pt x="18" y="1"/>
                    </a:cubicBezTo>
                    <a:cubicBezTo>
                      <a:pt x="12" y="1"/>
                      <a:pt x="7" y="1"/>
                      <a:pt x="1" y="1"/>
                    </a:cubicBezTo>
                    <a:cubicBezTo>
                      <a:pt x="1" y="1"/>
                      <a:pt x="1" y="1"/>
                      <a:pt x="1" y="2"/>
                    </a:cubicBezTo>
                    <a:cubicBezTo>
                      <a:pt x="1" y="2"/>
                      <a:pt x="1" y="2"/>
                      <a:pt x="1" y="2"/>
                    </a:cubicBezTo>
                    <a:cubicBezTo>
                      <a:pt x="3" y="2"/>
                      <a:pt x="6" y="2"/>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1" name="Freeform 706"/>
              <p:cNvSpPr>
                <a:spLocks noEditPoints="1"/>
              </p:cNvSpPr>
              <p:nvPr/>
            </p:nvSpPr>
            <p:spPr bwMode="auto">
              <a:xfrm>
                <a:off x="3555" y="1441"/>
                <a:ext cx="18" cy="5"/>
              </a:xfrm>
              <a:custGeom>
                <a:avLst/>
                <a:gdLst>
                  <a:gd name="T0" fmla="*/ 0 w 7"/>
                  <a:gd name="T1" fmla="*/ 2 h 2"/>
                  <a:gd name="T2" fmla="*/ 0 w 7"/>
                  <a:gd name="T3" fmla="*/ 2 h 2"/>
                  <a:gd name="T4" fmla="*/ 1 w 7"/>
                  <a:gd name="T5" fmla="*/ 1 h 2"/>
                  <a:gd name="T6" fmla="*/ 1 w 7"/>
                  <a:gd name="T7" fmla="*/ 1 h 2"/>
                  <a:gd name="T8" fmla="*/ 1 w 7"/>
                  <a:gd name="T9" fmla="*/ 0 h 2"/>
                  <a:gd name="T10" fmla="*/ 2 w 7"/>
                  <a:gd name="T11" fmla="*/ 0 h 2"/>
                  <a:gd name="T12" fmla="*/ 6 w 7"/>
                  <a:gd name="T13" fmla="*/ 0 h 2"/>
                  <a:gd name="T14" fmla="*/ 7 w 7"/>
                  <a:gd name="T15" fmla="*/ 0 h 2"/>
                  <a:gd name="T16" fmla="*/ 7 w 7"/>
                  <a:gd name="T17" fmla="*/ 1 h 2"/>
                  <a:gd name="T18" fmla="*/ 6 w 7"/>
                  <a:gd name="T19" fmla="*/ 2 h 2"/>
                  <a:gd name="T20" fmla="*/ 6 w 7"/>
                  <a:gd name="T21" fmla="*/ 2 h 2"/>
                  <a:gd name="T22" fmla="*/ 6 w 7"/>
                  <a:gd name="T23" fmla="*/ 2 h 2"/>
                  <a:gd name="T24" fmla="*/ 0 w 7"/>
                  <a:gd name="T25" fmla="*/ 2 h 2"/>
                  <a:gd name="T26" fmla="*/ 2 w 7"/>
                  <a:gd name="T27" fmla="*/ 1 h 2"/>
                  <a:gd name="T28" fmla="*/ 1 w 7"/>
                  <a:gd name="T29" fmla="*/ 1 h 2"/>
                  <a:gd name="T30" fmla="*/ 5 w 7"/>
                  <a:gd name="T31" fmla="*/ 1 h 2"/>
                  <a:gd name="T32" fmla="*/ 5 w 7"/>
                  <a:gd name="T33" fmla="*/ 1 h 2"/>
                  <a:gd name="T34" fmla="*/ 6 w 7"/>
                  <a:gd name="T35" fmla="*/ 1 h 2"/>
                  <a:gd name="T36" fmla="*/ 2 w 7"/>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2">
                    <a:moveTo>
                      <a:pt x="0" y="2"/>
                    </a:moveTo>
                    <a:cubicBezTo>
                      <a:pt x="0" y="2"/>
                      <a:pt x="0" y="2"/>
                      <a:pt x="0" y="2"/>
                    </a:cubicBezTo>
                    <a:cubicBezTo>
                      <a:pt x="0" y="2"/>
                      <a:pt x="0" y="1"/>
                      <a:pt x="1" y="1"/>
                    </a:cubicBezTo>
                    <a:cubicBezTo>
                      <a:pt x="1" y="1"/>
                      <a:pt x="1" y="1"/>
                      <a:pt x="1" y="1"/>
                    </a:cubicBezTo>
                    <a:cubicBezTo>
                      <a:pt x="1" y="0"/>
                      <a:pt x="1" y="0"/>
                      <a:pt x="1" y="0"/>
                    </a:cubicBezTo>
                    <a:cubicBezTo>
                      <a:pt x="1" y="0"/>
                      <a:pt x="1" y="0"/>
                      <a:pt x="2" y="0"/>
                    </a:cubicBezTo>
                    <a:cubicBezTo>
                      <a:pt x="3" y="0"/>
                      <a:pt x="5" y="0"/>
                      <a:pt x="6" y="0"/>
                    </a:cubicBezTo>
                    <a:cubicBezTo>
                      <a:pt x="6" y="0"/>
                      <a:pt x="6" y="0"/>
                      <a:pt x="7" y="0"/>
                    </a:cubicBezTo>
                    <a:cubicBezTo>
                      <a:pt x="7" y="0"/>
                      <a:pt x="7" y="0"/>
                      <a:pt x="7" y="1"/>
                    </a:cubicBezTo>
                    <a:cubicBezTo>
                      <a:pt x="6" y="1"/>
                      <a:pt x="6" y="1"/>
                      <a:pt x="6" y="2"/>
                    </a:cubicBezTo>
                    <a:cubicBezTo>
                      <a:pt x="6" y="2"/>
                      <a:pt x="6" y="2"/>
                      <a:pt x="6" y="2"/>
                    </a:cubicBezTo>
                    <a:cubicBezTo>
                      <a:pt x="6" y="2"/>
                      <a:pt x="6" y="2"/>
                      <a:pt x="6" y="2"/>
                    </a:cubicBezTo>
                    <a:cubicBezTo>
                      <a:pt x="4" y="2"/>
                      <a:pt x="2" y="2"/>
                      <a:pt x="0" y="2"/>
                    </a:cubicBezTo>
                    <a:close/>
                    <a:moveTo>
                      <a:pt x="2" y="1"/>
                    </a:moveTo>
                    <a:cubicBezTo>
                      <a:pt x="2" y="1"/>
                      <a:pt x="2" y="1"/>
                      <a:pt x="1" y="1"/>
                    </a:cubicBezTo>
                    <a:cubicBezTo>
                      <a:pt x="3" y="1"/>
                      <a:pt x="4" y="1"/>
                      <a:pt x="5" y="1"/>
                    </a:cubicBezTo>
                    <a:cubicBezTo>
                      <a:pt x="5" y="1"/>
                      <a:pt x="5" y="1"/>
                      <a:pt x="5" y="1"/>
                    </a:cubicBezTo>
                    <a:cubicBezTo>
                      <a:pt x="5" y="1"/>
                      <a:pt x="6" y="1"/>
                      <a:pt x="6"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2" name="Freeform 707"/>
              <p:cNvSpPr>
                <a:spLocks noEditPoints="1"/>
              </p:cNvSpPr>
              <p:nvPr/>
            </p:nvSpPr>
            <p:spPr bwMode="auto">
              <a:xfrm>
                <a:off x="3550" y="1449"/>
                <a:ext cx="15" cy="7"/>
              </a:xfrm>
              <a:custGeom>
                <a:avLst/>
                <a:gdLst>
                  <a:gd name="T0" fmla="*/ 0 w 6"/>
                  <a:gd name="T1" fmla="*/ 3 h 3"/>
                  <a:gd name="T2" fmla="*/ 0 w 6"/>
                  <a:gd name="T3" fmla="*/ 2 h 3"/>
                  <a:gd name="T4" fmla="*/ 0 w 6"/>
                  <a:gd name="T5" fmla="*/ 1 h 3"/>
                  <a:gd name="T6" fmla="*/ 1 w 6"/>
                  <a:gd name="T7" fmla="*/ 1 h 3"/>
                  <a:gd name="T8" fmla="*/ 1 w 6"/>
                  <a:gd name="T9" fmla="*/ 1 h 3"/>
                  <a:gd name="T10" fmla="*/ 1 w 6"/>
                  <a:gd name="T11" fmla="*/ 1 h 3"/>
                  <a:gd name="T12" fmla="*/ 6 w 6"/>
                  <a:gd name="T13" fmla="*/ 0 h 3"/>
                  <a:gd name="T14" fmla="*/ 6 w 6"/>
                  <a:gd name="T15" fmla="*/ 1 h 3"/>
                  <a:gd name="T16" fmla="*/ 6 w 6"/>
                  <a:gd name="T17" fmla="*/ 1 h 3"/>
                  <a:gd name="T18" fmla="*/ 6 w 6"/>
                  <a:gd name="T19" fmla="*/ 2 h 3"/>
                  <a:gd name="T20" fmla="*/ 6 w 6"/>
                  <a:gd name="T21" fmla="*/ 2 h 3"/>
                  <a:gd name="T22" fmla="*/ 5 w 6"/>
                  <a:gd name="T23" fmla="*/ 2 h 3"/>
                  <a:gd name="T24" fmla="*/ 0 w 6"/>
                  <a:gd name="T25" fmla="*/ 3 h 3"/>
                  <a:gd name="T26" fmla="*/ 2 w 6"/>
                  <a:gd name="T27" fmla="*/ 1 h 3"/>
                  <a:gd name="T28" fmla="*/ 1 w 6"/>
                  <a:gd name="T29" fmla="*/ 2 h 3"/>
                  <a:gd name="T30" fmla="*/ 5 w 6"/>
                  <a:gd name="T31" fmla="*/ 2 h 3"/>
                  <a:gd name="T32" fmla="*/ 5 w 6"/>
                  <a:gd name="T33" fmla="*/ 2 h 3"/>
                  <a:gd name="T34" fmla="*/ 5 w 6"/>
                  <a:gd name="T35" fmla="*/ 1 h 3"/>
                  <a:gd name="T36" fmla="*/ 2 w 6"/>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0" y="3"/>
                    </a:moveTo>
                    <a:cubicBezTo>
                      <a:pt x="0" y="3"/>
                      <a:pt x="0" y="2"/>
                      <a:pt x="0" y="2"/>
                    </a:cubicBezTo>
                    <a:cubicBezTo>
                      <a:pt x="0" y="2"/>
                      <a:pt x="0" y="2"/>
                      <a:pt x="0" y="1"/>
                    </a:cubicBezTo>
                    <a:cubicBezTo>
                      <a:pt x="1" y="1"/>
                      <a:pt x="1" y="1"/>
                      <a:pt x="1" y="1"/>
                    </a:cubicBezTo>
                    <a:cubicBezTo>
                      <a:pt x="1" y="1"/>
                      <a:pt x="1" y="1"/>
                      <a:pt x="1" y="1"/>
                    </a:cubicBezTo>
                    <a:cubicBezTo>
                      <a:pt x="1" y="1"/>
                      <a:pt x="1" y="1"/>
                      <a:pt x="1" y="1"/>
                    </a:cubicBezTo>
                    <a:cubicBezTo>
                      <a:pt x="3" y="0"/>
                      <a:pt x="4" y="0"/>
                      <a:pt x="6" y="0"/>
                    </a:cubicBezTo>
                    <a:cubicBezTo>
                      <a:pt x="6" y="0"/>
                      <a:pt x="6" y="0"/>
                      <a:pt x="6" y="1"/>
                    </a:cubicBezTo>
                    <a:cubicBezTo>
                      <a:pt x="6" y="1"/>
                      <a:pt x="6" y="1"/>
                      <a:pt x="6" y="1"/>
                    </a:cubicBezTo>
                    <a:cubicBezTo>
                      <a:pt x="6" y="1"/>
                      <a:pt x="6" y="2"/>
                      <a:pt x="6" y="2"/>
                    </a:cubicBezTo>
                    <a:cubicBezTo>
                      <a:pt x="6" y="2"/>
                      <a:pt x="6" y="2"/>
                      <a:pt x="6" y="2"/>
                    </a:cubicBezTo>
                    <a:cubicBezTo>
                      <a:pt x="6" y="2"/>
                      <a:pt x="6" y="2"/>
                      <a:pt x="5" y="2"/>
                    </a:cubicBezTo>
                    <a:cubicBezTo>
                      <a:pt x="4" y="3"/>
                      <a:pt x="2" y="3"/>
                      <a:pt x="0" y="3"/>
                    </a:cubicBezTo>
                    <a:close/>
                    <a:moveTo>
                      <a:pt x="2" y="1"/>
                    </a:moveTo>
                    <a:cubicBezTo>
                      <a:pt x="1" y="1"/>
                      <a:pt x="1" y="2"/>
                      <a:pt x="1" y="2"/>
                    </a:cubicBezTo>
                    <a:cubicBezTo>
                      <a:pt x="2" y="2"/>
                      <a:pt x="4" y="2"/>
                      <a:pt x="5" y="2"/>
                    </a:cubicBezTo>
                    <a:cubicBezTo>
                      <a:pt x="5"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3" name="Freeform 708"/>
              <p:cNvSpPr>
                <a:spLocks noEditPoints="1"/>
              </p:cNvSpPr>
              <p:nvPr/>
            </p:nvSpPr>
            <p:spPr bwMode="auto">
              <a:xfrm>
                <a:off x="3600" y="1441"/>
                <a:ext cx="10" cy="5"/>
              </a:xfrm>
              <a:custGeom>
                <a:avLst/>
                <a:gdLst>
                  <a:gd name="T0" fmla="*/ 0 w 4"/>
                  <a:gd name="T1" fmla="*/ 2 h 2"/>
                  <a:gd name="T2" fmla="*/ 0 w 4"/>
                  <a:gd name="T3" fmla="*/ 2 h 2"/>
                  <a:gd name="T4" fmla="*/ 0 w 4"/>
                  <a:gd name="T5" fmla="*/ 2 h 2"/>
                  <a:gd name="T6" fmla="*/ 0 w 4"/>
                  <a:gd name="T7" fmla="*/ 0 h 2"/>
                  <a:gd name="T8" fmla="*/ 0 w 4"/>
                  <a:gd name="T9" fmla="*/ 0 h 2"/>
                  <a:gd name="T10" fmla="*/ 4 w 4"/>
                  <a:gd name="T11" fmla="*/ 0 h 2"/>
                  <a:gd name="T12" fmla="*/ 4 w 4"/>
                  <a:gd name="T13" fmla="*/ 0 h 2"/>
                  <a:gd name="T14" fmla="*/ 4 w 4"/>
                  <a:gd name="T15" fmla="*/ 2 h 2"/>
                  <a:gd name="T16" fmla="*/ 4 w 4"/>
                  <a:gd name="T17" fmla="*/ 2 h 2"/>
                  <a:gd name="T18" fmla="*/ 4 w 4"/>
                  <a:gd name="T19" fmla="*/ 2 h 2"/>
                  <a:gd name="T20" fmla="*/ 0 w 4"/>
                  <a:gd name="T21" fmla="*/ 2 h 2"/>
                  <a:gd name="T22" fmla="*/ 1 w 4"/>
                  <a:gd name="T23" fmla="*/ 1 h 2"/>
                  <a:gd name="T24" fmla="*/ 1 w 4"/>
                  <a:gd name="T25" fmla="*/ 1 h 2"/>
                  <a:gd name="T26" fmla="*/ 3 w 4"/>
                  <a:gd name="T27" fmla="*/ 1 h 2"/>
                  <a:gd name="T28" fmla="*/ 3 w 4"/>
                  <a:gd name="T29" fmla="*/ 1 h 2"/>
                  <a:gd name="T30" fmla="*/ 1 w 4"/>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
                    <a:moveTo>
                      <a:pt x="0" y="2"/>
                    </a:moveTo>
                    <a:cubicBezTo>
                      <a:pt x="0" y="2"/>
                      <a:pt x="0" y="2"/>
                      <a:pt x="0" y="2"/>
                    </a:cubicBezTo>
                    <a:cubicBezTo>
                      <a:pt x="0" y="2"/>
                      <a:pt x="0" y="2"/>
                      <a:pt x="0" y="2"/>
                    </a:cubicBezTo>
                    <a:cubicBezTo>
                      <a:pt x="0" y="0"/>
                      <a:pt x="0" y="0"/>
                      <a:pt x="0" y="0"/>
                    </a:cubicBezTo>
                    <a:cubicBezTo>
                      <a:pt x="0" y="0"/>
                      <a:pt x="0" y="0"/>
                      <a:pt x="0" y="0"/>
                    </a:cubicBezTo>
                    <a:cubicBezTo>
                      <a:pt x="2" y="0"/>
                      <a:pt x="3" y="0"/>
                      <a:pt x="4" y="0"/>
                    </a:cubicBezTo>
                    <a:cubicBezTo>
                      <a:pt x="4" y="0"/>
                      <a:pt x="4" y="0"/>
                      <a:pt x="4" y="0"/>
                    </a:cubicBezTo>
                    <a:cubicBezTo>
                      <a:pt x="4" y="1"/>
                      <a:pt x="4" y="1"/>
                      <a:pt x="4" y="2"/>
                    </a:cubicBezTo>
                    <a:cubicBezTo>
                      <a:pt x="4" y="2"/>
                      <a:pt x="4" y="2"/>
                      <a:pt x="4" y="2"/>
                    </a:cubicBezTo>
                    <a:cubicBezTo>
                      <a:pt x="4" y="2"/>
                      <a:pt x="4" y="2"/>
                      <a:pt x="4" y="2"/>
                    </a:cubicBezTo>
                    <a:cubicBezTo>
                      <a:pt x="4" y="2"/>
                      <a:pt x="0" y="2"/>
                      <a:pt x="0" y="2"/>
                    </a:cubicBezTo>
                    <a:close/>
                    <a:moveTo>
                      <a:pt x="1" y="1"/>
                    </a:moveTo>
                    <a:cubicBezTo>
                      <a:pt x="1" y="1"/>
                      <a:pt x="1" y="1"/>
                      <a:pt x="1" y="1"/>
                    </a:cubicBezTo>
                    <a:cubicBezTo>
                      <a:pt x="3" y="1"/>
                      <a:pt x="3" y="1"/>
                      <a:pt x="3" y="1"/>
                    </a:cubicBezTo>
                    <a:cubicBezTo>
                      <a:pt x="3" y="1"/>
                      <a:pt x="3" y="1"/>
                      <a:pt x="3"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4" name="Freeform 709"/>
              <p:cNvSpPr>
                <a:spLocks noEditPoints="1"/>
              </p:cNvSpPr>
              <p:nvPr/>
            </p:nvSpPr>
            <p:spPr bwMode="auto">
              <a:xfrm>
                <a:off x="3624" y="1441"/>
                <a:ext cx="15" cy="5"/>
              </a:xfrm>
              <a:custGeom>
                <a:avLst/>
                <a:gdLst>
                  <a:gd name="T0" fmla="*/ 1 w 6"/>
                  <a:gd name="T1" fmla="*/ 2 h 2"/>
                  <a:gd name="T2" fmla="*/ 1 w 6"/>
                  <a:gd name="T3" fmla="*/ 2 h 2"/>
                  <a:gd name="T4" fmla="*/ 0 w 6"/>
                  <a:gd name="T5" fmla="*/ 1 h 2"/>
                  <a:gd name="T6" fmla="*/ 0 w 6"/>
                  <a:gd name="T7" fmla="*/ 0 h 2"/>
                  <a:gd name="T8" fmla="*/ 1 w 6"/>
                  <a:gd name="T9" fmla="*/ 0 h 2"/>
                  <a:gd name="T10" fmla="*/ 5 w 6"/>
                  <a:gd name="T11" fmla="*/ 0 h 2"/>
                  <a:gd name="T12" fmla="*/ 6 w 6"/>
                  <a:gd name="T13" fmla="*/ 1 h 2"/>
                  <a:gd name="T14" fmla="*/ 6 w 6"/>
                  <a:gd name="T15" fmla="*/ 1 h 2"/>
                  <a:gd name="T16" fmla="*/ 6 w 6"/>
                  <a:gd name="T17" fmla="*/ 2 h 2"/>
                  <a:gd name="T18" fmla="*/ 6 w 6"/>
                  <a:gd name="T19" fmla="*/ 2 h 2"/>
                  <a:gd name="T20" fmla="*/ 1 w 6"/>
                  <a:gd name="T21" fmla="*/ 2 h 2"/>
                  <a:gd name="T22" fmla="*/ 1 w 6"/>
                  <a:gd name="T23" fmla="*/ 1 h 2"/>
                  <a:gd name="T24" fmla="*/ 1 w 6"/>
                  <a:gd name="T25" fmla="*/ 1 h 2"/>
                  <a:gd name="T26" fmla="*/ 5 w 6"/>
                  <a:gd name="T27" fmla="*/ 1 h 2"/>
                  <a:gd name="T28" fmla="*/ 5 w 6"/>
                  <a:gd name="T29" fmla="*/ 1 h 2"/>
                  <a:gd name="T30" fmla="*/ 5 w 6"/>
                  <a:gd name="T31" fmla="*/ 1 h 2"/>
                  <a:gd name="T32" fmla="*/ 1 w 6"/>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1" y="2"/>
                    </a:moveTo>
                    <a:cubicBezTo>
                      <a:pt x="1" y="2"/>
                      <a:pt x="1" y="2"/>
                      <a:pt x="1" y="2"/>
                    </a:cubicBezTo>
                    <a:cubicBezTo>
                      <a:pt x="0" y="1"/>
                      <a:pt x="0" y="1"/>
                      <a:pt x="0" y="1"/>
                    </a:cubicBezTo>
                    <a:cubicBezTo>
                      <a:pt x="0" y="0"/>
                      <a:pt x="0" y="0"/>
                      <a:pt x="0" y="0"/>
                    </a:cubicBezTo>
                    <a:cubicBezTo>
                      <a:pt x="0" y="0"/>
                      <a:pt x="1" y="0"/>
                      <a:pt x="1" y="0"/>
                    </a:cubicBezTo>
                    <a:cubicBezTo>
                      <a:pt x="2" y="0"/>
                      <a:pt x="3" y="0"/>
                      <a:pt x="5" y="0"/>
                    </a:cubicBezTo>
                    <a:cubicBezTo>
                      <a:pt x="6" y="0"/>
                      <a:pt x="6" y="0"/>
                      <a:pt x="6" y="1"/>
                    </a:cubicBezTo>
                    <a:cubicBezTo>
                      <a:pt x="6" y="1"/>
                      <a:pt x="6" y="1"/>
                      <a:pt x="6" y="1"/>
                    </a:cubicBezTo>
                    <a:cubicBezTo>
                      <a:pt x="6" y="1"/>
                      <a:pt x="6" y="2"/>
                      <a:pt x="6" y="2"/>
                    </a:cubicBezTo>
                    <a:cubicBezTo>
                      <a:pt x="6" y="2"/>
                      <a:pt x="6" y="2"/>
                      <a:pt x="6" y="2"/>
                    </a:cubicBezTo>
                    <a:cubicBezTo>
                      <a:pt x="4" y="2"/>
                      <a:pt x="3" y="2"/>
                      <a:pt x="1" y="2"/>
                    </a:cubicBezTo>
                    <a:close/>
                    <a:moveTo>
                      <a:pt x="1" y="1"/>
                    </a:moveTo>
                    <a:cubicBezTo>
                      <a:pt x="1" y="1"/>
                      <a:pt x="1" y="1"/>
                      <a:pt x="1" y="1"/>
                    </a:cubicBezTo>
                    <a:cubicBezTo>
                      <a:pt x="3" y="1"/>
                      <a:pt x="4" y="1"/>
                      <a:pt x="5" y="1"/>
                    </a:cubicBezTo>
                    <a:cubicBezTo>
                      <a:pt x="5" y="1"/>
                      <a:pt x="5" y="1"/>
                      <a:pt x="5" y="1"/>
                    </a:cubicBezTo>
                    <a:cubicBezTo>
                      <a:pt x="5" y="1"/>
                      <a:pt x="5" y="1"/>
                      <a:pt x="5" y="1"/>
                    </a:cubicBezTo>
                    <a:cubicBezTo>
                      <a:pt x="4"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5" name="Freeform 710"/>
              <p:cNvSpPr>
                <a:spLocks noEditPoints="1"/>
              </p:cNvSpPr>
              <p:nvPr/>
            </p:nvSpPr>
            <p:spPr bwMode="auto">
              <a:xfrm>
                <a:off x="3627" y="1449"/>
                <a:ext cx="17" cy="5"/>
              </a:xfrm>
              <a:custGeom>
                <a:avLst/>
                <a:gdLst>
                  <a:gd name="T0" fmla="*/ 1 w 7"/>
                  <a:gd name="T1" fmla="*/ 2 h 2"/>
                  <a:gd name="T2" fmla="*/ 1 w 7"/>
                  <a:gd name="T3" fmla="*/ 2 h 2"/>
                  <a:gd name="T4" fmla="*/ 1 w 7"/>
                  <a:gd name="T5" fmla="*/ 1 h 2"/>
                  <a:gd name="T6" fmla="*/ 1 w 7"/>
                  <a:gd name="T7" fmla="*/ 1 h 2"/>
                  <a:gd name="T8" fmla="*/ 1 w 7"/>
                  <a:gd name="T9" fmla="*/ 0 h 2"/>
                  <a:gd name="T10" fmla="*/ 5 w 7"/>
                  <a:gd name="T11" fmla="*/ 1 h 2"/>
                  <a:gd name="T12" fmla="*/ 6 w 7"/>
                  <a:gd name="T13" fmla="*/ 1 h 2"/>
                  <a:gd name="T14" fmla="*/ 7 w 7"/>
                  <a:gd name="T15" fmla="*/ 2 h 2"/>
                  <a:gd name="T16" fmla="*/ 7 w 7"/>
                  <a:gd name="T17" fmla="*/ 2 h 2"/>
                  <a:gd name="T18" fmla="*/ 6 w 7"/>
                  <a:gd name="T19" fmla="*/ 2 h 2"/>
                  <a:gd name="T20" fmla="*/ 1 w 7"/>
                  <a:gd name="T21" fmla="*/ 2 h 2"/>
                  <a:gd name="T22" fmla="*/ 2 w 7"/>
                  <a:gd name="T23" fmla="*/ 1 h 2"/>
                  <a:gd name="T24" fmla="*/ 2 w 7"/>
                  <a:gd name="T25" fmla="*/ 2 h 2"/>
                  <a:gd name="T26" fmla="*/ 6 w 7"/>
                  <a:gd name="T27" fmla="*/ 2 h 2"/>
                  <a:gd name="T28" fmla="*/ 6 w 7"/>
                  <a:gd name="T29" fmla="*/ 1 h 2"/>
                  <a:gd name="T30" fmla="*/ 5 w 7"/>
                  <a:gd name="T31" fmla="*/ 1 h 2"/>
                  <a:gd name="T32" fmla="*/ 2 w 7"/>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2">
                    <a:moveTo>
                      <a:pt x="1" y="2"/>
                    </a:moveTo>
                    <a:cubicBezTo>
                      <a:pt x="1" y="2"/>
                      <a:pt x="1" y="2"/>
                      <a:pt x="1" y="2"/>
                    </a:cubicBezTo>
                    <a:cubicBezTo>
                      <a:pt x="1" y="1"/>
                      <a:pt x="1" y="1"/>
                      <a:pt x="1" y="1"/>
                    </a:cubicBezTo>
                    <a:cubicBezTo>
                      <a:pt x="0" y="1"/>
                      <a:pt x="0" y="1"/>
                      <a:pt x="1" y="1"/>
                    </a:cubicBezTo>
                    <a:cubicBezTo>
                      <a:pt x="1" y="1"/>
                      <a:pt x="1" y="0"/>
                      <a:pt x="1" y="0"/>
                    </a:cubicBezTo>
                    <a:cubicBezTo>
                      <a:pt x="2" y="0"/>
                      <a:pt x="4" y="0"/>
                      <a:pt x="5" y="1"/>
                    </a:cubicBezTo>
                    <a:cubicBezTo>
                      <a:pt x="6" y="1"/>
                      <a:pt x="6" y="1"/>
                      <a:pt x="6" y="1"/>
                    </a:cubicBezTo>
                    <a:cubicBezTo>
                      <a:pt x="6" y="1"/>
                      <a:pt x="7" y="2"/>
                      <a:pt x="7" y="2"/>
                    </a:cubicBezTo>
                    <a:cubicBezTo>
                      <a:pt x="7" y="2"/>
                      <a:pt x="7" y="2"/>
                      <a:pt x="7" y="2"/>
                    </a:cubicBezTo>
                    <a:cubicBezTo>
                      <a:pt x="6" y="2"/>
                      <a:pt x="6" y="2"/>
                      <a:pt x="6" y="2"/>
                    </a:cubicBezTo>
                    <a:cubicBezTo>
                      <a:pt x="5" y="2"/>
                      <a:pt x="3" y="2"/>
                      <a:pt x="1" y="2"/>
                    </a:cubicBezTo>
                    <a:close/>
                    <a:moveTo>
                      <a:pt x="2" y="1"/>
                    </a:moveTo>
                    <a:cubicBezTo>
                      <a:pt x="2" y="2"/>
                      <a:pt x="2" y="2"/>
                      <a:pt x="2" y="2"/>
                    </a:cubicBezTo>
                    <a:cubicBezTo>
                      <a:pt x="3" y="2"/>
                      <a:pt x="4" y="2"/>
                      <a:pt x="6" y="2"/>
                    </a:cubicBezTo>
                    <a:cubicBezTo>
                      <a:pt x="6" y="1"/>
                      <a:pt x="6" y="1"/>
                      <a:pt x="6" y="1"/>
                    </a:cubicBezTo>
                    <a:cubicBezTo>
                      <a:pt x="6"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6" name="Freeform 711"/>
              <p:cNvSpPr>
                <a:spLocks noEditPoints="1"/>
              </p:cNvSpPr>
              <p:nvPr/>
            </p:nvSpPr>
            <p:spPr bwMode="auto">
              <a:xfrm>
                <a:off x="3612" y="1441"/>
                <a:ext cx="12" cy="5"/>
              </a:xfrm>
              <a:custGeom>
                <a:avLst/>
                <a:gdLst>
                  <a:gd name="T0" fmla="*/ 0 w 5"/>
                  <a:gd name="T1" fmla="*/ 2 h 2"/>
                  <a:gd name="T2" fmla="*/ 0 w 5"/>
                  <a:gd name="T3" fmla="*/ 2 h 2"/>
                  <a:gd name="T4" fmla="*/ 0 w 5"/>
                  <a:gd name="T5" fmla="*/ 0 h 2"/>
                  <a:gd name="T6" fmla="*/ 0 w 5"/>
                  <a:gd name="T7" fmla="*/ 0 h 2"/>
                  <a:gd name="T8" fmla="*/ 0 w 5"/>
                  <a:gd name="T9" fmla="*/ 0 h 2"/>
                  <a:gd name="T10" fmla="*/ 4 w 5"/>
                  <a:gd name="T11" fmla="*/ 0 h 2"/>
                  <a:gd name="T12" fmla="*/ 4 w 5"/>
                  <a:gd name="T13" fmla="*/ 0 h 2"/>
                  <a:gd name="T14" fmla="*/ 4 w 5"/>
                  <a:gd name="T15" fmla="*/ 0 h 2"/>
                  <a:gd name="T16" fmla="*/ 5 w 5"/>
                  <a:gd name="T17" fmla="*/ 1 h 2"/>
                  <a:gd name="T18" fmla="*/ 5 w 5"/>
                  <a:gd name="T19" fmla="*/ 1 h 2"/>
                  <a:gd name="T20" fmla="*/ 5 w 5"/>
                  <a:gd name="T21" fmla="*/ 2 h 2"/>
                  <a:gd name="T22" fmla="*/ 5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0" y="2"/>
                    </a:moveTo>
                    <a:cubicBezTo>
                      <a:pt x="0" y="2"/>
                      <a:pt x="0" y="2"/>
                      <a:pt x="0" y="2"/>
                    </a:cubicBezTo>
                    <a:cubicBezTo>
                      <a:pt x="0" y="1"/>
                      <a:pt x="0" y="1"/>
                      <a:pt x="0" y="0"/>
                    </a:cubicBezTo>
                    <a:cubicBezTo>
                      <a:pt x="0" y="0"/>
                      <a:pt x="0" y="0"/>
                      <a:pt x="0" y="0"/>
                    </a:cubicBezTo>
                    <a:cubicBezTo>
                      <a:pt x="0" y="0"/>
                      <a:pt x="0" y="0"/>
                      <a:pt x="0" y="0"/>
                    </a:cubicBezTo>
                    <a:cubicBezTo>
                      <a:pt x="4" y="0"/>
                      <a:pt x="4" y="0"/>
                      <a:pt x="4" y="0"/>
                    </a:cubicBezTo>
                    <a:cubicBezTo>
                      <a:pt x="4" y="0"/>
                      <a:pt x="4" y="0"/>
                      <a:pt x="4" y="0"/>
                    </a:cubicBezTo>
                    <a:cubicBezTo>
                      <a:pt x="4" y="0"/>
                      <a:pt x="4" y="0"/>
                      <a:pt x="4" y="0"/>
                    </a:cubicBezTo>
                    <a:cubicBezTo>
                      <a:pt x="5" y="0"/>
                      <a:pt x="5" y="1"/>
                      <a:pt x="5" y="1"/>
                    </a:cubicBezTo>
                    <a:cubicBezTo>
                      <a:pt x="5" y="1"/>
                      <a:pt x="5" y="1"/>
                      <a:pt x="5" y="1"/>
                    </a:cubicBezTo>
                    <a:cubicBezTo>
                      <a:pt x="5" y="1"/>
                      <a:pt x="5" y="2"/>
                      <a:pt x="5" y="2"/>
                    </a:cubicBezTo>
                    <a:cubicBezTo>
                      <a:pt x="5" y="2"/>
                      <a:pt x="5" y="2"/>
                      <a:pt x="5" y="2"/>
                    </a:cubicBezTo>
                    <a:cubicBezTo>
                      <a:pt x="5"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7" name="Freeform 712"/>
              <p:cNvSpPr>
                <a:spLocks noEditPoints="1"/>
              </p:cNvSpPr>
              <p:nvPr/>
            </p:nvSpPr>
            <p:spPr bwMode="auto">
              <a:xfrm>
                <a:off x="3614" y="1449"/>
                <a:ext cx="13" cy="5"/>
              </a:xfrm>
              <a:custGeom>
                <a:avLst/>
                <a:gdLst>
                  <a:gd name="T0" fmla="*/ 1 w 5"/>
                  <a:gd name="T1" fmla="*/ 2 h 2"/>
                  <a:gd name="T2" fmla="*/ 0 w 5"/>
                  <a:gd name="T3" fmla="*/ 2 h 2"/>
                  <a:gd name="T4" fmla="*/ 0 w 5"/>
                  <a:gd name="T5" fmla="*/ 1 h 2"/>
                  <a:gd name="T6" fmla="*/ 0 w 5"/>
                  <a:gd name="T7" fmla="*/ 0 h 2"/>
                  <a:gd name="T8" fmla="*/ 1 w 5"/>
                  <a:gd name="T9" fmla="*/ 0 h 2"/>
                  <a:gd name="T10" fmla="*/ 4 w 5"/>
                  <a:gd name="T11" fmla="*/ 0 h 2"/>
                  <a:gd name="T12" fmla="*/ 5 w 5"/>
                  <a:gd name="T13" fmla="*/ 1 h 2"/>
                  <a:gd name="T14" fmla="*/ 5 w 5"/>
                  <a:gd name="T15" fmla="*/ 1 h 2"/>
                  <a:gd name="T16" fmla="*/ 5 w 5"/>
                  <a:gd name="T17" fmla="*/ 1 h 2"/>
                  <a:gd name="T18" fmla="*/ 5 w 5"/>
                  <a:gd name="T19" fmla="*/ 2 h 2"/>
                  <a:gd name="T20" fmla="*/ 5 w 5"/>
                  <a:gd name="T21" fmla="*/ 2 h 2"/>
                  <a:gd name="T22" fmla="*/ 5 w 5"/>
                  <a:gd name="T23" fmla="*/ 2 h 2"/>
                  <a:gd name="T24" fmla="*/ 1 w 5"/>
                  <a:gd name="T25" fmla="*/ 2 h 2"/>
                  <a:gd name="T26" fmla="*/ 1 w 5"/>
                  <a:gd name="T27" fmla="*/ 1 h 2"/>
                  <a:gd name="T28" fmla="*/ 1 w 5"/>
                  <a:gd name="T29" fmla="*/ 2 h 2"/>
                  <a:gd name="T30" fmla="*/ 4 w 5"/>
                  <a:gd name="T31" fmla="*/ 2 h 2"/>
                  <a:gd name="T32" fmla="*/ 4 w 5"/>
                  <a:gd name="T33" fmla="*/ 1 h 2"/>
                  <a:gd name="T34" fmla="*/ 4 w 5"/>
                  <a:gd name="T35" fmla="*/ 1 h 2"/>
                  <a:gd name="T36" fmla="*/ 4 w 5"/>
                  <a:gd name="T37" fmla="*/ 1 h 2"/>
                  <a:gd name="T38" fmla="*/ 1 w 5"/>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2">
                    <a:moveTo>
                      <a:pt x="1" y="2"/>
                    </a:moveTo>
                    <a:cubicBezTo>
                      <a:pt x="1" y="2"/>
                      <a:pt x="0" y="2"/>
                      <a:pt x="0" y="2"/>
                    </a:cubicBezTo>
                    <a:cubicBezTo>
                      <a:pt x="0" y="2"/>
                      <a:pt x="0" y="1"/>
                      <a:pt x="0" y="1"/>
                    </a:cubicBezTo>
                    <a:cubicBezTo>
                      <a:pt x="0" y="1"/>
                      <a:pt x="0" y="1"/>
                      <a:pt x="0" y="0"/>
                    </a:cubicBezTo>
                    <a:cubicBezTo>
                      <a:pt x="0" y="0"/>
                      <a:pt x="0" y="0"/>
                      <a:pt x="1" y="0"/>
                    </a:cubicBezTo>
                    <a:cubicBezTo>
                      <a:pt x="4" y="0"/>
                      <a:pt x="4" y="0"/>
                      <a:pt x="4" y="0"/>
                    </a:cubicBezTo>
                    <a:cubicBezTo>
                      <a:pt x="4" y="0"/>
                      <a:pt x="5" y="0"/>
                      <a:pt x="5" y="1"/>
                    </a:cubicBezTo>
                    <a:cubicBezTo>
                      <a:pt x="5" y="1"/>
                      <a:pt x="5" y="1"/>
                      <a:pt x="5" y="1"/>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1" y="1"/>
                    </a:moveTo>
                    <a:cubicBezTo>
                      <a:pt x="1" y="1"/>
                      <a:pt x="1" y="1"/>
                      <a:pt x="1" y="2"/>
                    </a:cubicBezTo>
                    <a:cubicBezTo>
                      <a:pt x="4" y="2"/>
                      <a:pt x="4" y="2"/>
                      <a:pt x="4" y="2"/>
                    </a:cubicBezTo>
                    <a:cubicBezTo>
                      <a:pt x="4" y="2"/>
                      <a:pt x="4" y="1"/>
                      <a:pt x="4" y="1"/>
                    </a:cubicBezTo>
                    <a:cubicBezTo>
                      <a:pt x="4" y="1"/>
                      <a:pt x="4" y="1"/>
                      <a:pt x="4" y="1"/>
                    </a:cubicBezTo>
                    <a:cubicBezTo>
                      <a:pt x="4" y="1"/>
                      <a:pt x="4" y="1"/>
                      <a:pt x="4" y="1"/>
                    </a:cubicBezTo>
                    <a:cubicBezTo>
                      <a:pt x="4"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8" name="Freeform 713"/>
              <p:cNvSpPr>
                <a:spLocks noEditPoints="1"/>
              </p:cNvSpPr>
              <p:nvPr/>
            </p:nvSpPr>
            <p:spPr bwMode="auto">
              <a:xfrm>
                <a:off x="3585" y="1441"/>
                <a:ext cx="12" cy="5"/>
              </a:xfrm>
              <a:custGeom>
                <a:avLst/>
                <a:gdLst>
                  <a:gd name="T0" fmla="*/ 1 w 5"/>
                  <a:gd name="T1" fmla="*/ 2 h 2"/>
                  <a:gd name="T2" fmla="*/ 0 w 5"/>
                  <a:gd name="T3" fmla="*/ 2 h 2"/>
                  <a:gd name="T4" fmla="*/ 0 w 5"/>
                  <a:gd name="T5" fmla="*/ 1 h 2"/>
                  <a:gd name="T6" fmla="*/ 1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5 w 5"/>
                  <a:gd name="T23" fmla="*/ 2 h 2"/>
                  <a:gd name="T24" fmla="*/ 1 w 5"/>
                  <a:gd name="T25" fmla="*/ 2 h 2"/>
                  <a:gd name="T26" fmla="*/ 2 w 5"/>
                  <a:gd name="T27" fmla="*/ 1 h 2"/>
                  <a:gd name="T28" fmla="*/ 1 w 5"/>
                  <a:gd name="T29" fmla="*/ 1 h 2"/>
                  <a:gd name="T30" fmla="*/ 4 w 5"/>
                  <a:gd name="T31" fmla="*/ 1 h 2"/>
                  <a:gd name="T32" fmla="*/ 4 w 5"/>
                  <a:gd name="T33" fmla="*/ 1 h 2"/>
                  <a:gd name="T34" fmla="*/ 2 w 5"/>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2">
                    <a:moveTo>
                      <a:pt x="1" y="2"/>
                    </a:moveTo>
                    <a:cubicBezTo>
                      <a:pt x="1" y="2"/>
                      <a:pt x="0" y="2"/>
                      <a:pt x="0" y="2"/>
                    </a:cubicBezTo>
                    <a:cubicBezTo>
                      <a:pt x="0" y="2"/>
                      <a:pt x="0" y="2"/>
                      <a:pt x="0" y="1"/>
                    </a:cubicBezTo>
                    <a:cubicBezTo>
                      <a:pt x="1" y="1"/>
                      <a:pt x="1" y="1"/>
                      <a:pt x="1" y="0"/>
                    </a:cubicBezTo>
                    <a:cubicBezTo>
                      <a:pt x="1" y="0"/>
                      <a:pt x="1" y="0"/>
                      <a:pt x="1" y="0"/>
                    </a:cubicBezTo>
                    <a:cubicBezTo>
                      <a:pt x="2" y="0"/>
                      <a:pt x="4" y="0"/>
                      <a:pt x="5" y="0"/>
                    </a:cubicBezTo>
                    <a:cubicBezTo>
                      <a:pt x="5" y="0"/>
                      <a:pt x="5" y="0"/>
                      <a:pt x="5" y="0"/>
                    </a:cubicBezTo>
                    <a:cubicBezTo>
                      <a:pt x="5" y="0"/>
                      <a:pt x="5" y="0"/>
                      <a:pt x="5" y="0"/>
                    </a:cubicBezTo>
                    <a:cubicBezTo>
                      <a:pt x="5" y="1"/>
                      <a:pt x="5" y="1"/>
                      <a:pt x="5" y="1"/>
                    </a:cubicBezTo>
                    <a:cubicBezTo>
                      <a:pt x="5" y="1"/>
                      <a:pt x="5" y="2"/>
                      <a:pt x="5" y="2"/>
                    </a:cubicBezTo>
                    <a:cubicBezTo>
                      <a:pt x="5" y="2"/>
                      <a:pt x="5" y="2"/>
                      <a:pt x="5" y="2"/>
                    </a:cubicBezTo>
                    <a:cubicBezTo>
                      <a:pt x="5" y="2"/>
                      <a:pt x="5" y="2"/>
                      <a:pt x="5" y="2"/>
                    </a:cubicBezTo>
                    <a:cubicBezTo>
                      <a:pt x="5" y="2"/>
                      <a:pt x="1" y="2"/>
                      <a:pt x="1" y="2"/>
                    </a:cubicBezTo>
                    <a:close/>
                    <a:moveTo>
                      <a:pt x="2" y="1"/>
                    </a:moveTo>
                    <a:cubicBezTo>
                      <a:pt x="2" y="1"/>
                      <a:pt x="2" y="1"/>
                      <a:pt x="1" y="1"/>
                    </a:cubicBezTo>
                    <a:cubicBezTo>
                      <a:pt x="4" y="1"/>
                      <a:pt x="4" y="1"/>
                      <a:pt x="4" y="1"/>
                    </a:cubicBezTo>
                    <a:cubicBezTo>
                      <a:pt x="4" y="1"/>
                      <a:pt x="4" y="1"/>
                      <a:pt x="4" y="1"/>
                    </a:cubicBezTo>
                    <a:cubicBezTo>
                      <a:pt x="3"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9" name="Freeform 714"/>
              <p:cNvSpPr>
                <a:spLocks noEditPoints="1"/>
              </p:cNvSpPr>
              <p:nvPr/>
            </p:nvSpPr>
            <p:spPr bwMode="auto">
              <a:xfrm>
                <a:off x="3573" y="1441"/>
                <a:ext cx="12" cy="5"/>
              </a:xfrm>
              <a:custGeom>
                <a:avLst/>
                <a:gdLst>
                  <a:gd name="T0" fmla="*/ 0 w 5"/>
                  <a:gd name="T1" fmla="*/ 2 h 2"/>
                  <a:gd name="T2" fmla="*/ 0 w 5"/>
                  <a:gd name="T3" fmla="*/ 2 h 2"/>
                  <a:gd name="T4" fmla="*/ 0 w 5"/>
                  <a:gd name="T5" fmla="*/ 2 h 2"/>
                  <a:gd name="T6" fmla="*/ 0 w 5"/>
                  <a:gd name="T7" fmla="*/ 0 h 2"/>
                  <a:gd name="T8" fmla="*/ 1 w 5"/>
                  <a:gd name="T9" fmla="*/ 0 h 2"/>
                  <a:gd name="T10" fmla="*/ 5 w 5"/>
                  <a:gd name="T11" fmla="*/ 0 h 2"/>
                  <a:gd name="T12" fmla="*/ 5 w 5"/>
                  <a:gd name="T13" fmla="*/ 0 h 2"/>
                  <a:gd name="T14" fmla="*/ 5 w 5"/>
                  <a:gd name="T15" fmla="*/ 0 h 2"/>
                  <a:gd name="T16" fmla="*/ 5 w 5"/>
                  <a:gd name="T17" fmla="*/ 1 h 2"/>
                  <a:gd name="T18" fmla="*/ 5 w 5"/>
                  <a:gd name="T19" fmla="*/ 2 h 2"/>
                  <a:gd name="T20" fmla="*/ 5 w 5"/>
                  <a:gd name="T21" fmla="*/ 2 h 2"/>
                  <a:gd name="T22" fmla="*/ 4 w 5"/>
                  <a:gd name="T23" fmla="*/ 2 h 2"/>
                  <a:gd name="T24" fmla="*/ 0 w 5"/>
                  <a:gd name="T25" fmla="*/ 2 h 2"/>
                  <a:gd name="T26" fmla="*/ 1 w 5"/>
                  <a:gd name="T27" fmla="*/ 1 h 2"/>
                  <a:gd name="T28" fmla="*/ 1 w 5"/>
                  <a:gd name="T29" fmla="*/ 1 h 2"/>
                  <a:gd name="T30" fmla="*/ 4 w 5"/>
                  <a:gd name="T31" fmla="*/ 1 h 2"/>
                  <a:gd name="T32" fmla="*/ 4 w 5"/>
                  <a:gd name="T33" fmla="*/ 1 h 2"/>
                  <a:gd name="T34" fmla="*/ 4 w 5"/>
                  <a:gd name="T35" fmla="*/ 1 h 2"/>
                  <a:gd name="T36" fmla="*/ 1 w 5"/>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2">
                    <a:moveTo>
                      <a:pt x="0" y="2"/>
                    </a:moveTo>
                    <a:cubicBezTo>
                      <a:pt x="0" y="2"/>
                      <a:pt x="0" y="2"/>
                      <a:pt x="0" y="2"/>
                    </a:cubicBezTo>
                    <a:cubicBezTo>
                      <a:pt x="0" y="2"/>
                      <a:pt x="0" y="2"/>
                      <a:pt x="0" y="2"/>
                    </a:cubicBezTo>
                    <a:cubicBezTo>
                      <a:pt x="0" y="1"/>
                      <a:pt x="0" y="1"/>
                      <a:pt x="0" y="0"/>
                    </a:cubicBezTo>
                    <a:cubicBezTo>
                      <a:pt x="0" y="0"/>
                      <a:pt x="1" y="0"/>
                      <a:pt x="1" y="0"/>
                    </a:cubicBezTo>
                    <a:cubicBezTo>
                      <a:pt x="2" y="0"/>
                      <a:pt x="3" y="0"/>
                      <a:pt x="5" y="0"/>
                    </a:cubicBezTo>
                    <a:cubicBezTo>
                      <a:pt x="5" y="0"/>
                      <a:pt x="5" y="0"/>
                      <a:pt x="5" y="0"/>
                    </a:cubicBezTo>
                    <a:cubicBezTo>
                      <a:pt x="5" y="0"/>
                      <a:pt x="5" y="0"/>
                      <a:pt x="5" y="0"/>
                    </a:cubicBezTo>
                    <a:cubicBezTo>
                      <a:pt x="5" y="1"/>
                      <a:pt x="5" y="1"/>
                      <a:pt x="5" y="1"/>
                    </a:cubicBezTo>
                    <a:cubicBezTo>
                      <a:pt x="5" y="1"/>
                      <a:pt x="5" y="1"/>
                      <a:pt x="5" y="2"/>
                    </a:cubicBezTo>
                    <a:cubicBezTo>
                      <a:pt x="5" y="2"/>
                      <a:pt x="5" y="2"/>
                      <a:pt x="5" y="2"/>
                    </a:cubicBezTo>
                    <a:cubicBezTo>
                      <a:pt x="5" y="2"/>
                      <a:pt x="4" y="2"/>
                      <a:pt x="4" y="2"/>
                    </a:cubicBezTo>
                    <a:cubicBezTo>
                      <a:pt x="4" y="2"/>
                      <a:pt x="0" y="2"/>
                      <a:pt x="0" y="2"/>
                    </a:cubicBezTo>
                    <a:close/>
                    <a:moveTo>
                      <a:pt x="1" y="1"/>
                    </a:moveTo>
                    <a:cubicBezTo>
                      <a:pt x="1" y="1"/>
                      <a:pt x="1" y="1"/>
                      <a:pt x="1" y="1"/>
                    </a:cubicBezTo>
                    <a:cubicBezTo>
                      <a:pt x="4" y="1"/>
                      <a:pt x="4" y="1"/>
                      <a:pt x="4" y="1"/>
                    </a:cubicBezTo>
                    <a:cubicBezTo>
                      <a:pt x="4" y="1"/>
                      <a:pt x="4" y="1"/>
                      <a:pt x="4" y="1"/>
                    </a:cubicBezTo>
                    <a:cubicBezTo>
                      <a:pt x="4" y="1"/>
                      <a:pt x="4" y="1"/>
                      <a:pt x="4" y="1"/>
                    </a:cubicBezTo>
                    <a:cubicBezTo>
                      <a:pt x="3"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0" name="Freeform 715"/>
              <p:cNvSpPr>
                <a:spLocks/>
              </p:cNvSpPr>
              <p:nvPr/>
            </p:nvSpPr>
            <p:spPr bwMode="auto">
              <a:xfrm>
                <a:off x="3543"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0"/>
                      <a:pt x="1" y="0"/>
                    </a:cubicBezTo>
                    <a:cubicBezTo>
                      <a:pt x="1" y="0"/>
                      <a:pt x="1" y="0"/>
                      <a:pt x="1" y="0"/>
                    </a:cubicBezTo>
                    <a:cubicBezTo>
                      <a:pt x="1" y="0"/>
                      <a:pt x="1" y="0"/>
                      <a:pt x="1"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1" name="Freeform 716"/>
              <p:cNvSpPr>
                <a:spLocks/>
              </p:cNvSpPr>
              <p:nvPr/>
            </p:nvSpPr>
            <p:spPr bwMode="auto">
              <a:xfrm>
                <a:off x="354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0" y="1"/>
                      <a:pt x="0" y="1"/>
                      <a:pt x="0" y="0"/>
                    </a:cubicBezTo>
                    <a:cubicBezTo>
                      <a:pt x="1" y="0"/>
                      <a:pt x="1" y="0"/>
                      <a:pt x="1" y="0"/>
                    </a:cubicBezTo>
                    <a:cubicBezTo>
                      <a:pt x="1" y="0"/>
                      <a:pt x="1" y="1"/>
                      <a:pt x="1" y="1"/>
                    </a:cubicBezTo>
                    <a:cubicBezTo>
                      <a:pt x="1"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2" name="Freeform 717"/>
              <p:cNvSpPr>
                <a:spLocks/>
              </p:cNvSpPr>
              <p:nvPr/>
            </p:nvSpPr>
            <p:spPr bwMode="auto">
              <a:xfrm>
                <a:off x="3553"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0" y="0"/>
                      <a:pt x="0" y="0"/>
                      <a:pt x="1" y="0"/>
                    </a:cubicBezTo>
                    <a:cubicBezTo>
                      <a:pt x="1" y="0"/>
                      <a:pt x="1" y="1"/>
                      <a:pt x="1"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3" name="Freeform 718"/>
              <p:cNvSpPr>
                <a:spLocks/>
              </p:cNvSpPr>
              <p:nvPr/>
            </p:nvSpPr>
            <p:spPr bwMode="auto">
              <a:xfrm>
                <a:off x="3558"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1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0"/>
                      <a:pt x="0" y="0"/>
                      <a:pt x="0" y="0"/>
                    </a:cubicBezTo>
                    <a:cubicBezTo>
                      <a:pt x="1" y="0"/>
                      <a:pt x="1" y="0"/>
                      <a:pt x="1" y="0"/>
                    </a:cubicBezTo>
                    <a:cubicBezTo>
                      <a:pt x="1" y="0"/>
                      <a:pt x="1" y="0"/>
                      <a:pt x="1" y="1"/>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4" name="Freeform 719"/>
              <p:cNvSpPr>
                <a:spLocks/>
              </p:cNvSpPr>
              <p:nvPr/>
            </p:nvSpPr>
            <p:spPr bwMode="auto">
              <a:xfrm>
                <a:off x="3563" y="1459"/>
                <a:ext cx="2" cy="5"/>
              </a:xfrm>
              <a:custGeom>
                <a:avLst/>
                <a:gdLst>
                  <a:gd name="T0" fmla="*/ 1 w 1"/>
                  <a:gd name="T1" fmla="*/ 2 h 2"/>
                  <a:gd name="T2" fmla="*/ 0 w 1"/>
                  <a:gd name="T3" fmla="*/ 2 h 2"/>
                  <a:gd name="T4" fmla="*/ 0 w 1"/>
                  <a:gd name="T5" fmla="*/ 2 h 2"/>
                  <a:gd name="T6" fmla="*/ 1 w 1"/>
                  <a:gd name="T7" fmla="*/ 0 h 2"/>
                  <a:gd name="T8" fmla="*/ 1 w 1"/>
                  <a:gd name="T9" fmla="*/ 0 h 2"/>
                  <a:gd name="T10" fmla="*/ 1 w 1"/>
                  <a:gd name="T11" fmla="*/ 1 h 2"/>
                  <a:gd name="T12" fmla="*/ 1 w 1"/>
                  <a:gd name="T13" fmla="*/ 2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0" y="2"/>
                      <a:pt x="0" y="2"/>
                      <a:pt x="0" y="2"/>
                    </a:cubicBezTo>
                    <a:cubicBezTo>
                      <a:pt x="0" y="2"/>
                      <a:pt x="0" y="2"/>
                      <a:pt x="0" y="2"/>
                    </a:cubicBezTo>
                    <a:cubicBezTo>
                      <a:pt x="1" y="0"/>
                      <a:pt x="1" y="0"/>
                      <a:pt x="1" y="0"/>
                    </a:cubicBezTo>
                    <a:cubicBezTo>
                      <a:pt x="1" y="0"/>
                      <a:pt x="1" y="0"/>
                      <a:pt x="1" y="0"/>
                    </a:cubicBezTo>
                    <a:cubicBezTo>
                      <a:pt x="1" y="0"/>
                      <a:pt x="1" y="0"/>
                      <a:pt x="1" y="1"/>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5" name="Freeform 720"/>
              <p:cNvSpPr>
                <a:spLocks/>
              </p:cNvSpPr>
              <p:nvPr/>
            </p:nvSpPr>
            <p:spPr bwMode="auto">
              <a:xfrm>
                <a:off x="3568"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1" y="1"/>
                      <a:pt x="1" y="1"/>
                      <a:pt x="1" y="0"/>
                    </a:cubicBezTo>
                    <a:cubicBezTo>
                      <a:pt x="1" y="0"/>
                      <a:pt x="2" y="0"/>
                      <a:pt x="2" y="0"/>
                    </a:cubicBezTo>
                    <a:cubicBezTo>
                      <a:pt x="2" y="0"/>
                      <a:pt x="2" y="0"/>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6" name="Freeform 721"/>
              <p:cNvSpPr>
                <a:spLocks/>
              </p:cNvSpPr>
              <p:nvPr/>
            </p:nvSpPr>
            <p:spPr bwMode="auto">
              <a:xfrm>
                <a:off x="3575" y="1459"/>
                <a:ext cx="5" cy="5"/>
              </a:xfrm>
              <a:custGeom>
                <a:avLst/>
                <a:gdLst>
                  <a:gd name="T0" fmla="*/ 1 w 2"/>
                  <a:gd name="T1" fmla="*/ 2 h 2"/>
                  <a:gd name="T2" fmla="*/ 1 w 2"/>
                  <a:gd name="T3" fmla="*/ 2 h 2"/>
                  <a:gd name="T4" fmla="*/ 0 w 2"/>
                  <a:gd name="T5" fmla="*/ 2 h 2"/>
                  <a:gd name="T6" fmla="*/ 1 w 2"/>
                  <a:gd name="T7" fmla="*/ 0 h 2"/>
                  <a:gd name="T8" fmla="*/ 1 w 2"/>
                  <a:gd name="T9" fmla="*/ 0 h 2"/>
                  <a:gd name="T10" fmla="*/ 2 w 2"/>
                  <a:gd name="T11" fmla="*/ 1 h 2"/>
                  <a:gd name="T12" fmla="*/ 1 w 2"/>
                  <a:gd name="T13" fmla="*/ 2 h 2"/>
                  <a:gd name="T14" fmla="*/ 1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1" y="2"/>
                      <a:pt x="1" y="2"/>
                    </a:cubicBezTo>
                    <a:cubicBezTo>
                      <a:pt x="1" y="2"/>
                      <a:pt x="0" y="2"/>
                      <a:pt x="0" y="2"/>
                    </a:cubicBezTo>
                    <a:cubicBezTo>
                      <a:pt x="1" y="1"/>
                      <a:pt x="1" y="1"/>
                      <a:pt x="1" y="0"/>
                    </a:cubicBezTo>
                    <a:cubicBezTo>
                      <a:pt x="1" y="0"/>
                      <a:pt x="1" y="0"/>
                      <a:pt x="1" y="0"/>
                    </a:cubicBezTo>
                    <a:cubicBezTo>
                      <a:pt x="2" y="0"/>
                      <a:pt x="2" y="1"/>
                      <a:pt x="2" y="1"/>
                    </a:cubicBezTo>
                    <a:cubicBezTo>
                      <a:pt x="1" y="1"/>
                      <a:pt x="1" y="1"/>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7" name="Freeform 722"/>
              <p:cNvSpPr>
                <a:spLocks/>
              </p:cNvSpPr>
              <p:nvPr/>
            </p:nvSpPr>
            <p:spPr bwMode="auto">
              <a:xfrm>
                <a:off x="3582" y="1459"/>
                <a:ext cx="5" cy="5"/>
              </a:xfrm>
              <a:custGeom>
                <a:avLst/>
                <a:gdLst>
                  <a:gd name="T0" fmla="*/ 1 w 2"/>
                  <a:gd name="T1" fmla="*/ 2 h 2"/>
                  <a:gd name="T2" fmla="*/ 1 w 2"/>
                  <a:gd name="T3" fmla="*/ 2 h 2"/>
                  <a:gd name="T4" fmla="*/ 0 w 2"/>
                  <a:gd name="T5" fmla="*/ 2 h 2"/>
                  <a:gd name="T6" fmla="*/ 1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2"/>
                      <a:pt x="0" y="2"/>
                    </a:cubicBezTo>
                    <a:cubicBezTo>
                      <a:pt x="0" y="1"/>
                      <a:pt x="1" y="0"/>
                      <a:pt x="1" y="0"/>
                    </a:cubicBezTo>
                    <a:cubicBezTo>
                      <a:pt x="1" y="0"/>
                      <a:pt x="2" y="0"/>
                      <a:pt x="2" y="0"/>
                    </a:cubicBezTo>
                    <a:cubicBezTo>
                      <a:pt x="2" y="0"/>
                      <a:pt x="2" y="0"/>
                      <a:pt x="2" y="0"/>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8" name="Freeform 723"/>
              <p:cNvSpPr>
                <a:spLocks/>
              </p:cNvSpPr>
              <p:nvPr/>
            </p:nvSpPr>
            <p:spPr bwMode="auto">
              <a:xfrm>
                <a:off x="3590" y="1459"/>
                <a:ext cx="2"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0"/>
                      <a:pt x="1" y="0"/>
                      <a:pt x="1" y="0"/>
                    </a:cubicBezTo>
                    <a:cubicBezTo>
                      <a:pt x="1" y="0"/>
                      <a:pt x="1" y="0"/>
                      <a:pt x="1" y="0"/>
                    </a:cubicBezTo>
                    <a:cubicBezTo>
                      <a:pt x="1" y="0"/>
                      <a:pt x="1" y="0"/>
                      <a:pt x="1" y="0"/>
                    </a:cubicBezTo>
                    <a:cubicBezTo>
                      <a:pt x="1" y="2"/>
                      <a:pt x="1" y="2"/>
                      <a:pt x="1"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79" name="Freeform 724"/>
              <p:cNvSpPr>
                <a:spLocks/>
              </p:cNvSpPr>
              <p:nvPr/>
            </p:nvSpPr>
            <p:spPr bwMode="auto">
              <a:xfrm>
                <a:off x="3595" y="1459"/>
                <a:ext cx="2" cy="5"/>
              </a:xfrm>
              <a:custGeom>
                <a:avLst/>
                <a:gdLst>
                  <a:gd name="T0" fmla="*/ 0 w 1"/>
                  <a:gd name="T1" fmla="*/ 2 h 2"/>
                  <a:gd name="T2" fmla="*/ 0 w 1"/>
                  <a:gd name="T3" fmla="*/ 2 h 2"/>
                  <a:gd name="T4" fmla="*/ 0 w 1"/>
                  <a:gd name="T5" fmla="*/ 1 h 2"/>
                  <a:gd name="T6" fmla="*/ 1 w 1"/>
                  <a:gd name="T7" fmla="*/ 1 h 2"/>
                  <a:gd name="T8" fmla="*/ 1 w 1"/>
                  <a:gd name="T9" fmla="*/ 1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1"/>
                      <a:pt x="0" y="1"/>
                      <a:pt x="0" y="1"/>
                    </a:cubicBezTo>
                    <a:cubicBezTo>
                      <a:pt x="0" y="0"/>
                      <a:pt x="1" y="0"/>
                      <a:pt x="1" y="1"/>
                    </a:cubicBezTo>
                    <a:cubicBezTo>
                      <a:pt x="1" y="1"/>
                      <a:pt x="1" y="1"/>
                      <a:pt x="1" y="1"/>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0" name="Freeform 725"/>
              <p:cNvSpPr>
                <a:spLocks/>
              </p:cNvSpPr>
              <p:nvPr/>
            </p:nvSpPr>
            <p:spPr bwMode="auto">
              <a:xfrm>
                <a:off x="3600" y="1459"/>
                <a:ext cx="2" cy="5"/>
              </a:xfrm>
              <a:custGeom>
                <a:avLst/>
                <a:gdLst>
                  <a:gd name="T0" fmla="*/ 0 w 1"/>
                  <a:gd name="T1" fmla="*/ 2 h 2"/>
                  <a:gd name="T2" fmla="*/ 0 w 1"/>
                  <a:gd name="T3" fmla="*/ 2 h 2"/>
                  <a:gd name="T4" fmla="*/ 0 w 1"/>
                  <a:gd name="T5" fmla="*/ 1 h 2"/>
                  <a:gd name="T6" fmla="*/ 0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1"/>
                      <a:pt x="0" y="0"/>
                    </a:cubicBezTo>
                    <a:cubicBezTo>
                      <a:pt x="1" y="0"/>
                      <a:pt x="1" y="0"/>
                      <a:pt x="1" y="0"/>
                    </a:cubicBezTo>
                    <a:cubicBezTo>
                      <a:pt x="1" y="0"/>
                      <a:pt x="1" y="0"/>
                      <a:pt x="1" y="0"/>
                    </a:cubicBezTo>
                    <a:cubicBezTo>
                      <a:pt x="1"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1" name="Freeform 726"/>
              <p:cNvSpPr>
                <a:spLocks/>
              </p:cNvSpPr>
              <p:nvPr/>
            </p:nvSpPr>
            <p:spPr bwMode="auto">
              <a:xfrm>
                <a:off x="3602" y="1459"/>
                <a:ext cx="3" cy="5"/>
              </a:xfrm>
              <a:custGeom>
                <a:avLst/>
                <a:gdLst>
                  <a:gd name="T0" fmla="*/ 0 w 1"/>
                  <a:gd name="T1" fmla="*/ 2 h 2"/>
                  <a:gd name="T2" fmla="*/ 0 w 1"/>
                  <a:gd name="T3" fmla="*/ 2 h 2"/>
                  <a:gd name="T4" fmla="*/ 0 w 1"/>
                  <a:gd name="T5" fmla="*/ 2 h 2"/>
                  <a:gd name="T6" fmla="*/ 1 w 1"/>
                  <a:gd name="T7" fmla="*/ 0 h 2"/>
                  <a:gd name="T8" fmla="*/ 1 w 1"/>
                  <a:gd name="T9" fmla="*/ 0 h 2"/>
                  <a:gd name="T10" fmla="*/ 1 w 1"/>
                  <a:gd name="T11" fmla="*/ 0 h 2"/>
                  <a:gd name="T12" fmla="*/ 1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2"/>
                    </a:cubicBezTo>
                    <a:cubicBezTo>
                      <a:pt x="0" y="1"/>
                      <a:pt x="1" y="1"/>
                      <a:pt x="1" y="0"/>
                    </a:cubicBezTo>
                    <a:cubicBezTo>
                      <a:pt x="1" y="0"/>
                      <a:pt x="1" y="0"/>
                      <a:pt x="1" y="0"/>
                    </a:cubicBezTo>
                    <a:cubicBezTo>
                      <a:pt x="1" y="0"/>
                      <a:pt x="1" y="0"/>
                      <a:pt x="1" y="0"/>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2" name="Freeform 727"/>
              <p:cNvSpPr>
                <a:spLocks/>
              </p:cNvSpPr>
              <p:nvPr/>
            </p:nvSpPr>
            <p:spPr bwMode="auto">
              <a:xfrm>
                <a:off x="3607" y="1459"/>
                <a:ext cx="5" cy="5"/>
              </a:xfrm>
              <a:custGeom>
                <a:avLst/>
                <a:gdLst>
                  <a:gd name="T0" fmla="*/ 1 w 2"/>
                  <a:gd name="T1" fmla="*/ 2 h 2"/>
                  <a:gd name="T2" fmla="*/ 1 w 2"/>
                  <a:gd name="T3" fmla="*/ 2 h 2"/>
                  <a:gd name="T4" fmla="*/ 0 w 2"/>
                  <a:gd name="T5" fmla="*/ 1 h 2"/>
                  <a:gd name="T6" fmla="*/ 1 w 2"/>
                  <a:gd name="T7" fmla="*/ 0 h 2"/>
                  <a:gd name="T8" fmla="*/ 2 w 2"/>
                  <a:gd name="T9" fmla="*/ 0 h 2"/>
                  <a:gd name="T10" fmla="*/ 2 w 2"/>
                  <a:gd name="T11" fmla="*/ 1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1" y="0"/>
                    </a:cubicBezTo>
                    <a:cubicBezTo>
                      <a:pt x="1" y="0"/>
                      <a:pt x="2" y="0"/>
                      <a:pt x="2" y="0"/>
                    </a:cubicBezTo>
                    <a:cubicBezTo>
                      <a:pt x="2" y="0"/>
                      <a:pt x="2" y="1"/>
                      <a:pt x="2" y="1"/>
                    </a:cubicBezTo>
                    <a:cubicBezTo>
                      <a:pt x="1"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3" name="Freeform 728"/>
              <p:cNvSpPr>
                <a:spLocks/>
              </p:cNvSpPr>
              <p:nvPr/>
            </p:nvSpPr>
            <p:spPr bwMode="auto">
              <a:xfrm>
                <a:off x="361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1 h 2"/>
                  <a:gd name="T12" fmla="*/ 0 w 1"/>
                  <a:gd name="T13" fmla="*/ 1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1"/>
                      <a:pt x="1" y="1"/>
                    </a:cubicBezTo>
                    <a:cubicBezTo>
                      <a:pt x="0" y="1"/>
                      <a:pt x="0"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4" name="Freeform 729"/>
              <p:cNvSpPr>
                <a:spLocks/>
              </p:cNvSpPr>
              <p:nvPr/>
            </p:nvSpPr>
            <p:spPr bwMode="auto">
              <a:xfrm>
                <a:off x="3619"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0" y="1"/>
                      <a:pt x="0" y="0"/>
                      <a:pt x="1" y="0"/>
                    </a:cubicBezTo>
                    <a:cubicBezTo>
                      <a:pt x="1" y="0"/>
                      <a:pt x="1" y="0"/>
                      <a:pt x="1" y="0"/>
                    </a:cubicBezTo>
                    <a:cubicBezTo>
                      <a:pt x="1" y="0"/>
                      <a:pt x="1" y="0"/>
                      <a:pt x="1" y="0"/>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5" name="Freeform 730"/>
              <p:cNvSpPr>
                <a:spLocks/>
              </p:cNvSpPr>
              <p:nvPr/>
            </p:nvSpPr>
            <p:spPr bwMode="auto">
              <a:xfrm>
                <a:off x="3624" y="1459"/>
                <a:ext cx="3" cy="5"/>
              </a:xfrm>
              <a:custGeom>
                <a:avLst/>
                <a:gdLst>
                  <a:gd name="T0" fmla="*/ 0 w 1"/>
                  <a:gd name="T1" fmla="*/ 2 h 2"/>
                  <a:gd name="T2" fmla="*/ 0 w 1"/>
                  <a:gd name="T3" fmla="*/ 2 h 2"/>
                  <a:gd name="T4" fmla="*/ 0 w 1"/>
                  <a:gd name="T5" fmla="*/ 1 h 2"/>
                  <a:gd name="T6" fmla="*/ 1 w 1"/>
                  <a:gd name="T7" fmla="*/ 0 h 2"/>
                  <a:gd name="T8" fmla="*/ 1 w 1"/>
                  <a:gd name="T9" fmla="*/ 0 h 2"/>
                  <a:gd name="T10" fmla="*/ 1 w 1"/>
                  <a:gd name="T11" fmla="*/ 0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6" name="Freeform 731"/>
              <p:cNvSpPr>
                <a:spLocks/>
              </p:cNvSpPr>
              <p:nvPr/>
            </p:nvSpPr>
            <p:spPr bwMode="auto">
              <a:xfrm>
                <a:off x="3627" y="1459"/>
                <a:ext cx="5" cy="5"/>
              </a:xfrm>
              <a:custGeom>
                <a:avLst/>
                <a:gdLst>
                  <a:gd name="T0" fmla="*/ 1 w 2"/>
                  <a:gd name="T1" fmla="*/ 2 h 2"/>
                  <a:gd name="T2" fmla="*/ 1 w 2"/>
                  <a:gd name="T3" fmla="*/ 2 h 2"/>
                  <a:gd name="T4" fmla="*/ 0 w 2"/>
                  <a:gd name="T5" fmla="*/ 1 h 2"/>
                  <a:gd name="T6" fmla="*/ 2 w 2"/>
                  <a:gd name="T7" fmla="*/ 0 h 2"/>
                  <a:gd name="T8" fmla="*/ 2 w 2"/>
                  <a:gd name="T9" fmla="*/ 0 h 2"/>
                  <a:gd name="T10" fmla="*/ 2 w 2"/>
                  <a:gd name="T11" fmla="*/ 0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0" y="2"/>
                      <a:pt x="0" y="1"/>
                      <a:pt x="0" y="1"/>
                    </a:cubicBezTo>
                    <a:cubicBezTo>
                      <a:pt x="1" y="1"/>
                      <a:pt x="1" y="0"/>
                      <a:pt x="2" y="0"/>
                    </a:cubicBezTo>
                    <a:cubicBezTo>
                      <a:pt x="2" y="0"/>
                      <a:pt x="2" y="0"/>
                      <a:pt x="2" y="0"/>
                    </a:cubicBezTo>
                    <a:cubicBezTo>
                      <a:pt x="2" y="0"/>
                      <a:pt x="2" y="0"/>
                      <a:pt x="2" y="0"/>
                    </a:cubicBezTo>
                    <a:cubicBezTo>
                      <a:pt x="2" y="1"/>
                      <a:pt x="1" y="1"/>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7" name="Freeform 732"/>
              <p:cNvSpPr>
                <a:spLocks/>
              </p:cNvSpPr>
              <p:nvPr/>
            </p:nvSpPr>
            <p:spPr bwMode="auto">
              <a:xfrm>
                <a:off x="3632" y="1459"/>
                <a:ext cx="5"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1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1"/>
                      <a:pt x="1" y="0"/>
                    </a:cubicBezTo>
                    <a:cubicBezTo>
                      <a:pt x="1" y="0"/>
                      <a:pt x="1" y="0"/>
                      <a:pt x="2" y="0"/>
                    </a:cubicBezTo>
                    <a:cubicBezTo>
                      <a:pt x="2" y="0"/>
                      <a:pt x="2" y="1"/>
                      <a:pt x="2" y="1"/>
                    </a:cubicBezTo>
                    <a:cubicBezTo>
                      <a:pt x="1" y="1"/>
                      <a:pt x="1" y="1"/>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8" name="Freeform 733"/>
              <p:cNvSpPr>
                <a:spLocks/>
              </p:cNvSpPr>
              <p:nvPr/>
            </p:nvSpPr>
            <p:spPr bwMode="auto">
              <a:xfrm>
                <a:off x="3637" y="1459"/>
                <a:ext cx="5" cy="5"/>
              </a:xfrm>
              <a:custGeom>
                <a:avLst/>
                <a:gdLst>
                  <a:gd name="T0" fmla="*/ 0 w 2"/>
                  <a:gd name="T1" fmla="*/ 2 h 2"/>
                  <a:gd name="T2" fmla="*/ 0 w 2"/>
                  <a:gd name="T3" fmla="*/ 2 h 2"/>
                  <a:gd name="T4" fmla="*/ 0 w 2"/>
                  <a:gd name="T5" fmla="*/ 1 h 2"/>
                  <a:gd name="T6" fmla="*/ 1 w 2"/>
                  <a:gd name="T7" fmla="*/ 0 h 2"/>
                  <a:gd name="T8" fmla="*/ 1 w 2"/>
                  <a:gd name="T9" fmla="*/ 0 h 2"/>
                  <a:gd name="T10" fmla="*/ 1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1"/>
                      <a:pt x="0" y="1"/>
                    </a:cubicBezTo>
                    <a:cubicBezTo>
                      <a:pt x="1" y="0"/>
                      <a:pt x="1" y="0"/>
                      <a:pt x="1" y="0"/>
                    </a:cubicBezTo>
                    <a:cubicBezTo>
                      <a:pt x="1" y="0"/>
                      <a:pt x="1" y="0"/>
                      <a:pt x="1" y="0"/>
                    </a:cubicBezTo>
                    <a:cubicBezTo>
                      <a:pt x="2" y="0"/>
                      <a:pt x="2" y="0"/>
                      <a:pt x="1" y="0"/>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9" name="Freeform 734"/>
              <p:cNvSpPr>
                <a:spLocks/>
              </p:cNvSpPr>
              <p:nvPr/>
            </p:nvSpPr>
            <p:spPr bwMode="auto">
              <a:xfrm>
                <a:off x="3642" y="1459"/>
                <a:ext cx="4" cy="5"/>
              </a:xfrm>
              <a:custGeom>
                <a:avLst/>
                <a:gdLst>
                  <a:gd name="T0" fmla="*/ 0 w 2"/>
                  <a:gd name="T1" fmla="*/ 2 h 2"/>
                  <a:gd name="T2" fmla="*/ 0 w 2"/>
                  <a:gd name="T3" fmla="*/ 2 h 2"/>
                  <a:gd name="T4" fmla="*/ 0 w 2"/>
                  <a:gd name="T5" fmla="*/ 1 h 2"/>
                  <a:gd name="T6" fmla="*/ 1 w 2"/>
                  <a:gd name="T7" fmla="*/ 0 h 2"/>
                  <a:gd name="T8" fmla="*/ 2 w 2"/>
                  <a:gd name="T9" fmla="*/ 0 h 2"/>
                  <a:gd name="T10" fmla="*/ 2 w 2"/>
                  <a:gd name="T11" fmla="*/ 0 h 2"/>
                  <a:gd name="T12" fmla="*/ 1 w 2"/>
                  <a:gd name="T13" fmla="*/ 2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0" y="2"/>
                      <a:pt x="0" y="2"/>
                      <a:pt x="0" y="2"/>
                    </a:cubicBezTo>
                    <a:cubicBezTo>
                      <a:pt x="0" y="2"/>
                      <a:pt x="0" y="2"/>
                      <a:pt x="0" y="1"/>
                    </a:cubicBezTo>
                    <a:cubicBezTo>
                      <a:pt x="0" y="1"/>
                      <a:pt x="1" y="0"/>
                      <a:pt x="1" y="0"/>
                    </a:cubicBezTo>
                    <a:cubicBezTo>
                      <a:pt x="1" y="0"/>
                      <a:pt x="2" y="0"/>
                      <a:pt x="2" y="0"/>
                    </a:cubicBezTo>
                    <a:cubicBezTo>
                      <a:pt x="2" y="0"/>
                      <a:pt x="2" y="0"/>
                      <a:pt x="2" y="0"/>
                    </a:cubicBezTo>
                    <a:cubicBezTo>
                      <a:pt x="1" y="1"/>
                      <a:pt x="1" y="1"/>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90" name="Freeform 735"/>
              <p:cNvSpPr>
                <a:spLocks/>
              </p:cNvSpPr>
              <p:nvPr/>
            </p:nvSpPr>
            <p:spPr bwMode="auto">
              <a:xfrm>
                <a:off x="3560"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4" y="14"/>
                      <a:pt x="9" y="7"/>
                      <a:pt x="14" y="0"/>
                    </a:cubicBezTo>
                    <a:cubicBezTo>
                      <a:pt x="15" y="1"/>
                      <a:pt x="15" y="1"/>
                      <a:pt x="15" y="1"/>
                    </a:cubicBezTo>
                    <a:cubicBezTo>
                      <a:pt x="10" y="7"/>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91" name="Freeform 736"/>
              <p:cNvSpPr>
                <a:spLocks/>
              </p:cNvSpPr>
              <p:nvPr/>
            </p:nvSpPr>
            <p:spPr bwMode="auto">
              <a:xfrm>
                <a:off x="3577" y="1344"/>
                <a:ext cx="37" cy="52"/>
              </a:xfrm>
              <a:custGeom>
                <a:avLst/>
                <a:gdLst>
                  <a:gd name="T0" fmla="*/ 1 w 15"/>
                  <a:gd name="T1" fmla="*/ 21 h 21"/>
                  <a:gd name="T2" fmla="*/ 0 w 15"/>
                  <a:gd name="T3" fmla="*/ 21 h 21"/>
                  <a:gd name="T4" fmla="*/ 14 w 15"/>
                  <a:gd name="T5" fmla="*/ 0 h 21"/>
                  <a:gd name="T6" fmla="*/ 15 w 15"/>
                  <a:gd name="T7" fmla="*/ 1 h 21"/>
                  <a:gd name="T8" fmla="*/ 1 w 15"/>
                  <a:gd name="T9" fmla="*/ 21 h 21"/>
                </a:gdLst>
                <a:ahLst/>
                <a:cxnLst>
                  <a:cxn ang="0">
                    <a:pos x="T0" y="T1"/>
                  </a:cxn>
                  <a:cxn ang="0">
                    <a:pos x="T2" y="T3"/>
                  </a:cxn>
                  <a:cxn ang="0">
                    <a:pos x="T4" y="T5"/>
                  </a:cxn>
                  <a:cxn ang="0">
                    <a:pos x="T6" y="T7"/>
                  </a:cxn>
                  <a:cxn ang="0">
                    <a:pos x="T8" y="T9"/>
                  </a:cxn>
                </a:cxnLst>
                <a:rect l="0" t="0" r="r" b="b"/>
                <a:pathLst>
                  <a:path w="15" h="21">
                    <a:moveTo>
                      <a:pt x="1" y="21"/>
                    </a:moveTo>
                    <a:cubicBezTo>
                      <a:pt x="0" y="21"/>
                      <a:pt x="0" y="21"/>
                      <a:pt x="0" y="21"/>
                    </a:cubicBezTo>
                    <a:cubicBezTo>
                      <a:pt x="5" y="14"/>
                      <a:pt x="9" y="7"/>
                      <a:pt x="14" y="0"/>
                    </a:cubicBezTo>
                    <a:cubicBezTo>
                      <a:pt x="15" y="1"/>
                      <a:pt x="15" y="1"/>
                      <a:pt x="15" y="1"/>
                    </a:cubicBezTo>
                    <a:cubicBezTo>
                      <a:pt x="10" y="8"/>
                      <a:pt x="5" y="14"/>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92" name="Freeform 737"/>
              <p:cNvSpPr>
                <a:spLocks/>
              </p:cNvSpPr>
              <p:nvPr/>
            </p:nvSpPr>
            <p:spPr bwMode="auto">
              <a:xfrm>
                <a:off x="3619" y="1369"/>
                <a:ext cx="20" cy="27"/>
              </a:xfrm>
              <a:custGeom>
                <a:avLst/>
                <a:gdLst>
                  <a:gd name="T0" fmla="*/ 1 w 8"/>
                  <a:gd name="T1" fmla="*/ 11 h 11"/>
                  <a:gd name="T2" fmla="*/ 0 w 8"/>
                  <a:gd name="T3" fmla="*/ 11 h 11"/>
                  <a:gd name="T4" fmla="*/ 7 w 8"/>
                  <a:gd name="T5" fmla="*/ 0 h 11"/>
                  <a:gd name="T6" fmla="*/ 8 w 8"/>
                  <a:gd name="T7" fmla="*/ 1 h 11"/>
                  <a:gd name="T8" fmla="*/ 1 w 8"/>
                  <a:gd name="T9" fmla="*/ 11 h 11"/>
                </a:gdLst>
                <a:ahLst/>
                <a:cxnLst>
                  <a:cxn ang="0">
                    <a:pos x="T0" y="T1"/>
                  </a:cxn>
                  <a:cxn ang="0">
                    <a:pos x="T2" y="T3"/>
                  </a:cxn>
                  <a:cxn ang="0">
                    <a:pos x="T4" y="T5"/>
                  </a:cxn>
                  <a:cxn ang="0">
                    <a:pos x="T6" y="T7"/>
                  </a:cxn>
                  <a:cxn ang="0">
                    <a:pos x="T8" y="T9"/>
                  </a:cxn>
                </a:cxnLst>
                <a:rect l="0" t="0" r="r" b="b"/>
                <a:pathLst>
                  <a:path w="8" h="11">
                    <a:moveTo>
                      <a:pt x="1" y="11"/>
                    </a:moveTo>
                    <a:cubicBezTo>
                      <a:pt x="0" y="11"/>
                      <a:pt x="0" y="11"/>
                      <a:pt x="0" y="11"/>
                    </a:cubicBezTo>
                    <a:cubicBezTo>
                      <a:pt x="3" y="7"/>
                      <a:pt x="5" y="4"/>
                      <a:pt x="7" y="0"/>
                    </a:cubicBezTo>
                    <a:cubicBezTo>
                      <a:pt x="8" y="1"/>
                      <a:pt x="8" y="1"/>
                      <a:pt x="8" y="1"/>
                    </a:cubicBezTo>
                    <a:cubicBezTo>
                      <a:pt x="5" y="4"/>
                      <a:pt x="3" y="8"/>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595" name="组合 594"/>
          <p:cNvGrpSpPr/>
          <p:nvPr/>
        </p:nvGrpSpPr>
        <p:grpSpPr>
          <a:xfrm>
            <a:off x="6929446" y="1165396"/>
            <a:ext cx="773348" cy="578133"/>
            <a:chOff x="6395163" y="615314"/>
            <a:chExt cx="733194" cy="548313"/>
          </a:xfrm>
        </p:grpSpPr>
        <p:sp>
          <p:nvSpPr>
            <p:cNvPr id="596" name="任意多边形 595"/>
            <p:cNvSpPr/>
            <p:nvPr/>
          </p:nvSpPr>
          <p:spPr>
            <a:xfrm flipV="1">
              <a:off x="6668891" y="952473"/>
              <a:ext cx="187235" cy="211154"/>
            </a:xfrm>
            <a:custGeom>
              <a:avLst/>
              <a:gdLst>
                <a:gd name="connsiteX0" fmla="*/ 0 w 187235"/>
                <a:gd name="connsiteY0" fmla="*/ 211154 h 211154"/>
                <a:gd name="connsiteX1" fmla="*/ 4007 w 187235"/>
                <a:gd name="connsiteY1" fmla="*/ 211154 h 211154"/>
                <a:gd name="connsiteX2" fmla="*/ 93617 w 187235"/>
                <a:gd name="connsiteY2" fmla="*/ 167392 h 211154"/>
                <a:gd name="connsiteX3" fmla="*/ 183227 w 187235"/>
                <a:gd name="connsiteY3" fmla="*/ 211154 h 211154"/>
                <a:gd name="connsiteX4" fmla="*/ 187235 w 187235"/>
                <a:gd name="connsiteY4" fmla="*/ 211154 h 211154"/>
                <a:gd name="connsiteX5" fmla="*/ 93618 w 187235"/>
                <a:gd name="connsiteY5" fmla="*/ 0 h 21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235" h="211154">
                  <a:moveTo>
                    <a:pt x="0" y="211154"/>
                  </a:moveTo>
                  <a:lnTo>
                    <a:pt x="4007" y="211154"/>
                  </a:lnTo>
                  <a:lnTo>
                    <a:pt x="93617" y="167392"/>
                  </a:lnTo>
                  <a:lnTo>
                    <a:pt x="183227" y="211154"/>
                  </a:lnTo>
                  <a:lnTo>
                    <a:pt x="187235" y="211154"/>
                  </a:lnTo>
                  <a:lnTo>
                    <a:pt x="93618" y="0"/>
                  </a:lnTo>
                  <a:close/>
                </a:path>
              </a:pathLst>
            </a:custGeom>
            <a:solidFill>
              <a:srgbClr val="E87071"/>
            </a:solidFill>
            <a:ln>
              <a:noFill/>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97" name="文本框 1872"/>
            <p:cNvSpPr txBox="1"/>
            <p:nvPr/>
          </p:nvSpPr>
          <p:spPr>
            <a:xfrm>
              <a:off x="6395163" y="615314"/>
              <a:ext cx="733194" cy="395405"/>
            </a:xfrm>
            <a:prstGeom prst="rect">
              <a:avLst/>
            </a:prstGeom>
            <a:noFill/>
          </p:spPr>
          <p:txBody>
            <a:bodyPr wrap="square" rtlCol="0">
              <a:spAutoFit/>
            </a:bodyPr>
            <a:lstStyle/>
            <a:p>
              <a:r>
                <a:rPr lang="zh-CN" altLang="en-US" sz="2109" dirty="0">
                  <a:solidFill>
                    <a:srgbClr val="E87071"/>
                  </a:solidFill>
                  <a:latin typeface="方正综艺简体" panose="03000509000000000000" pitchFamily="65" charset="-122"/>
                  <a:ea typeface="方正综艺简体" panose="03000509000000000000" pitchFamily="65" charset="-122"/>
                </a:rPr>
                <a:t>成功</a:t>
              </a:r>
            </a:p>
          </p:txBody>
        </p:sp>
      </p:grpSp>
      <p:grpSp>
        <p:nvGrpSpPr>
          <p:cNvPr id="598" name="组合 597"/>
          <p:cNvGrpSpPr/>
          <p:nvPr/>
        </p:nvGrpSpPr>
        <p:grpSpPr>
          <a:xfrm flipH="1">
            <a:off x="8416598" y="1593065"/>
            <a:ext cx="438124" cy="615240"/>
            <a:chOff x="7816851" y="3132138"/>
            <a:chExt cx="133350" cy="187325"/>
          </a:xfrm>
          <a:solidFill>
            <a:schemeClr val="tx1">
              <a:lumMod val="50000"/>
              <a:lumOff val="50000"/>
            </a:schemeClr>
          </a:solidFill>
          <a:effectLst>
            <a:reflection stA="33000" endPos="90000" dir="5400000" sy="-100000" algn="bl" rotWithShape="0"/>
          </a:effectLst>
        </p:grpSpPr>
        <p:sp>
          <p:nvSpPr>
            <p:cNvPr id="599" name="Freeform 1099"/>
            <p:cNvSpPr>
              <a:spLocks/>
            </p:cNvSpPr>
            <p:nvPr/>
          </p:nvSpPr>
          <p:spPr bwMode="auto">
            <a:xfrm>
              <a:off x="7875588" y="3132138"/>
              <a:ext cx="34925" cy="42863"/>
            </a:xfrm>
            <a:custGeom>
              <a:avLst/>
              <a:gdLst>
                <a:gd name="T0" fmla="*/ 5 w 9"/>
                <a:gd name="T1" fmla="*/ 10 h 11"/>
                <a:gd name="T2" fmla="*/ 8 w 9"/>
                <a:gd name="T3" fmla="*/ 4 h 11"/>
                <a:gd name="T4" fmla="*/ 5 w 9"/>
                <a:gd name="T5" fmla="*/ 0 h 11"/>
                <a:gd name="T6" fmla="*/ 0 w 9"/>
                <a:gd name="T7" fmla="*/ 4 h 11"/>
                <a:gd name="T8" fmla="*/ 5 w 9"/>
                <a:gd name="T9" fmla="*/ 10 h 11"/>
              </a:gdLst>
              <a:ahLst/>
              <a:cxnLst>
                <a:cxn ang="0">
                  <a:pos x="T0" y="T1"/>
                </a:cxn>
                <a:cxn ang="0">
                  <a:pos x="T2" y="T3"/>
                </a:cxn>
                <a:cxn ang="0">
                  <a:pos x="T4" y="T5"/>
                </a:cxn>
                <a:cxn ang="0">
                  <a:pos x="T6" y="T7"/>
                </a:cxn>
                <a:cxn ang="0">
                  <a:pos x="T8" y="T9"/>
                </a:cxn>
              </a:cxnLst>
              <a:rect l="0" t="0" r="r" b="b"/>
              <a:pathLst>
                <a:path w="9" h="11">
                  <a:moveTo>
                    <a:pt x="5" y="10"/>
                  </a:moveTo>
                  <a:cubicBezTo>
                    <a:pt x="8" y="10"/>
                    <a:pt x="8" y="7"/>
                    <a:pt x="8" y="4"/>
                  </a:cubicBezTo>
                  <a:cubicBezTo>
                    <a:pt x="9" y="2"/>
                    <a:pt x="7" y="0"/>
                    <a:pt x="5" y="0"/>
                  </a:cubicBezTo>
                  <a:cubicBezTo>
                    <a:pt x="2" y="0"/>
                    <a:pt x="0" y="2"/>
                    <a:pt x="0" y="4"/>
                  </a:cubicBezTo>
                  <a:cubicBezTo>
                    <a:pt x="1" y="8"/>
                    <a:pt x="4" y="11"/>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0" name="Freeform 1100"/>
            <p:cNvSpPr>
              <a:spLocks/>
            </p:cNvSpPr>
            <p:nvPr/>
          </p:nvSpPr>
          <p:spPr bwMode="auto">
            <a:xfrm>
              <a:off x="7820026" y="3249613"/>
              <a:ext cx="55563" cy="69850"/>
            </a:xfrm>
            <a:custGeom>
              <a:avLst/>
              <a:gdLst>
                <a:gd name="T0" fmla="*/ 12 w 14"/>
                <a:gd name="T1" fmla="*/ 1 h 18"/>
                <a:gd name="T2" fmla="*/ 10 w 14"/>
                <a:gd name="T3" fmla="*/ 0 h 18"/>
                <a:gd name="T4" fmla="*/ 8 w 14"/>
                <a:gd name="T5" fmla="*/ 6 h 18"/>
                <a:gd name="T6" fmla="*/ 1 w 14"/>
                <a:gd name="T7" fmla="*/ 14 h 18"/>
                <a:gd name="T8" fmla="*/ 1 w 14"/>
                <a:gd name="T9" fmla="*/ 17 h 18"/>
                <a:gd name="T10" fmla="*/ 4 w 14"/>
                <a:gd name="T11" fmla="*/ 17 h 18"/>
                <a:gd name="T12" fmla="*/ 12 w 14"/>
                <a:gd name="T13" fmla="*/ 9 h 18"/>
                <a:gd name="T14" fmla="*/ 13 w 14"/>
                <a:gd name="T15" fmla="*/ 8 h 18"/>
                <a:gd name="T16" fmla="*/ 14 w 14"/>
                <a:gd name="T17" fmla="*/ 3 h 18"/>
                <a:gd name="T18" fmla="*/ 12 w 14"/>
                <a:gd name="T1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8">
                  <a:moveTo>
                    <a:pt x="12" y="1"/>
                  </a:moveTo>
                  <a:cubicBezTo>
                    <a:pt x="11" y="1"/>
                    <a:pt x="10" y="0"/>
                    <a:pt x="10" y="0"/>
                  </a:cubicBezTo>
                  <a:cubicBezTo>
                    <a:pt x="8" y="6"/>
                    <a:pt x="8" y="6"/>
                    <a:pt x="8" y="6"/>
                  </a:cubicBezTo>
                  <a:cubicBezTo>
                    <a:pt x="1" y="14"/>
                    <a:pt x="1" y="14"/>
                    <a:pt x="1" y="14"/>
                  </a:cubicBezTo>
                  <a:cubicBezTo>
                    <a:pt x="0" y="15"/>
                    <a:pt x="0" y="16"/>
                    <a:pt x="1" y="17"/>
                  </a:cubicBezTo>
                  <a:cubicBezTo>
                    <a:pt x="2" y="18"/>
                    <a:pt x="4" y="18"/>
                    <a:pt x="4" y="17"/>
                  </a:cubicBezTo>
                  <a:cubicBezTo>
                    <a:pt x="12" y="9"/>
                    <a:pt x="12" y="9"/>
                    <a:pt x="12" y="9"/>
                  </a:cubicBezTo>
                  <a:cubicBezTo>
                    <a:pt x="12" y="9"/>
                    <a:pt x="13" y="8"/>
                    <a:pt x="13" y="8"/>
                  </a:cubicBezTo>
                  <a:cubicBezTo>
                    <a:pt x="14" y="3"/>
                    <a:pt x="14" y="3"/>
                    <a:pt x="14" y="3"/>
                  </a:cubicBezTo>
                  <a:cubicBezTo>
                    <a:pt x="13" y="2"/>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1" name="Freeform 1101"/>
            <p:cNvSpPr>
              <a:spLocks/>
            </p:cNvSpPr>
            <p:nvPr/>
          </p:nvSpPr>
          <p:spPr bwMode="auto">
            <a:xfrm>
              <a:off x="7899401" y="3175001"/>
              <a:ext cx="50800" cy="31750"/>
            </a:xfrm>
            <a:custGeom>
              <a:avLst/>
              <a:gdLst>
                <a:gd name="T0" fmla="*/ 6 w 13"/>
                <a:gd name="T1" fmla="*/ 8 h 8"/>
                <a:gd name="T2" fmla="*/ 12 w 13"/>
                <a:gd name="T3" fmla="*/ 4 h 8"/>
                <a:gd name="T4" fmla="*/ 12 w 13"/>
                <a:gd name="T5" fmla="*/ 1 h 8"/>
                <a:gd name="T6" fmla="*/ 10 w 13"/>
                <a:gd name="T7" fmla="*/ 1 h 8"/>
                <a:gd name="T8" fmla="*/ 5 w 13"/>
                <a:gd name="T9" fmla="*/ 4 h 8"/>
                <a:gd name="T10" fmla="*/ 1 w 13"/>
                <a:gd name="T11" fmla="*/ 3 h 8"/>
                <a:gd name="T12" fmla="*/ 1 w 13"/>
                <a:gd name="T13" fmla="*/ 5 h 8"/>
                <a:gd name="T14" fmla="*/ 0 w 13"/>
                <a:gd name="T15" fmla="*/ 7 h 8"/>
                <a:gd name="T16" fmla="*/ 5 w 13"/>
                <a:gd name="T17" fmla="*/ 8 h 8"/>
                <a:gd name="T18" fmla="*/ 6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6" y="8"/>
                  </a:moveTo>
                  <a:cubicBezTo>
                    <a:pt x="12" y="4"/>
                    <a:pt x="12" y="4"/>
                    <a:pt x="12" y="4"/>
                  </a:cubicBezTo>
                  <a:cubicBezTo>
                    <a:pt x="13" y="3"/>
                    <a:pt x="13" y="2"/>
                    <a:pt x="12" y="1"/>
                  </a:cubicBezTo>
                  <a:cubicBezTo>
                    <a:pt x="12" y="1"/>
                    <a:pt x="11" y="0"/>
                    <a:pt x="10" y="1"/>
                  </a:cubicBezTo>
                  <a:cubicBezTo>
                    <a:pt x="5" y="4"/>
                    <a:pt x="5" y="4"/>
                    <a:pt x="5" y="4"/>
                  </a:cubicBezTo>
                  <a:cubicBezTo>
                    <a:pt x="1" y="3"/>
                    <a:pt x="1" y="3"/>
                    <a:pt x="1" y="3"/>
                  </a:cubicBezTo>
                  <a:cubicBezTo>
                    <a:pt x="1" y="3"/>
                    <a:pt x="1" y="4"/>
                    <a:pt x="1" y="5"/>
                  </a:cubicBezTo>
                  <a:cubicBezTo>
                    <a:pt x="1" y="6"/>
                    <a:pt x="0" y="7"/>
                    <a:pt x="0" y="7"/>
                  </a:cubicBezTo>
                  <a:cubicBezTo>
                    <a:pt x="5" y="8"/>
                    <a:pt x="5" y="8"/>
                    <a:pt x="5" y="8"/>
                  </a:cubicBezTo>
                  <a:cubicBezTo>
                    <a:pt x="5" y="8"/>
                    <a:pt x="6"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2" name="Freeform 1102"/>
            <p:cNvSpPr>
              <a:spLocks/>
            </p:cNvSpPr>
            <p:nvPr/>
          </p:nvSpPr>
          <p:spPr bwMode="auto">
            <a:xfrm>
              <a:off x="7816851" y="3175001"/>
              <a:ext cx="88900" cy="136525"/>
            </a:xfrm>
            <a:custGeom>
              <a:avLst/>
              <a:gdLst>
                <a:gd name="T0" fmla="*/ 18 w 23"/>
                <a:gd name="T1" fmla="*/ 17 h 35"/>
                <a:gd name="T2" fmla="*/ 21 w 23"/>
                <a:gd name="T3" fmla="*/ 5 h 35"/>
                <a:gd name="T4" fmla="*/ 21 w 23"/>
                <a:gd name="T5" fmla="*/ 2 h 35"/>
                <a:gd name="T6" fmla="*/ 20 w 23"/>
                <a:gd name="T7" fmla="*/ 2 h 35"/>
                <a:gd name="T8" fmla="*/ 19 w 23"/>
                <a:gd name="T9" fmla="*/ 7 h 35"/>
                <a:gd name="T10" fmla="*/ 20 w 23"/>
                <a:gd name="T11" fmla="*/ 3 h 35"/>
                <a:gd name="T12" fmla="*/ 20 w 23"/>
                <a:gd name="T13" fmla="*/ 2 h 35"/>
                <a:gd name="T14" fmla="*/ 20 w 23"/>
                <a:gd name="T15" fmla="*/ 1 h 35"/>
                <a:gd name="T16" fmla="*/ 19 w 23"/>
                <a:gd name="T17" fmla="*/ 1 h 35"/>
                <a:gd name="T18" fmla="*/ 18 w 23"/>
                <a:gd name="T19" fmla="*/ 2 h 35"/>
                <a:gd name="T20" fmla="*/ 19 w 23"/>
                <a:gd name="T21" fmla="*/ 3 h 35"/>
                <a:gd name="T22" fmla="*/ 18 w 23"/>
                <a:gd name="T23" fmla="*/ 6 h 35"/>
                <a:gd name="T24" fmla="*/ 17 w 23"/>
                <a:gd name="T25" fmla="*/ 0 h 35"/>
                <a:gd name="T26" fmla="*/ 17 w 23"/>
                <a:gd name="T27" fmla="*/ 0 h 35"/>
                <a:gd name="T28" fmla="*/ 17 w 23"/>
                <a:gd name="T29" fmla="*/ 0 h 35"/>
                <a:gd name="T30" fmla="*/ 15 w 23"/>
                <a:gd name="T31" fmla="*/ 0 h 35"/>
                <a:gd name="T32" fmla="*/ 8 w 23"/>
                <a:gd name="T33" fmla="*/ 0 h 35"/>
                <a:gd name="T34" fmla="*/ 1 w 23"/>
                <a:gd name="T35" fmla="*/ 5 h 35"/>
                <a:gd name="T36" fmla="*/ 1 w 23"/>
                <a:gd name="T37" fmla="*/ 8 h 35"/>
                <a:gd name="T38" fmla="*/ 4 w 23"/>
                <a:gd name="T39" fmla="*/ 8 h 35"/>
                <a:gd name="T40" fmla="*/ 4 w 23"/>
                <a:gd name="T41" fmla="*/ 8 h 35"/>
                <a:gd name="T42" fmla="*/ 9 w 23"/>
                <a:gd name="T43" fmla="*/ 4 h 35"/>
                <a:gd name="T44" fmla="*/ 13 w 23"/>
                <a:gd name="T45" fmla="*/ 4 h 35"/>
                <a:gd name="T46" fmla="*/ 12 w 23"/>
                <a:gd name="T47" fmla="*/ 4 h 35"/>
                <a:gd name="T48" fmla="*/ 9 w 23"/>
                <a:gd name="T49" fmla="*/ 15 h 35"/>
                <a:gd name="T50" fmla="*/ 10 w 23"/>
                <a:gd name="T51" fmla="*/ 16 h 35"/>
                <a:gd name="T52" fmla="*/ 14 w 23"/>
                <a:gd name="T53" fmla="*/ 20 h 35"/>
                <a:gd name="T54" fmla="*/ 18 w 23"/>
                <a:gd name="T55" fmla="*/ 24 h 35"/>
                <a:gd name="T56" fmla="*/ 17 w 23"/>
                <a:gd name="T57" fmla="*/ 32 h 35"/>
                <a:gd name="T58" fmla="*/ 19 w 23"/>
                <a:gd name="T59" fmla="*/ 35 h 35"/>
                <a:gd name="T60" fmla="*/ 22 w 23"/>
                <a:gd name="T61" fmla="*/ 33 h 35"/>
                <a:gd name="T62" fmla="*/ 23 w 23"/>
                <a:gd name="T63" fmla="*/ 24 h 35"/>
                <a:gd name="T64" fmla="*/ 23 w 23"/>
                <a:gd name="T65" fmla="*/ 22 h 35"/>
                <a:gd name="T66" fmla="*/ 18 w 23"/>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5">
                  <a:moveTo>
                    <a:pt x="18" y="17"/>
                  </a:moveTo>
                  <a:cubicBezTo>
                    <a:pt x="19" y="10"/>
                    <a:pt x="21" y="6"/>
                    <a:pt x="21" y="5"/>
                  </a:cubicBezTo>
                  <a:cubicBezTo>
                    <a:pt x="21" y="3"/>
                    <a:pt x="21" y="2"/>
                    <a:pt x="21" y="2"/>
                  </a:cubicBezTo>
                  <a:cubicBezTo>
                    <a:pt x="20" y="2"/>
                    <a:pt x="20" y="2"/>
                    <a:pt x="20" y="2"/>
                  </a:cubicBezTo>
                  <a:cubicBezTo>
                    <a:pt x="20" y="5"/>
                    <a:pt x="19" y="7"/>
                    <a:pt x="19" y="7"/>
                  </a:cubicBezTo>
                  <a:cubicBezTo>
                    <a:pt x="19" y="7"/>
                    <a:pt x="20" y="4"/>
                    <a:pt x="20" y="3"/>
                  </a:cubicBezTo>
                  <a:cubicBezTo>
                    <a:pt x="20" y="2"/>
                    <a:pt x="20" y="2"/>
                    <a:pt x="20" y="2"/>
                  </a:cubicBezTo>
                  <a:cubicBezTo>
                    <a:pt x="20" y="1"/>
                    <a:pt x="20" y="1"/>
                    <a:pt x="20" y="1"/>
                  </a:cubicBezTo>
                  <a:cubicBezTo>
                    <a:pt x="19" y="1"/>
                    <a:pt x="19" y="1"/>
                    <a:pt x="19" y="1"/>
                  </a:cubicBezTo>
                  <a:cubicBezTo>
                    <a:pt x="18" y="2"/>
                    <a:pt x="18" y="2"/>
                    <a:pt x="18" y="2"/>
                  </a:cubicBezTo>
                  <a:cubicBezTo>
                    <a:pt x="18" y="2"/>
                    <a:pt x="18" y="2"/>
                    <a:pt x="19" y="3"/>
                  </a:cubicBezTo>
                  <a:cubicBezTo>
                    <a:pt x="19" y="3"/>
                    <a:pt x="18" y="4"/>
                    <a:pt x="18" y="6"/>
                  </a:cubicBezTo>
                  <a:cubicBezTo>
                    <a:pt x="18" y="1"/>
                    <a:pt x="17" y="0"/>
                    <a:pt x="17" y="0"/>
                  </a:cubicBezTo>
                  <a:cubicBezTo>
                    <a:pt x="17" y="0"/>
                    <a:pt x="17" y="0"/>
                    <a:pt x="17" y="0"/>
                  </a:cubicBezTo>
                  <a:cubicBezTo>
                    <a:pt x="17" y="0"/>
                    <a:pt x="17" y="0"/>
                    <a:pt x="17" y="0"/>
                  </a:cubicBezTo>
                  <a:cubicBezTo>
                    <a:pt x="16" y="0"/>
                    <a:pt x="15" y="0"/>
                    <a:pt x="15" y="0"/>
                  </a:cubicBezTo>
                  <a:cubicBezTo>
                    <a:pt x="13" y="0"/>
                    <a:pt x="11" y="0"/>
                    <a:pt x="8" y="0"/>
                  </a:cubicBezTo>
                  <a:cubicBezTo>
                    <a:pt x="1" y="5"/>
                    <a:pt x="1" y="5"/>
                    <a:pt x="1" y="5"/>
                  </a:cubicBezTo>
                  <a:cubicBezTo>
                    <a:pt x="0" y="6"/>
                    <a:pt x="0" y="7"/>
                    <a:pt x="1" y="8"/>
                  </a:cubicBezTo>
                  <a:cubicBezTo>
                    <a:pt x="2" y="8"/>
                    <a:pt x="3" y="9"/>
                    <a:pt x="4" y="8"/>
                  </a:cubicBezTo>
                  <a:cubicBezTo>
                    <a:pt x="4" y="8"/>
                    <a:pt x="4" y="8"/>
                    <a:pt x="4" y="8"/>
                  </a:cubicBezTo>
                  <a:cubicBezTo>
                    <a:pt x="9" y="4"/>
                    <a:pt x="9" y="4"/>
                    <a:pt x="9" y="4"/>
                  </a:cubicBezTo>
                  <a:cubicBezTo>
                    <a:pt x="13" y="4"/>
                    <a:pt x="13" y="4"/>
                    <a:pt x="13" y="4"/>
                  </a:cubicBezTo>
                  <a:cubicBezTo>
                    <a:pt x="12" y="4"/>
                    <a:pt x="12" y="4"/>
                    <a:pt x="12" y="4"/>
                  </a:cubicBezTo>
                  <a:cubicBezTo>
                    <a:pt x="11" y="7"/>
                    <a:pt x="9" y="13"/>
                    <a:pt x="9" y="15"/>
                  </a:cubicBezTo>
                  <a:cubicBezTo>
                    <a:pt x="10" y="16"/>
                    <a:pt x="10" y="16"/>
                    <a:pt x="10" y="16"/>
                  </a:cubicBezTo>
                  <a:cubicBezTo>
                    <a:pt x="10" y="16"/>
                    <a:pt x="11" y="18"/>
                    <a:pt x="14" y="20"/>
                  </a:cubicBezTo>
                  <a:cubicBezTo>
                    <a:pt x="14" y="20"/>
                    <a:pt x="18" y="24"/>
                    <a:pt x="18" y="24"/>
                  </a:cubicBezTo>
                  <a:cubicBezTo>
                    <a:pt x="17" y="32"/>
                    <a:pt x="17" y="32"/>
                    <a:pt x="17" y="32"/>
                  </a:cubicBezTo>
                  <a:cubicBezTo>
                    <a:pt x="17" y="34"/>
                    <a:pt x="18" y="35"/>
                    <a:pt x="19" y="35"/>
                  </a:cubicBezTo>
                  <a:cubicBezTo>
                    <a:pt x="20" y="35"/>
                    <a:pt x="21" y="35"/>
                    <a:pt x="22" y="33"/>
                  </a:cubicBezTo>
                  <a:cubicBezTo>
                    <a:pt x="23" y="24"/>
                    <a:pt x="23" y="24"/>
                    <a:pt x="23" y="24"/>
                  </a:cubicBezTo>
                  <a:cubicBezTo>
                    <a:pt x="23" y="23"/>
                    <a:pt x="23" y="22"/>
                    <a:pt x="23" y="22"/>
                  </a:cubicBezTo>
                  <a:cubicBezTo>
                    <a:pt x="22" y="21"/>
                    <a:pt x="18" y="17"/>
                    <a:pt x="1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603" name="组合 602"/>
          <p:cNvGrpSpPr/>
          <p:nvPr/>
        </p:nvGrpSpPr>
        <p:grpSpPr>
          <a:xfrm>
            <a:off x="5670566" y="1703369"/>
            <a:ext cx="1398205" cy="1543016"/>
            <a:chOff x="5201649" y="1125538"/>
            <a:chExt cx="1325605" cy="1463426"/>
          </a:xfrm>
        </p:grpSpPr>
        <p:grpSp>
          <p:nvGrpSpPr>
            <p:cNvPr id="604" name="组合 603"/>
            <p:cNvGrpSpPr/>
            <p:nvPr/>
          </p:nvGrpSpPr>
          <p:grpSpPr>
            <a:xfrm>
              <a:off x="5201649" y="1413570"/>
              <a:ext cx="1267846" cy="123780"/>
              <a:chOff x="3166157" y="1945699"/>
              <a:chExt cx="1267846" cy="123780"/>
            </a:xfrm>
          </p:grpSpPr>
          <p:cxnSp>
            <p:nvCxnSpPr>
              <p:cNvPr id="607" name="直接连接符 606"/>
              <p:cNvCxnSpPr/>
              <p:nvPr/>
            </p:nvCxnSpPr>
            <p:spPr>
              <a:xfrm flipH="1">
                <a:off x="3233469" y="2012479"/>
                <a:ext cx="1200534" cy="0"/>
              </a:xfrm>
              <a:prstGeom prst="line">
                <a:avLst/>
              </a:prstGeom>
              <a:ln w="19050">
                <a:solidFill>
                  <a:srgbClr val="663A77"/>
                </a:solidFill>
              </a:ln>
            </p:spPr>
            <p:style>
              <a:lnRef idx="1">
                <a:schemeClr val="accent1"/>
              </a:lnRef>
              <a:fillRef idx="0">
                <a:schemeClr val="accent1"/>
              </a:fillRef>
              <a:effectRef idx="0">
                <a:schemeClr val="accent1"/>
              </a:effectRef>
              <a:fontRef idx="minor">
                <a:schemeClr val="tx1"/>
              </a:fontRef>
            </p:style>
          </p:cxnSp>
          <p:sp>
            <p:nvSpPr>
              <p:cNvPr id="608" name="椭圆 607"/>
              <p:cNvSpPr/>
              <p:nvPr/>
            </p:nvSpPr>
            <p:spPr>
              <a:xfrm>
                <a:off x="3166157" y="1945699"/>
                <a:ext cx="123780" cy="123780"/>
              </a:xfrm>
              <a:prstGeom prst="ellipse">
                <a:avLst/>
              </a:prstGeom>
              <a:solidFill>
                <a:srgbClr val="663A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605" name="文本框 1952"/>
            <p:cNvSpPr txBox="1"/>
            <p:nvPr/>
          </p:nvSpPr>
          <p:spPr>
            <a:xfrm>
              <a:off x="5248091" y="1125538"/>
              <a:ext cx="1279163" cy="333802"/>
            </a:xfrm>
            <a:prstGeom prst="rect">
              <a:avLst/>
            </a:prstGeom>
            <a:noFill/>
          </p:spPr>
          <p:txBody>
            <a:bodyPr wrap="square" rtlCol="0">
              <a:spAutoFit/>
            </a:bodyPr>
            <a:lstStyle/>
            <a:p>
              <a:r>
                <a:rPr lang="zh-CN" altLang="en-US" sz="1687" dirty="0">
                  <a:solidFill>
                    <a:srgbClr val="663A77"/>
                  </a:solidFill>
                  <a:latin typeface="微软雅黑" panose="020B0503020204020204" pitchFamily="34" charset="-122"/>
                  <a:ea typeface="微软雅黑" panose="020B0503020204020204" pitchFamily="34" charset="-122"/>
                </a:rPr>
                <a:t>添加标题</a:t>
              </a:r>
            </a:p>
          </p:txBody>
        </p:sp>
        <p:sp>
          <p:nvSpPr>
            <p:cNvPr id="606" name="文本框 113"/>
            <p:cNvSpPr txBox="1"/>
            <p:nvPr/>
          </p:nvSpPr>
          <p:spPr>
            <a:xfrm>
              <a:off x="5269083" y="1485578"/>
              <a:ext cx="1258171" cy="1103386"/>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609" name="组合 608"/>
          <p:cNvGrpSpPr/>
          <p:nvPr/>
        </p:nvGrpSpPr>
        <p:grpSpPr>
          <a:xfrm>
            <a:off x="5670566" y="4270300"/>
            <a:ext cx="1387132" cy="1557509"/>
            <a:chOff x="5201649" y="3560065"/>
            <a:chExt cx="1315108" cy="1477172"/>
          </a:xfrm>
        </p:grpSpPr>
        <p:sp>
          <p:nvSpPr>
            <p:cNvPr id="610" name="文本框 1954"/>
            <p:cNvSpPr txBox="1"/>
            <p:nvPr/>
          </p:nvSpPr>
          <p:spPr>
            <a:xfrm>
              <a:off x="5231110" y="3560065"/>
              <a:ext cx="1279163" cy="333802"/>
            </a:xfrm>
            <a:prstGeom prst="rect">
              <a:avLst/>
            </a:prstGeom>
            <a:noFill/>
          </p:spPr>
          <p:txBody>
            <a:bodyPr wrap="square" rtlCol="0">
              <a:spAutoFit/>
            </a:bodyPr>
            <a:lstStyle/>
            <a:p>
              <a:r>
                <a:rPr lang="zh-CN" altLang="en-US" sz="1687" dirty="0">
                  <a:solidFill>
                    <a:srgbClr val="01ACBE"/>
                  </a:solidFill>
                  <a:latin typeface="微软雅黑" panose="020B0503020204020204" pitchFamily="34" charset="-122"/>
                  <a:ea typeface="微软雅黑" panose="020B0503020204020204" pitchFamily="34" charset="-122"/>
                </a:rPr>
                <a:t>添加标题</a:t>
              </a:r>
            </a:p>
          </p:txBody>
        </p:sp>
        <p:grpSp>
          <p:nvGrpSpPr>
            <p:cNvPr id="611" name="组合 610"/>
            <p:cNvGrpSpPr/>
            <p:nvPr/>
          </p:nvGrpSpPr>
          <p:grpSpPr>
            <a:xfrm>
              <a:off x="5201649" y="3829356"/>
              <a:ext cx="1267846" cy="123780"/>
              <a:chOff x="3166157" y="1945699"/>
              <a:chExt cx="1267846" cy="123780"/>
            </a:xfrm>
          </p:grpSpPr>
          <p:cxnSp>
            <p:nvCxnSpPr>
              <p:cNvPr id="613" name="直接连接符 612"/>
              <p:cNvCxnSpPr/>
              <p:nvPr/>
            </p:nvCxnSpPr>
            <p:spPr>
              <a:xfrm flipH="1">
                <a:off x="3233469" y="2012479"/>
                <a:ext cx="1200534" cy="0"/>
              </a:xfrm>
              <a:prstGeom prst="line">
                <a:avLst/>
              </a:prstGeom>
              <a:ln w="19050">
                <a:solidFill>
                  <a:srgbClr val="01ACBE"/>
                </a:solidFill>
              </a:ln>
            </p:spPr>
            <p:style>
              <a:lnRef idx="1">
                <a:schemeClr val="accent1"/>
              </a:lnRef>
              <a:fillRef idx="0">
                <a:schemeClr val="accent1"/>
              </a:fillRef>
              <a:effectRef idx="0">
                <a:schemeClr val="accent1"/>
              </a:effectRef>
              <a:fontRef idx="minor">
                <a:schemeClr val="tx1"/>
              </a:fontRef>
            </p:style>
          </p:cxnSp>
          <p:sp>
            <p:nvSpPr>
              <p:cNvPr id="614" name="椭圆 613"/>
              <p:cNvSpPr/>
              <p:nvPr/>
            </p:nvSpPr>
            <p:spPr>
              <a:xfrm>
                <a:off x="3166157" y="1945699"/>
                <a:ext cx="123780" cy="123780"/>
              </a:xfrm>
              <a:prstGeom prst="ellipse">
                <a:avLst/>
              </a:prstGeom>
              <a:solidFill>
                <a:srgbClr val="01AC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612" name="文本框 113"/>
            <p:cNvSpPr txBox="1"/>
            <p:nvPr/>
          </p:nvSpPr>
          <p:spPr>
            <a:xfrm>
              <a:off x="5258586" y="3933850"/>
              <a:ext cx="1258171" cy="1103387"/>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615" name="组合 614"/>
          <p:cNvGrpSpPr/>
          <p:nvPr/>
        </p:nvGrpSpPr>
        <p:grpSpPr>
          <a:xfrm>
            <a:off x="9930442" y="2772756"/>
            <a:ext cx="1449662" cy="1612493"/>
            <a:chOff x="9240338" y="2139765"/>
            <a:chExt cx="1374391" cy="1529320"/>
          </a:xfrm>
        </p:grpSpPr>
        <p:sp>
          <p:nvSpPr>
            <p:cNvPr id="616" name="文本框 1956"/>
            <p:cNvSpPr txBox="1"/>
            <p:nvPr/>
          </p:nvSpPr>
          <p:spPr>
            <a:xfrm>
              <a:off x="9335566" y="2139765"/>
              <a:ext cx="1279163" cy="333802"/>
            </a:xfrm>
            <a:prstGeom prst="rect">
              <a:avLst/>
            </a:prstGeom>
            <a:noFill/>
          </p:spPr>
          <p:txBody>
            <a:bodyPr wrap="square" rtlCol="0">
              <a:spAutoFit/>
            </a:bodyPr>
            <a:lstStyle/>
            <a:p>
              <a:r>
                <a:rPr lang="zh-CN" altLang="en-US" sz="1687" dirty="0">
                  <a:solidFill>
                    <a:srgbClr val="E87071"/>
                  </a:solidFill>
                  <a:latin typeface="微软雅黑" panose="020B0503020204020204" pitchFamily="34" charset="-122"/>
                  <a:ea typeface="微软雅黑" panose="020B0503020204020204" pitchFamily="34" charset="-122"/>
                </a:rPr>
                <a:t>添加标题</a:t>
              </a:r>
            </a:p>
          </p:txBody>
        </p:sp>
        <p:grpSp>
          <p:nvGrpSpPr>
            <p:cNvPr id="617" name="组合 616"/>
            <p:cNvGrpSpPr/>
            <p:nvPr/>
          </p:nvGrpSpPr>
          <p:grpSpPr>
            <a:xfrm flipH="1">
              <a:off x="9240338" y="2412392"/>
              <a:ext cx="1267846" cy="123780"/>
              <a:chOff x="3166157" y="1945699"/>
              <a:chExt cx="1267846" cy="123780"/>
            </a:xfrm>
          </p:grpSpPr>
          <p:cxnSp>
            <p:nvCxnSpPr>
              <p:cNvPr id="619" name="直接连接符 618"/>
              <p:cNvCxnSpPr/>
              <p:nvPr/>
            </p:nvCxnSpPr>
            <p:spPr>
              <a:xfrm flipH="1">
                <a:off x="3233469" y="2012479"/>
                <a:ext cx="1200534" cy="0"/>
              </a:xfrm>
              <a:prstGeom prst="line">
                <a:avLst/>
              </a:prstGeom>
              <a:ln w="19050">
                <a:solidFill>
                  <a:srgbClr val="E87071"/>
                </a:solidFill>
              </a:ln>
            </p:spPr>
            <p:style>
              <a:lnRef idx="1">
                <a:schemeClr val="accent1"/>
              </a:lnRef>
              <a:fillRef idx="0">
                <a:schemeClr val="accent1"/>
              </a:fillRef>
              <a:effectRef idx="0">
                <a:schemeClr val="accent1"/>
              </a:effectRef>
              <a:fontRef idx="minor">
                <a:schemeClr val="tx1"/>
              </a:fontRef>
            </p:style>
          </p:cxnSp>
          <p:sp>
            <p:nvSpPr>
              <p:cNvPr id="620" name="椭圆 619"/>
              <p:cNvSpPr/>
              <p:nvPr/>
            </p:nvSpPr>
            <p:spPr>
              <a:xfrm>
                <a:off x="3166157" y="1945699"/>
                <a:ext cx="123780" cy="123780"/>
              </a:xfrm>
              <a:prstGeom prst="ellipse">
                <a:avLst/>
              </a:prstGeom>
              <a:solidFill>
                <a:srgbClr val="E87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618" name="文本框 113"/>
            <p:cNvSpPr txBox="1"/>
            <p:nvPr/>
          </p:nvSpPr>
          <p:spPr>
            <a:xfrm>
              <a:off x="9301531" y="2565698"/>
              <a:ext cx="1258171" cy="1103387"/>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grpSp>
        <p:nvGrpSpPr>
          <p:cNvPr id="621" name="组合 620"/>
          <p:cNvGrpSpPr/>
          <p:nvPr/>
        </p:nvGrpSpPr>
        <p:grpSpPr>
          <a:xfrm>
            <a:off x="10106837" y="5213807"/>
            <a:ext cx="1349219" cy="1548377"/>
            <a:chOff x="9407574" y="4454907"/>
            <a:chExt cx="1279163" cy="1468512"/>
          </a:xfrm>
        </p:grpSpPr>
        <p:grpSp>
          <p:nvGrpSpPr>
            <p:cNvPr id="622" name="组合 621"/>
            <p:cNvGrpSpPr/>
            <p:nvPr/>
          </p:nvGrpSpPr>
          <p:grpSpPr>
            <a:xfrm flipH="1">
              <a:off x="9538385" y="4724764"/>
              <a:ext cx="1093325" cy="123780"/>
              <a:chOff x="3166157" y="1945699"/>
              <a:chExt cx="1093325" cy="123780"/>
            </a:xfrm>
          </p:grpSpPr>
          <p:cxnSp>
            <p:nvCxnSpPr>
              <p:cNvPr id="625" name="直接连接符 624"/>
              <p:cNvCxnSpPr/>
              <p:nvPr/>
            </p:nvCxnSpPr>
            <p:spPr>
              <a:xfrm flipH="1">
                <a:off x="3233469" y="2012479"/>
                <a:ext cx="1026013" cy="0"/>
              </a:xfrm>
              <a:prstGeom prst="line">
                <a:avLst/>
              </a:prstGeom>
              <a:ln w="19050">
                <a:solidFill>
                  <a:srgbClr val="FFB850"/>
                </a:solidFill>
              </a:ln>
            </p:spPr>
            <p:style>
              <a:lnRef idx="1">
                <a:schemeClr val="accent1"/>
              </a:lnRef>
              <a:fillRef idx="0">
                <a:schemeClr val="accent1"/>
              </a:fillRef>
              <a:effectRef idx="0">
                <a:schemeClr val="accent1"/>
              </a:effectRef>
              <a:fontRef idx="minor">
                <a:schemeClr val="tx1"/>
              </a:fontRef>
            </p:style>
          </p:cxnSp>
          <p:sp>
            <p:nvSpPr>
              <p:cNvPr id="626" name="椭圆 625"/>
              <p:cNvSpPr/>
              <p:nvPr/>
            </p:nvSpPr>
            <p:spPr>
              <a:xfrm>
                <a:off x="3166157" y="1945699"/>
                <a:ext cx="123780" cy="123780"/>
              </a:xfrm>
              <a:prstGeom prst="ellipse">
                <a:avLst/>
              </a:prstGeom>
              <a:solidFill>
                <a:srgbClr val="FFB8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623" name="文本框 1972"/>
            <p:cNvSpPr txBox="1"/>
            <p:nvPr/>
          </p:nvSpPr>
          <p:spPr>
            <a:xfrm>
              <a:off x="9407574" y="4454907"/>
              <a:ext cx="1279163" cy="333802"/>
            </a:xfrm>
            <a:prstGeom prst="rect">
              <a:avLst/>
            </a:prstGeom>
            <a:noFill/>
          </p:spPr>
          <p:txBody>
            <a:bodyPr wrap="square" rtlCol="0">
              <a:spAutoFit/>
            </a:bodyPr>
            <a:lstStyle/>
            <a:p>
              <a:r>
                <a:rPr lang="zh-CN" altLang="en-US" sz="1687" dirty="0">
                  <a:solidFill>
                    <a:srgbClr val="FFB850"/>
                  </a:solidFill>
                  <a:latin typeface="微软雅黑" panose="020B0503020204020204" pitchFamily="34" charset="-122"/>
                  <a:ea typeface="微软雅黑" panose="020B0503020204020204" pitchFamily="34" charset="-122"/>
                </a:rPr>
                <a:t>添加标题</a:t>
              </a:r>
            </a:p>
          </p:txBody>
        </p:sp>
        <p:sp>
          <p:nvSpPr>
            <p:cNvPr id="624" name="文本框 113"/>
            <p:cNvSpPr txBox="1"/>
            <p:nvPr/>
          </p:nvSpPr>
          <p:spPr>
            <a:xfrm>
              <a:off x="9412414" y="4820032"/>
              <a:ext cx="1258171" cy="1103387"/>
            </a:xfrm>
            <a:prstGeom prst="rect">
              <a:avLst/>
            </a:prstGeom>
            <a:noFill/>
          </p:spPr>
          <p:txBody>
            <a:bodyPr wrap="square" rtlCol="0">
              <a:spAutoFit/>
            </a:bodyPr>
            <a:lstStyle/>
            <a:p>
              <a:pPr algn="just">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单击添加详细文字说明，或复制文本黏贴自此右键只保留文字</a:t>
              </a:r>
            </a:p>
          </p:txBody>
        </p:sp>
      </p:grpSp>
      <p:sp>
        <p:nvSpPr>
          <p:cNvPr id="627" name="文本框 194"/>
          <p:cNvSpPr txBox="1"/>
          <p:nvPr/>
        </p:nvSpPr>
        <p:spPr>
          <a:xfrm>
            <a:off x="1231081" y="2462611"/>
            <a:ext cx="3483190" cy="546753"/>
          </a:xfrm>
          <a:prstGeom prst="rect">
            <a:avLst/>
          </a:prstGeom>
          <a:noFill/>
        </p:spPr>
        <p:txBody>
          <a:bodyPr wrap="square" rtlCol="0">
            <a:spAutoFit/>
          </a:bodyPr>
          <a:lstStyle/>
          <a:p>
            <a:r>
              <a:rPr lang="zh-CN" altLang="en-US" sz="2953" dirty="0">
                <a:solidFill>
                  <a:srgbClr val="01ACBE"/>
                </a:solidFill>
                <a:latin typeface="微软雅黑" panose="020B0503020204020204" pitchFamily="34" charset="-122"/>
                <a:ea typeface="微软雅黑" panose="020B0503020204020204" pitchFamily="34" charset="-122"/>
              </a:rPr>
              <a:t>一步一步往上爬</a:t>
            </a:r>
          </a:p>
        </p:txBody>
      </p:sp>
      <p:cxnSp>
        <p:nvCxnSpPr>
          <p:cNvPr id="628" name="直接连接符 627"/>
          <p:cNvCxnSpPr/>
          <p:nvPr/>
        </p:nvCxnSpPr>
        <p:spPr>
          <a:xfrm>
            <a:off x="1324005" y="3145929"/>
            <a:ext cx="3098442" cy="0"/>
          </a:xfrm>
          <a:prstGeom prst="line">
            <a:avLst/>
          </a:prstGeom>
          <a:ln w="19050">
            <a:solidFill>
              <a:srgbClr val="01ACBE"/>
            </a:solidFill>
          </a:ln>
        </p:spPr>
        <p:style>
          <a:lnRef idx="1">
            <a:schemeClr val="accent1"/>
          </a:lnRef>
          <a:fillRef idx="0">
            <a:schemeClr val="accent1"/>
          </a:fillRef>
          <a:effectRef idx="0">
            <a:schemeClr val="accent1"/>
          </a:effectRef>
          <a:fontRef idx="minor">
            <a:schemeClr val="tx1"/>
          </a:fontRef>
        </p:style>
      </p:cxnSp>
      <p:sp>
        <p:nvSpPr>
          <p:cNvPr id="629" name="文本框 107"/>
          <p:cNvSpPr txBox="1"/>
          <p:nvPr/>
        </p:nvSpPr>
        <p:spPr>
          <a:xfrm>
            <a:off x="1231081" y="3334504"/>
            <a:ext cx="3191367" cy="3045064"/>
          </a:xfrm>
          <a:prstGeom prst="rect">
            <a:avLst/>
          </a:prstGeom>
          <a:noFill/>
        </p:spPr>
        <p:txBody>
          <a:bodyPr wrap="square" rtlCol="0">
            <a:spAutoFit/>
          </a:bodyPr>
          <a:lstStyle/>
          <a:p>
            <a:pPr algn="just">
              <a:lnSpc>
                <a:spcPct val="130000"/>
              </a:lnSpc>
            </a:pPr>
            <a:r>
              <a:rPr lang="zh-CN" altLang="en-US" sz="1476" dirty="0">
                <a:solidFill>
                  <a:schemeClr val="tx1">
                    <a:lumMod val="75000"/>
                    <a:lumOff val="25000"/>
                  </a:schemeClr>
                </a:solidFill>
                <a:latin typeface="微软雅黑" panose="020B0503020204020204" pitchFamily="34" charset="-122"/>
                <a:ea typeface="微软雅黑" panose="020B0503020204020204" pitchFamily="34" charset="-122"/>
              </a:rPr>
              <a:t>      点击添加文字说明详情介绍点击添加文字说明详情介绍点击添加文字说明详情介绍点击添加文字说明详情介绍</a:t>
            </a:r>
          </a:p>
          <a:p>
            <a:pPr algn="just">
              <a:lnSpc>
                <a:spcPct val="130000"/>
              </a:lnSpc>
            </a:pPr>
            <a:endParaRPr lang="en-US" altLang="zh-CN" sz="1476" dirty="0">
              <a:solidFill>
                <a:schemeClr val="tx1">
                  <a:lumMod val="75000"/>
                  <a:lumOff val="25000"/>
                </a:schemeClr>
              </a:solidFill>
              <a:latin typeface="微软雅黑" panose="020B0503020204020204" pitchFamily="34" charset="-122"/>
              <a:ea typeface="微软雅黑" panose="020B0503020204020204" pitchFamily="34" charset="-122"/>
            </a:endParaRPr>
          </a:p>
          <a:p>
            <a:pPr algn="just">
              <a:lnSpc>
                <a:spcPct val="130000"/>
              </a:lnSpc>
            </a:pPr>
            <a:r>
              <a:rPr lang="zh-CN" altLang="en-US" sz="1476" dirty="0">
                <a:solidFill>
                  <a:schemeClr val="tx1">
                    <a:lumMod val="75000"/>
                    <a:lumOff val="25000"/>
                  </a:schemeClr>
                </a:solidFill>
                <a:latin typeface="微软雅黑" panose="020B0503020204020204" pitchFamily="34" charset="-122"/>
                <a:ea typeface="微软雅黑" panose="020B0503020204020204" pitchFamily="34" charset="-122"/>
              </a:rPr>
              <a:t>        点击添加文字说明详情介绍点击添加文字说明详情介绍</a:t>
            </a:r>
          </a:p>
          <a:p>
            <a:pPr algn="just">
              <a:lnSpc>
                <a:spcPct val="130000"/>
              </a:lnSpc>
            </a:pPr>
            <a:r>
              <a:rPr lang="zh-CN" altLang="en-US" sz="1476"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a:p>
            <a:pPr algn="just">
              <a:lnSpc>
                <a:spcPct val="130000"/>
              </a:lnSpc>
            </a:pPr>
            <a:endParaRPr lang="zh-CN" altLang="en-US" sz="1476"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630" name="文本框 629"/>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1442172369"/>
      </p:ext>
    </p:extLst>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627"/>
                                        </p:tgtEl>
                                        <p:attrNameLst>
                                          <p:attrName>style.visibility</p:attrName>
                                        </p:attrNameLst>
                                      </p:cBhvr>
                                      <p:to>
                                        <p:strVal val="visible"/>
                                      </p:to>
                                    </p:set>
                                    <p:animEffect transition="in" filter="wipe(left)">
                                      <p:cBhvr>
                                        <p:cTn id="17" dur="500"/>
                                        <p:tgtEl>
                                          <p:spTgt spid="627"/>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628"/>
                                        </p:tgtEl>
                                        <p:attrNameLst>
                                          <p:attrName>style.visibility</p:attrName>
                                        </p:attrNameLst>
                                      </p:cBhvr>
                                      <p:to>
                                        <p:strVal val="visible"/>
                                      </p:to>
                                    </p:set>
                                    <p:animEffect transition="in" filter="wipe(left)">
                                      <p:cBhvr>
                                        <p:cTn id="21" dur="500"/>
                                        <p:tgtEl>
                                          <p:spTgt spid="628"/>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629"/>
                                        </p:tgtEl>
                                        <p:attrNameLst>
                                          <p:attrName>style.visibility</p:attrName>
                                        </p:attrNameLst>
                                      </p:cBhvr>
                                      <p:to>
                                        <p:strVal val="visible"/>
                                      </p:to>
                                    </p:set>
                                    <p:animEffect transition="in" filter="wipe(up)">
                                      <p:cBhvr>
                                        <p:cTn id="25" dur="500"/>
                                        <p:tgtEl>
                                          <p:spTgt spid="629"/>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72"/>
                                        </p:tgtEl>
                                        <p:attrNameLst>
                                          <p:attrName>style.visibility</p:attrName>
                                        </p:attrNameLst>
                                      </p:cBhvr>
                                      <p:to>
                                        <p:strVal val="visible"/>
                                      </p:to>
                                    </p:set>
                                    <p:animEffect transition="in" filter="wipe(left)">
                                      <p:cBhvr>
                                        <p:cTn id="29" dur="500"/>
                                        <p:tgtEl>
                                          <p:spTgt spid="72"/>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621"/>
                                        </p:tgtEl>
                                        <p:attrNameLst>
                                          <p:attrName>style.visibility</p:attrName>
                                        </p:attrNameLst>
                                      </p:cBhvr>
                                      <p:to>
                                        <p:strVal val="visible"/>
                                      </p:to>
                                    </p:set>
                                    <p:animEffect transition="in" filter="wipe(left)">
                                      <p:cBhvr>
                                        <p:cTn id="33" dur="500"/>
                                        <p:tgtEl>
                                          <p:spTgt spid="621"/>
                                        </p:tgtEl>
                                      </p:cBhvr>
                                    </p:animEffect>
                                  </p:childTnLst>
                                </p:cTn>
                              </p:par>
                            </p:childTnLst>
                          </p:cTn>
                        </p:par>
                        <p:par>
                          <p:cTn id="34" fill="hold">
                            <p:stCondLst>
                              <p:cond delay="3500"/>
                            </p:stCondLst>
                            <p:childTnLst>
                              <p:par>
                                <p:cTn id="35" presetID="22" presetClass="entr" presetSubtype="2"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ipe(right)">
                                      <p:cBhvr>
                                        <p:cTn id="37" dur="500"/>
                                        <p:tgtEl>
                                          <p:spTgt spid="8"/>
                                        </p:tgtEl>
                                      </p:cBhvr>
                                    </p:animEffect>
                                  </p:childTnLst>
                                </p:cTn>
                              </p:par>
                            </p:childTnLst>
                          </p:cTn>
                        </p:par>
                        <p:par>
                          <p:cTn id="38" fill="hold">
                            <p:stCondLst>
                              <p:cond delay="4000"/>
                            </p:stCondLst>
                            <p:childTnLst>
                              <p:par>
                                <p:cTn id="39" presetID="22" presetClass="entr" presetSubtype="2" fill="hold" nodeType="after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right)">
                                      <p:cBhvr>
                                        <p:cTn id="41" dur="500"/>
                                        <p:tgtEl>
                                          <p:spTgt spid="609"/>
                                        </p:tgtEl>
                                      </p:cBhvr>
                                    </p:animEffect>
                                  </p:childTnLst>
                                </p:cTn>
                              </p:par>
                            </p:childTnLst>
                          </p:cTn>
                        </p:par>
                        <p:par>
                          <p:cTn id="42" fill="hold">
                            <p:stCondLst>
                              <p:cond delay="4500"/>
                            </p:stCondLst>
                            <p:childTnLst>
                              <p:par>
                                <p:cTn id="43" presetID="22" presetClass="entr" presetSubtype="8" fill="hold" nodeType="afterEffect">
                                  <p:stCondLst>
                                    <p:cond delay="0"/>
                                  </p:stCondLst>
                                  <p:childTnLst>
                                    <p:set>
                                      <p:cBhvr>
                                        <p:cTn id="44" dur="1" fill="hold">
                                          <p:stCondLst>
                                            <p:cond delay="0"/>
                                          </p:stCondLst>
                                        </p:cTn>
                                        <p:tgtEl>
                                          <p:spTgt spid="264"/>
                                        </p:tgtEl>
                                        <p:attrNameLst>
                                          <p:attrName>style.visibility</p:attrName>
                                        </p:attrNameLst>
                                      </p:cBhvr>
                                      <p:to>
                                        <p:strVal val="visible"/>
                                      </p:to>
                                    </p:set>
                                    <p:animEffect transition="in" filter="wipe(left)">
                                      <p:cBhvr>
                                        <p:cTn id="45" dur="500"/>
                                        <p:tgtEl>
                                          <p:spTgt spid="264"/>
                                        </p:tgtEl>
                                      </p:cBhvr>
                                    </p:animEffect>
                                  </p:childTnLst>
                                </p:cTn>
                              </p:par>
                            </p:childTnLst>
                          </p:cTn>
                        </p:par>
                        <p:par>
                          <p:cTn id="46" fill="hold">
                            <p:stCondLst>
                              <p:cond delay="5000"/>
                            </p:stCondLst>
                            <p:childTnLst>
                              <p:par>
                                <p:cTn id="47" presetID="22" presetClass="entr" presetSubtype="8" fill="hold" nodeType="afterEffect">
                                  <p:stCondLst>
                                    <p:cond delay="0"/>
                                  </p:stCondLst>
                                  <p:childTnLst>
                                    <p:set>
                                      <p:cBhvr>
                                        <p:cTn id="48" dur="1" fill="hold">
                                          <p:stCondLst>
                                            <p:cond delay="0"/>
                                          </p:stCondLst>
                                        </p:cTn>
                                        <p:tgtEl>
                                          <p:spTgt spid="615"/>
                                        </p:tgtEl>
                                        <p:attrNameLst>
                                          <p:attrName>style.visibility</p:attrName>
                                        </p:attrNameLst>
                                      </p:cBhvr>
                                      <p:to>
                                        <p:strVal val="visible"/>
                                      </p:to>
                                    </p:set>
                                    <p:animEffect transition="in" filter="wipe(left)">
                                      <p:cBhvr>
                                        <p:cTn id="49" dur="500"/>
                                        <p:tgtEl>
                                          <p:spTgt spid="615"/>
                                        </p:tgtEl>
                                      </p:cBhvr>
                                    </p:animEffect>
                                  </p:childTnLst>
                                </p:cTn>
                              </p:par>
                            </p:childTnLst>
                          </p:cTn>
                        </p:par>
                        <p:par>
                          <p:cTn id="50" fill="hold">
                            <p:stCondLst>
                              <p:cond delay="5500"/>
                            </p:stCondLst>
                            <p:childTnLst>
                              <p:par>
                                <p:cTn id="51" presetID="22" presetClass="entr" presetSubtype="2" fill="hold" nodeType="afterEffect">
                                  <p:stCondLst>
                                    <p:cond delay="0"/>
                                  </p:stCondLst>
                                  <p:childTnLst>
                                    <p:set>
                                      <p:cBhvr>
                                        <p:cTn id="52" dur="1" fill="hold">
                                          <p:stCondLst>
                                            <p:cond delay="0"/>
                                          </p:stCondLst>
                                        </p:cTn>
                                        <p:tgtEl>
                                          <p:spTgt spid="417"/>
                                        </p:tgtEl>
                                        <p:attrNameLst>
                                          <p:attrName>style.visibility</p:attrName>
                                        </p:attrNameLst>
                                      </p:cBhvr>
                                      <p:to>
                                        <p:strVal val="visible"/>
                                      </p:to>
                                    </p:set>
                                    <p:animEffect transition="in" filter="wipe(right)">
                                      <p:cBhvr>
                                        <p:cTn id="53" dur="500"/>
                                        <p:tgtEl>
                                          <p:spTgt spid="417"/>
                                        </p:tgtEl>
                                      </p:cBhvr>
                                    </p:animEffect>
                                  </p:childTnLst>
                                </p:cTn>
                              </p:par>
                            </p:childTnLst>
                          </p:cTn>
                        </p:par>
                        <p:par>
                          <p:cTn id="54" fill="hold">
                            <p:stCondLst>
                              <p:cond delay="6000"/>
                            </p:stCondLst>
                            <p:childTnLst>
                              <p:par>
                                <p:cTn id="55" presetID="22" presetClass="entr" presetSubtype="2" fill="hold" nodeType="afterEffect">
                                  <p:stCondLst>
                                    <p:cond delay="0"/>
                                  </p:stCondLst>
                                  <p:childTnLst>
                                    <p:set>
                                      <p:cBhvr>
                                        <p:cTn id="56" dur="1" fill="hold">
                                          <p:stCondLst>
                                            <p:cond delay="0"/>
                                          </p:stCondLst>
                                        </p:cTn>
                                        <p:tgtEl>
                                          <p:spTgt spid="603"/>
                                        </p:tgtEl>
                                        <p:attrNameLst>
                                          <p:attrName>style.visibility</p:attrName>
                                        </p:attrNameLst>
                                      </p:cBhvr>
                                      <p:to>
                                        <p:strVal val="visible"/>
                                      </p:to>
                                    </p:set>
                                    <p:animEffect transition="in" filter="wipe(right)">
                                      <p:cBhvr>
                                        <p:cTn id="57" dur="500"/>
                                        <p:tgtEl>
                                          <p:spTgt spid="603"/>
                                        </p:tgtEl>
                                      </p:cBhvr>
                                    </p:animEffect>
                                  </p:childTnLst>
                                </p:cTn>
                              </p:par>
                            </p:childTnLst>
                          </p:cTn>
                        </p:par>
                        <p:par>
                          <p:cTn id="58" fill="hold">
                            <p:stCondLst>
                              <p:cond delay="6500"/>
                            </p:stCondLst>
                            <p:childTnLst>
                              <p:par>
                                <p:cTn id="59" presetID="42" presetClass="entr" presetSubtype="0" fill="hold" nodeType="afterEffect">
                                  <p:stCondLst>
                                    <p:cond delay="0"/>
                                  </p:stCondLst>
                                  <p:childTnLst>
                                    <p:set>
                                      <p:cBhvr>
                                        <p:cTn id="60" dur="1" fill="hold">
                                          <p:stCondLst>
                                            <p:cond delay="0"/>
                                          </p:stCondLst>
                                        </p:cTn>
                                        <p:tgtEl>
                                          <p:spTgt spid="598"/>
                                        </p:tgtEl>
                                        <p:attrNameLst>
                                          <p:attrName>style.visibility</p:attrName>
                                        </p:attrNameLst>
                                      </p:cBhvr>
                                      <p:to>
                                        <p:strVal val="visible"/>
                                      </p:to>
                                    </p:set>
                                    <p:animEffect transition="in" filter="fade">
                                      <p:cBhvr>
                                        <p:cTn id="61" dur="1000"/>
                                        <p:tgtEl>
                                          <p:spTgt spid="598"/>
                                        </p:tgtEl>
                                      </p:cBhvr>
                                    </p:animEffect>
                                    <p:anim calcmode="lin" valueType="num">
                                      <p:cBhvr>
                                        <p:cTn id="62" dur="1000" fill="hold"/>
                                        <p:tgtEl>
                                          <p:spTgt spid="598"/>
                                        </p:tgtEl>
                                        <p:attrNameLst>
                                          <p:attrName>ppt_x</p:attrName>
                                        </p:attrNameLst>
                                      </p:cBhvr>
                                      <p:tavLst>
                                        <p:tav tm="0">
                                          <p:val>
                                            <p:strVal val="#ppt_x"/>
                                          </p:val>
                                        </p:tav>
                                        <p:tav tm="100000">
                                          <p:val>
                                            <p:strVal val="#ppt_x"/>
                                          </p:val>
                                        </p:tav>
                                      </p:tavLst>
                                    </p:anim>
                                    <p:anim calcmode="lin" valueType="num">
                                      <p:cBhvr>
                                        <p:cTn id="63" dur="1000" fill="hold"/>
                                        <p:tgtEl>
                                          <p:spTgt spid="598"/>
                                        </p:tgtEl>
                                        <p:attrNameLst>
                                          <p:attrName>ppt_y</p:attrName>
                                        </p:attrNameLst>
                                      </p:cBhvr>
                                      <p:tavLst>
                                        <p:tav tm="0">
                                          <p:val>
                                            <p:strVal val="#ppt_y+.1"/>
                                          </p:val>
                                        </p:tav>
                                        <p:tav tm="100000">
                                          <p:val>
                                            <p:strVal val="#ppt_y"/>
                                          </p:val>
                                        </p:tav>
                                      </p:tavLst>
                                    </p:anim>
                                  </p:childTnLst>
                                </p:cTn>
                              </p:par>
                            </p:childTnLst>
                          </p:cTn>
                        </p:par>
                        <p:par>
                          <p:cTn id="64" fill="hold">
                            <p:stCondLst>
                              <p:cond delay="7500"/>
                            </p:stCondLst>
                            <p:childTnLst>
                              <p:par>
                                <p:cTn id="65" presetID="42" presetClass="entr" presetSubtype="0" fill="hold" nodeType="afterEffect">
                                  <p:stCondLst>
                                    <p:cond delay="0"/>
                                  </p:stCondLst>
                                  <p:childTnLst>
                                    <p:set>
                                      <p:cBhvr>
                                        <p:cTn id="66" dur="1" fill="hold">
                                          <p:stCondLst>
                                            <p:cond delay="0"/>
                                          </p:stCondLst>
                                        </p:cTn>
                                        <p:tgtEl>
                                          <p:spTgt spid="595"/>
                                        </p:tgtEl>
                                        <p:attrNameLst>
                                          <p:attrName>style.visibility</p:attrName>
                                        </p:attrNameLst>
                                      </p:cBhvr>
                                      <p:to>
                                        <p:strVal val="visible"/>
                                      </p:to>
                                    </p:set>
                                    <p:animEffect transition="in" filter="fade">
                                      <p:cBhvr>
                                        <p:cTn id="67" dur="1000"/>
                                        <p:tgtEl>
                                          <p:spTgt spid="595"/>
                                        </p:tgtEl>
                                      </p:cBhvr>
                                    </p:animEffect>
                                    <p:anim calcmode="lin" valueType="num">
                                      <p:cBhvr>
                                        <p:cTn id="68" dur="1000" fill="hold"/>
                                        <p:tgtEl>
                                          <p:spTgt spid="595"/>
                                        </p:tgtEl>
                                        <p:attrNameLst>
                                          <p:attrName>ppt_x</p:attrName>
                                        </p:attrNameLst>
                                      </p:cBhvr>
                                      <p:tavLst>
                                        <p:tav tm="0">
                                          <p:val>
                                            <p:strVal val="#ppt_x"/>
                                          </p:val>
                                        </p:tav>
                                        <p:tav tm="100000">
                                          <p:val>
                                            <p:strVal val="#ppt_x"/>
                                          </p:val>
                                        </p:tav>
                                      </p:tavLst>
                                    </p:anim>
                                    <p:anim calcmode="lin" valueType="num">
                                      <p:cBhvr>
                                        <p:cTn id="69" dur="1000" fill="hold"/>
                                        <p:tgtEl>
                                          <p:spTgt spid="595"/>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22" presetClass="entr" presetSubtype="4" fill="hold" grpId="0" nodeType="clickEffect">
                                  <p:stCondLst>
                                    <p:cond delay="0"/>
                                  </p:stCondLst>
                                  <p:childTnLst>
                                    <p:set>
                                      <p:cBhvr>
                                        <p:cTn id="73" dur="1" fill="hold">
                                          <p:stCondLst>
                                            <p:cond delay="0"/>
                                          </p:stCondLst>
                                        </p:cTn>
                                        <p:tgtEl>
                                          <p:spTgt spid="630"/>
                                        </p:tgtEl>
                                        <p:attrNameLst>
                                          <p:attrName>style.visibility</p:attrName>
                                        </p:attrNameLst>
                                      </p:cBhvr>
                                      <p:to>
                                        <p:strVal val="visible"/>
                                      </p:to>
                                    </p:set>
                                    <p:animEffect transition="in" filter="wipe(down)">
                                      <p:cBhvr>
                                        <p:cTn id="74" dur="500"/>
                                        <p:tgtEl>
                                          <p:spTgt spid="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627" grpId="0"/>
      <p:bldP spid="629" grpId="0"/>
      <p:bldP spid="63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1133044" y="2006032"/>
            <a:ext cx="4386330" cy="1052657"/>
            <a:chOff x="1073877" y="1902560"/>
            <a:chExt cx="4158578" cy="998361"/>
          </a:xfrm>
        </p:grpSpPr>
        <p:sp>
          <p:nvSpPr>
            <p:cNvPr id="9" name="任意多边形 8"/>
            <p:cNvSpPr>
              <a:spLocks/>
            </p:cNvSpPr>
            <p:nvPr/>
          </p:nvSpPr>
          <p:spPr bwMode="auto">
            <a:xfrm>
              <a:off x="1073877"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0" name="任意多边形 9"/>
            <p:cNvSpPr>
              <a:spLocks/>
            </p:cNvSpPr>
            <p:nvPr/>
          </p:nvSpPr>
          <p:spPr bwMode="auto">
            <a:xfrm>
              <a:off x="1213953"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1ACBE"/>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1" name="文本框 23"/>
            <p:cNvSpPr txBox="1"/>
            <p:nvPr/>
          </p:nvSpPr>
          <p:spPr>
            <a:xfrm>
              <a:off x="1558702" y="2133650"/>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12" name="组合 11"/>
          <p:cNvGrpSpPr/>
          <p:nvPr/>
        </p:nvGrpSpPr>
        <p:grpSpPr>
          <a:xfrm>
            <a:off x="1133044" y="3656382"/>
            <a:ext cx="4386330" cy="1052657"/>
            <a:chOff x="1073877" y="3467784"/>
            <a:chExt cx="4158578" cy="998361"/>
          </a:xfrm>
        </p:grpSpPr>
        <p:sp>
          <p:nvSpPr>
            <p:cNvPr id="13" name="任意多边形 12"/>
            <p:cNvSpPr>
              <a:spLocks/>
            </p:cNvSpPr>
            <p:nvPr/>
          </p:nvSpPr>
          <p:spPr bwMode="auto">
            <a:xfrm>
              <a:off x="1073877" y="3467784"/>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4" name="任意多边形 13"/>
            <p:cNvSpPr>
              <a:spLocks/>
            </p:cNvSpPr>
            <p:nvPr/>
          </p:nvSpPr>
          <p:spPr bwMode="auto">
            <a:xfrm>
              <a:off x="1213953" y="3579305"/>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C65885"/>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5" name="文本框 23"/>
            <p:cNvSpPr txBox="1"/>
            <p:nvPr/>
          </p:nvSpPr>
          <p:spPr>
            <a:xfrm>
              <a:off x="1558701" y="3692433"/>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16" name="组合 15"/>
          <p:cNvGrpSpPr/>
          <p:nvPr/>
        </p:nvGrpSpPr>
        <p:grpSpPr>
          <a:xfrm>
            <a:off x="1133044" y="5306731"/>
            <a:ext cx="4386330" cy="1052657"/>
            <a:chOff x="1073877" y="5033008"/>
            <a:chExt cx="4158578" cy="998361"/>
          </a:xfrm>
        </p:grpSpPr>
        <p:sp>
          <p:nvSpPr>
            <p:cNvPr id="17" name="任意多边形 16"/>
            <p:cNvSpPr>
              <a:spLocks/>
            </p:cNvSpPr>
            <p:nvPr/>
          </p:nvSpPr>
          <p:spPr bwMode="auto">
            <a:xfrm>
              <a:off x="1073877" y="5033008"/>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8" name="任意多边形 17"/>
            <p:cNvSpPr>
              <a:spLocks/>
            </p:cNvSpPr>
            <p:nvPr/>
          </p:nvSpPr>
          <p:spPr bwMode="auto">
            <a:xfrm>
              <a:off x="1213953" y="5144528"/>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663A77"/>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19" name="文本框 23"/>
            <p:cNvSpPr txBox="1"/>
            <p:nvPr/>
          </p:nvSpPr>
          <p:spPr>
            <a:xfrm>
              <a:off x="1558700" y="5257656"/>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20" name="组合 19"/>
          <p:cNvGrpSpPr/>
          <p:nvPr/>
        </p:nvGrpSpPr>
        <p:grpSpPr>
          <a:xfrm>
            <a:off x="7359661" y="2006032"/>
            <a:ext cx="4386330" cy="1052657"/>
            <a:chOff x="6977188" y="1902560"/>
            <a:chExt cx="4158578" cy="998361"/>
          </a:xfrm>
        </p:grpSpPr>
        <p:sp>
          <p:nvSpPr>
            <p:cNvPr id="21" name="任意多边形 20"/>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22" name="任意多边形 21"/>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FFB850"/>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23" name="文本框 23"/>
            <p:cNvSpPr txBox="1"/>
            <p:nvPr/>
          </p:nvSpPr>
          <p:spPr>
            <a:xfrm>
              <a:off x="7841043" y="2133650"/>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24" name="组合 23"/>
          <p:cNvGrpSpPr/>
          <p:nvPr/>
        </p:nvGrpSpPr>
        <p:grpSpPr>
          <a:xfrm>
            <a:off x="7359661" y="3656382"/>
            <a:ext cx="4386330" cy="1052657"/>
            <a:chOff x="6977188" y="3467784"/>
            <a:chExt cx="4158578" cy="998361"/>
          </a:xfrm>
        </p:grpSpPr>
        <p:sp>
          <p:nvSpPr>
            <p:cNvPr id="25" name="任意多边形 24"/>
            <p:cNvSpPr>
              <a:spLocks/>
            </p:cNvSpPr>
            <p:nvPr/>
          </p:nvSpPr>
          <p:spPr bwMode="auto">
            <a:xfrm>
              <a:off x="6977188" y="3467784"/>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26" name="任意多边形 25"/>
            <p:cNvSpPr>
              <a:spLocks/>
            </p:cNvSpPr>
            <p:nvPr/>
          </p:nvSpPr>
          <p:spPr bwMode="auto">
            <a:xfrm>
              <a:off x="7134952" y="3579305"/>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E87071"/>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27" name="文本框 23"/>
            <p:cNvSpPr txBox="1"/>
            <p:nvPr/>
          </p:nvSpPr>
          <p:spPr>
            <a:xfrm>
              <a:off x="7841042" y="3692433"/>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28" name="组合 27"/>
          <p:cNvGrpSpPr/>
          <p:nvPr/>
        </p:nvGrpSpPr>
        <p:grpSpPr>
          <a:xfrm>
            <a:off x="7359661" y="5306731"/>
            <a:ext cx="4386330" cy="1052657"/>
            <a:chOff x="6977188" y="5033008"/>
            <a:chExt cx="4158578" cy="998361"/>
          </a:xfrm>
        </p:grpSpPr>
        <p:sp>
          <p:nvSpPr>
            <p:cNvPr id="29" name="任意多边形 28"/>
            <p:cNvSpPr>
              <a:spLocks/>
            </p:cNvSpPr>
            <p:nvPr/>
          </p:nvSpPr>
          <p:spPr bwMode="auto">
            <a:xfrm>
              <a:off x="6977188" y="5033008"/>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30" name="任意多边形 29"/>
            <p:cNvSpPr>
              <a:spLocks/>
            </p:cNvSpPr>
            <p:nvPr/>
          </p:nvSpPr>
          <p:spPr bwMode="auto">
            <a:xfrm>
              <a:off x="7134952" y="5144528"/>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0AF92"/>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31" name="文本框 23"/>
            <p:cNvSpPr txBox="1"/>
            <p:nvPr/>
          </p:nvSpPr>
          <p:spPr>
            <a:xfrm>
              <a:off x="7841041" y="5257656"/>
              <a:ext cx="2832551" cy="567870"/>
            </a:xfrm>
            <a:prstGeom prst="rect">
              <a:avLst/>
            </a:prstGeom>
            <a:noFill/>
          </p:spPr>
          <p:txBody>
            <a:bodyPr wrap="square" rtlCol="0">
              <a:spAutoFit/>
            </a:bodyPr>
            <a:lstStyle/>
            <a:p>
              <a:pPr algn="just">
                <a:lnSpc>
                  <a:spcPct val="130000"/>
                </a:lnSpc>
              </a:pPr>
              <a:r>
                <a:rPr lang="zh-CN" altLang="en-US" sz="1266" dirty="0">
                  <a:solidFill>
                    <a:schemeClr val="bg1"/>
                  </a:solidFill>
                  <a:latin typeface="微软雅黑" panose="020B0503020204020204" pitchFamily="34" charset="-122"/>
                  <a:ea typeface="微软雅黑" panose="020B0503020204020204" pitchFamily="34" charset="-122"/>
                </a:rPr>
                <a:t>点击添加文字说明详情介绍点击添加文字说明详情介绍点击添加文字</a:t>
              </a:r>
            </a:p>
          </p:txBody>
        </p:sp>
      </p:grpSp>
      <p:grpSp>
        <p:nvGrpSpPr>
          <p:cNvPr id="32" name="组合 31"/>
          <p:cNvGrpSpPr/>
          <p:nvPr/>
        </p:nvGrpSpPr>
        <p:grpSpPr>
          <a:xfrm>
            <a:off x="6774149" y="3590249"/>
            <a:ext cx="1337426" cy="1184924"/>
            <a:chOff x="6422078" y="3405062"/>
            <a:chExt cx="1267983" cy="1123805"/>
          </a:xfrm>
        </p:grpSpPr>
        <p:grpSp>
          <p:nvGrpSpPr>
            <p:cNvPr id="33" name="组合 32"/>
            <p:cNvGrpSpPr/>
            <p:nvPr/>
          </p:nvGrpSpPr>
          <p:grpSpPr>
            <a:xfrm rot="16200000">
              <a:off x="6494167" y="3332973"/>
              <a:ext cx="1123805" cy="1267983"/>
              <a:chOff x="8439634" y="3544648"/>
              <a:chExt cx="1611146" cy="1817848"/>
            </a:xfrm>
          </p:grpSpPr>
          <p:sp>
            <p:nvSpPr>
              <p:cNvPr id="35" name="Freeform 5"/>
              <p:cNvSpPr>
                <a:spLocks/>
              </p:cNvSpPr>
              <p:nvPr/>
            </p:nvSpPr>
            <p:spPr bwMode="auto">
              <a:xfrm rot="5400000">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6" name="Freeform 5"/>
              <p:cNvSpPr>
                <a:spLocks/>
              </p:cNvSpPr>
              <p:nvPr/>
            </p:nvSpPr>
            <p:spPr bwMode="auto">
              <a:xfrm rot="5400000">
                <a:off x="8582835" y="3866516"/>
                <a:ext cx="1324744"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E87071"/>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34" name="Freeform 987"/>
            <p:cNvSpPr>
              <a:spLocks noEditPoints="1"/>
            </p:cNvSpPr>
            <p:nvPr/>
          </p:nvSpPr>
          <p:spPr bwMode="auto">
            <a:xfrm>
              <a:off x="6888924" y="3666555"/>
              <a:ext cx="341804" cy="549808"/>
            </a:xfrm>
            <a:custGeom>
              <a:avLst/>
              <a:gdLst>
                <a:gd name="T0" fmla="*/ 133 w 205"/>
                <a:gd name="T1" fmla="*/ 170 h 331"/>
                <a:gd name="T2" fmla="*/ 148 w 205"/>
                <a:gd name="T3" fmla="*/ 126 h 331"/>
                <a:gd name="T4" fmla="*/ 148 w 205"/>
                <a:gd name="T5" fmla="*/ 110 h 331"/>
                <a:gd name="T6" fmla="*/ 48 w 205"/>
                <a:gd name="T7" fmla="*/ 118 h 331"/>
                <a:gd name="T8" fmla="*/ 71 w 205"/>
                <a:gd name="T9" fmla="*/ 126 h 331"/>
                <a:gd name="T10" fmla="*/ 39 w 205"/>
                <a:gd name="T11" fmla="*/ 224 h 331"/>
                <a:gd name="T12" fmla="*/ 44 w 205"/>
                <a:gd name="T13" fmla="*/ 331 h 331"/>
                <a:gd name="T14" fmla="*/ 205 w 205"/>
                <a:gd name="T15" fmla="*/ 298 h 331"/>
                <a:gd name="T16" fmla="*/ 161 w 205"/>
                <a:gd name="T17" fmla="*/ 315 h 331"/>
                <a:gd name="T18" fmla="*/ 16 w 205"/>
                <a:gd name="T19" fmla="*/ 298 h 331"/>
                <a:gd name="T20" fmla="*/ 87 w 205"/>
                <a:gd name="T21" fmla="*/ 170 h 331"/>
                <a:gd name="T22" fmla="*/ 117 w 205"/>
                <a:gd name="T23" fmla="*/ 126 h 331"/>
                <a:gd name="T24" fmla="*/ 153 w 205"/>
                <a:gd name="T25" fmla="*/ 234 h 331"/>
                <a:gd name="T26" fmla="*/ 161 w 205"/>
                <a:gd name="T27" fmla="*/ 315 h 331"/>
                <a:gd name="T28" fmla="*/ 121 w 205"/>
                <a:gd name="T29" fmla="*/ 262 h 331"/>
                <a:gd name="T30" fmla="*/ 101 w 205"/>
                <a:gd name="T31" fmla="*/ 258 h 331"/>
                <a:gd name="T32" fmla="*/ 63 w 205"/>
                <a:gd name="T33" fmla="*/ 263 h 331"/>
                <a:gd name="T34" fmla="*/ 48 w 205"/>
                <a:gd name="T35" fmla="*/ 259 h 331"/>
                <a:gd name="T36" fmla="*/ 24 w 205"/>
                <a:gd name="T37" fmla="*/ 298 h 331"/>
                <a:gd name="T38" fmla="*/ 161 w 205"/>
                <a:gd name="T39" fmla="*/ 307 h 331"/>
                <a:gd name="T40" fmla="*/ 167 w 205"/>
                <a:gd name="T41" fmla="*/ 266 h 331"/>
                <a:gd name="T42" fmla="*/ 165 w 205"/>
                <a:gd name="T43" fmla="*/ 264 h 331"/>
                <a:gd name="T44" fmla="*/ 144 w 205"/>
                <a:gd name="T45" fmla="*/ 248 h 331"/>
                <a:gd name="T46" fmla="*/ 124 w 205"/>
                <a:gd name="T47" fmla="*/ 23 h 331"/>
                <a:gd name="T48" fmla="*/ 124 w 205"/>
                <a:gd name="T49" fmla="*/ 0 h 331"/>
                <a:gd name="T50" fmla="*/ 124 w 205"/>
                <a:gd name="T51" fmla="*/ 23 h 331"/>
                <a:gd name="T52" fmla="*/ 91 w 205"/>
                <a:gd name="T53" fmla="*/ 49 h 331"/>
                <a:gd name="T54" fmla="*/ 74 w 205"/>
                <a:gd name="T55" fmla="*/ 32 h 331"/>
                <a:gd name="T56" fmla="*/ 58 w 205"/>
                <a:gd name="T57" fmla="*/ 49 h 331"/>
                <a:gd name="T58" fmla="*/ 68 w 205"/>
                <a:gd name="T59" fmla="*/ 43 h 331"/>
                <a:gd name="T60" fmla="*/ 80 w 205"/>
                <a:gd name="T61" fmla="*/ 43 h 331"/>
                <a:gd name="T62" fmla="*/ 74 w 205"/>
                <a:gd name="T63" fmla="*/ 57 h 331"/>
                <a:gd name="T64" fmla="*/ 68 w 205"/>
                <a:gd name="T65" fmla="*/ 43 h 331"/>
                <a:gd name="T66" fmla="*/ 92 w 205"/>
                <a:gd name="T67" fmla="*/ 102 h 331"/>
                <a:gd name="T68" fmla="*/ 98 w 205"/>
                <a:gd name="T69" fmla="*/ 82 h 331"/>
                <a:gd name="T70" fmla="*/ 129 w 205"/>
                <a:gd name="T71" fmla="*/ 82 h 331"/>
                <a:gd name="T72" fmla="*/ 134 w 205"/>
                <a:gd name="T73" fmla="*/ 102 h 331"/>
                <a:gd name="T74" fmla="*/ 143 w 205"/>
                <a:gd name="T75" fmla="*/ 97 h 331"/>
                <a:gd name="T76" fmla="*/ 113 w 205"/>
                <a:gd name="T77" fmla="*/ 68 h 331"/>
                <a:gd name="T78" fmla="*/ 84 w 205"/>
                <a:gd name="T79" fmla="*/ 9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5" h="331">
                  <a:moveTo>
                    <a:pt x="165" y="224"/>
                  </a:moveTo>
                  <a:cubicBezTo>
                    <a:pt x="150" y="204"/>
                    <a:pt x="133" y="184"/>
                    <a:pt x="133" y="170"/>
                  </a:cubicBezTo>
                  <a:cubicBezTo>
                    <a:pt x="133" y="126"/>
                    <a:pt x="133" y="126"/>
                    <a:pt x="133" y="126"/>
                  </a:cubicBezTo>
                  <a:cubicBezTo>
                    <a:pt x="148" y="126"/>
                    <a:pt x="148" y="126"/>
                    <a:pt x="148" y="126"/>
                  </a:cubicBezTo>
                  <a:cubicBezTo>
                    <a:pt x="153" y="126"/>
                    <a:pt x="156" y="122"/>
                    <a:pt x="156" y="118"/>
                  </a:cubicBezTo>
                  <a:cubicBezTo>
                    <a:pt x="156" y="113"/>
                    <a:pt x="153" y="110"/>
                    <a:pt x="148" y="110"/>
                  </a:cubicBezTo>
                  <a:cubicBezTo>
                    <a:pt x="56" y="110"/>
                    <a:pt x="56" y="110"/>
                    <a:pt x="56" y="110"/>
                  </a:cubicBezTo>
                  <a:cubicBezTo>
                    <a:pt x="52" y="110"/>
                    <a:pt x="48" y="113"/>
                    <a:pt x="48" y="118"/>
                  </a:cubicBezTo>
                  <a:cubicBezTo>
                    <a:pt x="48" y="122"/>
                    <a:pt x="52" y="126"/>
                    <a:pt x="56" y="126"/>
                  </a:cubicBezTo>
                  <a:cubicBezTo>
                    <a:pt x="71" y="126"/>
                    <a:pt x="71" y="126"/>
                    <a:pt x="71" y="126"/>
                  </a:cubicBezTo>
                  <a:cubicBezTo>
                    <a:pt x="71" y="170"/>
                    <a:pt x="71" y="170"/>
                    <a:pt x="71" y="170"/>
                  </a:cubicBezTo>
                  <a:cubicBezTo>
                    <a:pt x="71" y="184"/>
                    <a:pt x="55" y="204"/>
                    <a:pt x="39" y="224"/>
                  </a:cubicBezTo>
                  <a:cubicBezTo>
                    <a:pt x="20" y="249"/>
                    <a:pt x="0" y="274"/>
                    <a:pt x="0" y="298"/>
                  </a:cubicBezTo>
                  <a:cubicBezTo>
                    <a:pt x="0" y="318"/>
                    <a:pt x="16" y="331"/>
                    <a:pt x="44" y="331"/>
                  </a:cubicBezTo>
                  <a:cubicBezTo>
                    <a:pt x="161" y="331"/>
                    <a:pt x="161" y="331"/>
                    <a:pt x="161" y="331"/>
                  </a:cubicBezTo>
                  <a:cubicBezTo>
                    <a:pt x="188" y="331"/>
                    <a:pt x="205" y="318"/>
                    <a:pt x="205" y="298"/>
                  </a:cubicBezTo>
                  <a:cubicBezTo>
                    <a:pt x="205" y="274"/>
                    <a:pt x="185" y="249"/>
                    <a:pt x="165" y="224"/>
                  </a:cubicBezTo>
                  <a:close/>
                  <a:moveTo>
                    <a:pt x="161" y="315"/>
                  </a:moveTo>
                  <a:cubicBezTo>
                    <a:pt x="44" y="315"/>
                    <a:pt x="44" y="315"/>
                    <a:pt x="44" y="315"/>
                  </a:cubicBezTo>
                  <a:cubicBezTo>
                    <a:pt x="33" y="315"/>
                    <a:pt x="16" y="313"/>
                    <a:pt x="16" y="298"/>
                  </a:cubicBezTo>
                  <a:cubicBezTo>
                    <a:pt x="16" y="280"/>
                    <a:pt x="34" y="257"/>
                    <a:pt x="52" y="234"/>
                  </a:cubicBezTo>
                  <a:cubicBezTo>
                    <a:pt x="70" y="211"/>
                    <a:pt x="87" y="189"/>
                    <a:pt x="87" y="170"/>
                  </a:cubicBezTo>
                  <a:cubicBezTo>
                    <a:pt x="87" y="126"/>
                    <a:pt x="87" y="126"/>
                    <a:pt x="87" y="126"/>
                  </a:cubicBezTo>
                  <a:cubicBezTo>
                    <a:pt x="117" y="126"/>
                    <a:pt x="117" y="126"/>
                    <a:pt x="117" y="126"/>
                  </a:cubicBezTo>
                  <a:cubicBezTo>
                    <a:pt x="117" y="170"/>
                    <a:pt x="117" y="170"/>
                    <a:pt x="117" y="170"/>
                  </a:cubicBezTo>
                  <a:cubicBezTo>
                    <a:pt x="117" y="189"/>
                    <a:pt x="135" y="211"/>
                    <a:pt x="153" y="234"/>
                  </a:cubicBezTo>
                  <a:cubicBezTo>
                    <a:pt x="171" y="257"/>
                    <a:pt x="189" y="280"/>
                    <a:pt x="189" y="298"/>
                  </a:cubicBezTo>
                  <a:cubicBezTo>
                    <a:pt x="189" y="313"/>
                    <a:pt x="171" y="315"/>
                    <a:pt x="161" y="315"/>
                  </a:cubicBezTo>
                  <a:close/>
                  <a:moveTo>
                    <a:pt x="122" y="263"/>
                  </a:moveTo>
                  <a:cubicBezTo>
                    <a:pt x="122" y="263"/>
                    <a:pt x="121" y="263"/>
                    <a:pt x="121" y="262"/>
                  </a:cubicBezTo>
                  <a:cubicBezTo>
                    <a:pt x="118" y="258"/>
                    <a:pt x="114" y="256"/>
                    <a:pt x="109" y="256"/>
                  </a:cubicBezTo>
                  <a:cubicBezTo>
                    <a:pt x="106" y="256"/>
                    <a:pt x="103" y="257"/>
                    <a:pt x="101" y="258"/>
                  </a:cubicBezTo>
                  <a:cubicBezTo>
                    <a:pt x="99" y="250"/>
                    <a:pt x="91" y="244"/>
                    <a:pt x="82" y="244"/>
                  </a:cubicBezTo>
                  <a:cubicBezTo>
                    <a:pt x="72" y="244"/>
                    <a:pt x="63" y="252"/>
                    <a:pt x="63" y="263"/>
                  </a:cubicBezTo>
                  <a:cubicBezTo>
                    <a:pt x="63" y="264"/>
                    <a:pt x="63" y="264"/>
                    <a:pt x="63" y="265"/>
                  </a:cubicBezTo>
                  <a:cubicBezTo>
                    <a:pt x="59" y="261"/>
                    <a:pt x="54" y="259"/>
                    <a:pt x="48" y="259"/>
                  </a:cubicBezTo>
                  <a:cubicBezTo>
                    <a:pt x="46" y="259"/>
                    <a:pt x="44" y="260"/>
                    <a:pt x="42" y="260"/>
                  </a:cubicBezTo>
                  <a:cubicBezTo>
                    <a:pt x="32" y="274"/>
                    <a:pt x="24" y="288"/>
                    <a:pt x="24" y="298"/>
                  </a:cubicBezTo>
                  <a:cubicBezTo>
                    <a:pt x="24" y="306"/>
                    <a:pt x="34" y="307"/>
                    <a:pt x="44" y="307"/>
                  </a:cubicBezTo>
                  <a:cubicBezTo>
                    <a:pt x="161" y="307"/>
                    <a:pt x="161" y="307"/>
                    <a:pt x="161" y="307"/>
                  </a:cubicBezTo>
                  <a:cubicBezTo>
                    <a:pt x="170" y="307"/>
                    <a:pt x="181" y="306"/>
                    <a:pt x="181" y="298"/>
                  </a:cubicBezTo>
                  <a:cubicBezTo>
                    <a:pt x="181" y="289"/>
                    <a:pt x="175" y="278"/>
                    <a:pt x="167" y="266"/>
                  </a:cubicBezTo>
                  <a:cubicBezTo>
                    <a:pt x="167" y="266"/>
                    <a:pt x="166" y="266"/>
                    <a:pt x="166" y="266"/>
                  </a:cubicBezTo>
                  <a:cubicBezTo>
                    <a:pt x="166" y="265"/>
                    <a:pt x="166" y="265"/>
                    <a:pt x="165" y="264"/>
                  </a:cubicBezTo>
                  <a:cubicBezTo>
                    <a:pt x="163" y="260"/>
                    <a:pt x="160" y="256"/>
                    <a:pt x="156" y="252"/>
                  </a:cubicBezTo>
                  <a:cubicBezTo>
                    <a:pt x="153" y="249"/>
                    <a:pt x="148" y="248"/>
                    <a:pt x="144" y="248"/>
                  </a:cubicBezTo>
                  <a:cubicBezTo>
                    <a:pt x="134" y="248"/>
                    <a:pt x="125" y="254"/>
                    <a:pt x="122" y="263"/>
                  </a:cubicBezTo>
                  <a:close/>
                  <a:moveTo>
                    <a:pt x="124" y="23"/>
                  </a:moveTo>
                  <a:cubicBezTo>
                    <a:pt x="130" y="23"/>
                    <a:pt x="135" y="18"/>
                    <a:pt x="135" y="11"/>
                  </a:cubicBezTo>
                  <a:cubicBezTo>
                    <a:pt x="135" y="5"/>
                    <a:pt x="130" y="0"/>
                    <a:pt x="124" y="0"/>
                  </a:cubicBezTo>
                  <a:cubicBezTo>
                    <a:pt x="118" y="0"/>
                    <a:pt x="112" y="5"/>
                    <a:pt x="112" y="11"/>
                  </a:cubicBezTo>
                  <a:cubicBezTo>
                    <a:pt x="112" y="18"/>
                    <a:pt x="118" y="23"/>
                    <a:pt x="124" y="23"/>
                  </a:cubicBezTo>
                  <a:close/>
                  <a:moveTo>
                    <a:pt x="74" y="65"/>
                  </a:moveTo>
                  <a:cubicBezTo>
                    <a:pt x="83" y="65"/>
                    <a:pt x="91" y="58"/>
                    <a:pt x="91" y="49"/>
                  </a:cubicBezTo>
                  <a:cubicBezTo>
                    <a:pt x="91" y="45"/>
                    <a:pt x="89" y="40"/>
                    <a:pt x="86" y="37"/>
                  </a:cubicBezTo>
                  <a:cubicBezTo>
                    <a:pt x="83" y="34"/>
                    <a:pt x="79" y="32"/>
                    <a:pt x="74" y="32"/>
                  </a:cubicBezTo>
                  <a:cubicBezTo>
                    <a:pt x="70" y="32"/>
                    <a:pt x="66" y="34"/>
                    <a:pt x="62" y="37"/>
                  </a:cubicBezTo>
                  <a:cubicBezTo>
                    <a:pt x="59" y="40"/>
                    <a:pt x="58" y="45"/>
                    <a:pt x="58" y="49"/>
                  </a:cubicBezTo>
                  <a:cubicBezTo>
                    <a:pt x="58" y="58"/>
                    <a:pt x="65" y="65"/>
                    <a:pt x="74" y="65"/>
                  </a:cubicBezTo>
                  <a:close/>
                  <a:moveTo>
                    <a:pt x="68" y="43"/>
                  </a:moveTo>
                  <a:cubicBezTo>
                    <a:pt x="70" y="41"/>
                    <a:pt x="72" y="40"/>
                    <a:pt x="74" y="40"/>
                  </a:cubicBezTo>
                  <a:cubicBezTo>
                    <a:pt x="76" y="40"/>
                    <a:pt x="79" y="41"/>
                    <a:pt x="80" y="43"/>
                  </a:cubicBezTo>
                  <a:cubicBezTo>
                    <a:pt x="82" y="45"/>
                    <a:pt x="83" y="47"/>
                    <a:pt x="83" y="49"/>
                  </a:cubicBezTo>
                  <a:cubicBezTo>
                    <a:pt x="83" y="54"/>
                    <a:pt x="79" y="57"/>
                    <a:pt x="74" y="57"/>
                  </a:cubicBezTo>
                  <a:cubicBezTo>
                    <a:pt x="69" y="57"/>
                    <a:pt x="66" y="54"/>
                    <a:pt x="66" y="49"/>
                  </a:cubicBezTo>
                  <a:cubicBezTo>
                    <a:pt x="66" y="47"/>
                    <a:pt x="66" y="45"/>
                    <a:pt x="68" y="43"/>
                  </a:cubicBezTo>
                  <a:close/>
                  <a:moveTo>
                    <a:pt x="84" y="102"/>
                  </a:moveTo>
                  <a:cubicBezTo>
                    <a:pt x="92" y="102"/>
                    <a:pt x="92" y="102"/>
                    <a:pt x="92" y="102"/>
                  </a:cubicBezTo>
                  <a:cubicBezTo>
                    <a:pt x="92" y="100"/>
                    <a:pt x="92" y="99"/>
                    <a:pt x="92" y="97"/>
                  </a:cubicBezTo>
                  <a:cubicBezTo>
                    <a:pt x="92" y="92"/>
                    <a:pt x="94" y="86"/>
                    <a:pt x="98" y="82"/>
                  </a:cubicBezTo>
                  <a:cubicBezTo>
                    <a:pt x="102" y="78"/>
                    <a:pt x="108" y="76"/>
                    <a:pt x="113" y="76"/>
                  </a:cubicBezTo>
                  <a:cubicBezTo>
                    <a:pt x="119" y="76"/>
                    <a:pt x="124" y="78"/>
                    <a:pt x="129" y="82"/>
                  </a:cubicBezTo>
                  <a:cubicBezTo>
                    <a:pt x="133" y="86"/>
                    <a:pt x="135" y="92"/>
                    <a:pt x="135" y="97"/>
                  </a:cubicBezTo>
                  <a:cubicBezTo>
                    <a:pt x="135" y="99"/>
                    <a:pt x="135" y="100"/>
                    <a:pt x="134" y="102"/>
                  </a:cubicBezTo>
                  <a:cubicBezTo>
                    <a:pt x="142" y="102"/>
                    <a:pt x="142" y="102"/>
                    <a:pt x="142" y="102"/>
                  </a:cubicBezTo>
                  <a:cubicBezTo>
                    <a:pt x="143" y="100"/>
                    <a:pt x="143" y="99"/>
                    <a:pt x="143" y="97"/>
                  </a:cubicBezTo>
                  <a:cubicBezTo>
                    <a:pt x="143" y="89"/>
                    <a:pt x="140" y="82"/>
                    <a:pt x="134" y="76"/>
                  </a:cubicBezTo>
                  <a:cubicBezTo>
                    <a:pt x="129" y="71"/>
                    <a:pt x="121" y="68"/>
                    <a:pt x="113" y="68"/>
                  </a:cubicBezTo>
                  <a:cubicBezTo>
                    <a:pt x="105" y="68"/>
                    <a:pt x="98" y="71"/>
                    <a:pt x="92" y="76"/>
                  </a:cubicBezTo>
                  <a:cubicBezTo>
                    <a:pt x="87" y="82"/>
                    <a:pt x="84" y="89"/>
                    <a:pt x="84" y="97"/>
                  </a:cubicBezTo>
                  <a:cubicBezTo>
                    <a:pt x="84" y="99"/>
                    <a:pt x="84" y="100"/>
                    <a:pt x="84" y="102"/>
                  </a:cubicBezTo>
                  <a:close/>
                </a:path>
              </a:pathLst>
            </a:custGeom>
            <a:solidFill>
              <a:schemeClr val="bg1"/>
            </a:soli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37" name="组合 36"/>
          <p:cNvGrpSpPr/>
          <p:nvPr/>
        </p:nvGrpSpPr>
        <p:grpSpPr>
          <a:xfrm>
            <a:off x="4767459" y="3590249"/>
            <a:ext cx="1337426" cy="1184924"/>
            <a:chOff x="4519582" y="3405062"/>
            <a:chExt cx="1267983" cy="1123805"/>
          </a:xfrm>
        </p:grpSpPr>
        <p:grpSp>
          <p:nvGrpSpPr>
            <p:cNvPr id="38" name="组合 37"/>
            <p:cNvGrpSpPr/>
            <p:nvPr/>
          </p:nvGrpSpPr>
          <p:grpSpPr>
            <a:xfrm rot="5400000" flipH="1">
              <a:off x="4591671" y="3332973"/>
              <a:ext cx="1123805" cy="1267983"/>
              <a:chOff x="8439634" y="3544648"/>
              <a:chExt cx="1611146" cy="1817848"/>
            </a:xfrm>
          </p:grpSpPr>
          <p:sp>
            <p:nvSpPr>
              <p:cNvPr id="40" name="Freeform 5"/>
              <p:cNvSpPr>
                <a:spLocks/>
              </p:cNvSpPr>
              <p:nvPr/>
            </p:nvSpPr>
            <p:spPr bwMode="auto">
              <a:xfrm rot="5400000" flipH="1">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 name="Freeform 5"/>
              <p:cNvSpPr>
                <a:spLocks/>
              </p:cNvSpPr>
              <p:nvPr/>
            </p:nvSpPr>
            <p:spPr bwMode="auto">
              <a:xfrm rot="5400000" flipH="1">
                <a:off x="8582835" y="3866517"/>
                <a:ext cx="1324743"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C65885"/>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39" name="Freeform 975"/>
            <p:cNvSpPr>
              <a:spLocks noEditPoints="1"/>
            </p:cNvSpPr>
            <p:nvPr/>
          </p:nvSpPr>
          <p:spPr bwMode="auto">
            <a:xfrm>
              <a:off x="4963185" y="3750945"/>
              <a:ext cx="349837" cy="432036"/>
            </a:xfrm>
            <a:custGeom>
              <a:avLst/>
              <a:gdLst>
                <a:gd name="T0" fmla="*/ 120 w 349"/>
                <a:gd name="T1" fmla="*/ 0 h 431"/>
                <a:gd name="T2" fmla="*/ 117 w 349"/>
                <a:gd name="T3" fmla="*/ 3 h 431"/>
                <a:gd name="T4" fmla="*/ 2 w 349"/>
                <a:gd name="T5" fmla="*/ 117 h 431"/>
                <a:gd name="T6" fmla="*/ 0 w 349"/>
                <a:gd name="T7" fmla="*/ 120 h 431"/>
                <a:gd name="T8" fmla="*/ 0 w 349"/>
                <a:gd name="T9" fmla="*/ 431 h 431"/>
                <a:gd name="T10" fmla="*/ 349 w 349"/>
                <a:gd name="T11" fmla="*/ 431 h 431"/>
                <a:gd name="T12" fmla="*/ 349 w 349"/>
                <a:gd name="T13" fmla="*/ 0 h 431"/>
                <a:gd name="T14" fmla="*/ 120 w 349"/>
                <a:gd name="T15" fmla="*/ 0 h 431"/>
                <a:gd name="T16" fmla="*/ 114 w 349"/>
                <a:gd name="T17" fmla="*/ 37 h 431"/>
                <a:gd name="T18" fmla="*/ 114 w 349"/>
                <a:gd name="T19" fmla="*/ 114 h 431"/>
                <a:gd name="T20" fmla="*/ 37 w 349"/>
                <a:gd name="T21" fmla="*/ 114 h 431"/>
                <a:gd name="T22" fmla="*/ 114 w 349"/>
                <a:gd name="T23" fmla="*/ 37 h 431"/>
                <a:gd name="T24" fmla="*/ 328 w 349"/>
                <a:gd name="T25" fmla="*/ 410 h 431"/>
                <a:gd name="T26" fmla="*/ 20 w 349"/>
                <a:gd name="T27" fmla="*/ 410 h 431"/>
                <a:gd name="T28" fmla="*/ 20 w 349"/>
                <a:gd name="T29" fmla="*/ 136 h 431"/>
                <a:gd name="T30" fmla="*/ 135 w 349"/>
                <a:gd name="T31" fmla="*/ 136 h 431"/>
                <a:gd name="T32" fmla="*/ 135 w 349"/>
                <a:gd name="T33" fmla="*/ 22 h 431"/>
                <a:gd name="T34" fmla="*/ 328 w 349"/>
                <a:gd name="T35" fmla="*/ 22 h 431"/>
                <a:gd name="T36" fmla="*/ 328 w 349"/>
                <a:gd name="T37" fmla="*/ 410 h 431"/>
                <a:gd name="T38" fmla="*/ 75 w 349"/>
                <a:gd name="T39" fmla="*/ 317 h 431"/>
                <a:gd name="T40" fmla="*/ 145 w 349"/>
                <a:gd name="T41" fmla="*/ 249 h 431"/>
                <a:gd name="T42" fmla="*/ 187 w 349"/>
                <a:gd name="T43" fmla="*/ 290 h 431"/>
                <a:gd name="T44" fmla="*/ 300 w 349"/>
                <a:gd name="T45" fmla="*/ 178 h 431"/>
                <a:gd name="T46" fmla="*/ 285 w 349"/>
                <a:gd name="T47" fmla="*/ 163 h 431"/>
                <a:gd name="T48" fmla="*/ 187 w 349"/>
                <a:gd name="T49" fmla="*/ 259 h 431"/>
                <a:gd name="T50" fmla="*/ 152 w 349"/>
                <a:gd name="T51" fmla="*/ 225 h 431"/>
                <a:gd name="T52" fmla="*/ 145 w 349"/>
                <a:gd name="T53" fmla="*/ 218 h 431"/>
                <a:gd name="T54" fmla="*/ 138 w 349"/>
                <a:gd name="T55" fmla="*/ 225 h 431"/>
                <a:gd name="T56" fmla="*/ 60 w 349"/>
                <a:gd name="T57" fmla="*/ 302 h 431"/>
                <a:gd name="T58" fmla="*/ 75 w 349"/>
                <a:gd name="T59" fmla="*/ 317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9" h="431">
                  <a:moveTo>
                    <a:pt x="120" y="0"/>
                  </a:moveTo>
                  <a:lnTo>
                    <a:pt x="117" y="3"/>
                  </a:lnTo>
                  <a:lnTo>
                    <a:pt x="2" y="117"/>
                  </a:lnTo>
                  <a:lnTo>
                    <a:pt x="0" y="120"/>
                  </a:lnTo>
                  <a:lnTo>
                    <a:pt x="0" y="431"/>
                  </a:lnTo>
                  <a:lnTo>
                    <a:pt x="349" y="431"/>
                  </a:lnTo>
                  <a:lnTo>
                    <a:pt x="349" y="0"/>
                  </a:lnTo>
                  <a:lnTo>
                    <a:pt x="120" y="0"/>
                  </a:lnTo>
                  <a:close/>
                  <a:moveTo>
                    <a:pt x="114" y="37"/>
                  </a:moveTo>
                  <a:lnTo>
                    <a:pt x="114" y="114"/>
                  </a:lnTo>
                  <a:lnTo>
                    <a:pt x="37" y="114"/>
                  </a:lnTo>
                  <a:lnTo>
                    <a:pt x="114" y="37"/>
                  </a:lnTo>
                  <a:close/>
                  <a:moveTo>
                    <a:pt x="328" y="410"/>
                  </a:moveTo>
                  <a:lnTo>
                    <a:pt x="20" y="410"/>
                  </a:lnTo>
                  <a:lnTo>
                    <a:pt x="20" y="136"/>
                  </a:lnTo>
                  <a:lnTo>
                    <a:pt x="135" y="136"/>
                  </a:lnTo>
                  <a:lnTo>
                    <a:pt x="135" y="22"/>
                  </a:lnTo>
                  <a:lnTo>
                    <a:pt x="328" y="22"/>
                  </a:lnTo>
                  <a:lnTo>
                    <a:pt x="328" y="410"/>
                  </a:lnTo>
                  <a:close/>
                  <a:moveTo>
                    <a:pt x="75" y="317"/>
                  </a:moveTo>
                  <a:lnTo>
                    <a:pt x="145" y="249"/>
                  </a:lnTo>
                  <a:lnTo>
                    <a:pt x="187" y="290"/>
                  </a:lnTo>
                  <a:lnTo>
                    <a:pt x="300" y="178"/>
                  </a:lnTo>
                  <a:lnTo>
                    <a:pt x="285" y="163"/>
                  </a:lnTo>
                  <a:lnTo>
                    <a:pt x="187" y="259"/>
                  </a:lnTo>
                  <a:lnTo>
                    <a:pt x="152" y="225"/>
                  </a:lnTo>
                  <a:lnTo>
                    <a:pt x="145" y="218"/>
                  </a:lnTo>
                  <a:lnTo>
                    <a:pt x="138" y="225"/>
                  </a:lnTo>
                  <a:lnTo>
                    <a:pt x="60" y="302"/>
                  </a:lnTo>
                  <a:lnTo>
                    <a:pt x="75" y="317"/>
                  </a:lnTo>
                  <a:close/>
                </a:path>
              </a:pathLst>
            </a:custGeom>
            <a:solidFill>
              <a:schemeClr val="bg1"/>
            </a:soli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2" name="组合 41"/>
          <p:cNvGrpSpPr/>
          <p:nvPr/>
        </p:nvGrpSpPr>
        <p:grpSpPr>
          <a:xfrm>
            <a:off x="6774149" y="5240597"/>
            <a:ext cx="1337426" cy="1184924"/>
            <a:chOff x="6422078" y="4970285"/>
            <a:chExt cx="1267983" cy="1123805"/>
          </a:xfrm>
        </p:grpSpPr>
        <p:grpSp>
          <p:nvGrpSpPr>
            <p:cNvPr id="43" name="组合 42"/>
            <p:cNvGrpSpPr/>
            <p:nvPr/>
          </p:nvGrpSpPr>
          <p:grpSpPr>
            <a:xfrm rot="16200000">
              <a:off x="6494167" y="4898196"/>
              <a:ext cx="1123805" cy="1267983"/>
              <a:chOff x="8439634" y="3544648"/>
              <a:chExt cx="1611146" cy="1817848"/>
            </a:xfrm>
          </p:grpSpPr>
          <p:sp>
            <p:nvSpPr>
              <p:cNvPr id="45" name="Freeform 5"/>
              <p:cNvSpPr>
                <a:spLocks/>
              </p:cNvSpPr>
              <p:nvPr/>
            </p:nvSpPr>
            <p:spPr bwMode="auto">
              <a:xfrm rot="5400000">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 name="Freeform 5"/>
              <p:cNvSpPr>
                <a:spLocks/>
              </p:cNvSpPr>
              <p:nvPr/>
            </p:nvSpPr>
            <p:spPr bwMode="auto">
              <a:xfrm rot="5400000">
                <a:off x="8582835" y="3866516"/>
                <a:ext cx="1324744"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00AF92"/>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44" name="Freeform 979"/>
            <p:cNvSpPr>
              <a:spLocks noEditPoints="1"/>
            </p:cNvSpPr>
            <p:nvPr/>
          </p:nvSpPr>
          <p:spPr bwMode="auto">
            <a:xfrm>
              <a:off x="6804851" y="5312034"/>
              <a:ext cx="497602" cy="444980"/>
            </a:xfrm>
            <a:custGeom>
              <a:avLst/>
              <a:gdLst>
                <a:gd name="T0" fmla="*/ 242 w 364"/>
                <a:gd name="T1" fmla="*/ 177 h 326"/>
                <a:gd name="T2" fmla="*/ 202 w 364"/>
                <a:gd name="T3" fmla="*/ 142 h 326"/>
                <a:gd name="T4" fmla="*/ 188 w 364"/>
                <a:gd name="T5" fmla="*/ 100 h 326"/>
                <a:gd name="T6" fmla="*/ 135 w 364"/>
                <a:gd name="T7" fmla="*/ 104 h 326"/>
                <a:gd name="T8" fmla="*/ 95 w 364"/>
                <a:gd name="T9" fmla="*/ 84 h 326"/>
                <a:gd name="T10" fmla="*/ 60 w 364"/>
                <a:gd name="T11" fmla="*/ 124 h 326"/>
                <a:gd name="T12" fmla="*/ 18 w 364"/>
                <a:gd name="T13" fmla="*/ 138 h 326"/>
                <a:gd name="T14" fmla="*/ 22 w 364"/>
                <a:gd name="T15" fmla="*/ 191 h 326"/>
                <a:gd name="T16" fmla="*/ 2 w 364"/>
                <a:gd name="T17" fmla="*/ 231 h 326"/>
                <a:gd name="T18" fmla="*/ 42 w 364"/>
                <a:gd name="T19" fmla="*/ 266 h 326"/>
                <a:gd name="T20" fmla="*/ 56 w 364"/>
                <a:gd name="T21" fmla="*/ 308 h 326"/>
                <a:gd name="T22" fmla="*/ 109 w 364"/>
                <a:gd name="T23" fmla="*/ 304 h 326"/>
                <a:gd name="T24" fmla="*/ 149 w 364"/>
                <a:gd name="T25" fmla="*/ 324 h 326"/>
                <a:gd name="T26" fmla="*/ 184 w 364"/>
                <a:gd name="T27" fmla="*/ 283 h 326"/>
                <a:gd name="T28" fmla="*/ 226 w 364"/>
                <a:gd name="T29" fmla="*/ 270 h 326"/>
                <a:gd name="T30" fmla="*/ 222 w 364"/>
                <a:gd name="T31" fmla="*/ 216 h 326"/>
                <a:gd name="T32" fmla="*/ 127 w 364"/>
                <a:gd name="T33" fmla="*/ 280 h 326"/>
                <a:gd name="T34" fmla="*/ 117 w 364"/>
                <a:gd name="T35" fmla="*/ 127 h 326"/>
                <a:gd name="T36" fmla="*/ 127 w 364"/>
                <a:gd name="T37" fmla="*/ 280 h 326"/>
                <a:gd name="T38" fmla="*/ 364 w 364"/>
                <a:gd name="T39" fmla="*/ 90 h 326"/>
                <a:gd name="T40" fmla="*/ 348 w 364"/>
                <a:gd name="T41" fmla="*/ 66 h 326"/>
                <a:gd name="T42" fmla="*/ 345 w 364"/>
                <a:gd name="T43" fmla="*/ 29 h 326"/>
                <a:gd name="T44" fmla="*/ 316 w 364"/>
                <a:gd name="T45" fmla="*/ 24 h 326"/>
                <a:gd name="T46" fmla="*/ 289 w 364"/>
                <a:gd name="T47" fmla="*/ 0 h 326"/>
                <a:gd name="T48" fmla="*/ 264 w 364"/>
                <a:gd name="T49" fmla="*/ 16 h 326"/>
                <a:gd name="T50" fmla="*/ 228 w 364"/>
                <a:gd name="T51" fmla="*/ 19 h 326"/>
                <a:gd name="T52" fmla="*/ 222 w 364"/>
                <a:gd name="T53" fmla="*/ 48 h 326"/>
                <a:gd name="T54" fmla="*/ 198 w 364"/>
                <a:gd name="T55" fmla="*/ 75 h 326"/>
                <a:gd name="T56" fmla="*/ 215 w 364"/>
                <a:gd name="T57" fmla="*/ 100 h 326"/>
                <a:gd name="T58" fmla="*/ 217 w 364"/>
                <a:gd name="T59" fmla="*/ 136 h 326"/>
                <a:gd name="T60" fmla="*/ 247 w 364"/>
                <a:gd name="T61" fmla="*/ 142 h 326"/>
                <a:gd name="T62" fmla="*/ 274 w 364"/>
                <a:gd name="T63" fmla="*/ 166 h 326"/>
                <a:gd name="T64" fmla="*/ 299 w 364"/>
                <a:gd name="T65" fmla="*/ 149 h 326"/>
                <a:gd name="T66" fmla="*/ 335 w 364"/>
                <a:gd name="T67" fmla="*/ 147 h 326"/>
                <a:gd name="T68" fmla="*/ 340 w 364"/>
                <a:gd name="T69" fmla="*/ 117 h 326"/>
                <a:gd name="T70" fmla="*/ 285 w 364"/>
                <a:gd name="T71" fmla="*/ 135 h 326"/>
                <a:gd name="T72" fmla="*/ 278 w 364"/>
                <a:gd name="T73" fmla="*/ 31 h 326"/>
                <a:gd name="T74" fmla="*/ 285 w 364"/>
                <a:gd name="T75" fmla="*/ 13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 h="326">
                  <a:moveTo>
                    <a:pt x="244" y="215"/>
                  </a:moveTo>
                  <a:cubicBezTo>
                    <a:pt x="242" y="177"/>
                    <a:pt x="242" y="177"/>
                    <a:pt x="242" y="177"/>
                  </a:cubicBezTo>
                  <a:cubicBezTo>
                    <a:pt x="219" y="179"/>
                    <a:pt x="219" y="179"/>
                    <a:pt x="219" y="179"/>
                  </a:cubicBezTo>
                  <a:cubicBezTo>
                    <a:pt x="216" y="165"/>
                    <a:pt x="210" y="153"/>
                    <a:pt x="202" y="142"/>
                  </a:cubicBezTo>
                  <a:cubicBezTo>
                    <a:pt x="216" y="125"/>
                    <a:pt x="216" y="125"/>
                    <a:pt x="216" y="125"/>
                  </a:cubicBezTo>
                  <a:cubicBezTo>
                    <a:pt x="188" y="100"/>
                    <a:pt x="188" y="100"/>
                    <a:pt x="188" y="100"/>
                  </a:cubicBezTo>
                  <a:cubicBezTo>
                    <a:pt x="173" y="117"/>
                    <a:pt x="173" y="117"/>
                    <a:pt x="173" y="117"/>
                  </a:cubicBezTo>
                  <a:cubicBezTo>
                    <a:pt x="161" y="110"/>
                    <a:pt x="148" y="106"/>
                    <a:pt x="135" y="104"/>
                  </a:cubicBezTo>
                  <a:cubicBezTo>
                    <a:pt x="133" y="81"/>
                    <a:pt x="133" y="81"/>
                    <a:pt x="133" y="81"/>
                  </a:cubicBezTo>
                  <a:cubicBezTo>
                    <a:pt x="95" y="84"/>
                    <a:pt x="95" y="84"/>
                    <a:pt x="95" y="84"/>
                  </a:cubicBezTo>
                  <a:cubicBezTo>
                    <a:pt x="97" y="106"/>
                    <a:pt x="97" y="106"/>
                    <a:pt x="97" y="106"/>
                  </a:cubicBezTo>
                  <a:cubicBezTo>
                    <a:pt x="83" y="110"/>
                    <a:pt x="71" y="116"/>
                    <a:pt x="60" y="124"/>
                  </a:cubicBezTo>
                  <a:cubicBezTo>
                    <a:pt x="43" y="109"/>
                    <a:pt x="43" y="109"/>
                    <a:pt x="43" y="109"/>
                  </a:cubicBezTo>
                  <a:cubicBezTo>
                    <a:pt x="18" y="138"/>
                    <a:pt x="18" y="138"/>
                    <a:pt x="18" y="138"/>
                  </a:cubicBezTo>
                  <a:cubicBezTo>
                    <a:pt x="35" y="153"/>
                    <a:pt x="35" y="153"/>
                    <a:pt x="35" y="153"/>
                  </a:cubicBezTo>
                  <a:cubicBezTo>
                    <a:pt x="28" y="164"/>
                    <a:pt x="24" y="177"/>
                    <a:pt x="22" y="191"/>
                  </a:cubicBezTo>
                  <a:cubicBezTo>
                    <a:pt x="0" y="193"/>
                    <a:pt x="0" y="193"/>
                    <a:pt x="0" y="193"/>
                  </a:cubicBezTo>
                  <a:cubicBezTo>
                    <a:pt x="2" y="231"/>
                    <a:pt x="2" y="231"/>
                    <a:pt x="2" y="231"/>
                  </a:cubicBezTo>
                  <a:cubicBezTo>
                    <a:pt x="25" y="229"/>
                    <a:pt x="25" y="229"/>
                    <a:pt x="25" y="229"/>
                  </a:cubicBezTo>
                  <a:cubicBezTo>
                    <a:pt x="28" y="243"/>
                    <a:pt x="34" y="255"/>
                    <a:pt x="42" y="266"/>
                  </a:cubicBezTo>
                  <a:cubicBezTo>
                    <a:pt x="28" y="282"/>
                    <a:pt x="28" y="282"/>
                    <a:pt x="28" y="282"/>
                  </a:cubicBezTo>
                  <a:cubicBezTo>
                    <a:pt x="56" y="308"/>
                    <a:pt x="56" y="308"/>
                    <a:pt x="56" y="308"/>
                  </a:cubicBezTo>
                  <a:cubicBezTo>
                    <a:pt x="71" y="291"/>
                    <a:pt x="71" y="291"/>
                    <a:pt x="71" y="291"/>
                  </a:cubicBezTo>
                  <a:cubicBezTo>
                    <a:pt x="83" y="297"/>
                    <a:pt x="96" y="302"/>
                    <a:pt x="109" y="304"/>
                  </a:cubicBezTo>
                  <a:cubicBezTo>
                    <a:pt x="111" y="326"/>
                    <a:pt x="111" y="326"/>
                    <a:pt x="111" y="326"/>
                  </a:cubicBezTo>
                  <a:cubicBezTo>
                    <a:pt x="149" y="324"/>
                    <a:pt x="149" y="324"/>
                    <a:pt x="149" y="324"/>
                  </a:cubicBezTo>
                  <a:cubicBezTo>
                    <a:pt x="147" y="301"/>
                    <a:pt x="147" y="301"/>
                    <a:pt x="147" y="301"/>
                  </a:cubicBezTo>
                  <a:cubicBezTo>
                    <a:pt x="161" y="298"/>
                    <a:pt x="173" y="292"/>
                    <a:pt x="184" y="283"/>
                  </a:cubicBezTo>
                  <a:cubicBezTo>
                    <a:pt x="201" y="298"/>
                    <a:pt x="201" y="298"/>
                    <a:pt x="201" y="298"/>
                  </a:cubicBezTo>
                  <a:cubicBezTo>
                    <a:pt x="226" y="270"/>
                    <a:pt x="226" y="270"/>
                    <a:pt x="226" y="270"/>
                  </a:cubicBezTo>
                  <a:cubicBezTo>
                    <a:pt x="209" y="255"/>
                    <a:pt x="209" y="255"/>
                    <a:pt x="209" y="255"/>
                  </a:cubicBezTo>
                  <a:cubicBezTo>
                    <a:pt x="216" y="243"/>
                    <a:pt x="220" y="230"/>
                    <a:pt x="222" y="216"/>
                  </a:cubicBezTo>
                  <a:lnTo>
                    <a:pt x="244" y="215"/>
                  </a:lnTo>
                  <a:close/>
                  <a:moveTo>
                    <a:pt x="127" y="280"/>
                  </a:moveTo>
                  <a:cubicBezTo>
                    <a:pt x="85" y="283"/>
                    <a:pt x="48" y="251"/>
                    <a:pt x="45" y="209"/>
                  </a:cubicBezTo>
                  <a:cubicBezTo>
                    <a:pt x="43" y="167"/>
                    <a:pt x="75" y="130"/>
                    <a:pt x="117" y="127"/>
                  </a:cubicBezTo>
                  <a:cubicBezTo>
                    <a:pt x="159" y="124"/>
                    <a:pt x="196" y="157"/>
                    <a:pt x="199" y="199"/>
                  </a:cubicBezTo>
                  <a:cubicBezTo>
                    <a:pt x="201" y="241"/>
                    <a:pt x="169" y="278"/>
                    <a:pt x="127" y="280"/>
                  </a:cubicBezTo>
                  <a:close/>
                  <a:moveTo>
                    <a:pt x="349" y="91"/>
                  </a:moveTo>
                  <a:cubicBezTo>
                    <a:pt x="364" y="90"/>
                    <a:pt x="364" y="90"/>
                    <a:pt x="364" y="90"/>
                  </a:cubicBezTo>
                  <a:cubicBezTo>
                    <a:pt x="363" y="65"/>
                    <a:pt x="363" y="65"/>
                    <a:pt x="363" y="65"/>
                  </a:cubicBezTo>
                  <a:cubicBezTo>
                    <a:pt x="348" y="66"/>
                    <a:pt x="348" y="66"/>
                    <a:pt x="348" y="66"/>
                  </a:cubicBezTo>
                  <a:cubicBezTo>
                    <a:pt x="345" y="56"/>
                    <a:pt x="341" y="48"/>
                    <a:pt x="335" y="41"/>
                  </a:cubicBezTo>
                  <a:cubicBezTo>
                    <a:pt x="345" y="29"/>
                    <a:pt x="345" y="29"/>
                    <a:pt x="345" y="29"/>
                  </a:cubicBezTo>
                  <a:cubicBezTo>
                    <a:pt x="326" y="12"/>
                    <a:pt x="326" y="12"/>
                    <a:pt x="326" y="12"/>
                  </a:cubicBezTo>
                  <a:cubicBezTo>
                    <a:pt x="316" y="24"/>
                    <a:pt x="316" y="24"/>
                    <a:pt x="316" y="24"/>
                  </a:cubicBezTo>
                  <a:cubicBezTo>
                    <a:pt x="308" y="19"/>
                    <a:pt x="299" y="16"/>
                    <a:pt x="290" y="15"/>
                  </a:cubicBezTo>
                  <a:cubicBezTo>
                    <a:pt x="289" y="0"/>
                    <a:pt x="289" y="0"/>
                    <a:pt x="289" y="0"/>
                  </a:cubicBezTo>
                  <a:cubicBezTo>
                    <a:pt x="263" y="1"/>
                    <a:pt x="263" y="1"/>
                    <a:pt x="263" y="1"/>
                  </a:cubicBezTo>
                  <a:cubicBezTo>
                    <a:pt x="264" y="16"/>
                    <a:pt x="264" y="16"/>
                    <a:pt x="264" y="16"/>
                  </a:cubicBezTo>
                  <a:cubicBezTo>
                    <a:pt x="255" y="19"/>
                    <a:pt x="247" y="23"/>
                    <a:pt x="239" y="29"/>
                  </a:cubicBezTo>
                  <a:cubicBezTo>
                    <a:pt x="228" y="19"/>
                    <a:pt x="228" y="19"/>
                    <a:pt x="228" y="19"/>
                  </a:cubicBezTo>
                  <a:cubicBezTo>
                    <a:pt x="211" y="38"/>
                    <a:pt x="211" y="38"/>
                    <a:pt x="211" y="38"/>
                  </a:cubicBezTo>
                  <a:cubicBezTo>
                    <a:pt x="222" y="48"/>
                    <a:pt x="222" y="48"/>
                    <a:pt x="222" y="48"/>
                  </a:cubicBezTo>
                  <a:cubicBezTo>
                    <a:pt x="218" y="56"/>
                    <a:pt x="215" y="65"/>
                    <a:pt x="213" y="74"/>
                  </a:cubicBezTo>
                  <a:cubicBezTo>
                    <a:pt x="198" y="75"/>
                    <a:pt x="198" y="75"/>
                    <a:pt x="198" y="75"/>
                  </a:cubicBezTo>
                  <a:cubicBezTo>
                    <a:pt x="200" y="101"/>
                    <a:pt x="200" y="101"/>
                    <a:pt x="200" y="101"/>
                  </a:cubicBezTo>
                  <a:cubicBezTo>
                    <a:pt x="215" y="100"/>
                    <a:pt x="215" y="100"/>
                    <a:pt x="215" y="100"/>
                  </a:cubicBezTo>
                  <a:cubicBezTo>
                    <a:pt x="218" y="109"/>
                    <a:pt x="222" y="117"/>
                    <a:pt x="227" y="125"/>
                  </a:cubicBezTo>
                  <a:cubicBezTo>
                    <a:pt x="217" y="136"/>
                    <a:pt x="217" y="136"/>
                    <a:pt x="217" y="136"/>
                  </a:cubicBezTo>
                  <a:cubicBezTo>
                    <a:pt x="237" y="153"/>
                    <a:pt x="237" y="153"/>
                    <a:pt x="237" y="153"/>
                  </a:cubicBezTo>
                  <a:cubicBezTo>
                    <a:pt x="247" y="142"/>
                    <a:pt x="247" y="142"/>
                    <a:pt x="247" y="142"/>
                  </a:cubicBezTo>
                  <a:cubicBezTo>
                    <a:pt x="255" y="146"/>
                    <a:pt x="263" y="149"/>
                    <a:pt x="273" y="151"/>
                  </a:cubicBezTo>
                  <a:cubicBezTo>
                    <a:pt x="274" y="166"/>
                    <a:pt x="274" y="166"/>
                    <a:pt x="274" y="166"/>
                  </a:cubicBezTo>
                  <a:cubicBezTo>
                    <a:pt x="300" y="164"/>
                    <a:pt x="300" y="164"/>
                    <a:pt x="300" y="164"/>
                  </a:cubicBezTo>
                  <a:cubicBezTo>
                    <a:pt x="299" y="149"/>
                    <a:pt x="299" y="149"/>
                    <a:pt x="299" y="149"/>
                  </a:cubicBezTo>
                  <a:cubicBezTo>
                    <a:pt x="308" y="147"/>
                    <a:pt x="316" y="142"/>
                    <a:pt x="323" y="137"/>
                  </a:cubicBezTo>
                  <a:cubicBezTo>
                    <a:pt x="335" y="147"/>
                    <a:pt x="335" y="147"/>
                    <a:pt x="335" y="147"/>
                  </a:cubicBezTo>
                  <a:cubicBezTo>
                    <a:pt x="352" y="127"/>
                    <a:pt x="352" y="127"/>
                    <a:pt x="352" y="127"/>
                  </a:cubicBezTo>
                  <a:cubicBezTo>
                    <a:pt x="340" y="117"/>
                    <a:pt x="340" y="117"/>
                    <a:pt x="340" y="117"/>
                  </a:cubicBezTo>
                  <a:cubicBezTo>
                    <a:pt x="345" y="110"/>
                    <a:pt x="348" y="101"/>
                    <a:pt x="349" y="91"/>
                  </a:cubicBezTo>
                  <a:close/>
                  <a:moveTo>
                    <a:pt x="285" y="135"/>
                  </a:moveTo>
                  <a:cubicBezTo>
                    <a:pt x="256" y="137"/>
                    <a:pt x="231" y="115"/>
                    <a:pt x="229" y="86"/>
                  </a:cubicBezTo>
                  <a:cubicBezTo>
                    <a:pt x="227" y="57"/>
                    <a:pt x="249" y="32"/>
                    <a:pt x="278" y="31"/>
                  </a:cubicBezTo>
                  <a:cubicBezTo>
                    <a:pt x="307" y="29"/>
                    <a:pt x="332" y="51"/>
                    <a:pt x="333" y="79"/>
                  </a:cubicBezTo>
                  <a:cubicBezTo>
                    <a:pt x="335" y="108"/>
                    <a:pt x="313" y="133"/>
                    <a:pt x="285" y="135"/>
                  </a:cubicBezTo>
                  <a:close/>
                </a:path>
              </a:pathLst>
            </a:custGeom>
            <a:solidFill>
              <a:schemeClr val="bg1"/>
            </a:soli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47" name="组合 46"/>
          <p:cNvGrpSpPr/>
          <p:nvPr/>
        </p:nvGrpSpPr>
        <p:grpSpPr>
          <a:xfrm>
            <a:off x="4767459" y="5240597"/>
            <a:ext cx="1337426" cy="1184924"/>
            <a:chOff x="4519582" y="4970285"/>
            <a:chExt cx="1267983" cy="1123805"/>
          </a:xfrm>
        </p:grpSpPr>
        <p:grpSp>
          <p:nvGrpSpPr>
            <p:cNvPr id="48" name="组合 47"/>
            <p:cNvGrpSpPr/>
            <p:nvPr/>
          </p:nvGrpSpPr>
          <p:grpSpPr>
            <a:xfrm rot="5400000" flipH="1">
              <a:off x="4591671" y="4898196"/>
              <a:ext cx="1123805" cy="1267983"/>
              <a:chOff x="8439634" y="3544648"/>
              <a:chExt cx="1611146" cy="1817848"/>
            </a:xfrm>
          </p:grpSpPr>
          <p:sp>
            <p:nvSpPr>
              <p:cNvPr id="50" name="Freeform 5"/>
              <p:cNvSpPr>
                <a:spLocks/>
              </p:cNvSpPr>
              <p:nvPr/>
            </p:nvSpPr>
            <p:spPr bwMode="auto">
              <a:xfrm rot="5400000" flipH="1">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 name="Freeform 5"/>
              <p:cNvSpPr>
                <a:spLocks/>
              </p:cNvSpPr>
              <p:nvPr/>
            </p:nvSpPr>
            <p:spPr bwMode="auto">
              <a:xfrm rot="5400000" flipH="1">
                <a:off x="8582835" y="3866517"/>
                <a:ext cx="1324743"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663A77"/>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sp>
          <p:nvSpPr>
            <p:cNvPr id="49" name="Freeform 983"/>
            <p:cNvSpPr>
              <a:spLocks noEditPoints="1"/>
            </p:cNvSpPr>
            <p:nvPr/>
          </p:nvSpPr>
          <p:spPr bwMode="auto">
            <a:xfrm>
              <a:off x="4919338" y="5311209"/>
              <a:ext cx="467200" cy="479353"/>
            </a:xfrm>
            <a:custGeom>
              <a:avLst/>
              <a:gdLst>
                <a:gd name="T0" fmla="*/ 116 w 232"/>
                <a:gd name="T1" fmla="*/ 88 h 239"/>
                <a:gd name="T2" fmla="*/ 84 w 232"/>
                <a:gd name="T3" fmla="*/ 119 h 239"/>
                <a:gd name="T4" fmla="*/ 116 w 232"/>
                <a:gd name="T5" fmla="*/ 151 h 239"/>
                <a:gd name="T6" fmla="*/ 148 w 232"/>
                <a:gd name="T7" fmla="*/ 119 h 239"/>
                <a:gd name="T8" fmla="*/ 116 w 232"/>
                <a:gd name="T9" fmla="*/ 88 h 239"/>
                <a:gd name="T10" fmla="*/ 49 w 232"/>
                <a:gd name="T11" fmla="*/ 197 h 239"/>
                <a:gd name="T12" fmla="*/ 44 w 232"/>
                <a:gd name="T13" fmla="*/ 191 h 239"/>
                <a:gd name="T14" fmla="*/ 14 w 232"/>
                <a:gd name="T15" fmla="*/ 119 h 239"/>
                <a:gd name="T16" fmla="*/ 93 w 232"/>
                <a:gd name="T17" fmla="*/ 20 h 239"/>
                <a:gd name="T18" fmla="*/ 90 w 232"/>
                <a:gd name="T19" fmla="*/ 7 h 239"/>
                <a:gd name="T20" fmla="*/ 0 w 232"/>
                <a:gd name="T21" fmla="*/ 119 h 239"/>
                <a:gd name="T22" fmla="*/ 34 w 232"/>
                <a:gd name="T23" fmla="*/ 201 h 239"/>
                <a:gd name="T24" fmla="*/ 44 w 232"/>
                <a:gd name="T25" fmla="*/ 210 h 239"/>
                <a:gd name="T26" fmla="*/ 34 w 232"/>
                <a:gd name="T27" fmla="*/ 239 h 239"/>
                <a:gd name="T28" fmla="*/ 116 w 232"/>
                <a:gd name="T29" fmla="*/ 228 h 239"/>
                <a:gd name="T30" fmla="*/ 60 w 232"/>
                <a:gd name="T31" fmla="*/ 167 h 239"/>
                <a:gd name="T32" fmla="*/ 49 w 232"/>
                <a:gd name="T33" fmla="*/ 197 h 239"/>
                <a:gd name="T34" fmla="*/ 188 w 232"/>
                <a:gd name="T35" fmla="*/ 29 h 239"/>
                <a:gd name="T36" fmla="*/ 198 w 232"/>
                <a:gd name="T37" fmla="*/ 0 h 239"/>
                <a:gd name="T38" fmla="*/ 116 w 232"/>
                <a:gd name="T39" fmla="*/ 10 h 239"/>
                <a:gd name="T40" fmla="*/ 172 w 232"/>
                <a:gd name="T41" fmla="*/ 72 h 239"/>
                <a:gd name="T42" fmla="*/ 183 w 232"/>
                <a:gd name="T43" fmla="*/ 42 h 239"/>
                <a:gd name="T44" fmla="*/ 218 w 232"/>
                <a:gd name="T45" fmla="*/ 119 h 239"/>
                <a:gd name="T46" fmla="*/ 188 w 232"/>
                <a:gd name="T47" fmla="*/ 191 h 239"/>
                <a:gd name="T48" fmla="*/ 139 w 232"/>
                <a:gd name="T49" fmla="*/ 219 h 239"/>
                <a:gd name="T50" fmla="*/ 142 w 232"/>
                <a:gd name="T51" fmla="*/ 232 h 239"/>
                <a:gd name="T52" fmla="*/ 198 w 232"/>
                <a:gd name="T53" fmla="*/ 201 h 239"/>
                <a:gd name="T54" fmla="*/ 232 w 232"/>
                <a:gd name="T55" fmla="*/ 119 h 239"/>
                <a:gd name="T56" fmla="*/ 188 w 232"/>
                <a:gd name="T57" fmla="*/ 2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239">
                  <a:moveTo>
                    <a:pt x="116" y="88"/>
                  </a:moveTo>
                  <a:cubicBezTo>
                    <a:pt x="98" y="88"/>
                    <a:pt x="84" y="102"/>
                    <a:pt x="84" y="119"/>
                  </a:cubicBezTo>
                  <a:cubicBezTo>
                    <a:pt x="84" y="137"/>
                    <a:pt x="98" y="151"/>
                    <a:pt x="116" y="151"/>
                  </a:cubicBezTo>
                  <a:cubicBezTo>
                    <a:pt x="134" y="151"/>
                    <a:pt x="148" y="137"/>
                    <a:pt x="148" y="119"/>
                  </a:cubicBezTo>
                  <a:cubicBezTo>
                    <a:pt x="148" y="102"/>
                    <a:pt x="134" y="88"/>
                    <a:pt x="116" y="88"/>
                  </a:cubicBezTo>
                  <a:close/>
                  <a:moveTo>
                    <a:pt x="49" y="197"/>
                  </a:moveTo>
                  <a:cubicBezTo>
                    <a:pt x="47" y="195"/>
                    <a:pt x="46" y="193"/>
                    <a:pt x="44" y="191"/>
                  </a:cubicBezTo>
                  <a:cubicBezTo>
                    <a:pt x="25" y="172"/>
                    <a:pt x="14" y="147"/>
                    <a:pt x="14" y="119"/>
                  </a:cubicBezTo>
                  <a:cubicBezTo>
                    <a:pt x="14" y="71"/>
                    <a:pt x="48" y="30"/>
                    <a:pt x="93" y="20"/>
                  </a:cubicBezTo>
                  <a:cubicBezTo>
                    <a:pt x="90" y="7"/>
                    <a:pt x="90" y="7"/>
                    <a:pt x="90" y="7"/>
                  </a:cubicBezTo>
                  <a:cubicBezTo>
                    <a:pt x="39" y="19"/>
                    <a:pt x="0" y="65"/>
                    <a:pt x="0" y="119"/>
                  </a:cubicBezTo>
                  <a:cubicBezTo>
                    <a:pt x="0" y="150"/>
                    <a:pt x="12" y="179"/>
                    <a:pt x="34" y="201"/>
                  </a:cubicBezTo>
                  <a:cubicBezTo>
                    <a:pt x="37" y="204"/>
                    <a:pt x="41" y="207"/>
                    <a:pt x="44" y="210"/>
                  </a:cubicBezTo>
                  <a:cubicBezTo>
                    <a:pt x="34" y="239"/>
                    <a:pt x="34" y="239"/>
                    <a:pt x="34" y="239"/>
                  </a:cubicBezTo>
                  <a:cubicBezTo>
                    <a:pt x="116" y="228"/>
                    <a:pt x="116" y="228"/>
                    <a:pt x="116" y="228"/>
                  </a:cubicBezTo>
                  <a:cubicBezTo>
                    <a:pt x="60" y="167"/>
                    <a:pt x="60" y="167"/>
                    <a:pt x="60" y="167"/>
                  </a:cubicBezTo>
                  <a:lnTo>
                    <a:pt x="49" y="197"/>
                  </a:lnTo>
                  <a:close/>
                  <a:moveTo>
                    <a:pt x="188" y="29"/>
                  </a:moveTo>
                  <a:cubicBezTo>
                    <a:pt x="198" y="0"/>
                    <a:pt x="198" y="0"/>
                    <a:pt x="198" y="0"/>
                  </a:cubicBezTo>
                  <a:cubicBezTo>
                    <a:pt x="116" y="10"/>
                    <a:pt x="116" y="10"/>
                    <a:pt x="116" y="10"/>
                  </a:cubicBezTo>
                  <a:cubicBezTo>
                    <a:pt x="172" y="72"/>
                    <a:pt x="172" y="72"/>
                    <a:pt x="172" y="72"/>
                  </a:cubicBezTo>
                  <a:cubicBezTo>
                    <a:pt x="183" y="42"/>
                    <a:pt x="183" y="42"/>
                    <a:pt x="183" y="42"/>
                  </a:cubicBezTo>
                  <a:cubicBezTo>
                    <a:pt x="204" y="61"/>
                    <a:pt x="218" y="89"/>
                    <a:pt x="218" y="119"/>
                  </a:cubicBezTo>
                  <a:cubicBezTo>
                    <a:pt x="218" y="147"/>
                    <a:pt x="207" y="172"/>
                    <a:pt x="188" y="191"/>
                  </a:cubicBezTo>
                  <a:cubicBezTo>
                    <a:pt x="174" y="205"/>
                    <a:pt x="157" y="214"/>
                    <a:pt x="139" y="219"/>
                  </a:cubicBezTo>
                  <a:cubicBezTo>
                    <a:pt x="142" y="232"/>
                    <a:pt x="142" y="232"/>
                    <a:pt x="142" y="232"/>
                  </a:cubicBezTo>
                  <a:cubicBezTo>
                    <a:pt x="163" y="227"/>
                    <a:pt x="182" y="217"/>
                    <a:pt x="198" y="201"/>
                  </a:cubicBezTo>
                  <a:cubicBezTo>
                    <a:pt x="220" y="179"/>
                    <a:pt x="232" y="150"/>
                    <a:pt x="232" y="119"/>
                  </a:cubicBezTo>
                  <a:cubicBezTo>
                    <a:pt x="232" y="83"/>
                    <a:pt x="214" y="50"/>
                    <a:pt x="188" y="29"/>
                  </a:cubicBezTo>
                  <a:close/>
                </a:path>
              </a:pathLst>
            </a:custGeom>
            <a:solidFill>
              <a:schemeClr val="bg1"/>
            </a:solidFill>
            <a:ln>
              <a:noFill/>
            </a:ln>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52" name="组合 51"/>
          <p:cNvGrpSpPr/>
          <p:nvPr/>
        </p:nvGrpSpPr>
        <p:grpSpPr>
          <a:xfrm>
            <a:off x="6774149" y="1939899"/>
            <a:ext cx="1337426" cy="1184924"/>
            <a:chOff x="6422078" y="1839838"/>
            <a:chExt cx="1267983" cy="1123805"/>
          </a:xfrm>
        </p:grpSpPr>
        <p:grpSp>
          <p:nvGrpSpPr>
            <p:cNvPr id="53" name="组合 52"/>
            <p:cNvGrpSpPr/>
            <p:nvPr/>
          </p:nvGrpSpPr>
          <p:grpSpPr>
            <a:xfrm rot="16200000">
              <a:off x="6494167" y="1767749"/>
              <a:ext cx="1123805" cy="1267983"/>
              <a:chOff x="8439634" y="3544648"/>
              <a:chExt cx="1611146" cy="1817848"/>
            </a:xfrm>
          </p:grpSpPr>
          <p:sp>
            <p:nvSpPr>
              <p:cNvPr id="57" name="Freeform 5"/>
              <p:cNvSpPr>
                <a:spLocks/>
              </p:cNvSpPr>
              <p:nvPr/>
            </p:nvSpPr>
            <p:spPr bwMode="auto">
              <a:xfrm rot="5400000">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8" name="Freeform 5"/>
              <p:cNvSpPr>
                <a:spLocks/>
              </p:cNvSpPr>
              <p:nvPr/>
            </p:nvSpPr>
            <p:spPr bwMode="auto">
              <a:xfrm rot="5400000">
                <a:off x="8582835" y="3866516"/>
                <a:ext cx="1324744"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FFB850"/>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54" name="Group 17"/>
            <p:cNvGrpSpPr>
              <a:grpSpLocks noChangeAspect="1"/>
            </p:cNvGrpSpPr>
            <p:nvPr/>
          </p:nvGrpSpPr>
          <p:grpSpPr bwMode="auto">
            <a:xfrm>
              <a:off x="6865607" y="2204715"/>
              <a:ext cx="380926" cy="408901"/>
              <a:chOff x="231" y="1205"/>
              <a:chExt cx="640" cy="687"/>
            </a:xfrm>
            <a:solidFill>
              <a:schemeClr val="bg1"/>
            </a:solidFill>
            <a:effectLst/>
          </p:grpSpPr>
          <p:sp>
            <p:nvSpPr>
              <p:cNvPr id="55" name="Freeform 18"/>
              <p:cNvSpPr>
                <a:spLocks/>
              </p:cNvSpPr>
              <p:nvPr/>
            </p:nvSpPr>
            <p:spPr bwMode="auto">
              <a:xfrm>
                <a:off x="231" y="1205"/>
                <a:ext cx="499" cy="687"/>
              </a:xfrm>
              <a:custGeom>
                <a:avLst/>
                <a:gdLst>
                  <a:gd name="T0" fmla="*/ 442 w 499"/>
                  <a:gd name="T1" fmla="*/ 629 h 687"/>
                  <a:gd name="T2" fmla="*/ 57 w 499"/>
                  <a:gd name="T3" fmla="*/ 629 h 687"/>
                  <a:gd name="T4" fmla="*/ 57 w 499"/>
                  <a:gd name="T5" fmla="*/ 200 h 687"/>
                  <a:gd name="T6" fmla="*/ 200 w 499"/>
                  <a:gd name="T7" fmla="*/ 200 h 687"/>
                  <a:gd name="T8" fmla="*/ 200 w 499"/>
                  <a:gd name="T9" fmla="*/ 57 h 687"/>
                  <a:gd name="T10" fmla="*/ 442 w 499"/>
                  <a:gd name="T11" fmla="*/ 57 h 687"/>
                  <a:gd name="T12" fmla="*/ 442 w 499"/>
                  <a:gd name="T13" fmla="*/ 116 h 687"/>
                  <a:gd name="T14" fmla="*/ 494 w 499"/>
                  <a:gd name="T15" fmla="*/ 64 h 687"/>
                  <a:gd name="T16" fmla="*/ 499 w 499"/>
                  <a:gd name="T17" fmla="*/ 59 h 687"/>
                  <a:gd name="T18" fmla="*/ 499 w 499"/>
                  <a:gd name="T19" fmla="*/ 0 h 687"/>
                  <a:gd name="T20" fmla="*/ 143 w 499"/>
                  <a:gd name="T21" fmla="*/ 0 h 687"/>
                  <a:gd name="T22" fmla="*/ 143 w 499"/>
                  <a:gd name="T23" fmla="*/ 0 h 687"/>
                  <a:gd name="T24" fmla="*/ 0 w 499"/>
                  <a:gd name="T25" fmla="*/ 143 h 687"/>
                  <a:gd name="T26" fmla="*/ 0 w 499"/>
                  <a:gd name="T27" fmla="*/ 687 h 687"/>
                  <a:gd name="T28" fmla="*/ 499 w 499"/>
                  <a:gd name="T29" fmla="*/ 687 h 687"/>
                  <a:gd name="T30" fmla="*/ 499 w 499"/>
                  <a:gd name="T31" fmla="*/ 429 h 687"/>
                  <a:gd name="T32" fmla="*/ 442 w 499"/>
                  <a:gd name="T33" fmla="*/ 486 h 687"/>
                  <a:gd name="T34" fmla="*/ 442 w 499"/>
                  <a:gd name="T35" fmla="*/ 629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687">
                    <a:moveTo>
                      <a:pt x="442" y="629"/>
                    </a:moveTo>
                    <a:lnTo>
                      <a:pt x="57" y="629"/>
                    </a:lnTo>
                    <a:lnTo>
                      <a:pt x="57" y="200"/>
                    </a:lnTo>
                    <a:lnTo>
                      <a:pt x="200" y="200"/>
                    </a:lnTo>
                    <a:lnTo>
                      <a:pt x="200" y="57"/>
                    </a:lnTo>
                    <a:lnTo>
                      <a:pt x="442" y="57"/>
                    </a:lnTo>
                    <a:lnTo>
                      <a:pt x="442" y="116"/>
                    </a:lnTo>
                    <a:lnTo>
                      <a:pt x="494" y="64"/>
                    </a:lnTo>
                    <a:lnTo>
                      <a:pt x="499" y="59"/>
                    </a:lnTo>
                    <a:lnTo>
                      <a:pt x="499" y="0"/>
                    </a:lnTo>
                    <a:lnTo>
                      <a:pt x="143" y="0"/>
                    </a:lnTo>
                    <a:lnTo>
                      <a:pt x="143" y="0"/>
                    </a:lnTo>
                    <a:lnTo>
                      <a:pt x="0" y="143"/>
                    </a:lnTo>
                    <a:lnTo>
                      <a:pt x="0" y="687"/>
                    </a:lnTo>
                    <a:lnTo>
                      <a:pt x="499" y="687"/>
                    </a:lnTo>
                    <a:lnTo>
                      <a:pt x="499" y="429"/>
                    </a:lnTo>
                    <a:lnTo>
                      <a:pt x="442" y="486"/>
                    </a:lnTo>
                    <a:lnTo>
                      <a:pt x="442" y="6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6" name="Freeform 19"/>
              <p:cNvSpPr>
                <a:spLocks noEditPoints="1"/>
              </p:cNvSpPr>
              <p:nvPr/>
            </p:nvSpPr>
            <p:spPr bwMode="auto">
              <a:xfrm>
                <a:off x="436" y="1310"/>
                <a:ext cx="435" cy="431"/>
              </a:xfrm>
              <a:custGeom>
                <a:avLst/>
                <a:gdLst>
                  <a:gd name="T0" fmla="*/ 50 w 435"/>
                  <a:gd name="T1" fmla="*/ 279 h 431"/>
                  <a:gd name="T2" fmla="*/ 50 w 435"/>
                  <a:gd name="T3" fmla="*/ 279 h 431"/>
                  <a:gd name="T4" fmla="*/ 50 w 435"/>
                  <a:gd name="T5" fmla="*/ 279 h 431"/>
                  <a:gd name="T6" fmla="*/ 50 w 435"/>
                  <a:gd name="T7" fmla="*/ 279 h 431"/>
                  <a:gd name="T8" fmla="*/ 0 w 435"/>
                  <a:gd name="T9" fmla="*/ 431 h 431"/>
                  <a:gd name="T10" fmla="*/ 155 w 435"/>
                  <a:gd name="T11" fmla="*/ 381 h 431"/>
                  <a:gd name="T12" fmla="*/ 155 w 435"/>
                  <a:gd name="T13" fmla="*/ 381 h 431"/>
                  <a:gd name="T14" fmla="*/ 155 w 435"/>
                  <a:gd name="T15" fmla="*/ 381 h 431"/>
                  <a:gd name="T16" fmla="*/ 155 w 435"/>
                  <a:gd name="T17" fmla="*/ 381 h 431"/>
                  <a:gd name="T18" fmla="*/ 435 w 435"/>
                  <a:gd name="T19" fmla="*/ 102 h 431"/>
                  <a:gd name="T20" fmla="*/ 330 w 435"/>
                  <a:gd name="T21" fmla="*/ 0 h 431"/>
                  <a:gd name="T22" fmla="*/ 50 w 435"/>
                  <a:gd name="T23" fmla="*/ 279 h 431"/>
                  <a:gd name="T24" fmla="*/ 50 w 435"/>
                  <a:gd name="T25" fmla="*/ 279 h 431"/>
                  <a:gd name="T26" fmla="*/ 141 w 435"/>
                  <a:gd name="T27" fmla="*/ 360 h 431"/>
                  <a:gd name="T28" fmla="*/ 38 w 435"/>
                  <a:gd name="T29" fmla="*/ 396 h 431"/>
                  <a:gd name="T30" fmla="*/ 72 w 435"/>
                  <a:gd name="T31" fmla="*/ 291 h 431"/>
                  <a:gd name="T32" fmla="*/ 141 w 435"/>
                  <a:gd name="T33" fmla="*/ 36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5" h="431">
                    <a:moveTo>
                      <a:pt x="50" y="279"/>
                    </a:moveTo>
                    <a:lnTo>
                      <a:pt x="50" y="279"/>
                    </a:lnTo>
                    <a:lnTo>
                      <a:pt x="50" y="279"/>
                    </a:lnTo>
                    <a:lnTo>
                      <a:pt x="50" y="279"/>
                    </a:lnTo>
                    <a:lnTo>
                      <a:pt x="0" y="431"/>
                    </a:lnTo>
                    <a:lnTo>
                      <a:pt x="155" y="381"/>
                    </a:lnTo>
                    <a:lnTo>
                      <a:pt x="155" y="381"/>
                    </a:lnTo>
                    <a:lnTo>
                      <a:pt x="155" y="381"/>
                    </a:lnTo>
                    <a:lnTo>
                      <a:pt x="155" y="381"/>
                    </a:lnTo>
                    <a:lnTo>
                      <a:pt x="435" y="102"/>
                    </a:lnTo>
                    <a:lnTo>
                      <a:pt x="330" y="0"/>
                    </a:lnTo>
                    <a:lnTo>
                      <a:pt x="50" y="279"/>
                    </a:lnTo>
                    <a:lnTo>
                      <a:pt x="50" y="279"/>
                    </a:lnTo>
                    <a:close/>
                    <a:moveTo>
                      <a:pt x="141" y="360"/>
                    </a:moveTo>
                    <a:lnTo>
                      <a:pt x="38" y="396"/>
                    </a:lnTo>
                    <a:lnTo>
                      <a:pt x="72" y="291"/>
                    </a:lnTo>
                    <a:lnTo>
                      <a:pt x="141"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59" name="组合 58"/>
          <p:cNvGrpSpPr/>
          <p:nvPr/>
        </p:nvGrpSpPr>
        <p:grpSpPr>
          <a:xfrm>
            <a:off x="4767459" y="1939899"/>
            <a:ext cx="1337426" cy="1184924"/>
            <a:chOff x="4519582" y="1839838"/>
            <a:chExt cx="1267983" cy="1123805"/>
          </a:xfrm>
        </p:grpSpPr>
        <p:grpSp>
          <p:nvGrpSpPr>
            <p:cNvPr id="60" name="组合 59"/>
            <p:cNvGrpSpPr/>
            <p:nvPr/>
          </p:nvGrpSpPr>
          <p:grpSpPr>
            <a:xfrm rot="5400000" flipH="1">
              <a:off x="4591671" y="1767749"/>
              <a:ext cx="1123805" cy="1267983"/>
              <a:chOff x="8439634" y="3544648"/>
              <a:chExt cx="1611146" cy="1817848"/>
            </a:xfrm>
          </p:grpSpPr>
          <p:sp>
            <p:nvSpPr>
              <p:cNvPr id="64" name="Freeform 5"/>
              <p:cNvSpPr>
                <a:spLocks/>
              </p:cNvSpPr>
              <p:nvPr/>
            </p:nvSpPr>
            <p:spPr bwMode="auto">
              <a:xfrm rot="5400000" flipH="1">
                <a:off x="8336283" y="3647999"/>
                <a:ext cx="1817848" cy="161114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gradFill flip="none" rotWithShape="1">
                <a:gsLst>
                  <a:gs pos="0">
                    <a:schemeClr val="bg1">
                      <a:lumMod val="97000"/>
                    </a:schemeClr>
                  </a:gs>
                  <a:gs pos="100000">
                    <a:schemeClr val="bg1">
                      <a:lumMod val="85000"/>
                    </a:schemeClr>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5" name="Freeform 5"/>
              <p:cNvSpPr>
                <a:spLocks/>
              </p:cNvSpPr>
              <p:nvPr/>
            </p:nvSpPr>
            <p:spPr bwMode="auto">
              <a:xfrm rot="5400000" flipH="1">
                <a:off x="8582835" y="3866517"/>
                <a:ext cx="1324743" cy="117411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01ACBE"/>
              </a:solidFill>
              <a:ln w="15875">
                <a:gradFill flip="none" rotWithShape="1">
                  <a:gsLst>
                    <a:gs pos="0">
                      <a:schemeClr val="bg1">
                        <a:lumMod val="65000"/>
                      </a:schemeClr>
                    </a:gs>
                    <a:gs pos="100000">
                      <a:schemeClr val="bg1"/>
                    </a:gs>
                  </a:gsLst>
                  <a:lin ang="2700000" scaled="1"/>
                  <a:tileRect/>
                </a:gradFill>
              </a:ln>
              <a:effectLst>
                <a:innerShdw blurRad="50800" dist="25400" dir="13500000">
                  <a:prstClr val="black">
                    <a:alpha val="50000"/>
                  </a:prstClr>
                </a:innerShdw>
              </a:effec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61" name="组合 60"/>
            <p:cNvGrpSpPr/>
            <p:nvPr/>
          </p:nvGrpSpPr>
          <p:grpSpPr>
            <a:xfrm>
              <a:off x="4942355" y="2167787"/>
              <a:ext cx="422436" cy="476734"/>
              <a:chOff x="10815638" y="1174750"/>
              <a:chExt cx="728663" cy="822325"/>
            </a:xfrm>
            <a:solidFill>
              <a:schemeClr val="bg1"/>
            </a:solidFill>
          </p:grpSpPr>
          <p:sp>
            <p:nvSpPr>
              <p:cNvPr id="62" name="Freeform 33"/>
              <p:cNvSpPr>
                <a:spLocks noEditPoints="1"/>
              </p:cNvSpPr>
              <p:nvPr/>
            </p:nvSpPr>
            <p:spPr bwMode="auto">
              <a:xfrm>
                <a:off x="10815638" y="1174750"/>
                <a:ext cx="728663" cy="822325"/>
              </a:xfrm>
              <a:custGeom>
                <a:avLst/>
                <a:gdLst>
                  <a:gd name="T0" fmla="*/ 103 w 194"/>
                  <a:gd name="T1" fmla="*/ 26 h 219"/>
                  <a:gd name="T2" fmla="*/ 103 w 194"/>
                  <a:gd name="T3" fmla="*/ 18 h 219"/>
                  <a:gd name="T4" fmla="*/ 120 w 194"/>
                  <a:gd name="T5" fmla="*/ 18 h 219"/>
                  <a:gd name="T6" fmla="*/ 120 w 194"/>
                  <a:gd name="T7" fmla="*/ 0 h 219"/>
                  <a:gd name="T8" fmla="*/ 74 w 194"/>
                  <a:gd name="T9" fmla="*/ 0 h 219"/>
                  <a:gd name="T10" fmla="*/ 74 w 194"/>
                  <a:gd name="T11" fmla="*/ 18 h 219"/>
                  <a:gd name="T12" fmla="*/ 91 w 194"/>
                  <a:gd name="T13" fmla="*/ 18 h 219"/>
                  <a:gd name="T14" fmla="*/ 91 w 194"/>
                  <a:gd name="T15" fmla="*/ 26 h 219"/>
                  <a:gd name="T16" fmla="*/ 0 w 194"/>
                  <a:gd name="T17" fmla="*/ 122 h 219"/>
                  <a:gd name="T18" fmla="*/ 97 w 194"/>
                  <a:gd name="T19" fmla="*/ 219 h 219"/>
                  <a:gd name="T20" fmla="*/ 194 w 194"/>
                  <a:gd name="T21" fmla="*/ 122 h 219"/>
                  <a:gd name="T22" fmla="*/ 103 w 194"/>
                  <a:gd name="T23" fmla="*/ 26 h 219"/>
                  <a:gd name="T24" fmla="*/ 158 w 194"/>
                  <a:gd name="T25" fmla="*/ 180 h 219"/>
                  <a:gd name="T26" fmla="*/ 145 w 194"/>
                  <a:gd name="T27" fmla="*/ 167 h 219"/>
                  <a:gd name="T28" fmla="*/ 142 w 194"/>
                  <a:gd name="T29" fmla="*/ 171 h 219"/>
                  <a:gd name="T30" fmla="*/ 154 w 194"/>
                  <a:gd name="T31" fmla="*/ 183 h 219"/>
                  <a:gd name="T32" fmla="*/ 100 w 194"/>
                  <a:gd name="T33" fmla="*/ 206 h 219"/>
                  <a:gd name="T34" fmla="*/ 100 w 194"/>
                  <a:gd name="T35" fmla="*/ 188 h 219"/>
                  <a:gd name="T36" fmla="*/ 95 w 194"/>
                  <a:gd name="T37" fmla="*/ 188 h 219"/>
                  <a:gd name="T38" fmla="*/ 95 w 194"/>
                  <a:gd name="T39" fmla="*/ 206 h 219"/>
                  <a:gd name="T40" fmla="*/ 40 w 194"/>
                  <a:gd name="T41" fmla="*/ 183 h 219"/>
                  <a:gd name="T42" fmla="*/ 52 w 194"/>
                  <a:gd name="T43" fmla="*/ 171 h 219"/>
                  <a:gd name="T44" fmla="*/ 49 w 194"/>
                  <a:gd name="T45" fmla="*/ 167 h 219"/>
                  <a:gd name="T46" fmla="*/ 36 w 194"/>
                  <a:gd name="T47" fmla="*/ 180 h 219"/>
                  <a:gd name="T48" fmla="*/ 14 w 194"/>
                  <a:gd name="T49" fmla="*/ 125 h 219"/>
                  <a:gd name="T50" fmla="*/ 31 w 194"/>
                  <a:gd name="T51" fmla="*/ 125 h 219"/>
                  <a:gd name="T52" fmla="*/ 31 w 194"/>
                  <a:gd name="T53" fmla="*/ 120 h 219"/>
                  <a:gd name="T54" fmla="*/ 14 w 194"/>
                  <a:gd name="T55" fmla="*/ 120 h 219"/>
                  <a:gd name="T56" fmla="*/ 36 w 194"/>
                  <a:gd name="T57" fmla="*/ 65 h 219"/>
                  <a:gd name="T58" fmla="*/ 49 w 194"/>
                  <a:gd name="T59" fmla="*/ 78 h 219"/>
                  <a:gd name="T60" fmla="*/ 52 w 194"/>
                  <a:gd name="T61" fmla="*/ 74 h 219"/>
                  <a:gd name="T62" fmla="*/ 40 w 194"/>
                  <a:gd name="T63" fmla="*/ 62 h 219"/>
                  <a:gd name="T64" fmla="*/ 95 w 194"/>
                  <a:gd name="T65" fmla="*/ 39 h 219"/>
                  <a:gd name="T66" fmla="*/ 95 w 194"/>
                  <a:gd name="T67" fmla="*/ 56 h 219"/>
                  <a:gd name="T68" fmla="*/ 100 w 194"/>
                  <a:gd name="T69" fmla="*/ 56 h 219"/>
                  <a:gd name="T70" fmla="*/ 100 w 194"/>
                  <a:gd name="T71" fmla="*/ 39 h 219"/>
                  <a:gd name="T72" fmla="*/ 154 w 194"/>
                  <a:gd name="T73" fmla="*/ 62 h 219"/>
                  <a:gd name="T74" fmla="*/ 142 w 194"/>
                  <a:gd name="T75" fmla="*/ 74 h 219"/>
                  <a:gd name="T76" fmla="*/ 145 w 194"/>
                  <a:gd name="T77" fmla="*/ 78 h 219"/>
                  <a:gd name="T78" fmla="*/ 158 w 194"/>
                  <a:gd name="T79" fmla="*/ 65 h 219"/>
                  <a:gd name="T80" fmla="*/ 180 w 194"/>
                  <a:gd name="T81" fmla="*/ 120 h 219"/>
                  <a:gd name="T82" fmla="*/ 163 w 194"/>
                  <a:gd name="T83" fmla="*/ 120 h 219"/>
                  <a:gd name="T84" fmla="*/ 163 w 194"/>
                  <a:gd name="T85" fmla="*/ 125 h 219"/>
                  <a:gd name="T86" fmla="*/ 180 w 194"/>
                  <a:gd name="T87" fmla="*/ 125 h 219"/>
                  <a:gd name="T88" fmla="*/ 158 w 194"/>
                  <a:gd name="T89" fmla="*/ 18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4" h="219">
                    <a:moveTo>
                      <a:pt x="103" y="26"/>
                    </a:moveTo>
                    <a:cubicBezTo>
                      <a:pt x="103" y="18"/>
                      <a:pt x="103" y="18"/>
                      <a:pt x="103" y="18"/>
                    </a:cubicBezTo>
                    <a:cubicBezTo>
                      <a:pt x="120" y="18"/>
                      <a:pt x="120" y="18"/>
                      <a:pt x="120" y="18"/>
                    </a:cubicBezTo>
                    <a:cubicBezTo>
                      <a:pt x="120" y="0"/>
                      <a:pt x="120" y="0"/>
                      <a:pt x="120" y="0"/>
                    </a:cubicBezTo>
                    <a:cubicBezTo>
                      <a:pt x="74" y="0"/>
                      <a:pt x="74" y="0"/>
                      <a:pt x="74" y="0"/>
                    </a:cubicBezTo>
                    <a:cubicBezTo>
                      <a:pt x="74" y="18"/>
                      <a:pt x="74" y="18"/>
                      <a:pt x="74" y="18"/>
                    </a:cubicBezTo>
                    <a:cubicBezTo>
                      <a:pt x="91" y="18"/>
                      <a:pt x="91" y="18"/>
                      <a:pt x="91" y="18"/>
                    </a:cubicBezTo>
                    <a:cubicBezTo>
                      <a:pt x="91" y="26"/>
                      <a:pt x="91" y="26"/>
                      <a:pt x="91" y="26"/>
                    </a:cubicBezTo>
                    <a:cubicBezTo>
                      <a:pt x="41" y="29"/>
                      <a:pt x="0" y="71"/>
                      <a:pt x="0" y="122"/>
                    </a:cubicBezTo>
                    <a:cubicBezTo>
                      <a:pt x="0" y="176"/>
                      <a:pt x="44" y="219"/>
                      <a:pt x="97" y="219"/>
                    </a:cubicBezTo>
                    <a:cubicBezTo>
                      <a:pt x="150" y="219"/>
                      <a:pt x="194" y="176"/>
                      <a:pt x="194" y="122"/>
                    </a:cubicBezTo>
                    <a:cubicBezTo>
                      <a:pt x="194" y="71"/>
                      <a:pt x="154" y="29"/>
                      <a:pt x="103" y="26"/>
                    </a:cubicBezTo>
                    <a:close/>
                    <a:moveTo>
                      <a:pt x="158" y="180"/>
                    </a:moveTo>
                    <a:cubicBezTo>
                      <a:pt x="145" y="167"/>
                      <a:pt x="145" y="167"/>
                      <a:pt x="145" y="167"/>
                    </a:cubicBezTo>
                    <a:cubicBezTo>
                      <a:pt x="142" y="171"/>
                      <a:pt x="142" y="171"/>
                      <a:pt x="142" y="171"/>
                    </a:cubicBezTo>
                    <a:cubicBezTo>
                      <a:pt x="154" y="183"/>
                      <a:pt x="154" y="183"/>
                      <a:pt x="154" y="183"/>
                    </a:cubicBezTo>
                    <a:cubicBezTo>
                      <a:pt x="140" y="197"/>
                      <a:pt x="121" y="205"/>
                      <a:pt x="100" y="206"/>
                    </a:cubicBezTo>
                    <a:cubicBezTo>
                      <a:pt x="100" y="188"/>
                      <a:pt x="100" y="188"/>
                      <a:pt x="100" y="188"/>
                    </a:cubicBezTo>
                    <a:cubicBezTo>
                      <a:pt x="95" y="188"/>
                      <a:pt x="95" y="188"/>
                      <a:pt x="95" y="188"/>
                    </a:cubicBezTo>
                    <a:cubicBezTo>
                      <a:pt x="95" y="206"/>
                      <a:pt x="95" y="206"/>
                      <a:pt x="95" y="206"/>
                    </a:cubicBezTo>
                    <a:cubicBezTo>
                      <a:pt x="73" y="205"/>
                      <a:pt x="54" y="197"/>
                      <a:pt x="40" y="183"/>
                    </a:cubicBezTo>
                    <a:cubicBezTo>
                      <a:pt x="52" y="171"/>
                      <a:pt x="52" y="171"/>
                      <a:pt x="52" y="171"/>
                    </a:cubicBezTo>
                    <a:cubicBezTo>
                      <a:pt x="49" y="167"/>
                      <a:pt x="49" y="167"/>
                      <a:pt x="49" y="167"/>
                    </a:cubicBezTo>
                    <a:cubicBezTo>
                      <a:pt x="36" y="180"/>
                      <a:pt x="36" y="180"/>
                      <a:pt x="36" y="180"/>
                    </a:cubicBezTo>
                    <a:cubicBezTo>
                      <a:pt x="23" y="165"/>
                      <a:pt x="14" y="146"/>
                      <a:pt x="14" y="125"/>
                    </a:cubicBezTo>
                    <a:cubicBezTo>
                      <a:pt x="31" y="125"/>
                      <a:pt x="31" y="125"/>
                      <a:pt x="31" y="125"/>
                    </a:cubicBezTo>
                    <a:cubicBezTo>
                      <a:pt x="31" y="120"/>
                      <a:pt x="31" y="120"/>
                      <a:pt x="31" y="120"/>
                    </a:cubicBezTo>
                    <a:cubicBezTo>
                      <a:pt x="14" y="120"/>
                      <a:pt x="14" y="120"/>
                      <a:pt x="14" y="120"/>
                    </a:cubicBezTo>
                    <a:cubicBezTo>
                      <a:pt x="14" y="99"/>
                      <a:pt x="23" y="80"/>
                      <a:pt x="36" y="65"/>
                    </a:cubicBezTo>
                    <a:cubicBezTo>
                      <a:pt x="49" y="78"/>
                      <a:pt x="49" y="78"/>
                      <a:pt x="49" y="78"/>
                    </a:cubicBezTo>
                    <a:cubicBezTo>
                      <a:pt x="52" y="74"/>
                      <a:pt x="52" y="74"/>
                      <a:pt x="52" y="74"/>
                    </a:cubicBezTo>
                    <a:cubicBezTo>
                      <a:pt x="40" y="62"/>
                      <a:pt x="40" y="62"/>
                      <a:pt x="40" y="62"/>
                    </a:cubicBezTo>
                    <a:cubicBezTo>
                      <a:pt x="54" y="48"/>
                      <a:pt x="73" y="40"/>
                      <a:pt x="95" y="39"/>
                    </a:cubicBezTo>
                    <a:cubicBezTo>
                      <a:pt x="95" y="56"/>
                      <a:pt x="95" y="56"/>
                      <a:pt x="95" y="56"/>
                    </a:cubicBezTo>
                    <a:cubicBezTo>
                      <a:pt x="100" y="56"/>
                      <a:pt x="100" y="56"/>
                      <a:pt x="100" y="56"/>
                    </a:cubicBezTo>
                    <a:cubicBezTo>
                      <a:pt x="100" y="39"/>
                      <a:pt x="100" y="39"/>
                      <a:pt x="100" y="39"/>
                    </a:cubicBezTo>
                    <a:cubicBezTo>
                      <a:pt x="121" y="40"/>
                      <a:pt x="140" y="48"/>
                      <a:pt x="154" y="62"/>
                    </a:cubicBezTo>
                    <a:cubicBezTo>
                      <a:pt x="142" y="74"/>
                      <a:pt x="142" y="74"/>
                      <a:pt x="142" y="74"/>
                    </a:cubicBezTo>
                    <a:cubicBezTo>
                      <a:pt x="145" y="78"/>
                      <a:pt x="145" y="78"/>
                      <a:pt x="145" y="78"/>
                    </a:cubicBezTo>
                    <a:cubicBezTo>
                      <a:pt x="158" y="65"/>
                      <a:pt x="158" y="65"/>
                      <a:pt x="158" y="65"/>
                    </a:cubicBezTo>
                    <a:cubicBezTo>
                      <a:pt x="171" y="80"/>
                      <a:pt x="180" y="99"/>
                      <a:pt x="180" y="120"/>
                    </a:cubicBezTo>
                    <a:cubicBezTo>
                      <a:pt x="163" y="120"/>
                      <a:pt x="163" y="120"/>
                      <a:pt x="163" y="120"/>
                    </a:cubicBezTo>
                    <a:cubicBezTo>
                      <a:pt x="163" y="125"/>
                      <a:pt x="163" y="125"/>
                      <a:pt x="163" y="125"/>
                    </a:cubicBezTo>
                    <a:cubicBezTo>
                      <a:pt x="180" y="125"/>
                      <a:pt x="180" y="125"/>
                      <a:pt x="180" y="125"/>
                    </a:cubicBezTo>
                    <a:cubicBezTo>
                      <a:pt x="180" y="146"/>
                      <a:pt x="171" y="165"/>
                      <a:pt x="158"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3" name="Freeform 34"/>
              <p:cNvSpPr>
                <a:spLocks/>
              </p:cNvSpPr>
              <p:nvPr/>
            </p:nvSpPr>
            <p:spPr bwMode="auto">
              <a:xfrm>
                <a:off x="11153775" y="1404937"/>
                <a:ext cx="160338" cy="273050"/>
              </a:xfrm>
              <a:custGeom>
                <a:avLst/>
                <a:gdLst>
                  <a:gd name="T0" fmla="*/ 101 w 101"/>
                  <a:gd name="T1" fmla="*/ 66 h 172"/>
                  <a:gd name="T2" fmla="*/ 94 w 101"/>
                  <a:gd name="T3" fmla="*/ 59 h 172"/>
                  <a:gd name="T4" fmla="*/ 21 w 101"/>
                  <a:gd name="T5" fmla="*/ 132 h 172"/>
                  <a:gd name="T6" fmla="*/ 21 w 101"/>
                  <a:gd name="T7" fmla="*/ 0 h 172"/>
                  <a:gd name="T8" fmla="*/ 11 w 101"/>
                  <a:gd name="T9" fmla="*/ 0 h 172"/>
                  <a:gd name="T10" fmla="*/ 11 w 101"/>
                  <a:gd name="T11" fmla="*/ 141 h 172"/>
                  <a:gd name="T12" fmla="*/ 0 w 101"/>
                  <a:gd name="T13" fmla="*/ 153 h 172"/>
                  <a:gd name="T14" fmla="*/ 7 w 101"/>
                  <a:gd name="T15" fmla="*/ 163 h 172"/>
                  <a:gd name="T16" fmla="*/ 11 w 101"/>
                  <a:gd name="T17" fmla="*/ 158 h 172"/>
                  <a:gd name="T18" fmla="*/ 11 w 101"/>
                  <a:gd name="T19" fmla="*/ 172 h 172"/>
                  <a:gd name="T20" fmla="*/ 21 w 101"/>
                  <a:gd name="T21" fmla="*/ 172 h 172"/>
                  <a:gd name="T22" fmla="*/ 21 w 101"/>
                  <a:gd name="T23" fmla="*/ 146 h 172"/>
                  <a:gd name="T24" fmla="*/ 101 w 101"/>
                  <a:gd name="T25" fmla="*/ 6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172">
                    <a:moveTo>
                      <a:pt x="101" y="66"/>
                    </a:moveTo>
                    <a:lnTo>
                      <a:pt x="94" y="59"/>
                    </a:lnTo>
                    <a:lnTo>
                      <a:pt x="21" y="132"/>
                    </a:lnTo>
                    <a:lnTo>
                      <a:pt x="21" y="0"/>
                    </a:lnTo>
                    <a:lnTo>
                      <a:pt x="11" y="0"/>
                    </a:lnTo>
                    <a:lnTo>
                      <a:pt x="11" y="141"/>
                    </a:lnTo>
                    <a:lnTo>
                      <a:pt x="0" y="153"/>
                    </a:lnTo>
                    <a:lnTo>
                      <a:pt x="7" y="163"/>
                    </a:lnTo>
                    <a:lnTo>
                      <a:pt x="11" y="158"/>
                    </a:lnTo>
                    <a:lnTo>
                      <a:pt x="11" y="172"/>
                    </a:lnTo>
                    <a:lnTo>
                      <a:pt x="21" y="172"/>
                    </a:lnTo>
                    <a:lnTo>
                      <a:pt x="21" y="146"/>
                    </a:lnTo>
                    <a:lnTo>
                      <a:pt x="101"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sp>
        <p:nvSpPr>
          <p:cNvPr id="66" name="文本框 171"/>
          <p:cNvSpPr txBox="1"/>
          <p:nvPr/>
        </p:nvSpPr>
        <p:spPr>
          <a:xfrm>
            <a:off x="1644421" y="1560279"/>
            <a:ext cx="2354502" cy="384401"/>
          </a:xfrm>
          <a:prstGeom prst="rect">
            <a:avLst/>
          </a:prstGeom>
          <a:noFill/>
        </p:spPr>
        <p:txBody>
          <a:bodyPr wrap="square" rtlCol="0">
            <a:spAutoFit/>
          </a:bodyPr>
          <a:lstStyle/>
          <a:p>
            <a:r>
              <a:rPr lang="en-US" altLang="zh-CN" sz="1898" dirty="0">
                <a:solidFill>
                  <a:schemeClr val="accent5"/>
                </a:solidFill>
                <a:latin typeface="Impact" panose="020B0806030902050204" pitchFamily="34" charset="0"/>
                <a:ea typeface="微软雅黑" panose="020B0503020204020204" pitchFamily="34" charset="-122"/>
              </a:rPr>
              <a:t>01</a:t>
            </a:r>
            <a:r>
              <a:rPr lang="en-US" altLang="zh-CN" sz="1898" dirty="0">
                <a:solidFill>
                  <a:schemeClr val="accent5"/>
                </a:solidFill>
                <a:latin typeface="微软雅黑" panose="020B0503020204020204" pitchFamily="34" charset="-122"/>
                <a:ea typeface="微软雅黑" panose="020B0503020204020204" pitchFamily="34" charset="-122"/>
              </a:rPr>
              <a:t> </a:t>
            </a:r>
            <a:r>
              <a:rPr lang="zh-CN" altLang="en-US" sz="1898" dirty="0">
                <a:solidFill>
                  <a:schemeClr val="accent5"/>
                </a:solidFill>
                <a:latin typeface="微软雅黑" panose="020B0503020204020204" pitchFamily="34" charset="-122"/>
                <a:ea typeface="微软雅黑" panose="020B0503020204020204" pitchFamily="34" charset="-122"/>
              </a:rPr>
              <a:t>在此添加标题</a:t>
            </a:r>
          </a:p>
        </p:txBody>
      </p:sp>
      <p:sp>
        <p:nvSpPr>
          <p:cNvPr id="67" name="文本框 174"/>
          <p:cNvSpPr txBox="1"/>
          <p:nvPr/>
        </p:nvSpPr>
        <p:spPr>
          <a:xfrm>
            <a:off x="1644421" y="3203248"/>
            <a:ext cx="2211340" cy="384401"/>
          </a:xfrm>
          <a:prstGeom prst="rect">
            <a:avLst/>
          </a:prstGeom>
          <a:noFill/>
        </p:spPr>
        <p:txBody>
          <a:bodyPr wrap="square" rtlCol="0">
            <a:spAutoFit/>
          </a:bodyPr>
          <a:lstStyle/>
          <a:p>
            <a:r>
              <a:rPr lang="en-US" altLang="zh-CN" sz="1898" dirty="0">
                <a:solidFill>
                  <a:schemeClr val="accent2"/>
                </a:solidFill>
                <a:latin typeface="Impact" panose="020B0806030902050204" pitchFamily="34" charset="0"/>
                <a:ea typeface="微软雅黑" panose="020B0503020204020204" pitchFamily="34" charset="-122"/>
              </a:rPr>
              <a:t>03</a:t>
            </a:r>
            <a:r>
              <a:rPr lang="en-US" altLang="zh-CN" sz="1898" dirty="0">
                <a:solidFill>
                  <a:schemeClr val="accent2"/>
                </a:solidFill>
                <a:latin typeface="微软雅黑" panose="020B0503020204020204" pitchFamily="34" charset="-122"/>
                <a:ea typeface="微软雅黑" panose="020B0503020204020204" pitchFamily="34" charset="-122"/>
              </a:rPr>
              <a:t>  </a:t>
            </a:r>
            <a:r>
              <a:rPr lang="zh-CN" altLang="en-US" sz="1898" dirty="0">
                <a:solidFill>
                  <a:schemeClr val="accent2"/>
                </a:solidFill>
                <a:latin typeface="微软雅黑" panose="020B0503020204020204" pitchFamily="34" charset="-122"/>
                <a:ea typeface="微软雅黑" panose="020B0503020204020204" pitchFamily="34" charset="-122"/>
              </a:rPr>
              <a:t>在此添加标题</a:t>
            </a:r>
          </a:p>
        </p:txBody>
      </p:sp>
      <p:sp>
        <p:nvSpPr>
          <p:cNvPr id="68" name="文本框 177"/>
          <p:cNvSpPr txBox="1"/>
          <p:nvPr/>
        </p:nvSpPr>
        <p:spPr>
          <a:xfrm>
            <a:off x="1644421" y="4861821"/>
            <a:ext cx="2211340" cy="384401"/>
          </a:xfrm>
          <a:prstGeom prst="rect">
            <a:avLst/>
          </a:prstGeom>
          <a:noFill/>
        </p:spPr>
        <p:txBody>
          <a:bodyPr wrap="square" rtlCol="0">
            <a:spAutoFit/>
          </a:bodyPr>
          <a:lstStyle/>
          <a:p>
            <a:r>
              <a:rPr lang="en-US" altLang="zh-CN" sz="1898" dirty="0">
                <a:solidFill>
                  <a:srgbClr val="7030A0"/>
                </a:solidFill>
                <a:latin typeface="Impact" panose="020B0806030902050204" pitchFamily="34" charset="0"/>
                <a:ea typeface="微软雅黑" panose="020B0503020204020204" pitchFamily="34" charset="-122"/>
              </a:rPr>
              <a:t>05</a:t>
            </a:r>
            <a:r>
              <a:rPr lang="en-US" altLang="zh-CN" sz="1898" dirty="0">
                <a:solidFill>
                  <a:srgbClr val="7030A0"/>
                </a:solidFill>
                <a:latin typeface="微软雅黑" panose="020B0503020204020204" pitchFamily="34" charset="-122"/>
                <a:ea typeface="微软雅黑" panose="020B0503020204020204" pitchFamily="34" charset="-122"/>
              </a:rPr>
              <a:t>  </a:t>
            </a:r>
            <a:r>
              <a:rPr lang="zh-CN" altLang="en-US" sz="1898" dirty="0">
                <a:solidFill>
                  <a:srgbClr val="7030A0"/>
                </a:solidFill>
                <a:latin typeface="微软雅黑" panose="020B0503020204020204" pitchFamily="34" charset="-122"/>
                <a:ea typeface="微软雅黑" panose="020B0503020204020204" pitchFamily="34" charset="-122"/>
              </a:rPr>
              <a:t>在此添加标题</a:t>
            </a:r>
          </a:p>
        </p:txBody>
      </p:sp>
      <p:sp>
        <p:nvSpPr>
          <p:cNvPr id="69" name="文本框 180"/>
          <p:cNvSpPr txBox="1"/>
          <p:nvPr/>
        </p:nvSpPr>
        <p:spPr>
          <a:xfrm>
            <a:off x="8186130" y="1560279"/>
            <a:ext cx="2211340" cy="384401"/>
          </a:xfrm>
          <a:prstGeom prst="rect">
            <a:avLst/>
          </a:prstGeom>
          <a:noFill/>
        </p:spPr>
        <p:txBody>
          <a:bodyPr wrap="square" rtlCol="0">
            <a:spAutoFit/>
          </a:bodyPr>
          <a:lstStyle/>
          <a:p>
            <a:r>
              <a:rPr lang="en-US" altLang="zh-CN" sz="1898" dirty="0">
                <a:solidFill>
                  <a:srgbClr val="FF9A05"/>
                </a:solidFill>
                <a:latin typeface="Impact" panose="020B0806030902050204" pitchFamily="34" charset="0"/>
                <a:ea typeface="微软雅黑" panose="020B0503020204020204" pitchFamily="34" charset="-122"/>
              </a:rPr>
              <a:t>02</a:t>
            </a:r>
            <a:r>
              <a:rPr lang="en-US" altLang="zh-CN" sz="1898" dirty="0">
                <a:solidFill>
                  <a:srgbClr val="FF9A05"/>
                </a:solidFill>
                <a:latin typeface="微软雅黑" panose="020B0503020204020204" pitchFamily="34" charset="-122"/>
                <a:ea typeface="微软雅黑" panose="020B0503020204020204" pitchFamily="34" charset="-122"/>
              </a:rPr>
              <a:t>  </a:t>
            </a:r>
            <a:r>
              <a:rPr lang="zh-CN" altLang="en-US" sz="1898" dirty="0">
                <a:solidFill>
                  <a:srgbClr val="FF9A05"/>
                </a:solidFill>
                <a:latin typeface="微软雅黑" panose="020B0503020204020204" pitchFamily="34" charset="-122"/>
                <a:ea typeface="微软雅黑" panose="020B0503020204020204" pitchFamily="34" charset="-122"/>
              </a:rPr>
              <a:t>在此添加标题</a:t>
            </a:r>
          </a:p>
        </p:txBody>
      </p:sp>
      <p:sp>
        <p:nvSpPr>
          <p:cNvPr id="70" name="文本框 183"/>
          <p:cNvSpPr txBox="1"/>
          <p:nvPr/>
        </p:nvSpPr>
        <p:spPr>
          <a:xfrm>
            <a:off x="8186130" y="3203248"/>
            <a:ext cx="2211340" cy="384401"/>
          </a:xfrm>
          <a:prstGeom prst="rect">
            <a:avLst/>
          </a:prstGeom>
          <a:noFill/>
        </p:spPr>
        <p:txBody>
          <a:bodyPr wrap="square" rtlCol="0">
            <a:spAutoFit/>
          </a:bodyPr>
          <a:lstStyle/>
          <a:p>
            <a:r>
              <a:rPr lang="en-US" altLang="zh-CN" sz="1898" dirty="0">
                <a:solidFill>
                  <a:srgbClr val="FF8989"/>
                </a:solidFill>
                <a:latin typeface="Impact" panose="020B0806030902050204" pitchFamily="34" charset="0"/>
                <a:ea typeface="微软雅黑" panose="020B0503020204020204" pitchFamily="34" charset="-122"/>
              </a:rPr>
              <a:t>04</a:t>
            </a:r>
            <a:r>
              <a:rPr lang="en-US" altLang="zh-CN" sz="1898" dirty="0">
                <a:solidFill>
                  <a:srgbClr val="FF8989"/>
                </a:solidFill>
                <a:latin typeface="微软雅黑" panose="020B0503020204020204" pitchFamily="34" charset="-122"/>
                <a:ea typeface="微软雅黑" panose="020B0503020204020204" pitchFamily="34" charset="-122"/>
              </a:rPr>
              <a:t>  </a:t>
            </a:r>
            <a:r>
              <a:rPr lang="zh-CN" altLang="en-US" sz="1898" dirty="0">
                <a:solidFill>
                  <a:srgbClr val="FF8989"/>
                </a:solidFill>
                <a:latin typeface="微软雅黑" panose="020B0503020204020204" pitchFamily="34" charset="-122"/>
                <a:ea typeface="微软雅黑" panose="020B0503020204020204" pitchFamily="34" charset="-122"/>
              </a:rPr>
              <a:t>在此添加标题</a:t>
            </a:r>
          </a:p>
        </p:txBody>
      </p:sp>
      <p:sp>
        <p:nvSpPr>
          <p:cNvPr id="71" name="文本框 186"/>
          <p:cNvSpPr txBox="1"/>
          <p:nvPr/>
        </p:nvSpPr>
        <p:spPr>
          <a:xfrm>
            <a:off x="8186130" y="4861821"/>
            <a:ext cx="2211340" cy="384401"/>
          </a:xfrm>
          <a:prstGeom prst="rect">
            <a:avLst/>
          </a:prstGeom>
          <a:noFill/>
        </p:spPr>
        <p:txBody>
          <a:bodyPr wrap="square" rtlCol="0">
            <a:spAutoFit/>
          </a:bodyPr>
          <a:lstStyle/>
          <a:p>
            <a:r>
              <a:rPr lang="en-US" altLang="zh-CN" sz="1898" dirty="0">
                <a:solidFill>
                  <a:srgbClr val="1EB28B"/>
                </a:solidFill>
                <a:latin typeface="Impact" panose="020B0806030902050204" pitchFamily="34" charset="0"/>
                <a:ea typeface="微软雅黑" panose="020B0503020204020204" pitchFamily="34" charset="-122"/>
              </a:rPr>
              <a:t>06</a:t>
            </a:r>
            <a:r>
              <a:rPr lang="en-US" altLang="zh-CN" sz="1898" dirty="0">
                <a:solidFill>
                  <a:srgbClr val="1EB28B"/>
                </a:solidFill>
                <a:latin typeface="微软雅黑" panose="020B0503020204020204" pitchFamily="34" charset="-122"/>
                <a:ea typeface="微软雅黑" panose="020B0503020204020204" pitchFamily="34" charset="-122"/>
              </a:rPr>
              <a:t>  </a:t>
            </a:r>
            <a:r>
              <a:rPr lang="zh-CN" altLang="en-US" sz="1898" dirty="0">
                <a:solidFill>
                  <a:srgbClr val="1EB28B"/>
                </a:solidFill>
                <a:latin typeface="微软雅黑" panose="020B0503020204020204" pitchFamily="34" charset="-122"/>
                <a:ea typeface="微软雅黑" panose="020B0503020204020204" pitchFamily="34" charset="-122"/>
              </a:rPr>
              <a:t>在此添加标题</a:t>
            </a:r>
          </a:p>
        </p:txBody>
      </p:sp>
      <p:sp>
        <p:nvSpPr>
          <p:cNvPr id="72" name="文本框 71"/>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3606720104"/>
      </p:ext>
    </p:extLst>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500"/>
                                        <p:tgtEl>
                                          <p:spTgt spid="5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fade">
                                      <p:cBhvr>
                                        <p:cTn id="11" dur="500"/>
                                        <p:tgtEl>
                                          <p:spTgt spid="52"/>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fade">
                                      <p:cBhvr>
                                        <p:cTn id="23" dur="500"/>
                                        <p:tgtEl>
                                          <p:spTgt spid="47"/>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fade">
                                      <p:cBhvr>
                                        <p:cTn id="27" dur="500"/>
                                        <p:tgtEl>
                                          <p:spTgt spid="42"/>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66"/>
                                        </p:tgtEl>
                                        <p:attrNameLst>
                                          <p:attrName>style.visibility</p:attrName>
                                        </p:attrNameLst>
                                      </p:cBhvr>
                                      <p:to>
                                        <p:strVal val="visible"/>
                                      </p:to>
                                    </p:set>
                                    <p:animEffect transition="in" filter="wipe(left)">
                                      <p:cBhvr>
                                        <p:cTn id="31" dur="500"/>
                                        <p:tgtEl>
                                          <p:spTgt spid="66"/>
                                        </p:tgtEl>
                                      </p:cBhvr>
                                    </p:animEffect>
                                  </p:childTnLst>
                                </p:cTn>
                              </p:par>
                            </p:childTnLst>
                          </p:cTn>
                        </p:par>
                        <p:par>
                          <p:cTn id="32" fill="hold">
                            <p:stCondLst>
                              <p:cond delay="3500"/>
                            </p:stCondLst>
                            <p:childTnLst>
                              <p:par>
                                <p:cTn id="33" presetID="12" presetClass="entr" presetSubtype="2"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
                                        <p:tgtEl>
                                          <p:spTgt spid="8"/>
                                        </p:tgtEl>
                                        <p:attrNameLst>
                                          <p:attrName>ppt_x</p:attrName>
                                        </p:attrNameLst>
                                      </p:cBhvr>
                                      <p:tavLst>
                                        <p:tav tm="0">
                                          <p:val>
                                            <p:strVal val="#ppt_x+#ppt_w*1.125000"/>
                                          </p:val>
                                        </p:tav>
                                        <p:tav tm="100000">
                                          <p:val>
                                            <p:strVal val="#ppt_x"/>
                                          </p:val>
                                        </p:tav>
                                      </p:tavLst>
                                    </p:anim>
                                    <p:animEffect transition="in" filter="wipe(left)">
                                      <p:cBhvr>
                                        <p:cTn id="36" dur="500"/>
                                        <p:tgtEl>
                                          <p:spTgt spid="8"/>
                                        </p:tgtEl>
                                      </p:cBhvr>
                                    </p:animEffect>
                                  </p:childTnLst>
                                </p:cTn>
                              </p:par>
                            </p:childTnLst>
                          </p:cTn>
                        </p:par>
                        <p:par>
                          <p:cTn id="37" fill="hold">
                            <p:stCondLst>
                              <p:cond delay="4000"/>
                            </p:stCondLst>
                            <p:childTnLst>
                              <p:par>
                                <p:cTn id="38" presetID="22" presetClass="entr" presetSubtype="8" fill="hold" grpId="0" nodeType="afterEffect">
                                  <p:stCondLst>
                                    <p:cond delay="0"/>
                                  </p:stCondLst>
                                  <p:childTnLst>
                                    <p:set>
                                      <p:cBhvr>
                                        <p:cTn id="39" dur="1" fill="hold">
                                          <p:stCondLst>
                                            <p:cond delay="0"/>
                                          </p:stCondLst>
                                        </p:cTn>
                                        <p:tgtEl>
                                          <p:spTgt spid="69"/>
                                        </p:tgtEl>
                                        <p:attrNameLst>
                                          <p:attrName>style.visibility</p:attrName>
                                        </p:attrNameLst>
                                      </p:cBhvr>
                                      <p:to>
                                        <p:strVal val="visible"/>
                                      </p:to>
                                    </p:set>
                                    <p:animEffect transition="in" filter="wipe(left)">
                                      <p:cBhvr>
                                        <p:cTn id="40" dur="500"/>
                                        <p:tgtEl>
                                          <p:spTgt spid="69"/>
                                        </p:tgtEl>
                                      </p:cBhvr>
                                    </p:animEffect>
                                  </p:childTnLst>
                                </p:cTn>
                              </p:par>
                            </p:childTnLst>
                          </p:cTn>
                        </p:par>
                        <p:par>
                          <p:cTn id="41" fill="hold">
                            <p:stCondLst>
                              <p:cond delay="4500"/>
                            </p:stCondLst>
                            <p:childTnLst>
                              <p:par>
                                <p:cTn id="42" presetID="12" presetClass="entr" presetSubtype="8" fill="hold" nodeType="afterEffect">
                                  <p:stCondLst>
                                    <p:cond delay="0"/>
                                  </p:stCondLst>
                                  <p:childTnLst>
                                    <p:set>
                                      <p:cBhvr>
                                        <p:cTn id="43" dur="1" fill="hold">
                                          <p:stCondLst>
                                            <p:cond delay="0"/>
                                          </p:stCondLst>
                                        </p:cTn>
                                        <p:tgtEl>
                                          <p:spTgt spid="20"/>
                                        </p:tgtEl>
                                        <p:attrNameLst>
                                          <p:attrName>style.visibility</p:attrName>
                                        </p:attrNameLst>
                                      </p:cBhvr>
                                      <p:to>
                                        <p:strVal val="visible"/>
                                      </p:to>
                                    </p:set>
                                    <p:anim calcmode="lin" valueType="num">
                                      <p:cBhvr additive="base">
                                        <p:cTn id="44" dur="500"/>
                                        <p:tgtEl>
                                          <p:spTgt spid="20"/>
                                        </p:tgtEl>
                                        <p:attrNameLst>
                                          <p:attrName>ppt_x</p:attrName>
                                        </p:attrNameLst>
                                      </p:cBhvr>
                                      <p:tavLst>
                                        <p:tav tm="0">
                                          <p:val>
                                            <p:strVal val="#ppt_x-#ppt_w*1.125000"/>
                                          </p:val>
                                        </p:tav>
                                        <p:tav tm="100000">
                                          <p:val>
                                            <p:strVal val="#ppt_x"/>
                                          </p:val>
                                        </p:tav>
                                      </p:tavLst>
                                    </p:anim>
                                    <p:animEffect transition="in" filter="wipe(right)">
                                      <p:cBhvr>
                                        <p:cTn id="45" dur="500"/>
                                        <p:tgtEl>
                                          <p:spTgt spid="20"/>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67"/>
                                        </p:tgtEl>
                                        <p:attrNameLst>
                                          <p:attrName>style.visibility</p:attrName>
                                        </p:attrNameLst>
                                      </p:cBhvr>
                                      <p:to>
                                        <p:strVal val="visible"/>
                                      </p:to>
                                    </p:set>
                                    <p:animEffect transition="in" filter="wipe(left)">
                                      <p:cBhvr>
                                        <p:cTn id="49" dur="500"/>
                                        <p:tgtEl>
                                          <p:spTgt spid="67"/>
                                        </p:tgtEl>
                                      </p:cBhvr>
                                    </p:animEffect>
                                  </p:childTnLst>
                                </p:cTn>
                              </p:par>
                            </p:childTnLst>
                          </p:cTn>
                        </p:par>
                        <p:par>
                          <p:cTn id="50" fill="hold">
                            <p:stCondLst>
                              <p:cond delay="5500"/>
                            </p:stCondLst>
                            <p:childTnLst>
                              <p:par>
                                <p:cTn id="51" presetID="12" presetClass="entr" presetSubtype="2" fill="hold" nodeType="afterEffect">
                                  <p:stCondLst>
                                    <p:cond delay="0"/>
                                  </p:stCondLst>
                                  <p:childTnLst>
                                    <p:set>
                                      <p:cBhvr>
                                        <p:cTn id="52" dur="1" fill="hold">
                                          <p:stCondLst>
                                            <p:cond delay="0"/>
                                          </p:stCondLst>
                                        </p:cTn>
                                        <p:tgtEl>
                                          <p:spTgt spid="12"/>
                                        </p:tgtEl>
                                        <p:attrNameLst>
                                          <p:attrName>style.visibility</p:attrName>
                                        </p:attrNameLst>
                                      </p:cBhvr>
                                      <p:to>
                                        <p:strVal val="visible"/>
                                      </p:to>
                                    </p:set>
                                    <p:anim calcmode="lin" valueType="num">
                                      <p:cBhvr additive="base">
                                        <p:cTn id="53" dur="500"/>
                                        <p:tgtEl>
                                          <p:spTgt spid="12"/>
                                        </p:tgtEl>
                                        <p:attrNameLst>
                                          <p:attrName>ppt_x</p:attrName>
                                        </p:attrNameLst>
                                      </p:cBhvr>
                                      <p:tavLst>
                                        <p:tav tm="0">
                                          <p:val>
                                            <p:strVal val="#ppt_x+#ppt_w*1.125000"/>
                                          </p:val>
                                        </p:tav>
                                        <p:tav tm="100000">
                                          <p:val>
                                            <p:strVal val="#ppt_x"/>
                                          </p:val>
                                        </p:tav>
                                      </p:tavLst>
                                    </p:anim>
                                    <p:animEffect transition="in" filter="wipe(left)">
                                      <p:cBhvr>
                                        <p:cTn id="54" dur="500"/>
                                        <p:tgtEl>
                                          <p:spTgt spid="12"/>
                                        </p:tgtEl>
                                      </p:cBhvr>
                                    </p:animEffect>
                                  </p:childTnLst>
                                </p:cTn>
                              </p:par>
                            </p:childTnLst>
                          </p:cTn>
                        </p:par>
                        <p:par>
                          <p:cTn id="55" fill="hold">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70"/>
                                        </p:tgtEl>
                                        <p:attrNameLst>
                                          <p:attrName>style.visibility</p:attrName>
                                        </p:attrNameLst>
                                      </p:cBhvr>
                                      <p:to>
                                        <p:strVal val="visible"/>
                                      </p:to>
                                    </p:set>
                                    <p:animEffect transition="in" filter="wipe(left)">
                                      <p:cBhvr>
                                        <p:cTn id="58" dur="500"/>
                                        <p:tgtEl>
                                          <p:spTgt spid="70"/>
                                        </p:tgtEl>
                                      </p:cBhvr>
                                    </p:animEffect>
                                  </p:childTnLst>
                                </p:cTn>
                              </p:par>
                            </p:childTnLst>
                          </p:cTn>
                        </p:par>
                        <p:par>
                          <p:cTn id="59" fill="hold">
                            <p:stCondLst>
                              <p:cond delay="6500"/>
                            </p:stCondLst>
                            <p:childTnLst>
                              <p:par>
                                <p:cTn id="60" presetID="12" presetClass="entr" presetSubtype="8" fill="hold" nodeType="after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500"/>
                                        <p:tgtEl>
                                          <p:spTgt spid="24"/>
                                        </p:tgtEl>
                                        <p:attrNameLst>
                                          <p:attrName>ppt_x</p:attrName>
                                        </p:attrNameLst>
                                      </p:cBhvr>
                                      <p:tavLst>
                                        <p:tav tm="0">
                                          <p:val>
                                            <p:strVal val="#ppt_x-#ppt_w*1.125000"/>
                                          </p:val>
                                        </p:tav>
                                        <p:tav tm="100000">
                                          <p:val>
                                            <p:strVal val="#ppt_x"/>
                                          </p:val>
                                        </p:tav>
                                      </p:tavLst>
                                    </p:anim>
                                    <p:animEffect transition="in" filter="wipe(right)">
                                      <p:cBhvr>
                                        <p:cTn id="63" dur="500"/>
                                        <p:tgtEl>
                                          <p:spTgt spid="24"/>
                                        </p:tgtEl>
                                      </p:cBhvr>
                                    </p:animEffect>
                                  </p:childTnLst>
                                </p:cTn>
                              </p:par>
                            </p:childTnLst>
                          </p:cTn>
                        </p:par>
                        <p:par>
                          <p:cTn id="64" fill="hold">
                            <p:stCondLst>
                              <p:cond delay="7000"/>
                            </p:stCondLst>
                            <p:childTnLst>
                              <p:par>
                                <p:cTn id="65" presetID="22" presetClass="entr" presetSubtype="8" fill="hold" grpId="0" nodeType="after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wipe(left)">
                                      <p:cBhvr>
                                        <p:cTn id="67" dur="500"/>
                                        <p:tgtEl>
                                          <p:spTgt spid="68"/>
                                        </p:tgtEl>
                                      </p:cBhvr>
                                    </p:animEffect>
                                  </p:childTnLst>
                                </p:cTn>
                              </p:par>
                            </p:childTnLst>
                          </p:cTn>
                        </p:par>
                        <p:par>
                          <p:cTn id="68" fill="hold">
                            <p:stCondLst>
                              <p:cond delay="7500"/>
                            </p:stCondLst>
                            <p:childTnLst>
                              <p:par>
                                <p:cTn id="69" presetID="12" presetClass="entr" presetSubtype="2" fill="hold" nodeType="afterEffect">
                                  <p:stCondLst>
                                    <p:cond delay="0"/>
                                  </p:stCondLst>
                                  <p:childTnLst>
                                    <p:set>
                                      <p:cBhvr>
                                        <p:cTn id="70" dur="1" fill="hold">
                                          <p:stCondLst>
                                            <p:cond delay="0"/>
                                          </p:stCondLst>
                                        </p:cTn>
                                        <p:tgtEl>
                                          <p:spTgt spid="16"/>
                                        </p:tgtEl>
                                        <p:attrNameLst>
                                          <p:attrName>style.visibility</p:attrName>
                                        </p:attrNameLst>
                                      </p:cBhvr>
                                      <p:to>
                                        <p:strVal val="visible"/>
                                      </p:to>
                                    </p:set>
                                    <p:anim calcmode="lin" valueType="num">
                                      <p:cBhvr additive="base">
                                        <p:cTn id="71" dur="500"/>
                                        <p:tgtEl>
                                          <p:spTgt spid="16"/>
                                        </p:tgtEl>
                                        <p:attrNameLst>
                                          <p:attrName>ppt_x</p:attrName>
                                        </p:attrNameLst>
                                      </p:cBhvr>
                                      <p:tavLst>
                                        <p:tav tm="0">
                                          <p:val>
                                            <p:strVal val="#ppt_x+#ppt_w*1.125000"/>
                                          </p:val>
                                        </p:tav>
                                        <p:tav tm="100000">
                                          <p:val>
                                            <p:strVal val="#ppt_x"/>
                                          </p:val>
                                        </p:tav>
                                      </p:tavLst>
                                    </p:anim>
                                    <p:animEffect transition="in" filter="wipe(left)">
                                      <p:cBhvr>
                                        <p:cTn id="72" dur="500"/>
                                        <p:tgtEl>
                                          <p:spTgt spid="16"/>
                                        </p:tgtEl>
                                      </p:cBhvr>
                                    </p:animEffect>
                                  </p:childTnLst>
                                </p:cTn>
                              </p:par>
                            </p:childTnLst>
                          </p:cTn>
                        </p:par>
                        <p:par>
                          <p:cTn id="73" fill="hold">
                            <p:stCondLst>
                              <p:cond delay="8000"/>
                            </p:stCondLst>
                            <p:childTnLst>
                              <p:par>
                                <p:cTn id="74" presetID="22" presetClass="entr" presetSubtype="8" fill="hold" grpId="0" nodeType="afterEffect">
                                  <p:stCondLst>
                                    <p:cond delay="0"/>
                                  </p:stCondLst>
                                  <p:childTnLst>
                                    <p:set>
                                      <p:cBhvr>
                                        <p:cTn id="75" dur="1" fill="hold">
                                          <p:stCondLst>
                                            <p:cond delay="0"/>
                                          </p:stCondLst>
                                        </p:cTn>
                                        <p:tgtEl>
                                          <p:spTgt spid="71"/>
                                        </p:tgtEl>
                                        <p:attrNameLst>
                                          <p:attrName>style.visibility</p:attrName>
                                        </p:attrNameLst>
                                      </p:cBhvr>
                                      <p:to>
                                        <p:strVal val="visible"/>
                                      </p:to>
                                    </p:set>
                                    <p:animEffect transition="in" filter="wipe(left)">
                                      <p:cBhvr>
                                        <p:cTn id="76" dur="500"/>
                                        <p:tgtEl>
                                          <p:spTgt spid="71"/>
                                        </p:tgtEl>
                                      </p:cBhvr>
                                    </p:animEffect>
                                  </p:childTnLst>
                                </p:cTn>
                              </p:par>
                            </p:childTnLst>
                          </p:cTn>
                        </p:par>
                        <p:par>
                          <p:cTn id="77" fill="hold">
                            <p:stCondLst>
                              <p:cond delay="8500"/>
                            </p:stCondLst>
                            <p:childTnLst>
                              <p:par>
                                <p:cTn id="78" presetID="12" presetClass="entr" presetSubtype="8" fill="hold" nodeType="afterEffect">
                                  <p:stCondLst>
                                    <p:cond delay="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p:tgtEl>
                                          <p:spTgt spid="28"/>
                                        </p:tgtEl>
                                        <p:attrNameLst>
                                          <p:attrName>ppt_x</p:attrName>
                                        </p:attrNameLst>
                                      </p:cBhvr>
                                      <p:tavLst>
                                        <p:tav tm="0">
                                          <p:val>
                                            <p:strVal val="#ppt_x-#ppt_w*1.125000"/>
                                          </p:val>
                                        </p:tav>
                                        <p:tav tm="100000">
                                          <p:val>
                                            <p:strVal val="#ppt_x"/>
                                          </p:val>
                                        </p:tav>
                                      </p:tavLst>
                                    </p:anim>
                                    <p:animEffect transition="in" filter="wipe(right)">
                                      <p:cBhvr>
                                        <p:cTn id="81" dur="500"/>
                                        <p:tgtEl>
                                          <p:spTgt spid="28"/>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72"/>
                                        </p:tgtEl>
                                        <p:attrNameLst>
                                          <p:attrName>style.visibility</p:attrName>
                                        </p:attrNameLst>
                                      </p:cBhvr>
                                      <p:to>
                                        <p:strVal val="visible"/>
                                      </p:to>
                                    </p:set>
                                    <p:animEffect transition="in" filter="wipe(down)">
                                      <p:cBhvr>
                                        <p:cTn id="86"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P spid="71" grpId="0"/>
      <p:bldP spid="7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01ACBE"/>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95998" y="137877"/>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创新技能</a:t>
            </a:r>
          </a:p>
        </p:txBody>
      </p:sp>
      <p:grpSp>
        <p:nvGrpSpPr>
          <p:cNvPr id="8" name="组合 7"/>
          <p:cNvGrpSpPr/>
          <p:nvPr/>
        </p:nvGrpSpPr>
        <p:grpSpPr>
          <a:xfrm>
            <a:off x="5194680" y="3063124"/>
            <a:ext cx="2491158" cy="3834774"/>
            <a:chOff x="5044281" y="2143125"/>
            <a:chExt cx="2103438" cy="3239106"/>
          </a:xfrm>
          <a:effectLst/>
        </p:grpSpPr>
        <p:sp>
          <p:nvSpPr>
            <p:cNvPr id="9" name="任意多边形 8"/>
            <p:cNvSpPr/>
            <p:nvPr/>
          </p:nvSpPr>
          <p:spPr>
            <a:xfrm>
              <a:off x="5117186" y="2143125"/>
              <a:ext cx="1957628" cy="685800"/>
            </a:xfrm>
            <a:custGeom>
              <a:avLst/>
              <a:gdLst>
                <a:gd name="connsiteX0" fmla="*/ 978814 w 1957628"/>
                <a:gd name="connsiteY0" fmla="*/ 0 h 685800"/>
                <a:gd name="connsiteX1" fmla="*/ 1950809 w 1957628"/>
                <a:gd name="connsiteY1" fmla="*/ 663189 h 685800"/>
                <a:gd name="connsiteX2" fmla="*/ 1957628 w 1957628"/>
                <a:gd name="connsiteY2" fmla="*/ 685800 h 685800"/>
                <a:gd name="connsiteX3" fmla="*/ 0 w 1957628"/>
                <a:gd name="connsiteY3" fmla="*/ 685800 h 685800"/>
                <a:gd name="connsiteX4" fmla="*/ 6819 w 1957628"/>
                <a:gd name="connsiteY4" fmla="*/ 663189 h 685800"/>
                <a:gd name="connsiteX5" fmla="*/ 978814 w 1957628"/>
                <a:gd name="connsiteY5"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7628" h="685800">
                  <a:moveTo>
                    <a:pt x="978814" y="0"/>
                  </a:moveTo>
                  <a:cubicBezTo>
                    <a:pt x="1415766" y="0"/>
                    <a:pt x="1790668" y="273461"/>
                    <a:pt x="1950809" y="663189"/>
                  </a:cubicBezTo>
                  <a:lnTo>
                    <a:pt x="1957628" y="685800"/>
                  </a:lnTo>
                  <a:lnTo>
                    <a:pt x="0" y="685800"/>
                  </a:lnTo>
                  <a:lnTo>
                    <a:pt x="6819" y="663189"/>
                  </a:lnTo>
                  <a:cubicBezTo>
                    <a:pt x="166961" y="273461"/>
                    <a:pt x="541863" y="0"/>
                    <a:pt x="978814" y="0"/>
                  </a:cubicBezTo>
                  <a:close/>
                </a:path>
              </a:pathLst>
            </a:custGeom>
            <a:gradFill>
              <a:gsLst>
                <a:gs pos="50000">
                  <a:srgbClr val="FFA521"/>
                </a:gs>
                <a:gs pos="50000">
                  <a:srgbClr val="FFB850"/>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 name="任意多边形 9"/>
            <p:cNvSpPr/>
            <p:nvPr/>
          </p:nvSpPr>
          <p:spPr>
            <a:xfrm>
              <a:off x="5044281" y="2921000"/>
              <a:ext cx="2103438" cy="711200"/>
            </a:xfrm>
            <a:custGeom>
              <a:avLst/>
              <a:gdLst>
                <a:gd name="connsiteX0" fmla="*/ 30985 w 2103438"/>
                <a:gd name="connsiteY0" fmla="*/ 0 h 711200"/>
                <a:gd name="connsiteX1" fmla="*/ 2072453 w 2103438"/>
                <a:gd name="connsiteY1" fmla="*/ 0 h 711200"/>
                <a:gd name="connsiteX2" fmla="*/ 2082071 w 2103438"/>
                <a:gd name="connsiteY2" fmla="*/ 31989 h 711200"/>
                <a:gd name="connsiteX3" fmla="*/ 2103438 w 2103438"/>
                <a:gd name="connsiteY3" fmla="*/ 250825 h 711200"/>
                <a:gd name="connsiteX4" fmla="*/ 2020789 w 2103438"/>
                <a:gd name="connsiteY4" fmla="*/ 673487 h 711200"/>
                <a:gd name="connsiteX5" fmla="*/ 2000962 w 2103438"/>
                <a:gd name="connsiteY5" fmla="*/ 711200 h 711200"/>
                <a:gd name="connsiteX6" fmla="*/ 102476 w 2103438"/>
                <a:gd name="connsiteY6" fmla="*/ 711200 h 711200"/>
                <a:gd name="connsiteX7" fmla="*/ 82650 w 2103438"/>
                <a:gd name="connsiteY7" fmla="*/ 673487 h 711200"/>
                <a:gd name="connsiteX8" fmla="*/ 0 w 2103438"/>
                <a:gd name="connsiteY8" fmla="*/ 250825 h 711200"/>
                <a:gd name="connsiteX9" fmla="*/ 21368 w 2103438"/>
                <a:gd name="connsiteY9" fmla="*/ 31989 h 71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3438" h="711200">
                  <a:moveTo>
                    <a:pt x="30985" y="0"/>
                  </a:moveTo>
                  <a:lnTo>
                    <a:pt x="2072453" y="0"/>
                  </a:lnTo>
                  <a:lnTo>
                    <a:pt x="2082071" y="31989"/>
                  </a:lnTo>
                  <a:cubicBezTo>
                    <a:pt x="2096081" y="102675"/>
                    <a:pt x="2103438" y="175863"/>
                    <a:pt x="2103438" y="250825"/>
                  </a:cubicBezTo>
                  <a:cubicBezTo>
                    <a:pt x="2103438" y="400750"/>
                    <a:pt x="2074009" y="543578"/>
                    <a:pt x="2020789" y="673487"/>
                  </a:cubicBezTo>
                  <a:lnTo>
                    <a:pt x="2000962" y="711200"/>
                  </a:lnTo>
                  <a:lnTo>
                    <a:pt x="102476" y="711200"/>
                  </a:lnTo>
                  <a:lnTo>
                    <a:pt x="82650" y="673487"/>
                  </a:lnTo>
                  <a:cubicBezTo>
                    <a:pt x="29430" y="543578"/>
                    <a:pt x="0" y="400750"/>
                    <a:pt x="0" y="250825"/>
                  </a:cubicBezTo>
                  <a:cubicBezTo>
                    <a:pt x="0" y="175863"/>
                    <a:pt x="7358" y="102675"/>
                    <a:pt x="21368" y="31989"/>
                  </a:cubicBezTo>
                  <a:close/>
                </a:path>
              </a:pathLst>
            </a:custGeom>
            <a:gradFill>
              <a:gsLst>
                <a:gs pos="50000">
                  <a:srgbClr val="0192A1"/>
                </a:gs>
                <a:gs pos="50000">
                  <a:srgbClr val="01ACB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 name="梯形 20"/>
            <p:cNvSpPr/>
            <p:nvPr/>
          </p:nvSpPr>
          <p:spPr>
            <a:xfrm flipV="1">
              <a:off x="5178425" y="3711573"/>
              <a:ext cx="1835150" cy="708026"/>
            </a:xfrm>
            <a:custGeom>
              <a:avLst/>
              <a:gdLst>
                <a:gd name="connsiteX0" fmla="*/ 0 w 1803400"/>
                <a:gd name="connsiteY0" fmla="*/ 701676 h 701676"/>
                <a:gd name="connsiteX1" fmla="*/ 175419 w 1803400"/>
                <a:gd name="connsiteY1" fmla="*/ 0 h 701676"/>
                <a:gd name="connsiteX2" fmla="*/ 1627981 w 1803400"/>
                <a:gd name="connsiteY2" fmla="*/ 0 h 701676"/>
                <a:gd name="connsiteX3" fmla="*/ 1803400 w 1803400"/>
                <a:gd name="connsiteY3" fmla="*/ 701676 h 701676"/>
                <a:gd name="connsiteX4" fmla="*/ 0 w 1803400"/>
                <a:gd name="connsiteY4" fmla="*/ 701676 h 701676"/>
                <a:gd name="connsiteX0" fmla="*/ 0 w 1803400"/>
                <a:gd name="connsiteY0" fmla="*/ 701676 h 701676"/>
                <a:gd name="connsiteX1" fmla="*/ 384969 w 1803400"/>
                <a:gd name="connsiteY1" fmla="*/ 0 h 701676"/>
                <a:gd name="connsiteX2" fmla="*/ 1627981 w 1803400"/>
                <a:gd name="connsiteY2" fmla="*/ 0 h 701676"/>
                <a:gd name="connsiteX3" fmla="*/ 1803400 w 1803400"/>
                <a:gd name="connsiteY3" fmla="*/ 701676 h 701676"/>
                <a:gd name="connsiteX4" fmla="*/ 0 w 1803400"/>
                <a:gd name="connsiteY4" fmla="*/ 701676 h 701676"/>
                <a:gd name="connsiteX0" fmla="*/ 0 w 1803400"/>
                <a:gd name="connsiteY0" fmla="*/ 701676 h 701676"/>
                <a:gd name="connsiteX1" fmla="*/ 384969 w 1803400"/>
                <a:gd name="connsiteY1" fmla="*/ 0 h 701676"/>
                <a:gd name="connsiteX2" fmla="*/ 1627981 w 1803400"/>
                <a:gd name="connsiteY2" fmla="*/ 0 h 701676"/>
                <a:gd name="connsiteX3" fmla="*/ 1803400 w 1803400"/>
                <a:gd name="connsiteY3" fmla="*/ 701676 h 701676"/>
                <a:gd name="connsiteX4" fmla="*/ 0 w 1803400"/>
                <a:gd name="connsiteY4" fmla="*/ 701676 h 701676"/>
                <a:gd name="connsiteX0" fmla="*/ 0 w 1803400"/>
                <a:gd name="connsiteY0" fmla="*/ 701676 h 701676"/>
                <a:gd name="connsiteX1" fmla="*/ 384969 w 1803400"/>
                <a:gd name="connsiteY1" fmla="*/ 0 h 701676"/>
                <a:gd name="connsiteX2" fmla="*/ 1627981 w 1803400"/>
                <a:gd name="connsiteY2" fmla="*/ 0 h 701676"/>
                <a:gd name="connsiteX3" fmla="*/ 1803400 w 1803400"/>
                <a:gd name="connsiteY3" fmla="*/ 701676 h 701676"/>
                <a:gd name="connsiteX4" fmla="*/ 0 w 1803400"/>
                <a:gd name="connsiteY4" fmla="*/ 701676 h 701676"/>
                <a:gd name="connsiteX0" fmla="*/ 0 w 1803400"/>
                <a:gd name="connsiteY0" fmla="*/ 701676 h 701676"/>
                <a:gd name="connsiteX1" fmla="*/ 384969 w 1803400"/>
                <a:gd name="connsiteY1" fmla="*/ 0 h 701676"/>
                <a:gd name="connsiteX2" fmla="*/ 1627981 w 1803400"/>
                <a:gd name="connsiteY2" fmla="*/ 0 h 701676"/>
                <a:gd name="connsiteX3" fmla="*/ 1803400 w 1803400"/>
                <a:gd name="connsiteY3" fmla="*/ 701676 h 701676"/>
                <a:gd name="connsiteX4" fmla="*/ 0 w 1803400"/>
                <a:gd name="connsiteY4" fmla="*/ 701676 h 701676"/>
                <a:gd name="connsiteX0" fmla="*/ 0 w 1803400"/>
                <a:gd name="connsiteY0" fmla="*/ 708026 h 708026"/>
                <a:gd name="connsiteX1" fmla="*/ 384969 w 1803400"/>
                <a:gd name="connsiteY1" fmla="*/ 6350 h 708026"/>
                <a:gd name="connsiteX2" fmla="*/ 1443831 w 1803400"/>
                <a:gd name="connsiteY2" fmla="*/ 0 h 708026"/>
                <a:gd name="connsiteX3" fmla="*/ 1803400 w 1803400"/>
                <a:gd name="connsiteY3" fmla="*/ 708026 h 708026"/>
                <a:gd name="connsiteX4" fmla="*/ 0 w 1803400"/>
                <a:gd name="connsiteY4" fmla="*/ 708026 h 708026"/>
                <a:gd name="connsiteX0" fmla="*/ 0 w 1803400"/>
                <a:gd name="connsiteY0" fmla="*/ 708026 h 708026"/>
                <a:gd name="connsiteX1" fmla="*/ 384969 w 1803400"/>
                <a:gd name="connsiteY1" fmla="*/ 6350 h 708026"/>
                <a:gd name="connsiteX2" fmla="*/ 1443831 w 1803400"/>
                <a:gd name="connsiteY2" fmla="*/ 0 h 708026"/>
                <a:gd name="connsiteX3" fmla="*/ 1803400 w 1803400"/>
                <a:gd name="connsiteY3" fmla="*/ 708026 h 708026"/>
                <a:gd name="connsiteX4" fmla="*/ 0 w 1803400"/>
                <a:gd name="connsiteY4" fmla="*/ 708026 h 708026"/>
                <a:gd name="connsiteX0" fmla="*/ 0 w 1803400"/>
                <a:gd name="connsiteY0" fmla="*/ 708026 h 708026"/>
                <a:gd name="connsiteX1" fmla="*/ 384969 w 1803400"/>
                <a:gd name="connsiteY1" fmla="*/ 6350 h 708026"/>
                <a:gd name="connsiteX2" fmla="*/ 1443831 w 1803400"/>
                <a:gd name="connsiteY2" fmla="*/ 0 h 708026"/>
                <a:gd name="connsiteX3" fmla="*/ 1803400 w 1803400"/>
                <a:gd name="connsiteY3" fmla="*/ 708026 h 708026"/>
                <a:gd name="connsiteX4" fmla="*/ 0 w 1803400"/>
                <a:gd name="connsiteY4" fmla="*/ 708026 h 708026"/>
                <a:gd name="connsiteX0" fmla="*/ 0 w 1835150"/>
                <a:gd name="connsiteY0" fmla="*/ 708026 h 708026"/>
                <a:gd name="connsiteX1" fmla="*/ 384969 w 1835150"/>
                <a:gd name="connsiteY1" fmla="*/ 6350 h 708026"/>
                <a:gd name="connsiteX2" fmla="*/ 1443831 w 1835150"/>
                <a:gd name="connsiteY2" fmla="*/ 0 h 708026"/>
                <a:gd name="connsiteX3" fmla="*/ 1835150 w 1835150"/>
                <a:gd name="connsiteY3" fmla="*/ 708026 h 708026"/>
                <a:gd name="connsiteX4" fmla="*/ 0 w 1835150"/>
                <a:gd name="connsiteY4" fmla="*/ 708026 h 708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150" h="708026">
                  <a:moveTo>
                    <a:pt x="0" y="708026"/>
                  </a:moveTo>
                  <a:cubicBezTo>
                    <a:pt x="160073" y="467784"/>
                    <a:pt x="377296" y="252942"/>
                    <a:pt x="384969" y="6350"/>
                  </a:cubicBezTo>
                  <a:lnTo>
                    <a:pt x="1443831" y="0"/>
                  </a:lnTo>
                  <a:cubicBezTo>
                    <a:pt x="1449387" y="191559"/>
                    <a:pt x="1670844" y="478367"/>
                    <a:pt x="1835150" y="708026"/>
                  </a:cubicBezTo>
                  <a:lnTo>
                    <a:pt x="0" y="708026"/>
                  </a:lnTo>
                  <a:close/>
                </a:path>
              </a:pathLst>
            </a:custGeom>
            <a:gradFill>
              <a:gsLst>
                <a:gs pos="50000">
                  <a:srgbClr val="E24C4C"/>
                </a:gs>
                <a:gs pos="50000">
                  <a:srgbClr val="E8707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圆角矩形 11"/>
            <p:cNvSpPr/>
            <p:nvPr/>
          </p:nvSpPr>
          <p:spPr>
            <a:xfrm>
              <a:off x="5569744" y="4462463"/>
              <a:ext cx="1052512" cy="139541"/>
            </a:xfrm>
            <a:prstGeom prst="roundRect">
              <a:avLst>
                <a:gd name="adj" fmla="val 50000"/>
              </a:avLst>
            </a:prstGeom>
            <a:gradFill>
              <a:gsLst>
                <a:gs pos="50000">
                  <a:srgbClr val="593268"/>
                </a:gs>
                <a:gs pos="50000">
                  <a:srgbClr val="7B469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圆角矩形 12"/>
            <p:cNvSpPr/>
            <p:nvPr/>
          </p:nvSpPr>
          <p:spPr>
            <a:xfrm>
              <a:off x="5569744" y="4667250"/>
              <a:ext cx="1052512" cy="139541"/>
            </a:xfrm>
            <a:prstGeom prst="roundRect">
              <a:avLst>
                <a:gd name="adj" fmla="val 50000"/>
              </a:avLst>
            </a:prstGeom>
            <a:gradFill>
              <a:gsLst>
                <a:gs pos="50000">
                  <a:srgbClr val="593268"/>
                </a:gs>
                <a:gs pos="50000">
                  <a:srgbClr val="7B4690"/>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圆角矩形 13"/>
            <p:cNvSpPr/>
            <p:nvPr/>
          </p:nvSpPr>
          <p:spPr>
            <a:xfrm>
              <a:off x="5569744" y="4864894"/>
              <a:ext cx="1052512" cy="139541"/>
            </a:xfrm>
            <a:prstGeom prst="roundRect">
              <a:avLst>
                <a:gd name="adj" fmla="val 50000"/>
              </a:avLst>
            </a:prstGeom>
            <a:gradFill>
              <a:gsLst>
                <a:gs pos="50000">
                  <a:srgbClr val="593268"/>
                </a:gs>
                <a:gs pos="50000">
                  <a:srgbClr val="7B4690"/>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任意多边形 14"/>
            <p:cNvSpPr/>
            <p:nvPr/>
          </p:nvSpPr>
          <p:spPr>
            <a:xfrm>
              <a:off x="5693569" y="5057775"/>
              <a:ext cx="804863" cy="324456"/>
            </a:xfrm>
            <a:custGeom>
              <a:avLst/>
              <a:gdLst>
                <a:gd name="connsiteX0" fmla="*/ 58777 w 804863"/>
                <a:gd name="connsiteY0" fmla="*/ 0 h 324456"/>
                <a:gd name="connsiteX1" fmla="*/ 746086 w 804863"/>
                <a:gd name="connsiteY1" fmla="*/ 0 h 324456"/>
                <a:gd name="connsiteX2" fmla="*/ 804863 w 804863"/>
                <a:gd name="connsiteY2" fmla="*/ 58777 h 324456"/>
                <a:gd name="connsiteX3" fmla="*/ 804862 w 804863"/>
                <a:gd name="connsiteY3" fmla="*/ 58777 h 324456"/>
                <a:gd name="connsiteX4" fmla="*/ 746085 w 804863"/>
                <a:gd name="connsiteY4" fmla="*/ 117554 h 324456"/>
                <a:gd name="connsiteX5" fmla="*/ 681293 w 804863"/>
                <a:gd name="connsiteY5" fmla="*/ 117554 h 324456"/>
                <a:gd name="connsiteX6" fmla="*/ 478631 w 804863"/>
                <a:gd name="connsiteY6" fmla="*/ 239867 h 324456"/>
                <a:gd name="connsiteX7" fmla="*/ 478631 w 804863"/>
                <a:gd name="connsiteY7" fmla="*/ 293946 h 324456"/>
                <a:gd name="connsiteX8" fmla="*/ 454235 w 804863"/>
                <a:gd name="connsiteY8" fmla="*/ 293946 h 324456"/>
                <a:gd name="connsiteX9" fmla="*/ 454235 w 804863"/>
                <a:gd name="connsiteY9" fmla="*/ 324456 h 324456"/>
                <a:gd name="connsiteX10" fmla="*/ 364914 w 804863"/>
                <a:gd name="connsiteY10" fmla="*/ 324456 h 324456"/>
                <a:gd name="connsiteX11" fmla="*/ 364914 w 804863"/>
                <a:gd name="connsiteY11" fmla="*/ 293946 h 324456"/>
                <a:gd name="connsiteX12" fmla="*/ 330994 w 804863"/>
                <a:gd name="connsiteY12" fmla="*/ 293946 h 324456"/>
                <a:gd name="connsiteX13" fmla="*/ 330994 w 804863"/>
                <a:gd name="connsiteY13" fmla="*/ 235744 h 324456"/>
                <a:gd name="connsiteX14" fmla="*/ 333685 w 804863"/>
                <a:gd name="connsiteY14" fmla="*/ 235744 h 324456"/>
                <a:gd name="connsiteX15" fmla="*/ 137852 w 804863"/>
                <a:gd name="connsiteY15" fmla="*/ 117553 h 324456"/>
                <a:gd name="connsiteX16" fmla="*/ 58777 w 804863"/>
                <a:gd name="connsiteY16" fmla="*/ 117553 h 324456"/>
                <a:gd name="connsiteX17" fmla="*/ 17215 w 804863"/>
                <a:gd name="connsiteY17" fmla="*/ 100338 h 324456"/>
                <a:gd name="connsiteX18" fmla="*/ 0 w 804863"/>
                <a:gd name="connsiteY18" fmla="*/ 58776 h 324456"/>
                <a:gd name="connsiteX19" fmla="*/ 17215 w 804863"/>
                <a:gd name="connsiteY19" fmla="*/ 17215 h 324456"/>
                <a:gd name="connsiteX20" fmla="*/ 58777 w 804863"/>
                <a:gd name="connsiteY20" fmla="*/ 0 h 32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4863" h="324456">
                  <a:moveTo>
                    <a:pt x="58777" y="0"/>
                  </a:moveTo>
                  <a:lnTo>
                    <a:pt x="746086" y="0"/>
                  </a:lnTo>
                  <a:cubicBezTo>
                    <a:pt x="778548" y="0"/>
                    <a:pt x="804863" y="26315"/>
                    <a:pt x="804863" y="58777"/>
                  </a:cubicBezTo>
                  <a:lnTo>
                    <a:pt x="804862" y="58777"/>
                  </a:lnTo>
                  <a:cubicBezTo>
                    <a:pt x="804862" y="91239"/>
                    <a:pt x="778547" y="117554"/>
                    <a:pt x="746085" y="117554"/>
                  </a:cubicBezTo>
                  <a:lnTo>
                    <a:pt x="681293" y="117554"/>
                  </a:lnTo>
                  <a:lnTo>
                    <a:pt x="478631" y="239867"/>
                  </a:lnTo>
                  <a:lnTo>
                    <a:pt x="478631" y="293946"/>
                  </a:lnTo>
                  <a:lnTo>
                    <a:pt x="454235" y="293946"/>
                  </a:lnTo>
                  <a:lnTo>
                    <a:pt x="454235" y="324456"/>
                  </a:lnTo>
                  <a:lnTo>
                    <a:pt x="364914" y="324456"/>
                  </a:lnTo>
                  <a:lnTo>
                    <a:pt x="364914" y="293946"/>
                  </a:lnTo>
                  <a:lnTo>
                    <a:pt x="330994" y="293946"/>
                  </a:lnTo>
                  <a:lnTo>
                    <a:pt x="330994" y="235744"/>
                  </a:lnTo>
                  <a:lnTo>
                    <a:pt x="333685" y="235744"/>
                  </a:lnTo>
                  <a:lnTo>
                    <a:pt x="137852" y="117553"/>
                  </a:lnTo>
                  <a:lnTo>
                    <a:pt x="58777" y="117553"/>
                  </a:lnTo>
                  <a:cubicBezTo>
                    <a:pt x="42546" y="117553"/>
                    <a:pt x="27852" y="110974"/>
                    <a:pt x="17215" y="100338"/>
                  </a:cubicBezTo>
                  <a:lnTo>
                    <a:pt x="0" y="58776"/>
                  </a:lnTo>
                  <a:lnTo>
                    <a:pt x="17215" y="17215"/>
                  </a:lnTo>
                  <a:cubicBezTo>
                    <a:pt x="27852" y="6579"/>
                    <a:pt x="42546" y="0"/>
                    <a:pt x="58777" y="0"/>
                  </a:cubicBezTo>
                  <a:close/>
                </a:path>
              </a:pathLst>
            </a:custGeom>
            <a:gradFill>
              <a:gsLst>
                <a:gs pos="50000">
                  <a:srgbClr val="593268"/>
                </a:gs>
                <a:gs pos="50000">
                  <a:srgbClr val="7B4690"/>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6" name="椭圆 15"/>
          <p:cNvSpPr/>
          <p:nvPr/>
        </p:nvSpPr>
        <p:spPr>
          <a:xfrm>
            <a:off x="4461983" y="6862996"/>
            <a:ext cx="3956551" cy="498965"/>
          </a:xfrm>
          <a:prstGeom prst="ellipse">
            <a:avLst/>
          </a:prstGeom>
          <a:gradFill flip="none" rotWithShape="1">
            <a:gsLst>
              <a:gs pos="0">
                <a:schemeClr val="tx1">
                  <a:lumMod val="100000"/>
                  <a:alpha val="36000"/>
                </a:schemeClr>
              </a:gs>
              <a:gs pos="100000">
                <a:srgbClr val="D7D7D7">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7" name="组合 16"/>
          <p:cNvGrpSpPr/>
          <p:nvPr/>
        </p:nvGrpSpPr>
        <p:grpSpPr>
          <a:xfrm>
            <a:off x="4966776" y="2192861"/>
            <a:ext cx="750986" cy="750713"/>
            <a:chOff x="4708550" y="1685961"/>
            <a:chExt cx="711992" cy="711991"/>
          </a:xfrm>
        </p:grpSpPr>
        <p:sp>
          <p:nvSpPr>
            <p:cNvPr id="18" name="椭圆 17"/>
            <p:cNvSpPr/>
            <p:nvPr/>
          </p:nvSpPr>
          <p:spPr>
            <a:xfrm>
              <a:off x="4708550" y="1685961"/>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9" name="Group 8"/>
            <p:cNvGrpSpPr>
              <a:grpSpLocks noChangeAspect="1"/>
            </p:cNvGrpSpPr>
            <p:nvPr/>
          </p:nvGrpSpPr>
          <p:grpSpPr bwMode="auto">
            <a:xfrm>
              <a:off x="4877941" y="1831694"/>
              <a:ext cx="371637" cy="407212"/>
              <a:chOff x="3437" y="2282"/>
              <a:chExt cx="679" cy="744"/>
            </a:xfrm>
            <a:solidFill>
              <a:srgbClr val="FFA521"/>
            </a:solidFill>
          </p:grpSpPr>
          <p:sp>
            <p:nvSpPr>
              <p:cNvPr id="20"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1"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22" name="组合 21"/>
          <p:cNvGrpSpPr/>
          <p:nvPr/>
        </p:nvGrpSpPr>
        <p:grpSpPr>
          <a:xfrm>
            <a:off x="4162993" y="2996353"/>
            <a:ext cx="750986" cy="750713"/>
            <a:chOff x="3946502" y="2448009"/>
            <a:chExt cx="711992" cy="711991"/>
          </a:xfrm>
        </p:grpSpPr>
        <p:sp>
          <p:nvSpPr>
            <p:cNvPr id="23" name="椭圆 22"/>
            <p:cNvSpPr/>
            <p:nvPr/>
          </p:nvSpPr>
          <p:spPr>
            <a:xfrm>
              <a:off x="3946502" y="2448009"/>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4" name="Group 13"/>
            <p:cNvGrpSpPr>
              <a:grpSpLocks noChangeAspect="1"/>
            </p:cNvGrpSpPr>
            <p:nvPr/>
          </p:nvGrpSpPr>
          <p:grpSpPr bwMode="auto">
            <a:xfrm>
              <a:off x="4102660" y="2593697"/>
              <a:ext cx="407527" cy="412338"/>
              <a:chOff x="2426" y="2781"/>
              <a:chExt cx="593" cy="600"/>
            </a:xfrm>
            <a:solidFill>
              <a:srgbClr val="0192A1"/>
            </a:solidFill>
          </p:grpSpPr>
          <p:sp>
            <p:nvSpPr>
              <p:cNvPr id="25"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26"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27" name="组合 26"/>
          <p:cNvGrpSpPr/>
          <p:nvPr/>
        </p:nvGrpSpPr>
        <p:grpSpPr>
          <a:xfrm>
            <a:off x="3868786" y="4093947"/>
            <a:ext cx="750986" cy="750713"/>
            <a:chOff x="3667572" y="3488988"/>
            <a:chExt cx="711992" cy="711991"/>
          </a:xfrm>
        </p:grpSpPr>
        <p:sp>
          <p:nvSpPr>
            <p:cNvPr id="28" name="椭圆 27"/>
            <p:cNvSpPr/>
            <p:nvPr/>
          </p:nvSpPr>
          <p:spPr>
            <a:xfrm>
              <a:off x="3667572" y="3488988"/>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9" name="Group 18"/>
            <p:cNvGrpSpPr>
              <a:grpSpLocks noChangeAspect="1"/>
            </p:cNvGrpSpPr>
            <p:nvPr/>
          </p:nvGrpSpPr>
          <p:grpSpPr bwMode="auto">
            <a:xfrm>
              <a:off x="3805509" y="3636419"/>
              <a:ext cx="423334" cy="394469"/>
              <a:chOff x="3802" y="2858"/>
              <a:chExt cx="616" cy="574"/>
            </a:xfrm>
            <a:solidFill>
              <a:srgbClr val="E24C4C"/>
            </a:solidFill>
          </p:grpSpPr>
          <p:sp>
            <p:nvSpPr>
              <p:cNvPr id="30"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1"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2"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3"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4"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35" name="组合 34"/>
          <p:cNvGrpSpPr/>
          <p:nvPr/>
        </p:nvGrpSpPr>
        <p:grpSpPr>
          <a:xfrm>
            <a:off x="4162993" y="5191539"/>
            <a:ext cx="750986" cy="750713"/>
            <a:chOff x="3946502" y="4529966"/>
            <a:chExt cx="711992" cy="711991"/>
          </a:xfrm>
        </p:grpSpPr>
        <p:sp>
          <p:nvSpPr>
            <p:cNvPr id="36" name="椭圆 35"/>
            <p:cNvSpPr/>
            <p:nvPr/>
          </p:nvSpPr>
          <p:spPr>
            <a:xfrm>
              <a:off x="3946502" y="4529966"/>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37" name="Group 26"/>
            <p:cNvGrpSpPr>
              <a:grpSpLocks noChangeAspect="1"/>
            </p:cNvGrpSpPr>
            <p:nvPr/>
          </p:nvGrpSpPr>
          <p:grpSpPr bwMode="auto">
            <a:xfrm>
              <a:off x="4054699" y="4762512"/>
              <a:ext cx="498020" cy="246897"/>
              <a:chOff x="5676" y="2597"/>
              <a:chExt cx="1061" cy="526"/>
            </a:xfrm>
            <a:solidFill>
              <a:srgbClr val="593268"/>
            </a:solidFill>
          </p:grpSpPr>
          <p:sp>
            <p:nvSpPr>
              <p:cNvPr id="38" name="Freeform 27"/>
              <p:cNvSpPr>
                <a:spLocks/>
              </p:cNvSpPr>
              <p:nvPr/>
            </p:nvSpPr>
            <p:spPr bwMode="auto">
              <a:xfrm>
                <a:off x="5747" y="2597"/>
                <a:ext cx="181" cy="115"/>
              </a:xfrm>
              <a:custGeom>
                <a:avLst/>
                <a:gdLst>
                  <a:gd name="T0" fmla="*/ 25 w 76"/>
                  <a:gd name="T1" fmla="*/ 48 h 48"/>
                  <a:gd name="T2" fmla="*/ 64 w 76"/>
                  <a:gd name="T3" fmla="*/ 44 h 48"/>
                  <a:gd name="T4" fmla="*/ 76 w 76"/>
                  <a:gd name="T5" fmla="*/ 13 h 48"/>
                  <a:gd name="T6" fmla="*/ 39 w 76"/>
                  <a:gd name="T7" fmla="*/ 15 h 48"/>
                  <a:gd name="T8" fmla="*/ 23 w 76"/>
                  <a:gd name="T9" fmla="*/ 10 h 48"/>
                  <a:gd name="T10" fmla="*/ 7 w 76"/>
                  <a:gd name="T11" fmla="*/ 20 h 48"/>
                  <a:gd name="T12" fmla="*/ 25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25" y="48"/>
                    </a:moveTo>
                    <a:cubicBezTo>
                      <a:pt x="64" y="44"/>
                      <a:pt x="64" y="44"/>
                      <a:pt x="64" y="44"/>
                    </a:cubicBezTo>
                    <a:cubicBezTo>
                      <a:pt x="66" y="36"/>
                      <a:pt x="69" y="26"/>
                      <a:pt x="76" y="13"/>
                    </a:cubicBezTo>
                    <a:cubicBezTo>
                      <a:pt x="76" y="13"/>
                      <a:pt x="70" y="0"/>
                      <a:pt x="39" y="15"/>
                    </a:cubicBezTo>
                    <a:cubicBezTo>
                      <a:pt x="39" y="15"/>
                      <a:pt x="32" y="14"/>
                      <a:pt x="23" y="10"/>
                    </a:cubicBezTo>
                    <a:cubicBezTo>
                      <a:pt x="23" y="10"/>
                      <a:pt x="0" y="4"/>
                      <a:pt x="7" y="20"/>
                    </a:cubicBezTo>
                    <a:lnTo>
                      <a:pt x="25"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 name="Freeform 28"/>
              <p:cNvSpPr>
                <a:spLocks noEditPoints="1"/>
              </p:cNvSpPr>
              <p:nvPr/>
            </p:nvSpPr>
            <p:spPr bwMode="auto">
              <a:xfrm>
                <a:off x="5759" y="2613"/>
                <a:ext cx="169" cy="101"/>
              </a:xfrm>
              <a:custGeom>
                <a:avLst/>
                <a:gdLst>
                  <a:gd name="T0" fmla="*/ 20 w 71"/>
                  <a:gd name="T1" fmla="*/ 42 h 42"/>
                  <a:gd name="T2" fmla="*/ 2 w 71"/>
                  <a:gd name="T3" fmla="*/ 13 h 42"/>
                  <a:gd name="T4" fmla="*/ 1 w 71"/>
                  <a:gd name="T5" fmla="*/ 4 h 42"/>
                  <a:gd name="T6" fmla="*/ 10 w 71"/>
                  <a:gd name="T7" fmla="*/ 1 h 42"/>
                  <a:gd name="T8" fmla="*/ 18 w 71"/>
                  <a:gd name="T9" fmla="*/ 2 h 42"/>
                  <a:gd name="T10" fmla="*/ 18 w 71"/>
                  <a:gd name="T11" fmla="*/ 2 h 42"/>
                  <a:gd name="T12" fmla="*/ 34 w 71"/>
                  <a:gd name="T13" fmla="*/ 8 h 42"/>
                  <a:gd name="T14" fmla="*/ 59 w 71"/>
                  <a:gd name="T15" fmla="*/ 0 h 42"/>
                  <a:gd name="T16" fmla="*/ 71 w 71"/>
                  <a:gd name="T17" fmla="*/ 6 h 42"/>
                  <a:gd name="T18" fmla="*/ 71 w 71"/>
                  <a:gd name="T19" fmla="*/ 6 h 42"/>
                  <a:gd name="T20" fmla="*/ 71 w 71"/>
                  <a:gd name="T21" fmla="*/ 6 h 42"/>
                  <a:gd name="T22" fmla="*/ 60 w 71"/>
                  <a:gd name="T23" fmla="*/ 37 h 42"/>
                  <a:gd name="T24" fmla="*/ 60 w 71"/>
                  <a:gd name="T25" fmla="*/ 37 h 42"/>
                  <a:gd name="T26" fmla="*/ 20 w 71"/>
                  <a:gd name="T27" fmla="*/ 42 h 42"/>
                  <a:gd name="T28" fmla="*/ 10 w 71"/>
                  <a:gd name="T29" fmla="*/ 2 h 42"/>
                  <a:gd name="T30" fmla="*/ 2 w 71"/>
                  <a:gd name="T31" fmla="*/ 5 h 42"/>
                  <a:gd name="T32" fmla="*/ 3 w 71"/>
                  <a:gd name="T33" fmla="*/ 13 h 42"/>
                  <a:gd name="T34" fmla="*/ 20 w 71"/>
                  <a:gd name="T35" fmla="*/ 40 h 42"/>
                  <a:gd name="T36" fmla="*/ 59 w 71"/>
                  <a:gd name="T37" fmla="*/ 36 h 42"/>
                  <a:gd name="T38" fmla="*/ 70 w 71"/>
                  <a:gd name="T39" fmla="*/ 6 h 42"/>
                  <a:gd name="T40" fmla="*/ 59 w 71"/>
                  <a:gd name="T41" fmla="*/ 1 h 42"/>
                  <a:gd name="T42" fmla="*/ 34 w 71"/>
                  <a:gd name="T43" fmla="*/ 9 h 42"/>
                  <a:gd name="T44" fmla="*/ 34 w 71"/>
                  <a:gd name="T45" fmla="*/ 9 h 42"/>
                  <a:gd name="T46" fmla="*/ 34 w 71"/>
                  <a:gd name="T47" fmla="*/ 9 h 42"/>
                  <a:gd name="T48" fmla="*/ 18 w 71"/>
                  <a:gd name="T49" fmla="*/ 3 h 42"/>
                  <a:gd name="T50" fmla="*/ 10 w 71"/>
                  <a:gd name="T5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42">
                    <a:moveTo>
                      <a:pt x="20" y="42"/>
                    </a:moveTo>
                    <a:cubicBezTo>
                      <a:pt x="2" y="13"/>
                      <a:pt x="2" y="13"/>
                      <a:pt x="2" y="13"/>
                    </a:cubicBezTo>
                    <a:cubicBezTo>
                      <a:pt x="0" y="9"/>
                      <a:pt x="0" y="6"/>
                      <a:pt x="1" y="4"/>
                    </a:cubicBezTo>
                    <a:cubicBezTo>
                      <a:pt x="3" y="2"/>
                      <a:pt x="6" y="1"/>
                      <a:pt x="10" y="1"/>
                    </a:cubicBezTo>
                    <a:cubicBezTo>
                      <a:pt x="14" y="1"/>
                      <a:pt x="18" y="2"/>
                      <a:pt x="18" y="2"/>
                    </a:cubicBezTo>
                    <a:cubicBezTo>
                      <a:pt x="18" y="2"/>
                      <a:pt x="18" y="2"/>
                      <a:pt x="18" y="2"/>
                    </a:cubicBezTo>
                    <a:cubicBezTo>
                      <a:pt x="26" y="6"/>
                      <a:pt x="33" y="7"/>
                      <a:pt x="34" y="8"/>
                    </a:cubicBezTo>
                    <a:cubicBezTo>
                      <a:pt x="44" y="3"/>
                      <a:pt x="52" y="0"/>
                      <a:pt x="59" y="0"/>
                    </a:cubicBezTo>
                    <a:cubicBezTo>
                      <a:pt x="69" y="0"/>
                      <a:pt x="71" y="6"/>
                      <a:pt x="71" y="6"/>
                    </a:cubicBezTo>
                    <a:cubicBezTo>
                      <a:pt x="71" y="6"/>
                      <a:pt x="71" y="6"/>
                      <a:pt x="71" y="6"/>
                    </a:cubicBezTo>
                    <a:cubicBezTo>
                      <a:pt x="71" y="6"/>
                      <a:pt x="71" y="6"/>
                      <a:pt x="71" y="6"/>
                    </a:cubicBezTo>
                    <a:cubicBezTo>
                      <a:pt x="66" y="17"/>
                      <a:pt x="62" y="28"/>
                      <a:pt x="60" y="37"/>
                    </a:cubicBezTo>
                    <a:cubicBezTo>
                      <a:pt x="60" y="37"/>
                      <a:pt x="60" y="37"/>
                      <a:pt x="60" y="37"/>
                    </a:cubicBezTo>
                    <a:lnTo>
                      <a:pt x="20" y="42"/>
                    </a:lnTo>
                    <a:close/>
                    <a:moveTo>
                      <a:pt x="10" y="2"/>
                    </a:moveTo>
                    <a:cubicBezTo>
                      <a:pt x="7" y="2"/>
                      <a:pt x="4" y="3"/>
                      <a:pt x="2" y="5"/>
                    </a:cubicBezTo>
                    <a:cubicBezTo>
                      <a:pt x="1" y="7"/>
                      <a:pt x="1" y="9"/>
                      <a:pt x="3" y="13"/>
                    </a:cubicBezTo>
                    <a:cubicBezTo>
                      <a:pt x="20" y="40"/>
                      <a:pt x="20" y="40"/>
                      <a:pt x="20" y="40"/>
                    </a:cubicBezTo>
                    <a:cubicBezTo>
                      <a:pt x="59" y="36"/>
                      <a:pt x="59" y="36"/>
                      <a:pt x="59" y="36"/>
                    </a:cubicBezTo>
                    <a:cubicBezTo>
                      <a:pt x="61" y="27"/>
                      <a:pt x="64" y="17"/>
                      <a:pt x="70" y="6"/>
                    </a:cubicBezTo>
                    <a:cubicBezTo>
                      <a:pt x="70" y="5"/>
                      <a:pt x="67" y="1"/>
                      <a:pt x="59" y="1"/>
                    </a:cubicBezTo>
                    <a:cubicBezTo>
                      <a:pt x="52" y="1"/>
                      <a:pt x="44" y="4"/>
                      <a:pt x="34" y="9"/>
                    </a:cubicBezTo>
                    <a:cubicBezTo>
                      <a:pt x="34" y="9"/>
                      <a:pt x="34" y="9"/>
                      <a:pt x="34" y="9"/>
                    </a:cubicBezTo>
                    <a:cubicBezTo>
                      <a:pt x="34" y="9"/>
                      <a:pt x="34" y="9"/>
                      <a:pt x="34" y="9"/>
                    </a:cubicBezTo>
                    <a:cubicBezTo>
                      <a:pt x="34" y="9"/>
                      <a:pt x="27" y="8"/>
                      <a:pt x="18" y="3"/>
                    </a:cubicBezTo>
                    <a:cubicBezTo>
                      <a:pt x="17" y="3"/>
                      <a:pt x="14"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0" name="Freeform 29"/>
              <p:cNvSpPr>
                <a:spLocks/>
              </p:cNvSpPr>
              <p:nvPr/>
            </p:nvSpPr>
            <p:spPr bwMode="auto">
              <a:xfrm>
                <a:off x="5795" y="2709"/>
                <a:ext cx="119" cy="43"/>
              </a:xfrm>
              <a:custGeom>
                <a:avLst/>
                <a:gdLst>
                  <a:gd name="T0" fmla="*/ 41 w 50"/>
                  <a:gd name="T1" fmla="*/ 0 h 18"/>
                  <a:gd name="T2" fmla="*/ 7 w 50"/>
                  <a:gd name="T3" fmla="*/ 4 h 18"/>
                  <a:gd name="T4" fmla="*/ 1 w 50"/>
                  <a:gd name="T5" fmla="*/ 12 h 18"/>
                  <a:gd name="T6" fmla="*/ 8 w 50"/>
                  <a:gd name="T7" fmla="*/ 17 h 18"/>
                  <a:gd name="T8" fmla="*/ 43 w 50"/>
                  <a:gd name="T9" fmla="*/ 14 h 18"/>
                  <a:gd name="T10" fmla="*/ 49 w 50"/>
                  <a:gd name="T11" fmla="*/ 6 h 18"/>
                  <a:gd name="T12" fmla="*/ 41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41" y="0"/>
                    </a:moveTo>
                    <a:cubicBezTo>
                      <a:pt x="7" y="4"/>
                      <a:pt x="7" y="4"/>
                      <a:pt x="7" y="4"/>
                    </a:cubicBezTo>
                    <a:cubicBezTo>
                      <a:pt x="3" y="5"/>
                      <a:pt x="0" y="8"/>
                      <a:pt x="1" y="12"/>
                    </a:cubicBezTo>
                    <a:cubicBezTo>
                      <a:pt x="1" y="15"/>
                      <a:pt x="5" y="18"/>
                      <a:pt x="8" y="17"/>
                    </a:cubicBezTo>
                    <a:cubicBezTo>
                      <a:pt x="43" y="14"/>
                      <a:pt x="43" y="14"/>
                      <a:pt x="43" y="14"/>
                    </a:cubicBezTo>
                    <a:cubicBezTo>
                      <a:pt x="47" y="13"/>
                      <a:pt x="50" y="10"/>
                      <a:pt x="49" y="6"/>
                    </a:cubicBezTo>
                    <a:cubicBezTo>
                      <a:pt x="49" y="3"/>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1" name="Freeform 30"/>
              <p:cNvSpPr>
                <a:spLocks noEditPoints="1"/>
              </p:cNvSpPr>
              <p:nvPr/>
            </p:nvSpPr>
            <p:spPr bwMode="auto">
              <a:xfrm>
                <a:off x="5795" y="2707"/>
                <a:ext cx="119" cy="45"/>
              </a:xfrm>
              <a:custGeom>
                <a:avLst/>
                <a:gdLst>
                  <a:gd name="T0" fmla="*/ 8 w 50"/>
                  <a:gd name="T1" fmla="*/ 19 h 19"/>
                  <a:gd name="T2" fmla="*/ 0 w 50"/>
                  <a:gd name="T3" fmla="*/ 13 h 19"/>
                  <a:gd name="T4" fmla="*/ 2 w 50"/>
                  <a:gd name="T5" fmla="*/ 7 h 19"/>
                  <a:gd name="T6" fmla="*/ 7 w 50"/>
                  <a:gd name="T7" fmla="*/ 5 h 19"/>
                  <a:gd name="T8" fmla="*/ 41 w 50"/>
                  <a:gd name="T9" fmla="*/ 1 h 19"/>
                  <a:gd name="T10" fmla="*/ 50 w 50"/>
                  <a:gd name="T11" fmla="*/ 7 h 19"/>
                  <a:gd name="T12" fmla="*/ 48 w 50"/>
                  <a:gd name="T13" fmla="*/ 12 h 19"/>
                  <a:gd name="T14" fmla="*/ 43 w 50"/>
                  <a:gd name="T15" fmla="*/ 15 h 19"/>
                  <a:gd name="T16" fmla="*/ 9 w 50"/>
                  <a:gd name="T17" fmla="*/ 19 h 19"/>
                  <a:gd name="T18" fmla="*/ 8 w 50"/>
                  <a:gd name="T19" fmla="*/ 19 h 19"/>
                  <a:gd name="T20" fmla="*/ 42 w 50"/>
                  <a:gd name="T21" fmla="*/ 2 h 19"/>
                  <a:gd name="T22" fmla="*/ 41 w 50"/>
                  <a:gd name="T23" fmla="*/ 2 h 19"/>
                  <a:gd name="T24" fmla="*/ 7 w 50"/>
                  <a:gd name="T25" fmla="*/ 6 h 19"/>
                  <a:gd name="T26" fmla="*/ 3 w 50"/>
                  <a:gd name="T27" fmla="*/ 8 h 19"/>
                  <a:gd name="T28" fmla="*/ 1 w 50"/>
                  <a:gd name="T29" fmla="*/ 12 h 19"/>
                  <a:gd name="T30" fmla="*/ 8 w 50"/>
                  <a:gd name="T31" fmla="*/ 18 h 19"/>
                  <a:gd name="T32" fmla="*/ 43 w 50"/>
                  <a:gd name="T33" fmla="*/ 14 h 19"/>
                  <a:gd name="T34" fmla="*/ 47 w 50"/>
                  <a:gd name="T35" fmla="*/ 12 h 19"/>
                  <a:gd name="T36" fmla="*/ 49 w 50"/>
                  <a:gd name="T37" fmla="*/ 7 h 19"/>
                  <a:gd name="T38" fmla="*/ 42 w 50"/>
                  <a:gd name="T3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9">
                    <a:moveTo>
                      <a:pt x="8" y="19"/>
                    </a:moveTo>
                    <a:cubicBezTo>
                      <a:pt x="4" y="19"/>
                      <a:pt x="0" y="16"/>
                      <a:pt x="0" y="13"/>
                    </a:cubicBezTo>
                    <a:cubicBezTo>
                      <a:pt x="0" y="11"/>
                      <a:pt x="0" y="9"/>
                      <a:pt x="2" y="7"/>
                    </a:cubicBezTo>
                    <a:cubicBezTo>
                      <a:pt x="3" y="6"/>
                      <a:pt x="5" y="5"/>
                      <a:pt x="7" y="5"/>
                    </a:cubicBezTo>
                    <a:cubicBezTo>
                      <a:pt x="41" y="1"/>
                      <a:pt x="41" y="1"/>
                      <a:pt x="41" y="1"/>
                    </a:cubicBezTo>
                    <a:cubicBezTo>
                      <a:pt x="45" y="0"/>
                      <a:pt x="49" y="3"/>
                      <a:pt x="50" y="7"/>
                    </a:cubicBezTo>
                    <a:cubicBezTo>
                      <a:pt x="50" y="9"/>
                      <a:pt x="49" y="11"/>
                      <a:pt x="48" y="12"/>
                    </a:cubicBezTo>
                    <a:cubicBezTo>
                      <a:pt x="47" y="14"/>
                      <a:pt x="45" y="15"/>
                      <a:pt x="43" y="15"/>
                    </a:cubicBezTo>
                    <a:cubicBezTo>
                      <a:pt x="9" y="19"/>
                      <a:pt x="9" y="19"/>
                      <a:pt x="9" y="19"/>
                    </a:cubicBezTo>
                    <a:cubicBezTo>
                      <a:pt x="8" y="19"/>
                      <a:pt x="8" y="19"/>
                      <a:pt x="8" y="19"/>
                    </a:cubicBezTo>
                    <a:close/>
                    <a:moveTo>
                      <a:pt x="42" y="2"/>
                    </a:moveTo>
                    <a:cubicBezTo>
                      <a:pt x="42" y="2"/>
                      <a:pt x="42" y="2"/>
                      <a:pt x="41" y="2"/>
                    </a:cubicBezTo>
                    <a:cubicBezTo>
                      <a:pt x="7" y="6"/>
                      <a:pt x="7" y="6"/>
                      <a:pt x="7" y="6"/>
                    </a:cubicBezTo>
                    <a:cubicBezTo>
                      <a:pt x="5" y="6"/>
                      <a:pt x="4" y="7"/>
                      <a:pt x="3" y="8"/>
                    </a:cubicBezTo>
                    <a:cubicBezTo>
                      <a:pt x="1" y="9"/>
                      <a:pt x="1" y="11"/>
                      <a:pt x="1" y="12"/>
                    </a:cubicBezTo>
                    <a:cubicBezTo>
                      <a:pt x="2" y="16"/>
                      <a:pt x="5" y="18"/>
                      <a:pt x="8" y="18"/>
                    </a:cubicBezTo>
                    <a:cubicBezTo>
                      <a:pt x="43" y="14"/>
                      <a:pt x="43" y="14"/>
                      <a:pt x="43" y="14"/>
                    </a:cubicBezTo>
                    <a:cubicBezTo>
                      <a:pt x="45" y="14"/>
                      <a:pt x="46" y="13"/>
                      <a:pt x="47" y="12"/>
                    </a:cubicBezTo>
                    <a:cubicBezTo>
                      <a:pt x="48" y="10"/>
                      <a:pt x="49" y="9"/>
                      <a:pt x="49" y="7"/>
                    </a:cubicBezTo>
                    <a:cubicBezTo>
                      <a:pt x="48" y="4"/>
                      <a:pt x="45" y="2"/>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2" name="Freeform 31"/>
              <p:cNvSpPr>
                <a:spLocks noEditPoints="1"/>
              </p:cNvSpPr>
              <p:nvPr/>
            </p:nvSpPr>
            <p:spPr bwMode="auto">
              <a:xfrm>
                <a:off x="5676" y="2752"/>
                <a:ext cx="424" cy="371"/>
              </a:xfrm>
              <a:custGeom>
                <a:avLst/>
                <a:gdLst>
                  <a:gd name="T0" fmla="*/ 153 w 178"/>
                  <a:gd name="T1" fmla="*/ 137 h 155"/>
                  <a:gd name="T2" fmla="*/ 157 w 178"/>
                  <a:gd name="T3" fmla="*/ 137 h 155"/>
                  <a:gd name="T4" fmla="*/ 165 w 178"/>
                  <a:gd name="T5" fmla="*/ 138 h 155"/>
                  <a:gd name="T6" fmla="*/ 168 w 178"/>
                  <a:gd name="T7" fmla="*/ 139 h 155"/>
                  <a:gd name="T8" fmla="*/ 176 w 178"/>
                  <a:gd name="T9" fmla="*/ 135 h 155"/>
                  <a:gd name="T10" fmla="*/ 172 w 178"/>
                  <a:gd name="T11" fmla="*/ 128 h 155"/>
                  <a:gd name="T12" fmla="*/ 166 w 178"/>
                  <a:gd name="T13" fmla="*/ 105 h 155"/>
                  <a:gd name="T14" fmla="*/ 134 w 178"/>
                  <a:gd name="T15" fmla="*/ 34 h 155"/>
                  <a:gd name="T16" fmla="*/ 95 w 178"/>
                  <a:gd name="T17" fmla="*/ 2 h 155"/>
                  <a:gd name="T18" fmla="*/ 94 w 178"/>
                  <a:gd name="T19" fmla="*/ 0 h 155"/>
                  <a:gd name="T20" fmla="*/ 58 w 178"/>
                  <a:gd name="T21" fmla="*/ 4 h 155"/>
                  <a:gd name="T22" fmla="*/ 35 w 178"/>
                  <a:gd name="T23" fmla="*/ 37 h 155"/>
                  <a:gd name="T24" fmla="*/ 21 w 178"/>
                  <a:gd name="T25" fmla="*/ 133 h 155"/>
                  <a:gd name="T26" fmla="*/ 15 w 178"/>
                  <a:gd name="T27" fmla="*/ 148 h 155"/>
                  <a:gd name="T28" fmla="*/ 15 w 178"/>
                  <a:gd name="T29" fmla="*/ 153 h 155"/>
                  <a:gd name="T30" fmla="*/ 24 w 178"/>
                  <a:gd name="T31" fmla="*/ 153 h 155"/>
                  <a:gd name="T32" fmla="*/ 36 w 178"/>
                  <a:gd name="T33" fmla="*/ 150 h 155"/>
                  <a:gd name="T34" fmla="*/ 36 w 178"/>
                  <a:gd name="T35" fmla="*/ 150 h 155"/>
                  <a:gd name="T36" fmla="*/ 36 w 178"/>
                  <a:gd name="T37" fmla="*/ 150 h 155"/>
                  <a:gd name="T38" fmla="*/ 68 w 178"/>
                  <a:gd name="T39" fmla="*/ 153 h 155"/>
                  <a:gd name="T40" fmla="*/ 153 w 178"/>
                  <a:gd name="T41" fmla="*/ 137 h 155"/>
                  <a:gd name="T42" fmla="*/ 67 w 178"/>
                  <a:gd name="T43" fmla="*/ 57 h 155"/>
                  <a:gd name="T44" fmla="*/ 81 w 178"/>
                  <a:gd name="T45" fmla="*/ 50 h 155"/>
                  <a:gd name="T46" fmla="*/ 80 w 178"/>
                  <a:gd name="T47" fmla="*/ 42 h 155"/>
                  <a:gd name="T48" fmla="*/ 86 w 178"/>
                  <a:gd name="T49" fmla="*/ 41 h 155"/>
                  <a:gd name="T50" fmla="*/ 88 w 178"/>
                  <a:gd name="T51" fmla="*/ 49 h 155"/>
                  <a:gd name="T52" fmla="*/ 102 w 178"/>
                  <a:gd name="T53" fmla="*/ 50 h 155"/>
                  <a:gd name="T54" fmla="*/ 100 w 178"/>
                  <a:gd name="T55" fmla="*/ 55 h 155"/>
                  <a:gd name="T56" fmla="*/ 75 w 178"/>
                  <a:gd name="T57" fmla="*/ 62 h 155"/>
                  <a:gd name="T58" fmla="*/ 92 w 178"/>
                  <a:gd name="T59" fmla="*/ 70 h 155"/>
                  <a:gd name="T60" fmla="*/ 106 w 178"/>
                  <a:gd name="T61" fmla="*/ 92 h 155"/>
                  <a:gd name="T62" fmla="*/ 93 w 178"/>
                  <a:gd name="T63" fmla="*/ 98 h 155"/>
                  <a:gd name="T64" fmla="*/ 94 w 178"/>
                  <a:gd name="T65" fmla="*/ 106 h 155"/>
                  <a:gd name="T66" fmla="*/ 87 w 178"/>
                  <a:gd name="T67" fmla="*/ 107 h 155"/>
                  <a:gd name="T68" fmla="*/ 86 w 178"/>
                  <a:gd name="T69" fmla="*/ 99 h 155"/>
                  <a:gd name="T70" fmla="*/ 69 w 178"/>
                  <a:gd name="T71" fmla="*/ 97 h 155"/>
                  <a:gd name="T72" fmla="*/ 70 w 178"/>
                  <a:gd name="T73" fmla="*/ 92 h 155"/>
                  <a:gd name="T74" fmla="*/ 97 w 178"/>
                  <a:gd name="T75" fmla="*/ 90 h 155"/>
                  <a:gd name="T76" fmla="*/ 93 w 178"/>
                  <a:gd name="T77" fmla="*/ 78 h 155"/>
                  <a:gd name="T78" fmla="*/ 78 w 178"/>
                  <a:gd name="T79" fmla="*/ 74 h 155"/>
                  <a:gd name="T80" fmla="*/ 67 w 178"/>
                  <a:gd name="T81" fmla="*/ 5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55">
                    <a:moveTo>
                      <a:pt x="153" y="137"/>
                    </a:moveTo>
                    <a:cubicBezTo>
                      <a:pt x="153" y="137"/>
                      <a:pt x="154" y="137"/>
                      <a:pt x="157" y="137"/>
                    </a:cubicBezTo>
                    <a:cubicBezTo>
                      <a:pt x="160" y="137"/>
                      <a:pt x="162" y="137"/>
                      <a:pt x="165" y="138"/>
                    </a:cubicBezTo>
                    <a:cubicBezTo>
                      <a:pt x="165" y="138"/>
                      <a:pt x="166" y="139"/>
                      <a:pt x="168" y="139"/>
                    </a:cubicBezTo>
                    <a:cubicBezTo>
                      <a:pt x="172" y="139"/>
                      <a:pt x="174" y="137"/>
                      <a:pt x="176" y="135"/>
                    </a:cubicBezTo>
                    <a:cubicBezTo>
                      <a:pt x="176" y="135"/>
                      <a:pt x="178" y="132"/>
                      <a:pt x="172" y="128"/>
                    </a:cubicBezTo>
                    <a:cubicBezTo>
                      <a:pt x="172" y="128"/>
                      <a:pt x="162" y="123"/>
                      <a:pt x="166" y="105"/>
                    </a:cubicBezTo>
                    <a:cubicBezTo>
                      <a:pt x="166" y="105"/>
                      <a:pt x="171" y="57"/>
                      <a:pt x="134" y="34"/>
                    </a:cubicBezTo>
                    <a:cubicBezTo>
                      <a:pt x="133" y="33"/>
                      <a:pt x="96" y="10"/>
                      <a:pt x="95" y="2"/>
                    </a:cubicBezTo>
                    <a:cubicBezTo>
                      <a:pt x="95" y="2"/>
                      <a:pt x="95" y="1"/>
                      <a:pt x="94" y="0"/>
                    </a:cubicBezTo>
                    <a:cubicBezTo>
                      <a:pt x="58" y="4"/>
                      <a:pt x="58" y="4"/>
                      <a:pt x="58" y="4"/>
                    </a:cubicBezTo>
                    <a:cubicBezTo>
                      <a:pt x="54" y="12"/>
                      <a:pt x="46" y="24"/>
                      <a:pt x="35" y="37"/>
                    </a:cubicBezTo>
                    <a:cubicBezTo>
                      <a:pt x="35" y="37"/>
                      <a:pt x="0" y="78"/>
                      <a:pt x="21" y="133"/>
                    </a:cubicBezTo>
                    <a:cubicBezTo>
                      <a:pt x="21" y="134"/>
                      <a:pt x="22" y="137"/>
                      <a:pt x="15" y="148"/>
                    </a:cubicBezTo>
                    <a:cubicBezTo>
                      <a:pt x="15" y="148"/>
                      <a:pt x="14" y="151"/>
                      <a:pt x="15" y="153"/>
                    </a:cubicBezTo>
                    <a:cubicBezTo>
                      <a:pt x="16" y="155"/>
                      <a:pt x="19" y="155"/>
                      <a:pt x="24" y="153"/>
                    </a:cubicBezTo>
                    <a:cubicBezTo>
                      <a:pt x="24" y="153"/>
                      <a:pt x="28" y="151"/>
                      <a:pt x="36" y="150"/>
                    </a:cubicBezTo>
                    <a:cubicBezTo>
                      <a:pt x="36" y="150"/>
                      <a:pt x="36" y="150"/>
                      <a:pt x="36" y="150"/>
                    </a:cubicBezTo>
                    <a:cubicBezTo>
                      <a:pt x="36" y="150"/>
                      <a:pt x="36" y="150"/>
                      <a:pt x="36" y="150"/>
                    </a:cubicBezTo>
                    <a:cubicBezTo>
                      <a:pt x="36" y="150"/>
                      <a:pt x="49" y="153"/>
                      <a:pt x="68" y="153"/>
                    </a:cubicBezTo>
                    <a:cubicBezTo>
                      <a:pt x="88" y="153"/>
                      <a:pt x="119" y="150"/>
                      <a:pt x="153" y="137"/>
                    </a:cubicBezTo>
                    <a:close/>
                    <a:moveTo>
                      <a:pt x="67" y="57"/>
                    </a:moveTo>
                    <a:cubicBezTo>
                      <a:pt x="67" y="57"/>
                      <a:pt x="69" y="52"/>
                      <a:pt x="81" y="50"/>
                    </a:cubicBezTo>
                    <a:cubicBezTo>
                      <a:pt x="80" y="42"/>
                      <a:pt x="80" y="42"/>
                      <a:pt x="80" y="42"/>
                    </a:cubicBezTo>
                    <a:cubicBezTo>
                      <a:pt x="86" y="41"/>
                      <a:pt x="86" y="41"/>
                      <a:pt x="86" y="41"/>
                    </a:cubicBezTo>
                    <a:cubicBezTo>
                      <a:pt x="88" y="49"/>
                      <a:pt x="88" y="49"/>
                      <a:pt x="88" y="49"/>
                    </a:cubicBezTo>
                    <a:cubicBezTo>
                      <a:pt x="88" y="49"/>
                      <a:pt x="96" y="48"/>
                      <a:pt x="102" y="50"/>
                    </a:cubicBezTo>
                    <a:cubicBezTo>
                      <a:pt x="100" y="55"/>
                      <a:pt x="100" y="55"/>
                      <a:pt x="100" y="55"/>
                    </a:cubicBezTo>
                    <a:cubicBezTo>
                      <a:pt x="100" y="55"/>
                      <a:pt x="78" y="52"/>
                      <a:pt x="75" y="62"/>
                    </a:cubicBezTo>
                    <a:cubicBezTo>
                      <a:pt x="75" y="62"/>
                      <a:pt x="73" y="69"/>
                      <a:pt x="92" y="70"/>
                    </a:cubicBezTo>
                    <a:cubicBezTo>
                      <a:pt x="92" y="70"/>
                      <a:pt x="119" y="73"/>
                      <a:pt x="106" y="92"/>
                    </a:cubicBezTo>
                    <a:cubicBezTo>
                      <a:pt x="106" y="92"/>
                      <a:pt x="102" y="97"/>
                      <a:pt x="93" y="98"/>
                    </a:cubicBezTo>
                    <a:cubicBezTo>
                      <a:pt x="94" y="106"/>
                      <a:pt x="94" y="106"/>
                      <a:pt x="94" y="106"/>
                    </a:cubicBezTo>
                    <a:cubicBezTo>
                      <a:pt x="87" y="107"/>
                      <a:pt x="87" y="107"/>
                      <a:pt x="87" y="107"/>
                    </a:cubicBezTo>
                    <a:cubicBezTo>
                      <a:pt x="86" y="99"/>
                      <a:pt x="86" y="99"/>
                      <a:pt x="86" y="99"/>
                    </a:cubicBezTo>
                    <a:cubicBezTo>
                      <a:pt x="86" y="99"/>
                      <a:pt x="75" y="100"/>
                      <a:pt x="69" y="97"/>
                    </a:cubicBezTo>
                    <a:cubicBezTo>
                      <a:pt x="70" y="92"/>
                      <a:pt x="70" y="92"/>
                      <a:pt x="70" y="92"/>
                    </a:cubicBezTo>
                    <a:cubicBezTo>
                      <a:pt x="70" y="92"/>
                      <a:pt x="84" y="98"/>
                      <a:pt x="97" y="90"/>
                    </a:cubicBezTo>
                    <a:cubicBezTo>
                      <a:pt x="97" y="90"/>
                      <a:pt x="108" y="82"/>
                      <a:pt x="93" y="78"/>
                    </a:cubicBezTo>
                    <a:cubicBezTo>
                      <a:pt x="93" y="78"/>
                      <a:pt x="85" y="76"/>
                      <a:pt x="78" y="74"/>
                    </a:cubicBezTo>
                    <a:cubicBezTo>
                      <a:pt x="78" y="74"/>
                      <a:pt x="60" y="70"/>
                      <a:pt x="6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3" name="Freeform 32"/>
              <p:cNvSpPr>
                <a:spLocks/>
              </p:cNvSpPr>
              <p:nvPr/>
            </p:nvSpPr>
            <p:spPr bwMode="auto">
              <a:xfrm>
                <a:off x="6433" y="2606"/>
                <a:ext cx="176" cy="108"/>
              </a:xfrm>
              <a:custGeom>
                <a:avLst/>
                <a:gdLst>
                  <a:gd name="T0" fmla="*/ 21 w 74"/>
                  <a:gd name="T1" fmla="*/ 45 h 45"/>
                  <a:gd name="T2" fmla="*/ 60 w 74"/>
                  <a:gd name="T3" fmla="*/ 44 h 45"/>
                  <a:gd name="T4" fmla="*/ 74 w 74"/>
                  <a:gd name="T5" fmla="*/ 15 h 45"/>
                  <a:gd name="T6" fmla="*/ 38 w 74"/>
                  <a:gd name="T7" fmla="*/ 14 h 45"/>
                  <a:gd name="T8" fmla="*/ 23 w 74"/>
                  <a:gd name="T9" fmla="*/ 8 h 45"/>
                  <a:gd name="T10" fmla="*/ 6 w 74"/>
                  <a:gd name="T11" fmla="*/ 17 h 45"/>
                  <a:gd name="T12" fmla="*/ 21 w 7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74" h="45">
                    <a:moveTo>
                      <a:pt x="21" y="45"/>
                    </a:moveTo>
                    <a:cubicBezTo>
                      <a:pt x="60" y="44"/>
                      <a:pt x="60" y="44"/>
                      <a:pt x="60" y="44"/>
                    </a:cubicBezTo>
                    <a:cubicBezTo>
                      <a:pt x="62" y="37"/>
                      <a:pt x="66" y="27"/>
                      <a:pt x="74" y="15"/>
                    </a:cubicBezTo>
                    <a:cubicBezTo>
                      <a:pt x="74" y="15"/>
                      <a:pt x="69" y="2"/>
                      <a:pt x="38" y="14"/>
                    </a:cubicBezTo>
                    <a:cubicBezTo>
                      <a:pt x="38" y="14"/>
                      <a:pt x="31" y="13"/>
                      <a:pt x="23" y="8"/>
                    </a:cubicBezTo>
                    <a:cubicBezTo>
                      <a:pt x="23" y="8"/>
                      <a:pt x="0" y="0"/>
                      <a:pt x="6" y="17"/>
                    </a:cubicBezTo>
                    <a:lnTo>
                      <a:pt x="2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4" name="Freeform 33"/>
              <p:cNvSpPr>
                <a:spLocks noEditPoints="1"/>
              </p:cNvSpPr>
              <p:nvPr/>
            </p:nvSpPr>
            <p:spPr bwMode="auto">
              <a:xfrm>
                <a:off x="6442" y="2621"/>
                <a:ext cx="167" cy="95"/>
              </a:xfrm>
              <a:custGeom>
                <a:avLst/>
                <a:gdLst>
                  <a:gd name="T0" fmla="*/ 17 w 70"/>
                  <a:gd name="T1" fmla="*/ 40 h 40"/>
                  <a:gd name="T2" fmla="*/ 2 w 70"/>
                  <a:gd name="T3" fmla="*/ 11 h 40"/>
                  <a:gd name="T4" fmla="*/ 2 w 70"/>
                  <a:gd name="T5" fmla="*/ 2 h 40"/>
                  <a:gd name="T6" fmla="*/ 9 w 70"/>
                  <a:gd name="T7" fmla="*/ 0 h 40"/>
                  <a:gd name="T8" fmla="*/ 19 w 70"/>
                  <a:gd name="T9" fmla="*/ 1 h 40"/>
                  <a:gd name="T10" fmla="*/ 19 w 70"/>
                  <a:gd name="T11" fmla="*/ 1 h 40"/>
                  <a:gd name="T12" fmla="*/ 34 w 70"/>
                  <a:gd name="T13" fmla="*/ 8 h 40"/>
                  <a:gd name="T14" fmla="*/ 56 w 70"/>
                  <a:gd name="T15" fmla="*/ 2 h 40"/>
                  <a:gd name="T16" fmla="*/ 70 w 70"/>
                  <a:gd name="T17" fmla="*/ 9 h 40"/>
                  <a:gd name="T18" fmla="*/ 70 w 70"/>
                  <a:gd name="T19" fmla="*/ 9 h 40"/>
                  <a:gd name="T20" fmla="*/ 70 w 70"/>
                  <a:gd name="T21" fmla="*/ 10 h 40"/>
                  <a:gd name="T22" fmla="*/ 56 w 70"/>
                  <a:gd name="T23" fmla="*/ 39 h 40"/>
                  <a:gd name="T24" fmla="*/ 56 w 70"/>
                  <a:gd name="T25" fmla="*/ 39 h 40"/>
                  <a:gd name="T26" fmla="*/ 17 w 70"/>
                  <a:gd name="T27" fmla="*/ 40 h 40"/>
                  <a:gd name="T28" fmla="*/ 9 w 70"/>
                  <a:gd name="T29" fmla="*/ 1 h 40"/>
                  <a:gd name="T30" fmla="*/ 3 w 70"/>
                  <a:gd name="T31" fmla="*/ 3 h 40"/>
                  <a:gd name="T32" fmla="*/ 3 w 70"/>
                  <a:gd name="T33" fmla="*/ 11 h 40"/>
                  <a:gd name="T34" fmla="*/ 17 w 70"/>
                  <a:gd name="T35" fmla="*/ 39 h 40"/>
                  <a:gd name="T36" fmla="*/ 55 w 70"/>
                  <a:gd name="T37" fmla="*/ 38 h 40"/>
                  <a:gd name="T38" fmla="*/ 69 w 70"/>
                  <a:gd name="T39" fmla="*/ 9 h 40"/>
                  <a:gd name="T40" fmla="*/ 56 w 70"/>
                  <a:gd name="T41" fmla="*/ 4 h 40"/>
                  <a:gd name="T42" fmla="*/ 34 w 70"/>
                  <a:gd name="T43" fmla="*/ 9 h 40"/>
                  <a:gd name="T44" fmla="*/ 34 w 70"/>
                  <a:gd name="T45" fmla="*/ 9 h 40"/>
                  <a:gd name="T46" fmla="*/ 34 w 70"/>
                  <a:gd name="T47" fmla="*/ 9 h 40"/>
                  <a:gd name="T48" fmla="*/ 18 w 70"/>
                  <a:gd name="T49" fmla="*/ 2 h 40"/>
                  <a:gd name="T50" fmla="*/ 9 w 70"/>
                  <a:gd name="T5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0">
                    <a:moveTo>
                      <a:pt x="17" y="40"/>
                    </a:moveTo>
                    <a:cubicBezTo>
                      <a:pt x="2" y="11"/>
                      <a:pt x="2" y="11"/>
                      <a:pt x="2" y="11"/>
                    </a:cubicBezTo>
                    <a:cubicBezTo>
                      <a:pt x="0" y="7"/>
                      <a:pt x="0" y="4"/>
                      <a:pt x="2" y="2"/>
                    </a:cubicBezTo>
                    <a:cubicBezTo>
                      <a:pt x="3" y="0"/>
                      <a:pt x="5" y="0"/>
                      <a:pt x="9" y="0"/>
                    </a:cubicBezTo>
                    <a:cubicBezTo>
                      <a:pt x="14" y="0"/>
                      <a:pt x="19" y="1"/>
                      <a:pt x="19" y="1"/>
                    </a:cubicBezTo>
                    <a:cubicBezTo>
                      <a:pt x="19" y="1"/>
                      <a:pt x="19" y="1"/>
                      <a:pt x="19" y="1"/>
                    </a:cubicBezTo>
                    <a:cubicBezTo>
                      <a:pt x="26" y="6"/>
                      <a:pt x="33" y="8"/>
                      <a:pt x="34" y="8"/>
                    </a:cubicBezTo>
                    <a:cubicBezTo>
                      <a:pt x="43" y="4"/>
                      <a:pt x="50" y="2"/>
                      <a:pt x="56" y="2"/>
                    </a:cubicBezTo>
                    <a:cubicBezTo>
                      <a:pt x="68" y="2"/>
                      <a:pt x="70" y="9"/>
                      <a:pt x="70" y="9"/>
                    </a:cubicBezTo>
                    <a:cubicBezTo>
                      <a:pt x="70" y="9"/>
                      <a:pt x="70" y="9"/>
                      <a:pt x="70" y="9"/>
                    </a:cubicBezTo>
                    <a:cubicBezTo>
                      <a:pt x="70" y="10"/>
                      <a:pt x="70" y="10"/>
                      <a:pt x="70" y="10"/>
                    </a:cubicBezTo>
                    <a:cubicBezTo>
                      <a:pt x="64" y="20"/>
                      <a:pt x="59" y="30"/>
                      <a:pt x="56" y="39"/>
                    </a:cubicBezTo>
                    <a:cubicBezTo>
                      <a:pt x="56" y="39"/>
                      <a:pt x="56" y="39"/>
                      <a:pt x="56" y="39"/>
                    </a:cubicBezTo>
                    <a:lnTo>
                      <a:pt x="17" y="40"/>
                    </a:lnTo>
                    <a:close/>
                    <a:moveTo>
                      <a:pt x="9" y="1"/>
                    </a:moveTo>
                    <a:cubicBezTo>
                      <a:pt x="6" y="1"/>
                      <a:pt x="4" y="1"/>
                      <a:pt x="3" y="3"/>
                    </a:cubicBezTo>
                    <a:cubicBezTo>
                      <a:pt x="1" y="4"/>
                      <a:pt x="1" y="7"/>
                      <a:pt x="3" y="11"/>
                    </a:cubicBezTo>
                    <a:cubicBezTo>
                      <a:pt x="17" y="39"/>
                      <a:pt x="17" y="39"/>
                      <a:pt x="17" y="39"/>
                    </a:cubicBezTo>
                    <a:cubicBezTo>
                      <a:pt x="55" y="38"/>
                      <a:pt x="55" y="38"/>
                      <a:pt x="55" y="38"/>
                    </a:cubicBezTo>
                    <a:cubicBezTo>
                      <a:pt x="58" y="29"/>
                      <a:pt x="63" y="19"/>
                      <a:pt x="69" y="9"/>
                    </a:cubicBezTo>
                    <a:cubicBezTo>
                      <a:pt x="69" y="8"/>
                      <a:pt x="66" y="4"/>
                      <a:pt x="56" y="4"/>
                    </a:cubicBezTo>
                    <a:cubicBezTo>
                      <a:pt x="50" y="4"/>
                      <a:pt x="43" y="5"/>
                      <a:pt x="34" y="9"/>
                    </a:cubicBezTo>
                    <a:cubicBezTo>
                      <a:pt x="34" y="9"/>
                      <a:pt x="34" y="9"/>
                      <a:pt x="34" y="9"/>
                    </a:cubicBezTo>
                    <a:cubicBezTo>
                      <a:pt x="34" y="9"/>
                      <a:pt x="34" y="9"/>
                      <a:pt x="34" y="9"/>
                    </a:cubicBezTo>
                    <a:cubicBezTo>
                      <a:pt x="33" y="9"/>
                      <a:pt x="27" y="8"/>
                      <a:pt x="18" y="2"/>
                    </a:cubicBezTo>
                    <a:cubicBezTo>
                      <a:pt x="18" y="2"/>
                      <a:pt x="13"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5" name="Freeform 34"/>
              <p:cNvSpPr>
                <a:spLocks/>
              </p:cNvSpPr>
              <p:nvPr/>
            </p:nvSpPr>
            <p:spPr bwMode="auto">
              <a:xfrm>
                <a:off x="6471" y="2721"/>
                <a:ext cx="114" cy="34"/>
              </a:xfrm>
              <a:custGeom>
                <a:avLst/>
                <a:gdLst>
                  <a:gd name="T0" fmla="*/ 40 w 48"/>
                  <a:gd name="T1" fmla="*/ 0 h 14"/>
                  <a:gd name="T2" fmla="*/ 6 w 48"/>
                  <a:gd name="T3" fmla="*/ 1 h 14"/>
                  <a:gd name="T4" fmla="*/ 0 w 48"/>
                  <a:gd name="T5" fmla="*/ 7 h 14"/>
                  <a:gd name="T6" fmla="*/ 7 w 48"/>
                  <a:gd name="T7" fmla="*/ 14 h 14"/>
                  <a:gd name="T8" fmla="*/ 41 w 48"/>
                  <a:gd name="T9" fmla="*/ 13 h 14"/>
                  <a:gd name="T10" fmla="*/ 48 w 48"/>
                  <a:gd name="T11" fmla="*/ 6 h 14"/>
                  <a:gd name="T12" fmla="*/ 40 w 4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0" y="0"/>
                    </a:moveTo>
                    <a:cubicBezTo>
                      <a:pt x="6" y="1"/>
                      <a:pt x="6" y="1"/>
                      <a:pt x="6" y="1"/>
                    </a:cubicBezTo>
                    <a:cubicBezTo>
                      <a:pt x="3" y="1"/>
                      <a:pt x="0" y="4"/>
                      <a:pt x="0" y="7"/>
                    </a:cubicBezTo>
                    <a:cubicBezTo>
                      <a:pt x="0" y="11"/>
                      <a:pt x="3" y="14"/>
                      <a:pt x="7" y="14"/>
                    </a:cubicBezTo>
                    <a:cubicBezTo>
                      <a:pt x="41" y="13"/>
                      <a:pt x="41" y="13"/>
                      <a:pt x="41" y="13"/>
                    </a:cubicBezTo>
                    <a:cubicBezTo>
                      <a:pt x="45" y="12"/>
                      <a:pt x="48" y="10"/>
                      <a:pt x="48" y="6"/>
                    </a:cubicBezTo>
                    <a:cubicBezTo>
                      <a:pt x="47"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6" name="Freeform 35"/>
              <p:cNvSpPr>
                <a:spLocks noEditPoints="1"/>
              </p:cNvSpPr>
              <p:nvPr/>
            </p:nvSpPr>
            <p:spPr bwMode="auto">
              <a:xfrm>
                <a:off x="6468" y="2719"/>
                <a:ext cx="117" cy="36"/>
              </a:xfrm>
              <a:custGeom>
                <a:avLst/>
                <a:gdLst>
                  <a:gd name="T0" fmla="*/ 8 w 49"/>
                  <a:gd name="T1" fmla="*/ 15 h 15"/>
                  <a:gd name="T2" fmla="*/ 0 w 49"/>
                  <a:gd name="T3" fmla="*/ 8 h 15"/>
                  <a:gd name="T4" fmla="*/ 2 w 49"/>
                  <a:gd name="T5" fmla="*/ 3 h 15"/>
                  <a:gd name="T6" fmla="*/ 7 w 49"/>
                  <a:gd name="T7" fmla="*/ 1 h 15"/>
                  <a:gd name="T8" fmla="*/ 42 w 49"/>
                  <a:gd name="T9" fmla="*/ 0 h 15"/>
                  <a:gd name="T10" fmla="*/ 49 w 49"/>
                  <a:gd name="T11" fmla="*/ 7 h 15"/>
                  <a:gd name="T12" fmla="*/ 42 w 49"/>
                  <a:gd name="T13" fmla="*/ 14 h 15"/>
                  <a:gd name="T14" fmla="*/ 8 w 49"/>
                  <a:gd name="T15" fmla="*/ 15 h 15"/>
                  <a:gd name="T16" fmla="*/ 42 w 49"/>
                  <a:gd name="T17" fmla="*/ 1 h 15"/>
                  <a:gd name="T18" fmla="*/ 41 w 49"/>
                  <a:gd name="T19" fmla="*/ 1 h 15"/>
                  <a:gd name="T20" fmla="*/ 7 w 49"/>
                  <a:gd name="T21" fmla="*/ 2 h 15"/>
                  <a:gd name="T22" fmla="*/ 3 w 49"/>
                  <a:gd name="T23" fmla="*/ 4 h 15"/>
                  <a:gd name="T24" fmla="*/ 1 w 49"/>
                  <a:gd name="T25" fmla="*/ 8 h 15"/>
                  <a:gd name="T26" fmla="*/ 8 w 49"/>
                  <a:gd name="T27" fmla="*/ 14 h 15"/>
                  <a:gd name="T28" fmla="*/ 8 w 49"/>
                  <a:gd name="T29" fmla="*/ 14 h 15"/>
                  <a:gd name="T30" fmla="*/ 42 w 49"/>
                  <a:gd name="T31" fmla="*/ 13 h 15"/>
                  <a:gd name="T32" fmla="*/ 48 w 49"/>
                  <a:gd name="T33" fmla="*/ 7 h 15"/>
                  <a:gd name="T34" fmla="*/ 42 w 49"/>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5">
                    <a:moveTo>
                      <a:pt x="8" y="15"/>
                    </a:moveTo>
                    <a:cubicBezTo>
                      <a:pt x="4" y="15"/>
                      <a:pt x="0" y="12"/>
                      <a:pt x="0" y="8"/>
                    </a:cubicBezTo>
                    <a:cubicBezTo>
                      <a:pt x="0" y="6"/>
                      <a:pt x="1" y="5"/>
                      <a:pt x="2" y="3"/>
                    </a:cubicBezTo>
                    <a:cubicBezTo>
                      <a:pt x="4" y="2"/>
                      <a:pt x="5" y="1"/>
                      <a:pt x="7" y="1"/>
                    </a:cubicBezTo>
                    <a:cubicBezTo>
                      <a:pt x="42" y="0"/>
                      <a:pt x="42" y="0"/>
                      <a:pt x="42" y="0"/>
                    </a:cubicBezTo>
                    <a:cubicBezTo>
                      <a:pt x="46" y="0"/>
                      <a:pt x="49" y="3"/>
                      <a:pt x="49" y="7"/>
                    </a:cubicBezTo>
                    <a:cubicBezTo>
                      <a:pt x="49" y="11"/>
                      <a:pt x="46" y="14"/>
                      <a:pt x="42" y="14"/>
                    </a:cubicBezTo>
                    <a:lnTo>
                      <a:pt x="8" y="15"/>
                    </a:lnTo>
                    <a:close/>
                    <a:moveTo>
                      <a:pt x="42" y="1"/>
                    </a:moveTo>
                    <a:cubicBezTo>
                      <a:pt x="41" y="1"/>
                      <a:pt x="41" y="1"/>
                      <a:pt x="41" y="1"/>
                    </a:cubicBezTo>
                    <a:cubicBezTo>
                      <a:pt x="7" y="2"/>
                      <a:pt x="7" y="2"/>
                      <a:pt x="7" y="2"/>
                    </a:cubicBezTo>
                    <a:cubicBezTo>
                      <a:pt x="6" y="2"/>
                      <a:pt x="4" y="3"/>
                      <a:pt x="3" y="4"/>
                    </a:cubicBezTo>
                    <a:cubicBezTo>
                      <a:pt x="2" y="5"/>
                      <a:pt x="1" y="7"/>
                      <a:pt x="1" y="8"/>
                    </a:cubicBezTo>
                    <a:cubicBezTo>
                      <a:pt x="1" y="12"/>
                      <a:pt x="4" y="14"/>
                      <a:pt x="8" y="14"/>
                    </a:cubicBezTo>
                    <a:cubicBezTo>
                      <a:pt x="8" y="14"/>
                      <a:pt x="8" y="14"/>
                      <a:pt x="8" y="14"/>
                    </a:cubicBezTo>
                    <a:cubicBezTo>
                      <a:pt x="42" y="13"/>
                      <a:pt x="42" y="13"/>
                      <a:pt x="42" y="13"/>
                    </a:cubicBezTo>
                    <a:cubicBezTo>
                      <a:pt x="45" y="13"/>
                      <a:pt x="48" y="10"/>
                      <a:pt x="48" y="7"/>
                    </a:cubicBezTo>
                    <a:cubicBezTo>
                      <a:pt x="48" y="4"/>
                      <a:pt x="45" y="1"/>
                      <a:pt x="4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7" name="Freeform 36"/>
              <p:cNvSpPr>
                <a:spLocks noEditPoints="1"/>
              </p:cNvSpPr>
              <p:nvPr/>
            </p:nvSpPr>
            <p:spPr bwMode="auto">
              <a:xfrm>
                <a:off x="6335" y="2762"/>
                <a:ext cx="402" cy="354"/>
              </a:xfrm>
              <a:custGeom>
                <a:avLst/>
                <a:gdLst>
                  <a:gd name="T0" fmla="*/ 163 w 169"/>
                  <a:gd name="T1" fmla="*/ 131 h 148"/>
                  <a:gd name="T2" fmla="*/ 159 w 169"/>
                  <a:gd name="T3" fmla="*/ 108 h 148"/>
                  <a:gd name="T4" fmla="*/ 135 w 169"/>
                  <a:gd name="T5" fmla="*/ 36 h 148"/>
                  <a:gd name="T6" fmla="*/ 99 w 169"/>
                  <a:gd name="T7" fmla="*/ 2 h 148"/>
                  <a:gd name="T8" fmla="*/ 99 w 169"/>
                  <a:gd name="T9" fmla="*/ 0 h 148"/>
                  <a:gd name="T10" fmla="*/ 63 w 169"/>
                  <a:gd name="T11" fmla="*/ 1 h 148"/>
                  <a:gd name="T12" fmla="*/ 38 w 169"/>
                  <a:gd name="T13" fmla="*/ 31 h 148"/>
                  <a:gd name="T14" fmla="*/ 15 w 169"/>
                  <a:gd name="T15" fmla="*/ 124 h 148"/>
                  <a:gd name="T16" fmla="*/ 8 w 169"/>
                  <a:gd name="T17" fmla="*/ 139 h 148"/>
                  <a:gd name="T18" fmla="*/ 8 w 169"/>
                  <a:gd name="T19" fmla="*/ 139 h 148"/>
                  <a:gd name="T20" fmla="*/ 7 w 169"/>
                  <a:gd name="T21" fmla="*/ 143 h 148"/>
                  <a:gd name="T22" fmla="*/ 16 w 169"/>
                  <a:gd name="T23" fmla="*/ 144 h 148"/>
                  <a:gd name="T24" fmla="*/ 28 w 169"/>
                  <a:gd name="T25" fmla="*/ 142 h 148"/>
                  <a:gd name="T26" fmla="*/ 28 w 169"/>
                  <a:gd name="T27" fmla="*/ 142 h 148"/>
                  <a:gd name="T28" fmla="*/ 29 w 169"/>
                  <a:gd name="T29" fmla="*/ 142 h 148"/>
                  <a:gd name="T30" fmla="*/ 78 w 169"/>
                  <a:gd name="T31" fmla="*/ 148 h 148"/>
                  <a:gd name="T32" fmla="*/ 143 w 169"/>
                  <a:gd name="T33" fmla="*/ 139 h 148"/>
                  <a:gd name="T34" fmla="*/ 155 w 169"/>
                  <a:gd name="T35" fmla="*/ 141 h 148"/>
                  <a:gd name="T36" fmla="*/ 159 w 169"/>
                  <a:gd name="T37" fmla="*/ 142 h 148"/>
                  <a:gd name="T38" fmla="*/ 167 w 169"/>
                  <a:gd name="T39" fmla="*/ 138 h 148"/>
                  <a:gd name="T40" fmla="*/ 163 w 169"/>
                  <a:gd name="T41" fmla="*/ 131 h 148"/>
                  <a:gd name="T42" fmla="*/ 107 w 169"/>
                  <a:gd name="T43" fmla="*/ 101 h 148"/>
                  <a:gd name="T44" fmla="*/ 56 w 169"/>
                  <a:gd name="T45" fmla="*/ 100 h 148"/>
                  <a:gd name="T46" fmla="*/ 56 w 169"/>
                  <a:gd name="T47" fmla="*/ 96 h 148"/>
                  <a:gd name="T48" fmla="*/ 70 w 169"/>
                  <a:gd name="T49" fmla="*/ 79 h 148"/>
                  <a:gd name="T50" fmla="*/ 70 w 169"/>
                  <a:gd name="T51" fmla="*/ 73 h 148"/>
                  <a:gd name="T52" fmla="*/ 57 w 169"/>
                  <a:gd name="T53" fmla="*/ 73 h 148"/>
                  <a:gd name="T54" fmla="*/ 57 w 169"/>
                  <a:gd name="T55" fmla="*/ 67 h 148"/>
                  <a:gd name="T56" fmla="*/ 68 w 169"/>
                  <a:gd name="T57" fmla="*/ 67 h 148"/>
                  <a:gd name="T58" fmla="*/ 67 w 169"/>
                  <a:gd name="T59" fmla="*/ 57 h 148"/>
                  <a:gd name="T60" fmla="*/ 91 w 169"/>
                  <a:gd name="T61" fmla="*/ 39 h 148"/>
                  <a:gd name="T62" fmla="*/ 104 w 169"/>
                  <a:gd name="T63" fmla="*/ 41 h 148"/>
                  <a:gd name="T64" fmla="*/ 102 w 169"/>
                  <a:gd name="T65" fmla="*/ 47 h 148"/>
                  <a:gd name="T66" fmla="*/ 91 w 169"/>
                  <a:gd name="T67" fmla="*/ 45 h 148"/>
                  <a:gd name="T68" fmla="*/ 77 w 169"/>
                  <a:gd name="T69" fmla="*/ 57 h 148"/>
                  <a:gd name="T70" fmla="*/ 79 w 169"/>
                  <a:gd name="T71" fmla="*/ 67 h 148"/>
                  <a:gd name="T72" fmla="*/ 97 w 169"/>
                  <a:gd name="T73" fmla="*/ 67 h 148"/>
                  <a:gd name="T74" fmla="*/ 96 w 169"/>
                  <a:gd name="T75" fmla="*/ 73 h 148"/>
                  <a:gd name="T76" fmla="*/ 80 w 169"/>
                  <a:gd name="T77" fmla="*/ 73 h 148"/>
                  <a:gd name="T78" fmla="*/ 79 w 169"/>
                  <a:gd name="T79" fmla="*/ 83 h 148"/>
                  <a:gd name="T80" fmla="*/ 71 w 169"/>
                  <a:gd name="T81" fmla="*/ 93 h 148"/>
                  <a:gd name="T82" fmla="*/ 71 w 169"/>
                  <a:gd name="T83" fmla="*/ 94 h 148"/>
                  <a:gd name="T84" fmla="*/ 107 w 169"/>
                  <a:gd name="T85" fmla="*/ 94 h 148"/>
                  <a:gd name="T86" fmla="*/ 107 w 169"/>
                  <a:gd name="T87" fmla="*/ 10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48">
                    <a:moveTo>
                      <a:pt x="163" y="131"/>
                    </a:moveTo>
                    <a:cubicBezTo>
                      <a:pt x="163" y="131"/>
                      <a:pt x="154" y="125"/>
                      <a:pt x="159" y="108"/>
                    </a:cubicBezTo>
                    <a:cubicBezTo>
                      <a:pt x="159" y="108"/>
                      <a:pt x="168" y="62"/>
                      <a:pt x="135" y="36"/>
                    </a:cubicBezTo>
                    <a:cubicBezTo>
                      <a:pt x="133" y="35"/>
                      <a:pt x="100" y="10"/>
                      <a:pt x="99" y="2"/>
                    </a:cubicBezTo>
                    <a:cubicBezTo>
                      <a:pt x="99" y="2"/>
                      <a:pt x="99" y="1"/>
                      <a:pt x="99" y="0"/>
                    </a:cubicBezTo>
                    <a:cubicBezTo>
                      <a:pt x="63" y="1"/>
                      <a:pt x="63" y="1"/>
                      <a:pt x="63" y="1"/>
                    </a:cubicBezTo>
                    <a:cubicBezTo>
                      <a:pt x="58" y="9"/>
                      <a:pt x="50" y="19"/>
                      <a:pt x="38" y="31"/>
                    </a:cubicBezTo>
                    <a:cubicBezTo>
                      <a:pt x="37" y="32"/>
                      <a:pt x="0" y="69"/>
                      <a:pt x="15" y="124"/>
                    </a:cubicBezTo>
                    <a:cubicBezTo>
                      <a:pt x="15" y="125"/>
                      <a:pt x="16" y="128"/>
                      <a:pt x="8" y="139"/>
                    </a:cubicBezTo>
                    <a:cubicBezTo>
                      <a:pt x="8" y="139"/>
                      <a:pt x="8" y="139"/>
                      <a:pt x="8" y="139"/>
                    </a:cubicBezTo>
                    <a:cubicBezTo>
                      <a:pt x="8" y="139"/>
                      <a:pt x="6" y="142"/>
                      <a:pt x="7" y="143"/>
                    </a:cubicBezTo>
                    <a:cubicBezTo>
                      <a:pt x="9" y="145"/>
                      <a:pt x="12" y="145"/>
                      <a:pt x="16" y="144"/>
                    </a:cubicBezTo>
                    <a:cubicBezTo>
                      <a:pt x="16" y="144"/>
                      <a:pt x="21" y="143"/>
                      <a:pt x="28" y="142"/>
                    </a:cubicBezTo>
                    <a:cubicBezTo>
                      <a:pt x="28" y="142"/>
                      <a:pt x="28" y="142"/>
                      <a:pt x="28" y="142"/>
                    </a:cubicBezTo>
                    <a:cubicBezTo>
                      <a:pt x="29" y="142"/>
                      <a:pt x="29" y="142"/>
                      <a:pt x="29" y="142"/>
                    </a:cubicBezTo>
                    <a:cubicBezTo>
                      <a:pt x="29" y="142"/>
                      <a:pt x="48" y="148"/>
                      <a:pt x="78" y="148"/>
                    </a:cubicBezTo>
                    <a:cubicBezTo>
                      <a:pt x="100" y="148"/>
                      <a:pt x="122" y="145"/>
                      <a:pt x="143" y="139"/>
                    </a:cubicBezTo>
                    <a:cubicBezTo>
                      <a:pt x="143" y="139"/>
                      <a:pt x="149" y="138"/>
                      <a:pt x="155" y="141"/>
                    </a:cubicBezTo>
                    <a:cubicBezTo>
                      <a:pt x="155" y="141"/>
                      <a:pt x="157" y="142"/>
                      <a:pt x="159" y="142"/>
                    </a:cubicBezTo>
                    <a:cubicBezTo>
                      <a:pt x="162" y="142"/>
                      <a:pt x="165" y="140"/>
                      <a:pt x="167" y="138"/>
                    </a:cubicBezTo>
                    <a:cubicBezTo>
                      <a:pt x="167" y="138"/>
                      <a:pt x="169" y="135"/>
                      <a:pt x="163" y="131"/>
                    </a:cubicBezTo>
                    <a:close/>
                    <a:moveTo>
                      <a:pt x="107" y="101"/>
                    </a:moveTo>
                    <a:cubicBezTo>
                      <a:pt x="56" y="100"/>
                      <a:pt x="56" y="100"/>
                      <a:pt x="56" y="100"/>
                    </a:cubicBezTo>
                    <a:cubicBezTo>
                      <a:pt x="56" y="96"/>
                      <a:pt x="56" y="96"/>
                      <a:pt x="56" y="96"/>
                    </a:cubicBezTo>
                    <a:cubicBezTo>
                      <a:pt x="64" y="93"/>
                      <a:pt x="70" y="86"/>
                      <a:pt x="70" y="79"/>
                    </a:cubicBezTo>
                    <a:cubicBezTo>
                      <a:pt x="70" y="77"/>
                      <a:pt x="70" y="75"/>
                      <a:pt x="70" y="73"/>
                    </a:cubicBezTo>
                    <a:cubicBezTo>
                      <a:pt x="57" y="73"/>
                      <a:pt x="57" y="73"/>
                      <a:pt x="57" y="73"/>
                    </a:cubicBezTo>
                    <a:cubicBezTo>
                      <a:pt x="57" y="67"/>
                      <a:pt x="57" y="67"/>
                      <a:pt x="57" y="67"/>
                    </a:cubicBezTo>
                    <a:cubicBezTo>
                      <a:pt x="68" y="67"/>
                      <a:pt x="68" y="67"/>
                      <a:pt x="68" y="67"/>
                    </a:cubicBezTo>
                    <a:cubicBezTo>
                      <a:pt x="68" y="64"/>
                      <a:pt x="67" y="61"/>
                      <a:pt x="67" y="57"/>
                    </a:cubicBezTo>
                    <a:cubicBezTo>
                      <a:pt x="67" y="46"/>
                      <a:pt x="77" y="39"/>
                      <a:pt x="91" y="39"/>
                    </a:cubicBezTo>
                    <a:cubicBezTo>
                      <a:pt x="97" y="39"/>
                      <a:pt x="102" y="40"/>
                      <a:pt x="104" y="41"/>
                    </a:cubicBezTo>
                    <a:cubicBezTo>
                      <a:pt x="102" y="47"/>
                      <a:pt x="102" y="47"/>
                      <a:pt x="102" y="47"/>
                    </a:cubicBezTo>
                    <a:cubicBezTo>
                      <a:pt x="100" y="46"/>
                      <a:pt x="96" y="45"/>
                      <a:pt x="91" y="45"/>
                    </a:cubicBezTo>
                    <a:cubicBezTo>
                      <a:pt x="81" y="45"/>
                      <a:pt x="77" y="50"/>
                      <a:pt x="77" y="57"/>
                    </a:cubicBezTo>
                    <a:cubicBezTo>
                      <a:pt x="77" y="61"/>
                      <a:pt x="78" y="64"/>
                      <a:pt x="79" y="67"/>
                    </a:cubicBezTo>
                    <a:cubicBezTo>
                      <a:pt x="97" y="67"/>
                      <a:pt x="97" y="67"/>
                      <a:pt x="97" y="67"/>
                    </a:cubicBezTo>
                    <a:cubicBezTo>
                      <a:pt x="96" y="73"/>
                      <a:pt x="96" y="73"/>
                      <a:pt x="96" y="73"/>
                    </a:cubicBezTo>
                    <a:cubicBezTo>
                      <a:pt x="80" y="73"/>
                      <a:pt x="80" y="73"/>
                      <a:pt x="80" y="73"/>
                    </a:cubicBezTo>
                    <a:cubicBezTo>
                      <a:pt x="80" y="76"/>
                      <a:pt x="80" y="80"/>
                      <a:pt x="79" y="83"/>
                    </a:cubicBezTo>
                    <a:cubicBezTo>
                      <a:pt x="78" y="87"/>
                      <a:pt x="75" y="91"/>
                      <a:pt x="71" y="93"/>
                    </a:cubicBezTo>
                    <a:cubicBezTo>
                      <a:pt x="71" y="94"/>
                      <a:pt x="71" y="94"/>
                      <a:pt x="71" y="94"/>
                    </a:cubicBezTo>
                    <a:cubicBezTo>
                      <a:pt x="107" y="94"/>
                      <a:pt x="107" y="94"/>
                      <a:pt x="107" y="94"/>
                    </a:cubicBezTo>
                    <a:lnTo>
                      <a:pt x="107"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8" name="Freeform 37"/>
              <p:cNvSpPr>
                <a:spLocks/>
              </p:cNvSpPr>
              <p:nvPr/>
            </p:nvSpPr>
            <p:spPr bwMode="auto">
              <a:xfrm>
                <a:off x="6147" y="2633"/>
                <a:ext cx="129" cy="81"/>
              </a:xfrm>
              <a:custGeom>
                <a:avLst/>
                <a:gdLst>
                  <a:gd name="T0" fmla="*/ 14 w 54"/>
                  <a:gd name="T1" fmla="*/ 34 h 34"/>
                  <a:gd name="T2" fmla="*/ 43 w 54"/>
                  <a:gd name="T3" fmla="*/ 34 h 34"/>
                  <a:gd name="T4" fmla="*/ 54 w 54"/>
                  <a:gd name="T5" fmla="*/ 13 h 34"/>
                  <a:gd name="T6" fmla="*/ 28 w 54"/>
                  <a:gd name="T7" fmla="*/ 12 h 34"/>
                  <a:gd name="T8" fmla="*/ 16 w 54"/>
                  <a:gd name="T9" fmla="*/ 6 h 34"/>
                  <a:gd name="T10" fmla="*/ 4 w 54"/>
                  <a:gd name="T11" fmla="*/ 13 h 34"/>
                  <a:gd name="T12" fmla="*/ 14 w 5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54" h="34">
                    <a:moveTo>
                      <a:pt x="14" y="34"/>
                    </a:moveTo>
                    <a:cubicBezTo>
                      <a:pt x="43" y="34"/>
                      <a:pt x="43" y="34"/>
                      <a:pt x="43" y="34"/>
                    </a:cubicBezTo>
                    <a:cubicBezTo>
                      <a:pt x="45" y="29"/>
                      <a:pt x="48" y="22"/>
                      <a:pt x="54" y="13"/>
                    </a:cubicBezTo>
                    <a:cubicBezTo>
                      <a:pt x="54" y="13"/>
                      <a:pt x="51" y="3"/>
                      <a:pt x="28" y="12"/>
                    </a:cubicBezTo>
                    <a:cubicBezTo>
                      <a:pt x="28" y="12"/>
                      <a:pt x="22" y="11"/>
                      <a:pt x="16" y="6"/>
                    </a:cubicBezTo>
                    <a:cubicBezTo>
                      <a:pt x="16" y="6"/>
                      <a:pt x="0" y="0"/>
                      <a:pt x="4" y="13"/>
                    </a:cubicBezTo>
                    <a:lnTo>
                      <a:pt x="1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49" name="Freeform 38"/>
              <p:cNvSpPr>
                <a:spLocks noEditPoints="1"/>
              </p:cNvSpPr>
              <p:nvPr/>
            </p:nvSpPr>
            <p:spPr bwMode="auto">
              <a:xfrm>
                <a:off x="6152" y="2642"/>
                <a:ext cx="126" cy="74"/>
              </a:xfrm>
              <a:custGeom>
                <a:avLst/>
                <a:gdLst>
                  <a:gd name="T0" fmla="*/ 12 w 53"/>
                  <a:gd name="T1" fmla="*/ 31 h 31"/>
                  <a:gd name="T2" fmla="*/ 1 w 53"/>
                  <a:gd name="T3" fmla="*/ 9 h 31"/>
                  <a:gd name="T4" fmla="*/ 2 w 53"/>
                  <a:gd name="T5" fmla="*/ 2 h 31"/>
                  <a:gd name="T6" fmla="*/ 7 w 53"/>
                  <a:gd name="T7" fmla="*/ 0 h 31"/>
                  <a:gd name="T8" fmla="*/ 15 w 53"/>
                  <a:gd name="T9" fmla="*/ 2 h 31"/>
                  <a:gd name="T10" fmla="*/ 15 w 53"/>
                  <a:gd name="T11" fmla="*/ 2 h 31"/>
                  <a:gd name="T12" fmla="*/ 25 w 53"/>
                  <a:gd name="T13" fmla="*/ 7 h 31"/>
                  <a:gd name="T14" fmla="*/ 42 w 53"/>
                  <a:gd name="T15" fmla="*/ 3 h 31"/>
                  <a:gd name="T16" fmla="*/ 53 w 53"/>
                  <a:gd name="T17" fmla="*/ 9 h 31"/>
                  <a:gd name="T18" fmla="*/ 53 w 53"/>
                  <a:gd name="T19" fmla="*/ 9 h 31"/>
                  <a:gd name="T20" fmla="*/ 53 w 53"/>
                  <a:gd name="T21" fmla="*/ 9 h 31"/>
                  <a:gd name="T22" fmla="*/ 42 w 53"/>
                  <a:gd name="T23" fmla="*/ 31 h 31"/>
                  <a:gd name="T24" fmla="*/ 42 w 53"/>
                  <a:gd name="T25" fmla="*/ 31 h 31"/>
                  <a:gd name="T26" fmla="*/ 12 w 53"/>
                  <a:gd name="T27" fmla="*/ 31 h 31"/>
                  <a:gd name="T28" fmla="*/ 7 w 53"/>
                  <a:gd name="T29" fmla="*/ 1 h 31"/>
                  <a:gd name="T30" fmla="*/ 2 w 53"/>
                  <a:gd name="T31" fmla="*/ 3 h 31"/>
                  <a:gd name="T32" fmla="*/ 2 w 53"/>
                  <a:gd name="T33" fmla="*/ 9 h 31"/>
                  <a:gd name="T34" fmla="*/ 13 w 53"/>
                  <a:gd name="T35" fmla="*/ 30 h 31"/>
                  <a:gd name="T36" fmla="*/ 41 w 53"/>
                  <a:gd name="T37" fmla="*/ 30 h 31"/>
                  <a:gd name="T38" fmla="*/ 52 w 53"/>
                  <a:gd name="T39" fmla="*/ 9 h 31"/>
                  <a:gd name="T40" fmla="*/ 42 w 53"/>
                  <a:gd name="T41" fmla="*/ 4 h 31"/>
                  <a:gd name="T42" fmla="*/ 26 w 53"/>
                  <a:gd name="T43" fmla="*/ 8 h 31"/>
                  <a:gd name="T44" fmla="*/ 26 w 53"/>
                  <a:gd name="T45" fmla="*/ 8 h 31"/>
                  <a:gd name="T46" fmla="*/ 25 w 53"/>
                  <a:gd name="T47" fmla="*/ 8 h 31"/>
                  <a:gd name="T48" fmla="*/ 14 w 53"/>
                  <a:gd name="T49" fmla="*/ 3 h 31"/>
                  <a:gd name="T50" fmla="*/ 7 w 53"/>
                  <a:gd name="T5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1">
                    <a:moveTo>
                      <a:pt x="12" y="31"/>
                    </a:moveTo>
                    <a:cubicBezTo>
                      <a:pt x="1" y="9"/>
                      <a:pt x="1" y="9"/>
                      <a:pt x="1" y="9"/>
                    </a:cubicBezTo>
                    <a:cubicBezTo>
                      <a:pt x="0" y="6"/>
                      <a:pt x="0" y="4"/>
                      <a:pt x="2" y="2"/>
                    </a:cubicBezTo>
                    <a:cubicBezTo>
                      <a:pt x="3" y="1"/>
                      <a:pt x="4" y="0"/>
                      <a:pt x="7" y="0"/>
                    </a:cubicBezTo>
                    <a:cubicBezTo>
                      <a:pt x="10" y="0"/>
                      <a:pt x="14" y="2"/>
                      <a:pt x="15" y="2"/>
                    </a:cubicBezTo>
                    <a:cubicBezTo>
                      <a:pt x="15" y="2"/>
                      <a:pt x="15" y="2"/>
                      <a:pt x="15" y="2"/>
                    </a:cubicBezTo>
                    <a:cubicBezTo>
                      <a:pt x="20" y="6"/>
                      <a:pt x="25" y="7"/>
                      <a:pt x="25" y="7"/>
                    </a:cubicBezTo>
                    <a:cubicBezTo>
                      <a:pt x="32" y="5"/>
                      <a:pt x="37" y="3"/>
                      <a:pt x="42" y="3"/>
                    </a:cubicBezTo>
                    <a:cubicBezTo>
                      <a:pt x="51" y="3"/>
                      <a:pt x="53" y="9"/>
                      <a:pt x="53" y="9"/>
                    </a:cubicBezTo>
                    <a:cubicBezTo>
                      <a:pt x="53" y="9"/>
                      <a:pt x="53" y="9"/>
                      <a:pt x="53" y="9"/>
                    </a:cubicBezTo>
                    <a:cubicBezTo>
                      <a:pt x="53" y="9"/>
                      <a:pt x="53" y="9"/>
                      <a:pt x="53" y="9"/>
                    </a:cubicBezTo>
                    <a:cubicBezTo>
                      <a:pt x="48" y="17"/>
                      <a:pt x="44" y="24"/>
                      <a:pt x="42" y="31"/>
                    </a:cubicBezTo>
                    <a:cubicBezTo>
                      <a:pt x="42" y="31"/>
                      <a:pt x="42" y="31"/>
                      <a:pt x="42" y="31"/>
                    </a:cubicBezTo>
                    <a:lnTo>
                      <a:pt x="12" y="31"/>
                    </a:lnTo>
                    <a:close/>
                    <a:moveTo>
                      <a:pt x="7" y="1"/>
                    </a:moveTo>
                    <a:cubicBezTo>
                      <a:pt x="5" y="1"/>
                      <a:pt x="3" y="2"/>
                      <a:pt x="2" y="3"/>
                    </a:cubicBezTo>
                    <a:cubicBezTo>
                      <a:pt x="1" y="4"/>
                      <a:pt x="1" y="6"/>
                      <a:pt x="2" y="9"/>
                    </a:cubicBezTo>
                    <a:cubicBezTo>
                      <a:pt x="13" y="30"/>
                      <a:pt x="13" y="30"/>
                      <a:pt x="13" y="30"/>
                    </a:cubicBezTo>
                    <a:cubicBezTo>
                      <a:pt x="41" y="30"/>
                      <a:pt x="41" y="30"/>
                      <a:pt x="41" y="30"/>
                    </a:cubicBezTo>
                    <a:cubicBezTo>
                      <a:pt x="43" y="23"/>
                      <a:pt x="47" y="16"/>
                      <a:pt x="52" y="9"/>
                    </a:cubicBezTo>
                    <a:cubicBezTo>
                      <a:pt x="51" y="8"/>
                      <a:pt x="49" y="4"/>
                      <a:pt x="42" y="4"/>
                    </a:cubicBezTo>
                    <a:cubicBezTo>
                      <a:pt x="37" y="4"/>
                      <a:pt x="32" y="6"/>
                      <a:pt x="26" y="8"/>
                    </a:cubicBezTo>
                    <a:cubicBezTo>
                      <a:pt x="26" y="8"/>
                      <a:pt x="26" y="8"/>
                      <a:pt x="26" y="8"/>
                    </a:cubicBezTo>
                    <a:cubicBezTo>
                      <a:pt x="25" y="8"/>
                      <a:pt x="25" y="8"/>
                      <a:pt x="25" y="8"/>
                    </a:cubicBezTo>
                    <a:cubicBezTo>
                      <a:pt x="25" y="8"/>
                      <a:pt x="20" y="7"/>
                      <a:pt x="14" y="3"/>
                    </a:cubicBezTo>
                    <a:cubicBezTo>
                      <a:pt x="14" y="3"/>
                      <a:pt x="10"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 name="Freeform 39"/>
              <p:cNvSpPr>
                <a:spLocks/>
              </p:cNvSpPr>
              <p:nvPr/>
            </p:nvSpPr>
            <p:spPr bwMode="auto">
              <a:xfrm>
                <a:off x="6171" y="2721"/>
                <a:ext cx="86" cy="24"/>
              </a:xfrm>
              <a:custGeom>
                <a:avLst/>
                <a:gdLst>
                  <a:gd name="T0" fmla="*/ 31 w 36"/>
                  <a:gd name="T1" fmla="*/ 0 h 10"/>
                  <a:gd name="T2" fmla="*/ 5 w 36"/>
                  <a:gd name="T3" fmla="*/ 0 h 10"/>
                  <a:gd name="T4" fmla="*/ 0 w 36"/>
                  <a:gd name="T5" fmla="*/ 5 h 10"/>
                  <a:gd name="T6" fmla="*/ 5 w 36"/>
                  <a:gd name="T7" fmla="*/ 10 h 10"/>
                  <a:gd name="T8" fmla="*/ 31 w 36"/>
                  <a:gd name="T9" fmla="*/ 10 h 10"/>
                  <a:gd name="T10" fmla="*/ 36 w 36"/>
                  <a:gd name="T11" fmla="*/ 5 h 10"/>
                  <a:gd name="T12" fmla="*/ 31 w 3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1" y="0"/>
                    </a:moveTo>
                    <a:cubicBezTo>
                      <a:pt x="5" y="0"/>
                      <a:pt x="5" y="0"/>
                      <a:pt x="5" y="0"/>
                    </a:cubicBezTo>
                    <a:cubicBezTo>
                      <a:pt x="2" y="0"/>
                      <a:pt x="0" y="2"/>
                      <a:pt x="0" y="5"/>
                    </a:cubicBezTo>
                    <a:cubicBezTo>
                      <a:pt x="0" y="7"/>
                      <a:pt x="2" y="10"/>
                      <a:pt x="5" y="10"/>
                    </a:cubicBezTo>
                    <a:cubicBezTo>
                      <a:pt x="31" y="10"/>
                      <a:pt x="31" y="10"/>
                      <a:pt x="31" y="10"/>
                    </a:cubicBezTo>
                    <a:cubicBezTo>
                      <a:pt x="34" y="10"/>
                      <a:pt x="36" y="7"/>
                      <a:pt x="36" y="5"/>
                    </a:cubicBezTo>
                    <a:cubicBezTo>
                      <a:pt x="36" y="2"/>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1" name="Freeform 40"/>
              <p:cNvSpPr>
                <a:spLocks noEditPoints="1"/>
              </p:cNvSpPr>
              <p:nvPr/>
            </p:nvSpPr>
            <p:spPr bwMode="auto">
              <a:xfrm>
                <a:off x="6171" y="2719"/>
                <a:ext cx="86" cy="26"/>
              </a:xfrm>
              <a:custGeom>
                <a:avLst/>
                <a:gdLst>
                  <a:gd name="T0" fmla="*/ 5 w 36"/>
                  <a:gd name="T1" fmla="*/ 11 h 11"/>
                  <a:gd name="T2" fmla="*/ 0 w 36"/>
                  <a:gd name="T3" fmla="*/ 6 h 11"/>
                  <a:gd name="T4" fmla="*/ 1 w 36"/>
                  <a:gd name="T5" fmla="*/ 2 h 11"/>
                  <a:gd name="T6" fmla="*/ 5 w 36"/>
                  <a:gd name="T7" fmla="*/ 0 h 11"/>
                  <a:gd name="T8" fmla="*/ 31 w 36"/>
                  <a:gd name="T9" fmla="*/ 0 h 11"/>
                  <a:gd name="T10" fmla="*/ 36 w 36"/>
                  <a:gd name="T11" fmla="*/ 6 h 11"/>
                  <a:gd name="T12" fmla="*/ 31 w 36"/>
                  <a:gd name="T13" fmla="*/ 11 h 11"/>
                  <a:gd name="T14" fmla="*/ 5 w 36"/>
                  <a:gd name="T15" fmla="*/ 11 h 11"/>
                  <a:gd name="T16" fmla="*/ 31 w 36"/>
                  <a:gd name="T17" fmla="*/ 1 h 11"/>
                  <a:gd name="T18" fmla="*/ 5 w 36"/>
                  <a:gd name="T19" fmla="*/ 1 h 11"/>
                  <a:gd name="T20" fmla="*/ 2 w 36"/>
                  <a:gd name="T21" fmla="*/ 3 h 11"/>
                  <a:gd name="T22" fmla="*/ 1 w 36"/>
                  <a:gd name="T23" fmla="*/ 6 h 11"/>
                  <a:gd name="T24" fmla="*/ 5 w 36"/>
                  <a:gd name="T25" fmla="*/ 10 h 11"/>
                  <a:gd name="T26" fmla="*/ 5 w 36"/>
                  <a:gd name="T27" fmla="*/ 11 h 11"/>
                  <a:gd name="T28" fmla="*/ 5 w 36"/>
                  <a:gd name="T29" fmla="*/ 10 h 11"/>
                  <a:gd name="T30" fmla="*/ 31 w 36"/>
                  <a:gd name="T31" fmla="*/ 10 h 11"/>
                  <a:gd name="T32" fmla="*/ 35 w 36"/>
                  <a:gd name="T33" fmla="*/ 6 h 11"/>
                  <a:gd name="T34" fmla="*/ 31 w 36"/>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1">
                    <a:moveTo>
                      <a:pt x="5" y="11"/>
                    </a:moveTo>
                    <a:cubicBezTo>
                      <a:pt x="2" y="11"/>
                      <a:pt x="0" y="9"/>
                      <a:pt x="0" y="6"/>
                    </a:cubicBezTo>
                    <a:cubicBezTo>
                      <a:pt x="0" y="4"/>
                      <a:pt x="0" y="3"/>
                      <a:pt x="1" y="2"/>
                    </a:cubicBezTo>
                    <a:cubicBezTo>
                      <a:pt x="2" y="1"/>
                      <a:pt x="4" y="0"/>
                      <a:pt x="5" y="0"/>
                    </a:cubicBezTo>
                    <a:cubicBezTo>
                      <a:pt x="31" y="0"/>
                      <a:pt x="31" y="0"/>
                      <a:pt x="31" y="0"/>
                    </a:cubicBezTo>
                    <a:cubicBezTo>
                      <a:pt x="34" y="0"/>
                      <a:pt x="36" y="3"/>
                      <a:pt x="36" y="6"/>
                    </a:cubicBezTo>
                    <a:cubicBezTo>
                      <a:pt x="36" y="9"/>
                      <a:pt x="34" y="11"/>
                      <a:pt x="31" y="11"/>
                    </a:cubicBezTo>
                    <a:lnTo>
                      <a:pt x="5" y="11"/>
                    </a:lnTo>
                    <a:close/>
                    <a:moveTo>
                      <a:pt x="31" y="1"/>
                    </a:moveTo>
                    <a:cubicBezTo>
                      <a:pt x="5" y="1"/>
                      <a:pt x="5" y="1"/>
                      <a:pt x="5" y="1"/>
                    </a:cubicBezTo>
                    <a:cubicBezTo>
                      <a:pt x="4" y="1"/>
                      <a:pt x="3" y="2"/>
                      <a:pt x="2" y="3"/>
                    </a:cubicBezTo>
                    <a:cubicBezTo>
                      <a:pt x="1" y="3"/>
                      <a:pt x="1" y="5"/>
                      <a:pt x="1" y="6"/>
                    </a:cubicBezTo>
                    <a:cubicBezTo>
                      <a:pt x="1" y="8"/>
                      <a:pt x="3" y="10"/>
                      <a:pt x="5" y="10"/>
                    </a:cubicBezTo>
                    <a:cubicBezTo>
                      <a:pt x="5" y="11"/>
                      <a:pt x="5" y="11"/>
                      <a:pt x="5" y="11"/>
                    </a:cubicBezTo>
                    <a:cubicBezTo>
                      <a:pt x="5" y="10"/>
                      <a:pt x="5" y="10"/>
                      <a:pt x="5" y="10"/>
                    </a:cubicBezTo>
                    <a:cubicBezTo>
                      <a:pt x="31" y="10"/>
                      <a:pt x="31" y="10"/>
                      <a:pt x="31" y="10"/>
                    </a:cubicBezTo>
                    <a:cubicBezTo>
                      <a:pt x="33" y="10"/>
                      <a:pt x="35" y="8"/>
                      <a:pt x="35" y="6"/>
                    </a:cubicBezTo>
                    <a:cubicBezTo>
                      <a:pt x="35" y="3"/>
                      <a:pt x="33" y="1"/>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2" name="Freeform 41"/>
              <p:cNvSpPr>
                <a:spLocks noEditPoints="1"/>
              </p:cNvSpPr>
              <p:nvPr/>
            </p:nvSpPr>
            <p:spPr bwMode="auto">
              <a:xfrm>
                <a:off x="6066" y="2752"/>
                <a:ext cx="300" cy="264"/>
              </a:xfrm>
              <a:custGeom>
                <a:avLst/>
                <a:gdLst>
                  <a:gd name="T0" fmla="*/ 120 w 126"/>
                  <a:gd name="T1" fmla="*/ 99 h 110"/>
                  <a:gd name="T2" fmla="*/ 118 w 126"/>
                  <a:gd name="T3" fmla="*/ 82 h 110"/>
                  <a:gd name="T4" fmla="*/ 101 w 126"/>
                  <a:gd name="T5" fmla="*/ 28 h 110"/>
                  <a:gd name="T6" fmla="*/ 76 w 126"/>
                  <a:gd name="T7" fmla="*/ 2 h 110"/>
                  <a:gd name="T8" fmla="*/ 75 w 126"/>
                  <a:gd name="T9" fmla="*/ 0 h 110"/>
                  <a:gd name="T10" fmla="*/ 48 w 126"/>
                  <a:gd name="T11" fmla="*/ 0 h 110"/>
                  <a:gd name="T12" fmla="*/ 29 w 126"/>
                  <a:gd name="T13" fmla="*/ 22 h 110"/>
                  <a:gd name="T14" fmla="*/ 10 w 126"/>
                  <a:gd name="T15" fmla="*/ 91 h 110"/>
                  <a:gd name="T16" fmla="*/ 4 w 126"/>
                  <a:gd name="T17" fmla="*/ 102 h 110"/>
                  <a:gd name="T18" fmla="*/ 4 w 126"/>
                  <a:gd name="T19" fmla="*/ 105 h 110"/>
                  <a:gd name="T20" fmla="*/ 10 w 126"/>
                  <a:gd name="T21" fmla="*/ 106 h 110"/>
                  <a:gd name="T22" fmla="*/ 19 w 126"/>
                  <a:gd name="T23" fmla="*/ 105 h 110"/>
                  <a:gd name="T24" fmla="*/ 19 w 126"/>
                  <a:gd name="T25" fmla="*/ 105 h 110"/>
                  <a:gd name="T26" fmla="*/ 20 w 126"/>
                  <a:gd name="T27" fmla="*/ 105 h 110"/>
                  <a:gd name="T28" fmla="*/ 61 w 126"/>
                  <a:gd name="T29" fmla="*/ 110 h 110"/>
                  <a:gd name="T30" fmla="*/ 105 w 126"/>
                  <a:gd name="T31" fmla="*/ 104 h 110"/>
                  <a:gd name="T32" fmla="*/ 107 w 126"/>
                  <a:gd name="T33" fmla="*/ 104 h 110"/>
                  <a:gd name="T34" fmla="*/ 114 w 126"/>
                  <a:gd name="T35" fmla="*/ 106 h 110"/>
                  <a:gd name="T36" fmla="*/ 118 w 126"/>
                  <a:gd name="T37" fmla="*/ 107 h 110"/>
                  <a:gd name="T38" fmla="*/ 123 w 126"/>
                  <a:gd name="T39" fmla="*/ 104 h 110"/>
                  <a:gd name="T40" fmla="*/ 120 w 126"/>
                  <a:gd name="T41" fmla="*/ 99 h 110"/>
                  <a:gd name="T42" fmla="*/ 81 w 126"/>
                  <a:gd name="T43" fmla="*/ 55 h 110"/>
                  <a:gd name="T44" fmla="*/ 81 w 126"/>
                  <a:gd name="T45" fmla="*/ 58 h 110"/>
                  <a:gd name="T46" fmla="*/ 53 w 126"/>
                  <a:gd name="T47" fmla="*/ 57 h 110"/>
                  <a:gd name="T48" fmla="*/ 53 w 126"/>
                  <a:gd name="T49" fmla="*/ 62 h 110"/>
                  <a:gd name="T50" fmla="*/ 81 w 126"/>
                  <a:gd name="T51" fmla="*/ 62 h 110"/>
                  <a:gd name="T52" fmla="*/ 81 w 126"/>
                  <a:gd name="T53" fmla="*/ 66 h 110"/>
                  <a:gd name="T54" fmla="*/ 53 w 126"/>
                  <a:gd name="T55" fmla="*/ 65 h 110"/>
                  <a:gd name="T56" fmla="*/ 67 w 126"/>
                  <a:gd name="T57" fmla="*/ 80 h 110"/>
                  <a:gd name="T58" fmla="*/ 83 w 126"/>
                  <a:gd name="T59" fmla="*/ 78 h 110"/>
                  <a:gd name="T60" fmla="*/ 85 w 126"/>
                  <a:gd name="T61" fmla="*/ 83 h 110"/>
                  <a:gd name="T62" fmla="*/ 54 w 126"/>
                  <a:gd name="T63" fmla="*/ 81 h 110"/>
                  <a:gd name="T64" fmla="*/ 45 w 126"/>
                  <a:gd name="T65" fmla="*/ 65 h 110"/>
                  <a:gd name="T66" fmla="*/ 38 w 126"/>
                  <a:gd name="T67" fmla="*/ 65 h 110"/>
                  <a:gd name="T68" fmla="*/ 39 w 126"/>
                  <a:gd name="T69" fmla="*/ 61 h 110"/>
                  <a:gd name="T70" fmla="*/ 44 w 126"/>
                  <a:gd name="T71" fmla="*/ 61 h 110"/>
                  <a:gd name="T72" fmla="*/ 45 w 126"/>
                  <a:gd name="T73" fmla="*/ 58 h 110"/>
                  <a:gd name="T74" fmla="*/ 39 w 126"/>
                  <a:gd name="T75" fmla="*/ 57 h 110"/>
                  <a:gd name="T76" fmla="*/ 39 w 126"/>
                  <a:gd name="T77" fmla="*/ 53 h 110"/>
                  <a:gd name="T78" fmla="*/ 45 w 126"/>
                  <a:gd name="T79" fmla="*/ 53 h 110"/>
                  <a:gd name="T80" fmla="*/ 67 w 126"/>
                  <a:gd name="T81" fmla="*/ 35 h 110"/>
                  <a:gd name="T82" fmla="*/ 86 w 126"/>
                  <a:gd name="T83" fmla="*/ 38 h 110"/>
                  <a:gd name="T84" fmla="*/ 83 w 126"/>
                  <a:gd name="T85" fmla="*/ 43 h 110"/>
                  <a:gd name="T86" fmla="*/ 54 w 126"/>
                  <a:gd name="T87" fmla="*/ 54 h 110"/>
                  <a:gd name="T88" fmla="*/ 81 w 126"/>
                  <a:gd name="T89"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110">
                    <a:moveTo>
                      <a:pt x="120" y="99"/>
                    </a:moveTo>
                    <a:cubicBezTo>
                      <a:pt x="120" y="99"/>
                      <a:pt x="114" y="94"/>
                      <a:pt x="118" y="82"/>
                    </a:cubicBezTo>
                    <a:cubicBezTo>
                      <a:pt x="118" y="82"/>
                      <a:pt x="126" y="48"/>
                      <a:pt x="101" y="28"/>
                    </a:cubicBezTo>
                    <a:cubicBezTo>
                      <a:pt x="99" y="26"/>
                      <a:pt x="76" y="7"/>
                      <a:pt x="76" y="2"/>
                    </a:cubicBezTo>
                    <a:cubicBezTo>
                      <a:pt x="76" y="1"/>
                      <a:pt x="75" y="1"/>
                      <a:pt x="75" y="0"/>
                    </a:cubicBezTo>
                    <a:cubicBezTo>
                      <a:pt x="48" y="0"/>
                      <a:pt x="48" y="0"/>
                      <a:pt x="48" y="0"/>
                    </a:cubicBezTo>
                    <a:cubicBezTo>
                      <a:pt x="45" y="6"/>
                      <a:pt x="38" y="13"/>
                      <a:pt x="29" y="22"/>
                    </a:cubicBezTo>
                    <a:cubicBezTo>
                      <a:pt x="29" y="22"/>
                      <a:pt x="0" y="49"/>
                      <a:pt x="10" y="91"/>
                    </a:cubicBezTo>
                    <a:cubicBezTo>
                      <a:pt x="10" y="92"/>
                      <a:pt x="10" y="94"/>
                      <a:pt x="4" y="102"/>
                    </a:cubicBezTo>
                    <a:cubicBezTo>
                      <a:pt x="4" y="102"/>
                      <a:pt x="3" y="104"/>
                      <a:pt x="4" y="105"/>
                    </a:cubicBezTo>
                    <a:cubicBezTo>
                      <a:pt x="5" y="106"/>
                      <a:pt x="7" y="107"/>
                      <a:pt x="10" y="106"/>
                    </a:cubicBezTo>
                    <a:cubicBezTo>
                      <a:pt x="10" y="106"/>
                      <a:pt x="14" y="105"/>
                      <a:pt x="19" y="105"/>
                    </a:cubicBezTo>
                    <a:cubicBezTo>
                      <a:pt x="19" y="105"/>
                      <a:pt x="19" y="105"/>
                      <a:pt x="19" y="105"/>
                    </a:cubicBezTo>
                    <a:cubicBezTo>
                      <a:pt x="20" y="105"/>
                      <a:pt x="20" y="105"/>
                      <a:pt x="20" y="105"/>
                    </a:cubicBezTo>
                    <a:cubicBezTo>
                      <a:pt x="20" y="105"/>
                      <a:pt x="36" y="110"/>
                      <a:pt x="61" y="110"/>
                    </a:cubicBezTo>
                    <a:cubicBezTo>
                      <a:pt x="76" y="110"/>
                      <a:pt x="91" y="108"/>
                      <a:pt x="105" y="104"/>
                    </a:cubicBezTo>
                    <a:cubicBezTo>
                      <a:pt x="105" y="104"/>
                      <a:pt x="106" y="104"/>
                      <a:pt x="107" y="104"/>
                    </a:cubicBezTo>
                    <a:cubicBezTo>
                      <a:pt x="109" y="104"/>
                      <a:pt x="112" y="105"/>
                      <a:pt x="114" y="106"/>
                    </a:cubicBezTo>
                    <a:cubicBezTo>
                      <a:pt x="114" y="106"/>
                      <a:pt x="116" y="107"/>
                      <a:pt x="118" y="107"/>
                    </a:cubicBezTo>
                    <a:cubicBezTo>
                      <a:pt x="119" y="107"/>
                      <a:pt x="121" y="106"/>
                      <a:pt x="123" y="104"/>
                    </a:cubicBezTo>
                    <a:cubicBezTo>
                      <a:pt x="123" y="104"/>
                      <a:pt x="125" y="102"/>
                      <a:pt x="120" y="99"/>
                    </a:cubicBezTo>
                    <a:close/>
                    <a:moveTo>
                      <a:pt x="81" y="55"/>
                    </a:moveTo>
                    <a:cubicBezTo>
                      <a:pt x="81" y="58"/>
                      <a:pt x="81" y="58"/>
                      <a:pt x="81" y="58"/>
                    </a:cubicBezTo>
                    <a:cubicBezTo>
                      <a:pt x="53" y="57"/>
                      <a:pt x="53" y="57"/>
                      <a:pt x="53" y="57"/>
                    </a:cubicBezTo>
                    <a:cubicBezTo>
                      <a:pt x="53" y="57"/>
                      <a:pt x="52" y="61"/>
                      <a:pt x="53" y="62"/>
                    </a:cubicBezTo>
                    <a:cubicBezTo>
                      <a:pt x="81" y="62"/>
                      <a:pt x="81" y="62"/>
                      <a:pt x="81" y="62"/>
                    </a:cubicBezTo>
                    <a:cubicBezTo>
                      <a:pt x="81" y="66"/>
                      <a:pt x="81" y="66"/>
                      <a:pt x="81" y="66"/>
                    </a:cubicBezTo>
                    <a:cubicBezTo>
                      <a:pt x="53" y="65"/>
                      <a:pt x="53" y="65"/>
                      <a:pt x="53" y="65"/>
                    </a:cubicBezTo>
                    <a:cubicBezTo>
                      <a:pt x="53" y="65"/>
                      <a:pt x="54" y="78"/>
                      <a:pt x="67" y="80"/>
                    </a:cubicBezTo>
                    <a:cubicBezTo>
                      <a:pt x="67" y="80"/>
                      <a:pt x="76" y="82"/>
                      <a:pt x="83" y="78"/>
                    </a:cubicBezTo>
                    <a:cubicBezTo>
                      <a:pt x="85" y="83"/>
                      <a:pt x="85" y="83"/>
                      <a:pt x="85" y="83"/>
                    </a:cubicBezTo>
                    <a:cubicBezTo>
                      <a:pt x="85" y="83"/>
                      <a:pt x="71" y="91"/>
                      <a:pt x="54" y="81"/>
                    </a:cubicBezTo>
                    <a:cubicBezTo>
                      <a:pt x="54" y="81"/>
                      <a:pt x="46" y="76"/>
                      <a:pt x="45" y="65"/>
                    </a:cubicBezTo>
                    <a:cubicBezTo>
                      <a:pt x="38" y="65"/>
                      <a:pt x="38" y="65"/>
                      <a:pt x="38" y="65"/>
                    </a:cubicBezTo>
                    <a:cubicBezTo>
                      <a:pt x="39" y="61"/>
                      <a:pt x="39" y="61"/>
                      <a:pt x="39" y="61"/>
                    </a:cubicBezTo>
                    <a:cubicBezTo>
                      <a:pt x="44" y="61"/>
                      <a:pt x="44" y="61"/>
                      <a:pt x="44" y="61"/>
                    </a:cubicBezTo>
                    <a:cubicBezTo>
                      <a:pt x="44" y="61"/>
                      <a:pt x="44" y="60"/>
                      <a:pt x="45" y="58"/>
                    </a:cubicBezTo>
                    <a:cubicBezTo>
                      <a:pt x="39" y="57"/>
                      <a:pt x="39" y="57"/>
                      <a:pt x="39" y="57"/>
                    </a:cubicBezTo>
                    <a:cubicBezTo>
                      <a:pt x="39" y="53"/>
                      <a:pt x="39" y="53"/>
                      <a:pt x="39" y="53"/>
                    </a:cubicBezTo>
                    <a:cubicBezTo>
                      <a:pt x="45" y="53"/>
                      <a:pt x="45" y="53"/>
                      <a:pt x="45" y="53"/>
                    </a:cubicBezTo>
                    <a:cubicBezTo>
                      <a:pt x="45" y="53"/>
                      <a:pt x="48" y="37"/>
                      <a:pt x="67" y="35"/>
                    </a:cubicBezTo>
                    <a:cubicBezTo>
                      <a:pt x="67" y="35"/>
                      <a:pt x="81" y="33"/>
                      <a:pt x="86" y="38"/>
                    </a:cubicBezTo>
                    <a:cubicBezTo>
                      <a:pt x="83" y="43"/>
                      <a:pt x="83" y="43"/>
                      <a:pt x="83" y="43"/>
                    </a:cubicBezTo>
                    <a:cubicBezTo>
                      <a:pt x="83" y="43"/>
                      <a:pt x="61" y="33"/>
                      <a:pt x="54" y="54"/>
                    </a:cubicBezTo>
                    <a:lnTo>
                      <a:pt x="81"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53" name="组合 52"/>
          <p:cNvGrpSpPr/>
          <p:nvPr/>
        </p:nvGrpSpPr>
        <p:grpSpPr>
          <a:xfrm>
            <a:off x="7966540" y="5191539"/>
            <a:ext cx="750986" cy="750713"/>
            <a:chOff x="7552557" y="4529966"/>
            <a:chExt cx="711992" cy="711991"/>
          </a:xfrm>
        </p:grpSpPr>
        <p:sp>
          <p:nvSpPr>
            <p:cNvPr id="54" name="椭圆 53"/>
            <p:cNvSpPr/>
            <p:nvPr/>
          </p:nvSpPr>
          <p:spPr>
            <a:xfrm>
              <a:off x="7552557" y="4529966"/>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5" name="Freeform 108"/>
            <p:cNvSpPr>
              <a:spLocks noEditPoints="1"/>
            </p:cNvSpPr>
            <p:nvPr/>
          </p:nvSpPr>
          <p:spPr bwMode="auto">
            <a:xfrm>
              <a:off x="7699557" y="4683790"/>
              <a:ext cx="413176" cy="414662"/>
            </a:xfrm>
            <a:custGeom>
              <a:avLst/>
              <a:gdLst>
                <a:gd name="T0" fmla="*/ 97 w 115"/>
                <a:gd name="T1" fmla="*/ 48 h 115"/>
                <a:gd name="T2" fmla="*/ 91 w 115"/>
                <a:gd name="T3" fmla="*/ 41 h 115"/>
                <a:gd name="T4" fmla="*/ 102 w 115"/>
                <a:gd name="T5" fmla="*/ 26 h 115"/>
                <a:gd name="T6" fmla="*/ 94 w 115"/>
                <a:gd name="T7" fmla="*/ 13 h 115"/>
                <a:gd name="T8" fmla="*/ 79 w 115"/>
                <a:gd name="T9" fmla="*/ 23 h 115"/>
                <a:gd name="T10" fmla="*/ 70 w 115"/>
                <a:gd name="T11" fmla="*/ 22 h 115"/>
                <a:gd name="T12" fmla="*/ 67 w 115"/>
                <a:gd name="T13" fmla="*/ 3 h 115"/>
                <a:gd name="T14" fmla="*/ 52 w 115"/>
                <a:gd name="T15" fmla="*/ 0 h 115"/>
                <a:gd name="T16" fmla="*/ 48 w 115"/>
                <a:gd name="T17" fmla="*/ 18 h 115"/>
                <a:gd name="T18" fmla="*/ 41 w 115"/>
                <a:gd name="T19" fmla="*/ 24 h 115"/>
                <a:gd name="T20" fmla="*/ 26 w 115"/>
                <a:gd name="T21" fmla="*/ 13 h 115"/>
                <a:gd name="T22" fmla="*/ 13 w 115"/>
                <a:gd name="T23" fmla="*/ 21 h 115"/>
                <a:gd name="T24" fmla="*/ 23 w 115"/>
                <a:gd name="T25" fmla="*/ 36 h 115"/>
                <a:gd name="T26" fmla="*/ 22 w 115"/>
                <a:gd name="T27" fmla="*/ 45 h 115"/>
                <a:gd name="T28" fmla="*/ 4 w 115"/>
                <a:gd name="T29" fmla="*/ 48 h 115"/>
                <a:gd name="T30" fmla="*/ 0 w 115"/>
                <a:gd name="T31" fmla="*/ 63 h 115"/>
                <a:gd name="T32" fmla="*/ 18 w 115"/>
                <a:gd name="T33" fmla="*/ 66 h 115"/>
                <a:gd name="T34" fmla="*/ 24 w 115"/>
                <a:gd name="T35" fmla="*/ 73 h 115"/>
                <a:gd name="T36" fmla="*/ 13 w 115"/>
                <a:gd name="T37" fmla="*/ 89 h 115"/>
                <a:gd name="T38" fmla="*/ 21 w 115"/>
                <a:gd name="T39" fmla="*/ 102 h 115"/>
                <a:gd name="T40" fmla="*/ 36 w 115"/>
                <a:gd name="T41" fmla="*/ 92 h 115"/>
                <a:gd name="T42" fmla="*/ 45 w 115"/>
                <a:gd name="T43" fmla="*/ 92 h 115"/>
                <a:gd name="T44" fmla="*/ 48 w 115"/>
                <a:gd name="T45" fmla="*/ 111 h 115"/>
                <a:gd name="T46" fmla="*/ 63 w 115"/>
                <a:gd name="T47" fmla="*/ 115 h 115"/>
                <a:gd name="T48" fmla="*/ 67 w 115"/>
                <a:gd name="T49" fmla="*/ 97 h 115"/>
                <a:gd name="T50" fmla="*/ 74 w 115"/>
                <a:gd name="T51" fmla="*/ 91 h 115"/>
                <a:gd name="T52" fmla="*/ 89 w 115"/>
                <a:gd name="T53" fmla="*/ 102 h 115"/>
                <a:gd name="T54" fmla="*/ 102 w 115"/>
                <a:gd name="T55" fmla="*/ 94 h 115"/>
                <a:gd name="T56" fmla="*/ 92 w 115"/>
                <a:gd name="T57" fmla="*/ 79 h 115"/>
                <a:gd name="T58" fmla="*/ 93 w 115"/>
                <a:gd name="T59" fmla="*/ 70 h 115"/>
                <a:gd name="T60" fmla="*/ 112 w 115"/>
                <a:gd name="T61" fmla="*/ 66 h 115"/>
                <a:gd name="T62" fmla="*/ 115 w 115"/>
                <a:gd name="T63" fmla="*/ 52 h 115"/>
                <a:gd name="T64" fmla="*/ 58 w 115"/>
                <a:gd name="T65" fmla="*/ 79 h 115"/>
                <a:gd name="T66" fmla="*/ 58 w 115"/>
                <a:gd name="T67" fmla="*/ 36 h 115"/>
                <a:gd name="T68" fmla="*/ 58 w 115"/>
                <a:gd name="T69" fmla="*/ 79 h 115"/>
                <a:gd name="T70" fmla="*/ 49 w 115"/>
                <a:gd name="T71" fmla="*/ 57 h 115"/>
                <a:gd name="T72" fmla="*/ 67 w 115"/>
                <a:gd name="T73" fmla="*/ 5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15">
                  <a:moveTo>
                    <a:pt x="112" y="48"/>
                  </a:moveTo>
                  <a:cubicBezTo>
                    <a:pt x="97" y="48"/>
                    <a:pt x="97" y="48"/>
                    <a:pt x="97" y="48"/>
                  </a:cubicBezTo>
                  <a:cubicBezTo>
                    <a:pt x="95" y="48"/>
                    <a:pt x="93" y="47"/>
                    <a:pt x="93" y="45"/>
                  </a:cubicBezTo>
                  <a:cubicBezTo>
                    <a:pt x="91" y="41"/>
                    <a:pt x="91" y="41"/>
                    <a:pt x="91" y="41"/>
                  </a:cubicBezTo>
                  <a:cubicBezTo>
                    <a:pt x="90" y="40"/>
                    <a:pt x="91" y="37"/>
                    <a:pt x="92" y="36"/>
                  </a:cubicBezTo>
                  <a:cubicBezTo>
                    <a:pt x="102" y="26"/>
                    <a:pt x="102" y="26"/>
                    <a:pt x="102" y="26"/>
                  </a:cubicBezTo>
                  <a:cubicBezTo>
                    <a:pt x="104" y="24"/>
                    <a:pt x="104" y="22"/>
                    <a:pt x="102" y="21"/>
                  </a:cubicBezTo>
                  <a:cubicBezTo>
                    <a:pt x="94" y="13"/>
                    <a:pt x="94" y="13"/>
                    <a:pt x="94" y="13"/>
                  </a:cubicBezTo>
                  <a:cubicBezTo>
                    <a:pt x="93" y="11"/>
                    <a:pt x="91" y="11"/>
                    <a:pt x="89" y="13"/>
                  </a:cubicBezTo>
                  <a:cubicBezTo>
                    <a:pt x="79" y="23"/>
                    <a:pt x="79" y="23"/>
                    <a:pt x="79" y="23"/>
                  </a:cubicBezTo>
                  <a:cubicBezTo>
                    <a:pt x="78" y="24"/>
                    <a:pt x="75" y="25"/>
                    <a:pt x="74" y="24"/>
                  </a:cubicBezTo>
                  <a:cubicBezTo>
                    <a:pt x="70" y="22"/>
                    <a:pt x="70" y="22"/>
                    <a:pt x="70" y="22"/>
                  </a:cubicBezTo>
                  <a:cubicBezTo>
                    <a:pt x="68" y="22"/>
                    <a:pt x="67" y="20"/>
                    <a:pt x="67" y="18"/>
                  </a:cubicBezTo>
                  <a:cubicBezTo>
                    <a:pt x="67" y="3"/>
                    <a:pt x="67" y="3"/>
                    <a:pt x="67" y="3"/>
                  </a:cubicBezTo>
                  <a:cubicBezTo>
                    <a:pt x="67" y="1"/>
                    <a:pt x="65" y="0"/>
                    <a:pt x="63" y="0"/>
                  </a:cubicBezTo>
                  <a:cubicBezTo>
                    <a:pt x="52" y="0"/>
                    <a:pt x="52" y="0"/>
                    <a:pt x="52" y="0"/>
                  </a:cubicBezTo>
                  <a:cubicBezTo>
                    <a:pt x="50" y="0"/>
                    <a:pt x="48" y="1"/>
                    <a:pt x="48" y="3"/>
                  </a:cubicBezTo>
                  <a:cubicBezTo>
                    <a:pt x="48" y="18"/>
                    <a:pt x="48" y="18"/>
                    <a:pt x="48" y="18"/>
                  </a:cubicBezTo>
                  <a:cubicBezTo>
                    <a:pt x="48" y="20"/>
                    <a:pt x="47" y="22"/>
                    <a:pt x="45" y="22"/>
                  </a:cubicBezTo>
                  <a:cubicBezTo>
                    <a:pt x="41" y="24"/>
                    <a:pt x="41" y="24"/>
                    <a:pt x="41" y="24"/>
                  </a:cubicBezTo>
                  <a:cubicBezTo>
                    <a:pt x="40" y="25"/>
                    <a:pt x="37" y="24"/>
                    <a:pt x="36" y="23"/>
                  </a:cubicBezTo>
                  <a:cubicBezTo>
                    <a:pt x="26" y="13"/>
                    <a:pt x="26" y="13"/>
                    <a:pt x="26" y="13"/>
                  </a:cubicBezTo>
                  <a:cubicBezTo>
                    <a:pt x="25" y="11"/>
                    <a:pt x="22" y="11"/>
                    <a:pt x="21" y="13"/>
                  </a:cubicBezTo>
                  <a:cubicBezTo>
                    <a:pt x="13" y="21"/>
                    <a:pt x="13" y="21"/>
                    <a:pt x="13" y="21"/>
                  </a:cubicBezTo>
                  <a:cubicBezTo>
                    <a:pt x="12" y="22"/>
                    <a:pt x="12" y="24"/>
                    <a:pt x="13" y="26"/>
                  </a:cubicBezTo>
                  <a:cubicBezTo>
                    <a:pt x="23" y="36"/>
                    <a:pt x="23" y="36"/>
                    <a:pt x="23" y="36"/>
                  </a:cubicBezTo>
                  <a:cubicBezTo>
                    <a:pt x="24" y="37"/>
                    <a:pt x="25" y="40"/>
                    <a:pt x="24" y="41"/>
                  </a:cubicBezTo>
                  <a:cubicBezTo>
                    <a:pt x="22" y="45"/>
                    <a:pt x="22" y="45"/>
                    <a:pt x="22" y="45"/>
                  </a:cubicBezTo>
                  <a:cubicBezTo>
                    <a:pt x="22" y="47"/>
                    <a:pt x="20" y="48"/>
                    <a:pt x="18" y="48"/>
                  </a:cubicBezTo>
                  <a:cubicBezTo>
                    <a:pt x="4" y="48"/>
                    <a:pt x="4" y="48"/>
                    <a:pt x="4" y="48"/>
                  </a:cubicBezTo>
                  <a:cubicBezTo>
                    <a:pt x="2" y="48"/>
                    <a:pt x="0" y="50"/>
                    <a:pt x="0" y="52"/>
                  </a:cubicBezTo>
                  <a:cubicBezTo>
                    <a:pt x="0" y="63"/>
                    <a:pt x="0" y="63"/>
                    <a:pt x="0" y="63"/>
                  </a:cubicBezTo>
                  <a:cubicBezTo>
                    <a:pt x="0" y="65"/>
                    <a:pt x="2" y="66"/>
                    <a:pt x="4" y="66"/>
                  </a:cubicBezTo>
                  <a:cubicBezTo>
                    <a:pt x="18" y="66"/>
                    <a:pt x="18" y="66"/>
                    <a:pt x="18" y="66"/>
                  </a:cubicBezTo>
                  <a:cubicBezTo>
                    <a:pt x="20" y="66"/>
                    <a:pt x="22" y="68"/>
                    <a:pt x="22" y="70"/>
                  </a:cubicBezTo>
                  <a:cubicBezTo>
                    <a:pt x="24" y="73"/>
                    <a:pt x="24" y="73"/>
                    <a:pt x="24" y="73"/>
                  </a:cubicBezTo>
                  <a:cubicBezTo>
                    <a:pt x="25" y="75"/>
                    <a:pt x="24" y="78"/>
                    <a:pt x="23" y="79"/>
                  </a:cubicBezTo>
                  <a:cubicBezTo>
                    <a:pt x="13" y="89"/>
                    <a:pt x="13" y="89"/>
                    <a:pt x="13" y="89"/>
                  </a:cubicBezTo>
                  <a:cubicBezTo>
                    <a:pt x="12" y="90"/>
                    <a:pt x="12" y="93"/>
                    <a:pt x="13" y="94"/>
                  </a:cubicBezTo>
                  <a:cubicBezTo>
                    <a:pt x="21" y="102"/>
                    <a:pt x="21" y="102"/>
                    <a:pt x="21" y="102"/>
                  </a:cubicBezTo>
                  <a:cubicBezTo>
                    <a:pt x="22" y="103"/>
                    <a:pt x="25" y="103"/>
                    <a:pt x="26" y="102"/>
                  </a:cubicBezTo>
                  <a:cubicBezTo>
                    <a:pt x="36" y="92"/>
                    <a:pt x="36" y="92"/>
                    <a:pt x="36" y="92"/>
                  </a:cubicBezTo>
                  <a:cubicBezTo>
                    <a:pt x="37" y="90"/>
                    <a:pt x="40" y="90"/>
                    <a:pt x="41" y="91"/>
                  </a:cubicBezTo>
                  <a:cubicBezTo>
                    <a:pt x="45" y="92"/>
                    <a:pt x="45" y="92"/>
                    <a:pt x="45" y="92"/>
                  </a:cubicBezTo>
                  <a:cubicBezTo>
                    <a:pt x="47" y="93"/>
                    <a:pt x="48" y="95"/>
                    <a:pt x="48" y="97"/>
                  </a:cubicBezTo>
                  <a:cubicBezTo>
                    <a:pt x="48" y="111"/>
                    <a:pt x="48" y="111"/>
                    <a:pt x="48" y="111"/>
                  </a:cubicBezTo>
                  <a:cubicBezTo>
                    <a:pt x="48" y="113"/>
                    <a:pt x="50" y="115"/>
                    <a:pt x="52" y="115"/>
                  </a:cubicBezTo>
                  <a:cubicBezTo>
                    <a:pt x="63" y="115"/>
                    <a:pt x="63" y="115"/>
                    <a:pt x="63" y="115"/>
                  </a:cubicBezTo>
                  <a:cubicBezTo>
                    <a:pt x="65" y="115"/>
                    <a:pt x="67" y="113"/>
                    <a:pt x="67" y="111"/>
                  </a:cubicBezTo>
                  <a:cubicBezTo>
                    <a:pt x="67" y="97"/>
                    <a:pt x="67" y="97"/>
                    <a:pt x="67" y="97"/>
                  </a:cubicBezTo>
                  <a:cubicBezTo>
                    <a:pt x="67" y="95"/>
                    <a:pt x="68" y="93"/>
                    <a:pt x="70" y="92"/>
                  </a:cubicBezTo>
                  <a:cubicBezTo>
                    <a:pt x="74" y="91"/>
                    <a:pt x="74" y="91"/>
                    <a:pt x="74" y="91"/>
                  </a:cubicBezTo>
                  <a:cubicBezTo>
                    <a:pt x="75" y="90"/>
                    <a:pt x="78" y="90"/>
                    <a:pt x="79" y="92"/>
                  </a:cubicBezTo>
                  <a:cubicBezTo>
                    <a:pt x="89" y="102"/>
                    <a:pt x="89" y="102"/>
                    <a:pt x="89" y="102"/>
                  </a:cubicBezTo>
                  <a:cubicBezTo>
                    <a:pt x="91" y="103"/>
                    <a:pt x="93" y="103"/>
                    <a:pt x="94" y="102"/>
                  </a:cubicBezTo>
                  <a:cubicBezTo>
                    <a:pt x="102" y="94"/>
                    <a:pt x="102" y="94"/>
                    <a:pt x="102" y="94"/>
                  </a:cubicBezTo>
                  <a:cubicBezTo>
                    <a:pt x="104" y="93"/>
                    <a:pt x="104" y="90"/>
                    <a:pt x="102" y="89"/>
                  </a:cubicBezTo>
                  <a:cubicBezTo>
                    <a:pt x="92" y="79"/>
                    <a:pt x="92" y="79"/>
                    <a:pt x="92" y="79"/>
                  </a:cubicBezTo>
                  <a:cubicBezTo>
                    <a:pt x="91" y="78"/>
                    <a:pt x="90" y="75"/>
                    <a:pt x="91" y="73"/>
                  </a:cubicBezTo>
                  <a:cubicBezTo>
                    <a:pt x="93" y="70"/>
                    <a:pt x="93" y="70"/>
                    <a:pt x="93" y="70"/>
                  </a:cubicBezTo>
                  <a:cubicBezTo>
                    <a:pt x="93" y="68"/>
                    <a:pt x="95" y="66"/>
                    <a:pt x="97" y="66"/>
                  </a:cubicBezTo>
                  <a:cubicBezTo>
                    <a:pt x="112" y="66"/>
                    <a:pt x="112" y="66"/>
                    <a:pt x="112" y="66"/>
                  </a:cubicBezTo>
                  <a:cubicBezTo>
                    <a:pt x="113" y="66"/>
                    <a:pt x="115" y="65"/>
                    <a:pt x="115" y="63"/>
                  </a:cubicBezTo>
                  <a:cubicBezTo>
                    <a:pt x="115" y="52"/>
                    <a:pt x="115" y="52"/>
                    <a:pt x="115" y="52"/>
                  </a:cubicBezTo>
                  <a:cubicBezTo>
                    <a:pt x="115" y="50"/>
                    <a:pt x="113" y="48"/>
                    <a:pt x="112" y="48"/>
                  </a:cubicBezTo>
                  <a:close/>
                  <a:moveTo>
                    <a:pt x="58" y="79"/>
                  </a:moveTo>
                  <a:cubicBezTo>
                    <a:pt x="46" y="79"/>
                    <a:pt x="36" y="69"/>
                    <a:pt x="36" y="57"/>
                  </a:cubicBezTo>
                  <a:cubicBezTo>
                    <a:pt x="36" y="46"/>
                    <a:pt x="46" y="36"/>
                    <a:pt x="58" y="36"/>
                  </a:cubicBezTo>
                  <a:cubicBezTo>
                    <a:pt x="69" y="36"/>
                    <a:pt x="79" y="46"/>
                    <a:pt x="79" y="57"/>
                  </a:cubicBezTo>
                  <a:cubicBezTo>
                    <a:pt x="79" y="69"/>
                    <a:pt x="69" y="79"/>
                    <a:pt x="58" y="79"/>
                  </a:cubicBezTo>
                  <a:close/>
                  <a:moveTo>
                    <a:pt x="58" y="48"/>
                  </a:moveTo>
                  <a:cubicBezTo>
                    <a:pt x="53" y="48"/>
                    <a:pt x="49" y="52"/>
                    <a:pt x="49" y="57"/>
                  </a:cubicBezTo>
                  <a:cubicBezTo>
                    <a:pt x="49" y="62"/>
                    <a:pt x="53" y="66"/>
                    <a:pt x="58" y="66"/>
                  </a:cubicBezTo>
                  <a:cubicBezTo>
                    <a:pt x="63" y="66"/>
                    <a:pt x="67" y="62"/>
                    <a:pt x="67" y="57"/>
                  </a:cubicBezTo>
                  <a:cubicBezTo>
                    <a:pt x="67" y="52"/>
                    <a:pt x="63" y="48"/>
                    <a:pt x="58" y="48"/>
                  </a:cubicBezTo>
                  <a:close/>
                </a:path>
              </a:pathLst>
            </a:custGeom>
            <a:solidFill>
              <a:srgbClr val="7B4690"/>
            </a:soli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56" name="组合 55"/>
          <p:cNvGrpSpPr/>
          <p:nvPr/>
        </p:nvGrpSpPr>
        <p:grpSpPr>
          <a:xfrm>
            <a:off x="8260745" y="4093947"/>
            <a:ext cx="750986" cy="750713"/>
            <a:chOff x="7831486" y="3488988"/>
            <a:chExt cx="711992" cy="711991"/>
          </a:xfrm>
        </p:grpSpPr>
        <p:sp>
          <p:nvSpPr>
            <p:cNvPr id="57" name="椭圆 56"/>
            <p:cNvSpPr/>
            <p:nvPr/>
          </p:nvSpPr>
          <p:spPr>
            <a:xfrm>
              <a:off x="7831486" y="3488988"/>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58" name="组合 57"/>
            <p:cNvGrpSpPr/>
            <p:nvPr/>
          </p:nvGrpSpPr>
          <p:grpSpPr>
            <a:xfrm>
              <a:off x="8020980" y="3675428"/>
              <a:ext cx="351779" cy="382818"/>
              <a:chOff x="4873626" y="1965325"/>
              <a:chExt cx="269876" cy="293688"/>
            </a:xfrm>
            <a:solidFill>
              <a:srgbClr val="E87071"/>
            </a:solidFill>
          </p:grpSpPr>
          <p:sp>
            <p:nvSpPr>
              <p:cNvPr id="59" name="Freeform 502"/>
              <p:cNvSpPr>
                <a:spLocks/>
              </p:cNvSpPr>
              <p:nvPr/>
            </p:nvSpPr>
            <p:spPr bwMode="auto">
              <a:xfrm>
                <a:off x="4873626" y="2127250"/>
                <a:ext cx="112713" cy="131763"/>
              </a:xfrm>
              <a:custGeom>
                <a:avLst/>
                <a:gdLst>
                  <a:gd name="T0" fmla="*/ 2 w 30"/>
                  <a:gd name="T1" fmla="*/ 0 h 35"/>
                  <a:gd name="T2" fmla="*/ 28 w 30"/>
                  <a:gd name="T3" fmla="*/ 0 h 35"/>
                  <a:gd name="T4" fmla="*/ 30 w 30"/>
                  <a:gd name="T5" fmla="*/ 1 h 35"/>
                  <a:gd name="T6" fmla="*/ 28 w 30"/>
                  <a:gd name="T7" fmla="*/ 3 h 35"/>
                  <a:gd name="T8" fmla="*/ 3 w 30"/>
                  <a:gd name="T9" fmla="*/ 3 h 35"/>
                  <a:gd name="T10" fmla="*/ 3 w 30"/>
                  <a:gd name="T11" fmla="*/ 33 h 35"/>
                  <a:gd name="T12" fmla="*/ 2 w 30"/>
                  <a:gd name="T13" fmla="*/ 35 h 35"/>
                  <a:gd name="T14" fmla="*/ 0 w 30"/>
                  <a:gd name="T15" fmla="*/ 33 h 35"/>
                  <a:gd name="T16" fmla="*/ 0 w 30"/>
                  <a:gd name="T17" fmla="*/ 1 h 35"/>
                  <a:gd name="T18" fmla="*/ 2 w 30"/>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
                    <a:moveTo>
                      <a:pt x="2" y="0"/>
                    </a:moveTo>
                    <a:cubicBezTo>
                      <a:pt x="28" y="0"/>
                      <a:pt x="28" y="0"/>
                      <a:pt x="28" y="0"/>
                    </a:cubicBezTo>
                    <a:cubicBezTo>
                      <a:pt x="29" y="0"/>
                      <a:pt x="30" y="1"/>
                      <a:pt x="30" y="1"/>
                    </a:cubicBezTo>
                    <a:cubicBezTo>
                      <a:pt x="30" y="2"/>
                      <a:pt x="29" y="3"/>
                      <a:pt x="28" y="3"/>
                    </a:cubicBezTo>
                    <a:cubicBezTo>
                      <a:pt x="3" y="3"/>
                      <a:pt x="3" y="3"/>
                      <a:pt x="3" y="3"/>
                    </a:cubicBezTo>
                    <a:cubicBezTo>
                      <a:pt x="3" y="33"/>
                      <a:pt x="3" y="33"/>
                      <a:pt x="3" y="33"/>
                    </a:cubicBezTo>
                    <a:cubicBezTo>
                      <a:pt x="3" y="34"/>
                      <a:pt x="3" y="35"/>
                      <a:pt x="2" y="35"/>
                    </a:cubicBezTo>
                    <a:cubicBezTo>
                      <a:pt x="1" y="35"/>
                      <a:pt x="0" y="34"/>
                      <a:pt x="0" y="33"/>
                    </a:cubicBez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0" name="Freeform 503"/>
              <p:cNvSpPr>
                <a:spLocks/>
              </p:cNvSpPr>
              <p:nvPr/>
            </p:nvSpPr>
            <p:spPr bwMode="auto">
              <a:xfrm>
                <a:off x="4884739" y="1973263"/>
                <a:ext cx="41275" cy="146050"/>
              </a:xfrm>
              <a:custGeom>
                <a:avLst/>
                <a:gdLst>
                  <a:gd name="T0" fmla="*/ 11 w 11"/>
                  <a:gd name="T1" fmla="*/ 34 h 39"/>
                  <a:gd name="T2" fmla="*/ 11 w 11"/>
                  <a:gd name="T3" fmla="*/ 6 h 39"/>
                  <a:gd name="T4" fmla="*/ 5 w 11"/>
                  <a:gd name="T5" fmla="*/ 0 h 39"/>
                  <a:gd name="T6" fmla="*/ 0 w 11"/>
                  <a:gd name="T7" fmla="*/ 6 h 39"/>
                  <a:gd name="T8" fmla="*/ 0 w 11"/>
                  <a:gd name="T9" fmla="*/ 34 h 39"/>
                  <a:gd name="T10" fmla="*/ 5 w 11"/>
                  <a:gd name="T11" fmla="*/ 39 h 39"/>
                  <a:gd name="T12" fmla="*/ 11 w 11"/>
                  <a:gd name="T13" fmla="*/ 34 h 39"/>
                </a:gdLst>
                <a:ahLst/>
                <a:cxnLst>
                  <a:cxn ang="0">
                    <a:pos x="T0" y="T1"/>
                  </a:cxn>
                  <a:cxn ang="0">
                    <a:pos x="T2" y="T3"/>
                  </a:cxn>
                  <a:cxn ang="0">
                    <a:pos x="T4" y="T5"/>
                  </a:cxn>
                  <a:cxn ang="0">
                    <a:pos x="T6" y="T7"/>
                  </a:cxn>
                  <a:cxn ang="0">
                    <a:pos x="T8" y="T9"/>
                  </a:cxn>
                  <a:cxn ang="0">
                    <a:pos x="T10" y="T11"/>
                  </a:cxn>
                  <a:cxn ang="0">
                    <a:pos x="T12" y="T13"/>
                  </a:cxn>
                </a:cxnLst>
                <a:rect l="0" t="0" r="r" b="b"/>
                <a:pathLst>
                  <a:path w="11" h="39">
                    <a:moveTo>
                      <a:pt x="11" y="34"/>
                    </a:moveTo>
                    <a:cubicBezTo>
                      <a:pt x="11" y="6"/>
                      <a:pt x="11" y="6"/>
                      <a:pt x="11" y="6"/>
                    </a:cubicBezTo>
                    <a:cubicBezTo>
                      <a:pt x="11" y="3"/>
                      <a:pt x="9" y="0"/>
                      <a:pt x="5" y="0"/>
                    </a:cubicBezTo>
                    <a:cubicBezTo>
                      <a:pt x="2" y="0"/>
                      <a:pt x="0" y="3"/>
                      <a:pt x="0" y="6"/>
                    </a:cubicBezTo>
                    <a:cubicBezTo>
                      <a:pt x="0" y="34"/>
                      <a:pt x="0" y="34"/>
                      <a:pt x="0" y="34"/>
                    </a:cubicBezTo>
                    <a:cubicBezTo>
                      <a:pt x="0" y="37"/>
                      <a:pt x="2" y="39"/>
                      <a:pt x="5" y="39"/>
                    </a:cubicBezTo>
                    <a:cubicBezTo>
                      <a:pt x="9" y="39"/>
                      <a:pt x="11" y="37"/>
                      <a:pt x="1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1" name="Freeform 504"/>
              <p:cNvSpPr>
                <a:spLocks/>
              </p:cNvSpPr>
              <p:nvPr/>
            </p:nvSpPr>
            <p:spPr bwMode="auto">
              <a:xfrm>
                <a:off x="4940301" y="1965325"/>
                <a:ext cx="177800" cy="293688"/>
              </a:xfrm>
              <a:custGeom>
                <a:avLst/>
                <a:gdLst>
                  <a:gd name="T0" fmla="*/ 5 w 47"/>
                  <a:gd name="T1" fmla="*/ 69 h 78"/>
                  <a:gd name="T2" fmla="*/ 6 w 47"/>
                  <a:gd name="T3" fmla="*/ 77 h 78"/>
                  <a:gd name="T4" fmla="*/ 9 w 47"/>
                  <a:gd name="T5" fmla="*/ 78 h 78"/>
                  <a:gd name="T6" fmla="*/ 14 w 47"/>
                  <a:gd name="T7" fmla="*/ 76 h 78"/>
                  <a:gd name="T8" fmla="*/ 26 w 47"/>
                  <a:gd name="T9" fmla="*/ 57 h 78"/>
                  <a:gd name="T10" fmla="*/ 46 w 47"/>
                  <a:gd name="T11" fmla="*/ 57 h 78"/>
                  <a:gd name="T12" fmla="*/ 47 w 47"/>
                  <a:gd name="T13" fmla="*/ 56 h 78"/>
                  <a:gd name="T14" fmla="*/ 47 w 47"/>
                  <a:gd name="T15" fmla="*/ 42 h 78"/>
                  <a:gd name="T16" fmla="*/ 32 w 47"/>
                  <a:gd name="T17" fmla="*/ 19 h 78"/>
                  <a:gd name="T18" fmla="*/ 30 w 47"/>
                  <a:gd name="T19" fmla="*/ 20 h 78"/>
                  <a:gd name="T20" fmla="*/ 35 w 47"/>
                  <a:gd name="T21" fmla="*/ 10 h 78"/>
                  <a:gd name="T22" fmla="*/ 24 w 47"/>
                  <a:gd name="T23" fmla="*/ 0 h 78"/>
                  <a:gd name="T24" fmla="*/ 14 w 47"/>
                  <a:gd name="T25" fmla="*/ 10 h 78"/>
                  <a:gd name="T26" fmla="*/ 24 w 47"/>
                  <a:gd name="T27" fmla="*/ 21 h 78"/>
                  <a:gd name="T28" fmla="*/ 27 w 47"/>
                  <a:gd name="T29" fmla="*/ 20 h 78"/>
                  <a:gd name="T30" fmla="*/ 21 w 47"/>
                  <a:gd name="T31" fmla="*/ 27 h 78"/>
                  <a:gd name="T32" fmla="*/ 5 w 47"/>
                  <a:gd name="T33" fmla="*/ 31 h 78"/>
                  <a:gd name="T34" fmla="*/ 1 w 47"/>
                  <a:gd name="T35" fmla="*/ 34 h 78"/>
                  <a:gd name="T36" fmla="*/ 1 w 47"/>
                  <a:gd name="T37" fmla="*/ 38 h 78"/>
                  <a:gd name="T38" fmla="*/ 6 w 47"/>
                  <a:gd name="T39" fmla="*/ 42 h 78"/>
                  <a:gd name="T40" fmla="*/ 8 w 47"/>
                  <a:gd name="T41" fmla="*/ 42 h 78"/>
                  <a:gd name="T42" fmla="*/ 17 w 47"/>
                  <a:gd name="T43" fmla="*/ 40 h 78"/>
                  <a:gd name="T44" fmla="*/ 17 w 47"/>
                  <a:gd name="T45" fmla="*/ 43 h 78"/>
                  <a:gd name="T46" fmla="*/ 17 w 47"/>
                  <a:gd name="T47" fmla="*/ 47 h 78"/>
                  <a:gd name="T48" fmla="*/ 5 w 47"/>
                  <a:gd name="T49"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78">
                    <a:moveTo>
                      <a:pt x="5" y="69"/>
                    </a:moveTo>
                    <a:cubicBezTo>
                      <a:pt x="3" y="72"/>
                      <a:pt x="3" y="76"/>
                      <a:pt x="6" y="77"/>
                    </a:cubicBezTo>
                    <a:cubicBezTo>
                      <a:pt x="7" y="78"/>
                      <a:pt x="8" y="78"/>
                      <a:pt x="9" y="78"/>
                    </a:cubicBezTo>
                    <a:cubicBezTo>
                      <a:pt x="11" y="78"/>
                      <a:pt x="13" y="77"/>
                      <a:pt x="14" y="76"/>
                    </a:cubicBezTo>
                    <a:cubicBezTo>
                      <a:pt x="26" y="57"/>
                      <a:pt x="26" y="57"/>
                      <a:pt x="26" y="57"/>
                    </a:cubicBezTo>
                    <a:cubicBezTo>
                      <a:pt x="46" y="57"/>
                      <a:pt x="46" y="57"/>
                      <a:pt x="46" y="57"/>
                    </a:cubicBezTo>
                    <a:cubicBezTo>
                      <a:pt x="47" y="57"/>
                      <a:pt x="47" y="57"/>
                      <a:pt x="47" y="56"/>
                    </a:cubicBezTo>
                    <a:cubicBezTo>
                      <a:pt x="47" y="42"/>
                      <a:pt x="47" y="42"/>
                      <a:pt x="47" y="42"/>
                    </a:cubicBezTo>
                    <a:cubicBezTo>
                      <a:pt x="47" y="29"/>
                      <a:pt x="41" y="19"/>
                      <a:pt x="32" y="19"/>
                    </a:cubicBezTo>
                    <a:cubicBezTo>
                      <a:pt x="31" y="19"/>
                      <a:pt x="30" y="19"/>
                      <a:pt x="30" y="20"/>
                    </a:cubicBezTo>
                    <a:cubicBezTo>
                      <a:pt x="33" y="18"/>
                      <a:pt x="35" y="14"/>
                      <a:pt x="35" y="10"/>
                    </a:cubicBezTo>
                    <a:cubicBezTo>
                      <a:pt x="35" y="5"/>
                      <a:pt x="30" y="0"/>
                      <a:pt x="24" y="0"/>
                    </a:cubicBezTo>
                    <a:cubicBezTo>
                      <a:pt x="19" y="0"/>
                      <a:pt x="14" y="5"/>
                      <a:pt x="14" y="10"/>
                    </a:cubicBezTo>
                    <a:cubicBezTo>
                      <a:pt x="14" y="16"/>
                      <a:pt x="19" y="21"/>
                      <a:pt x="24" y="21"/>
                    </a:cubicBezTo>
                    <a:cubicBezTo>
                      <a:pt x="25" y="21"/>
                      <a:pt x="26" y="21"/>
                      <a:pt x="27" y="20"/>
                    </a:cubicBezTo>
                    <a:cubicBezTo>
                      <a:pt x="25" y="22"/>
                      <a:pt x="23" y="24"/>
                      <a:pt x="21" y="27"/>
                    </a:cubicBezTo>
                    <a:cubicBezTo>
                      <a:pt x="5" y="31"/>
                      <a:pt x="5" y="31"/>
                      <a:pt x="5" y="31"/>
                    </a:cubicBezTo>
                    <a:cubicBezTo>
                      <a:pt x="3" y="32"/>
                      <a:pt x="2" y="32"/>
                      <a:pt x="1" y="34"/>
                    </a:cubicBezTo>
                    <a:cubicBezTo>
                      <a:pt x="1" y="35"/>
                      <a:pt x="0" y="37"/>
                      <a:pt x="1" y="38"/>
                    </a:cubicBezTo>
                    <a:cubicBezTo>
                      <a:pt x="1" y="41"/>
                      <a:pt x="4" y="42"/>
                      <a:pt x="6" y="42"/>
                    </a:cubicBezTo>
                    <a:cubicBezTo>
                      <a:pt x="7" y="42"/>
                      <a:pt x="7" y="42"/>
                      <a:pt x="8" y="42"/>
                    </a:cubicBezTo>
                    <a:cubicBezTo>
                      <a:pt x="17" y="40"/>
                      <a:pt x="17" y="40"/>
                      <a:pt x="17" y="40"/>
                    </a:cubicBezTo>
                    <a:cubicBezTo>
                      <a:pt x="17" y="41"/>
                      <a:pt x="17" y="42"/>
                      <a:pt x="17" y="43"/>
                    </a:cubicBezTo>
                    <a:cubicBezTo>
                      <a:pt x="17" y="47"/>
                      <a:pt x="17" y="47"/>
                      <a:pt x="17" y="47"/>
                    </a:cubicBezTo>
                    <a:lnTo>
                      <a:pt x="5"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2" name="Freeform 505"/>
              <p:cNvSpPr>
                <a:spLocks/>
              </p:cNvSpPr>
              <p:nvPr/>
            </p:nvSpPr>
            <p:spPr bwMode="auto">
              <a:xfrm>
                <a:off x="5046664" y="2093913"/>
                <a:ext cx="96838" cy="112713"/>
              </a:xfrm>
              <a:custGeom>
                <a:avLst/>
                <a:gdLst>
                  <a:gd name="T0" fmla="*/ 1 w 26"/>
                  <a:gd name="T1" fmla="*/ 27 h 30"/>
                  <a:gd name="T2" fmla="*/ 23 w 26"/>
                  <a:gd name="T3" fmla="*/ 27 h 30"/>
                  <a:gd name="T4" fmla="*/ 23 w 26"/>
                  <a:gd name="T5" fmla="*/ 2 h 30"/>
                  <a:gd name="T6" fmla="*/ 24 w 26"/>
                  <a:gd name="T7" fmla="*/ 0 h 30"/>
                  <a:gd name="T8" fmla="*/ 26 w 26"/>
                  <a:gd name="T9" fmla="*/ 2 h 30"/>
                  <a:gd name="T10" fmla="*/ 26 w 26"/>
                  <a:gd name="T11" fmla="*/ 28 h 30"/>
                  <a:gd name="T12" fmla="*/ 24 w 26"/>
                  <a:gd name="T13" fmla="*/ 30 h 30"/>
                  <a:gd name="T14" fmla="*/ 1 w 26"/>
                  <a:gd name="T15" fmla="*/ 30 h 30"/>
                  <a:gd name="T16" fmla="*/ 0 w 26"/>
                  <a:gd name="T17" fmla="*/ 28 h 30"/>
                  <a:gd name="T18" fmla="*/ 1 w 26"/>
                  <a:gd name="T19"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0">
                    <a:moveTo>
                      <a:pt x="1" y="27"/>
                    </a:moveTo>
                    <a:cubicBezTo>
                      <a:pt x="23" y="27"/>
                      <a:pt x="23" y="27"/>
                      <a:pt x="23" y="27"/>
                    </a:cubicBezTo>
                    <a:cubicBezTo>
                      <a:pt x="23" y="2"/>
                      <a:pt x="23" y="2"/>
                      <a:pt x="23" y="2"/>
                    </a:cubicBezTo>
                    <a:cubicBezTo>
                      <a:pt x="23" y="1"/>
                      <a:pt x="23" y="0"/>
                      <a:pt x="24" y="0"/>
                    </a:cubicBezTo>
                    <a:cubicBezTo>
                      <a:pt x="25" y="0"/>
                      <a:pt x="26" y="1"/>
                      <a:pt x="26" y="2"/>
                    </a:cubicBezTo>
                    <a:cubicBezTo>
                      <a:pt x="26" y="28"/>
                      <a:pt x="26" y="28"/>
                      <a:pt x="26" y="28"/>
                    </a:cubicBezTo>
                    <a:cubicBezTo>
                      <a:pt x="26" y="29"/>
                      <a:pt x="25" y="30"/>
                      <a:pt x="24" y="30"/>
                    </a:cubicBezTo>
                    <a:cubicBezTo>
                      <a:pt x="1" y="30"/>
                      <a:pt x="1" y="30"/>
                      <a:pt x="1" y="30"/>
                    </a:cubicBezTo>
                    <a:cubicBezTo>
                      <a:pt x="0" y="30"/>
                      <a:pt x="0" y="29"/>
                      <a:pt x="0" y="28"/>
                    </a:cubicBezTo>
                    <a:cubicBezTo>
                      <a:pt x="0" y="27"/>
                      <a:pt x="0" y="27"/>
                      <a:pt x="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63" name="组合 62"/>
          <p:cNvGrpSpPr/>
          <p:nvPr/>
        </p:nvGrpSpPr>
        <p:grpSpPr>
          <a:xfrm>
            <a:off x="6064766" y="1898761"/>
            <a:ext cx="750986" cy="750713"/>
            <a:chOff x="5749529" y="1407031"/>
            <a:chExt cx="711992" cy="711991"/>
          </a:xfrm>
        </p:grpSpPr>
        <p:sp>
          <p:nvSpPr>
            <p:cNvPr id="64" name="椭圆 63"/>
            <p:cNvSpPr/>
            <p:nvPr/>
          </p:nvSpPr>
          <p:spPr>
            <a:xfrm>
              <a:off x="5749529" y="1407031"/>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65" name="Group 41"/>
            <p:cNvGrpSpPr>
              <a:grpSpLocks noChangeAspect="1"/>
            </p:cNvGrpSpPr>
            <p:nvPr/>
          </p:nvGrpSpPr>
          <p:grpSpPr bwMode="auto">
            <a:xfrm>
              <a:off x="5972748" y="1557297"/>
              <a:ext cx="318993" cy="390492"/>
              <a:chOff x="3783" y="2089"/>
              <a:chExt cx="116" cy="142"/>
            </a:xfrm>
            <a:solidFill>
              <a:schemeClr val="tx1">
                <a:lumMod val="50000"/>
                <a:lumOff val="50000"/>
              </a:schemeClr>
            </a:solidFill>
            <a:effectLst/>
          </p:grpSpPr>
          <p:sp>
            <p:nvSpPr>
              <p:cNvPr id="66" name="Freeform 42"/>
              <p:cNvSpPr>
                <a:spLocks/>
              </p:cNvSpPr>
              <p:nvPr/>
            </p:nvSpPr>
            <p:spPr bwMode="auto">
              <a:xfrm>
                <a:off x="3791" y="2221"/>
                <a:ext cx="20" cy="10"/>
              </a:xfrm>
              <a:custGeom>
                <a:avLst/>
                <a:gdLst>
                  <a:gd name="T0" fmla="*/ 8 w 8"/>
                  <a:gd name="T1" fmla="*/ 0 h 4"/>
                  <a:gd name="T2" fmla="*/ 1 w 8"/>
                  <a:gd name="T3" fmla="*/ 0 h 4"/>
                  <a:gd name="T4" fmla="*/ 0 w 8"/>
                  <a:gd name="T5" fmla="*/ 0 h 4"/>
                  <a:gd name="T6" fmla="*/ 0 w 8"/>
                  <a:gd name="T7" fmla="*/ 4 h 4"/>
                  <a:gd name="T8" fmla="*/ 1 w 8"/>
                  <a:gd name="T9" fmla="*/ 4 h 4"/>
                  <a:gd name="T10" fmla="*/ 8 w 8"/>
                  <a:gd name="T11" fmla="*/ 4 h 4"/>
                  <a:gd name="T12" fmla="*/ 8 w 8"/>
                  <a:gd name="T13" fmla="*/ 4 h 4"/>
                  <a:gd name="T14" fmla="*/ 8 w 8"/>
                  <a:gd name="T15" fmla="*/ 0 h 4"/>
                  <a:gd name="T16" fmla="*/ 8 w 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8" y="0"/>
                    </a:moveTo>
                    <a:cubicBezTo>
                      <a:pt x="1" y="0"/>
                      <a:pt x="1" y="0"/>
                      <a:pt x="1" y="0"/>
                    </a:cubicBezTo>
                    <a:cubicBezTo>
                      <a:pt x="0" y="0"/>
                      <a:pt x="0" y="0"/>
                      <a:pt x="0" y="0"/>
                    </a:cubicBezTo>
                    <a:cubicBezTo>
                      <a:pt x="0" y="4"/>
                      <a:pt x="0" y="4"/>
                      <a:pt x="0" y="4"/>
                    </a:cubicBezTo>
                    <a:cubicBezTo>
                      <a:pt x="0" y="4"/>
                      <a:pt x="0" y="4"/>
                      <a:pt x="1" y="4"/>
                    </a:cubicBezTo>
                    <a:cubicBezTo>
                      <a:pt x="8" y="4"/>
                      <a:pt x="8" y="4"/>
                      <a:pt x="8" y="4"/>
                    </a:cubicBezTo>
                    <a:cubicBezTo>
                      <a:pt x="8" y="4"/>
                      <a:pt x="8" y="4"/>
                      <a:pt x="8" y="4"/>
                    </a:cubicBezTo>
                    <a:cubicBezTo>
                      <a:pt x="8" y="0"/>
                      <a:pt x="8" y="0"/>
                      <a:pt x="8" y="0"/>
                    </a:cubicBezTo>
                    <a:cubicBezTo>
                      <a:pt x="8" y="0"/>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67" name="Freeform 43"/>
              <p:cNvSpPr>
                <a:spLocks/>
              </p:cNvSpPr>
              <p:nvPr/>
            </p:nvSpPr>
            <p:spPr bwMode="auto">
              <a:xfrm>
                <a:off x="3818" y="2208"/>
                <a:ext cx="23" cy="23"/>
              </a:xfrm>
              <a:custGeom>
                <a:avLst/>
                <a:gdLst>
                  <a:gd name="T0" fmla="*/ 8 w 9"/>
                  <a:gd name="T1" fmla="*/ 0 h 9"/>
                  <a:gd name="T2" fmla="*/ 1 w 9"/>
                  <a:gd name="T3" fmla="*/ 0 h 9"/>
                  <a:gd name="T4" fmla="*/ 0 w 9"/>
                  <a:gd name="T5" fmla="*/ 1 h 9"/>
                  <a:gd name="T6" fmla="*/ 0 w 9"/>
                  <a:gd name="T7" fmla="*/ 9 h 9"/>
                  <a:gd name="T8" fmla="*/ 1 w 9"/>
                  <a:gd name="T9" fmla="*/ 9 h 9"/>
                  <a:gd name="T10" fmla="*/ 8 w 9"/>
                  <a:gd name="T11" fmla="*/ 9 h 9"/>
                  <a:gd name="T12" fmla="*/ 9 w 9"/>
                  <a:gd name="T13" fmla="*/ 9 h 9"/>
                  <a:gd name="T14" fmla="*/ 9 w 9"/>
                  <a:gd name="T15" fmla="*/ 1 h 9"/>
                  <a:gd name="T16" fmla="*/ 8 w 9"/>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0"/>
                    </a:moveTo>
                    <a:cubicBezTo>
                      <a:pt x="1" y="0"/>
                      <a:pt x="1" y="0"/>
                      <a:pt x="1" y="0"/>
                    </a:cubicBezTo>
                    <a:cubicBezTo>
                      <a:pt x="1" y="0"/>
                      <a:pt x="0" y="1"/>
                      <a:pt x="0" y="1"/>
                    </a:cubicBezTo>
                    <a:cubicBezTo>
                      <a:pt x="0" y="9"/>
                      <a:pt x="0" y="9"/>
                      <a:pt x="0" y="9"/>
                    </a:cubicBezTo>
                    <a:cubicBezTo>
                      <a:pt x="0" y="9"/>
                      <a:pt x="1" y="9"/>
                      <a:pt x="1" y="9"/>
                    </a:cubicBezTo>
                    <a:cubicBezTo>
                      <a:pt x="8" y="9"/>
                      <a:pt x="8" y="9"/>
                      <a:pt x="8" y="9"/>
                    </a:cubicBezTo>
                    <a:cubicBezTo>
                      <a:pt x="8" y="9"/>
                      <a:pt x="9" y="9"/>
                      <a:pt x="9" y="9"/>
                    </a:cubicBezTo>
                    <a:cubicBezTo>
                      <a:pt x="9" y="1"/>
                      <a:pt x="9" y="1"/>
                      <a:pt x="9" y="1"/>
                    </a:cubicBezTo>
                    <a:cubicBezTo>
                      <a:pt x="9" y="1"/>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68" name="Freeform 44"/>
              <p:cNvSpPr>
                <a:spLocks/>
              </p:cNvSpPr>
              <p:nvPr/>
            </p:nvSpPr>
            <p:spPr bwMode="auto">
              <a:xfrm>
                <a:off x="3849" y="2184"/>
                <a:ext cx="20" cy="47"/>
              </a:xfrm>
              <a:custGeom>
                <a:avLst/>
                <a:gdLst>
                  <a:gd name="T0" fmla="*/ 7 w 8"/>
                  <a:gd name="T1" fmla="*/ 0 h 19"/>
                  <a:gd name="T2" fmla="*/ 0 w 8"/>
                  <a:gd name="T3" fmla="*/ 0 h 19"/>
                  <a:gd name="T4" fmla="*/ 0 w 8"/>
                  <a:gd name="T5" fmla="*/ 1 h 19"/>
                  <a:gd name="T6" fmla="*/ 0 w 8"/>
                  <a:gd name="T7" fmla="*/ 19 h 19"/>
                  <a:gd name="T8" fmla="*/ 0 w 8"/>
                  <a:gd name="T9" fmla="*/ 19 h 19"/>
                  <a:gd name="T10" fmla="*/ 7 w 8"/>
                  <a:gd name="T11" fmla="*/ 19 h 19"/>
                  <a:gd name="T12" fmla="*/ 8 w 8"/>
                  <a:gd name="T13" fmla="*/ 19 h 19"/>
                  <a:gd name="T14" fmla="*/ 8 w 8"/>
                  <a:gd name="T15" fmla="*/ 1 h 19"/>
                  <a:gd name="T16" fmla="*/ 7 w 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7" y="0"/>
                    </a:moveTo>
                    <a:cubicBezTo>
                      <a:pt x="0" y="0"/>
                      <a:pt x="0" y="0"/>
                      <a:pt x="0" y="0"/>
                    </a:cubicBezTo>
                    <a:cubicBezTo>
                      <a:pt x="0" y="0"/>
                      <a:pt x="0" y="1"/>
                      <a:pt x="0" y="1"/>
                    </a:cubicBezTo>
                    <a:cubicBezTo>
                      <a:pt x="0" y="19"/>
                      <a:pt x="0" y="19"/>
                      <a:pt x="0" y="19"/>
                    </a:cubicBezTo>
                    <a:cubicBezTo>
                      <a:pt x="0" y="19"/>
                      <a:pt x="0" y="19"/>
                      <a:pt x="0" y="19"/>
                    </a:cubicBezTo>
                    <a:cubicBezTo>
                      <a:pt x="7" y="19"/>
                      <a:pt x="7" y="19"/>
                      <a:pt x="7" y="19"/>
                    </a:cubicBezTo>
                    <a:cubicBezTo>
                      <a:pt x="8" y="19"/>
                      <a:pt x="8" y="19"/>
                      <a:pt x="8" y="19"/>
                    </a:cubicBezTo>
                    <a:cubicBezTo>
                      <a:pt x="8" y="1"/>
                      <a:pt x="8" y="1"/>
                      <a:pt x="8" y="1"/>
                    </a:cubicBezTo>
                    <a:cubicBezTo>
                      <a:pt x="8"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69" name="Freeform 45"/>
              <p:cNvSpPr>
                <a:spLocks/>
              </p:cNvSpPr>
              <p:nvPr/>
            </p:nvSpPr>
            <p:spPr bwMode="auto">
              <a:xfrm>
                <a:off x="3877" y="2161"/>
                <a:ext cx="22" cy="70"/>
              </a:xfrm>
              <a:custGeom>
                <a:avLst/>
                <a:gdLst>
                  <a:gd name="T0" fmla="*/ 8 w 9"/>
                  <a:gd name="T1" fmla="*/ 0 h 28"/>
                  <a:gd name="T2" fmla="*/ 1 w 9"/>
                  <a:gd name="T3" fmla="*/ 0 h 28"/>
                  <a:gd name="T4" fmla="*/ 0 w 9"/>
                  <a:gd name="T5" fmla="*/ 1 h 28"/>
                  <a:gd name="T6" fmla="*/ 0 w 9"/>
                  <a:gd name="T7" fmla="*/ 28 h 28"/>
                  <a:gd name="T8" fmla="*/ 1 w 9"/>
                  <a:gd name="T9" fmla="*/ 28 h 28"/>
                  <a:gd name="T10" fmla="*/ 8 w 9"/>
                  <a:gd name="T11" fmla="*/ 28 h 28"/>
                  <a:gd name="T12" fmla="*/ 9 w 9"/>
                  <a:gd name="T13" fmla="*/ 28 h 28"/>
                  <a:gd name="T14" fmla="*/ 9 w 9"/>
                  <a:gd name="T15" fmla="*/ 1 h 28"/>
                  <a:gd name="T16" fmla="*/ 8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8" y="0"/>
                    </a:moveTo>
                    <a:cubicBezTo>
                      <a:pt x="1" y="0"/>
                      <a:pt x="1" y="0"/>
                      <a:pt x="1" y="0"/>
                    </a:cubicBezTo>
                    <a:cubicBezTo>
                      <a:pt x="0" y="0"/>
                      <a:pt x="0" y="1"/>
                      <a:pt x="0" y="1"/>
                    </a:cubicBezTo>
                    <a:cubicBezTo>
                      <a:pt x="0" y="28"/>
                      <a:pt x="0" y="28"/>
                      <a:pt x="0" y="28"/>
                    </a:cubicBezTo>
                    <a:cubicBezTo>
                      <a:pt x="0" y="28"/>
                      <a:pt x="0" y="28"/>
                      <a:pt x="1" y="28"/>
                    </a:cubicBezTo>
                    <a:cubicBezTo>
                      <a:pt x="8" y="28"/>
                      <a:pt x="8" y="28"/>
                      <a:pt x="8" y="28"/>
                    </a:cubicBezTo>
                    <a:cubicBezTo>
                      <a:pt x="8" y="28"/>
                      <a:pt x="9" y="28"/>
                      <a:pt x="9" y="28"/>
                    </a:cubicBezTo>
                    <a:cubicBezTo>
                      <a:pt x="9" y="1"/>
                      <a:pt x="9" y="1"/>
                      <a:pt x="9" y="1"/>
                    </a:cubicBezTo>
                    <a:cubicBezTo>
                      <a:pt x="9" y="1"/>
                      <a:pt x="8"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70" name="Freeform 46"/>
              <p:cNvSpPr>
                <a:spLocks/>
              </p:cNvSpPr>
              <p:nvPr/>
            </p:nvSpPr>
            <p:spPr bwMode="auto">
              <a:xfrm>
                <a:off x="3821" y="2089"/>
                <a:ext cx="23" cy="27"/>
              </a:xfrm>
              <a:custGeom>
                <a:avLst/>
                <a:gdLst>
                  <a:gd name="T0" fmla="*/ 5 w 9"/>
                  <a:gd name="T1" fmla="*/ 10 h 11"/>
                  <a:gd name="T2" fmla="*/ 8 w 9"/>
                  <a:gd name="T3" fmla="*/ 4 h 11"/>
                  <a:gd name="T4" fmla="*/ 5 w 9"/>
                  <a:gd name="T5" fmla="*/ 0 h 11"/>
                  <a:gd name="T6" fmla="*/ 0 w 9"/>
                  <a:gd name="T7" fmla="*/ 4 h 11"/>
                  <a:gd name="T8" fmla="*/ 5 w 9"/>
                  <a:gd name="T9" fmla="*/ 10 h 11"/>
                </a:gdLst>
                <a:ahLst/>
                <a:cxnLst>
                  <a:cxn ang="0">
                    <a:pos x="T0" y="T1"/>
                  </a:cxn>
                  <a:cxn ang="0">
                    <a:pos x="T2" y="T3"/>
                  </a:cxn>
                  <a:cxn ang="0">
                    <a:pos x="T4" y="T5"/>
                  </a:cxn>
                  <a:cxn ang="0">
                    <a:pos x="T6" y="T7"/>
                  </a:cxn>
                  <a:cxn ang="0">
                    <a:pos x="T8" y="T9"/>
                  </a:cxn>
                </a:cxnLst>
                <a:rect l="0" t="0" r="r" b="b"/>
                <a:pathLst>
                  <a:path w="9" h="11">
                    <a:moveTo>
                      <a:pt x="5" y="10"/>
                    </a:moveTo>
                    <a:cubicBezTo>
                      <a:pt x="8" y="10"/>
                      <a:pt x="8" y="7"/>
                      <a:pt x="8" y="4"/>
                    </a:cubicBezTo>
                    <a:cubicBezTo>
                      <a:pt x="9" y="2"/>
                      <a:pt x="7" y="0"/>
                      <a:pt x="5" y="0"/>
                    </a:cubicBezTo>
                    <a:cubicBezTo>
                      <a:pt x="2" y="0"/>
                      <a:pt x="0" y="2"/>
                      <a:pt x="0" y="4"/>
                    </a:cubicBezTo>
                    <a:cubicBezTo>
                      <a:pt x="1" y="8"/>
                      <a:pt x="4" y="11"/>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71" name="Freeform 47"/>
              <p:cNvSpPr>
                <a:spLocks/>
              </p:cNvSpPr>
              <p:nvPr/>
            </p:nvSpPr>
            <p:spPr bwMode="auto">
              <a:xfrm>
                <a:off x="3785" y="2164"/>
                <a:ext cx="36" cy="44"/>
              </a:xfrm>
              <a:custGeom>
                <a:avLst/>
                <a:gdLst>
                  <a:gd name="T0" fmla="*/ 12 w 14"/>
                  <a:gd name="T1" fmla="*/ 1 h 18"/>
                  <a:gd name="T2" fmla="*/ 10 w 14"/>
                  <a:gd name="T3" fmla="*/ 0 h 18"/>
                  <a:gd name="T4" fmla="*/ 8 w 14"/>
                  <a:gd name="T5" fmla="*/ 6 h 18"/>
                  <a:gd name="T6" fmla="*/ 1 w 14"/>
                  <a:gd name="T7" fmla="*/ 14 h 18"/>
                  <a:gd name="T8" fmla="*/ 1 w 14"/>
                  <a:gd name="T9" fmla="*/ 17 h 18"/>
                  <a:gd name="T10" fmla="*/ 4 w 14"/>
                  <a:gd name="T11" fmla="*/ 17 h 18"/>
                  <a:gd name="T12" fmla="*/ 12 w 14"/>
                  <a:gd name="T13" fmla="*/ 9 h 18"/>
                  <a:gd name="T14" fmla="*/ 13 w 14"/>
                  <a:gd name="T15" fmla="*/ 8 h 18"/>
                  <a:gd name="T16" fmla="*/ 14 w 14"/>
                  <a:gd name="T17" fmla="*/ 3 h 18"/>
                  <a:gd name="T18" fmla="*/ 12 w 14"/>
                  <a:gd name="T1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8">
                    <a:moveTo>
                      <a:pt x="12" y="1"/>
                    </a:moveTo>
                    <a:cubicBezTo>
                      <a:pt x="11" y="1"/>
                      <a:pt x="10" y="0"/>
                      <a:pt x="10" y="0"/>
                    </a:cubicBezTo>
                    <a:cubicBezTo>
                      <a:pt x="8" y="6"/>
                      <a:pt x="8" y="6"/>
                      <a:pt x="8" y="6"/>
                    </a:cubicBezTo>
                    <a:cubicBezTo>
                      <a:pt x="1" y="14"/>
                      <a:pt x="1" y="14"/>
                      <a:pt x="1" y="14"/>
                    </a:cubicBezTo>
                    <a:cubicBezTo>
                      <a:pt x="0" y="15"/>
                      <a:pt x="0" y="16"/>
                      <a:pt x="1" y="17"/>
                    </a:cubicBezTo>
                    <a:cubicBezTo>
                      <a:pt x="2" y="18"/>
                      <a:pt x="4" y="18"/>
                      <a:pt x="4" y="17"/>
                    </a:cubicBezTo>
                    <a:cubicBezTo>
                      <a:pt x="12" y="9"/>
                      <a:pt x="12" y="9"/>
                      <a:pt x="12" y="9"/>
                    </a:cubicBezTo>
                    <a:cubicBezTo>
                      <a:pt x="12" y="9"/>
                      <a:pt x="13" y="8"/>
                      <a:pt x="13" y="8"/>
                    </a:cubicBezTo>
                    <a:cubicBezTo>
                      <a:pt x="14" y="3"/>
                      <a:pt x="14" y="3"/>
                      <a:pt x="14" y="3"/>
                    </a:cubicBezTo>
                    <a:cubicBezTo>
                      <a:pt x="13" y="2"/>
                      <a:pt x="13"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72" name="Freeform 48"/>
              <p:cNvSpPr>
                <a:spLocks/>
              </p:cNvSpPr>
              <p:nvPr/>
            </p:nvSpPr>
            <p:spPr bwMode="auto">
              <a:xfrm>
                <a:off x="3836" y="2116"/>
                <a:ext cx="33" cy="20"/>
              </a:xfrm>
              <a:custGeom>
                <a:avLst/>
                <a:gdLst>
                  <a:gd name="T0" fmla="*/ 6 w 13"/>
                  <a:gd name="T1" fmla="*/ 8 h 8"/>
                  <a:gd name="T2" fmla="*/ 12 w 13"/>
                  <a:gd name="T3" fmla="*/ 4 h 8"/>
                  <a:gd name="T4" fmla="*/ 12 w 13"/>
                  <a:gd name="T5" fmla="*/ 1 h 8"/>
                  <a:gd name="T6" fmla="*/ 10 w 13"/>
                  <a:gd name="T7" fmla="*/ 1 h 8"/>
                  <a:gd name="T8" fmla="*/ 5 w 13"/>
                  <a:gd name="T9" fmla="*/ 4 h 8"/>
                  <a:gd name="T10" fmla="*/ 1 w 13"/>
                  <a:gd name="T11" fmla="*/ 3 h 8"/>
                  <a:gd name="T12" fmla="*/ 1 w 13"/>
                  <a:gd name="T13" fmla="*/ 5 h 8"/>
                  <a:gd name="T14" fmla="*/ 0 w 13"/>
                  <a:gd name="T15" fmla="*/ 7 h 8"/>
                  <a:gd name="T16" fmla="*/ 5 w 13"/>
                  <a:gd name="T17" fmla="*/ 8 h 8"/>
                  <a:gd name="T18" fmla="*/ 6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6" y="8"/>
                    </a:moveTo>
                    <a:cubicBezTo>
                      <a:pt x="12" y="4"/>
                      <a:pt x="12" y="4"/>
                      <a:pt x="12" y="4"/>
                    </a:cubicBezTo>
                    <a:cubicBezTo>
                      <a:pt x="13" y="3"/>
                      <a:pt x="13" y="2"/>
                      <a:pt x="12" y="1"/>
                    </a:cubicBezTo>
                    <a:cubicBezTo>
                      <a:pt x="12" y="1"/>
                      <a:pt x="11" y="0"/>
                      <a:pt x="10" y="1"/>
                    </a:cubicBezTo>
                    <a:cubicBezTo>
                      <a:pt x="5" y="4"/>
                      <a:pt x="5" y="4"/>
                      <a:pt x="5" y="4"/>
                    </a:cubicBezTo>
                    <a:cubicBezTo>
                      <a:pt x="1" y="3"/>
                      <a:pt x="1" y="3"/>
                      <a:pt x="1" y="3"/>
                    </a:cubicBezTo>
                    <a:cubicBezTo>
                      <a:pt x="1" y="3"/>
                      <a:pt x="1" y="4"/>
                      <a:pt x="1" y="5"/>
                    </a:cubicBezTo>
                    <a:cubicBezTo>
                      <a:pt x="1" y="6"/>
                      <a:pt x="0" y="7"/>
                      <a:pt x="0" y="7"/>
                    </a:cubicBezTo>
                    <a:cubicBezTo>
                      <a:pt x="5" y="8"/>
                      <a:pt x="5" y="8"/>
                      <a:pt x="5" y="8"/>
                    </a:cubicBezTo>
                    <a:cubicBezTo>
                      <a:pt x="5" y="8"/>
                      <a:pt x="6"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sp>
            <p:nvSpPr>
              <p:cNvPr id="73" name="Freeform 49"/>
              <p:cNvSpPr>
                <a:spLocks/>
              </p:cNvSpPr>
              <p:nvPr/>
            </p:nvSpPr>
            <p:spPr bwMode="auto">
              <a:xfrm>
                <a:off x="3783" y="2116"/>
                <a:ext cx="58" cy="87"/>
              </a:xfrm>
              <a:custGeom>
                <a:avLst/>
                <a:gdLst>
                  <a:gd name="T0" fmla="*/ 18 w 23"/>
                  <a:gd name="T1" fmla="*/ 17 h 35"/>
                  <a:gd name="T2" fmla="*/ 21 w 23"/>
                  <a:gd name="T3" fmla="*/ 5 h 35"/>
                  <a:gd name="T4" fmla="*/ 21 w 23"/>
                  <a:gd name="T5" fmla="*/ 2 h 35"/>
                  <a:gd name="T6" fmla="*/ 20 w 23"/>
                  <a:gd name="T7" fmla="*/ 2 h 35"/>
                  <a:gd name="T8" fmla="*/ 19 w 23"/>
                  <a:gd name="T9" fmla="*/ 7 h 35"/>
                  <a:gd name="T10" fmla="*/ 20 w 23"/>
                  <a:gd name="T11" fmla="*/ 3 h 35"/>
                  <a:gd name="T12" fmla="*/ 20 w 23"/>
                  <a:gd name="T13" fmla="*/ 2 h 35"/>
                  <a:gd name="T14" fmla="*/ 20 w 23"/>
                  <a:gd name="T15" fmla="*/ 1 h 35"/>
                  <a:gd name="T16" fmla="*/ 19 w 23"/>
                  <a:gd name="T17" fmla="*/ 1 h 35"/>
                  <a:gd name="T18" fmla="*/ 18 w 23"/>
                  <a:gd name="T19" fmla="*/ 2 h 35"/>
                  <a:gd name="T20" fmla="*/ 19 w 23"/>
                  <a:gd name="T21" fmla="*/ 3 h 35"/>
                  <a:gd name="T22" fmla="*/ 18 w 23"/>
                  <a:gd name="T23" fmla="*/ 6 h 35"/>
                  <a:gd name="T24" fmla="*/ 17 w 23"/>
                  <a:gd name="T25" fmla="*/ 0 h 35"/>
                  <a:gd name="T26" fmla="*/ 17 w 23"/>
                  <a:gd name="T27" fmla="*/ 0 h 35"/>
                  <a:gd name="T28" fmla="*/ 17 w 23"/>
                  <a:gd name="T29" fmla="*/ 0 h 35"/>
                  <a:gd name="T30" fmla="*/ 15 w 23"/>
                  <a:gd name="T31" fmla="*/ 0 h 35"/>
                  <a:gd name="T32" fmla="*/ 8 w 23"/>
                  <a:gd name="T33" fmla="*/ 0 h 35"/>
                  <a:gd name="T34" fmla="*/ 1 w 23"/>
                  <a:gd name="T35" fmla="*/ 5 h 35"/>
                  <a:gd name="T36" fmla="*/ 1 w 23"/>
                  <a:gd name="T37" fmla="*/ 8 h 35"/>
                  <a:gd name="T38" fmla="*/ 4 w 23"/>
                  <a:gd name="T39" fmla="*/ 8 h 35"/>
                  <a:gd name="T40" fmla="*/ 4 w 23"/>
                  <a:gd name="T41" fmla="*/ 8 h 35"/>
                  <a:gd name="T42" fmla="*/ 9 w 23"/>
                  <a:gd name="T43" fmla="*/ 4 h 35"/>
                  <a:gd name="T44" fmla="*/ 13 w 23"/>
                  <a:gd name="T45" fmla="*/ 4 h 35"/>
                  <a:gd name="T46" fmla="*/ 12 w 23"/>
                  <a:gd name="T47" fmla="*/ 4 h 35"/>
                  <a:gd name="T48" fmla="*/ 9 w 23"/>
                  <a:gd name="T49" fmla="*/ 15 h 35"/>
                  <a:gd name="T50" fmla="*/ 10 w 23"/>
                  <a:gd name="T51" fmla="*/ 16 h 35"/>
                  <a:gd name="T52" fmla="*/ 14 w 23"/>
                  <a:gd name="T53" fmla="*/ 20 h 35"/>
                  <a:gd name="T54" fmla="*/ 18 w 23"/>
                  <a:gd name="T55" fmla="*/ 24 h 35"/>
                  <a:gd name="T56" fmla="*/ 17 w 23"/>
                  <a:gd name="T57" fmla="*/ 32 h 35"/>
                  <a:gd name="T58" fmla="*/ 19 w 23"/>
                  <a:gd name="T59" fmla="*/ 35 h 35"/>
                  <a:gd name="T60" fmla="*/ 22 w 23"/>
                  <a:gd name="T61" fmla="*/ 33 h 35"/>
                  <a:gd name="T62" fmla="*/ 23 w 23"/>
                  <a:gd name="T63" fmla="*/ 24 h 35"/>
                  <a:gd name="T64" fmla="*/ 23 w 23"/>
                  <a:gd name="T65" fmla="*/ 22 h 35"/>
                  <a:gd name="T66" fmla="*/ 18 w 23"/>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5">
                    <a:moveTo>
                      <a:pt x="18" y="17"/>
                    </a:moveTo>
                    <a:cubicBezTo>
                      <a:pt x="19" y="10"/>
                      <a:pt x="21" y="6"/>
                      <a:pt x="21" y="5"/>
                    </a:cubicBezTo>
                    <a:cubicBezTo>
                      <a:pt x="21" y="3"/>
                      <a:pt x="21" y="2"/>
                      <a:pt x="21" y="2"/>
                    </a:cubicBezTo>
                    <a:cubicBezTo>
                      <a:pt x="20" y="2"/>
                      <a:pt x="20" y="2"/>
                      <a:pt x="20" y="2"/>
                    </a:cubicBezTo>
                    <a:cubicBezTo>
                      <a:pt x="20" y="5"/>
                      <a:pt x="19" y="7"/>
                      <a:pt x="19" y="7"/>
                    </a:cubicBezTo>
                    <a:cubicBezTo>
                      <a:pt x="19" y="7"/>
                      <a:pt x="20" y="4"/>
                      <a:pt x="20" y="3"/>
                    </a:cubicBezTo>
                    <a:cubicBezTo>
                      <a:pt x="20" y="2"/>
                      <a:pt x="20" y="2"/>
                      <a:pt x="20" y="2"/>
                    </a:cubicBezTo>
                    <a:cubicBezTo>
                      <a:pt x="20" y="1"/>
                      <a:pt x="20" y="1"/>
                      <a:pt x="20" y="1"/>
                    </a:cubicBezTo>
                    <a:cubicBezTo>
                      <a:pt x="20" y="1"/>
                      <a:pt x="19" y="1"/>
                      <a:pt x="19" y="1"/>
                    </a:cubicBezTo>
                    <a:cubicBezTo>
                      <a:pt x="19" y="1"/>
                      <a:pt x="18" y="2"/>
                      <a:pt x="18" y="2"/>
                    </a:cubicBezTo>
                    <a:cubicBezTo>
                      <a:pt x="18" y="2"/>
                      <a:pt x="18" y="2"/>
                      <a:pt x="19" y="3"/>
                    </a:cubicBezTo>
                    <a:cubicBezTo>
                      <a:pt x="19" y="3"/>
                      <a:pt x="18" y="4"/>
                      <a:pt x="18" y="6"/>
                    </a:cubicBezTo>
                    <a:cubicBezTo>
                      <a:pt x="18" y="1"/>
                      <a:pt x="17" y="0"/>
                      <a:pt x="17" y="0"/>
                    </a:cubicBezTo>
                    <a:cubicBezTo>
                      <a:pt x="17" y="0"/>
                      <a:pt x="17" y="0"/>
                      <a:pt x="17" y="0"/>
                    </a:cubicBezTo>
                    <a:cubicBezTo>
                      <a:pt x="17" y="0"/>
                      <a:pt x="17" y="0"/>
                      <a:pt x="17" y="0"/>
                    </a:cubicBezTo>
                    <a:cubicBezTo>
                      <a:pt x="16" y="0"/>
                      <a:pt x="15" y="0"/>
                      <a:pt x="15" y="0"/>
                    </a:cubicBezTo>
                    <a:cubicBezTo>
                      <a:pt x="13" y="0"/>
                      <a:pt x="11" y="0"/>
                      <a:pt x="8" y="0"/>
                    </a:cubicBezTo>
                    <a:cubicBezTo>
                      <a:pt x="8" y="0"/>
                      <a:pt x="1" y="5"/>
                      <a:pt x="1" y="5"/>
                    </a:cubicBezTo>
                    <a:cubicBezTo>
                      <a:pt x="0" y="6"/>
                      <a:pt x="0" y="7"/>
                      <a:pt x="1" y="8"/>
                    </a:cubicBezTo>
                    <a:cubicBezTo>
                      <a:pt x="2" y="8"/>
                      <a:pt x="3" y="9"/>
                      <a:pt x="4" y="8"/>
                    </a:cubicBezTo>
                    <a:cubicBezTo>
                      <a:pt x="4" y="8"/>
                      <a:pt x="4" y="8"/>
                      <a:pt x="4" y="8"/>
                    </a:cubicBezTo>
                    <a:cubicBezTo>
                      <a:pt x="4" y="8"/>
                      <a:pt x="9" y="4"/>
                      <a:pt x="9" y="4"/>
                    </a:cubicBezTo>
                    <a:cubicBezTo>
                      <a:pt x="9" y="4"/>
                      <a:pt x="13" y="4"/>
                      <a:pt x="13" y="4"/>
                    </a:cubicBezTo>
                    <a:cubicBezTo>
                      <a:pt x="12" y="4"/>
                      <a:pt x="12" y="4"/>
                      <a:pt x="12" y="4"/>
                    </a:cubicBezTo>
                    <a:cubicBezTo>
                      <a:pt x="11" y="7"/>
                      <a:pt x="9" y="13"/>
                      <a:pt x="9" y="15"/>
                    </a:cubicBezTo>
                    <a:cubicBezTo>
                      <a:pt x="9" y="15"/>
                      <a:pt x="10" y="15"/>
                      <a:pt x="10" y="16"/>
                    </a:cubicBezTo>
                    <a:cubicBezTo>
                      <a:pt x="10" y="16"/>
                      <a:pt x="11" y="18"/>
                      <a:pt x="14" y="20"/>
                    </a:cubicBezTo>
                    <a:cubicBezTo>
                      <a:pt x="14" y="20"/>
                      <a:pt x="18" y="24"/>
                      <a:pt x="18" y="24"/>
                    </a:cubicBezTo>
                    <a:cubicBezTo>
                      <a:pt x="18" y="24"/>
                      <a:pt x="17" y="32"/>
                      <a:pt x="17" y="32"/>
                    </a:cubicBezTo>
                    <a:cubicBezTo>
                      <a:pt x="17" y="34"/>
                      <a:pt x="18" y="35"/>
                      <a:pt x="19" y="35"/>
                    </a:cubicBezTo>
                    <a:cubicBezTo>
                      <a:pt x="20" y="35"/>
                      <a:pt x="21" y="35"/>
                      <a:pt x="22" y="33"/>
                    </a:cubicBezTo>
                    <a:cubicBezTo>
                      <a:pt x="22" y="33"/>
                      <a:pt x="23" y="24"/>
                      <a:pt x="23" y="24"/>
                    </a:cubicBezTo>
                    <a:cubicBezTo>
                      <a:pt x="23" y="23"/>
                      <a:pt x="23" y="22"/>
                      <a:pt x="23" y="22"/>
                    </a:cubicBezTo>
                    <a:cubicBezTo>
                      <a:pt x="22" y="21"/>
                      <a:pt x="18" y="17"/>
                      <a:pt x="1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01ACBE"/>
                  </a:solidFill>
                </a:endParaRPr>
              </a:p>
            </p:txBody>
          </p:sp>
        </p:grpSp>
      </p:grpSp>
      <p:grpSp>
        <p:nvGrpSpPr>
          <p:cNvPr id="74" name="组合 73"/>
          <p:cNvGrpSpPr/>
          <p:nvPr/>
        </p:nvGrpSpPr>
        <p:grpSpPr>
          <a:xfrm>
            <a:off x="7162757" y="2192861"/>
            <a:ext cx="750986" cy="750713"/>
            <a:chOff x="6790508" y="1685961"/>
            <a:chExt cx="711992" cy="711991"/>
          </a:xfrm>
        </p:grpSpPr>
        <p:sp>
          <p:nvSpPr>
            <p:cNvPr id="75" name="椭圆 74"/>
            <p:cNvSpPr/>
            <p:nvPr/>
          </p:nvSpPr>
          <p:spPr>
            <a:xfrm>
              <a:off x="6790508" y="1685961"/>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76" name="Group 52"/>
            <p:cNvGrpSpPr>
              <a:grpSpLocks noChangeAspect="1"/>
            </p:cNvGrpSpPr>
            <p:nvPr/>
          </p:nvGrpSpPr>
          <p:grpSpPr bwMode="auto">
            <a:xfrm>
              <a:off x="6965905" y="1845076"/>
              <a:ext cx="404752" cy="401262"/>
              <a:chOff x="3783" y="2102"/>
              <a:chExt cx="116" cy="115"/>
            </a:xfrm>
            <a:solidFill>
              <a:srgbClr val="FFB850"/>
            </a:solidFill>
            <a:effectLst/>
          </p:grpSpPr>
          <p:sp>
            <p:nvSpPr>
              <p:cNvPr id="77" name="Freeform 53"/>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8" name="Freeform 54"/>
              <p:cNvSpPr>
                <a:spLocks noEditPoints="1"/>
              </p:cNvSpPr>
              <p:nvPr/>
            </p:nvSpPr>
            <p:spPr bwMode="auto">
              <a:xfrm>
                <a:off x="3783" y="2102"/>
                <a:ext cx="116" cy="115"/>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2 h 46"/>
                  <a:gd name="T12" fmla="*/ 5 w 46"/>
                  <a:gd name="T13" fmla="*/ 23 h 46"/>
                  <a:gd name="T14" fmla="*/ 23 w 46"/>
                  <a:gd name="T15" fmla="*/ 4 h 46"/>
                  <a:gd name="T16" fmla="*/ 42 w 46"/>
                  <a:gd name="T17" fmla="*/ 23 h 46"/>
                  <a:gd name="T18" fmla="*/ 23 w 46"/>
                  <a:gd name="T1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3" y="42"/>
                    </a:moveTo>
                    <a:cubicBezTo>
                      <a:pt x="13" y="42"/>
                      <a:pt x="5" y="33"/>
                      <a:pt x="5" y="23"/>
                    </a:cubicBezTo>
                    <a:cubicBezTo>
                      <a:pt x="5" y="13"/>
                      <a:pt x="13" y="4"/>
                      <a:pt x="23" y="4"/>
                    </a:cubicBezTo>
                    <a:cubicBezTo>
                      <a:pt x="34" y="4"/>
                      <a:pt x="42" y="13"/>
                      <a:pt x="42" y="23"/>
                    </a:cubicBezTo>
                    <a:cubicBezTo>
                      <a:pt x="42" y="33"/>
                      <a:pt x="34" y="42"/>
                      <a:pt x="23"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9" name="Freeform 55"/>
              <p:cNvSpPr>
                <a:spLocks/>
              </p:cNvSpPr>
              <p:nvPr/>
            </p:nvSpPr>
            <p:spPr bwMode="auto">
              <a:xfrm>
                <a:off x="3839" y="2115"/>
                <a:ext cx="7" cy="10"/>
              </a:xfrm>
              <a:custGeom>
                <a:avLst/>
                <a:gdLst>
                  <a:gd name="T0" fmla="*/ 1 w 3"/>
                  <a:gd name="T1" fmla="*/ 4 h 4"/>
                  <a:gd name="T2" fmla="*/ 1 w 3"/>
                  <a:gd name="T3" fmla="*/ 4 h 4"/>
                  <a:gd name="T4" fmla="*/ 3 w 3"/>
                  <a:gd name="T5" fmla="*/ 3 h 4"/>
                  <a:gd name="T6" fmla="*/ 3 w 3"/>
                  <a:gd name="T7" fmla="*/ 0 h 4"/>
                  <a:gd name="T8" fmla="*/ 1 w 3"/>
                  <a:gd name="T9" fmla="*/ 0 h 4"/>
                  <a:gd name="T10" fmla="*/ 0 w 3"/>
                  <a:gd name="T11" fmla="*/ 0 h 4"/>
                  <a:gd name="T12" fmla="*/ 0 w 3"/>
                  <a:gd name="T13" fmla="*/ 3 h 4"/>
                  <a:gd name="T14" fmla="*/ 1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4"/>
                    </a:moveTo>
                    <a:cubicBezTo>
                      <a:pt x="1" y="4"/>
                      <a:pt x="1" y="4"/>
                      <a:pt x="1" y="4"/>
                    </a:cubicBezTo>
                    <a:cubicBezTo>
                      <a:pt x="2" y="4"/>
                      <a:pt x="3" y="4"/>
                      <a:pt x="3" y="3"/>
                    </a:cubicBezTo>
                    <a:cubicBezTo>
                      <a:pt x="3" y="0"/>
                      <a:pt x="3" y="0"/>
                      <a:pt x="3" y="0"/>
                    </a:cubicBezTo>
                    <a:cubicBezTo>
                      <a:pt x="2" y="0"/>
                      <a:pt x="2" y="0"/>
                      <a:pt x="1" y="0"/>
                    </a:cubicBezTo>
                    <a:cubicBezTo>
                      <a:pt x="1" y="0"/>
                      <a:pt x="0" y="0"/>
                      <a:pt x="0" y="0"/>
                    </a:cubicBezTo>
                    <a:cubicBezTo>
                      <a:pt x="0" y="3"/>
                      <a:pt x="0" y="3"/>
                      <a:pt x="0" y="3"/>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0" name="Freeform 56"/>
              <p:cNvSpPr>
                <a:spLocks/>
              </p:cNvSpPr>
              <p:nvPr/>
            </p:nvSpPr>
            <p:spPr bwMode="auto">
              <a:xfrm>
                <a:off x="3839" y="2195"/>
                <a:ext cx="7" cy="10"/>
              </a:xfrm>
              <a:custGeom>
                <a:avLst/>
                <a:gdLst>
                  <a:gd name="T0" fmla="*/ 1 w 3"/>
                  <a:gd name="T1" fmla="*/ 0 h 4"/>
                  <a:gd name="T2" fmla="*/ 1 w 3"/>
                  <a:gd name="T3" fmla="*/ 0 h 4"/>
                  <a:gd name="T4" fmla="*/ 0 w 3"/>
                  <a:gd name="T5" fmla="*/ 1 h 4"/>
                  <a:gd name="T6" fmla="*/ 0 w 3"/>
                  <a:gd name="T7" fmla="*/ 4 h 4"/>
                  <a:gd name="T8" fmla="*/ 1 w 3"/>
                  <a:gd name="T9" fmla="*/ 4 h 4"/>
                  <a:gd name="T10" fmla="*/ 3 w 3"/>
                  <a:gd name="T11" fmla="*/ 4 h 4"/>
                  <a:gd name="T12" fmla="*/ 3 w 3"/>
                  <a:gd name="T13" fmla="*/ 1 h 4"/>
                  <a:gd name="T14" fmla="*/ 1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0"/>
                    </a:moveTo>
                    <a:cubicBezTo>
                      <a:pt x="1" y="0"/>
                      <a:pt x="1" y="0"/>
                      <a:pt x="1" y="0"/>
                    </a:cubicBezTo>
                    <a:cubicBezTo>
                      <a:pt x="0" y="0"/>
                      <a:pt x="0" y="1"/>
                      <a:pt x="0" y="1"/>
                    </a:cubicBezTo>
                    <a:cubicBezTo>
                      <a:pt x="0" y="4"/>
                      <a:pt x="0" y="4"/>
                      <a:pt x="0" y="4"/>
                    </a:cubicBezTo>
                    <a:cubicBezTo>
                      <a:pt x="0" y="4"/>
                      <a:pt x="1" y="4"/>
                      <a:pt x="1" y="4"/>
                    </a:cubicBezTo>
                    <a:cubicBezTo>
                      <a:pt x="2" y="4"/>
                      <a:pt x="2" y="4"/>
                      <a:pt x="3" y="4"/>
                    </a:cubicBezTo>
                    <a:cubicBezTo>
                      <a:pt x="3" y="1"/>
                      <a:pt x="3" y="1"/>
                      <a:pt x="3" y="1"/>
                    </a:cubicBezTo>
                    <a:cubicBezTo>
                      <a:pt x="3"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1" name="Freeform 57"/>
              <p:cNvSpPr>
                <a:spLocks/>
              </p:cNvSpPr>
              <p:nvPr/>
            </p:nvSpPr>
            <p:spPr bwMode="auto">
              <a:xfrm>
                <a:off x="3796" y="2155"/>
                <a:ext cx="10" cy="10"/>
              </a:xfrm>
              <a:custGeom>
                <a:avLst/>
                <a:gdLst>
                  <a:gd name="T0" fmla="*/ 3 w 4"/>
                  <a:gd name="T1" fmla="*/ 0 h 4"/>
                  <a:gd name="T2" fmla="*/ 0 w 4"/>
                  <a:gd name="T3" fmla="*/ 0 h 4"/>
                  <a:gd name="T4" fmla="*/ 0 w 4"/>
                  <a:gd name="T5" fmla="*/ 2 h 4"/>
                  <a:gd name="T6" fmla="*/ 0 w 4"/>
                  <a:gd name="T7" fmla="*/ 4 h 4"/>
                  <a:gd name="T8" fmla="*/ 3 w 4"/>
                  <a:gd name="T9" fmla="*/ 4 h 4"/>
                  <a:gd name="T10" fmla="*/ 4 w 4"/>
                  <a:gd name="T11" fmla="*/ 2 h 4"/>
                  <a:gd name="T12" fmla="*/ 4 w 4"/>
                  <a:gd name="T13" fmla="*/ 2 h 4"/>
                  <a:gd name="T14" fmla="*/ 3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0"/>
                    </a:moveTo>
                    <a:cubicBezTo>
                      <a:pt x="0" y="0"/>
                      <a:pt x="0" y="0"/>
                      <a:pt x="0" y="0"/>
                    </a:cubicBezTo>
                    <a:cubicBezTo>
                      <a:pt x="0" y="1"/>
                      <a:pt x="0" y="1"/>
                      <a:pt x="0" y="2"/>
                    </a:cubicBezTo>
                    <a:cubicBezTo>
                      <a:pt x="0" y="3"/>
                      <a:pt x="0" y="3"/>
                      <a:pt x="0" y="4"/>
                    </a:cubicBezTo>
                    <a:cubicBezTo>
                      <a:pt x="3" y="4"/>
                      <a:pt x="3" y="4"/>
                      <a:pt x="3" y="4"/>
                    </a:cubicBezTo>
                    <a:cubicBezTo>
                      <a:pt x="4" y="4"/>
                      <a:pt x="4" y="3"/>
                      <a:pt x="4" y="2"/>
                    </a:cubicBezTo>
                    <a:cubicBezTo>
                      <a:pt x="4" y="2"/>
                      <a:pt x="4" y="2"/>
                      <a:pt x="4" y="2"/>
                    </a:cubicBezTo>
                    <a:cubicBezTo>
                      <a:pt x="4"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2" name="Freeform 58"/>
              <p:cNvSpPr>
                <a:spLocks/>
              </p:cNvSpPr>
              <p:nvPr/>
            </p:nvSpPr>
            <p:spPr bwMode="auto">
              <a:xfrm>
                <a:off x="3877" y="2155"/>
                <a:ext cx="10" cy="10"/>
              </a:xfrm>
              <a:custGeom>
                <a:avLst/>
                <a:gdLst>
                  <a:gd name="T0" fmla="*/ 4 w 4"/>
                  <a:gd name="T1" fmla="*/ 0 h 4"/>
                  <a:gd name="T2" fmla="*/ 2 w 4"/>
                  <a:gd name="T3" fmla="*/ 0 h 4"/>
                  <a:gd name="T4" fmla="*/ 0 w 4"/>
                  <a:gd name="T5" fmla="*/ 2 h 4"/>
                  <a:gd name="T6" fmla="*/ 0 w 4"/>
                  <a:gd name="T7" fmla="*/ 2 h 4"/>
                  <a:gd name="T8" fmla="*/ 2 w 4"/>
                  <a:gd name="T9" fmla="*/ 4 h 4"/>
                  <a:gd name="T10" fmla="*/ 4 w 4"/>
                  <a:gd name="T11" fmla="*/ 4 h 4"/>
                  <a:gd name="T12" fmla="*/ 4 w 4"/>
                  <a:gd name="T13" fmla="*/ 2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2" y="0"/>
                      <a:pt x="2" y="0"/>
                      <a:pt x="2" y="0"/>
                    </a:cubicBezTo>
                    <a:cubicBezTo>
                      <a:pt x="1" y="0"/>
                      <a:pt x="0" y="1"/>
                      <a:pt x="0" y="2"/>
                    </a:cubicBezTo>
                    <a:cubicBezTo>
                      <a:pt x="0" y="2"/>
                      <a:pt x="0" y="2"/>
                      <a:pt x="0" y="2"/>
                    </a:cubicBezTo>
                    <a:cubicBezTo>
                      <a:pt x="0" y="3"/>
                      <a:pt x="1" y="4"/>
                      <a:pt x="2" y="4"/>
                    </a:cubicBezTo>
                    <a:cubicBezTo>
                      <a:pt x="4" y="4"/>
                      <a:pt x="4" y="4"/>
                      <a:pt x="4" y="4"/>
                    </a:cubicBezTo>
                    <a:cubicBezTo>
                      <a:pt x="4" y="3"/>
                      <a:pt x="4" y="3"/>
                      <a:pt x="4" y="2"/>
                    </a:cubicBezTo>
                    <a:cubicBezTo>
                      <a:pt x="4" y="1"/>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3" name="Freeform 59"/>
              <p:cNvSpPr>
                <a:spLocks/>
              </p:cNvSpPr>
              <p:nvPr/>
            </p:nvSpPr>
            <p:spPr bwMode="auto">
              <a:xfrm>
                <a:off x="3813" y="2127"/>
                <a:ext cx="33" cy="38"/>
              </a:xfrm>
              <a:custGeom>
                <a:avLst/>
                <a:gdLst>
                  <a:gd name="T0" fmla="*/ 11 w 13"/>
                  <a:gd name="T1" fmla="*/ 0 h 15"/>
                  <a:gd name="T2" fmla="*/ 10 w 13"/>
                  <a:gd name="T3" fmla="*/ 2 h 15"/>
                  <a:gd name="T4" fmla="*/ 10 w 13"/>
                  <a:gd name="T5" fmla="*/ 11 h 15"/>
                  <a:gd name="T6" fmla="*/ 9 w 13"/>
                  <a:gd name="T7" fmla="*/ 12 h 15"/>
                  <a:gd name="T8" fmla="*/ 2 w 13"/>
                  <a:gd name="T9" fmla="*/ 12 h 15"/>
                  <a:gd name="T10" fmla="*/ 0 w 13"/>
                  <a:gd name="T11" fmla="*/ 14 h 15"/>
                  <a:gd name="T12" fmla="*/ 2 w 13"/>
                  <a:gd name="T13" fmla="*/ 15 h 15"/>
                  <a:gd name="T14" fmla="*/ 11 w 13"/>
                  <a:gd name="T15" fmla="*/ 15 h 15"/>
                  <a:gd name="T16" fmla="*/ 12 w 13"/>
                  <a:gd name="T17" fmla="*/ 15 h 15"/>
                  <a:gd name="T18" fmla="*/ 12 w 13"/>
                  <a:gd name="T19" fmla="*/ 15 h 15"/>
                  <a:gd name="T20" fmla="*/ 13 w 13"/>
                  <a:gd name="T21" fmla="*/ 13 h 15"/>
                  <a:gd name="T22" fmla="*/ 13 w 13"/>
                  <a:gd name="T23" fmla="*/ 2 h 15"/>
                  <a:gd name="T24" fmla="*/ 11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1" y="0"/>
                    </a:moveTo>
                    <a:cubicBezTo>
                      <a:pt x="10" y="0"/>
                      <a:pt x="10" y="1"/>
                      <a:pt x="10" y="2"/>
                    </a:cubicBezTo>
                    <a:cubicBezTo>
                      <a:pt x="10" y="11"/>
                      <a:pt x="10" y="11"/>
                      <a:pt x="10" y="11"/>
                    </a:cubicBezTo>
                    <a:cubicBezTo>
                      <a:pt x="10" y="12"/>
                      <a:pt x="9" y="12"/>
                      <a:pt x="9" y="12"/>
                    </a:cubicBezTo>
                    <a:cubicBezTo>
                      <a:pt x="2" y="12"/>
                      <a:pt x="2" y="12"/>
                      <a:pt x="2" y="12"/>
                    </a:cubicBezTo>
                    <a:cubicBezTo>
                      <a:pt x="1" y="12"/>
                      <a:pt x="0" y="13"/>
                      <a:pt x="0" y="14"/>
                    </a:cubicBezTo>
                    <a:cubicBezTo>
                      <a:pt x="0" y="14"/>
                      <a:pt x="1" y="15"/>
                      <a:pt x="2" y="15"/>
                    </a:cubicBezTo>
                    <a:cubicBezTo>
                      <a:pt x="11" y="15"/>
                      <a:pt x="11" y="15"/>
                      <a:pt x="11" y="15"/>
                    </a:cubicBezTo>
                    <a:cubicBezTo>
                      <a:pt x="11" y="15"/>
                      <a:pt x="12" y="15"/>
                      <a:pt x="12" y="15"/>
                    </a:cubicBezTo>
                    <a:cubicBezTo>
                      <a:pt x="12" y="15"/>
                      <a:pt x="12" y="15"/>
                      <a:pt x="12" y="15"/>
                    </a:cubicBezTo>
                    <a:cubicBezTo>
                      <a:pt x="13" y="14"/>
                      <a:pt x="13" y="14"/>
                      <a:pt x="13" y="13"/>
                    </a:cubicBezTo>
                    <a:cubicBezTo>
                      <a:pt x="13" y="2"/>
                      <a:pt x="13" y="2"/>
                      <a:pt x="13" y="2"/>
                    </a:cubicBezTo>
                    <a:cubicBezTo>
                      <a:pt x="13" y="1"/>
                      <a:pt x="12"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84" name="组合 83"/>
          <p:cNvGrpSpPr/>
          <p:nvPr/>
        </p:nvGrpSpPr>
        <p:grpSpPr>
          <a:xfrm>
            <a:off x="7966540" y="2996353"/>
            <a:ext cx="750986" cy="750713"/>
            <a:chOff x="7552557" y="2448009"/>
            <a:chExt cx="711992" cy="711991"/>
          </a:xfrm>
        </p:grpSpPr>
        <p:sp>
          <p:nvSpPr>
            <p:cNvPr id="85" name="椭圆 84"/>
            <p:cNvSpPr/>
            <p:nvPr/>
          </p:nvSpPr>
          <p:spPr>
            <a:xfrm>
              <a:off x="7552557" y="2448009"/>
              <a:ext cx="711992" cy="711991"/>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1016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86" name="Group 62"/>
            <p:cNvGrpSpPr>
              <a:grpSpLocks noChangeAspect="1"/>
            </p:cNvGrpSpPr>
            <p:nvPr/>
          </p:nvGrpSpPr>
          <p:grpSpPr bwMode="auto">
            <a:xfrm>
              <a:off x="7718422" y="2676372"/>
              <a:ext cx="392378" cy="313294"/>
              <a:chOff x="3775" y="2110"/>
              <a:chExt cx="129" cy="103"/>
            </a:xfrm>
            <a:solidFill>
              <a:srgbClr val="01ACBE"/>
            </a:solidFill>
            <a:effectLst/>
          </p:grpSpPr>
          <p:sp>
            <p:nvSpPr>
              <p:cNvPr id="87" name="Freeform 63"/>
              <p:cNvSpPr>
                <a:spLocks/>
              </p:cNvSpPr>
              <p:nvPr/>
            </p:nvSpPr>
            <p:spPr bwMode="auto">
              <a:xfrm>
                <a:off x="3775" y="2177"/>
                <a:ext cx="40" cy="36"/>
              </a:xfrm>
              <a:custGeom>
                <a:avLst/>
                <a:gdLst>
                  <a:gd name="T0" fmla="*/ 5 w 16"/>
                  <a:gd name="T1" fmla="*/ 0 h 14"/>
                  <a:gd name="T2" fmla="*/ 0 w 16"/>
                  <a:gd name="T3" fmla="*/ 4 h 14"/>
                  <a:gd name="T4" fmla="*/ 10 w 16"/>
                  <a:gd name="T5" fmla="*/ 14 h 14"/>
                  <a:gd name="T6" fmla="*/ 16 w 16"/>
                  <a:gd name="T7" fmla="*/ 9 h 14"/>
                  <a:gd name="T8" fmla="*/ 5 w 16"/>
                  <a:gd name="T9" fmla="*/ 0 h 14"/>
                </a:gdLst>
                <a:ahLst/>
                <a:cxnLst>
                  <a:cxn ang="0">
                    <a:pos x="T0" y="T1"/>
                  </a:cxn>
                  <a:cxn ang="0">
                    <a:pos x="T2" y="T3"/>
                  </a:cxn>
                  <a:cxn ang="0">
                    <a:pos x="T4" y="T5"/>
                  </a:cxn>
                  <a:cxn ang="0">
                    <a:pos x="T6" y="T7"/>
                  </a:cxn>
                  <a:cxn ang="0">
                    <a:pos x="T8" y="T9"/>
                  </a:cxn>
                </a:cxnLst>
                <a:rect l="0" t="0" r="r" b="b"/>
                <a:pathLst>
                  <a:path w="16" h="14">
                    <a:moveTo>
                      <a:pt x="5" y="0"/>
                    </a:moveTo>
                    <a:cubicBezTo>
                      <a:pt x="1" y="3"/>
                      <a:pt x="0" y="4"/>
                      <a:pt x="0" y="4"/>
                    </a:cubicBezTo>
                    <a:cubicBezTo>
                      <a:pt x="10" y="14"/>
                      <a:pt x="10" y="14"/>
                      <a:pt x="10" y="14"/>
                    </a:cubicBezTo>
                    <a:cubicBezTo>
                      <a:pt x="10" y="14"/>
                      <a:pt x="13" y="11"/>
                      <a:pt x="16" y="9"/>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8" name="Freeform 64"/>
              <p:cNvSpPr>
                <a:spLocks/>
              </p:cNvSpPr>
              <p:nvPr/>
            </p:nvSpPr>
            <p:spPr bwMode="auto">
              <a:xfrm>
                <a:off x="3795" y="2156"/>
                <a:ext cx="109" cy="41"/>
              </a:xfrm>
              <a:custGeom>
                <a:avLst/>
                <a:gdLst>
                  <a:gd name="T0" fmla="*/ 37 w 44"/>
                  <a:gd name="T1" fmla="*/ 4 h 16"/>
                  <a:gd name="T2" fmla="*/ 29 w 44"/>
                  <a:gd name="T3" fmla="*/ 9 h 16"/>
                  <a:gd name="T4" fmla="*/ 18 w 44"/>
                  <a:gd name="T5" fmla="*/ 8 h 16"/>
                  <a:gd name="T6" fmla="*/ 25 w 44"/>
                  <a:gd name="T7" fmla="*/ 7 h 16"/>
                  <a:gd name="T8" fmla="*/ 31 w 44"/>
                  <a:gd name="T9" fmla="*/ 2 h 16"/>
                  <a:gd name="T10" fmla="*/ 20 w 44"/>
                  <a:gd name="T11" fmla="*/ 2 h 16"/>
                  <a:gd name="T12" fmla="*/ 9 w 44"/>
                  <a:gd name="T13" fmla="*/ 2 h 16"/>
                  <a:gd name="T14" fmla="*/ 0 w 44"/>
                  <a:gd name="T15" fmla="*/ 7 h 16"/>
                  <a:gd name="T16" fmla="*/ 9 w 44"/>
                  <a:gd name="T17" fmla="*/ 16 h 16"/>
                  <a:gd name="T18" fmla="*/ 13 w 44"/>
                  <a:gd name="T19" fmla="*/ 14 h 16"/>
                  <a:gd name="T20" fmla="*/ 29 w 44"/>
                  <a:gd name="T21" fmla="*/ 14 h 16"/>
                  <a:gd name="T22" fmla="*/ 44 w 44"/>
                  <a:gd name="T23" fmla="*/ 2 h 16"/>
                  <a:gd name="T24" fmla="*/ 37 w 44"/>
                  <a:gd name="T25"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6">
                    <a:moveTo>
                      <a:pt x="37" y="4"/>
                    </a:moveTo>
                    <a:cubicBezTo>
                      <a:pt x="34" y="7"/>
                      <a:pt x="32" y="8"/>
                      <a:pt x="29" y="9"/>
                    </a:cubicBezTo>
                    <a:cubicBezTo>
                      <a:pt x="24" y="10"/>
                      <a:pt x="19" y="9"/>
                      <a:pt x="18" y="8"/>
                    </a:cubicBezTo>
                    <a:cubicBezTo>
                      <a:pt x="15" y="6"/>
                      <a:pt x="18" y="7"/>
                      <a:pt x="25" y="7"/>
                    </a:cubicBezTo>
                    <a:cubicBezTo>
                      <a:pt x="32" y="6"/>
                      <a:pt x="31" y="2"/>
                      <a:pt x="31" y="2"/>
                    </a:cubicBezTo>
                    <a:cubicBezTo>
                      <a:pt x="29" y="2"/>
                      <a:pt x="27" y="2"/>
                      <a:pt x="20" y="2"/>
                    </a:cubicBezTo>
                    <a:cubicBezTo>
                      <a:pt x="17" y="2"/>
                      <a:pt x="12" y="1"/>
                      <a:pt x="9" y="2"/>
                    </a:cubicBezTo>
                    <a:cubicBezTo>
                      <a:pt x="6" y="2"/>
                      <a:pt x="4" y="5"/>
                      <a:pt x="0" y="7"/>
                    </a:cubicBezTo>
                    <a:cubicBezTo>
                      <a:pt x="9" y="16"/>
                      <a:pt x="9" y="16"/>
                      <a:pt x="9" y="16"/>
                    </a:cubicBezTo>
                    <a:cubicBezTo>
                      <a:pt x="11" y="15"/>
                      <a:pt x="12" y="14"/>
                      <a:pt x="13" y="14"/>
                    </a:cubicBezTo>
                    <a:cubicBezTo>
                      <a:pt x="16" y="14"/>
                      <a:pt x="23" y="15"/>
                      <a:pt x="29" y="14"/>
                    </a:cubicBezTo>
                    <a:cubicBezTo>
                      <a:pt x="40" y="9"/>
                      <a:pt x="44" y="2"/>
                      <a:pt x="44" y="2"/>
                    </a:cubicBezTo>
                    <a:cubicBezTo>
                      <a:pt x="44" y="2"/>
                      <a:pt x="41" y="0"/>
                      <a:pt x="3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9" name="Freeform 65"/>
              <p:cNvSpPr>
                <a:spLocks noEditPoints="1"/>
              </p:cNvSpPr>
              <p:nvPr/>
            </p:nvSpPr>
            <p:spPr bwMode="auto">
              <a:xfrm>
                <a:off x="3810" y="2110"/>
                <a:ext cx="94" cy="41"/>
              </a:xfrm>
              <a:custGeom>
                <a:avLst/>
                <a:gdLst>
                  <a:gd name="T0" fmla="*/ 38 w 38"/>
                  <a:gd name="T1" fmla="*/ 0 h 16"/>
                  <a:gd name="T2" fmla="*/ 34 w 38"/>
                  <a:gd name="T3" fmla="*/ 0 h 16"/>
                  <a:gd name="T4" fmla="*/ 34 w 38"/>
                  <a:gd name="T5" fmla="*/ 6 h 16"/>
                  <a:gd name="T6" fmla="*/ 32 w 38"/>
                  <a:gd name="T7" fmla="*/ 6 h 16"/>
                  <a:gd name="T8" fmla="*/ 32 w 38"/>
                  <a:gd name="T9" fmla="*/ 0 h 16"/>
                  <a:gd name="T10" fmla="*/ 28 w 38"/>
                  <a:gd name="T11" fmla="*/ 0 h 16"/>
                  <a:gd name="T12" fmla="*/ 28 w 38"/>
                  <a:gd name="T13" fmla="*/ 6 h 16"/>
                  <a:gd name="T14" fmla="*/ 12 w 38"/>
                  <a:gd name="T15" fmla="*/ 6 h 16"/>
                  <a:gd name="T16" fmla="*/ 12 w 38"/>
                  <a:gd name="T17" fmla="*/ 3 h 16"/>
                  <a:gd name="T18" fmla="*/ 12 w 38"/>
                  <a:gd name="T19" fmla="*/ 1 h 16"/>
                  <a:gd name="T20" fmla="*/ 11 w 38"/>
                  <a:gd name="T21" fmla="*/ 0 h 16"/>
                  <a:gd name="T22" fmla="*/ 9 w 38"/>
                  <a:gd name="T23" fmla="*/ 0 h 16"/>
                  <a:gd name="T24" fmla="*/ 3 w 38"/>
                  <a:gd name="T25" fmla="*/ 0 h 16"/>
                  <a:gd name="T26" fmla="*/ 1 w 38"/>
                  <a:gd name="T27" fmla="*/ 0 h 16"/>
                  <a:gd name="T28" fmla="*/ 0 w 38"/>
                  <a:gd name="T29" fmla="*/ 2 h 16"/>
                  <a:gd name="T30" fmla="*/ 0 w 38"/>
                  <a:gd name="T31" fmla="*/ 3 h 16"/>
                  <a:gd name="T32" fmla="*/ 0 w 38"/>
                  <a:gd name="T33" fmla="*/ 13 h 16"/>
                  <a:gd name="T34" fmla="*/ 0 w 38"/>
                  <a:gd name="T35" fmla="*/ 15 h 16"/>
                  <a:gd name="T36" fmla="*/ 2 w 38"/>
                  <a:gd name="T37" fmla="*/ 16 h 16"/>
                  <a:gd name="T38" fmla="*/ 3 w 38"/>
                  <a:gd name="T39" fmla="*/ 16 h 16"/>
                  <a:gd name="T40" fmla="*/ 9 w 38"/>
                  <a:gd name="T41" fmla="*/ 16 h 16"/>
                  <a:gd name="T42" fmla="*/ 11 w 38"/>
                  <a:gd name="T43" fmla="*/ 16 h 16"/>
                  <a:gd name="T44" fmla="*/ 12 w 38"/>
                  <a:gd name="T45" fmla="*/ 14 h 16"/>
                  <a:gd name="T46" fmla="*/ 12 w 38"/>
                  <a:gd name="T47" fmla="*/ 13 h 16"/>
                  <a:gd name="T48" fmla="*/ 12 w 38"/>
                  <a:gd name="T49" fmla="*/ 10 h 16"/>
                  <a:gd name="T50" fmla="*/ 38 w 38"/>
                  <a:gd name="T51" fmla="*/ 10 h 16"/>
                  <a:gd name="T52" fmla="*/ 38 w 38"/>
                  <a:gd name="T53" fmla="*/ 0 h 16"/>
                  <a:gd name="T54" fmla="*/ 3 w 38"/>
                  <a:gd name="T55" fmla="*/ 3 h 16"/>
                  <a:gd name="T56" fmla="*/ 9 w 38"/>
                  <a:gd name="T57" fmla="*/ 3 h 16"/>
                  <a:gd name="T58" fmla="*/ 9 w 38"/>
                  <a:gd name="T59" fmla="*/ 13 h 16"/>
                  <a:gd name="T60" fmla="*/ 3 w 38"/>
                  <a:gd name="T61" fmla="*/ 13 h 16"/>
                  <a:gd name="T62" fmla="*/ 3 w 38"/>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 h="16">
                    <a:moveTo>
                      <a:pt x="38" y="0"/>
                    </a:moveTo>
                    <a:cubicBezTo>
                      <a:pt x="34" y="0"/>
                      <a:pt x="34" y="0"/>
                      <a:pt x="34" y="0"/>
                    </a:cubicBezTo>
                    <a:cubicBezTo>
                      <a:pt x="34" y="6"/>
                      <a:pt x="34" y="6"/>
                      <a:pt x="34" y="6"/>
                    </a:cubicBezTo>
                    <a:cubicBezTo>
                      <a:pt x="32" y="6"/>
                      <a:pt x="32" y="6"/>
                      <a:pt x="32" y="6"/>
                    </a:cubicBezTo>
                    <a:cubicBezTo>
                      <a:pt x="32" y="0"/>
                      <a:pt x="32" y="0"/>
                      <a:pt x="32" y="0"/>
                    </a:cubicBezTo>
                    <a:cubicBezTo>
                      <a:pt x="28" y="0"/>
                      <a:pt x="28" y="0"/>
                      <a:pt x="28" y="0"/>
                    </a:cubicBezTo>
                    <a:cubicBezTo>
                      <a:pt x="28" y="6"/>
                      <a:pt x="28" y="6"/>
                      <a:pt x="28" y="6"/>
                    </a:cubicBezTo>
                    <a:cubicBezTo>
                      <a:pt x="12" y="6"/>
                      <a:pt x="12" y="6"/>
                      <a:pt x="12" y="6"/>
                    </a:cubicBezTo>
                    <a:cubicBezTo>
                      <a:pt x="12" y="3"/>
                      <a:pt x="12" y="3"/>
                      <a:pt x="12" y="3"/>
                    </a:cubicBezTo>
                    <a:cubicBezTo>
                      <a:pt x="12" y="2"/>
                      <a:pt x="12" y="2"/>
                      <a:pt x="12" y="1"/>
                    </a:cubicBezTo>
                    <a:cubicBezTo>
                      <a:pt x="12" y="1"/>
                      <a:pt x="11" y="0"/>
                      <a:pt x="11" y="0"/>
                    </a:cubicBezTo>
                    <a:cubicBezTo>
                      <a:pt x="10" y="0"/>
                      <a:pt x="10" y="0"/>
                      <a:pt x="9" y="0"/>
                    </a:cubicBezTo>
                    <a:cubicBezTo>
                      <a:pt x="3" y="0"/>
                      <a:pt x="3" y="0"/>
                      <a:pt x="3" y="0"/>
                    </a:cubicBezTo>
                    <a:cubicBezTo>
                      <a:pt x="2" y="0"/>
                      <a:pt x="2" y="0"/>
                      <a:pt x="1" y="0"/>
                    </a:cubicBezTo>
                    <a:cubicBezTo>
                      <a:pt x="1" y="1"/>
                      <a:pt x="0" y="1"/>
                      <a:pt x="0" y="2"/>
                    </a:cubicBezTo>
                    <a:cubicBezTo>
                      <a:pt x="0" y="2"/>
                      <a:pt x="0" y="2"/>
                      <a:pt x="0" y="3"/>
                    </a:cubicBezTo>
                    <a:cubicBezTo>
                      <a:pt x="0" y="13"/>
                      <a:pt x="0" y="13"/>
                      <a:pt x="0" y="13"/>
                    </a:cubicBezTo>
                    <a:cubicBezTo>
                      <a:pt x="0" y="14"/>
                      <a:pt x="0" y="14"/>
                      <a:pt x="0" y="15"/>
                    </a:cubicBezTo>
                    <a:cubicBezTo>
                      <a:pt x="1" y="15"/>
                      <a:pt x="1" y="16"/>
                      <a:pt x="2" y="16"/>
                    </a:cubicBezTo>
                    <a:cubicBezTo>
                      <a:pt x="2" y="16"/>
                      <a:pt x="2" y="16"/>
                      <a:pt x="3" y="16"/>
                    </a:cubicBezTo>
                    <a:cubicBezTo>
                      <a:pt x="9" y="16"/>
                      <a:pt x="9" y="16"/>
                      <a:pt x="9" y="16"/>
                    </a:cubicBezTo>
                    <a:cubicBezTo>
                      <a:pt x="10" y="16"/>
                      <a:pt x="11" y="16"/>
                      <a:pt x="11" y="16"/>
                    </a:cubicBezTo>
                    <a:cubicBezTo>
                      <a:pt x="12" y="15"/>
                      <a:pt x="12" y="15"/>
                      <a:pt x="12" y="14"/>
                    </a:cubicBezTo>
                    <a:cubicBezTo>
                      <a:pt x="12" y="14"/>
                      <a:pt x="12" y="13"/>
                      <a:pt x="12" y="13"/>
                    </a:cubicBezTo>
                    <a:cubicBezTo>
                      <a:pt x="12" y="10"/>
                      <a:pt x="12" y="10"/>
                      <a:pt x="12" y="10"/>
                    </a:cubicBezTo>
                    <a:cubicBezTo>
                      <a:pt x="38" y="10"/>
                      <a:pt x="38" y="10"/>
                      <a:pt x="38" y="10"/>
                    </a:cubicBezTo>
                    <a:lnTo>
                      <a:pt x="38" y="0"/>
                    </a:lnTo>
                    <a:close/>
                    <a:moveTo>
                      <a:pt x="3" y="3"/>
                    </a:moveTo>
                    <a:cubicBezTo>
                      <a:pt x="9" y="3"/>
                      <a:pt x="9" y="3"/>
                      <a:pt x="9" y="3"/>
                    </a:cubicBezTo>
                    <a:cubicBezTo>
                      <a:pt x="9" y="13"/>
                      <a:pt x="9" y="13"/>
                      <a:pt x="9" y="13"/>
                    </a:cubicBezTo>
                    <a:cubicBezTo>
                      <a:pt x="3" y="13"/>
                      <a:pt x="3" y="13"/>
                      <a:pt x="3" y="13"/>
                    </a:cubicBez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90" name="组合 89"/>
          <p:cNvGrpSpPr/>
          <p:nvPr/>
        </p:nvGrpSpPr>
        <p:grpSpPr>
          <a:xfrm>
            <a:off x="2776799" y="1657884"/>
            <a:ext cx="2060650" cy="783296"/>
            <a:chOff x="2485367" y="1629594"/>
            <a:chExt cx="1953655" cy="742894"/>
          </a:xfrm>
        </p:grpSpPr>
        <p:sp>
          <p:nvSpPr>
            <p:cNvPr id="91" name="文本框 64"/>
            <p:cNvSpPr txBox="1"/>
            <p:nvPr/>
          </p:nvSpPr>
          <p:spPr>
            <a:xfrm>
              <a:off x="2713970" y="1629594"/>
              <a:ext cx="1725052" cy="333802"/>
            </a:xfrm>
            <a:prstGeom prst="rect">
              <a:avLst/>
            </a:prstGeom>
            <a:noFill/>
          </p:spPr>
          <p:txBody>
            <a:bodyPr wrap="square" rtlCol="0">
              <a:spAutoFit/>
            </a:bodyPr>
            <a:lstStyle/>
            <a:p>
              <a:pPr algn="r"/>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92" name="文本框 129"/>
            <p:cNvSpPr txBox="1"/>
            <p:nvPr/>
          </p:nvSpPr>
          <p:spPr>
            <a:xfrm>
              <a:off x="2485367" y="1915419"/>
              <a:ext cx="1905542" cy="457069"/>
            </a:xfrm>
            <a:prstGeom prst="rect">
              <a:avLst/>
            </a:prstGeom>
            <a:noFill/>
          </p:spPr>
          <p:txBody>
            <a:bodyPr wrap="square" rtlCol="0">
              <a:spAutoFit/>
            </a:bodyPr>
            <a:lstStyle/>
            <a:p>
              <a:pPr algn="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93" name="组合 92"/>
          <p:cNvGrpSpPr/>
          <p:nvPr/>
        </p:nvGrpSpPr>
        <p:grpSpPr>
          <a:xfrm>
            <a:off x="1871146" y="2937652"/>
            <a:ext cx="2067210" cy="800871"/>
            <a:chOff x="1759068" y="2421684"/>
            <a:chExt cx="1959874" cy="759562"/>
          </a:xfrm>
        </p:grpSpPr>
        <p:sp>
          <p:nvSpPr>
            <p:cNvPr id="94" name="文本框 67"/>
            <p:cNvSpPr txBox="1"/>
            <p:nvPr/>
          </p:nvSpPr>
          <p:spPr>
            <a:xfrm>
              <a:off x="1993890" y="2421684"/>
              <a:ext cx="1725052" cy="333802"/>
            </a:xfrm>
            <a:prstGeom prst="rect">
              <a:avLst/>
            </a:prstGeom>
            <a:noFill/>
          </p:spPr>
          <p:txBody>
            <a:bodyPr wrap="square" rtlCol="0">
              <a:spAutoFit/>
            </a:bodyPr>
            <a:lstStyle/>
            <a:p>
              <a:pPr algn="r"/>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95" name="文本框 129"/>
            <p:cNvSpPr txBox="1"/>
            <p:nvPr/>
          </p:nvSpPr>
          <p:spPr>
            <a:xfrm>
              <a:off x="1759068" y="2724177"/>
              <a:ext cx="1905542" cy="457069"/>
            </a:xfrm>
            <a:prstGeom prst="rect">
              <a:avLst/>
            </a:prstGeom>
            <a:noFill/>
          </p:spPr>
          <p:txBody>
            <a:bodyPr wrap="square" rtlCol="0">
              <a:spAutoFit/>
            </a:bodyPr>
            <a:lstStyle/>
            <a:p>
              <a:pPr algn="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96" name="组合 95"/>
          <p:cNvGrpSpPr/>
          <p:nvPr/>
        </p:nvGrpSpPr>
        <p:grpSpPr>
          <a:xfrm>
            <a:off x="1647732" y="4121095"/>
            <a:ext cx="2047383" cy="796157"/>
            <a:chOff x="1561842" y="3514737"/>
            <a:chExt cx="1941076" cy="755091"/>
          </a:xfrm>
        </p:grpSpPr>
        <p:sp>
          <p:nvSpPr>
            <p:cNvPr id="97" name="文本框 70"/>
            <p:cNvSpPr txBox="1"/>
            <p:nvPr/>
          </p:nvSpPr>
          <p:spPr>
            <a:xfrm>
              <a:off x="1777866" y="3514737"/>
              <a:ext cx="1725052" cy="333802"/>
            </a:xfrm>
            <a:prstGeom prst="rect">
              <a:avLst/>
            </a:prstGeom>
            <a:noFill/>
          </p:spPr>
          <p:txBody>
            <a:bodyPr wrap="square" rtlCol="0">
              <a:spAutoFit/>
            </a:bodyPr>
            <a:lstStyle/>
            <a:p>
              <a:pPr algn="r"/>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98" name="文本框 129"/>
            <p:cNvSpPr txBox="1"/>
            <p:nvPr/>
          </p:nvSpPr>
          <p:spPr>
            <a:xfrm>
              <a:off x="1561842" y="3812759"/>
              <a:ext cx="1905542" cy="457069"/>
            </a:xfrm>
            <a:prstGeom prst="rect">
              <a:avLst/>
            </a:prstGeom>
            <a:noFill/>
          </p:spPr>
          <p:txBody>
            <a:bodyPr wrap="square" rtlCol="0">
              <a:spAutoFit/>
            </a:bodyPr>
            <a:lstStyle/>
            <a:p>
              <a:pPr algn="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99" name="组合 98"/>
          <p:cNvGrpSpPr/>
          <p:nvPr/>
        </p:nvGrpSpPr>
        <p:grpSpPr>
          <a:xfrm>
            <a:off x="1899053" y="5347491"/>
            <a:ext cx="2009903" cy="816642"/>
            <a:chOff x="1813400" y="4418251"/>
            <a:chExt cx="1905542" cy="774519"/>
          </a:xfrm>
        </p:grpSpPr>
        <p:sp>
          <p:nvSpPr>
            <p:cNvPr id="100" name="文本框 73"/>
            <p:cNvSpPr txBox="1"/>
            <p:nvPr/>
          </p:nvSpPr>
          <p:spPr>
            <a:xfrm>
              <a:off x="1993890" y="4418251"/>
              <a:ext cx="1725052" cy="333802"/>
            </a:xfrm>
            <a:prstGeom prst="rect">
              <a:avLst/>
            </a:prstGeom>
            <a:noFill/>
          </p:spPr>
          <p:txBody>
            <a:bodyPr wrap="square" rtlCol="0">
              <a:spAutoFit/>
            </a:bodyPr>
            <a:lstStyle/>
            <a:p>
              <a:pPr algn="r"/>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01" name="文本框 129"/>
            <p:cNvSpPr txBox="1"/>
            <p:nvPr/>
          </p:nvSpPr>
          <p:spPr>
            <a:xfrm>
              <a:off x="1813400" y="4735701"/>
              <a:ext cx="1905542" cy="457069"/>
            </a:xfrm>
            <a:prstGeom prst="rect">
              <a:avLst/>
            </a:prstGeom>
            <a:noFill/>
          </p:spPr>
          <p:txBody>
            <a:bodyPr wrap="square" rtlCol="0">
              <a:spAutoFit/>
            </a:bodyPr>
            <a:lstStyle/>
            <a:p>
              <a:pPr algn="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102" name="组合 101"/>
          <p:cNvGrpSpPr/>
          <p:nvPr/>
        </p:nvGrpSpPr>
        <p:grpSpPr>
          <a:xfrm>
            <a:off x="5422132" y="1061916"/>
            <a:ext cx="2009903" cy="838893"/>
            <a:chOff x="5140263" y="613351"/>
            <a:chExt cx="1905542" cy="795623"/>
          </a:xfrm>
        </p:grpSpPr>
        <p:sp>
          <p:nvSpPr>
            <p:cNvPr id="103" name="文本框 61"/>
            <p:cNvSpPr txBox="1"/>
            <p:nvPr/>
          </p:nvSpPr>
          <p:spPr>
            <a:xfrm>
              <a:off x="5229792" y="613351"/>
              <a:ext cx="1725052" cy="333802"/>
            </a:xfrm>
            <a:prstGeom prst="rect">
              <a:avLst/>
            </a:prstGeom>
            <a:noFill/>
          </p:spPr>
          <p:txBody>
            <a:bodyPr wrap="square" rtlCol="0">
              <a:spAutoFit/>
            </a:bodyPr>
            <a:lstStyle/>
            <a:p>
              <a:pPr algn="ctr"/>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04" name="文本框 129"/>
            <p:cNvSpPr txBox="1"/>
            <p:nvPr/>
          </p:nvSpPr>
          <p:spPr>
            <a:xfrm>
              <a:off x="5140263" y="951905"/>
              <a:ext cx="1905542" cy="457069"/>
            </a:xfrm>
            <a:prstGeom prst="rect">
              <a:avLst/>
            </a:prstGeom>
            <a:noFill/>
          </p:spPr>
          <p:txBody>
            <a:bodyPr wrap="square" rtlCol="0">
              <a:spAutoFit/>
            </a:bodyPr>
            <a:lstStyle/>
            <a:p>
              <a:pPr algn="ct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105" name="组合 104"/>
          <p:cNvGrpSpPr/>
          <p:nvPr/>
        </p:nvGrpSpPr>
        <p:grpSpPr>
          <a:xfrm>
            <a:off x="8031082" y="1652648"/>
            <a:ext cx="2026023" cy="756173"/>
            <a:chOff x="7823398" y="1637586"/>
            <a:chExt cx="1920825" cy="717170"/>
          </a:xfrm>
        </p:grpSpPr>
        <p:sp>
          <p:nvSpPr>
            <p:cNvPr id="106" name="文本框 58"/>
            <p:cNvSpPr txBox="1"/>
            <p:nvPr/>
          </p:nvSpPr>
          <p:spPr>
            <a:xfrm>
              <a:off x="7823398" y="1637586"/>
              <a:ext cx="1725052" cy="333802"/>
            </a:xfrm>
            <a:prstGeom prst="rect">
              <a:avLst/>
            </a:prstGeom>
            <a:noFill/>
          </p:spPr>
          <p:txBody>
            <a:bodyPr wrap="square" rtlCol="0">
              <a:spAutoFit/>
            </a:bodyPr>
            <a:lstStyle/>
            <a:p>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07" name="文本框 129"/>
            <p:cNvSpPr txBox="1"/>
            <p:nvPr/>
          </p:nvSpPr>
          <p:spPr>
            <a:xfrm>
              <a:off x="7838681" y="1897687"/>
              <a:ext cx="1905542" cy="457069"/>
            </a:xfrm>
            <a:prstGeom prst="rect">
              <a:avLst/>
            </a:prstGeom>
            <a:noFill/>
          </p:spPr>
          <p:txBody>
            <a:bodyPr wrap="square" rtlCol="0">
              <a:spAutoFit/>
            </a:bodyPr>
            <a:lstStyle/>
            <a:p>
              <a:pP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108" name="组合 107"/>
          <p:cNvGrpSpPr/>
          <p:nvPr/>
        </p:nvGrpSpPr>
        <p:grpSpPr>
          <a:xfrm>
            <a:off x="8935780" y="2937650"/>
            <a:ext cx="2037577" cy="823055"/>
            <a:chOff x="8471470" y="2421682"/>
            <a:chExt cx="1931780" cy="780602"/>
          </a:xfrm>
        </p:grpSpPr>
        <p:sp>
          <p:nvSpPr>
            <p:cNvPr id="109" name="文本框 55"/>
            <p:cNvSpPr txBox="1"/>
            <p:nvPr/>
          </p:nvSpPr>
          <p:spPr>
            <a:xfrm>
              <a:off x="8471470" y="2421682"/>
              <a:ext cx="1725052" cy="333802"/>
            </a:xfrm>
            <a:prstGeom prst="rect">
              <a:avLst/>
            </a:prstGeom>
            <a:noFill/>
          </p:spPr>
          <p:txBody>
            <a:bodyPr wrap="square" rtlCol="0">
              <a:spAutoFit/>
            </a:bodyPr>
            <a:lstStyle/>
            <a:p>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10" name="文本框 129"/>
            <p:cNvSpPr txBox="1"/>
            <p:nvPr/>
          </p:nvSpPr>
          <p:spPr>
            <a:xfrm>
              <a:off x="8497708" y="2745215"/>
              <a:ext cx="1905542" cy="457069"/>
            </a:xfrm>
            <a:prstGeom prst="rect">
              <a:avLst/>
            </a:prstGeom>
            <a:noFill/>
          </p:spPr>
          <p:txBody>
            <a:bodyPr wrap="square" rtlCol="0">
              <a:spAutoFit/>
            </a:bodyPr>
            <a:lstStyle/>
            <a:p>
              <a:pP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111" name="组合 110"/>
          <p:cNvGrpSpPr/>
          <p:nvPr/>
        </p:nvGrpSpPr>
        <p:grpSpPr>
          <a:xfrm>
            <a:off x="9174184" y="4185643"/>
            <a:ext cx="2047383" cy="790018"/>
            <a:chOff x="8687494" y="3488523"/>
            <a:chExt cx="1941076" cy="749269"/>
          </a:xfrm>
        </p:grpSpPr>
        <p:sp>
          <p:nvSpPr>
            <p:cNvPr id="112" name="文本框 52"/>
            <p:cNvSpPr txBox="1"/>
            <p:nvPr/>
          </p:nvSpPr>
          <p:spPr>
            <a:xfrm>
              <a:off x="8687494" y="3488523"/>
              <a:ext cx="1725052" cy="333802"/>
            </a:xfrm>
            <a:prstGeom prst="rect">
              <a:avLst/>
            </a:prstGeom>
            <a:noFill/>
          </p:spPr>
          <p:txBody>
            <a:bodyPr wrap="square" rtlCol="0">
              <a:spAutoFit/>
            </a:bodyPr>
            <a:lstStyle/>
            <a:p>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13" name="文本框 129"/>
            <p:cNvSpPr txBox="1"/>
            <p:nvPr/>
          </p:nvSpPr>
          <p:spPr>
            <a:xfrm>
              <a:off x="8723028" y="3780723"/>
              <a:ext cx="1905542" cy="457069"/>
            </a:xfrm>
            <a:prstGeom prst="rect">
              <a:avLst/>
            </a:prstGeom>
            <a:noFill/>
          </p:spPr>
          <p:txBody>
            <a:bodyPr wrap="square" rtlCol="0">
              <a:spAutoFit/>
            </a:bodyPr>
            <a:lstStyle/>
            <a:p>
              <a:pP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grpSp>
        <p:nvGrpSpPr>
          <p:cNvPr id="114" name="组合 113"/>
          <p:cNvGrpSpPr/>
          <p:nvPr/>
        </p:nvGrpSpPr>
        <p:grpSpPr>
          <a:xfrm>
            <a:off x="8935779" y="5341527"/>
            <a:ext cx="2040757" cy="828570"/>
            <a:chOff x="8471470" y="4439566"/>
            <a:chExt cx="1934794" cy="785832"/>
          </a:xfrm>
        </p:grpSpPr>
        <p:sp>
          <p:nvSpPr>
            <p:cNvPr id="115" name="文本框 49"/>
            <p:cNvSpPr txBox="1"/>
            <p:nvPr/>
          </p:nvSpPr>
          <p:spPr>
            <a:xfrm>
              <a:off x="8471470" y="4439566"/>
              <a:ext cx="1725052" cy="333802"/>
            </a:xfrm>
            <a:prstGeom prst="rect">
              <a:avLst/>
            </a:prstGeom>
            <a:noFill/>
          </p:spPr>
          <p:txBody>
            <a:bodyPr wrap="square" rtlCol="0">
              <a:spAutoFit/>
            </a:bodyPr>
            <a:lstStyle/>
            <a:p>
              <a:r>
                <a:rPr lang="zh-CN" altLang="en-US" sz="1687" dirty="0">
                  <a:solidFill>
                    <a:schemeClr val="tx1">
                      <a:lumMod val="75000"/>
                      <a:lumOff val="25000"/>
                    </a:schemeClr>
                  </a:solidFill>
                  <a:latin typeface="时尚中黑简体" panose="01010104010101010101" pitchFamily="2" charset="-122"/>
                  <a:ea typeface="时尚中黑简体" panose="01010104010101010101" pitchFamily="2" charset="-122"/>
                </a:rPr>
                <a:t>在此添加标题</a:t>
              </a:r>
            </a:p>
          </p:txBody>
        </p:sp>
        <p:sp>
          <p:nvSpPr>
            <p:cNvPr id="116" name="文本框 129"/>
            <p:cNvSpPr txBox="1"/>
            <p:nvPr/>
          </p:nvSpPr>
          <p:spPr>
            <a:xfrm>
              <a:off x="8500722" y="4768329"/>
              <a:ext cx="1905542" cy="457069"/>
            </a:xfrm>
            <a:prstGeom prst="rect">
              <a:avLst/>
            </a:prstGeom>
            <a:noFill/>
          </p:spPr>
          <p:txBody>
            <a:bodyPr wrap="square" rtlCol="0">
              <a:spAutoFit/>
            </a:bodyPr>
            <a:lstStyle/>
            <a:p>
              <a:pPr>
                <a:lnSpc>
                  <a:spcPct val="120000"/>
                </a:lnSpc>
              </a:pPr>
              <a:r>
                <a:rPr lang="zh-CN" altLang="en-US" sz="1055"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grpSp>
      <p:sp>
        <p:nvSpPr>
          <p:cNvPr id="117" name="文本框 116"/>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3316275635"/>
      </p:ext>
    </p:extLst>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750"/>
                                        <p:tgtEl>
                                          <p:spTgt spid="16"/>
                                        </p:tgtEl>
                                      </p:cBhvr>
                                    </p:animEffect>
                                    <p:anim calcmode="lin" valueType="num">
                                      <p:cBhvr>
                                        <p:cTn id="18" dur="750" fill="hold"/>
                                        <p:tgtEl>
                                          <p:spTgt spid="16"/>
                                        </p:tgtEl>
                                        <p:attrNameLst>
                                          <p:attrName>ppt_x</p:attrName>
                                        </p:attrNameLst>
                                      </p:cBhvr>
                                      <p:tavLst>
                                        <p:tav tm="0">
                                          <p:val>
                                            <p:strVal val="#ppt_x"/>
                                          </p:val>
                                        </p:tav>
                                        <p:tav tm="100000">
                                          <p:val>
                                            <p:strVal val="#ppt_x"/>
                                          </p:val>
                                        </p:tav>
                                      </p:tavLst>
                                    </p:anim>
                                    <p:anim calcmode="lin" valueType="num">
                                      <p:cBhvr>
                                        <p:cTn id="19" dur="750" fill="hold"/>
                                        <p:tgtEl>
                                          <p:spTgt spid="16"/>
                                        </p:tgtEl>
                                        <p:attrNameLst>
                                          <p:attrName>ppt_y</p:attrName>
                                        </p:attrNameLst>
                                      </p:cBhvr>
                                      <p:tavLst>
                                        <p:tav tm="0">
                                          <p:val>
                                            <p:strVal val="#ppt_y+.1"/>
                                          </p:val>
                                        </p:tav>
                                        <p:tav tm="100000">
                                          <p:val>
                                            <p:strVal val="#ppt_y"/>
                                          </p:val>
                                        </p:tav>
                                      </p:tavLst>
                                    </p:anim>
                                  </p:childTnLst>
                                </p:cTn>
                              </p:par>
                            </p:childTnLst>
                          </p:cTn>
                        </p:par>
                        <p:par>
                          <p:cTn id="20" fill="hold">
                            <p:stCondLst>
                              <p:cond delay="1750"/>
                            </p:stCondLst>
                            <p:childTnLst>
                              <p:par>
                                <p:cTn id="21" presetID="22" presetClass="entr" presetSubtype="4"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250"/>
                            </p:stCondLst>
                            <p:childTnLst>
                              <p:par>
                                <p:cTn id="25" presetID="10" presetClass="entr" presetSubtype="0"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750"/>
                                        <p:tgtEl>
                                          <p:spTgt spid="35"/>
                                        </p:tgtEl>
                                      </p:cBhvr>
                                    </p:animEffect>
                                  </p:childTnLst>
                                </p:cTn>
                              </p:par>
                              <p:par>
                                <p:cTn id="28" presetID="42" presetClass="path" presetSubtype="0" accel="50000" decel="50000" fill="hold" nodeType="withEffect">
                                  <p:stCondLst>
                                    <p:cond delay="0"/>
                                  </p:stCondLst>
                                  <p:childTnLst>
                                    <p:animMotion origin="layout" path="M 0.14818 -0.25209 L -2.91667E-6 4.81481E-6 " pathEditMode="relative" rAng="0" ptsTypes="AA">
                                      <p:cBhvr>
                                        <p:cTn id="29" dur="750" fill="hold"/>
                                        <p:tgtEl>
                                          <p:spTgt spid="35"/>
                                        </p:tgtEl>
                                        <p:attrNameLst>
                                          <p:attrName>ppt_x</p:attrName>
                                          <p:attrName>ppt_y</p:attrName>
                                        </p:attrNameLst>
                                      </p:cBhvr>
                                      <p:rCtr x="-7409" y="12593"/>
                                    </p:animMotion>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750"/>
                                        <p:tgtEl>
                                          <p:spTgt spid="27"/>
                                        </p:tgtEl>
                                      </p:cBhvr>
                                    </p:animEffect>
                                  </p:childTnLst>
                                </p:cTn>
                              </p:par>
                              <p:par>
                                <p:cTn id="33" presetID="42" presetClass="path" presetSubtype="0" accel="50000" decel="50000" fill="hold" nodeType="withEffect">
                                  <p:stCondLst>
                                    <p:cond delay="0"/>
                                  </p:stCondLst>
                                  <p:childTnLst>
                                    <p:animMotion origin="layout" path="M 0.17005 -0.10255 L 2.08333E-6 1.85185E-6 " pathEditMode="relative" rAng="0" ptsTypes="AA">
                                      <p:cBhvr>
                                        <p:cTn id="34" dur="750" fill="hold"/>
                                        <p:tgtEl>
                                          <p:spTgt spid="27"/>
                                        </p:tgtEl>
                                        <p:attrNameLst>
                                          <p:attrName>ppt_x</p:attrName>
                                          <p:attrName>ppt_y</p:attrName>
                                        </p:attrNameLst>
                                      </p:cBhvr>
                                      <p:rCtr x="-8503" y="5116"/>
                                    </p:animMotion>
                                  </p:childTnLst>
                                </p:cTn>
                              </p:par>
                              <p:par>
                                <p:cTn id="35" presetID="10" presetClass="entr" presetSubtype="0"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750"/>
                                        <p:tgtEl>
                                          <p:spTgt spid="22"/>
                                        </p:tgtEl>
                                      </p:cBhvr>
                                    </p:animEffect>
                                  </p:childTnLst>
                                </p:cTn>
                              </p:par>
                              <p:par>
                                <p:cTn id="38" presetID="42" presetClass="path" presetSubtype="0" accel="50000" decel="50000" fill="hold" nodeType="withEffect">
                                  <p:stCondLst>
                                    <p:cond delay="0"/>
                                  </p:stCondLst>
                                  <p:childTnLst>
                                    <p:animMotion origin="layout" path="M 0.14714 0.0493 L -4.58333E-6 3.7037E-6 " pathEditMode="relative" rAng="0" ptsTypes="AA">
                                      <p:cBhvr>
                                        <p:cTn id="39" dur="750" fill="hold"/>
                                        <p:tgtEl>
                                          <p:spTgt spid="22"/>
                                        </p:tgtEl>
                                        <p:attrNameLst>
                                          <p:attrName>ppt_x</p:attrName>
                                          <p:attrName>ppt_y</p:attrName>
                                        </p:attrNameLst>
                                      </p:cBhvr>
                                      <p:rCtr x="-7357" y="-2477"/>
                                    </p:animMotion>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750"/>
                                        <p:tgtEl>
                                          <p:spTgt spid="17"/>
                                        </p:tgtEl>
                                      </p:cBhvr>
                                    </p:animEffect>
                                  </p:childTnLst>
                                </p:cTn>
                              </p:par>
                              <p:par>
                                <p:cTn id="43" presetID="42" presetClass="path" presetSubtype="0" accel="50000" decel="50000" fill="hold" nodeType="withEffect">
                                  <p:stCondLst>
                                    <p:cond delay="0"/>
                                  </p:stCondLst>
                                  <p:childTnLst>
                                    <p:animMotion origin="layout" path="M 0.08464 0.17083 L -4.58333E-6 4.81481E-6 " pathEditMode="relative" rAng="0" ptsTypes="AA">
                                      <p:cBhvr>
                                        <p:cTn id="44" dur="750" fill="hold"/>
                                        <p:tgtEl>
                                          <p:spTgt spid="17"/>
                                        </p:tgtEl>
                                        <p:attrNameLst>
                                          <p:attrName>ppt_x</p:attrName>
                                          <p:attrName>ppt_y</p:attrName>
                                        </p:attrNameLst>
                                      </p:cBhvr>
                                      <p:rCtr x="-4232" y="-8542"/>
                                    </p:animMotion>
                                  </p:childTnLst>
                                </p:cTn>
                              </p:par>
                              <p:par>
                                <p:cTn id="45" presetID="10" presetClass="entr" presetSubtype="0"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750"/>
                                        <p:tgtEl>
                                          <p:spTgt spid="63"/>
                                        </p:tgtEl>
                                      </p:cBhvr>
                                    </p:animEffect>
                                  </p:childTnLst>
                                </p:cTn>
                              </p:par>
                              <p:par>
                                <p:cTn id="48" presetID="42" presetClass="path" presetSubtype="0" accel="50000" decel="50000" fill="hold" nodeType="withEffect">
                                  <p:stCondLst>
                                    <p:cond delay="0"/>
                                  </p:stCondLst>
                                  <p:childTnLst>
                                    <p:animMotion origin="layout" path="M -0.00078 0.20116 L -1.25E-6 -4.44444E-6 " pathEditMode="relative" rAng="0" ptsTypes="AA">
                                      <p:cBhvr>
                                        <p:cTn id="49" dur="750" fill="hold"/>
                                        <p:tgtEl>
                                          <p:spTgt spid="63"/>
                                        </p:tgtEl>
                                        <p:attrNameLst>
                                          <p:attrName>ppt_x</p:attrName>
                                          <p:attrName>ppt_y</p:attrName>
                                        </p:attrNameLst>
                                      </p:cBhvr>
                                      <p:rCtr x="39" y="-10069"/>
                                    </p:animMotion>
                                  </p:childTnLst>
                                </p:cTn>
                              </p:par>
                              <p:par>
                                <p:cTn id="50" presetID="10" presetClass="entr" presetSubtype="0" fill="hold" nodeType="withEffect">
                                  <p:stCondLst>
                                    <p:cond delay="0"/>
                                  </p:stCondLst>
                                  <p:childTnLst>
                                    <p:set>
                                      <p:cBhvr>
                                        <p:cTn id="51" dur="1" fill="hold">
                                          <p:stCondLst>
                                            <p:cond delay="0"/>
                                          </p:stCondLst>
                                        </p:cTn>
                                        <p:tgtEl>
                                          <p:spTgt spid="74"/>
                                        </p:tgtEl>
                                        <p:attrNameLst>
                                          <p:attrName>style.visibility</p:attrName>
                                        </p:attrNameLst>
                                      </p:cBhvr>
                                      <p:to>
                                        <p:strVal val="visible"/>
                                      </p:to>
                                    </p:set>
                                    <p:animEffect transition="in" filter="fade">
                                      <p:cBhvr>
                                        <p:cTn id="52" dur="750"/>
                                        <p:tgtEl>
                                          <p:spTgt spid="74"/>
                                        </p:tgtEl>
                                      </p:cBhvr>
                                    </p:animEffect>
                                  </p:childTnLst>
                                </p:cTn>
                              </p:par>
                              <p:par>
                                <p:cTn id="53" presetID="42" presetClass="path" presetSubtype="0" accel="50000" decel="50000" fill="hold" nodeType="withEffect">
                                  <p:stCondLst>
                                    <p:cond delay="0"/>
                                  </p:stCondLst>
                                  <p:childTnLst>
                                    <p:animMotion origin="layout" path="M -0.08607 0.16041 L 2.29167E-6 4.81481E-6 " pathEditMode="relative" rAng="0" ptsTypes="AA">
                                      <p:cBhvr>
                                        <p:cTn id="54" dur="750" fill="hold"/>
                                        <p:tgtEl>
                                          <p:spTgt spid="74"/>
                                        </p:tgtEl>
                                        <p:attrNameLst>
                                          <p:attrName>ppt_x</p:attrName>
                                          <p:attrName>ppt_y</p:attrName>
                                        </p:attrNameLst>
                                      </p:cBhvr>
                                      <p:rCtr x="4297" y="-8032"/>
                                    </p:animMotion>
                                  </p:childTnLst>
                                </p:cTn>
                              </p:par>
                              <p:par>
                                <p:cTn id="55" presetID="10" presetClass="entr" presetSubtype="0" fill="hold" nodeType="withEffect">
                                  <p:stCondLst>
                                    <p:cond delay="0"/>
                                  </p:stCondLst>
                                  <p:childTnLst>
                                    <p:set>
                                      <p:cBhvr>
                                        <p:cTn id="56" dur="1" fill="hold">
                                          <p:stCondLst>
                                            <p:cond delay="0"/>
                                          </p:stCondLst>
                                        </p:cTn>
                                        <p:tgtEl>
                                          <p:spTgt spid="84"/>
                                        </p:tgtEl>
                                        <p:attrNameLst>
                                          <p:attrName>style.visibility</p:attrName>
                                        </p:attrNameLst>
                                      </p:cBhvr>
                                      <p:to>
                                        <p:strVal val="visible"/>
                                      </p:to>
                                    </p:set>
                                    <p:animEffect transition="in" filter="fade">
                                      <p:cBhvr>
                                        <p:cTn id="57" dur="750"/>
                                        <p:tgtEl>
                                          <p:spTgt spid="84"/>
                                        </p:tgtEl>
                                      </p:cBhvr>
                                    </p:animEffect>
                                  </p:childTnLst>
                                </p:cTn>
                              </p:par>
                              <p:par>
                                <p:cTn id="58" presetID="42" presetClass="path" presetSubtype="0" accel="50000" decel="50000" fill="hold" nodeType="withEffect">
                                  <p:stCondLst>
                                    <p:cond delay="0"/>
                                  </p:stCondLst>
                                  <p:childTnLst>
                                    <p:animMotion origin="layout" path="M -0.14284 0.0493 L 2.08333E-6 3.7037E-6 " pathEditMode="relative" rAng="0" ptsTypes="AA">
                                      <p:cBhvr>
                                        <p:cTn id="59" dur="750" fill="hold"/>
                                        <p:tgtEl>
                                          <p:spTgt spid="84"/>
                                        </p:tgtEl>
                                        <p:attrNameLst>
                                          <p:attrName>ppt_x</p:attrName>
                                          <p:attrName>ppt_y</p:attrName>
                                        </p:attrNameLst>
                                      </p:cBhvr>
                                      <p:rCtr x="7135" y="-2477"/>
                                    </p:animMotion>
                                  </p:childTnLst>
                                </p:cTn>
                              </p:par>
                              <p:par>
                                <p:cTn id="60" presetID="10" presetClass="entr" presetSubtype="0" fill="hold" nodeType="withEffect">
                                  <p:stCondLst>
                                    <p:cond delay="0"/>
                                  </p:stCondLst>
                                  <p:childTnLst>
                                    <p:set>
                                      <p:cBhvr>
                                        <p:cTn id="61" dur="1" fill="hold">
                                          <p:stCondLst>
                                            <p:cond delay="0"/>
                                          </p:stCondLst>
                                        </p:cTn>
                                        <p:tgtEl>
                                          <p:spTgt spid="56"/>
                                        </p:tgtEl>
                                        <p:attrNameLst>
                                          <p:attrName>style.visibility</p:attrName>
                                        </p:attrNameLst>
                                      </p:cBhvr>
                                      <p:to>
                                        <p:strVal val="visible"/>
                                      </p:to>
                                    </p:set>
                                    <p:animEffect transition="in" filter="fade">
                                      <p:cBhvr>
                                        <p:cTn id="62" dur="750"/>
                                        <p:tgtEl>
                                          <p:spTgt spid="56"/>
                                        </p:tgtEl>
                                      </p:cBhvr>
                                    </p:animEffect>
                                  </p:childTnLst>
                                </p:cTn>
                              </p:par>
                              <p:par>
                                <p:cTn id="63" presetID="42" presetClass="path" presetSubtype="0" accel="50000" decel="50000" fill="hold" nodeType="withEffect">
                                  <p:stCondLst>
                                    <p:cond delay="0"/>
                                  </p:stCondLst>
                                  <p:childTnLst>
                                    <p:animMotion origin="layout" path="M -0.16562 -0.10255 L -4.375E-6 1.85185E-6 " pathEditMode="relative" rAng="0" ptsTypes="AA">
                                      <p:cBhvr>
                                        <p:cTn id="64" dur="750" fill="hold"/>
                                        <p:tgtEl>
                                          <p:spTgt spid="56"/>
                                        </p:tgtEl>
                                        <p:attrNameLst>
                                          <p:attrName>ppt_x</p:attrName>
                                          <p:attrName>ppt_y</p:attrName>
                                        </p:attrNameLst>
                                      </p:cBhvr>
                                      <p:rCtr x="8281" y="5116"/>
                                    </p:animMotion>
                                  </p:childTnLst>
                                </p:cTn>
                              </p:par>
                              <p:par>
                                <p:cTn id="65" presetID="10" presetClass="entr" presetSubtype="0" fill="hold" nodeType="withEffect">
                                  <p:stCondLst>
                                    <p:cond delay="0"/>
                                  </p:stCondLst>
                                  <p:childTnLst>
                                    <p:set>
                                      <p:cBhvr>
                                        <p:cTn id="66" dur="1" fill="hold">
                                          <p:stCondLst>
                                            <p:cond delay="0"/>
                                          </p:stCondLst>
                                        </p:cTn>
                                        <p:tgtEl>
                                          <p:spTgt spid="53"/>
                                        </p:tgtEl>
                                        <p:attrNameLst>
                                          <p:attrName>style.visibility</p:attrName>
                                        </p:attrNameLst>
                                      </p:cBhvr>
                                      <p:to>
                                        <p:strVal val="visible"/>
                                      </p:to>
                                    </p:set>
                                    <p:animEffect transition="in" filter="fade">
                                      <p:cBhvr>
                                        <p:cTn id="67" dur="750"/>
                                        <p:tgtEl>
                                          <p:spTgt spid="53"/>
                                        </p:tgtEl>
                                      </p:cBhvr>
                                    </p:animEffect>
                                  </p:childTnLst>
                                </p:cTn>
                              </p:par>
                              <p:par>
                                <p:cTn id="68" presetID="42" presetClass="path" presetSubtype="0" accel="50000" decel="50000" fill="hold" nodeType="withEffect">
                                  <p:stCondLst>
                                    <p:cond delay="0"/>
                                  </p:stCondLst>
                                  <p:childTnLst>
                                    <p:animMotion origin="layout" path="M -0.1487 -0.24398 L 2.08333E-6 0 " pathEditMode="relative" rAng="0" ptsTypes="AA">
                                      <p:cBhvr>
                                        <p:cTn id="69" dur="750" fill="hold"/>
                                        <p:tgtEl>
                                          <p:spTgt spid="53"/>
                                        </p:tgtEl>
                                        <p:attrNameLst>
                                          <p:attrName>ppt_x</p:attrName>
                                          <p:attrName>ppt_y</p:attrName>
                                        </p:attrNameLst>
                                      </p:cBhvr>
                                      <p:rCtr x="7435" y="12199"/>
                                    </p:animMotion>
                                  </p:childTnLst>
                                </p:cTn>
                              </p:par>
                            </p:childTnLst>
                          </p:cTn>
                        </p:par>
                        <p:par>
                          <p:cTn id="70" fill="hold">
                            <p:stCondLst>
                              <p:cond delay="3000"/>
                            </p:stCondLst>
                            <p:childTnLst>
                              <p:par>
                                <p:cTn id="71" presetID="2" presetClass="entr" presetSubtype="8" fill="hold" nodeType="afterEffect">
                                  <p:stCondLst>
                                    <p:cond delay="0"/>
                                  </p:stCondLst>
                                  <p:childTnLst>
                                    <p:set>
                                      <p:cBhvr>
                                        <p:cTn id="72" dur="1" fill="hold">
                                          <p:stCondLst>
                                            <p:cond delay="0"/>
                                          </p:stCondLst>
                                        </p:cTn>
                                        <p:tgtEl>
                                          <p:spTgt spid="99"/>
                                        </p:tgtEl>
                                        <p:attrNameLst>
                                          <p:attrName>style.visibility</p:attrName>
                                        </p:attrNameLst>
                                      </p:cBhvr>
                                      <p:to>
                                        <p:strVal val="visible"/>
                                      </p:to>
                                    </p:set>
                                    <p:anim calcmode="lin" valueType="num">
                                      <p:cBhvr additive="base">
                                        <p:cTn id="73" dur="500" fill="hold"/>
                                        <p:tgtEl>
                                          <p:spTgt spid="99"/>
                                        </p:tgtEl>
                                        <p:attrNameLst>
                                          <p:attrName>ppt_x</p:attrName>
                                        </p:attrNameLst>
                                      </p:cBhvr>
                                      <p:tavLst>
                                        <p:tav tm="0">
                                          <p:val>
                                            <p:strVal val="0-#ppt_w/2"/>
                                          </p:val>
                                        </p:tav>
                                        <p:tav tm="100000">
                                          <p:val>
                                            <p:strVal val="#ppt_x"/>
                                          </p:val>
                                        </p:tav>
                                      </p:tavLst>
                                    </p:anim>
                                    <p:anim calcmode="lin" valueType="num">
                                      <p:cBhvr additive="base">
                                        <p:cTn id="74" dur="500" fill="hold"/>
                                        <p:tgtEl>
                                          <p:spTgt spid="99"/>
                                        </p:tgtEl>
                                        <p:attrNameLst>
                                          <p:attrName>ppt_y</p:attrName>
                                        </p:attrNameLst>
                                      </p:cBhvr>
                                      <p:tavLst>
                                        <p:tav tm="0">
                                          <p:val>
                                            <p:strVal val="#ppt_y"/>
                                          </p:val>
                                        </p:tav>
                                        <p:tav tm="100000">
                                          <p:val>
                                            <p:strVal val="#ppt_y"/>
                                          </p:val>
                                        </p:tav>
                                      </p:tavLst>
                                    </p:anim>
                                  </p:childTnLst>
                                </p:cTn>
                              </p:par>
                            </p:childTnLst>
                          </p:cTn>
                        </p:par>
                        <p:par>
                          <p:cTn id="75" fill="hold">
                            <p:stCondLst>
                              <p:cond delay="3500"/>
                            </p:stCondLst>
                            <p:childTnLst>
                              <p:par>
                                <p:cTn id="76" presetID="2" presetClass="entr" presetSubtype="8" fill="hold" nodeType="afterEffect">
                                  <p:stCondLst>
                                    <p:cond delay="0"/>
                                  </p:stCondLst>
                                  <p:childTnLst>
                                    <p:set>
                                      <p:cBhvr>
                                        <p:cTn id="77" dur="1" fill="hold">
                                          <p:stCondLst>
                                            <p:cond delay="0"/>
                                          </p:stCondLst>
                                        </p:cTn>
                                        <p:tgtEl>
                                          <p:spTgt spid="96"/>
                                        </p:tgtEl>
                                        <p:attrNameLst>
                                          <p:attrName>style.visibility</p:attrName>
                                        </p:attrNameLst>
                                      </p:cBhvr>
                                      <p:to>
                                        <p:strVal val="visible"/>
                                      </p:to>
                                    </p:set>
                                    <p:anim calcmode="lin" valueType="num">
                                      <p:cBhvr additive="base">
                                        <p:cTn id="78" dur="500" fill="hold"/>
                                        <p:tgtEl>
                                          <p:spTgt spid="96"/>
                                        </p:tgtEl>
                                        <p:attrNameLst>
                                          <p:attrName>ppt_x</p:attrName>
                                        </p:attrNameLst>
                                      </p:cBhvr>
                                      <p:tavLst>
                                        <p:tav tm="0">
                                          <p:val>
                                            <p:strVal val="0-#ppt_w/2"/>
                                          </p:val>
                                        </p:tav>
                                        <p:tav tm="100000">
                                          <p:val>
                                            <p:strVal val="#ppt_x"/>
                                          </p:val>
                                        </p:tav>
                                      </p:tavLst>
                                    </p:anim>
                                    <p:anim calcmode="lin" valueType="num">
                                      <p:cBhvr additive="base">
                                        <p:cTn id="79" dur="500" fill="hold"/>
                                        <p:tgtEl>
                                          <p:spTgt spid="96"/>
                                        </p:tgtEl>
                                        <p:attrNameLst>
                                          <p:attrName>ppt_y</p:attrName>
                                        </p:attrNameLst>
                                      </p:cBhvr>
                                      <p:tavLst>
                                        <p:tav tm="0">
                                          <p:val>
                                            <p:strVal val="#ppt_y"/>
                                          </p:val>
                                        </p:tav>
                                        <p:tav tm="100000">
                                          <p:val>
                                            <p:strVal val="#ppt_y"/>
                                          </p:val>
                                        </p:tav>
                                      </p:tavLst>
                                    </p:anim>
                                  </p:childTnLst>
                                </p:cTn>
                              </p:par>
                            </p:childTnLst>
                          </p:cTn>
                        </p:par>
                        <p:par>
                          <p:cTn id="80" fill="hold">
                            <p:stCondLst>
                              <p:cond delay="4000"/>
                            </p:stCondLst>
                            <p:childTnLst>
                              <p:par>
                                <p:cTn id="81" presetID="2" presetClass="entr" presetSubtype="8" fill="hold" nodeType="afterEffect">
                                  <p:stCondLst>
                                    <p:cond delay="0"/>
                                  </p:stCondLst>
                                  <p:childTnLst>
                                    <p:set>
                                      <p:cBhvr>
                                        <p:cTn id="82" dur="1" fill="hold">
                                          <p:stCondLst>
                                            <p:cond delay="0"/>
                                          </p:stCondLst>
                                        </p:cTn>
                                        <p:tgtEl>
                                          <p:spTgt spid="93"/>
                                        </p:tgtEl>
                                        <p:attrNameLst>
                                          <p:attrName>style.visibility</p:attrName>
                                        </p:attrNameLst>
                                      </p:cBhvr>
                                      <p:to>
                                        <p:strVal val="visible"/>
                                      </p:to>
                                    </p:set>
                                    <p:anim calcmode="lin" valueType="num">
                                      <p:cBhvr additive="base">
                                        <p:cTn id="83" dur="500" fill="hold"/>
                                        <p:tgtEl>
                                          <p:spTgt spid="93"/>
                                        </p:tgtEl>
                                        <p:attrNameLst>
                                          <p:attrName>ppt_x</p:attrName>
                                        </p:attrNameLst>
                                      </p:cBhvr>
                                      <p:tavLst>
                                        <p:tav tm="0">
                                          <p:val>
                                            <p:strVal val="0-#ppt_w/2"/>
                                          </p:val>
                                        </p:tav>
                                        <p:tav tm="100000">
                                          <p:val>
                                            <p:strVal val="#ppt_x"/>
                                          </p:val>
                                        </p:tav>
                                      </p:tavLst>
                                    </p:anim>
                                    <p:anim calcmode="lin" valueType="num">
                                      <p:cBhvr additive="base">
                                        <p:cTn id="84" dur="500" fill="hold"/>
                                        <p:tgtEl>
                                          <p:spTgt spid="93"/>
                                        </p:tgtEl>
                                        <p:attrNameLst>
                                          <p:attrName>ppt_y</p:attrName>
                                        </p:attrNameLst>
                                      </p:cBhvr>
                                      <p:tavLst>
                                        <p:tav tm="0">
                                          <p:val>
                                            <p:strVal val="#ppt_y"/>
                                          </p:val>
                                        </p:tav>
                                        <p:tav tm="100000">
                                          <p:val>
                                            <p:strVal val="#ppt_y"/>
                                          </p:val>
                                        </p:tav>
                                      </p:tavLst>
                                    </p:anim>
                                  </p:childTnLst>
                                </p:cTn>
                              </p:par>
                            </p:childTnLst>
                          </p:cTn>
                        </p:par>
                        <p:par>
                          <p:cTn id="85" fill="hold">
                            <p:stCondLst>
                              <p:cond delay="4500"/>
                            </p:stCondLst>
                            <p:childTnLst>
                              <p:par>
                                <p:cTn id="86" presetID="2" presetClass="entr" presetSubtype="8" fill="hold" nodeType="afterEffect">
                                  <p:stCondLst>
                                    <p:cond delay="0"/>
                                  </p:stCondLst>
                                  <p:childTnLst>
                                    <p:set>
                                      <p:cBhvr>
                                        <p:cTn id="87" dur="1" fill="hold">
                                          <p:stCondLst>
                                            <p:cond delay="0"/>
                                          </p:stCondLst>
                                        </p:cTn>
                                        <p:tgtEl>
                                          <p:spTgt spid="90"/>
                                        </p:tgtEl>
                                        <p:attrNameLst>
                                          <p:attrName>style.visibility</p:attrName>
                                        </p:attrNameLst>
                                      </p:cBhvr>
                                      <p:to>
                                        <p:strVal val="visible"/>
                                      </p:to>
                                    </p:set>
                                    <p:anim calcmode="lin" valueType="num">
                                      <p:cBhvr additive="base">
                                        <p:cTn id="88" dur="500" fill="hold"/>
                                        <p:tgtEl>
                                          <p:spTgt spid="90"/>
                                        </p:tgtEl>
                                        <p:attrNameLst>
                                          <p:attrName>ppt_x</p:attrName>
                                        </p:attrNameLst>
                                      </p:cBhvr>
                                      <p:tavLst>
                                        <p:tav tm="0">
                                          <p:val>
                                            <p:strVal val="0-#ppt_w/2"/>
                                          </p:val>
                                        </p:tav>
                                        <p:tav tm="100000">
                                          <p:val>
                                            <p:strVal val="#ppt_x"/>
                                          </p:val>
                                        </p:tav>
                                      </p:tavLst>
                                    </p:anim>
                                    <p:anim calcmode="lin" valueType="num">
                                      <p:cBhvr additive="base">
                                        <p:cTn id="89" dur="500" fill="hold"/>
                                        <p:tgtEl>
                                          <p:spTgt spid="90"/>
                                        </p:tgtEl>
                                        <p:attrNameLst>
                                          <p:attrName>ppt_y</p:attrName>
                                        </p:attrNameLst>
                                      </p:cBhvr>
                                      <p:tavLst>
                                        <p:tav tm="0">
                                          <p:val>
                                            <p:strVal val="#ppt_y"/>
                                          </p:val>
                                        </p:tav>
                                        <p:tav tm="100000">
                                          <p:val>
                                            <p:strVal val="#ppt_y"/>
                                          </p:val>
                                        </p:tav>
                                      </p:tavLst>
                                    </p:anim>
                                  </p:childTnLst>
                                </p:cTn>
                              </p:par>
                            </p:childTnLst>
                          </p:cTn>
                        </p:par>
                        <p:par>
                          <p:cTn id="90" fill="hold">
                            <p:stCondLst>
                              <p:cond delay="5000"/>
                            </p:stCondLst>
                            <p:childTnLst>
                              <p:par>
                                <p:cTn id="91" presetID="2" presetClass="entr" presetSubtype="1" fill="hold" nodeType="afterEffect">
                                  <p:stCondLst>
                                    <p:cond delay="0"/>
                                  </p:stCondLst>
                                  <p:childTnLst>
                                    <p:set>
                                      <p:cBhvr>
                                        <p:cTn id="92" dur="1" fill="hold">
                                          <p:stCondLst>
                                            <p:cond delay="0"/>
                                          </p:stCondLst>
                                        </p:cTn>
                                        <p:tgtEl>
                                          <p:spTgt spid="102"/>
                                        </p:tgtEl>
                                        <p:attrNameLst>
                                          <p:attrName>style.visibility</p:attrName>
                                        </p:attrNameLst>
                                      </p:cBhvr>
                                      <p:to>
                                        <p:strVal val="visible"/>
                                      </p:to>
                                    </p:set>
                                    <p:anim calcmode="lin" valueType="num">
                                      <p:cBhvr additive="base">
                                        <p:cTn id="93" dur="500" fill="hold"/>
                                        <p:tgtEl>
                                          <p:spTgt spid="102"/>
                                        </p:tgtEl>
                                        <p:attrNameLst>
                                          <p:attrName>ppt_x</p:attrName>
                                        </p:attrNameLst>
                                      </p:cBhvr>
                                      <p:tavLst>
                                        <p:tav tm="0">
                                          <p:val>
                                            <p:strVal val="#ppt_x"/>
                                          </p:val>
                                        </p:tav>
                                        <p:tav tm="100000">
                                          <p:val>
                                            <p:strVal val="#ppt_x"/>
                                          </p:val>
                                        </p:tav>
                                      </p:tavLst>
                                    </p:anim>
                                    <p:anim calcmode="lin" valueType="num">
                                      <p:cBhvr additive="base">
                                        <p:cTn id="94" dur="500" fill="hold"/>
                                        <p:tgtEl>
                                          <p:spTgt spid="102"/>
                                        </p:tgtEl>
                                        <p:attrNameLst>
                                          <p:attrName>ppt_y</p:attrName>
                                        </p:attrNameLst>
                                      </p:cBhvr>
                                      <p:tavLst>
                                        <p:tav tm="0">
                                          <p:val>
                                            <p:strVal val="0-#ppt_h/2"/>
                                          </p:val>
                                        </p:tav>
                                        <p:tav tm="100000">
                                          <p:val>
                                            <p:strVal val="#ppt_y"/>
                                          </p:val>
                                        </p:tav>
                                      </p:tavLst>
                                    </p:anim>
                                  </p:childTnLst>
                                </p:cTn>
                              </p:par>
                            </p:childTnLst>
                          </p:cTn>
                        </p:par>
                        <p:par>
                          <p:cTn id="95" fill="hold">
                            <p:stCondLst>
                              <p:cond delay="5500"/>
                            </p:stCondLst>
                            <p:childTnLst>
                              <p:par>
                                <p:cTn id="96" presetID="2" presetClass="entr" presetSubtype="2" fill="hold" nodeType="afterEffect">
                                  <p:stCondLst>
                                    <p:cond delay="0"/>
                                  </p:stCondLst>
                                  <p:childTnLst>
                                    <p:set>
                                      <p:cBhvr>
                                        <p:cTn id="97" dur="1" fill="hold">
                                          <p:stCondLst>
                                            <p:cond delay="0"/>
                                          </p:stCondLst>
                                        </p:cTn>
                                        <p:tgtEl>
                                          <p:spTgt spid="105"/>
                                        </p:tgtEl>
                                        <p:attrNameLst>
                                          <p:attrName>style.visibility</p:attrName>
                                        </p:attrNameLst>
                                      </p:cBhvr>
                                      <p:to>
                                        <p:strVal val="visible"/>
                                      </p:to>
                                    </p:set>
                                    <p:anim calcmode="lin" valueType="num">
                                      <p:cBhvr additive="base">
                                        <p:cTn id="98" dur="500" fill="hold"/>
                                        <p:tgtEl>
                                          <p:spTgt spid="105"/>
                                        </p:tgtEl>
                                        <p:attrNameLst>
                                          <p:attrName>ppt_x</p:attrName>
                                        </p:attrNameLst>
                                      </p:cBhvr>
                                      <p:tavLst>
                                        <p:tav tm="0">
                                          <p:val>
                                            <p:strVal val="1+#ppt_w/2"/>
                                          </p:val>
                                        </p:tav>
                                        <p:tav tm="100000">
                                          <p:val>
                                            <p:strVal val="#ppt_x"/>
                                          </p:val>
                                        </p:tav>
                                      </p:tavLst>
                                    </p:anim>
                                    <p:anim calcmode="lin" valueType="num">
                                      <p:cBhvr additive="base">
                                        <p:cTn id="99" dur="500" fill="hold"/>
                                        <p:tgtEl>
                                          <p:spTgt spid="105"/>
                                        </p:tgtEl>
                                        <p:attrNameLst>
                                          <p:attrName>ppt_y</p:attrName>
                                        </p:attrNameLst>
                                      </p:cBhvr>
                                      <p:tavLst>
                                        <p:tav tm="0">
                                          <p:val>
                                            <p:strVal val="#ppt_y"/>
                                          </p:val>
                                        </p:tav>
                                        <p:tav tm="100000">
                                          <p:val>
                                            <p:strVal val="#ppt_y"/>
                                          </p:val>
                                        </p:tav>
                                      </p:tavLst>
                                    </p:anim>
                                  </p:childTnLst>
                                </p:cTn>
                              </p:par>
                            </p:childTnLst>
                          </p:cTn>
                        </p:par>
                        <p:par>
                          <p:cTn id="100" fill="hold">
                            <p:stCondLst>
                              <p:cond delay="6000"/>
                            </p:stCondLst>
                            <p:childTnLst>
                              <p:par>
                                <p:cTn id="101" presetID="2" presetClass="entr" presetSubtype="2" fill="hold" nodeType="afterEffect">
                                  <p:stCondLst>
                                    <p:cond delay="0"/>
                                  </p:stCondLst>
                                  <p:childTnLst>
                                    <p:set>
                                      <p:cBhvr>
                                        <p:cTn id="102" dur="1" fill="hold">
                                          <p:stCondLst>
                                            <p:cond delay="0"/>
                                          </p:stCondLst>
                                        </p:cTn>
                                        <p:tgtEl>
                                          <p:spTgt spid="108"/>
                                        </p:tgtEl>
                                        <p:attrNameLst>
                                          <p:attrName>style.visibility</p:attrName>
                                        </p:attrNameLst>
                                      </p:cBhvr>
                                      <p:to>
                                        <p:strVal val="visible"/>
                                      </p:to>
                                    </p:set>
                                    <p:anim calcmode="lin" valueType="num">
                                      <p:cBhvr additive="base">
                                        <p:cTn id="103" dur="500" fill="hold"/>
                                        <p:tgtEl>
                                          <p:spTgt spid="108"/>
                                        </p:tgtEl>
                                        <p:attrNameLst>
                                          <p:attrName>ppt_x</p:attrName>
                                        </p:attrNameLst>
                                      </p:cBhvr>
                                      <p:tavLst>
                                        <p:tav tm="0">
                                          <p:val>
                                            <p:strVal val="1+#ppt_w/2"/>
                                          </p:val>
                                        </p:tav>
                                        <p:tav tm="100000">
                                          <p:val>
                                            <p:strVal val="#ppt_x"/>
                                          </p:val>
                                        </p:tav>
                                      </p:tavLst>
                                    </p:anim>
                                    <p:anim calcmode="lin" valueType="num">
                                      <p:cBhvr additive="base">
                                        <p:cTn id="104" dur="500" fill="hold"/>
                                        <p:tgtEl>
                                          <p:spTgt spid="108"/>
                                        </p:tgtEl>
                                        <p:attrNameLst>
                                          <p:attrName>ppt_y</p:attrName>
                                        </p:attrNameLst>
                                      </p:cBhvr>
                                      <p:tavLst>
                                        <p:tav tm="0">
                                          <p:val>
                                            <p:strVal val="#ppt_y"/>
                                          </p:val>
                                        </p:tav>
                                        <p:tav tm="100000">
                                          <p:val>
                                            <p:strVal val="#ppt_y"/>
                                          </p:val>
                                        </p:tav>
                                      </p:tavLst>
                                    </p:anim>
                                  </p:childTnLst>
                                </p:cTn>
                              </p:par>
                            </p:childTnLst>
                          </p:cTn>
                        </p:par>
                        <p:par>
                          <p:cTn id="105" fill="hold">
                            <p:stCondLst>
                              <p:cond delay="6500"/>
                            </p:stCondLst>
                            <p:childTnLst>
                              <p:par>
                                <p:cTn id="106" presetID="2" presetClass="entr" presetSubtype="2" fill="hold" nodeType="afterEffect">
                                  <p:stCondLst>
                                    <p:cond delay="0"/>
                                  </p:stCondLst>
                                  <p:childTnLst>
                                    <p:set>
                                      <p:cBhvr>
                                        <p:cTn id="107" dur="1" fill="hold">
                                          <p:stCondLst>
                                            <p:cond delay="0"/>
                                          </p:stCondLst>
                                        </p:cTn>
                                        <p:tgtEl>
                                          <p:spTgt spid="111"/>
                                        </p:tgtEl>
                                        <p:attrNameLst>
                                          <p:attrName>style.visibility</p:attrName>
                                        </p:attrNameLst>
                                      </p:cBhvr>
                                      <p:to>
                                        <p:strVal val="visible"/>
                                      </p:to>
                                    </p:set>
                                    <p:anim calcmode="lin" valueType="num">
                                      <p:cBhvr additive="base">
                                        <p:cTn id="108" dur="500" fill="hold"/>
                                        <p:tgtEl>
                                          <p:spTgt spid="111"/>
                                        </p:tgtEl>
                                        <p:attrNameLst>
                                          <p:attrName>ppt_x</p:attrName>
                                        </p:attrNameLst>
                                      </p:cBhvr>
                                      <p:tavLst>
                                        <p:tav tm="0">
                                          <p:val>
                                            <p:strVal val="1+#ppt_w/2"/>
                                          </p:val>
                                        </p:tav>
                                        <p:tav tm="100000">
                                          <p:val>
                                            <p:strVal val="#ppt_x"/>
                                          </p:val>
                                        </p:tav>
                                      </p:tavLst>
                                    </p:anim>
                                    <p:anim calcmode="lin" valueType="num">
                                      <p:cBhvr additive="base">
                                        <p:cTn id="109" dur="500" fill="hold"/>
                                        <p:tgtEl>
                                          <p:spTgt spid="111"/>
                                        </p:tgtEl>
                                        <p:attrNameLst>
                                          <p:attrName>ppt_y</p:attrName>
                                        </p:attrNameLst>
                                      </p:cBhvr>
                                      <p:tavLst>
                                        <p:tav tm="0">
                                          <p:val>
                                            <p:strVal val="#ppt_y"/>
                                          </p:val>
                                        </p:tav>
                                        <p:tav tm="100000">
                                          <p:val>
                                            <p:strVal val="#ppt_y"/>
                                          </p:val>
                                        </p:tav>
                                      </p:tavLst>
                                    </p:anim>
                                  </p:childTnLst>
                                </p:cTn>
                              </p:par>
                            </p:childTnLst>
                          </p:cTn>
                        </p:par>
                        <p:par>
                          <p:cTn id="110" fill="hold">
                            <p:stCondLst>
                              <p:cond delay="7000"/>
                            </p:stCondLst>
                            <p:childTnLst>
                              <p:par>
                                <p:cTn id="111" presetID="2" presetClass="entr" presetSubtype="2" fill="hold" nodeType="afterEffect">
                                  <p:stCondLst>
                                    <p:cond delay="0"/>
                                  </p:stCondLst>
                                  <p:childTnLst>
                                    <p:set>
                                      <p:cBhvr>
                                        <p:cTn id="112" dur="1" fill="hold">
                                          <p:stCondLst>
                                            <p:cond delay="0"/>
                                          </p:stCondLst>
                                        </p:cTn>
                                        <p:tgtEl>
                                          <p:spTgt spid="114"/>
                                        </p:tgtEl>
                                        <p:attrNameLst>
                                          <p:attrName>style.visibility</p:attrName>
                                        </p:attrNameLst>
                                      </p:cBhvr>
                                      <p:to>
                                        <p:strVal val="visible"/>
                                      </p:to>
                                    </p:set>
                                    <p:anim calcmode="lin" valueType="num">
                                      <p:cBhvr additive="base">
                                        <p:cTn id="113" dur="500" fill="hold"/>
                                        <p:tgtEl>
                                          <p:spTgt spid="114"/>
                                        </p:tgtEl>
                                        <p:attrNameLst>
                                          <p:attrName>ppt_x</p:attrName>
                                        </p:attrNameLst>
                                      </p:cBhvr>
                                      <p:tavLst>
                                        <p:tav tm="0">
                                          <p:val>
                                            <p:strVal val="1+#ppt_w/2"/>
                                          </p:val>
                                        </p:tav>
                                        <p:tav tm="100000">
                                          <p:val>
                                            <p:strVal val="#ppt_x"/>
                                          </p:val>
                                        </p:tav>
                                      </p:tavLst>
                                    </p:anim>
                                    <p:anim calcmode="lin" valueType="num">
                                      <p:cBhvr additive="base">
                                        <p:cTn id="114" dur="500" fill="hold"/>
                                        <p:tgtEl>
                                          <p:spTgt spid="114"/>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2" presetClass="entr" presetSubtype="4" fill="hold" grpId="0" nodeType="clickEffect">
                                  <p:stCondLst>
                                    <p:cond delay="0"/>
                                  </p:stCondLst>
                                  <p:childTnLst>
                                    <p:set>
                                      <p:cBhvr>
                                        <p:cTn id="118" dur="1" fill="hold">
                                          <p:stCondLst>
                                            <p:cond delay="0"/>
                                          </p:stCondLst>
                                        </p:cTn>
                                        <p:tgtEl>
                                          <p:spTgt spid="117"/>
                                        </p:tgtEl>
                                        <p:attrNameLst>
                                          <p:attrName>style.visibility</p:attrName>
                                        </p:attrNameLst>
                                      </p:cBhvr>
                                      <p:to>
                                        <p:strVal val="visible"/>
                                      </p:to>
                                    </p:set>
                                    <p:animEffect transition="in" filter="wipe(down)">
                                      <p:cBhvr>
                                        <p:cTn id="119"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animBg="1"/>
      <p:bldP spid="117"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E87071"/>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95998" y="152165"/>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目标规划</a:t>
            </a:r>
          </a:p>
        </p:txBody>
      </p:sp>
      <p:grpSp>
        <p:nvGrpSpPr>
          <p:cNvPr id="8" name="组合 7"/>
          <p:cNvGrpSpPr/>
          <p:nvPr/>
        </p:nvGrpSpPr>
        <p:grpSpPr>
          <a:xfrm>
            <a:off x="4395604" y="2158611"/>
            <a:ext cx="3816704" cy="3815323"/>
            <a:chOff x="3603171" y="936171"/>
            <a:chExt cx="4985658" cy="4985658"/>
          </a:xfrm>
        </p:grpSpPr>
        <p:sp>
          <p:nvSpPr>
            <p:cNvPr id="9" name="椭圆 8"/>
            <p:cNvSpPr/>
            <p:nvPr/>
          </p:nvSpPr>
          <p:spPr>
            <a:xfrm>
              <a:off x="3852132" y="1185132"/>
              <a:ext cx="4487736" cy="4487736"/>
            </a:xfrm>
            <a:prstGeom prst="ellipse">
              <a:avLst/>
            </a:prstGeom>
            <a:noFill/>
            <a:ln w="25400">
              <a:gradFill flip="none" rotWithShape="1">
                <a:gsLst>
                  <a:gs pos="0">
                    <a:schemeClr val="bg1"/>
                  </a:gs>
                  <a:gs pos="100000">
                    <a:schemeClr val="bg1">
                      <a:lumMod val="7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 name="任意多边形 9"/>
            <p:cNvSpPr/>
            <p:nvPr/>
          </p:nvSpPr>
          <p:spPr>
            <a:xfrm>
              <a:off x="3603171" y="936171"/>
              <a:ext cx="4985658" cy="4985658"/>
            </a:xfrm>
            <a:custGeom>
              <a:avLst/>
              <a:gdLst>
                <a:gd name="connsiteX0" fmla="*/ 2492829 w 4985658"/>
                <a:gd name="connsiteY0" fmla="*/ 248961 h 4985658"/>
                <a:gd name="connsiteX1" fmla="*/ 248961 w 4985658"/>
                <a:gd name="connsiteY1" fmla="*/ 2492829 h 4985658"/>
                <a:gd name="connsiteX2" fmla="*/ 2492829 w 4985658"/>
                <a:gd name="connsiteY2" fmla="*/ 4736697 h 4985658"/>
                <a:gd name="connsiteX3" fmla="*/ 4736697 w 4985658"/>
                <a:gd name="connsiteY3" fmla="*/ 2492829 h 4985658"/>
                <a:gd name="connsiteX4" fmla="*/ 2492829 w 4985658"/>
                <a:gd name="connsiteY4" fmla="*/ 248961 h 4985658"/>
                <a:gd name="connsiteX5" fmla="*/ 2492829 w 4985658"/>
                <a:gd name="connsiteY5" fmla="*/ 0 h 4985658"/>
                <a:gd name="connsiteX6" fmla="*/ 4985658 w 4985658"/>
                <a:gd name="connsiteY6" fmla="*/ 2492829 h 4985658"/>
                <a:gd name="connsiteX7" fmla="*/ 2492829 w 4985658"/>
                <a:gd name="connsiteY7" fmla="*/ 4985658 h 4985658"/>
                <a:gd name="connsiteX8" fmla="*/ 0 w 4985658"/>
                <a:gd name="connsiteY8" fmla="*/ 2492829 h 4985658"/>
                <a:gd name="connsiteX9" fmla="*/ 2492829 w 4985658"/>
                <a:gd name="connsiteY9" fmla="*/ 0 h 498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5658" h="4985658">
                  <a:moveTo>
                    <a:pt x="2492829" y="248961"/>
                  </a:moveTo>
                  <a:cubicBezTo>
                    <a:pt x="1253575" y="248961"/>
                    <a:pt x="248961" y="1253575"/>
                    <a:pt x="248961" y="2492829"/>
                  </a:cubicBezTo>
                  <a:cubicBezTo>
                    <a:pt x="248961" y="3732083"/>
                    <a:pt x="1253575" y="4736697"/>
                    <a:pt x="2492829" y="4736697"/>
                  </a:cubicBezTo>
                  <a:cubicBezTo>
                    <a:pt x="3732083" y="4736697"/>
                    <a:pt x="4736697" y="3732083"/>
                    <a:pt x="4736697" y="2492829"/>
                  </a:cubicBezTo>
                  <a:cubicBezTo>
                    <a:pt x="4736697" y="1253575"/>
                    <a:pt x="3732083" y="248961"/>
                    <a:pt x="2492829" y="248961"/>
                  </a:cubicBezTo>
                  <a:close/>
                  <a:moveTo>
                    <a:pt x="2492829" y="0"/>
                  </a:moveTo>
                  <a:cubicBezTo>
                    <a:pt x="3869580" y="0"/>
                    <a:pt x="4985658" y="1116078"/>
                    <a:pt x="4985658" y="2492829"/>
                  </a:cubicBezTo>
                  <a:cubicBezTo>
                    <a:pt x="4985658" y="3869580"/>
                    <a:pt x="3869580" y="4985658"/>
                    <a:pt x="2492829" y="4985658"/>
                  </a:cubicBezTo>
                  <a:cubicBezTo>
                    <a:pt x="1116078" y="4985658"/>
                    <a:pt x="0" y="3869580"/>
                    <a:pt x="0" y="2492829"/>
                  </a:cubicBezTo>
                  <a:cubicBezTo>
                    <a:pt x="0" y="1116078"/>
                    <a:pt x="1116078" y="0"/>
                    <a:pt x="2492829" y="0"/>
                  </a:cubicBezTo>
                  <a:close/>
                </a:path>
              </a:pathLst>
            </a:custGeom>
            <a:solidFill>
              <a:schemeClr val="bg1">
                <a:lumMod val="95000"/>
              </a:schemeClr>
            </a:solidFill>
            <a:ln>
              <a:noFill/>
            </a:ln>
            <a:effectLst>
              <a:innerShdw blurRad="1016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 name="椭圆 10"/>
            <p:cNvSpPr/>
            <p:nvPr/>
          </p:nvSpPr>
          <p:spPr>
            <a:xfrm>
              <a:off x="3603171" y="936171"/>
              <a:ext cx="4985658" cy="4985658"/>
            </a:xfrm>
            <a:prstGeom prst="ellipse">
              <a:avLst/>
            </a:prstGeom>
            <a:noFill/>
            <a:ln w="25400">
              <a:gradFill flip="none" rotWithShape="1">
                <a:gsLst>
                  <a:gs pos="0">
                    <a:schemeClr val="bg1">
                      <a:lumMod val="75000"/>
                    </a:schemeClr>
                  </a:gs>
                  <a:gs pos="100000">
                    <a:schemeClr val="bg1"/>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2" name="组合 11"/>
          <p:cNvGrpSpPr/>
          <p:nvPr/>
        </p:nvGrpSpPr>
        <p:grpSpPr>
          <a:xfrm>
            <a:off x="5006721" y="2769507"/>
            <a:ext cx="2594469" cy="2593531"/>
            <a:chOff x="3860800" y="1193800"/>
            <a:chExt cx="4470400" cy="4470400"/>
          </a:xfrm>
        </p:grpSpPr>
        <p:sp>
          <p:nvSpPr>
            <p:cNvPr id="13" name="椭圆 12"/>
            <p:cNvSpPr/>
            <p:nvPr/>
          </p:nvSpPr>
          <p:spPr>
            <a:xfrm>
              <a:off x="3860800" y="1193800"/>
              <a:ext cx="4470400" cy="4470400"/>
            </a:xfrm>
            <a:prstGeom prst="ellipse">
              <a:avLst/>
            </a:prstGeom>
            <a:gradFill>
              <a:gsLst>
                <a:gs pos="100000">
                  <a:schemeClr val="bg1">
                    <a:lumMod val="97000"/>
                  </a:schemeClr>
                </a:gs>
                <a:gs pos="0">
                  <a:schemeClr val="bg1">
                    <a:lumMod val="85000"/>
                  </a:schemeClr>
                </a:gs>
              </a:gsLst>
              <a:lin ang="2700000" scaled="1"/>
            </a:gradFill>
            <a:ln w="25400">
              <a:gradFill flip="none" rotWithShape="1">
                <a:gsLst>
                  <a:gs pos="0">
                    <a:schemeClr val="bg1"/>
                  </a:gs>
                  <a:gs pos="100000">
                    <a:schemeClr val="bg1">
                      <a:lumMod val="75000"/>
                    </a:schemeClr>
                  </a:gs>
                </a:gsLst>
                <a:lin ang="2700000" scaled="1"/>
                <a:tileRect/>
              </a:gradFill>
            </a:ln>
            <a:effectLst>
              <a:outerShdw blurRad="292100" dist="114300" dir="2700000" algn="tl" rotWithShape="0">
                <a:prstClr val="black">
                  <a:alpha val="4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椭圆 13"/>
            <p:cNvSpPr/>
            <p:nvPr/>
          </p:nvSpPr>
          <p:spPr>
            <a:xfrm>
              <a:off x="4223657" y="1556657"/>
              <a:ext cx="3744686" cy="3744686"/>
            </a:xfrm>
            <a:prstGeom prst="ellipse">
              <a:avLst/>
            </a:prstGeom>
            <a:solidFill>
              <a:schemeClr val="bg1">
                <a:lumMod val="95000"/>
              </a:schemeClr>
            </a:solidFill>
            <a:ln>
              <a:noFill/>
            </a:ln>
            <a:effectLst>
              <a:innerShdw blurRad="152400" dist="254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文本框 27"/>
            <p:cNvSpPr txBox="1"/>
            <p:nvPr/>
          </p:nvSpPr>
          <p:spPr>
            <a:xfrm>
              <a:off x="5684592" y="1756309"/>
              <a:ext cx="817556" cy="718615"/>
            </a:xfrm>
            <a:prstGeom prst="rect">
              <a:avLst/>
            </a:prstGeom>
            <a:noFill/>
          </p:spPr>
          <p:txBody>
            <a:bodyPr wrap="square" rtlCol="0">
              <a:spAutoFit/>
            </a:bodyPr>
            <a:lstStyle/>
            <a:p>
              <a:pPr algn="ctr"/>
              <a:r>
                <a:rPr lang="en-US" altLang="zh-CN" sz="2109" dirty="0">
                  <a:solidFill>
                    <a:prstClr val="black">
                      <a:lumMod val="75000"/>
                      <a:lumOff val="25000"/>
                    </a:prstClr>
                  </a:solidFill>
                  <a:latin typeface="Impact" panose="020B0806030902050204" pitchFamily="34" charset="0"/>
                </a:rPr>
                <a:t>12</a:t>
              </a:r>
              <a:endParaRPr lang="zh-CN" altLang="en-US" sz="2109" dirty="0">
                <a:solidFill>
                  <a:prstClr val="black">
                    <a:lumMod val="75000"/>
                    <a:lumOff val="25000"/>
                  </a:prstClr>
                </a:solidFill>
                <a:latin typeface="Impact" panose="020B0806030902050204" pitchFamily="34" charset="0"/>
              </a:endParaRPr>
            </a:p>
          </p:txBody>
        </p:sp>
        <p:sp>
          <p:nvSpPr>
            <p:cNvPr id="16" name="文本框 28"/>
            <p:cNvSpPr txBox="1"/>
            <p:nvPr/>
          </p:nvSpPr>
          <p:spPr>
            <a:xfrm>
              <a:off x="5788304" y="4454468"/>
              <a:ext cx="605483" cy="718615"/>
            </a:xfrm>
            <a:prstGeom prst="rect">
              <a:avLst/>
            </a:prstGeom>
            <a:noFill/>
          </p:spPr>
          <p:txBody>
            <a:bodyPr wrap="square" rtlCol="0">
              <a:spAutoFit/>
            </a:bodyPr>
            <a:lstStyle/>
            <a:p>
              <a:pPr algn="ctr"/>
              <a:r>
                <a:rPr lang="en-US" altLang="zh-CN" sz="2109" dirty="0">
                  <a:solidFill>
                    <a:prstClr val="black">
                      <a:lumMod val="75000"/>
                      <a:lumOff val="25000"/>
                    </a:prstClr>
                  </a:solidFill>
                  <a:latin typeface="Impact" panose="020B0806030902050204" pitchFamily="34" charset="0"/>
                </a:rPr>
                <a:t>6</a:t>
              </a:r>
              <a:endParaRPr lang="zh-CN" altLang="en-US" sz="2109" dirty="0">
                <a:solidFill>
                  <a:prstClr val="black">
                    <a:lumMod val="75000"/>
                    <a:lumOff val="25000"/>
                  </a:prstClr>
                </a:solidFill>
                <a:latin typeface="Impact" panose="020B0806030902050204" pitchFamily="34" charset="0"/>
              </a:endParaRPr>
            </a:p>
          </p:txBody>
        </p:sp>
        <p:sp>
          <p:nvSpPr>
            <p:cNvPr id="17" name="文本框 31"/>
            <p:cNvSpPr txBox="1"/>
            <p:nvPr/>
          </p:nvSpPr>
          <p:spPr>
            <a:xfrm>
              <a:off x="4416180" y="3084183"/>
              <a:ext cx="621999" cy="718615"/>
            </a:xfrm>
            <a:prstGeom prst="rect">
              <a:avLst/>
            </a:prstGeom>
            <a:noFill/>
          </p:spPr>
          <p:txBody>
            <a:bodyPr wrap="square" rtlCol="0">
              <a:spAutoFit/>
            </a:bodyPr>
            <a:lstStyle/>
            <a:p>
              <a:pPr algn="ctr"/>
              <a:r>
                <a:rPr lang="en-US" altLang="zh-CN" sz="2109" dirty="0">
                  <a:solidFill>
                    <a:prstClr val="black">
                      <a:lumMod val="75000"/>
                      <a:lumOff val="25000"/>
                    </a:prstClr>
                  </a:solidFill>
                  <a:latin typeface="Impact" panose="020B0806030902050204" pitchFamily="34" charset="0"/>
                </a:rPr>
                <a:t>9</a:t>
              </a:r>
              <a:endParaRPr lang="zh-CN" altLang="en-US" sz="2109" dirty="0">
                <a:solidFill>
                  <a:prstClr val="black">
                    <a:lumMod val="75000"/>
                    <a:lumOff val="25000"/>
                  </a:prstClr>
                </a:solidFill>
                <a:latin typeface="Impact" panose="020B0806030902050204" pitchFamily="34" charset="0"/>
              </a:endParaRPr>
            </a:p>
          </p:txBody>
        </p:sp>
        <p:sp>
          <p:nvSpPr>
            <p:cNvPr id="18" name="文本框 36"/>
            <p:cNvSpPr txBox="1"/>
            <p:nvPr/>
          </p:nvSpPr>
          <p:spPr>
            <a:xfrm>
              <a:off x="7218096" y="3097189"/>
              <a:ext cx="596772" cy="718615"/>
            </a:xfrm>
            <a:prstGeom prst="rect">
              <a:avLst/>
            </a:prstGeom>
            <a:noFill/>
          </p:spPr>
          <p:txBody>
            <a:bodyPr wrap="square" rtlCol="0">
              <a:spAutoFit/>
            </a:bodyPr>
            <a:lstStyle/>
            <a:p>
              <a:pPr algn="ctr"/>
              <a:r>
                <a:rPr lang="en-US" altLang="zh-CN" sz="2109" dirty="0">
                  <a:solidFill>
                    <a:prstClr val="black">
                      <a:lumMod val="75000"/>
                      <a:lumOff val="25000"/>
                    </a:prstClr>
                  </a:solidFill>
                  <a:latin typeface="Impact" panose="020B0806030902050204" pitchFamily="34" charset="0"/>
                </a:rPr>
                <a:t>3</a:t>
              </a:r>
              <a:endParaRPr lang="zh-CN" altLang="en-US" sz="2109" dirty="0">
                <a:solidFill>
                  <a:prstClr val="black">
                    <a:lumMod val="75000"/>
                    <a:lumOff val="25000"/>
                  </a:prstClr>
                </a:solidFill>
                <a:latin typeface="Impact" panose="020B0806030902050204" pitchFamily="34" charset="0"/>
              </a:endParaRPr>
            </a:p>
          </p:txBody>
        </p:sp>
        <p:sp>
          <p:nvSpPr>
            <p:cNvPr id="19" name="任意多边形 18"/>
            <p:cNvSpPr/>
            <p:nvPr/>
          </p:nvSpPr>
          <p:spPr>
            <a:xfrm rot="-900000">
              <a:off x="5915667" y="1984289"/>
              <a:ext cx="76000" cy="1862122"/>
            </a:xfrm>
            <a:custGeom>
              <a:avLst/>
              <a:gdLst>
                <a:gd name="connsiteX0" fmla="*/ 0 w 122399"/>
                <a:gd name="connsiteY0" fmla="*/ 2073869 h 2726332"/>
                <a:gd name="connsiteX1" fmla="*/ 4810 w 122399"/>
                <a:gd name="connsiteY1" fmla="*/ 1819901 h 2726332"/>
                <a:gd name="connsiteX2" fmla="*/ 8318 w 122399"/>
                <a:gd name="connsiteY2" fmla="*/ 1764433 h 2726332"/>
                <a:gd name="connsiteX3" fmla="*/ 61200 w 122399"/>
                <a:gd name="connsiteY3" fmla="*/ 0 h 2726332"/>
                <a:gd name="connsiteX4" fmla="*/ 114082 w 122399"/>
                <a:gd name="connsiteY4" fmla="*/ 1764436 h 2726332"/>
                <a:gd name="connsiteX5" fmla="*/ 117589 w 122399"/>
                <a:gd name="connsiteY5" fmla="*/ 1819901 h 2726332"/>
                <a:gd name="connsiteX6" fmla="*/ 122399 w 122399"/>
                <a:gd name="connsiteY6" fmla="*/ 2073869 h 2726332"/>
                <a:gd name="connsiteX7" fmla="*/ 61200 w 122399"/>
                <a:gd name="connsiteY7" fmla="*/ 2726332 h 2726332"/>
                <a:gd name="connsiteX8" fmla="*/ 0 w 122399"/>
                <a:gd name="connsiteY8" fmla="*/ 2073869 h 272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399" h="2726332">
                  <a:moveTo>
                    <a:pt x="0" y="2073869"/>
                  </a:moveTo>
                  <a:cubicBezTo>
                    <a:pt x="0" y="1983782"/>
                    <a:pt x="1713" y="1897960"/>
                    <a:pt x="4810" y="1819901"/>
                  </a:cubicBezTo>
                  <a:lnTo>
                    <a:pt x="8318" y="1764433"/>
                  </a:lnTo>
                  <a:lnTo>
                    <a:pt x="61200" y="0"/>
                  </a:lnTo>
                  <a:lnTo>
                    <a:pt x="114082" y="1764436"/>
                  </a:lnTo>
                  <a:lnTo>
                    <a:pt x="117589" y="1819901"/>
                  </a:lnTo>
                  <a:cubicBezTo>
                    <a:pt x="120686" y="1897960"/>
                    <a:pt x="122399" y="1983782"/>
                    <a:pt x="122399" y="2073869"/>
                  </a:cubicBezTo>
                  <a:cubicBezTo>
                    <a:pt x="122399" y="2434214"/>
                    <a:pt x="94999" y="2726332"/>
                    <a:pt x="61200" y="2726332"/>
                  </a:cubicBezTo>
                  <a:cubicBezTo>
                    <a:pt x="27401" y="2726332"/>
                    <a:pt x="0" y="2434214"/>
                    <a:pt x="0" y="2073869"/>
                  </a:cubicBezTo>
                  <a:close/>
                </a:path>
              </a:pathLst>
            </a:custGeom>
            <a:solidFill>
              <a:schemeClr val="bg1"/>
            </a:solidFill>
            <a:ln>
              <a:noFill/>
            </a:ln>
            <a:effectLst>
              <a:outerShdw blurRad="63500" dist="50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任意多边形 19"/>
            <p:cNvSpPr/>
            <p:nvPr/>
          </p:nvSpPr>
          <p:spPr>
            <a:xfrm rot="5400000">
              <a:off x="6297925" y="2729480"/>
              <a:ext cx="69091" cy="1399040"/>
            </a:xfrm>
            <a:custGeom>
              <a:avLst/>
              <a:gdLst>
                <a:gd name="connsiteX0" fmla="*/ 0 w 122399"/>
                <a:gd name="connsiteY0" fmla="*/ 2073869 h 2726332"/>
                <a:gd name="connsiteX1" fmla="*/ 4810 w 122399"/>
                <a:gd name="connsiteY1" fmla="*/ 1819901 h 2726332"/>
                <a:gd name="connsiteX2" fmla="*/ 8318 w 122399"/>
                <a:gd name="connsiteY2" fmla="*/ 1764433 h 2726332"/>
                <a:gd name="connsiteX3" fmla="*/ 61200 w 122399"/>
                <a:gd name="connsiteY3" fmla="*/ 0 h 2726332"/>
                <a:gd name="connsiteX4" fmla="*/ 114082 w 122399"/>
                <a:gd name="connsiteY4" fmla="*/ 1764436 h 2726332"/>
                <a:gd name="connsiteX5" fmla="*/ 117589 w 122399"/>
                <a:gd name="connsiteY5" fmla="*/ 1819901 h 2726332"/>
                <a:gd name="connsiteX6" fmla="*/ 122399 w 122399"/>
                <a:gd name="connsiteY6" fmla="*/ 2073869 h 2726332"/>
                <a:gd name="connsiteX7" fmla="*/ 61200 w 122399"/>
                <a:gd name="connsiteY7" fmla="*/ 2726332 h 2726332"/>
                <a:gd name="connsiteX8" fmla="*/ 0 w 122399"/>
                <a:gd name="connsiteY8" fmla="*/ 2073869 h 272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399" h="2726332">
                  <a:moveTo>
                    <a:pt x="0" y="2073869"/>
                  </a:moveTo>
                  <a:cubicBezTo>
                    <a:pt x="0" y="1983782"/>
                    <a:pt x="1713" y="1897960"/>
                    <a:pt x="4810" y="1819901"/>
                  </a:cubicBezTo>
                  <a:lnTo>
                    <a:pt x="8318" y="1764433"/>
                  </a:lnTo>
                  <a:lnTo>
                    <a:pt x="61200" y="0"/>
                  </a:lnTo>
                  <a:lnTo>
                    <a:pt x="114082" y="1764436"/>
                  </a:lnTo>
                  <a:lnTo>
                    <a:pt x="117589" y="1819901"/>
                  </a:lnTo>
                  <a:cubicBezTo>
                    <a:pt x="120686" y="1897960"/>
                    <a:pt x="122399" y="1983782"/>
                    <a:pt x="122399" y="2073869"/>
                  </a:cubicBezTo>
                  <a:cubicBezTo>
                    <a:pt x="122399" y="2434214"/>
                    <a:pt x="94999" y="2726332"/>
                    <a:pt x="61200" y="2726332"/>
                  </a:cubicBezTo>
                  <a:cubicBezTo>
                    <a:pt x="27401" y="2726332"/>
                    <a:pt x="0" y="2434214"/>
                    <a:pt x="0" y="2073869"/>
                  </a:cubicBezTo>
                  <a:close/>
                </a:path>
              </a:pathLst>
            </a:custGeom>
            <a:solidFill>
              <a:schemeClr val="bg1"/>
            </a:solidFill>
            <a:ln>
              <a:noFill/>
            </a:ln>
            <a:effectLst>
              <a:outerShdw blurRad="63500" dist="50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1" name="组合 20"/>
            <p:cNvGrpSpPr/>
            <p:nvPr/>
          </p:nvGrpSpPr>
          <p:grpSpPr>
            <a:xfrm>
              <a:off x="6029858" y="3362853"/>
              <a:ext cx="132297" cy="132297"/>
              <a:chOff x="8936533" y="2738955"/>
              <a:chExt cx="211667" cy="211667"/>
            </a:xfrm>
          </p:grpSpPr>
          <p:sp>
            <p:nvSpPr>
              <p:cNvPr id="25" name="椭圆 24"/>
              <p:cNvSpPr/>
              <p:nvPr/>
            </p:nvSpPr>
            <p:spPr>
              <a:xfrm>
                <a:off x="8936533" y="2738955"/>
                <a:ext cx="211667" cy="211667"/>
              </a:xfrm>
              <a:prstGeom prst="ellipse">
                <a:avLst/>
              </a:prstGeom>
              <a:solidFill>
                <a:srgbClr val="E456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 name="椭圆 25"/>
              <p:cNvSpPr/>
              <p:nvPr/>
            </p:nvSpPr>
            <p:spPr>
              <a:xfrm>
                <a:off x="8982254" y="2786595"/>
                <a:ext cx="116410" cy="116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22" name="椭圆 21"/>
            <p:cNvSpPr/>
            <p:nvPr/>
          </p:nvSpPr>
          <p:spPr>
            <a:xfrm rot="18000000">
              <a:off x="5335147" y="3019241"/>
              <a:ext cx="1991334" cy="16024"/>
            </a:xfrm>
            <a:prstGeom prst="ellipse">
              <a:avLst/>
            </a:prstGeom>
            <a:solidFill>
              <a:srgbClr val="E456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椭圆 22"/>
            <p:cNvSpPr/>
            <p:nvPr/>
          </p:nvSpPr>
          <p:spPr>
            <a:xfrm>
              <a:off x="4222642" y="1556657"/>
              <a:ext cx="3744343" cy="3751986"/>
            </a:xfrm>
            <a:prstGeom prst="ellipse">
              <a:avLst/>
            </a:prstGeom>
            <a:gradFill flip="none" rotWithShape="1">
              <a:gsLst>
                <a:gs pos="50000">
                  <a:schemeClr val="tx1">
                    <a:alpha val="4000"/>
                  </a:schemeClr>
                </a:gs>
                <a:gs pos="0">
                  <a:schemeClr val="bg1">
                    <a:lumMod val="95000"/>
                    <a:alpha val="0"/>
                  </a:schemeClr>
                </a:gs>
                <a:gs pos="100000">
                  <a:schemeClr val="tx1">
                    <a:alpha val="1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任意多边形 23"/>
            <p:cNvSpPr/>
            <p:nvPr/>
          </p:nvSpPr>
          <p:spPr>
            <a:xfrm rot="19800000" flipH="1">
              <a:off x="4224759" y="1557843"/>
              <a:ext cx="3742484" cy="3742315"/>
            </a:xfrm>
            <a:custGeom>
              <a:avLst/>
              <a:gdLst>
                <a:gd name="connsiteX0" fmla="*/ 2728883 w 3742484"/>
                <a:gd name="connsiteY0" fmla="*/ 3343109 h 3742315"/>
                <a:gd name="connsiteX1" fmla="*/ 2717169 w 3742484"/>
                <a:gd name="connsiteY1" fmla="*/ 3349872 h 3742315"/>
                <a:gd name="connsiteX2" fmla="*/ 2710573 w 3742484"/>
                <a:gd name="connsiteY2" fmla="*/ 3374489 h 3742315"/>
                <a:gd name="connsiteX3" fmla="*/ 2785153 w 3742484"/>
                <a:gd name="connsiteY3" fmla="*/ 3503665 h 3742315"/>
                <a:gd name="connsiteX4" fmla="*/ 2807242 w 3742484"/>
                <a:gd name="connsiteY4" fmla="*/ 3492357 h 3742315"/>
                <a:gd name="connsiteX5" fmla="*/ 2828080 w 3742484"/>
                <a:gd name="connsiteY5" fmla="*/ 3478881 h 3742315"/>
                <a:gd name="connsiteX6" fmla="*/ 2753500 w 3742484"/>
                <a:gd name="connsiteY6" fmla="*/ 3349705 h 3742315"/>
                <a:gd name="connsiteX7" fmla="*/ 2728883 w 3742484"/>
                <a:gd name="connsiteY7" fmla="*/ 3343109 h 3742315"/>
                <a:gd name="connsiteX8" fmla="*/ 3360899 w 3742484"/>
                <a:gd name="connsiteY8" fmla="*/ 2708687 h 3742315"/>
                <a:gd name="connsiteX9" fmla="*/ 3349956 w 3742484"/>
                <a:gd name="connsiteY9" fmla="*/ 2717084 h 3742315"/>
                <a:gd name="connsiteX10" fmla="*/ 3343194 w 3742484"/>
                <a:gd name="connsiteY10" fmla="*/ 2728797 h 3742315"/>
                <a:gd name="connsiteX11" fmla="*/ 3349790 w 3742484"/>
                <a:gd name="connsiteY11" fmla="*/ 2753415 h 3742315"/>
                <a:gd name="connsiteX12" fmla="*/ 3479320 w 3742484"/>
                <a:gd name="connsiteY12" fmla="*/ 2828199 h 3742315"/>
                <a:gd name="connsiteX13" fmla="*/ 3503148 w 3742484"/>
                <a:gd name="connsiteY13" fmla="*/ 2784719 h 3742315"/>
                <a:gd name="connsiteX14" fmla="*/ 3374574 w 3742484"/>
                <a:gd name="connsiteY14" fmla="*/ 2710487 h 3742315"/>
                <a:gd name="connsiteX15" fmla="*/ 3360899 w 3742484"/>
                <a:gd name="connsiteY15" fmla="*/ 2708687 h 3742315"/>
                <a:gd name="connsiteX16" fmla="*/ 1851736 w 3742484"/>
                <a:gd name="connsiteY16" fmla="*/ 3580002 h 3742315"/>
                <a:gd name="connsiteX17" fmla="*/ 1846458 w 3742484"/>
                <a:gd name="connsiteY17" fmla="*/ 3592745 h 3742315"/>
                <a:gd name="connsiteX18" fmla="*/ 1846458 w 3742484"/>
                <a:gd name="connsiteY18" fmla="*/ 3741210 h 3742315"/>
                <a:gd name="connsiteX19" fmla="*/ 1896026 w 3742484"/>
                <a:gd name="connsiteY19" fmla="*/ 3742315 h 3742315"/>
                <a:gd name="connsiteX20" fmla="*/ 1896026 w 3742484"/>
                <a:gd name="connsiteY20" fmla="*/ 3592745 h 3742315"/>
                <a:gd name="connsiteX21" fmla="*/ 1878005 w 3742484"/>
                <a:gd name="connsiteY21" fmla="*/ 3574724 h 3742315"/>
                <a:gd name="connsiteX22" fmla="*/ 1864480 w 3742484"/>
                <a:gd name="connsiteY22" fmla="*/ 3574724 h 3742315"/>
                <a:gd name="connsiteX23" fmla="*/ 1851736 w 3742484"/>
                <a:gd name="connsiteY23" fmla="*/ 3580002 h 3742315"/>
                <a:gd name="connsiteX24" fmla="*/ 999927 w 3742484"/>
                <a:gd name="connsiteY24" fmla="*/ 3341307 h 3742315"/>
                <a:gd name="connsiteX25" fmla="*/ 988985 w 3742484"/>
                <a:gd name="connsiteY25" fmla="*/ 3349703 h 3742315"/>
                <a:gd name="connsiteX26" fmla="*/ 914158 w 3742484"/>
                <a:gd name="connsiteY26" fmla="*/ 3479308 h 3742315"/>
                <a:gd name="connsiteX27" fmla="*/ 957640 w 3742484"/>
                <a:gd name="connsiteY27" fmla="*/ 3503132 h 3742315"/>
                <a:gd name="connsiteX28" fmla="*/ 1031912 w 3742484"/>
                <a:gd name="connsiteY28" fmla="*/ 3374488 h 3742315"/>
                <a:gd name="connsiteX29" fmla="*/ 1025316 w 3742484"/>
                <a:gd name="connsiteY29" fmla="*/ 3349870 h 3742315"/>
                <a:gd name="connsiteX30" fmla="*/ 1013602 w 3742484"/>
                <a:gd name="connsiteY30" fmla="*/ 3343108 h 3742315"/>
                <a:gd name="connsiteX31" fmla="*/ 999927 w 3742484"/>
                <a:gd name="connsiteY31" fmla="*/ 3341307 h 3742315"/>
                <a:gd name="connsiteX32" fmla="*/ 3580087 w 3742484"/>
                <a:gd name="connsiteY32" fmla="*/ 1851651 h 3742315"/>
                <a:gd name="connsiteX33" fmla="*/ 3574809 w 3742484"/>
                <a:gd name="connsiteY33" fmla="*/ 1864394 h 3742315"/>
                <a:gd name="connsiteX34" fmla="*/ 3574809 w 3742484"/>
                <a:gd name="connsiteY34" fmla="*/ 1877920 h 3742315"/>
                <a:gd name="connsiteX35" fmla="*/ 3592830 w 3742484"/>
                <a:gd name="connsiteY35" fmla="*/ 1895941 h 3742315"/>
                <a:gd name="connsiteX36" fmla="*/ 3741375 w 3742484"/>
                <a:gd name="connsiteY36" fmla="*/ 1895941 h 3742315"/>
                <a:gd name="connsiteX37" fmla="*/ 3742484 w 3742484"/>
                <a:gd name="connsiteY37" fmla="*/ 1846373 h 3742315"/>
                <a:gd name="connsiteX38" fmla="*/ 3592830 w 3742484"/>
                <a:gd name="connsiteY38" fmla="*/ 1846373 h 3742315"/>
                <a:gd name="connsiteX39" fmla="*/ 3580087 w 3742484"/>
                <a:gd name="connsiteY39" fmla="*/ 1851651 h 3742315"/>
                <a:gd name="connsiteX40" fmla="*/ 3349789 w 3742484"/>
                <a:gd name="connsiteY40" fmla="*/ 988899 h 3742315"/>
                <a:gd name="connsiteX41" fmla="*/ 3343193 w 3742484"/>
                <a:gd name="connsiteY41" fmla="*/ 1013517 h 3742315"/>
                <a:gd name="connsiteX42" fmla="*/ 3349956 w 3742484"/>
                <a:gd name="connsiteY42" fmla="*/ 1025230 h 3742315"/>
                <a:gd name="connsiteX43" fmla="*/ 3374573 w 3742484"/>
                <a:gd name="connsiteY43" fmla="*/ 1031827 h 3742315"/>
                <a:gd name="connsiteX44" fmla="*/ 3503899 w 3742484"/>
                <a:gd name="connsiteY44" fmla="*/ 957161 h 3742315"/>
                <a:gd name="connsiteX45" fmla="*/ 3492591 w 3742484"/>
                <a:gd name="connsiteY45" fmla="*/ 935071 h 3742315"/>
                <a:gd name="connsiteX46" fmla="*/ 3479115 w 3742484"/>
                <a:gd name="connsiteY46" fmla="*/ 914233 h 3742315"/>
                <a:gd name="connsiteX47" fmla="*/ 367911 w 3742484"/>
                <a:gd name="connsiteY47" fmla="*/ 2710487 h 3742315"/>
                <a:gd name="connsiteX48" fmla="*/ 238585 w 3742484"/>
                <a:gd name="connsiteY48" fmla="*/ 2785154 h 3742315"/>
                <a:gd name="connsiteX49" fmla="*/ 249894 w 3742484"/>
                <a:gd name="connsiteY49" fmla="*/ 2807243 h 3742315"/>
                <a:gd name="connsiteX50" fmla="*/ 263369 w 3742484"/>
                <a:gd name="connsiteY50" fmla="*/ 2828081 h 3742315"/>
                <a:gd name="connsiteX51" fmla="*/ 392695 w 3742484"/>
                <a:gd name="connsiteY51" fmla="*/ 2753415 h 3742315"/>
                <a:gd name="connsiteX52" fmla="*/ 399292 w 3742484"/>
                <a:gd name="connsiteY52" fmla="*/ 2728797 h 3742315"/>
                <a:gd name="connsiteX53" fmla="*/ 392529 w 3742484"/>
                <a:gd name="connsiteY53" fmla="*/ 2717084 h 3742315"/>
                <a:gd name="connsiteX54" fmla="*/ 367911 w 3742484"/>
                <a:gd name="connsiteY54" fmla="*/ 2710487 h 3742315"/>
                <a:gd name="connsiteX55" fmla="*/ 2784845 w 3742484"/>
                <a:gd name="connsiteY55" fmla="*/ 239183 h 3742315"/>
                <a:gd name="connsiteX56" fmla="*/ 2710573 w 3742484"/>
                <a:gd name="connsiteY56" fmla="*/ 367826 h 3742315"/>
                <a:gd name="connsiteX57" fmla="*/ 2717169 w 3742484"/>
                <a:gd name="connsiteY57" fmla="*/ 392443 h 3742315"/>
                <a:gd name="connsiteX58" fmla="*/ 2728883 w 3742484"/>
                <a:gd name="connsiteY58" fmla="*/ 399207 h 3742315"/>
                <a:gd name="connsiteX59" fmla="*/ 2753500 w 3742484"/>
                <a:gd name="connsiteY59" fmla="*/ 392610 h 3742315"/>
                <a:gd name="connsiteX60" fmla="*/ 2828327 w 3742484"/>
                <a:gd name="connsiteY60" fmla="*/ 263006 h 3742315"/>
                <a:gd name="connsiteX61" fmla="*/ 1109 w 3742484"/>
                <a:gd name="connsiteY61" fmla="*/ 1846373 h 3742315"/>
                <a:gd name="connsiteX62" fmla="*/ 0 w 3742484"/>
                <a:gd name="connsiteY62" fmla="*/ 1895941 h 3742315"/>
                <a:gd name="connsiteX63" fmla="*/ 149655 w 3742484"/>
                <a:gd name="connsiteY63" fmla="*/ 1895941 h 3742315"/>
                <a:gd name="connsiteX64" fmla="*/ 167676 w 3742484"/>
                <a:gd name="connsiteY64" fmla="*/ 1877920 h 3742315"/>
                <a:gd name="connsiteX65" fmla="*/ 167676 w 3742484"/>
                <a:gd name="connsiteY65" fmla="*/ 1864394 h 3742315"/>
                <a:gd name="connsiteX66" fmla="*/ 149655 w 3742484"/>
                <a:gd name="connsiteY66" fmla="*/ 1846373 h 3742315"/>
                <a:gd name="connsiteX67" fmla="*/ 1846459 w 3742484"/>
                <a:gd name="connsiteY67" fmla="*/ 0 h 3742315"/>
                <a:gd name="connsiteX68" fmla="*/ 1846459 w 3742484"/>
                <a:gd name="connsiteY68" fmla="*/ 149569 h 3742315"/>
                <a:gd name="connsiteX69" fmla="*/ 1864480 w 3742484"/>
                <a:gd name="connsiteY69" fmla="*/ 167590 h 3742315"/>
                <a:gd name="connsiteX70" fmla="*/ 1878005 w 3742484"/>
                <a:gd name="connsiteY70" fmla="*/ 167590 h 3742315"/>
                <a:gd name="connsiteX71" fmla="*/ 1896027 w 3742484"/>
                <a:gd name="connsiteY71" fmla="*/ 149569 h 3742315"/>
                <a:gd name="connsiteX72" fmla="*/ 1896027 w 3742484"/>
                <a:gd name="connsiteY72" fmla="*/ 1105 h 3742315"/>
                <a:gd name="connsiteX73" fmla="*/ 263165 w 3742484"/>
                <a:gd name="connsiteY73" fmla="*/ 914115 h 3742315"/>
                <a:gd name="connsiteX74" fmla="*/ 239337 w 3742484"/>
                <a:gd name="connsiteY74" fmla="*/ 957595 h 3742315"/>
                <a:gd name="connsiteX75" fmla="*/ 367911 w 3742484"/>
                <a:gd name="connsiteY75" fmla="*/ 1031827 h 3742315"/>
                <a:gd name="connsiteX76" fmla="*/ 392529 w 3742484"/>
                <a:gd name="connsiteY76" fmla="*/ 1025230 h 3742315"/>
                <a:gd name="connsiteX77" fmla="*/ 399291 w 3742484"/>
                <a:gd name="connsiteY77" fmla="*/ 1013517 h 3742315"/>
                <a:gd name="connsiteX78" fmla="*/ 392695 w 3742484"/>
                <a:gd name="connsiteY78" fmla="*/ 988899 h 3742315"/>
                <a:gd name="connsiteX79" fmla="*/ 935242 w 3742484"/>
                <a:gd name="connsiteY79" fmla="*/ 249958 h 3742315"/>
                <a:gd name="connsiteX80" fmla="*/ 914404 w 3742484"/>
                <a:gd name="connsiteY80" fmla="*/ 263434 h 3742315"/>
                <a:gd name="connsiteX81" fmla="*/ 988985 w 3742484"/>
                <a:gd name="connsiteY81" fmla="*/ 392612 h 3742315"/>
                <a:gd name="connsiteX82" fmla="*/ 1013602 w 3742484"/>
                <a:gd name="connsiteY82" fmla="*/ 399208 h 3742315"/>
                <a:gd name="connsiteX83" fmla="*/ 1025316 w 3742484"/>
                <a:gd name="connsiteY83" fmla="*/ 392445 h 3742315"/>
                <a:gd name="connsiteX84" fmla="*/ 1031912 w 3742484"/>
                <a:gd name="connsiteY84" fmla="*/ 367828 h 3742315"/>
                <a:gd name="connsiteX85" fmla="*/ 957331 w 3742484"/>
                <a:gd name="connsiteY85" fmla="*/ 238650 h 374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742484" h="3742315">
                  <a:moveTo>
                    <a:pt x="2728883" y="3343109"/>
                  </a:moveTo>
                  <a:lnTo>
                    <a:pt x="2717169" y="3349872"/>
                  </a:lnTo>
                  <a:cubicBezTo>
                    <a:pt x="2708549" y="3354848"/>
                    <a:pt x="2705596" y="3365869"/>
                    <a:pt x="2710573" y="3374489"/>
                  </a:cubicBezTo>
                  <a:lnTo>
                    <a:pt x="2785153" y="3503665"/>
                  </a:lnTo>
                  <a:lnTo>
                    <a:pt x="2807242" y="3492357"/>
                  </a:lnTo>
                  <a:lnTo>
                    <a:pt x="2828080" y="3478881"/>
                  </a:lnTo>
                  <a:lnTo>
                    <a:pt x="2753500" y="3349705"/>
                  </a:lnTo>
                  <a:cubicBezTo>
                    <a:pt x="2748523" y="3341085"/>
                    <a:pt x="2737502" y="3338132"/>
                    <a:pt x="2728883" y="3343109"/>
                  </a:cubicBezTo>
                  <a:close/>
                  <a:moveTo>
                    <a:pt x="3360899" y="2708687"/>
                  </a:moveTo>
                  <a:cubicBezTo>
                    <a:pt x="3356444" y="2709881"/>
                    <a:pt x="3352445" y="2712774"/>
                    <a:pt x="3349956" y="2717084"/>
                  </a:cubicBezTo>
                  <a:lnTo>
                    <a:pt x="3343194" y="2728797"/>
                  </a:lnTo>
                  <a:cubicBezTo>
                    <a:pt x="3338217" y="2737417"/>
                    <a:pt x="3341170" y="2748438"/>
                    <a:pt x="3349790" y="2753415"/>
                  </a:cubicBezTo>
                  <a:lnTo>
                    <a:pt x="3479320" y="2828199"/>
                  </a:lnTo>
                  <a:lnTo>
                    <a:pt x="3503148" y="2784719"/>
                  </a:lnTo>
                  <a:lnTo>
                    <a:pt x="3374574" y="2710487"/>
                  </a:lnTo>
                  <a:cubicBezTo>
                    <a:pt x="3370264" y="2707999"/>
                    <a:pt x="3365354" y="2707493"/>
                    <a:pt x="3360899" y="2708687"/>
                  </a:cubicBezTo>
                  <a:close/>
                  <a:moveTo>
                    <a:pt x="1851736" y="3580002"/>
                  </a:moveTo>
                  <a:cubicBezTo>
                    <a:pt x="1848475" y="3583264"/>
                    <a:pt x="1846458" y="3587769"/>
                    <a:pt x="1846458" y="3592745"/>
                  </a:cubicBezTo>
                  <a:lnTo>
                    <a:pt x="1846458" y="3741210"/>
                  </a:lnTo>
                  <a:lnTo>
                    <a:pt x="1896026" y="3742315"/>
                  </a:lnTo>
                  <a:lnTo>
                    <a:pt x="1896026" y="3592745"/>
                  </a:lnTo>
                  <a:cubicBezTo>
                    <a:pt x="1896026" y="3582792"/>
                    <a:pt x="1887958" y="3574724"/>
                    <a:pt x="1878005" y="3574724"/>
                  </a:cubicBezTo>
                  <a:lnTo>
                    <a:pt x="1864480" y="3574724"/>
                  </a:lnTo>
                  <a:cubicBezTo>
                    <a:pt x="1859503" y="3574725"/>
                    <a:pt x="1854998" y="3576741"/>
                    <a:pt x="1851736" y="3580002"/>
                  </a:cubicBezTo>
                  <a:close/>
                  <a:moveTo>
                    <a:pt x="999927" y="3341307"/>
                  </a:moveTo>
                  <a:cubicBezTo>
                    <a:pt x="995473" y="3342501"/>
                    <a:pt x="991473" y="3345393"/>
                    <a:pt x="988985" y="3349703"/>
                  </a:cubicBezTo>
                  <a:lnTo>
                    <a:pt x="914158" y="3479308"/>
                  </a:lnTo>
                  <a:lnTo>
                    <a:pt x="957640" y="3503132"/>
                  </a:lnTo>
                  <a:lnTo>
                    <a:pt x="1031912" y="3374488"/>
                  </a:lnTo>
                  <a:cubicBezTo>
                    <a:pt x="1036889" y="3365868"/>
                    <a:pt x="1033935" y="3354847"/>
                    <a:pt x="1025316" y="3349870"/>
                  </a:cubicBezTo>
                  <a:lnTo>
                    <a:pt x="1013602" y="3343108"/>
                  </a:lnTo>
                  <a:cubicBezTo>
                    <a:pt x="1009292" y="3340620"/>
                    <a:pt x="1004382" y="3340113"/>
                    <a:pt x="999927" y="3341307"/>
                  </a:cubicBezTo>
                  <a:close/>
                  <a:moveTo>
                    <a:pt x="3580087" y="1851651"/>
                  </a:moveTo>
                  <a:cubicBezTo>
                    <a:pt x="3576826" y="1854912"/>
                    <a:pt x="3574809" y="1859417"/>
                    <a:pt x="3574809" y="1864394"/>
                  </a:cubicBezTo>
                  <a:lnTo>
                    <a:pt x="3574809" y="1877920"/>
                  </a:lnTo>
                  <a:cubicBezTo>
                    <a:pt x="3574809" y="1887873"/>
                    <a:pt x="3582877" y="1895941"/>
                    <a:pt x="3592830" y="1895941"/>
                  </a:cubicBezTo>
                  <a:lnTo>
                    <a:pt x="3741375" y="1895941"/>
                  </a:lnTo>
                  <a:lnTo>
                    <a:pt x="3742484" y="1846373"/>
                  </a:lnTo>
                  <a:lnTo>
                    <a:pt x="3592830" y="1846373"/>
                  </a:lnTo>
                  <a:cubicBezTo>
                    <a:pt x="3587854" y="1846373"/>
                    <a:pt x="3583348" y="1848390"/>
                    <a:pt x="3580087" y="1851651"/>
                  </a:cubicBezTo>
                  <a:close/>
                  <a:moveTo>
                    <a:pt x="3349789" y="988899"/>
                  </a:moveTo>
                  <a:cubicBezTo>
                    <a:pt x="3341170" y="993876"/>
                    <a:pt x="3338217" y="1004897"/>
                    <a:pt x="3343193" y="1013517"/>
                  </a:cubicBezTo>
                  <a:lnTo>
                    <a:pt x="3349956" y="1025230"/>
                  </a:lnTo>
                  <a:cubicBezTo>
                    <a:pt x="3354933" y="1033850"/>
                    <a:pt x="3365954" y="1036803"/>
                    <a:pt x="3374573" y="1031827"/>
                  </a:cubicBezTo>
                  <a:lnTo>
                    <a:pt x="3503899" y="957161"/>
                  </a:lnTo>
                  <a:lnTo>
                    <a:pt x="3492591" y="935071"/>
                  </a:lnTo>
                  <a:lnTo>
                    <a:pt x="3479115" y="914233"/>
                  </a:lnTo>
                  <a:close/>
                  <a:moveTo>
                    <a:pt x="367911" y="2710487"/>
                  </a:moveTo>
                  <a:lnTo>
                    <a:pt x="238585" y="2785154"/>
                  </a:lnTo>
                  <a:lnTo>
                    <a:pt x="249894" y="2807243"/>
                  </a:lnTo>
                  <a:lnTo>
                    <a:pt x="263369" y="2828081"/>
                  </a:lnTo>
                  <a:lnTo>
                    <a:pt x="392695" y="2753415"/>
                  </a:lnTo>
                  <a:cubicBezTo>
                    <a:pt x="401315" y="2748438"/>
                    <a:pt x="404268" y="2737417"/>
                    <a:pt x="399292" y="2728797"/>
                  </a:cubicBezTo>
                  <a:lnTo>
                    <a:pt x="392529" y="2717084"/>
                  </a:lnTo>
                  <a:cubicBezTo>
                    <a:pt x="387552" y="2708464"/>
                    <a:pt x="376531" y="2705511"/>
                    <a:pt x="367911" y="2710487"/>
                  </a:cubicBezTo>
                  <a:close/>
                  <a:moveTo>
                    <a:pt x="2784845" y="239183"/>
                  </a:moveTo>
                  <a:lnTo>
                    <a:pt x="2710573" y="367826"/>
                  </a:lnTo>
                  <a:cubicBezTo>
                    <a:pt x="2705596" y="376446"/>
                    <a:pt x="2708549" y="387467"/>
                    <a:pt x="2717169" y="392443"/>
                  </a:cubicBezTo>
                  <a:lnTo>
                    <a:pt x="2728883" y="399207"/>
                  </a:lnTo>
                  <a:cubicBezTo>
                    <a:pt x="2737502" y="404183"/>
                    <a:pt x="2748523" y="401230"/>
                    <a:pt x="2753500" y="392610"/>
                  </a:cubicBezTo>
                  <a:lnTo>
                    <a:pt x="2828327" y="263006"/>
                  </a:lnTo>
                  <a:close/>
                  <a:moveTo>
                    <a:pt x="1109" y="1846373"/>
                  </a:moveTo>
                  <a:lnTo>
                    <a:pt x="0" y="1895941"/>
                  </a:lnTo>
                  <a:lnTo>
                    <a:pt x="149655" y="1895941"/>
                  </a:lnTo>
                  <a:cubicBezTo>
                    <a:pt x="159608" y="1895941"/>
                    <a:pt x="167676" y="1887873"/>
                    <a:pt x="167676" y="1877920"/>
                  </a:cubicBezTo>
                  <a:lnTo>
                    <a:pt x="167676" y="1864394"/>
                  </a:lnTo>
                  <a:cubicBezTo>
                    <a:pt x="167676" y="1854441"/>
                    <a:pt x="159608" y="1846373"/>
                    <a:pt x="149655" y="1846373"/>
                  </a:cubicBezTo>
                  <a:close/>
                  <a:moveTo>
                    <a:pt x="1846459" y="0"/>
                  </a:moveTo>
                  <a:lnTo>
                    <a:pt x="1846459" y="149569"/>
                  </a:lnTo>
                  <a:cubicBezTo>
                    <a:pt x="1846459" y="159522"/>
                    <a:pt x="1854527" y="167590"/>
                    <a:pt x="1864480" y="167590"/>
                  </a:cubicBezTo>
                  <a:lnTo>
                    <a:pt x="1878005" y="167590"/>
                  </a:lnTo>
                  <a:cubicBezTo>
                    <a:pt x="1887958" y="167590"/>
                    <a:pt x="1896027" y="159522"/>
                    <a:pt x="1896027" y="149569"/>
                  </a:cubicBezTo>
                  <a:lnTo>
                    <a:pt x="1896027" y="1105"/>
                  </a:lnTo>
                  <a:close/>
                  <a:moveTo>
                    <a:pt x="263165" y="914115"/>
                  </a:moveTo>
                  <a:lnTo>
                    <a:pt x="239337" y="957595"/>
                  </a:lnTo>
                  <a:lnTo>
                    <a:pt x="367911" y="1031827"/>
                  </a:lnTo>
                  <a:cubicBezTo>
                    <a:pt x="376531" y="1036803"/>
                    <a:pt x="387552" y="1033850"/>
                    <a:pt x="392529" y="1025230"/>
                  </a:cubicBezTo>
                  <a:lnTo>
                    <a:pt x="399291" y="1013517"/>
                  </a:lnTo>
                  <a:cubicBezTo>
                    <a:pt x="404268" y="1004897"/>
                    <a:pt x="401315" y="993876"/>
                    <a:pt x="392695" y="988899"/>
                  </a:cubicBezTo>
                  <a:close/>
                  <a:moveTo>
                    <a:pt x="935242" y="249958"/>
                  </a:moveTo>
                  <a:lnTo>
                    <a:pt x="914404" y="263434"/>
                  </a:lnTo>
                  <a:lnTo>
                    <a:pt x="988985" y="392612"/>
                  </a:lnTo>
                  <a:cubicBezTo>
                    <a:pt x="993961" y="401230"/>
                    <a:pt x="1004983" y="404184"/>
                    <a:pt x="1013602" y="399208"/>
                  </a:cubicBezTo>
                  <a:lnTo>
                    <a:pt x="1025316" y="392445"/>
                  </a:lnTo>
                  <a:cubicBezTo>
                    <a:pt x="1033936" y="387468"/>
                    <a:pt x="1036888" y="376446"/>
                    <a:pt x="1031912" y="367828"/>
                  </a:cubicBezTo>
                  <a:lnTo>
                    <a:pt x="957331" y="23865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black">
                    <a:lumMod val="75000"/>
                    <a:lumOff val="25000"/>
                  </a:prstClr>
                </a:solidFill>
              </a:endParaRPr>
            </a:p>
          </p:txBody>
        </p:sp>
      </p:grpSp>
      <p:sp>
        <p:nvSpPr>
          <p:cNvPr id="27" name="文本框 235"/>
          <p:cNvSpPr txBox="1"/>
          <p:nvPr/>
        </p:nvSpPr>
        <p:spPr>
          <a:xfrm>
            <a:off x="5517956" y="6282265"/>
            <a:ext cx="1666222" cy="369332"/>
          </a:xfrm>
          <a:prstGeom prst="rect">
            <a:avLst/>
          </a:prstGeom>
          <a:noFill/>
        </p:spPr>
        <p:txBody>
          <a:bodyPr wrap="square" rtlCol="0">
            <a:spAutoFit/>
          </a:bodyPr>
          <a:lstStyle/>
          <a:p>
            <a:pPr algn="ctr"/>
            <a:r>
              <a:rPr lang="zh-CN" altLang="en-US" dirty="0">
                <a:solidFill>
                  <a:srgbClr val="663A77"/>
                </a:solidFill>
                <a:latin typeface="时尚中黑简体" panose="01010104010101010101" pitchFamily="2" charset="-122"/>
                <a:ea typeface="时尚中黑简体" panose="01010104010101010101" pitchFamily="2" charset="-122"/>
              </a:rPr>
              <a:t>在此添加标题</a:t>
            </a:r>
          </a:p>
        </p:txBody>
      </p:sp>
      <p:sp>
        <p:nvSpPr>
          <p:cNvPr id="28" name="文本框 238"/>
          <p:cNvSpPr txBox="1"/>
          <p:nvPr/>
        </p:nvSpPr>
        <p:spPr>
          <a:xfrm>
            <a:off x="1979834" y="3573521"/>
            <a:ext cx="1744618" cy="369332"/>
          </a:xfrm>
          <a:prstGeom prst="rect">
            <a:avLst/>
          </a:prstGeom>
          <a:noFill/>
        </p:spPr>
        <p:txBody>
          <a:bodyPr wrap="square" rtlCol="0">
            <a:spAutoFit/>
          </a:bodyPr>
          <a:lstStyle/>
          <a:p>
            <a:r>
              <a:rPr lang="zh-CN" altLang="en-US" dirty="0">
                <a:solidFill>
                  <a:srgbClr val="FBAE75"/>
                </a:solidFill>
                <a:latin typeface="时尚中黑简体" panose="01010104010101010101" pitchFamily="2" charset="-122"/>
                <a:ea typeface="时尚中黑简体" panose="01010104010101010101" pitchFamily="2" charset="-122"/>
              </a:rPr>
              <a:t>在此添加标题</a:t>
            </a:r>
          </a:p>
        </p:txBody>
      </p:sp>
      <p:sp>
        <p:nvSpPr>
          <p:cNvPr id="29" name="文本框 241"/>
          <p:cNvSpPr txBox="1"/>
          <p:nvPr/>
        </p:nvSpPr>
        <p:spPr>
          <a:xfrm>
            <a:off x="2403052" y="1674013"/>
            <a:ext cx="1750407" cy="369332"/>
          </a:xfrm>
          <a:prstGeom prst="rect">
            <a:avLst/>
          </a:prstGeom>
          <a:noFill/>
        </p:spPr>
        <p:txBody>
          <a:bodyPr wrap="square" rtlCol="0">
            <a:spAutoFit/>
          </a:bodyPr>
          <a:lstStyle/>
          <a:p>
            <a:r>
              <a:rPr lang="zh-CN" altLang="en-US" dirty="0">
                <a:solidFill>
                  <a:prstClr val="white">
                    <a:lumMod val="50000"/>
                  </a:prstClr>
                </a:solidFill>
                <a:latin typeface="时尚中黑简体" panose="01010104010101010101" pitchFamily="2" charset="-122"/>
                <a:ea typeface="时尚中黑简体" panose="01010104010101010101" pitchFamily="2" charset="-122"/>
              </a:rPr>
              <a:t>在此添加标题</a:t>
            </a:r>
          </a:p>
        </p:txBody>
      </p:sp>
      <p:sp>
        <p:nvSpPr>
          <p:cNvPr id="30" name="文本框 244"/>
          <p:cNvSpPr txBox="1"/>
          <p:nvPr/>
        </p:nvSpPr>
        <p:spPr>
          <a:xfrm>
            <a:off x="5509539" y="911463"/>
            <a:ext cx="1783572" cy="369332"/>
          </a:xfrm>
          <a:prstGeom prst="rect">
            <a:avLst/>
          </a:prstGeom>
          <a:noFill/>
        </p:spPr>
        <p:txBody>
          <a:bodyPr wrap="square" rtlCol="0">
            <a:spAutoFit/>
          </a:bodyPr>
          <a:lstStyle/>
          <a:p>
            <a:pPr algn="ctr"/>
            <a:r>
              <a:rPr lang="zh-CN" altLang="en-US" dirty="0">
                <a:solidFill>
                  <a:srgbClr val="FFB850"/>
                </a:solidFill>
                <a:latin typeface="时尚中黑简体" panose="01010104010101010101" pitchFamily="2" charset="-122"/>
                <a:ea typeface="时尚中黑简体" panose="01010104010101010101" pitchFamily="2" charset="-122"/>
              </a:rPr>
              <a:t>在此添加标题</a:t>
            </a:r>
          </a:p>
        </p:txBody>
      </p:sp>
      <p:sp>
        <p:nvSpPr>
          <p:cNvPr id="31" name="文本框 250"/>
          <p:cNvSpPr txBox="1"/>
          <p:nvPr/>
        </p:nvSpPr>
        <p:spPr>
          <a:xfrm>
            <a:off x="8783877" y="3500064"/>
            <a:ext cx="1671291" cy="369332"/>
          </a:xfrm>
          <a:prstGeom prst="rect">
            <a:avLst/>
          </a:prstGeom>
          <a:noFill/>
        </p:spPr>
        <p:txBody>
          <a:bodyPr wrap="square" rtlCol="0">
            <a:spAutoFit/>
          </a:bodyPr>
          <a:lstStyle/>
          <a:p>
            <a:r>
              <a:rPr lang="zh-CN" altLang="en-US" dirty="0">
                <a:solidFill>
                  <a:srgbClr val="E87071"/>
                </a:solidFill>
                <a:latin typeface="时尚中黑简体" panose="01010104010101010101" pitchFamily="2" charset="-122"/>
                <a:ea typeface="时尚中黑简体" panose="01010104010101010101" pitchFamily="2" charset="-122"/>
              </a:rPr>
              <a:t>在此添加标题</a:t>
            </a:r>
          </a:p>
        </p:txBody>
      </p:sp>
      <p:sp>
        <p:nvSpPr>
          <p:cNvPr id="32" name="文本框 256"/>
          <p:cNvSpPr txBox="1"/>
          <p:nvPr/>
        </p:nvSpPr>
        <p:spPr>
          <a:xfrm>
            <a:off x="8276497" y="1753807"/>
            <a:ext cx="1989586" cy="369332"/>
          </a:xfrm>
          <a:prstGeom prst="rect">
            <a:avLst/>
          </a:prstGeom>
          <a:noFill/>
        </p:spPr>
        <p:txBody>
          <a:bodyPr wrap="square" rtlCol="0">
            <a:spAutoFit/>
          </a:bodyPr>
          <a:lstStyle/>
          <a:p>
            <a:r>
              <a:rPr lang="zh-CN" altLang="en-US" dirty="0">
                <a:solidFill>
                  <a:srgbClr val="01ACBE"/>
                </a:solidFill>
                <a:latin typeface="时尚中黑简体" panose="01010104010101010101" pitchFamily="2" charset="-122"/>
                <a:ea typeface="时尚中黑简体" panose="01010104010101010101" pitchFamily="2" charset="-122"/>
              </a:rPr>
              <a:t>在此添加标题</a:t>
            </a:r>
          </a:p>
        </p:txBody>
      </p:sp>
      <p:sp>
        <p:nvSpPr>
          <p:cNvPr id="33" name="文本框 259"/>
          <p:cNvSpPr txBox="1"/>
          <p:nvPr/>
        </p:nvSpPr>
        <p:spPr>
          <a:xfrm>
            <a:off x="2372703" y="5577040"/>
            <a:ext cx="1678977" cy="369332"/>
          </a:xfrm>
          <a:prstGeom prst="rect">
            <a:avLst/>
          </a:prstGeom>
          <a:noFill/>
        </p:spPr>
        <p:txBody>
          <a:bodyPr wrap="square" rtlCol="0">
            <a:spAutoFit/>
          </a:bodyPr>
          <a:lstStyle/>
          <a:p>
            <a:r>
              <a:rPr lang="zh-CN" altLang="en-US" dirty="0">
                <a:solidFill>
                  <a:srgbClr val="C65885"/>
                </a:solidFill>
                <a:latin typeface="时尚中黑简体" panose="01010104010101010101" pitchFamily="2" charset="-122"/>
                <a:ea typeface="时尚中黑简体" panose="01010104010101010101" pitchFamily="2" charset="-122"/>
              </a:rPr>
              <a:t>在此添加标题</a:t>
            </a:r>
          </a:p>
        </p:txBody>
      </p:sp>
      <p:sp>
        <p:nvSpPr>
          <p:cNvPr id="34" name="文本框 262"/>
          <p:cNvSpPr txBox="1"/>
          <p:nvPr/>
        </p:nvSpPr>
        <p:spPr>
          <a:xfrm>
            <a:off x="8417673" y="5322244"/>
            <a:ext cx="1848410" cy="369332"/>
          </a:xfrm>
          <a:prstGeom prst="rect">
            <a:avLst/>
          </a:prstGeom>
          <a:noFill/>
        </p:spPr>
        <p:txBody>
          <a:bodyPr wrap="square" rtlCol="0">
            <a:spAutoFit/>
          </a:bodyPr>
          <a:lstStyle/>
          <a:p>
            <a:r>
              <a:rPr lang="zh-CN" altLang="en-US" dirty="0">
                <a:solidFill>
                  <a:srgbClr val="00AF92"/>
                </a:solidFill>
                <a:latin typeface="时尚中黑简体" panose="01010104010101010101" pitchFamily="2" charset="-122"/>
                <a:ea typeface="时尚中黑简体" panose="01010104010101010101" pitchFamily="2" charset="-122"/>
              </a:rPr>
              <a:t>在此添加标题</a:t>
            </a:r>
          </a:p>
        </p:txBody>
      </p:sp>
      <p:grpSp>
        <p:nvGrpSpPr>
          <p:cNvPr id="35" name="组合 34"/>
          <p:cNvGrpSpPr/>
          <p:nvPr/>
        </p:nvGrpSpPr>
        <p:grpSpPr>
          <a:xfrm>
            <a:off x="5997037" y="1744479"/>
            <a:ext cx="827731" cy="1047634"/>
            <a:chOff x="5685315" y="1260706"/>
            <a:chExt cx="784753" cy="993597"/>
          </a:xfrm>
        </p:grpSpPr>
        <p:grpSp>
          <p:nvGrpSpPr>
            <p:cNvPr id="36" name="组合 35"/>
            <p:cNvGrpSpPr/>
            <p:nvPr/>
          </p:nvGrpSpPr>
          <p:grpSpPr>
            <a:xfrm>
              <a:off x="5685315" y="1260706"/>
              <a:ext cx="784753" cy="993597"/>
              <a:chOff x="4390176" y="890801"/>
              <a:chExt cx="1081244" cy="1368991"/>
            </a:xfrm>
          </p:grpSpPr>
          <p:grpSp>
            <p:nvGrpSpPr>
              <p:cNvPr id="40" name="组合 39"/>
              <p:cNvGrpSpPr/>
              <p:nvPr/>
            </p:nvGrpSpPr>
            <p:grpSpPr>
              <a:xfrm>
                <a:off x="4390176" y="890801"/>
                <a:ext cx="1081244" cy="1368991"/>
                <a:chOff x="4627786" y="1796539"/>
                <a:chExt cx="2675679" cy="3387753"/>
              </a:xfrm>
            </p:grpSpPr>
            <p:sp>
              <p:nvSpPr>
                <p:cNvPr id="44" name="圆角矩形 43"/>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5" name="椭圆 44"/>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41" name="组合 40"/>
              <p:cNvGrpSpPr/>
              <p:nvPr/>
            </p:nvGrpSpPr>
            <p:grpSpPr>
              <a:xfrm>
                <a:off x="4489652" y="976692"/>
                <a:ext cx="873070" cy="1203161"/>
                <a:chOff x="4627786" y="1715908"/>
                <a:chExt cx="2875230" cy="3962302"/>
              </a:xfrm>
            </p:grpSpPr>
            <p:sp>
              <p:nvSpPr>
                <p:cNvPr id="42" name="圆角矩形 41"/>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3" name="椭圆 42"/>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37" name="Group 8"/>
            <p:cNvGrpSpPr>
              <a:grpSpLocks noChangeAspect="1"/>
            </p:cNvGrpSpPr>
            <p:nvPr/>
          </p:nvGrpSpPr>
          <p:grpSpPr bwMode="auto">
            <a:xfrm>
              <a:off x="5858420" y="1462384"/>
              <a:ext cx="226065" cy="247705"/>
              <a:chOff x="3437" y="2282"/>
              <a:chExt cx="679" cy="744"/>
            </a:xfrm>
            <a:solidFill>
              <a:srgbClr val="FFB850"/>
            </a:solidFill>
          </p:grpSpPr>
          <p:sp>
            <p:nvSpPr>
              <p:cNvPr id="38" name="Freeform 9"/>
              <p:cNvSpPr>
                <a:spLocks/>
              </p:cNvSpPr>
              <p:nvPr/>
            </p:nvSpPr>
            <p:spPr bwMode="auto">
              <a:xfrm>
                <a:off x="3595" y="2282"/>
                <a:ext cx="364" cy="379"/>
              </a:xfrm>
              <a:custGeom>
                <a:avLst/>
                <a:gdLst>
                  <a:gd name="T0" fmla="*/ 50 w 152"/>
                  <a:gd name="T1" fmla="*/ 147 h 159"/>
                  <a:gd name="T2" fmla="*/ 39 w 152"/>
                  <a:gd name="T3" fmla="*/ 147 h 159"/>
                  <a:gd name="T4" fmla="*/ 76 w 152"/>
                  <a:gd name="T5" fmla="*/ 159 h 159"/>
                  <a:gd name="T6" fmla="*/ 114 w 152"/>
                  <a:gd name="T7" fmla="*/ 147 h 159"/>
                  <a:gd name="T8" fmla="*/ 103 w 152"/>
                  <a:gd name="T9" fmla="*/ 147 h 159"/>
                  <a:gd name="T10" fmla="*/ 152 w 152"/>
                  <a:gd name="T11" fmla="*/ 76 h 159"/>
                  <a:gd name="T12" fmla="*/ 76 w 152"/>
                  <a:gd name="T13" fmla="*/ 0 h 159"/>
                  <a:gd name="T14" fmla="*/ 0 w 152"/>
                  <a:gd name="T15" fmla="*/ 76 h 159"/>
                  <a:gd name="T16" fmla="*/ 50 w 152"/>
                  <a:gd name="T1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159">
                    <a:moveTo>
                      <a:pt x="50" y="147"/>
                    </a:moveTo>
                    <a:cubicBezTo>
                      <a:pt x="39" y="147"/>
                      <a:pt x="39" y="147"/>
                      <a:pt x="39" y="147"/>
                    </a:cubicBezTo>
                    <a:cubicBezTo>
                      <a:pt x="39" y="152"/>
                      <a:pt x="53" y="159"/>
                      <a:pt x="76" y="159"/>
                    </a:cubicBezTo>
                    <a:cubicBezTo>
                      <a:pt x="99" y="159"/>
                      <a:pt x="113" y="152"/>
                      <a:pt x="114" y="147"/>
                    </a:cubicBezTo>
                    <a:cubicBezTo>
                      <a:pt x="103" y="147"/>
                      <a:pt x="103" y="147"/>
                      <a:pt x="103" y="147"/>
                    </a:cubicBezTo>
                    <a:cubicBezTo>
                      <a:pt x="131" y="136"/>
                      <a:pt x="152" y="108"/>
                      <a:pt x="152" y="76"/>
                    </a:cubicBezTo>
                    <a:cubicBezTo>
                      <a:pt x="152" y="34"/>
                      <a:pt x="118" y="0"/>
                      <a:pt x="76" y="0"/>
                    </a:cubicBezTo>
                    <a:cubicBezTo>
                      <a:pt x="34" y="0"/>
                      <a:pt x="0" y="34"/>
                      <a:pt x="0" y="76"/>
                    </a:cubicBezTo>
                    <a:cubicBezTo>
                      <a:pt x="0" y="108"/>
                      <a:pt x="21" y="136"/>
                      <a:pt x="50"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39" name="Freeform 10"/>
              <p:cNvSpPr>
                <a:spLocks/>
              </p:cNvSpPr>
              <p:nvPr/>
            </p:nvSpPr>
            <p:spPr bwMode="auto">
              <a:xfrm>
                <a:off x="3437" y="2633"/>
                <a:ext cx="679" cy="393"/>
              </a:xfrm>
              <a:custGeom>
                <a:avLst/>
                <a:gdLst>
                  <a:gd name="T0" fmla="*/ 222 w 284"/>
                  <a:gd name="T1" fmla="*/ 0 h 165"/>
                  <a:gd name="T2" fmla="*/ 188 w 284"/>
                  <a:gd name="T3" fmla="*/ 0 h 165"/>
                  <a:gd name="T4" fmla="*/ 154 w 284"/>
                  <a:gd name="T5" fmla="*/ 19 h 165"/>
                  <a:gd name="T6" fmla="*/ 154 w 284"/>
                  <a:gd name="T7" fmla="*/ 134 h 165"/>
                  <a:gd name="T8" fmla="*/ 143 w 284"/>
                  <a:gd name="T9" fmla="*/ 146 h 165"/>
                  <a:gd name="T10" fmla="*/ 131 w 284"/>
                  <a:gd name="T11" fmla="*/ 134 h 165"/>
                  <a:gd name="T12" fmla="*/ 131 w 284"/>
                  <a:gd name="T13" fmla="*/ 19 h 165"/>
                  <a:gd name="T14" fmla="*/ 97 w 284"/>
                  <a:gd name="T15" fmla="*/ 0 h 165"/>
                  <a:gd name="T16" fmla="*/ 63 w 284"/>
                  <a:gd name="T17" fmla="*/ 0 h 165"/>
                  <a:gd name="T18" fmla="*/ 0 w 284"/>
                  <a:gd name="T19" fmla="*/ 86 h 165"/>
                  <a:gd name="T20" fmla="*/ 0 w 284"/>
                  <a:gd name="T21" fmla="*/ 165 h 165"/>
                  <a:gd name="T22" fmla="*/ 284 w 284"/>
                  <a:gd name="T23" fmla="*/ 165 h 165"/>
                  <a:gd name="T24" fmla="*/ 284 w 284"/>
                  <a:gd name="T25" fmla="*/ 86 h 165"/>
                  <a:gd name="T26" fmla="*/ 222 w 284"/>
                  <a:gd name="T2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65">
                    <a:moveTo>
                      <a:pt x="222" y="0"/>
                    </a:moveTo>
                    <a:cubicBezTo>
                      <a:pt x="188" y="0"/>
                      <a:pt x="188" y="0"/>
                      <a:pt x="188" y="0"/>
                    </a:cubicBezTo>
                    <a:cubicBezTo>
                      <a:pt x="188" y="10"/>
                      <a:pt x="172" y="17"/>
                      <a:pt x="154" y="19"/>
                    </a:cubicBezTo>
                    <a:cubicBezTo>
                      <a:pt x="154" y="134"/>
                      <a:pt x="154" y="134"/>
                      <a:pt x="154" y="134"/>
                    </a:cubicBezTo>
                    <a:cubicBezTo>
                      <a:pt x="154" y="140"/>
                      <a:pt x="149" y="146"/>
                      <a:pt x="143" y="146"/>
                    </a:cubicBezTo>
                    <a:cubicBezTo>
                      <a:pt x="136" y="146"/>
                      <a:pt x="131" y="140"/>
                      <a:pt x="131" y="134"/>
                    </a:cubicBezTo>
                    <a:cubicBezTo>
                      <a:pt x="131" y="19"/>
                      <a:pt x="131" y="19"/>
                      <a:pt x="131" y="19"/>
                    </a:cubicBezTo>
                    <a:cubicBezTo>
                      <a:pt x="113" y="17"/>
                      <a:pt x="97" y="11"/>
                      <a:pt x="97" y="0"/>
                    </a:cubicBezTo>
                    <a:cubicBezTo>
                      <a:pt x="63" y="0"/>
                      <a:pt x="63" y="0"/>
                      <a:pt x="63" y="0"/>
                    </a:cubicBezTo>
                    <a:cubicBezTo>
                      <a:pt x="28" y="0"/>
                      <a:pt x="0" y="39"/>
                      <a:pt x="0" y="86"/>
                    </a:cubicBezTo>
                    <a:cubicBezTo>
                      <a:pt x="0" y="165"/>
                      <a:pt x="0" y="165"/>
                      <a:pt x="0" y="165"/>
                    </a:cubicBezTo>
                    <a:cubicBezTo>
                      <a:pt x="284" y="165"/>
                      <a:pt x="284" y="165"/>
                      <a:pt x="284" y="165"/>
                    </a:cubicBezTo>
                    <a:cubicBezTo>
                      <a:pt x="284" y="86"/>
                      <a:pt x="284" y="86"/>
                      <a:pt x="284" y="86"/>
                    </a:cubicBezTo>
                    <a:cubicBezTo>
                      <a:pt x="284" y="39"/>
                      <a:pt x="256" y="0"/>
                      <a:pt x="2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46" name="组合 45"/>
          <p:cNvGrpSpPr/>
          <p:nvPr/>
        </p:nvGrpSpPr>
        <p:grpSpPr>
          <a:xfrm>
            <a:off x="7351355" y="2305253"/>
            <a:ext cx="827731" cy="1047634"/>
            <a:chOff x="6969313" y="1792555"/>
            <a:chExt cx="784753" cy="993597"/>
          </a:xfrm>
        </p:grpSpPr>
        <p:grpSp>
          <p:nvGrpSpPr>
            <p:cNvPr id="47" name="组合 46"/>
            <p:cNvGrpSpPr/>
            <p:nvPr/>
          </p:nvGrpSpPr>
          <p:grpSpPr>
            <a:xfrm>
              <a:off x="6969313" y="1792555"/>
              <a:ext cx="784753" cy="993597"/>
              <a:chOff x="4390176" y="890801"/>
              <a:chExt cx="1081244" cy="1368991"/>
            </a:xfrm>
          </p:grpSpPr>
          <p:grpSp>
            <p:nvGrpSpPr>
              <p:cNvPr id="51" name="组合 50"/>
              <p:cNvGrpSpPr/>
              <p:nvPr/>
            </p:nvGrpSpPr>
            <p:grpSpPr>
              <a:xfrm>
                <a:off x="4390176" y="890801"/>
                <a:ext cx="1081244" cy="1368991"/>
                <a:chOff x="4627786" y="1796539"/>
                <a:chExt cx="2675679" cy="3387753"/>
              </a:xfrm>
            </p:grpSpPr>
            <p:sp>
              <p:nvSpPr>
                <p:cNvPr id="55" name="圆角矩形 54"/>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6" name="椭圆 55"/>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52" name="组合 51"/>
              <p:cNvGrpSpPr/>
              <p:nvPr/>
            </p:nvGrpSpPr>
            <p:grpSpPr>
              <a:xfrm>
                <a:off x="4489652" y="976692"/>
                <a:ext cx="873070" cy="1203161"/>
                <a:chOff x="4627786" y="1715908"/>
                <a:chExt cx="2875230" cy="3962302"/>
              </a:xfrm>
            </p:grpSpPr>
            <p:sp>
              <p:nvSpPr>
                <p:cNvPr id="53" name="圆角矩形 52"/>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4" name="椭圆 53"/>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48" name="Group 13"/>
            <p:cNvGrpSpPr>
              <a:grpSpLocks noChangeAspect="1"/>
            </p:cNvGrpSpPr>
            <p:nvPr/>
          </p:nvGrpSpPr>
          <p:grpSpPr bwMode="auto">
            <a:xfrm>
              <a:off x="7132238" y="1994555"/>
              <a:ext cx="247896" cy="250823"/>
              <a:chOff x="2426" y="2781"/>
              <a:chExt cx="593" cy="600"/>
            </a:xfrm>
            <a:solidFill>
              <a:srgbClr val="01ACBE"/>
            </a:solidFill>
          </p:grpSpPr>
          <p:sp>
            <p:nvSpPr>
              <p:cNvPr id="49"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50"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57" name="组合 56"/>
          <p:cNvGrpSpPr/>
          <p:nvPr/>
        </p:nvGrpSpPr>
        <p:grpSpPr>
          <a:xfrm>
            <a:off x="7912332" y="3659081"/>
            <a:ext cx="827731" cy="1047634"/>
            <a:chOff x="7501162" y="3076553"/>
            <a:chExt cx="784753" cy="993597"/>
          </a:xfrm>
        </p:grpSpPr>
        <p:grpSp>
          <p:nvGrpSpPr>
            <p:cNvPr id="58" name="组合 57"/>
            <p:cNvGrpSpPr/>
            <p:nvPr/>
          </p:nvGrpSpPr>
          <p:grpSpPr>
            <a:xfrm>
              <a:off x="7501162" y="3076553"/>
              <a:ext cx="784753" cy="993597"/>
              <a:chOff x="4390176" y="890801"/>
              <a:chExt cx="1081244" cy="1368991"/>
            </a:xfrm>
          </p:grpSpPr>
          <p:grpSp>
            <p:nvGrpSpPr>
              <p:cNvPr id="65" name="组合 64"/>
              <p:cNvGrpSpPr/>
              <p:nvPr/>
            </p:nvGrpSpPr>
            <p:grpSpPr>
              <a:xfrm>
                <a:off x="4390176" y="890801"/>
                <a:ext cx="1081244" cy="1368991"/>
                <a:chOff x="4627786" y="1796539"/>
                <a:chExt cx="2675679" cy="3387753"/>
              </a:xfrm>
            </p:grpSpPr>
            <p:sp>
              <p:nvSpPr>
                <p:cNvPr id="69" name="圆角矩形 68"/>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0" name="椭圆 69"/>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66" name="组合 65"/>
              <p:cNvGrpSpPr/>
              <p:nvPr/>
            </p:nvGrpSpPr>
            <p:grpSpPr>
              <a:xfrm>
                <a:off x="4489652" y="976692"/>
                <a:ext cx="873070" cy="1203161"/>
                <a:chOff x="4627786" y="1715908"/>
                <a:chExt cx="2875230" cy="3962302"/>
              </a:xfrm>
            </p:grpSpPr>
            <p:sp>
              <p:nvSpPr>
                <p:cNvPr id="67" name="圆角矩形 66"/>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8" name="椭圆 67"/>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59" name="Group 18"/>
            <p:cNvGrpSpPr>
              <a:grpSpLocks noChangeAspect="1"/>
            </p:cNvGrpSpPr>
            <p:nvPr/>
          </p:nvGrpSpPr>
          <p:grpSpPr bwMode="auto">
            <a:xfrm>
              <a:off x="7662694" y="3283623"/>
              <a:ext cx="257512" cy="239954"/>
              <a:chOff x="3802" y="2858"/>
              <a:chExt cx="616" cy="574"/>
            </a:xfrm>
            <a:solidFill>
              <a:srgbClr val="E87071"/>
            </a:solidFill>
          </p:grpSpPr>
          <p:sp>
            <p:nvSpPr>
              <p:cNvPr id="60"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1"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2"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3"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64"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71" name="组合 70"/>
          <p:cNvGrpSpPr/>
          <p:nvPr/>
        </p:nvGrpSpPr>
        <p:grpSpPr>
          <a:xfrm>
            <a:off x="7351355" y="5012911"/>
            <a:ext cx="827731" cy="1047634"/>
            <a:chOff x="6969313" y="4360551"/>
            <a:chExt cx="784753" cy="993597"/>
          </a:xfrm>
        </p:grpSpPr>
        <p:grpSp>
          <p:nvGrpSpPr>
            <p:cNvPr id="72" name="组合 71"/>
            <p:cNvGrpSpPr/>
            <p:nvPr/>
          </p:nvGrpSpPr>
          <p:grpSpPr>
            <a:xfrm>
              <a:off x="6969313" y="4360551"/>
              <a:ext cx="784753" cy="993597"/>
              <a:chOff x="4390176" y="890801"/>
              <a:chExt cx="1081244" cy="1368991"/>
            </a:xfrm>
          </p:grpSpPr>
          <p:grpSp>
            <p:nvGrpSpPr>
              <p:cNvPr id="89" name="组合 88"/>
              <p:cNvGrpSpPr/>
              <p:nvPr/>
            </p:nvGrpSpPr>
            <p:grpSpPr>
              <a:xfrm>
                <a:off x="4390176" y="890801"/>
                <a:ext cx="1081244" cy="1368991"/>
                <a:chOff x="4627786" y="1796539"/>
                <a:chExt cx="2675679" cy="3387753"/>
              </a:xfrm>
            </p:grpSpPr>
            <p:sp>
              <p:nvSpPr>
                <p:cNvPr id="93" name="圆角矩形 92"/>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4" name="椭圆 93"/>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90" name="组合 89"/>
              <p:cNvGrpSpPr/>
              <p:nvPr/>
            </p:nvGrpSpPr>
            <p:grpSpPr>
              <a:xfrm>
                <a:off x="4489652" y="976692"/>
                <a:ext cx="873070" cy="1203161"/>
                <a:chOff x="4627786" y="1715908"/>
                <a:chExt cx="2875230" cy="3962302"/>
              </a:xfrm>
            </p:grpSpPr>
            <p:sp>
              <p:nvSpPr>
                <p:cNvPr id="91" name="圆角矩形 90"/>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2" name="椭圆 91"/>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73" name="Group 26"/>
            <p:cNvGrpSpPr>
              <a:grpSpLocks noChangeAspect="1"/>
            </p:cNvGrpSpPr>
            <p:nvPr/>
          </p:nvGrpSpPr>
          <p:grpSpPr bwMode="auto">
            <a:xfrm>
              <a:off x="7091432" y="4610048"/>
              <a:ext cx="333237" cy="165205"/>
              <a:chOff x="5676" y="2597"/>
              <a:chExt cx="1061" cy="526"/>
            </a:xfrm>
            <a:solidFill>
              <a:srgbClr val="00AF92"/>
            </a:solidFill>
          </p:grpSpPr>
          <p:sp>
            <p:nvSpPr>
              <p:cNvPr id="74" name="Freeform 27"/>
              <p:cNvSpPr>
                <a:spLocks/>
              </p:cNvSpPr>
              <p:nvPr/>
            </p:nvSpPr>
            <p:spPr bwMode="auto">
              <a:xfrm>
                <a:off x="5747" y="2597"/>
                <a:ext cx="181" cy="115"/>
              </a:xfrm>
              <a:custGeom>
                <a:avLst/>
                <a:gdLst>
                  <a:gd name="T0" fmla="*/ 25 w 76"/>
                  <a:gd name="T1" fmla="*/ 48 h 48"/>
                  <a:gd name="T2" fmla="*/ 64 w 76"/>
                  <a:gd name="T3" fmla="*/ 44 h 48"/>
                  <a:gd name="T4" fmla="*/ 76 w 76"/>
                  <a:gd name="T5" fmla="*/ 13 h 48"/>
                  <a:gd name="T6" fmla="*/ 39 w 76"/>
                  <a:gd name="T7" fmla="*/ 15 h 48"/>
                  <a:gd name="T8" fmla="*/ 23 w 76"/>
                  <a:gd name="T9" fmla="*/ 10 h 48"/>
                  <a:gd name="T10" fmla="*/ 7 w 76"/>
                  <a:gd name="T11" fmla="*/ 20 h 48"/>
                  <a:gd name="T12" fmla="*/ 25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25" y="48"/>
                    </a:moveTo>
                    <a:cubicBezTo>
                      <a:pt x="64" y="44"/>
                      <a:pt x="64" y="44"/>
                      <a:pt x="64" y="44"/>
                    </a:cubicBezTo>
                    <a:cubicBezTo>
                      <a:pt x="66" y="36"/>
                      <a:pt x="69" y="26"/>
                      <a:pt x="76" y="13"/>
                    </a:cubicBezTo>
                    <a:cubicBezTo>
                      <a:pt x="76" y="13"/>
                      <a:pt x="70" y="0"/>
                      <a:pt x="39" y="15"/>
                    </a:cubicBezTo>
                    <a:cubicBezTo>
                      <a:pt x="39" y="15"/>
                      <a:pt x="32" y="14"/>
                      <a:pt x="23" y="10"/>
                    </a:cubicBezTo>
                    <a:cubicBezTo>
                      <a:pt x="23" y="10"/>
                      <a:pt x="0" y="4"/>
                      <a:pt x="7" y="20"/>
                    </a:cubicBezTo>
                    <a:lnTo>
                      <a:pt x="25"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5" name="Freeform 28"/>
              <p:cNvSpPr>
                <a:spLocks noEditPoints="1"/>
              </p:cNvSpPr>
              <p:nvPr/>
            </p:nvSpPr>
            <p:spPr bwMode="auto">
              <a:xfrm>
                <a:off x="5759" y="2613"/>
                <a:ext cx="169" cy="101"/>
              </a:xfrm>
              <a:custGeom>
                <a:avLst/>
                <a:gdLst>
                  <a:gd name="T0" fmla="*/ 20 w 71"/>
                  <a:gd name="T1" fmla="*/ 42 h 42"/>
                  <a:gd name="T2" fmla="*/ 2 w 71"/>
                  <a:gd name="T3" fmla="*/ 13 h 42"/>
                  <a:gd name="T4" fmla="*/ 1 w 71"/>
                  <a:gd name="T5" fmla="*/ 4 h 42"/>
                  <a:gd name="T6" fmla="*/ 10 w 71"/>
                  <a:gd name="T7" fmla="*/ 1 h 42"/>
                  <a:gd name="T8" fmla="*/ 18 w 71"/>
                  <a:gd name="T9" fmla="*/ 2 h 42"/>
                  <a:gd name="T10" fmla="*/ 18 w 71"/>
                  <a:gd name="T11" fmla="*/ 2 h 42"/>
                  <a:gd name="T12" fmla="*/ 34 w 71"/>
                  <a:gd name="T13" fmla="*/ 8 h 42"/>
                  <a:gd name="T14" fmla="*/ 59 w 71"/>
                  <a:gd name="T15" fmla="*/ 0 h 42"/>
                  <a:gd name="T16" fmla="*/ 71 w 71"/>
                  <a:gd name="T17" fmla="*/ 6 h 42"/>
                  <a:gd name="T18" fmla="*/ 71 w 71"/>
                  <a:gd name="T19" fmla="*/ 6 h 42"/>
                  <a:gd name="T20" fmla="*/ 71 w 71"/>
                  <a:gd name="T21" fmla="*/ 6 h 42"/>
                  <a:gd name="T22" fmla="*/ 60 w 71"/>
                  <a:gd name="T23" fmla="*/ 37 h 42"/>
                  <a:gd name="T24" fmla="*/ 60 w 71"/>
                  <a:gd name="T25" fmla="*/ 37 h 42"/>
                  <a:gd name="T26" fmla="*/ 20 w 71"/>
                  <a:gd name="T27" fmla="*/ 42 h 42"/>
                  <a:gd name="T28" fmla="*/ 10 w 71"/>
                  <a:gd name="T29" fmla="*/ 2 h 42"/>
                  <a:gd name="T30" fmla="*/ 2 w 71"/>
                  <a:gd name="T31" fmla="*/ 5 h 42"/>
                  <a:gd name="T32" fmla="*/ 3 w 71"/>
                  <a:gd name="T33" fmla="*/ 13 h 42"/>
                  <a:gd name="T34" fmla="*/ 20 w 71"/>
                  <a:gd name="T35" fmla="*/ 40 h 42"/>
                  <a:gd name="T36" fmla="*/ 59 w 71"/>
                  <a:gd name="T37" fmla="*/ 36 h 42"/>
                  <a:gd name="T38" fmla="*/ 70 w 71"/>
                  <a:gd name="T39" fmla="*/ 6 h 42"/>
                  <a:gd name="T40" fmla="*/ 59 w 71"/>
                  <a:gd name="T41" fmla="*/ 1 h 42"/>
                  <a:gd name="T42" fmla="*/ 34 w 71"/>
                  <a:gd name="T43" fmla="*/ 9 h 42"/>
                  <a:gd name="T44" fmla="*/ 34 w 71"/>
                  <a:gd name="T45" fmla="*/ 9 h 42"/>
                  <a:gd name="T46" fmla="*/ 34 w 71"/>
                  <a:gd name="T47" fmla="*/ 9 h 42"/>
                  <a:gd name="T48" fmla="*/ 18 w 71"/>
                  <a:gd name="T49" fmla="*/ 3 h 42"/>
                  <a:gd name="T50" fmla="*/ 10 w 71"/>
                  <a:gd name="T5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42">
                    <a:moveTo>
                      <a:pt x="20" y="42"/>
                    </a:moveTo>
                    <a:cubicBezTo>
                      <a:pt x="2" y="13"/>
                      <a:pt x="2" y="13"/>
                      <a:pt x="2" y="13"/>
                    </a:cubicBezTo>
                    <a:cubicBezTo>
                      <a:pt x="0" y="9"/>
                      <a:pt x="0" y="6"/>
                      <a:pt x="1" y="4"/>
                    </a:cubicBezTo>
                    <a:cubicBezTo>
                      <a:pt x="3" y="2"/>
                      <a:pt x="6" y="1"/>
                      <a:pt x="10" y="1"/>
                    </a:cubicBezTo>
                    <a:cubicBezTo>
                      <a:pt x="14" y="1"/>
                      <a:pt x="18" y="2"/>
                      <a:pt x="18" y="2"/>
                    </a:cubicBezTo>
                    <a:cubicBezTo>
                      <a:pt x="18" y="2"/>
                      <a:pt x="18" y="2"/>
                      <a:pt x="18" y="2"/>
                    </a:cubicBezTo>
                    <a:cubicBezTo>
                      <a:pt x="26" y="6"/>
                      <a:pt x="33" y="7"/>
                      <a:pt x="34" y="8"/>
                    </a:cubicBezTo>
                    <a:cubicBezTo>
                      <a:pt x="44" y="3"/>
                      <a:pt x="52" y="0"/>
                      <a:pt x="59" y="0"/>
                    </a:cubicBezTo>
                    <a:cubicBezTo>
                      <a:pt x="69" y="0"/>
                      <a:pt x="71" y="6"/>
                      <a:pt x="71" y="6"/>
                    </a:cubicBezTo>
                    <a:cubicBezTo>
                      <a:pt x="71" y="6"/>
                      <a:pt x="71" y="6"/>
                      <a:pt x="71" y="6"/>
                    </a:cubicBezTo>
                    <a:cubicBezTo>
                      <a:pt x="71" y="6"/>
                      <a:pt x="71" y="6"/>
                      <a:pt x="71" y="6"/>
                    </a:cubicBezTo>
                    <a:cubicBezTo>
                      <a:pt x="66" y="17"/>
                      <a:pt x="62" y="28"/>
                      <a:pt x="60" y="37"/>
                    </a:cubicBezTo>
                    <a:cubicBezTo>
                      <a:pt x="60" y="37"/>
                      <a:pt x="60" y="37"/>
                      <a:pt x="60" y="37"/>
                    </a:cubicBezTo>
                    <a:lnTo>
                      <a:pt x="20" y="42"/>
                    </a:lnTo>
                    <a:close/>
                    <a:moveTo>
                      <a:pt x="10" y="2"/>
                    </a:moveTo>
                    <a:cubicBezTo>
                      <a:pt x="7" y="2"/>
                      <a:pt x="4" y="3"/>
                      <a:pt x="2" y="5"/>
                    </a:cubicBezTo>
                    <a:cubicBezTo>
                      <a:pt x="1" y="7"/>
                      <a:pt x="1" y="9"/>
                      <a:pt x="3" y="13"/>
                    </a:cubicBezTo>
                    <a:cubicBezTo>
                      <a:pt x="20" y="40"/>
                      <a:pt x="20" y="40"/>
                      <a:pt x="20" y="40"/>
                    </a:cubicBezTo>
                    <a:cubicBezTo>
                      <a:pt x="59" y="36"/>
                      <a:pt x="59" y="36"/>
                      <a:pt x="59" y="36"/>
                    </a:cubicBezTo>
                    <a:cubicBezTo>
                      <a:pt x="61" y="27"/>
                      <a:pt x="64" y="17"/>
                      <a:pt x="70" y="6"/>
                    </a:cubicBezTo>
                    <a:cubicBezTo>
                      <a:pt x="70" y="5"/>
                      <a:pt x="67" y="1"/>
                      <a:pt x="59" y="1"/>
                    </a:cubicBezTo>
                    <a:cubicBezTo>
                      <a:pt x="52" y="1"/>
                      <a:pt x="44" y="4"/>
                      <a:pt x="34" y="9"/>
                    </a:cubicBezTo>
                    <a:cubicBezTo>
                      <a:pt x="34" y="9"/>
                      <a:pt x="34" y="9"/>
                      <a:pt x="34" y="9"/>
                    </a:cubicBezTo>
                    <a:cubicBezTo>
                      <a:pt x="34" y="9"/>
                      <a:pt x="34" y="9"/>
                      <a:pt x="34" y="9"/>
                    </a:cubicBezTo>
                    <a:cubicBezTo>
                      <a:pt x="34" y="9"/>
                      <a:pt x="27" y="8"/>
                      <a:pt x="18" y="3"/>
                    </a:cubicBezTo>
                    <a:cubicBezTo>
                      <a:pt x="17" y="3"/>
                      <a:pt x="14"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6" name="Freeform 29"/>
              <p:cNvSpPr>
                <a:spLocks/>
              </p:cNvSpPr>
              <p:nvPr/>
            </p:nvSpPr>
            <p:spPr bwMode="auto">
              <a:xfrm>
                <a:off x="5795" y="2709"/>
                <a:ext cx="119" cy="43"/>
              </a:xfrm>
              <a:custGeom>
                <a:avLst/>
                <a:gdLst>
                  <a:gd name="T0" fmla="*/ 41 w 50"/>
                  <a:gd name="T1" fmla="*/ 0 h 18"/>
                  <a:gd name="T2" fmla="*/ 7 w 50"/>
                  <a:gd name="T3" fmla="*/ 4 h 18"/>
                  <a:gd name="T4" fmla="*/ 1 w 50"/>
                  <a:gd name="T5" fmla="*/ 12 h 18"/>
                  <a:gd name="T6" fmla="*/ 8 w 50"/>
                  <a:gd name="T7" fmla="*/ 17 h 18"/>
                  <a:gd name="T8" fmla="*/ 43 w 50"/>
                  <a:gd name="T9" fmla="*/ 14 h 18"/>
                  <a:gd name="T10" fmla="*/ 49 w 50"/>
                  <a:gd name="T11" fmla="*/ 6 h 18"/>
                  <a:gd name="T12" fmla="*/ 41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41" y="0"/>
                    </a:moveTo>
                    <a:cubicBezTo>
                      <a:pt x="7" y="4"/>
                      <a:pt x="7" y="4"/>
                      <a:pt x="7" y="4"/>
                    </a:cubicBezTo>
                    <a:cubicBezTo>
                      <a:pt x="3" y="5"/>
                      <a:pt x="0" y="8"/>
                      <a:pt x="1" y="12"/>
                    </a:cubicBezTo>
                    <a:cubicBezTo>
                      <a:pt x="1" y="15"/>
                      <a:pt x="5" y="18"/>
                      <a:pt x="8" y="17"/>
                    </a:cubicBezTo>
                    <a:cubicBezTo>
                      <a:pt x="43" y="14"/>
                      <a:pt x="43" y="14"/>
                      <a:pt x="43" y="14"/>
                    </a:cubicBezTo>
                    <a:cubicBezTo>
                      <a:pt x="47" y="13"/>
                      <a:pt x="50" y="10"/>
                      <a:pt x="49" y="6"/>
                    </a:cubicBezTo>
                    <a:cubicBezTo>
                      <a:pt x="49" y="3"/>
                      <a:pt x="45" y="0"/>
                      <a:pt x="4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7" name="Freeform 30"/>
              <p:cNvSpPr>
                <a:spLocks noEditPoints="1"/>
              </p:cNvSpPr>
              <p:nvPr/>
            </p:nvSpPr>
            <p:spPr bwMode="auto">
              <a:xfrm>
                <a:off x="5795" y="2707"/>
                <a:ext cx="119" cy="45"/>
              </a:xfrm>
              <a:custGeom>
                <a:avLst/>
                <a:gdLst>
                  <a:gd name="T0" fmla="*/ 8 w 50"/>
                  <a:gd name="T1" fmla="*/ 19 h 19"/>
                  <a:gd name="T2" fmla="*/ 0 w 50"/>
                  <a:gd name="T3" fmla="*/ 13 h 19"/>
                  <a:gd name="T4" fmla="*/ 2 w 50"/>
                  <a:gd name="T5" fmla="*/ 7 h 19"/>
                  <a:gd name="T6" fmla="*/ 7 w 50"/>
                  <a:gd name="T7" fmla="*/ 5 h 19"/>
                  <a:gd name="T8" fmla="*/ 41 w 50"/>
                  <a:gd name="T9" fmla="*/ 1 h 19"/>
                  <a:gd name="T10" fmla="*/ 50 w 50"/>
                  <a:gd name="T11" fmla="*/ 7 h 19"/>
                  <a:gd name="T12" fmla="*/ 48 w 50"/>
                  <a:gd name="T13" fmla="*/ 12 h 19"/>
                  <a:gd name="T14" fmla="*/ 43 w 50"/>
                  <a:gd name="T15" fmla="*/ 15 h 19"/>
                  <a:gd name="T16" fmla="*/ 9 w 50"/>
                  <a:gd name="T17" fmla="*/ 19 h 19"/>
                  <a:gd name="T18" fmla="*/ 8 w 50"/>
                  <a:gd name="T19" fmla="*/ 19 h 19"/>
                  <a:gd name="T20" fmla="*/ 42 w 50"/>
                  <a:gd name="T21" fmla="*/ 2 h 19"/>
                  <a:gd name="T22" fmla="*/ 41 w 50"/>
                  <a:gd name="T23" fmla="*/ 2 h 19"/>
                  <a:gd name="T24" fmla="*/ 7 w 50"/>
                  <a:gd name="T25" fmla="*/ 6 h 19"/>
                  <a:gd name="T26" fmla="*/ 3 w 50"/>
                  <a:gd name="T27" fmla="*/ 8 h 19"/>
                  <a:gd name="T28" fmla="*/ 1 w 50"/>
                  <a:gd name="T29" fmla="*/ 12 h 19"/>
                  <a:gd name="T30" fmla="*/ 8 w 50"/>
                  <a:gd name="T31" fmla="*/ 18 h 19"/>
                  <a:gd name="T32" fmla="*/ 43 w 50"/>
                  <a:gd name="T33" fmla="*/ 14 h 19"/>
                  <a:gd name="T34" fmla="*/ 47 w 50"/>
                  <a:gd name="T35" fmla="*/ 12 h 19"/>
                  <a:gd name="T36" fmla="*/ 49 w 50"/>
                  <a:gd name="T37" fmla="*/ 7 h 19"/>
                  <a:gd name="T38" fmla="*/ 42 w 50"/>
                  <a:gd name="T3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9">
                    <a:moveTo>
                      <a:pt x="8" y="19"/>
                    </a:moveTo>
                    <a:cubicBezTo>
                      <a:pt x="4" y="19"/>
                      <a:pt x="0" y="16"/>
                      <a:pt x="0" y="13"/>
                    </a:cubicBezTo>
                    <a:cubicBezTo>
                      <a:pt x="0" y="11"/>
                      <a:pt x="0" y="9"/>
                      <a:pt x="2" y="7"/>
                    </a:cubicBezTo>
                    <a:cubicBezTo>
                      <a:pt x="3" y="6"/>
                      <a:pt x="5" y="5"/>
                      <a:pt x="7" y="5"/>
                    </a:cubicBezTo>
                    <a:cubicBezTo>
                      <a:pt x="41" y="1"/>
                      <a:pt x="41" y="1"/>
                      <a:pt x="41" y="1"/>
                    </a:cubicBezTo>
                    <a:cubicBezTo>
                      <a:pt x="45" y="0"/>
                      <a:pt x="49" y="3"/>
                      <a:pt x="50" y="7"/>
                    </a:cubicBezTo>
                    <a:cubicBezTo>
                      <a:pt x="50" y="9"/>
                      <a:pt x="49" y="11"/>
                      <a:pt x="48" y="12"/>
                    </a:cubicBezTo>
                    <a:cubicBezTo>
                      <a:pt x="47" y="14"/>
                      <a:pt x="45" y="15"/>
                      <a:pt x="43" y="15"/>
                    </a:cubicBezTo>
                    <a:cubicBezTo>
                      <a:pt x="9" y="19"/>
                      <a:pt x="9" y="19"/>
                      <a:pt x="9" y="19"/>
                    </a:cubicBezTo>
                    <a:cubicBezTo>
                      <a:pt x="8" y="19"/>
                      <a:pt x="8" y="19"/>
                      <a:pt x="8" y="19"/>
                    </a:cubicBezTo>
                    <a:close/>
                    <a:moveTo>
                      <a:pt x="42" y="2"/>
                    </a:moveTo>
                    <a:cubicBezTo>
                      <a:pt x="42" y="2"/>
                      <a:pt x="42" y="2"/>
                      <a:pt x="41" y="2"/>
                    </a:cubicBezTo>
                    <a:cubicBezTo>
                      <a:pt x="7" y="6"/>
                      <a:pt x="7" y="6"/>
                      <a:pt x="7" y="6"/>
                    </a:cubicBezTo>
                    <a:cubicBezTo>
                      <a:pt x="5" y="6"/>
                      <a:pt x="4" y="7"/>
                      <a:pt x="3" y="8"/>
                    </a:cubicBezTo>
                    <a:cubicBezTo>
                      <a:pt x="1" y="9"/>
                      <a:pt x="1" y="11"/>
                      <a:pt x="1" y="12"/>
                    </a:cubicBezTo>
                    <a:cubicBezTo>
                      <a:pt x="2" y="16"/>
                      <a:pt x="5" y="18"/>
                      <a:pt x="8" y="18"/>
                    </a:cubicBezTo>
                    <a:cubicBezTo>
                      <a:pt x="43" y="14"/>
                      <a:pt x="43" y="14"/>
                      <a:pt x="43" y="14"/>
                    </a:cubicBezTo>
                    <a:cubicBezTo>
                      <a:pt x="45" y="14"/>
                      <a:pt x="46" y="13"/>
                      <a:pt x="47" y="12"/>
                    </a:cubicBezTo>
                    <a:cubicBezTo>
                      <a:pt x="48" y="10"/>
                      <a:pt x="49" y="9"/>
                      <a:pt x="49" y="7"/>
                    </a:cubicBezTo>
                    <a:cubicBezTo>
                      <a:pt x="48" y="4"/>
                      <a:pt x="45" y="2"/>
                      <a:pt x="4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8" name="Freeform 31"/>
              <p:cNvSpPr>
                <a:spLocks noEditPoints="1"/>
              </p:cNvSpPr>
              <p:nvPr/>
            </p:nvSpPr>
            <p:spPr bwMode="auto">
              <a:xfrm>
                <a:off x="5676" y="2752"/>
                <a:ext cx="424" cy="371"/>
              </a:xfrm>
              <a:custGeom>
                <a:avLst/>
                <a:gdLst>
                  <a:gd name="T0" fmla="*/ 153 w 178"/>
                  <a:gd name="T1" fmla="*/ 137 h 155"/>
                  <a:gd name="T2" fmla="*/ 157 w 178"/>
                  <a:gd name="T3" fmla="*/ 137 h 155"/>
                  <a:gd name="T4" fmla="*/ 165 w 178"/>
                  <a:gd name="T5" fmla="*/ 138 h 155"/>
                  <a:gd name="T6" fmla="*/ 168 w 178"/>
                  <a:gd name="T7" fmla="*/ 139 h 155"/>
                  <a:gd name="T8" fmla="*/ 176 w 178"/>
                  <a:gd name="T9" fmla="*/ 135 h 155"/>
                  <a:gd name="T10" fmla="*/ 172 w 178"/>
                  <a:gd name="T11" fmla="*/ 128 h 155"/>
                  <a:gd name="T12" fmla="*/ 166 w 178"/>
                  <a:gd name="T13" fmla="*/ 105 h 155"/>
                  <a:gd name="T14" fmla="*/ 134 w 178"/>
                  <a:gd name="T15" fmla="*/ 34 h 155"/>
                  <a:gd name="T16" fmla="*/ 95 w 178"/>
                  <a:gd name="T17" fmla="*/ 2 h 155"/>
                  <a:gd name="T18" fmla="*/ 94 w 178"/>
                  <a:gd name="T19" fmla="*/ 0 h 155"/>
                  <a:gd name="T20" fmla="*/ 58 w 178"/>
                  <a:gd name="T21" fmla="*/ 4 h 155"/>
                  <a:gd name="T22" fmla="*/ 35 w 178"/>
                  <a:gd name="T23" fmla="*/ 37 h 155"/>
                  <a:gd name="T24" fmla="*/ 21 w 178"/>
                  <a:gd name="T25" fmla="*/ 133 h 155"/>
                  <a:gd name="T26" fmla="*/ 15 w 178"/>
                  <a:gd name="T27" fmla="*/ 148 h 155"/>
                  <a:gd name="T28" fmla="*/ 15 w 178"/>
                  <a:gd name="T29" fmla="*/ 153 h 155"/>
                  <a:gd name="T30" fmla="*/ 24 w 178"/>
                  <a:gd name="T31" fmla="*/ 153 h 155"/>
                  <a:gd name="T32" fmla="*/ 36 w 178"/>
                  <a:gd name="T33" fmla="*/ 150 h 155"/>
                  <a:gd name="T34" fmla="*/ 36 w 178"/>
                  <a:gd name="T35" fmla="*/ 150 h 155"/>
                  <a:gd name="T36" fmla="*/ 36 w 178"/>
                  <a:gd name="T37" fmla="*/ 150 h 155"/>
                  <a:gd name="T38" fmla="*/ 68 w 178"/>
                  <a:gd name="T39" fmla="*/ 153 h 155"/>
                  <a:gd name="T40" fmla="*/ 153 w 178"/>
                  <a:gd name="T41" fmla="*/ 137 h 155"/>
                  <a:gd name="T42" fmla="*/ 67 w 178"/>
                  <a:gd name="T43" fmla="*/ 57 h 155"/>
                  <a:gd name="T44" fmla="*/ 81 w 178"/>
                  <a:gd name="T45" fmla="*/ 50 h 155"/>
                  <a:gd name="T46" fmla="*/ 80 w 178"/>
                  <a:gd name="T47" fmla="*/ 42 h 155"/>
                  <a:gd name="T48" fmla="*/ 86 w 178"/>
                  <a:gd name="T49" fmla="*/ 41 h 155"/>
                  <a:gd name="T50" fmla="*/ 88 w 178"/>
                  <a:gd name="T51" fmla="*/ 49 h 155"/>
                  <a:gd name="T52" fmla="*/ 102 w 178"/>
                  <a:gd name="T53" fmla="*/ 50 h 155"/>
                  <a:gd name="T54" fmla="*/ 100 w 178"/>
                  <a:gd name="T55" fmla="*/ 55 h 155"/>
                  <a:gd name="T56" fmla="*/ 75 w 178"/>
                  <a:gd name="T57" fmla="*/ 62 h 155"/>
                  <a:gd name="T58" fmla="*/ 92 w 178"/>
                  <a:gd name="T59" fmla="*/ 70 h 155"/>
                  <a:gd name="T60" fmla="*/ 106 w 178"/>
                  <a:gd name="T61" fmla="*/ 92 h 155"/>
                  <a:gd name="T62" fmla="*/ 93 w 178"/>
                  <a:gd name="T63" fmla="*/ 98 h 155"/>
                  <a:gd name="T64" fmla="*/ 94 w 178"/>
                  <a:gd name="T65" fmla="*/ 106 h 155"/>
                  <a:gd name="T66" fmla="*/ 87 w 178"/>
                  <a:gd name="T67" fmla="*/ 107 h 155"/>
                  <a:gd name="T68" fmla="*/ 86 w 178"/>
                  <a:gd name="T69" fmla="*/ 99 h 155"/>
                  <a:gd name="T70" fmla="*/ 69 w 178"/>
                  <a:gd name="T71" fmla="*/ 97 h 155"/>
                  <a:gd name="T72" fmla="*/ 70 w 178"/>
                  <a:gd name="T73" fmla="*/ 92 h 155"/>
                  <a:gd name="T74" fmla="*/ 97 w 178"/>
                  <a:gd name="T75" fmla="*/ 90 h 155"/>
                  <a:gd name="T76" fmla="*/ 93 w 178"/>
                  <a:gd name="T77" fmla="*/ 78 h 155"/>
                  <a:gd name="T78" fmla="*/ 78 w 178"/>
                  <a:gd name="T79" fmla="*/ 74 h 155"/>
                  <a:gd name="T80" fmla="*/ 67 w 178"/>
                  <a:gd name="T81" fmla="*/ 5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55">
                    <a:moveTo>
                      <a:pt x="153" y="137"/>
                    </a:moveTo>
                    <a:cubicBezTo>
                      <a:pt x="153" y="137"/>
                      <a:pt x="154" y="137"/>
                      <a:pt x="157" y="137"/>
                    </a:cubicBezTo>
                    <a:cubicBezTo>
                      <a:pt x="160" y="137"/>
                      <a:pt x="162" y="137"/>
                      <a:pt x="165" y="138"/>
                    </a:cubicBezTo>
                    <a:cubicBezTo>
                      <a:pt x="165" y="138"/>
                      <a:pt x="166" y="139"/>
                      <a:pt x="168" y="139"/>
                    </a:cubicBezTo>
                    <a:cubicBezTo>
                      <a:pt x="172" y="139"/>
                      <a:pt x="174" y="137"/>
                      <a:pt x="176" y="135"/>
                    </a:cubicBezTo>
                    <a:cubicBezTo>
                      <a:pt x="176" y="135"/>
                      <a:pt x="178" y="132"/>
                      <a:pt x="172" y="128"/>
                    </a:cubicBezTo>
                    <a:cubicBezTo>
                      <a:pt x="172" y="128"/>
                      <a:pt x="162" y="123"/>
                      <a:pt x="166" y="105"/>
                    </a:cubicBezTo>
                    <a:cubicBezTo>
                      <a:pt x="166" y="105"/>
                      <a:pt x="171" y="57"/>
                      <a:pt x="134" y="34"/>
                    </a:cubicBezTo>
                    <a:cubicBezTo>
                      <a:pt x="133" y="33"/>
                      <a:pt x="96" y="10"/>
                      <a:pt x="95" y="2"/>
                    </a:cubicBezTo>
                    <a:cubicBezTo>
                      <a:pt x="95" y="2"/>
                      <a:pt x="95" y="1"/>
                      <a:pt x="94" y="0"/>
                    </a:cubicBezTo>
                    <a:cubicBezTo>
                      <a:pt x="58" y="4"/>
                      <a:pt x="58" y="4"/>
                      <a:pt x="58" y="4"/>
                    </a:cubicBezTo>
                    <a:cubicBezTo>
                      <a:pt x="54" y="12"/>
                      <a:pt x="46" y="24"/>
                      <a:pt x="35" y="37"/>
                    </a:cubicBezTo>
                    <a:cubicBezTo>
                      <a:pt x="35" y="37"/>
                      <a:pt x="0" y="78"/>
                      <a:pt x="21" y="133"/>
                    </a:cubicBezTo>
                    <a:cubicBezTo>
                      <a:pt x="21" y="134"/>
                      <a:pt x="22" y="137"/>
                      <a:pt x="15" y="148"/>
                    </a:cubicBezTo>
                    <a:cubicBezTo>
                      <a:pt x="15" y="148"/>
                      <a:pt x="14" y="151"/>
                      <a:pt x="15" y="153"/>
                    </a:cubicBezTo>
                    <a:cubicBezTo>
                      <a:pt x="16" y="155"/>
                      <a:pt x="19" y="155"/>
                      <a:pt x="24" y="153"/>
                    </a:cubicBezTo>
                    <a:cubicBezTo>
                      <a:pt x="24" y="153"/>
                      <a:pt x="28" y="151"/>
                      <a:pt x="36" y="150"/>
                    </a:cubicBezTo>
                    <a:cubicBezTo>
                      <a:pt x="36" y="150"/>
                      <a:pt x="36" y="150"/>
                      <a:pt x="36" y="150"/>
                    </a:cubicBezTo>
                    <a:cubicBezTo>
                      <a:pt x="36" y="150"/>
                      <a:pt x="36" y="150"/>
                      <a:pt x="36" y="150"/>
                    </a:cubicBezTo>
                    <a:cubicBezTo>
                      <a:pt x="36" y="150"/>
                      <a:pt x="49" y="153"/>
                      <a:pt x="68" y="153"/>
                    </a:cubicBezTo>
                    <a:cubicBezTo>
                      <a:pt x="88" y="153"/>
                      <a:pt x="119" y="150"/>
                      <a:pt x="153" y="137"/>
                    </a:cubicBezTo>
                    <a:close/>
                    <a:moveTo>
                      <a:pt x="67" y="57"/>
                    </a:moveTo>
                    <a:cubicBezTo>
                      <a:pt x="67" y="57"/>
                      <a:pt x="69" y="52"/>
                      <a:pt x="81" y="50"/>
                    </a:cubicBezTo>
                    <a:cubicBezTo>
                      <a:pt x="80" y="42"/>
                      <a:pt x="80" y="42"/>
                      <a:pt x="80" y="42"/>
                    </a:cubicBezTo>
                    <a:cubicBezTo>
                      <a:pt x="86" y="41"/>
                      <a:pt x="86" y="41"/>
                      <a:pt x="86" y="41"/>
                    </a:cubicBezTo>
                    <a:cubicBezTo>
                      <a:pt x="88" y="49"/>
                      <a:pt x="88" y="49"/>
                      <a:pt x="88" y="49"/>
                    </a:cubicBezTo>
                    <a:cubicBezTo>
                      <a:pt x="88" y="49"/>
                      <a:pt x="96" y="48"/>
                      <a:pt x="102" y="50"/>
                    </a:cubicBezTo>
                    <a:cubicBezTo>
                      <a:pt x="100" y="55"/>
                      <a:pt x="100" y="55"/>
                      <a:pt x="100" y="55"/>
                    </a:cubicBezTo>
                    <a:cubicBezTo>
                      <a:pt x="100" y="55"/>
                      <a:pt x="78" y="52"/>
                      <a:pt x="75" y="62"/>
                    </a:cubicBezTo>
                    <a:cubicBezTo>
                      <a:pt x="75" y="62"/>
                      <a:pt x="73" y="69"/>
                      <a:pt x="92" y="70"/>
                    </a:cubicBezTo>
                    <a:cubicBezTo>
                      <a:pt x="92" y="70"/>
                      <a:pt x="119" y="73"/>
                      <a:pt x="106" y="92"/>
                    </a:cubicBezTo>
                    <a:cubicBezTo>
                      <a:pt x="106" y="92"/>
                      <a:pt x="102" y="97"/>
                      <a:pt x="93" y="98"/>
                    </a:cubicBezTo>
                    <a:cubicBezTo>
                      <a:pt x="94" y="106"/>
                      <a:pt x="94" y="106"/>
                      <a:pt x="94" y="106"/>
                    </a:cubicBezTo>
                    <a:cubicBezTo>
                      <a:pt x="87" y="107"/>
                      <a:pt x="87" y="107"/>
                      <a:pt x="87" y="107"/>
                    </a:cubicBezTo>
                    <a:cubicBezTo>
                      <a:pt x="86" y="99"/>
                      <a:pt x="86" y="99"/>
                      <a:pt x="86" y="99"/>
                    </a:cubicBezTo>
                    <a:cubicBezTo>
                      <a:pt x="86" y="99"/>
                      <a:pt x="75" y="100"/>
                      <a:pt x="69" y="97"/>
                    </a:cubicBezTo>
                    <a:cubicBezTo>
                      <a:pt x="70" y="92"/>
                      <a:pt x="70" y="92"/>
                      <a:pt x="70" y="92"/>
                    </a:cubicBezTo>
                    <a:cubicBezTo>
                      <a:pt x="70" y="92"/>
                      <a:pt x="84" y="98"/>
                      <a:pt x="97" y="90"/>
                    </a:cubicBezTo>
                    <a:cubicBezTo>
                      <a:pt x="97" y="90"/>
                      <a:pt x="108" y="82"/>
                      <a:pt x="93" y="78"/>
                    </a:cubicBezTo>
                    <a:cubicBezTo>
                      <a:pt x="93" y="78"/>
                      <a:pt x="85" y="76"/>
                      <a:pt x="78" y="74"/>
                    </a:cubicBezTo>
                    <a:cubicBezTo>
                      <a:pt x="78" y="74"/>
                      <a:pt x="60" y="70"/>
                      <a:pt x="67"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79" name="Freeform 32"/>
              <p:cNvSpPr>
                <a:spLocks/>
              </p:cNvSpPr>
              <p:nvPr/>
            </p:nvSpPr>
            <p:spPr bwMode="auto">
              <a:xfrm>
                <a:off x="6433" y="2606"/>
                <a:ext cx="176" cy="108"/>
              </a:xfrm>
              <a:custGeom>
                <a:avLst/>
                <a:gdLst>
                  <a:gd name="T0" fmla="*/ 21 w 74"/>
                  <a:gd name="T1" fmla="*/ 45 h 45"/>
                  <a:gd name="T2" fmla="*/ 60 w 74"/>
                  <a:gd name="T3" fmla="*/ 44 h 45"/>
                  <a:gd name="T4" fmla="*/ 74 w 74"/>
                  <a:gd name="T5" fmla="*/ 15 h 45"/>
                  <a:gd name="T6" fmla="*/ 38 w 74"/>
                  <a:gd name="T7" fmla="*/ 14 h 45"/>
                  <a:gd name="T8" fmla="*/ 23 w 74"/>
                  <a:gd name="T9" fmla="*/ 8 h 45"/>
                  <a:gd name="T10" fmla="*/ 6 w 74"/>
                  <a:gd name="T11" fmla="*/ 17 h 45"/>
                  <a:gd name="T12" fmla="*/ 21 w 7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74" h="45">
                    <a:moveTo>
                      <a:pt x="21" y="45"/>
                    </a:moveTo>
                    <a:cubicBezTo>
                      <a:pt x="60" y="44"/>
                      <a:pt x="60" y="44"/>
                      <a:pt x="60" y="44"/>
                    </a:cubicBezTo>
                    <a:cubicBezTo>
                      <a:pt x="62" y="37"/>
                      <a:pt x="66" y="27"/>
                      <a:pt x="74" y="15"/>
                    </a:cubicBezTo>
                    <a:cubicBezTo>
                      <a:pt x="74" y="15"/>
                      <a:pt x="69" y="2"/>
                      <a:pt x="38" y="14"/>
                    </a:cubicBezTo>
                    <a:cubicBezTo>
                      <a:pt x="38" y="14"/>
                      <a:pt x="31" y="13"/>
                      <a:pt x="23" y="8"/>
                    </a:cubicBezTo>
                    <a:cubicBezTo>
                      <a:pt x="23" y="8"/>
                      <a:pt x="0" y="0"/>
                      <a:pt x="6" y="17"/>
                    </a:cubicBezTo>
                    <a:lnTo>
                      <a:pt x="21"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0" name="Freeform 33"/>
              <p:cNvSpPr>
                <a:spLocks noEditPoints="1"/>
              </p:cNvSpPr>
              <p:nvPr/>
            </p:nvSpPr>
            <p:spPr bwMode="auto">
              <a:xfrm>
                <a:off x="6442" y="2621"/>
                <a:ext cx="167" cy="95"/>
              </a:xfrm>
              <a:custGeom>
                <a:avLst/>
                <a:gdLst>
                  <a:gd name="T0" fmla="*/ 17 w 70"/>
                  <a:gd name="T1" fmla="*/ 40 h 40"/>
                  <a:gd name="T2" fmla="*/ 2 w 70"/>
                  <a:gd name="T3" fmla="*/ 11 h 40"/>
                  <a:gd name="T4" fmla="*/ 2 w 70"/>
                  <a:gd name="T5" fmla="*/ 2 h 40"/>
                  <a:gd name="T6" fmla="*/ 9 w 70"/>
                  <a:gd name="T7" fmla="*/ 0 h 40"/>
                  <a:gd name="T8" fmla="*/ 19 w 70"/>
                  <a:gd name="T9" fmla="*/ 1 h 40"/>
                  <a:gd name="T10" fmla="*/ 19 w 70"/>
                  <a:gd name="T11" fmla="*/ 1 h 40"/>
                  <a:gd name="T12" fmla="*/ 34 w 70"/>
                  <a:gd name="T13" fmla="*/ 8 h 40"/>
                  <a:gd name="T14" fmla="*/ 56 w 70"/>
                  <a:gd name="T15" fmla="*/ 2 h 40"/>
                  <a:gd name="T16" fmla="*/ 70 w 70"/>
                  <a:gd name="T17" fmla="*/ 9 h 40"/>
                  <a:gd name="T18" fmla="*/ 70 w 70"/>
                  <a:gd name="T19" fmla="*/ 9 h 40"/>
                  <a:gd name="T20" fmla="*/ 70 w 70"/>
                  <a:gd name="T21" fmla="*/ 10 h 40"/>
                  <a:gd name="T22" fmla="*/ 56 w 70"/>
                  <a:gd name="T23" fmla="*/ 39 h 40"/>
                  <a:gd name="T24" fmla="*/ 56 w 70"/>
                  <a:gd name="T25" fmla="*/ 39 h 40"/>
                  <a:gd name="T26" fmla="*/ 17 w 70"/>
                  <a:gd name="T27" fmla="*/ 40 h 40"/>
                  <a:gd name="T28" fmla="*/ 9 w 70"/>
                  <a:gd name="T29" fmla="*/ 1 h 40"/>
                  <a:gd name="T30" fmla="*/ 3 w 70"/>
                  <a:gd name="T31" fmla="*/ 3 h 40"/>
                  <a:gd name="T32" fmla="*/ 3 w 70"/>
                  <a:gd name="T33" fmla="*/ 11 h 40"/>
                  <a:gd name="T34" fmla="*/ 17 w 70"/>
                  <a:gd name="T35" fmla="*/ 39 h 40"/>
                  <a:gd name="T36" fmla="*/ 55 w 70"/>
                  <a:gd name="T37" fmla="*/ 38 h 40"/>
                  <a:gd name="T38" fmla="*/ 69 w 70"/>
                  <a:gd name="T39" fmla="*/ 9 h 40"/>
                  <a:gd name="T40" fmla="*/ 56 w 70"/>
                  <a:gd name="T41" fmla="*/ 4 h 40"/>
                  <a:gd name="T42" fmla="*/ 34 w 70"/>
                  <a:gd name="T43" fmla="*/ 9 h 40"/>
                  <a:gd name="T44" fmla="*/ 34 w 70"/>
                  <a:gd name="T45" fmla="*/ 9 h 40"/>
                  <a:gd name="T46" fmla="*/ 34 w 70"/>
                  <a:gd name="T47" fmla="*/ 9 h 40"/>
                  <a:gd name="T48" fmla="*/ 18 w 70"/>
                  <a:gd name="T49" fmla="*/ 2 h 40"/>
                  <a:gd name="T50" fmla="*/ 9 w 70"/>
                  <a:gd name="T5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0">
                    <a:moveTo>
                      <a:pt x="17" y="40"/>
                    </a:moveTo>
                    <a:cubicBezTo>
                      <a:pt x="2" y="11"/>
                      <a:pt x="2" y="11"/>
                      <a:pt x="2" y="11"/>
                    </a:cubicBezTo>
                    <a:cubicBezTo>
                      <a:pt x="0" y="7"/>
                      <a:pt x="0" y="4"/>
                      <a:pt x="2" y="2"/>
                    </a:cubicBezTo>
                    <a:cubicBezTo>
                      <a:pt x="3" y="0"/>
                      <a:pt x="5" y="0"/>
                      <a:pt x="9" y="0"/>
                    </a:cubicBezTo>
                    <a:cubicBezTo>
                      <a:pt x="14" y="0"/>
                      <a:pt x="19" y="1"/>
                      <a:pt x="19" y="1"/>
                    </a:cubicBezTo>
                    <a:cubicBezTo>
                      <a:pt x="19" y="1"/>
                      <a:pt x="19" y="1"/>
                      <a:pt x="19" y="1"/>
                    </a:cubicBezTo>
                    <a:cubicBezTo>
                      <a:pt x="26" y="6"/>
                      <a:pt x="33" y="8"/>
                      <a:pt x="34" y="8"/>
                    </a:cubicBezTo>
                    <a:cubicBezTo>
                      <a:pt x="43" y="4"/>
                      <a:pt x="50" y="2"/>
                      <a:pt x="56" y="2"/>
                    </a:cubicBezTo>
                    <a:cubicBezTo>
                      <a:pt x="68" y="2"/>
                      <a:pt x="70" y="9"/>
                      <a:pt x="70" y="9"/>
                    </a:cubicBezTo>
                    <a:cubicBezTo>
                      <a:pt x="70" y="9"/>
                      <a:pt x="70" y="9"/>
                      <a:pt x="70" y="9"/>
                    </a:cubicBezTo>
                    <a:cubicBezTo>
                      <a:pt x="70" y="10"/>
                      <a:pt x="70" y="10"/>
                      <a:pt x="70" y="10"/>
                    </a:cubicBezTo>
                    <a:cubicBezTo>
                      <a:pt x="64" y="20"/>
                      <a:pt x="59" y="30"/>
                      <a:pt x="56" y="39"/>
                    </a:cubicBezTo>
                    <a:cubicBezTo>
                      <a:pt x="56" y="39"/>
                      <a:pt x="56" y="39"/>
                      <a:pt x="56" y="39"/>
                    </a:cubicBezTo>
                    <a:lnTo>
                      <a:pt x="17" y="40"/>
                    </a:lnTo>
                    <a:close/>
                    <a:moveTo>
                      <a:pt x="9" y="1"/>
                    </a:moveTo>
                    <a:cubicBezTo>
                      <a:pt x="6" y="1"/>
                      <a:pt x="4" y="1"/>
                      <a:pt x="3" y="3"/>
                    </a:cubicBezTo>
                    <a:cubicBezTo>
                      <a:pt x="1" y="4"/>
                      <a:pt x="1" y="7"/>
                      <a:pt x="3" y="11"/>
                    </a:cubicBezTo>
                    <a:cubicBezTo>
                      <a:pt x="17" y="39"/>
                      <a:pt x="17" y="39"/>
                      <a:pt x="17" y="39"/>
                    </a:cubicBezTo>
                    <a:cubicBezTo>
                      <a:pt x="55" y="38"/>
                      <a:pt x="55" y="38"/>
                      <a:pt x="55" y="38"/>
                    </a:cubicBezTo>
                    <a:cubicBezTo>
                      <a:pt x="58" y="29"/>
                      <a:pt x="63" y="19"/>
                      <a:pt x="69" y="9"/>
                    </a:cubicBezTo>
                    <a:cubicBezTo>
                      <a:pt x="69" y="8"/>
                      <a:pt x="66" y="4"/>
                      <a:pt x="56" y="4"/>
                    </a:cubicBezTo>
                    <a:cubicBezTo>
                      <a:pt x="50" y="4"/>
                      <a:pt x="43" y="5"/>
                      <a:pt x="34" y="9"/>
                    </a:cubicBezTo>
                    <a:cubicBezTo>
                      <a:pt x="34" y="9"/>
                      <a:pt x="34" y="9"/>
                      <a:pt x="34" y="9"/>
                    </a:cubicBezTo>
                    <a:cubicBezTo>
                      <a:pt x="34" y="9"/>
                      <a:pt x="34" y="9"/>
                      <a:pt x="34" y="9"/>
                    </a:cubicBezTo>
                    <a:cubicBezTo>
                      <a:pt x="33" y="9"/>
                      <a:pt x="27" y="8"/>
                      <a:pt x="18" y="2"/>
                    </a:cubicBezTo>
                    <a:cubicBezTo>
                      <a:pt x="18" y="2"/>
                      <a:pt x="13"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1" name="Freeform 34"/>
              <p:cNvSpPr>
                <a:spLocks/>
              </p:cNvSpPr>
              <p:nvPr/>
            </p:nvSpPr>
            <p:spPr bwMode="auto">
              <a:xfrm>
                <a:off x="6471" y="2721"/>
                <a:ext cx="114" cy="34"/>
              </a:xfrm>
              <a:custGeom>
                <a:avLst/>
                <a:gdLst>
                  <a:gd name="T0" fmla="*/ 40 w 48"/>
                  <a:gd name="T1" fmla="*/ 0 h 14"/>
                  <a:gd name="T2" fmla="*/ 6 w 48"/>
                  <a:gd name="T3" fmla="*/ 1 h 14"/>
                  <a:gd name="T4" fmla="*/ 0 w 48"/>
                  <a:gd name="T5" fmla="*/ 7 h 14"/>
                  <a:gd name="T6" fmla="*/ 7 w 48"/>
                  <a:gd name="T7" fmla="*/ 14 h 14"/>
                  <a:gd name="T8" fmla="*/ 41 w 48"/>
                  <a:gd name="T9" fmla="*/ 13 h 14"/>
                  <a:gd name="T10" fmla="*/ 48 w 48"/>
                  <a:gd name="T11" fmla="*/ 6 h 14"/>
                  <a:gd name="T12" fmla="*/ 40 w 4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0" y="0"/>
                    </a:moveTo>
                    <a:cubicBezTo>
                      <a:pt x="6" y="1"/>
                      <a:pt x="6" y="1"/>
                      <a:pt x="6" y="1"/>
                    </a:cubicBezTo>
                    <a:cubicBezTo>
                      <a:pt x="3" y="1"/>
                      <a:pt x="0" y="4"/>
                      <a:pt x="0" y="7"/>
                    </a:cubicBezTo>
                    <a:cubicBezTo>
                      <a:pt x="0" y="11"/>
                      <a:pt x="3" y="14"/>
                      <a:pt x="7" y="14"/>
                    </a:cubicBezTo>
                    <a:cubicBezTo>
                      <a:pt x="41" y="13"/>
                      <a:pt x="41" y="13"/>
                      <a:pt x="41" y="13"/>
                    </a:cubicBezTo>
                    <a:cubicBezTo>
                      <a:pt x="45" y="12"/>
                      <a:pt x="48" y="10"/>
                      <a:pt x="48" y="6"/>
                    </a:cubicBezTo>
                    <a:cubicBezTo>
                      <a:pt x="47"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2" name="Freeform 35"/>
              <p:cNvSpPr>
                <a:spLocks noEditPoints="1"/>
              </p:cNvSpPr>
              <p:nvPr/>
            </p:nvSpPr>
            <p:spPr bwMode="auto">
              <a:xfrm>
                <a:off x="6468" y="2719"/>
                <a:ext cx="117" cy="36"/>
              </a:xfrm>
              <a:custGeom>
                <a:avLst/>
                <a:gdLst>
                  <a:gd name="T0" fmla="*/ 8 w 49"/>
                  <a:gd name="T1" fmla="*/ 15 h 15"/>
                  <a:gd name="T2" fmla="*/ 0 w 49"/>
                  <a:gd name="T3" fmla="*/ 8 h 15"/>
                  <a:gd name="T4" fmla="*/ 2 w 49"/>
                  <a:gd name="T5" fmla="*/ 3 h 15"/>
                  <a:gd name="T6" fmla="*/ 7 w 49"/>
                  <a:gd name="T7" fmla="*/ 1 h 15"/>
                  <a:gd name="T8" fmla="*/ 42 w 49"/>
                  <a:gd name="T9" fmla="*/ 0 h 15"/>
                  <a:gd name="T10" fmla="*/ 49 w 49"/>
                  <a:gd name="T11" fmla="*/ 7 h 15"/>
                  <a:gd name="T12" fmla="*/ 42 w 49"/>
                  <a:gd name="T13" fmla="*/ 14 h 15"/>
                  <a:gd name="T14" fmla="*/ 8 w 49"/>
                  <a:gd name="T15" fmla="*/ 15 h 15"/>
                  <a:gd name="T16" fmla="*/ 42 w 49"/>
                  <a:gd name="T17" fmla="*/ 1 h 15"/>
                  <a:gd name="T18" fmla="*/ 41 w 49"/>
                  <a:gd name="T19" fmla="*/ 1 h 15"/>
                  <a:gd name="T20" fmla="*/ 7 w 49"/>
                  <a:gd name="T21" fmla="*/ 2 h 15"/>
                  <a:gd name="T22" fmla="*/ 3 w 49"/>
                  <a:gd name="T23" fmla="*/ 4 h 15"/>
                  <a:gd name="T24" fmla="*/ 1 w 49"/>
                  <a:gd name="T25" fmla="*/ 8 h 15"/>
                  <a:gd name="T26" fmla="*/ 8 w 49"/>
                  <a:gd name="T27" fmla="*/ 14 h 15"/>
                  <a:gd name="T28" fmla="*/ 8 w 49"/>
                  <a:gd name="T29" fmla="*/ 14 h 15"/>
                  <a:gd name="T30" fmla="*/ 42 w 49"/>
                  <a:gd name="T31" fmla="*/ 13 h 15"/>
                  <a:gd name="T32" fmla="*/ 48 w 49"/>
                  <a:gd name="T33" fmla="*/ 7 h 15"/>
                  <a:gd name="T34" fmla="*/ 42 w 49"/>
                  <a:gd name="T3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5">
                    <a:moveTo>
                      <a:pt x="8" y="15"/>
                    </a:moveTo>
                    <a:cubicBezTo>
                      <a:pt x="4" y="15"/>
                      <a:pt x="0" y="12"/>
                      <a:pt x="0" y="8"/>
                    </a:cubicBezTo>
                    <a:cubicBezTo>
                      <a:pt x="0" y="6"/>
                      <a:pt x="1" y="5"/>
                      <a:pt x="2" y="3"/>
                    </a:cubicBezTo>
                    <a:cubicBezTo>
                      <a:pt x="4" y="2"/>
                      <a:pt x="5" y="1"/>
                      <a:pt x="7" y="1"/>
                    </a:cubicBezTo>
                    <a:cubicBezTo>
                      <a:pt x="42" y="0"/>
                      <a:pt x="42" y="0"/>
                      <a:pt x="42" y="0"/>
                    </a:cubicBezTo>
                    <a:cubicBezTo>
                      <a:pt x="46" y="0"/>
                      <a:pt x="49" y="3"/>
                      <a:pt x="49" y="7"/>
                    </a:cubicBezTo>
                    <a:cubicBezTo>
                      <a:pt x="49" y="11"/>
                      <a:pt x="46" y="14"/>
                      <a:pt x="42" y="14"/>
                    </a:cubicBezTo>
                    <a:lnTo>
                      <a:pt x="8" y="15"/>
                    </a:lnTo>
                    <a:close/>
                    <a:moveTo>
                      <a:pt x="42" y="1"/>
                    </a:moveTo>
                    <a:cubicBezTo>
                      <a:pt x="41" y="1"/>
                      <a:pt x="41" y="1"/>
                      <a:pt x="41" y="1"/>
                    </a:cubicBezTo>
                    <a:cubicBezTo>
                      <a:pt x="7" y="2"/>
                      <a:pt x="7" y="2"/>
                      <a:pt x="7" y="2"/>
                    </a:cubicBezTo>
                    <a:cubicBezTo>
                      <a:pt x="6" y="2"/>
                      <a:pt x="4" y="3"/>
                      <a:pt x="3" y="4"/>
                    </a:cubicBezTo>
                    <a:cubicBezTo>
                      <a:pt x="2" y="5"/>
                      <a:pt x="1" y="7"/>
                      <a:pt x="1" y="8"/>
                    </a:cubicBezTo>
                    <a:cubicBezTo>
                      <a:pt x="1" y="12"/>
                      <a:pt x="4" y="14"/>
                      <a:pt x="8" y="14"/>
                    </a:cubicBezTo>
                    <a:cubicBezTo>
                      <a:pt x="8" y="14"/>
                      <a:pt x="8" y="14"/>
                      <a:pt x="8" y="14"/>
                    </a:cubicBezTo>
                    <a:cubicBezTo>
                      <a:pt x="42" y="13"/>
                      <a:pt x="42" y="13"/>
                      <a:pt x="42" y="13"/>
                    </a:cubicBezTo>
                    <a:cubicBezTo>
                      <a:pt x="45" y="13"/>
                      <a:pt x="48" y="10"/>
                      <a:pt x="48" y="7"/>
                    </a:cubicBezTo>
                    <a:cubicBezTo>
                      <a:pt x="48" y="4"/>
                      <a:pt x="45" y="1"/>
                      <a:pt x="4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3" name="Freeform 36"/>
              <p:cNvSpPr>
                <a:spLocks noEditPoints="1"/>
              </p:cNvSpPr>
              <p:nvPr/>
            </p:nvSpPr>
            <p:spPr bwMode="auto">
              <a:xfrm>
                <a:off x="6335" y="2762"/>
                <a:ext cx="402" cy="354"/>
              </a:xfrm>
              <a:custGeom>
                <a:avLst/>
                <a:gdLst>
                  <a:gd name="T0" fmla="*/ 163 w 169"/>
                  <a:gd name="T1" fmla="*/ 131 h 148"/>
                  <a:gd name="T2" fmla="*/ 159 w 169"/>
                  <a:gd name="T3" fmla="*/ 108 h 148"/>
                  <a:gd name="T4" fmla="*/ 135 w 169"/>
                  <a:gd name="T5" fmla="*/ 36 h 148"/>
                  <a:gd name="T6" fmla="*/ 99 w 169"/>
                  <a:gd name="T7" fmla="*/ 2 h 148"/>
                  <a:gd name="T8" fmla="*/ 99 w 169"/>
                  <a:gd name="T9" fmla="*/ 0 h 148"/>
                  <a:gd name="T10" fmla="*/ 63 w 169"/>
                  <a:gd name="T11" fmla="*/ 1 h 148"/>
                  <a:gd name="T12" fmla="*/ 38 w 169"/>
                  <a:gd name="T13" fmla="*/ 31 h 148"/>
                  <a:gd name="T14" fmla="*/ 15 w 169"/>
                  <a:gd name="T15" fmla="*/ 124 h 148"/>
                  <a:gd name="T16" fmla="*/ 8 w 169"/>
                  <a:gd name="T17" fmla="*/ 139 h 148"/>
                  <a:gd name="T18" fmla="*/ 8 w 169"/>
                  <a:gd name="T19" fmla="*/ 139 h 148"/>
                  <a:gd name="T20" fmla="*/ 7 w 169"/>
                  <a:gd name="T21" fmla="*/ 143 h 148"/>
                  <a:gd name="T22" fmla="*/ 16 w 169"/>
                  <a:gd name="T23" fmla="*/ 144 h 148"/>
                  <a:gd name="T24" fmla="*/ 28 w 169"/>
                  <a:gd name="T25" fmla="*/ 142 h 148"/>
                  <a:gd name="T26" fmla="*/ 28 w 169"/>
                  <a:gd name="T27" fmla="*/ 142 h 148"/>
                  <a:gd name="T28" fmla="*/ 29 w 169"/>
                  <a:gd name="T29" fmla="*/ 142 h 148"/>
                  <a:gd name="T30" fmla="*/ 78 w 169"/>
                  <a:gd name="T31" fmla="*/ 148 h 148"/>
                  <a:gd name="T32" fmla="*/ 143 w 169"/>
                  <a:gd name="T33" fmla="*/ 139 h 148"/>
                  <a:gd name="T34" fmla="*/ 155 w 169"/>
                  <a:gd name="T35" fmla="*/ 141 h 148"/>
                  <a:gd name="T36" fmla="*/ 159 w 169"/>
                  <a:gd name="T37" fmla="*/ 142 h 148"/>
                  <a:gd name="T38" fmla="*/ 167 w 169"/>
                  <a:gd name="T39" fmla="*/ 138 h 148"/>
                  <a:gd name="T40" fmla="*/ 163 w 169"/>
                  <a:gd name="T41" fmla="*/ 131 h 148"/>
                  <a:gd name="T42" fmla="*/ 107 w 169"/>
                  <a:gd name="T43" fmla="*/ 101 h 148"/>
                  <a:gd name="T44" fmla="*/ 56 w 169"/>
                  <a:gd name="T45" fmla="*/ 100 h 148"/>
                  <a:gd name="T46" fmla="*/ 56 w 169"/>
                  <a:gd name="T47" fmla="*/ 96 h 148"/>
                  <a:gd name="T48" fmla="*/ 70 w 169"/>
                  <a:gd name="T49" fmla="*/ 79 h 148"/>
                  <a:gd name="T50" fmla="*/ 70 w 169"/>
                  <a:gd name="T51" fmla="*/ 73 h 148"/>
                  <a:gd name="T52" fmla="*/ 57 w 169"/>
                  <a:gd name="T53" fmla="*/ 73 h 148"/>
                  <a:gd name="T54" fmla="*/ 57 w 169"/>
                  <a:gd name="T55" fmla="*/ 67 h 148"/>
                  <a:gd name="T56" fmla="*/ 68 w 169"/>
                  <a:gd name="T57" fmla="*/ 67 h 148"/>
                  <a:gd name="T58" fmla="*/ 67 w 169"/>
                  <a:gd name="T59" fmla="*/ 57 h 148"/>
                  <a:gd name="T60" fmla="*/ 91 w 169"/>
                  <a:gd name="T61" fmla="*/ 39 h 148"/>
                  <a:gd name="T62" fmla="*/ 104 w 169"/>
                  <a:gd name="T63" fmla="*/ 41 h 148"/>
                  <a:gd name="T64" fmla="*/ 102 w 169"/>
                  <a:gd name="T65" fmla="*/ 47 h 148"/>
                  <a:gd name="T66" fmla="*/ 91 w 169"/>
                  <a:gd name="T67" fmla="*/ 45 h 148"/>
                  <a:gd name="T68" fmla="*/ 77 w 169"/>
                  <a:gd name="T69" fmla="*/ 57 h 148"/>
                  <a:gd name="T70" fmla="*/ 79 w 169"/>
                  <a:gd name="T71" fmla="*/ 67 h 148"/>
                  <a:gd name="T72" fmla="*/ 97 w 169"/>
                  <a:gd name="T73" fmla="*/ 67 h 148"/>
                  <a:gd name="T74" fmla="*/ 96 w 169"/>
                  <a:gd name="T75" fmla="*/ 73 h 148"/>
                  <a:gd name="T76" fmla="*/ 80 w 169"/>
                  <a:gd name="T77" fmla="*/ 73 h 148"/>
                  <a:gd name="T78" fmla="*/ 79 w 169"/>
                  <a:gd name="T79" fmla="*/ 83 h 148"/>
                  <a:gd name="T80" fmla="*/ 71 w 169"/>
                  <a:gd name="T81" fmla="*/ 93 h 148"/>
                  <a:gd name="T82" fmla="*/ 71 w 169"/>
                  <a:gd name="T83" fmla="*/ 94 h 148"/>
                  <a:gd name="T84" fmla="*/ 107 w 169"/>
                  <a:gd name="T85" fmla="*/ 94 h 148"/>
                  <a:gd name="T86" fmla="*/ 107 w 169"/>
                  <a:gd name="T87" fmla="*/ 10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48">
                    <a:moveTo>
                      <a:pt x="163" y="131"/>
                    </a:moveTo>
                    <a:cubicBezTo>
                      <a:pt x="163" y="131"/>
                      <a:pt x="154" y="125"/>
                      <a:pt x="159" y="108"/>
                    </a:cubicBezTo>
                    <a:cubicBezTo>
                      <a:pt x="159" y="108"/>
                      <a:pt x="168" y="62"/>
                      <a:pt x="135" y="36"/>
                    </a:cubicBezTo>
                    <a:cubicBezTo>
                      <a:pt x="133" y="35"/>
                      <a:pt x="100" y="10"/>
                      <a:pt x="99" y="2"/>
                    </a:cubicBezTo>
                    <a:cubicBezTo>
                      <a:pt x="99" y="2"/>
                      <a:pt x="99" y="1"/>
                      <a:pt x="99" y="0"/>
                    </a:cubicBezTo>
                    <a:cubicBezTo>
                      <a:pt x="63" y="1"/>
                      <a:pt x="63" y="1"/>
                      <a:pt x="63" y="1"/>
                    </a:cubicBezTo>
                    <a:cubicBezTo>
                      <a:pt x="58" y="9"/>
                      <a:pt x="50" y="19"/>
                      <a:pt x="38" y="31"/>
                    </a:cubicBezTo>
                    <a:cubicBezTo>
                      <a:pt x="37" y="32"/>
                      <a:pt x="0" y="69"/>
                      <a:pt x="15" y="124"/>
                    </a:cubicBezTo>
                    <a:cubicBezTo>
                      <a:pt x="15" y="125"/>
                      <a:pt x="16" y="128"/>
                      <a:pt x="8" y="139"/>
                    </a:cubicBezTo>
                    <a:cubicBezTo>
                      <a:pt x="8" y="139"/>
                      <a:pt x="8" y="139"/>
                      <a:pt x="8" y="139"/>
                    </a:cubicBezTo>
                    <a:cubicBezTo>
                      <a:pt x="8" y="139"/>
                      <a:pt x="6" y="142"/>
                      <a:pt x="7" y="143"/>
                    </a:cubicBezTo>
                    <a:cubicBezTo>
                      <a:pt x="9" y="145"/>
                      <a:pt x="12" y="145"/>
                      <a:pt x="16" y="144"/>
                    </a:cubicBezTo>
                    <a:cubicBezTo>
                      <a:pt x="16" y="144"/>
                      <a:pt x="21" y="143"/>
                      <a:pt x="28" y="142"/>
                    </a:cubicBezTo>
                    <a:cubicBezTo>
                      <a:pt x="28" y="142"/>
                      <a:pt x="28" y="142"/>
                      <a:pt x="28" y="142"/>
                    </a:cubicBezTo>
                    <a:cubicBezTo>
                      <a:pt x="29" y="142"/>
                      <a:pt x="29" y="142"/>
                      <a:pt x="29" y="142"/>
                    </a:cubicBezTo>
                    <a:cubicBezTo>
                      <a:pt x="29" y="142"/>
                      <a:pt x="48" y="148"/>
                      <a:pt x="78" y="148"/>
                    </a:cubicBezTo>
                    <a:cubicBezTo>
                      <a:pt x="100" y="148"/>
                      <a:pt x="122" y="145"/>
                      <a:pt x="143" y="139"/>
                    </a:cubicBezTo>
                    <a:cubicBezTo>
                      <a:pt x="143" y="139"/>
                      <a:pt x="149" y="138"/>
                      <a:pt x="155" y="141"/>
                    </a:cubicBezTo>
                    <a:cubicBezTo>
                      <a:pt x="155" y="141"/>
                      <a:pt x="157" y="142"/>
                      <a:pt x="159" y="142"/>
                    </a:cubicBezTo>
                    <a:cubicBezTo>
                      <a:pt x="162" y="142"/>
                      <a:pt x="165" y="140"/>
                      <a:pt x="167" y="138"/>
                    </a:cubicBezTo>
                    <a:cubicBezTo>
                      <a:pt x="167" y="138"/>
                      <a:pt x="169" y="135"/>
                      <a:pt x="163" y="131"/>
                    </a:cubicBezTo>
                    <a:close/>
                    <a:moveTo>
                      <a:pt x="107" y="101"/>
                    </a:moveTo>
                    <a:cubicBezTo>
                      <a:pt x="56" y="100"/>
                      <a:pt x="56" y="100"/>
                      <a:pt x="56" y="100"/>
                    </a:cubicBezTo>
                    <a:cubicBezTo>
                      <a:pt x="56" y="96"/>
                      <a:pt x="56" y="96"/>
                      <a:pt x="56" y="96"/>
                    </a:cubicBezTo>
                    <a:cubicBezTo>
                      <a:pt x="64" y="93"/>
                      <a:pt x="70" y="86"/>
                      <a:pt x="70" y="79"/>
                    </a:cubicBezTo>
                    <a:cubicBezTo>
                      <a:pt x="70" y="77"/>
                      <a:pt x="70" y="75"/>
                      <a:pt x="70" y="73"/>
                    </a:cubicBezTo>
                    <a:cubicBezTo>
                      <a:pt x="57" y="73"/>
                      <a:pt x="57" y="73"/>
                      <a:pt x="57" y="73"/>
                    </a:cubicBezTo>
                    <a:cubicBezTo>
                      <a:pt x="57" y="67"/>
                      <a:pt x="57" y="67"/>
                      <a:pt x="57" y="67"/>
                    </a:cubicBezTo>
                    <a:cubicBezTo>
                      <a:pt x="68" y="67"/>
                      <a:pt x="68" y="67"/>
                      <a:pt x="68" y="67"/>
                    </a:cubicBezTo>
                    <a:cubicBezTo>
                      <a:pt x="68" y="64"/>
                      <a:pt x="67" y="61"/>
                      <a:pt x="67" y="57"/>
                    </a:cubicBezTo>
                    <a:cubicBezTo>
                      <a:pt x="67" y="46"/>
                      <a:pt x="77" y="39"/>
                      <a:pt x="91" y="39"/>
                    </a:cubicBezTo>
                    <a:cubicBezTo>
                      <a:pt x="97" y="39"/>
                      <a:pt x="102" y="40"/>
                      <a:pt x="104" y="41"/>
                    </a:cubicBezTo>
                    <a:cubicBezTo>
                      <a:pt x="102" y="47"/>
                      <a:pt x="102" y="47"/>
                      <a:pt x="102" y="47"/>
                    </a:cubicBezTo>
                    <a:cubicBezTo>
                      <a:pt x="100" y="46"/>
                      <a:pt x="96" y="45"/>
                      <a:pt x="91" y="45"/>
                    </a:cubicBezTo>
                    <a:cubicBezTo>
                      <a:pt x="81" y="45"/>
                      <a:pt x="77" y="50"/>
                      <a:pt x="77" y="57"/>
                    </a:cubicBezTo>
                    <a:cubicBezTo>
                      <a:pt x="77" y="61"/>
                      <a:pt x="78" y="64"/>
                      <a:pt x="79" y="67"/>
                    </a:cubicBezTo>
                    <a:cubicBezTo>
                      <a:pt x="97" y="67"/>
                      <a:pt x="97" y="67"/>
                      <a:pt x="97" y="67"/>
                    </a:cubicBezTo>
                    <a:cubicBezTo>
                      <a:pt x="96" y="73"/>
                      <a:pt x="96" y="73"/>
                      <a:pt x="96" y="73"/>
                    </a:cubicBezTo>
                    <a:cubicBezTo>
                      <a:pt x="80" y="73"/>
                      <a:pt x="80" y="73"/>
                      <a:pt x="80" y="73"/>
                    </a:cubicBezTo>
                    <a:cubicBezTo>
                      <a:pt x="80" y="76"/>
                      <a:pt x="80" y="80"/>
                      <a:pt x="79" y="83"/>
                    </a:cubicBezTo>
                    <a:cubicBezTo>
                      <a:pt x="78" y="87"/>
                      <a:pt x="75" y="91"/>
                      <a:pt x="71" y="93"/>
                    </a:cubicBezTo>
                    <a:cubicBezTo>
                      <a:pt x="71" y="94"/>
                      <a:pt x="71" y="94"/>
                      <a:pt x="71" y="94"/>
                    </a:cubicBezTo>
                    <a:cubicBezTo>
                      <a:pt x="107" y="94"/>
                      <a:pt x="107" y="94"/>
                      <a:pt x="107" y="94"/>
                    </a:cubicBezTo>
                    <a:lnTo>
                      <a:pt x="107"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4" name="Freeform 37"/>
              <p:cNvSpPr>
                <a:spLocks/>
              </p:cNvSpPr>
              <p:nvPr/>
            </p:nvSpPr>
            <p:spPr bwMode="auto">
              <a:xfrm>
                <a:off x="6147" y="2633"/>
                <a:ext cx="129" cy="81"/>
              </a:xfrm>
              <a:custGeom>
                <a:avLst/>
                <a:gdLst>
                  <a:gd name="T0" fmla="*/ 14 w 54"/>
                  <a:gd name="T1" fmla="*/ 34 h 34"/>
                  <a:gd name="T2" fmla="*/ 43 w 54"/>
                  <a:gd name="T3" fmla="*/ 34 h 34"/>
                  <a:gd name="T4" fmla="*/ 54 w 54"/>
                  <a:gd name="T5" fmla="*/ 13 h 34"/>
                  <a:gd name="T6" fmla="*/ 28 w 54"/>
                  <a:gd name="T7" fmla="*/ 12 h 34"/>
                  <a:gd name="T8" fmla="*/ 16 w 54"/>
                  <a:gd name="T9" fmla="*/ 6 h 34"/>
                  <a:gd name="T10" fmla="*/ 4 w 54"/>
                  <a:gd name="T11" fmla="*/ 13 h 34"/>
                  <a:gd name="T12" fmla="*/ 14 w 5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54" h="34">
                    <a:moveTo>
                      <a:pt x="14" y="34"/>
                    </a:moveTo>
                    <a:cubicBezTo>
                      <a:pt x="43" y="34"/>
                      <a:pt x="43" y="34"/>
                      <a:pt x="43" y="34"/>
                    </a:cubicBezTo>
                    <a:cubicBezTo>
                      <a:pt x="45" y="29"/>
                      <a:pt x="48" y="22"/>
                      <a:pt x="54" y="13"/>
                    </a:cubicBezTo>
                    <a:cubicBezTo>
                      <a:pt x="54" y="13"/>
                      <a:pt x="51" y="3"/>
                      <a:pt x="28" y="12"/>
                    </a:cubicBezTo>
                    <a:cubicBezTo>
                      <a:pt x="28" y="12"/>
                      <a:pt x="22" y="11"/>
                      <a:pt x="16" y="6"/>
                    </a:cubicBezTo>
                    <a:cubicBezTo>
                      <a:pt x="16" y="6"/>
                      <a:pt x="0" y="0"/>
                      <a:pt x="4" y="13"/>
                    </a:cubicBezTo>
                    <a:lnTo>
                      <a:pt x="1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5" name="Freeform 38"/>
              <p:cNvSpPr>
                <a:spLocks noEditPoints="1"/>
              </p:cNvSpPr>
              <p:nvPr/>
            </p:nvSpPr>
            <p:spPr bwMode="auto">
              <a:xfrm>
                <a:off x="6152" y="2642"/>
                <a:ext cx="126" cy="74"/>
              </a:xfrm>
              <a:custGeom>
                <a:avLst/>
                <a:gdLst>
                  <a:gd name="T0" fmla="*/ 12 w 53"/>
                  <a:gd name="T1" fmla="*/ 31 h 31"/>
                  <a:gd name="T2" fmla="*/ 1 w 53"/>
                  <a:gd name="T3" fmla="*/ 9 h 31"/>
                  <a:gd name="T4" fmla="*/ 2 w 53"/>
                  <a:gd name="T5" fmla="*/ 2 h 31"/>
                  <a:gd name="T6" fmla="*/ 7 w 53"/>
                  <a:gd name="T7" fmla="*/ 0 h 31"/>
                  <a:gd name="T8" fmla="*/ 15 w 53"/>
                  <a:gd name="T9" fmla="*/ 2 h 31"/>
                  <a:gd name="T10" fmla="*/ 15 w 53"/>
                  <a:gd name="T11" fmla="*/ 2 h 31"/>
                  <a:gd name="T12" fmla="*/ 25 w 53"/>
                  <a:gd name="T13" fmla="*/ 7 h 31"/>
                  <a:gd name="T14" fmla="*/ 42 w 53"/>
                  <a:gd name="T15" fmla="*/ 3 h 31"/>
                  <a:gd name="T16" fmla="*/ 53 w 53"/>
                  <a:gd name="T17" fmla="*/ 9 h 31"/>
                  <a:gd name="T18" fmla="*/ 53 w 53"/>
                  <a:gd name="T19" fmla="*/ 9 h 31"/>
                  <a:gd name="T20" fmla="*/ 53 w 53"/>
                  <a:gd name="T21" fmla="*/ 9 h 31"/>
                  <a:gd name="T22" fmla="*/ 42 w 53"/>
                  <a:gd name="T23" fmla="*/ 31 h 31"/>
                  <a:gd name="T24" fmla="*/ 42 w 53"/>
                  <a:gd name="T25" fmla="*/ 31 h 31"/>
                  <a:gd name="T26" fmla="*/ 12 w 53"/>
                  <a:gd name="T27" fmla="*/ 31 h 31"/>
                  <a:gd name="T28" fmla="*/ 7 w 53"/>
                  <a:gd name="T29" fmla="*/ 1 h 31"/>
                  <a:gd name="T30" fmla="*/ 2 w 53"/>
                  <a:gd name="T31" fmla="*/ 3 h 31"/>
                  <a:gd name="T32" fmla="*/ 2 w 53"/>
                  <a:gd name="T33" fmla="*/ 9 h 31"/>
                  <a:gd name="T34" fmla="*/ 13 w 53"/>
                  <a:gd name="T35" fmla="*/ 30 h 31"/>
                  <a:gd name="T36" fmla="*/ 41 w 53"/>
                  <a:gd name="T37" fmla="*/ 30 h 31"/>
                  <a:gd name="T38" fmla="*/ 52 w 53"/>
                  <a:gd name="T39" fmla="*/ 9 h 31"/>
                  <a:gd name="T40" fmla="*/ 42 w 53"/>
                  <a:gd name="T41" fmla="*/ 4 h 31"/>
                  <a:gd name="T42" fmla="*/ 26 w 53"/>
                  <a:gd name="T43" fmla="*/ 8 h 31"/>
                  <a:gd name="T44" fmla="*/ 26 w 53"/>
                  <a:gd name="T45" fmla="*/ 8 h 31"/>
                  <a:gd name="T46" fmla="*/ 25 w 53"/>
                  <a:gd name="T47" fmla="*/ 8 h 31"/>
                  <a:gd name="T48" fmla="*/ 14 w 53"/>
                  <a:gd name="T49" fmla="*/ 3 h 31"/>
                  <a:gd name="T50" fmla="*/ 7 w 53"/>
                  <a:gd name="T5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1">
                    <a:moveTo>
                      <a:pt x="12" y="31"/>
                    </a:moveTo>
                    <a:cubicBezTo>
                      <a:pt x="1" y="9"/>
                      <a:pt x="1" y="9"/>
                      <a:pt x="1" y="9"/>
                    </a:cubicBezTo>
                    <a:cubicBezTo>
                      <a:pt x="0" y="6"/>
                      <a:pt x="0" y="4"/>
                      <a:pt x="2" y="2"/>
                    </a:cubicBezTo>
                    <a:cubicBezTo>
                      <a:pt x="3" y="1"/>
                      <a:pt x="4" y="0"/>
                      <a:pt x="7" y="0"/>
                    </a:cubicBezTo>
                    <a:cubicBezTo>
                      <a:pt x="10" y="0"/>
                      <a:pt x="14" y="2"/>
                      <a:pt x="15" y="2"/>
                    </a:cubicBezTo>
                    <a:cubicBezTo>
                      <a:pt x="15" y="2"/>
                      <a:pt x="15" y="2"/>
                      <a:pt x="15" y="2"/>
                    </a:cubicBezTo>
                    <a:cubicBezTo>
                      <a:pt x="20" y="6"/>
                      <a:pt x="25" y="7"/>
                      <a:pt x="25" y="7"/>
                    </a:cubicBezTo>
                    <a:cubicBezTo>
                      <a:pt x="32" y="5"/>
                      <a:pt x="37" y="3"/>
                      <a:pt x="42" y="3"/>
                    </a:cubicBezTo>
                    <a:cubicBezTo>
                      <a:pt x="51" y="3"/>
                      <a:pt x="53" y="9"/>
                      <a:pt x="53" y="9"/>
                    </a:cubicBezTo>
                    <a:cubicBezTo>
                      <a:pt x="53" y="9"/>
                      <a:pt x="53" y="9"/>
                      <a:pt x="53" y="9"/>
                    </a:cubicBezTo>
                    <a:cubicBezTo>
                      <a:pt x="53" y="9"/>
                      <a:pt x="53" y="9"/>
                      <a:pt x="53" y="9"/>
                    </a:cubicBezTo>
                    <a:cubicBezTo>
                      <a:pt x="48" y="17"/>
                      <a:pt x="44" y="24"/>
                      <a:pt x="42" y="31"/>
                    </a:cubicBezTo>
                    <a:cubicBezTo>
                      <a:pt x="42" y="31"/>
                      <a:pt x="42" y="31"/>
                      <a:pt x="42" y="31"/>
                    </a:cubicBezTo>
                    <a:lnTo>
                      <a:pt x="12" y="31"/>
                    </a:lnTo>
                    <a:close/>
                    <a:moveTo>
                      <a:pt x="7" y="1"/>
                    </a:moveTo>
                    <a:cubicBezTo>
                      <a:pt x="5" y="1"/>
                      <a:pt x="3" y="2"/>
                      <a:pt x="2" y="3"/>
                    </a:cubicBezTo>
                    <a:cubicBezTo>
                      <a:pt x="1" y="4"/>
                      <a:pt x="1" y="6"/>
                      <a:pt x="2" y="9"/>
                    </a:cubicBezTo>
                    <a:cubicBezTo>
                      <a:pt x="13" y="30"/>
                      <a:pt x="13" y="30"/>
                      <a:pt x="13" y="30"/>
                    </a:cubicBezTo>
                    <a:cubicBezTo>
                      <a:pt x="41" y="30"/>
                      <a:pt x="41" y="30"/>
                      <a:pt x="41" y="30"/>
                    </a:cubicBezTo>
                    <a:cubicBezTo>
                      <a:pt x="43" y="23"/>
                      <a:pt x="47" y="16"/>
                      <a:pt x="52" y="9"/>
                    </a:cubicBezTo>
                    <a:cubicBezTo>
                      <a:pt x="51" y="8"/>
                      <a:pt x="49" y="4"/>
                      <a:pt x="42" y="4"/>
                    </a:cubicBezTo>
                    <a:cubicBezTo>
                      <a:pt x="37" y="4"/>
                      <a:pt x="32" y="6"/>
                      <a:pt x="26" y="8"/>
                    </a:cubicBezTo>
                    <a:cubicBezTo>
                      <a:pt x="26" y="8"/>
                      <a:pt x="26" y="8"/>
                      <a:pt x="26" y="8"/>
                    </a:cubicBezTo>
                    <a:cubicBezTo>
                      <a:pt x="25" y="8"/>
                      <a:pt x="25" y="8"/>
                      <a:pt x="25" y="8"/>
                    </a:cubicBezTo>
                    <a:cubicBezTo>
                      <a:pt x="25" y="8"/>
                      <a:pt x="20" y="7"/>
                      <a:pt x="14" y="3"/>
                    </a:cubicBezTo>
                    <a:cubicBezTo>
                      <a:pt x="14" y="3"/>
                      <a:pt x="10"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6" name="Freeform 39"/>
              <p:cNvSpPr>
                <a:spLocks/>
              </p:cNvSpPr>
              <p:nvPr/>
            </p:nvSpPr>
            <p:spPr bwMode="auto">
              <a:xfrm>
                <a:off x="6171" y="2721"/>
                <a:ext cx="86" cy="24"/>
              </a:xfrm>
              <a:custGeom>
                <a:avLst/>
                <a:gdLst>
                  <a:gd name="T0" fmla="*/ 31 w 36"/>
                  <a:gd name="T1" fmla="*/ 0 h 10"/>
                  <a:gd name="T2" fmla="*/ 5 w 36"/>
                  <a:gd name="T3" fmla="*/ 0 h 10"/>
                  <a:gd name="T4" fmla="*/ 0 w 36"/>
                  <a:gd name="T5" fmla="*/ 5 h 10"/>
                  <a:gd name="T6" fmla="*/ 5 w 36"/>
                  <a:gd name="T7" fmla="*/ 10 h 10"/>
                  <a:gd name="T8" fmla="*/ 31 w 36"/>
                  <a:gd name="T9" fmla="*/ 10 h 10"/>
                  <a:gd name="T10" fmla="*/ 36 w 36"/>
                  <a:gd name="T11" fmla="*/ 5 h 10"/>
                  <a:gd name="T12" fmla="*/ 31 w 3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1" y="0"/>
                    </a:moveTo>
                    <a:cubicBezTo>
                      <a:pt x="5" y="0"/>
                      <a:pt x="5" y="0"/>
                      <a:pt x="5" y="0"/>
                    </a:cubicBezTo>
                    <a:cubicBezTo>
                      <a:pt x="2" y="0"/>
                      <a:pt x="0" y="2"/>
                      <a:pt x="0" y="5"/>
                    </a:cubicBezTo>
                    <a:cubicBezTo>
                      <a:pt x="0" y="7"/>
                      <a:pt x="2" y="10"/>
                      <a:pt x="5" y="10"/>
                    </a:cubicBezTo>
                    <a:cubicBezTo>
                      <a:pt x="31" y="10"/>
                      <a:pt x="31" y="10"/>
                      <a:pt x="31" y="10"/>
                    </a:cubicBezTo>
                    <a:cubicBezTo>
                      <a:pt x="34" y="10"/>
                      <a:pt x="36" y="7"/>
                      <a:pt x="36" y="5"/>
                    </a:cubicBezTo>
                    <a:cubicBezTo>
                      <a:pt x="36" y="2"/>
                      <a:pt x="34" y="0"/>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7" name="Freeform 40"/>
              <p:cNvSpPr>
                <a:spLocks noEditPoints="1"/>
              </p:cNvSpPr>
              <p:nvPr/>
            </p:nvSpPr>
            <p:spPr bwMode="auto">
              <a:xfrm>
                <a:off x="6171" y="2719"/>
                <a:ext cx="86" cy="26"/>
              </a:xfrm>
              <a:custGeom>
                <a:avLst/>
                <a:gdLst>
                  <a:gd name="T0" fmla="*/ 5 w 36"/>
                  <a:gd name="T1" fmla="*/ 11 h 11"/>
                  <a:gd name="T2" fmla="*/ 0 w 36"/>
                  <a:gd name="T3" fmla="*/ 6 h 11"/>
                  <a:gd name="T4" fmla="*/ 1 w 36"/>
                  <a:gd name="T5" fmla="*/ 2 h 11"/>
                  <a:gd name="T6" fmla="*/ 5 w 36"/>
                  <a:gd name="T7" fmla="*/ 0 h 11"/>
                  <a:gd name="T8" fmla="*/ 31 w 36"/>
                  <a:gd name="T9" fmla="*/ 0 h 11"/>
                  <a:gd name="T10" fmla="*/ 36 w 36"/>
                  <a:gd name="T11" fmla="*/ 6 h 11"/>
                  <a:gd name="T12" fmla="*/ 31 w 36"/>
                  <a:gd name="T13" fmla="*/ 11 h 11"/>
                  <a:gd name="T14" fmla="*/ 5 w 36"/>
                  <a:gd name="T15" fmla="*/ 11 h 11"/>
                  <a:gd name="T16" fmla="*/ 31 w 36"/>
                  <a:gd name="T17" fmla="*/ 1 h 11"/>
                  <a:gd name="T18" fmla="*/ 5 w 36"/>
                  <a:gd name="T19" fmla="*/ 1 h 11"/>
                  <a:gd name="T20" fmla="*/ 2 w 36"/>
                  <a:gd name="T21" fmla="*/ 3 h 11"/>
                  <a:gd name="T22" fmla="*/ 1 w 36"/>
                  <a:gd name="T23" fmla="*/ 6 h 11"/>
                  <a:gd name="T24" fmla="*/ 5 w 36"/>
                  <a:gd name="T25" fmla="*/ 10 h 11"/>
                  <a:gd name="T26" fmla="*/ 5 w 36"/>
                  <a:gd name="T27" fmla="*/ 11 h 11"/>
                  <a:gd name="T28" fmla="*/ 5 w 36"/>
                  <a:gd name="T29" fmla="*/ 10 h 11"/>
                  <a:gd name="T30" fmla="*/ 31 w 36"/>
                  <a:gd name="T31" fmla="*/ 10 h 11"/>
                  <a:gd name="T32" fmla="*/ 35 w 36"/>
                  <a:gd name="T33" fmla="*/ 6 h 11"/>
                  <a:gd name="T34" fmla="*/ 31 w 36"/>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1">
                    <a:moveTo>
                      <a:pt x="5" y="11"/>
                    </a:moveTo>
                    <a:cubicBezTo>
                      <a:pt x="2" y="11"/>
                      <a:pt x="0" y="9"/>
                      <a:pt x="0" y="6"/>
                    </a:cubicBezTo>
                    <a:cubicBezTo>
                      <a:pt x="0" y="4"/>
                      <a:pt x="0" y="3"/>
                      <a:pt x="1" y="2"/>
                    </a:cubicBezTo>
                    <a:cubicBezTo>
                      <a:pt x="2" y="1"/>
                      <a:pt x="4" y="0"/>
                      <a:pt x="5" y="0"/>
                    </a:cubicBezTo>
                    <a:cubicBezTo>
                      <a:pt x="31" y="0"/>
                      <a:pt x="31" y="0"/>
                      <a:pt x="31" y="0"/>
                    </a:cubicBezTo>
                    <a:cubicBezTo>
                      <a:pt x="34" y="0"/>
                      <a:pt x="36" y="3"/>
                      <a:pt x="36" y="6"/>
                    </a:cubicBezTo>
                    <a:cubicBezTo>
                      <a:pt x="36" y="9"/>
                      <a:pt x="34" y="11"/>
                      <a:pt x="31" y="11"/>
                    </a:cubicBezTo>
                    <a:lnTo>
                      <a:pt x="5" y="11"/>
                    </a:lnTo>
                    <a:close/>
                    <a:moveTo>
                      <a:pt x="31" y="1"/>
                    </a:moveTo>
                    <a:cubicBezTo>
                      <a:pt x="5" y="1"/>
                      <a:pt x="5" y="1"/>
                      <a:pt x="5" y="1"/>
                    </a:cubicBezTo>
                    <a:cubicBezTo>
                      <a:pt x="4" y="1"/>
                      <a:pt x="3" y="2"/>
                      <a:pt x="2" y="3"/>
                    </a:cubicBezTo>
                    <a:cubicBezTo>
                      <a:pt x="1" y="3"/>
                      <a:pt x="1" y="5"/>
                      <a:pt x="1" y="6"/>
                    </a:cubicBezTo>
                    <a:cubicBezTo>
                      <a:pt x="1" y="8"/>
                      <a:pt x="3" y="10"/>
                      <a:pt x="5" y="10"/>
                    </a:cubicBezTo>
                    <a:cubicBezTo>
                      <a:pt x="5" y="11"/>
                      <a:pt x="5" y="11"/>
                      <a:pt x="5" y="11"/>
                    </a:cubicBezTo>
                    <a:cubicBezTo>
                      <a:pt x="5" y="10"/>
                      <a:pt x="5" y="10"/>
                      <a:pt x="5" y="10"/>
                    </a:cubicBezTo>
                    <a:cubicBezTo>
                      <a:pt x="31" y="10"/>
                      <a:pt x="31" y="10"/>
                      <a:pt x="31" y="10"/>
                    </a:cubicBezTo>
                    <a:cubicBezTo>
                      <a:pt x="33" y="10"/>
                      <a:pt x="35" y="8"/>
                      <a:pt x="35" y="6"/>
                    </a:cubicBezTo>
                    <a:cubicBezTo>
                      <a:pt x="35" y="3"/>
                      <a:pt x="33" y="1"/>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88" name="Freeform 41"/>
              <p:cNvSpPr>
                <a:spLocks noEditPoints="1"/>
              </p:cNvSpPr>
              <p:nvPr/>
            </p:nvSpPr>
            <p:spPr bwMode="auto">
              <a:xfrm>
                <a:off x="6066" y="2752"/>
                <a:ext cx="300" cy="264"/>
              </a:xfrm>
              <a:custGeom>
                <a:avLst/>
                <a:gdLst>
                  <a:gd name="T0" fmla="*/ 120 w 126"/>
                  <a:gd name="T1" fmla="*/ 99 h 110"/>
                  <a:gd name="T2" fmla="*/ 118 w 126"/>
                  <a:gd name="T3" fmla="*/ 82 h 110"/>
                  <a:gd name="T4" fmla="*/ 101 w 126"/>
                  <a:gd name="T5" fmla="*/ 28 h 110"/>
                  <a:gd name="T6" fmla="*/ 76 w 126"/>
                  <a:gd name="T7" fmla="*/ 2 h 110"/>
                  <a:gd name="T8" fmla="*/ 75 w 126"/>
                  <a:gd name="T9" fmla="*/ 0 h 110"/>
                  <a:gd name="T10" fmla="*/ 48 w 126"/>
                  <a:gd name="T11" fmla="*/ 0 h 110"/>
                  <a:gd name="T12" fmla="*/ 29 w 126"/>
                  <a:gd name="T13" fmla="*/ 22 h 110"/>
                  <a:gd name="T14" fmla="*/ 10 w 126"/>
                  <a:gd name="T15" fmla="*/ 91 h 110"/>
                  <a:gd name="T16" fmla="*/ 4 w 126"/>
                  <a:gd name="T17" fmla="*/ 102 h 110"/>
                  <a:gd name="T18" fmla="*/ 4 w 126"/>
                  <a:gd name="T19" fmla="*/ 105 h 110"/>
                  <a:gd name="T20" fmla="*/ 10 w 126"/>
                  <a:gd name="T21" fmla="*/ 106 h 110"/>
                  <a:gd name="T22" fmla="*/ 19 w 126"/>
                  <a:gd name="T23" fmla="*/ 105 h 110"/>
                  <a:gd name="T24" fmla="*/ 19 w 126"/>
                  <a:gd name="T25" fmla="*/ 105 h 110"/>
                  <a:gd name="T26" fmla="*/ 20 w 126"/>
                  <a:gd name="T27" fmla="*/ 105 h 110"/>
                  <a:gd name="T28" fmla="*/ 61 w 126"/>
                  <a:gd name="T29" fmla="*/ 110 h 110"/>
                  <a:gd name="T30" fmla="*/ 105 w 126"/>
                  <a:gd name="T31" fmla="*/ 104 h 110"/>
                  <a:gd name="T32" fmla="*/ 107 w 126"/>
                  <a:gd name="T33" fmla="*/ 104 h 110"/>
                  <a:gd name="T34" fmla="*/ 114 w 126"/>
                  <a:gd name="T35" fmla="*/ 106 h 110"/>
                  <a:gd name="T36" fmla="*/ 118 w 126"/>
                  <a:gd name="T37" fmla="*/ 107 h 110"/>
                  <a:gd name="T38" fmla="*/ 123 w 126"/>
                  <a:gd name="T39" fmla="*/ 104 h 110"/>
                  <a:gd name="T40" fmla="*/ 120 w 126"/>
                  <a:gd name="T41" fmla="*/ 99 h 110"/>
                  <a:gd name="T42" fmla="*/ 81 w 126"/>
                  <a:gd name="T43" fmla="*/ 55 h 110"/>
                  <a:gd name="T44" fmla="*/ 81 w 126"/>
                  <a:gd name="T45" fmla="*/ 58 h 110"/>
                  <a:gd name="T46" fmla="*/ 53 w 126"/>
                  <a:gd name="T47" fmla="*/ 57 h 110"/>
                  <a:gd name="T48" fmla="*/ 53 w 126"/>
                  <a:gd name="T49" fmla="*/ 62 h 110"/>
                  <a:gd name="T50" fmla="*/ 81 w 126"/>
                  <a:gd name="T51" fmla="*/ 62 h 110"/>
                  <a:gd name="T52" fmla="*/ 81 w 126"/>
                  <a:gd name="T53" fmla="*/ 66 h 110"/>
                  <a:gd name="T54" fmla="*/ 53 w 126"/>
                  <a:gd name="T55" fmla="*/ 65 h 110"/>
                  <a:gd name="T56" fmla="*/ 67 w 126"/>
                  <a:gd name="T57" fmla="*/ 80 h 110"/>
                  <a:gd name="T58" fmla="*/ 83 w 126"/>
                  <a:gd name="T59" fmla="*/ 78 h 110"/>
                  <a:gd name="T60" fmla="*/ 85 w 126"/>
                  <a:gd name="T61" fmla="*/ 83 h 110"/>
                  <a:gd name="T62" fmla="*/ 54 w 126"/>
                  <a:gd name="T63" fmla="*/ 81 h 110"/>
                  <a:gd name="T64" fmla="*/ 45 w 126"/>
                  <a:gd name="T65" fmla="*/ 65 h 110"/>
                  <a:gd name="T66" fmla="*/ 38 w 126"/>
                  <a:gd name="T67" fmla="*/ 65 h 110"/>
                  <a:gd name="T68" fmla="*/ 39 w 126"/>
                  <a:gd name="T69" fmla="*/ 61 h 110"/>
                  <a:gd name="T70" fmla="*/ 44 w 126"/>
                  <a:gd name="T71" fmla="*/ 61 h 110"/>
                  <a:gd name="T72" fmla="*/ 45 w 126"/>
                  <a:gd name="T73" fmla="*/ 58 h 110"/>
                  <a:gd name="T74" fmla="*/ 39 w 126"/>
                  <a:gd name="T75" fmla="*/ 57 h 110"/>
                  <a:gd name="T76" fmla="*/ 39 w 126"/>
                  <a:gd name="T77" fmla="*/ 53 h 110"/>
                  <a:gd name="T78" fmla="*/ 45 w 126"/>
                  <a:gd name="T79" fmla="*/ 53 h 110"/>
                  <a:gd name="T80" fmla="*/ 67 w 126"/>
                  <a:gd name="T81" fmla="*/ 35 h 110"/>
                  <a:gd name="T82" fmla="*/ 86 w 126"/>
                  <a:gd name="T83" fmla="*/ 38 h 110"/>
                  <a:gd name="T84" fmla="*/ 83 w 126"/>
                  <a:gd name="T85" fmla="*/ 43 h 110"/>
                  <a:gd name="T86" fmla="*/ 54 w 126"/>
                  <a:gd name="T87" fmla="*/ 54 h 110"/>
                  <a:gd name="T88" fmla="*/ 81 w 126"/>
                  <a:gd name="T89"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110">
                    <a:moveTo>
                      <a:pt x="120" y="99"/>
                    </a:moveTo>
                    <a:cubicBezTo>
                      <a:pt x="120" y="99"/>
                      <a:pt x="114" y="94"/>
                      <a:pt x="118" y="82"/>
                    </a:cubicBezTo>
                    <a:cubicBezTo>
                      <a:pt x="118" y="82"/>
                      <a:pt x="126" y="48"/>
                      <a:pt x="101" y="28"/>
                    </a:cubicBezTo>
                    <a:cubicBezTo>
                      <a:pt x="99" y="26"/>
                      <a:pt x="76" y="7"/>
                      <a:pt x="76" y="2"/>
                    </a:cubicBezTo>
                    <a:cubicBezTo>
                      <a:pt x="76" y="1"/>
                      <a:pt x="75" y="1"/>
                      <a:pt x="75" y="0"/>
                    </a:cubicBezTo>
                    <a:cubicBezTo>
                      <a:pt x="48" y="0"/>
                      <a:pt x="48" y="0"/>
                      <a:pt x="48" y="0"/>
                    </a:cubicBezTo>
                    <a:cubicBezTo>
                      <a:pt x="45" y="6"/>
                      <a:pt x="38" y="13"/>
                      <a:pt x="29" y="22"/>
                    </a:cubicBezTo>
                    <a:cubicBezTo>
                      <a:pt x="29" y="22"/>
                      <a:pt x="0" y="49"/>
                      <a:pt x="10" y="91"/>
                    </a:cubicBezTo>
                    <a:cubicBezTo>
                      <a:pt x="10" y="92"/>
                      <a:pt x="10" y="94"/>
                      <a:pt x="4" y="102"/>
                    </a:cubicBezTo>
                    <a:cubicBezTo>
                      <a:pt x="4" y="102"/>
                      <a:pt x="3" y="104"/>
                      <a:pt x="4" y="105"/>
                    </a:cubicBezTo>
                    <a:cubicBezTo>
                      <a:pt x="5" y="106"/>
                      <a:pt x="7" y="107"/>
                      <a:pt x="10" y="106"/>
                    </a:cubicBezTo>
                    <a:cubicBezTo>
                      <a:pt x="10" y="106"/>
                      <a:pt x="14" y="105"/>
                      <a:pt x="19" y="105"/>
                    </a:cubicBezTo>
                    <a:cubicBezTo>
                      <a:pt x="19" y="105"/>
                      <a:pt x="19" y="105"/>
                      <a:pt x="19" y="105"/>
                    </a:cubicBezTo>
                    <a:cubicBezTo>
                      <a:pt x="20" y="105"/>
                      <a:pt x="20" y="105"/>
                      <a:pt x="20" y="105"/>
                    </a:cubicBezTo>
                    <a:cubicBezTo>
                      <a:pt x="20" y="105"/>
                      <a:pt x="36" y="110"/>
                      <a:pt x="61" y="110"/>
                    </a:cubicBezTo>
                    <a:cubicBezTo>
                      <a:pt x="76" y="110"/>
                      <a:pt x="91" y="108"/>
                      <a:pt x="105" y="104"/>
                    </a:cubicBezTo>
                    <a:cubicBezTo>
                      <a:pt x="105" y="104"/>
                      <a:pt x="106" y="104"/>
                      <a:pt x="107" y="104"/>
                    </a:cubicBezTo>
                    <a:cubicBezTo>
                      <a:pt x="109" y="104"/>
                      <a:pt x="112" y="105"/>
                      <a:pt x="114" y="106"/>
                    </a:cubicBezTo>
                    <a:cubicBezTo>
                      <a:pt x="114" y="106"/>
                      <a:pt x="116" y="107"/>
                      <a:pt x="118" y="107"/>
                    </a:cubicBezTo>
                    <a:cubicBezTo>
                      <a:pt x="119" y="107"/>
                      <a:pt x="121" y="106"/>
                      <a:pt x="123" y="104"/>
                    </a:cubicBezTo>
                    <a:cubicBezTo>
                      <a:pt x="123" y="104"/>
                      <a:pt x="125" y="102"/>
                      <a:pt x="120" y="99"/>
                    </a:cubicBezTo>
                    <a:close/>
                    <a:moveTo>
                      <a:pt x="81" y="55"/>
                    </a:moveTo>
                    <a:cubicBezTo>
                      <a:pt x="81" y="58"/>
                      <a:pt x="81" y="58"/>
                      <a:pt x="81" y="58"/>
                    </a:cubicBezTo>
                    <a:cubicBezTo>
                      <a:pt x="53" y="57"/>
                      <a:pt x="53" y="57"/>
                      <a:pt x="53" y="57"/>
                    </a:cubicBezTo>
                    <a:cubicBezTo>
                      <a:pt x="53" y="57"/>
                      <a:pt x="52" y="61"/>
                      <a:pt x="53" y="62"/>
                    </a:cubicBezTo>
                    <a:cubicBezTo>
                      <a:pt x="81" y="62"/>
                      <a:pt x="81" y="62"/>
                      <a:pt x="81" y="62"/>
                    </a:cubicBezTo>
                    <a:cubicBezTo>
                      <a:pt x="81" y="66"/>
                      <a:pt x="81" y="66"/>
                      <a:pt x="81" y="66"/>
                    </a:cubicBezTo>
                    <a:cubicBezTo>
                      <a:pt x="53" y="65"/>
                      <a:pt x="53" y="65"/>
                      <a:pt x="53" y="65"/>
                    </a:cubicBezTo>
                    <a:cubicBezTo>
                      <a:pt x="53" y="65"/>
                      <a:pt x="54" y="78"/>
                      <a:pt x="67" y="80"/>
                    </a:cubicBezTo>
                    <a:cubicBezTo>
                      <a:pt x="67" y="80"/>
                      <a:pt x="76" y="82"/>
                      <a:pt x="83" y="78"/>
                    </a:cubicBezTo>
                    <a:cubicBezTo>
                      <a:pt x="85" y="83"/>
                      <a:pt x="85" y="83"/>
                      <a:pt x="85" y="83"/>
                    </a:cubicBezTo>
                    <a:cubicBezTo>
                      <a:pt x="85" y="83"/>
                      <a:pt x="71" y="91"/>
                      <a:pt x="54" y="81"/>
                    </a:cubicBezTo>
                    <a:cubicBezTo>
                      <a:pt x="54" y="81"/>
                      <a:pt x="46" y="76"/>
                      <a:pt x="45" y="65"/>
                    </a:cubicBezTo>
                    <a:cubicBezTo>
                      <a:pt x="38" y="65"/>
                      <a:pt x="38" y="65"/>
                      <a:pt x="38" y="65"/>
                    </a:cubicBezTo>
                    <a:cubicBezTo>
                      <a:pt x="39" y="61"/>
                      <a:pt x="39" y="61"/>
                      <a:pt x="39" y="61"/>
                    </a:cubicBezTo>
                    <a:cubicBezTo>
                      <a:pt x="44" y="61"/>
                      <a:pt x="44" y="61"/>
                      <a:pt x="44" y="61"/>
                    </a:cubicBezTo>
                    <a:cubicBezTo>
                      <a:pt x="44" y="61"/>
                      <a:pt x="44" y="60"/>
                      <a:pt x="45" y="58"/>
                    </a:cubicBezTo>
                    <a:cubicBezTo>
                      <a:pt x="39" y="57"/>
                      <a:pt x="39" y="57"/>
                      <a:pt x="39" y="57"/>
                    </a:cubicBezTo>
                    <a:cubicBezTo>
                      <a:pt x="39" y="53"/>
                      <a:pt x="39" y="53"/>
                      <a:pt x="39" y="53"/>
                    </a:cubicBezTo>
                    <a:cubicBezTo>
                      <a:pt x="45" y="53"/>
                      <a:pt x="45" y="53"/>
                      <a:pt x="45" y="53"/>
                    </a:cubicBezTo>
                    <a:cubicBezTo>
                      <a:pt x="45" y="53"/>
                      <a:pt x="48" y="37"/>
                      <a:pt x="67" y="35"/>
                    </a:cubicBezTo>
                    <a:cubicBezTo>
                      <a:pt x="67" y="35"/>
                      <a:pt x="81" y="33"/>
                      <a:pt x="86" y="38"/>
                    </a:cubicBezTo>
                    <a:cubicBezTo>
                      <a:pt x="83" y="43"/>
                      <a:pt x="83" y="43"/>
                      <a:pt x="83" y="43"/>
                    </a:cubicBezTo>
                    <a:cubicBezTo>
                      <a:pt x="83" y="43"/>
                      <a:pt x="61" y="33"/>
                      <a:pt x="54" y="54"/>
                    </a:cubicBezTo>
                    <a:lnTo>
                      <a:pt x="81"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95" name="组合 94"/>
          <p:cNvGrpSpPr/>
          <p:nvPr/>
        </p:nvGrpSpPr>
        <p:grpSpPr>
          <a:xfrm>
            <a:off x="5997037" y="5573686"/>
            <a:ext cx="827731" cy="1047634"/>
            <a:chOff x="5685315" y="4892401"/>
            <a:chExt cx="784753" cy="993597"/>
          </a:xfrm>
        </p:grpSpPr>
        <p:grpSp>
          <p:nvGrpSpPr>
            <p:cNvPr id="96" name="组合 95"/>
            <p:cNvGrpSpPr/>
            <p:nvPr/>
          </p:nvGrpSpPr>
          <p:grpSpPr>
            <a:xfrm>
              <a:off x="5685315" y="4892401"/>
              <a:ext cx="784753" cy="993597"/>
              <a:chOff x="4390176" y="890801"/>
              <a:chExt cx="1081244" cy="1368991"/>
            </a:xfrm>
          </p:grpSpPr>
          <p:grpSp>
            <p:nvGrpSpPr>
              <p:cNvPr id="98" name="组合 97"/>
              <p:cNvGrpSpPr/>
              <p:nvPr/>
            </p:nvGrpSpPr>
            <p:grpSpPr>
              <a:xfrm>
                <a:off x="4390176" y="890801"/>
                <a:ext cx="1081244" cy="1368991"/>
                <a:chOff x="4627786" y="1796539"/>
                <a:chExt cx="2675679" cy="3387753"/>
              </a:xfrm>
            </p:grpSpPr>
            <p:sp>
              <p:nvSpPr>
                <p:cNvPr id="102" name="圆角矩形 101"/>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3" name="椭圆 102"/>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99" name="组合 98"/>
              <p:cNvGrpSpPr/>
              <p:nvPr/>
            </p:nvGrpSpPr>
            <p:grpSpPr>
              <a:xfrm>
                <a:off x="4489652" y="976692"/>
                <a:ext cx="873070" cy="1203161"/>
                <a:chOff x="4627786" y="1715908"/>
                <a:chExt cx="2875230" cy="3962302"/>
              </a:xfrm>
            </p:grpSpPr>
            <p:sp>
              <p:nvSpPr>
                <p:cNvPr id="100" name="圆角矩形 99"/>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1" name="椭圆 100"/>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sp>
          <p:nvSpPr>
            <p:cNvPr id="97" name="Freeform 108"/>
            <p:cNvSpPr>
              <a:spLocks noEditPoints="1"/>
            </p:cNvSpPr>
            <p:nvPr/>
          </p:nvSpPr>
          <p:spPr bwMode="auto">
            <a:xfrm>
              <a:off x="5838421" y="5086977"/>
              <a:ext cx="276466" cy="277460"/>
            </a:xfrm>
            <a:custGeom>
              <a:avLst/>
              <a:gdLst>
                <a:gd name="T0" fmla="*/ 97 w 115"/>
                <a:gd name="T1" fmla="*/ 48 h 115"/>
                <a:gd name="T2" fmla="*/ 91 w 115"/>
                <a:gd name="T3" fmla="*/ 41 h 115"/>
                <a:gd name="T4" fmla="*/ 102 w 115"/>
                <a:gd name="T5" fmla="*/ 26 h 115"/>
                <a:gd name="T6" fmla="*/ 94 w 115"/>
                <a:gd name="T7" fmla="*/ 13 h 115"/>
                <a:gd name="T8" fmla="*/ 79 w 115"/>
                <a:gd name="T9" fmla="*/ 23 h 115"/>
                <a:gd name="T10" fmla="*/ 70 w 115"/>
                <a:gd name="T11" fmla="*/ 22 h 115"/>
                <a:gd name="T12" fmla="*/ 67 w 115"/>
                <a:gd name="T13" fmla="*/ 3 h 115"/>
                <a:gd name="T14" fmla="*/ 52 w 115"/>
                <a:gd name="T15" fmla="*/ 0 h 115"/>
                <a:gd name="T16" fmla="*/ 48 w 115"/>
                <a:gd name="T17" fmla="*/ 18 h 115"/>
                <a:gd name="T18" fmla="*/ 41 w 115"/>
                <a:gd name="T19" fmla="*/ 24 h 115"/>
                <a:gd name="T20" fmla="*/ 26 w 115"/>
                <a:gd name="T21" fmla="*/ 13 h 115"/>
                <a:gd name="T22" fmla="*/ 13 w 115"/>
                <a:gd name="T23" fmla="*/ 21 h 115"/>
                <a:gd name="T24" fmla="*/ 23 w 115"/>
                <a:gd name="T25" fmla="*/ 36 h 115"/>
                <a:gd name="T26" fmla="*/ 22 w 115"/>
                <a:gd name="T27" fmla="*/ 45 h 115"/>
                <a:gd name="T28" fmla="*/ 4 w 115"/>
                <a:gd name="T29" fmla="*/ 48 h 115"/>
                <a:gd name="T30" fmla="*/ 0 w 115"/>
                <a:gd name="T31" fmla="*/ 63 h 115"/>
                <a:gd name="T32" fmla="*/ 18 w 115"/>
                <a:gd name="T33" fmla="*/ 66 h 115"/>
                <a:gd name="T34" fmla="*/ 24 w 115"/>
                <a:gd name="T35" fmla="*/ 73 h 115"/>
                <a:gd name="T36" fmla="*/ 13 w 115"/>
                <a:gd name="T37" fmla="*/ 89 h 115"/>
                <a:gd name="T38" fmla="*/ 21 w 115"/>
                <a:gd name="T39" fmla="*/ 102 h 115"/>
                <a:gd name="T40" fmla="*/ 36 w 115"/>
                <a:gd name="T41" fmla="*/ 92 h 115"/>
                <a:gd name="T42" fmla="*/ 45 w 115"/>
                <a:gd name="T43" fmla="*/ 92 h 115"/>
                <a:gd name="T44" fmla="*/ 48 w 115"/>
                <a:gd name="T45" fmla="*/ 111 h 115"/>
                <a:gd name="T46" fmla="*/ 63 w 115"/>
                <a:gd name="T47" fmla="*/ 115 h 115"/>
                <a:gd name="T48" fmla="*/ 67 w 115"/>
                <a:gd name="T49" fmla="*/ 97 h 115"/>
                <a:gd name="T50" fmla="*/ 74 w 115"/>
                <a:gd name="T51" fmla="*/ 91 h 115"/>
                <a:gd name="T52" fmla="*/ 89 w 115"/>
                <a:gd name="T53" fmla="*/ 102 h 115"/>
                <a:gd name="T54" fmla="*/ 102 w 115"/>
                <a:gd name="T55" fmla="*/ 94 h 115"/>
                <a:gd name="T56" fmla="*/ 92 w 115"/>
                <a:gd name="T57" fmla="*/ 79 h 115"/>
                <a:gd name="T58" fmla="*/ 93 w 115"/>
                <a:gd name="T59" fmla="*/ 70 h 115"/>
                <a:gd name="T60" fmla="*/ 112 w 115"/>
                <a:gd name="T61" fmla="*/ 66 h 115"/>
                <a:gd name="T62" fmla="*/ 115 w 115"/>
                <a:gd name="T63" fmla="*/ 52 h 115"/>
                <a:gd name="T64" fmla="*/ 58 w 115"/>
                <a:gd name="T65" fmla="*/ 79 h 115"/>
                <a:gd name="T66" fmla="*/ 58 w 115"/>
                <a:gd name="T67" fmla="*/ 36 h 115"/>
                <a:gd name="T68" fmla="*/ 58 w 115"/>
                <a:gd name="T69" fmla="*/ 79 h 115"/>
                <a:gd name="T70" fmla="*/ 49 w 115"/>
                <a:gd name="T71" fmla="*/ 57 h 115"/>
                <a:gd name="T72" fmla="*/ 67 w 115"/>
                <a:gd name="T73" fmla="*/ 5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15">
                  <a:moveTo>
                    <a:pt x="112" y="48"/>
                  </a:moveTo>
                  <a:cubicBezTo>
                    <a:pt x="97" y="48"/>
                    <a:pt x="97" y="48"/>
                    <a:pt x="97" y="48"/>
                  </a:cubicBezTo>
                  <a:cubicBezTo>
                    <a:pt x="95" y="48"/>
                    <a:pt x="93" y="47"/>
                    <a:pt x="93" y="45"/>
                  </a:cubicBezTo>
                  <a:cubicBezTo>
                    <a:pt x="91" y="41"/>
                    <a:pt x="91" y="41"/>
                    <a:pt x="91" y="41"/>
                  </a:cubicBezTo>
                  <a:cubicBezTo>
                    <a:pt x="90" y="40"/>
                    <a:pt x="91" y="37"/>
                    <a:pt x="92" y="36"/>
                  </a:cubicBezTo>
                  <a:cubicBezTo>
                    <a:pt x="102" y="26"/>
                    <a:pt x="102" y="26"/>
                    <a:pt x="102" y="26"/>
                  </a:cubicBezTo>
                  <a:cubicBezTo>
                    <a:pt x="104" y="24"/>
                    <a:pt x="104" y="22"/>
                    <a:pt x="102" y="21"/>
                  </a:cubicBezTo>
                  <a:cubicBezTo>
                    <a:pt x="94" y="13"/>
                    <a:pt x="94" y="13"/>
                    <a:pt x="94" y="13"/>
                  </a:cubicBezTo>
                  <a:cubicBezTo>
                    <a:pt x="93" y="11"/>
                    <a:pt x="91" y="11"/>
                    <a:pt x="89" y="13"/>
                  </a:cubicBezTo>
                  <a:cubicBezTo>
                    <a:pt x="79" y="23"/>
                    <a:pt x="79" y="23"/>
                    <a:pt x="79" y="23"/>
                  </a:cubicBezTo>
                  <a:cubicBezTo>
                    <a:pt x="78" y="24"/>
                    <a:pt x="75" y="25"/>
                    <a:pt x="74" y="24"/>
                  </a:cubicBezTo>
                  <a:cubicBezTo>
                    <a:pt x="70" y="22"/>
                    <a:pt x="70" y="22"/>
                    <a:pt x="70" y="22"/>
                  </a:cubicBezTo>
                  <a:cubicBezTo>
                    <a:pt x="68" y="22"/>
                    <a:pt x="67" y="20"/>
                    <a:pt x="67" y="18"/>
                  </a:cubicBezTo>
                  <a:cubicBezTo>
                    <a:pt x="67" y="3"/>
                    <a:pt x="67" y="3"/>
                    <a:pt x="67" y="3"/>
                  </a:cubicBezTo>
                  <a:cubicBezTo>
                    <a:pt x="67" y="1"/>
                    <a:pt x="65" y="0"/>
                    <a:pt x="63" y="0"/>
                  </a:cubicBezTo>
                  <a:cubicBezTo>
                    <a:pt x="52" y="0"/>
                    <a:pt x="52" y="0"/>
                    <a:pt x="52" y="0"/>
                  </a:cubicBezTo>
                  <a:cubicBezTo>
                    <a:pt x="50" y="0"/>
                    <a:pt x="48" y="1"/>
                    <a:pt x="48" y="3"/>
                  </a:cubicBezTo>
                  <a:cubicBezTo>
                    <a:pt x="48" y="18"/>
                    <a:pt x="48" y="18"/>
                    <a:pt x="48" y="18"/>
                  </a:cubicBezTo>
                  <a:cubicBezTo>
                    <a:pt x="48" y="20"/>
                    <a:pt x="47" y="22"/>
                    <a:pt x="45" y="22"/>
                  </a:cubicBezTo>
                  <a:cubicBezTo>
                    <a:pt x="41" y="24"/>
                    <a:pt x="41" y="24"/>
                    <a:pt x="41" y="24"/>
                  </a:cubicBezTo>
                  <a:cubicBezTo>
                    <a:pt x="40" y="25"/>
                    <a:pt x="37" y="24"/>
                    <a:pt x="36" y="23"/>
                  </a:cubicBezTo>
                  <a:cubicBezTo>
                    <a:pt x="26" y="13"/>
                    <a:pt x="26" y="13"/>
                    <a:pt x="26" y="13"/>
                  </a:cubicBezTo>
                  <a:cubicBezTo>
                    <a:pt x="25" y="11"/>
                    <a:pt x="22" y="11"/>
                    <a:pt x="21" y="13"/>
                  </a:cubicBezTo>
                  <a:cubicBezTo>
                    <a:pt x="13" y="21"/>
                    <a:pt x="13" y="21"/>
                    <a:pt x="13" y="21"/>
                  </a:cubicBezTo>
                  <a:cubicBezTo>
                    <a:pt x="12" y="22"/>
                    <a:pt x="12" y="24"/>
                    <a:pt x="13" y="26"/>
                  </a:cubicBezTo>
                  <a:cubicBezTo>
                    <a:pt x="23" y="36"/>
                    <a:pt x="23" y="36"/>
                    <a:pt x="23" y="36"/>
                  </a:cubicBezTo>
                  <a:cubicBezTo>
                    <a:pt x="24" y="37"/>
                    <a:pt x="25" y="40"/>
                    <a:pt x="24" y="41"/>
                  </a:cubicBezTo>
                  <a:cubicBezTo>
                    <a:pt x="22" y="45"/>
                    <a:pt x="22" y="45"/>
                    <a:pt x="22" y="45"/>
                  </a:cubicBezTo>
                  <a:cubicBezTo>
                    <a:pt x="22" y="47"/>
                    <a:pt x="20" y="48"/>
                    <a:pt x="18" y="48"/>
                  </a:cubicBezTo>
                  <a:cubicBezTo>
                    <a:pt x="4" y="48"/>
                    <a:pt x="4" y="48"/>
                    <a:pt x="4" y="48"/>
                  </a:cubicBezTo>
                  <a:cubicBezTo>
                    <a:pt x="2" y="48"/>
                    <a:pt x="0" y="50"/>
                    <a:pt x="0" y="52"/>
                  </a:cubicBezTo>
                  <a:cubicBezTo>
                    <a:pt x="0" y="63"/>
                    <a:pt x="0" y="63"/>
                    <a:pt x="0" y="63"/>
                  </a:cubicBezTo>
                  <a:cubicBezTo>
                    <a:pt x="0" y="65"/>
                    <a:pt x="2" y="66"/>
                    <a:pt x="4" y="66"/>
                  </a:cubicBezTo>
                  <a:cubicBezTo>
                    <a:pt x="18" y="66"/>
                    <a:pt x="18" y="66"/>
                    <a:pt x="18" y="66"/>
                  </a:cubicBezTo>
                  <a:cubicBezTo>
                    <a:pt x="20" y="66"/>
                    <a:pt x="22" y="68"/>
                    <a:pt x="22" y="70"/>
                  </a:cubicBezTo>
                  <a:cubicBezTo>
                    <a:pt x="24" y="73"/>
                    <a:pt x="24" y="73"/>
                    <a:pt x="24" y="73"/>
                  </a:cubicBezTo>
                  <a:cubicBezTo>
                    <a:pt x="25" y="75"/>
                    <a:pt x="24" y="78"/>
                    <a:pt x="23" y="79"/>
                  </a:cubicBezTo>
                  <a:cubicBezTo>
                    <a:pt x="13" y="89"/>
                    <a:pt x="13" y="89"/>
                    <a:pt x="13" y="89"/>
                  </a:cubicBezTo>
                  <a:cubicBezTo>
                    <a:pt x="12" y="90"/>
                    <a:pt x="12" y="93"/>
                    <a:pt x="13" y="94"/>
                  </a:cubicBezTo>
                  <a:cubicBezTo>
                    <a:pt x="21" y="102"/>
                    <a:pt x="21" y="102"/>
                    <a:pt x="21" y="102"/>
                  </a:cubicBezTo>
                  <a:cubicBezTo>
                    <a:pt x="22" y="103"/>
                    <a:pt x="25" y="103"/>
                    <a:pt x="26" y="102"/>
                  </a:cubicBezTo>
                  <a:cubicBezTo>
                    <a:pt x="36" y="92"/>
                    <a:pt x="36" y="92"/>
                    <a:pt x="36" y="92"/>
                  </a:cubicBezTo>
                  <a:cubicBezTo>
                    <a:pt x="37" y="90"/>
                    <a:pt x="40" y="90"/>
                    <a:pt x="41" y="91"/>
                  </a:cubicBezTo>
                  <a:cubicBezTo>
                    <a:pt x="45" y="92"/>
                    <a:pt x="45" y="92"/>
                    <a:pt x="45" y="92"/>
                  </a:cubicBezTo>
                  <a:cubicBezTo>
                    <a:pt x="47" y="93"/>
                    <a:pt x="48" y="95"/>
                    <a:pt x="48" y="97"/>
                  </a:cubicBezTo>
                  <a:cubicBezTo>
                    <a:pt x="48" y="111"/>
                    <a:pt x="48" y="111"/>
                    <a:pt x="48" y="111"/>
                  </a:cubicBezTo>
                  <a:cubicBezTo>
                    <a:pt x="48" y="113"/>
                    <a:pt x="50" y="115"/>
                    <a:pt x="52" y="115"/>
                  </a:cubicBezTo>
                  <a:cubicBezTo>
                    <a:pt x="63" y="115"/>
                    <a:pt x="63" y="115"/>
                    <a:pt x="63" y="115"/>
                  </a:cubicBezTo>
                  <a:cubicBezTo>
                    <a:pt x="65" y="115"/>
                    <a:pt x="67" y="113"/>
                    <a:pt x="67" y="111"/>
                  </a:cubicBezTo>
                  <a:cubicBezTo>
                    <a:pt x="67" y="97"/>
                    <a:pt x="67" y="97"/>
                    <a:pt x="67" y="97"/>
                  </a:cubicBezTo>
                  <a:cubicBezTo>
                    <a:pt x="67" y="95"/>
                    <a:pt x="68" y="93"/>
                    <a:pt x="70" y="92"/>
                  </a:cubicBezTo>
                  <a:cubicBezTo>
                    <a:pt x="74" y="91"/>
                    <a:pt x="74" y="91"/>
                    <a:pt x="74" y="91"/>
                  </a:cubicBezTo>
                  <a:cubicBezTo>
                    <a:pt x="75" y="90"/>
                    <a:pt x="78" y="90"/>
                    <a:pt x="79" y="92"/>
                  </a:cubicBezTo>
                  <a:cubicBezTo>
                    <a:pt x="89" y="102"/>
                    <a:pt x="89" y="102"/>
                    <a:pt x="89" y="102"/>
                  </a:cubicBezTo>
                  <a:cubicBezTo>
                    <a:pt x="91" y="103"/>
                    <a:pt x="93" y="103"/>
                    <a:pt x="94" y="102"/>
                  </a:cubicBezTo>
                  <a:cubicBezTo>
                    <a:pt x="102" y="94"/>
                    <a:pt x="102" y="94"/>
                    <a:pt x="102" y="94"/>
                  </a:cubicBezTo>
                  <a:cubicBezTo>
                    <a:pt x="104" y="93"/>
                    <a:pt x="104" y="90"/>
                    <a:pt x="102" y="89"/>
                  </a:cubicBezTo>
                  <a:cubicBezTo>
                    <a:pt x="92" y="79"/>
                    <a:pt x="92" y="79"/>
                    <a:pt x="92" y="79"/>
                  </a:cubicBezTo>
                  <a:cubicBezTo>
                    <a:pt x="91" y="78"/>
                    <a:pt x="90" y="75"/>
                    <a:pt x="91" y="73"/>
                  </a:cubicBezTo>
                  <a:cubicBezTo>
                    <a:pt x="93" y="70"/>
                    <a:pt x="93" y="70"/>
                    <a:pt x="93" y="70"/>
                  </a:cubicBezTo>
                  <a:cubicBezTo>
                    <a:pt x="93" y="68"/>
                    <a:pt x="95" y="66"/>
                    <a:pt x="97" y="66"/>
                  </a:cubicBezTo>
                  <a:cubicBezTo>
                    <a:pt x="112" y="66"/>
                    <a:pt x="112" y="66"/>
                    <a:pt x="112" y="66"/>
                  </a:cubicBezTo>
                  <a:cubicBezTo>
                    <a:pt x="113" y="66"/>
                    <a:pt x="115" y="65"/>
                    <a:pt x="115" y="63"/>
                  </a:cubicBezTo>
                  <a:cubicBezTo>
                    <a:pt x="115" y="52"/>
                    <a:pt x="115" y="52"/>
                    <a:pt x="115" y="52"/>
                  </a:cubicBezTo>
                  <a:cubicBezTo>
                    <a:pt x="115" y="50"/>
                    <a:pt x="113" y="48"/>
                    <a:pt x="112" y="48"/>
                  </a:cubicBezTo>
                  <a:close/>
                  <a:moveTo>
                    <a:pt x="58" y="79"/>
                  </a:moveTo>
                  <a:cubicBezTo>
                    <a:pt x="46" y="79"/>
                    <a:pt x="36" y="69"/>
                    <a:pt x="36" y="57"/>
                  </a:cubicBezTo>
                  <a:cubicBezTo>
                    <a:pt x="36" y="46"/>
                    <a:pt x="46" y="36"/>
                    <a:pt x="58" y="36"/>
                  </a:cubicBezTo>
                  <a:cubicBezTo>
                    <a:pt x="69" y="36"/>
                    <a:pt x="79" y="46"/>
                    <a:pt x="79" y="57"/>
                  </a:cubicBezTo>
                  <a:cubicBezTo>
                    <a:pt x="79" y="69"/>
                    <a:pt x="69" y="79"/>
                    <a:pt x="58" y="79"/>
                  </a:cubicBezTo>
                  <a:close/>
                  <a:moveTo>
                    <a:pt x="58" y="48"/>
                  </a:moveTo>
                  <a:cubicBezTo>
                    <a:pt x="53" y="48"/>
                    <a:pt x="49" y="52"/>
                    <a:pt x="49" y="57"/>
                  </a:cubicBezTo>
                  <a:cubicBezTo>
                    <a:pt x="49" y="62"/>
                    <a:pt x="53" y="66"/>
                    <a:pt x="58" y="66"/>
                  </a:cubicBezTo>
                  <a:cubicBezTo>
                    <a:pt x="63" y="66"/>
                    <a:pt x="67" y="62"/>
                    <a:pt x="67" y="57"/>
                  </a:cubicBezTo>
                  <a:cubicBezTo>
                    <a:pt x="67" y="52"/>
                    <a:pt x="63" y="48"/>
                    <a:pt x="58" y="48"/>
                  </a:cubicBezTo>
                  <a:close/>
                </a:path>
              </a:pathLst>
            </a:custGeom>
            <a:solidFill>
              <a:srgbClr val="663A77"/>
            </a:soli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04" name="组合 103"/>
          <p:cNvGrpSpPr/>
          <p:nvPr/>
        </p:nvGrpSpPr>
        <p:grpSpPr>
          <a:xfrm>
            <a:off x="4642717" y="5012911"/>
            <a:ext cx="827731" cy="1047634"/>
            <a:chOff x="4401316" y="4360551"/>
            <a:chExt cx="784753" cy="993597"/>
          </a:xfrm>
        </p:grpSpPr>
        <p:grpSp>
          <p:nvGrpSpPr>
            <p:cNvPr id="105" name="组合 104"/>
            <p:cNvGrpSpPr/>
            <p:nvPr/>
          </p:nvGrpSpPr>
          <p:grpSpPr>
            <a:xfrm>
              <a:off x="4401316" y="4360551"/>
              <a:ext cx="784753" cy="993597"/>
              <a:chOff x="4390176" y="890801"/>
              <a:chExt cx="1081244" cy="1368991"/>
            </a:xfrm>
          </p:grpSpPr>
          <p:grpSp>
            <p:nvGrpSpPr>
              <p:cNvPr id="111" name="组合 110"/>
              <p:cNvGrpSpPr/>
              <p:nvPr/>
            </p:nvGrpSpPr>
            <p:grpSpPr>
              <a:xfrm>
                <a:off x="4390176" y="890801"/>
                <a:ext cx="1081244" cy="1368991"/>
                <a:chOff x="4627786" y="1796539"/>
                <a:chExt cx="2675679" cy="3387753"/>
              </a:xfrm>
            </p:grpSpPr>
            <p:sp>
              <p:nvSpPr>
                <p:cNvPr id="115" name="圆角矩形 114"/>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6" name="椭圆 115"/>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12" name="组合 111"/>
              <p:cNvGrpSpPr/>
              <p:nvPr/>
            </p:nvGrpSpPr>
            <p:grpSpPr>
              <a:xfrm>
                <a:off x="4489652" y="976692"/>
                <a:ext cx="873070" cy="1203161"/>
                <a:chOff x="4627786" y="1715908"/>
                <a:chExt cx="2875230" cy="3962302"/>
              </a:xfrm>
            </p:grpSpPr>
            <p:sp>
              <p:nvSpPr>
                <p:cNvPr id="113" name="圆角矩形 112"/>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4" name="椭圆 113"/>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106" name="组合 105"/>
            <p:cNvGrpSpPr/>
            <p:nvPr/>
          </p:nvGrpSpPr>
          <p:grpSpPr>
            <a:xfrm>
              <a:off x="4578170" y="4573688"/>
              <a:ext cx="235385" cy="256153"/>
              <a:chOff x="4873626" y="1965325"/>
              <a:chExt cx="269876" cy="293688"/>
            </a:xfrm>
            <a:solidFill>
              <a:srgbClr val="C65885"/>
            </a:solidFill>
          </p:grpSpPr>
          <p:sp>
            <p:nvSpPr>
              <p:cNvPr id="107" name="Freeform 502"/>
              <p:cNvSpPr>
                <a:spLocks/>
              </p:cNvSpPr>
              <p:nvPr/>
            </p:nvSpPr>
            <p:spPr bwMode="auto">
              <a:xfrm>
                <a:off x="4873626" y="2127250"/>
                <a:ext cx="112713" cy="131763"/>
              </a:xfrm>
              <a:custGeom>
                <a:avLst/>
                <a:gdLst>
                  <a:gd name="T0" fmla="*/ 2 w 30"/>
                  <a:gd name="T1" fmla="*/ 0 h 35"/>
                  <a:gd name="T2" fmla="*/ 28 w 30"/>
                  <a:gd name="T3" fmla="*/ 0 h 35"/>
                  <a:gd name="T4" fmla="*/ 30 w 30"/>
                  <a:gd name="T5" fmla="*/ 1 h 35"/>
                  <a:gd name="T6" fmla="*/ 28 w 30"/>
                  <a:gd name="T7" fmla="*/ 3 h 35"/>
                  <a:gd name="T8" fmla="*/ 3 w 30"/>
                  <a:gd name="T9" fmla="*/ 3 h 35"/>
                  <a:gd name="T10" fmla="*/ 3 w 30"/>
                  <a:gd name="T11" fmla="*/ 33 h 35"/>
                  <a:gd name="T12" fmla="*/ 2 w 30"/>
                  <a:gd name="T13" fmla="*/ 35 h 35"/>
                  <a:gd name="T14" fmla="*/ 0 w 30"/>
                  <a:gd name="T15" fmla="*/ 33 h 35"/>
                  <a:gd name="T16" fmla="*/ 0 w 30"/>
                  <a:gd name="T17" fmla="*/ 1 h 35"/>
                  <a:gd name="T18" fmla="*/ 2 w 30"/>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
                    <a:moveTo>
                      <a:pt x="2" y="0"/>
                    </a:moveTo>
                    <a:cubicBezTo>
                      <a:pt x="28" y="0"/>
                      <a:pt x="28" y="0"/>
                      <a:pt x="28" y="0"/>
                    </a:cubicBezTo>
                    <a:cubicBezTo>
                      <a:pt x="29" y="0"/>
                      <a:pt x="30" y="1"/>
                      <a:pt x="30" y="1"/>
                    </a:cubicBezTo>
                    <a:cubicBezTo>
                      <a:pt x="30" y="2"/>
                      <a:pt x="29" y="3"/>
                      <a:pt x="28" y="3"/>
                    </a:cubicBezTo>
                    <a:cubicBezTo>
                      <a:pt x="3" y="3"/>
                      <a:pt x="3" y="3"/>
                      <a:pt x="3" y="3"/>
                    </a:cubicBezTo>
                    <a:cubicBezTo>
                      <a:pt x="3" y="33"/>
                      <a:pt x="3" y="33"/>
                      <a:pt x="3" y="33"/>
                    </a:cubicBezTo>
                    <a:cubicBezTo>
                      <a:pt x="3" y="34"/>
                      <a:pt x="3" y="35"/>
                      <a:pt x="2" y="35"/>
                    </a:cubicBezTo>
                    <a:cubicBezTo>
                      <a:pt x="1" y="35"/>
                      <a:pt x="0" y="34"/>
                      <a:pt x="0" y="33"/>
                    </a:cubicBez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8" name="Freeform 503"/>
              <p:cNvSpPr>
                <a:spLocks/>
              </p:cNvSpPr>
              <p:nvPr/>
            </p:nvSpPr>
            <p:spPr bwMode="auto">
              <a:xfrm>
                <a:off x="4884739" y="1973263"/>
                <a:ext cx="41275" cy="146050"/>
              </a:xfrm>
              <a:custGeom>
                <a:avLst/>
                <a:gdLst>
                  <a:gd name="T0" fmla="*/ 11 w 11"/>
                  <a:gd name="T1" fmla="*/ 34 h 39"/>
                  <a:gd name="T2" fmla="*/ 11 w 11"/>
                  <a:gd name="T3" fmla="*/ 6 h 39"/>
                  <a:gd name="T4" fmla="*/ 5 w 11"/>
                  <a:gd name="T5" fmla="*/ 0 h 39"/>
                  <a:gd name="T6" fmla="*/ 0 w 11"/>
                  <a:gd name="T7" fmla="*/ 6 h 39"/>
                  <a:gd name="T8" fmla="*/ 0 w 11"/>
                  <a:gd name="T9" fmla="*/ 34 h 39"/>
                  <a:gd name="T10" fmla="*/ 5 w 11"/>
                  <a:gd name="T11" fmla="*/ 39 h 39"/>
                  <a:gd name="T12" fmla="*/ 11 w 11"/>
                  <a:gd name="T13" fmla="*/ 34 h 39"/>
                </a:gdLst>
                <a:ahLst/>
                <a:cxnLst>
                  <a:cxn ang="0">
                    <a:pos x="T0" y="T1"/>
                  </a:cxn>
                  <a:cxn ang="0">
                    <a:pos x="T2" y="T3"/>
                  </a:cxn>
                  <a:cxn ang="0">
                    <a:pos x="T4" y="T5"/>
                  </a:cxn>
                  <a:cxn ang="0">
                    <a:pos x="T6" y="T7"/>
                  </a:cxn>
                  <a:cxn ang="0">
                    <a:pos x="T8" y="T9"/>
                  </a:cxn>
                  <a:cxn ang="0">
                    <a:pos x="T10" y="T11"/>
                  </a:cxn>
                  <a:cxn ang="0">
                    <a:pos x="T12" y="T13"/>
                  </a:cxn>
                </a:cxnLst>
                <a:rect l="0" t="0" r="r" b="b"/>
                <a:pathLst>
                  <a:path w="11" h="39">
                    <a:moveTo>
                      <a:pt x="11" y="34"/>
                    </a:moveTo>
                    <a:cubicBezTo>
                      <a:pt x="11" y="6"/>
                      <a:pt x="11" y="6"/>
                      <a:pt x="11" y="6"/>
                    </a:cubicBezTo>
                    <a:cubicBezTo>
                      <a:pt x="11" y="3"/>
                      <a:pt x="9" y="0"/>
                      <a:pt x="5" y="0"/>
                    </a:cubicBezTo>
                    <a:cubicBezTo>
                      <a:pt x="2" y="0"/>
                      <a:pt x="0" y="3"/>
                      <a:pt x="0" y="6"/>
                    </a:cubicBezTo>
                    <a:cubicBezTo>
                      <a:pt x="0" y="34"/>
                      <a:pt x="0" y="34"/>
                      <a:pt x="0" y="34"/>
                    </a:cubicBezTo>
                    <a:cubicBezTo>
                      <a:pt x="0" y="37"/>
                      <a:pt x="2" y="39"/>
                      <a:pt x="5" y="39"/>
                    </a:cubicBezTo>
                    <a:cubicBezTo>
                      <a:pt x="9" y="39"/>
                      <a:pt x="11" y="37"/>
                      <a:pt x="1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09" name="Freeform 504"/>
              <p:cNvSpPr>
                <a:spLocks/>
              </p:cNvSpPr>
              <p:nvPr/>
            </p:nvSpPr>
            <p:spPr bwMode="auto">
              <a:xfrm>
                <a:off x="4940301" y="1965325"/>
                <a:ext cx="177800" cy="293688"/>
              </a:xfrm>
              <a:custGeom>
                <a:avLst/>
                <a:gdLst>
                  <a:gd name="T0" fmla="*/ 5 w 47"/>
                  <a:gd name="T1" fmla="*/ 69 h 78"/>
                  <a:gd name="T2" fmla="*/ 6 w 47"/>
                  <a:gd name="T3" fmla="*/ 77 h 78"/>
                  <a:gd name="T4" fmla="*/ 9 w 47"/>
                  <a:gd name="T5" fmla="*/ 78 h 78"/>
                  <a:gd name="T6" fmla="*/ 14 w 47"/>
                  <a:gd name="T7" fmla="*/ 76 h 78"/>
                  <a:gd name="T8" fmla="*/ 26 w 47"/>
                  <a:gd name="T9" fmla="*/ 57 h 78"/>
                  <a:gd name="T10" fmla="*/ 46 w 47"/>
                  <a:gd name="T11" fmla="*/ 57 h 78"/>
                  <a:gd name="T12" fmla="*/ 47 w 47"/>
                  <a:gd name="T13" fmla="*/ 56 h 78"/>
                  <a:gd name="T14" fmla="*/ 47 w 47"/>
                  <a:gd name="T15" fmla="*/ 42 h 78"/>
                  <a:gd name="T16" fmla="*/ 32 w 47"/>
                  <a:gd name="T17" fmla="*/ 19 h 78"/>
                  <a:gd name="T18" fmla="*/ 30 w 47"/>
                  <a:gd name="T19" fmla="*/ 20 h 78"/>
                  <a:gd name="T20" fmla="*/ 35 w 47"/>
                  <a:gd name="T21" fmla="*/ 10 h 78"/>
                  <a:gd name="T22" fmla="*/ 24 w 47"/>
                  <a:gd name="T23" fmla="*/ 0 h 78"/>
                  <a:gd name="T24" fmla="*/ 14 w 47"/>
                  <a:gd name="T25" fmla="*/ 10 h 78"/>
                  <a:gd name="T26" fmla="*/ 24 w 47"/>
                  <a:gd name="T27" fmla="*/ 21 h 78"/>
                  <a:gd name="T28" fmla="*/ 27 w 47"/>
                  <a:gd name="T29" fmla="*/ 20 h 78"/>
                  <a:gd name="T30" fmla="*/ 21 w 47"/>
                  <a:gd name="T31" fmla="*/ 27 h 78"/>
                  <a:gd name="T32" fmla="*/ 5 w 47"/>
                  <a:gd name="T33" fmla="*/ 31 h 78"/>
                  <a:gd name="T34" fmla="*/ 1 w 47"/>
                  <a:gd name="T35" fmla="*/ 34 h 78"/>
                  <a:gd name="T36" fmla="*/ 1 w 47"/>
                  <a:gd name="T37" fmla="*/ 38 h 78"/>
                  <a:gd name="T38" fmla="*/ 6 w 47"/>
                  <a:gd name="T39" fmla="*/ 42 h 78"/>
                  <a:gd name="T40" fmla="*/ 8 w 47"/>
                  <a:gd name="T41" fmla="*/ 42 h 78"/>
                  <a:gd name="T42" fmla="*/ 17 w 47"/>
                  <a:gd name="T43" fmla="*/ 40 h 78"/>
                  <a:gd name="T44" fmla="*/ 17 w 47"/>
                  <a:gd name="T45" fmla="*/ 43 h 78"/>
                  <a:gd name="T46" fmla="*/ 17 w 47"/>
                  <a:gd name="T47" fmla="*/ 47 h 78"/>
                  <a:gd name="T48" fmla="*/ 5 w 47"/>
                  <a:gd name="T49"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78">
                    <a:moveTo>
                      <a:pt x="5" y="69"/>
                    </a:moveTo>
                    <a:cubicBezTo>
                      <a:pt x="3" y="72"/>
                      <a:pt x="3" y="76"/>
                      <a:pt x="6" y="77"/>
                    </a:cubicBezTo>
                    <a:cubicBezTo>
                      <a:pt x="7" y="78"/>
                      <a:pt x="8" y="78"/>
                      <a:pt x="9" y="78"/>
                    </a:cubicBezTo>
                    <a:cubicBezTo>
                      <a:pt x="11" y="78"/>
                      <a:pt x="13" y="77"/>
                      <a:pt x="14" y="76"/>
                    </a:cubicBezTo>
                    <a:cubicBezTo>
                      <a:pt x="26" y="57"/>
                      <a:pt x="26" y="57"/>
                      <a:pt x="26" y="57"/>
                    </a:cubicBezTo>
                    <a:cubicBezTo>
                      <a:pt x="46" y="57"/>
                      <a:pt x="46" y="57"/>
                      <a:pt x="46" y="57"/>
                    </a:cubicBezTo>
                    <a:cubicBezTo>
                      <a:pt x="47" y="57"/>
                      <a:pt x="47" y="57"/>
                      <a:pt x="47" y="56"/>
                    </a:cubicBezTo>
                    <a:cubicBezTo>
                      <a:pt x="47" y="42"/>
                      <a:pt x="47" y="42"/>
                      <a:pt x="47" y="42"/>
                    </a:cubicBezTo>
                    <a:cubicBezTo>
                      <a:pt x="47" y="29"/>
                      <a:pt x="41" y="19"/>
                      <a:pt x="32" y="19"/>
                    </a:cubicBezTo>
                    <a:cubicBezTo>
                      <a:pt x="31" y="19"/>
                      <a:pt x="30" y="19"/>
                      <a:pt x="30" y="20"/>
                    </a:cubicBezTo>
                    <a:cubicBezTo>
                      <a:pt x="33" y="18"/>
                      <a:pt x="35" y="14"/>
                      <a:pt x="35" y="10"/>
                    </a:cubicBezTo>
                    <a:cubicBezTo>
                      <a:pt x="35" y="5"/>
                      <a:pt x="30" y="0"/>
                      <a:pt x="24" y="0"/>
                    </a:cubicBezTo>
                    <a:cubicBezTo>
                      <a:pt x="19" y="0"/>
                      <a:pt x="14" y="5"/>
                      <a:pt x="14" y="10"/>
                    </a:cubicBezTo>
                    <a:cubicBezTo>
                      <a:pt x="14" y="16"/>
                      <a:pt x="19" y="21"/>
                      <a:pt x="24" y="21"/>
                    </a:cubicBezTo>
                    <a:cubicBezTo>
                      <a:pt x="25" y="21"/>
                      <a:pt x="26" y="21"/>
                      <a:pt x="27" y="20"/>
                    </a:cubicBezTo>
                    <a:cubicBezTo>
                      <a:pt x="25" y="22"/>
                      <a:pt x="23" y="24"/>
                      <a:pt x="21" y="27"/>
                    </a:cubicBezTo>
                    <a:cubicBezTo>
                      <a:pt x="5" y="31"/>
                      <a:pt x="5" y="31"/>
                      <a:pt x="5" y="31"/>
                    </a:cubicBezTo>
                    <a:cubicBezTo>
                      <a:pt x="3" y="32"/>
                      <a:pt x="2" y="32"/>
                      <a:pt x="1" y="34"/>
                    </a:cubicBezTo>
                    <a:cubicBezTo>
                      <a:pt x="1" y="35"/>
                      <a:pt x="0" y="37"/>
                      <a:pt x="1" y="38"/>
                    </a:cubicBezTo>
                    <a:cubicBezTo>
                      <a:pt x="1" y="41"/>
                      <a:pt x="4" y="42"/>
                      <a:pt x="6" y="42"/>
                    </a:cubicBezTo>
                    <a:cubicBezTo>
                      <a:pt x="7" y="42"/>
                      <a:pt x="7" y="42"/>
                      <a:pt x="8" y="42"/>
                    </a:cubicBezTo>
                    <a:cubicBezTo>
                      <a:pt x="17" y="40"/>
                      <a:pt x="17" y="40"/>
                      <a:pt x="17" y="40"/>
                    </a:cubicBezTo>
                    <a:cubicBezTo>
                      <a:pt x="17" y="41"/>
                      <a:pt x="17" y="42"/>
                      <a:pt x="17" y="43"/>
                    </a:cubicBezTo>
                    <a:cubicBezTo>
                      <a:pt x="17" y="47"/>
                      <a:pt x="17" y="47"/>
                      <a:pt x="17" y="47"/>
                    </a:cubicBezTo>
                    <a:lnTo>
                      <a:pt x="5"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10" name="Freeform 505"/>
              <p:cNvSpPr>
                <a:spLocks/>
              </p:cNvSpPr>
              <p:nvPr/>
            </p:nvSpPr>
            <p:spPr bwMode="auto">
              <a:xfrm>
                <a:off x="5046664" y="2093913"/>
                <a:ext cx="96838" cy="112713"/>
              </a:xfrm>
              <a:custGeom>
                <a:avLst/>
                <a:gdLst>
                  <a:gd name="T0" fmla="*/ 1 w 26"/>
                  <a:gd name="T1" fmla="*/ 27 h 30"/>
                  <a:gd name="T2" fmla="*/ 23 w 26"/>
                  <a:gd name="T3" fmla="*/ 27 h 30"/>
                  <a:gd name="T4" fmla="*/ 23 w 26"/>
                  <a:gd name="T5" fmla="*/ 2 h 30"/>
                  <a:gd name="T6" fmla="*/ 24 w 26"/>
                  <a:gd name="T7" fmla="*/ 0 h 30"/>
                  <a:gd name="T8" fmla="*/ 26 w 26"/>
                  <a:gd name="T9" fmla="*/ 2 h 30"/>
                  <a:gd name="T10" fmla="*/ 26 w 26"/>
                  <a:gd name="T11" fmla="*/ 28 h 30"/>
                  <a:gd name="T12" fmla="*/ 24 w 26"/>
                  <a:gd name="T13" fmla="*/ 30 h 30"/>
                  <a:gd name="T14" fmla="*/ 1 w 26"/>
                  <a:gd name="T15" fmla="*/ 30 h 30"/>
                  <a:gd name="T16" fmla="*/ 0 w 26"/>
                  <a:gd name="T17" fmla="*/ 28 h 30"/>
                  <a:gd name="T18" fmla="*/ 1 w 26"/>
                  <a:gd name="T19"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0">
                    <a:moveTo>
                      <a:pt x="1" y="27"/>
                    </a:moveTo>
                    <a:cubicBezTo>
                      <a:pt x="23" y="27"/>
                      <a:pt x="23" y="27"/>
                      <a:pt x="23" y="27"/>
                    </a:cubicBezTo>
                    <a:cubicBezTo>
                      <a:pt x="23" y="2"/>
                      <a:pt x="23" y="2"/>
                      <a:pt x="23" y="2"/>
                    </a:cubicBezTo>
                    <a:cubicBezTo>
                      <a:pt x="23" y="1"/>
                      <a:pt x="23" y="0"/>
                      <a:pt x="24" y="0"/>
                    </a:cubicBezTo>
                    <a:cubicBezTo>
                      <a:pt x="25" y="0"/>
                      <a:pt x="26" y="1"/>
                      <a:pt x="26" y="2"/>
                    </a:cubicBezTo>
                    <a:cubicBezTo>
                      <a:pt x="26" y="28"/>
                      <a:pt x="26" y="28"/>
                      <a:pt x="26" y="28"/>
                    </a:cubicBezTo>
                    <a:cubicBezTo>
                      <a:pt x="26" y="29"/>
                      <a:pt x="25" y="30"/>
                      <a:pt x="24" y="30"/>
                    </a:cubicBezTo>
                    <a:cubicBezTo>
                      <a:pt x="1" y="30"/>
                      <a:pt x="1" y="30"/>
                      <a:pt x="1" y="30"/>
                    </a:cubicBezTo>
                    <a:cubicBezTo>
                      <a:pt x="0" y="30"/>
                      <a:pt x="0" y="29"/>
                      <a:pt x="0" y="28"/>
                    </a:cubicBezTo>
                    <a:cubicBezTo>
                      <a:pt x="0" y="27"/>
                      <a:pt x="0" y="27"/>
                      <a:pt x="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grpSp>
        <p:nvGrpSpPr>
          <p:cNvPr id="117" name="组合 116"/>
          <p:cNvGrpSpPr/>
          <p:nvPr/>
        </p:nvGrpSpPr>
        <p:grpSpPr>
          <a:xfrm>
            <a:off x="4081740" y="3659081"/>
            <a:ext cx="827731" cy="1047634"/>
            <a:chOff x="3869467" y="3076553"/>
            <a:chExt cx="784753" cy="993597"/>
          </a:xfrm>
        </p:grpSpPr>
        <p:grpSp>
          <p:nvGrpSpPr>
            <p:cNvPr id="118" name="组合 117"/>
            <p:cNvGrpSpPr/>
            <p:nvPr/>
          </p:nvGrpSpPr>
          <p:grpSpPr>
            <a:xfrm>
              <a:off x="3869467" y="3076553"/>
              <a:ext cx="784753" cy="993597"/>
              <a:chOff x="4390176" y="890801"/>
              <a:chExt cx="1081244" cy="1368991"/>
            </a:xfrm>
          </p:grpSpPr>
          <p:grpSp>
            <p:nvGrpSpPr>
              <p:cNvPr id="122" name="组合 121"/>
              <p:cNvGrpSpPr/>
              <p:nvPr/>
            </p:nvGrpSpPr>
            <p:grpSpPr>
              <a:xfrm>
                <a:off x="4390176" y="890801"/>
                <a:ext cx="1081244" cy="1368991"/>
                <a:chOff x="4627786" y="1796539"/>
                <a:chExt cx="2675679" cy="3387753"/>
              </a:xfrm>
            </p:grpSpPr>
            <p:sp>
              <p:nvSpPr>
                <p:cNvPr id="126" name="圆角矩形 125"/>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7" name="椭圆 126"/>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23" name="组合 122"/>
              <p:cNvGrpSpPr/>
              <p:nvPr/>
            </p:nvGrpSpPr>
            <p:grpSpPr>
              <a:xfrm>
                <a:off x="4489652" y="976692"/>
                <a:ext cx="873070" cy="1203161"/>
                <a:chOff x="4627786" y="1715908"/>
                <a:chExt cx="2875230" cy="3962302"/>
              </a:xfrm>
            </p:grpSpPr>
            <p:sp>
              <p:nvSpPr>
                <p:cNvPr id="124" name="圆角矩形 123"/>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5" name="椭圆 124"/>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119" name="Group 17"/>
            <p:cNvGrpSpPr>
              <a:grpSpLocks noChangeAspect="1"/>
            </p:cNvGrpSpPr>
            <p:nvPr/>
          </p:nvGrpSpPr>
          <p:grpSpPr bwMode="auto">
            <a:xfrm>
              <a:off x="4052888" y="3285349"/>
              <a:ext cx="222715" cy="239071"/>
              <a:chOff x="231" y="1205"/>
              <a:chExt cx="640" cy="687"/>
            </a:xfrm>
            <a:solidFill>
              <a:srgbClr val="FBAE75"/>
            </a:solidFill>
            <a:effectLst/>
          </p:grpSpPr>
          <p:sp>
            <p:nvSpPr>
              <p:cNvPr id="120" name="Freeform 18"/>
              <p:cNvSpPr>
                <a:spLocks/>
              </p:cNvSpPr>
              <p:nvPr/>
            </p:nvSpPr>
            <p:spPr bwMode="auto">
              <a:xfrm>
                <a:off x="231" y="1205"/>
                <a:ext cx="499" cy="687"/>
              </a:xfrm>
              <a:custGeom>
                <a:avLst/>
                <a:gdLst>
                  <a:gd name="T0" fmla="*/ 442 w 499"/>
                  <a:gd name="T1" fmla="*/ 629 h 687"/>
                  <a:gd name="T2" fmla="*/ 57 w 499"/>
                  <a:gd name="T3" fmla="*/ 629 h 687"/>
                  <a:gd name="T4" fmla="*/ 57 w 499"/>
                  <a:gd name="T5" fmla="*/ 200 h 687"/>
                  <a:gd name="T6" fmla="*/ 200 w 499"/>
                  <a:gd name="T7" fmla="*/ 200 h 687"/>
                  <a:gd name="T8" fmla="*/ 200 w 499"/>
                  <a:gd name="T9" fmla="*/ 57 h 687"/>
                  <a:gd name="T10" fmla="*/ 442 w 499"/>
                  <a:gd name="T11" fmla="*/ 57 h 687"/>
                  <a:gd name="T12" fmla="*/ 442 w 499"/>
                  <a:gd name="T13" fmla="*/ 116 h 687"/>
                  <a:gd name="T14" fmla="*/ 494 w 499"/>
                  <a:gd name="T15" fmla="*/ 64 h 687"/>
                  <a:gd name="T16" fmla="*/ 499 w 499"/>
                  <a:gd name="T17" fmla="*/ 59 h 687"/>
                  <a:gd name="T18" fmla="*/ 499 w 499"/>
                  <a:gd name="T19" fmla="*/ 0 h 687"/>
                  <a:gd name="T20" fmla="*/ 143 w 499"/>
                  <a:gd name="T21" fmla="*/ 0 h 687"/>
                  <a:gd name="T22" fmla="*/ 143 w 499"/>
                  <a:gd name="T23" fmla="*/ 0 h 687"/>
                  <a:gd name="T24" fmla="*/ 0 w 499"/>
                  <a:gd name="T25" fmla="*/ 143 h 687"/>
                  <a:gd name="T26" fmla="*/ 0 w 499"/>
                  <a:gd name="T27" fmla="*/ 687 h 687"/>
                  <a:gd name="T28" fmla="*/ 499 w 499"/>
                  <a:gd name="T29" fmla="*/ 687 h 687"/>
                  <a:gd name="T30" fmla="*/ 499 w 499"/>
                  <a:gd name="T31" fmla="*/ 429 h 687"/>
                  <a:gd name="T32" fmla="*/ 442 w 499"/>
                  <a:gd name="T33" fmla="*/ 486 h 687"/>
                  <a:gd name="T34" fmla="*/ 442 w 499"/>
                  <a:gd name="T35" fmla="*/ 629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687">
                    <a:moveTo>
                      <a:pt x="442" y="629"/>
                    </a:moveTo>
                    <a:lnTo>
                      <a:pt x="57" y="629"/>
                    </a:lnTo>
                    <a:lnTo>
                      <a:pt x="57" y="200"/>
                    </a:lnTo>
                    <a:lnTo>
                      <a:pt x="200" y="200"/>
                    </a:lnTo>
                    <a:lnTo>
                      <a:pt x="200" y="57"/>
                    </a:lnTo>
                    <a:lnTo>
                      <a:pt x="442" y="57"/>
                    </a:lnTo>
                    <a:lnTo>
                      <a:pt x="442" y="116"/>
                    </a:lnTo>
                    <a:lnTo>
                      <a:pt x="494" y="64"/>
                    </a:lnTo>
                    <a:lnTo>
                      <a:pt x="499" y="59"/>
                    </a:lnTo>
                    <a:lnTo>
                      <a:pt x="499" y="0"/>
                    </a:lnTo>
                    <a:lnTo>
                      <a:pt x="143" y="0"/>
                    </a:lnTo>
                    <a:lnTo>
                      <a:pt x="143" y="0"/>
                    </a:lnTo>
                    <a:lnTo>
                      <a:pt x="0" y="143"/>
                    </a:lnTo>
                    <a:lnTo>
                      <a:pt x="0" y="687"/>
                    </a:lnTo>
                    <a:lnTo>
                      <a:pt x="499" y="687"/>
                    </a:lnTo>
                    <a:lnTo>
                      <a:pt x="499" y="429"/>
                    </a:lnTo>
                    <a:lnTo>
                      <a:pt x="442" y="486"/>
                    </a:lnTo>
                    <a:lnTo>
                      <a:pt x="442" y="6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FBAE75"/>
                  </a:solidFill>
                </a:endParaRPr>
              </a:p>
            </p:txBody>
          </p:sp>
          <p:sp>
            <p:nvSpPr>
              <p:cNvPr id="121" name="Freeform 19"/>
              <p:cNvSpPr>
                <a:spLocks noEditPoints="1"/>
              </p:cNvSpPr>
              <p:nvPr/>
            </p:nvSpPr>
            <p:spPr bwMode="auto">
              <a:xfrm>
                <a:off x="436" y="1310"/>
                <a:ext cx="435" cy="431"/>
              </a:xfrm>
              <a:custGeom>
                <a:avLst/>
                <a:gdLst>
                  <a:gd name="T0" fmla="*/ 50 w 435"/>
                  <a:gd name="T1" fmla="*/ 279 h 431"/>
                  <a:gd name="T2" fmla="*/ 50 w 435"/>
                  <a:gd name="T3" fmla="*/ 279 h 431"/>
                  <a:gd name="T4" fmla="*/ 50 w 435"/>
                  <a:gd name="T5" fmla="*/ 279 h 431"/>
                  <a:gd name="T6" fmla="*/ 50 w 435"/>
                  <a:gd name="T7" fmla="*/ 279 h 431"/>
                  <a:gd name="T8" fmla="*/ 0 w 435"/>
                  <a:gd name="T9" fmla="*/ 431 h 431"/>
                  <a:gd name="T10" fmla="*/ 155 w 435"/>
                  <a:gd name="T11" fmla="*/ 381 h 431"/>
                  <a:gd name="T12" fmla="*/ 155 w 435"/>
                  <a:gd name="T13" fmla="*/ 381 h 431"/>
                  <a:gd name="T14" fmla="*/ 155 w 435"/>
                  <a:gd name="T15" fmla="*/ 381 h 431"/>
                  <a:gd name="T16" fmla="*/ 155 w 435"/>
                  <a:gd name="T17" fmla="*/ 381 h 431"/>
                  <a:gd name="T18" fmla="*/ 435 w 435"/>
                  <a:gd name="T19" fmla="*/ 102 h 431"/>
                  <a:gd name="T20" fmla="*/ 330 w 435"/>
                  <a:gd name="T21" fmla="*/ 0 h 431"/>
                  <a:gd name="T22" fmla="*/ 50 w 435"/>
                  <a:gd name="T23" fmla="*/ 279 h 431"/>
                  <a:gd name="T24" fmla="*/ 50 w 435"/>
                  <a:gd name="T25" fmla="*/ 279 h 431"/>
                  <a:gd name="T26" fmla="*/ 141 w 435"/>
                  <a:gd name="T27" fmla="*/ 360 h 431"/>
                  <a:gd name="T28" fmla="*/ 38 w 435"/>
                  <a:gd name="T29" fmla="*/ 396 h 431"/>
                  <a:gd name="T30" fmla="*/ 72 w 435"/>
                  <a:gd name="T31" fmla="*/ 291 h 431"/>
                  <a:gd name="T32" fmla="*/ 141 w 435"/>
                  <a:gd name="T33" fmla="*/ 36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5" h="431">
                    <a:moveTo>
                      <a:pt x="50" y="279"/>
                    </a:moveTo>
                    <a:lnTo>
                      <a:pt x="50" y="279"/>
                    </a:lnTo>
                    <a:lnTo>
                      <a:pt x="50" y="279"/>
                    </a:lnTo>
                    <a:lnTo>
                      <a:pt x="50" y="279"/>
                    </a:lnTo>
                    <a:lnTo>
                      <a:pt x="0" y="431"/>
                    </a:lnTo>
                    <a:lnTo>
                      <a:pt x="155" y="381"/>
                    </a:lnTo>
                    <a:lnTo>
                      <a:pt x="155" y="381"/>
                    </a:lnTo>
                    <a:lnTo>
                      <a:pt x="155" y="381"/>
                    </a:lnTo>
                    <a:lnTo>
                      <a:pt x="155" y="381"/>
                    </a:lnTo>
                    <a:lnTo>
                      <a:pt x="435" y="102"/>
                    </a:lnTo>
                    <a:lnTo>
                      <a:pt x="330" y="0"/>
                    </a:lnTo>
                    <a:lnTo>
                      <a:pt x="50" y="279"/>
                    </a:lnTo>
                    <a:lnTo>
                      <a:pt x="50" y="279"/>
                    </a:lnTo>
                    <a:close/>
                    <a:moveTo>
                      <a:pt x="141" y="360"/>
                    </a:moveTo>
                    <a:lnTo>
                      <a:pt x="38" y="396"/>
                    </a:lnTo>
                    <a:lnTo>
                      <a:pt x="72" y="291"/>
                    </a:lnTo>
                    <a:lnTo>
                      <a:pt x="141"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srgbClr val="FBAE75"/>
                  </a:solidFill>
                </a:endParaRPr>
              </a:p>
            </p:txBody>
          </p:sp>
        </p:grpSp>
      </p:grpSp>
      <p:grpSp>
        <p:nvGrpSpPr>
          <p:cNvPr id="128" name="组合 127"/>
          <p:cNvGrpSpPr/>
          <p:nvPr/>
        </p:nvGrpSpPr>
        <p:grpSpPr>
          <a:xfrm>
            <a:off x="4642717" y="2305253"/>
            <a:ext cx="827731" cy="1047634"/>
            <a:chOff x="4401316" y="1792555"/>
            <a:chExt cx="784753" cy="993597"/>
          </a:xfrm>
        </p:grpSpPr>
        <p:grpSp>
          <p:nvGrpSpPr>
            <p:cNvPr id="129" name="组合 128"/>
            <p:cNvGrpSpPr/>
            <p:nvPr/>
          </p:nvGrpSpPr>
          <p:grpSpPr>
            <a:xfrm>
              <a:off x="4401316" y="1792555"/>
              <a:ext cx="784753" cy="993597"/>
              <a:chOff x="4390176" y="890801"/>
              <a:chExt cx="1081244" cy="1368991"/>
            </a:xfrm>
          </p:grpSpPr>
          <p:grpSp>
            <p:nvGrpSpPr>
              <p:cNvPr id="133" name="组合 132"/>
              <p:cNvGrpSpPr/>
              <p:nvPr/>
            </p:nvGrpSpPr>
            <p:grpSpPr>
              <a:xfrm>
                <a:off x="4390176" y="890801"/>
                <a:ext cx="1081244" cy="1368991"/>
                <a:chOff x="4627786" y="1796539"/>
                <a:chExt cx="2675679" cy="3387753"/>
              </a:xfrm>
            </p:grpSpPr>
            <p:sp>
              <p:nvSpPr>
                <p:cNvPr id="137" name="圆角矩形 136"/>
                <p:cNvSpPr/>
                <p:nvPr/>
              </p:nvSpPr>
              <p:spPr>
                <a:xfrm rot="2760000">
                  <a:off x="4423176" y="2304004"/>
                  <a:ext cx="3387753" cy="2372824"/>
                </a:xfrm>
                <a:prstGeom prst="roundRect">
                  <a:avLst>
                    <a:gd name="adj" fmla="val 50000"/>
                  </a:avLst>
                </a:prstGeom>
                <a:gradFill>
                  <a:gsLst>
                    <a:gs pos="47000">
                      <a:schemeClr val="tx1">
                        <a:alpha val="19000"/>
                      </a:schemeClr>
                    </a:gs>
                    <a:gs pos="76000">
                      <a:srgbClr val="6C6C6C">
                        <a:alpha val="10000"/>
                      </a:srgbClr>
                    </a:gs>
                    <a:gs pos="0">
                      <a:schemeClr val="tx1">
                        <a:alpha val="61000"/>
                      </a:schemeClr>
                    </a:gs>
                    <a:gs pos="100000">
                      <a:srgbClr val="D8D8D8">
                        <a:alpha val="0"/>
                      </a:srgbClr>
                    </a:gs>
                  </a:gsLst>
                  <a:lin ang="0" scaled="0"/>
                </a:gra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8" name="椭圆 137"/>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304800" dist="1270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34" name="组合 133"/>
              <p:cNvGrpSpPr/>
              <p:nvPr/>
            </p:nvGrpSpPr>
            <p:grpSpPr>
              <a:xfrm>
                <a:off x="4489652" y="976692"/>
                <a:ext cx="873070" cy="1203161"/>
                <a:chOff x="4627786" y="1715908"/>
                <a:chExt cx="2875230" cy="3962302"/>
              </a:xfrm>
            </p:grpSpPr>
            <p:sp>
              <p:nvSpPr>
                <p:cNvPr id="135" name="圆角矩形 134"/>
                <p:cNvSpPr/>
                <p:nvPr/>
              </p:nvSpPr>
              <p:spPr>
                <a:xfrm rot="2760000">
                  <a:off x="4335454" y="2510647"/>
                  <a:ext cx="3962302" cy="2372823"/>
                </a:xfrm>
                <a:prstGeom prst="roundRect">
                  <a:avLst>
                    <a:gd name="adj" fmla="val 50000"/>
                  </a:avLst>
                </a:prstGeom>
                <a:gradFill>
                  <a:gsLst>
                    <a:gs pos="32000">
                      <a:schemeClr val="tx1">
                        <a:alpha val="13000"/>
                      </a:schemeClr>
                    </a:gs>
                    <a:gs pos="68000">
                      <a:srgbClr val="6C6C6C">
                        <a:alpha val="10000"/>
                      </a:srgbClr>
                    </a:gs>
                    <a:gs pos="0">
                      <a:schemeClr val="tx1">
                        <a:alpha val="61000"/>
                      </a:schemeClr>
                    </a:gs>
                    <a:gs pos="100000">
                      <a:srgbClr val="D8D8D8">
                        <a:alpha val="0"/>
                      </a:srgbClr>
                    </a:gs>
                  </a:gsLst>
                  <a:lin ang="0" scaled="0"/>
                </a:gra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6" name="椭圆 135"/>
                <p:cNvSpPr/>
                <p:nvPr/>
              </p:nvSpPr>
              <p:spPr>
                <a:xfrm>
                  <a:off x="4627786" y="1946965"/>
                  <a:ext cx="1963514" cy="1963514"/>
                </a:xfrm>
                <a:prstGeom prst="ellipse">
                  <a:avLst/>
                </a:prstGeom>
                <a:gradFill>
                  <a:gsLst>
                    <a:gs pos="0">
                      <a:srgbClr val="D3D3D3"/>
                    </a:gs>
                    <a:gs pos="100000">
                      <a:srgbClr val="F7F7F7"/>
                    </a:gs>
                  </a:gsLst>
                  <a:lin ang="2700000" scaled="1"/>
                </a:gradFill>
                <a:ln w="19050">
                  <a:gradFill flip="none" rotWithShape="1">
                    <a:gsLst>
                      <a:gs pos="0">
                        <a:schemeClr val="bg1"/>
                      </a:gs>
                      <a:gs pos="100000">
                        <a:schemeClr val="bg1">
                          <a:lumMod val="75000"/>
                        </a:schemeClr>
                      </a:gs>
                    </a:gsLst>
                    <a:lin ang="2700000" scaled="1"/>
                    <a:tileRect/>
                  </a:gradFill>
                </a:ln>
                <a:effectLst>
                  <a:outerShdw blurRad="254000" dist="114300" dir="2700000" algn="tl"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grpSp>
          <p:nvGrpSpPr>
            <p:cNvPr id="130" name="组合 129"/>
            <p:cNvGrpSpPr/>
            <p:nvPr/>
          </p:nvGrpSpPr>
          <p:grpSpPr>
            <a:xfrm>
              <a:off x="4577339" y="1995690"/>
              <a:ext cx="224532" cy="253393"/>
              <a:chOff x="10815638" y="1174750"/>
              <a:chExt cx="728663" cy="822325"/>
            </a:xfrm>
            <a:solidFill>
              <a:schemeClr val="bg1">
                <a:lumMod val="50000"/>
              </a:schemeClr>
            </a:solidFill>
          </p:grpSpPr>
          <p:sp>
            <p:nvSpPr>
              <p:cNvPr id="131" name="Freeform 33"/>
              <p:cNvSpPr>
                <a:spLocks noEditPoints="1"/>
              </p:cNvSpPr>
              <p:nvPr/>
            </p:nvSpPr>
            <p:spPr bwMode="auto">
              <a:xfrm>
                <a:off x="10815638" y="1174750"/>
                <a:ext cx="728663" cy="822325"/>
              </a:xfrm>
              <a:custGeom>
                <a:avLst/>
                <a:gdLst>
                  <a:gd name="T0" fmla="*/ 103 w 194"/>
                  <a:gd name="T1" fmla="*/ 26 h 219"/>
                  <a:gd name="T2" fmla="*/ 103 w 194"/>
                  <a:gd name="T3" fmla="*/ 18 h 219"/>
                  <a:gd name="T4" fmla="*/ 120 w 194"/>
                  <a:gd name="T5" fmla="*/ 18 h 219"/>
                  <a:gd name="T6" fmla="*/ 120 w 194"/>
                  <a:gd name="T7" fmla="*/ 0 h 219"/>
                  <a:gd name="T8" fmla="*/ 74 w 194"/>
                  <a:gd name="T9" fmla="*/ 0 h 219"/>
                  <a:gd name="T10" fmla="*/ 74 w 194"/>
                  <a:gd name="T11" fmla="*/ 18 h 219"/>
                  <a:gd name="T12" fmla="*/ 91 w 194"/>
                  <a:gd name="T13" fmla="*/ 18 h 219"/>
                  <a:gd name="T14" fmla="*/ 91 w 194"/>
                  <a:gd name="T15" fmla="*/ 26 h 219"/>
                  <a:gd name="T16" fmla="*/ 0 w 194"/>
                  <a:gd name="T17" fmla="*/ 122 h 219"/>
                  <a:gd name="T18" fmla="*/ 97 w 194"/>
                  <a:gd name="T19" fmla="*/ 219 h 219"/>
                  <a:gd name="T20" fmla="*/ 194 w 194"/>
                  <a:gd name="T21" fmla="*/ 122 h 219"/>
                  <a:gd name="T22" fmla="*/ 103 w 194"/>
                  <a:gd name="T23" fmla="*/ 26 h 219"/>
                  <a:gd name="T24" fmla="*/ 158 w 194"/>
                  <a:gd name="T25" fmla="*/ 180 h 219"/>
                  <a:gd name="T26" fmla="*/ 145 w 194"/>
                  <a:gd name="T27" fmla="*/ 167 h 219"/>
                  <a:gd name="T28" fmla="*/ 142 w 194"/>
                  <a:gd name="T29" fmla="*/ 171 h 219"/>
                  <a:gd name="T30" fmla="*/ 154 w 194"/>
                  <a:gd name="T31" fmla="*/ 183 h 219"/>
                  <a:gd name="T32" fmla="*/ 100 w 194"/>
                  <a:gd name="T33" fmla="*/ 206 h 219"/>
                  <a:gd name="T34" fmla="*/ 100 w 194"/>
                  <a:gd name="T35" fmla="*/ 188 h 219"/>
                  <a:gd name="T36" fmla="*/ 95 w 194"/>
                  <a:gd name="T37" fmla="*/ 188 h 219"/>
                  <a:gd name="T38" fmla="*/ 95 w 194"/>
                  <a:gd name="T39" fmla="*/ 206 h 219"/>
                  <a:gd name="T40" fmla="*/ 40 w 194"/>
                  <a:gd name="T41" fmla="*/ 183 h 219"/>
                  <a:gd name="T42" fmla="*/ 52 w 194"/>
                  <a:gd name="T43" fmla="*/ 171 h 219"/>
                  <a:gd name="T44" fmla="*/ 49 w 194"/>
                  <a:gd name="T45" fmla="*/ 167 h 219"/>
                  <a:gd name="T46" fmla="*/ 36 w 194"/>
                  <a:gd name="T47" fmla="*/ 180 h 219"/>
                  <a:gd name="T48" fmla="*/ 14 w 194"/>
                  <a:gd name="T49" fmla="*/ 125 h 219"/>
                  <a:gd name="T50" fmla="*/ 31 w 194"/>
                  <a:gd name="T51" fmla="*/ 125 h 219"/>
                  <a:gd name="T52" fmla="*/ 31 w 194"/>
                  <a:gd name="T53" fmla="*/ 120 h 219"/>
                  <a:gd name="T54" fmla="*/ 14 w 194"/>
                  <a:gd name="T55" fmla="*/ 120 h 219"/>
                  <a:gd name="T56" fmla="*/ 36 w 194"/>
                  <a:gd name="T57" fmla="*/ 65 h 219"/>
                  <a:gd name="T58" fmla="*/ 49 w 194"/>
                  <a:gd name="T59" fmla="*/ 78 h 219"/>
                  <a:gd name="T60" fmla="*/ 52 w 194"/>
                  <a:gd name="T61" fmla="*/ 74 h 219"/>
                  <a:gd name="T62" fmla="*/ 40 w 194"/>
                  <a:gd name="T63" fmla="*/ 62 h 219"/>
                  <a:gd name="T64" fmla="*/ 95 w 194"/>
                  <a:gd name="T65" fmla="*/ 39 h 219"/>
                  <a:gd name="T66" fmla="*/ 95 w 194"/>
                  <a:gd name="T67" fmla="*/ 56 h 219"/>
                  <a:gd name="T68" fmla="*/ 100 w 194"/>
                  <a:gd name="T69" fmla="*/ 56 h 219"/>
                  <a:gd name="T70" fmla="*/ 100 w 194"/>
                  <a:gd name="T71" fmla="*/ 39 h 219"/>
                  <a:gd name="T72" fmla="*/ 154 w 194"/>
                  <a:gd name="T73" fmla="*/ 62 h 219"/>
                  <a:gd name="T74" fmla="*/ 142 w 194"/>
                  <a:gd name="T75" fmla="*/ 74 h 219"/>
                  <a:gd name="T76" fmla="*/ 145 w 194"/>
                  <a:gd name="T77" fmla="*/ 78 h 219"/>
                  <a:gd name="T78" fmla="*/ 158 w 194"/>
                  <a:gd name="T79" fmla="*/ 65 h 219"/>
                  <a:gd name="T80" fmla="*/ 180 w 194"/>
                  <a:gd name="T81" fmla="*/ 120 h 219"/>
                  <a:gd name="T82" fmla="*/ 163 w 194"/>
                  <a:gd name="T83" fmla="*/ 120 h 219"/>
                  <a:gd name="T84" fmla="*/ 163 w 194"/>
                  <a:gd name="T85" fmla="*/ 125 h 219"/>
                  <a:gd name="T86" fmla="*/ 180 w 194"/>
                  <a:gd name="T87" fmla="*/ 125 h 219"/>
                  <a:gd name="T88" fmla="*/ 158 w 194"/>
                  <a:gd name="T89" fmla="*/ 18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4" h="219">
                    <a:moveTo>
                      <a:pt x="103" y="26"/>
                    </a:moveTo>
                    <a:cubicBezTo>
                      <a:pt x="103" y="18"/>
                      <a:pt x="103" y="18"/>
                      <a:pt x="103" y="18"/>
                    </a:cubicBezTo>
                    <a:cubicBezTo>
                      <a:pt x="120" y="18"/>
                      <a:pt x="120" y="18"/>
                      <a:pt x="120" y="18"/>
                    </a:cubicBezTo>
                    <a:cubicBezTo>
                      <a:pt x="120" y="0"/>
                      <a:pt x="120" y="0"/>
                      <a:pt x="120" y="0"/>
                    </a:cubicBezTo>
                    <a:cubicBezTo>
                      <a:pt x="74" y="0"/>
                      <a:pt x="74" y="0"/>
                      <a:pt x="74" y="0"/>
                    </a:cubicBezTo>
                    <a:cubicBezTo>
                      <a:pt x="74" y="18"/>
                      <a:pt x="74" y="18"/>
                      <a:pt x="74" y="18"/>
                    </a:cubicBezTo>
                    <a:cubicBezTo>
                      <a:pt x="91" y="18"/>
                      <a:pt x="91" y="18"/>
                      <a:pt x="91" y="18"/>
                    </a:cubicBezTo>
                    <a:cubicBezTo>
                      <a:pt x="91" y="26"/>
                      <a:pt x="91" y="26"/>
                      <a:pt x="91" y="26"/>
                    </a:cubicBezTo>
                    <a:cubicBezTo>
                      <a:pt x="41" y="29"/>
                      <a:pt x="0" y="71"/>
                      <a:pt x="0" y="122"/>
                    </a:cubicBezTo>
                    <a:cubicBezTo>
                      <a:pt x="0" y="176"/>
                      <a:pt x="44" y="219"/>
                      <a:pt x="97" y="219"/>
                    </a:cubicBezTo>
                    <a:cubicBezTo>
                      <a:pt x="150" y="219"/>
                      <a:pt x="194" y="176"/>
                      <a:pt x="194" y="122"/>
                    </a:cubicBezTo>
                    <a:cubicBezTo>
                      <a:pt x="194" y="71"/>
                      <a:pt x="154" y="29"/>
                      <a:pt x="103" y="26"/>
                    </a:cubicBezTo>
                    <a:close/>
                    <a:moveTo>
                      <a:pt x="158" y="180"/>
                    </a:moveTo>
                    <a:cubicBezTo>
                      <a:pt x="145" y="167"/>
                      <a:pt x="145" y="167"/>
                      <a:pt x="145" y="167"/>
                    </a:cubicBezTo>
                    <a:cubicBezTo>
                      <a:pt x="142" y="171"/>
                      <a:pt x="142" y="171"/>
                      <a:pt x="142" y="171"/>
                    </a:cubicBezTo>
                    <a:cubicBezTo>
                      <a:pt x="154" y="183"/>
                      <a:pt x="154" y="183"/>
                      <a:pt x="154" y="183"/>
                    </a:cubicBezTo>
                    <a:cubicBezTo>
                      <a:pt x="140" y="197"/>
                      <a:pt x="121" y="205"/>
                      <a:pt x="100" y="206"/>
                    </a:cubicBezTo>
                    <a:cubicBezTo>
                      <a:pt x="100" y="188"/>
                      <a:pt x="100" y="188"/>
                      <a:pt x="100" y="188"/>
                    </a:cubicBezTo>
                    <a:cubicBezTo>
                      <a:pt x="95" y="188"/>
                      <a:pt x="95" y="188"/>
                      <a:pt x="95" y="188"/>
                    </a:cubicBezTo>
                    <a:cubicBezTo>
                      <a:pt x="95" y="206"/>
                      <a:pt x="95" y="206"/>
                      <a:pt x="95" y="206"/>
                    </a:cubicBezTo>
                    <a:cubicBezTo>
                      <a:pt x="73" y="205"/>
                      <a:pt x="54" y="197"/>
                      <a:pt x="40" y="183"/>
                    </a:cubicBezTo>
                    <a:cubicBezTo>
                      <a:pt x="52" y="171"/>
                      <a:pt x="52" y="171"/>
                      <a:pt x="52" y="171"/>
                    </a:cubicBezTo>
                    <a:cubicBezTo>
                      <a:pt x="49" y="167"/>
                      <a:pt x="49" y="167"/>
                      <a:pt x="49" y="167"/>
                    </a:cubicBezTo>
                    <a:cubicBezTo>
                      <a:pt x="36" y="180"/>
                      <a:pt x="36" y="180"/>
                      <a:pt x="36" y="180"/>
                    </a:cubicBezTo>
                    <a:cubicBezTo>
                      <a:pt x="23" y="165"/>
                      <a:pt x="14" y="146"/>
                      <a:pt x="14" y="125"/>
                    </a:cubicBezTo>
                    <a:cubicBezTo>
                      <a:pt x="31" y="125"/>
                      <a:pt x="31" y="125"/>
                      <a:pt x="31" y="125"/>
                    </a:cubicBezTo>
                    <a:cubicBezTo>
                      <a:pt x="31" y="120"/>
                      <a:pt x="31" y="120"/>
                      <a:pt x="31" y="120"/>
                    </a:cubicBezTo>
                    <a:cubicBezTo>
                      <a:pt x="14" y="120"/>
                      <a:pt x="14" y="120"/>
                      <a:pt x="14" y="120"/>
                    </a:cubicBezTo>
                    <a:cubicBezTo>
                      <a:pt x="14" y="99"/>
                      <a:pt x="23" y="80"/>
                      <a:pt x="36" y="65"/>
                    </a:cubicBezTo>
                    <a:cubicBezTo>
                      <a:pt x="49" y="78"/>
                      <a:pt x="49" y="78"/>
                      <a:pt x="49" y="78"/>
                    </a:cubicBezTo>
                    <a:cubicBezTo>
                      <a:pt x="52" y="74"/>
                      <a:pt x="52" y="74"/>
                      <a:pt x="52" y="74"/>
                    </a:cubicBezTo>
                    <a:cubicBezTo>
                      <a:pt x="40" y="62"/>
                      <a:pt x="40" y="62"/>
                      <a:pt x="40" y="62"/>
                    </a:cubicBezTo>
                    <a:cubicBezTo>
                      <a:pt x="54" y="48"/>
                      <a:pt x="73" y="40"/>
                      <a:pt x="95" y="39"/>
                    </a:cubicBezTo>
                    <a:cubicBezTo>
                      <a:pt x="95" y="56"/>
                      <a:pt x="95" y="56"/>
                      <a:pt x="95" y="56"/>
                    </a:cubicBezTo>
                    <a:cubicBezTo>
                      <a:pt x="100" y="56"/>
                      <a:pt x="100" y="56"/>
                      <a:pt x="100" y="56"/>
                    </a:cubicBezTo>
                    <a:cubicBezTo>
                      <a:pt x="100" y="39"/>
                      <a:pt x="100" y="39"/>
                      <a:pt x="100" y="39"/>
                    </a:cubicBezTo>
                    <a:cubicBezTo>
                      <a:pt x="121" y="40"/>
                      <a:pt x="140" y="48"/>
                      <a:pt x="154" y="62"/>
                    </a:cubicBezTo>
                    <a:cubicBezTo>
                      <a:pt x="142" y="74"/>
                      <a:pt x="142" y="74"/>
                      <a:pt x="142" y="74"/>
                    </a:cubicBezTo>
                    <a:cubicBezTo>
                      <a:pt x="145" y="78"/>
                      <a:pt x="145" y="78"/>
                      <a:pt x="145" y="78"/>
                    </a:cubicBezTo>
                    <a:cubicBezTo>
                      <a:pt x="158" y="65"/>
                      <a:pt x="158" y="65"/>
                      <a:pt x="158" y="65"/>
                    </a:cubicBezTo>
                    <a:cubicBezTo>
                      <a:pt x="171" y="80"/>
                      <a:pt x="180" y="99"/>
                      <a:pt x="180" y="120"/>
                    </a:cubicBezTo>
                    <a:cubicBezTo>
                      <a:pt x="163" y="120"/>
                      <a:pt x="163" y="120"/>
                      <a:pt x="163" y="120"/>
                    </a:cubicBezTo>
                    <a:cubicBezTo>
                      <a:pt x="163" y="125"/>
                      <a:pt x="163" y="125"/>
                      <a:pt x="163" y="125"/>
                    </a:cubicBezTo>
                    <a:cubicBezTo>
                      <a:pt x="180" y="125"/>
                      <a:pt x="180" y="125"/>
                      <a:pt x="180" y="125"/>
                    </a:cubicBezTo>
                    <a:cubicBezTo>
                      <a:pt x="180" y="146"/>
                      <a:pt x="171" y="165"/>
                      <a:pt x="158"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32" name="Freeform 34"/>
              <p:cNvSpPr>
                <a:spLocks/>
              </p:cNvSpPr>
              <p:nvPr/>
            </p:nvSpPr>
            <p:spPr bwMode="auto">
              <a:xfrm>
                <a:off x="11153775" y="1404937"/>
                <a:ext cx="160338" cy="273050"/>
              </a:xfrm>
              <a:custGeom>
                <a:avLst/>
                <a:gdLst>
                  <a:gd name="T0" fmla="*/ 101 w 101"/>
                  <a:gd name="T1" fmla="*/ 66 h 172"/>
                  <a:gd name="T2" fmla="*/ 94 w 101"/>
                  <a:gd name="T3" fmla="*/ 59 h 172"/>
                  <a:gd name="T4" fmla="*/ 21 w 101"/>
                  <a:gd name="T5" fmla="*/ 132 h 172"/>
                  <a:gd name="T6" fmla="*/ 21 w 101"/>
                  <a:gd name="T7" fmla="*/ 0 h 172"/>
                  <a:gd name="T8" fmla="*/ 11 w 101"/>
                  <a:gd name="T9" fmla="*/ 0 h 172"/>
                  <a:gd name="T10" fmla="*/ 11 w 101"/>
                  <a:gd name="T11" fmla="*/ 141 h 172"/>
                  <a:gd name="T12" fmla="*/ 0 w 101"/>
                  <a:gd name="T13" fmla="*/ 153 h 172"/>
                  <a:gd name="T14" fmla="*/ 7 w 101"/>
                  <a:gd name="T15" fmla="*/ 163 h 172"/>
                  <a:gd name="T16" fmla="*/ 11 w 101"/>
                  <a:gd name="T17" fmla="*/ 158 h 172"/>
                  <a:gd name="T18" fmla="*/ 11 w 101"/>
                  <a:gd name="T19" fmla="*/ 172 h 172"/>
                  <a:gd name="T20" fmla="*/ 21 w 101"/>
                  <a:gd name="T21" fmla="*/ 172 h 172"/>
                  <a:gd name="T22" fmla="*/ 21 w 101"/>
                  <a:gd name="T23" fmla="*/ 146 h 172"/>
                  <a:gd name="T24" fmla="*/ 101 w 101"/>
                  <a:gd name="T25" fmla="*/ 6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172">
                    <a:moveTo>
                      <a:pt x="101" y="66"/>
                    </a:moveTo>
                    <a:lnTo>
                      <a:pt x="94" y="59"/>
                    </a:lnTo>
                    <a:lnTo>
                      <a:pt x="21" y="132"/>
                    </a:lnTo>
                    <a:lnTo>
                      <a:pt x="21" y="0"/>
                    </a:lnTo>
                    <a:lnTo>
                      <a:pt x="11" y="0"/>
                    </a:lnTo>
                    <a:lnTo>
                      <a:pt x="11" y="141"/>
                    </a:lnTo>
                    <a:lnTo>
                      <a:pt x="0" y="153"/>
                    </a:lnTo>
                    <a:lnTo>
                      <a:pt x="7" y="163"/>
                    </a:lnTo>
                    <a:lnTo>
                      <a:pt x="11" y="158"/>
                    </a:lnTo>
                    <a:lnTo>
                      <a:pt x="11" y="172"/>
                    </a:lnTo>
                    <a:lnTo>
                      <a:pt x="21" y="172"/>
                    </a:lnTo>
                    <a:lnTo>
                      <a:pt x="21" y="146"/>
                    </a:lnTo>
                    <a:lnTo>
                      <a:pt x="101"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sp>
        <p:nvSpPr>
          <p:cNvPr id="139" name="文本框 129"/>
          <p:cNvSpPr txBox="1"/>
          <p:nvPr/>
        </p:nvSpPr>
        <p:spPr>
          <a:xfrm>
            <a:off x="5329045" y="1298263"/>
            <a:ext cx="2009903" cy="520784"/>
          </a:xfrm>
          <a:prstGeom prst="rect">
            <a:avLst/>
          </a:prstGeom>
          <a:noFill/>
        </p:spPr>
        <p:txBody>
          <a:bodyPr wrap="square" rtlCol="0">
            <a:spAutoFit/>
          </a:bodyPr>
          <a:lstStyle/>
          <a:p>
            <a:pPr algn="ctr">
              <a:lnSpc>
                <a:spcPct val="12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sp>
        <p:nvSpPr>
          <p:cNvPr id="140" name="文本框 129"/>
          <p:cNvSpPr txBox="1"/>
          <p:nvPr/>
        </p:nvSpPr>
        <p:spPr>
          <a:xfrm>
            <a:off x="5330892" y="6656599"/>
            <a:ext cx="2009903" cy="520784"/>
          </a:xfrm>
          <a:prstGeom prst="rect">
            <a:avLst/>
          </a:prstGeom>
          <a:noFill/>
        </p:spPr>
        <p:txBody>
          <a:bodyPr wrap="square" rtlCol="0">
            <a:spAutoFit/>
          </a:bodyPr>
          <a:lstStyle/>
          <a:p>
            <a:pPr algn="ctr">
              <a:lnSpc>
                <a:spcPct val="12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a:t>
            </a:r>
          </a:p>
        </p:txBody>
      </p:sp>
      <p:sp>
        <p:nvSpPr>
          <p:cNvPr id="141" name="文本框 129"/>
          <p:cNvSpPr txBox="1"/>
          <p:nvPr/>
        </p:nvSpPr>
        <p:spPr>
          <a:xfrm>
            <a:off x="1188711" y="2026277"/>
            <a:ext cx="2810211" cy="1139158"/>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gn="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2" name="文本框 129"/>
          <p:cNvSpPr txBox="1"/>
          <p:nvPr/>
        </p:nvSpPr>
        <p:spPr>
          <a:xfrm>
            <a:off x="808953" y="3941611"/>
            <a:ext cx="2810211" cy="1139158"/>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gn="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3" name="文本框 129"/>
          <p:cNvSpPr txBox="1"/>
          <p:nvPr/>
        </p:nvSpPr>
        <p:spPr>
          <a:xfrm>
            <a:off x="1199438" y="5997601"/>
            <a:ext cx="2810211" cy="1139158"/>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gn="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4" name="文本框 129"/>
          <p:cNvSpPr txBox="1"/>
          <p:nvPr/>
        </p:nvSpPr>
        <p:spPr>
          <a:xfrm>
            <a:off x="8252214" y="2135688"/>
            <a:ext cx="2810211" cy="1139158"/>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5" name="文本框 129"/>
          <p:cNvSpPr txBox="1"/>
          <p:nvPr/>
        </p:nvSpPr>
        <p:spPr>
          <a:xfrm>
            <a:off x="8783876" y="3891645"/>
            <a:ext cx="2810211" cy="1139158"/>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6" name="文本框 129"/>
          <p:cNvSpPr txBox="1"/>
          <p:nvPr/>
        </p:nvSpPr>
        <p:spPr>
          <a:xfrm>
            <a:off x="8404118" y="5693903"/>
            <a:ext cx="2810211" cy="1139158"/>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47" name="文本框 146"/>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230596552"/>
      </p:ext>
    </p:extLst>
  </p:cSld>
  <p:clrMapOvr>
    <a:masterClrMapping/>
  </p:clrMapOvr>
  <mc:AlternateContent xmlns:mc="http://schemas.openxmlformats.org/markup-compatibility/2006" xmlns:p14="http://schemas.microsoft.com/office/powerpoint/2010/main">
    <mc:Choice Requires="p14">
      <p:transition spd="slow" p14:dur="1600" advClick="0" advTm="0">
        <p14:gallery dir="l"/>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21" presetClass="entr" presetSubtype="1"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heel(1)">
                                      <p:cBhvr>
                                        <p:cTn id="17" dur="1000"/>
                                        <p:tgtEl>
                                          <p:spTgt spid="8"/>
                                        </p:tgtEl>
                                      </p:cBhvr>
                                    </p:animEffect>
                                  </p:childTnLst>
                                </p:cTn>
                              </p:par>
                            </p:childTnLst>
                          </p:cTn>
                        </p:par>
                        <p:par>
                          <p:cTn id="18" fill="hold">
                            <p:stCondLst>
                              <p:cond delay="2000"/>
                            </p:stCondLst>
                            <p:childTnLst>
                              <p:par>
                                <p:cTn id="19" presetID="21" presetClass="entr" presetSubtype="1"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heel(1)">
                                      <p:cBhvr>
                                        <p:cTn id="21" dur="1000"/>
                                        <p:tgtEl>
                                          <p:spTgt spid="12"/>
                                        </p:tgtEl>
                                      </p:cBhvr>
                                    </p:animEffect>
                                  </p:childTnLst>
                                </p:cTn>
                              </p:par>
                            </p:childTnLst>
                          </p:cTn>
                        </p:par>
                        <p:par>
                          <p:cTn id="22" fill="hold">
                            <p:stCondLst>
                              <p:cond delay="3000"/>
                            </p:stCondLst>
                            <p:childTnLst>
                              <p:par>
                                <p:cTn id="23" presetID="10" presetClass="entr" presetSubtype="0" fill="hold" nodeType="after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fade">
                                      <p:cBhvr>
                                        <p:cTn id="25" dur="250"/>
                                        <p:tgtEl>
                                          <p:spTgt spid="128"/>
                                        </p:tgtEl>
                                      </p:cBhvr>
                                    </p:animEffect>
                                  </p:childTnLst>
                                </p:cTn>
                              </p:par>
                            </p:childTnLst>
                          </p:cTn>
                        </p:par>
                        <p:par>
                          <p:cTn id="26" fill="hold">
                            <p:stCondLst>
                              <p:cond delay="3250"/>
                            </p:stCondLst>
                            <p:childTnLst>
                              <p:par>
                                <p:cTn id="27" presetID="10"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250"/>
                                        <p:tgtEl>
                                          <p:spTgt spid="3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250"/>
                                        <p:tgtEl>
                                          <p:spTgt spid="46"/>
                                        </p:tgtEl>
                                      </p:cBhvr>
                                    </p:animEffect>
                                  </p:childTnLst>
                                </p:cTn>
                              </p:par>
                            </p:childTnLst>
                          </p:cTn>
                        </p:par>
                        <p:par>
                          <p:cTn id="34" fill="hold">
                            <p:stCondLst>
                              <p:cond delay="3750"/>
                            </p:stCondLst>
                            <p:childTnLst>
                              <p:par>
                                <p:cTn id="35" presetID="10" presetClass="entr" presetSubtype="0" fill="hold" nodeType="afterEffect">
                                  <p:stCondLst>
                                    <p:cond delay="0"/>
                                  </p:stCondLst>
                                  <p:childTnLst>
                                    <p:set>
                                      <p:cBhvr>
                                        <p:cTn id="36" dur="1" fill="hold">
                                          <p:stCondLst>
                                            <p:cond delay="0"/>
                                          </p:stCondLst>
                                        </p:cTn>
                                        <p:tgtEl>
                                          <p:spTgt spid="117"/>
                                        </p:tgtEl>
                                        <p:attrNameLst>
                                          <p:attrName>style.visibility</p:attrName>
                                        </p:attrNameLst>
                                      </p:cBhvr>
                                      <p:to>
                                        <p:strVal val="visible"/>
                                      </p:to>
                                    </p:set>
                                    <p:animEffect transition="in" filter="fade">
                                      <p:cBhvr>
                                        <p:cTn id="37" dur="250"/>
                                        <p:tgtEl>
                                          <p:spTgt spid="117"/>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57"/>
                                        </p:tgtEl>
                                        <p:attrNameLst>
                                          <p:attrName>style.visibility</p:attrName>
                                        </p:attrNameLst>
                                      </p:cBhvr>
                                      <p:to>
                                        <p:strVal val="visible"/>
                                      </p:to>
                                    </p:set>
                                    <p:animEffect transition="in" filter="fade">
                                      <p:cBhvr>
                                        <p:cTn id="41" dur="250"/>
                                        <p:tgtEl>
                                          <p:spTgt spid="57"/>
                                        </p:tgtEl>
                                      </p:cBhvr>
                                    </p:animEffect>
                                  </p:childTnLst>
                                </p:cTn>
                              </p:par>
                            </p:childTnLst>
                          </p:cTn>
                        </p:par>
                        <p:par>
                          <p:cTn id="42" fill="hold">
                            <p:stCondLst>
                              <p:cond delay="4250"/>
                            </p:stCondLst>
                            <p:childTnLst>
                              <p:par>
                                <p:cTn id="43" presetID="10" presetClass="entr" presetSubtype="0" fill="hold" nodeType="afterEffect">
                                  <p:stCondLst>
                                    <p:cond delay="0"/>
                                  </p:stCondLst>
                                  <p:childTnLst>
                                    <p:set>
                                      <p:cBhvr>
                                        <p:cTn id="44" dur="1" fill="hold">
                                          <p:stCondLst>
                                            <p:cond delay="0"/>
                                          </p:stCondLst>
                                        </p:cTn>
                                        <p:tgtEl>
                                          <p:spTgt spid="104"/>
                                        </p:tgtEl>
                                        <p:attrNameLst>
                                          <p:attrName>style.visibility</p:attrName>
                                        </p:attrNameLst>
                                      </p:cBhvr>
                                      <p:to>
                                        <p:strVal val="visible"/>
                                      </p:to>
                                    </p:set>
                                    <p:animEffect transition="in" filter="fade">
                                      <p:cBhvr>
                                        <p:cTn id="45" dur="250"/>
                                        <p:tgtEl>
                                          <p:spTgt spid="104"/>
                                        </p:tgtEl>
                                      </p:cBhvr>
                                    </p:animEffect>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95"/>
                                        </p:tgtEl>
                                        <p:attrNameLst>
                                          <p:attrName>style.visibility</p:attrName>
                                        </p:attrNameLst>
                                      </p:cBhvr>
                                      <p:to>
                                        <p:strVal val="visible"/>
                                      </p:to>
                                    </p:set>
                                    <p:animEffect transition="in" filter="fade">
                                      <p:cBhvr>
                                        <p:cTn id="49" dur="250"/>
                                        <p:tgtEl>
                                          <p:spTgt spid="95"/>
                                        </p:tgtEl>
                                      </p:cBhvr>
                                    </p:animEffect>
                                  </p:childTnLst>
                                </p:cTn>
                              </p:par>
                            </p:childTnLst>
                          </p:cTn>
                        </p:par>
                        <p:par>
                          <p:cTn id="50" fill="hold">
                            <p:stCondLst>
                              <p:cond delay="4750"/>
                            </p:stCondLst>
                            <p:childTnLst>
                              <p:par>
                                <p:cTn id="51" presetID="10" presetClass="entr" presetSubtype="0" fill="hold" nodeType="afterEffect">
                                  <p:stCondLst>
                                    <p:cond delay="0"/>
                                  </p:stCondLst>
                                  <p:childTnLst>
                                    <p:set>
                                      <p:cBhvr>
                                        <p:cTn id="52" dur="1" fill="hold">
                                          <p:stCondLst>
                                            <p:cond delay="0"/>
                                          </p:stCondLst>
                                        </p:cTn>
                                        <p:tgtEl>
                                          <p:spTgt spid="71"/>
                                        </p:tgtEl>
                                        <p:attrNameLst>
                                          <p:attrName>style.visibility</p:attrName>
                                        </p:attrNameLst>
                                      </p:cBhvr>
                                      <p:to>
                                        <p:strVal val="visible"/>
                                      </p:to>
                                    </p:set>
                                    <p:animEffect transition="in" filter="fade">
                                      <p:cBhvr>
                                        <p:cTn id="53" dur="250"/>
                                        <p:tgtEl>
                                          <p:spTgt spid="71"/>
                                        </p:tgtEl>
                                      </p:cBhvr>
                                    </p:animEffect>
                                  </p:childTnLst>
                                </p:cTn>
                              </p:par>
                            </p:childTnLst>
                          </p:cTn>
                        </p:par>
                        <p:par>
                          <p:cTn id="54" fill="hold">
                            <p:stCondLst>
                              <p:cond delay="5000"/>
                            </p:stCondLst>
                            <p:childTnLst>
                              <p:par>
                                <p:cTn id="55" presetID="14" presetClass="entr" presetSubtype="5" fill="hold" grpId="0" nodeType="after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randombar(vertical)">
                                      <p:cBhvr>
                                        <p:cTn id="57" dur="500"/>
                                        <p:tgtEl>
                                          <p:spTgt spid="28"/>
                                        </p:tgtEl>
                                      </p:cBhvr>
                                    </p:animEffect>
                                  </p:childTnLst>
                                </p:cTn>
                              </p:par>
                              <p:par>
                                <p:cTn id="58" presetID="14" presetClass="entr" presetSubtype="5" fill="hold" grpId="0" nodeType="with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randombar(vertical)">
                                      <p:cBhvr>
                                        <p:cTn id="60" dur="500"/>
                                        <p:tgtEl>
                                          <p:spTgt spid="29"/>
                                        </p:tgtEl>
                                      </p:cBhvr>
                                    </p:animEffect>
                                  </p:childTnLst>
                                </p:cTn>
                              </p:par>
                              <p:par>
                                <p:cTn id="61" presetID="14" presetClass="entr" presetSubtype="5" fill="hold" grpId="0" nodeType="with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randombar(vertical)">
                                      <p:cBhvr>
                                        <p:cTn id="63" dur="500"/>
                                        <p:tgtEl>
                                          <p:spTgt spid="33"/>
                                        </p:tgtEl>
                                      </p:cBhvr>
                                    </p:animEffect>
                                  </p:childTnLst>
                                </p:cTn>
                              </p:par>
                              <p:par>
                                <p:cTn id="64" presetID="14" presetClass="entr" presetSubtype="5" fill="hold" grpId="0" nodeType="withEffect">
                                  <p:stCondLst>
                                    <p:cond delay="0"/>
                                  </p:stCondLst>
                                  <p:childTnLst>
                                    <p:set>
                                      <p:cBhvr>
                                        <p:cTn id="65" dur="1" fill="hold">
                                          <p:stCondLst>
                                            <p:cond delay="0"/>
                                          </p:stCondLst>
                                        </p:cTn>
                                        <p:tgtEl>
                                          <p:spTgt spid="141"/>
                                        </p:tgtEl>
                                        <p:attrNameLst>
                                          <p:attrName>style.visibility</p:attrName>
                                        </p:attrNameLst>
                                      </p:cBhvr>
                                      <p:to>
                                        <p:strVal val="visible"/>
                                      </p:to>
                                    </p:set>
                                    <p:animEffect transition="in" filter="randombar(vertical)">
                                      <p:cBhvr>
                                        <p:cTn id="66" dur="500"/>
                                        <p:tgtEl>
                                          <p:spTgt spid="141"/>
                                        </p:tgtEl>
                                      </p:cBhvr>
                                    </p:animEffect>
                                  </p:childTnLst>
                                </p:cTn>
                              </p:par>
                              <p:par>
                                <p:cTn id="67" presetID="14" presetClass="entr" presetSubtype="5" fill="hold" grpId="0" nodeType="withEffect">
                                  <p:stCondLst>
                                    <p:cond delay="0"/>
                                  </p:stCondLst>
                                  <p:childTnLst>
                                    <p:set>
                                      <p:cBhvr>
                                        <p:cTn id="68" dur="1" fill="hold">
                                          <p:stCondLst>
                                            <p:cond delay="0"/>
                                          </p:stCondLst>
                                        </p:cTn>
                                        <p:tgtEl>
                                          <p:spTgt spid="142"/>
                                        </p:tgtEl>
                                        <p:attrNameLst>
                                          <p:attrName>style.visibility</p:attrName>
                                        </p:attrNameLst>
                                      </p:cBhvr>
                                      <p:to>
                                        <p:strVal val="visible"/>
                                      </p:to>
                                    </p:set>
                                    <p:animEffect transition="in" filter="randombar(vertical)">
                                      <p:cBhvr>
                                        <p:cTn id="69" dur="500"/>
                                        <p:tgtEl>
                                          <p:spTgt spid="142"/>
                                        </p:tgtEl>
                                      </p:cBhvr>
                                    </p:animEffect>
                                  </p:childTnLst>
                                </p:cTn>
                              </p:par>
                              <p:par>
                                <p:cTn id="70" presetID="14" presetClass="entr" presetSubtype="5" fill="hold" grpId="0" nodeType="withEffect">
                                  <p:stCondLst>
                                    <p:cond delay="0"/>
                                  </p:stCondLst>
                                  <p:childTnLst>
                                    <p:set>
                                      <p:cBhvr>
                                        <p:cTn id="71" dur="1" fill="hold">
                                          <p:stCondLst>
                                            <p:cond delay="0"/>
                                          </p:stCondLst>
                                        </p:cTn>
                                        <p:tgtEl>
                                          <p:spTgt spid="143"/>
                                        </p:tgtEl>
                                        <p:attrNameLst>
                                          <p:attrName>style.visibility</p:attrName>
                                        </p:attrNameLst>
                                      </p:cBhvr>
                                      <p:to>
                                        <p:strVal val="visible"/>
                                      </p:to>
                                    </p:set>
                                    <p:animEffect transition="in" filter="randombar(vertical)">
                                      <p:cBhvr>
                                        <p:cTn id="72" dur="500"/>
                                        <p:tgtEl>
                                          <p:spTgt spid="143"/>
                                        </p:tgtEl>
                                      </p:cBhvr>
                                    </p:animEffect>
                                  </p:childTnLst>
                                </p:cTn>
                              </p:par>
                              <p:par>
                                <p:cTn id="73" presetID="14" presetClass="entr" presetSubtype="5" fill="hold" grpId="0" nodeType="withEffect">
                                  <p:stCondLst>
                                    <p:cond delay="0"/>
                                  </p:stCondLst>
                                  <p:childTnLst>
                                    <p:set>
                                      <p:cBhvr>
                                        <p:cTn id="74" dur="1" fill="hold">
                                          <p:stCondLst>
                                            <p:cond delay="0"/>
                                          </p:stCondLst>
                                        </p:cTn>
                                        <p:tgtEl>
                                          <p:spTgt spid="30"/>
                                        </p:tgtEl>
                                        <p:attrNameLst>
                                          <p:attrName>style.visibility</p:attrName>
                                        </p:attrNameLst>
                                      </p:cBhvr>
                                      <p:to>
                                        <p:strVal val="visible"/>
                                      </p:to>
                                    </p:set>
                                    <p:animEffect transition="in" filter="randombar(vertical)">
                                      <p:cBhvr>
                                        <p:cTn id="75" dur="500"/>
                                        <p:tgtEl>
                                          <p:spTgt spid="30"/>
                                        </p:tgtEl>
                                      </p:cBhvr>
                                    </p:animEffect>
                                  </p:childTnLst>
                                </p:cTn>
                              </p:par>
                              <p:par>
                                <p:cTn id="76" presetID="14" presetClass="entr" presetSubtype="5" fill="hold" grpId="0" nodeType="withEffect">
                                  <p:stCondLst>
                                    <p:cond delay="0"/>
                                  </p:stCondLst>
                                  <p:childTnLst>
                                    <p:set>
                                      <p:cBhvr>
                                        <p:cTn id="77" dur="1" fill="hold">
                                          <p:stCondLst>
                                            <p:cond delay="0"/>
                                          </p:stCondLst>
                                        </p:cTn>
                                        <p:tgtEl>
                                          <p:spTgt spid="139"/>
                                        </p:tgtEl>
                                        <p:attrNameLst>
                                          <p:attrName>style.visibility</p:attrName>
                                        </p:attrNameLst>
                                      </p:cBhvr>
                                      <p:to>
                                        <p:strVal val="visible"/>
                                      </p:to>
                                    </p:set>
                                    <p:animEffect transition="in" filter="randombar(vertical)">
                                      <p:cBhvr>
                                        <p:cTn id="78" dur="500"/>
                                        <p:tgtEl>
                                          <p:spTgt spid="139"/>
                                        </p:tgtEl>
                                      </p:cBhvr>
                                    </p:animEffect>
                                  </p:childTnLst>
                                </p:cTn>
                              </p:par>
                              <p:par>
                                <p:cTn id="79" presetID="14" presetClass="entr" presetSubtype="5" fill="hold" grpId="0" nodeType="with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randombar(vertical)">
                                      <p:cBhvr>
                                        <p:cTn id="81" dur="500"/>
                                        <p:tgtEl>
                                          <p:spTgt spid="32"/>
                                        </p:tgtEl>
                                      </p:cBhvr>
                                    </p:animEffect>
                                  </p:childTnLst>
                                </p:cTn>
                              </p:par>
                              <p:par>
                                <p:cTn id="82" presetID="14" presetClass="entr" presetSubtype="5" fill="hold" grpId="0" nodeType="withEffect">
                                  <p:stCondLst>
                                    <p:cond delay="0"/>
                                  </p:stCondLst>
                                  <p:childTnLst>
                                    <p:set>
                                      <p:cBhvr>
                                        <p:cTn id="83" dur="1" fill="hold">
                                          <p:stCondLst>
                                            <p:cond delay="0"/>
                                          </p:stCondLst>
                                        </p:cTn>
                                        <p:tgtEl>
                                          <p:spTgt spid="144"/>
                                        </p:tgtEl>
                                        <p:attrNameLst>
                                          <p:attrName>style.visibility</p:attrName>
                                        </p:attrNameLst>
                                      </p:cBhvr>
                                      <p:to>
                                        <p:strVal val="visible"/>
                                      </p:to>
                                    </p:set>
                                    <p:animEffect transition="in" filter="randombar(vertical)">
                                      <p:cBhvr>
                                        <p:cTn id="84" dur="500"/>
                                        <p:tgtEl>
                                          <p:spTgt spid="144"/>
                                        </p:tgtEl>
                                      </p:cBhvr>
                                    </p:animEffect>
                                  </p:childTnLst>
                                </p:cTn>
                              </p:par>
                              <p:par>
                                <p:cTn id="85" presetID="14" presetClass="entr" presetSubtype="5" fill="hold" grpId="0" nodeType="with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randombar(vertical)">
                                      <p:cBhvr>
                                        <p:cTn id="87" dur="500"/>
                                        <p:tgtEl>
                                          <p:spTgt spid="31"/>
                                        </p:tgtEl>
                                      </p:cBhvr>
                                    </p:animEffect>
                                  </p:childTnLst>
                                </p:cTn>
                              </p:par>
                              <p:par>
                                <p:cTn id="88" presetID="14" presetClass="entr" presetSubtype="5" fill="hold" grpId="0" nodeType="withEffect">
                                  <p:stCondLst>
                                    <p:cond delay="0"/>
                                  </p:stCondLst>
                                  <p:childTnLst>
                                    <p:set>
                                      <p:cBhvr>
                                        <p:cTn id="89" dur="1" fill="hold">
                                          <p:stCondLst>
                                            <p:cond delay="0"/>
                                          </p:stCondLst>
                                        </p:cTn>
                                        <p:tgtEl>
                                          <p:spTgt spid="145"/>
                                        </p:tgtEl>
                                        <p:attrNameLst>
                                          <p:attrName>style.visibility</p:attrName>
                                        </p:attrNameLst>
                                      </p:cBhvr>
                                      <p:to>
                                        <p:strVal val="visible"/>
                                      </p:to>
                                    </p:set>
                                    <p:animEffect transition="in" filter="randombar(vertical)">
                                      <p:cBhvr>
                                        <p:cTn id="90" dur="500"/>
                                        <p:tgtEl>
                                          <p:spTgt spid="145"/>
                                        </p:tgtEl>
                                      </p:cBhvr>
                                    </p:animEffect>
                                  </p:childTnLst>
                                </p:cTn>
                              </p:par>
                              <p:par>
                                <p:cTn id="91" presetID="14" presetClass="entr" presetSubtype="5" fill="hold" grpId="0" nodeType="withEffect">
                                  <p:stCondLst>
                                    <p:cond delay="0"/>
                                  </p:stCondLst>
                                  <p:childTnLst>
                                    <p:set>
                                      <p:cBhvr>
                                        <p:cTn id="92" dur="1" fill="hold">
                                          <p:stCondLst>
                                            <p:cond delay="0"/>
                                          </p:stCondLst>
                                        </p:cTn>
                                        <p:tgtEl>
                                          <p:spTgt spid="34"/>
                                        </p:tgtEl>
                                        <p:attrNameLst>
                                          <p:attrName>style.visibility</p:attrName>
                                        </p:attrNameLst>
                                      </p:cBhvr>
                                      <p:to>
                                        <p:strVal val="visible"/>
                                      </p:to>
                                    </p:set>
                                    <p:animEffect transition="in" filter="randombar(vertical)">
                                      <p:cBhvr>
                                        <p:cTn id="93" dur="500"/>
                                        <p:tgtEl>
                                          <p:spTgt spid="34"/>
                                        </p:tgtEl>
                                      </p:cBhvr>
                                    </p:animEffect>
                                  </p:childTnLst>
                                </p:cTn>
                              </p:par>
                              <p:par>
                                <p:cTn id="94" presetID="14" presetClass="entr" presetSubtype="5" fill="hold" grpId="0" nodeType="withEffect">
                                  <p:stCondLst>
                                    <p:cond delay="0"/>
                                  </p:stCondLst>
                                  <p:childTnLst>
                                    <p:set>
                                      <p:cBhvr>
                                        <p:cTn id="95" dur="1" fill="hold">
                                          <p:stCondLst>
                                            <p:cond delay="0"/>
                                          </p:stCondLst>
                                        </p:cTn>
                                        <p:tgtEl>
                                          <p:spTgt spid="146"/>
                                        </p:tgtEl>
                                        <p:attrNameLst>
                                          <p:attrName>style.visibility</p:attrName>
                                        </p:attrNameLst>
                                      </p:cBhvr>
                                      <p:to>
                                        <p:strVal val="visible"/>
                                      </p:to>
                                    </p:set>
                                    <p:animEffect transition="in" filter="randombar(vertical)">
                                      <p:cBhvr>
                                        <p:cTn id="96" dur="500"/>
                                        <p:tgtEl>
                                          <p:spTgt spid="146"/>
                                        </p:tgtEl>
                                      </p:cBhvr>
                                    </p:animEffect>
                                  </p:childTnLst>
                                </p:cTn>
                              </p:par>
                              <p:par>
                                <p:cTn id="97" presetID="14" presetClass="entr" presetSubtype="5" fill="hold" grpId="0" nodeType="withEffect">
                                  <p:stCondLst>
                                    <p:cond delay="0"/>
                                  </p:stCondLst>
                                  <p:childTnLst>
                                    <p:set>
                                      <p:cBhvr>
                                        <p:cTn id="98" dur="1" fill="hold">
                                          <p:stCondLst>
                                            <p:cond delay="0"/>
                                          </p:stCondLst>
                                        </p:cTn>
                                        <p:tgtEl>
                                          <p:spTgt spid="27"/>
                                        </p:tgtEl>
                                        <p:attrNameLst>
                                          <p:attrName>style.visibility</p:attrName>
                                        </p:attrNameLst>
                                      </p:cBhvr>
                                      <p:to>
                                        <p:strVal val="visible"/>
                                      </p:to>
                                    </p:set>
                                    <p:animEffect transition="in" filter="randombar(vertical)">
                                      <p:cBhvr>
                                        <p:cTn id="99" dur="500"/>
                                        <p:tgtEl>
                                          <p:spTgt spid="27"/>
                                        </p:tgtEl>
                                      </p:cBhvr>
                                    </p:animEffect>
                                  </p:childTnLst>
                                </p:cTn>
                              </p:par>
                              <p:par>
                                <p:cTn id="100" presetID="14" presetClass="entr" presetSubtype="5" fill="hold" grpId="0" nodeType="withEffect">
                                  <p:stCondLst>
                                    <p:cond delay="0"/>
                                  </p:stCondLst>
                                  <p:childTnLst>
                                    <p:set>
                                      <p:cBhvr>
                                        <p:cTn id="101" dur="1" fill="hold">
                                          <p:stCondLst>
                                            <p:cond delay="0"/>
                                          </p:stCondLst>
                                        </p:cTn>
                                        <p:tgtEl>
                                          <p:spTgt spid="140"/>
                                        </p:tgtEl>
                                        <p:attrNameLst>
                                          <p:attrName>style.visibility</p:attrName>
                                        </p:attrNameLst>
                                      </p:cBhvr>
                                      <p:to>
                                        <p:strVal val="visible"/>
                                      </p:to>
                                    </p:set>
                                    <p:animEffect transition="in" filter="randombar(vertical)">
                                      <p:cBhvr>
                                        <p:cTn id="102" dur="500"/>
                                        <p:tgtEl>
                                          <p:spTgt spid="140"/>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4" fill="hold" grpId="0" nodeType="clickEffect">
                                  <p:stCondLst>
                                    <p:cond delay="0"/>
                                  </p:stCondLst>
                                  <p:childTnLst>
                                    <p:set>
                                      <p:cBhvr>
                                        <p:cTn id="106" dur="1" fill="hold">
                                          <p:stCondLst>
                                            <p:cond delay="0"/>
                                          </p:stCondLst>
                                        </p:cTn>
                                        <p:tgtEl>
                                          <p:spTgt spid="147"/>
                                        </p:tgtEl>
                                        <p:attrNameLst>
                                          <p:attrName>style.visibility</p:attrName>
                                        </p:attrNameLst>
                                      </p:cBhvr>
                                      <p:to>
                                        <p:strVal val="visible"/>
                                      </p:to>
                                    </p:set>
                                    <p:animEffect transition="in" filter="wipe(down)">
                                      <p:cBhvr>
                                        <p:cTn id="107"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7" grpId="0"/>
      <p:bldP spid="28" grpId="0"/>
      <p:bldP spid="29" grpId="0"/>
      <p:bldP spid="30" grpId="0"/>
      <p:bldP spid="31" grpId="0"/>
      <p:bldP spid="32" grpId="0"/>
      <p:bldP spid="33" grpId="0"/>
      <p:bldP spid="34" grpId="0"/>
      <p:bldP spid="139" grpId="0"/>
      <p:bldP spid="140" grpId="0"/>
      <p:bldP spid="141" grpId="0"/>
      <p:bldP spid="142" grpId="0"/>
      <p:bldP spid="143" grpId="0"/>
      <p:bldP spid="144" grpId="0"/>
      <p:bldP spid="145" grpId="0"/>
      <p:bldP spid="146" grpId="0"/>
      <p:bldP spid="147"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175262" y="131546"/>
            <a:ext cx="2006038" cy="604037"/>
            <a:chOff x="6977188" y="1902560"/>
            <a:chExt cx="4158578" cy="998361"/>
          </a:xfrm>
        </p:grpSpPr>
        <p:sp>
          <p:nvSpPr>
            <p:cNvPr id="5" name="任意多边形 4"/>
            <p:cNvSpPr>
              <a:spLocks/>
            </p:cNvSpPr>
            <p:nvPr/>
          </p:nvSpPr>
          <p:spPr bwMode="auto">
            <a:xfrm>
              <a:off x="6977188" y="1902560"/>
              <a:ext cx="4158578" cy="998361"/>
            </a:xfrm>
            <a:custGeom>
              <a:avLst/>
              <a:gdLst>
                <a:gd name="connsiteX0" fmla="*/ 352810 w 4452260"/>
                <a:gd name="connsiteY0" fmla="*/ 0 h 1068867"/>
                <a:gd name="connsiteX1" fmla="*/ 636768 w 4452260"/>
                <a:gd name="connsiteY1" fmla="*/ 0 h 1068867"/>
                <a:gd name="connsiteX2" fmla="*/ 647700 w 4452260"/>
                <a:gd name="connsiteY2" fmla="*/ 0 h 1068867"/>
                <a:gd name="connsiteX3" fmla="*/ 724065 w 4452260"/>
                <a:gd name="connsiteY3" fmla="*/ 0 h 1068867"/>
                <a:gd name="connsiteX4" fmla="*/ 782584 w 4452260"/>
                <a:gd name="connsiteY4" fmla="*/ 0 h 1068867"/>
                <a:gd name="connsiteX5" fmla="*/ 799455 w 4452260"/>
                <a:gd name="connsiteY5" fmla="*/ 0 h 1068867"/>
                <a:gd name="connsiteX6" fmla="*/ 809825 w 4452260"/>
                <a:gd name="connsiteY6" fmla="*/ 0 h 1068867"/>
                <a:gd name="connsiteX7" fmla="*/ 818078 w 4452260"/>
                <a:gd name="connsiteY7" fmla="*/ 0 h 1068867"/>
                <a:gd name="connsiteX8" fmla="*/ 843980 w 4452260"/>
                <a:gd name="connsiteY8" fmla="*/ 0 h 1068867"/>
                <a:gd name="connsiteX9" fmla="*/ 931658 w 4452260"/>
                <a:gd name="connsiteY9" fmla="*/ 0 h 1068867"/>
                <a:gd name="connsiteX10" fmla="*/ 961580 w 4452260"/>
                <a:gd name="connsiteY10" fmla="*/ 0 h 1068867"/>
                <a:gd name="connsiteX11" fmla="*/ 1000055 w 4452260"/>
                <a:gd name="connsiteY11" fmla="*/ 0 h 1068867"/>
                <a:gd name="connsiteX12" fmla="*/ 1040537 w 4452260"/>
                <a:gd name="connsiteY12" fmla="*/ 0 h 1068867"/>
                <a:gd name="connsiteX13" fmla="*/ 1051453 w 4452260"/>
                <a:gd name="connsiteY13" fmla="*/ 0 h 1068867"/>
                <a:gd name="connsiteX14" fmla="*/ 1083414 w 4452260"/>
                <a:gd name="connsiteY14" fmla="*/ 0 h 1068867"/>
                <a:gd name="connsiteX15" fmla="*/ 1112969 w 4452260"/>
                <a:gd name="connsiteY15" fmla="*/ 0 h 1068867"/>
                <a:gd name="connsiteX16" fmla="*/ 1138871 w 4452260"/>
                <a:gd name="connsiteY16" fmla="*/ 0 h 1068867"/>
                <a:gd name="connsiteX17" fmla="*/ 1170224 w 4452260"/>
                <a:gd name="connsiteY17" fmla="*/ 0 h 1068867"/>
                <a:gd name="connsiteX18" fmla="*/ 1170711 w 4452260"/>
                <a:gd name="connsiteY18" fmla="*/ 0 h 1068867"/>
                <a:gd name="connsiteX19" fmla="*/ 1202662 w 4452260"/>
                <a:gd name="connsiteY19" fmla="*/ 0 h 1068867"/>
                <a:gd name="connsiteX20" fmla="*/ 1240037 w 4452260"/>
                <a:gd name="connsiteY20" fmla="*/ 0 h 1068867"/>
                <a:gd name="connsiteX21" fmla="*/ 1290626 w 4452260"/>
                <a:gd name="connsiteY21" fmla="*/ 0 h 1068867"/>
                <a:gd name="connsiteX22" fmla="*/ 1324496 w 4452260"/>
                <a:gd name="connsiteY22" fmla="*/ 0 h 1068867"/>
                <a:gd name="connsiteX23" fmla="*/ 1332348 w 4452260"/>
                <a:gd name="connsiteY23" fmla="*/ 0 h 1068867"/>
                <a:gd name="connsiteX24" fmla="*/ 1335428 w 4452260"/>
                <a:gd name="connsiteY24" fmla="*/ 0 h 1068867"/>
                <a:gd name="connsiteX25" fmla="*/ 1411793 w 4452260"/>
                <a:gd name="connsiteY25" fmla="*/ 0 h 1068867"/>
                <a:gd name="connsiteX26" fmla="*/ 1454182 w 4452260"/>
                <a:gd name="connsiteY26" fmla="*/ 0 h 1068867"/>
                <a:gd name="connsiteX27" fmla="*/ 1470312 w 4452260"/>
                <a:gd name="connsiteY27" fmla="*/ 0 h 1068867"/>
                <a:gd name="connsiteX28" fmla="*/ 1487183 w 4452260"/>
                <a:gd name="connsiteY28" fmla="*/ 0 h 1068867"/>
                <a:gd name="connsiteX29" fmla="*/ 1497552 w 4452260"/>
                <a:gd name="connsiteY29" fmla="*/ 0 h 1068867"/>
                <a:gd name="connsiteX30" fmla="*/ 1505806 w 4452260"/>
                <a:gd name="connsiteY30" fmla="*/ 0 h 1068867"/>
                <a:gd name="connsiteX31" fmla="*/ 1528471 w 4452260"/>
                <a:gd name="connsiteY31" fmla="*/ 0 h 1068867"/>
                <a:gd name="connsiteX32" fmla="*/ 1531708 w 4452260"/>
                <a:gd name="connsiteY32" fmla="*/ 0 h 1068867"/>
                <a:gd name="connsiteX33" fmla="*/ 1540992 w 4452260"/>
                <a:gd name="connsiteY33" fmla="*/ 0 h 1068867"/>
                <a:gd name="connsiteX34" fmla="*/ 1541479 w 4452260"/>
                <a:gd name="connsiteY34" fmla="*/ 0 h 1068867"/>
                <a:gd name="connsiteX35" fmla="*/ 1599998 w 4452260"/>
                <a:gd name="connsiteY35" fmla="*/ 0 h 1068867"/>
                <a:gd name="connsiteX36" fmla="*/ 1619386 w 4452260"/>
                <a:gd name="connsiteY36" fmla="*/ 0 h 1068867"/>
                <a:gd name="connsiteX37" fmla="*/ 1635492 w 4452260"/>
                <a:gd name="connsiteY37" fmla="*/ 0 h 1068867"/>
                <a:gd name="connsiteX38" fmla="*/ 1649308 w 4452260"/>
                <a:gd name="connsiteY38" fmla="*/ 0 h 1068867"/>
                <a:gd name="connsiteX39" fmla="*/ 1653720 w 4452260"/>
                <a:gd name="connsiteY39" fmla="*/ 0 h 1068867"/>
                <a:gd name="connsiteX40" fmla="*/ 1661394 w 4452260"/>
                <a:gd name="connsiteY40" fmla="*/ 0 h 1068867"/>
                <a:gd name="connsiteX41" fmla="*/ 1687782 w 4452260"/>
                <a:gd name="connsiteY41" fmla="*/ 0 h 1068867"/>
                <a:gd name="connsiteX42" fmla="*/ 1703116 w 4452260"/>
                <a:gd name="connsiteY42" fmla="*/ 0 h 1068867"/>
                <a:gd name="connsiteX43" fmla="*/ 1739181 w 4452260"/>
                <a:gd name="connsiteY43" fmla="*/ 0 h 1068867"/>
                <a:gd name="connsiteX44" fmla="*/ 1771141 w 4452260"/>
                <a:gd name="connsiteY44" fmla="*/ 0 h 1068867"/>
                <a:gd name="connsiteX45" fmla="*/ 1800697 w 4452260"/>
                <a:gd name="connsiteY45" fmla="*/ 0 h 1068867"/>
                <a:gd name="connsiteX46" fmla="*/ 1811727 w 4452260"/>
                <a:gd name="connsiteY46" fmla="*/ 0 h 1068867"/>
                <a:gd name="connsiteX47" fmla="*/ 1823361 w 4452260"/>
                <a:gd name="connsiteY47" fmla="*/ 0 h 1068867"/>
                <a:gd name="connsiteX48" fmla="*/ 1826599 w 4452260"/>
                <a:gd name="connsiteY48" fmla="*/ 0 h 1068867"/>
                <a:gd name="connsiteX49" fmla="*/ 1857951 w 4452260"/>
                <a:gd name="connsiteY49" fmla="*/ 0 h 1068867"/>
                <a:gd name="connsiteX50" fmla="*/ 1858439 w 4452260"/>
                <a:gd name="connsiteY50" fmla="*/ 0 h 1068867"/>
                <a:gd name="connsiteX51" fmla="*/ 1859676 w 4452260"/>
                <a:gd name="connsiteY51" fmla="*/ 0 h 1068867"/>
                <a:gd name="connsiteX52" fmla="*/ 1893346 w 4452260"/>
                <a:gd name="connsiteY52" fmla="*/ 0 h 1068867"/>
                <a:gd name="connsiteX53" fmla="*/ 1927765 w 4452260"/>
                <a:gd name="connsiteY53" fmla="*/ 0 h 1068867"/>
                <a:gd name="connsiteX54" fmla="*/ 1963365 w 4452260"/>
                <a:gd name="connsiteY54" fmla="*/ 0 h 1068867"/>
                <a:gd name="connsiteX55" fmla="*/ 1978354 w 4452260"/>
                <a:gd name="connsiteY55" fmla="*/ 0 h 1068867"/>
                <a:gd name="connsiteX56" fmla="*/ 1991032 w 4452260"/>
                <a:gd name="connsiteY56" fmla="*/ 0 h 1068867"/>
                <a:gd name="connsiteX57" fmla="*/ 2020076 w 4452260"/>
                <a:gd name="connsiteY57" fmla="*/ 0 h 1068867"/>
                <a:gd name="connsiteX58" fmla="*/ 2021800 w 4452260"/>
                <a:gd name="connsiteY58" fmla="*/ 0 h 1068867"/>
                <a:gd name="connsiteX59" fmla="*/ 2027021 w 4452260"/>
                <a:gd name="connsiteY59" fmla="*/ 0 h 1068867"/>
                <a:gd name="connsiteX60" fmla="*/ 2032162 w 4452260"/>
                <a:gd name="connsiteY60" fmla="*/ 0 h 1068867"/>
                <a:gd name="connsiteX61" fmla="*/ 2141909 w 4452260"/>
                <a:gd name="connsiteY61" fmla="*/ 0 h 1068867"/>
                <a:gd name="connsiteX62" fmla="*/ 2143633 w 4452260"/>
                <a:gd name="connsiteY62" fmla="*/ 0 h 1068867"/>
                <a:gd name="connsiteX63" fmla="*/ 2178359 w 4452260"/>
                <a:gd name="connsiteY63" fmla="*/ 0 h 1068867"/>
                <a:gd name="connsiteX64" fmla="*/ 2228719 w 4452260"/>
                <a:gd name="connsiteY64" fmla="*/ 0 h 1068867"/>
                <a:gd name="connsiteX65" fmla="*/ 2229207 w 4452260"/>
                <a:gd name="connsiteY65" fmla="*/ 0 h 1068867"/>
                <a:gd name="connsiteX66" fmla="*/ 2230931 w 4452260"/>
                <a:gd name="connsiteY66" fmla="*/ 0 h 1068867"/>
                <a:gd name="connsiteX67" fmla="*/ 2287725 w 4452260"/>
                <a:gd name="connsiteY67" fmla="*/ 0 h 1068867"/>
                <a:gd name="connsiteX68" fmla="*/ 2289450 w 4452260"/>
                <a:gd name="connsiteY68" fmla="*/ 0 h 1068867"/>
                <a:gd name="connsiteX69" fmla="*/ 2323220 w 4452260"/>
                <a:gd name="connsiteY69" fmla="*/ 0 h 1068867"/>
                <a:gd name="connsiteX70" fmla="*/ 2324944 w 4452260"/>
                <a:gd name="connsiteY70" fmla="*/ 0 h 1068867"/>
                <a:gd name="connsiteX71" fmla="*/ 2340483 w 4452260"/>
                <a:gd name="connsiteY71" fmla="*/ 0 h 1068867"/>
                <a:gd name="connsiteX72" fmla="*/ 2341447 w 4452260"/>
                <a:gd name="connsiteY72" fmla="*/ 0 h 1068867"/>
                <a:gd name="connsiteX73" fmla="*/ 2343172 w 4452260"/>
                <a:gd name="connsiteY73" fmla="*/ 0 h 1068867"/>
                <a:gd name="connsiteX74" fmla="*/ 2349122 w 4452260"/>
                <a:gd name="connsiteY74" fmla="*/ 0 h 1068867"/>
                <a:gd name="connsiteX75" fmla="*/ 2350846 w 4452260"/>
                <a:gd name="connsiteY75" fmla="*/ 0 h 1068867"/>
                <a:gd name="connsiteX76" fmla="*/ 2390844 w 4452260"/>
                <a:gd name="connsiteY76" fmla="*/ 0 h 1068867"/>
                <a:gd name="connsiteX77" fmla="*/ 2462317 w 4452260"/>
                <a:gd name="connsiteY77" fmla="*/ 0 h 1068867"/>
                <a:gd name="connsiteX78" fmla="*/ 2499455 w 4452260"/>
                <a:gd name="connsiteY78" fmla="*/ 0 h 1068867"/>
                <a:gd name="connsiteX79" fmla="*/ 2530713 w 4452260"/>
                <a:gd name="connsiteY79" fmla="*/ 0 h 1068867"/>
                <a:gd name="connsiteX80" fmla="*/ 2547403 w 4452260"/>
                <a:gd name="connsiteY80" fmla="*/ 0 h 1068867"/>
                <a:gd name="connsiteX81" fmla="*/ 2549127 w 4452260"/>
                <a:gd name="connsiteY81" fmla="*/ 0 h 1068867"/>
                <a:gd name="connsiteX82" fmla="*/ 2581074 w 4452260"/>
                <a:gd name="connsiteY82" fmla="*/ 0 h 1068867"/>
                <a:gd name="connsiteX83" fmla="*/ 2582112 w 4452260"/>
                <a:gd name="connsiteY83" fmla="*/ 0 h 1068867"/>
                <a:gd name="connsiteX84" fmla="*/ 2669530 w 4452260"/>
                <a:gd name="connsiteY84" fmla="*/ 0 h 1068867"/>
                <a:gd name="connsiteX85" fmla="*/ 2678759 w 4452260"/>
                <a:gd name="connsiteY85" fmla="*/ 0 h 1068867"/>
                <a:gd name="connsiteX86" fmla="*/ 2709527 w 4452260"/>
                <a:gd name="connsiteY86" fmla="*/ 0 h 1068867"/>
                <a:gd name="connsiteX87" fmla="*/ 2711252 w 4452260"/>
                <a:gd name="connsiteY87" fmla="*/ 0 h 1068867"/>
                <a:gd name="connsiteX88" fmla="*/ 2714748 w 4452260"/>
                <a:gd name="connsiteY88" fmla="*/ 0 h 1068867"/>
                <a:gd name="connsiteX89" fmla="*/ 2719890 w 4452260"/>
                <a:gd name="connsiteY89" fmla="*/ 0 h 1068867"/>
                <a:gd name="connsiteX90" fmla="*/ 2831360 w 4452260"/>
                <a:gd name="connsiteY90" fmla="*/ 0 h 1068867"/>
                <a:gd name="connsiteX91" fmla="*/ 2833086 w 4452260"/>
                <a:gd name="connsiteY91" fmla="*/ 0 h 1068867"/>
                <a:gd name="connsiteX92" fmla="*/ 2866087 w 4452260"/>
                <a:gd name="connsiteY92" fmla="*/ 0 h 1068867"/>
                <a:gd name="connsiteX93" fmla="*/ 2918659 w 4452260"/>
                <a:gd name="connsiteY93" fmla="*/ 0 h 1068867"/>
                <a:gd name="connsiteX94" fmla="*/ 2919896 w 4452260"/>
                <a:gd name="connsiteY94" fmla="*/ 0 h 1068867"/>
                <a:gd name="connsiteX95" fmla="*/ 2920383 w 4452260"/>
                <a:gd name="connsiteY95" fmla="*/ 0 h 1068867"/>
                <a:gd name="connsiteX96" fmla="*/ 2977177 w 4452260"/>
                <a:gd name="connsiteY96" fmla="*/ 0 h 1068867"/>
                <a:gd name="connsiteX97" fmla="*/ 2978902 w 4452260"/>
                <a:gd name="connsiteY97" fmla="*/ 0 h 1068867"/>
                <a:gd name="connsiteX98" fmla="*/ 3012671 w 4452260"/>
                <a:gd name="connsiteY98" fmla="*/ 0 h 1068867"/>
                <a:gd name="connsiteX99" fmla="*/ 3014397 w 4452260"/>
                <a:gd name="connsiteY99" fmla="*/ 0 h 1068867"/>
                <a:gd name="connsiteX100" fmla="*/ 3028211 w 4452260"/>
                <a:gd name="connsiteY100" fmla="*/ 0 h 1068867"/>
                <a:gd name="connsiteX101" fmla="*/ 3030899 w 4452260"/>
                <a:gd name="connsiteY101" fmla="*/ 0 h 1068867"/>
                <a:gd name="connsiteX102" fmla="*/ 3032624 w 4452260"/>
                <a:gd name="connsiteY102" fmla="*/ 0 h 1068867"/>
                <a:gd name="connsiteX103" fmla="*/ 3038573 w 4452260"/>
                <a:gd name="connsiteY103" fmla="*/ 0 h 1068867"/>
                <a:gd name="connsiteX104" fmla="*/ 3040298 w 4452260"/>
                <a:gd name="connsiteY104" fmla="*/ 0 h 1068867"/>
                <a:gd name="connsiteX105" fmla="*/ 3082021 w 4452260"/>
                <a:gd name="connsiteY105" fmla="*/ 0 h 1068867"/>
                <a:gd name="connsiteX106" fmla="*/ 3150044 w 4452260"/>
                <a:gd name="connsiteY106" fmla="*/ 0 h 1068867"/>
                <a:gd name="connsiteX107" fmla="*/ 3218441 w 4452260"/>
                <a:gd name="connsiteY107" fmla="*/ 0 h 1068867"/>
                <a:gd name="connsiteX108" fmla="*/ 3236855 w 4452260"/>
                <a:gd name="connsiteY108" fmla="*/ 0 h 1068867"/>
                <a:gd name="connsiteX109" fmla="*/ 3269839 w 4452260"/>
                <a:gd name="connsiteY109" fmla="*/ 0 h 1068867"/>
                <a:gd name="connsiteX110" fmla="*/ 3272250 w 4452260"/>
                <a:gd name="connsiteY110" fmla="*/ 0 h 1068867"/>
                <a:gd name="connsiteX111" fmla="*/ 3320378 w 4452260"/>
                <a:gd name="connsiteY111" fmla="*/ 0 h 1068867"/>
                <a:gd name="connsiteX112" fmla="*/ 3346330 w 4452260"/>
                <a:gd name="connsiteY112" fmla="*/ 0 h 1068867"/>
                <a:gd name="connsiteX113" fmla="*/ 3357257 w 4452260"/>
                <a:gd name="connsiteY113" fmla="*/ 0 h 1068867"/>
                <a:gd name="connsiteX114" fmla="*/ 3369936 w 4452260"/>
                <a:gd name="connsiteY114" fmla="*/ 0 h 1068867"/>
                <a:gd name="connsiteX115" fmla="*/ 3398980 w 4452260"/>
                <a:gd name="connsiteY115" fmla="*/ 0 h 1068867"/>
                <a:gd name="connsiteX116" fmla="*/ 3405925 w 4452260"/>
                <a:gd name="connsiteY116" fmla="*/ 0 h 1068867"/>
                <a:gd name="connsiteX117" fmla="*/ 3411066 w 4452260"/>
                <a:gd name="connsiteY117" fmla="*/ 0 h 1068867"/>
                <a:gd name="connsiteX118" fmla="*/ 3520813 w 4452260"/>
                <a:gd name="connsiteY118" fmla="*/ 0 h 1068867"/>
                <a:gd name="connsiteX119" fmla="*/ 3607623 w 4452260"/>
                <a:gd name="connsiteY119" fmla="*/ 0 h 1068867"/>
                <a:gd name="connsiteX120" fmla="*/ 3608111 w 4452260"/>
                <a:gd name="connsiteY120" fmla="*/ 0 h 1068867"/>
                <a:gd name="connsiteX121" fmla="*/ 3666629 w 4452260"/>
                <a:gd name="connsiteY121" fmla="*/ 0 h 1068867"/>
                <a:gd name="connsiteX122" fmla="*/ 3702124 w 4452260"/>
                <a:gd name="connsiteY122" fmla="*/ 0 h 1068867"/>
                <a:gd name="connsiteX123" fmla="*/ 3720351 w 4452260"/>
                <a:gd name="connsiteY123" fmla="*/ 0 h 1068867"/>
                <a:gd name="connsiteX124" fmla="*/ 3728025 w 4452260"/>
                <a:gd name="connsiteY124" fmla="*/ 0 h 1068867"/>
                <a:gd name="connsiteX125" fmla="*/ 3769748 w 4452260"/>
                <a:gd name="connsiteY125" fmla="*/ 0 h 1068867"/>
                <a:gd name="connsiteX126" fmla="*/ 4098793 w 4452260"/>
                <a:gd name="connsiteY126" fmla="*/ 0 h 1068867"/>
                <a:gd name="connsiteX127" fmla="*/ 4193519 w 4452260"/>
                <a:gd name="connsiteY127" fmla="*/ 54408 h 1068867"/>
                <a:gd name="connsiteX128" fmla="*/ 4439104 w 4452260"/>
                <a:gd name="connsiteY128" fmla="*/ 480025 h 1068867"/>
                <a:gd name="connsiteX129" fmla="*/ 4439104 w 4452260"/>
                <a:gd name="connsiteY129" fmla="*/ 588843 h 1068867"/>
                <a:gd name="connsiteX130" fmla="*/ 4193519 w 4452260"/>
                <a:gd name="connsiteY130" fmla="*/ 1014459 h 1068867"/>
                <a:gd name="connsiteX131" fmla="*/ 4098793 w 4452260"/>
                <a:gd name="connsiteY131" fmla="*/ 1068867 h 1068867"/>
                <a:gd name="connsiteX132" fmla="*/ 3728025 w 4452260"/>
                <a:gd name="connsiteY132" fmla="*/ 1068867 h 1068867"/>
                <a:gd name="connsiteX133" fmla="*/ 3607623 w 4452260"/>
                <a:gd name="connsiteY133" fmla="*/ 1068867 h 1068867"/>
                <a:gd name="connsiteX134" fmla="*/ 3411066 w 4452260"/>
                <a:gd name="connsiteY134" fmla="*/ 1068867 h 1068867"/>
                <a:gd name="connsiteX135" fmla="*/ 3357257 w 4452260"/>
                <a:gd name="connsiteY135" fmla="*/ 1068867 h 1068867"/>
                <a:gd name="connsiteX136" fmla="*/ 3236855 w 4452260"/>
                <a:gd name="connsiteY136" fmla="*/ 1068867 h 1068867"/>
                <a:gd name="connsiteX137" fmla="*/ 3040298 w 4452260"/>
                <a:gd name="connsiteY137" fmla="*/ 1068867 h 1068867"/>
                <a:gd name="connsiteX138" fmla="*/ 3038573 w 4452260"/>
                <a:gd name="connsiteY138" fmla="*/ 1068867 h 1068867"/>
                <a:gd name="connsiteX139" fmla="*/ 2919896 w 4452260"/>
                <a:gd name="connsiteY139" fmla="*/ 1068867 h 1068867"/>
                <a:gd name="connsiteX140" fmla="*/ 2866087 w 4452260"/>
                <a:gd name="connsiteY140" fmla="*/ 1068867 h 1068867"/>
                <a:gd name="connsiteX141" fmla="*/ 2719890 w 4452260"/>
                <a:gd name="connsiteY141" fmla="*/ 1068867 h 1068867"/>
                <a:gd name="connsiteX142" fmla="*/ 2669530 w 4452260"/>
                <a:gd name="connsiteY142" fmla="*/ 1068867 h 1068867"/>
                <a:gd name="connsiteX143" fmla="*/ 2549127 w 4452260"/>
                <a:gd name="connsiteY143" fmla="*/ 1068867 h 1068867"/>
                <a:gd name="connsiteX144" fmla="*/ 2547403 w 4452260"/>
                <a:gd name="connsiteY144" fmla="*/ 1068867 h 1068867"/>
                <a:gd name="connsiteX145" fmla="*/ 2350846 w 4452260"/>
                <a:gd name="connsiteY145" fmla="*/ 1068867 h 1068867"/>
                <a:gd name="connsiteX146" fmla="*/ 2349122 w 4452260"/>
                <a:gd name="connsiteY146" fmla="*/ 1068867 h 1068867"/>
                <a:gd name="connsiteX147" fmla="*/ 2228719 w 4452260"/>
                <a:gd name="connsiteY147" fmla="*/ 1068867 h 1068867"/>
                <a:gd name="connsiteX148" fmla="*/ 2178359 w 4452260"/>
                <a:gd name="connsiteY148" fmla="*/ 1068867 h 1068867"/>
                <a:gd name="connsiteX149" fmla="*/ 2032162 w 4452260"/>
                <a:gd name="connsiteY149" fmla="*/ 1068867 h 1068867"/>
                <a:gd name="connsiteX150" fmla="*/ 1978354 w 4452260"/>
                <a:gd name="connsiteY150" fmla="*/ 1068867 h 1068867"/>
                <a:gd name="connsiteX151" fmla="*/ 1859676 w 4452260"/>
                <a:gd name="connsiteY151" fmla="*/ 1068867 h 1068867"/>
                <a:gd name="connsiteX152" fmla="*/ 1857951 w 4452260"/>
                <a:gd name="connsiteY152" fmla="*/ 1068867 h 1068867"/>
                <a:gd name="connsiteX153" fmla="*/ 1826599 w 4452260"/>
                <a:gd name="connsiteY153" fmla="*/ 1068867 h 1068867"/>
                <a:gd name="connsiteX154" fmla="*/ 1661394 w 4452260"/>
                <a:gd name="connsiteY154" fmla="*/ 1068867 h 1068867"/>
                <a:gd name="connsiteX155" fmla="*/ 1540992 w 4452260"/>
                <a:gd name="connsiteY155" fmla="*/ 1068867 h 1068867"/>
                <a:gd name="connsiteX156" fmla="*/ 1531708 w 4452260"/>
                <a:gd name="connsiteY156" fmla="*/ 1068867 h 1068867"/>
                <a:gd name="connsiteX157" fmla="*/ 1487183 w 4452260"/>
                <a:gd name="connsiteY157" fmla="*/ 1068867 h 1068867"/>
                <a:gd name="connsiteX158" fmla="*/ 1335428 w 4452260"/>
                <a:gd name="connsiteY158" fmla="*/ 1068867 h 1068867"/>
                <a:gd name="connsiteX159" fmla="*/ 1290626 w 4452260"/>
                <a:gd name="connsiteY159" fmla="*/ 1068867 h 1068867"/>
                <a:gd name="connsiteX160" fmla="*/ 1170224 w 4452260"/>
                <a:gd name="connsiteY160" fmla="*/ 1068867 h 1068867"/>
                <a:gd name="connsiteX161" fmla="*/ 1138871 w 4452260"/>
                <a:gd name="connsiteY161" fmla="*/ 1068867 h 1068867"/>
                <a:gd name="connsiteX162" fmla="*/ 1040537 w 4452260"/>
                <a:gd name="connsiteY162" fmla="*/ 1068867 h 1068867"/>
                <a:gd name="connsiteX163" fmla="*/ 843980 w 4452260"/>
                <a:gd name="connsiteY163" fmla="*/ 1068867 h 1068867"/>
                <a:gd name="connsiteX164" fmla="*/ 799455 w 4452260"/>
                <a:gd name="connsiteY164" fmla="*/ 1068867 h 1068867"/>
                <a:gd name="connsiteX165" fmla="*/ 647700 w 4452260"/>
                <a:gd name="connsiteY165" fmla="*/ 1068867 h 1068867"/>
                <a:gd name="connsiteX166" fmla="*/ 352810 w 4452260"/>
                <a:gd name="connsiteY166" fmla="*/ 1068867 h 1068867"/>
                <a:gd name="connsiteX167" fmla="*/ 258084 w 4452260"/>
                <a:gd name="connsiteY167" fmla="*/ 1014459 h 1068867"/>
                <a:gd name="connsiteX168" fmla="*/ 12498 w 4452260"/>
                <a:gd name="connsiteY168" fmla="*/ 588843 h 1068867"/>
                <a:gd name="connsiteX169" fmla="*/ 12498 w 4452260"/>
                <a:gd name="connsiteY169" fmla="*/ 480025 h 1068867"/>
                <a:gd name="connsiteX170" fmla="*/ 258084 w 4452260"/>
                <a:gd name="connsiteY170" fmla="*/ 54408 h 1068867"/>
                <a:gd name="connsiteX171" fmla="*/ 352810 w 4452260"/>
                <a:gd name="connsiteY171" fmla="*/ 0 h 106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452260" h="1068867">
                  <a:moveTo>
                    <a:pt x="352810" y="0"/>
                  </a:moveTo>
                  <a:cubicBezTo>
                    <a:pt x="475602" y="0"/>
                    <a:pt x="567696" y="0"/>
                    <a:pt x="636768" y="0"/>
                  </a:cubicBezTo>
                  <a:lnTo>
                    <a:pt x="647700" y="0"/>
                  </a:lnTo>
                  <a:lnTo>
                    <a:pt x="724065" y="0"/>
                  </a:lnTo>
                  <a:cubicBezTo>
                    <a:pt x="748048" y="0"/>
                    <a:pt x="767235" y="0"/>
                    <a:pt x="782584" y="0"/>
                  </a:cubicBezTo>
                  <a:lnTo>
                    <a:pt x="799455" y="0"/>
                  </a:lnTo>
                  <a:lnTo>
                    <a:pt x="809825" y="0"/>
                  </a:lnTo>
                  <a:lnTo>
                    <a:pt x="818078" y="0"/>
                  </a:lnTo>
                  <a:cubicBezTo>
                    <a:pt x="843980" y="0"/>
                    <a:pt x="843980" y="0"/>
                    <a:pt x="843980" y="0"/>
                  </a:cubicBezTo>
                  <a:lnTo>
                    <a:pt x="931658" y="0"/>
                  </a:lnTo>
                  <a:lnTo>
                    <a:pt x="961580" y="0"/>
                  </a:lnTo>
                  <a:lnTo>
                    <a:pt x="1000055" y="0"/>
                  </a:lnTo>
                  <a:lnTo>
                    <a:pt x="1040537" y="0"/>
                  </a:lnTo>
                  <a:lnTo>
                    <a:pt x="1051453" y="0"/>
                  </a:lnTo>
                  <a:lnTo>
                    <a:pt x="1083414" y="0"/>
                  </a:lnTo>
                  <a:lnTo>
                    <a:pt x="1112969" y="0"/>
                  </a:lnTo>
                  <a:cubicBezTo>
                    <a:pt x="1138871" y="0"/>
                    <a:pt x="1138871" y="0"/>
                    <a:pt x="1138871" y="0"/>
                  </a:cubicBezTo>
                  <a:lnTo>
                    <a:pt x="1170224" y="0"/>
                  </a:lnTo>
                  <a:lnTo>
                    <a:pt x="1170711" y="0"/>
                  </a:lnTo>
                  <a:lnTo>
                    <a:pt x="1202662" y="0"/>
                  </a:lnTo>
                  <a:lnTo>
                    <a:pt x="1240037" y="0"/>
                  </a:lnTo>
                  <a:cubicBezTo>
                    <a:pt x="1290626" y="0"/>
                    <a:pt x="1290626" y="0"/>
                    <a:pt x="1290626" y="0"/>
                  </a:cubicBezTo>
                  <a:lnTo>
                    <a:pt x="1324496" y="0"/>
                  </a:lnTo>
                  <a:lnTo>
                    <a:pt x="1332348" y="0"/>
                  </a:lnTo>
                  <a:lnTo>
                    <a:pt x="1335428" y="0"/>
                  </a:lnTo>
                  <a:lnTo>
                    <a:pt x="1411793" y="0"/>
                  </a:lnTo>
                  <a:lnTo>
                    <a:pt x="1454182" y="0"/>
                  </a:lnTo>
                  <a:lnTo>
                    <a:pt x="1470312" y="0"/>
                  </a:lnTo>
                  <a:lnTo>
                    <a:pt x="1487183" y="0"/>
                  </a:lnTo>
                  <a:lnTo>
                    <a:pt x="1497552" y="0"/>
                  </a:lnTo>
                  <a:lnTo>
                    <a:pt x="1505806" y="0"/>
                  </a:lnTo>
                  <a:lnTo>
                    <a:pt x="1528471" y="0"/>
                  </a:lnTo>
                  <a:lnTo>
                    <a:pt x="1531708" y="0"/>
                  </a:lnTo>
                  <a:lnTo>
                    <a:pt x="1540992" y="0"/>
                  </a:lnTo>
                  <a:lnTo>
                    <a:pt x="1541479" y="0"/>
                  </a:lnTo>
                  <a:lnTo>
                    <a:pt x="1599998" y="0"/>
                  </a:lnTo>
                  <a:lnTo>
                    <a:pt x="1619386" y="0"/>
                  </a:lnTo>
                  <a:lnTo>
                    <a:pt x="1635492" y="0"/>
                  </a:lnTo>
                  <a:lnTo>
                    <a:pt x="1649308" y="0"/>
                  </a:lnTo>
                  <a:lnTo>
                    <a:pt x="1653720" y="0"/>
                  </a:lnTo>
                  <a:lnTo>
                    <a:pt x="1661394" y="0"/>
                  </a:lnTo>
                  <a:lnTo>
                    <a:pt x="1687782" y="0"/>
                  </a:lnTo>
                  <a:lnTo>
                    <a:pt x="1703116" y="0"/>
                  </a:lnTo>
                  <a:lnTo>
                    <a:pt x="1739181" y="0"/>
                  </a:lnTo>
                  <a:lnTo>
                    <a:pt x="1771141" y="0"/>
                  </a:lnTo>
                  <a:lnTo>
                    <a:pt x="1800697" y="0"/>
                  </a:lnTo>
                  <a:lnTo>
                    <a:pt x="1811727" y="0"/>
                  </a:lnTo>
                  <a:lnTo>
                    <a:pt x="1823361" y="0"/>
                  </a:lnTo>
                  <a:lnTo>
                    <a:pt x="1826599" y="0"/>
                  </a:lnTo>
                  <a:lnTo>
                    <a:pt x="1857951" y="0"/>
                  </a:lnTo>
                  <a:lnTo>
                    <a:pt x="1858439" y="0"/>
                  </a:lnTo>
                  <a:lnTo>
                    <a:pt x="1859676" y="0"/>
                  </a:lnTo>
                  <a:lnTo>
                    <a:pt x="1893346" y="0"/>
                  </a:lnTo>
                  <a:lnTo>
                    <a:pt x="1927765" y="0"/>
                  </a:lnTo>
                  <a:lnTo>
                    <a:pt x="1963365" y="0"/>
                  </a:lnTo>
                  <a:lnTo>
                    <a:pt x="1978354" y="0"/>
                  </a:lnTo>
                  <a:lnTo>
                    <a:pt x="1991032" y="0"/>
                  </a:lnTo>
                  <a:lnTo>
                    <a:pt x="2020076" y="0"/>
                  </a:lnTo>
                  <a:lnTo>
                    <a:pt x="2021800" y="0"/>
                  </a:lnTo>
                  <a:lnTo>
                    <a:pt x="2027021" y="0"/>
                  </a:lnTo>
                  <a:cubicBezTo>
                    <a:pt x="2032162" y="0"/>
                    <a:pt x="2032162" y="0"/>
                    <a:pt x="2032162" y="0"/>
                  </a:cubicBezTo>
                  <a:lnTo>
                    <a:pt x="2141909" y="0"/>
                  </a:lnTo>
                  <a:lnTo>
                    <a:pt x="2143633" y="0"/>
                  </a:lnTo>
                  <a:lnTo>
                    <a:pt x="2178359" y="0"/>
                  </a:lnTo>
                  <a:lnTo>
                    <a:pt x="2228719" y="0"/>
                  </a:lnTo>
                  <a:lnTo>
                    <a:pt x="2229207" y="0"/>
                  </a:lnTo>
                  <a:lnTo>
                    <a:pt x="2230931" y="0"/>
                  </a:lnTo>
                  <a:lnTo>
                    <a:pt x="2287725" y="0"/>
                  </a:lnTo>
                  <a:lnTo>
                    <a:pt x="2289450" y="0"/>
                  </a:lnTo>
                  <a:lnTo>
                    <a:pt x="2323220" y="0"/>
                  </a:lnTo>
                  <a:lnTo>
                    <a:pt x="2324944" y="0"/>
                  </a:lnTo>
                  <a:lnTo>
                    <a:pt x="2340483" y="0"/>
                  </a:lnTo>
                  <a:lnTo>
                    <a:pt x="2341447" y="0"/>
                  </a:lnTo>
                  <a:lnTo>
                    <a:pt x="2343172" y="0"/>
                  </a:lnTo>
                  <a:lnTo>
                    <a:pt x="2349122" y="0"/>
                  </a:lnTo>
                  <a:lnTo>
                    <a:pt x="2350846" y="0"/>
                  </a:lnTo>
                  <a:lnTo>
                    <a:pt x="2390844" y="0"/>
                  </a:lnTo>
                  <a:lnTo>
                    <a:pt x="2462317" y="0"/>
                  </a:lnTo>
                  <a:lnTo>
                    <a:pt x="2499455" y="0"/>
                  </a:lnTo>
                  <a:lnTo>
                    <a:pt x="2530713" y="0"/>
                  </a:lnTo>
                  <a:lnTo>
                    <a:pt x="2547403" y="0"/>
                  </a:lnTo>
                  <a:lnTo>
                    <a:pt x="2549127" y="0"/>
                  </a:lnTo>
                  <a:lnTo>
                    <a:pt x="2581074" y="0"/>
                  </a:lnTo>
                  <a:lnTo>
                    <a:pt x="2582112" y="0"/>
                  </a:lnTo>
                  <a:cubicBezTo>
                    <a:pt x="2669530" y="0"/>
                    <a:pt x="2669530" y="0"/>
                    <a:pt x="2669530" y="0"/>
                  </a:cubicBezTo>
                  <a:lnTo>
                    <a:pt x="2678759" y="0"/>
                  </a:lnTo>
                  <a:lnTo>
                    <a:pt x="2709527" y="0"/>
                  </a:lnTo>
                  <a:lnTo>
                    <a:pt x="2711252" y="0"/>
                  </a:lnTo>
                  <a:lnTo>
                    <a:pt x="2714748" y="0"/>
                  </a:lnTo>
                  <a:lnTo>
                    <a:pt x="2719890" y="0"/>
                  </a:lnTo>
                  <a:lnTo>
                    <a:pt x="2831360" y="0"/>
                  </a:lnTo>
                  <a:lnTo>
                    <a:pt x="2833086" y="0"/>
                  </a:lnTo>
                  <a:lnTo>
                    <a:pt x="2866087" y="0"/>
                  </a:lnTo>
                  <a:lnTo>
                    <a:pt x="2918659" y="0"/>
                  </a:lnTo>
                  <a:lnTo>
                    <a:pt x="2919896" y="0"/>
                  </a:lnTo>
                  <a:lnTo>
                    <a:pt x="2920383" y="0"/>
                  </a:lnTo>
                  <a:lnTo>
                    <a:pt x="2977177" y="0"/>
                  </a:lnTo>
                  <a:lnTo>
                    <a:pt x="2978902" y="0"/>
                  </a:lnTo>
                  <a:lnTo>
                    <a:pt x="3012671" y="0"/>
                  </a:lnTo>
                  <a:lnTo>
                    <a:pt x="3014397" y="0"/>
                  </a:lnTo>
                  <a:lnTo>
                    <a:pt x="3028211" y="0"/>
                  </a:lnTo>
                  <a:lnTo>
                    <a:pt x="3030899" y="0"/>
                  </a:lnTo>
                  <a:lnTo>
                    <a:pt x="3032624" y="0"/>
                  </a:lnTo>
                  <a:lnTo>
                    <a:pt x="3038573" y="0"/>
                  </a:lnTo>
                  <a:lnTo>
                    <a:pt x="3040298" y="0"/>
                  </a:lnTo>
                  <a:lnTo>
                    <a:pt x="3082021" y="0"/>
                  </a:lnTo>
                  <a:lnTo>
                    <a:pt x="3150044" y="0"/>
                  </a:lnTo>
                  <a:lnTo>
                    <a:pt x="3218441" y="0"/>
                  </a:lnTo>
                  <a:lnTo>
                    <a:pt x="3236855" y="0"/>
                  </a:lnTo>
                  <a:lnTo>
                    <a:pt x="3269839" y="0"/>
                  </a:lnTo>
                  <a:lnTo>
                    <a:pt x="3272250" y="0"/>
                  </a:lnTo>
                  <a:lnTo>
                    <a:pt x="3320378" y="0"/>
                  </a:lnTo>
                  <a:lnTo>
                    <a:pt x="3346330" y="0"/>
                  </a:lnTo>
                  <a:lnTo>
                    <a:pt x="3357257" y="0"/>
                  </a:lnTo>
                  <a:lnTo>
                    <a:pt x="3369936" y="0"/>
                  </a:lnTo>
                  <a:lnTo>
                    <a:pt x="3398980" y="0"/>
                  </a:lnTo>
                  <a:lnTo>
                    <a:pt x="3405925" y="0"/>
                  </a:lnTo>
                  <a:cubicBezTo>
                    <a:pt x="3411066" y="0"/>
                    <a:pt x="3411066" y="0"/>
                    <a:pt x="3411066" y="0"/>
                  </a:cubicBezTo>
                  <a:lnTo>
                    <a:pt x="3520813" y="0"/>
                  </a:lnTo>
                  <a:lnTo>
                    <a:pt x="3607623" y="0"/>
                  </a:lnTo>
                  <a:lnTo>
                    <a:pt x="3608111" y="0"/>
                  </a:lnTo>
                  <a:lnTo>
                    <a:pt x="3666629" y="0"/>
                  </a:lnTo>
                  <a:lnTo>
                    <a:pt x="3702124" y="0"/>
                  </a:lnTo>
                  <a:lnTo>
                    <a:pt x="3720351" y="0"/>
                  </a:lnTo>
                  <a:lnTo>
                    <a:pt x="3728025" y="0"/>
                  </a:lnTo>
                  <a:lnTo>
                    <a:pt x="3769748" y="0"/>
                  </a:lnTo>
                  <a:cubicBezTo>
                    <a:pt x="4098793" y="0"/>
                    <a:pt x="4098793" y="0"/>
                    <a:pt x="4098793" y="0"/>
                  </a:cubicBezTo>
                  <a:cubicBezTo>
                    <a:pt x="4133877" y="0"/>
                    <a:pt x="4175977" y="24572"/>
                    <a:pt x="4193519" y="54408"/>
                  </a:cubicBezTo>
                  <a:cubicBezTo>
                    <a:pt x="4439104" y="480025"/>
                    <a:pt x="4439104" y="480025"/>
                    <a:pt x="4439104" y="480025"/>
                  </a:cubicBezTo>
                  <a:cubicBezTo>
                    <a:pt x="4456646" y="509862"/>
                    <a:pt x="4456646" y="559005"/>
                    <a:pt x="4439104" y="588843"/>
                  </a:cubicBezTo>
                  <a:cubicBezTo>
                    <a:pt x="4193519" y="1014459"/>
                    <a:pt x="4193519" y="1014459"/>
                    <a:pt x="4193519" y="1014459"/>
                  </a:cubicBezTo>
                  <a:cubicBezTo>
                    <a:pt x="4175977" y="1044295"/>
                    <a:pt x="4133877" y="1068867"/>
                    <a:pt x="4098793" y="1068867"/>
                  </a:cubicBezTo>
                  <a:lnTo>
                    <a:pt x="3728025" y="1068867"/>
                  </a:lnTo>
                  <a:lnTo>
                    <a:pt x="3607623" y="1068867"/>
                  </a:lnTo>
                  <a:lnTo>
                    <a:pt x="3411066" y="1068867"/>
                  </a:lnTo>
                  <a:lnTo>
                    <a:pt x="3357257" y="1068867"/>
                  </a:lnTo>
                  <a:lnTo>
                    <a:pt x="3236855" y="1068867"/>
                  </a:lnTo>
                  <a:lnTo>
                    <a:pt x="3040298" y="1068867"/>
                  </a:lnTo>
                  <a:lnTo>
                    <a:pt x="3038573" y="1068867"/>
                  </a:lnTo>
                  <a:lnTo>
                    <a:pt x="2919896" y="1068867"/>
                  </a:lnTo>
                  <a:lnTo>
                    <a:pt x="2866087" y="1068867"/>
                  </a:lnTo>
                  <a:lnTo>
                    <a:pt x="2719890" y="1068867"/>
                  </a:lnTo>
                  <a:lnTo>
                    <a:pt x="2669530" y="1068867"/>
                  </a:lnTo>
                  <a:lnTo>
                    <a:pt x="2549127" y="1068867"/>
                  </a:lnTo>
                  <a:lnTo>
                    <a:pt x="2547403" y="1068867"/>
                  </a:lnTo>
                  <a:lnTo>
                    <a:pt x="2350846" y="1068867"/>
                  </a:lnTo>
                  <a:lnTo>
                    <a:pt x="2349122" y="1068867"/>
                  </a:lnTo>
                  <a:lnTo>
                    <a:pt x="2228719" y="1068867"/>
                  </a:lnTo>
                  <a:lnTo>
                    <a:pt x="2178359" y="1068867"/>
                  </a:lnTo>
                  <a:lnTo>
                    <a:pt x="2032162" y="1068867"/>
                  </a:lnTo>
                  <a:lnTo>
                    <a:pt x="1978354" y="1068867"/>
                  </a:lnTo>
                  <a:lnTo>
                    <a:pt x="1859676" y="1068867"/>
                  </a:lnTo>
                  <a:lnTo>
                    <a:pt x="1857951" y="1068867"/>
                  </a:lnTo>
                  <a:lnTo>
                    <a:pt x="1826599" y="1068867"/>
                  </a:lnTo>
                  <a:lnTo>
                    <a:pt x="1661394" y="1068867"/>
                  </a:lnTo>
                  <a:lnTo>
                    <a:pt x="1540992" y="1068867"/>
                  </a:lnTo>
                  <a:lnTo>
                    <a:pt x="1531708" y="1068867"/>
                  </a:lnTo>
                  <a:lnTo>
                    <a:pt x="1487183" y="1068867"/>
                  </a:lnTo>
                  <a:lnTo>
                    <a:pt x="1335428" y="1068867"/>
                  </a:lnTo>
                  <a:lnTo>
                    <a:pt x="1290626" y="1068867"/>
                  </a:lnTo>
                  <a:lnTo>
                    <a:pt x="1170224" y="1068867"/>
                  </a:lnTo>
                  <a:lnTo>
                    <a:pt x="1138871" y="1068867"/>
                  </a:lnTo>
                  <a:lnTo>
                    <a:pt x="1040537" y="1068867"/>
                  </a:lnTo>
                  <a:lnTo>
                    <a:pt x="843980" y="1068867"/>
                  </a:lnTo>
                  <a:lnTo>
                    <a:pt x="799455" y="1068867"/>
                  </a:lnTo>
                  <a:lnTo>
                    <a:pt x="647700" y="1068867"/>
                  </a:lnTo>
                  <a:lnTo>
                    <a:pt x="352810" y="1068867"/>
                  </a:lnTo>
                  <a:cubicBezTo>
                    <a:pt x="318603" y="1068867"/>
                    <a:pt x="275626" y="1044295"/>
                    <a:pt x="258084" y="1014459"/>
                  </a:cubicBezTo>
                  <a:cubicBezTo>
                    <a:pt x="12498" y="588843"/>
                    <a:pt x="12498" y="588843"/>
                    <a:pt x="12498" y="588843"/>
                  </a:cubicBezTo>
                  <a:cubicBezTo>
                    <a:pt x="-4166" y="559005"/>
                    <a:pt x="-4166" y="509862"/>
                    <a:pt x="12498" y="480025"/>
                  </a:cubicBezTo>
                  <a:cubicBezTo>
                    <a:pt x="258084" y="54408"/>
                    <a:pt x="258084" y="54408"/>
                    <a:pt x="258084" y="54408"/>
                  </a:cubicBezTo>
                  <a:cubicBezTo>
                    <a:pt x="275626" y="24572"/>
                    <a:pt x="318603" y="0"/>
                    <a:pt x="352810" y="0"/>
                  </a:cubicBezTo>
                  <a:close/>
                </a:path>
              </a:pathLst>
            </a:custGeom>
            <a:gradFill flip="none" rotWithShape="1">
              <a:gsLst>
                <a:gs pos="100000">
                  <a:schemeClr val="bg1">
                    <a:lumMod val="95000"/>
                  </a:schemeClr>
                </a:gs>
                <a:gs pos="0">
                  <a:srgbClr val="D3D3D3"/>
                </a:gs>
              </a:gsLst>
              <a:lin ang="2700000" scaled="1"/>
              <a:tileRect/>
            </a:gradFill>
            <a:ln w="19050">
              <a:gradFill flip="none" rotWithShape="1">
                <a:gsLst>
                  <a:gs pos="100000">
                    <a:schemeClr val="bg1">
                      <a:lumMod val="75000"/>
                    </a:schemeClr>
                  </a:gs>
                  <a:gs pos="0">
                    <a:schemeClr val="bg1"/>
                  </a:gs>
                </a:gsLst>
                <a:lin ang="2700000" scaled="1"/>
                <a:tileRect/>
              </a:gradFill>
            </a:ln>
            <a:effectLst>
              <a:outerShdw blurRad="127000" dist="50800" dir="2700000" algn="tl" rotWithShape="0">
                <a:prstClr val="black">
                  <a:alpha val="40000"/>
                </a:prstClr>
              </a:out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sp>
          <p:nvSpPr>
            <p:cNvPr id="6" name="任意多边形 5"/>
            <p:cNvSpPr>
              <a:spLocks/>
            </p:cNvSpPr>
            <p:nvPr/>
          </p:nvSpPr>
          <p:spPr bwMode="auto">
            <a:xfrm>
              <a:off x="7134952" y="2014081"/>
              <a:ext cx="3860738" cy="775318"/>
            </a:xfrm>
            <a:custGeom>
              <a:avLst/>
              <a:gdLst>
                <a:gd name="connsiteX0" fmla="*/ 305125 w 4603109"/>
                <a:gd name="connsiteY0" fmla="*/ 0 h 924402"/>
                <a:gd name="connsiteX1" fmla="*/ 432894 w 4603109"/>
                <a:gd name="connsiteY1" fmla="*/ 0 h 924402"/>
                <a:gd name="connsiteX2" fmla="*/ 445336 w 4603109"/>
                <a:gd name="connsiteY2" fmla="*/ 0 h 924402"/>
                <a:gd name="connsiteX3" fmla="*/ 550703 w 4603109"/>
                <a:gd name="connsiteY3" fmla="*/ 0 h 924402"/>
                <a:gd name="connsiteX4" fmla="*/ 560158 w 4603109"/>
                <a:gd name="connsiteY4" fmla="*/ 0 h 924402"/>
                <a:gd name="connsiteX5" fmla="*/ 573105 w 4603109"/>
                <a:gd name="connsiteY5" fmla="*/ 0 h 924402"/>
                <a:gd name="connsiteX6" fmla="*/ 626202 w 4603109"/>
                <a:gd name="connsiteY6" fmla="*/ 0 h 924402"/>
                <a:gd name="connsiteX7" fmla="*/ 676811 w 4603109"/>
                <a:gd name="connsiteY7" fmla="*/ 0 h 924402"/>
                <a:gd name="connsiteX8" fmla="*/ 678472 w 4603109"/>
                <a:gd name="connsiteY8" fmla="*/ 0 h 924402"/>
                <a:gd name="connsiteX9" fmla="*/ 687927 w 4603109"/>
                <a:gd name="connsiteY9" fmla="*/ 0 h 924402"/>
                <a:gd name="connsiteX10" fmla="*/ 691402 w 4603109"/>
                <a:gd name="connsiteY10" fmla="*/ 0 h 924402"/>
                <a:gd name="connsiteX11" fmla="*/ 700371 w 4603109"/>
                <a:gd name="connsiteY11" fmla="*/ 0 h 924402"/>
                <a:gd name="connsiteX12" fmla="*/ 707508 w 4603109"/>
                <a:gd name="connsiteY12" fmla="*/ 0 h 924402"/>
                <a:gd name="connsiteX13" fmla="*/ 729909 w 4603109"/>
                <a:gd name="connsiteY13" fmla="*/ 0 h 924402"/>
                <a:gd name="connsiteX14" fmla="*/ 753971 w 4603109"/>
                <a:gd name="connsiteY14" fmla="*/ 0 h 924402"/>
                <a:gd name="connsiteX15" fmla="*/ 804580 w 4603109"/>
                <a:gd name="connsiteY15" fmla="*/ 0 h 924402"/>
                <a:gd name="connsiteX16" fmla="*/ 805737 w 4603109"/>
                <a:gd name="connsiteY16" fmla="*/ 0 h 924402"/>
                <a:gd name="connsiteX17" fmla="*/ 819171 w 4603109"/>
                <a:gd name="connsiteY17" fmla="*/ 0 h 924402"/>
                <a:gd name="connsiteX18" fmla="*/ 828140 w 4603109"/>
                <a:gd name="connsiteY18" fmla="*/ 0 h 924402"/>
                <a:gd name="connsiteX19" fmla="*/ 831615 w 4603109"/>
                <a:gd name="connsiteY19" fmla="*/ 0 h 924402"/>
                <a:gd name="connsiteX20" fmla="*/ 835277 w 4603109"/>
                <a:gd name="connsiteY20" fmla="*/ 0 h 924402"/>
                <a:gd name="connsiteX21" fmla="*/ 857678 w 4603109"/>
                <a:gd name="connsiteY21" fmla="*/ 0 h 924402"/>
                <a:gd name="connsiteX22" fmla="*/ 864889 w 4603109"/>
                <a:gd name="connsiteY22" fmla="*/ 0 h 924402"/>
                <a:gd name="connsiteX23" fmla="*/ 899900 w 4603109"/>
                <a:gd name="connsiteY23" fmla="*/ 0 h 924402"/>
                <a:gd name="connsiteX24" fmla="*/ 909341 w 4603109"/>
                <a:gd name="connsiteY24" fmla="*/ 0 h 924402"/>
                <a:gd name="connsiteX25" fmla="*/ 929965 w 4603109"/>
                <a:gd name="connsiteY25" fmla="*/ 0 h 924402"/>
                <a:gd name="connsiteX26" fmla="*/ 933506 w 4603109"/>
                <a:gd name="connsiteY26" fmla="*/ 0 h 924402"/>
                <a:gd name="connsiteX27" fmla="*/ 936982 w 4603109"/>
                <a:gd name="connsiteY27" fmla="*/ 0 h 924402"/>
                <a:gd name="connsiteX28" fmla="*/ 959384 w 4603109"/>
                <a:gd name="connsiteY28" fmla="*/ 0 h 924402"/>
                <a:gd name="connsiteX29" fmla="*/ 962542 w 4603109"/>
                <a:gd name="connsiteY29" fmla="*/ 0 h 924402"/>
                <a:gd name="connsiteX30" fmla="*/ 984943 w 4603109"/>
                <a:gd name="connsiteY30" fmla="*/ 0 h 924402"/>
                <a:gd name="connsiteX31" fmla="*/ 992658 w 4603109"/>
                <a:gd name="connsiteY31" fmla="*/ 0 h 924402"/>
                <a:gd name="connsiteX32" fmla="*/ 1012059 w 4603109"/>
                <a:gd name="connsiteY32" fmla="*/ 0 h 924402"/>
                <a:gd name="connsiteX33" fmla="*/ 1012480 w 4603109"/>
                <a:gd name="connsiteY33" fmla="*/ 0 h 924402"/>
                <a:gd name="connsiteX34" fmla="*/ 1027669 w 4603109"/>
                <a:gd name="connsiteY34" fmla="*/ 0 h 924402"/>
                <a:gd name="connsiteX35" fmla="*/ 1037110 w 4603109"/>
                <a:gd name="connsiteY35" fmla="*/ 0 h 924402"/>
                <a:gd name="connsiteX36" fmla="*/ 1040112 w 4603109"/>
                <a:gd name="connsiteY36" fmla="*/ 0 h 924402"/>
                <a:gd name="connsiteX37" fmla="*/ 1057734 w 4603109"/>
                <a:gd name="connsiteY37" fmla="*/ 0 h 924402"/>
                <a:gd name="connsiteX38" fmla="*/ 1064751 w 4603109"/>
                <a:gd name="connsiteY38" fmla="*/ 0 h 924402"/>
                <a:gd name="connsiteX39" fmla="*/ 1070177 w 4603109"/>
                <a:gd name="connsiteY39" fmla="*/ 0 h 924402"/>
                <a:gd name="connsiteX40" fmla="*/ 1072436 w 4603109"/>
                <a:gd name="connsiteY40" fmla="*/ 0 h 924402"/>
                <a:gd name="connsiteX41" fmla="*/ 1090311 w 4603109"/>
                <a:gd name="connsiteY41" fmla="*/ 0 h 924402"/>
                <a:gd name="connsiteX42" fmla="*/ 1110718 w 4603109"/>
                <a:gd name="connsiteY42" fmla="*/ 0 h 924402"/>
                <a:gd name="connsiteX43" fmla="*/ 1112712 w 4603109"/>
                <a:gd name="connsiteY43" fmla="*/ 0 h 924402"/>
                <a:gd name="connsiteX44" fmla="*/ 1116187 w 4603109"/>
                <a:gd name="connsiteY44" fmla="*/ 0 h 924402"/>
                <a:gd name="connsiteX45" fmla="*/ 1139828 w 4603109"/>
                <a:gd name="connsiteY45" fmla="*/ 0 h 924402"/>
                <a:gd name="connsiteX46" fmla="*/ 1140249 w 4603109"/>
                <a:gd name="connsiteY46" fmla="*/ 0 h 924402"/>
                <a:gd name="connsiteX47" fmla="*/ 1145480 w 4603109"/>
                <a:gd name="connsiteY47" fmla="*/ 0 h 924402"/>
                <a:gd name="connsiteX48" fmla="*/ 1152270 w 4603109"/>
                <a:gd name="connsiteY48" fmla="*/ 0 h 924402"/>
                <a:gd name="connsiteX49" fmla="*/ 1154934 w 4603109"/>
                <a:gd name="connsiteY49" fmla="*/ 0 h 924402"/>
                <a:gd name="connsiteX50" fmla="*/ 1167881 w 4603109"/>
                <a:gd name="connsiteY50" fmla="*/ 0 h 924402"/>
                <a:gd name="connsiteX51" fmla="*/ 1175544 w 4603109"/>
                <a:gd name="connsiteY51" fmla="*/ 0 h 924402"/>
                <a:gd name="connsiteX52" fmla="*/ 1184998 w 4603109"/>
                <a:gd name="connsiteY52" fmla="*/ 0 h 924402"/>
                <a:gd name="connsiteX53" fmla="*/ 1197946 w 4603109"/>
                <a:gd name="connsiteY53" fmla="*/ 0 h 924402"/>
                <a:gd name="connsiteX54" fmla="*/ 1200205 w 4603109"/>
                <a:gd name="connsiteY54" fmla="*/ 0 h 924402"/>
                <a:gd name="connsiteX55" fmla="*/ 1220978 w 4603109"/>
                <a:gd name="connsiteY55" fmla="*/ 0 h 924402"/>
                <a:gd name="connsiteX56" fmla="*/ 1238487 w 4603109"/>
                <a:gd name="connsiteY56" fmla="*/ 0 h 924402"/>
                <a:gd name="connsiteX57" fmla="*/ 1243956 w 4603109"/>
                <a:gd name="connsiteY57" fmla="*/ 0 h 924402"/>
                <a:gd name="connsiteX58" fmla="*/ 1251042 w 4603109"/>
                <a:gd name="connsiteY58" fmla="*/ 0 h 924402"/>
                <a:gd name="connsiteX59" fmla="*/ 1257637 w 4603109"/>
                <a:gd name="connsiteY59" fmla="*/ 0 h 924402"/>
                <a:gd name="connsiteX60" fmla="*/ 1271587 w 4603109"/>
                <a:gd name="connsiteY60" fmla="*/ 0 h 924402"/>
                <a:gd name="connsiteX61" fmla="*/ 1273249 w 4603109"/>
                <a:gd name="connsiteY61" fmla="*/ 0 h 924402"/>
                <a:gd name="connsiteX62" fmla="*/ 1280039 w 4603109"/>
                <a:gd name="connsiteY62" fmla="*/ 0 h 924402"/>
                <a:gd name="connsiteX63" fmla="*/ 1282703 w 4603109"/>
                <a:gd name="connsiteY63" fmla="*/ 0 h 924402"/>
                <a:gd name="connsiteX64" fmla="*/ 1286178 w 4603109"/>
                <a:gd name="connsiteY64" fmla="*/ 0 h 924402"/>
                <a:gd name="connsiteX65" fmla="*/ 1295146 w 4603109"/>
                <a:gd name="connsiteY65" fmla="*/ 0 h 924402"/>
                <a:gd name="connsiteX66" fmla="*/ 1301651 w 4603109"/>
                <a:gd name="connsiteY66" fmla="*/ 0 h 924402"/>
                <a:gd name="connsiteX67" fmla="*/ 1302284 w 4603109"/>
                <a:gd name="connsiteY67" fmla="*/ 0 h 924402"/>
                <a:gd name="connsiteX68" fmla="*/ 1303313 w 4603109"/>
                <a:gd name="connsiteY68" fmla="*/ 0 h 924402"/>
                <a:gd name="connsiteX69" fmla="*/ 1312767 w 4603109"/>
                <a:gd name="connsiteY69" fmla="*/ 0 h 924402"/>
                <a:gd name="connsiteX70" fmla="*/ 1316242 w 4603109"/>
                <a:gd name="connsiteY70" fmla="*/ 0 h 924402"/>
                <a:gd name="connsiteX71" fmla="*/ 1321886 w 4603109"/>
                <a:gd name="connsiteY71" fmla="*/ 0 h 924402"/>
                <a:gd name="connsiteX72" fmla="*/ 1324685 w 4603109"/>
                <a:gd name="connsiteY72" fmla="*/ 0 h 924402"/>
                <a:gd name="connsiteX73" fmla="*/ 1325211 w 4603109"/>
                <a:gd name="connsiteY73" fmla="*/ 0 h 924402"/>
                <a:gd name="connsiteX74" fmla="*/ 1332348 w 4603109"/>
                <a:gd name="connsiteY74" fmla="*/ 0 h 924402"/>
                <a:gd name="connsiteX75" fmla="*/ 1332714 w 4603109"/>
                <a:gd name="connsiteY75" fmla="*/ 0 h 924402"/>
                <a:gd name="connsiteX76" fmla="*/ 1333135 w 4603109"/>
                <a:gd name="connsiteY76" fmla="*/ 0 h 924402"/>
                <a:gd name="connsiteX77" fmla="*/ 1348747 w 4603109"/>
                <a:gd name="connsiteY77" fmla="*/ 0 h 924402"/>
                <a:gd name="connsiteX78" fmla="*/ 1354749 w 4603109"/>
                <a:gd name="connsiteY78" fmla="*/ 0 h 924402"/>
                <a:gd name="connsiteX79" fmla="*/ 1378811 w 4603109"/>
                <a:gd name="connsiteY79" fmla="*/ 0 h 924402"/>
                <a:gd name="connsiteX80" fmla="*/ 1383745 w 4603109"/>
                <a:gd name="connsiteY80" fmla="*/ 0 h 924402"/>
                <a:gd name="connsiteX81" fmla="*/ 1385406 w 4603109"/>
                <a:gd name="connsiteY81" fmla="*/ 0 h 924402"/>
                <a:gd name="connsiteX82" fmla="*/ 1399356 w 4603109"/>
                <a:gd name="connsiteY82" fmla="*/ 0 h 924402"/>
                <a:gd name="connsiteX83" fmla="*/ 1400513 w 4603109"/>
                <a:gd name="connsiteY83" fmla="*/ 0 h 924402"/>
                <a:gd name="connsiteX84" fmla="*/ 1413947 w 4603109"/>
                <a:gd name="connsiteY84" fmla="*/ 0 h 924402"/>
                <a:gd name="connsiteX85" fmla="*/ 1414442 w 4603109"/>
                <a:gd name="connsiteY85" fmla="*/ 0 h 924402"/>
                <a:gd name="connsiteX86" fmla="*/ 1422915 w 4603109"/>
                <a:gd name="connsiteY86" fmla="*/ 0 h 924402"/>
                <a:gd name="connsiteX87" fmla="*/ 1426390 w 4603109"/>
                <a:gd name="connsiteY87" fmla="*/ 0 h 924402"/>
                <a:gd name="connsiteX88" fmla="*/ 1429420 w 4603109"/>
                <a:gd name="connsiteY88" fmla="*/ 0 h 924402"/>
                <a:gd name="connsiteX89" fmla="*/ 1430053 w 4603109"/>
                <a:gd name="connsiteY89" fmla="*/ 0 h 924402"/>
                <a:gd name="connsiteX90" fmla="*/ 1430206 w 4603109"/>
                <a:gd name="connsiteY90" fmla="*/ 0 h 924402"/>
                <a:gd name="connsiteX91" fmla="*/ 1430577 w 4603109"/>
                <a:gd name="connsiteY91" fmla="*/ 0 h 924402"/>
                <a:gd name="connsiteX92" fmla="*/ 1436843 w 4603109"/>
                <a:gd name="connsiteY92" fmla="*/ 0 h 924402"/>
                <a:gd name="connsiteX93" fmla="*/ 1444011 w 4603109"/>
                <a:gd name="connsiteY93" fmla="*/ 0 h 924402"/>
                <a:gd name="connsiteX94" fmla="*/ 1449655 w 4603109"/>
                <a:gd name="connsiteY94" fmla="*/ 0 h 924402"/>
                <a:gd name="connsiteX95" fmla="*/ 1452454 w 4603109"/>
                <a:gd name="connsiteY95" fmla="*/ 0 h 924402"/>
                <a:gd name="connsiteX96" fmla="*/ 1452980 w 4603109"/>
                <a:gd name="connsiteY96" fmla="*/ 0 h 924402"/>
                <a:gd name="connsiteX97" fmla="*/ 1456455 w 4603109"/>
                <a:gd name="connsiteY97" fmla="*/ 0 h 924402"/>
                <a:gd name="connsiteX98" fmla="*/ 1459664 w 4603109"/>
                <a:gd name="connsiteY98" fmla="*/ 0 h 924402"/>
                <a:gd name="connsiteX99" fmla="*/ 1460117 w 4603109"/>
                <a:gd name="connsiteY99" fmla="*/ 0 h 924402"/>
                <a:gd name="connsiteX100" fmla="*/ 1460483 w 4603109"/>
                <a:gd name="connsiteY100" fmla="*/ 0 h 924402"/>
                <a:gd name="connsiteX101" fmla="*/ 1460904 w 4603109"/>
                <a:gd name="connsiteY101" fmla="*/ 0 h 924402"/>
                <a:gd name="connsiteX102" fmla="*/ 1472926 w 4603109"/>
                <a:gd name="connsiteY102" fmla="*/ 0 h 924402"/>
                <a:gd name="connsiteX103" fmla="*/ 1482518 w 4603109"/>
                <a:gd name="connsiteY103" fmla="*/ 0 h 924402"/>
                <a:gd name="connsiteX104" fmla="*/ 1489729 w 4603109"/>
                <a:gd name="connsiteY104" fmla="*/ 0 h 924402"/>
                <a:gd name="connsiteX105" fmla="*/ 1504116 w 4603109"/>
                <a:gd name="connsiteY105" fmla="*/ 0 h 924402"/>
                <a:gd name="connsiteX106" fmla="*/ 1511514 w 4603109"/>
                <a:gd name="connsiteY106" fmla="*/ 0 h 924402"/>
                <a:gd name="connsiteX107" fmla="*/ 1524740 w 4603109"/>
                <a:gd name="connsiteY107" fmla="*/ 0 h 924402"/>
                <a:gd name="connsiteX108" fmla="*/ 1528282 w 4603109"/>
                <a:gd name="connsiteY108" fmla="*/ 0 h 924402"/>
                <a:gd name="connsiteX109" fmla="*/ 1531757 w 4603109"/>
                <a:gd name="connsiteY109" fmla="*/ 0 h 924402"/>
                <a:gd name="connsiteX110" fmla="*/ 1534181 w 4603109"/>
                <a:gd name="connsiteY110" fmla="*/ 0 h 924402"/>
                <a:gd name="connsiteX111" fmla="*/ 1542211 w 4603109"/>
                <a:gd name="connsiteY111" fmla="*/ 0 h 924402"/>
                <a:gd name="connsiteX112" fmla="*/ 1554159 w 4603109"/>
                <a:gd name="connsiteY112" fmla="*/ 0 h 924402"/>
                <a:gd name="connsiteX113" fmla="*/ 1557318 w 4603109"/>
                <a:gd name="connsiteY113" fmla="*/ 0 h 924402"/>
                <a:gd name="connsiteX114" fmla="*/ 1557975 w 4603109"/>
                <a:gd name="connsiteY114" fmla="*/ 0 h 924402"/>
                <a:gd name="connsiteX115" fmla="*/ 1558346 w 4603109"/>
                <a:gd name="connsiteY115" fmla="*/ 0 h 924402"/>
                <a:gd name="connsiteX116" fmla="*/ 1561822 w 4603109"/>
                <a:gd name="connsiteY116" fmla="*/ 0 h 924402"/>
                <a:gd name="connsiteX117" fmla="*/ 1564612 w 4603109"/>
                <a:gd name="connsiteY117" fmla="*/ 0 h 924402"/>
                <a:gd name="connsiteX118" fmla="*/ 1566857 w 4603109"/>
                <a:gd name="connsiteY118" fmla="*/ 0 h 924402"/>
                <a:gd name="connsiteX119" fmla="*/ 1576919 w 4603109"/>
                <a:gd name="connsiteY119" fmla="*/ 0 h 924402"/>
                <a:gd name="connsiteX120" fmla="*/ 1579719 w 4603109"/>
                <a:gd name="connsiteY120" fmla="*/ 0 h 924402"/>
                <a:gd name="connsiteX121" fmla="*/ 1584224 w 4603109"/>
                <a:gd name="connsiteY121" fmla="*/ 0 h 924402"/>
                <a:gd name="connsiteX122" fmla="*/ 1587382 w 4603109"/>
                <a:gd name="connsiteY122" fmla="*/ 0 h 924402"/>
                <a:gd name="connsiteX123" fmla="*/ 1587433 w 4603109"/>
                <a:gd name="connsiteY123" fmla="*/ 0 h 924402"/>
                <a:gd name="connsiteX124" fmla="*/ 1600695 w 4603109"/>
                <a:gd name="connsiteY124" fmla="*/ 0 h 924402"/>
                <a:gd name="connsiteX125" fmla="*/ 1606834 w 4603109"/>
                <a:gd name="connsiteY125" fmla="*/ 0 h 924402"/>
                <a:gd name="connsiteX126" fmla="*/ 1607256 w 4603109"/>
                <a:gd name="connsiteY126" fmla="*/ 0 h 924402"/>
                <a:gd name="connsiteX127" fmla="*/ 1608325 w 4603109"/>
                <a:gd name="connsiteY127" fmla="*/ 0 h 924402"/>
                <a:gd name="connsiteX128" fmla="*/ 1609783 w 4603109"/>
                <a:gd name="connsiteY128" fmla="*/ 0 h 924402"/>
                <a:gd name="connsiteX129" fmla="*/ 1617498 w 4603109"/>
                <a:gd name="connsiteY129" fmla="*/ 0 h 924402"/>
                <a:gd name="connsiteX130" fmla="*/ 1631885 w 4603109"/>
                <a:gd name="connsiteY130" fmla="*/ 0 h 924402"/>
                <a:gd name="connsiteX131" fmla="*/ 1636899 w 4603109"/>
                <a:gd name="connsiteY131" fmla="*/ 0 h 924402"/>
                <a:gd name="connsiteX132" fmla="*/ 1637320 w 4603109"/>
                <a:gd name="connsiteY132" fmla="*/ 0 h 924402"/>
                <a:gd name="connsiteX133" fmla="*/ 1637445 w 4603109"/>
                <a:gd name="connsiteY133" fmla="*/ 0 h 924402"/>
                <a:gd name="connsiteX134" fmla="*/ 1652509 w 4603109"/>
                <a:gd name="connsiteY134" fmla="*/ 0 h 924402"/>
                <a:gd name="connsiteX135" fmla="*/ 1659526 w 4603109"/>
                <a:gd name="connsiteY135" fmla="*/ 0 h 924402"/>
                <a:gd name="connsiteX136" fmla="*/ 1661950 w 4603109"/>
                <a:gd name="connsiteY136" fmla="*/ 0 h 924402"/>
                <a:gd name="connsiteX137" fmla="*/ 1664952 w 4603109"/>
                <a:gd name="connsiteY137" fmla="*/ 0 h 924402"/>
                <a:gd name="connsiteX138" fmla="*/ 1667212 w 4603109"/>
                <a:gd name="connsiteY138" fmla="*/ 0 h 924402"/>
                <a:gd name="connsiteX139" fmla="*/ 1685087 w 4603109"/>
                <a:gd name="connsiteY139" fmla="*/ 0 h 924402"/>
                <a:gd name="connsiteX140" fmla="*/ 1689591 w 4603109"/>
                <a:gd name="connsiteY140" fmla="*/ 0 h 924402"/>
                <a:gd name="connsiteX141" fmla="*/ 1694626 w 4603109"/>
                <a:gd name="connsiteY141" fmla="*/ 0 h 924402"/>
                <a:gd name="connsiteX142" fmla="*/ 1697276 w 4603109"/>
                <a:gd name="connsiteY142" fmla="*/ 0 h 924402"/>
                <a:gd name="connsiteX143" fmla="*/ 1698000 w 4603109"/>
                <a:gd name="connsiteY143" fmla="*/ 0 h 924402"/>
                <a:gd name="connsiteX144" fmla="*/ 1704688 w 4603109"/>
                <a:gd name="connsiteY144" fmla="*/ 0 h 924402"/>
                <a:gd name="connsiteX145" fmla="*/ 1707488 w 4603109"/>
                <a:gd name="connsiteY145" fmla="*/ 0 h 924402"/>
                <a:gd name="connsiteX146" fmla="*/ 1710963 w 4603109"/>
                <a:gd name="connsiteY146" fmla="*/ 0 h 924402"/>
                <a:gd name="connsiteX147" fmla="*/ 1715151 w 4603109"/>
                <a:gd name="connsiteY147" fmla="*/ 0 h 924402"/>
                <a:gd name="connsiteX148" fmla="*/ 1721928 w 4603109"/>
                <a:gd name="connsiteY148" fmla="*/ 0 h 924402"/>
                <a:gd name="connsiteX149" fmla="*/ 1734603 w 4603109"/>
                <a:gd name="connsiteY149" fmla="*/ 0 h 924402"/>
                <a:gd name="connsiteX150" fmla="*/ 1735025 w 4603109"/>
                <a:gd name="connsiteY150" fmla="*/ 0 h 924402"/>
                <a:gd name="connsiteX151" fmla="*/ 1735558 w 4603109"/>
                <a:gd name="connsiteY151" fmla="*/ 0 h 924402"/>
                <a:gd name="connsiteX152" fmla="*/ 1736094 w 4603109"/>
                <a:gd name="connsiteY152" fmla="*/ 0 h 924402"/>
                <a:gd name="connsiteX153" fmla="*/ 1737552 w 4603109"/>
                <a:gd name="connsiteY153" fmla="*/ 0 h 924402"/>
                <a:gd name="connsiteX154" fmla="*/ 1741027 w 4603109"/>
                <a:gd name="connsiteY154" fmla="*/ 0 h 924402"/>
                <a:gd name="connsiteX155" fmla="*/ 1747046 w 4603109"/>
                <a:gd name="connsiteY155" fmla="*/ 0 h 924402"/>
                <a:gd name="connsiteX156" fmla="*/ 1748537 w 4603109"/>
                <a:gd name="connsiteY156" fmla="*/ 0 h 924402"/>
                <a:gd name="connsiteX157" fmla="*/ 1753052 w 4603109"/>
                <a:gd name="connsiteY157" fmla="*/ 0 h 924402"/>
                <a:gd name="connsiteX158" fmla="*/ 1757499 w 4603109"/>
                <a:gd name="connsiteY158" fmla="*/ 0 h 924402"/>
                <a:gd name="connsiteX159" fmla="*/ 1764668 w 4603109"/>
                <a:gd name="connsiteY159" fmla="*/ 0 h 924402"/>
                <a:gd name="connsiteX160" fmla="*/ 1765089 w 4603109"/>
                <a:gd name="connsiteY160" fmla="*/ 0 h 924402"/>
                <a:gd name="connsiteX161" fmla="*/ 1765214 w 4603109"/>
                <a:gd name="connsiteY161" fmla="*/ 0 h 924402"/>
                <a:gd name="connsiteX162" fmla="*/ 1770320 w 4603109"/>
                <a:gd name="connsiteY162" fmla="*/ 0 h 924402"/>
                <a:gd name="connsiteX163" fmla="*/ 1777110 w 4603109"/>
                <a:gd name="connsiteY163" fmla="*/ 0 h 924402"/>
                <a:gd name="connsiteX164" fmla="*/ 1779774 w 4603109"/>
                <a:gd name="connsiteY164" fmla="*/ 0 h 924402"/>
                <a:gd name="connsiteX165" fmla="*/ 1792721 w 4603109"/>
                <a:gd name="connsiteY165" fmla="*/ 0 h 924402"/>
                <a:gd name="connsiteX166" fmla="*/ 1794981 w 4603109"/>
                <a:gd name="connsiteY166" fmla="*/ 0 h 924402"/>
                <a:gd name="connsiteX167" fmla="*/ 1825045 w 4603109"/>
                <a:gd name="connsiteY167" fmla="*/ 0 h 924402"/>
                <a:gd name="connsiteX168" fmla="*/ 1825769 w 4603109"/>
                <a:gd name="connsiteY168" fmla="*/ 0 h 924402"/>
                <a:gd name="connsiteX169" fmla="*/ 1838732 w 4603109"/>
                <a:gd name="connsiteY169" fmla="*/ 0 h 924402"/>
                <a:gd name="connsiteX170" fmla="*/ 1845818 w 4603109"/>
                <a:gd name="connsiteY170" fmla="*/ 0 h 924402"/>
                <a:gd name="connsiteX171" fmla="*/ 1849697 w 4603109"/>
                <a:gd name="connsiteY171" fmla="*/ 0 h 924402"/>
                <a:gd name="connsiteX172" fmla="*/ 1852412 w 4603109"/>
                <a:gd name="connsiteY172" fmla="*/ 0 h 924402"/>
                <a:gd name="connsiteX173" fmla="*/ 1853903 w 4603109"/>
                <a:gd name="connsiteY173" fmla="*/ 0 h 924402"/>
                <a:gd name="connsiteX174" fmla="*/ 1863327 w 4603109"/>
                <a:gd name="connsiteY174" fmla="*/ 0 h 924402"/>
                <a:gd name="connsiteX175" fmla="*/ 1868796 w 4603109"/>
                <a:gd name="connsiteY175" fmla="*/ 0 h 924402"/>
                <a:gd name="connsiteX176" fmla="*/ 1874815 w 4603109"/>
                <a:gd name="connsiteY176" fmla="*/ 0 h 924402"/>
                <a:gd name="connsiteX177" fmla="*/ 1876306 w 4603109"/>
                <a:gd name="connsiteY177" fmla="*/ 0 h 924402"/>
                <a:gd name="connsiteX178" fmla="*/ 1880821 w 4603109"/>
                <a:gd name="connsiteY178" fmla="*/ 0 h 924402"/>
                <a:gd name="connsiteX179" fmla="*/ 1882477 w 4603109"/>
                <a:gd name="connsiteY179" fmla="*/ 0 h 924402"/>
                <a:gd name="connsiteX180" fmla="*/ 1883936 w 4603109"/>
                <a:gd name="connsiteY180" fmla="*/ 0 h 924402"/>
                <a:gd name="connsiteX181" fmla="*/ 1885268 w 4603109"/>
                <a:gd name="connsiteY181" fmla="*/ 0 h 924402"/>
                <a:gd name="connsiteX182" fmla="*/ 1896427 w 4603109"/>
                <a:gd name="connsiteY182" fmla="*/ 0 h 924402"/>
                <a:gd name="connsiteX183" fmla="*/ 1898089 w 4603109"/>
                <a:gd name="connsiteY183" fmla="*/ 0 h 924402"/>
                <a:gd name="connsiteX184" fmla="*/ 1904879 w 4603109"/>
                <a:gd name="connsiteY184" fmla="*/ 0 h 924402"/>
                <a:gd name="connsiteX185" fmla="*/ 1907543 w 4603109"/>
                <a:gd name="connsiteY185" fmla="*/ 0 h 924402"/>
                <a:gd name="connsiteX186" fmla="*/ 1911018 w 4603109"/>
                <a:gd name="connsiteY186" fmla="*/ 0 h 924402"/>
                <a:gd name="connsiteX187" fmla="*/ 1919986 w 4603109"/>
                <a:gd name="connsiteY187" fmla="*/ 0 h 924402"/>
                <a:gd name="connsiteX188" fmla="*/ 1927124 w 4603109"/>
                <a:gd name="connsiteY188" fmla="*/ 0 h 924402"/>
                <a:gd name="connsiteX189" fmla="*/ 1927489 w 4603109"/>
                <a:gd name="connsiteY189" fmla="*/ 0 h 924402"/>
                <a:gd name="connsiteX190" fmla="*/ 1927911 w 4603109"/>
                <a:gd name="connsiteY190" fmla="*/ 0 h 924402"/>
                <a:gd name="connsiteX191" fmla="*/ 1929402 w 4603109"/>
                <a:gd name="connsiteY191" fmla="*/ 0 h 924402"/>
                <a:gd name="connsiteX192" fmla="*/ 1946726 w 4603109"/>
                <a:gd name="connsiteY192" fmla="*/ 0 h 924402"/>
                <a:gd name="connsiteX193" fmla="*/ 1949525 w 4603109"/>
                <a:gd name="connsiteY193" fmla="*/ 0 h 924402"/>
                <a:gd name="connsiteX194" fmla="*/ 1957554 w 4603109"/>
                <a:gd name="connsiteY194" fmla="*/ 0 h 924402"/>
                <a:gd name="connsiteX195" fmla="*/ 1957975 w 4603109"/>
                <a:gd name="connsiteY195" fmla="*/ 0 h 924402"/>
                <a:gd name="connsiteX196" fmla="*/ 1973587 w 4603109"/>
                <a:gd name="connsiteY196" fmla="*/ 0 h 924402"/>
                <a:gd name="connsiteX197" fmla="*/ 1978520 w 4603109"/>
                <a:gd name="connsiteY197" fmla="*/ 0 h 924402"/>
                <a:gd name="connsiteX198" fmla="*/ 1980012 w 4603109"/>
                <a:gd name="connsiteY198" fmla="*/ 0 h 924402"/>
                <a:gd name="connsiteX199" fmla="*/ 1980181 w 4603109"/>
                <a:gd name="connsiteY199" fmla="*/ 0 h 924402"/>
                <a:gd name="connsiteX200" fmla="*/ 1981672 w 4603109"/>
                <a:gd name="connsiteY200" fmla="*/ 0 h 924402"/>
                <a:gd name="connsiteX201" fmla="*/ 2008585 w 4603109"/>
                <a:gd name="connsiteY201" fmla="*/ 0 h 924402"/>
                <a:gd name="connsiteX202" fmla="*/ 2009218 w 4603109"/>
                <a:gd name="connsiteY202" fmla="*/ 0 h 924402"/>
                <a:gd name="connsiteX203" fmla="*/ 2010246 w 4603109"/>
                <a:gd name="connsiteY203" fmla="*/ 0 h 924402"/>
                <a:gd name="connsiteX204" fmla="*/ 2010709 w 4603109"/>
                <a:gd name="connsiteY204" fmla="*/ 0 h 924402"/>
                <a:gd name="connsiteX205" fmla="*/ 2011705 w 4603109"/>
                <a:gd name="connsiteY205" fmla="*/ 0 h 924402"/>
                <a:gd name="connsiteX206" fmla="*/ 2024147 w 4603109"/>
                <a:gd name="connsiteY206" fmla="*/ 0 h 924402"/>
                <a:gd name="connsiteX207" fmla="*/ 2024196 w 4603109"/>
                <a:gd name="connsiteY207" fmla="*/ 0 h 924402"/>
                <a:gd name="connsiteX208" fmla="*/ 2024981 w 4603109"/>
                <a:gd name="connsiteY208" fmla="*/ 0 h 924402"/>
                <a:gd name="connsiteX209" fmla="*/ 2025353 w 4603109"/>
                <a:gd name="connsiteY209" fmla="*/ 0 h 924402"/>
                <a:gd name="connsiteX210" fmla="*/ 2026473 w 4603109"/>
                <a:gd name="connsiteY210" fmla="*/ 0 h 924402"/>
                <a:gd name="connsiteX211" fmla="*/ 2031619 w 4603109"/>
                <a:gd name="connsiteY211" fmla="*/ 0 h 924402"/>
                <a:gd name="connsiteX212" fmla="*/ 2033110 w 4603109"/>
                <a:gd name="connsiteY212" fmla="*/ 0 h 924402"/>
                <a:gd name="connsiteX213" fmla="*/ 2038787 w 4603109"/>
                <a:gd name="connsiteY213" fmla="*/ 0 h 924402"/>
                <a:gd name="connsiteX214" fmla="*/ 2039282 w 4603109"/>
                <a:gd name="connsiteY214" fmla="*/ 0 h 924402"/>
                <a:gd name="connsiteX215" fmla="*/ 2047755 w 4603109"/>
                <a:gd name="connsiteY215" fmla="*/ 0 h 924402"/>
                <a:gd name="connsiteX216" fmla="*/ 2051230 w 4603109"/>
                <a:gd name="connsiteY216" fmla="*/ 0 h 924402"/>
                <a:gd name="connsiteX217" fmla="*/ 2054893 w 4603109"/>
                <a:gd name="connsiteY217" fmla="*/ 0 h 924402"/>
                <a:gd name="connsiteX218" fmla="*/ 2055046 w 4603109"/>
                <a:gd name="connsiteY218" fmla="*/ 0 h 924402"/>
                <a:gd name="connsiteX219" fmla="*/ 2055258 w 4603109"/>
                <a:gd name="connsiteY219" fmla="*/ 0 h 924402"/>
                <a:gd name="connsiteX220" fmla="*/ 2055680 w 4603109"/>
                <a:gd name="connsiteY220" fmla="*/ 0 h 924402"/>
                <a:gd name="connsiteX221" fmla="*/ 2057171 w 4603109"/>
                <a:gd name="connsiteY221" fmla="*/ 0 h 924402"/>
                <a:gd name="connsiteX222" fmla="*/ 2061683 w 4603109"/>
                <a:gd name="connsiteY222" fmla="*/ 0 h 924402"/>
                <a:gd name="connsiteX223" fmla="*/ 2067702 w 4603109"/>
                <a:gd name="connsiteY223" fmla="*/ 0 h 924402"/>
                <a:gd name="connsiteX224" fmla="*/ 2074495 w 4603109"/>
                <a:gd name="connsiteY224" fmla="*/ 0 h 924402"/>
                <a:gd name="connsiteX225" fmla="*/ 2077294 w 4603109"/>
                <a:gd name="connsiteY225" fmla="*/ 0 h 924402"/>
                <a:gd name="connsiteX226" fmla="*/ 2084504 w 4603109"/>
                <a:gd name="connsiteY226" fmla="*/ 0 h 924402"/>
                <a:gd name="connsiteX227" fmla="*/ 2085323 w 4603109"/>
                <a:gd name="connsiteY227" fmla="*/ 0 h 924402"/>
                <a:gd name="connsiteX228" fmla="*/ 2085744 w 4603109"/>
                <a:gd name="connsiteY228" fmla="*/ 0 h 924402"/>
                <a:gd name="connsiteX229" fmla="*/ 2097766 w 4603109"/>
                <a:gd name="connsiteY229" fmla="*/ 0 h 924402"/>
                <a:gd name="connsiteX230" fmla="*/ 2106289 w 4603109"/>
                <a:gd name="connsiteY230" fmla="*/ 0 h 924402"/>
                <a:gd name="connsiteX231" fmla="*/ 2107781 w 4603109"/>
                <a:gd name="connsiteY231" fmla="*/ 0 h 924402"/>
                <a:gd name="connsiteX232" fmla="*/ 2128956 w 4603109"/>
                <a:gd name="connsiteY232" fmla="*/ 0 h 924402"/>
                <a:gd name="connsiteX233" fmla="*/ 2129514 w 4603109"/>
                <a:gd name="connsiteY233" fmla="*/ 0 h 924402"/>
                <a:gd name="connsiteX234" fmla="*/ 2136354 w 4603109"/>
                <a:gd name="connsiteY234" fmla="*/ 0 h 924402"/>
                <a:gd name="connsiteX235" fmla="*/ 2136987 w 4603109"/>
                <a:gd name="connsiteY235" fmla="*/ 0 h 924402"/>
                <a:gd name="connsiteX236" fmla="*/ 2138478 w 4603109"/>
                <a:gd name="connsiteY236" fmla="*/ 0 h 924402"/>
                <a:gd name="connsiteX237" fmla="*/ 2151916 w 4603109"/>
                <a:gd name="connsiteY237" fmla="*/ 0 h 924402"/>
                <a:gd name="connsiteX238" fmla="*/ 2152750 w 4603109"/>
                <a:gd name="connsiteY238" fmla="*/ 0 h 924402"/>
                <a:gd name="connsiteX239" fmla="*/ 2153122 w 4603109"/>
                <a:gd name="connsiteY239" fmla="*/ 0 h 924402"/>
                <a:gd name="connsiteX240" fmla="*/ 2154242 w 4603109"/>
                <a:gd name="connsiteY240" fmla="*/ 0 h 924402"/>
                <a:gd name="connsiteX241" fmla="*/ 2156597 w 4603109"/>
                <a:gd name="connsiteY241" fmla="*/ 0 h 924402"/>
                <a:gd name="connsiteX242" fmla="*/ 2159388 w 4603109"/>
                <a:gd name="connsiteY242" fmla="*/ 0 h 924402"/>
                <a:gd name="connsiteX243" fmla="*/ 2160879 w 4603109"/>
                <a:gd name="connsiteY243" fmla="*/ 0 h 924402"/>
                <a:gd name="connsiteX244" fmla="*/ 2161633 w 4603109"/>
                <a:gd name="connsiteY244" fmla="*/ 0 h 924402"/>
                <a:gd name="connsiteX245" fmla="*/ 2167051 w 4603109"/>
                <a:gd name="connsiteY245" fmla="*/ 0 h 924402"/>
                <a:gd name="connsiteX246" fmla="*/ 2178999 w 4603109"/>
                <a:gd name="connsiteY246" fmla="*/ 0 h 924402"/>
                <a:gd name="connsiteX247" fmla="*/ 2182158 w 4603109"/>
                <a:gd name="connsiteY247" fmla="*/ 0 h 924402"/>
                <a:gd name="connsiteX248" fmla="*/ 2182815 w 4603109"/>
                <a:gd name="connsiteY248" fmla="*/ 0 h 924402"/>
                <a:gd name="connsiteX249" fmla="*/ 2188666 w 4603109"/>
                <a:gd name="connsiteY249" fmla="*/ 0 h 924402"/>
                <a:gd name="connsiteX250" fmla="*/ 2189452 w 4603109"/>
                <a:gd name="connsiteY250" fmla="*/ 0 h 924402"/>
                <a:gd name="connsiteX251" fmla="*/ 2191697 w 4603109"/>
                <a:gd name="connsiteY251" fmla="*/ 0 h 924402"/>
                <a:gd name="connsiteX252" fmla="*/ 2195471 w 4603109"/>
                <a:gd name="connsiteY252" fmla="*/ 0 h 924402"/>
                <a:gd name="connsiteX253" fmla="*/ 2201759 w 4603109"/>
                <a:gd name="connsiteY253" fmla="*/ 0 h 924402"/>
                <a:gd name="connsiteX254" fmla="*/ 2203100 w 4603109"/>
                <a:gd name="connsiteY254" fmla="*/ 0 h 924402"/>
                <a:gd name="connsiteX255" fmla="*/ 2204559 w 4603109"/>
                <a:gd name="connsiteY255" fmla="*/ 0 h 924402"/>
                <a:gd name="connsiteX256" fmla="*/ 2204591 w 4603109"/>
                <a:gd name="connsiteY256" fmla="*/ 0 h 924402"/>
                <a:gd name="connsiteX257" fmla="*/ 2212273 w 4603109"/>
                <a:gd name="connsiteY257" fmla="*/ 0 h 924402"/>
                <a:gd name="connsiteX258" fmla="*/ 2225535 w 4603109"/>
                <a:gd name="connsiteY258" fmla="*/ 0 h 924402"/>
                <a:gd name="connsiteX259" fmla="*/ 2231674 w 4603109"/>
                <a:gd name="connsiteY259" fmla="*/ 0 h 924402"/>
                <a:gd name="connsiteX260" fmla="*/ 2232096 w 4603109"/>
                <a:gd name="connsiteY260" fmla="*/ 0 h 924402"/>
                <a:gd name="connsiteX261" fmla="*/ 2232220 w 4603109"/>
                <a:gd name="connsiteY261" fmla="*/ 0 h 924402"/>
                <a:gd name="connsiteX262" fmla="*/ 2233118 w 4603109"/>
                <a:gd name="connsiteY262" fmla="*/ 0 h 924402"/>
                <a:gd name="connsiteX263" fmla="*/ 2233165 w 4603109"/>
                <a:gd name="connsiteY263" fmla="*/ 0 h 924402"/>
                <a:gd name="connsiteX264" fmla="*/ 2256725 w 4603109"/>
                <a:gd name="connsiteY264" fmla="*/ 0 h 924402"/>
                <a:gd name="connsiteX265" fmla="*/ 2257283 w 4603109"/>
                <a:gd name="connsiteY265" fmla="*/ 0 h 924402"/>
                <a:gd name="connsiteX266" fmla="*/ 2262285 w 4603109"/>
                <a:gd name="connsiteY266" fmla="*/ 0 h 924402"/>
                <a:gd name="connsiteX267" fmla="*/ 2284366 w 4603109"/>
                <a:gd name="connsiteY267" fmla="*/ 0 h 924402"/>
                <a:gd name="connsiteX268" fmla="*/ 2289402 w 4603109"/>
                <a:gd name="connsiteY268" fmla="*/ 0 h 924402"/>
                <a:gd name="connsiteX269" fmla="*/ 2292052 w 4603109"/>
                <a:gd name="connsiteY269" fmla="*/ 0 h 924402"/>
                <a:gd name="connsiteX270" fmla="*/ 2299271 w 4603109"/>
                <a:gd name="connsiteY270" fmla="*/ 0 h 924402"/>
                <a:gd name="connsiteX271" fmla="*/ 2308721 w 4603109"/>
                <a:gd name="connsiteY271" fmla="*/ 0 h 924402"/>
                <a:gd name="connsiteX272" fmla="*/ 2309927 w 4603109"/>
                <a:gd name="connsiteY272" fmla="*/ 0 h 924402"/>
                <a:gd name="connsiteX273" fmla="*/ 2316435 w 4603109"/>
                <a:gd name="connsiteY273" fmla="*/ 0 h 924402"/>
                <a:gd name="connsiteX274" fmla="*/ 2316703 w 4603109"/>
                <a:gd name="connsiteY274" fmla="*/ 0 h 924402"/>
                <a:gd name="connsiteX275" fmla="*/ 2319466 w 4603109"/>
                <a:gd name="connsiteY275" fmla="*/ 0 h 924402"/>
                <a:gd name="connsiteX276" fmla="*/ 2322840 w 4603109"/>
                <a:gd name="connsiteY276" fmla="*/ 0 h 924402"/>
                <a:gd name="connsiteX277" fmla="*/ 2329528 w 4603109"/>
                <a:gd name="connsiteY277" fmla="*/ 0 h 924402"/>
                <a:gd name="connsiteX278" fmla="*/ 2330869 w 4603109"/>
                <a:gd name="connsiteY278" fmla="*/ 0 h 924402"/>
                <a:gd name="connsiteX279" fmla="*/ 2332328 w 4603109"/>
                <a:gd name="connsiteY279" fmla="*/ 0 h 924402"/>
                <a:gd name="connsiteX280" fmla="*/ 2332360 w 4603109"/>
                <a:gd name="connsiteY280" fmla="*/ 0 h 924402"/>
                <a:gd name="connsiteX281" fmla="*/ 2335803 w 4603109"/>
                <a:gd name="connsiteY281" fmla="*/ 0 h 924402"/>
                <a:gd name="connsiteX282" fmla="*/ 2343312 w 4603109"/>
                <a:gd name="connsiteY282" fmla="*/ 0 h 924402"/>
                <a:gd name="connsiteX283" fmla="*/ 2344804 w 4603109"/>
                <a:gd name="connsiteY283" fmla="*/ 0 h 924402"/>
                <a:gd name="connsiteX284" fmla="*/ 2346768 w 4603109"/>
                <a:gd name="connsiteY284" fmla="*/ 0 h 924402"/>
                <a:gd name="connsiteX285" fmla="*/ 2347827 w 4603109"/>
                <a:gd name="connsiteY285" fmla="*/ 0 h 924402"/>
                <a:gd name="connsiteX286" fmla="*/ 2352274 w 4603109"/>
                <a:gd name="connsiteY286" fmla="*/ 0 h 924402"/>
                <a:gd name="connsiteX287" fmla="*/ 2359443 w 4603109"/>
                <a:gd name="connsiteY287" fmla="*/ 0 h 924402"/>
                <a:gd name="connsiteX288" fmla="*/ 2359865 w 4603109"/>
                <a:gd name="connsiteY288" fmla="*/ 0 h 924402"/>
                <a:gd name="connsiteX289" fmla="*/ 2359989 w 4603109"/>
                <a:gd name="connsiteY289" fmla="*/ 0 h 924402"/>
                <a:gd name="connsiteX290" fmla="*/ 2360887 w 4603109"/>
                <a:gd name="connsiteY290" fmla="*/ 0 h 924402"/>
                <a:gd name="connsiteX291" fmla="*/ 2360934 w 4603109"/>
                <a:gd name="connsiteY291" fmla="*/ 0 h 924402"/>
                <a:gd name="connsiteX292" fmla="*/ 2371886 w 4603109"/>
                <a:gd name="connsiteY292" fmla="*/ 0 h 924402"/>
                <a:gd name="connsiteX293" fmla="*/ 2373377 w 4603109"/>
                <a:gd name="connsiteY293" fmla="*/ 0 h 924402"/>
                <a:gd name="connsiteX294" fmla="*/ 2377892 w 4603109"/>
                <a:gd name="connsiteY294" fmla="*/ 0 h 924402"/>
                <a:gd name="connsiteX295" fmla="*/ 2382339 w 4603109"/>
                <a:gd name="connsiteY295" fmla="*/ 0 h 924402"/>
                <a:gd name="connsiteX296" fmla="*/ 2390054 w 4603109"/>
                <a:gd name="connsiteY296" fmla="*/ 0 h 924402"/>
                <a:gd name="connsiteX297" fmla="*/ 2419821 w 4603109"/>
                <a:gd name="connsiteY297" fmla="*/ 0 h 924402"/>
                <a:gd name="connsiteX298" fmla="*/ 2427040 w 4603109"/>
                <a:gd name="connsiteY298" fmla="*/ 0 h 924402"/>
                <a:gd name="connsiteX299" fmla="*/ 2436490 w 4603109"/>
                <a:gd name="connsiteY299" fmla="*/ 0 h 924402"/>
                <a:gd name="connsiteX300" fmla="*/ 2444472 w 4603109"/>
                <a:gd name="connsiteY300" fmla="*/ 0 h 924402"/>
                <a:gd name="connsiteX301" fmla="*/ 2448678 w 4603109"/>
                <a:gd name="connsiteY301" fmla="*/ 0 h 924402"/>
                <a:gd name="connsiteX302" fmla="*/ 2450171 w 4603109"/>
                <a:gd name="connsiteY302" fmla="*/ 0 h 924402"/>
                <a:gd name="connsiteX303" fmla="*/ 2450609 w 4603109"/>
                <a:gd name="connsiteY303" fmla="*/ 0 h 924402"/>
                <a:gd name="connsiteX304" fmla="*/ 2463572 w 4603109"/>
                <a:gd name="connsiteY304" fmla="*/ 0 h 924402"/>
                <a:gd name="connsiteX305" fmla="*/ 2471081 w 4603109"/>
                <a:gd name="connsiteY305" fmla="*/ 0 h 924402"/>
                <a:gd name="connsiteX306" fmla="*/ 2472573 w 4603109"/>
                <a:gd name="connsiteY306" fmla="*/ 0 h 924402"/>
                <a:gd name="connsiteX307" fmla="*/ 2474537 w 4603109"/>
                <a:gd name="connsiteY307" fmla="*/ 0 h 924402"/>
                <a:gd name="connsiteX308" fmla="*/ 2475596 w 4603109"/>
                <a:gd name="connsiteY308" fmla="*/ 0 h 924402"/>
                <a:gd name="connsiteX309" fmla="*/ 2477252 w 4603109"/>
                <a:gd name="connsiteY309" fmla="*/ 0 h 924402"/>
                <a:gd name="connsiteX310" fmla="*/ 2478712 w 4603109"/>
                <a:gd name="connsiteY310" fmla="*/ 0 h 924402"/>
                <a:gd name="connsiteX311" fmla="*/ 2478743 w 4603109"/>
                <a:gd name="connsiteY311" fmla="*/ 0 h 924402"/>
                <a:gd name="connsiteX312" fmla="*/ 2480043 w 4603109"/>
                <a:gd name="connsiteY312" fmla="*/ 0 h 924402"/>
                <a:gd name="connsiteX313" fmla="*/ 2499655 w 4603109"/>
                <a:gd name="connsiteY313" fmla="*/ 0 h 924402"/>
                <a:gd name="connsiteX314" fmla="*/ 2501146 w 4603109"/>
                <a:gd name="connsiteY314" fmla="*/ 0 h 924402"/>
                <a:gd name="connsiteX315" fmla="*/ 2505661 w 4603109"/>
                <a:gd name="connsiteY315" fmla="*/ 0 h 924402"/>
                <a:gd name="connsiteX316" fmla="*/ 2508776 w 4603109"/>
                <a:gd name="connsiteY316" fmla="*/ 0 h 924402"/>
                <a:gd name="connsiteX317" fmla="*/ 2510108 w 4603109"/>
                <a:gd name="connsiteY317" fmla="*/ 0 h 924402"/>
                <a:gd name="connsiteX318" fmla="*/ 2524178 w 4603109"/>
                <a:gd name="connsiteY318" fmla="*/ 0 h 924402"/>
                <a:gd name="connsiteX319" fmla="*/ 2525248 w 4603109"/>
                <a:gd name="connsiteY319" fmla="*/ 0 h 924402"/>
                <a:gd name="connsiteX320" fmla="*/ 2525669 w 4603109"/>
                <a:gd name="connsiteY320" fmla="*/ 0 h 924402"/>
                <a:gd name="connsiteX321" fmla="*/ 2552329 w 4603109"/>
                <a:gd name="connsiteY321" fmla="*/ 0 h 924402"/>
                <a:gd name="connsiteX322" fmla="*/ 2552751 w 4603109"/>
                <a:gd name="connsiteY322" fmla="*/ 0 h 924402"/>
                <a:gd name="connsiteX323" fmla="*/ 2554242 w 4603109"/>
                <a:gd name="connsiteY323" fmla="*/ 0 h 924402"/>
                <a:gd name="connsiteX324" fmla="*/ 2574787 w 4603109"/>
                <a:gd name="connsiteY324" fmla="*/ 0 h 924402"/>
                <a:gd name="connsiteX325" fmla="*/ 2576279 w 4603109"/>
                <a:gd name="connsiteY325" fmla="*/ 0 h 924402"/>
                <a:gd name="connsiteX326" fmla="*/ 2576447 w 4603109"/>
                <a:gd name="connsiteY326" fmla="*/ 0 h 924402"/>
                <a:gd name="connsiteX327" fmla="*/ 2577940 w 4603109"/>
                <a:gd name="connsiteY327" fmla="*/ 0 h 924402"/>
                <a:gd name="connsiteX328" fmla="*/ 2603360 w 4603109"/>
                <a:gd name="connsiteY328" fmla="*/ 0 h 924402"/>
                <a:gd name="connsiteX329" fmla="*/ 2604852 w 4603109"/>
                <a:gd name="connsiteY329" fmla="*/ 0 h 924402"/>
                <a:gd name="connsiteX330" fmla="*/ 2605021 w 4603109"/>
                <a:gd name="connsiteY330" fmla="*/ 0 h 924402"/>
                <a:gd name="connsiteX331" fmla="*/ 2605484 w 4603109"/>
                <a:gd name="connsiteY331" fmla="*/ 0 h 924402"/>
                <a:gd name="connsiteX332" fmla="*/ 2606481 w 4603109"/>
                <a:gd name="connsiteY332" fmla="*/ 0 h 924402"/>
                <a:gd name="connsiteX333" fmla="*/ 2606512 w 4603109"/>
                <a:gd name="connsiteY333" fmla="*/ 0 h 924402"/>
                <a:gd name="connsiteX334" fmla="*/ 2606976 w 4603109"/>
                <a:gd name="connsiteY334" fmla="*/ 0 h 924402"/>
                <a:gd name="connsiteX335" fmla="*/ 2618923 w 4603109"/>
                <a:gd name="connsiteY335" fmla="*/ 0 h 924402"/>
                <a:gd name="connsiteX336" fmla="*/ 2621248 w 4603109"/>
                <a:gd name="connsiteY336" fmla="*/ 0 h 924402"/>
                <a:gd name="connsiteX337" fmla="*/ 2622740 w 4603109"/>
                <a:gd name="connsiteY337" fmla="*/ 0 h 924402"/>
                <a:gd name="connsiteX338" fmla="*/ 2627885 w 4603109"/>
                <a:gd name="connsiteY338" fmla="*/ 0 h 924402"/>
                <a:gd name="connsiteX339" fmla="*/ 2629377 w 4603109"/>
                <a:gd name="connsiteY339" fmla="*/ 0 h 924402"/>
                <a:gd name="connsiteX340" fmla="*/ 2634058 w 4603109"/>
                <a:gd name="connsiteY340" fmla="*/ 0 h 924402"/>
                <a:gd name="connsiteX341" fmla="*/ 2635549 w 4603109"/>
                <a:gd name="connsiteY341" fmla="*/ 0 h 924402"/>
                <a:gd name="connsiteX342" fmla="*/ 2636545 w 4603109"/>
                <a:gd name="connsiteY342" fmla="*/ 0 h 924402"/>
                <a:gd name="connsiteX343" fmla="*/ 2648987 w 4603109"/>
                <a:gd name="connsiteY343" fmla="*/ 0 h 924402"/>
                <a:gd name="connsiteX344" fmla="*/ 2649821 w 4603109"/>
                <a:gd name="connsiteY344" fmla="*/ 0 h 924402"/>
                <a:gd name="connsiteX345" fmla="*/ 2651313 w 4603109"/>
                <a:gd name="connsiteY345" fmla="*/ 0 h 924402"/>
                <a:gd name="connsiteX346" fmla="*/ 2651947 w 4603109"/>
                <a:gd name="connsiteY346" fmla="*/ 0 h 924402"/>
                <a:gd name="connsiteX347" fmla="*/ 2653017 w 4603109"/>
                <a:gd name="connsiteY347" fmla="*/ 0 h 924402"/>
                <a:gd name="connsiteX348" fmla="*/ 2653438 w 4603109"/>
                <a:gd name="connsiteY348" fmla="*/ 0 h 924402"/>
                <a:gd name="connsiteX349" fmla="*/ 2656459 w 4603109"/>
                <a:gd name="connsiteY349" fmla="*/ 0 h 924402"/>
                <a:gd name="connsiteX350" fmla="*/ 2657950 w 4603109"/>
                <a:gd name="connsiteY350" fmla="*/ 0 h 924402"/>
                <a:gd name="connsiteX351" fmla="*/ 2665460 w 4603109"/>
                <a:gd name="connsiteY351" fmla="*/ 0 h 924402"/>
                <a:gd name="connsiteX352" fmla="*/ 2680098 w 4603109"/>
                <a:gd name="connsiteY352" fmla="*/ 0 h 924402"/>
                <a:gd name="connsiteX353" fmla="*/ 2680520 w 4603109"/>
                <a:gd name="connsiteY353" fmla="*/ 0 h 924402"/>
                <a:gd name="connsiteX354" fmla="*/ 2682011 w 4603109"/>
                <a:gd name="connsiteY354" fmla="*/ 0 h 924402"/>
                <a:gd name="connsiteX355" fmla="*/ 2692542 w 4603109"/>
                <a:gd name="connsiteY355" fmla="*/ 0 h 924402"/>
                <a:gd name="connsiteX356" fmla="*/ 2702556 w 4603109"/>
                <a:gd name="connsiteY356" fmla="*/ 0 h 924402"/>
                <a:gd name="connsiteX357" fmla="*/ 2704048 w 4603109"/>
                <a:gd name="connsiteY357" fmla="*/ 0 h 924402"/>
                <a:gd name="connsiteX358" fmla="*/ 2724289 w 4603109"/>
                <a:gd name="connsiteY358" fmla="*/ 0 h 924402"/>
                <a:gd name="connsiteX359" fmla="*/ 2731129 w 4603109"/>
                <a:gd name="connsiteY359" fmla="*/ 0 h 924402"/>
                <a:gd name="connsiteX360" fmla="*/ 2732621 w 4603109"/>
                <a:gd name="connsiteY360" fmla="*/ 0 h 924402"/>
                <a:gd name="connsiteX361" fmla="*/ 2733253 w 4603109"/>
                <a:gd name="connsiteY361" fmla="*/ 0 h 924402"/>
                <a:gd name="connsiteX362" fmla="*/ 2734745 w 4603109"/>
                <a:gd name="connsiteY362" fmla="*/ 0 h 924402"/>
                <a:gd name="connsiteX363" fmla="*/ 2746692 w 4603109"/>
                <a:gd name="connsiteY363" fmla="*/ 0 h 924402"/>
                <a:gd name="connsiteX364" fmla="*/ 2749017 w 4603109"/>
                <a:gd name="connsiteY364" fmla="*/ 0 h 924402"/>
                <a:gd name="connsiteX365" fmla="*/ 2750509 w 4603109"/>
                <a:gd name="connsiteY365" fmla="*/ 0 h 924402"/>
                <a:gd name="connsiteX366" fmla="*/ 2754354 w 4603109"/>
                <a:gd name="connsiteY366" fmla="*/ 0 h 924402"/>
                <a:gd name="connsiteX367" fmla="*/ 2755654 w 4603109"/>
                <a:gd name="connsiteY367" fmla="*/ 0 h 924402"/>
                <a:gd name="connsiteX368" fmla="*/ 2757146 w 4603109"/>
                <a:gd name="connsiteY368" fmla="*/ 0 h 924402"/>
                <a:gd name="connsiteX369" fmla="*/ 2761827 w 4603109"/>
                <a:gd name="connsiteY369" fmla="*/ 0 h 924402"/>
                <a:gd name="connsiteX370" fmla="*/ 2763318 w 4603109"/>
                <a:gd name="connsiteY370" fmla="*/ 0 h 924402"/>
                <a:gd name="connsiteX371" fmla="*/ 2776756 w 4603109"/>
                <a:gd name="connsiteY371" fmla="*/ 0 h 924402"/>
                <a:gd name="connsiteX372" fmla="*/ 2777590 w 4603109"/>
                <a:gd name="connsiteY372" fmla="*/ 0 h 924402"/>
                <a:gd name="connsiteX373" fmla="*/ 2779082 w 4603109"/>
                <a:gd name="connsiteY373" fmla="*/ 0 h 924402"/>
                <a:gd name="connsiteX374" fmla="*/ 2783442 w 4603109"/>
                <a:gd name="connsiteY374" fmla="*/ 0 h 924402"/>
                <a:gd name="connsiteX375" fmla="*/ 2784228 w 4603109"/>
                <a:gd name="connsiteY375" fmla="*/ 0 h 924402"/>
                <a:gd name="connsiteX376" fmla="*/ 2785719 w 4603109"/>
                <a:gd name="connsiteY376" fmla="*/ 0 h 924402"/>
                <a:gd name="connsiteX377" fmla="*/ 2786473 w 4603109"/>
                <a:gd name="connsiteY377" fmla="*/ 0 h 924402"/>
                <a:gd name="connsiteX378" fmla="*/ 2793229 w 4603109"/>
                <a:gd name="connsiteY378" fmla="*/ 0 h 924402"/>
                <a:gd name="connsiteX379" fmla="*/ 2799367 w 4603109"/>
                <a:gd name="connsiteY379" fmla="*/ 0 h 924402"/>
                <a:gd name="connsiteX380" fmla="*/ 2813506 w 4603109"/>
                <a:gd name="connsiteY380" fmla="*/ 0 h 924402"/>
                <a:gd name="connsiteX381" fmla="*/ 2820311 w 4603109"/>
                <a:gd name="connsiteY381" fmla="*/ 0 h 924402"/>
                <a:gd name="connsiteX382" fmla="*/ 2827893 w 4603109"/>
                <a:gd name="connsiteY382" fmla="*/ 0 h 924402"/>
                <a:gd name="connsiteX383" fmla="*/ 2827940 w 4603109"/>
                <a:gd name="connsiteY383" fmla="*/ 0 h 924402"/>
                <a:gd name="connsiteX384" fmla="*/ 2829431 w 4603109"/>
                <a:gd name="connsiteY384" fmla="*/ 0 h 924402"/>
                <a:gd name="connsiteX385" fmla="*/ 2829978 w 4603109"/>
                <a:gd name="connsiteY385" fmla="*/ 0 h 924402"/>
                <a:gd name="connsiteX386" fmla="*/ 2852058 w 4603109"/>
                <a:gd name="connsiteY386" fmla="*/ 0 h 924402"/>
                <a:gd name="connsiteX387" fmla="*/ 2857060 w 4603109"/>
                <a:gd name="connsiteY387" fmla="*/ 0 h 924402"/>
                <a:gd name="connsiteX388" fmla="*/ 2857958 w 4603109"/>
                <a:gd name="connsiteY388" fmla="*/ 0 h 924402"/>
                <a:gd name="connsiteX389" fmla="*/ 2871601 w 4603109"/>
                <a:gd name="connsiteY389" fmla="*/ 0 h 924402"/>
                <a:gd name="connsiteX390" fmla="*/ 2882123 w 4603109"/>
                <a:gd name="connsiteY390" fmla="*/ 0 h 924402"/>
                <a:gd name="connsiteX391" fmla="*/ 2894046 w 4603109"/>
                <a:gd name="connsiteY391" fmla="*/ 0 h 924402"/>
                <a:gd name="connsiteX392" fmla="*/ 2903496 w 4603109"/>
                <a:gd name="connsiteY392" fmla="*/ 0 h 924402"/>
                <a:gd name="connsiteX393" fmla="*/ 2911211 w 4603109"/>
                <a:gd name="connsiteY393" fmla="*/ 0 h 924402"/>
                <a:gd name="connsiteX394" fmla="*/ 2914242 w 4603109"/>
                <a:gd name="connsiteY394" fmla="*/ 0 h 924402"/>
                <a:gd name="connsiteX395" fmla="*/ 2914461 w 4603109"/>
                <a:gd name="connsiteY395" fmla="*/ 0 h 924402"/>
                <a:gd name="connsiteX396" fmla="*/ 2924111 w 4603109"/>
                <a:gd name="connsiteY396" fmla="*/ 0 h 924402"/>
                <a:gd name="connsiteX397" fmla="*/ 2927136 w 4603109"/>
                <a:gd name="connsiteY397" fmla="*/ 0 h 924402"/>
                <a:gd name="connsiteX398" fmla="*/ 2933561 w 4603109"/>
                <a:gd name="connsiteY398" fmla="*/ 0 h 924402"/>
                <a:gd name="connsiteX399" fmla="*/ 2939580 w 4603109"/>
                <a:gd name="connsiteY399" fmla="*/ 0 h 924402"/>
                <a:gd name="connsiteX400" fmla="*/ 2941275 w 4603109"/>
                <a:gd name="connsiteY400" fmla="*/ 0 h 924402"/>
                <a:gd name="connsiteX401" fmla="*/ 2941543 w 4603109"/>
                <a:gd name="connsiteY401" fmla="*/ 0 h 924402"/>
                <a:gd name="connsiteX402" fmla="*/ 2945586 w 4603109"/>
                <a:gd name="connsiteY402" fmla="*/ 0 h 924402"/>
                <a:gd name="connsiteX403" fmla="*/ 2950032 w 4603109"/>
                <a:gd name="connsiteY403" fmla="*/ 0 h 924402"/>
                <a:gd name="connsiteX404" fmla="*/ 2955662 w 4603109"/>
                <a:gd name="connsiteY404" fmla="*/ 0 h 924402"/>
                <a:gd name="connsiteX405" fmla="*/ 2955709 w 4603109"/>
                <a:gd name="connsiteY405" fmla="*/ 0 h 924402"/>
                <a:gd name="connsiteX406" fmla="*/ 2957200 w 4603109"/>
                <a:gd name="connsiteY406" fmla="*/ 0 h 924402"/>
                <a:gd name="connsiteX407" fmla="*/ 2957747 w 4603109"/>
                <a:gd name="connsiteY407" fmla="*/ 0 h 924402"/>
                <a:gd name="connsiteX408" fmla="*/ 2968152 w 4603109"/>
                <a:gd name="connsiteY408" fmla="*/ 0 h 924402"/>
                <a:gd name="connsiteX409" fmla="*/ 2969644 w 4603109"/>
                <a:gd name="connsiteY409" fmla="*/ 0 h 924402"/>
                <a:gd name="connsiteX410" fmla="*/ 2972667 w 4603109"/>
                <a:gd name="connsiteY410" fmla="*/ 0 h 924402"/>
                <a:gd name="connsiteX411" fmla="*/ 2977114 w 4603109"/>
                <a:gd name="connsiteY411" fmla="*/ 0 h 924402"/>
                <a:gd name="connsiteX412" fmla="*/ 2984829 w 4603109"/>
                <a:gd name="connsiteY412" fmla="*/ 0 h 924402"/>
                <a:gd name="connsiteX413" fmla="*/ 2985727 w 4603109"/>
                <a:gd name="connsiteY413" fmla="*/ 0 h 924402"/>
                <a:gd name="connsiteX414" fmla="*/ 2999370 w 4603109"/>
                <a:gd name="connsiteY414" fmla="*/ 0 h 924402"/>
                <a:gd name="connsiteX415" fmla="*/ 3021815 w 4603109"/>
                <a:gd name="connsiteY415" fmla="*/ 0 h 924402"/>
                <a:gd name="connsiteX416" fmla="*/ 3031265 w 4603109"/>
                <a:gd name="connsiteY416" fmla="*/ 0 h 924402"/>
                <a:gd name="connsiteX417" fmla="*/ 3042230 w 4603109"/>
                <a:gd name="connsiteY417" fmla="*/ 0 h 924402"/>
                <a:gd name="connsiteX418" fmla="*/ 3044946 w 4603109"/>
                <a:gd name="connsiteY418" fmla="*/ 0 h 924402"/>
                <a:gd name="connsiteX419" fmla="*/ 3051880 w 4603109"/>
                <a:gd name="connsiteY419" fmla="*/ 0 h 924402"/>
                <a:gd name="connsiteX420" fmla="*/ 3061330 w 4603109"/>
                <a:gd name="connsiteY420" fmla="*/ 0 h 924402"/>
                <a:gd name="connsiteX421" fmla="*/ 3067349 w 4603109"/>
                <a:gd name="connsiteY421" fmla="*/ 0 h 924402"/>
                <a:gd name="connsiteX422" fmla="*/ 3069312 w 4603109"/>
                <a:gd name="connsiteY422" fmla="*/ 0 h 924402"/>
                <a:gd name="connsiteX423" fmla="*/ 3073355 w 4603109"/>
                <a:gd name="connsiteY423" fmla="*/ 0 h 924402"/>
                <a:gd name="connsiteX424" fmla="*/ 3073518 w 4603109"/>
                <a:gd name="connsiteY424" fmla="*/ 0 h 924402"/>
                <a:gd name="connsiteX425" fmla="*/ 3075011 w 4603109"/>
                <a:gd name="connsiteY425" fmla="*/ 0 h 924402"/>
                <a:gd name="connsiteX426" fmla="*/ 3077801 w 4603109"/>
                <a:gd name="connsiteY426" fmla="*/ 0 h 924402"/>
                <a:gd name="connsiteX427" fmla="*/ 3095921 w 4603109"/>
                <a:gd name="connsiteY427" fmla="*/ 0 h 924402"/>
                <a:gd name="connsiteX428" fmla="*/ 3097413 w 4603109"/>
                <a:gd name="connsiteY428" fmla="*/ 0 h 924402"/>
                <a:gd name="connsiteX429" fmla="*/ 3100436 w 4603109"/>
                <a:gd name="connsiteY429" fmla="*/ 0 h 924402"/>
                <a:gd name="connsiteX430" fmla="*/ 3103552 w 4603109"/>
                <a:gd name="connsiteY430" fmla="*/ 0 h 924402"/>
                <a:gd name="connsiteX431" fmla="*/ 3104883 w 4603109"/>
                <a:gd name="connsiteY431" fmla="*/ 0 h 924402"/>
                <a:gd name="connsiteX432" fmla="*/ 3120023 w 4603109"/>
                <a:gd name="connsiteY432" fmla="*/ 0 h 924402"/>
                <a:gd name="connsiteX433" fmla="*/ 3120445 w 4603109"/>
                <a:gd name="connsiteY433" fmla="*/ 0 h 924402"/>
                <a:gd name="connsiteX434" fmla="*/ 3149018 w 4603109"/>
                <a:gd name="connsiteY434" fmla="*/ 0 h 924402"/>
                <a:gd name="connsiteX435" fmla="*/ 3150088 w 4603109"/>
                <a:gd name="connsiteY435" fmla="*/ 0 h 924402"/>
                <a:gd name="connsiteX436" fmla="*/ 3150509 w 4603109"/>
                <a:gd name="connsiteY436" fmla="*/ 0 h 924402"/>
                <a:gd name="connsiteX437" fmla="*/ 3171054 w 4603109"/>
                <a:gd name="connsiteY437" fmla="*/ 0 h 924402"/>
                <a:gd name="connsiteX438" fmla="*/ 3172715 w 4603109"/>
                <a:gd name="connsiteY438" fmla="*/ 0 h 924402"/>
                <a:gd name="connsiteX439" fmla="*/ 3199627 w 4603109"/>
                <a:gd name="connsiteY439" fmla="*/ 0 h 924402"/>
                <a:gd name="connsiteX440" fmla="*/ 3201119 w 4603109"/>
                <a:gd name="connsiteY440" fmla="*/ 0 h 924402"/>
                <a:gd name="connsiteX441" fmla="*/ 3201287 w 4603109"/>
                <a:gd name="connsiteY441" fmla="*/ 0 h 924402"/>
                <a:gd name="connsiteX442" fmla="*/ 3201751 w 4603109"/>
                <a:gd name="connsiteY442" fmla="*/ 0 h 924402"/>
                <a:gd name="connsiteX443" fmla="*/ 3202780 w 4603109"/>
                <a:gd name="connsiteY443" fmla="*/ 0 h 924402"/>
                <a:gd name="connsiteX444" fmla="*/ 3217515 w 4603109"/>
                <a:gd name="connsiteY444" fmla="*/ 0 h 924402"/>
                <a:gd name="connsiteX445" fmla="*/ 3224152 w 4603109"/>
                <a:gd name="connsiteY445" fmla="*/ 0 h 924402"/>
                <a:gd name="connsiteX446" fmla="*/ 3230324 w 4603109"/>
                <a:gd name="connsiteY446" fmla="*/ 0 h 924402"/>
                <a:gd name="connsiteX447" fmla="*/ 3231321 w 4603109"/>
                <a:gd name="connsiteY447" fmla="*/ 0 h 924402"/>
                <a:gd name="connsiteX448" fmla="*/ 3231816 w 4603109"/>
                <a:gd name="connsiteY448" fmla="*/ 0 h 924402"/>
                <a:gd name="connsiteX449" fmla="*/ 3243763 w 4603109"/>
                <a:gd name="connsiteY449" fmla="*/ 0 h 924402"/>
                <a:gd name="connsiteX450" fmla="*/ 3246088 w 4603109"/>
                <a:gd name="connsiteY450" fmla="*/ 0 h 924402"/>
                <a:gd name="connsiteX451" fmla="*/ 3247580 w 4603109"/>
                <a:gd name="connsiteY451" fmla="*/ 0 h 924402"/>
                <a:gd name="connsiteX452" fmla="*/ 3247792 w 4603109"/>
                <a:gd name="connsiteY452" fmla="*/ 0 h 924402"/>
                <a:gd name="connsiteX453" fmla="*/ 3248214 w 4603109"/>
                <a:gd name="connsiteY453" fmla="*/ 0 h 924402"/>
                <a:gd name="connsiteX454" fmla="*/ 3252725 w 4603109"/>
                <a:gd name="connsiteY454" fmla="*/ 0 h 924402"/>
                <a:gd name="connsiteX455" fmla="*/ 3254217 w 4603109"/>
                <a:gd name="connsiteY455" fmla="*/ 0 h 924402"/>
                <a:gd name="connsiteX456" fmla="*/ 3260235 w 4603109"/>
                <a:gd name="connsiteY456" fmla="*/ 0 h 924402"/>
                <a:gd name="connsiteX457" fmla="*/ 3276787 w 4603109"/>
                <a:gd name="connsiteY457" fmla="*/ 0 h 924402"/>
                <a:gd name="connsiteX458" fmla="*/ 3277857 w 4603109"/>
                <a:gd name="connsiteY458" fmla="*/ 0 h 924402"/>
                <a:gd name="connsiteX459" fmla="*/ 3278278 w 4603109"/>
                <a:gd name="connsiteY459" fmla="*/ 0 h 924402"/>
                <a:gd name="connsiteX460" fmla="*/ 3290300 w 4603109"/>
                <a:gd name="connsiteY460" fmla="*/ 0 h 924402"/>
                <a:gd name="connsiteX461" fmla="*/ 3298823 w 4603109"/>
                <a:gd name="connsiteY461" fmla="*/ 0 h 924402"/>
                <a:gd name="connsiteX462" fmla="*/ 3327396 w 4603109"/>
                <a:gd name="connsiteY462" fmla="*/ 0 h 924402"/>
                <a:gd name="connsiteX463" fmla="*/ 3328888 w 4603109"/>
                <a:gd name="connsiteY463" fmla="*/ 0 h 924402"/>
                <a:gd name="connsiteX464" fmla="*/ 3329520 w 4603109"/>
                <a:gd name="connsiteY464" fmla="*/ 0 h 924402"/>
                <a:gd name="connsiteX465" fmla="*/ 3345284 w 4603109"/>
                <a:gd name="connsiteY465" fmla="*/ 0 h 924402"/>
                <a:gd name="connsiteX466" fmla="*/ 3349129 w 4603109"/>
                <a:gd name="connsiteY466" fmla="*/ 0 h 924402"/>
                <a:gd name="connsiteX467" fmla="*/ 3351921 w 4603109"/>
                <a:gd name="connsiteY467" fmla="*/ 0 h 924402"/>
                <a:gd name="connsiteX468" fmla="*/ 3358093 w 4603109"/>
                <a:gd name="connsiteY468" fmla="*/ 0 h 924402"/>
                <a:gd name="connsiteX469" fmla="*/ 3359585 w 4603109"/>
                <a:gd name="connsiteY469" fmla="*/ 0 h 924402"/>
                <a:gd name="connsiteX470" fmla="*/ 3371532 w 4603109"/>
                <a:gd name="connsiteY470" fmla="*/ 0 h 924402"/>
                <a:gd name="connsiteX471" fmla="*/ 3373857 w 4603109"/>
                <a:gd name="connsiteY471" fmla="*/ 0 h 924402"/>
                <a:gd name="connsiteX472" fmla="*/ 3375349 w 4603109"/>
                <a:gd name="connsiteY472" fmla="*/ 0 h 924402"/>
                <a:gd name="connsiteX473" fmla="*/ 3380494 w 4603109"/>
                <a:gd name="connsiteY473" fmla="*/ 0 h 924402"/>
                <a:gd name="connsiteX474" fmla="*/ 3381986 w 4603109"/>
                <a:gd name="connsiteY474" fmla="*/ 0 h 924402"/>
                <a:gd name="connsiteX475" fmla="*/ 3388004 w 4603109"/>
                <a:gd name="connsiteY475" fmla="*/ 0 h 924402"/>
                <a:gd name="connsiteX476" fmla="*/ 3408282 w 4603109"/>
                <a:gd name="connsiteY476" fmla="*/ 0 h 924402"/>
                <a:gd name="connsiteX477" fmla="*/ 3418069 w 4603109"/>
                <a:gd name="connsiteY477" fmla="*/ 0 h 924402"/>
                <a:gd name="connsiteX478" fmla="*/ 3424207 w 4603109"/>
                <a:gd name="connsiteY478" fmla="*/ 0 h 924402"/>
                <a:gd name="connsiteX479" fmla="*/ 3424753 w 4603109"/>
                <a:gd name="connsiteY479" fmla="*/ 0 h 924402"/>
                <a:gd name="connsiteX480" fmla="*/ 3452733 w 4603109"/>
                <a:gd name="connsiteY480" fmla="*/ 0 h 924402"/>
                <a:gd name="connsiteX481" fmla="*/ 3454818 w 4603109"/>
                <a:gd name="connsiteY481" fmla="*/ 0 h 924402"/>
                <a:gd name="connsiteX482" fmla="*/ 3476898 w 4603109"/>
                <a:gd name="connsiteY482" fmla="*/ 0 h 924402"/>
                <a:gd name="connsiteX483" fmla="*/ 3496441 w 4603109"/>
                <a:gd name="connsiteY483" fmla="*/ 0 h 924402"/>
                <a:gd name="connsiteX484" fmla="*/ 3509236 w 4603109"/>
                <a:gd name="connsiteY484" fmla="*/ 0 h 924402"/>
                <a:gd name="connsiteX485" fmla="*/ 3518886 w 4603109"/>
                <a:gd name="connsiteY485" fmla="*/ 0 h 924402"/>
                <a:gd name="connsiteX486" fmla="*/ 3528336 w 4603109"/>
                <a:gd name="connsiteY486" fmla="*/ 0 h 924402"/>
                <a:gd name="connsiteX487" fmla="*/ 3536051 w 4603109"/>
                <a:gd name="connsiteY487" fmla="*/ 0 h 924402"/>
                <a:gd name="connsiteX488" fmla="*/ 3539301 w 4603109"/>
                <a:gd name="connsiteY488" fmla="*/ 0 h 924402"/>
                <a:gd name="connsiteX489" fmla="*/ 3540361 w 4603109"/>
                <a:gd name="connsiteY489" fmla="*/ 0 h 924402"/>
                <a:gd name="connsiteX490" fmla="*/ 3544807 w 4603109"/>
                <a:gd name="connsiteY490" fmla="*/ 0 h 924402"/>
                <a:gd name="connsiteX491" fmla="*/ 3551976 w 4603109"/>
                <a:gd name="connsiteY491" fmla="*/ 0 h 924402"/>
                <a:gd name="connsiteX492" fmla="*/ 3552522 w 4603109"/>
                <a:gd name="connsiteY492" fmla="*/ 0 h 924402"/>
                <a:gd name="connsiteX493" fmla="*/ 3564420 w 4603109"/>
                <a:gd name="connsiteY493" fmla="*/ 0 h 924402"/>
                <a:gd name="connsiteX494" fmla="*/ 3570426 w 4603109"/>
                <a:gd name="connsiteY494" fmla="*/ 0 h 924402"/>
                <a:gd name="connsiteX495" fmla="*/ 3574872 w 4603109"/>
                <a:gd name="connsiteY495" fmla="*/ 0 h 924402"/>
                <a:gd name="connsiteX496" fmla="*/ 3580502 w 4603109"/>
                <a:gd name="connsiteY496" fmla="*/ 0 h 924402"/>
                <a:gd name="connsiteX497" fmla="*/ 3582587 w 4603109"/>
                <a:gd name="connsiteY497" fmla="*/ 0 h 924402"/>
                <a:gd name="connsiteX498" fmla="*/ 3624210 w 4603109"/>
                <a:gd name="connsiteY498" fmla="*/ 0 h 924402"/>
                <a:gd name="connsiteX499" fmla="*/ 3637005 w 4603109"/>
                <a:gd name="connsiteY499" fmla="*/ 0 h 924402"/>
                <a:gd name="connsiteX500" fmla="*/ 3646655 w 4603109"/>
                <a:gd name="connsiteY500" fmla="*/ 0 h 924402"/>
                <a:gd name="connsiteX501" fmla="*/ 3656105 w 4603109"/>
                <a:gd name="connsiteY501" fmla="*/ 0 h 924402"/>
                <a:gd name="connsiteX502" fmla="*/ 3667070 w 4603109"/>
                <a:gd name="connsiteY502" fmla="*/ 0 h 924402"/>
                <a:gd name="connsiteX503" fmla="*/ 3668130 w 4603109"/>
                <a:gd name="connsiteY503" fmla="*/ 0 h 924402"/>
                <a:gd name="connsiteX504" fmla="*/ 3669786 w 4603109"/>
                <a:gd name="connsiteY504" fmla="*/ 0 h 924402"/>
                <a:gd name="connsiteX505" fmla="*/ 3672576 w 4603109"/>
                <a:gd name="connsiteY505" fmla="*/ 0 h 924402"/>
                <a:gd name="connsiteX506" fmla="*/ 3692189 w 4603109"/>
                <a:gd name="connsiteY506" fmla="*/ 0 h 924402"/>
                <a:gd name="connsiteX507" fmla="*/ 3698195 w 4603109"/>
                <a:gd name="connsiteY507" fmla="*/ 0 h 924402"/>
                <a:gd name="connsiteX508" fmla="*/ 3702641 w 4603109"/>
                <a:gd name="connsiteY508" fmla="*/ 0 h 924402"/>
                <a:gd name="connsiteX509" fmla="*/ 3744863 w 4603109"/>
                <a:gd name="connsiteY509" fmla="*/ 0 h 924402"/>
                <a:gd name="connsiteX510" fmla="*/ 3745285 w 4603109"/>
                <a:gd name="connsiteY510" fmla="*/ 0 h 924402"/>
                <a:gd name="connsiteX511" fmla="*/ 3795894 w 4603109"/>
                <a:gd name="connsiteY511" fmla="*/ 0 h 924402"/>
                <a:gd name="connsiteX512" fmla="*/ 3797555 w 4603109"/>
                <a:gd name="connsiteY512" fmla="*/ 0 h 924402"/>
                <a:gd name="connsiteX513" fmla="*/ 3826591 w 4603109"/>
                <a:gd name="connsiteY513" fmla="*/ 0 h 924402"/>
                <a:gd name="connsiteX514" fmla="*/ 3842355 w 4603109"/>
                <a:gd name="connsiteY514" fmla="*/ 0 h 924402"/>
                <a:gd name="connsiteX515" fmla="*/ 3848992 w 4603109"/>
                <a:gd name="connsiteY515" fmla="*/ 0 h 924402"/>
                <a:gd name="connsiteX516" fmla="*/ 3872632 w 4603109"/>
                <a:gd name="connsiteY516" fmla="*/ 0 h 924402"/>
                <a:gd name="connsiteX517" fmla="*/ 3873054 w 4603109"/>
                <a:gd name="connsiteY517" fmla="*/ 0 h 924402"/>
                <a:gd name="connsiteX518" fmla="*/ 3885075 w 4603109"/>
                <a:gd name="connsiteY518" fmla="*/ 0 h 924402"/>
                <a:gd name="connsiteX519" fmla="*/ 3923663 w 4603109"/>
                <a:gd name="connsiteY519" fmla="*/ 0 h 924402"/>
                <a:gd name="connsiteX520" fmla="*/ 3954360 w 4603109"/>
                <a:gd name="connsiteY520" fmla="*/ 0 h 924402"/>
                <a:gd name="connsiteX521" fmla="*/ 3970124 w 4603109"/>
                <a:gd name="connsiteY521" fmla="*/ 0 h 924402"/>
                <a:gd name="connsiteX522" fmla="*/ 3976761 w 4603109"/>
                <a:gd name="connsiteY522" fmla="*/ 0 h 924402"/>
                <a:gd name="connsiteX523" fmla="*/ 4012844 w 4603109"/>
                <a:gd name="connsiteY523" fmla="*/ 0 h 924402"/>
                <a:gd name="connsiteX524" fmla="*/ 4049593 w 4603109"/>
                <a:gd name="connsiteY524" fmla="*/ 0 h 924402"/>
                <a:gd name="connsiteX525" fmla="*/ 4169647 w 4603109"/>
                <a:gd name="connsiteY525" fmla="*/ 0 h 924402"/>
                <a:gd name="connsiteX526" fmla="*/ 4177362 w 4603109"/>
                <a:gd name="connsiteY526" fmla="*/ 0 h 924402"/>
                <a:gd name="connsiteX527" fmla="*/ 4297416 w 4603109"/>
                <a:gd name="connsiteY527" fmla="*/ 0 h 924402"/>
                <a:gd name="connsiteX528" fmla="*/ 4379339 w 4603109"/>
                <a:gd name="connsiteY528" fmla="*/ 47054 h 924402"/>
                <a:gd name="connsiteX529" fmla="*/ 4591731 w 4603109"/>
                <a:gd name="connsiteY529" fmla="*/ 415146 h 924402"/>
                <a:gd name="connsiteX530" fmla="*/ 4591731 w 4603109"/>
                <a:gd name="connsiteY530" fmla="*/ 509257 h 924402"/>
                <a:gd name="connsiteX531" fmla="*/ 4379339 w 4603109"/>
                <a:gd name="connsiteY531" fmla="*/ 877348 h 924402"/>
                <a:gd name="connsiteX532" fmla="*/ 4297416 w 4603109"/>
                <a:gd name="connsiteY532" fmla="*/ 924402 h 924402"/>
                <a:gd name="connsiteX533" fmla="*/ 4169647 w 4603109"/>
                <a:gd name="connsiteY533" fmla="*/ 924402 h 924402"/>
                <a:gd name="connsiteX534" fmla="*/ 3976761 w 4603109"/>
                <a:gd name="connsiteY534" fmla="*/ 924402 h 924402"/>
                <a:gd name="connsiteX535" fmla="*/ 3872632 w 4603109"/>
                <a:gd name="connsiteY535" fmla="*/ 924402 h 924402"/>
                <a:gd name="connsiteX536" fmla="*/ 3848992 w 4603109"/>
                <a:gd name="connsiteY536" fmla="*/ 924402 h 924402"/>
                <a:gd name="connsiteX537" fmla="*/ 3744863 w 4603109"/>
                <a:gd name="connsiteY537" fmla="*/ 924402 h 924402"/>
                <a:gd name="connsiteX538" fmla="*/ 3702641 w 4603109"/>
                <a:gd name="connsiteY538" fmla="*/ 924402 h 924402"/>
                <a:gd name="connsiteX539" fmla="*/ 3672576 w 4603109"/>
                <a:gd name="connsiteY539" fmla="*/ 924402 h 924402"/>
                <a:gd name="connsiteX540" fmla="*/ 3656105 w 4603109"/>
                <a:gd name="connsiteY540" fmla="*/ 924402 h 924402"/>
                <a:gd name="connsiteX541" fmla="*/ 3574872 w 4603109"/>
                <a:gd name="connsiteY541" fmla="*/ 924402 h 924402"/>
                <a:gd name="connsiteX542" fmla="*/ 3551976 w 4603109"/>
                <a:gd name="connsiteY542" fmla="*/ 924402 h 924402"/>
                <a:gd name="connsiteX543" fmla="*/ 3544807 w 4603109"/>
                <a:gd name="connsiteY543" fmla="*/ 924402 h 924402"/>
                <a:gd name="connsiteX544" fmla="*/ 3528336 w 4603109"/>
                <a:gd name="connsiteY544" fmla="*/ 924402 h 924402"/>
                <a:gd name="connsiteX545" fmla="*/ 3424207 w 4603109"/>
                <a:gd name="connsiteY545" fmla="*/ 924402 h 924402"/>
                <a:gd name="connsiteX546" fmla="*/ 3381986 w 4603109"/>
                <a:gd name="connsiteY546" fmla="*/ 924402 h 924402"/>
                <a:gd name="connsiteX547" fmla="*/ 3380494 w 4603109"/>
                <a:gd name="connsiteY547" fmla="*/ 924402 h 924402"/>
                <a:gd name="connsiteX548" fmla="*/ 3351921 w 4603109"/>
                <a:gd name="connsiteY548" fmla="*/ 924402 h 924402"/>
                <a:gd name="connsiteX549" fmla="*/ 3277857 w 4603109"/>
                <a:gd name="connsiteY549" fmla="*/ 924402 h 924402"/>
                <a:gd name="connsiteX550" fmla="*/ 3254217 w 4603109"/>
                <a:gd name="connsiteY550" fmla="*/ 924402 h 924402"/>
                <a:gd name="connsiteX551" fmla="*/ 3252725 w 4603109"/>
                <a:gd name="connsiteY551" fmla="*/ 924402 h 924402"/>
                <a:gd name="connsiteX552" fmla="*/ 3247792 w 4603109"/>
                <a:gd name="connsiteY552" fmla="*/ 924402 h 924402"/>
                <a:gd name="connsiteX553" fmla="*/ 3231321 w 4603109"/>
                <a:gd name="connsiteY553" fmla="*/ 924402 h 924402"/>
                <a:gd name="connsiteX554" fmla="*/ 3224152 w 4603109"/>
                <a:gd name="connsiteY554" fmla="*/ 924402 h 924402"/>
                <a:gd name="connsiteX555" fmla="*/ 3150088 w 4603109"/>
                <a:gd name="connsiteY555" fmla="*/ 924402 h 924402"/>
                <a:gd name="connsiteX556" fmla="*/ 3120023 w 4603109"/>
                <a:gd name="connsiteY556" fmla="*/ 924402 h 924402"/>
                <a:gd name="connsiteX557" fmla="*/ 3104883 w 4603109"/>
                <a:gd name="connsiteY557" fmla="*/ 924402 h 924402"/>
                <a:gd name="connsiteX558" fmla="*/ 3103552 w 4603109"/>
                <a:gd name="connsiteY558" fmla="*/ 924402 h 924402"/>
                <a:gd name="connsiteX559" fmla="*/ 3077801 w 4603109"/>
                <a:gd name="connsiteY559" fmla="*/ 924402 h 924402"/>
                <a:gd name="connsiteX560" fmla="*/ 3061330 w 4603109"/>
                <a:gd name="connsiteY560" fmla="*/ 924402 h 924402"/>
                <a:gd name="connsiteX561" fmla="*/ 3031265 w 4603109"/>
                <a:gd name="connsiteY561" fmla="*/ 924402 h 924402"/>
                <a:gd name="connsiteX562" fmla="*/ 2977114 w 4603109"/>
                <a:gd name="connsiteY562" fmla="*/ 924402 h 924402"/>
                <a:gd name="connsiteX563" fmla="*/ 2957200 w 4603109"/>
                <a:gd name="connsiteY563" fmla="*/ 924402 h 924402"/>
                <a:gd name="connsiteX564" fmla="*/ 2955709 w 4603109"/>
                <a:gd name="connsiteY564" fmla="*/ 924402 h 924402"/>
                <a:gd name="connsiteX565" fmla="*/ 2950032 w 4603109"/>
                <a:gd name="connsiteY565" fmla="*/ 924402 h 924402"/>
                <a:gd name="connsiteX566" fmla="*/ 2933561 w 4603109"/>
                <a:gd name="connsiteY566" fmla="*/ 924402 h 924402"/>
                <a:gd name="connsiteX567" fmla="*/ 2927136 w 4603109"/>
                <a:gd name="connsiteY567" fmla="*/ 924402 h 924402"/>
                <a:gd name="connsiteX568" fmla="*/ 2903496 w 4603109"/>
                <a:gd name="connsiteY568" fmla="*/ 924402 h 924402"/>
                <a:gd name="connsiteX569" fmla="*/ 2829431 w 4603109"/>
                <a:gd name="connsiteY569" fmla="*/ 924402 h 924402"/>
                <a:gd name="connsiteX570" fmla="*/ 2827940 w 4603109"/>
                <a:gd name="connsiteY570" fmla="*/ 924402 h 924402"/>
                <a:gd name="connsiteX571" fmla="*/ 2799367 w 4603109"/>
                <a:gd name="connsiteY571" fmla="*/ 924402 h 924402"/>
                <a:gd name="connsiteX572" fmla="*/ 2785719 w 4603109"/>
                <a:gd name="connsiteY572" fmla="*/ 924402 h 924402"/>
                <a:gd name="connsiteX573" fmla="*/ 2784228 w 4603109"/>
                <a:gd name="connsiteY573" fmla="*/ 924402 h 924402"/>
                <a:gd name="connsiteX574" fmla="*/ 2757146 w 4603109"/>
                <a:gd name="connsiteY574" fmla="*/ 924402 h 924402"/>
                <a:gd name="connsiteX575" fmla="*/ 2755654 w 4603109"/>
                <a:gd name="connsiteY575" fmla="*/ 924402 h 924402"/>
                <a:gd name="connsiteX576" fmla="*/ 2680098 w 4603109"/>
                <a:gd name="connsiteY576" fmla="*/ 924402 h 924402"/>
                <a:gd name="connsiteX577" fmla="*/ 2657950 w 4603109"/>
                <a:gd name="connsiteY577" fmla="*/ 924402 h 924402"/>
                <a:gd name="connsiteX578" fmla="*/ 2656459 w 4603109"/>
                <a:gd name="connsiteY578" fmla="*/ 924402 h 924402"/>
                <a:gd name="connsiteX579" fmla="*/ 2653017 w 4603109"/>
                <a:gd name="connsiteY579" fmla="*/ 924402 h 924402"/>
                <a:gd name="connsiteX580" fmla="*/ 2636545 w 4603109"/>
                <a:gd name="connsiteY580" fmla="*/ 924402 h 924402"/>
                <a:gd name="connsiteX581" fmla="*/ 2629377 w 4603109"/>
                <a:gd name="connsiteY581" fmla="*/ 924402 h 924402"/>
                <a:gd name="connsiteX582" fmla="*/ 2627885 w 4603109"/>
                <a:gd name="connsiteY582" fmla="*/ 924402 h 924402"/>
                <a:gd name="connsiteX583" fmla="*/ 2606481 w 4603109"/>
                <a:gd name="connsiteY583" fmla="*/ 924402 h 924402"/>
                <a:gd name="connsiteX584" fmla="*/ 2552329 w 4603109"/>
                <a:gd name="connsiteY584" fmla="*/ 924402 h 924402"/>
                <a:gd name="connsiteX585" fmla="*/ 2525248 w 4603109"/>
                <a:gd name="connsiteY585" fmla="*/ 924402 h 924402"/>
                <a:gd name="connsiteX586" fmla="*/ 2510108 w 4603109"/>
                <a:gd name="connsiteY586" fmla="*/ 924402 h 924402"/>
                <a:gd name="connsiteX587" fmla="*/ 2508776 w 4603109"/>
                <a:gd name="connsiteY587" fmla="*/ 924402 h 924402"/>
                <a:gd name="connsiteX588" fmla="*/ 2480043 w 4603109"/>
                <a:gd name="connsiteY588" fmla="*/ 924402 h 924402"/>
                <a:gd name="connsiteX589" fmla="*/ 2478712 w 4603109"/>
                <a:gd name="connsiteY589" fmla="*/ 924402 h 924402"/>
                <a:gd name="connsiteX590" fmla="*/ 2463572 w 4603109"/>
                <a:gd name="connsiteY590" fmla="*/ 924402 h 924402"/>
                <a:gd name="connsiteX591" fmla="*/ 2436490 w 4603109"/>
                <a:gd name="connsiteY591" fmla="*/ 924402 h 924402"/>
                <a:gd name="connsiteX592" fmla="*/ 2382339 w 4603109"/>
                <a:gd name="connsiteY592" fmla="*/ 924402 h 924402"/>
                <a:gd name="connsiteX593" fmla="*/ 2360934 w 4603109"/>
                <a:gd name="connsiteY593" fmla="*/ 924402 h 924402"/>
                <a:gd name="connsiteX594" fmla="*/ 2359443 w 4603109"/>
                <a:gd name="connsiteY594" fmla="*/ 924402 h 924402"/>
                <a:gd name="connsiteX595" fmla="*/ 2352274 w 4603109"/>
                <a:gd name="connsiteY595" fmla="*/ 924402 h 924402"/>
                <a:gd name="connsiteX596" fmla="*/ 2335803 w 4603109"/>
                <a:gd name="connsiteY596" fmla="*/ 924402 h 924402"/>
                <a:gd name="connsiteX597" fmla="*/ 2332360 w 4603109"/>
                <a:gd name="connsiteY597" fmla="*/ 924402 h 924402"/>
                <a:gd name="connsiteX598" fmla="*/ 2332328 w 4603109"/>
                <a:gd name="connsiteY598" fmla="*/ 924402 h 924402"/>
                <a:gd name="connsiteX599" fmla="*/ 2330869 w 4603109"/>
                <a:gd name="connsiteY599" fmla="*/ 924402 h 924402"/>
                <a:gd name="connsiteX600" fmla="*/ 2308721 w 4603109"/>
                <a:gd name="connsiteY600" fmla="*/ 924402 h 924402"/>
                <a:gd name="connsiteX601" fmla="*/ 2233165 w 4603109"/>
                <a:gd name="connsiteY601" fmla="*/ 924402 h 924402"/>
                <a:gd name="connsiteX602" fmla="*/ 2231674 w 4603109"/>
                <a:gd name="connsiteY602" fmla="*/ 924402 h 924402"/>
                <a:gd name="connsiteX603" fmla="*/ 2204591 w 4603109"/>
                <a:gd name="connsiteY603" fmla="*/ 924402 h 924402"/>
                <a:gd name="connsiteX604" fmla="*/ 2204559 w 4603109"/>
                <a:gd name="connsiteY604" fmla="*/ 924402 h 924402"/>
                <a:gd name="connsiteX605" fmla="*/ 2203100 w 4603109"/>
                <a:gd name="connsiteY605" fmla="*/ 924402 h 924402"/>
                <a:gd name="connsiteX606" fmla="*/ 2189452 w 4603109"/>
                <a:gd name="connsiteY606" fmla="*/ 924402 h 924402"/>
                <a:gd name="connsiteX607" fmla="*/ 2160879 w 4603109"/>
                <a:gd name="connsiteY607" fmla="*/ 924402 h 924402"/>
                <a:gd name="connsiteX608" fmla="*/ 2159388 w 4603109"/>
                <a:gd name="connsiteY608" fmla="*/ 924402 h 924402"/>
                <a:gd name="connsiteX609" fmla="*/ 2085323 w 4603109"/>
                <a:gd name="connsiteY609" fmla="*/ 924402 h 924402"/>
                <a:gd name="connsiteX610" fmla="*/ 2077294 w 4603109"/>
                <a:gd name="connsiteY610" fmla="*/ 924402 h 924402"/>
                <a:gd name="connsiteX611" fmla="*/ 2061683 w 4603109"/>
                <a:gd name="connsiteY611" fmla="*/ 924402 h 924402"/>
                <a:gd name="connsiteX612" fmla="*/ 2055258 w 4603109"/>
                <a:gd name="connsiteY612" fmla="*/ 924402 h 924402"/>
                <a:gd name="connsiteX613" fmla="*/ 2038787 w 4603109"/>
                <a:gd name="connsiteY613" fmla="*/ 924402 h 924402"/>
                <a:gd name="connsiteX614" fmla="*/ 2033110 w 4603109"/>
                <a:gd name="connsiteY614" fmla="*/ 924402 h 924402"/>
                <a:gd name="connsiteX615" fmla="*/ 2031619 w 4603109"/>
                <a:gd name="connsiteY615" fmla="*/ 924402 h 924402"/>
                <a:gd name="connsiteX616" fmla="*/ 2011705 w 4603109"/>
                <a:gd name="connsiteY616" fmla="*/ 924402 h 924402"/>
                <a:gd name="connsiteX617" fmla="*/ 1957554 w 4603109"/>
                <a:gd name="connsiteY617" fmla="*/ 924402 h 924402"/>
                <a:gd name="connsiteX618" fmla="*/ 1949525 w 4603109"/>
                <a:gd name="connsiteY618" fmla="*/ 924402 h 924402"/>
                <a:gd name="connsiteX619" fmla="*/ 1927489 w 4603109"/>
                <a:gd name="connsiteY619" fmla="*/ 924402 h 924402"/>
                <a:gd name="connsiteX620" fmla="*/ 1911018 w 4603109"/>
                <a:gd name="connsiteY620" fmla="*/ 924402 h 924402"/>
                <a:gd name="connsiteX621" fmla="*/ 1907543 w 4603109"/>
                <a:gd name="connsiteY621" fmla="*/ 924402 h 924402"/>
                <a:gd name="connsiteX622" fmla="*/ 1885268 w 4603109"/>
                <a:gd name="connsiteY622" fmla="*/ 924402 h 924402"/>
                <a:gd name="connsiteX623" fmla="*/ 1883936 w 4603109"/>
                <a:gd name="connsiteY623" fmla="*/ 924402 h 924402"/>
                <a:gd name="connsiteX624" fmla="*/ 1868796 w 4603109"/>
                <a:gd name="connsiteY624" fmla="*/ 924402 h 924402"/>
                <a:gd name="connsiteX625" fmla="*/ 1838732 w 4603109"/>
                <a:gd name="connsiteY625" fmla="*/ 924402 h 924402"/>
                <a:gd name="connsiteX626" fmla="*/ 1779774 w 4603109"/>
                <a:gd name="connsiteY626" fmla="*/ 924402 h 924402"/>
                <a:gd name="connsiteX627" fmla="*/ 1764668 w 4603109"/>
                <a:gd name="connsiteY627" fmla="*/ 924402 h 924402"/>
                <a:gd name="connsiteX628" fmla="*/ 1757499 w 4603109"/>
                <a:gd name="connsiteY628" fmla="*/ 924402 h 924402"/>
                <a:gd name="connsiteX629" fmla="*/ 1741027 w 4603109"/>
                <a:gd name="connsiteY629" fmla="*/ 924402 h 924402"/>
                <a:gd name="connsiteX630" fmla="*/ 1737552 w 4603109"/>
                <a:gd name="connsiteY630" fmla="*/ 924402 h 924402"/>
                <a:gd name="connsiteX631" fmla="*/ 1736094 w 4603109"/>
                <a:gd name="connsiteY631" fmla="*/ 924402 h 924402"/>
                <a:gd name="connsiteX632" fmla="*/ 1734603 w 4603109"/>
                <a:gd name="connsiteY632" fmla="*/ 924402 h 924402"/>
                <a:gd name="connsiteX633" fmla="*/ 1710963 w 4603109"/>
                <a:gd name="connsiteY633" fmla="*/ 924402 h 924402"/>
                <a:gd name="connsiteX634" fmla="*/ 1707488 w 4603109"/>
                <a:gd name="connsiteY634" fmla="*/ 924402 h 924402"/>
                <a:gd name="connsiteX635" fmla="*/ 1652509 w 4603109"/>
                <a:gd name="connsiteY635" fmla="*/ 924402 h 924402"/>
                <a:gd name="connsiteX636" fmla="*/ 1636899 w 4603109"/>
                <a:gd name="connsiteY636" fmla="*/ 924402 h 924402"/>
                <a:gd name="connsiteX637" fmla="*/ 1609783 w 4603109"/>
                <a:gd name="connsiteY637" fmla="*/ 924402 h 924402"/>
                <a:gd name="connsiteX638" fmla="*/ 1608325 w 4603109"/>
                <a:gd name="connsiteY638" fmla="*/ 924402 h 924402"/>
                <a:gd name="connsiteX639" fmla="*/ 1606834 w 4603109"/>
                <a:gd name="connsiteY639" fmla="*/ 924402 h 924402"/>
                <a:gd name="connsiteX640" fmla="*/ 1579719 w 4603109"/>
                <a:gd name="connsiteY640" fmla="*/ 924402 h 924402"/>
                <a:gd name="connsiteX641" fmla="*/ 1564612 w 4603109"/>
                <a:gd name="connsiteY641" fmla="*/ 924402 h 924402"/>
                <a:gd name="connsiteX642" fmla="*/ 1524740 w 4603109"/>
                <a:gd name="connsiteY642" fmla="*/ 924402 h 924402"/>
                <a:gd name="connsiteX643" fmla="*/ 1482518 w 4603109"/>
                <a:gd name="connsiteY643" fmla="*/ 924402 h 924402"/>
                <a:gd name="connsiteX644" fmla="*/ 1460483 w 4603109"/>
                <a:gd name="connsiteY644" fmla="*/ 924402 h 924402"/>
                <a:gd name="connsiteX645" fmla="*/ 1452454 w 4603109"/>
                <a:gd name="connsiteY645" fmla="*/ 924402 h 924402"/>
                <a:gd name="connsiteX646" fmla="*/ 1444011 w 4603109"/>
                <a:gd name="connsiteY646" fmla="*/ 924402 h 924402"/>
                <a:gd name="connsiteX647" fmla="*/ 1436843 w 4603109"/>
                <a:gd name="connsiteY647" fmla="*/ 924402 h 924402"/>
                <a:gd name="connsiteX648" fmla="*/ 1413947 w 4603109"/>
                <a:gd name="connsiteY648" fmla="*/ 924402 h 924402"/>
                <a:gd name="connsiteX649" fmla="*/ 1354749 w 4603109"/>
                <a:gd name="connsiteY649" fmla="*/ 924402 h 924402"/>
                <a:gd name="connsiteX650" fmla="*/ 1332714 w 4603109"/>
                <a:gd name="connsiteY650" fmla="*/ 924402 h 924402"/>
                <a:gd name="connsiteX651" fmla="*/ 1324685 w 4603109"/>
                <a:gd name="connsiteY651" fmla="*/ 924402 h 924402"/>
                <a:gd name="connsiteX652" fmla="*/ 1316242 w 4603109"/>
                <a:gd name="connsiteY652" fmla="*/ 924402 h 924402"/>
                <a:gd name="connsiteX653" fmla="*/ 1312767 w 4603109"/>
                <a:gd name="connsiteY653" fmla="*/ 924402 h 924402"/>
                <a:gd name="connsiteX654" fmla="*/ 1286178 w 4603109"/>
                <a:gd name="connsiteY654" fmla="*/ 924402 h 924402"/>
                <a:gd name="connsiteX655" fmla="*/ 1282703 w 4603109"/>
                <a:gd name="connsiteY655" fmla="*/ 924402 h 924402"/>
                <a:gd name="connsiteX656" fmla="*/ 1243956 w 4603109"/>
                <a:gd name="connsiteY656" fmla="*/ 924402 h 924402"/>
                <a:gd name="connsiteX657" fmla="*/ 1184998 w 4603109"/>
                <a:gd name="connsiteY657" fmla="*/ 924402 h 924402"/>
                <a:gd name="connsiteX658" fmla="*/ 1154934 w 4603109"/>
                <a:gd name="connsiteY658" fmla="*/ 924402 h 924402"/>
                <a:gd name="connsiteX659" fmla="*/ 1139828 w 4603109"/>
                <a:gd name="connsiteY659" fmla="*/ 924402 h 924402"/>
                <a:gd name="connsiteX660" fmla="*/ 1116187 w 4603109"/>
                <a:gd name="connsiteY660" fmla="*/ 924402 h 924402"/>
                <a:gd name="connsiteX661" fmla="*/ 1112712 w 4603109"/>
                <a:gd name="connsiteY661" fmla="*/ 924402 h 924402"/>
                <a:gd name="connsiteX662" fmla="*/ 1057734 w 4603109"/>
                <a:gd name="connsiteY662" fmla="*/ 924402 h 924402"/>
                <a:gd name="connsiteX663" fmla="*/ 1027669 w 4603109"/>
                <a:gd name="connsiteY663" fmla="*/ 924402 h 924402"/>
                <a:gd name="connsiteX664" fmla="*/ 1012059 w 4603109"/>
                <a:gd name="connsiteY664" fmla="*/ 924402 h 924402"/>
                <a:gd name="connsiteX665" fmla="*/ 984943 w 4603109"/>
                <a:gd name="connsiteY665" fmla="*/ 924402 h 924402"/>
                <a:gd name="connsiteX666" fmla="*/ 929965 w 4603109"/>
                <a:gd name="connsiteY666" fmla="*/ 924402 h 924402"/>
                <a:gd name="connsiteX667" fmla="*/ 899900 w 4603109"/>
                <a:gd name="connsiteY667" fmla="*/ 924402 h 924402"/>
                <a:gd name="connsiteX668" fmla="*/ 857678 w 4603109"/>
                <a:gd name="connsiteY668" fmla="*/ 924402 h 924402"/>
                <a:gd name="connsiteX669" fmla="*/ 819171 w 4603109"/>
                <a:gd name="connsiteY669" fmla="*/ 924402 h 924402"/>
                <a:gd name="connsiteX670" fmla="*/ 729909 w 4603109"/>
                <a:gd name="connsiteY670" fmla="*/ 924402 h 924402"/>
                <a:gd name="connsiteX671" fmla="*/ 691402 w 4603109"/>
                <a:gd name="connsiteY671" fmla="*/ 924402 h 924402"/>
                <a:gd name="connsiteX672" fmla="*/ 687927 w 4603109"/>
                <a:gd name="connsiteY672" fmla="*/ 924402 h 924402"/>
                <a:gd name="connsiteX673" fmla="*/ 560158 w 4603109"/>
                <a:gd name="connsiteY673" fmla="*/ 924402 h 924402"/>
                <a:gd name="connsiteX674" fmla="*/ 432894 w 4603109"/>
                <a:gd name="connsiteY674" fmla="*/ 924402 h 924402"/>
                <a:gd name="connsiteX675" fmla="*/ 305125 w 4603109"/>
                <a:gd name="connsiteY675" fmla="*/ 924402 h 924402"/>
                <a:gd name="connsiteX676" fmla="*/ 223202 w 4603109"/>
                <a:gd name="connsiteY676" fmla="*/ 877348 h 924402"/>
                <a:gd name="connsiteX677" fmla="*/ 10809 w 4603109"/>
                <a:gd name="connsiteY677" fmla="*/ 509257 h 924402"/>
                <a:gd name="connsiteX678" fmla="*/ 10809 w 4603109"/>
                <a:gd name="connsiteY678" fmla="*/ 415146 h 924402"/>
                <a:gd name="connsiteX679" fmla="*/ 223202 w 4603109"/>
                <a:gd name="connsiteY679" fmla="*/ 47054 h 924402"/>
                <a:gd name="connsiteX680" fmla="*/ 305125 w 4603109"/>
                <a:gd name="connsiteY680" fmla="*/ 0 h 92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603109" h="924402">
                  <a:moveTo>
                    <a:pt x="305125" y="0"/>
                  </a:moveTo>
                  <a:lnTo>
                    <a:pt x="432894" y="0"/>
                  </a:lnTo>
                  <a:lnTo>
                    <a:pt x="445336" y="0"/>
                  </a:lnTo>
                  <a:cubicBezTo>
                    <a:pt x="485989" y="0"/>
                    <a:pt x="520835" y="0"/>
                    <a:pt x="550703" y="0"/>
                  </a:cubicBezTo>
                  <a:lnTo>
                    <a:pt x="560158" y="0"/>
                  </a:lnTo>
                  <a:lnTo>
                    <a:pt x="573105" y="0"/>
                  </a:lnTo>
                  <a:lnTo>
                    <a:pt x="626202" y="0"/>
                  </a:lnTo>
                  <a:cubicBezTo>
                    <a:pt x="646943" y="0"/>
                    <a:pt x="663537" y="0"/>
                    <a:pt x="676811" y="0"/>
                  </a:cubicBezTo>
                  <a:lnTo>
                    <a:pt x="678472" y="0"/>
                  </a:lnTo>
                  <a:lnTo>
                    <a:pt x="687927" y="0"/>
                  </a:lnTo>
                  <a:lnTo>
                    <a:pt x="691402" y="0"/>
                  </a:lnTo>
                  <a:lnTo>
                    <a:pt x="700371" y="0"/>
                  </a:lnTo>
                  <a:lnTo>
                    <a:pt x="707508" y="0"/>
                  </a:lnTo>
                  <a:cubicBezTo>
                    <a:pt x="729909" y="0"/>
                    <a:pt x="729909" y="0"/>
                    <a:pt x="729909" y="0"/>
                  </a:cubicBezTo>
                  <a:lnTo>
                    <a:pt x="753971" y="0"/>
                  </a:lnTo>
                  <a:lnTo>
                    <a:pt x="804580" y="0"/>
                  </a:lnTo>
                  <a:lnTo>
                    <a:pt x="805737" y="0"/>
                  </a:lnTo>
                  <a:lnTo>
                    <a:pt x="819171" y="0"/>
                  </a:lnTo>
                  <a:lnTo>
                    <a:pt x="828140" y="0"/>
                  </a:lnTo>
                  <a:lnTo>
                    <a:pt x="831615" y="0"/>
                  </a:lnTo>
                  <a:lnTo>
                    <a:pt x="835277" y="0"/>
                  </a:lnTo>
                  <a:lnTo>
                    <a:pt x="857678" y="0"/>
                  </a:lnTo>
                  <a:lnTo>
                    <a:pt x="864889" y="0"/>
                  </a:lnTo>
                  <a:lnTo>
                    <a:pt x="899900" y="0"/>
                  </a:lnTo>
                  <a:lnTo>
                    <a:pt x="909341" y="0"/>
                  </a:lnTo>
                  <a:lnTo>
                    <a:pt x="929965" y="0"/>
                  </a:lnTo>
                  <a:lnTo>
                    <a:pt x="933506" y="0"/>
                  </a:lnTo>
                  <a:lnTo>
                    <a:pt x="936982" y="0"/>
                  </a:lnTo>
                  <a:lnTo>
                    <a:pt x="959384" y="0"/>
                  </a:lnTo>
                  <a:lnTo>
                    <a:pt x="962542" y="0"/>
                  </a:lnTo>
                  <a:lnTo>
                    <a:pt x="984943" y="0"/>
                  </a:lnTo>
                  <a:lnTo>
                    <a:pt x="992658" y="0"/>
                  </a:lnTo>
                  <a:lnTo>
                    <a:pt x="1012059" y="0"/>
                  </a:lnTo>
                  <a:lnTo>
                    <a:pt x="1012480" y="0"/>
                  </a:lnTo>
                  <a:lnTo>
                    <a:pt x="1027669" y="0"/>
                  </a:lnTo>
                  <a:lnTo>
                    <a:pt x="1037110" y="0"/>
                  </a:lnTo>
                  <a:lnTo>
                    <a:pt x="1040112" y="0"/>
                  </a:lnTo>
                  <a:lnTo>
                    <a:pt x="1057734" y="0"/>
                  </a:lnTo>
                  <a:lnTo>
                    <a:pt x="1064751" y="0"/>
                  </a:lnTo>
                  <a:lnTo>
                    <a:pt x="1070177" y="0"/>
                  </a:lnTo>
                  <a:lnTo>
                    <a:pt x="1072436" y="0"/>
                  </a:lnTo>
                  <a:lnTo>
                    <a:pt x="1090311" y="0"/>
                  </a:lnTo>
                  <a:lnTo>
                    <a:pt x="1110718" y="0"/>
                  </a:lnTo>
                  <a:lnTo>
                    <a:pt x="1112712" y="0"/>
                  </a:lnTo>
                  <a:lnTo>
                    <a:pt x="1116187" y="0"/>
                  </a:lnTo>
                  <a:lnTo>
                    <a:pt x="1139828" y="0"/>
                  </a:lnTo>
                  <a:lnTo>
                    <a:pt x="1140249" y="0"/>
                  </a:lnTo>
                  <a:lnTo>
                    <a:pt x="1145480" y="0"/>
                  </a:lnTo>
                  <a:lnTo>
                    <a:pt x="1152270" y="0"/>
                  </a:lnTo>
                  <a:lnTo>
                    <a:pt x="1154934" y="0"/>
                  </a:lnTo>
                  <a:lnTo>
                    <a:pt x="1167881" y="0"/>
                  </a:lnTo>
                  <a:lnTo>
                    <a:pt x="1175544" y="0"/>
                  </a:lnTo>
                  <a:lnTo>
                    <a:pt x="1184998" y="0"/>
                  </a:lnTo>
                  <a:lnTo>
                    <a:pt x="1197946" y="0"/>
                  </a:lnTo>
                  <a:lnTo>
                    <a:pt x="1200205" y="0"/>
                  </a:lnTo>
                  <a:lnTo>
                    <a:pt x="1220978" y="0"/>
                  </a:lnTo>
                  <a:lnTo>
                    <a:pt x="1238487" y="0"/>
                  </a:lnTo>
                  <a:lnTo>
                    <a:pt x="1243956" y="0"/>
                  </a:lnTo>
                  <a:lnTo>
                    <a:pt x="1251042" y="0"/>
                  </a:lnTo>
                  <a:lnTo>
                    <a:pt x="1257637" y="0"/>
                  </a:lnTo>
                  <a:lnTo>
                    <a:pt x="1271587" y="0"/>
                  </a:lnTo>
                  <a:lnTo>
                    <a:pt x="1273249" y="0"/>
                  </a:lnTo>
                  <a:lnTo>
                    <a:pt x="1280039" y="0"/>
                  </a:lnTo>
                  <a:lnTo>
                    <a:pt x="1282703" y="0"/>
                  </a:lnTo>
                  <a:lnTo>
                    <a:pt x="1286178" y="0"/>
                  </a:lnTo>
                  <a:lnTo>
                    <a:pt x="1295146" y="0"/>
                  </a:lnTo>
                  <a:lnTo>
                    <a:pt x="1301651" y="0"/>
                  </a:lnTo>
                  <a:lnTo>
                    <a:pt x="1302284" y="0"/>
                  </a:lnTo>
                  <a:lnTo>
                    <a:pt x="1303313" y="0"/>
                  </a:lnTo>
                  <a:lnTo>
                    <a:pt x="1312767" y="0"/>
                  </a:lnTo>
                  <a:lnTo>
                    <a:pt x="1316242" y="0"/>
                  </a:lnTo>
                  <a:lnTo>
                    <a:pt x="1321886" y="0"/>
                  </a:lnTo>
                  <a:lnTo>
                    <a:pt x="1324685" y="0"/>
                  </a:lnTo>
                  <a:lnTo>
                    <a:pt x="1325211" y="0"/>
                  </a:lnTo>
                  <a:lnTo>
                    <a:pt x="1332348" y="0"/>
                  </a:lnTo>
                  <a:lnTo>
                    <a:pt x="1332714" y="0"/>
                  </a:lnTo>
                  <a:lnTo>
                    <a:pt x="1333135" y="0"/>
                  </a:lnTo>
                  <a:lnTo>
                    <a:pt x="1348747" y="0"/>
                  </a:lnTo>
                  <a:lnTo>
                    <a:pt x="1354749" y="0"/>
                  </a:lnTo>
                  <a:lnTo>
                    <a:pt x="1378811" y="0"/>
                  </a:lnTo>
                  <a:lnTo>
                    <a:pt x="1383745" y="0"/>
                  </a:lnTo>
                  <a:lnTo>
                    <a:pt x="1385406" y="0"/>
                  </a:lnTo>
                  <a:lnTo>
                    <a:pt x="1399356" y="0"/>
                  </a:lnTo>
                  <a:lnTo>
                    <a:pt x="1400513" y="0"/>
                  </a:lnTo>
                  <a:lnTo>
                    <a:pt x="1413947" y="0"/>
                  </a:lnTo>
                  <a:lnTo>
                    <a:pt x="1414442" y="0"/>
                  </a:lnTo>
                  <a:lnTo>
                    <a:pt x="1422915" y="0"/>
                  </a:lnTo>
                  <a:lnTo>
                    <a:pt x="1426390" y="0"/>
                  </a:lnTo>
                  <a:lnTo>
                    <a:pt x="1429420" y="0"/>
                  </a:lnTo>
                  <a:lnTo>
                    <a:pt x="1430053" y="0"/>
                  </a:lnTo>
                  <a:lnTo>
                    <a:pt x="1430206" y="0"/>
                  </a:lnTo>
                  <a:lnTo>
                    <a:pt x="1430577" y="0"/>
                  </a:lnTo>
                  <a:lnTo>
                    <a:pt x="1436843" y="0"/>
                  </a:lnTo>
                  <a:lnTo>
                    <a:pt x="1444011" y="0"/>
                  </a:lnTo>
                  <a:lnTo>
                    <a:pt x="1449655" y="0"/>
                  </a:lnTo>
                  <a:lnTo>
                    <a:pt x="1452454" y="0"/>
                  </a:lnTo>
                  <a:lnTo>
                    <a:pt x="1452980" y="0"/>
                  </a:lnTo>
                  <a:lnTo>
                    <a:pt x="1456455" y="0"/>
                  </a:lnTo>
                  <a:lnTo>
                    <a:pt x="1459664" y="0"/>
                  </a:lnTo>
                  <a:lnTo>
                    <a:pt x="1460117" y="0"/>
                  </a:lnTo>
                  <a:lnTo>
                    <a:pt x="1460483" y="0"/>
                  </a:lnTo>
                  <a:lnTo>
                    <a:pt x="1460904" y="0"/>
                  </a:lnTo>
                  <a:lnTo>
                    <a:pt x="1472926" y="0"/>
                  </a:lnTo>
                  <a:lnTo>
                    <a:pt x="1482518" y="0"/>
                  </a:lnTo>
                  <a:lnTo>
                    <a:pt x="1489729" y="0"/>
                  </a:lnTo>
                  <a:lnTo>
                    <a:pt x="1504116" y="0"/>
                  </a:lnTo>
                  <a:lnTo>
                    <a:pt x="1511514" y="0"/>
                  </a:lnTo>
                  <a:lnTo>
                    <a:pt x="1524740" y="0"/>
                  </a:lnTo>
                  <a:lnTo>
                    <a:pt x="1528282" y="0"/>
                  </a:lnTo>
                  <a:lnTo>
                    <a:pt x="1531757" y="0"/>
                  </a:lnTo>
                  <a:lnTo>
                    <a:pt x="1534181" y="0"/>
                  </a:lnTo>
                  <a:lnTo>
                    <a:pt x="1542211" y="0"/>
                  </a:lnTo>
                  <a:lnTo>
                    <a:pt x="1554159" y="0"/>
                  </a:lnTo>
                  <a:lnTo>
                    <a:pt x="1557318" y="0"/>
                  </a:lnTo>
                  <a:lnTo>
                    <a:pt x="1557975" y="0"/>
                  </a:lnTo>
                  <a:lnTo>
                    <a:pt x="1558346" y="0"/>
                  </a:lnTo>
                  <a:lnTo>
                    <a:pt x="1561822" y="0"/>
                  </a:lnTo>
                  <a:lnTo>
                    <a:pt x="1564612" y="0"/>
                  </a:lnTo>
                  <a:lnTo>
                    <a:pt x="1566857" y="0"/>
                  </a:lnTo>
                  <a:lnTo>
                    <a:pt x="1576919" y="0"/>
                  </a:lnTo>
                  <a:lnTo>
                    <a:pt x="1579719" y="0"/>
                  </a:lnTo>
                  <a:lnTo>
                    <a:pt x="1584224" y="0"/>
                  </a:lnTo>
                  <a:lnTo>
                    <a:pt x="1587382" y="0"/>
                  </a:lnTo>
                  <a:lnTo>
                    <a:pt x="1587433" y="0"/>
                  </a:lnTo>
                  <a:lnTo>
                    <a:pt x="1600695" y="0"/>
                  </a:lnTo>
                  <a:lnTo>
                    <a:pt x="1606834" y="0"/>
                  </a:lnTo>
                  <a:lnTo>
                    <a:pt x="1607256" y="0"/>
                  </a:lnTo>
                  <a:lnTo>
                    <a:pt x="1608325" y="0"/>
                  </a:lnTo>
                  <a:lnTo>
                    <a:pt x="1609783" y="0"/>
                  </a:lnTo>
                  <a:lnTo>
                    <a:pt x="1617498" y="0"/>
                  </a:lnTo>
                  <a:lnTo>
                    <a:pt x="1631885" y="0"/>
                  </a:lnTo>
                  <a:lnTo>
                    <a:pt x="1636899" y="0"/>
                  </a:lnTo>
                  <a:lnTo>
                    <a:pt x="1637320" y="0"/>
                  </a:lnTo>
                  <a:lnTo>
                    <a:pt x="1637445" y="0"/>
                  </a:lnTo>
                  <a:lnTo>
                    <a:pt x="1652509" y="0"/>
                  </a:lnTo>
                  <a:lnTo>
                    <a:pt x="1659526" y="0"/>
                  </a:lnTo>
                  <a:lnTo>
                    <a:pt x="1661950" y="0"/>
                  </a:lnTo>
                  <a:lnTo>
                    <a:pt x="1664952" y="0"/>
                  </a:lnTo>
                  <a:lnTo>
                    <a:pt x="1667212" y="0"/>
                  </a:lnTo>
                  <a:lnTo>
                    <a:pt x="1685087" y="0"/>
                  </a:lnTo>
                  <a:lnTo>
                    <a:pt x="1689591" y="0"/>
                  </a:lnTo>
                  <a:lnTo>
                    <a:pt x="1694626" y="0"/>
                  </a:lnTo>
                  <a:lnTo>
                    <a:pt x="1697276" y="0"/>
                  </a:lnTo>
                  <a:lnTo>
                    <a:pt x="1698000" y="0"/>
                  </a:lnTo>
                  <a:lnTo>
                    <a:pt x="1704688" y="0"/>
                  </a:lnTo>
                  <a:lnTo>
                    <a:pt x="1707488" y="0"/>
                  </a:lnTo>
                  <a:lnTo>
                    <a:pt x="1710963" y="0"/>
                  </a:lnTo>
                  <a:lnTo>
                    <a:pt x="1715151" y="0"/>
                  </a:lnTo>
                  <a:lnTo>
                    <a:pt x="1721928" y="0"/>
                  </a:lnTo>
                  <a:lnTo>
                    <a:pt x="1734603" y="0"/>
                  </a:lnTo>
                  <a:lnTo>
                    <a:pt x="1735025" y="0"/>
                  </a:lnTo>
                  <a:lnTo>
                    <a:pt x="1735558" y="0"/>
                  </a:lnTo>
                  <a:lnTo>
                    <a:pt x="1736094" y="0"/>
                  </a:lnTo>
                  <a:lnTo>
                    <a:pt x="1737552" y="0"/>
                  </a:lnTo>
                  <a:lnTo>
                    <a:pt x="1741027" y="0"/>
                  </a:lnTo>
                  <a:lnTo>
                    <a:pt x="1747046" y="0"/>
                  </a:lnTo>
                  <a:lnTo>
                    <a:pt x="1748537" y="0"/>
                  </a:lnTo>
                  <a:lnTo>
                    <a:pt x="1753052" y="0"/>
                  </a:lnTo>
                  <a:lnTo>
                    <a:pt x="1757499" y="0"/>
                  </a:lnTo>
                  <a:lnTo>
                    <a:pt x="1764668" y="0"/>
                  </a:lnTo>
                  <a:lnTo>
                    <a:pt x="1765089" y="0"/>
                  </a:lnTo>
                  <a:lnTo>
                    <a:pt x="1765214" y="0"/>
                  </a:lnTo>
                  <a:lnTo>
                    <a:pt x="1770320" y="0"/>
                  </a:lnTo>
                  <a:lnTo>
                    <a:pt x="1777110" y="0"/>
                  </a:lnTo>
                  <a:lnTo>
                    <a:pt x="1779774" y="0"/>
                  </a:lnTo>
                  <a:lnTo>
                    <a:pt x="1792721" y="0"/>
                  </a:lnTo>
                  <a:lnTo>
                    <a:pt x="1794981" y="0"/>
                  </a:lnTo>
                  <a:lnTo>
                    <a:pt x="1825045" y="0"/>
                  </a:lnTo>
                  <a:lnTo>
                    <a:pt x="1825769" y="0"/>
                  </a:lnTo>
                  <a:lnTo>
                    <a:pt x="1838732" y="0"/>
                  </a:lnTo>
                  <a:lnTo>
                    <a:pt x="1845818" y="0"/>
                  </a:lnTo>
                  <a:lnTo>
                    <a:pt x="1849697" y="0"/>
                  </a:lnTo>
                  <a:lnTo>
                    <a:pt x="1852412" y="0"/>
                  </a:lnTo>
                  <a:lnTo>
                    <a:pt x="1853903" y="0"/>
                  </a:lnTo>
                  <a:lnTo>
                    <a:pt x="1863327" y="0"/>
                  </a:lnTo>
                  <a:lnTo>
                    <a:pt x="1868796" y="0"/>
                  </a:lnTo>
                  <a:lnTo>
                    <a:pt x="1874815" y="0"/>
                  </a:lnTo>
                  <a:lnTo>
                    <a:pt x="1876306" y="0"/>
                  </a:lnTo>
                  <a:lnTo>
                    <a:pt x="1880821" y="0"/>
                  </a:lnTo>
                  <a:lnTo>
                    <a:pt x="1882477" y="0"/>
                  </a:lnTo>
                  <a:lnTo>
                    <a:pt x="1883936" y="0"/>
                  </a:lnTo>
                  <a:lnTo>
                    <a:pt x="1885268" y="0"/>
                  </a:lnTo>
                  <a:lnTo>
                    <a:pt x="1896427" y="0"/>
                  </a:lnTo>
                  <a:lnTo>
                    <a:pt x="1898089" y="0"/>
                  </a:lnTo>
                  <a:lnTo>
                    <a:pt x="1904879" y="0"/>
                  </a:lnTo>
                  <a:lnTo>
                    <a:pt x="1907543" y="0"/>
                  </a:lnTo>
                  <a:lnTo>
                    <a:pt x="1911018" y="0"/>
                  </a:lnTo>
                  <a:lnTo>
                    <a:pt x="1919986" y="0"/>
                  </a:lnTo>
                  <a:lnTo>
                    <a:pt x="1927124" y="0"/>
                  </a:lnTo>
                  <a:lnTo>
                    <a:pt x="1927489" y="0"/>
                  </a:lnTo>
                  <a:lnTo>
                    <a:pt x="1927911" y="0"/>
                  </a:lnTo>
                  <a:lnTo>
                    <a:pt x="1929402" y="0"/>
                  </a:lnTo>
                  <a:lnTo>
                    <a:pt x="1946726" y="0"/>
                  </a:lnTo>
                  <a:lnTo>
                    <a:pt x="1949525" y="0"/>
                  </a:lnTo>
                  <a:lnTo>
                    <a:pt x="1957554" y="0"/>
                  </a:lnTo>
                  <a:lnTo>
                    <a:pt x="1957975" y="0"/>
                  </a:lnTo>
                  <a:lnTo>
                    <a:pt x="1973587" y="0"/>
                  </a:lnTo>
                  <a:lnTo>
                    <a:pt x="1978520" y="0"/>
                  </a:lnTo>
                  <a:lnTo>
                    <a:pt x="1980012" y="0"/>
                  </a:lnTo>
                  <a:lnTo>
                    <a:pt x="1980181" y="0"/>
                  </a:lnTo>
                  <a:lnTo>
                    <a:pt x="1981672" y="0"/>
                  </a:lnTo>
                  <a:lnTo>
                    <a:pt x="2008585" y="0"/>
                  </a:lnTo>
                  <a:lnTo>
                    <a:pt x="2009218" y="0"/>
                  </a:lnTo>
                  <a:lnTo>
                    <a:pt x="2010246" y="0"/>
                  </a:lnTo>
                  <a:lnTo>
                    <a:pt x="2010709" y="0"/>
                  </a:lnTo>
                  <a:lnTo>
                    <a:pt x="2011705" y="0"/>
                  </a:lnTo>
                  <a:lnTo>
                    <a:pt x="2024147" y="0"/>
                  </a:lnTo>
                  <a:lnTo>
                    <a:pt x="2024196" y="0"/>
                  </a:lnTo>
                  <a:lnTo>
                    <a:pt x="2024981" y="0"/>
                  </a:lnTo>
                  <a:lnTo>
                    <a:pt x="2025353" y="0"/>
                  </a:lnTo>
                  <a:lnTo>
                    <a:pt x="2026473" y="0"/>
                  </a:lnTo>
                  <a:lnTo>
                    <a:pt x="2031619" y="0"/>
                  </a:lnTo>
                  <a:lnTo>
                    <a:pt x="2033110" y="0"/>
                  </a:lnTo>
                  <a:lnTo>
                    <a:pt x="2038787" y="0"/>
                  </a:lnTo>
                  <a:lnTo>
                    <a:pt x="2039282" y="0"/>
                  </a:lnTo>
                  <a:lnTo>
                    <a:pt x="2047755" y="0"/>
                  </a:lnTo>
                  <a:lnTo>
                    <a:pt x="2051230" y="0"/>
                  </a:lnTo>
                  <a:lnTo>
                    <a:pt x="2054893" y="0"/>
                  </a:lnTo>
                  <a:lnTo>
                    <a:pt x="2055046" y="0"/>
                  </a:lnTo>
                  <a:lnTo>
                    <a:pt x="2055258" y="0"/>
                  </a:lnTo>
                  <a:lnTo>
                    <a:pt x="2055680" y="0"/>
                  </a:lnTo>
                  <a:lnTo>
                    <a:pt x="2057171" y="0"/>
                  </a:lnTo>
                  <a:lnTo>
                    <a:pt x="2061683" y="0"/>
                  </a:lnTo>
                  <a:lnTo>
                    <a:pt x="2067702" y="0"/>
                  </a:lnTo>
                  <a:lnTo>
                    <a:pt x="2074495" y="0"/>
                  </a:lnTo>
                  <a:lnTo>
                    <a:pt x="2077294" y="0"/>
                  </a:lnTo>
                  <a:lnTo>
                    <a:pt x="2084504" y="0"/>
                  </a:lnTo>
                  <a:lnTo>
                    <a:pt x="2085323" y="0"/>
                  </a:lnTo>
                  <a:lnTo>
                    <a:pt x="2085744" y="0"/>
                  </a:lnTo>
                  <a:lnTo>
                    <a:pt x="2097766" y="0"/>
                  </a:lnTo>
                  <a:lnTo>
                    <a:pt x="2106289" y="0"/>
                  </a:lnTo>
                  <a:lnTo>
                    <a:pt x="2107781" y="0"/>
                  </a:lnTo>
                  <a:lnTo>
                    <a:pt x="2128956" y="0"/>
                  </a:lnTo>
                  <a:lnTo>
                    <a:pt x="2129514" y="0"/>
                  </a:lnTo>
                  <a:lnTo>
                    <a:pt x="2136354" y="0"/>
                  </a:lnTo>
                  <a:lnTo>
                    <a:pt x="2136987" y="0"/>
                  </a:lnTo>
                  <a:lnTo>
                    <a:pt x="2138478" y="0"/>
                  </a:lnTo>
                  <a:lnTo>
                    <a:pt x="2151916" y="0"/>
                  </a:lnTo>
                  <a:lnTo>
                    <a:pt x="2152750" y="0"/>
                  </a:lnTo>
                  <a:lnTo>
                    <a:pt x="2153122" y="0"/>
                  </a:lnTo>
                  <a:lnTo>
                    <a:pt x="2154242" y="0"/>
                  </a:lnTo>
                  <a:lnTo>
                    <a:pt x="2156597" y="0"/>
                  </a:lnTo>
                  <a:lnTo>
                    <a:pt x="2159388" y="0"/>
                  </a:lnTo>
                  <a:lnTo>
                    <a:pt x="2160879" y="0"/>
                  </a:lnTo>
                  <a:lnTo>
                    <a:pt x="2161633" y="0"/>
                  </a:lnTo>
                  <a:lnTo>
                    <a:pt x="2167051" y="0"/>
                  </a:lnTo>
                  <a:lnTo>
                    <a:pt x="2178999" y="0"/>
                  </a:lnTo>
                  <a:lnTo>
                    <a:pt x="2182158" y="0"/>
                  </a:lnTo>
                  <a:lnTo>
                    <a:pt x="2182815" y="0"/>
                  </a:lnTo>
                  <a:lnTo>
                    <a:pt x="2188666" y="0"/>
                  </a:lnTo>
                  <a:lnTo>
                    <a:pt x="2189452" y="0"/>
                  </a:lnTo>
                  <a:lnTo>
                    <a:pt x="2191697" y="0"/>
                  </a:lnTo>
                  <a:lnTo>
                    <a:pt x="2195471" y="0"/>
                  </a:lnTo>
                  <a:lnTo>
                    <a:pt x="2201759" y="0"/>
                  </a:lnTo>
                  <a:lnTo>
                    <a:pt x="2203100" y="0"/>
                  </a:lnTo>
                  <a:lnTo>
                    <a:pt x="2204559" y="0"/>
                  </a:lnTo>
                  <a:lnTo>
                    <a:pt x="2204591" y="0"/>
                  </a:lnTo>
                  <a:lnTo>
                    <a:pt x="2212273" y="0"/>
                  </a:lnTo>
                  <a:lnTo>
                    <a:pt x="2225535" y="0"/>
                  </a:lnTo>
                  <a:lnTo>
                    <a:pt x="2231674" y="0"/>
                  </a:lnTo>
                  <a:lnTo>
                    <a:pt x="2232096" y="0"/>
                  </a:lnTo>
                  <a:lnTo>
                    <a:pt x="2232220" y="0"/>
                  </a:lnTo>
                  <a:lnTo>
                    <a:pt x="2233118" y="0"/>
                  </a:lnTo>
                  <a:lnTo>
                    <a:pt x="2233165" y="0"/>
                  </a:lnTo>
                  <a:lnTo>
                    <a:pt x="2256725" y="0"/>
                  </a:lnTo>
                  <a:lnTo>
                    <a:pt x="2257283" y="0"/>
                  </a:lnTo>
                  <a:lnTo>
                    <a:pt x="2262285" y="0"/>
                  </a:lnTo>
                  <a:lnTo>
                    <a:pt x="2284366" y="0"/>
                  </a:lnTo>
                  <a:lnTo>
                    <a:pt x="2289402" y="0"/>
                  </a:lnTo>
                  <a:lnTo>
                    <a:pt x="2292052" y="0"/>
                  </a:lnTo>
                  <a:lnTo>
                    <a:pt x="2299271" y="0"/>
                  </a:lnTo>
                  <a:lnTo>
                    <a:pt x="2308721" y="0"/>
                  </a:lnTo>
                  <a:lnTo>
                    <a:pt x="2309927" y="0"/>
                  </a:lnTo>
                  <a:lnTo>
                    <a:pt x="2316435" y="0"/>
                  </a:lnTo>
                  <a:lnTo>
                    <a:pt x="2316703" y="0"/>
                  </a:lnTo>
                  <a:lnTo>
                    <a:pt x="2319466" y="0"/>
                  </a:lnTo>
                  <a:lnTo>
                    <a:pt x="2322840" y="0"/>
                  </a:lnTo>
                  <a:lnTo>
                    <a:pt x="2329528" y="0"/>
                  </a:lnTo>
                  <a:lnTo>
                    <a:pt x="2330869" y="0"/>
                  </a:lnTo>
                  <a:lnTo>
                    <a:pt x="2332328" y="0"/>
                  </a:lnTo>
                  <a:lnTo>
                    <a:pt x="2332360" y="0"/>
                  </a:lnTo>
                  <a:lnTo>
                    <a:pt x="2335803" y="0"/>
                  </a:lnTo>
                  <a:lnTo>
                    <a:pt x="2343312" y="0"/>
                  </a:lnTo>
                  <a:lnTo>
                    <a:pt x="2344804" y="0"/>
                  </a:lnTo>
                  <a:lnTo>
                    <a:pt x="2346768" y="0"/>
                  </a:lnTo>
                  <a:lnTo>
                    <a:pt x="2347827" y="0"/>
                  </a:lnTo>
                  <a:lnTo>
                    <a:pt x="2352274" y="0"/>
                  </a:lnTo>
                  <a:lnTo>
                    <a:pt x="2359443" y="0"/>
                  </a:lnTo>
                  <a:lnTo>
                    <a:pt x="2359865" y="0"/>
                  </a:lnTo>
                  <a:lnTo>
                    <a:pt x="2359989" y="0"/>
                  </a:lnTo>
                  <a:lnTo>
                    <a:pt x="2360887" y="0"/>
                  </a:lnTo>
                  <a:lnTo>
                    <a:pt x="2360934" y="0"/>
                  </a:lnTo>
                  <a:lnTo>
                    <a:pt x="2371886" y="0"/>
                  </a:lnTo>
                  <a:lnTo>
                    <a:pt x="2373377" y="0"/>
                  </a:lnTo>
                  <a:lnTo>
                    <a:pt x="2377892" y="0"/>
                  </a:lnTo>
                  <a:cubicBezTo>
                    <a:pt x="2382339" y="0"/>
                    <a:pt x="2382339" y="0"/>
                    <a:pt x="2382339" y="0"/>
                  </a:cubicBezTo>
                  <a:lnTo>
                    <a:pt x="2390054" y="0"/>
                  </a:lnTo>
                  <a:lnTo>
                    <a:pt x="2419821" y="0"/>
                  </a:lnTo>
                  <a:lnTo>
                    <a:pt x="2427040" y="0"/>
                  </a:lnTo>
                  <a:lnTo>
                    <a:pt x="2436490" y="0"/>
                  </a:lnTo>
                  <a:lnTo>
                    <a:pt x="2444472" y="0"/>
                  </a:lnTo>
                  <a:lnTo>
                    <a:pt x="2448678" y="0"/>
                  </a:lnTo>
                  <a:lnTo>
                    <a:pt x="2450171" y="0"/>
                  </a:lnTo>
                  <a:lnTo>
                    <a:pt x="2450609" y="0"/>
                  </a:lnTo>
                  <a:lnTo>
                    <a:pt x="2463572" y="0"/>
                  </a:lnTo>
                  <a:lnTo>
                    <a:pt x="2471081" y="0"/>
                  </a:lnTo>
                  <a:lnTo>
                    <a:pt x="2472573" y="0"/>
                  </a:lnTo>
                  <a:lnTo>
                    <a:pt x="2474537" y="0"/>
                  </a:lnTo>
                  <a:lnTo>
                    <a:pt x="2475596" y="0"/>
                  </a:lnTo>
                  <a:lnTo>
                    <a:pt x="2477252" y="0"/>
                  </a:lnTo>
                  <a:lnTo>
                    <a:pt x="2478712" y="0"/>
                  </a:lnTo>
                  <a:lnTo>
                    <a:pt x="2478743" y="0"/>
                  </a:lnTo>
                  <a:lnTo>
                    <a:pt x="2480043" y="0"/>
                  </a:lnTo>
                  <a:lnTo>
                    <a:pt x="2499655" y="0"/>
                  </a:lnTo>
                  <a:lnTo>
                    <a:pt x="2501146" y="0"/>
                  </a:lnTo>
                  <a:lnTo>
                    <a:pt x="2505661" y="0"/>
                  </a:lnTo>
                  <a:lnTo>
                    <a:pt x="2508776" y="0"/>
                  </a:lnTo>
                  <a:lnTo>
                    <a:pt x="2510108" y="0"/>
                  </a:lnTo>
                  <a:lnTo>
                    <a:pt x="2524178" y="0"/>
                  </a:lnTo>
                  <a:lnTo>
                    <a:pt x="2525248" y="0"/>
                  </a:lnTo>
                  <a:lnTo>
                    <a:pt x="2525669" y="0"/>
                  </a:lnTo>
                  <a:lnTo>
                    <a:pt x="2552329" y="0"/>
                  </a:lnTo>
                  <a:lnTo>
                    <a:pt x="2552751" y="0"/>
                  </a:lnTo>
                  <a:lnTo>
                    <a:pt x="2554242" y="0"/>
                  </a:lnTo>
                  <a:lnTo>
                    <a:pt x="2574787" y="0"/>
                  </a:lnTo>
                  <a:lnTo>
                    <a:pt x="2576279" y="0"/>
                  </a:lnTo>
                  <a:lnTo>
                    <a:pt x="2576447" y="0"/>
                  </a:lnTo>
                  <a:lnTo>
                    <a:pt x="2577940" y="0"/>
                  </a:lnTo>
                  <a:lnTo>
                    <a:pt x="2603360" y="0"/>
                  </a:lnTo>
                  <a:lnTo>
                    <a:pt x="2604852" y="0"/>
                  </a:lnTo>
                  <a:lnTo>
                    <a:pt x="2605021" y="0"/>
                  </a:lnTo>
                  <a:lnTo>
                    <a:pt x="2605484" y="0"/>
                  </a:lnTo>
                  <a:lnTo>
                    <a:pt x="2606481" y="0"/>
                  </a:lnTo>
                  <a:lnTo>
                    <a:pt x="2606512" y="0"/>
                  </a:lnTo>
                  <a:lnTo>
                    <a:pt x="2606976" y="0"/>
                  </a:lnTo>
                  <a:lnTo>
                    <a:pt x="2618923" y="0"/>
                  </a:lnTo>
                  <a:lnTo>
                    <a:pt x="2621248" y="0"/>
                  </a:lnTo>
                  <a:lnTo>
                    <a:pt x="2622740" y="0"/>
                  </a:lnTo>
                  <a:lnTo>
                    <a:pt x="2627885" y="0"/>
                  </a:lnTo>
                  <a:lnTo>
                    <a:pt x="2629377" y="0"/>
                  </a:lnTo>
                  <a:lnTo>
                    <a:pt x="2634058" y="0"/>
                  </a:lnTo>
                  <a:lnTo>
                    <a:pt x="2635549" y="0"/>
                  </a:lnTo>
                  <a:lnTo>
                    <a:pt x="2636545" y="0"/>
                  </a:lnTo>
                  <a:lnTo>
                    <a:pt x="2648987" y="0"/>
                  </a:lnTo>
                  <a:lnTo>
                    <a:pt x="2649821" y="0"/>
                  </a:lnTo>
                  <a:lnTo>
                    <a:pt x="2651313" y="0"/>
                  </a:lnTo>
                  <a:lnTo>
                    <a:pt x="2651947" y="0"/>
                  </a:lnTo>
                  <a:lnTo>
                    <a:pt x="2653017" y="0"/>
                  </a:lnTo>
                  <a:lnTo>
                    <a:pt x="2653438" y="0"/>
                  </a:lnTo>
                  <a:lnTo>
                    <a:pt x="2656459" y="0"/>
                  </a:lnTo>
                  <a:lnTo>
                    <a:pt x="2657950" y="0"/>
                  </a:lnTo>
                  <a:lnTo>
                    <a:pt x="2665460" y="0"/>
                  </a:lnTo>
                  <a:lnTo>
                    <a:pt x="2680098" y="0"/>
                  </a:lnTo>
                  <a:lnTo>
                    <a:pt x="2680520" y="0"/>
                  </a:lnTo>
                  <a:lnTo>
                    <a:pt x="2682011" y="0"/>
                  </a:lnTo>
                  <a:lnTo>
                    <a:pt x="2692542" y="0"/>
                  </a:lnTo>
                  <a:lnTo>
                    <a:pt x="2702556" y="0"/>
                  </a:lnTo>
                  <a:lnTo>
                    <a:pt x="2704048" y="0"/>
                  </a:lnTo>
                  <a:lnTo>
                    <a:pt x="2724289" y="0"/>
                  </a:lnTo>
                  <a:lnTo>
                    <a:pt x="2731129" y="0"/>
                  </a:lnTo>
                  <a:lnTo>
                    <a:pt x="2732621" y="0"/>
                  </a:lnTo>
                  <a:lnTo>
                    <a:pt x="2733253" y="0"/>
                  </a:lnTo>
                  <a:lnTo>
                    <a:pt x="2734745" y="0"/>
                  </a:lnTo>
                  <a:lnTo>
                    <a:pt x="2746692" y="0"/>
                  </a:lnTo>
                  <a:lnTo>
                    <a:pt x="2749017" y="0"/>
                  </a:lnTo>
                  <a:lnTo>
                    <a:pt x="2750509" y="0"/>
                  </a:lnTo>
                  <a:lnTo>
                    <a:pt x="2754354" y="0"/>
                  </a:lnTo>
                  <a:lnTo>
                    <a:pt x="2755654" y="0"/>
                  </a:lnTo>
                  <a:lnTo>
                    <a:pt x="2757146" y="0"/>
                  </a:lnTo>
                  <a:lnTo>
                    <a:pt x="2761827" y="0"/>
                  </a:lnTo>
                  <a:lnTo>
                    <a:pt x="2763318" y="0"/>
                  </a:lnTo>
                  <a:lnTo>
                    <a:pt x="2776756" y="0"/>
                  </a:lnTo>
                  <a:lnTo>
                    <a:pt x="2777590" y="0"/>
                  </a:lnTo>
                  <a:lnTo>
                    <a:pt x="2779082" y="0"/>
                  </a:lnTo>
                  <a:lnTo>
                    <a:pt x="2783442" y="0"/>
                  </a:lnTo>
                  <a:lnTo>
                    <a:pt x="2784228" y="0"/>
                  </a:lnTo>
                  <a:lnTo>
                    <a:pt x="2785719" y="0"/>
                  </a:lnTo>
                  <a:lnTo>
                    <a:pt x="2786473" y="0"/>
                  </a:lnTo>
                  <a:lnTo>
                    <a:pt x="2793229" y="0"/>
                  </a:lnTo>
                  <a:lnTo>
                    <a:pt x="2799367" y="0"/>
                  </a:lnTo>
                  <a:lnTo>
                    <a:pt x="2813506" y="0"/>
                  </a:lnTo>
                  <a:lnTo>
                    <a:pt x="2820311" y="0"/>
                  </a:lnTo>
                  <a:lnTo>
                    <a:pt x="2827893" y="0"/>
                  </a:lnTo>
                  <a:lnTo>
                    <a:pt x="2827940" y="0"/>
                  </a:lnTo>
                  <a:lnTo>
                    <a:pt x="2829431" y="0"/>
                  </a:lnTo>
                  <a:lnTo>
                    <a:pt x="2829978" y="0"/>
                  </a:lnTo>
                  <a:lnTo>
                    <a:pt x="2852058" y="0"/>
                  </a:lnTo>
                  <a:lnTo>
                    <a:pt x="2857060" y="0"/>
                  </a:lnTo>
                  <a:lnTo>
                    <a:pt x="2857958" y="0"/>
                  </a:lnTo>
                  <a:lnTo>
                    <a:pt x="2871601" y="0"/>
                  </a:lnTo>
                  <a:lnTo>
                    <a:pt x="2882123" y="0"/>
                  </a:lnTo>
                  <a:lnTo>
                    <a:pt x="2894046" y="0"/>
                  </a:lnTo>
                  <a:lnTo>
                    <a:pt x="2903496" y="0"/>
                  </a:lnTo>
                  <a:lnTo>
                    <a:pt x="2911211" y="0"/>
                  </a:lnTo>
                  <a:lnTo>
                    <a:pt x="2914242" y="0"/>
                  </a:lnTo>
                  <a:lnTo>
                    <a:pt x="2914461" y="0"/>
                  </a:lnTo>
                  <a:lnTo>
                    <a:pt x="2924111" y="0"/>
                  </a:lnTo>
                  <a:lnTo>
                    <a:pt x="2927136" y="0"/>
                  </a:lnTo>
                  <a:lnTo>
                    <a:pt x="2933561" y="0"/>
                  </a:lnTo>
                  <a:lnTo>
                    <a:pt x="2939580" y="0"/>
                  </a:lnTo>
                  <a:lnTo>
                    <a:pt x="2941275" y="0"/>
                  </a:lnTo>
                  <a:lnTo>
                    <a:pt x="2941543" y="0"/>
                  </a:lnTo>
                  <a:lnTo>
                    <a:pt x="2945586" y="0"/>
                  </a:lnTo>
                  <a:lnTo>
                    <a:pt x="2950032" y="0"/>
                  </a:lnTo>
                  <a:lnTo>
                    <a:pt x="2955662" y="0"/>
                  </a:lnTo>
                  <a:lnTo>
                    <a:pt x="2955709" y="0"/>
                  </a:lnTo>
                  <a:lnTo>
                    <a:pt x="2957200" y="0"/>
                  </a:lnTo>
                  <a:lnTo>
                    <a:pt x="2957747" y="0"/>
                  </a:lnTo>
                  <a:lnTo>
                    <a:pt x="2968152" y="0"/>
                  </a:lnTo>
                  <a:lnTo>
                    <a:pt x="2969644" y="0"/>
                  </a:lnTo>
                  <a:lnTo>
                    <a:pt x="2972667" y="0"/>
                  </a:lnTo>
                  <a:lnTo>
                    <a:pt x="2977114" y="0"/>
                  </a:lnTo>
                  <a:lnTo>
                    <a:pt x="2984829" y="0"/>
                  </a:lnTo>
                  <a:lnTo>
                    <a:pt x="2985727" y="0"/>
                  </a:lnTo>
                  <a:lnTo>
                    <a:pt x="2999370" y="0"/>
                  </a:lnTo>
                  <a:lnTo>
                    <a:pt x="3021815" y="0"/>
                  </a:lnTo>
                  <a:lnTo>
                    <a:pt x="3031265" y="0"/>
                  </a:lnTo>
                  <a:lnTo>
                    <a:pt x="3042230" y="0"/>
                  </a:lnTo>
                  <a:lnTo>
                    <a:pt x="3044946" y="0"/>
                  </a:lnTo>
                  <a:lnTo>
                    <a:pt x="3051880" y="0"/>
                  </a:lnTo>
                  <a:lnTo>
                    <a:pt x="3061330" y="0"/>
                  </a:lnTo>
                  <a:lnTo>
                    <a:pt x="3067349" y="0"/>
                  </a:lnTo>
                  <a:lnTo>
                    <a:pt x="3069312" y="0"/>
                  </a:lnTo>
                  <a:lnTo>
                    <a:pt x="3073355" y="0"/>
                  </a:lnTo>
                  <a:lnTo>
                    <a:pt x="3073518" y="0"/>
                  </a:lnTo>
                  <a:lnTo>
                    <a:pt x="3075011" y="0"/>
                  </a:lnTo>
                  <a:lnTo>
                    <a:pt x="3077801" y="0"/>
                  </a:lnTo>
                  <a:lnTo>
                    <a:pt x="3095921" y="0"/>
                  </a:lnTo>
                  <a:lnTo>
                    <a:pt x="3097413" y="0"/>
                  </a:lnTo>
                  <a:lnTo>
                    <a:pt x="3100436" y="0"/>
                  </a:lnTo>
                  <a:lnTo>
                    <a:pt x="3103552" y="0"/>
                  </a:lnTo>
                  <a:lnTo>
                    <a:pt x="3104883" y="0"/>
                  </a:lnTo>
                  <a:lnTo>
                    <a:pt x="3120023" y="0"/>
                  </a:lnTo>
                  <a:lnTo>
                    <a:pt x="3120445" y="0"/>
                  </a:lnTo>
                  <a:lnTo>
                    <a:pt x="3149018" y="0"/>
                  </a:lnTo>
                  <a:lnTo>
                    <a:pt x="3150088" y="0"/>
                  </a:lnTo>
                  <a:lnTo>
                    <a:pt x="3150509" y="0"/>
                  </a:lnTo>
                  <a:lnTo>
                    <a:pt x="3171054" y="0"/>
                  </a:lnTo>
                  <a:lnTo>
                    <a:pt x="3172715" y="0"/>
                  </a:lnTo>
                  <a:lnTo>
                    <a:pt x="3199627" y="0"/>
                  </a:lnTo>
                  <a:lnTo>
                    <a:pt x="3201119" y="0"/>
                  </a:lnTo>
                  <a:lnTo>
                    <a:pt x="3201287" y="0"/>
                  </a:lnTo>
                  <a:lnTo>
                    <a:pt x="3201751" y="0"/>
                  </a:lnTo>
                  <a:lnTo>
                    <a:pt x="3202780" y="0"/>
                  </a:lnTo>
                  <a:lnTo>
                    <a:pt x="3217515" y="0"/>
                  </a:lnTo>
                  <a:lnTo>
                    <a:pt x="3224152" y="0"/>
                  </a:lnTo>
                  <a:lnTo>
                    <a:pt x="3230324" y="0"/>
                  </a:lnTo>
                  <a:lnTo>
                    <a:pt x="3231321" y="0"/>
                  </a:lnTo>
                  <a:lnTo>
                    <a:pt x="3231816" y="0"/>
                  </a:lnTo>
                  <a:lnTo>
                    <a:pt x="3243763" y="0"/>
                  </a:lnTo>
                  <a:lnTo>
                    <a:pt x="3246088" y="0"/>
                  </a:lnTo>
                  <a:lnTo>
                    <a:pt x="3247580" y="0"/>
                  </a:lnTo>
                  <a:lnTo>
                    <a:pt x="3247792" y="0"/>
                  </a:lnTo>
                  <a:lnTo>
                    <a:pt x="3248214" y="0"/>
                  </a:lnTo>
                  <a:lnTo>
                    <a:pt x="3252725" y="0"/>
                  </a:lnTo>
                  <a:lnTo>
                    <a:pt x="3254217" y="0"/>
                  </a:lnTo>
                  <a:lnTo>
                    <a:pt x="3260235" y="0"/>
                  </a:lnTo>
                  <a:lnTo>
                    <a:pt x="3276787" y="0"/>
                  </a:lnTo>
                  <a:lnTo>
                    <a:pt x="3277857" y="0"/>
                  </a:lnTo>
                  <a:lnTo>
                    <a:pt x="3278278" y="0"/>
                  </a:lnTo>
                  <a:lnTo>
                    <a:pt x="3290300" y="0"/>
                  </a:lnTo>
                  <a:lnTo>
                    <a:pt x="3298823" y="0"/>
                  </a:lnTo>
                  <a:lnTo>
                    <a:pt x="3327396" y="0"/>
                  </a:lnTo>
                  <a:lnTo>
                    <a:pt x="3328888" y="0"/>
                  </a:lnTo>
                  <a:lnTo>
                    <a:pt x="3329520" y="0"/>
                  </a:lnTo>
                  <a:lnTo>
                    <a:pt x="3345284" y="0"/>
                  </a:lnTo>
                  <a:lnTo>
                    <a:pt x="3349129" y="0"/>
                  </a:lnTo>
                  <a:lnTo>
                    <a:pt x="3351921" y="0"/>
                  </a:lnTo>
                  <a:lnTo>
                    <a:pt x="3358093" y="0"/>
                  </a:lnTo>
                  <a:lnTo>
                    <a:pt x="3359585" y="0"/>
                  </a:lnTo>
                  <a:lnTo>
                    <a:pt x="3371532" y="0"/>
                  </a:lnTo>
                  <a:lnTo>
                    <a:pt x="3373857" y="0"/>
                  </a:lnTo>
                  <a:lnTo>
                    <a:pt x="3375349" y="0"/>
                  </a:lnTo>
                  <a:lnTo>
                    <a:pt x="3380494" y="0"/>
                  </a:lnTo>
                  <a:lnTo>
                    <a:pt x="3381986" y="0"/>
                  </a:lnTo>
                  <a:lnTo>
                    <a:pt x="3388004" y="0"/>
                  </a:lnTo>
                  <a:lnTo>
                    <a:pt x="3408282" y="0"/>
                  </a:lnTo>
                  <a:lnTo>
                    <a:pt x="3418069" y="0"/>
                  </a:lnTo>
                  <a:lnTo>
                    <a:pt x="3424207" y="0"/>
                  </a:lnTo>
                  <a:lnTo>
                    <a:pt x="3424753" y="0"/>
                  </a:lnTo>
                  <a:lnTo>
                    <a:pt x="3452733" y="0"/>
                  </a:lnTo>
                  <a:lnTo>
                    <a:pt x="3454818" y="0"/>
                  </a:lnTo>
                  <a:lnTo>
                    <a:pt x="3476898" y="0"/>
                  </a:lnTo>
                  <a:lnTo>
                    <a:pt x="3496441" y="0"/>
                  </a:lnTo>
                  <a:lnTo>
                    <a:pt x="3509236" y="0"/>
                  </a:lnTo>
                  <a:lnTo>
                    <a:pt x="3518886" y="0"/>
                  </a:lnTo>
                  <a:lnTo>
                    <a:pt x="3528336" y="0"/>
                  </a:lnTo>
                  <a:lnTo>
                    <a:pt x="3536051" y="0"/>
                  </a:lnTo>
                  <a:lnTo>
                    <a:pt x="3539301" y="0"/>
                  </a:lnTo>
                  <a:lnTo>
                    <a:pt x="3540361" y="0"/>
                  </a:lnTo>
                  <a:lnTo>
                    <a:pt x="3544807" y="0"/>
                  </a:lnTo>
                  <a:lnTo>
                    <a:pt x="3551976" y="0"/>
                  </a:lnTo>
                  <a:lnTo>
                    <a:pt x="3552522" y="0"/>
                  </a:lnTo>
                  <a:lnTo>
                    <a:pt x="3564420" y="0"/>
                  </a:lnTo>
                  <a:lnTo>
                    <a:pt x="3570426" y="0"/>
                  </a:lnTo>
                  <a:cubicBezTo>
                    <a:pt x="3574872" y="0"/>
                    <a:pt x="3574872" y="0"/>
                    <a:pt x="3574872" y="0"/>
                  </a:cubicBezTo>
                  <a:lnTo>
                    <a:pt x="3580502" y="0"/>
                  </a:lnTo>
                  <a:lnTo>
                    <a:pt x="3582587" y="0"/>
                  </a:lnTo>
                  <a:lnTo>
                    <a:pt x="3624210" y="0"/>
                  </a:lnTo>
                  <a:lnTo>
                    <a:pt x="3637005" y="0"/>
                  </a:lnTo>
                  <a:lnTo>
                    <a:pt x="3646655" y="0"/>
                  </a:lnTo>
                  <a:lnTo>
                    <a:pt x="3656105" y="0"/>
                  </a:lnTo>
                  <a:lnTo>
                    <a:pt x="3667070" y="0"/>
                  </a:lnTo>
                  <a:lnTo>
                    <a:pt x="3668130" y="0"/>
                  </a:lnTo>
                  <a:lnTo>
                    <a:pt x="3669786" y="0"/>
                  </a:lnTo>
                  <a:lnTo>
                    <a:pt x="3672576" y="0"/>
                  </a:lnTo>
                  <a:lnTo>
                    <a:pt x="3692189" y="0"/>
                  </a:lnTo>
                  <a:lnTo>
                    <a:pt x="3698195" y="0"/>
                  </a:lnTo>
                  <a:lnTo>
                    <a:pt x="3702641" y="0"/>
                  </a:lnTo>
                  <a:lnTo>
                    <a:pt x="3744863" y="0"/>
                  </a:lnTo>
                  <a:lnTo>
                    <a:pt x="3745285" y="0"/>
                  </a:lnTo>
                  <a:lnTo>
                    <a:pt x="3795894" y="0"/>
                  </a:lnTo>
                  <a:lnTo>
                    <a:pt x="3797555" y="0"/>
                  </a:lnTo>
                  <a:lnTo>
                    <a:pt x="3826591" y="0"/>
                  </a:lnTo>
                  <a:lnTo>
                    <a:pt x="3842355" y="0"/>
                  </a:lnTo>
                  <a:lnTo>
                    <a:pt x="3848992" y="0"/>
                  </a:lnTo>
                  <a:lnTo>
                    <a:pt x="3872632" y="0"/>
                  </a:lnTo>
                  <a:lnTo>
                    <a:pt x="3873054" y="0"/>
                  </a:lnTo>
                  <a:lnTo>
                    <a:pt x="3885075" y="0"/>
                  </a:lnTo>
                  <a:lnTo>
                    <a:pt x="3923663" y="0"/>
                  </a:lnTo>
                  <a:lnTo>
                    <a:pt x="3954360" y="0"/>
                  </a:lnTo>
                  <a:lnTo>
                    <a:pt x="3970124" y="0"/>
                  </a:lnTo>
                  <a:lnTo>
                    <a:pt x="3976761" y="0"/>
                  </a:lnTo>
                  <a:lnTo>
                    <a:pt x="4012844" y="0"/>
                  </a:lnTo>
                  <a:lnTo>
                    <a:pt x="4049593" y="0"/>
                  </a:lnTo>
                  <a:cubicBezTo>
                    <a:pt x="4169647" y="0"/>
                    <a:pt x="4169647" y="0"/>
                    <a:pt x="4169647" y="0"/>
                  </a:cubicBezTo>
                  <a:lnTo>
                    <a:pt x="4177362" y="0"/>
                  </a:lnTo>
                  <a:cubicBezTo>
                    <a:pt x="4297416" y="0"/>
                    <a:pt x="4297416" y="0"/>
                    <a:pt x="4297416" y="0"/>
                  </a:cubicBezTo>
                  <a:cubicBezTo>
                    <a:pt x="4327758" y="0"/>
                    <a:pt x="4364168" y="21251"/>
                    <a:pt x="4379339" y="47054"/>
                  </a:cubicBezTo>
                  <a:cubicBezTo>
                    <a:pt x="4591731" y="415146"/>
                    <a:pt x="4591731" y="415146"/>
                    <a:pt x="4591731" y="415146"/>
                  </a:cubicBezTo>
                  <a:cubicBezTo>
                    <a:pt x="4606902" y="440951"/>
                    <a:pt x="4606902" y="483452"/>
                    <a:pt x="4591731" y="509257"/>
                  </a:cubicBezTo>
                  <a:cubicBezTo>
                    <a:pt x="4379339" y="877348"/>
                    <a:pt x="4379339" y="877348"/>
                    <a:pt x="4379339" y="877348"/>
                  </a:cubicBezTo>
                  <a:cubicBezTo>
                    <a:pt x="4364168" y="903151"/>
                    <a:pt x="4327758" y="924402"/>
                    <a:pt x="4297416" y="924402"/>
                  </a:cubicBezTo>
                  <a:lnTo>
                    <a:pt x="4169647" y="924402"/>
                  </a:lnTo>
                  <a:lnTo>
                    <a:pt x="3976761" y="924402"/>
                  </a:lnTo>
                  <a:lnTo>
                    <a:pt x="3872632" y="924402"/>
                  </a:lnTo>
                  <a:lnTo>
                    <a:pt x="3848992" y="924402"/>
                  </a:lnTo>
                  <a:lnTo>
                    <a:pt x="3744863" y="924402"/>
                  </a:lnTo>
                  <a:lnTo>
                    <a:pt x="3702641" y="924402"/>
                  </a:lnTo>
                  <a:lnTo>
                    <a:pt x="3672576" y="924402"/>
                  </a:lnTo>
                  <a:lnTo>
                    <a:pt x="3656105" y="924402"/>
                  </a:lnTo>
                  <a:lnTo>
                    <a:pt x="3574872" y="924402"/>
                  </a:lnTo>
                  <a:lnTo>
                    <a:pt x="3551976" y="924402"/>
                  </a:lnTo>
                  <a:lnTo>
                    <a:pt x="3544807" y="924402"/>
                  </a:lnTo>
                  <a:lnTo>
                    <a:pt x="3528336" y="924402"/>
                  </a:lnTo>
                  <a:lnTo>
                    <a:pt x="3424207" y="924402"/>
                  </a:lnTo>
                  <a:lnTo>
                    <a:pt x="3381986" y="924402"/>
                  </a:lnTo>
                  <a:lnTo>
                    <a:pt x="3380494" y="924402"/>
                  </a:lnTo>
                  <a:lnTo>
                    <a:pt x="3351921" y="924402"/>
                  </a:lnTo>
                  <a:lnTo>
                    <a:pt x="3277857" y="924402"/>
                  </a:lnTo>
                  <a:lnTo>
                    <a:pt x="3254217" y="924402"/>
                  </a:lnTo>
                  <a:lnTo>
                    <a:pt x="3252725" y="924402"/>
                  </a:lnTo>
                  <a:lnTo>
                    <a:pt x="3247792" y="924402"/>
                  </a:lnTo>
                  <a:lnTo>
                    <a:pt x="3231321" y="924402"/>
                  </a:lnTo>
                  <a:lnTo>
                    <a:pt x="3224152" y="924402"/>
                  </a:lnTo>
                  <a:lnTo>
                    <a:pt x="3150088" y="924402"/>
                  </a:lnTo>
                  <a:lnTo>
                    <a:pt x="3120023" y="924402"/>
                  </a:lnTo>
                  <a:lnTo>
                    <a:pt x="3104883" y="924402"/>
                  </a:lnTo>
                  <a:lnTo>
                    <a:pt x="3103552" y="924402"/>
                  </a:lnTo>
                  <a:lnTo>
                    <a:pt x="3077801" y="924402"/>
                  </a:lnTo>
                  <a:lnTo>
                    <a:pt x="3061330" y="924402"/>
                  </a:lnTo>
                  <a:lnTo>
                    <a:pt x="3031265" y="924402"/>
                  </a:lnTo>
                  <a:lnTo>
                    <a:pt x="2977114" y="924402"/>
                  </a:lnTo>
                  <a:lnTo>
                    <a:pt x="2957200" y="924402"/>
                  </a:lnTo>
                  <a:lnTo>
                    <a:pt x="2955709" y="924402"/>
                  </a:lnTo>
                  <a:lnTo>
                    <a:pt x="2950032" y="924402"/>
                  </a:lnTo>
                  <a:lnTo>
                    <a:pt x="2933561" y="924402"/>
                  </a:lnTo>
                  <a:lnTo>
                    <a:pt x="2927136" y="924402"/>
                  </a:lnTo>
                  <a:lnTo>
                    <a:pt x="2903496" y="924402"/>
                  </a:lnTo>
                  <a:lnTo>
                    <a:pt x="2829431" y="924402"/>
                  </a:lnTo>
                  <a:lnTo>
                    <a:pt x="2827940" y="924402"/>
                  </a:lnTo>
                  <a:lnTo>
                    <a:pt x="2799367" y="924402"/>
                  </a:lnTo>
                  <a:lnTo>
                    <a:pt x="2785719" y="924402"/>
                  </a:lnTo>
                  <a:lnTo>
                    <a:pt x="2784228" y="924402"/>
                  </a:lnTo>
                  <a:lnTo>
                    <a:pt x="2757146" y="924402"/>
                  </a:lnTo>
                  <a:lnTo>
                    <a:pt x="2755654" y="924402"/>
                  </a:lnTo>
                  <a:lnTo>
                    <a:pt x="2680098" y="924402"/>
                  </a:lnTo>
                  <a:lnTo>
                    <a:pt x="2657950" y="924402"/>
                  </a:lnTo>
                  <a:lnTo>
                    <a:pt x="2656459" y="924402"/>
                  </a:lnTo>
                  <a:lnTo>
                    <a:pt x="2653017" y="924402"/>
                  </a:lnTo>
                  <a:lnTo>
                    <a:pt x="2636545" y="924402"/>
                  </a:lnTo>
                  <a:lnTo>
                    <a:pt x="2629377" y="924402"/>
                  </a:lnTo>
                  <a:lnTo>
                    <a:pt x="2627885" y="924402"/>
                  </a:lnTo>
                  <a:lnTo>
                    <a:pt x="2606481" y="924402"/>
                  </a:lnTo>
                  <a:lnTo>
                    <a:pt x="2552329" y="924402"/>
                  </a:lnTo>
                  <a:lnTo>
                    <a:pt x="2525248" y="924402"/>
                  </a:lnTo>
                  <a:lnTo>
                    <a:pt x="2510108" y="924402"/>
                  </a:lnTo>
                  <a:lnTo>
                    <a:pt x="2508776" y="924402"/>
                  </a:lnTo>
                  <a:lnTo>
                    <a:pt x="2480043" y="924402"/>
                  </a:lnTo>
                  <a:lnTo>
                    <a:pt x="2478712" y="924402"/>
                  </a:lnTo>
                  <a:lnTo>
                    <a:pt x="2463572" y="924402"/>
                  </a:lnTo>
                  <a:lnTo>
                    <a:pt x="2436490" y="924402"/>
                  </a:lnTo>
                  <a:lnTo>
                    <a:pt x="2382339" y="924402"/>
                  </a:lnTo>
                  <a:lnTo>
                    <a:pt x="2360934" y="924402"/>
                  </a:lnTo>
                  <a:lnTo>
                    <a:pt x="2359443" y="924402"/>
                  </a:lnTo>
                  <a:lnTo>
                    <a:pt x="2352274" y="924402"/>
                  </a:lnTo>
                  <a:lnTo>
                    <a:pt x="2335803" y="924402"/>
                  </a:lnTo>
                  <a:lnTo>
                    <a:pt x="2332360" y="924402"/>
                  </a:lnTo>
                  <a:lnTo>
                    <a:pt x="2332328" y="924402"/>
                  </a:lnTo>
                  <a:lnTo>
                    <a:pt x="2330869" y="924402"/>
                  </a:lnTo>
                  <a:lnTo>
                    <a:pt x="2308721" y="924402"/>
                  </a:lnTo>
                  <a:lnTo>
                    <a:pt x="2233165" y="924402"/>
                  </a:lnTo>
                  <a:lnTo>
                    <a:pt x="2231674" y="924402"/>
                  </a:lnTo>
                  <a:lnTo>
                    <a:pt x="2204591" y="924402"/>
                  </a:lnTo>
                  <a:lnTo>
                    <a:pt x="2204559" y="924402"/>
                  </a:lnTo>
                  <a:lnTo>
                    <a:pt x="2203100" y="924402"/>
                  </a:lnTo>
                  <a:lnTo>
                    <a:pt x="2189452" y="924402"/>
                  </a:lnTo>
                  <a:lnTo>
                    <a:pt x="2160879" y="924402"/>
                  </a:lnTo>
                  <a:lnTo>
                    <a:pt x="2159388" y="924402"/>
                  </a:lnTo>
                  <a:lnTo>
                    <a:pt x="2085323" y="924402"/>
                  </a:lnTo>
                  <a:lnTo>
                    <a:pt x="2077294" y="924402"/>
                  </a:lnTo>
                  <a:lnTo>
                    <a:pt x="2061683" y="924402"/>
                  </a:lnTo>
                  <a:lnTo>
                    <a:pt x="2055258" y="924402"/>
                  </a:lnTo>
                  <a:lnTo>
                    <a:pt x="2038787" y="924402"/>
                  </a:lnTo>
                  <a:lnTo>
                    <a:pt x="2033110" y="924402"/>
                  </a:lnTo>
                  <a:lnTo>
                    <a:pt x="2031619" y="924402"/>
                  </a:lnTo>
                  <a:lnTo>
                    <a:pt x="2011705" y="924402"/>
                  </a:lnTo>
                  <a:lnTo>
                    <a:pt x="1957554" y="924402"/>
                  </a:lnTo>
                  <a:lnTo>
                    <a:pt x="1949525" y="924402"/>
                  </a:lnTo>
                  <a:lnTo>
                    <a:pt x="1927489" y="924402"/>
                  </a:lnTo>
                  <a:lnTo>
                    <a:pt x="1911018" y="924402"/>
                  </a:lnTo>
                  <a:lnTo>
                    <a:pt x="1907543" y="924402"/>
                  </a:lnTo>
                  <a:lnTo>
                    <a:pt x="1885268" y="924402"/>
                  </a:lnTo>
                  <a:lnTo>
                    <a:pt x="1883936" y="924402"/>
                  </a:lnTo>
                  <a:lnTo>
                    <a:pt x="1868796" y="924402"/>
                  </a:lnTo>
                  <a:lnTo>
                    <a:pt x="1838732" y="924402"/>
                  </a:lnTo>
                  <a:lnTo>
                    <a:pt x="1779774" y="924402"/>
                  </a:lnTo>
                  <a:lnTo>
                    <a:pt x="1764668" y="924402"/>
                  </a:lnTo>
                  <a:lnTo>
                    <a:pt x="1757499" y="924402"/>
                  </a:lnTo>
                  <a:lnTo>
                    <a:pt x="1741027" y="924402"/>
                  </a:lnTo>
                  <a:lnTo>
                    <a:pt x="1737552" y="924402"/>
                  </a:lnTo>
                  <a:lnTo>
                    <a:pt x="1736094" y="924402"/>
                  </a:lnTo>
                  <a:lnTo>
                    <a:pt x="1734603" y="924402"/>
                  </a:lnTo>
                  <a:lnTo>
                    <a:pt x="1710963" y="924402"/>
                  </a:lnTo>
                  <a:lnTo>
                    <a:pt x="1707488" y="924402"/>
                  </a:lnTo>
                  <a:lnTo>
                    <a:pt x="1652509" y="924402"/>
                  </a:lnTo>
                  <a:lnTo>
                    <a:pt x="1636899" y="924402"/>
                  </a:lnTo>
                  <a:lnTo>
                    <a:pt x="1609783" y="924402"/>
                  </a:lnTo>
                  <a:lnTo>
                    <a:pt x="1608325" y="924402"/>
                  </a:lnTo>
                  <a:lnTo>
                    <a:pt x="1606834" y="924402"/>
                  </a:lnTo>
                  <a:lnTo>
                    <a:pt x="1579719" y="924402"/>
                  </a:lnTo>
                  <a:lnTo>
                    <a:pt x="1564612" y="924402"/>
                  </a:lnTo>
                  <a:lnTo>
                    <a:pt x="1524740" y="924402"/>
                  </a:lnTo>
                  <a:lnTo>
                    <a:pt x="1482518" y="924402"/>
                  </a:lnTo>
                  <a:lnTo>
                    <a:pt x="1460483" y="924402"/>
                  </a:lnTo>
                  <a:lnTo>
                    <a:pt x="1452454" y="924402"/>
                  </a:lnTo>
                  <a:lnTo>
                    <a:pt x="1444011" y="924402"/>
                  </a:lnTo>
                  <a:lnTo>
                    <a:pt x="1436843" y="924402"/>
                  </a:lnTo>
                  <a:lnTo>
                    <a:pt x="1413947" y="924402"/>
                  </a:lnTo>
                  <a:lnTo>
                    <a:pt x="1354749" y="924402"/>
                  </a:lnTo>
                  <a:lnTo>
                    <a:pt x="1332714" y="924402"/>
                  </a:lnTo>
                  <a:lnTo>
                    <a:pt x="1324685" y="924402"/>
                  </a:lnTo>
                  <a:lnTo>
                    <a:pt x="1316242" y="924402"/>
                  </a:lnTo>
                  <a:lnTo>
                    <a:pt x="1312767" y="924402"/>
                  </a:lnTo>
                  <a:lnTo>
                    <a:pt x="1286178" y="924402"/>
                  </a:lnTo>
                  <a:lnTo>
                    <a:pt x="1282703" y="924402"/>
                  </a:lnTo>
                  <a:lnTo>
                    <a:pt x="1243956" y="924402"/>
                  </a:lnTo>
                  <a:lnTo>
                    <a:pt x="1184998" y="924402"/>
                  </a:lnTo>
                  <a:lnTo>
                    <a:pt x="1154934" y="924402"/>
                  </a:lnTo>
                  <a:lnTo>
                    <a:pt x="1139828" y="924402"/>
                  </a:lnTo>
                  <a:lnTo>
                    <a:pt x="1116187" y="924402"/>
                  </a:lnTo>
                  <a:lnTo>
                    <a:pt x="1112712" y="924402"/>
                  </a:lnTo>
                  <a:lnTo>
                    <a:pt x="1057734" y="924402"/>
                  </a:lnTo>
                  <a:lnTo>
                    <a:pt x="1027669" y="924402"/>
                  </a:lnTo>
                  <a:lnTo>
                    <a:pt x="1012059" y="924402"/>
                  </a:lnTo>
                  <a:lnTo>
                    <a:pt x="984943" y="924402"/>
                  </a:lnTo>
                  <a:lnTo>
                    <a:pt x="929965" y="924402"/>
                  </a:lnTo>
                  <a:lnTo>
                    <a:pt x="899900" y="924402"/>
                  </a:lnTo>
                  <a:lnTo>
                    <a:pt x="857678" y="924402"/>
                  </a:lnTo>
                  <a:lnTo>
                    <a:pt x="819171" y="924402"/>
                  </a:lnTo>
                  <a:lnTo>
                    <a:pt x="729909" y="924402"/>
                  </a:lnTo>
                  <a:lnTo>
                    <a:pt x="691402" y="924402"/>
                  </a:lnTo>
                  <a:lnTo>
                    <a:pt x="687927" y="924402"/>
                  </a:lnTo>
                  <a:lnTo>
                    <a:pt x="560158" y="924402"/>
                  </a:lnTo>
                  <a:lnTo>
                    <a:pt x="432894" y="924402"/>
                  </a:lnTo>
                  <a:lnTo>
                    <a:pt x="305125" y="924402"/>
                  </a:lnTo>
                  <a:cubicBezTo>
                    <a:pt x="275541" y="924402"/>
                    <a:pt x="238373" y="903151"/>
                    <a:pt x="223202" y="877348"/>
                  </a:cubicBezTo>
                  <a:cubicBezTo>
                    <a:pt x="10809" y="509257"/>
                    <a:pt x="10809" y="509257"/>
                    <a:pt x="10809" y="509257"/>
                  </a:cubicBezTo>
                  <a:cubicBezTo>
                    <a:pt x="-3603" y="483452"/>
                    <a:pt x="-3603" y="440951"/>
                    <a:pt x="10809" y="415146"/>
                  </a:cubicBezTo>
                  <a:cubicBezTo>
                    <a:pt x="223202" y="47054"/>
                    <a:pt x="223202" y="47054"/>
                    <a:pt x="223202" y="47054"/>
                  </a:cubicBezTo>
                  <a:cubicBezTo>
                    <a:pt x="238373" y="21251"/>
                    <a:pt x="275541" y="0"/>
                    <a:pt x="305125" y="0"/>
                  </a:cubicBezTo>
                  <a:close/>
                </a:path>
              </a:pathLst>
            </a:custGeom>
            <a:solidFill>
              <a:srgbClr val="E87071"/>
            </a:solidFill>
            <a:ln w="19050">
              <a:gradFill flip="none" rotWithShape="1">
                <a:gsLst>
                  <a:gs pos="0">
                    <a:schemeClr val="bg1">
                      <a:lumMod val="75000"/>
                    </a:schemeClr>
                  </a:gs>
                  <a:gs pos="100000">
                    <a:schemeClr val="bg1"/>
                  </a:gs>
                </a:gsLst>
                <a:lin ang="2700000" scaled="1"/>
                <a:tileRect/>
              </a:gradFill>
            </a:ln>
            <a:effectLst>
              <a:innerShdw blurRad="63500" dist="50800" dir="13500000">
                <a:prstClr val="black">
                  <a:alpha val="50000"/>
                </a:prstClr>
              </a:innerShdw>
            </a:effectLst>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sp>
        <p:nvSpPr>
          <p:cNvPr id="7" name="TextBox 93"/>
          <p:cNvSpPr txBox="1"/>
          <p:nvPr/>
        </p:nvSpPr>
        <p:spPr>
          <a:xfrm>
            <a:off x="295998" y="152165"/>
            <a:ext cx="1843838" cy="525208"/>
          </a:xfrm>
          <a:prstGeom prst="rect">
            <a:avLst/>
          </a:prstGeom>
          <a:noFill/>
        </p:spPr>
        <p:txBody>
          <a:bodyPr wrap="none" rtlCol="0">
            <a:spAutoFit/>
          </a:bodyPr>
          <a:lstStyle/>
          <a:p>
            <a:r>
              <a:rPr lang="zh-CN" altLang="en-US" sz="2813" spc="422" dirty="0">
                <a:solidFill>
                  <a:schemeClr val="bg1"/>
                </a:solidFill>
                <a:latin typeface="+mj-ea"/>
                <a:ea typeface="+mj-ea"/>
              </a:rPr>
              <a:t>完成步骤</a:t>
            </a:r>
          </a:p>
        </p:txBody>
      </p:sp>
      <p:grpSp>
        <p:nvGrpSpPr>
          <p:cNvPr id="147" name="组合 146"/>
          <p:cNvGrpSpPr/>
          <p:nvPr/>
        </p:nvGrpSpPr>
        <p:grpSpPr>
          <a:xfrm flipH="1">
            <a:off x="6547632" y="5378184"/>
            <a:ext cx="4676692" cy="157911"/>
            <a:chOff x="7872142" y="1716173"/>
            <a:chExt cx="4433863" cy="149766"/>
          </a:xfrm>
        </p:grpSpPr>
        <p:cxnSp>
          <p:nvCxnSpPr>
            <p:cNvPr id="148" name="直接连接符 147"/>
            <p:cNvCxnSpPr>
              <a:endCxn id="149" idx="6"/>
            </p:cNvCxnSpPr>
            <p:nvPr/>
          </p:nvCxnSpPr>
          <p:spPr>
            <a:xfrm flipH="1" flipV="1">
              <a:off x="8021908" y="1791056"/>
              <a:ext cx="4284097" cy="22276"/>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9" name="椭圆 148"/>
            <p:cNvSpPr/>
            <p:nvPr/>
          </p:nvSpPr>
          <p:spPr>
            <a:xfrm>
              <a:off x="7872142" y="1716173"/>
              <a:ext cx="149766" cy="149766"/>
            </a:xfrm>
            <a:prstGeom prst="ellipse">
              <a:avLst/>
            </a:prstGeom>
            <a:solidFill>
              <a:srgbClr val="7B469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50" name="组合 149"/>
          <p:cNvGrpSpPr/>
          <p:nvPr/>
        </p:nvGrpSpPr>
        <p:grpSpPr>
          <a:xfrm flipH="1">
            <a:off x="7091524" y="3286673"/>
            <a:ext cx="4132798" cy="157911"/>
            <a:chOff x="7872142" y="1716173"/>
            <a:chExt cx="3918210" cy="149766"/>
          </a:xfrm>
        </p:grpSpPr>
        <p:cxnSp>
          <p:nvCxnSpPr>
            <p:cNvPr id="151" name="直接连接符 150"/>
            <p:cNvCxnSpPr>
              <a:endCxn id="152" idx="6"/>
            </p:cNvCxnSpPr>
            <p:nvPr/>
          </p:nvCxnSpPr>
          <p:spPr>
            <a:xfrm flipH="1" flipV="1">
              <a:off x="8021908" y="1791056"/>
              <a:ext cx="3768444" cy="19595"/>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2" name="椭圆 151"/>
            <p:cNvSpPr/>
            <p:nvPr/>
          </p:nvSpPr>
          <p:spPr>
            <a:xfrm>
              <a:off x="7872142" y="1716173"/>
              <a:ext cx="149766" cy="149766"/>
            </a:xfrm>
            <a:prstGeom prst="ellipse">
              <a:avLst/>
            </a:prstGeom>
            <a:solidFill>
              <a:srgbClr val="FFB8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53" name="任意多边形 152"/>
          <p:cNvSpPr/>
          <p:nvPr/>
        </p:nvSpPr>
        <p:spPr>
          <a:xfrm>
            <a:off x="5250696" y="1508204"/>
            <a:ext cx="2052888" cy="936626"/>
          </a:xfrm>
          <a:custGeom>
            <a:avLst/>
            <a:gdLst>
              <a:gd name="connsiteX0" fmla="*/ 1289422 w 2578844"/>
              <a:gd name="connsiteY0" fmla="*/ 0 h 1177018"/>
              <a:gd name="connsiteX1" fmla="*/ 2578134 w 2578844"/>
              <a:gd name="connsiteY1" fmla="*/ 1162953 h 1177018"/>
              <a:gd name="connsiteX2" fmla="*/ 2578844 w 2578844"/>
              <a:gd name="connsiteY2" fmla="*/ 1177018 h 1177018"/>
              <a:gd name="connsiteX3" fmla="*/ 0 w 2578844"/>
              <a:gd name="connsiteY3" fmla="*/ 1177018 h 1177018"/>
              <a:gd name="connsiteX4" fmla="*/ 710 w 2578844"/>
              <a:gd name="connsiteY4" fmla="*/ 1162953 h 1177018"/>
              <a:gd name="connsiteX5" fmla="*/ 1289422 w 2578844"/>
              <a:gd name="connsiteY5" fmla="*/ 0 h 117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844" h="1177018">
                <a:moveTo>
                  <a:pt x="1289422" y="0"/>
                </a:moveTo>
                <a:cubicBezTo>
                  <a:pt x="1960138" y="0"/>
                  <a:pt x="2511797" y="509739"/>
                  <a:pt x="2578134" y="1162953"/>
                </a:cubicBezTo>
                <a:lnTo>
                  <a:pt x="2578844" y="1177018"/>
                </a:lnTo>
                <a:lnTo>
                  <a:pt x="0" y="1177018"/>
                </a:lnTo>
                <a:lnTo>
                  <a:pt x="710" y="1162953"/>
                </a:lnTo>
                <a:cubicBezTo>
                  <a:pt x="67048" y="509739"/>
                  <a:pt x="618707" y="0"/>
                  <a:pt x="1289422" y="0"/>
                </a:cubicBezTo>
                <a:close/>
              </a:path>
            </a:pathLst>
          </a:custGeom>
          <a:gradFill>
            <a:gsLst>
              <a:gs pos="100000">
                <a:schemeClr val="bg1">
                  <a:lumMod val="95000"/>
                </a:schemeClr>
              </a:gs>
              <a:gs pos="0">
                <a:schemeClr val="bg1">
                  <a:lumMod val="80000"/>
                </a:schemeClr>
              </a:gs>
            </a:gsLst>
            <a:lin ang="2700000" scaled="1"/>
          </a:gradFill>
          <a:ln w="25400">
            <a:gradFill flip="none" rotWithShape="1">
              <a:gsLst>
                <a:gs pos="0">
                  <a:schemeClr val="bg1"/>
                </a:gs>
                <a:gs pos="100000">
                  <a:schemeClr val="bg1">
                    <a:lumMod val="75000"/>
                  </a:schemeClr>
                </a:gs>
              </a:gsLst>
              <a:lin ang="2700000" scaled="1"/>
              <a:tileRect/>
            </a:gradFill>
          </a:ln>
          <a:effectLst>
            <a:outerShdw blurRad="127000" dist="635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4" name="梯形 153"/>
          <p:cNvSpPr/>
          <p:nvPr/>
        </p:nvSpPr>
        <p:spPr>
          <a:xfrm flipV="1">
            <a:off x="5250696" y="2530142"/>
            <a:ext cx="2052888" cy="850232"/>
          </a:xfrm>
          <a:prstGeom prst="trapezoid">
            <a:avLst/>
          </a:prstGeom>
          <a:gradFill flip="none" rotWithShape="1">
            <a:gsLst>
              <a:gs pos="100000">
                <a:schemeClr val="bg1">
                  <a:lumMod val="95000"/>
                </a:schemeClr>
              </a:gs>
              <a:gs pos="0">
                <a:schemeClr val="bg1">
                  <a:lumMod val="80000"/>
                </a:schemeClr>
              </a:gs>
            </a:gsLst>
            <a:lin ang="18900000" scaled="1"/>
            <a:tileRect/>
          </a:gradFill>
          <a:ln w="25400">
            <a:gradFill flip="none" rotWithShape="1">
              <a:gsLst>
                <a:gs pos="0">
                  <a:schemeClr val="bg1">
                    <a:lumMod val="96000"/>
                  </a:schemeClr>
                </a:gs>
                <a:gs pos="100000">
                  <a:schemeClr val="bg1">
                    <a:lumMod val="75000"/>
                  </a:schemeClr>
                </a:gs>
              </a:gsLst>
              <a:lin ang="18900000" scaled="1"/>
              <a:tileRect/>
            </a:gradFill>
          </a:ln>
          <a:effectLst>
            <a:outerShdw blurRad="127000" dist="635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5" name="梯形 154"/>
          <p:cNvSpPr/>
          <p:nvPr/>
        </p:nvSpPr>
        <p:spPr>
          <a:xfrm flipV="1">
            <a:off x="5480126" y="3465685"/>
            <a:ext cx="1602408" cy="850232"/>
          </a:xfrm>
          <a:prstGeom prst="trapezoid">
            <a:avLst/>
          </a:prstGeom>
          <a:gradFill flip="none" rotWithShape="1">
            <a:gsLst>
              <a:gs pos="100000">
                <a:schemeClr val="bg1">
                  <a:lumMod val="95000"/>
                </a:schemeClr>
              </a:gs>
              <a:gs pos="0">
                <a:schemeClr val="bg1">
                  <a:lumMod val="80000"/>
                </a:schemeClr>
              </a:gs>
            </a:gsLst>
            <a:lin ang="18900000" scaled="1"/>
            <a:tileRect/>
          </a:gradFill>
          <a:ln w="25400">
            <a:gradFill flip="none" rotWithShape="1">
              <a:gsLst>
                <a:gs pos="0">
                  <a:schemeClr val="bg1">
                    <a:lumMod val="96000"/>
                  </a:schemeClr>
                </a:gs>
                <a:gs pos="100000">
                  <a:schemeClr val="bg1">
                    <a:lumMod val="75000"/>
                  </a:schemeClr>
                </a:gs>
              </a:gsLst>
              <a:lin ang="18900000" scaled="1"/>
              <a:tileRect/>
            </a:gradFill>
          </a:ln>
          <a:effectLst>
            <a:outerShdw blurRad="127000" dist="635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6" name="任意多边形 155"/>
          <p:cNvSpPr/>
          <p:nvPr/>
        </p:nvSpPr>
        <p:spPr>
          <a:xfrm flipV="1">
            <a:off x="5705070" y="4401228"/>
            <a:ext cx="1152520" cy="1134868"/>
          </a:xfrm>
          <a:custGeom>
            <a:avLst/>
            <a:gdLst>
              <a:gd name="connsiteX0" fmla="*/ 0 w 1447800"/>
              <a:gd name="connsiteY0" fmla="*/ 1426140 h 1426140"/>
              <a:gd name="connsiteX1" fmla="*/ 1447800 w 1447800"/>
              <a:gd name="connsiteY1" fmla="*/ 1426140 h 1426140"/>
              <a:gd name="connsiteX2" fmla="*/ 1180688 w 1447800"/>
              <a:gd name="connsiteY2" fmla="*/ 357690 h 1426140"/>
              <a:gd name="connsiteX3" fmla="*/ 1177247 w 1447800"/>
              <a:gd name="connsiteY3" fmla="*/ 357690 h 1426140"/>
              <a:gd name="connsiteX4" fmla="*/ 1174880 w 1447800"/>
              <a:gd name="connsiteY4" fmla="*/ 336305 h 1426140"/>
              <a:gd name="connsiteX5" fmla="*/ 721810 w 1447800"/>
              <a:gd name="connsiteY5" fmla="*/ 0 h 1426140"/>
              <a:gd name="connsiteX6" fmla="*/ 268741 w 1447800"/>
              <a:gd name="connsiteY6" fmla="*/ 336305 h 1426140"/>
              <a:gd name="connsiteX7" fmla="*/ 265786 w 1447800"/>
              <a:gd name="connsiteY7" fmla="*/ 362997 h 142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800" h="1426140">
                <a:moveTo>
                  <a:pt x="0" y="1426140"/>
                </a:moveTo>
                <a:lnTo>
                  <a:pt x="1447800" y="1426140"/>
                </a:lnTo>
                <a:lnTo>
                  <a:pt x="1180688" y="357690"/>
                </a:lnTo>
                <a:lnTo>
                  <a:pt x="1177247" y="357690"/>
                </a:lnTo>
                <a:lnTo>
                  <a:pt x="1174880" y="336305"/>
                </a:lnTo>
                <a:cubicBezTo>
                  <a:pt x="1131756" y="144376"/>
                  <a:pt x="945296" y="0"/>
                  <a:pt x="721810" y="0"/>
                </a:cubicBezTo>
                <a:cubicBezTo>
                  <a:pt x="498325" y="0"/>
                  <a:pt x="311864" y="144376"/>
                  <a:pt x="268741" y="336305"/>
                </a:cubicBezTo>
                <a:lnTo>
                  <a:pt x="265786" y="362997"/>
                </a:lnTo>
                <a:close/>
              </a:path>
            </a:pathLst>
          </a:custGeom>
          <a:gradFill flip="none" rotWithShape="1">
            <a:gsLst>
              <a:gs pos="100000">
                <a:schemeClr val="bg1">
                  <a:lumMod val="95000"/>
                </a:schemeClr>
              </a:gs>
              <a:gs pos="0">
                <a:schemeClr val="bg1">
                  <a:lumMod val="75000"/>
                </a:schemeClr>
              </a:gs>
            </a:gsLst>
            <a:lin ang="18900000" scaled="1"/>
            <a:tileRect/>
          </a:gradFill>
          <a:ln w="25400">
            <a:gradFill flip="none" rotWithShape="1">
              <a:gsLst>
                <a:gs pos="0">
                  <a:schemeClr val="bg1">
                    <a:lumMod val="96000"/>
                  </a:schemeClr>
                </a:gs>
                <a:gs pos="100000">
                  <a:schemeClr val="bg1">
                    <a:lumMod val="75000"/>
                  </a:schemeClr>
                </a:gs>
              </a:gsLst>
              <a:lin ang="18900000" scaled="1"/>
              <a:tileRect/>
            </a:gradFill>
          </a:ln>
          <a:effectLst>
            <a:outerShdw blurRad="127000" dist="635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57" name="组合 156"/>
          <p:cNvGrpSpPr/>
          <p:nvPr/>
        </p:nvGrpSpPr>
        <p:grpSpPr>
          <a:xfrm>
            <a:off x="5674899" y="5691691"/>
            <a:ext cx="1204483" cy="1102493"/>
            <a:chOff x="5525029" y="5078724"/>
            <a:chExt cx="1141942" cy="1045626"/>
          </a:xfrm>
        </p:grpSpPr>
        <p:sp>
          <p:nvSpPr>
            <p:cNvPr id="158" name="椭圆 157"/>
            <p:cNvSpPr/>
            <p:nvPr/>
          </p:nvSpPr>
          <p:spPr>
            <a:xfrm>
              <a:off x="5573188" y="5078724"/>
              <a:ext cx="1045626" cy="1045626"/>
            </a:xfrm>
            <a:prstGeom prst="ellipse">
              <a:avLst/>
            </a:prstGeom>
            <a:gradFill>
              <a:gsLst>
                <a:gs pos="100000">
                  <a:schemeClr val="bg1">
                    <a:lumMod val="95000"/>
                  </a:schemeClr>
                </a:gs>
                <a:gs pos="0">
                  <a:schemeClr val="bg1">
                    <a:lumMod val="75000"/>
                  </a:schemeClr>
                </a:gs>
              </a:gsLst>
              <a:lin ang="2700000" scaled="1"/>
            </a:gradFill>
            <a:ln w="25400">
              <a:gradFill flip="none" rotWithShape="1">
                <a:gsLst>
                  <a:gs pos="0">
                    <a:schemeClr val="bg1"/>
                  </a:gs>
                  <a:gs pos="100000">
                    <a:schemeClr val="bg1">
                      <a:lumMod val="75000"/>
                    </a:schemeClr>
                  </a:gs>
                </a:gsLst>
                <a:lin ang="2700000" scaled="1"/>
                <a:tileRect/>
              </a:gradFill>
            </a:ln>
            <a:effectLst>
              <a:outerShdw blurRad="127000" dist="635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9" name="文本框 17"/>
            <p:cNvSpPr txBox="1"/>
            <p:nvPr/>
          </p:nvSpPr>
          <p:spPr>
            <a:xfrm>
              <a:off x="5525029" y="5370704"/>
              <a:ext cx="1141942" cy="518551"/>
            </a:xfrm>
            <a:prstGeom prst="rect">
              <a:avLst/>
            </a:prstGeom>
            <a:noFill/>
          </p:spPr>
          <p:txBody>
            <a:bodyPr wrap="square" rtlCol="0">
              <a:spAutoFit/>
            </a:bodyPr>
            <a:lstStyle/>
            <a:p>
              <a:pPr algn="ctr"/>
              <a:r>
                <a:rPr lang="zh-CN" altLang="en-US" sz="2953" dirty="0">
                  <a:solidFill>
                    <a:schemeClr val="tx1">
                      <a:lumMod val="75000"/>
                      <a:lumOff val="25000"/>
                    </a:schemeClr>
                  </a:solidFill>
                  <a:latin typeface="LiHei Pro" panose="020B0500000000000000" pitchFamily="34" charset="-122"/>
                  <a:ea typeface="LiHei Pro" panose="020B0500000000000000" pitchFamily="34" charset="-122"/>
                </a:rPr>
                <a:t>标题</a:t>
              </a:r>
            </a:p>
          </p:txBody>
        </p:sp>
      </p:grpSp>
      <p:grpSp>
        <p:nvGrpSpPr>
          <p:cNvPr id="160" name="Group 4"/>
          <p:cNvGrpSpPr>
            <a:grpSpLocks noChangeAspect="1"/>
          </p:cNvGrpSpPr>
          <p:nvPr/>
        </p:nvGrpSpPr>
        <p:grpSpPr bwMode="auto">
          <a:xfrm>
            <a:off x="6030288" y="1754951"/>
            <a:ext cx="443620" cy="519685"/>
            <a:chOff x="1776" y="1776"/>
            <a:chExt cx="64" cy="75"/>
          </a:xfrm>
          <a:solidFill>
            <a:srgbClr val="01ACBE"/>
          </a:solidFill>
        </p:grpSpPr>
        <p:sp>
          <p:nvSpPr>
            <p:cNvPr id="161" name="Freeform 5"/>
            <p:cNvSpPr>
              <a:spLocks/>
            </p:cNvSpPr>
            <p:nvPr/>
          </p:nvSpPr>
          <p:spPr bwMode="auto">
            <a:xfrm>
              <a:off x="1795" y="1779"/>
              <a:ext cx="29" cy="26"/>
            </a:xfrm>
            <a:custGeom>
              <a:avLst/>
              <a:gdLst>
                <a:gd name="T0" fmla="*/ 5 w 11"/>
                <a:gd name="T1" fmla="*/ 10 h 10"/>
                <a:gd name="T2" fmla="*/ 5 w 11"/>
                <a:gd name="T3" fmla="*/ 10 h 10"/>
                <a:gd name="T4" fmla="*/ 11 w 11"/>
                <a:gd name="T5" fmla="*/ 5 h 10"/>
                <a:gd name="T6" fmla="*/ 5 w 11"/>
                <a:gd name="T7" fmla="*/ 0 h 10"/>
                <a:gd name="T8" fmla="*/ 5 w 11"/>
                <a:gd name="T9" fmla="*/ 0 h 10"/>
                <a:gd name="T10" fmla="*/ 0 w 11"/>
                <a:gd name="T11" fmla="*/ 5 h 10"/>
                <a:gd name="T12" fmla="*/ 5 w 11"/>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5" y="10"/>
                  </a:moveTo>
                  <a:cubicBezTo>
                    <a:pt x="5" y="10"/>
                    <a:pt x="5" y="10"/>
                    <a:pt x="5" y="10"/>
                  </a:cubicBezTo>
                  <a:cubicBezTo>
                    <a:pt x="8" y="10"/>
                    <a:pt x="11" y="8"/>
                    <a:pt x="11" y="5"/>
                  </a:cubicBezTo>
                  <a:cubicBezTo>
                    <a:pt x="11" y="2"/>
                    <a:pt x="8" y="0"/>
                    <a:pt x="5" y="0"/>
                  </a:cubicBezTo>
                  <a:cubicBezTo>
                    <a:pt x="5" y="0"/>
                    <a:pt x="5" y="0"/>
                    <a:pt x="5" y="0"/>
                  </a:cubicBezTo>
                  <a:cubicBezTo>
                    <a:pt x="2" y="1"/>
                    <a:pt x="0" y="3"/>
                    <a:pt x="0" y="5"/>
                  </a:cubicBezTo>
                  <a:cubicBezTo>
                    <a:pt x="0" y="8"/>
                    <a:pt x="2" y="10"/>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2" name="Freeform 6"/>
            <p:cNvSpPr>
              <a:spLocks/>
            </p:cNvSpPr>
            <p:nvPr/>
          </p:nvSpPr>
          <p:spPr bwMode="auto">
            <a:xfrm>
              <a:off x="1776" y="1810"/>
              <a:ext cx="64" cy="41"/>
            </a:xfrm>
            <a:custGeom>
              <a:avLst/>
              <a:gdLst>
                <a:gd name="T0" fmla="*/ 23 w 24"/>
                <a:gd name="T1" fmla="*/ 3 h 16"/>
                <a:gd name="T2" fmla="*/ 19 w 24"/>
                <a:gd name="T3" fmla="*/ 0 h 16"/>
                <a:gd name="T4" fmla="*/ 19 w 24"/>
                <a:gd name="T5" fmla="*/ 0 h 16"/>
                <a:gd name="T6" fmla="*/ 17 w 24"/>
                <a:gd name="T7" fmla="*/ 0 h 16"/>
                <a:gd name="T8" fmla="*/ 15 w 24"/>
                <a:gd name="T9" fmla="*/ 5 h 16"/>
                <a:gd name="T10" fmla="*/ 12 w 24"/>
                <a:gd name="T11" fmla="*/ 11 h 16"/>
                <a:gd name="T12" fmla="*/ 14 w 24"/>
                <a:gd name="T13" fmla="*/ 7 h 16"/>
                <a:gd name="T14" fmla="*/ 13 w 24"/>
                <a:gd name="T15" fmla="*/ 1 h 16"/>
                <a:gd name="T16" fmla="*/ 13 w 24"/>
                <a:gd name="T17" fmla="*/ 1 h 16"/>
                <a:gd name="T18" fmla="*/ 12 w 24"/>
                <a:gd name="T19" fmla="*/ 0 h 16"/>
                <a:gd name="T20" fmla="*/ 12 w 24"/>
                <a:gd name="T21" fmla="*/ 0 h 16"/>
                <a:gd name="T22" fmla="*/ 12 w 24"/>
                <a:gd name="T23" fmla="*/ 1 h 16"/>
                <a:gd name="T24" fmla="*/ 12 w 24"/>
                <a:gd name="T25" fmla="*/ 1 h 16"/>
                <a:gd name="T26" fmla="*/ 11 w 24"/>
                <a:gd name="T27" fmla="*/ 7 h 16"/>
                <a:gd name="T28" fmla="*/ 10 w 24"/>
                <a:gd name="T29" fmla="*/ 5 h 16"/>
                <a:gd name="T30" fmla="*/ 8 w 24"/>
                <a:gd name="T31" fmla="*/ 0 h 16"/>
                <a:gd name="T32" fmla="*/ 5 w 24"/>
                <a:gd name="T33" fmla="*/ 0 h 16"/>
                <a:gd name="T34" fmla="*/ 5 w 24"/>
                <a:gd name="T35" fmla="*/ 0 h 16"/>
                <a:gd name="T36" fmla="*/ 1 w 24"/>
                <a:gd name="T37" fmla="*/ 3 h 16"/>
                <a:gd name="T38" fmla="*/ 0 w 24"/>
                <a:gd name="T39" fmla="*/ 16 h 16"/>
                <a:gd name="T40" fmla="*/ 4 w 24"/>
                <a:gd name="T41" fmla="*/ 16 h 16"/>
                <a:gd name="T42" fmla="*/ 4 w 24"/>
                <a:gd name="T43" fmla="*/ 6 h 16"/>
                <a:gd name="T44" fmla="*/ 5 w 24"/>
                <a:gd name="T45" fmla="*/ 6 h 16"/>
                <a:gd name="T46" fmla="*/ 5 w 24"/>
                <a:gd name="T47" fmla="*/ 16 h 16"/>
                <a:gd name="T48" fmla="*/ 12 w 24"/>
                <a:gd name="T49" fmla="*/ 16 h 16"/>
                <a:gd name="T50" fmla="*/ 19 w 24"/>
                <a:gd name="T51" fmla="*/ 16 h 16"/>
                <a:gd name="T52" fmla="*/ 19 w 24"/>
                <a:gd name="T53" fmla="*/ 6 h 16"/>
                <a:gd name="T54" fmla="*/ 19 w 24"/>
                <a:gd name="T55" fmla="*/ 6 h 16"/>
                <a:gd name="T56" fmla="*/ 20 w 24"/>
                <a:gd name="T57" fmla="*/ 6 h 16"/>
                <a:gd name="T58" fmla="*/ 20 w 24"/>
                <a:gd name="T59" fmla="*/ 16 h 16"/>
                <a:gd name="T60" fmla="*/ 23 w 24"/>
                <a:gd name="T61" fmla="*/ 16 h 16"/>
                <a:gd name="T62" fmla="*/ 23 w 24"/>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6">
                  <a:moveTo>
                    <a:pt x="23" y="3"/>
                  </a:moveTo>
                  <a:cubicBezTo>
                    <a:pt x="22" y="1"/>
                    <a:pt x="20" y="0"/>
                    <a:pt x="19" y="0"/>
                  </a:cubicBezTo>
                  <a:cubicBezTo>
                    <a:pt x="19" y="0"/>
                    <a:pt x="19" y="0"/>
                    <a:pt x="19" y="0"/>
                  </a:cubicBezTo>
                  <a:cubicBezTo>
                    <a:pt x="17" y="0"/>
                    <a:pt x="17" y="0"/>
                    <a:pt x="17" y="0"/>
                  </a:cubicBezTo>
                  <a:cubicBezTo>
                    <a:pt x="15" y="5"/>
                    <a:pt x="15" y="5"/>
                    <a:pt x="15" y="5"/>
                  </a:cubicBezTo>
                  <a:cubicBezTo>
                    <a:pt x="12" y="11"/>
                    <a:pt x="12" y="11"/>
                    <a:pt x="12" y="11"/>
                  </a:cubicBezTo>
                  <a:cubicBezTo>
                    <a:pt x="14" y="7"/>
                    <a:pt x="14" y="7"/>
                    <a:pt x="14" y="7"/>
                  </a:cubicBezTo>
                  <a:cubicBezTo>
                    <a:pt x="13" y="1"/>
                    <a:pt x="13" y="1"/>
                    <a:pt x="13" y="1"/>
                  </a:cubicBezTo>
                  <a:cubicBezTo>
                    <a:pt x="13" y="1"/>
                    <a:pt x="13" y="1"/>
                    <a:pt x="13" y="1"/>
                  </a:cubicBezTo>
                  <a:cubicBezTo>
                    <a:pt x="13" y="0"/>
                    <a:pt x="13" y="0"/>
                    <a:pt x="12" y="0"/>
                  </a:cubicBezTo>
                  <a:cubicBezTo>
                    <a:pt x="12" y="0"/>
                    <a:pt x="12" y="0"/>
                    <a:pt x="12" y="0"/>
                  </a:cubicBezTo>
                  <a:cubicBezTo>
                    <a:pt x="12" y="0"/>
                    <a:pt x="12" y="0"/>
                    <a:pt x="12" y="1"/>
                  </a:cubicBezTo>
                  <a:cubicBezTo>
                    <a:pt x="12" y="1"/>
                    <a:pt x="12" y="1"/>
                    <a:pt x="12" y="1"/>
                  </a:cubicBezTo>
                  <a:cubicBezTo>
                    <a:pt x="11" y="7"/>
                    <a:pt x="11" y="7"/>
                    <a:pt x="11" y="7"/>
                  </a:cubicBezTo>
                  <a:cubicBezTo>
                    <a:pt x="10" y="5"/>
                    <a:pt x="10" y="5"/>
                    <a:pt x="10" y="5"/>
                  </a:cubicBezTo>
                  <a:cubicBezTo>
                    <a:pt x="8" y="0"/>
                    <a:pt x="8" y="0"/>
                    <a:pt x="8" y="0"/>
                  </a:cubicBezTo>
                  <a:cubicBezTo>
                    <a:pt x="5" y="0"/>
                    <a:pt x="5" y="0"/>
                    <a:pt x="5" y="0"/>
                  </a:cubicBezTo>
                  <a:cubicBezTo>
                    <a:pt x="5" y="0"/>
                    <a:pt x="5" y="0"/>
                    <a:pt x="5" y="0"/>
                  </a:cubicBezTo>
                  <a:cubicBezTo>
                    <a:pt x="3" y="0"/>
                    <a:pt x="2" y="1"/>
                    <a:pt x="1" y="3"/>
                  </a:cubicBezTo>
                  <a:cubicBezTo>
                    <a:pt x="0" y="5"/>
                    <a:pt x="0" y="11"/>
                    <a:pt x="0" y="16"/>
                  </a:cubicBezTo>
                  <a:cubicBezTo>
                    <a:pt x="4" y="16"/>
                    <a:pt x="4" y="16"/>
                    <a:pt x="4" y="16"/>
                  </a:cubicBezTo>
                  <a:cubicBezTo>
                    <a:pt x="4" y="6"/>
                    <a:pt x="4" y="6"/>
                    <a:pt x="4" y="6"/>
                  </a:cubicBezTo>
                  <a:cubicBezTo>
                    <a:pt x="4" y="6"/>
                    <a:pt x="4" y="6"/>
                    <a:pt x="5" y="6"/>
                  </a:cubicBezTo>
                  <a:cubicBezTo>
                    <a:pt x="5" y="16"/>
                    <a:pt x="5" y="16"/>
                    <a:pt x="5" y="16"/>
                  </a:cubicBezTo>
                  <a:cubicBezTo>
                    <a:pt x="12" y="16"/>
                    <a:pt x="12" y="16"/>
                    <a:pt x="12" y="16"/>
                  </a:cubicBezTo>
                  <a:cubicBezTo>
                    <a:pt x="19" y="16"/>
                    <a:pt x="19" y="16"/>
                    <a:pt x="19" y="16"/>
                  </a:cubicBezTo>
                  <a:cubicBezTo>
                    <a:pt x="19" y="6"/>
                    <a:pt x="19" y="6"/>
                    <a:pt x="19" y="6"/>
                  </a:cubicBezTo>
                  <a:cubicBezTo>
                    <a:pt x="19" y="6"/>
                    <a:pt x="19" y="6"/>
                    <a:pt x="19" y="6"/>
                  </a:cubicBezTo>
                  <a:cubicBezTo>
                    <a:pt x="19" y="6"/>
                    <a:pt x="20" y="6"/>
                    <a:pt x="20" y="6"/>
                  </a:cubicBezTo>
                  <a:cubicBezTo>
                    <a:pt x="20" y="16"/>
                    <a:pt x="20" y="16"/>
                    <a:pt x="20" y="16"/>
                  </a:cubicBezTo>
                  <a:cubicBezTo>
                    <a:pt x="23" y="16"/>
                    <a:pt x="23" y="16"/>
                    <a:pt x="23" y="16"/>
                  </a:cubicBezTo>
                  <a:cubicBezTo>
                    <a:pt x="24" y="11"/>
                    <a:pt x="24" y="5"/>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3" name="Freeform 7"/>
            <p:cNvSpPr>
              <a:spLocks/>
            </p:cNvSpPr>
            <p:nvPr/>
          </p:nvSpPr>
          <p:spPr bwMode="auto">
            <a:xfrm>
              <a:off x="1795" y="1776"/>
              <a:ext cx="29" cy="26"/>
            </a:xfrm>
            <a:custGeom>
              <a:avLst/>
              <a:gdLst>
                <a:gd name="T0" fmla="*/ 5 w 11"/>
                <a:gd name="T1" fmla="*/ 10 h 10"/>
                <a:gd name="T2" fmla="*/ 5 w 11"/>
                <a:gd name="T3" fmla="*/ 10 h 10"/>
                <a:gd name="T4" fmla="*/ 11 w 11"/>
                <a:gd name="T5" fmla="*/ 5 h 10"/>
                <a:gd name="T6" fmla="*/ 5 w 11"/>
                <a:gd name="T7" fmla="*/ 0 h 10"/>
                <a:gd name="T8" fmla="*/ 5 w 11"/>
                <a:gd name="T9" fmla="*/ 0 h 10"/>
                <a:gd name="T10" fmla="*/ 0 w 11"/>
                <a:gd name="T11" fmla="*/ 5 h 10"/>
                <a:gd name="T12" fmla="*/ 5 w 11"/>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5" y="10"/>
                  </a:moveTo>
                  <a:cubicBezTo>
                    <a:pt x="5" y="10"/>
                    <a:pt x="5" y="10"/>
                    <a:pt x="5" y="10"/>
                  </a:cubicBezTo>
                  <a:cubicBezTo>
                    <a:pt x="8" y="10"/>
                    <a:pt x="11" y="8"/>
                    <a:pt x="11" y="5"/>
                  </a:cubicBezTo>
                  <a:cubicBezTo>
                    <a:pt x="11" y="2"/>
                    <a:pt x="8" y="0"/>
                    <a:pt x="5" y="0"/>
                  </a:cubicBezTo>
                  <a:cubicBezTo>
                    <a:pt x="5" y="0"/>
                    <a:pt x="5" y="0"/>
                    <a:pt x="5" y="0"/>
                  </a:cubicBezTo>
                  <a:cubicBezTo>
                    <a:pt x="2" y="1"/>
                    <a:pt x="0" y="3"/>
                    <a:pt x="0" y="5"/>
                  </a:cubicBezTo>
                  <a:cubicBezTo>
                    <a:pt x="0" y="8"/>
                    <a:pt x="2" y="10"/>
                    <a:pt x="5"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4" name="Freeform 8"/>
            <p:cNvSpPr>
              <a:spLocks/>
            </p:cNvSpPr>
            <p:nvPr/>
          </p:nvSpPr>
          <p:spPr bwMode="auto">
            <a:xfrm>
              <a:off x="1776" y="1807"/>
              <a:ext cx="64" cy="42"/>
            </a:xfrm>
            <a:custGeom>
              <a:avLst/>
              <a:gdLst>
                <a:gd name="T0" fmla="*/ 23 w 24"/>
                <a:gd name="T1" fmla="*/ 3 h 16"/>
                <a:gd name="T2" fmla="*/ 19 w 24"/>
                <a:gd name="T3" fmla="*/ 0 h 16"/>
                <a:gd name="T4" fmla="*/ 19 w 24"/>
                <a:gd name="T5" fmla="*/ 0 h 16"/>
                <a:gd name="T6" fmla="*/ 17 w 24"/>
                <a:gd name="T7" fmla="*/ 0 h 16"/>
                <a:gd name="T8" fmla="*/ 15 w 24"/>
                <a:gd name="T9" fmla="*/ 5 h 16"/>
                <a:gd name="T10" fmla="*/ 12 w 24"/>
                <a:gd name="T11" fmla="*/ 11 h 16"/>
                <a:gd name="T12" fmla="*/ 14 w 24"/>
                <a:gd name="T13" fmla="*/ 7 h 16"/>
                <a:gd name="T14" fmla="*/ 13 w 24"/>
                <a:gd name="T15" fmla="*/ 1 h 16"/>
                <a:gd name="T16" fmla="*/ 13 w 24"/>
                <a:gd name="T17" fmla="*/ 1 h 16"/>
                <a:gd name="T18" fmla="*/ 12 w 24"/>
                <a:gd name="T19" fmla="*/ 0 h 16"/>
                <a:gd name="T20" fmla="*/ 12 w 24"/>
                <a:gd name="T21" fmla="*/ 0 h 16"/>
                <a:gd name="T22" fmla="*/ 12 w 24"/>
                <a:gd name="T23" fmla="*/ 1 h 16"/>
                <a:gd name="T24" fmla="*/ 12 w 24"/>
                <a:gd name="T25" fmla="*/ 1 h 16"/>
                <a:gd name="T26" fmla="*/ 11 w 24"/>
                <a:gd name="T27" fmla="*/ 7 h 16"/>
                <a:gd name="T28" fmla="*/ 10 w 24"/>
                <a:gd name="T29" fmla="*/ 5 h 16"/>
                <a:gd name="T30" fmla="*/ 8 w 24"/>
                <a:gd name="T31" fmla="*/ 0 h 16"/>
                <a:gd name="T32" fmla="*/ 5 w 24"/>
                <a:gd name="T33" fmla="*/ 0 h 16"/>
                <a:gd name="T34" fmla="*/ 5 w 24"/>
                <a:gd name="T35" fmla="*/ 0 h 16"/>
                <a:gd name="T36" fmla="*/ 1 w 24"/>
                <a:gd name="T37" fmla="*/ 3 h 16"/>
                <a:gd name="T38" fmla="*/ 0 w 24"/>
                <a:gd name="T39" fmla="*/ 16 h 16"/>
                <a:gd name="T40" fmla="*/ 4 w 24"/>
                <a:gd name="T41" fmla="*/ 16 h 16"/>
                <a:gd name="T42" fmla="*/ 4 w 24"/>
                <a:gd name="T43" fmla="*/ 6 h 16"/>
                <a:gd name="T44" fmla="*/ 5 w 24"/>
                <a:gd name="T45" fmla="*/ 6 h 16"/>
                <a:gd name="T46" fmla="*/ 5 w 24"/>
                <a:gd name="T47" fmla="*/ 16 h 16"/>
                <a:gd name="T48" fmla="*/ 12 w 24"/>
                <a:gd name="T49" fmla="*/ 16 h 16"/>
                <a:gd name="T50" fmla="*/ 19 w 24"/>
                <a:gd name="T51" fmla="*/ 16 h 16"/>
                <a:gd name="T52" fmla="*/ 19 w 24"/>
                <a:gd name="T53" fmla="*/ 6 h 16"/>
                <a:gd name="T54" fmla="*/ 19 w 24"/>
                <a:gd name="T55" fmla="*/ 6 h 16"/>
                <a:gd name="T56" fmla="*/ 20 w 24"/>
                <a:gd name="T57" fmla="*/ 6 h 16"/>
                <a:gd name="T58" fmla="*/ 20 w 24"/>
                <a:gd name="T59" fmla="*/ 16 h 16"/>
                <a:gd name="T60" fmla="*/ 23 w 24"/>
                <a:gd name="T61" fmla="*/ 16 h 16"/>
                <a:gd name="T62" fmla="*/ 23 w 24"/>
                <a:gd name="T6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6">
                  <a:moveTo>
                    <a:pt x="23" y="3"/>
                  </a:moveTo>
                  <a:cubicBezTo>
                    <a:pt x="22" y="1"/>
                    <a:pt x="20" y="0"/>
                    <a:pt x="19" y="0"/>
                  </a:cubicBezTo>
                  <a:cubicBezTo>
                    <a:pt x="19" y="0"/>
                    <a:pt x="19" y="0"/>
                    <a:pt x="19" y="0"/>
                  </a:cubicBezTo>
                  <a:cubicBezTo>
                    <a:pt x="17" y="0"/>
                    <a:pt x="17" y="0"/>
                    <a:pt x="17" y="0"/>
                  </a:cubicBezTo>
                  <a:cubicBezTo>
                    <a:pt x="15" y="5"/>
                    <a:pt x="15" y="5"/>
                    <a:pt x="15" y="5"/>
                  </a:cubicBezTo>
                  <a:cubicBezTo>
                    <a:pt x="12" y="11"/>
                    <a:pt x="12" y="11"/>
                    <a:pt x="12" y="11"/>
                  </a:cubicBezTo>
                  <a:cubicBezTo>
                    <a:pt x="14" y="7"/>
                    <a:pt x="14" y="7"/>
                    <a:pt x="14" y="7"/>
                  </a:cubicBezTo>
                  <a:cubicBezTo>
                    <a:pt x="13" y="1"/>
                    <a:pt x="13" y="1"/>
                    <a:pt x="13" y="1"/>
                  </a:cubicBezTo>
                  <a:cubicBezTo>
                    <a:pt x="13" y="1"/>
                    <a:pt x="13" y="1"/>
                    <a:pt x="13" y="1"/>
                  </a:cubicBezTo>
                  <a:cubicBezTo>
                    <a:pt x="13" y="0"/>
                    <a:pt x="13" y="0"/>
                    <a:pt x="12" y="0"/>
                  </a:cubicBezTo>
                  <a:cubicBezTo>
                    <a:pt x="12" y="0"/>
                    <a:pt x="12" y="0"/>
                    <a:pt x="12" y="0"/>
                  </a:cubicBezTo>
                  <a:cubicBezTo>
                    <a:pt x="12" y="0"/>
                    <a:pt x="12" y="0"/>
                    <a:pt x="12" y="1"/>
                  </a:cubicBezTo>
                  <a:cubicBezTo>
                    <a:pt x="12" y="1"/>
                    <a:pt x="12" y="1"/>
                    <a:pt x="12" y="1"/>
                  </a:cubicBezTo>
                  <a:cubicBezTo>
                    <a:pt x="11" y="7"/>
                    <a:pt x="11" y="7"/>
                    <a:pt x="11" y="7"/>
                  </a:cubicBezTo>
                  <a:cubicBezTo>
                    <a:pt x="10" y="5"/>
                    <a:pt x="10" y="5"/>
                    <a:pt x="10" y="5"/>
                  </a:cubicBezTo>
                  <a:cubicBezTo>
                    <a:pt x="8" y="0"/>
                    <a:pt x="8" y="0"/>
                    <a:pt x="8" y="0"/>
                  </a:cubicBezTo>
                  <a:cubicBezTo>
                    <a:pt x="5" y="0"/>
                    <a:pt x="5" y="0"/>
                    <a:pt x="5" y="0"/>
                  </a:cubicBezTo>
                  <a:cubicBezTo>
                    <a:pt x="5" y="0"/>
                    <a:pt x="5" y="0"/>
                    <a:pt x="5" y="0"/>
                  </a:cubicBezTo>
                  <a:cubicBezTo>
                    <a:pt x="3" y="0"/>
                    <a:pt x="2" y="1"/>
                    <a:pt x="1" y="3"/>
                  </a:cubicBezTo>
                  <a:cubicBezTo>
                    <a:pt x="0" y="5"/>
                    <a:pt x="0" y="11"/>
                    <a:pt x="0" y="16"/>
                  </a:cubicBezTo>
                  <a:cubicBezTo>
                    <a:pt x="4" y="16"/>
                    <a:pt x="4" y="16"/>
                    <a:pt x="4" y="16"/>
                  </a:cubicBezTo>
                  <a:cubicBezTo>
                    <a:pt x="4" y="6"/>
                    <a:pt x="4" y="6"/>
                    <a:pt x="4" y="6"/>
                  </a:cubicBezTo>
                  <a:cubicBezTo>
                    <a:pt x="4" y="6"/>
                    <a:pt x="4" y="6"/>
                    <a:pt x="5" y="6"/>
                  </a:cubicBezTo>
                  <a:cubicBezTo>
                    <a:pt x="5" y="16"/>
                    <a:pt x="5" y="16"/>
                    <a:pt x="5" y="16"/>
                  </a:cubicBezTo>
                  <a:cubicBezTo>
                    <a:pt x="12" y="16"/>
                    <a:pt x="12" y="16"/>
                    <a:pt x="12" y="16"/>
                  </a:cubicBezTo>
                  <a:cubicBezTo>
                    <a:pt x="19" y="16"/>
                    <a:pt x="19" y="16"/>
                    <a:pt x="19" y="16"/>
                  </a:cubicBezTo>
                  <a:cubicBezTo>
                    <a:pt x="19" y="6"/>
                    <a:pt x="19" y="6"/>
                    <a:pt x="19" y="6"/>
                  </a:cubicBezTo>
                  <a:cubicBezTo>
                    <a:pt x="19" y="6"/>
                    <a:pt x="19" y="6"/>
                    <a:pt x="19" y="6"/>
                  </a:cubicBezTo>
                  <a:cubicBezTo>
                    <a:pt x="19" y="6"/>
                    <a:pt x="20" y="6"/>
                    <a:pt x="20" y="6"/>
                  </a:cubicBezTo>
                  <a:cubicBezTo>
                    <a:pt x="20" y="16"/>
                    <a:pt x="20" y="16"/>
                    <a:pt x="20" y="16"/>
                  </a:cubicBezTo>
                  <a:cubicBezTo>
                    <a:pt x="23" y="16"/>
                    <a:pt x="23" y="16"/>
                    <a:pt x="23" y="16"/>
                  </a:cubicBezTo>
                  <a:cubicBezTo>
                    <a:pt x="24" y="11"/>
                    <a:pt x="24" y="5"/>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65" name="Group 18"/>
          <p:cNvGrpSpPr>
            <a:grpSpLocks noChangeAspect="1"/>
          </p:cNvGrpSpPr>
          <p:nvPr/>
        </p:nvGrpSpPr>
        <p:grpSpPr bwMode="auto">
          <a:xfrm>
            <a:off x="6054330" y="4676696"/>
            <a:ext cx="450535" cy="419662"/>
            <a:chOff x="3802" y="2858"/>
            <a:chExt cx="616" cy="574"/>
          </a:xfrm>
          <a:solidFill>
            <a:srgbClr val="7B4690"/>
          </a:solidFill>
        </p:grpSpPr>
        <p:sp>
          <p:nvSpPr>
            <p:cNvPr id="166" name="Rectangle 19"/>
            <p:cNvSpPr>
              <a:spLocks noChangeArrowheads="1"/>
            </p:cNvSpPr>
            <p:nvPr/>
          </p:nvSpPr>
          <p:spPr bwMode="auto">
            <a:xfrm>
              <a:off x="3802" y="3205"/>
              <a:ext cx="129"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7" name="Rectangle 20"/>
            <p:cNvSpPr>
              <a:spLocks noChangeArrowheads="1"/>
            </p:cNvSpPr>
            <p:nvPr/>
          </p:nvSpPr>
          <p:spPr bwMode="auto">
            <a:xfrm>
              <a:off x="3964" y="3174"/>
              <a:ext cx="129" cy="2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8" name="Rectangle 21"/>
            <p:cNvSpPr>
              <a:spLocks noChangeArrowheads="1"/>
            </p:cNvSpPr>
            <p:nvPr/>
          </p:nvSpPr>
          <p:spPr bwMode="auto">
            <a:xfrm>
              <a:off x="4129" y="3131"/>
              <a:ext cx="129" cy="3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69" name="Rectangle 22"/>
            <p:cNvSpPr>
              <a:spLocks noChangeArrowheads="1"/>
            </p:cNvSpPr>
            <p:nvPr/>
          </p:nvSpPr>
          <p:spPr bwMode="auto">
            <a:xfrm>
              <a:off x="4289" y="3078"/>
              <a:ext cx="129" cy="3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0" name="Freeform 23"/>
            <p:cNvSpPr>
              <a:spLocks/>
            </p:cNvSpPr>
            <p:nvPr/>
          </p:nvSpPr>
          <p:spPr bwMode="auto">
            <a:xfrm>
              <a:off x="3888" y="2858"/>
              <a:ext cx="370" cy="270"/>
            </a:xfrm>
            <a:custGeom>
              <a:avLst/>
              <a:gdLst>
                <a:gd name="T0" fmla="*/ 94 w 155"/>
                <a:gd name="T1" fmla="*/ 21 h 113"/>
                <a:gd name="T2" fmla="*/ 0 w 155"/>
                <a:gd name="T3" fmla="*/ 72 h 113"/>
                <a:gd name="T4" fmla="*/ 114 w 155"/>
                <a:gd name="T5" fmla="*/ 63 h 113"/>
                <a:gd name="T6" fmla="*/ 122 w 155"/>
                <a:gd name="T7" fmla="*/ 82 h 113"/>
                <a:gd name="T8" fmla="*/ 155 w 155"/>
                <a:gd name="T9" fmla="*/ 0 h 113"/>
                <a:gd name="T10" fmla="*/ 85 w 155"/>
                <a:gd name="T11" fmla="*/ 2 h 113"/>
                <a:gd name="T12" fmla="*/ 94 w 155"/>
                <a:gd name="T13" fmla="*/ 21 h 113"/>
              </a:gdLst>
              <a:ahLst/>
              <a:cxnLst>
                <a:cxn ang="0">
                  <a:pos x="T0" y="T1"/>
                </a:cxn>
                <a:cxn ang="0">
                  <a:pos x="T2" y="T3"/>
                </a:cxn>
                <a:cxn ang="0">
                  <a:pos x="T4" y="T5"/>
                </a:cxn>
                <a:cxn ang="0">
                  <a:pos x="T6" y="T7"/>
                </a:cxn>
                <a:cxn ang="0">
                  <a:pos x="T8" y="T9"/>
                </a:cxn>
                <a:cxn ang="0">
                  <a:pos x="T10" y="T11"/>
                </a:cxn>
                <a:cxn ang="0">
                  <a:pos x="T12" y="T13"/>
                </a:cxn>
              </a:cxnLst>
              <a:rect l="0" t="0" r="r" b="b"/>
              <a:pathLst>
                <a:path w="155" h="113">
                  <a:moveTo>
                    <a:pt x="94" y="21"/>
                  </a:moveTo>
                  <a:cubicBezTo>
                    <a:pt x="85" y="33"/>
                    <a:pt x="53" y="68"/>
                    <a:pt x="0" y="72"/>
                  </a:cubicBezTo>
                  <a:cubicBezTo>
                    <a:pt x="0" y="72"/>
                    <a:pt x="31" y="113"/>
                    <a:pt x="114" y="63"/>
                  </a:cubicBezTo>
                  <a:cubicBezTo>
                    <a:pt x="122" y="82"/>
                    <a:pt x="122" y="82"/>
                    <a:pt x="122" y="82"/>
                  </a:cubicBezTo>
                  <a:cubicBezTo>
                    <a:pt x="155" y="0"/>
                    <a:pt x="155" y="0"/>
                    <a:pt x="155" y="0"/>
                  </a:cubicBezTo>
                  <a:cubicBezTo>
                    <a:pt x="85" y="2"/>
                    <a:pt x="85" y="2"/>
                    <a:pt x="85" y="2"/>
                  </a:cubicBezTo>
                  <a:lnTo>
                    <a:pt x="9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71" name="Group 13"/>
          <p:cNvGrpSpPr>
            <a:grpSpLocks noChangeAspect="1"/>
          </p:cNvGrpSpPr>
          <p:nvPr/>
        </p:nvGrpSpPr>
        <p:grpSpPr bwMode="auto">
          <a:xfrm>
            <a:off x="6006649" y="2694103"/>
            <a:ext cx="540982" cy="547169"/>
            <a:chOff x="2426" y="2781"/>
            <a:chExt cx="593" cy="600"/>
          </a:xfrm>
          <a:solidFill>
            <a:srgbClr val="FFB850"/>
          </a:solidFill>
        </p:grpSpPr>
        <p:sp>
          <p:nvSpPr>
            <p:cNvPr id="172" name="Freeform 14"/>
            <p:cNvSpPr>
              <a:spLocks/>
            </p:cNvSpPr>
            <p:nvPr/>
          </p:nvSpPr>
          <p:spPr bwMode="auto">
            <a:xfrm>
              <a:off x="2442" y="2805"/>
              <a:ext cx="577" cy="576"/>
            </a:xfrm>
            <a:custGeom>
              <a:avLst/>
              <a:gdLst>
                <a:gd name="T0" fmla="*/ 0 w 241"/>
                <a:gd name="T1" fmla="*/ 115 h 241"/>
                <a:gd name="T2" fmla="*/ 0 w 241"/>
                <a:gd name="T3" fmla="*/ 121 h 241"/>
                <a:gd name="T4" fmla="*/ 121 w 241"/>
                <a:gd name="T5" fmla="*/ 241 h 241"/>
                <a:gd name="T6" fmla="*/ 241 w 241"/>
                <a:gd name="T7" fmla="*/ 121 h 241"/>
                <a:gd name="T8" fmla="*/ 121 w 241"/>
                <a:gd name="T9" fmla="*/ 0 h 241"/>
                <a:gd name="T10" fmla="*/ 121 w 241"/>
                <a:gd name="T11" fmla="*/ 115 h 241"/>
                <a:gd name="T12" fmla="*/ 0 w 241"/>
                <a:gd name="T13" fmla="*/ 115 h 241"/>
              </a:gdLst>
              <a:ahLst/>
              <a:cxnLst>
                <a:cxn ang="0">
                  <a:pos x="T0" y="T1"/>
                </a:cxn>
                <a:cxn ang="0">
                  <a:pos x="T2" y="T3"/>
                </a:cxn>
                <a:cxn ang="0">
                  <a:pos x="T4" y="T5"/>
                </a:cxn>
                <a:cxn ang="0">
                  <a:pos x="T6" y="T7"/>
                </a:cxn>
                <a:cxn ang="0">
                  <a:pos x="T8" y="T9"/>
                </a:cxn>
                <a:cxn ang="0">
                  <a:pos x="T10" y="T11"/>
                </a:cxn>
                <a:cxn ang="0">
                  <a:pos x="T12" y="T13"/>
                </a:cxn>
              </a:cxnLst>
              <a:rect l="0" t="0" r="r" b="b"/>
              <a:pathLst>
                <a:path w="241" h="241">
                  <a:moveTo>
                    <a:pt x="0" y="115"/>
                  </a:moveTo>
                  <a:cubicBezTo>
                    <a:pt x="0" y="117"/>
                    <a:pt x="0" y="119"/>
                    <a:pt x="0" y="121"/>
                  </a:cubicBezTo>
                  <a:cubicBezTo>
                    <a:pt x="0" y="187"/>
                    <a:pt x="54" y="241"/>
                    <a:pt x="121" y="241"/>
                  </a:cubicBezTo>
                  <a:cubicBezTo>
                    <a:pt x="187" y="241"/>
                    <a:pt x="241" y="187"/>
                    <a:pt x="241" y="121"/>
                  </a:cubicBezTo>
                  <a:cubicBezTo>
                    <a:pt x="241" y="54"/>
                    <a:pt x="187" y="0"/>
                    <a:pt x="121" y="0"/>
                  </a:cubicBezTo>
                  <a:cubicBezTo>
                    <a:pt x="121" y="115"/>
                    <a:pt x="121" y="115"/>
                    <a:pt x="121" y="115"/>
                  </a:cubicBez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3" name="Freeform 15"/>
            <p:cNvSpPr>
              <a:spLocks noEditPoints="1"/>
            </p:cNvSpPr>
            <p:nvPr/>
          </p:nvSpPr>
          <p:spPr bwMode="auto">
            <a:xfrm>
              <a:off x="2426" y="2781"/>
              <a:ext cx="275" cy="273"/>
            </a:xfrm>
            <a:custGeom>
              <a:avLst/>
              <a:gdLst>
                <a:gd name="T0" fmla="*/ 0 w 115"/>
                <a:gd name="T1" fmla="*/ 114 h 114"/>
                <a:gd name="T2" fmla="*/ 115 w 115"/>
                <a:gd name="T3" fmla="*/ 114 h 114"/>
                <a:gd name="T4" fmla="*/ 115 w 115"/>
                <a:gd name="T5" fmla="*/ 0 h 114"/>
                <a:gd name="T6" fmla="*/ 0 w 115"/>
                <a:gd name="T7" fmla="*/ 114 h 114"/>
                <a:gd name="T8" fmla="*/ 15 w 115"/>
                <a:gd name="T9" fmla="*/ 104 h 114"/>
                <a:gd name="T10" fmla="*/ 104 w 115"/>
                <a:gd name="T11" fmla="*/ 14 h 114"/>
                <a:gd name="T12" fmla="*/ 104 w 115"/>
                <a:gd name="T13" fmla="*/ 104 h 114"/>
                <a:gd name="T14" fmla="*/ 15 w 115"/>
                <a:gd name="T15" fmla="*/ 10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4">
                  <a:moveTo>
                    <a:pt x="0" y="114"/>
                  </a:moveTo>
                  <a:cubicBezTo>
                    <a:pt x="115" y="114"/>
                    <a:pt x="115" y="114"/>
                    <a:pt x="115" y="114"/>
                  </a:cubicBezTo>
                  <a:cubicBezTo>
                    <a:pt x="115" y="0"/>
                    <a:pt x="115" y="0"/>
                    <a:pt x="115" y="0"/>
                  </a:cubicBezTo>
                  <a:cubicBezTo>
                    <a:pt x="51" y="0"/>
                    <a:pt x="0" y="51"/>
                    <a:pt x="0" y="114"/>
                  </a:cubicBezTo>
                  <a:close/>
                  <a:moveTo>
                    <a:pt x="15" y="104"/>
                  </a:moveTo>
                  <a:cubicBezTo>
                    <a:pt x="15" y="54"/>
                    <a:pt x="55" y="14"/>
                    <a:pt x="104" y="14"/>
                  </a:cubicBezTo>
                  <a:cubicBezTo>
                    <a:pt x="104" y="104"/>
                    <a:pt x="104" y="104"/>
                    <a:pt x="104" y="104"/>
                  </a:cubicBezTo>
                  <a:lnTo>
                    <a:pt x="15"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74" name="组合 173"/>
          <p:cNvGrpSpPr/>
          <p:nvPr/>
        </p:nvGrpSpPr>
        <p:grpSpPr>
          <a:xfrm>
            <a:off x="6051993" y="3640603"/>
            <a:ext cx="464890" cy="505725"/>
            <a:chOff x="4873626" y="1965325"/>
            <a:chExt cx="269876" cy="293688"/>
          </a:xfrm>
          <a:solidFill>
            <a:srgbClr val="E87071"/>
          </a:solidFill>
        </p:grpSpPr>
        <p:sp>
          <p:nvSpPr>
            <p:cNvPr id="175" name="Freeform 502"/>
            <p:cNvSpPr>
              <a:spLocks/>
            </p:cNvSpPr>
            <p:nvPr/>
          </p:nvSpPr>
          <p:spPr bwMode="auto">
            <a:xfrm>
              <a:off x="4873626" y="2127250"/>
              <a:ext cx="112713" cy="131763"/>
            </a:xfrm>
            <a:custGeom>
              <a:avLst/>
              <a:gdLst>
                <a:gd name="T0" fmla="*/ 2 w 30"/>
                <a:gd name="T1" fmla="*/ 0 h 35"/>
                <a:gd name="T2" fmla="*/ 28 w 30"/>
                <a:gd name="T3" fmla="*/ 0 h 35"/>
                <a:gd name="T4" fmla="*/ 30 w 30"/>
                <a:gd name="T5" fmla="*/ 1 h 35"/>
                <a:gd name="T6" fmla="*/ 28 w 30"/>
                <a:gd name="T7" fmla="*/ 3 h 35"/>
                <a:gd name="T8" fmla="*/ 3 w 30"/>
                <a:gd name="T9" fmla="*/ 3 h 35"/>
                <a:gd name="T10" fmla="*/ 3 w 30"/>
                <a:gd name="T11" fmla="*/ 33 h 35"/>
                <a:gd name="T12" fmla="*/ 2 w 30"/>
                <a:gd name="T13" fmla="*/ 35 h 35"/>
                <a:gd name="T14" fmla="*/ 0 w 30"/>
                <a:gd name="T15" fmla="*/ 33 h 35"/>
                <a:gd name="T16" fmla="*/ 0 w 30"/>
                <a:gd name="T17" fmla="*/ 1 h 35"/>
                <a:gd name="T18" fmla="*/ 2 w 30"/>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5">
                  <a:moveTo>
                    <a:pt x="2" y="0"/>
                  </a:moveTo>
                  <a:cubicBezTo>
                    <a:pt x="28" y="0"/>
                    <a:pt x="28" y="0"/>
                    <a:pt x="28" y="0"/>
                  </a:cubicBezTo>
                  <a:cubicBezTo>
                    <a:pt x="29" y="0"/>
                    <a:pt x="30" y="1"/>
                    <a:pt x="30" y="1"/>
                  </a:cubicBezTo>
                  <a:cubicBezTo>
                    <a:pt x="30" y="2"/>
                    <a:pt x="29" y="3"/>
                    <a:pt x="28" y="3"/>
                  </a:cubicBezTo>
                  <a:cubicBezTo>
                    <a:pt x="3" y="3"/>
                    <a:pt x="3" y="3"/>
                    <a:pt x="3" y="3"/>
                  </a:cubicBezTo>
                  <a:cubicBezTo>
                    <a:pt x="3" y="33"/>
                    <a:pt x="3" y="33"/>
                    <a:pt x="3" y="33"/>
                  </a:cubicBezTo>
                  <a:cubicBezTo>
                    <a:pt x="3" y="34"/>
                    <a:pt x="3" y="35"/>
                    <a:pt x="2" y="35"/>
                  </a:cubicBezTo>
                  <a:cubicBezTo>
                    <a:pt x="1" y="35"/>
                    <a:pt x="0" y="34"/>
                    <a:pt x="0" y="33"/>
                  </a:cubicBez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6" name="Freeform 503"/>
            <p:cNvSpPr>
              <a:spLocks/>
            </p:cNvSpPr>
            <p:nvPr/>
          </p:nvSpPr>
          <p:spPr bwMode="auto">
            <a:xfrm>
              <a:off x="4884739" y="1973263"/>
              <a:ext cx="41275" cy="146050"/>
            </a:xfrm>
            <a:custGeom>
              <a:avLst/>
              <a:gdLst>
                <a:gd name="T0" fmla="*/ 11 w 11"/>
                <a:gd name="T1" fmla="*/ 34 h 39"/>
                <a:gd name="T2" fmla="*/ 11 w 11"/>
                <a:gd name="T3" fmla="*/ 6 h 39"/>
                <a:gd name="T4" fmla="*/ 5 w 11"/>
                <a:gd name="T5" fmla="*/ 0 h 39"/>
                <a:gd name="T6" fmla="*/ 0 w 11"/>
                <a:gd name="T7" fmla="*/ 6 h 39"/>
                <a:gd name="T8" fmla="*/ 0 w 11"/>
                <a:gd name="T9" fmla="*/ 34 h 39"/>
                <a:gd name="T10" fmla="*/ 5 w 11"/>
                <a:gd name="T11" fmla="*/ 39 h 39"/>
                <a:gd name="T12" fmla="*/ 11 w 11"/>
                <a:gd name="T13" fmla="*/ 34 h 39"/>
              </a:gdLst>
              <a:ahLst/>
              <a:cxnLst>
                <a:cxn ang="0">
                  <a:pos x="T0" y="T1"/>
                </a:cxn>
                <a:cxn ang="0">
                  <a:pos x="T2" y="T3"/>
                </a:cxn>
                <a:cxn ang="0">
                  <a:pos x="T4" y="T5"/>
                </a:cxn>
                <a:cxn ang="0">
                  <a:pos x="T6" y="T7"/>
                </a:cxn>
                <a:cxn ang="0">
                  <a:pos x="T8" y="T9"/>
                </a:cxn>
                <a:cxn ang="0">
                  <a:pos x="T10" y="T11"/>
                </a:cxn>
                <a:cxn ang="0">
                  <a:pos x="T12" y="T13"/>
                </a:cxn>
              </a:cxnLst>
              <a:rect l="0" t="0" r="r" b="b"/>
              <a:pathLst>
                <a:path w="11" h="39">
                  <a:moveTo>
                    <a:pt x="11" y="34"/>
                  </a:moveTo>
                  <a:cubicBezTo>
                    <a:pt x="11" y="6"/>
                    <a:pt x="11" y="6"/>
                    <a:pt x="11" y="6"/>
                  </a:cubicBezTo>
                  <a:cubicBezTo>
                    <a:pt x="11" y="3"/>
                    <a:pt x="9" y="0"/>
                    <a:pt x="5" y="0"/>
                  </a:cubicBezTo>
                  <a:cubicBezTo>
                    <a:pt x="2" y="0"/>
                    <a:pt x="0" y="3"/>
                    <a:pt x="0" y="6"/>
                  </a:cubicBezTo>
                  <a:cubicBezTo>
                    <a:pt x="0" y="34"/>
                    <a:pt x="0" y="34"/>
                    <a:pt x="0" y="34"/>
                  </a:cubicBezTo>
                  <a:cubicBezTo>
                    <a:pt x="0" y="37"/>
                    <a:pt x="2" y="39"/>
                    <a:pt x="5" y="39"/>
                  </a:cubicBezTo>
                  <a:cubicBezTo>
                    <a:pt x="9" y="39"/>
                    <a:pt x="11" y="37"/>
                    <a:pt x="1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7" name="Freeform 504"/>
            <p:cNvSpPr>
              <a:spLocks/>
            </p:cNvSpPr>
            <p:nvPr/>
          </p:nvSpPr>
          <p:spPr bwMode="auto">
            <a:xfrm>
              <a:off x="4940301" y="1965325"/>
              <a:ext cx="177800" cy="293688"/>
            </a:xfrm>
            <a:custGeom>
              <a:avLst/>
              <a:gdLst>
                <a:gd name="T0" fmla="*/ 5 w 47"/>
                <a:gd name="T1" fmla="*/ 69 h 78"/>
                <a:gd name="T2" fmla="*/ 6 w 47"/>
                <a:gd name="T3" fmla="*/ 77 h 78"/>
                <a:gd name="T4" fmla="*/ 9 w 47"/>
                <a:gd name="T5" fmla="*/ 78 h 78"/>
                <a:gd name="T6" fmla="*/ 14 w 47"/>
                <a:gd name="T7" fmla="*/ 76 h 78"/>
                <a:gd name="T8" fmla="*/ 26 w 47"/>
                <a:gd name="T9" fmla="*/ 57 h 78"/>
                <a:gd name="T10" fmla="*/ 46 w 47"/>
                <a:gd name="T11" fmla="*/ 57 h 78"/>
                <a:gd name="T12" fmla="*/ 47 w 47"/>
                <a:gd name="T13" fmla="*/ 56 h 78"/>
                <a:gd name="T14" fmla="*/ 47 w 47"/>
                <a:gd name="T15" fmla="*/ 42 h 78"/>
                <a:gd name="T16" fmla="*/ 32 w 47"/>
                <a:gd name="T17" fmla="*/ 19 h 78"/>
                <a:gd name="T18" fmla="*/ 30 w 47"/>
                <a:gd name="T19" fmla="*/ 20 h 78"/>
                <a:gd name="T20" fmla="*/ 35 w 47"/>
                <a:gd name="T21" fmla="*/ 10 h 78"/>
                <a:gd name="T22" fmla="*/ 24 w 47"/>
                <a:gd name="T23" fmla="*/ 0 h 78"/>
                <a:gd name="T24" fmla="*/ 14 w 47"/>
                <a:gd name="T25" fmla="*/ 10 h 78"/>
                <a:gd name="T26" fmla="*/ 24 w 47"/>
                <a:gd name="T27" fmla="*/ 21 h 78"/>
                <a:gd name="T28" fmla="*/ 27 w 47"/>
                <a:gd name="T29" fmla="*/ 20 h 78"/>
                <a:gd name="T30" fmla="*/ 21 w 47"/>
                <a:gd name="T31" fmla="*/ 27 h 78"/>
                <a:gd name="T32" fmla="*/ 5 w 47"/>
                <a:gd name="T33" fmla="*/ 31 h 78"/>
                <a:gd name="T34" fmla="*/ 1 w 47"/>
                <a:gd name="T35" fmla="*/ 34 h 78"/>
                <a:gd name="T36" fmla="*/ 1 w 47"/>
                <a:gd name="T37" fmla="*/ 38 h 78"/>
                <a:gd name="T38" fmla="*/ 6 w 47"/>
                <a:gd name="T39" fmla="*/ 42 h 78"/>
                <a:gd name="T40" fmla="*/ 8 w 47"/>
                <a:gd name="T41" fmla="*/ 42 h 78"/>
                <a:gd name="T42" fmla="*/ 17 w 47"/>
                <a:gd name="T43" fmla="*/ 40 h 78"/>
                <a:gd name="T44" fmla="*/ 17 w 47"/>
                <a:gd name="T45" fmla="*/ 43 h 78"/>
                <a:gd name="T46" fmla="*/ 17 w 47"/>
                <a:gd name="T47" fmla="*/ 47 h 78"/>
                <a:gd name="T48" fmla="*/ 5 w 47"/>
                <a:gd name="T49"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78">
                  <a:moveTo>
                    <a:pt x="5" y="69"/>
                  </a:moveTo>
                  <a:cubicBezTo>
                    <a:pt x="3" y="72"/>
                    <a:pt x="3" y="76"/>
                    <a:pt x="6" y="77"/>
                  </a:cubicBezTo>
                  <a:cubicBezTo>
                    <a:pt x="7" y="78"/>
                    <a:pt x="8" y="78"/>
                    <a:pt x="9" y="78"/>
                  </a:cubicBezTo>
                  <a:cubicBezTo>
                    <a:pt x="11" y="78"/>
                    <a:pt x="13" y="77"/>
                    <a:pt x="14" y="76"/>
                  </a:cubicBezTo>
                  <a:cubicBezTo>
                    <a:pt x="26" y="57"/>
                    <a:pt x="26" y="57"/>
                    <a:pt x="26" y="57"/>
                  </a:cubicBezTo>
                  <a:cubicBezTo>
                    <a:pt x="46" y="57"/>
                    <a:pt x="46" y="57"/>
                    <a:pt x="46" y="57"/>
                  </a:cubicBezTo>
                  <a:cubicBezTo>
                    <a:pt x="47" y="57"/>
                    <a:pt x="47" y="57"/>
                    <a:pt x="47" y="56"/>
                  </a:cubicBezTo>
                  <a:cubicBezTo>
                    <a:pt x="47" y="42"/>
                    <a:pt x="47" y="42"/>
                    <a:pt x="47" y="42"/>
                  </a:cubicBezTo>
                  <a:cubicBezTo>
                    <a:pt x="47" y="29"/>
                    <a:pt x="41" y="19"/>
                    <a:pt x="32" y="19"/>
                  </a:cubicBezTo>
                  <a:cubicBezTo>
                    <a:pt x="31" y="19"/>
                    <a:pt x="30" y="19"/>
                    <a:pt x="30" y="20"/>
                  </a:cubicBezTo>
                  <a:cubicBezTo>
                    <a:pt x="33" y="18"/>
                    <a:pt x="35" y="14"/>
                    <a:pt x="35" y="10"/>
                  </a:cubicBezTo>
                  <a:cubicBezTo>
                    <a:pt x="35" y="5"/>
                    <a:pt x="30" y="0"/>
                    <a:pt x="24" y="0"/>
                  </a:cubicBezTo>
                  <a:cubicBezTo>
                    <a:pt x="19" y="0"/>
                    <a:pt x="14" y="5"/>
                    <a:pt x="14" y="10"/>
                  </a:cubicBezTo>
                  <a:cubicBezTo>
                    <a:pt x="14" y="16"/>
                    <a:pt x="19" y="21"/>
                    <a:pt x="24" y="21"/>
                  </a:cubicBezTo>
                  <a:cubicBezTo>
                    <a:pt x="25" y="21"/>
                    <a:pt x="26" y="21"/>
                    <a:pt x="27" y="20"/>
                  </a:cubicBezTo>
                  <a:cubicBezTo>
                    <a:pt x="25" y="22"/>
                    <a:pt x="23" y="24"/>
                    <a:pt x="21" y="27"/>
                  </a:cubicBezTo>
                  <a:cubicBezTo>
                    <a:pt x="5" y="31"/>
                    <a:pt x="5" y="31"/>
                    <a:pt x="5" y="31"/>
                  </a:cubicBezTo>
                  <a:cubicBezTo>
                    <a:pt x="3" y="32"/>
                    <a:pt x="2" y="32"/>
                    <a:pt x="1" y="34"/>
                  </a:cubicBezTo>
                  <a:cubicBezTo>
                    <a:pt x="1" y="35"/>
                    <a:pt x="0" y="37"/>
                    <a:pt x="1" y="38"/>
                  </a:cubicBezTo>
                  <a:cubicBezTo>
                    <a:pt x="1" y="41"/>
                    <a:pt x="4" y="42"/>
                    <a:pt x="6" y="42"/>
                  </a:cubicBezTo>
                  <a:cubicBezTo>
                    <a:pt x="7" y="42"/>
                    <a:pt x="7" y="42"/>
                    <a:pt x="8" y="42"/>
                  </a:cubicBezTo>
                  <a:cubicBezTo>
                    <a:pt x="17" y="40"/>
                    <a:pt x="17" y="40"/>
                    <a:pt x="17" y="40"/>
                  </a:cubicBezTo>
                  <a:cubicBezTo>
                    <a:pt x="17" y="41"/>
                    <a:pt x="17" y="42"/>
                    <a:pt x="17" y="43"/>
                  </a:cubicBezTo>
                  <a:cubicBezTo>
                    <a:pt x="17" y="47"/>
                    <a:pt x="17" y="47"/>
                    <a:pt x="17" y="47"/>
                  </a:cubicBezTo>
                  <a:lnTo>
                    <a:pt x="5"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sp>
          <p:nvSpPr>
            <p:cNvPr id="178" name="Freeform 505"/>
            <p:cNvSpPr>
              <a:spLocks/>
            </p:cNvSpPr>
            <p:nvPr/>
          </p:nvSpPr>
          <p:spPr bwMode="auto">
            <a:xfrm>
              <a:off x="5046664" y="2093913"/>
              <a:ext cx="96838" cy="112713"/>
            </a:xfrm>
            <a:custGeom>
              <a:avLst/>
              <a:gdLst>
                <a:gd name="T0" fmla="*/ 1 w 26"/>
                <a:gd name="T1" fmla="*/ 27 h 30"/>
                <a:gd name="T2" fmla="*/ 23 w 26"/>
                <a:gd name="T3" fmla="*/ 27 h 30"/>
                <a:gd name="T4" fmla="*/ 23 w 26"/>
                <a:gd name="T5" fmla="*/ 2 h 30"/>
                <a:gd name="T6" fmla="*/ 24 w 26"/>
                <a:gd name="T7" fmla="*/ 0 h 30"/>
                <a:gd name="T8" fmla="*/ 26 w 26"/>
                <a:gd name="T9" fmla="*/ 2 h 30"/>
                <a:gd name="T10" fmla="*/ 26 w 26"/>
                <a:gd name="T11" fmla="*/ 28 h 30"/>
                <a:gd name="T12" fmla="*/ 24 w 26"/>
                <a:gd name="T13" fmla="*/ 30 h 30"/>
                <a:gd name="T14" fmla="*/ 1 w 26"/>
                <a:gd name="T15" fmla="*/ 30 h 30"/>
                <a:gd name="T16" fmla="*/ 0 w 26"/>
                <a:gd name="T17" fmla="*/ 28 h 30"/>
                <a:gd name="T18" fmla="*/ 1 w 26"/>
                <a:gd name="T19"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0">
                  <a:moveTo>
                    <a:pt x="1" y="27"/>
                  </a:moveTo>
                  <a:cubicBezTo>
                    <a:pt x="23" y="27"/>
                    <a:pt x="23" y="27"/>
                    <a:pt x="23" y="27"/>
                  </a:cubicBezTo>
                  <a:cubicBezTo>
                    <a:pt x="23" y="2"/>
                    <a:pt x="23" y="2"/>
                    <a:pt x="23" y="2"/>
                  </a:cubicBezTo>
                  <a:cubicBezTo>
                    <a:pt x="23" y="1"/>
                    <a:pt x="23" y="0"/>
                    <a:pt x="24" y="0"/>
                  </a:cubicBezTo>
                  <a:cubicBezTo>
                    <a:pt x="25" y="0"/>
                    <a:pt x="26" y="1"/>
                    <a:pt x="26" y="2"/>
                  </a:cubicBezTo>
                  <a:cubicBezTo>
                    <a:pt x="26" y="28"/>
                    <a:pt x="26" y="28"/>
                    <a:pt x="26" y="28"/>
                  </a:cubicBezTo>
                  <a:cubicBezTo>
                    <a:pt x="26" y="29"/>
                    <a:pt x="25" y="30"/>
                    <a:pt x="24" y="30"/>
                  </a:cubicBezTo>
                  <a:cubicBezTo>
                    <a:pt x="1" y="30"/>
                    <a:pt x="1" y="30"/>
                    <a:pt x="1" y="30"/>
                  </a:cubicBezTo>
                  <a:cubicBezTo>
                    <a:pt x="0" y="30"/>
                    <a:pt x="0" y="29"/>
                    <a:pt x="0" y="28"/>
                  </a:cubicBezTo>
                  <a:cubicBezTo>
                    <a:pt x="0" y="27"/>
                    <a:pt x="0" y="27"/>
                    <a:pt x="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179" name="组合 178"/>
          <p:cNvGrpSpPr/>
          <p:nvPr/>
        </p:nvGrpSpPr>
        <p:grpSpPr>
          <a:xfrm>
            <a:off x="1551913" y="2069758"/>
            <a:ext cx="3670925" cy="436374"/>
            <a:chOff x="1497409" y="1904859"/>
            <a:chExt cx="3480319" cy="413867"/>
          </a:xfrm>
        </p:grpSpPr>
        <p:cxnSp>
          <p:nvCxnSpPr>
            <p:cNvPr id="180" name="直接连接符 179"/>
            <p:cNvCxnSpPr>
              <a:stCxn id="153" idx="3"/>
            </p:cNvCxnSpPr>
            <p:nvPr/>
          </p:nvCxnSpPr>
          <p:spPr>
            <a:xfrm flipH="1">
              <a:off x="1497409" y="2318726"/>
              <a:ext cx="3480319"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1" name="椭圆 180"/>
            <p:cNvSpPr/>
            <p:nvPr/>
          </p:nvSpPr>
          <p:spPr>
            <a:xfrm>
              <a:off x="1557067" y="1904859"/>
              <a:ext cx="149766" cy="149766"/>
            </a:xfrm>
            <a:prstGeom prst="ellipse">
              <a:avLst/>
            </a:prstGeom>
            <a:solidFill>
              <a:srgbClr val="01AC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82" name="组合 181"/>
          <p:cNvGrpSpPr/>
          <p:nvPr/>
        </p:nvGrpSpPr>
        <p:grpSpPr>
          <a:xfrm>
            <a:off x="1489624" y="4219214"/>
            <a:ext cx="4215447" cy="157911"/>
            <a:chOff x="1557067" y="3682197"/>
            <a:chExt cx="3996568" cy="149766"/>
          </a:xfrm>
        </p:grpSpPr>
        <p:cxnSp>
          <p:nvCxnSpPr>
            <p:cNvPr id="183" name="直接连接符 182"/>
            <p:cNvCxnSpPr/>
            <p:nvPr/>
          </p:nvCxnSpPr>
          <p:spPr>
            <a:xfrm flipH="1">
              <a:off x="1642533" y="3773912"/>
              <a:ext cx="3911102"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4" name="椭圆 183"/>
            <p:cNvSpPr/>
            <p:nvPr/>
          </p:nvSpPr>
          <p:spPr>
            <a:xfrm>
              <a:off x="1557067" y="3682197"/>
              <a:ext cx="149766" cy="149766"/>
            </a:xfrm>
            <a:prstGeom prst="ellipse">
              <a:avLst/>
            </a:prstGeom>
            <a:solidFill>
              <a:srgbClr val="E87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185" name="文本框 52"/>
          <p:cNvSpPr txBox="1"/>
          <p:nvPr/>
        </p:nvSpPr>
        <p:spPr>
          <a:xfrm>
            <a:off x="1772807" y="1955054"/>
            <a:ext cx="1915152" cy="416909"/>
          </a:xfrm>
          <a:prstGeom prst="rect">
            <a:avLst/>
          </a:prstGeom>
          <a:noFill/>
        </p:spPr>
        <p:txBody>
          <a:bodyPr wrap="square" rtlCol="0">
            <a:spAutoFit/>
          </a:bodyPr>
          <a:lstStyle/>
          <a:p>
            <a:r>
              <a:rPr lang="zh-CN" altLang="en-US" sz="2109" dirty="0">
                <a:solidFill>
                  <a:srgbClr val="01ACBE"/>
                </a:solidFill>
                <a:latin typeface="微软雅黑" panose="020B0503020204020204" pitchFamily="34" charset="-122"/>
                <a:ea typeface="微软雅黑" panose="020B0503020204020204" pitchFamily="34" charset="-122"/>
              </a:rPr>
              <a:t>添加标题一</a:t>
            </a:r>
          </a:p>
        </p:txBody>
      </p:sp>
      <p:sp>
        <p:nvSpPr>
          <p:cNvPr id="186" name="文本框 53"/>
          <p:cNvSpPr txBox="1"/>
          <p:nvPr/>
        </p:nvSpPr>
        <p:spPr>
          <a:xfrm>
            <a:off x="1626891" y="3808783"/>
            <a:ext cx="1915152" cy="416909"/>
          </a:xfrm>
          <a:prstGeom prst="rect">
            <a:avLst/>
          </a:prstGeom>
          <a:noFill/>
        </p:spPr>
        <p:txBody>
          <a:bodyPr wrap="square" rtlCol="0">
            <a:spAutoFit/>
          </a:bodyPr>
          <a:lstStyle/>
          <a:p>
            <a:r>
              <a:rPr lang="zh-CN" altLang="en-US" sz="2109" dirty="0">
                <a:solidFill>
                  <a:srgbClr val="E87071"/>
                </a:solidFill>
                <a:latin typeface="微软雅黑" panose="020B0503020204020204" pitchFamily="34" charset="-122"/>
                <a:ea typeface="微软雅黑" panose="020B0503020204020204" pitchFamily="34" charset="-122"/>
              </a:rPr>
              <a:t>添加标题三</a:t>
            </a:r>
          </a:p>
        </p:txBody>
      </p:sp>
      <p:sp>
        <p:nvSpPr>
          <p:cNvPr id="187" name="文本框 54"/>
          <p:cNvSpPr txBox="1"/>
          <p:nvPr/>
        </p:nvSpPr>
        <p:spPr>
          <a:xfrm>
            <a:off x="9503425" y="2876132"/>
            <a:ext cx="1861639" cy="416909"/>
          </a:xfrm>
          <a:prstGeom prst="rect">
            <a:avLst/>
          </a:prstGeom>
          <a:noFill/>
        </p:spPr>
        <p:txBody>
          <a:bodyPr wrap="square" rtlCol="0">
            <a:spAutoFit/>
          </a:bodyPr>
          <a:lstStyle/>
          <a:p>
            <a:r>
              <a:rPr lang="zh-CN" altLang="en-US" sz="2109" dirty="0">
                <a:solidFill>
                  <a:srgbClr val="FF9A05"/>
                </a:solidFill>
                <a:latin typeface="微软雅黑" panose="020B0503020204020204" pitchFamily="34" charset="-122"/>
                <a:ea typeface="微软雅黑" panose="020B0503020204020204" pitchFamily="34" charset="-122"/>
              </a:rPr>
              <a:t>添加标题二</a:t>
            </a:r>
          </a:p>
        </p:txBody>
      </p:sp>
      <p:sp>
        <p:nvSpPr>
          <p:cNvPr id="188" name="文本框 55"/>
          <p:cNvSpPr txBox="1"/>
          <p:nvPr/>
        </p:nvSpPr>
        <p:spPr>
          <a:xfrm>
            <a:off x="8971763" y="4973773"/>
            <a:ext cx="1861639" cy="416909"/>
          </a:xfrm>
          <a:prstGeom prst="rect">
            <a:avLst/>
          </a:prstGeom>
          <a:noFill/>
        </p:spPr>
        <p:txBody>
          <a:bodyPr wrap="square" rtlCol="0">
            <a:spAutoFit/>
          </a:bodyPr>
          <a:lstStyle/>
          <a:p>
            <a:r>
              <a:rPr lang="zh-CN" altLang="en-US" sz="2109" dirty="0">
                <a:solidFill>
                  <a:srgbClr val="7B4690"/>
                </a:solidFill>
                <a:latin typeface="微软雅黑" panose="020B0503020204020204" pitchFamily="34" charset="-122"/>
                <a:ea typeface="微软雅黑" panose="020B0503020204020204" pitchFamily="34" charset="-122"/>
              </a:rPr>
              <a:t>添加标题四</a:t>
            </a:r>
          </a:p>
        </p:txBody>
      </p:sp>
      <p:sp>
        <p:nvSpPr>
          <p:cNvPr id="189" name="文本框 129"/>
          <p:cNvSpPr txBox="1"/>
          <p:nvPr/>
        </p:nvSpPr>
        <p:spPr>
          <a:xfrm>
            <a:off x="1617257" y="2476234"/>
            <a:ext cx="2810211" cy="1139158"/>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90" name="文本框 129"/>
          <p:cNvSpPr txBox="1"/>
          <p:nvPr/>
        </p:nvSpPr>
        <p:spPr>
          <a:xfrm>
            <a:off x="1671322" y="4431500"/>
            <a:ext cx="2810211" cy="1139158"/>
          </a:xfrm>
          <a:prstGeom prst="rect">
            <a:avLst/>
          </a:prstGeom>
          <a:noFill/>
        </p:spPr>
        <p:txBody>
          <a:bodyPr wrap="square" rtlCol="0">
            <a:spAutoFit/>
          </a:bodyPr>
          <a:lstStyle/>
          <a:p>
            <a:pP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91" name="文本框 129"/>
          <p:cNvSpPr txBox="1"/>
          <p:nvPr/>
        </p:nvSpPr>
        <p:spPr>
          <a:xfrm>
            <a:off x="8222975" y="3454514"/>
            <a:ext cx="2810211" cy="1139158"/>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gn="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92" name="文本框 129"/>
          <p:cNvSpPr txBox="1"/>
          <p:nvPr/>
        </p:nvSpPr>
        <p:spPr>
          <a:xfrm>
            <a:off x="7947239" y="5471567"/>
            <a:ext cx="2810211" cy="1139158"/>
          </a:xfrm>
          <a:prstGeom prst="rect">
            <a:avLst/>
          </a:prstGeom>
          <a:noFill/>
        </p:spPr>
        <p:txBody>
          <a:bodyPr wrap="square" rtlCol="0">
            <a:spAutoFit/>
          </a:bodyPr>
          <a:lstStyle/>
          <a:p>
            <a:pPr algn="r">
              <a:lnSpc>
                <a:spcPct val="150000"/>
              </a:lnSpc>
            </a:pPr>
            <a:r>
              <a:rPr lang="zh-CN" altLang="en-US" sz="1160" dirty="0">
                <a:solidFill>
                  <a:schemeClr val="tx1">
                    <a:lumMod val="75000"/>
                    <a:lumOff val="25000"/>
                  </a:schemeClr>
                </a:solidFill>
                <a:latin typeface="微软雅黑" panose="020B0503020204020204" pitchFamily="34" charset="-122"/>
                <a:ea typeface="微软雅黑" panose="020B0503020204020204" pitchFamily="34" charset="-122"/>
              </a:rPr>
              <a:t>点击添加文字说明详情介绍点击添加文字说明详情介绍点击添加文字说明详情介绍点击添加文字说明详情介绍</a:t>
            </a:r>
          </a:p>
          <a:p>
            <a:pPr algn="r">
              <a:lnSpc>
                <a:spcPct val="150000"/>
              </a:lnSpc>
            </a:pPr>
            <a:endParaRPr lang="zh-CN" altLang="en-US" sz="1055"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193" name="文本框 192"/>
          <p:cNvSpPr txBox="1"/>
          <p:nvPr/>
        </p:nvSpPr>
        <p:spPr>
          <a:xfrm>
            <a:off x="10271083" y="-1318810"/>
            <a:ext cx="877163" cy="369332"/>
          </a:xfrm>
          <a:prstGeom prst="rect">
            <a:avLst/>
          </a:prstGeom>
          <a:noFill/>
        </p:spPr>
        <p:txBody>
          <a:bodyPr wrap="none" rtlCol="0">
            <a:spAutoFit/>
          </a:bodyPr>
          <a:lstStyle/>
          <a:p>
            <a:r>
              <a:rPr lang="zh-CN" altLang="en-US" dirty="0"/>
              <a:t>延迟符</a:t>
            </a:r>
          </a:p>
        </p:txBody>
      </p:sp>
    </p:spTree>
    <p:extLst>
      <p:ext uri="{BB962C8B-B14F-4D97-AF65-F5344CB8AC3E}">
        <p14:creationId xmlns:p14="http://schemas.microsoft.com/office/powerpoint/2010/main" val="3313699424"/>
      </p:ext>
    </p:extLst>
  </p:cSld>
  <p:clrMapOvr>
    <a:masterClrMapping/>
  </p:clrMapOvr>
  <mc:AlternateContent xmlns:mc="http://schemas.openxmlformats.org/markup-compatibility/2006" xmlns:p14="http://schemas.microsoft.com/office/powerpoint/2010/main">
    <mc:Choice Requires="p14">
      <p:transition spd="slow" p14:dur="1600" advClick="0" advTm="0">
        <p14:gallery dir="l"/>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ppt_x</p:attrName>
                                        </p:attrNameLst>
                                      </p:cBhvr>
                                      <p:tavLst>
                                        <p:tav tm="0">
                                          <p:val>
                                            <p:strVal val="#ppt_x-#ppt_w*1.125000"/>
                                          </p:val>
                                        </p:tav>
                                        <p:tav tm="100000">
                                          <p:val>
                                            <p:strVal val="#ppt_x"/>
                                          </p:val>
                                        </p:tav>
                                      </p:tavLst>
                                    </p:anim>
                                    <p:animEffect transition="in" filter="wipe(right)">
                                      <p:cBhvr>
                                        <p:cTn id="8" dur="500"/>
                                        <p:tgtEl>
                                          <p:spTgt spid="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p:tgtEl>
                                          <p:spTgt spid="7"/>
                                        </p:tgtEl>
                                        <p:attrNameLst>
                                          <p:attrName>ppt_x</p:attrName>
                                        </p:attrNameLst>
                                      </p:cBhvr>
                                      <p:tavLst>
                                        <p:tav tm="0">
                                          <p:val>
                                            <p:strVal val="#ppt_x-#ppt_w*1.125000"/>
                                          </p:val>
                                        </p:tav>
                                        <p:tav tm="100000">
                                          <p:val>
                                            <p:strVal val="#ppt_x"/>
                                          </p:val>
                                        </p:tav>
                                      </p:tavLst>
                                    </p:anim>
                                    <p:animEffect transition="in" filter="wipe(right)">
                                      <p:cBhvr>
                                        <p:cTn id="13" dur="500"/>
                                        <p:tgtEl>
                                          <p:spTgt spid="7"/>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157"/>
                                        </p:tgtEl>
                                        <p:attrNameLst>
                                          <p:attrName>style.visibility</p:attrName>
                                        </p:attrNameLst>
                                      </p:cBhvr>
                                      <p:to>
                                        <p:strVal val="visible"/>
                                      </p:to>
                                    </p:set>
                                    <p:anim calcmode="lin" valueType="num">
                                      <p:cBhvr>
                                        <p:cTn id="17" dur="100" fill="hold"/>
                                        <p:tgtEl>
                                          <p:spTgt spid="157"/>
                                        </p:tgtEl>
                                        <p:attrNameLst>
                                          <p:attrName>ppt_w</p:attrName>
                                        </p:attrNameLst>
                                      </p:cBhvr>
                                      <p:tavLst>
                                        <p:tav tm="0">
                                          <p:val>
                                            <p:fltVal val="0"/>
                                          </p:val>
                                        </p:tav>
                                        <p:tav tm="100000">
                                          <p:val>
                                            <p:strVal val="#ppt_w"/>
                                          </p:val>
                                        </p:tav>
                                      </p:tavLst>
                                    </p:anim>
                                    <p:anim calcmode="lin" valueType="num">
                                      <p:cBhvr>
                                        <p:cTn id="18" dur="100" fill="hold"/>
                                        <p:tgtEl>
                                          <p:spTgt spid="157"/>
                                        </p:tgtEl>
                                        <p:attrNameLst>
                                          <p:attrName>ppt_h</p:attrName>
                                        </p:attrNameLst>
                                      </p:cBhvr>
                                      <p:tavLst>
                                        <p:tav tm="0">
                                          <p:val>
                                            <p:fltVal val="0"/>
                                          </p:val>
                                        </p:tav>
                                        <p:tav tm="100000">
                                          <p:val>
                                            <p:strVal val="#ppt_h"/>
                                          </p:val>
                                        </p:tav>
                                      </p:tavLst>
                                    </p:anim>
                                    <p:animEffect transition="in" filter="fade">
                                      <p:cBhvr>
                                        <p:cTn id="19" dur="100"/>
                                        <p:tgtEl>
                                          <p:spTgt spid="157"/>
                                        </p:tgtEl>
                                      </p:cBhvr>
                                    </p:animEffect>
                                  </p:childTnLst>
                                </p:cTn>
                              </p:par>
                              <p:par>
                                <p:cTn id="20" presetID="6" presetClass="emph" presetSubtype="0" fill="hold" nodeType="withEffect">
                                  <p:stCondLst>
                                    <p:cond delay="100"/>
                                  </p:stCondLst>
                                  <p:childTnLst>
                                    <p:animScale>
                                      <p:cBhvr>
                                        <p:cTn id="21" dur="100" fill="hold"/>
                                        <p:tgtEl>
                                          <p:spTgt spid="157"/>
                                        </p:tgtEl>
                                      </p:cBhvr>
                                      <p:by x="110000" y="110000"/>
                                    </p:animScale>
                                  </p:childTnLst>
                                </p:cTn>
                              </p:par>
                              <p:par>
                                <p:cTn id="22" presetID="6" presetClass="emph" presetSubtype="0" fill="hold" nodeType="withEffect">
                                  <p:stCondLst>
                                    <p:cond delay="200"/>
                                  </p:stCondLst>
                                  <p:childTnLst>
                                    <p:animScale>
                                      <p:cBhvr>
                                        <p:cTn id="23" dur="200" fill="hold"/>
                                        <p:tgtEl>
                                          <p:spTgt spid="157"/>
                                        </p:tgtEl>
                                      </p:cBhvr>
                                      <p:by x="90000" y="90000"/>
                                    </p:animScale>
                                  </p:childTnLst>
                                </p:cTn>
                              </p:par>
                              <p:par>
                                <p:cTn id="24" presetID="6" presetClass="emph" presetSubtype="0" fill="hold" nodeType="withEffect">
                                  <p:stCondLst>
                                    <p:cond delay="400"/>
                                  </p:stCondLst>
                                  <p:childTnLst>
                                    <p:animScale>
                                      <p:cBhvr>
                                        <p:cTn id="25" dur="100" fill="hold"/>
                                        <p:tgtEl>
                                          <p:spTgt spid="157"/>
                                        </p:tgtEl>
                                      </p:cBhvr>
                                      <p:by x="105000" y="105000"/>
                                    </p:animScale>
                                  </p:childTnLst>
                                </p:cTn>
                              </p:par>
                              <p:par>
                                <p:cTn id="26" presetID="6" presetClass="emph" presetSubtype="0" fill="hold" nodeType="withEffect">
                                  <p:stCondLst>
                                    <p:cond delay="500"/>
                                  </p:stCondLst>
                                  <p:childTnLst>
                                    <p:animScale>
                                      <p:cBhvr>
                                        <p:cTn id="27" dur="200" fill="hold"/>
                                        <p:tgtEl>
                                          <p:spTgt spid="157"/>
                                        </p:tgtEl>
                                      </p:cBhvr>
                                      <p:by x="95000" y="95000"/>
                                    </p:animScale>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156"/>
                                        </p:tgtEl>
                                        <p:attrNameLst>
                                          <p:attrName>style.visibility</p:attrName>
                                        </p:attrNameLst>
                                      </p:cBhvr>
                                      <p:to>
                                        <p:strVal val="visible"/>
                                      </p:to>
                                    </p:set>
                                    <p:anim calcmode="lin" valueType="num">
                                      <p:cBhvr additive="base">
                                        <p:cTn id="31" dur="500" fill="hold"/>
                                        <p:tgtEl>
                                          <p:spTgt spid="156"/>
                                        </p:tgtEl>
                                        <p:attrNameLst>
                                          <p:attrName>ppt_x</p:attrName>
                                        </p:attrNameLst>
                                      </p:cBhvr>
                                      <p:tavLst>
                                        <p:tav tm="0">
                                          <p:val>
                                            <p:strVal val="#ppt_x"/>
                                          </p:val>
                                        </p:tav>
                                        <p:tav tm="100000">
                                          <p:val>
                                            <p:strVal val="#ppt_x"/>
                                          </p:val>
                                        </p:tav>
                                      </p:tavLst>
                                    </p:anim>
                                    <p:anim calcmode="lin" valueType="num">
                                      <p:cBhvr additive="base">
                                        <p:cTn id="32" dur="500" fill="hold"/>
                                        <p:tgtEl>
                                          <p:spTgt spid="156"/>
                                        </p:tgtEl>
                                        <p:attrNameLst>
                                          <p:attrName>ppt_y</p:attrName>
                                        </p:attrNameLst>
                                      </p:cBhvr>
                                      <p:tavLst>
                                        <p:tav tm="0">
                                          <p:val>
                                            <p:strVal val="1+#ppt_h/2"/>
                                          </p:val>
                                        </p:tav>
                                        <p:tav tm="100000">
                                          <p:val>
                                            <p:strVal val="#ppt_y"/>
                                          </p:val>
                                        </p:tav>
                                      </p:tavLst>
                                    </p:anim>
                                  </p:childTnLst>
                                </p:cTn>
                              </p:par>
                            </p:childTnLst>
                          </p:cTn>
                        </p:par>
                        <p:par>
                          <p:cTn id="33" fill="hold">
                            <p:stCondLst>
                              <p:cond delay="2200"/>
                            </p:stCondLst>
                            <p:childTnLst>
                              <p:par>
                                <p:cTn id="34" presetID="2" presetClass="entr" presetSubtype="4" fill="hold" grpId="0" nodeType="afterEffect">
                                  <p:stCondLst>
                                    <p:cond delay="0"/>
                                  </p:stCondLst>
                                  <p:childTnLst>
                                    <p:set>
                                      <p:cBhvr>
                                        <p:cTn id="35" dur="1" fill="hold">
                                          <p:stCondLst>
                                            <p:cond delay="0"/>
                                          </p:stCondLst>
                                        </p:cTn>
                                        <p:tgtEl>
                                          <p:spTgt spid="155"/>
                                        </p:tgtEl>
                                        <p:attrNameLst>
                                          <p:attrName>style.visibility</p:attrName>
                                        </p:attrNameLst>
                                      </p:cBhvr>
                                      <p:to>
                                        <p:strVal val="visible"/>
                                      </p:to>
                                    </p:set>
                                    <p:anim calcmode="lin" valueType="num">
                                      <p:cBhvr additive="base">
                                        <p:cTn id="36" dur="500" fill="hold"/>
                                        <p:tgtEl>
                                          <p:spTgt spid="155"/>
                                        </p:tgtEl>
                                        <p:attrNameLst>
                                          <p:attrName>ppt_x</p:attrName>
                                        </p:attrNameLst>
                                      </p:cBhvr>
                                      <p:tavLst>
                                        <p:tav tm="0">
                                          <p:val>
                                            <p:strVal val="#ppt_x"/>
                                          </p:val>
                                        </p:tav>
                                        <p:tav tm="100000">
                                          <p:val>
                                            <p:strVal val="#ppt_x"/>
                                          </p:val>
                                        </p:tav>
                                      </p:tavLst>
                                    </p:anim>
                                    <p:anim calcmode="lin" valueType="num">
                                      <p:cBhvr additive="base">
                                        <p:cTn id="37" dur="500" fill="hold"/>
                                        <p:tgtEl>
                                          <p:spTgt spid="155"/>
                                        </p:tgtEl>
                                        <p:attrNameLst>
                                          <p:attrName>ppt_y</p:attrName>
                                        </p:attrNameLst>
                                      </p:cBhvr>
                                      <p:tavLst>
                                        <p:tav tm="0">
                                          <p:val>
                                            <p:strVal val="1+#ppt_h/2"/>
                                          </p:val>
                                        </p:tav>
                                        <p:tav tm="100000">
                                          <p:val>
                                            <p:strVal val="#ppt_y"/>
                                          </p:val>
                                        </p:tav>
                                      </p:tavLst>
                                    </p:anim>
                                  </p:childTnLst>
                                </p:cTn>
                              </p:par>
                            </p:childTnLst>
                          </p:cTn>
                        </p:par>
                        <p:par>
                          <p:cTn id="38" fill="hold">
                            <p:stCondLst>
                              <p:cond delay="2700"/>
                            </p:stCondLst>
                            <p:childTnLst>
                              <p:par>
                                <p:cTn id="39" presetID="2" presetClass="entr" presetSubtype="4" fill="hold" grpId="0" nodeType="afterEffect">
                                  <p:stCondLst>
                                    <p:cond delay="0"/>
                                  </p:stCondLst>
                                  <p:childTnLst>
                                    <p:set>
                                      <p:cBhvr>
                                        <p:cTn id="40" dur="1" fill="hold">
                                          <p:stCondLst>
                                            <p:cond delay="0"/>
                                          </p:stCondLst>
                                        </p:cTn>
                                        <p:tgtEl>
                                          <p:spTgt spid="154"/>
                                        </p:tgtEl>
                                        <p:attrNameLst>
                                          <p:attrName>style.visibility</p:attrName>
                                        </p:attrNameLst>
                                      </p:cBhvr>
                                      <p:to>
                                        <p:strVal val="visible"/>
                                      </p:to>
                                    </p:set>
                                    <p:anim calcmode="lin" valueType="num">
                                      <p:cBhvr additive="base">
                                        <p:cTn id="41" dur="500" fill="hold"/>
                                        <p:tgtEl>
                                          <p:spTgt spid="154"/>
                                        </p:tgtEl>
                                        <p:attrNameLst>
                                          <p:attrName>ppt_x</p:attrName>
                                        </p:attrNameLst>
                                      </p:cBhvr>
                                      <p:tavLst>
                                        <p:tav tm="0">
                                          <p:val>
                                            <p:strVal val="#ppt_x"/>
                                          </p:val>
                                        </p:tav>
                                        <p:tav tm="100000">
                                          <p:val>
                                            <p:strVal val="#ppt_x"/>
                                          </p:val>
                                        </p:tav>
                                      </p:tavLst>
                                    </p:anim>
                                    <p:anim calcmode="lin" valueType="num">
                                      <p:cBhvr additive="base">
                                        <p:cTn id="42" dur="500" fill="hold"/>
                                        <p:tgtEl>
                                          <p:spTgt spid="154"/>
                                        </p:tgtEl>
                                        <p:attrNameLst>
                                          <p:attrName>ppt_y</p:attrName>
                                        </p:attrNameLst>
                                      </p:cBhvr>
                                      <p:tavLst>
                                        <p:tav tm="0">
                                          <p:val>
                                            <p:strVal val="1+#ppt_h/2"/>
                                          </p:val>
                                        </p:tav>
                                        <p:tav tm="100000">
                                          <p:val>
                                            <p:strVal val="#ppt_y"/>
                                          </p:val>
                                        </p:tav>
                                      </p:tavLst>
                                    </p:anim>
                                  </p:childTnLst>
                                </p:cTn>
                              </p:par>
                            </p:childTnLst>
                          </p:cTn>
                        </p:par>
                        <p:par>
                          <p:cTn id="43" fill="hold">
                            <p:stCondLst>
                              <p:cond delay="3200"/>
                            </p:stCondLst>
                            <p:childTnLst>
                              <p:par>
                                <p:cTn id="44" presetID="2" presetClass="entr" presetSubtype="4" fill="hold" grpId="0" nodeType="afterEffect">
                                  <p:stCondLst>
                                    <p:cond delay="0"/>
                                  </p:stCondLst>
                                  <p:childTnLst>
                                    <p:set>
                                      <p:cBhvr>
                                        <p:cTn id="45" dur="1" fill="hold">
                                          <p:stCondLst>
                                            <p:cond delay="0"/>
                                          </p:stCondLst>
                                        </p:cTn>
                                        <p:tgtEl>
                                          <p:spTgt spid="153"/>
                                        </p:tgtEl>
                                        <p:attrNameLst>
                                          <p:attrName>style.visibility</p:attrName>
                                        </p:attrNameLst>
                                      </p:cBhvr>
                                      <p:to>
                                        <p:strVal val="visible"/>
                                      </p:to>
                                    </p:set>
                                    <p:anim calcmode="lin" valueType="num">
                                      <p:cBhvr additive="base">
                                        <p:cTn id="46" dur="500" fill="hold"/>
                                        <p:tgtEl>
                                          <p:spTgt spid="153"/>
                                        </p:tgtEl>
                                        <p:attrNameLst>
                                          <p:attrName>ppt_x</p:attrName>
                                        </p:attrNameLst>
                                      </p:cBhvr>
                                      <p:tavLst>
                                        <p:tav tm="0">
                                          <p:val>
                                            <p:strVal val="#ppt_x"/>
                                          </p:val>
                                        </p:tav>
                                        <p:tav tm="100000">
                                          <p:val>
                                            <p:strVal val="#ppt_x"/>
                                          </p:val>
                                        </p:tav>
                                      </p:tavLst>
                                    </p:anim>
                                    <p:anim calcmode="lin" valueType="num">
                                      <p:cBhvr additive="base">
                                        <p:cTn id="47" dur="500" fill="hold"/>
                                        <p:tgtEl>
                                          <p:spTgt spid="153"/>
                                        </p:tgtEl>
                                        <p:attrNameLst>
                                          <p:attrName>ppt_y</p:attrName>
                                        </p:attrNameLst>
                                      </p:cBhvr>
                                      <p:tavLst>
                                        <p:tav tm="0">
                                          <p:val>
                                            <p:strVal val="1+#ppt_h/2"/>
                                          </p:val>
                                        </p:tav>
                                        <p:tav tm="100000">
                                          <p:val>
                                            <p:strVal val="#ppt_y"/>
                                          </p:val>
                                        </p:tav>
                                      </p:tavLst>
                                    </p:anim>
                                  </p:childTnLst>
                                </p:cTn>
                              </p:par>
                            </p:childTnLst>
                          </p:cTn>
                        </p:par>
                        <p:par>
                          <p:cTn id="48" fill="hold">
                            <p:stCondLst>
                              <p:cond delay="3700"/>
                            </p:stCondLst>
                            <p:childTnLst>
                              <p:par>
                                <p:cTn id="49" presetID="14" presetClass="entr" presetSubtype="10" fill="hold" nodeType="afterEffect">
                                  <p:stCondLst>
                                    <p:cond delay="0"/>
                                  </p:stCondLst>
                                  <p:childTnLst>
                                    <p:set>
                                      <p:cBhvr>
                                        <p:cTn id="50" dur="1" fill="hold">
                                          <p:stCondLst>
                                            <p:cond delay="0"/>
                                          </p:stCondLst>
                                        </p:cTn>
                                        <p:tgtEl>
                                          <p:spTgt spid="160"/>
                                        </p:tgtEl>
                                        <p:attrNameLst>
                                          <p:attrName>style.visibility</p:attrName>
                                        </p:attrNameLst>
                                      </p:cBhvr>
                                      <p:to>
                                        <p:strVal val="visible"/>
                                      </p:to>
                                    </p:set>
                                    <p:animEffect transition="in" filter="randombar(horizontal)">
                                      <p:cBhvr>
                                        <p:cTn id="51" dur="500"/>
                                        <p:tgtEl>
                                          <p:spTgt spid="160"/>
                                        </p:tgtEl>
                                      </p:cBhvr>
                                    </p:animEffect>
                                  </p:childTnLst>
                                </p:cTn>
                              </p:par>
                            </p:childTnLst>
                          </p:cTn>
                        </p:par>
                        <p:par>
                          <p:cTn id="52" fill="hold">
                            <p:stCondLst>
                              <p:cond delay="4200"/>
                            </p:stCondLst>
                            <p:childTnLst>
                              <p:par>
                                <p:cTn id="53" presetID="14" presetClass="entr" presetSubtype="10" fill="hold" nodeType="afterEffect">
                                  <p:stCondLst>
                                    <p:cond delay="0"/>
                                  </p:stCondLst>
                                  <p:childTnLst>
                                    <p:set>
                                      <p:cBhvr>
                                        <p:cTn id="54" dur="1" fill="hold">
                                          <p:stCondLst>
                                            <p:cond delay="0"/>
                                          </p:stCondLst>
                                        </p:cTn>
                                        <p:tgtEl>
                                          <p:spTgt spid="171"/>
                                        </p:tgtEl>
                                        <p:attrNameLst>
                                          <p:attrName>style.visibility</p:attrName>
                                        </p:attrNameLst>
                                      </p:cBhvr>
                                      <p:to>
                                        <p:strVal val="visible"/>
                                      </p:to>
                                    </p:set>
                                    <p:animEffect transition="in" filter="randombar(horizontal)">
                                      <p:cBhvr>
                                        <p:cTn id="55" dur="500"/>
                                        <p:tgtEl>
                                          <p:spTgt spid="171"/>
                                        </p:tgtEl>
                                      </p:cBhvr>
                                    </p:animEffect>
                                  </p:childTnLst>
                                </p:cTn>
                              </p:par>
                            </p:childTnLst>
                          </p:cTn>
                        </p:par>
                        <p:par>
                          <p:cTn id="56" fill="hold">
                            <p:stCondLst>
                              <p:cond delay="4700"/>
                            </p:stCondLst>
                            <p:childTnLst>
                              <p:par>
                                <p:cTn id="57" presetID="14" presetClass="entr" presetSubtype="10" fill="hold" nodeType="afterEffect">
                                  <p:stCondLst>
                                    <p:cond delay="0"/>
                                  </p:stCondLst>
                                  <p:childTnLst>
                                    <p:set>
                                      <p:cBhvr>
                                        <p:cTn id="58" dur="1" fill="hold">
                                          <p:stCondLst>
                                            <p:cond delay="0"/>
                                          </p:stCondLst>
                                        </p:cTn>
                                        <p:tgtEl>
                                          <p:spTgt spid="174"/>
                                        </p:tgtEl>
                                        <p:attrNameLst>
                                          <p:attrName>style.visibility</p:attrName>
                                        </p:attrNameLst>
                                      </p:cBhvr>
                                      <p:to>
                                        <p:strVal val="visible"/>
                                      </p:to>
                                    </p:set>
                                    <p:animEffect transition="in" filter="randombar(horizontal)">
                                      <p:cBhvr>
                                        <p:cTn id="59" dur="500"/>
                                        <p:tgtEl>
                                          <p:spTgt spid="174"/>
                                        </p:tgtEl>
                                      </p:cBhvr>
                                    </p:animEffect>
                                  </p:childTnLst>
                                </p:cTn>
                              </p:par>
                            </p:childTnLst>
                          </p:cTn>
                        </p:par>
                        <p:par>
                          <p:cTn id="60" fill="hold">
                            <p:stCondLst>
                              <p:cond delay="5200"/>
                            </p:stCondLst>
                            <p:childTnLst>
                              <p:par>
                                <p:cTn id="61" presetID="14" presetClass="entr" presetSubtype="10" fill="hold" nodeType="afterEffect">
                                  <p:stCondLst>
                                    <p:cond delay="0"/>
                                  </p:stCondLst>
                                  <p:childTnLst>
                                    <p:set>
                                      <p:cBhvr>
                                        <p:cTn id="62" dur="1" fill="hold">
                                          <p:stCondLst>
                                            <p:cond delay="0"/>
                                          </p:stCondLst>
                                        </p:cTn>
                                        <p:tgtEl>
                                          <p:spTgt spid="165"/>
                                        </p:tgtEl>
                                        <p:attrNameLst>
                                          <p:attrName>style.visibility</p:attrName>
                                        </p:attrNameLst>
                                      </p:cBhvr>
                                      <p:to>
                                        <p:strVal val="visible"/>
                                      </p:to>
                                    </p:set>
                                    <p:animEffect transition="in" filter="randombar(horizontal)">
                                      <p:cBhvr>
                                        <p:cTn id="63" dur="500"/>
                                        <p:tgtEl>
                                          <p:spTgt spid="165"/>
                                        </p:tgtEl>
                                      </p:cBhvr>
                                    </p:animEffect>
                                  </p:childTnLst>
                                </p:cTn>
                              </p:par>
                            </p:childTnLst>
                          </p:cTn>
                        </p:par>
                        <p:par>
                          <p:cTn id="64" fill="hold">
                            <p:stCondLst>
                              <p:cond delay="5700"/>
                            </p:stCondLst>
                            <p:childTnLst>
                              <p:par>
                                <p:cTn id="65" presetID="22" presetClass="entr" presetSubtype="2" fill="hold" nodeType="afterEffect">
                                  <p:stCondLst>
                                    <p:cond delay="0"/>
                                  </p:stCondLst>
                                  <p:childTnLst>
                                    <p:set>
                                      <p:cBhvr>
                                        <p:cTn id="66" dur="1" fill="hold">
                                          <p:stCondLst>
                                            <p:cond delay="0"/>
                                          </p:stCondLst>
                                        </p:cTn>
                                        <p:tgtEl>
                                          <p:spTgt spid="179"/>
                                        </p:tgtEl>
                                        <p:attrNameLst>
                                          <p:attrName>style.visibility</p:attrName>
                                        </p:attrNameLst>
                                      </p:cBhvr>
                                      <p:to>
                                        <p:strVal val="visible"/>
                                      </p:to>
                                    </p:set>
                                    <p:animEffect transition="in" filter="wipe(right)">
                                      <p:cBhvr>
                                        <p:cTn id="67" dur="500"/>
                                        <p:tgtEl>
                                          <p:spTgt spid="179"/>
                                        </p:tgtEl>
                                      </p:cBhvr>
                                    </p:animEffect>
                                  </p:childTnLst>
                                </p:cTn>
                              </p:par>
                            </p:childTnLst>
                          </p:cTn>
                        </p:par>
                        <p:par>
                          <p:cTn id="68" fill="hold">
                            <p:stCondLst>
                              <p:cond delay="6200"/>
                            </p:stCondLst>
                            <p:childTnLst>
                              <p:par>
                                <p:cTn id="69" presetID="42" presetClass="entr" presetSubtype="0" fill="hold" grpId="0" nodeType="afterEffect">
                                  <p:stCondLst>
                                    <p:cond delay="0"/>
                                  </p:stCondLst>
                                  <p:childTnLst>
                                    <p:set>
                                      <p:cBhvr>
                                        <p:cTn id="70" dur="1" fill="hold">
                                          <p:stCondLst>
                                            <p:cond delay="0"/>
                                          </p:stCondLst>
                                        </p:cTn>
                                        <p:tgtEl>
                                          <p:spTgt spid="185"/>
                                        </p:tgtEl>
                                        <p:attrNameLst>
                                          <p:attrName>style.visibility</p:attrName>
                                        </p:attrNameLst>
                                      </p:cBhvr>
                                      <p:to>
                                        <p:strVal val="visible"/>
                                      </p:to>
                                    </p:set>
                                    <p:animEffect transition="in" filter="fade">
                                      <p:cBhvr>
                                        <p:cTn id="71" dur="500"/>
                                        <p:tgtEl>
                                          <p:spTgt spid="185"/>
                                        </p:tgtEl>
                                      </p:cBhvr>
                                    </p:animEffect>
                                    <p:anim calcmode="lin" valueType="num">
                                      <p:cBhvr>
                                        <p:cTn id="72" dur="500" fill="hold"/>
                                        <p:tgtEl>
                                          <p:spTgt spid="185"/>
                                        </p:tgtEl>
                                        <p:attrNameLst>
                                          <p:attrName>ppt_x</p:attrName>
                                        </p:attrNameLst>
                                      </p:cBhvr>
                                      <p:tavLst>
                                        <p:tav tm="0">
                                          <p:val>
                                            <p:strVal val="#ppt_x"/>
                                          </p:val>
                                        </p:tav>
                                        <p:tav tm="100000">
                                          <p:val>
                                            <p:strVal val="#ppt_x"/>
                                          </p:val>
                                        </p:tav>
                                      </p:tavLst>
                                    </p:anim>
                                    <p:anim calcmode="lin" valueType="num">
                                      <p:cBhvr>
                                        <p:cTn id="73" dur="500" fill="hold"/>
                                        <p:tgtEl>
                                          <p:spTgt spid="185"/>
                                        </p:tgtEl>
                                        <p:attrNameLst>
                                          <p:attrName>ppt_y</p:attrName>
                                        </p:attrNameLst>
                                      </p:cBhvr>
                                      <p:tavLst>
                                        <p:tav tm="0">
                                          <p:val>
                                            <p:strVal val="#ppt_y+.1"/>
                                          </p:val>
                                        </p:tav>
                                        <p:tav tm="100000">
                                          <p:val>
                                            <p:strVal val="#ppt_y"/>
                                          </p:val>
                                        </p:tav>
                                      </p:tavLst>
                                    </p:anim>
                                  </p:childTnLst>
                                </p:cTn>
                              </p:par>
                              <p:par>
                                <p:cTn id="74" presetID="47" presetClass="entr" presetSubtype="0" fill="hold" grpId="0" nodeType="withEffect">
                                  <p:stCondLst>
                                    <p:cond delay="0"/>
                                  </p:stCondLst>
                                  <p:childTnLst>
                                    <p:set>
                                      <p:cBhvr>
                                        <p:cTn id="75" dur="1" fill="hold">
                                          <p:stCondLst>
                                            <p:cond delay="0"/>
                                          </p:stCondLst>
                                        </p:cTn>
                                        <p:tgtEl>
                                          <p:spTgt spid="189"/>
                                        </p:tgtEl>
                                        <p:attrNameLst>
                                          <p:attrName>style.visibility</p:attrName>
                                        </p:attrNameLst>
                                      </p:cBhvr>
                                      <p:to>
                                        <p:strVal val="visible"/>
                                      </p:to>
                                    </p:set>
                                    <p:animEffect transition="in" filter="fade">
                                      <p:cBhvr>
                                        <p:cTn id="76" dur="500"/>
                                        <p:tgtEl>
                                          <p:spTgt spid="189"/>
                                        </p:tgtEl>
                                      </p:cBhvr>
                                    </p:animEffect>
                                    <p:anim calcmode="lin" valueType="num">
                                      <p:cBhvr>
                                        <p:cTn id="77" dur="500" fill="hold"/>
                                        <p:tgtEl>
                                          <p:spTgt spid="189"/>
                                        </p:tgtEl>
                                        <p:attrNameLst>
                                          <p:attrName>ppt_x</p:attrName>
                                        </p:attrNameLst>
                                      </p:cBhvr>
                                      <p:tavLst>
                                        <p:tav tm="0">
                                          <p:val>
                                            <p:strVal val="#ppt_x"/>
                                          </p:val>
                                        </p:tav>
                                        <p:tav tm="100000">
                                          <p:val>
                                            <p:strVal val="#ppt_x"/>
                                          </p:val>
                                        </p:tav>
                                      </p:tavLst>
                                    </p:anim>
                                    <p:anim calcmode="lin" valueType="num">
                                      <p:cBhvr>
                                        <p:cTn id="78" dur="500" fill="hold"/>
                                        <p:tgtEl>
                                          <p:spTgt spid="189"/>
                                        </p:tgtEl>
                                        <p:attrNameLst>
                                          <p:attrName>ppt_y</p:attrName>
                                        </p:attrNameLst>
                                      </p:cBhvr>
                                      <p:tavLst>
                                        <p:tav tm="0">
                                          <p:val>
                                            <p:strVal val="#ppt_y-.1"/>
                                          </p:val>
                                        </p:tav>
                                        <p:tav tm="100000">
                                          <p:val>
                                            <p:strVal val="#ppt_y"/>
                                          </p:val>
                                        </p:tav>
                                      </p:tavLst>
                                    </p:anim>
                                  </p:childTnLst>
                                </p:cTn>
                              </p:par>
                            </p:childTnLst>
                          </p:cTn>
                        </p:par>
                        <p:par>
                          <p:cTn id="79" fill="hold">
                            <p:stCondLst>
                              <p:cond delay="6700"/>
                            </p:stCondLst>
                            <p:childTnLst>
                              <p:par>
                                <p:cTn id="80" presetID="22" presetClass="entr" presetSubtype="8" fill="hold" nodeType="afterEffect">
                                  <p:stCondLst>
                                    <p:cond delay="0"/>
                                  </p:stCondLst>
                                  <p:childTnLst>
                                    <p:set>
                                      <p:cBhvr>
                                        <p:cTn id="81" dur="1" fill="hold">
                                          <p:stCondLst>
                                            <p:cond delay="0"/>
                                          </p:stCondLst>
                                        </p:cTn>
                                        <p:tgtEl>
                                          <p:spTgt spid="150"/>
                                        </p:tgtEl>
                                        <p:attrNameLst>
                                          <p:attrName>style.visibility</p:attrName>
                                        </p:attrNameLst>
                                      </p:cBhvr>
                                      <p:to>
                                        <p:strVal val="visible"/>
                                      </p:to>
                                    </p:set>
                                    <p:animEffect transition="in" filter="wipe(left)">
                                      <p:cBhvr>
                                        <p:cTn id="82" dur="500"/>
                                        <p:tgtEl>
                                          <p:spTgt spid="150"/>
                                        </p:tgtEl>
                                      </p:cBhvr>
                                    </p:animEffect>
                                  </p:childTnLst>
                                </p:cTn>
                              </p:par>
                            </p:childTnLst>
                          </p:cTn>
                        </p:par>
                        <p:par>
                          <p:cTn id="83" fill="hold">
                            <p:stCondLst>
                              <p:cond delay="7200"/>
                            </p:stCondLst>
                            <p:childTnLst>
                              <p:par>
                                <p:cTn id="84" presetID="42" presetClass="entr" presetSubtype="0" fill="hold" grpId="0" nodeType="afterEffect">
                                  <p:stCondLst>
                                    <p:cond delay="0"/>
                                  </p:stCondLst>
                                  <p:childTnLst>
                                    <p:set>
                                      <p:cBhvr>
                                        <p:cTn id="85" dur="1" fill="hold">
                                          <p:stCondLst>
                                            <p:cond delay="0"/>
                                          </p:stCondLst>
                                        </p:cTn>
                                        <p:tgtEl>
                                          <p:spTgt spid="187"/>
                                        </p:tgtEl>
                                        <p:attrNameLst>
                                          <p:attrName>style.visibility</p:attrName>
                                        </p:attrNameLst>
                                      </p:cBhvr>
                                      <p:to>
                                        <p:strVal val="visible"/>
                                      </p:to>
                                    </p:set>
                                    <p:animEffect transition="in" filter="fade">
                                      <p:cBhvr>
                                        <p:cTn id="86" dur="500"/>
                                        <p:tgtEl>
                                          <p:spTgt spid="187"/>
                                        </p:tgtEl>
                                      </p:cBhvr>
                                    </p:animEffect>
                                    <p:anim calcmode="lin" valueType="num">
                                      <p:cBhvr>
                                        <p:cTn id="87" dur="500" fill="hold"/>
                                        <p:tgtEl>
                                          <p:spTgt spid="187"/>
                                        </p:tgtEl>
                                        <p:attrNameLst>
                                          <p:attrName>ppt_x</p:attrName>
                                        </p:attrNameLst>
                                      </p:cBhvr>
                                      <p:tavLst>
                                        <p:tav tm="0">
                                          <p:val>
                                            <p:strVal val="#ppt_x"/>
                                          </p:val>
                                        </p:tav>
                                        <p:tav tm="100000">
                                          <p:val>
                                            <p:strVal val="#ppt_x"/>
                                          </p:val>
                                        </p:tav>
                                      </p:tavLst>
                                    </p:anim>
                                    <p:anim calcmode="lin" valueType="num">
                                      <p:cBhvr>
                                        <p:cTn id="88" dur="500" fill="hold"/>
                                        <p:tgtEl>
                                          <p:spTgt spid="187"/>
                                        </p:tgtEl>
                                        <p:attrNameLst>
                                          <p:attrName>ppt_y</p:attrName>
                                        </p:attrNameLst>
                                      </p:cBhvr>
                                      <p:tavLst>
                                        <p:tav tm="0">
                                          <p:val>
                                            <p:strVal val="#ppt_y+.1"/>
                                          </p:val>
                                        </p:tav>
                                        <p:tav tm="100000">
                                          <p:val>
                                            <p:strVal val="#ppt_y"/>
                                          </p:val>
                                        </p:tav>
                                      </p:tavLst>
                                    </p:anim>
                                  </p:childTnLst>
                                </p:cTn>
                              </p:par>
                              <p:par>
                                <p:cTn id="89" presetID="47" presetClass="entr" presetSubtype="0" fill="hold" grpId="0" nodeType="withEffect">
                                  <p:stCondLst>
                                    <p:cond delay="0"/>
                                  </p:stCondLst>
                                  <p:childTnLst>
                                    <p:set>
                                      <p:cBhvr>
                                        <p:cTn id="90" dur="1" fill="hold">
                                          <p:stCondLst>
                                            <p:cond delay="0"/>
                                          </p:stCondLst>
                                        </p:cTn>
                                        <p:tgtEl>
                                          <p:spTgt spid="191"/>
                                        </p:tgtEl>
                                        <p:attrNameLst>
                                          <p:attrName>style.visibility</p:attrName>
                                        </p:attrNameLst>
                                      </p:cBhvr>
                                      <p:to>
                                        <p:strVal val="visible"/>
                                      </p:to>
                                    </p:set>
                                    <p:animEffect transition="in" filter="fade">
                                      <p:cBhvr>
                                        <p:cTn id="91" dur="500"/>
                                        <p:tgtEl>
                                          <p:spTgt spid="191"/>
                                        </p:tgtEl>
                                      </p:cBhvr>
                                    </p:animEffect>
                                    <p:anim calcmode="lin" valueType="num">
                                      <p:cBhvr>
                                        <p:cTn id="92" dur="500" fill="hold"/>
                                        <p:tgtEl>
                                          <p:spTgt spid="191"/>
                                        </p:tgtEl>
                                        <p:attrNameLst>
                                          <p:attrName>ppt_x</p:attrName>
                                        </p:attrNameLst>
                                      </p:cBhvr>
                                      <p:tavLst>
                                        <p:tav tm="0">
                                          <p:val>
                                            <p:strVal val="#ppt_x"/>
                                          </p:val>
                                        </p:tav>
                                        <p:tav tm="100000">
                                          <p:val>
                                            <p:strVal val="#ppt_x"/>
                                          </p:val>
                                        </p:tav>
                                      </p:tavLst>
                                    </p:anim>
                                    <p:anim calcmode="lin" valueType="num">
                                      <p:cBhvr>
                                        <p:cTn id="93" dur="500" fill="hold"/>
                                        <p:tgtEl>
                                          <p:spTgt spid="191"/>
                                        </p:tgtEl>
                                        <p:attrNameLst>
                                          <p:attrName>ppt_y</p:attrName>
                                        </p:attrNameLst>
                                      </p:cBhvr>
                                      <p:tavLst>
                                        <p:tav tm="0">
                                          <p:val>
                                            <p:strVal val="#ppt_y-.1"/>
                                          </p:val>
                                        </p:tav>
                                        <p:tav tm="100000">
                                          <p:val>
                                            <p:strVal val="#ppt_y"/>
                                          </p:val>
                                        </p:tav>
                                      </p:tavLst>
                                    </p:anim>
                                  </p:childTnLst>
                                </p:cTn>
                              </p:par>
                            </p:childTnLst>
                          </p:cTn>
                        </p:par>
                        <p:par>
                          <p:cTn id="94" fill="hold">
                            <p:stCondLst>
                              <p:cond delay="7700"/>
                            </p:stCondLst>
                            <p:childTnLst>
                              <p:par>
                                <p:cTn id="95" presetID="22" presetClass="entr" presetSubtype="2" fill="hold" nodeType="afterEffect">
                                  <p:stCondLst>
                                    <p:cond delay="0"/>
                                  </p:stCondLst>
                                  <p:childTnLst>
                                    <p:set>
                                      <p:cBhvr>
                                        <p:cTn id="96" dur="1" fill="hold">
                                          <p:stCondLst>
                                            <p:cond delay="0"/>
                                          </p:stCondLst>
                                        </p:cTn>
                                        <p:tgtEl>
                                          <p:spTgt spid="182"/>
                                        </p:tgtEl>
                                        <p:attrNameLst>
                                          <p:attrName>style.visibility</p:attrName>
                                        </p:attrNameLst>
                                      </p:cBhvr>
                                      <p:to>
                                        <p:strVal val="visible"/>
                                      </p:to>
                                    </p:set>
                                    <p:animEffect transition="in" filter="wipe(right)">
                                      <p:cBhvr>
                                        <p:cTn id="97" dur="500"/>
                                        <p:tgtEl>
                                          <p:spTgt spid="182"/>
                                        </p:tgtEl>
                                      </p:cBhvr>
                                    </p:animEffect>
                                  </p:childTnLst>
                                </p:cTn>
                              </p:par>
                            </p:childTnLst>
                          </p:cTn>
                        </p:par>
                        <p:par>
                          <p:cTn id="98" fill="hold">
                            <p:stCondLst>
                              <p:cond delay="8200"/>
                            </p:stCondLst>
                            <p:childTnLst>
                              <p:par>
                                <p:cTn id="99" presetID="42" presetClass="entr" presetSubtype="0" fill="hold" grpId="0" nodeType="afterEffect">
                                  <p:stCondLst>
                                    <p:cond delay="0"/>
                                  </p:stCondLst>
                                  <p:childTnLst>
                                    <p:set>
                                      <p:cBhvr>
                                        <p:cTn id="100" dur="1" fill="hold">
                                          <p:stCondLst>
                                            <p:cond delay="0"/>
                                          </p:stCondLst>
                                        </p:cTn>
                                        <p:tgtEl>
                                          <p:spTgt spid="186"/>
                                        </p:tgtEl>
                                        <p:attrNameLst>
                                          <p:attrName>style.visibility</p:attrName>
                                        </p:attrNameLst>
                                      </p:cBhvr>
                                      <p:to>
                                        <p:strVal val="visible"/>
                                      </p:to>
                                    </p:set>
                                    <p:animEffect transition="in" filter="fade">
                                      <p:cBhvr>
                                        <p:cTn id="101" dur="500"/>
                                        <p:tgtEl>
                                          <p:spTgt spid="186"/>
                                        </p:tgtEl>
                                      </p:cBhvr>
                                    </p:animEffect>
                                    <p:anim calcmode="lin" valueType="num">
                                      <p:cBhvr>
                                        <p:cTn id="102" dur="500" fill="hold"/>
                                        <p:tgtEl>
                                          <p:spTgt spid="186"/>
                                        </p:tgtEl>
                                        <p:attrNameLst>
                                          <p:attrName>ppt_x</p:attrName>
                                        </p:attrNameLst>
                                      </p:cBhvr>
                                      <p:tavLst>
                                        <p:tav tm="0">
                                          <p:val>
                                            <p:strVal val="#ppt_x"/>
                                          </p:val>
                                        </p:tav>
                                        <p:tav tm="100000">
                                          <p:val>
                                            <p:strVal val="#ppt_x"/>
                                          </p:val>
                                        </p:tav>
                                      </p:tavLst>
                                    </p:anim>
                                    <p:anim calcmode="lin" valueType="num">
                                      <p:cBhvr>
                                        <p:cTn id="103" dur="500" fill="hold"/>
                                        <p:tgtEl>
                                          <p:spTgt spid="186"/>
                                        </p:tgtEl>
                                        <p:attrNameLst>
                                          <p:attrName>ppt_y</p:attrName>
                                        </p:attrNameLst>
                                      </p:cBhvr>
                                      <p:tavLst>
                                        <p:tav tm="0">
                                          <p:val>
                                            <p:strVal val="#ppt_y+.1"/>
                                          </p:val>
                                        </p:tav>
                                        <p:tav tm="100000">
                                          <p:val>
                                            <p:strVal val="#ppt_y"/>
                                          </p:val>
                                        </p:tav>
                                      </p:tavLst>
                                    </p:anim>
                                  </p:childTnLst>
                                </p:cTn>
                              </p:par>
                              <p:par>
                                <p:cTn id="104" presetID="47" presetClass="entr" presetSubtype="0" fill="hold" grpId="0" nodeType="withEffect">
                                  <p:stCondLst>
                                    <p:cond delay="0"/>
                                  </p:stCondLst>
                                  <p:childTnLst>
                                    <p:set>
                                      <p:cBhvr>
                                        <p:cTn id="105" dur="1" fill="hold">
                                          <p:stCondLst>
                                            <p:cond delay="0"/>
                                          </p:stCondLst>
                                        </p:cTn>
                                        <p:tgtEl>
                                          <p:spTgt spid="190"/>
                                        </p:tgtEl>
                                        <p:attrNameLst>
                                          <p:attrName>style.visibility</p:attrName>
                                        </p:attrNameLst>
                                      </p:cBhvr>
                                      <p:to>
                                        <p:strVal val="visible"/>
                                      </p:to>
                                    </p:set>
                                    <p:animEffect transition="in" filter="fade">
                                      <p:cBhvr>
                                        <p:cTn id="106" dur="500"/>
                                        <p:tgtEl>
                                          <p:spTgt spid="190"/>
                                        </p:tgtEl>
                                      </p:cBhvr>
                                    </p:animEffect>
                                    <p:anim calcmode="lin" valueType="num">
                                      <p:cBhvr>
                                        <p:cTn id="107" dur="500" fill="hold"/>
                                        <p:tgtEl>
                                          <p:spTgt spid="190"/>
                                        </p:tgtEl>
                                        <p:attrNameLst>
                                          <p:attrName>ppt_x</p:attrName>
                                        </p:attrNameLst>
                                      </p:cBhvr>
                                      <p:tavLst>
                                        <p:tav tm="0">
                                          <p:val>
                                            <p:strVal val="#ppt_x"/>
                                          </p:val>
                                        </p:tav>
                                        <p:tav tm="100000">
                                          <p:val>
                                            <p:strVal val="#ppt_x"/>
                                          </p:val>
                                        </p:tav>
                                      </p:tavLst>
                                    </p:anim>
                                    <p:anim calcmode="lin" valueType="num">
                                      <p:cBhvr>
                                        <p:cTn id="108" dur="500" fill="hold"/>
                                        <p:tgtEl>
                                          <p:spTgt spid="190"/>
                                        </p:tgtEl>
                                        <p:attrNameLst>
                                          <p:attrName>ppt_y</p:attrName>
                                        </p:attrNameLst>
                                      </p:cBhvr>
                                      <p:tavLst>
                                        <p:tav tm="0">
                                          <p:val>
                                            <p:strVal val="#ppt_y-.1"/>
                                          </p:val>
                                        </p:tav>
                                        <p:tav tm="100000">
                                          <p:val>
                                            <p:strVal val="#ppt_y"/>
                                          </p:val>
                                        </p:tav>
                                      </p:tavLst>
                                    </p:anim>
                                  </p:childTnLst>
                                </p:cTn>
                              </p:par>
                            </p:childTnLst>
                          </p:cTn>
                        </p:par>
                        <p:par>
                          <p:cTn id="109" fill="hold">
                            <p:stCondLst>
                              <p:cond delay="8700"/>
                            </p:stCondLst>
                            <p:childTnLst>
                              <p:par>
                                <p:cTn id="110" presetID="22" presetClass="entr" presetSubtype="8" fill="hold" nodeType="afterEffect">
                                  <p:stCondLst>
                                    <p:cond delay="0"/>
                                  </p:stCondLst>
                                  <p:childTnLst>
                                    <p:set>
                                      <p:cBhvr>
                                        <p:cTn id="111" dur="1" fill="hold">
                                          <p:stCondLst>
                                            <p:cond delay="0"/>
                                          </p:stCondLst>
                                        </p:cTn>
                                        <p:tgtEl>
                                          <p:spTgt spid="147"/>
                                        </p:tgtEl>
                                        <p:attrNameLst>
                                          <p:attrName>style.visibility</p:attrName>
                                        </p:attrNameLst>
                                      </p:cBhvr>
                                      <p:to>
                                        <p:strVal val="visible"/>
                                      </p:to>
                                    </p:set>
                                    <p:animEffect transition="in" filter="wipe(left)">
                                      <p:cBhvr>
                                        <p:cTn id="112" dur="500"/>
                                        <p:tgtEl>
                                          <p:spTgt spid="147"/>
                                        </p:tgtEl>
                                      </p:cBhvr>
                                    </p:animEffect>
                                  </p:childTnLst>
                                </p:cTn>
                              </p:par>
                            </p:childTnLst>
                          </p:cTn>
                        </p:par>
                        <p:par>
                          <p:cTn id="113" fill="hold">
                            <p:stCondLst>
                              <p:cond delay="9200"/>
                            </p:stCondLst>
                            <p:childTnLst>
                              <p:par>
                                <p:cTn id="114" presetID="42" presetClass="entr" presetSubtype="0" fill="hold" grpId="0" nodeType="afterEffect">
                                  <p:stCondLst>
                                    <p:cond delay="0"/>
                                  </p:stCondLst>
                                  <p:childTnLst>
                                    <p:set>
                                      <p:cBhvr>
                                        <p:cTn id="115" dur="1" fill="hold">
                                          <p:stCondLst>
                                            <p:cond delay="0"/>
                                          </p:stCondLst>
                                        </p:cTn>
                                        <p:tgtEl>
                                          <p:spTgt spid="188"/>
                                        </p:tgtEl>
                                        <p:attrNameLst>
                                          <p:attrName>style.visibility</p:attrName>
                                        </p:attrNameLst>
                                      </p:cBhvr>
                                      <p:to>
                                        <p:strVal val="visible"/>
                                      </p:to>
                                    </p:set>
                                    <p:animEffect transition="in" filter="fade">
                                      <p:cBhvr>
                                        <p:cTn id="116" dur="500"/>
                                        <p:tgtEl>
                                          <p:spTgt spid="188"/>
                                        </p:tgtEl>
                                      </p:cBhvr>
                                    </p:animEffect>
                                    <p:anim calcmode="lin" valueType="num">
                                      <p:cBhvr>
                                        <p:cTn id="117" dur="500" fill="hold"/>
                                        <p:tgtEl>
                                          <p:spTgt spid="188"/>
                                        </p:tgtEl>
                                        <p:attrNameLst>
                                          <p:attrName>ppt_x</p:attrName>
                                        </p:attrNameLst>
                                      </p:cBhvr>
                                      <p:tavLst>
                                        <p:tav tm="0">
                                          <p:val>
                                            <p:strVal val="#ppt_x"/>
                                          </p:val>
                                        </p:tav>
                                        <p:tav tm="100000">
                                          <p:val>
                                            <p:strVal val="#ppt_x"/>
                                          </p:val>
                                        </p:tav>
                                      </p:tavLst>
                                    </p:anim>
                                    <p:anim calcmode="lin" valueType="num">
                                      <p:cBhvr>
                                        <p:cTn id="118" dur="500" fill="hold"/>
                                        <p:tgtEl>
                                          <p:spTgt spid="188"/>
                                        </p:tgtEl>
                                        <p:attrNameLst>
                                          <p:attrName>ppt_y</p:attrName>
                                        </p:attrNameLst>
                                      </p:cBhvr>
                                      <p:tavLst>
                                        <p:tav tm="0">
                                          <p:val>
                                            <p:strVal val="#ppt_y+.1"/>
                                          </p:val>
                                        </p:tav>
                                        <p:tav tm="100000">
                                          <p:val>
                                            <p:strVal val="#ppt_y"/>
                                          </p:val>
                                        </p:tav>
                                      </p:tavLst>
                                    </p:anim>
                                  </p:childTnLst>
                                </p:cTn>
                              </p:par>
                              <p:par>
                                <p:cTn id="119" presetID="47" presetClass="entr" presetSubtype="0" fill="hold" grpId="0" nodeType="withEffect">
                                  <p:stCondLst>
                                    <p:cond delay="0"/>
                                  </p:stCondLst>
                                  <p:childTnLst>
                                    <p:set>
                                      <p:cBhvr>
                                        <p:cTn id="120" dur="1" fill="hold">
                                          <p:stCondLst>
                                            <p:cond delay="0"/>
                                          </p:stCondLst>
                                        </p:cTn>
                                        <p:tgtEl>
                                          <p:spTgt spid="192"/>
                                        </p:tgtEl>
                                        <p:attrNameLst>
                                          <p:attrName>style.visibility</p:attrName>
                                        </p:attrNameLst>
                                      </p:cBhvr>
                                      <p:to>
                                        <p:strVal val="visible"/>
                                      </p:to>
                                    </p:set>
                                    <p:animEffect transition="in" filter="fade">
                                      <p:cBhvr>
                                        <p:cTn id="121" dur="500"/>
                                        <p:tgtEl>
                                          <p:spTgt spid="192"/>
                                        </p:tgtEl>
                                      </p:cBhvr>
                                    </p:animEffect>
                                    <p:anim calcmode="lin" valueType="num">
                                      <p:cBhvr>
                                        <p:cTn id="122" dur="500" fill="hold"/>
                                        <p:tgtEl>
                                          <p:spTgt spid="192"/>
                                        </p:tgtEl>
                                        <p:attrNameLst>
                                          <p:attrName>ppt_x</p:attrName>
                                        </p:attrNameLst>
                                      </p:cBhvr>
                                      <p:tavLst>
                                        <p:tav tm="0">
                                          <p:val>
                                            <p:strVal val="#ppt_x"/>
                                          </p:val>
                                        </p:tav>
                                        <p:tav tm="100000">
                                          <p:val>
                                            <p:strVal val="#ppt_x"/>
                                          </p:val>
                                        </p:tav>
                                      </p:tavLst>
                                    </p:anim>
                                    <p:anim calcmode="lin" valueType="num">
                                      <p:cBhvr>
                                        <p:cTn id="123" dur="500" fill="hold"/>
                                        <p:tgtEl>
                                          <p:spTgt spid="192"/>
                                        </p:tgtEl>
                                        <p:attrNameLst>
                                          <p:attrName>ppt_y</p:attrName>
                                        </p:attrNameLst>
                                      </p:cBhvr>
                                      <p:tavLst>
                                        <p:tav tm="0">
                                          <p:val>
                                            <p:strVal val="#ppt_y-.1"/>
                                          </p:val>
                                        </p:tav>
                                        <p:tav tm="100000">
                                          <p:val>
                                            <p:strVal val="#ppt_y"/>
                                          </p:val>
                                        </p:tav>
                                      </p:tavLst>
                                    </p:anim>
                                  </p:childTnLst>
                                </p:cTn>
                              </p:par>
                            </p:childTnLst>
                          </p:cTn>
                        </p:par>
                      </p:childTnLst>
                    </p:cTn>
                  </p:par>
                  <p:par>
                    <p:cTn id="124" fill="hold">
                      <p:stCondLst>
                        <p:cond delay="indefinite"/>
                      </p:stCondLst>
                      <p:childTnLst>
                        <p:par>
                          <p:cTn id="125" fill="hold">
                            <p:stCondLst>
                              <p:cond delay="0"/>
                            </p:stCondLst>
                            <p:childTnLst>
                              <p:par>
                                <p:cTn id="126" presetID="22" presetClass="entr" presetSubtype="4" fill="hold" grpId="0" nodeType="clickEffect">
                                  <p:stCondLst>
                                    <p:cond delay="0"/>
                                  </p:stCondLst>
                                  <p:childTnLst>
                                    <p:set>
                                      <p:cBhvr>
                                        <p:cTn id="127" dur="1" fill="hold">
                                          <p:stCondLst>
                                            <p:cond delay="0"/>
                                          </p:stCondLst>
                                        </p:cTn>
                                        <p:tgtEl>
                                          <p:spTgt spid="193"/>
                                        </p:tgtEl>
                                        <p:attrNameLst>
                                          <p:attrName>style.visibility</p:attrName>
                                        </p:attrNameLst>
                                      </p:cBhvr>
                                      <p:to>
                                        <p:strVal val="visible"/>
                                      </p:to>
                                    </p:set>
                                    <p:animEffect transition="in" filter="wipe(down)">
                                      <p:cBhvr>
                                        <p:cTn id="128" dur="500"/>
                                        <p:tgtEl>
                                          <p:spTgt spid="1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53" grpId="0" animBg="1"/>
      <p:bldP spid="154" grpId="0" animBg="1"/>
      <p:bldP spid="155" grpId="0" animBg="1"/>
      <p:bldP spid="156" grpId="0" animBg="1"/>
      <p:bldP spid="185" grpId="0"/>
      <p:bldP spid="186" grpId="0"/>
      <p:bldP spid="187" grpId="0"/>
      <p:bldP spid="188" grpId="0"/>
      <p:bldP spid="189" grpId="0"/>
      <p:bldP spid="190" grpId="0"/>
      <p:bldP spid="191" grpId="0"/>
      <p:bldP spid="192" grpId="0"/>
      <p:bldP spid="19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10" name="Group 2010"/>
          <p:cNvGrpSpPr/>
          <p:nvPr/>
        </p:nvGrpSpPr>
        <p:grpSpPr>
          <a:xfrm>
            <a:off x="1360921" y="1890783"/>
            <a:ext cx="1535181" cy="4336538"/>
            <a:chOff x="-1" y="-15"/>
            <a:chExt cx="2911317" cy="8223811"/>
          </a:xfrm>
        </p:grpSpPr>
        <p:sp>
          <p:nvSpPr>
            <p:cNvPr id="2003" name="Shape 2003"/>
            <p:cNvSpPr/>
            <p:nvPr/>
          </p:nvSpPr>
          <p:spPr>
            <a:xfrm flipV="1">
              <a:off x="1449306" y="2818308"/>
              <a:ext cx="2" cy="3702985"/>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04" name="Shape 2004"/>
            <p:cNvSpPr/>
            <p:nvPr/>
          </p:nvSpPr>
          <p:spPr>
            <a:xfrm>
              <a:off x="518981" y="-15"/>
              <a:ext cx="1860633" cy="2767337"/>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1"/>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05" name="Shape 2005"/>
            <p:cNvSpPr/>
            <p:nvPr/>
          </p:nvSpPr>
          <p:spPr>
            <a:xfrm>
              <a:off x="895303" y="328849"/>
              <a:ext cx="1107961"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06" name="Shape 2006"/>
            <p:cNvSpPr/>
            <p:nvPr/>
          </p:nvSpPr>
          <p:spPr>
            <a:xfrm>
              <a:off x="1315248" y="2723469"/>
              <a:ext cx="268106" cy="26810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07" name="Shape 2007"/>
            <p:cNvSpPr/>
            <p:nvPr/>
          </p:nvSpPr>
          <p:spPr>
            <a:xfrm>
              <a:off x="263953" y="6664725"/>
              <a:ext cx="2383308" cy="44796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4A5E6C"/>
                  </a:solidFill>
                  <a:latin typeface="FontAwesome"/>
                  <a:ea typeface="FontAwesome"/>
                  <a:cs typeface="FontAwesome"/>
                  <a:sym typeface="FontAwesome"/>
                </a:defRPr>
              </a:lvl1pPr>
            </a:lstStyle>
            <a:p>
              <a:pPr lvl="0">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08" name="Shape 2008"/>
            <p:cNvSpPr/>
            <p:nvPr/>
          </p:nvSpPr>
          <p:spPr>
            <a:xfrm>
              <a:off x="-1" y="7128932"/>
              <a:ext cx="2911317"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09" name="Shape 2009"/>
            <p:cNvSpPr/>
            <p:nvPr/>
          </p:nvSpPr>
          <p:spPr>
            <a:xfrm>
              <a:off x="1315248" y="759053"/>
              <a:ext cx="268106" cy="26810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18" name="Group 2018"/>
          <p:cNvGrpSpPr/>
          <p:nvPr/>
        </p:nvGrpSpPr>
        <p:grpSpPr>
          <a:xfrm>
            <a:off x="3081267" y="2634492"/>
            <a:ext cx="1535181" cy="3621840"/>
            <a:chOff x="0" y="0"/>
            <a:chExt cx="2911316" cy="6868459"/>
          </a:xfrm>
        </p:grpSpPr>
        <p:sp>
          <p:nvSpPr>
            <p:cNvPr id="2011" name="Shape 2011"/>
            <p:cNvSpPr/>
            <p:nvPr/>
          </p:nvSpPr>
          <p:spPr>
            <a:xfrm>
              <a:off x="525331" y="0"/>
              <a:ext cx="1860634" cy="2767336"/>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2"/>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12" name="Shape 2012"/>
            <p:cNvSpPr/>
            <p:nvPr/>
          </p:nvSpPr>
          <p:spPr>
            <a:xfrm>
              <a:off x="901653" y="328863"/>
              <a:ext cx="1107961"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13" name="Shape 2013"/>
            <p:cNvSpPr/>
            <p:nvPr/>
          </p:nvSpPr>
          <p:spPr>
            <a:xfrm>
              <a:off x="1321606" y="2747249"/>
              <a:ext cx="268106" cy="268107"/>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14" name="Shape 2014"/>
            <p:cNvSpPr/>
            <p:nvPr/>
          </p:nvSpPr>
          <p:spPr>
            <a:xfrm flipV="1">
              <a:off x="1455665" y="2990855"/>
              <a:ext cx="2" cy="2065071"/>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15" name="Shape 2015"/>
            <p:cNvSpPr/>
            <p:nvPr/>
          </p:nvSpPr>
          <p:spPr>
            <a:xfrm>
              <a:off x="263979" y="5233217"/>
              <a:ext cx="2383307" cy="49028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CD321B"/>
                  </a:solidFill>
                  <a:latin typeface="FontAwesome"/>
                  <a:ea typeface="FontAwesome"/>
                  <a:cs typeface="FontAwesome"/>
                  <a:sym typeface="FontAwesome"/>
                </a:defRPr>
              </a:lvl1pPr>
            </a:lstStyle>
            <a:p>
              <a:pPr lvl="0" defTabSz="457200">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cs typeface="Roboto Light" charset="0"/>
                  <a:sym typeface="Arial" panose="020B0604020202020204" pitchFamily="34" charset="0"/>
                </a:rPr>
                <a:t>请替换文字内容</a:t>
              </a:r>
            </a:p>
          </p:txBody>
        </p:sp>
        <p:sp>
          <p:nvSpPr>
            <p:cNvPr id="2016" name="Shape 2016"/>
            <p:cNvSpPr/>
            <p:nvPr/>
          </p:nvSpPr>
          <p:spPr>
            <a:xfrm>
              <a:off x="0" y="5773595"/>
              <a:ext cx="2911316"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17" name="Shape 2017"/>
            <p:cNvSpPr/>
            <p:nvPr/>
          </p:nvSpPr>
          <p:spPr>
            <a:xfrm>
              <a:off x="1321606" y="812771"/>
              <a:ext cx="268106" cy="268106"/>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2"/>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26" name="Group 2026"/>
          <p:cNvGrpSpPr/>
          <p:nvPr/>
        </p:nvGrpSpPr>
        <p:grpSpPr>
          <a:xfrm>
            <a:off x="4801613" y="1890784"/>
            <a:ext cx="1535181" cy="4365548"/>
            <a:chOff x="0" y="0"/>
            <a:chExt cx="2911316" cy="8278827"/>
          </a:xfrm>
        </p:grpSpPr>
        <p:sp>
          <p:nvSpPr>
            <p:cNvPr id="2019" name="Shape 2019"/>
            <p:cNvSpPr/>
            <p:nvPr/>
          </p:nvSpPr>
          <p:spPr>
            <a:xfrm flipV="1">
              <a:off x="1455656" y="2825143"/>
              <a:ext cx="2" cy="3702986"/>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20" name="Shape 2020"/>
            <p:cNvSpPr/>
            <p:nvPr/>
          </p:nvSpPr>
          <p:spPr>
            <a:xfrm>
              <a:off x="531680" y="0"/>
              <a:ext cx="1860635" cy="2767336"/>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3"/>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21" name="Shape 2021"/>
            <p:cNvSpPr/>
            <p:nvPr/>
          </p:nvSpPr>
          <p:spPr>
            <a:xfrm>
              <a:off x="908003" y="328863"/>
              <a:ext cx="1107961"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22" name="Shape 2022"/>
            <p:cNvSpPr/>
            <p:nvPr/>
          </p:nvSpPr>
          <p:spPr>
            <a:xfrm>
              <a:off x="1327931" y="2723483"/>
              <a:ext cx="268106" cy="268106"/>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23" name="Shape 2023"/>
            <p:cNvSpPr/>
            <p:nvPr/>
          </p:nvSpPr>
          <p:spPr>
            <a:xfrm>
              <a:off x="264002" y="6664741"/>
              <a:ext cx="2383307" cy="44796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FBBE48"/>
                  </a:solidFill>
                  <a:latin typeface="FontAwesome"/>
                  <a:ea typeface="FontAwesome"/>
                  <a:cs typeface="FontAwesome"/>
                  <a:sym typeface="FontAwesome"/>
                </a:defRPr>
              </a:lvl1pPr>
            </a:lstStyle>
            <a:p>
              <a:pPr lvl="0" algn="ct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p>
          </p:txBody>
        </p:sp>
        <p:sp>
          <p:nvSpPr>
            <p:cNvPr id="2024" name="Shape 2024"/>
            <p:cNvSpPr/>
            <p:nvPr/>
          </p:nvSpPr>
          <p:spPr>
            <a:xfrm>
              <a:off x="0" y="7183963"/>
              <a:ext cx="2911316"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25" name="Shape 2025"/>
            <p:cNvSpPr/>
            <p:nvPr/>
          </p:nvSpPr>
          <p:spPr>
            <a:xfrm>
              <a:off x="1327964" y="759067"/>
              <a:ext cx="268106" cy="268107"/>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3"/>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34" name="Group 2034"/>
          <p:cNvGrpSpPr/>
          <p:nvPr/>
        </p:nvGrpSpPr>
        <p:grpSpPr>
          <a:xfrm>
            <a:off x="6521959" y="2634492"/>
            <a:ext cx="1535181" cy="3607251"/>
            <a:chOff x="0" y="0"/>
            <a:chExt cx="2911316" cy="6840792"/>
          </a:xfrm>
        </p:grpSpPr>
        <p:sp>
          <p:nvSpPr>
            <p:cNvPr id="2027" name="Shape 2027"/>
            <p:cNvSpPr/>
            <p:nvPr/>
          </p:nvSpPr>
          <p:spPr>
            <a:xfrm>
              <a:off x="523115" y="0"/>
              <a:ext cx="1860634" cy="2767336"/>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4"/>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28" name="Shape 2028"/>
            <p:cNvSpPr/>
            <p:nvPr/>
          </p:nvSpPr>
          <p:spPr>
            <a:xfrm>
              <a:off x="899437" y="328863"/>
              <a:ext cx="1107962"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29" name="Shape 2029"/>
            <p:cNvSpPr/>
            <p:nvPr/>
          </p:nvSpPr>
          <p:spPr>
            <a:xfrm>
              <a:off x="1319399" y="2747249"/>
              <a:ext cx="268106" cy="268107"/>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30" name="Shape 2030"/>
            <p:cNvSpPr/>
            <p:nvPr/>
          </p:nvSpPr>
          <p:spPr>
            <a:xfrm>
              <a:off x="251332" y="5254375"/>
              <a:ext cx="2383307" cy="44796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809D2C"/>
                  </a:solidFill>
                  <a:latin typeface="FontAwesome"/>
                  <a:ea typeface="FontAwesome"/>
                  <a:cs typeface="FontAwesome"/>
                  <a:sym typeface="FontAwesome"/>
                </a:defRPr>
              </a:lvl1pPr>
            </a:lstStyle>
            <a:p>
              <a:pPr algn="ct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31" name="Shape 2031"/>
            <p:cNvSpPr/>
            <p:nvPr/>
          </p:nvSpPr>
          <p:spPr>
            <a:xfrm flipV="1">
              <a:off x="1453458" y="2990855"/>
              <a:ext cx="2" cy="2065071"/>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32" name="Shape 2032"/>
            <p:cNvSpPr/>
            <p:nvPr/>
          </p:nvSpPr>
          <p:spPr>
            <a:xfrm>
              <a:off x="0" y="5745928"/>
              <a:ext cx="2911316"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33" name="Shape 2033"/>
            <p:cNvSpPr/>
            <p:nvPr/>
          </p:nvSpPr>
          <p:spPr>
            <a:xfrm>
              <a:off x="1324773" y="812771"/>
              <a:ext cx="268106" cy="268106"/>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42" name="Group 2042"/>
          <p:cNvGrpSpPr/>
          <p:nvPr/>
        </p:nvGrpSpPr>
        <p:grpSpPr>
          <a:xfrm>
            <a:off x="8242305" y="1890784"/>
            <a:ext cx="1535181" cy="4365548"/>
            <a:chOff x="0" y="0"/>
            <a:chExt cx="2911316" cy="8278827"/>
          </a:xfrm>
        </p:grpSpPr>
        <p:sp>
          <p:nvSpPr>
            <p:cNvPr id="2035" name="Shape 2035"/>
            <p:cNvSpPr/>
            <p:nvPr/>
          </p:nvSpPr>
          <p:spPr>
            <a:xfrm flipV="1">
              <a:off x="1468347" y="2825143"/>
              <a:ext cx="2" cy="3702986"/>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36" name="Shape 2036"/>
            <p:cNvSpPr/>
            <p:nvPr/>
          </p:nvSpPr>
          <p:spPr>
            <a:xfrm>
              <a:off x="544381" y="0"/>
              <a:ext cx="1860634" cy="2767336"/>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5"/>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37" name="Shape 2037"/>
            <p:cNvSpPr/>
            <p:nvPr/>
          </p:nvSpPr>
          <p:spPr>
            <a:xfrm>
              <a:off x="920703" y="328863"/>
              <a:ext cx="1107961"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38" name="Shape 2038"/>
            <p:cNvSpPr/>
            <p:nvPr/>
          </p:nvSpPr>
          <p:spPr>
            <a:xfrm>
              <a:off x="1340665" y="2723483"/>
              <a:ext cx="268106" cy="26810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39" name="Shape 2039"/>
            <p:cNvSpPr/>
            <p:nvPr/>
          </p:nvSpPr>
          <p:spPr>
            <a:xfrm>
              <a:off x="264003" y="6664741"/>
              <a:ext cx="2383307" cy="44796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3A9A87"/>
                  </a:solidFill>
                  <a:latin typeface="FontAwesome"/>
                  <a:ea typeface="FontAwesome"/>
                  <a:cs typeface="FontAwesome"/>
                  <a:sym typeface="FontAwesome"/>
                </a:defRPr>
              </a:lvl1pPr>
            </a:lstStyle>
            <a:p>
              <a:pPr lvl="0" algn="ct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p>
          </p:txBody>
        </p:sp>
        <p:sp>
          <p:nvSpPr>
            <p:cNvPr id="2040" name="Shape 2040"/>
            <p:cNvSpPr/>
            <p:nvPr/>
          </p:nvSpPr>
          <p:spPr>
            <a:xfrm>
              <a:off x="0" y="7183963"/>
              <a:ext cx="2911316"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41" name="Shape 2041"/>
            <p:cNvSpPr/>
            <p:nvPr/>
          </p:nvSpPr>
          <p:spPr>
            <a:xfrm>
              <a:off x="1334281" y="754485"/>
              <a:ext cx="268106" cy="26810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5"/>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050" name="Group 2050"/>
          <p:cNvGrpSpPr/>
          <p:nvPr/>
        </p:nvGrpSpPr>
        <p:grpSpPr>
          <a:xfrm>
            <a:off x="9962649" y="2634492"/>
            <a:ext cx="1535181" cy="3592829"/>
            <a:chOff x="0" y="0"/>
            <a:chExt cx="2911316" cy="6813442"/>
          </a:xfrm>
        </p:grpSpPr>
        <p:sp>
          <p:nvSpPr>
            <p:cNvPr id="2043" name="Shape 2043"/>
            <p:cNvSpPr/>
            <p:nvPr/>
          </p:nvSpPr>
          <p:spPr>
            <a:xfrm flipV="1">
              <a:off x="1442907" y="2990855"/>
              <a:ext cx="2" cy="2065071"/>
            </a:xfrm>
            <a:prstGeom prst="line">
              <a:avLst/>
            </a:prstGeom>
            <a:noFill/>
            <a:ln w="12700" cap="flat">
              <a:solidFill>
                <a:schemeClr val="bg1">
                  <a:lumMod val="65000"/>
                </a:schemeClr>
              </a:solidFill>
              <a:prstDash val="solid"/>
              <a:miter lim="400000"/>
            </a:ln>
            <a:effectLst/>
          </p:spPr>
          <p:txBody>
            <a:bodyPr wrap="square" lIns="24108" tIns="24108" rIns="24108" bIns="24108" numCol="1" anchor="t">
              <a:noAutofit/>
            </a:bodyPr>
            <a:lstStyle/>
            <a:p>
              <a:pPr defTabSz="241082">
                <a:defRPr sz="1200">
                  <a:latin typeface="Helvetica"/>
                  <a:ea typeface="Helvetica"/>
                  <a:cs typeface="Helvetica"/>
                  <a:sym typeface="Helvetica"/>
                </a:defRPr>
              </a:pPr>
              <a:endParaRPr sz="633" dirty="0">
                <a:solidFill>
                  <a:schemeClr val="bg1">
                    <a:lumMod val="65000"/>
                  </a:schemeClr>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2044" name="Shape 2044"/>
            <p:cNvSpPr/>
            <p:nvPr/>
          </p:nvSpPr>
          <p:spPr>
            <a:xfrm>
              <a:off x="525331" y="0"/>
              <a:ext cx="1860634" cy="2767336"/>
            </a:xfrm>
            <a:custGeom>
              <a:avLst/>
              <a:gdLst/>
              <a:ahLst/>
              <a:cxnLst>
                <a:cxn ang="0">
                  <a:pos x="wd2" y="hd2"/>
                </a:cxn>
                <a:cxn ang="5400000">
                  <a:pos x="wd2" y="hd2"/>
                </a:cxn>
                <a:cxn ang="10800000">
                  <a:pos x="wd2" y="hd2"/>
                </a:cxn>
                <a:cxn ang="16200000">
                  <a:pos x="wd2" y="hd2"/>
                </a:cxn>
              </a:cxnLst>
              <a:rect l="0" t="0" r="r" b="b"/>
              <a:pathLst>
                <a:path w="15896" h="21205" extrusionOk="0">
                  <a:moveTo>
                    <a:pt x="2854" y="12646"/>
                  </a:moveTo>
                  <a:cubicBezTo>
                    <a:pt x="-3017" y="8196"/>
                    <a:pt x="814" y="-395"/>
                    <a:pt x="8487" y="14"/>
                  </a:cubicBezTo>
                  <a:cubicBezTo>
                    <a:pt x="15753" y="401"/>
                    <a:pt x="18583" y="8670"/>
                    <a:pt x="12811" y="12646"/>
                  </a:cubicBezTo>
                  <a:cubicBezTo>
                    <a:pt x="11676" y="13847"/>
                    <a:pt x="10699" y="15161"/>
                    <a:pt x="9899" y="16561"/>
                  </a:cubicBezTo>
                  <a:cubicBezTo>
                    <a:pt x="9059" y="18035"/>
                    <a:pt x="8420" y="19594"/>
                    <a:pt x="7997" y="21205"/>
                  </a:cubicBezTo>
                  <a:cubicBezTo>
                    <a:pt x="7500" y="19575"/>
                    <a:pt x="6791" y="18002"/>
                    <a:pt x="5884" y="16520"/>
                  </a:cubicBezTo>
                  <a:cubicBezTo>
                    <a:pt x="5036" y="15133"/>
                    <a:pt x="4019" y="13834"/>
                    <a:pt x="2854" y="12646"/>
                  </a:cubicBezTo>
                  <a:close/>
                </a:path>
              </a:pathLst>
            </a:custGeom>
            <a:solidFill>
              <a:schemeClr val="accent6"/>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45" name="Shape 2045"/>
            <p:cNvSpPr/>
            <p:nvPr/>
          </p:nvSpPr>
          <p:spPr>
            <a:xfrm>
              <a:off x="901654" y="328863"/>
              <a:ext cx="1107961" cy="1497578"/>
            </a:xfrm>
            <a:custGeom>
              <a:avLst/>
              <a:gdLst/>
              <a:ahLst/>
              <a:cxnLst>
                <a:cxn ang="0">
                  <a:pos x="wd2" y="hd2"/>
                </a:cxn>
                <a:cxn ang="5400000">
                  <a:pos x="wd2" y="hd2"/>
                </a:cxn>
                <a:cxn ang="10800000">
                  <a:pos x="wd2" y="hd2"/>
                </a:cxn>
                <a:cxn ang="16200000">
                  <a:pos x="wd2" y="hd2"/>
                </a:cxn>
              </a:cxnLst>
              <a:rect l="0" t="0" r="r" b="b"/>
              <a:pathLst>
                <a:path w="16006" h="21047" extrusionOk="0">
                  <a:moveTo>
                    <a:pt x="13128" y="13601"/>
                  </a:moveTo>
                  <a:cubicBezTo>
                    <a:pt x="18599" y="9205"/>
                    <a:pt x="15792" y="564"/>
                    <a:pt x="8717" y="26"/>
                  </a:cubicBezTo>
                  <a:cubicBezTo>
                    <a:pt x="1098" y="-553"/>
                    <a:pt x="-3001" y="8540"/>
                    <a:pt x="2598" y="13601"/>
                  </a:cubicBezTo>
                  <a:lnTo>
                    <a:pt x="8213" y="21047"/>
                  </a:lnTo>
                  <a:lnTo>
                    <a:pt x="13128" y="13601"/>
                  </a:lnTo>
                  <a:close/>
                </a:path>
              </a:pathLst>
            </a:custGeom>
            <a:solidFill>
              <a:schemeClr val="bg1">
                <a:lumMod val="9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46" name="Shape 2046"/>
            <p:cNvSpPr/>
            <p:nvPr/>
          </p:nvSpPr>
          <p:spPr>
            <a:xfrm>
              <a:off x="1321581" y="2747249"/>
              <a:ext cx="268106" cy="268107"/>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lumMod val="65000"/>
              </a:schemeClr>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47" name="Shape 2047"/>
            <p:cNvSpPr/>
            <p:nvPr/>
          </p:nvSpPr>
          <p:spPr>
            <a:xfrm>
              <a:off x="263981" y="5254373"/>
              <a:ext cx="2383307" cy="44796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7500">
                  <a:solidFill>
                    <a:srgbClr val="694E7F"/>
                  </a:solidFill>
                  <a:latin typeface="FontAwesome"/>
                  <a:ea typeface="FontAwesome"/>
                  <a:cs typeface="FontAwesome"/>
                  <a:sym typeface="FontAwesome"/>
                </a:defRPr>
              </a:lvl1pPr>
            </a:lstStyle>
            <a:p>
              <a:pPr lvl="0" algn="ct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048" name="Shape 2048"/>
            <p:cNvSpPr/>
            <p:nvPr/>
          </p:nvSpPr>
          <p:spPr>
            <a:xfrm>
              <a:off x="0" y="5718578"/>
              <a:ext cx="2911316" cy="10948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spAutoFit/>
            </a:bodyPr>
            <a:lstStyle>
              <a:lvl1pPr defTabSz="457200">
                <a:defRPr sz="1800">
                  <a:solidFill>
                    <a:srgbClr val="828589"/>
                  </a:solidFill>
                  <a:latin typeface="STIXGeneral-Bold"/>
                  <a:ea typeface="STIXGeneral-Bold"/>
                  <a:cs typeface="STIXGeneral-Bold"/>
                  <a:sym typeface="STIXGeneral-Bold"/>
                </a:defRPr>
              </a:lvl1pPr>
            </a:lstStyle>
            <a:p>
              <a:pPr lvl="0" defTabSz="964326" fontAlgn="auto">
                <a:lnSpc>
                  <a:spcPct val="120000"/>
                </a:lnSpc>
                <a:spcBef>
                  <a:spcPts val="0"/>
                </a:spcBef>
                <a:spcAft>
                  <a:spcPts val="0"/>
                </a:spcAft>
                <a:defRPr/>
              </a:pPr>
              <a:r>
                <a:rPr lang="en-US" altLang="zh-CN"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rPr>
                <a:t>Please replace text, click add relevant headline, modify the text content, also can copy your content to this directly.</a:t>
              </a:r>
              <a:endParaRPr sz="800" kern="0" dirty="0">
                <a:solidFill>
                  <a:schemeClr val="bg1">
                    <a:lumMod val="65000"/>
                  </a:schemeClr>
                </a:solidFill>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49" name="Shape 2049"/>
            <p:cNvSpPr/>
            <p:nvPr/>
          </p:nvSpPr>
          <p:spPr>
            <a:xfrm>
              <a:off x="1321598" y="812771"/>
              <a:ext cx="268106" cy="268106"/>
            </a:xfrm>
            <a:custGeom>
              <a:avLst/>
              <a:gdLst/>
              <a:ahLst/>
              <a:cxnLst>
                <a:cxn ang="0">
                  <a:pos x="wd2" y="hd2"/>
                </a:cxn>
                <a:cxn ang="5400000">
                  <a:pos x="wd2" y="hd2"/>
                </a:cxn>
                <a:cxn ang="10800000">
                  <a:pos x="wd2" y="hd2"/>
                </a:cxn>
                <a:cxn ang="16200000">
                  <a:pos x="wd2" y="hd2"/>
                </a:cxn>
              </a:cxnLst>
              <a:rect l="0" t="0" r="r" b="b"/>
              <a:pathLst>
                <a:path w="19678"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6"/>
            </a:solidFill>
            <a:ln w="12700" cap="flat">
              <a:noFill/>
              <a:miter lim="400000"/>
            </a:ln>
            <a:effectLst/>
          </p:spPr>
          <p:txBody>
            <a:bodyPr wrap="square" lIns="0" tIns="0" rIns="0" bIns="0" numCol="1" anchor="ctr">
              <a:noAutofit/>
            </a:bodyPr>
            <a:lstStyle/>
            <a:p>
              <a:pPr lvl="0">
                <a:lnSpc>
                  <a:spcPct val="120000"/>
                </a:lnSpc>
                <a:defRPr sz="3200"/>
              </a:pPr>
              <a:endParaRPr sz="1687">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50"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1920757343"/>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2010"/>
                                        </p:tgtEl>
                                        <p:attrNameLst>
                                          <p:attrName>style.visibility</p:attrName>
                                        </p:attrNameLst>
                                      </p:cBhvr>
                                      <p:to>
                                        <p:strVal val="visible"/>
                                      </p:to>
                                    </p:set>
                                    <p:anim calcmode="lin" valueType="num">
                                      <p:cBhvr>
                                        <p:cTn id="7" dur="900" fill="hold"/>
                                        <p:tgtEl>
                                          <p:spTgt spid="2010"/>
                                        </p:tgtEl>
                                        <p:attrNameLst>
                                          <p:attrName>ppt_x</p:attrName>
                                        </p:attrNameLst>
                                      </p:cBhvr>
                                      <p:tavLst>
                                        <p:tav tm="0">
                                          <p:val>
                                            <p:strVal val="#ppt_x"/>
                                          </p:val>
                                        </p:tav>
                                        <p:tav tm="100000">
                                          <p:val>
                                            <p:strVal val="#ppt_x"/>
                                          </p:val>
                                        </p:tav>
                                      </p:tavLst>
                                    </p:anim>
                                    <p:anim calcmode="lin" valueType="num">
                                      <p:cBhvr>
                                        <p:cTn id="8" dur="900" fill="hold"/>
                                        <p:tgtEl>
                                          <p:spTgt spid="20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iterate>
                                    <p:tmAbs val="0"/>
                                  </p:iterate>
                                  <p:childTnLst>
                                    <p:set>
                                      <p:cBhvr>
                                        <p:cTn id="12" fill="hold"/>
                                        <p:tgtEl>
                                          <p:spTgt spid="2018"/>
                                        </p:tgtEl>
                                        <p:attrNameLst>
                                          <p:attrName>style.visibility</p:attrName>
                                        </p:attrNameLst>
                                      </p:cBhvr>
                                      <p:to>
                                        <p:strVal val="visible"/>
                                      </p:to>
                                    </p:set>
                                    <p:anim calcmode="lin" valueType="num">
                                      <p:cBhvr>
                                        <p:cTn id="13" dur="900" fill="hold"/>
                                        <p:tgtEl>
                                          <p:spTgt spid="2018"/>
                                        </p:tgtEl>
                                        <p:attrNameLst>
                                          <p:attrName>ppt_x</p:attrName>
                                        </p:attrNameLst>
                                      </p:cBhvr>
                                      <p:tavLst>
                                        <p:tav tm="0">
                                          <p:val>
                                            <p:strVal val="#ppt_x"/>
                                          </p:val>
                                        </p:tav>
                                        <p:tav tm="100000">
                                          <p:val>
                                            <p:strVal val="#ppt_x"/>
                                          </p:val>
                                        </p:tav>
                                      </p:tavLst>
                                    </p:anim>
                                    <p:anim calcmode="lin" valueType="num">
                                      <p:cBhvr>
                                        <p:cTn id="14" dur="900" fill="hold"/>
                                        <p:tgtEl>
                                          <p:spTgt spid="201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iterate>
                                    <p:tmAbs val="0"/>
                                  </p:iterate>
                                  <p:childTnLst>
                                    <p:set>
                                      <p:cBhvr>
                                        <p:cTn id="18" fill="hold"/>
                                        <p:tgtEl>
                                          <p:spTgt spid="2026"/>
                                        </p:tgtEl>
                                        <p:attrNameLst>
                                          <p:attrName>style.visibility</p:attrName>
                                        </p:attrNameLst>
                                      </p:cBhvr>
                                      <p:to>
                                        <p:strVal val="visible"/>
                                      </p:to>
                                    </p:set>
                                    <p:anim calcmode="lin" valueType="num">
                                      <p:cBhvr>
                                        <p:cTn id="19" dur="900" fill="hold"/>
                                        <p:tgtEl>
                                          <p:spTgt spid="2026"/>
                                        </p:tgtEl>
                                        <p:attrNameLst>
                                          <p:attrName>ppt_x</p:attrName>
                                        </p:attrNameLst>
                                      </p:cBhvr>
                                      <p:tavLst>
                                        <p:tav tm="0">
                                          <p:val>
                                            <p:strVal val="#ppt_x"/>
                                          </p:val>
                                        </p:tav>
                                        <p:tav tm="100000">
                                          <p:val>
                                            <p:strVal val="#ppt_x"/>
                                          </p:val>
                                        </p:tav>
                                      </p:tavLst>
                                    </p:anim>
                                    <p:anim calcmode="lin" valueType="num">
                                      <p:cBhvr>
                                        <p:cTn id="20" dur="900" fill="hold"/>
                                        <p:tgtEl>
                                          <p:spTgt spid="202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iterate>
                                    <p:tmAbs val="0"/>
                                  </p:iterate>
                                  <p:childTnLst>
                                    <p:set>
                                      <p:cBhvr>
                                        <p:cTn id="24" fill="hold"/>
                                        <p:tgtEl>
                                          <p:spTgt spid="2034"/>
                                        </p:tgtEl>
                                        <p:attrNameLst>
                                          <p:attrName>style.visibility</p:attrName>
                                        </p:attrNameLst>
                                      </p:cBhvr>
                                      <p:to>
                                        <p:strVal val="visible"/>
                                      </p:to>
                                    </p:set>
                                    <p:anim calcmode="lin" valueType="num">
                                      <p:cBhvr>
                                        <p:cTn id="25" dur="900" fill="hold"/>
                                        <p:tgtEl>
                                          <p:spTgt spid="2034"/>
                                        </p:tgtEl>
                                        <p:attrNameLst>
                                          <p:attrName>ppt_x</p:attrName>
                                        </p:attrNameLst>
                                      </p:cBhvr>
                                      <p:tavLst>
                                        <p:tav tm="0">
                                          <p:val>
                                            <p:strVal val="#ppt_x"/>
                                          </p:val>
                                        </p:tav>
                                        <p:tav tm="100000">
                                          <p:val>
                                            <p:strVal val="#ppt_x"/>
                                          </p:val>
                                        </p:tav>
                                      </p:tavLst>
                                    </p:anim>
                                    <p:anim calcmode="lin" valueType="num">
                                      <p:cBhvr>
                                        <p:cTn id="26" dur="900" fill="hold"/>
                                        <p:tgtEl>
                                          <p:spTgt spid="203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iterate>
                                    <p:tmAbs val="0"/>
                                  </p:iterate>
                                  <p:childTnLst>
                                    <p:set>
                                      <p:cBhvr>
                                        <p:cTn id="30" fill="hold"/>
                                        <p:tgtEl>
                                          <p:spTgt spid="2042"/>
                                        </p:tgtEl>
                                        <p:attrNameLst>
                                          <p:attrName>style.visibility</p:attrName>
                                        </p:attrNameLst>
                                      </p:cBhvr>
                                      <p:to>
                                        <p:strVal val="visible"/>
                                      </p:to>
                                    </p:set>
                                    <p:anim calcmode="lin" valueType="num">
                                      <p:cBhvr>
                                        <p:cTn id="31" dur="900" fill="hold"/>
                                        <p:tgtEl>
                                          <p:spTgt spid="2042"/>
                                        </p:tgtEl>
                                        <p:attrNameLst>
                                          <p:attrName>ppt_x</p:attrName>
                                        </p:attrNameLst>
                                      </p:cBhvr>
                                      <p:tavLst>
                                        <p:tav tm="0">
                                          <p:val>
                                            <p:strVal val="#ppt_x"/>
                                          </p:val>
                                        </p:tav>
                                        <p:tav tm="100000">
                                          <p:val>
                                            <p:strVal val="#ppt_x"/>
                                          </p:val>
                                        </p:tav>
                                      </p:tavLst>
                                    </p:anim>
                                    <p:anim calcmode="lin" valueType="num">
                                      <p:cBhvr>
                                        <p:cTn id="32" dur="900" fill="hold"/>
                                        <p:tgtEl>
                                          <p:spTgt spid="2042"/>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iterate>
                                    <p:tmAbs val="0"/>
                                  </p:iterate>
                                  <p:childTnLst>
                                    <p:set>
                                      <p:cBhvr>
                                        <p:cTn id="36" fill="hold"/>
                                        <p:tgtEl>
                                          <p:spTgt spid="2050"/>
                                        </p:tgtEl>
                                        <p:attrNameLst>
                                          <p:attrName>style.visibility</p:attrName>
                                        </p:attrNameLst>
                                      </p:cBhvr>
                                      <p:to>
                                        <p:strVal val="visible"/>
                                      </p:to>
                                    </p:set>
                                    <p:anim calcmode="lin" valueType="num">
                                      <p:cBhvr>
                                        <p:cTn id="37" dur="900" fill="hold"/>
                                        <p:tgtEl>
                                          <p:spTgt spid="2050"/>
                                        </p:tgtEl>
                                        <p:attrNameLst>
                                          <p:attrName>ppt_x</p:attrName>
                                        </p:attrNameLst>
                                      </p:cBhvr>
                                      <p:tavLst>
                                        <p:tav tm="0">
                                          <p:val>
                                            <p:strVal val="#ppt_x"/>
                                          </p:val>
                                        </p:tav>
                                        <p:tav tm="100000">
                                          <p:val>
                                            <p:strVal val="#ppt_x"/>
                                          </p:val>
                                        </p:tav>
                                      </p:tavLst>
                                    </p:anim>
                                    <p:anim calcmode="lin" valueType="num">
                                      <p:cBhvr>
                                        <p:cTn id="38" dur="900" fill="hold"/>
                                        <p:tgtEl>
                                          <p:spTgt spid="2050"/>
                                        </p:tgtEl>
                                        <p:attrNameLst>
                                          <p:attrName>ppt_y</p:attrName>
                                        </p:attrNameLst>
                                      </p:cBhvr>
                                      <p:tavLst>
                                        <p:tav tm="0">
                                          <p:val>
                                            <p:strVal val="1+#ppt_h/2"/>
                                          </p:val>
                                        </p:tav>
                                        <p:tav tm="100000">
                                          <p:val>
                                            <p:strVal val="#ppt_y"/>
                                          </p:val>
                                        </p:tav>
                                      </p:tavLst>
                                    </p:anim>
                                  </p:childTnLst>
                                </p:cTn>
                              </p:par>
                            </p:childTnLst>
                          </p:cTn>
                        </p:par>
                        <p:par>
                          <p:cTn id="39" fill="hold">
                            <p:stCondLst>
                              <p:cond delay="900"/>
                            </p:stCondLst>
                            <p:childTnLst>
                              <p:par>
                                <p:cTn id="40" presetID="22" presetClass="entr" presetSubtype="8" fill="hold" grpId="0" nodeType="afterEffect">
                                  <p:stCondLst>
                                    <p:cond delay="0"/>
                                  </p:stCondLst>
                                  <p:childTnLst>
                                    <p:set>
                                      <p:cBhvr>
                                        <p:cTn id="41" dur="1" fill="hold">
                                          <p:stCondLst>
                                            <p:cond delay="0"/>
                                          </p:stCondLst>
                                        </p:cTn>
                                        <p:tgtEl>
                                          <p:spTgt spid="50"/>
                                        </p:tgtEl>
                                        <p:attrNameLst>
                                          <p:attrName>style.visibility</p:attrName>
                                        </p:attrNameLst>
                                      </p:cBhvr>
                                      <p:to>
                                        <p:strVal val="visible"/>
                                      </p:to>
                                    </p:set>
                                    <p:animEffect transition="in" filter="wipe(left)">
                                      <p:cBhvr>
                                        <p:cTn id="42" dur="75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0" grpId="0" advAuto="0"/>
      <p:bldP spid="2018" grpId="0" advAuto="0"/>
      <p:bldP spid="2026" grpId="0" advAuto="0"/>
      <p:bldP spid="2034" grpId="0" advAuto="0"/>
      <p:bldP spid="2042" grpId="0" advAuto="0"/>
      <p:bldP spid="2050" grpId="0" advAuto="0"/>
      <p:bldP spid="50"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54" name="Group 1954"/>
          <p:cNvGrpSpPr/>
          <p:nvPr/>
        </p:nvGrpSpPr>
        <p:grpSpPr>
          <a:xfrm>
            <a:off x="5693165" y="2208918"/>
            <a:ext cx="1472421" cy="3834639"/>
            <a:chOff x="-15232" y="2"/>
            <a:chExt cx="2792299" cy="7272008"/>
          </a:xfrm>
          <a:effectLst/>
        </p:grpSpPr>
        <p:sp>
          <p:nvSpPr>
            <p:cNvPr id="1939" name="Shape 1939"/>
            <p:cNvSpPr/>
            <p:nvPr/>
          </p:nvSpPr>
          <p:spPr>
            <a:xfrm>
              <a:off x="-15232" y="4931767"/>
              <a:ext cx="2792299" cy="241108"/>
            </a:xfrm>
            <a:custGeom>
              <a:avLst/>
              <a:gdLst>
                <a:gd name="connsiteX0" fmla="*/ 0 w 21600"/>
                <a:gd name="connsiteY0" fmla="*/ 19914 h 28790"/>
                <a:gd name="connsiteX1" fmla="*/ 3498 w 21600"/>
                <a:gd name="connsiteY1" fmla="*/ 0 h 28790"/>
                <a:gd name="connsiteX2" fmla="*/ 21600 w 21600"/>
                <a:gd name="connsiteY2" fmla="*/ 0 h 28790"/>
                <a:gd name="connsiteX3" fmla="*/ 16483 w 21600"/>
                <a:gd name="connsiteY3" fmla="*/ 28790 h 28790"/>
                <a:gd name="connsiteX4" fmla="*/ 0 w 21600"/>
                <a:gd name="connsiteY4" fmla="*/ 19914 h 28790"/>
                <a:gd name="connsiteX0" fmla="*/ 0 w 21976"/>
                <a:gd name="connsiteY0" fmla="*/ 21352 h 28790"/>
                <a:gd name="connsiteX1" fmla="*/ 3874 w 21976"/>
                <a:gd name="connsiteY1" fmla="*/ 0 h 28790"/>
                <a:gd name="connsiteX2" fmla="*/ 21976 w 21976"/>
                <a:gd name="connsiteY2" fmla="*/ 0 h 28790"/>
                <a:gd name="connsiteX3" fmla="*/ 16859 w 21976"/>
                <a:gd name="connsiteY3" fmla="*/ 28790 h 28790"/>
                <a:gd name="connsiteX4" fmla="*/ 0 w 21976"/>
                <a:gd name="connsiteY4" fmla="*/ 21352 h 28790"/>
                <a:gd name="connsiteX0" fmla="*/ 0 w 21788"/>
                <a:gd name="connsiteY0" fmla="*/ 21352 h 28790"/>
                <a:gd name="connsiteX1" fmla="*/ 3686 w 21788"/>
                <a:gd name="connsiteY1" fmla="*/ 0 h 28790"/>
                <a:gd name="connsiteX2" fmla="*/ 21788 w 21788"/>
                <a:gd name="connsiteY2" fmla="*/ 0 h 28790"/>
                <a:gd name="connsiteX3" fmla="*/ 16671 w 21788"/>
                <a:gd name="connsiteY3" fmla="*/ 28790 h 28790"/>
                <a:gd name="connsiteX4" fmla="*/ 0 w 21788"/>
                <a:gd name="connsiteY4" fmla="*/ 21352 h 28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88" h="28790" extrusionOk="0">
                  <a:moveTo>
                    <a:pt x="0" y="21352"/>
                  </a:moveTo>
                  <a:lnTo>
                    <a:pt x="3686" y="0"/>
                  </a:lnTo>
                  <a:lnTo>
                    <a:pt x="21788" y="0"/>
                  </a:lnTo>
                  <a:lnTo>
                    <a:pt x="16671" y="28790"/>
                  </a:lnTo>
                  <a:lnTo>
                    <a:pt x="0" y="21352"/>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0" name="Shape 1940"/>
            <p:cNvSpPr/>
            <p:nvPr/>
          </p:nvSpPr>
          <p:spPr>
            <a:xfrm>
              <a:off x="2065600" y="4939639"/>
              <a:ext cx="711467" cy="2332371"/>
            </a:xfrm>
            <a:custGeom>
              <a:avLst/>
              <a:gdLst/>
              <a:ahLst/>
              <a:cxnLst>
                <a:cxn ang="0">
                  <a:pos x="wd2" y="hd2"/>
                </a:cxn>
                <a:cxn ang="5400000">
                  <a:pos x="wd2" y="hd2"/>
                </a:cxn>
                <a:cxn ang="10800000">
                  <a:pos x="wd2" y="hd2"/>
                </a:cxn>
                <a:cxn ang="16200000">
                  <a:pos x="wd2" y="hd2"/>
                </a:cxn>
              </a:cxnLst>
              <a:rect l="0" t="0" r="r" b="b"/>
              <a:pathLst>
                <a:path w="21600" h="21600" extrusionOk="0">
                  <a:moveTo>
                    <a:pt x="0" y="2074"/>
                  </a:moveTo>
                  <a:lnTo>
                    <a:pt x="0" y="21600"/>
                  </a:lnTo>
                  <a:lnTo>
                    <a:pt x="21600" y="20126"/>
                  </a:lnTo>
                  <a:lnTo>
                    <a:pt x="20821" y="0"/>
                  </a:lnTo>
                  <a:lnTo>
                    <a:pt x="0" y="2074"/>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1" name="Shape 1941"/>
            <p:cNvSpPr/>
            <p:nvPr/>
          </p:nvSpPr>
          <p:spPr>
            <a:xfrm>
              <a:off x="8864" y="5112663"/>
              <a:ext cx="2054675" cy="21593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21600" y="378"/>
                  </a:lnTo>
                  <a:lnTo>
                    <a:pt x="0" y="0"/>
                  </a:lnTo>
                  <a:close/>
                </a:path>
              </a:pathLst>
            </a:cu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defRPr sz="3600">
                  <a:solidFill>
                    <a:srgbClr val="FFFFFF"/>
                  </a:solidFill>
                </a:defRPr>
              </a:lvl1pPr>
            </a:lstStyle>
            <a:p>
              <a:pPr lvl="0">
                <a:lnSpc>
                  <a:spcPct val="120000"/>
                </a:lnSpc>
                <a:defRPr sz="1800">
                  <a:solidFill>
                    <a:srgbClr val="000000"/>
                  </a:solidFill>
                </a:defRPr>
              </a:pPr>
              <a:endParaRPr sz="1898"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2" name="Shape 1942"/>
            <p:cNvSpPr/>
            <p:nvPr/>
          </p:nvSpPr>
          <p:spPr>
            <a:xfrm>
              <a:off x="202234" y="3131733"/>
              <a:ext cx="2306485" cy="669103"/>
            </a:xfrm>
            <a:custGeom>
              <a:avLst/>
              <a:gdLst>
                <a:gd name="connsiteX0" fmla="*/ 0 w 21826"/>
                <a:gd name="connsiteY0" fmla="*/ 16789 h 21600"/>
                <a:gd name="connsiteX1" fmla="*/ 10166 w 21826"/>
                <a:gd name="connsiteY1" fmla="*/ 0 h 21600"/>
                <a:gd name="connsiteX2" fmla="*/ 21826 w 21826"/>
                <a:gd name="connsiteY2" fmla="*/ 10320 h 21600"/>
                <a:gd name="connsiteX3" fmla="*/ 13044 w 21826"/>
                <a:gd name="connsiteY3" fmla="*/ 21600 h 21600"/>
                <a:gd name="connsiteX4" fmla="*/ 0 w 21826"/>
                <a:gd name="connsiteY4" fmla="*/ 16789 h 21600"/>
                <a:gd name="connsiteX0" fmla="*/ 0 w 20924"/>
                <a:gd name="connsiteY0" fmla="*/ 16789 h 21600"/>
                <a:gd name="connsiteX1" fmla="*/ 10166 w 20924"/>
                <a:gd name="connsiteY1" fmla="*/ 0 h 21600"/>
                <a:gd name="connsiteX2" fmla="*/ 20924 w 20924"/>
                <a:gd name="connsiteY2" fmla="*/ 9973 h 21600"/>
                <a:gd name="connsiteX3" fmla="*/ 13044 w 20924"/>
                <a:gd name="connsiteY3" fmla="*/ 21600 h 21600"/>
                <a:gd name="connsiteX4" fmla="*/ 0 w 20924"/>
                <a:gd name="connsiteY4" fmla="*/ 16789 h 21600"/>
                <a:gd name="connsiteX0" fmla="*/ 0 w 21037"/>
                <a:gd name="connsiteY0" fmla="*/ 16789 h 21600"/>
                <a:gd name="connsiteX1" fmla="*/ 10166 w 21037"/>
                <a:gd name="connsiteY1" fmla="*/ 0 h 21600"/>
                <a:gd name="connsiteX2" fmla="*/ 21037 w 21037"/>
                <a:gd name="connsiteY2" fmla="*/ 11707 h 21600"/>
                <a:gd name="connsiteX3" fmla="*/ 13044 w 21037"/>
                <a:gd name="connsiteY3" fmla="*/ 21600 h 21600"/>
                <a:gd name="connsiteX4" fmla="*/ 0 w 21037"/>
                <a:gd name="connsiteY4" fmla="*/ 16789 h 21600"/>
                <a:gd name="connsiteX0" fmla="*/ 0 w 21037"/>
                <a:gd name="connsiteY0" fmla="*/ 15054 h 21600"/>
                <a:gd name="connsiteX1" fmla="*/ 10166 w 21037"/>
                <a:gd name="connsiteY1" fmla="*/ 0 h 21600"/>
                <a:gd name="connsiteX2" fmla="*/ 21037 w 21037"/>
                <a:gd name="connsiteY2" fmla="*/ 11707 h 21600"/>
                <a:gd name="connsiteX3" fmla="*/ 13044 w 21037"/>
                <a:gd name="connsiteY3" fmla="*/ 21600 h 21600"/>
                <a:gd name="connsiteX4" fmla="*/ 0 w 21037"/>
                <a:gd name="connsiteY4" fmla="*/ 15054 h 21600"/>
                <a:gd name="connsiteX0" fmla="*/ 0 w 21037"/>
                <a:gd name="connsiteY0" fmla="*/ 15748 h 21600"/>
                <a:gd name="connsiteX1" fmla="*/ 10166 w 21037"/>
                <a:gd name="connsiteY1" fmla="*/ 0 h 21600"/>
                <a:gd name="connsiteX2" fmla="*/ 21037 w 21037"/>
                <a:gd name="connsiteY2" fmla="*/ 11707 h 21600"/>
                <a:gd name="connsiteX3" fmla="*/ 13044 w 21037"/>
                <a:gd name="connsiteY3" fmla="*/ 21600 h 21600"/>
                <a:gd name="connsiteX4" fmla="*/ 0 w 21037"/>
                <a:gd name="connsiteY4" fmla="*/ 15748 h 21600"/>
                <a:gd name="connsiteX0" fmla="*/ 0 w 20924"/>
                <a:gd name="connsiteY0" fmla="*/ 15748 h 21600"/>
                <a:gd name="connsiteX1" fmla="*/ 10166 w 20924"/>
                <a:gd name="connsiteY1" fmla="*/ 0 h 21600"/>
                <a:gd name="connsiteX2" fmla="*/ 20924 w 20924"/>
                <a:gd name="connsiteY2" fmla="*/ 11360 h 21600"/>
                <a:gd name="connsiteX3" fmla="*/ 13044 w 20924"/>
                <a:gd name="connsiteY3" fmla="*/ 21600 h 21600"/>
                <a:gd name="connsiteX4" fmla="*/ 0 w 20924"/>
                <a:gd name="connsiteY4" fmla="*/ 15748 h 21600"/>
                <a:gd name="connsiteX0" fmla="*/ 0 w 21601"/>
                <a:gd name="connsiteY0" fmla="*/ 15748 h 21600"/>
                <a:gd name="connsiteX1" fmla="*/ 10166 w 21601"/>
                <a:gd name="connsiteY1" fmla="*/ 0 h 21600"/>
                <a:gd name="connsiteX2" fmla="*/ 21601 w 21601"/>
                <a:gd name="connsiteY2" fmla="*/ 9805 h 21600"/>
                <a:gd name="connsiteX3" fmla="*/ 13044 w 21601"/>
                <a:gd name="connsiteY3" fmla="*/ 21600 h 21600"/>
                <a:gd name="connsiteX4" fmla="*/ 0 w 21601"/>
                <a:gd name="connsiteY4" fmla="*/ 15748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1" h="21600" extrusionOk="0">
                  <a:moveTo>
                    <a:pt x="0" y="15748"/>
                  </a:moveTo>
                  <a:lnTo>
                    <a:pt x="10166" y="0"/>
                  </a:lnTo>
                  <a:lnTo>
                    <a:pt x="21601" y="9805"/>
                  </a:lnTo>
                  <a:lnTo>
                    <a:pt x="13044" y="21600"/>
                  </a:lnTo>
                  <a:lnTo>
                    <a:pt x="0" y="15748"/>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3" name="Shape 1943"/>
            <p:cNvSpPr/>
            <p:nvPr/>
          </p:nvSpPr>
          <p:spPr>
            <a:xfrm>
              <a:off x="1608071" y="3438591"/>
              <a:ext cx="924588" cy="1783219"/>
            </a:xfrm>
            <a:custGeom>
              <a:avLst/>
              <a:gdLst/>
              <a:ahLst/>
              <a:cxnLst>
                <a:cxn ang="0">
                  <a:pos x="wd2" y="hd2"/>
                </a:cxn>
                <a:cxn ang="5400000">
                  <a:pos x="wd2" y="hd2"/>
                </a:cxn>
                <a:cxn ang="10800000">
                  <a:pos x="wd2" y="hd2"/>
                </a:cxn>
                <a:cxn ang="16200000">
                  <a:pos x="wd2" y="hd2"/>
                </a:cxn>
              </a:cxnLst>
              <a:rect l="0" t="0" r="r" b="b"/>
              <a:pathLst>
                <a:path w="21600" h="21600" extrusionOk="0">
                  <a:moveTo>
                    <a:pt x="0" y="4361"/>
                  </a:moveTo>
                  <a:lnTo>
                    <a:pt x="21013" y="0"/>
                  </a:lnTo>
                  <a:lnTo>
                    <a:pt x="21600" y="16852"/>
                  </a:lnTo>
                  <a:lnTo>
                    <a:pt x="755" y="21600"/>
                  </a:lnTo>
                  <a:lnTo>
                    <a:pt x="0" y="4361"/>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4" name="Shape 1944"/>
            <p:cNvSpPr/>
            <p:nvPr/>
          </p:nvSpPr>
          <p:spPr>
            <a:xfrm>
              <a:off x="147373" y="1329332"/>
              <a:ext cx="2255745" cy="498643"/>
            </a:xfrm>
            <a:custGeom>
              <a:avLst/>
              <a:gdLst/>
              <a:ahLst/>
              <a:cxnLst>
                <a:cxn ang="0">
                  <a:pos x="wd2" y="hd2"/>
                </a:cxn>
                <a:cxn ang="5400000">
                  <a:pos x="wd2" y="hd2"/>
                </a:cxn>
                <a:cxn ang="10800000">
                  <a:pos x="wd2" y="hd2"/>
                </a:cxn>
                <a:cxn ang="16200000">
                  <a:pos x="wd2" y="hd2"/>
                </a:cxn>
              </a:cxnLst>
              <a:rect l="0" t="0" r="r" b="b"/>
              <a:pathLst>
                <a:path w="21600" h="21600" extrusionOk="0">
                  <a:moveTo>
                    <a:pt x="0" y="10189"/>
                  </a:moveTo>
                  <a:lnTo>
                    <a:pt x="13958" y="0"/>
                  </a:lnTo>
                  <a:lnTo>
                    <a:pt x="21600" y="15053"/>
                  </a:lnTo>
                  <a:lnTo>
                    <a:pt x="6771" y="21600"/>
                  </a:lnTo>
                  <a:lnTo>
                    <a:pt x="0" y="10189"/>
                  </a:lnTo>
                  <a:close/>
                </a:path>
              </a:pathLst>
            </a:custGeom>
            <a:solidFill>
              <a:schemeClr val="accent2">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5" name="Shape 1945"/>
            <p:cNvSpPr/>
            <p:nvPr/>
          </p:nvSpPr>
          <p:spPr>
            <a:xfrm>
              <a:off x="89271" y="1559189"/>
              <a:ext cx="762093" cy="1823872"/>
            </a:xfrm>
            <a:custGeom>
              <a:avLst/>
              <a:gdLst/>
              <a:ahLst/>
              <a:cxnLst>
                <a:cxn ang="0">
                  <a:pos x="wd2" y="hd2"/>
                </a:cxn>
                <a:cxn ang="5400000">
                  <a:pos x="wd2" y="hd2"/>
                </a:cxn>
                <a:cxn ang="10800000">
                  <a:pos x="wd2" y="hd2"/>
                </a:cxn>
                <a:cxn ang="16200000">
                  <a:pos x="wd2" y="hd2"/>
                </a:cxn>
              </a:cxnLst>
              <a:rect l="0" t="0" r="r" b="b"/>
              <a:pathLst>
                <a:path w="21600" h="21600" extrusionOk="0">
                  <a:moveTo>
                    <a:pt x="709" y="0"/>
                  </a:moveTo>
                  <a:lnTo>
                    <a:pt x="21474" y="3120"/>
                  </a:lnTo>
                  <a:lnTo>
                    <a:pt x="21600" y="21600"/>
                  </a:lnTo>
                  <a:lnTo>
                    <a:pt x="0" y="19552"/>
                  </a:lnTo>
                  <a:lnTo>
                    <a:pt x="709" y="0"/>
                  </a:lnTo>
                  <a:close/>
                </a:path>
              </a:pathLst>
            </a:custGeom>
            <a:solidFill>
              <a:schemeClr val="accent2">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6" name="Shape 1946"/>
            <p:cNvSpPr/>
            <p:nvPr/>
          </p:nvSpPr>
          <p:spPr>
            <a:xfrm>
              <a:off x="847262" y="1669653"/>
              <a:ext cx="1574602" cy="1727521"/>
            </a:xfrm>
            <a:custGeom>
              <a:avLst/>
              <a:gdLst/>
              <a:ahLst/>
              <a:cxnLst>
                <a:cxn ang="0">
                  <a:pos x="wd2" y="hd2"/>
                </a:cxn>
                <a:cxn ang="5400000">
                  <a:pos x="wd2" y="hd2"/>
                </a:cxn>
                <a:cxn ang="10800000">
                  <a:pos x="wd2" y="hd2"/>
                </a:cxn>
                <a:cxn ang="16200000">
                  <a:pos x="wd2" y="hd2"/>
                </a:cxn>
              </a:cxnLst>
              <a:rect l="0" t="0" r="r" b="b"/>
              <a:pathLst>
                <a:path w="21600" h="21600" extrusionOk="0">
                  <a:moveTo>
                    <a:pt x="21374" y="0"/>
                  </a:moveTo>
                  <a:lnTo>
                    <a:pt x="0" y="1984"/>
                  </a:lnTo>
                  <a:lnTo>
                    <a:pt x="0" y="21600"/>
                  </a:lnTo>
                  <a:lnTo>
                    <a:pt x="21600" y="20291"/>
                  </a:lnTo>
                  <a:lnTo>
                    <a:pt x="21374" y="0"/>
                  </a:lnTo>
                  <a:close/>
                </a:path>
              </a:pathLst>
            </a:custGeom>
            <a:solidFill>
              <a:schemeClr val="accent2"/>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7" name="Shape 1947"/>
            <p:cNvSpPr/>
            <p:nvPr/>
          </p:nvSpPr>
          <p:spPr>
            <a:xfrm>
              <a:off x="594121" y="132"/>
              <a:ext cx="1431021" cy="161643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620" y="21600"/>
                  </a:lnTo>
                  <a:lnTo>
                    <a:pt x="0" y="0"/>
                  </a:lnTo>
                  <a:close/>
                </a:path>
              </a:pathLst>
            </a:custGeom>
            <a:solidFill>
              <a:schemeClr val="accent1"/>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8" name="Shape 1948"/>
            <p:cNvSpPr/>
            <p:nvPr/>
          </p:nvSpPr>
          <p:spPr>
            <a:xfrm>
              <a:off x="1993238" y="2"/>
              <a:ext cx="516204" cy="160027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48"/>
                  </a:lnTo>
                  <a:lnTo>
                    <a:pt x="21600" y="19119"/>
                  </a:lnTo>
                  <a:lnTo>
                    <a:pt x="740" y="21600"/>
                  </a:lnTo>
                  <a:lnTo>
                    <a:pt x="0"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49" name="Shape 1949"/>
            <p:cNvSpPr/>
            <p:nvPr/>
          </p:nvSpPr>
          <p:spPr>
            <a:xfrm>
              <a:off x="226351" y="3620161"/>
              <a:ext cx="1415257" cy="16220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9036"/>
                  </a:lnTo>
                  <a:lnTo>
                    <a:pt x="21600" y="21600"/>
                  </a:lnTo>
                  <a:lnTo>
                    <a:pt x="21408" y="2206"/>
                  </a:lnTo>
                  <a:lnTo>
                    <a:pt x="0" y="0"/>
                  </a:lnTo>
                  <a:close/>
                </a:path>
              </a:pathLst>
            </a:custGeom>
            <a:solidFill>
              <a:schemeClr val="accent3"/>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1898">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50" name="Shape 1950"/>
            <p:cNvSpPr/>
            <p:nvPr/>
          </p:nvSpPr>
          <p:spPr>
            <a:xfrm>
              <a:off x="867976" y="472983"/>
              <a:ext cx="1027498" cy="67073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000">
                  <a:solidFill>
                    <a:srgbClr val="F9FAFC"/>
                  </a:solidFill>
                  <a:latin typeface="STIXGeneral-Bold"/>
                  <a:ea typeface="STIXGeneral-Bold"/>
                  <a:cs typeface="STIXGeneral-Bold"/>
                  <a:sym typeface="STIXGeneral-Bold"/>
                </a:defRPr>
              </a:lvl1pPr>
            </a:lstStyle>
            <a:p>
              <a:pPr lvl="0">
                <a:lnSpc>
                  <a:spcPct val="120000"/>
                </a:lnSpc>
                <a:defRPr sz="1800">
                  <a:solidFill>
                    <a:srgbClr val="000000"/>
                  </a:solidFill>
                </a:defRPr>
              </a:pPr>
              <a:r>
                <a:rPr sz="2109">
                  <a:solidFill>
                    <a:schemeClr val="bg1"/>
                  </a:solidFill>
                  <a:latin typeface="Arial" panose="020B0604020202020204" pitchFamily="34" charset="0"/>
                  <a:ea typeface="微软雅黑" panose="020B0503020204020204" pitchFamily="34" charset="-122"/>
                  <a:sym typeface="Arial" panose="020B0604020202020204" pitchFamily="34" charset="0"/>
                </a:rPr>
                <a:t>13%</a:t>
              </a:r>
            </a:p>
          </p:txBody>
        </p:sp>
        <p:sp>
          <p:nvSpPr>
            <p:cNvPr id="1951" name="Shape 1951"/>
            <p:cNvSpPr/>
            <p:nvPr/>
          </p:nvSpPr>
          <p:spPr>
            <a:xfrm>
              <a:off x="1140210" y="2198047"/>
              <a:ext cx="1027498" cy="67073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000">
                  <a:solidFill>
                    <a:srgbClr val="F9FAFC"/>
                  </a:solidFill>
                  <a:latin typeface="STIXGeneral-Bold"/>
                  <a:ea typeface="STIXGeneral-Bold"/>
                  <a:cs typeface="STIXGeneral-Bold"/>
                  <a:sym typeface="STIXGeneral-Bold"/>
                </a:defRPr>
              </a:lvl1pPr>
            </a:lstStyle>
            <a:p>
              <a:pPr lvl="0">
                <a:lnSpc>
                  <a:spcPct val="120000"/>
                </a:lnSpc>
                <a:defRPr sz="1800">
                  <a:solidFill>
                    <a:srgbClr val="000000"/>
                  </a:solidFill>
                </a:defRPr>
              </a:pPr>
              <a:r>
                <a:rPr sz="2109">
                  <a:solidFill>
                    <a:schemeClr val="bg1"/>
                  </a:solidFill>
                  <a:latin typeface="Arial" panose="020B0604020202020204" pitchFamily="34" charset="0"/>
                  <a:ea typeface="微软雅黑" panose="020B0503020204020204" pitchFamily="34" charset="-122"/>
                  <a:sym typeface="Arial" panose="020B0604020202020204" pitchFamily="34" charset="0"/>
                </a:rPr>
                <a:t>13%</a:t>
              </a:r>
            </a:p>
          </p:txBody>
        </p:sp>
        <p:sp>
          <p:nvSpPr>
            <p:cNvPr id="1952" name="Shape 1952"/>
            <p:cNvSpPr/>
            <p:nvPr/>
          </p:nvSpPr>
          <p:spPr>
            <a:xfrm>
              <a:off x="432582" y="4122815"/>
              <a:ext cx="1027498" cy="67073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000">
                  <a:solidFill>
                    <a:srgbClr val="F9FAFC"/>
                  </a:solidFill>
                  <a:latin typeface="STIXGeneral-Bold"/>
                  <a:ea typeface="STIXGeneral-Bold"/>
                  <a:cs typeface="STIXGeneral-Bold"/>
                  <a:sym typeface="STIXGeneral-Bold"/>
                </a:defRPr>
              </a:lvl1pPr>
            </a:lstStyle>
            <a:p>
              <a:pPr lvl="0">
                <a:lnSpc>
                  <a:spcPct val="120000"/>
                </a:lnSpc>
                <a:defRPr sz="1800">
                  <a:solidFill>
                    <a:srgbClr val="000000"/>
                  </a:solidFill>
                </a:defRPr>
              </a:pPr>
              <a:r>
                <a:rPr sz="2109">
                  <a:solidFill>
                    <a:schemeClr val="bg1"/>
                  </a:solidFill>
                  <a:latin typeface="Arial" panose="020B0604020202020204" pitchFamily="34" charset="0"/>
                  <a:ea typeface="微软雅黑" panose="020B0503020204020204" pitchFamily="34" charset="-122"/>
                  <a:sym typeface="Arial" panose="020B0604020202020204" pitchFamily="34" charset="0"/>
                </a:rPr>
                <a:t>13%</a:t>
              </a:r>
            </a:p>
          </p:txBody>
        </p:sp>
        <p:sp>
          <p:nvSpPr>
            <p:cNvPr id="1953" name="Shape 1953"/>
            <p:cNvSpPr/>
            <p:nvPr/>
          </p:nvSpPr>
          <p:spPr>
            <a:xfrm>
              <a:off x="534804" y="5862498"/>
              <a:ext cx="1027498" cy="67073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000">
                  <a:solidFill>
                    <a:srgbClr val="F9FAFC"/>
                  </a:solidFill>
                  <a:latin typeface="STIXGeneral-Bold"/>
                  <a:ea typeface="STIXGeneral-Bold"/>
                  <a:cs typeface="STIXGeneral-Bold"/>
                  <a:sym typeface="STIXGeneral-Bold"/>
                </a:defRPr>
              </a:lvl1pPr>
            </a:lstStyle>
            <a:p>
              <a:pPr lvl="0">
                <a:lnSpc>
                  <a:spcPct val="120000"/>
                </a:lnSpc>
                <a:defRPr sz="1800">
                  <a:solidFill>
                    <a:srgbClr val="000000"/>
                  </a:solidFill>
                </a:defRPr>
              </a:pPr>
              <a:r>
                <a:rPr sz="2109" dirty="0">
                  <a:solidFill>
                    <a:schemeClr val="bg1"/>
                  </a:solidFill>
                  <a:latin typeface="Arial" panose="020B0604020202020204" pitchFamily="34" charset="0"/>
                  <a:ea typeface="微软雅黑" panose="020B0503020204020204" pitchFamily="34" charset="-122"/>
                  <a:sym typeface="Arial" panose="020B0604020202020204" pitchFamily="34" charset="0"/>
                </a:rPr>
                <a:t>13%</a:t>
              </a:r>
            </a:p>
          </p:txBody>
        </p:sp>
      </p:grpSp>
      <p:sp>
        <p:nvSpPr>
          <p:cNvPr id="35" name="Rectangle 50"/>
          <p:cNvSpPr/>
          <p:nvPr/>
        </p:nvSpPr>
        <p:spPr>
          <a:xfrm>
            <a:off x="7302836" y="2573632"/>
            <a:ext cx="2207044" cy="429605"/>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TextBox 51"/>
          <p:cNvSpPr txBox="1"/>
          <p:nvPr/>
        </p:nvSpPr>
        <p:spPr>
          <a:xfrm>
            <a:off x="7302836" y="2274228"/>
            <a:ext cx="1342903" cy="236219"/>
          </a:xfrm>
          <a:prstGeom prst="rect">
            <a:avLst/>
          </a:prstGeom>
          <a:noFill/>
        </p:spPr>
        <p:txBody>
          <a:bodyPr wrap="squar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Rectangle 50"/>
          <p:cNvSpPr/>
          <p:nvPr/>
        </p:nvSpPr>
        <p:spPr>
          <a:xfrm>
            <a:off x="3311407" y="3546089"/>
            <a:ext cx="2207044" cy="429605"/>
          </a:xfrm>
          <a:prstGeom prst="rect">
            <a:avLst/>
          </a:prstGeom>
        </p:spPr>
        <p:txBody>
          <a:bodyPr wrap="square" lIns="0" tIns="0" rIns="0" bIns="0">
            <a:spAutoFit/>
          </a:bodyPr>
          <a:lstStyle/>
          <a:p>
            <a:pPr algn="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TextBox 51"/>
          <p:cNvSpPr txBox="1"/>
          <p:nvPr/>
        </p:nvSpPr>
        <p:spPr>
          <a:xfrm>
            <a:off x="4175548" y="3246685"/>
            <a:ext cx="1342903" cy="236219"/>
          </a:xfrm>
          <a:prstGeom prst="rect">
            <a:avLst/>
          </a:prstGeom>
          <a:noFill/>
        </p:spPr>
        <p:txBody>
          <a:bodyPr wrap="square" lIns="0" tIns="0" rIns="0" bIns="0" rtlCol="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9" name="Rectangle 50"/>
          <p:cNvSpPr/>
          <p:nvPr/>
        </p:nvSpPr>
        <p:spPr>
          <a:xfrm>
            <a:off x="7302836" y="4431461"/>
            <a:ext cx="2207044" cy="429605"/>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TextBox 51"/>
          <p:cNvSpPr txBox="1"/>
          <p:nvPr/>
        </p:nvSpPr>
        <p:spPr>
          <a:xfrm>
            <a:off x="7302836" y="4132057"/>
            <a:ext cx="1342903" cy="236219"/>
          </a:xfrm>
          <a:prstGeom prst="rect">
            <a:avLst/>
          </a:prstGeom>
          <a:noFill/>
        </p:spPr>
        <p:txBody>
          <a:bodyPr wrap="squar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Rectangle 50"/>
          <p:cNvSpPr/>
          <p:nvPr/>
        </p:nvSpPr>
        <p:spPr>
          <a:xfrm>
            <a:off x="3311407" y="5403918"/>
            <a:ext cx="2207044" cy="429605"/>
          </a:xfrm>
          <a:prstGeom prst="rect">
            <a:avLst/>
          </a:prstGeom>
        </p:spPr>
        <p:txBody>
          <a:bodyPr wrap="square" lIns="0" tIns="0" rIns="0" bIns="0">
            <a:spAutoFit/>
          </a:bodyPr>
          <a:lstStyle/>
          <a:p>
            <a:pPr algn="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TextBox 51"/>
          <p:cNvSpPr txBox="1"/>
          <p:nvPr/>
        </p:nvSpPr>
        <p:spPr>
          <a:xfrm>
            <a:off x="4175548" y="5104514"/>
            <a:ext cx="1342903" cy="236219"/>
          </a:xfrm>
          <a:prstGeom prst="rect">
            <a:avLst/>
          </a:prstGeom>
          <a:noFill/>
        </p:spPr>
        <p:txBody>
          <a:bodyPr wrap="square" lIns="0" tIns="0" rIns="0" bIns="0" rtlCol="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6"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3268975803"/>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32" fill="hold" grpId="0" nodeType="clickEffect">
                                  <p:stCondLst>
                                    <p:cond delay="0"/>
                                  </p:stCondLst>
                                  <p:iterate>
                                    <p:tmAbs val="0"/>
                                  </p:iterate>
                                  <p:childTnLst>
                                    <p:set>
                                      <p:cBhvr>
                                        <p:cTn id="6" fill="hold"/>
                                        <p:tgtEl>
                                          <p:spTgt spid="1954"/>
                                        </p:tgtEl>
                                        <p:attrNameLst>
                                          <p:attrName>style.visibility</p:attrName>
                                        </p:attrNameLst>
                                      </p:cBhvr>
                                      <p:to>
                                        <p:strVal val="visible"/>
                                      </p:to>
                                    </p:set>
                                    <p:anim calcmode="lin" valueType="num">
                                      <p:cBhvr>
                                        <p:cTn id="7" dur="750" fill="hold"/>
                                        <p:tgtEl>
                                          <p:spTgt spid="1954"/>
                                        </p:tgtEl>
                                        <p:attrNameLst>
                                          <p:attrName>ppt_w</p:attrName>
                                        </p:attrNameLst>
                                      </p:cBhvr>
                                      <p:tavLst>
                                        <p:tav tm="0">
                                          <p:val>
                                            <p:fltVal val="0"/>
                                          </p:val>
                                        </p:tav>
                                        <p:tav tm="100000">
                                          <p:val>
                                            <p:strVal val="#ppt_w"/>
                                          </p:val>
                                        </p:tav>
                                      </p:tavLst>
                                    </p:anim>
                                    <p:anim calcmode="lin" valueType="num">
                                      <p:cBhvr>
                                        <p:cTn id="8" dur="750" fill="hold"/>
                                        <p:tgtEl>
                                          <p:spTgt spid="1954"/>
                                        </p:tgtEl>
                                        <p:attrNameLst>
                                          <p:attrName>ppt_h</p:attrName>
                                        </p:attrNameLst>
                                      </p:cBhvr>
                                      <p:tavLst>
                                        <p:tav tm="0">
                                          <p:val>
                                            <p:fltVal val="0"/>
                                          </p:val>
                                        </p:tav>
                                        <p:tav tm="100000">
                                          <p:val>
                                            <p:strVal val="#ppt_h"/>
                                          </p:val>
                                        </p:tav>
                                      </p:tavLst>
                                    </p:anim>
                                  </p:childTnLst>
                                </p:cTn>
                              </p:par>
                            </p:childTnLst>
                          </p:cTn>
                        </p:par>
                        <p:par>
                          <p:cTn id="9" fill="hold">
                            <p:stCondLst>
                              <p:cond delay="750"/>
                            </p:stCondLst>
                            <p:childTnLst>
                              <p:par>
                                <p:cTn id="10" presetID="10" presetClass="entr" presetSubtype="0"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500"/>
                                        <p:tgtEl>
                                          <p:spTgt spid="36"/>
                                        </p:tgtEl>
                                      </p:cBhvr>
                                    </p:animEffect>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35"/>
                                        </p:tgtEl>
                                        <p:attrNameLst>
                                          <p:attrName>style.visibility</p:attrName>
                                        </p:attrNameLst>
                                      </p:cBhvr>
                                      <p:to>
                                        <p:strVal val="visible"/>
                                      </p:to>
                                    </p:set>
                                    <p:animEffect transition="in" filter="fade">
                                      <p:cBhvr>
                                        <p:cTn id="16" dur="500"/>
                                        <p:tgtEl>
                                          <p:spTgt spid="35"/>
                                        </p:tgtEl>
                                      </p:cBhvr>
                                    </p:animEffect>
                                  </p:childTnLst>
                                </p:cTn>
                              </p:par>
                            </p:childTnLst>
                          </p:cTn>
                        </p:par>
                        <p:par>
                          <p:cTn id="17" fill="hold">
                            <p:stCondLst>
                              <p:cond delay="175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250"/>
                            </p:stCondLst>
                            <p:childTnLst>
                              <p:par>
                                <p:cTn id="22" presetID="10" presetClass="entr" presetSubtype="0" fill="hold" grpId="0" nodeType="afterEffect">
                                  <p:stCondLst>
                                    <p:cond delay="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childTnLst>
                          </p:cTn>
                        </p:par>
                        <p:par>
                          <p:cTn id="25" fill="hold">
                            <p:stCondLst>
                              <p:cond delay="275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250"/>
                            </p:stCondLst>
                            <p:childTnLst>
                              <p:par>
                                <p:cTn id="30" presetID="10" presetClass="entr" presetSubtype="0" fill="hold" grpId="0" nodeType="afterEffect">
                                  <p:stCondLst>
                                    <p:cond delay="0"/>
                                  </p:stCondLst>
                                  <p:childTnLst>
                                    <p:set>
                                      <p:cBhvr>
                                        <p:cTn id="31" dur="1" fill="hold">
                                          <p:stCondLst>
                                            <p:cond delay="0"/>
                                          </p:stCondLst>
                                        </p:cTn>
                                        <p:tgtEl>
                                          <p:spTgt spid="39"/>
                                        </p:tgtEl>
                                        <p:attrNameLst>
                                          <p:attrName>style.visibility</p:attrName>
                                        </p:attrNameLst>
                                      </p:cBhvr>
                                      <p:to>
                                        <p:strVal val="visible"/>
                                      </p:to>
                                    </p:set>
                                    <p:animEffect transition="in" filter="fade">
                                      <p:cBhvr>
                                        <p:cTn id="32" dur="500"/>
                                        <p:tgtEl>
                                          <p:spTgt spid="39"/>
                                        </p:tgtEl>
                                      </p:cBhvr>
                                    </p:animEffect>
                                  </p:childTnLst>
                                </p:cTn>
                              </p:par>
                            </p:childTnLst>
                          </p:cTn>
                        </p:par>
                        <p:par>
                          <p:cTn id="33" fill="hold">
                            <p:stCondLst>
                              <p:cond delay="3750"/>
                            </p:stCondLst>
                            <p:childTnLst>
                              <p:par>
                                <p:cTn id="34" presetID="10" presetClass="entr" presetSubtype="0" fill="hold" grpId="0" nodeType="after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500"/>
                                        <p:tgtEl>
                                          <p:spTgt spid="42"/>
                                        </p:tgtEl>
                                      </p:cBhvr>
                                    </p:animEffect>
                                  </p:childTnLst>
                                </p:cTn>
                              </p:par>
                            </p:childTnLst>
                          </p:cTn>
                        </p:par>
                        <p:par>
                          <p:cTn id="37" fill="hold">
                            <p:stCondLst>
                              <p:cond delay="4250"/>
                            </p:stCondLst>
                            <p:childTnLst>
                              <p:par>
                                <p:cTn id="38" presetID="10" presetClass="entr" presetSubtype="0" fill="hold" grpId="0" nodeType="after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fade">
                                      <p:cBhvr>
                                        <p:cTn id="40" dur="500"/>
                                        <p:tgtEl>
                                          <p:spTgt spid="41"/>
                                        </p:tgtEl>
                                      </p:cBhvr>
                                    </p:animEffect>
                                  </p:childTnLst>
                                </p:cTn>
                              </p:par>
                            </p:childTnLst>
                          </p:cTn>
                        </p:par>
                        <p:par>
                          <p:cTn id="41" fill="hold">
                            <p:stCondLst>
                              <p:cond delay="4750"/>
                            </p:stCondLst>
                            <p:childTnLst>
                              <p:par>
                                <p:cTn id="42" presetID="22" presetClass="entr" presetSubtype="8" fill="hold" grpId="0"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wipe(left)">
                                      <p:cBhvr>
                                        <p:cTn id="44" dur="7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4" grpId="0" advAuto="0"/>
      <p:bldP spid="35" grpId="0"/>
      <p:bldP spid="36" grpId="0"/>
      <p:bldP spid="37" grpId="0"/>
      <p:bldP spid="38" grpId="0"/>
      <p:bldP spid="39" grpId="0"/>
      <p:bldP spid="40" grpId="0"/>
      <p:bldP spid="41" grpId="0"/>
      <p:bldP spid="42" grpId="0"/>
      <p:bldP spid="2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4" name="Group 814"/>
          <p:cNvGrpSpPr/>
          <p:nvPr/>
        </p:nvGrpSpPr>
        <p:grpSpPr>
          <a:xfrm>
            <a:off x="1608794" y="4840461"/>
            <a:ext cx="9641163" cy="844733"/>
            <a:chOff x="0" y="264288"/>
            <a:chExt cx="21593823" cy="1891993"/>
          </a:xfrm>
        </p:grpSpPr>
        <p:sp>
          <p:nvSpPr>
            <p:cNvPr id="812" name="Shape 812"/>
            <p:cNvSpPr/>
            <p:nvPr/>
          </p:nvSpPr>
          <p:spPr>
            <a:xfrm>
              <a:off x="0" y="832742"/>
              <a:ext cx="21593823" cy="132353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spAutoFit/>
            </a:bodyPr>
            <a:lstStyle>
              <a:lvl1pPr algn="l" defTabSz="767715">
                <a:defRPr sz="2232">
                  <a:solidFill>
                    <a:srgbClr val="828589"/>
                  </a:solidFill>
                  <a:latin typeface="STIXGeneral-Regular"/>
                  <a:ea typeface="STIXGeneral-Regular"/>
                  <a:cs typeface="STIXGeneral-Regular"/>
                  <a:sym typeface="STIXGeneral-Regular"/>
                </a:defRPr>
              </a:lvl1pPr>
            </a:lstStyle>
            <a:p>
              <a:pPr>
                <a:lnSpc>
                  <a:spcPct val="120000"/>
                </a:lnSpc>
                <a:defRPr sz="1800">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endPar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813" name="Shape 813"/>
            <p:cNvSpPr/>
            <p:nvPr/>
          </p:nvSpPr>
          <p:spPr>
            <a:xfrm>
              <a:off x="31697" y="264288"/>
              <a:ext cx="4748144" cy="52907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spAutoFit/>
            </a:bodyPr>
            <a:lstStyle>
              <a:lvl1pPr algn="l" defTabSz="817244">
                <a:defRPr sz="4950">
                  <a:solidFill>
                    <a:srgbClr val="114A70"/>
                  </a:solidFill>
                  <a:latin typeface="STIXGeneral-Bold"/>
                  <a:ea typeface="STIXGeneral-Bold"/>
                  <a:cs typeface="STIXGeneral-Bold"/>
                  <a:sym typeface="STIXGeneral-Bold"/>
                </a:defRPr>
              </a:lvl1pPr>
            </a:lstStyle>
            <a:p>
              <a:pP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19" name="Group 819"/>
          <p:cNvGrpSpPr/>
          <p:nvPr/>
        </p:nvGrpSpPr>
        <p:grpSpPr>
          <a:xfrm>
            <a:off x="9224965" y="2804631"/>
            <a:ext cx="2039606" cy="1427747"/>
            <a:chOff x="0" y="0"/>
            <a:chExt cx="4568212" cy="3197797"/>
          </a:xfrm>
        </p:grpSpPr>
        <p:sp>
          <p:nvSpPr>
            <p:cNvPr id="815" name="Shape 815"/>
            <p:cNvSpPr/>
            <p:nvPr/>
          </p:nvSpPr>
          <p:spPr>
            <a:xfrm>
              <a:off x="874798" y="0"/>
              <a:ext cx="3693414" cy="3197797"/>
            </a:xfrm>
            <a:prstGeom prst="rightArrow">
              <a:avLst>
                <a:gd name="adj1" fmla="val 70636"/>
                <a:gd name="adj2" fmla="val 48674"/>
              </a:avLst>
            </a:prstGeom>
            <a:solidFill>
              <a:schemeClr val="accent4"/>
            </a:solidFill>
            <a:ln w="12700" cap="flat">
              <a:noFill/>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16" name="Shape 816"/>
            <p:cNvSpPr/>
            <p:nvPr/>
          </p:nvSpPr>
          <p:spPr>
            <a:xfrm>
              <a:off x="0" y="711443"/>
              <a:ext cx="1774909" cy="177491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177800" cap="flat">
              <a:solidFill>
                <a:schemeClr val="accent4">
                  <a:lumMod val="75000"/>
                </a:schemeClr>
              </a:solidFill>
              <a:prstDash val="solid"/>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17" name="Shape 817"/>
            <p:cNvSpPr/>
            <p:nvPr/>
          </p:nvSpPr>
          <p:spPr>
            <a:xfrm>
              <a:off x="2143356" y="1262130"/>
              <a:ext cx="2091856" cy="67353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rmAutofit fontScale="77500" lnSpcReduction="20000"/>
            </a:bodyPr>
            <a:lstStyle>
              <a:lvl1pPr algn="l" defTabSz="817244">
                <a:defRPr sz="2970">
                  <a:solidFill>
                    <a:srgbClr val="F9FAFC"/>
                  </a:solidFill>
                  <a:latin typeface="STIXGeneral-Bold"/>
                  <a:ea typeface="STIXGeneral-Bold"/>
                  <a:cs typeface="STIXGeneral-Bold"/>
                  <a:sym typeface="STIXGeneral-Bold"/>
                </a:defRPr>
              </a:lvl1pPr>
            </a:lstStyle>
            <a:p>
              <a:pPr lvl="0">
                <a:lnSpc>
                  <a:spcPct val="140000"/>
                </a:lnSpc>
                <a:defRPr sz="1800">
                  <a:solidFill>
                    <a:srgbClr val="000000"/>
                  </a:solidFill>
                </a:defRPr>
              </a:pPr>
              <a:r>
                <a:rPr lang="zh-CN" altLang="en-US" sz="1326">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a:t>
              </a:r>
              <a:endParaRPr sz="132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18" name="Shape 818"/>
            <p:cNvSpPr/>
            <p:nvPr/>
          </p:nvSpPr>
          <p:spPr>
            <a:xfrm>
              <a:off x="535484" y="1179551"/>
              <a:ext cx="710886" cy="83869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0" tIns="0" rIns="0" bIns="0" numCol="1" anchor="ctr">
              <a:spAutoFit/>
            </a:bodyPr>
            <a:lstStyle>
              <a:lvl1pPr>
                <a:defRPr>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2233" dirty="0">
                  <a:solidFill>
                    <a:schemeClr val="bg1"/>
                  </a:solidFill>
                  <a:latin typeface="Arial" panose="020B0604020202020204" pitchFamily="34" charset="0"/>
                  <a:ea typeface="微软雅黑" panose="020B0503020204020204" pitchFamily="34" charset="-122"/>
                  <a:sym typeface="Arial" panose="020B0604020202020204" pitchFamily="34" charset="0"/>
                </a:rPr>
                <a:t>04</a:t>
              </a:r>
              <a:endParaRPr sz="2233"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24" name="Group 824"/>
          <p:cNvGrpSpPr/>
          <p:nvPr/>
        </p:nvGrpSpPr>
        <p:grpSpPr>
          <a:xfrm>
            <a:off x="1633875" y="2804631"/>
            <a:ext cx="2039606" cy="1427747"/>
            <a:chOff x="0" y="0"/>
            <a:chExt cx="4568213" cy="3197797"/>
          </a:xfrm>
        </p:grpSpPr>
        <p:sp>
          <p:nvSpPr>
            <p:cNvPr id="820" name="Shape 820"/>
            <p:cNvSpPr/>
            <p:nvPr/>
          </p:nvSpPr>
          <p:spPr>
            <a:xfrm>
              <a:off x="874798" y="0"/>
              <a:ext cx="3693415" cy="3197797"/>
            </a:xfrm>
            <a:prstGeom prst="rightArrow">
              <a:avLst>
                <a:gd name="adj1" fmla="val 70636"/>
                <a:gd name="adj2" fmla="val 48674"/>
              </a:avLst>
            </a:prstGeom>
            <a:solidFill>
              <a:schemeClr val="accent1"/>
            </a:solidFill>
            <a:ln w="12700" cap="flat">
              <a:noFill/>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1" name="Shape 821"/>
            <p:cNvSpPr/>
            <p:nvPr/>
          </p:nvSpPr>
          <p:spPr>
            <a:xfrm>
              <a:off x="0" y="711443"/>
              <a:ext cx="1774910" cy="177491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solidFill>
            <a:ln w="177800" cap="flat">
              <a:solidFill>
                <a:schemeClr val="accent1">
                  <a:lumMod val="75000"/>
                </a:schemeClr>
              </a:solidFill>
              <a:prstDash val="solid"/>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2" name="Shape 822"/>
            <p:cNvSpPr/>
            <p:nvPr/>
          </p:nvSpPr>
          <p:spPr>
            <a:xfrm>
              <a:off x="1948956" y="1262130"/>
              <a:ext cx="2091856" cy="67353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rmAutofit fontScale="77500" lnSpcReduction="20000"/>
            </a:bodyPr>
            <a:lstStyle>
              <a:lvl1pPr algn="l" defTabSz="817244">
                <a:defRPr sz="2970">
                  <a:solidFill>
                    <a:srgbClr val="F9FAFC"/>
                  </a:solidFill>
                  <a:latin typeface="STIXGeneral-Bold"/>
                  <a:ea typeface="STIXGeneral-Bold"/>
                  <a:cs typeface="STIXGeneral-Bold"/>
                  <a:sym typeface="STIXGeneral-Bold"/>
                </a:defRPr>
              </a:lvl1pPr>
            </a:lstStyle>
            <a:p>
              <a:pPr lvl="0">
                <a:lnSpc>
                  <a:spcPct val="140000"/>
                </a:lnSpc>
                <a:defRPr sz="1800">
                  <a:solidFill>
                    <a:srgbClr val="000000"/>
                  </a:solidFill>
                </a:defRPr>
              </a:pPr>
              <a:r>
                <a:rPr lang="zh-CN" altLang="en-US" sz="1326">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a:t>
              </a:r>
              <a:endParaRPr sz="132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3" name="Shape 823"/>
            <p:cNvSpPr/>
            <p:nvPr/>
          </p:nvSpPr>
          <p:spPr>
            <a:xfrm>
              <a:off x="535485" y="1179551"/>
              <a:ext cx="710886" cy="83869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0" tIns="0" rIns="0" bIns="0" numCol="1" anchor="ctr">
              <a:spAutoFit/>
            </a:bodyPr>
            <a:lstStyle>
              <a:lvl1pPr>
                <a:defRPr>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2233" dirty="0">
                  <a:solidFill>
                    <a:schemeClr val="bg1"/>
                  </a:solidFill>
                  <a:latin typeface="Arial" panose="020B0604020202020204" pitchFamily="34" charset="0"/>
                  <a:ea typeface="微软雅黑" panose="020B0503020204020204" pitchFamily="34" charset="-122"/>
                  <a:sym typeface="Arial" panose="020B0604020202020204" pitchFamily="34" charset="0"/>
                </a:rPr>
                <a:t>01</a:t>
              </a:r>
              <a:endParaRPr sz="2233"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29" name="Group 829"/>
          <p:cNvGrpSpPr/>
          <p:nvPr/>
        </p:nvGrpSpPr>
        <p:grpSpPr>
          <a:xfrm>
            <a:off x="4164237" y="2804631"/>
            <a:ext cx="2039606" cy="1427747"/>
            <a:chOff x="0" y="0"/>
            <a:chExt cx="4568213" cy="3197797"/>
          </a:xfrm>
        </p:grpSpPr>
        <p:sp>
          <p:nvSpPr>
            <p:cNvPr id="825" name="Shape 825"/>
            <p:cNvSpPr/>
            <p:nvPr/>
          </p:nvSpPr>
          <p:spPr>
            <a:xfrm>
              <a:off x="874798" y="0"/>
              <a:ext cx="3693415" cy="3197797"/>
            </a:xfrm>
            <a:prstGeom prst="rightArrow">
              <a:avLst>
                <a:gd name="adj1" fmla="val 70636"/>
                <a:gd name="adj2" fmla="val 48674"/>
              </a:avLst>
            </a:prstGeom>
            <a:solidFill>
              <a:schemeClr val="accent2"/>
            </a:solidFill>
            <a:ln w="12700" cap="flat">
              <a:noFill/>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6" name="Shape 826"/>
            <p:cNvSpPr/>
            <p:nvPr/>
          </p:nvSpPr>
          <p:spPr>
            <a:xfrm>
              <a:off x="0" y="711443"/>
              <a:ext cx="1774910" cy="177491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2"/>
            </a:solidFill>
            <a:ln w="177800" cap="flat">
              <a:solidFill>
                <a:schemeClr val="accent2">
                  <a:lumMod val="75000"/>
                </a:schemeClr>
              </a:solidFill>
              <a:prstDash val="solid"/>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7" name="Shape 827"/>
            <p:cNvSpPr/>
            <p:nvPr/>
          </p:nvSpPr>
          <p:spPr>
            <a:xfrm>
              <a:off x="2013756" y="1262130"/>
              <a:ext cx="2091856" cy="67353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rmAutofit fontScale="77500" lnSpcReduction="20000"/>
            </a:bodyPr>
            <a:lstStyle>
              <a:lvl1pPr algn="l" defTabSz="817244">
                <a:defRPr sz="2970">
                  <a:solidFill>
                    <a:srgbClr val="F9FAFC"/>
                  </a:solidFill>
                  <a:latin typeface="STIXGeneral-Bold"/>
                  <a:ea typeface="STIXGeneral-Bold"/>
                  <a:cs typeface="STIXGeneral-Bold"/>
                  <a:sym typeface="STIXGeneral-Bold"/>
                </a:defRPr>
              </a:lvl1pPr>
            </a:lstStyle>
            <a:p>
              <a:pPr lvl="0">
                <a:lnSpc>
                  <a:spcPct val="140000"/>
                </a:lnSpc>
                <a:defRPr sz="1800">
                  <a:solidFill>
                    <a:srgbClr val="000000"/>
                  </a:solidFill>
                </a:defRPr>
              </a:pPr>
              <a:r>
                <a:rPr lang="zh-CN" altLang="en-US" sz="1326">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a:t>
              </a:r>
              <a:endParaRPr sz="132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28" name="Shape 828"/>
            <p:cNvSpPr/>
            <p:nvPr/>
          </p:nvSpPr>
          <p:spPr>
            <a:xfrm>
              <a:off x="523773" y="1179551"/>
              <a:ext cx="710886" cy="83869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0" tIns="0" rIns="0" bIns="0" numCol="1" anchor="ctr">
              <a:spAutoFit/>
            </a:bodyPr>
            <a:lstStyle>
              <a:lvl1pPr>
                <a:defRPr>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2233" dirty="0">
                  <a:solidFill>
                    <a:schemeClr val="bg1"/>
                  </a:solidFill>
                  <a:latin typeface="Arial" panose="020B0604020202020204" pitchFamily="34" charset="0"/>
                  <a:ea typeface="微软雅黑" panose="020B0503020204020204" pitchFamily="34" charset="-122"/>
                  <a:sym typeface="Arial" panose="020B0604020202020204" pitchFamily="34" charset="0"/>
                </a:rPr>
                <a:t>02</a:t>
              </a:r>
              <a:endParaRPr sz="2233"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34" name="Group 834"/>
          <p:cNvGrpSpPr/>
          <p:nvPr/>
        </p:nvGrpSpPr>
        <p:grpSpPr>
          <a:xfrm>
            <a:off x="6694601" y="2804631"/>
            <a:ext cx="2039606" cy="1427747"/>
            <a:chOff x="0" y="0"/>
            <a:chExt cx="4568213" cy="3197797"/>
          </a:xfrm>
        </p:grpSpPr>
        <p:sp>
          <p:nvSpPr>
            <p:cNvPr id="830" name="Shape 830"/>
            <p:cNvSpPr/>
            <p:nvPr/>
          </p:nvSpPr>
          <p:spPr>
            <a:xfrm>
              <a:off x="874798" y="0"/>
              <a:ext cx="3693415" cy="3197797"/>
            </a:xfrm>
            <a:prstGeom prst="rightArrow">
              <a:avLst>
                <a:gd name="adj1" fmla="val 70636"/>
                <a:gd name="adj2" fmla="val 48674"/>
              </a:avLst>
            </a:prstGeom>
            <a:solidFill>
              <a:schemeClr val="accent3"/>
            </a:solidFill>
            <a:ln w="12700" cap="flat">
              <a:noFill/>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31" name="Shape 831"/>
            <p:cNvSpPr/>
            <p:nvPr/>
          </p:nvSpPr>
          <p:spPr>
            <a:xfrm>
              <a:off x="0" y="711443"/>
              <a:ext cx="1774910" cy="177491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3"/>
            </a:solidFill>
            <a:ln w="177800" cap="flat">
              <a:solidFill>
                <a:schemeClr val="accent3">
                  <a:lumMod val="75000"/>
                </a:schemeClr>
              </a:solidFill>
              <a:prstDash val="solid"/>
              <a:miter lim="400000"/>
            </a:ln>
            <a:effectLst/>
          </p:spPr>
          <p:txBody>
            <a:bodyPr wrap="square" lIns="0" tIns="0" rIns="0" bIns="0" numCol="1" anchor="ctr">
              <a:noAutofit/>
            </a:bodyPr>
            <a:lstStyle/>
            <a:p>
              <a:pPr lvl="0">
                <a:lnSpc>
                  <a:spcPct val="120000"/>
                </a:lnSpc>
                <a:defRPr sz="3200">
                  <a:solidFill>
                    <a:srgbClr val="FFFFFF"/>
                  </a:solidFill>
                </a:defRPr>
              </a:pPr>
              <a:endParaRPr sz="1429">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32" name="Shape 832"/>
            <p:cNvSpPr/>
            <p:nvPr/>
          </p:nvSpPr>
          <p:spPr>
            <a:xfrm>
              <a:off x="2078556" y="1262130"/>
              <a:ext cx="2091856" cy="67353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rmAutofit fontScale="77500" lnSpcReduction="20000"/>
            </a:bodyPr>
            <a:lstStyle>
              <a:lvl1pPr algn="l" defTabSz="817244">
                <a:defRPr sz="2970">
                  <a:solidFill>
                    <a:srgbClr val="F9FAFC"/>
                  </a:solidFill>
                  <a:latin typeface="STIXGeneral-Bold"/>
                  <a:ea typeface="STIXGeneral-Bold"/>
                  <a:cs typeface="STIXGeneral-Bold"/>
                  <a:sym typeface="STIXGeneral-Bold"/>
                </a:defRPr>
              </a:lvl1pPr>
            </a:lstStyle>
            <a:p>
              <a:pPr lvl="0">
                <a:lnSpc>
                  <a:spcPct val="140000"/>
                </a:lnSpc>
                <a:defRPr sz="1800">
                  <a:solidFill>
                    <a:srgbClr val="000000"/>
                  </a:solidFill>
                </a:defRPr>
              </a:pPr>
              <a:r>
                <a:rPr lang="zh-CN" altLang="en-US" sz="1326">
                  <a:solidFill>
                    <a:schemeClr val="bg1"/>
                  </a:solidFill>
                  <a:latin typeface="Arial" panose="020B0604020202020204" pitchFamily="34" charset="0"/>
                  <a:ea typeface="微软雅黑" panose="020B0503020204020204" pitchFamily="34" charset="-122"/>
                  <a:sym typeface="Arial" panose="020B0604020202020204" pitchFamily="34" charset="0"/>
                </a:rPr>
                <a:t>请替换文字内容</a:t>
              </a:r>
              <a:endParaRPr sz="132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833" name="Shape 833"/>
            <p:cNvSpPr/>
            <p:nvPr/>
          </p:nvSpPr>
          <p:spPr>
            <a:xfrm>
              <a:off x="490125" y="1179551"/>
              <a:ext cx="710886" cy="83869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0" tIns="0" rIns="0" bIns="0" numCol="1" anchor="ctr">
              <a:spAutoFit/>
            </a:bodyPr>
            <a:lstStyle>
              <a:lvl1pPr>
                <a:defRPr>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2233" dirty="0">
                  <a:solidFill>
                    <a:schemeClr val="bg1"/>
                  </a:solidFill>
                  <a:latin typeface="Arial" panose="020B0604020202020204" pitchFamily="34" charset="0"/>
                  <a:ea typeface="微软雅黑" panose="020B0503020204020204" pitchFamily="34" charset="-122"/>
                  <a:sym typeface="Arial" panose="020B0604020202020204" pitchFamily="34" charset="0"/>
                </a:rPr>
                <a:t>03</a:t>
              </a:r>
              <a:endParaRPr sz="2233"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25"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4077481285"/>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iterate>
                                    <p:tmAbs val="0"/>
                                  </p:iterate>
                                  <p:childTnLst>
                                    <p:set>
                                      <p:cBhvr>
                                        <p:cTn id="6" fill="hold"/>
                                        <p:tgtEl>
                                          <p:spTgt spid="819"/>
                                        </p:tgtEl>
                                        <p:attrNameLst>
                                          <p:attrName>style.visibility</p:attrName>
                                        </p:attrNameLst>
                                      </p:cBhvr>
                                      <p:to>
                                        <p:strVal val="visible"/>
                                      </p:to>
                                    </p:set>
                                    <p:anim calcmode="lin" valueType="num">
                                      <p:cBhvr>
                                        <p:cTn id="7" dur="1000" fill="hold"/>
                                        <p:tgtEl>
                                          <p:spTgt spid="819"/>
                                        </p:tgtEl>
                                        <p:attrNameLst>
                                          <p:attrName>ppt_x</p:attrName>
                                        </p:attrNameLst>
                                      </p:cBhvr>
                                      <p:tavLst>
                                        <p:tav tm="0">
                                          <p:val>
                                            <p:strVal val="0-#ppt_w/2"/>
                                          </p:val>
                                        </p:tav>
                                        <p:tav tm="100000">
                                          <p:val>
                                            <p:strVal val="#ppt_x"/>
                                          </p:val>
                                        </p:tav>
                                      </p:tavLst>
                                    </p:anim>
                                    <p:anim calcmode="lin" valueType="num">
                                      <p:cBhvr>
                                        <p:cTn id="8" dur="1000" fill="hold"/>
                                        <p:tgtEl>
                                          <p:spTgt spid="819"/>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500"/>
                                  </p:stCondLst>
                                  <p:iterate>
                                    <p:tmAbs val="0"/>
                                  </p:iterate>
                                  <p:childTnLst>
                                    <p:set>
                                      <p:cBhvr>
                                        <p:cTn id="10" fill="hold"/>
                                        <p:tgtEl>
                                          <p:spTgt spid="834"/>
                                        </p:tgtEl>
                                        <p:attrNameLst>
                                          <p:attrName>style.visibility</p:attrName>
                                        </p:attrNameLst>
                                      </p:cBhvr>
                                      <p:to>
                                        <p:strVal val="visible"/>
                                      </p:to>
                                    </p:set>
                                    <p:anim calcmode="lin" valueType="num">
                                      <p:cBhvr>
                                        <p:cTn id="11" dur="1000" fill="hold"/>
                                        <p:tgtEl>
                                          <p:spTgt spid="834"/>
                                        </p:tgtEl>
                                        <p:attrNameLst>
                                          <p:attrName>ppt_x</p:attrName>
                                        </p:attrNameLst>
                                      </p:cBhvr>
                                      <p:tavLst>
                                        <p:tav tm="0">
                                          <p:val>
                                            <p:strVal val="0-#ppt_w/2"/>
                                          </p:val>
                                        </p:tav>
                                        <p:tav tm="100000">
                                          <p:val>
                                            <p:strVal val="#ppt_x"/>
                                          </p:val>
                                        </p:tav>
                                      </p:tavLst>
                                    </p:anim>
                                    <p:anim calcmode="lin" valueType="num">
                                      <p:cBhvr>
                                        <p:cTn id="12" dur="1000" fill="hold"/>
                                        <p:tgtEl>
                                          <p:spTgt spid="83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0"/>
                                  </p:stCondLst>
                                  <p:iterate>
                                    <p:tmAbs val="0"/>
                                  </p:iterate>
                                  <p:childTnLst>
                                    <p:set>
                                      <p:cBhvr>
                                        <p:cTn id="14" fill="hold"/>
                                        <p:tgtEl>
                                          <p:spTgt spid="829"/>
                                        </p:tgtEl>
                                        <p:attrNameLst>
                                          <p:attrName>style.visibility</p:attrName>
                                        </p:attrNameLst>
                                      </p:cBhvr>
                                      <p:to>
                                        <p:strVal val="visible"/>
                                      </p:to>
                                    </p:set>
                                    <p:anim calcmode="lin" valueType="num">
                                      <p:cBhvr>
                                        <p:cTn id="15" dur="1000" fill="hold"/>
                                        <p:tgtEl>
                                          <p:spTgt spid="829"/>
                                        </p:tgtEl>
                                        <p:attrNameLst>
                                          <p:attrName>ppt_x</p:attrName>
                                        </p:attrNameLst>
                                      </p:cBhvr>
                                      <p:tavLst>
                                        <p:tav tm="0">
                                          <p:val>
                                            <p:strVal val="0-#ppt_w/2"/>
                                          </p:val>
                                        </p:tav>
                                        <p:tav tm="100000">
                                          <p:val>
                                            <p:strVal val="#ppt_x"/>
                                          </p:val>
                                        </p:tav>
                                      </p:tavLst>
                                    </p:anim>
                                    <p:anim calcmode="lin" valueType="num">
                                      <p:cBhvr>
                                        <p:cTn id="16" dur="1000" fill="hold"/>
                                        <p:tgtEl>
                                          <p:spTgt spid="829"/>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1500"/>
                                  </p:stCondLst>
                                  <p:iterate>
                                    <p:tmAbs val="0"/>
                                  </p:iterate>
                                  <p:childTnLst>
                                    <p:set>
                                      <p:cBhvr>
                                        <p:cTn id="18" fill="hold"/>
                                        <p:tgtEl>
                                          <p:spTgt spid="824"/>
                                        </p:tgtEl>
                                        <p:attrNameLst>
                                          <p:attrName>style.visibility</p:attrName>
                                        </p:attrNameLst>
                                      </p:cBhvr>
                                      <p:to>
                                        <p:strVal val="visible"/>
                                      </p:to>
                                    </p:set>
                                    <p:anim calcmode="lin" valueType="num">
                                      <p:cBhvr>
                                        <p:cTn id="19" dur="1000" fill="hold"/>
                                        <p:tgtEl>
                                          <p:spTgt spid="824"/>
                                        </p:tgtEl>
                                        <p:attrNameLst>
                                          <p:attrName>ppt_x</p:attrName>
                                        </p:attrNameLst>
                                      </p:cBhvr>
                                      <p:tavLst>
                                        <p:tav tm="0">
                                          <p:val>
                                            <p:strVal val="0-#ppt_w/2"/>
                                          </p:val>
                                        </p:tav>
                                        <p:tav tm="100000">
                                          <p:val>
                                            <p:strVal val="#ppt_x"/>
                                          </p:val>
                                        </p:tav>
                                      </p:tavLst>
                                    </p:anim>
                                    <p:anim calcmode="lin" valueType="num">
                                      <p:cBhvr>
                                        <p:cTn id="20" dur="1000" fill="hold"/>
                                        <p:tgtEl>
                                          <p:spTgt spid="8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p:tmAbs val="0"/>
                                  </p:iterate>
                                  <p:childTnLst>
                                    <p:set>
                                      <p:cBhvr>
                                        <p:cTn id="24" fill="hold"/>
                                        <p:tgtEl>
                                          <p:spTgt spid="814"/>
                                        </p:tgtEl>
                                        <p:attrNameLst>
                                          <p:attrName>style.visibility</p:attrName>
                                        </p:attrNameLst>
                                      </p:cBhvr>
                                      <p:to>
                                        <p:strVal val="visible"/>
                                      </p:to>
                                    </p:set>
                                    <p:animEffect transition="in" filter="fade">
                                      <p:cBhvr>
                                        <p:cTn id="25" dur="1000"/>
                                        <p:tgtEl>
                                          <p:spTgt spid="814"/>
                                        </p:tgtEl>
                                      </p:cBhvr>
                                    </p:animEffect>
                                  </p:childTnLst>
                                </p:cTn>
                              </p:par>
                            </p:childTnLst>
                          </p:cTn>
                        </p:par>
                        <p:par>
                          <p:cTn id="26" fill="hold">
                            <p:stCondLst>
                              <p:cond delay="1000"/>
                            </p:stCondLst>
                            <p:childTnLst>
                              <p:par>
                                <p:cTn id="27" presetID="22" presetClass="entr" presetSubtype="8" fill="hold" grpId="0" nodeType="after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wipe(left)">
                                      <p:cBhvr>
                                        <p:cTn id="29" dur="7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 grpId="0" advAuto="0"/>
      <p:bldP spid="819" grpId="0" advAuto="0"/>
      <p:bldP spid="824" grpId="0" advAuto="0"/>
      <p:bldP spid="829" grpId="0" advAuto="0"/>
      <p:bldP spid="834" grpId="0" advAuto="0"/>
      <p:bldP spid="2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p:cNvGrpSpPr/>
          <p:nvPr/>
        </p:nvGrpSpPr>
        <p:grpSpPr>
          <a:xfrm>
            <a:off x="2164344" y="3016086"/>
            <a:ext cx="2125014" cy="2127155"/>
            <a:chOff x="2100442" y="2703636"/>
            <a:chExt cx="2379753" cy="2382151"/>
          </a:xfrm>
          <a:solidFill>
            <a:schemeClr val="accent3"/>
          </a:solidFill>
        </p:grpSpPr>
        <p:sp>
          <p:nvSpPr>
            <p:cNvPr id="50" name="Block Arc 49"/>
            <p:cNvSpPr/>
            <p:nvPr/>
          </p:nvSpPr>
          <p:spPr>
            <a:xfrm flipH="1">
              <a:off x="2100442" y="2706034"/>
              <a:ext cx="2379753" cy="2379753"/>
            </a:xfrm>
            <a:prstGeom prst="blockArc">
              <a:avLst>
                <a:gd name="adj1" fmla="val 1507847"/>
                <a:gd name="adj2" fmla="val 16214381"/>
                <a:gd name="adj3" fmla="val 16739"/>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endParaRPr lang="en-US" sz="1524">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Oval 50"/>
            <p:cNvSpPr/>
            <p:nvPr/>
          </p:nvSpPr>
          <p:spPr>
            <a:xfrm>
              <a:off x="3092477" y="2703636"/>
              <a:ext cx="400383" cy="40038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120000"/>
                </a:lnSpc>
              </a:pPr>
              <a:r>
                <a:rPr lang="en-AU" sz="1429" dirty="0">
                  <a:solidFill>
                    <a:srgbClr val="FFFFFF"/>
                  </a:solidFill>
                  <a:latin typeface="Arial" panose="020B0604020202020204" pitchFamily="34" charset="0"/>
                  <a:ea typeface="微软雅黑" panose="020B0503020204020204" pitchFamily="34" charset="-122"/>
                  <a:sym typeface="Arial" panose="020B0604020202020204" pitchFamily="34" charset="0"/>
                </a:rPr>
                <a:t>03</a:t>
              </a:r>
              <a:endParaRPr lang="en-US" sz="1429"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2" name="Group 51"/>
          <p:cNvGrpSpPr/>
          <p:nvPr/>
        </p:nvGrpSpPr>
        <p:grpSpPr>
          <a:xfrm>
            <a:off x="2549094" y="3402976"/>
            <a:ext cx="1355514" cy="1355514"/>
            <a:chOff x="2531315" y="3136907"/>
            <a:chExt cx="1518008" cy="1518008"/>
          </a:xfrm>
          <a:solidFill>
            <a:schemeClr val="accent4"/>
          </a:solidFill>
        </p:grpSpPr>
        <p:sp>
          <p:nvSpPr>
            <p:cNvPr id="53" name="Block Arc 52"/>
            <p:cNvSpPr/>
            <p:nvPr/>
          </p:nvSpPr>
          <p:spPr>
            <a:xfrm flipH="1">
              <a:off x="2531315" y="3136907"/>
              <a:ext cx="1518008" cy="1518008"/>
            </a:xfrm>
            <a:prstGeom prst="blockArc">
              <a:avLst>
                <a:gd name="adj1" fmla="val 3403980"/>
                <a:gd name="adj2" fmla="val 16177562"/>
                <a:gd name="adj3" fmla="val 2640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endParaRPr lang="en-US" sz="1524">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Oval 53"/>
            <p:cNvSpPr/>
            <p:nvPr/>
          </p:nvSpPr>
          <p:spPr>
            <a:xfrm>
              <a:off x="3092477" y="3136907"/>
              <a:ext cx="400383" cy="40038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429" dirty="0">
                  <a:solidFill>
                    <a:schemeClr val="bg1"/>
                  </a:solidFill>
                  <a:latin typeface="Arial" panose="020B0604020202020204" pitchFamily="34" charset="0"/>
                  <a:ea typeface="微软雅黑" panose="020B0503020204020204" pitchFamily="34" charset="-122"/>
                  <a:sym typeface="Arial" panose="020B0604020202020204" pitchFamily="34" charset="0"/>
                </a:rPr>
                <a:t>04</a:t>
              </a:r>
            </a:p>
          </p:txBody>
        </p:sp>
      </p:grpSp>
      <p:grpSp>
        <p:nvGrpSpPr>
          <p:cNvPr id="55" name="Group 54"/>
          <p:cNvGrpSpPr/>
          <p:nvPr/>
        </p:nvGrpSpPr>
        <p:grpSpPr>
          <a:xfrm>
            <a:off x="1777453" y="2629194"/>
            <a:ext cx="2898796" cy="2900940"/>
            <a:chOff x="1667173" y="2270364"/>
            <a:chExt cx="3246294" cy="3248695"/>
          </a:xfrm>
          <a:solidFill>
            <a:schemeClr val="accent2"/>
          </a:solidFill>
        </p:grpSpPr>
        <p:sp>
          <p:nvSpPr>
            <p:cNvPr id="56" name="Block Arc 55"/>
            <p:cNvSpPr/>
            <p:nvPr/>
          </p:nvSpPr>
          <p:spPr>
            <a:xfrm flipH="1">
              <a:off x="1667173" y="2272765"/>
              <a:ext cx="3246294" cy="3246294"/>
            </a:xfrm>
            <a:prstGeom prst="blockArc">
              <a:avLst>
                <a:gd name="adj1" fmla="val 20754075"/>
                <a:gd name="adj2" fmla="val 16203514"/>
                <a:gd name="adj3" fmla="val 1231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endParaRPr lang="en-US" sz="1524">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Oval 56"/>
            <p:cNvSpPr/>
            <p:nvPr/>
          </p:nvSpPr>
          <p:spPr>
            <a:xfrm>
              <a:off x="3092477" y="2270364"/>
              <a:ext cx="400383" cy="40038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AU" sz="1429" dirty="0">
                  <a:solidFill>
                    <a:schemeClr val="bg1"/>
                  </a:solidFill>
                  <a:latin typeface="Arial" panose="020B0604020202020204" pitchFamily="34" charset="0"/>
                  <a:ea typeface="微软雅黑" panose="020B0503020204020204" pitchFamily="34" charset="-122"/>
                  <a:sym typeface="Arial" panose="020B0604020202020204" pitchFamily="34" charset="0"/>
                </a:rPr>
                <a:t>02</a:t>
              </a:r>
              <a:endParaRPr lang="en-US" sz="142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8" name="Group 57"/>
          <p:cNvGrpSpPr/>
          <p:nvPr/>
        </p:nvGrpSpPr>
        <p:grpSpPr>
          <a:xfrm>
            <a:off x="1393771" y="2247654"/>
            <a:ext cx="3666159" cy="3666159"/>
            <a:chOff x="1237496" y="1843088"/>
            <a:chExt cx="4105646" cy="4105646"/>
          </a:xfrm>
          <a:solidFill>
            <a:srgbClr val="118CE7"/>
          </a:solidFill>
        </p:grpSpPr>
        <p:sp>
          <p:nvSpPr>
            <p:cNvPr id="59" name="Block Arc 58"/>
            <p:cNvSpPr/>
            <p:nvPr/>
          </p:nvSpPr>
          <p:spPr>
            <a:xfrm flipH="1">
              <a:off x="1237496" y="1843088"/>
              <a:ext cx="4105646" cy="4105646"/>
            </a:xfrm>
            <a:prstGeom prst="blockArc">
              <a:avLst>
                <a:gd name="adj1" fmla="val 19362231"/>
                <a:gd name="adj2" fmla="val 16212586"/>
                <a:gd name="adj3" fmla="val 987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endParaRPr lang="en-US" sz="1524">
                <a:solidFill>
                  <a:schemeClr val="tx1"/>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Oval 59"/>
            <p:cNvSpPr/>
            <p:nvPr/>
          </p:nvSpPr>
          <p:spPr>
            <a:xfrm>
              <a:off x="3092477" y="1843088"/>
              <a:ext cx="400383" cy="40038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AU" sz="1429" dirty="0">
                  <a:solidFill>
                    <a:srgbClr val="FFFFFF"/>
                  </a:solidFill>
                  <a:latin typeface="Arial" panose="020B0604020202020204" pitchFamily="34" charset="0"/>
                  <a:ea typeface="微软雅黑" panose="020B0503020204020204" pitchFamily="34" charset="-122"/>
                  <a:sym typeface="Arial" panose="020B0604020202020204" pitchFamily="34" charset="0"/>
                </a:rPr>
                <a:t>01</a:t>
              </a:r>
            </a:p>
          </p:txBody>
        </p:sp>
      </p:grpSp>
      <p:sp>
        <p:nvSpPr>
          <p:cNvPr id="61" name="Text Placeholder 32"/>
          <p:cNvSpPr txBox="1">
            <a:spLocks/>
          </p:cNvSpPr>
          <p:nvPr/>
        </p:nvSpPr>
        <p:spPr>
          <a:xfrm>
            <a:off x="5927335" y="2437179"/>
            <a:ext cx="5451914" cy="73866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a:lnSpc>
                <a:spcPct val="120000"/>
              </a:lnSpc>
              <a:buNone/>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p>
        </p:txBody>
      </p:sp>
      <p:sp>
        <p:nvSpPr>
          <p:cNvPr id="62" name="Text Placeholder 33"/>
          <p:cNvSpPr txBox="1">
            <a:spLocks/>
          </p:cNvSpPr>
          <p:nvPr/>
        </p:nvSpPr>
        <p:spPr>
          <a:xfrm>
            <a:off x="5915129" y="2112760"/>
            <a:ext cx="1454485" cy="268138"/>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AU"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3" name="Oval 62"/>
          <p:cNvSpPr/>
          <p:nvPr/>
        </p:nvSpPr>
        <p:spPr>
          <a:xfrm>
            <a:off x="5988271" y="3378135"/>
            <a:ext cx="523082" cy="52308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AU" sz="1429" dirty="0">
                <a:solidFill>
                  <a:srgbClr val="FFFFFF"/>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64" name="Text Placeholder 33"/>
          <p:cNvSpPr txBox="1">
            <a:spLocks/>
          </p:cNvSpPr>
          <p:nvPr/>
        </p:nvSpPr>
        <p:spPr>
          <a:xfrm>
            <a:off x="6571563" y="3469775"/>
            <a:ext cx="1054811" cy="236219"/>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AU"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5" name="Oval 64"/>
          <p:cNvSpPr/>
          <p:nvPr/>
        </p:nvSpPr>
        <p:spPr>
          <a:xfrm>
            <a:off x="5988269" y="4049935"/>
            <a:ext cx="523082" cy="52308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AU" sz="1429" dirty="0">
                <a:solidFill>
                  <a:schemeClr val="bg1"/>
                </a:solidFill>
                <a:latin typeface="Arial" panose="020B0604020202020204" pitchFamily="34" charset="0"/>
                <a:ea typeface="微软雅黑" panose="020B0503020204020204" pitchFamily="34" charset="-122"/>
                <a:sym typeface="Arial" panose="020B0604020202020204" pitchFamily="34" charset="0"/>
              </a:rPr>
              <a:t>02</a:t>
            </a:r>
            <a:endParaRPr lang="en-US" sz="142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66" name="Text Placeholder 33"/>
          <p:cNvSpPr txBox="1">
            <a:spLocks/>
          </p:cNvSpPr>
          <p:nvPr/>
        </p:nvSpPr>
        <p:spPr>
          <a:xfrm>
            <a:off x="6571563" y="4138737"/>
            <a:ext cx="1054811" cy="236219"/>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AU"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7" name="Oval 66"/>
          <p:cNvSpPr/>
          <p:nvPr/>
        </p:nvSpPr>
        <p:spPr>
          <a:xfrm>
            <a:off x="5973532" y="4721735"/>
            <a:ext cx="523082" cy="52308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lnSpc>
                <a:spcPct val="120000"/>
              </a:lnSpc>
            </a:pPr>
            <a:r>
              <a:rPr lang="en-AU" sz="1429" dirty="0">
                <a:solidFill>
                  <a:srgbClr val="FFFFFF"/>
                </a:solidFill>
                <a:latin typeface="Arial" panose="020B0604020202020204" pitchFamily="34" charset="0"/>
                <a:ea typeface="微软雅黑" panose="020B0503020204020204" pitchFamily="34" charset="-122"/>
                <a:sym typeface="Arial" panose="020B0604020202020204" pitchFamily="34" charset="0"/>
              </a:rPr>
              <a:t>03</a:t>
            </a:r>
            <a:endParaRPr lang="en-US" sz="1429"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68" name="Text Placeholder 33"/>
          <p:cNvSpPr txBox="1">
            <a:spLocks/>
          </p:cNvSpPr>
          <p:nvPr/>
        </p:nvSpPr>
        <p:spPr>
          <a:xfrm>
            <a:off x="6571563" y="4785386"/>
            <a:ext cx="1054811" cy="236219"/>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AU"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Oval 68"/>
          <p:cNvSpPr/>
          <p:nvPr/>
        </p:nvSpPr>
        <p:spPr>
          <a:xfrm>
            <a:off x="5973532" y="5393534"/>
            <a:ext cx="523082" cy="52308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20000"/>
              </a:lnSpc>
            </a:pPr>
            <a:r>
              <a:rPr lang="en-US" sz="1429" dirty="0">
                <a:solidFill>
                  <a:schemeClr val="bg1"/>
                </a:solidFill>
                <a:latin typeface="Arial" panose="020B0604020202020204" pitchFamily="34" charset="0"/>
                <a:ea typeface="微软雅黑" panose="020B0503020204020204" pitchFamily="34" charset="-122"/>
                <a:sym typeface="Arial" panose="020B0604020202020204" pitchFamily="34" charset="0"/>
              </a:rPr>
              <a:t>04</a:t>
            </a:r>
          </a:p>
        </p:txBody>
      </p:sp>
      <p:sp>
        <p:nvSpPr>
          <p:cNvPr id="70" name="Text Placeholder 33"/>
          <p:cNvSpPr txBox="1">
            <a:spLocks/>
          </p:cNvSpPr>
          <p:nvPr/>
        </p:nvSpPr>
        <p:spPr>
          <a:xfrm>
            <a:off x="6571563" y="5432034"/>
            <a:ext cx="1054811" cy="236219"/>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0000"/>
              </a:lnSpc>
              <a:buNone/>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AU" altLang="zh-CN"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2" name="Rectangle 71"/>
          <p:cNvSpPr/>
          <p:nvPr/>
        </p:nvSpPr>
        <p:spPr>
          <a:xfrm>
            <a:off x="2236405" y="2311128"/>
            <a:ext cx="718146" cy="258532"/>
          </a:xfrm>
          <a:prstGeom prst="rect">
            <a:avLst/>
          </a:prstGeom>
        </p:spPr>
        <p:txBody>
          <a:bodyPr wrap="none" lIns="0" tIns="0" rIns="0" bIns="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3" name="Rectangle 72"/>
          <p:cNvSpPr/>
          <p:nvPr/>
        </p:nvSpPr>
        <p:spPr>
          <a:xfrm>
            <a:off x="2236405" y="2677937"/>
            <a:ext cx="718146" cy="258532"/>
          </a:xfrm>
          <a:prstGeom prst="rect">
            <a:avLst/>
          </a:prstGeom>
        </p:spPr>
        <p:txBody>
          <a:bodyPr wrap="none" lIns="0" tIns="0" rIns="0" bIns="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4" name="Rectangle 73"/>
          <p:cNvSpPr/>
          <p:nvPr/>
        </p:nvSpPr>
        <p:spPr>
          <a:xfrm>
            <a:off x="2236405" y="3064228"/>
            <a:ext cx="718146" cy="258532"/>
          </a:xfrm>
          <a:prstGeom prst="rect">
            <a:avLst/>
          </a:prstGeom>
        </p:spPr>
        <p:txBody>
          <a:bodyPr wrap="none" lIns="0" tIns="0" rIns="0" bIns="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5" name="Rectangle 74"/>
          <p:cNvSpPr/>
          <p:nvPr/>
        </p:nvSpPr>
        <p:spPr>
          <a:xfrm>
            <a:off x="2236405" y="3435982"/>
            <a:ext cx="718146" cy="258532"/>
          </a:xfrm>
          <a:prstGeom prst="rect">
            <a:avLst/>
          </a:prstGeom>
        </p:spPr>
        <p:txBody>
          <a:bodyPr wrap="none" lIns="0" tIns="0" rIns="0" bIns="0">
            <a:spAutoFit/>
          </a:bodyPr>
          <a:lstStyle/>
          <a:p>
            <a:pPr algn="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文字内容</a:t>
            </a:r>
            <a:endParaRPr 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8" name="Text Placeholder 33"/>
          <p:cNvSpPr txBox="1">
            <a:spLocks/>
          </p:cNvSpPr>
          <p:nvPr/>
        </p:nvSpPr>
        <p:spPr>
          <a:xfrm>
            <a:off x="6571563" y="3754588"/>
            <a:ext cx="4790940" cy="443198"/>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a:lnSpc>
                <a:spcPct val="120000"/>
              </a:lnSpc>
              <a:buNone/>
              <a:defRPr sz="1800">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endPar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9" name="Text Placeholder 33"/>
          <p:cNvSpPr txBox="1">
            <a:spLocks/>
          </p:cNvSpPr>
          <p:nvPr/>
        </p:nvSpPr>
        <p:spPr>
          <a:xfrm>
            <a:off x="6571563" y="4423549"/>
            <a:ext cx="4790940" cy="443198"/>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a:lnSpc>
                <a:spcPct val="120000"/>
              </a:lnSpc>
              <a:buNone/>
              <a:defRPr sz="1800">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endPar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0" name="Text Placeholder 33"/>
          <p:cNvSpPr txBox="1">
            <a:spLocks/>
          </p:cNvSpPr>
          <p:nvPr/>
        </p:nvSpPr>
        <p:spPr>
          <a:xfrm>
            <a:off x="6571563" y="5070198"/>
            <a:ext cx="4790940" cy="443198"/>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a:lnSpc>
                <a:spcPct val="120000"/>
              </a:lnSpc>
              <a:buNone/>
              <a:defRPr sz="1800">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endPar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1" name="Text Placeholder 33"/>
          <p:cNvSpPr txBox="1">
            <a:spLocks/>
          </p:cNvSpPr>
          <p:nvPr/>
        </p:nvSpPr>
        <p:spPr>
          <a:xfrm>
            <a:off x="6571563" y="5716847"/>
            <a:ext cx="4790940" cy="443198"/>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a:lnSpc>
                <a:spcPct val="120000"/>
              </a:lnSpc>
              <a:buNone/>
              <a:defRPr sz="1800">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 replace text, click add relevant headline, modify the text content, also can copy your content to this directly.</a:t>
            </a:r>
            <a:endParaRPr lang="zh-CN" altLang="en-US"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2"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3001798808"/>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heel(1)">
                                      <p:cBhvr>
                                        <p:cTn id="7" dur="20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gtEl>
                                        <p:attrNameLst>
                                          <p:attrName>style.visibility</p:attrName>
                                        </p:attrNameLst>
                                      </p:cBhvr>
                                      <p:to>
                                        <p:strVal val="visible"/>
                                      </p:to>
                                    </p:set>
                                    <p:animEffect transition="in" filter="fade">
                                      <p:cBhvr>
                                        <p:cTn id="12" dur="500"/>
                                        <p:tgtEl>
                                          <p:spTgt spid="72"/>
                                        </p:tgtEl>
                                      </p:cBhvr>
                                    </p:animEffect>
                                  </p:childTnLst>
                                </p:cTn>
                              </p:par>
                            </p:childTnLst>
                          </p:cTn>
                        </p:par>
                      </p:childTnLst>
                    </p:cTn>
                  </p:par>
                  <p:par>
                    <p:cTn id="13" fill="hold">
                      <p:stCondLst>
                        <p:cond delay="indefinite"/>
                      </p:stCondLst>
                      <p:childTnLst>
                        <p:par>
                          <p:cTn id="14" fill="hold">
                            <p:stCondLst>
                              <p:cond delay="0"/>
                            </p:stCondLst>
                            <p:childTnLst>
                              <p:par>
                                <p:cTn id="15" presetID="21" presetClass="entr" presetSubtype="1" fill="hold" nodeType="click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wheel(1)">
                                      <p:cBhvr>
                                        <p:cTn id="17" dur="2000"/>
                                        <p:tgtEl>
                                          <p:spTgt spid="5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21" presetClass="entr" presetSubtype="1" fill="hold" nodeType="click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heel(1)">
                                      <p:cBhvr>
                                        <p:cTn id="27" dur="2000"/>
                                        <p:tgtEl>
                                          <p:spTgt spid="4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4"/>
                                        </p:tgtEl>
                                        <p:attrNameLst>
                                          <p:attrName>style.visibility</p:attrName>
                                        </p:attrNameLst>
                                      </p:cBhvr>
                                      <p:to>
                                        <p:strVal val="visible"/>
                                      </p:to>
                                    </p:set>
                                    <p:animEffect transition="in" filter="fade">
                                      <p:cBhvr>
                                        <p:cTn id="32" dur="500"/>
                                        <p:tgtEl>
                                          <p:spTgt spid="74"/>
                                        </p:tgtEl>
                                      </p:cBhvr>
                                    </p:animEffect>
                                  </p:childTnLst>
                                </p:cTn>
                              </p:par>
                            </p:childTnLst>
                          </p:cTn>
                        </p:par>
                      </p:childTnLst>
                    </p:cTn>
                  </p:par>
                  <p:par>
                    <p:cTn id="33" fill="hold">
                      <p:stCondLst>
                        <p:cond delay="indefinite"/>
                      </p:stCondLst>
                      <p:childTnLst>
                        <p:par>
                          <p:cTn id="34" fill="hold">
                            <p:stCondLst>
                              <p:cond delay="0"/>
                            </p:stCondLst>
                            <p:childTnLst>
                              <p:par>
                                <p:cTn id="35" presetID="21" presetClass="entr" presetSubtype="1" fill="hold" nodeType="click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wheel(1)">
                                      <p:cBhvr>
                                        <p:cTn id="37" dur="2000"/>
                                        <p:tgtEl>
                                          <p:spTgt spid="5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fade">
                                      <p:cBhvr>
                                        <p:cTn id="42" dur="500"/>
                                        <p:tgtEl>
                                          <p:spTgt spid="7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wipe(left)">
                                      <p:cBhvr>
                                        <p:cTn id="47" dur="500"/>
                                        <p:tgtEl>
                                          <p:spTgt spid="6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wipe(left)">
                                      <p:cBhvr>
                                        <p:cTn id="52" dur="500"/>
                                        <p:tgtEl>
                                          <p:spTgt spid="6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3"/>
                                        </p:tgtEl>
                                        <p:attrNameLst>
                                          <p:attrName>style.visibility</p:attrName>
                                        </p:attrNameLst>
                                      </p:cBhvr>
                                      <p:to>
                                        <p:strVal val="visible"/>
                                      </p:to>
                                    </p:set>
                                    <p:animEffect transition="in" filter="fade">
                                      <p:cBhvr>
                                        <p:cTn id="57" dur="500"/>
                                        <p:tgtEl>
                                          <p:spTgt spid="6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64"/>
                                        </p:tgtEl>
                                        <p:attrNameLst>
                                          <p:attrName>style.visibility</p:attrName>
                                        </p:attrNameLst>
                                      </p:cBhvr>
                                      <p:to>
                                        <p:strVal val="visible"/>
                                      </p:to>
                                    </p:set>
                                    <p:animEffect transition="in" filter="fade">
                                      <p:cBhvr>
                                        <p:cTn id="60" dur="500"/>
                                        <p:tgtEl>
                                          <p:spTgt spid="64"/>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fade">
                                      <p:cBhvr>
                                        <p:cTn id="65" dur="500"/>
                                        <p:tgtEl>
                                          <p:spTgt spid="6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5"/>
                                        </p:tgtEl>
                                        <p:attrNameLst>
                                          <p:attrName>style.visibility</p:attrName>
                                        </p:attrNameLst>
                                      </p:cBhvr>
                                      <p:to>
                                        <p:strVal val="visible"/>
                                      </p:to>
                                    </p:set>
                                    <p:animEffect transition="in" filter="fade">
                                      <p:cBhvr>
                                        <p:cTn id="68" dur="500"/>
                                        <p:tgtEl>
                                          <p:spTgt spid="65"/>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68"/>
                                        </p:tgtEl>
                                        <p:attrNameLst>
                                          <p:attrName>style.visibility</p:attrName>
                                        </p:attrNameLst>
                                      </p:cBhvr>
                                      <p:to>
                                        <p:strVal val="visible"/>
                                      </p:to>
                                    </p:set>
                                    <p:animEffect transition="in" filter="fade">
                                      <p:cBhvr>
                                        <p:cTn id="73" dur="500"/>
                                        <p:tgtEl>
                                          <p:spTgt spid="68"/>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7"/>
                                        </p:tgtEl>
                                        <p:attrNameLst>
                                          <p:attrName>style.visibility</p:attrName>
                                        </p:attrNameLst>
                                      </p:cBhvr>
                                      <p:to>
                                        <p:strVal val="visible"/>
                                      </p:to>
                                    </p:set>
                                    <p:animEffect transition="in" filter="fade">
                                      <p:cBhvr>
                                        <p:cTn id="76" dur="500"/>
                                        <p:tgtEl>
                                          <p:spTgt spid="6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70"/>
                                        </p:tgtEl>
                                        <p:attrNameLst>
                                          <p:attrName>style.visibility</p:attrName>
                                        </p:attrNameLst>
                                      </p:cBhvr>
                                      <p:to>
                                        <p:strVal val="visible"/>
                                      </p:to>
                                    </p:set>
                                    <p:animEffect transition="in" filter="fade">
                                      <p:cBhvr>
                                        <p:cTn id="81" dur="500"/>
                                        <p:tgtEl>
                                          <p:spTgt spid="70"/>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9"/>
                                        </p:tgtEl>
                                        <p:attrNameLst>
                                          <p:attrName>style.visibility</p:attrName>
                                        </p:attrNameLst>
                                      </p:cBhvr>
                                      <p:to>
                                        <p:strVal val="visible"/>
                                      </p:to>
                                    </p:set>
                                    <p:animEffect transition="in" filter="fade">
                                      <p:cBhvr>
                                        <p:cTn id="84" dur="500"/>
                                        <p:tgtEl>
                                          <p:spTgt spid="6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fade">
                                      <p:cBhvr>
                                        <p:cTn id="87" dur="500"/>
                                        <p:tgtEl>
                                          <p:spTgt spid="28"/>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fade">
                                      <p:cBhvr>
                                        <p:cTn id="92" dur="500"/>
                                        <p:tgtEl>
                                          <p:spTgt spid="2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1"/>
                                        </p:tgtEl>
                                        <p:attrNameLst>
                                          <p:attrName>style.visibility</p:attrName>
                                        </p:attrNameLst>
                                      </p:cBhvr>
                                      <p:to>
                                        <p:strVal val="visible"/>
                                      </p:to>
                                    </p:set>
                                    <p:animEffect transition="in" filter="fade">
                                      <p:cBhvr>
                                        <p:cTn id="102" dur="500"/>
                                        <p:tgtEl>
                                          <p:spTgt spid="31"/>
                                        </p:tgtEl>
                                      </p:cBhvr>
                                    </p:animEffect>
                                  </p:childTnLst>
                                </p:cTn>
                              </p:par>
                            </p:childTnLst>
                          </p:cTn>
                        </p:par>
                        <p:par>
                          <p:cTn id="103" fill="hold">
                            <p:stCondLst>
                              <p:cond delay="500"/>
                            </p:stCondLst>
                            <p:childTnLst>
                              <p:par>
                                <p:cTn id="104" presetID="22" presetClass="entr" presetSubtype="8" fill="hold" grpId="0" nodeType="afterEffect">
                                  <p:stCondLst>
                                    <p:cond delay="0"/>
                                  </p:stCondLst>
                                  <p:childTnLst>
                                    <p:set>
                                      <p:cBhvr>
                                        <p:cTn id="105" dur="1" fill="hold">
                                          <p:stCondLst>
                                            <p:cond delay="0"/>
                                          </p:stCondLst>
                                        </p:cTn>
                                        <p:tgtEl>
                                          <p:spTgt spid="32"/>
                                        </p:tgtEl>
                                        <p:attrNameLst>
                                          <p:attrName>style.visibility</p:attrName>
                                        </p:attrNameLst>
                                      </p:cBhvr>
                                      <p:to>
                                        <p:strVal val="visible"/>
                                      </p:to>
                                    </p:set>
                                    <p:animEffect transition="in" filter="wipe(left)">
                                      <p:cBhvr>
                                        <p:cTn id="106" dur="75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62" grpId="0"/>
      <p:bldP spid="63" grpId="0" animBg="1"/>
      <p:bldP spid="64" grpId="0"/>
      <p:bldP spid="65" grpId="0" animBg="1"/>
      <p:bldP spid="66" grpId="0"/>
      <p:bldP spid="67" grpId="0" animBg="1"/>
      <p:bldP spid="68" grpId="0"/>
      <p:bldP spid="69" grpId="0" animBg="1"/>
      <p:bldP spid="70" grpId="0"/>
      <p:bldP spid="72" grpId="0"/>
      <p:bldP spid="73" grpId="0"/>
      <p:bldP spid="74" grpId="0"/>
      <p:bldP spid="75" grpId="0"/>
      <p:bldP spid="28" grpId="0"/>
      <p:bldP spid="29" grpId="0"/>
      <p:bldP spid="30" grpId="0"/>
      <p:bldP spid="31" grpId="0"/>
      <p:bldP spid="32"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Same Side Corner Rectangle 4"/>
          <p:cNvSpPr/>
          <p:nvPr/>
        </p:nvSpPr>
        <p:spPr>
          <a:xfrm rot="16200000">
            <a:off x="697395" y="3011602"/>
            <a:ext cx="3466596" cy="2803833"/>
          </a:xfrm>
          <a:custGeom>
            <a:avLst/>
            <a:gdLst>
              <a:gd name="connsiteX0" fmla="*/ 290314 w 2817606"/>
              <a:gd name="connsiteY0" fmla="*/ 0 h 1741847"/>
              <a:gd name="connsiteX1" fmla="*/ 2527292 w 2817606"/>
              <a:gd name="connsiteY1" fmla="*/ 0 h 1741847"/>
              <a:gd name="connsiteX2" fmla="*/ 2817606 w 2817606"/>
              <a:gd name="connsiteY2" fmla="*/ 290314 h 1741847"/>
              <a:gd name="connsiteX3" fmla="*/ 2817606 w 2817606"/>
              <a:gd name="connsiteY3" fmla="*/ 1741847 h 1741847"/>
              <a:gd name="connsiteX4" fmla="*/ 2817606 w 2817606"/>
              <a:gd name="connsiteY4" fmla="*/ 1741847 h 1741847"/>
              <a:gd name="connsiteX5" fmla="*/ 0 w 2817606"/>
              <a:gd name="connsiteY5" fmla="*/ 1741847 h 1741847"/>
              <a:gd name="connsiteX6" fmla="*/ 0 w 2817606"/>
              <a:gd name="connsiteY6" fmla="*/ 1741847 h 1741847"/>
              <a:gd name="connsiteX7" fmla="*/ 0 w 2817606"/>
              <a:gd name="connsiteY7" fmla="*/ 290314 h 1741847"/>
              <a:gd name="connsiteX8" fmla="*/ 290314 w 2817606"/>
              <a:gd name="connsiteY8" fmla="*/ 0 h 1741847"/>
              <a:gd name="connsiteX0" fmla="*/ 290314 w 2817606"/>
              <a:gd name="connsiteY0" fmla="*/ 436099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290314 w 2817606"/>
              <a:gd name="connsiteY8" fmla="*/ 436099 h 2177946"/>
              <a:gd name="connsiteX0" fmla="*/ 416923 w 2817606"/>
              <a:gd name="connsiteY0" fmla="*/ 84407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416923 w 2817606"/>
              <a:gd name="connsiteY8" fmla="*/ 84407 h 2177946"/>
              <a:gd name="connsiteX0" fmla="*/ 416923 w 2817606"/>
              <a:gd name="connsiteY0" fmla="*/ 84407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416923 w 2817606"/>
              <a:gd name="connsiteY8" fmla="*/ 84407 h 2177946"/>
              <a:gd name="connsiteX0" fmla="*/ 416923 w 2817606"/>
              <a:gd name="connsiteY0" fmla="*/ 196949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416923 w 2817606"/>
              <a:gd name="connsiteY8" fmla="*/ 196949 h 2290488"/>
              <a:gd name="connsiteX0" fmla="*/ 445058 w 2817606"/>
              <a:gd name="connsiteY0" fmla="*/ 267287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445058 w 2817606"/>
              <a:gd name="connsiteY8" fmla="*/ 267287 h 2290488"/>
              <a:gd name="connsiteX0" fmla="*/ 796750 w 2817606"/>
              <a:gd name="connsiteY0" fmla="*/ 337626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796750 w 2817606"/>
              <a:gd name="connsiteY8" fmla="*/ 337626 h 2290488"/>
              <a:gd name="connsiteX0" fmla="*/ 796750 w 2817606"/>
              <a:gd name="connsiteY0" fmla="*/ 338620 h 2291482"/>
              <a:gd name="connsiteX1" fmla="*/ 2147464 w 2817606"/>
              <a:gd name="connsiteY1" fmla="*/ 994 h 2291482"/>
              <a:gd name="connsiteX2" fmla="*/ 2817606 w 2817606"/>
              <a:gd name="connsiteY2" fmla="*/ 839949 h 2291482"/>
              <a:gd name="connsiteX3" fmla="*/ 2817606 w 2817606"/>
              <a:gd name="connsiteY3" fmla="*/ 2291482 h 2291482"/>
              <a:gd name="connsiteX4" fmla="*/ 2817606 w 2817606"/>
              <a:gd name="connsiteY4" fmla="*/ 2291482 h 2291482"/>
              <a:gd name="connsiteX5" fmla="*/ 0 w 2817606"/>
              <a:gd name="connsiteY5" fmla="*/ 2291482 h 2291482"/>
              <a:gd name="connsiteX6" fmla="*/ 0 w 2817606"/>
              <a:gd name="connsiteY6" fmla="*/ 2291482 h 2291482"/>
              <a:gd name="connsiteX7" fmla="*/ 0 w 2817606"/>
              <a:gd name="connsiteY7" fmla="*/ 839949 h 2291482"/>
              <a:gd name="connsiteX8" fmla="*/ 796750 w 2817606"/>
              <a:gd name="connsiteY8" fmla="*/ 338620 h 2291482"/>
              <a:gd name="connsiteX0" fmla="*/ 796750 w 2817606"/>
              <a:gd name="connsiteY0" fmla="*/ 338620 h 2291482"/>
              <a:gd name="connsiteX1" fmla="*/ 2100980 w 2817606"/>
              <a:gd name="connsiteY1" fmla="*/ 994 h 2291482"/>
              <a:gd name="connsiteX2" fmla="*/ 2817606 w 2817606"/>
              <a:gd name="connsiteY2" fmla="*/ 839949 h 2291482"/>
              <a:gd name="connsiteX3" fmla="*/ 2817606 w 2817606"/>
              <a:gd name="connsiteY3" fmla="*/ 2291482 h 2291482"/>
              <a:gd name="connsiteX4" fmla="*/ 2817606 w 2817606"/>
              <a:gd name="connsiteY4" fmla="*/ 2291482 h 2291482"/>
              <a:gd name="connsiteX5" fmla="*/ 0 w 2817606"/>
              <a:gd name="connsiteY5" fmla="*/ 2291482 h 2291482"/>
              <a:gd name="connsiteX6" fmla="*/ 0 w 2817606"/>
              <a:gd name="connsiteY6" fmla="*/ 2291482 h 2291482"/>
              <a:gd name="connsiteX7" fmla="*/ 0 w 2817606"/>
              <a:gd name="connsiteY7" fmla="*/ 839949 h 2291482"/>
              <a:gd name="connsiteX8" fmla="*/ 796750 w 2817606"/>
              <a:gd name="connsiteY8" fmla="*/ 338620 h 2291482"/>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15494 w 2817606"/>
              <a:gd name="connsiteY7" fmla="*/ 996229 h 2292033"/>
              <a:gd name="connsiteX8" fmla="*/ 796750 w 2817606"/>
              <a:gd name="connsiteY8" fmla="*/ 339171 h 2292033"/>
              <a:gd name="connsiteX0" fmla="*/ 798775 w 2819631"/>
              <a:gd name="connsiteY0" fmla="*/ 339171 h 2292033"/>
              <a:gd name="connsiteX1" fmla="*/ 2103005 w 2819631"/>
              <a:gd name="connsiteY1" fmla="*/ 1545 h 2292033"/>
              <a:gd name="connsiteX2" fmla="*/ 2819631 w 2819631"/>
              <a:gd name="connsiteY2" fmla="*/ 840500 h 2292033"/>
              <a:gd name="connsiteX3" fmla="*/ 2819631 w 2819631"/>
              <a:gd name="connsiteY3" fmla="*/ 2292033 h 2292033"/>
              <a:gd name="connsiteX4" fmla="*/ 2819631 w 2819631"/>
              <a:gd name="connsiteY4" fmla="*/ 2292033 h 2292033"/>
              <a:gd name="connsiteX5" fmla="*/ 2025 w 2819631"/>
              <a:gd name="connsiteY5" fmla="*/ 2292033 h 2292033"/>
              <a:gd name="connsiteX6" fmla="*/ 2025 w 2819631"/>
              <a:gd name="connsiteY6" fmla="*/ 2292033 h 2292033"/>
              <a:gd name="connsiteX7" fmla="*/ 17519 w 2819631"/>
              <a:gd name="connsiteY7" fmla="*/ 996229 h 2292033"/>
              <a:gd name="connsiteX8" fmla="*/ 798775 w 2819631"/>
              <a:gd name="connsiteY8" fmla="*/ 339171 h 229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631" h="2292033">
                <a:moveTo>
                  <a:pt x="798775" y="339171"/>
                </a:moveTo>
                <a:cubicBezTo>
                  <a:pt x="1811720" y="636097"/>
                  <a:pt x="1632775" y="32691"/>
                  <a:pt x="2103005" y="1545"/>
                </a:cubicBezTo>
                <a:cubicBezTo>
                  <a:pt x="2573235" y="-29601"/>
                  <a:pt x="2819631" y="415428"/>
                  <a:pt x="2819631" y="840500"/>
                </a:cubicBezTo>
                <a:lnTo>
                  <a:pt x="2819631" y="2292033"/>
                </a:lnTo>
                <a:lnTo>
                  <a:pt x="2819631" y="2292033"/>
                </a:lnTo>
                <a:lnTo>
                  <a:pt x="2025" y="2292033"/>
                </a:lnTo>
                <a:lnTo>
                  <a:pt x="2025" y="2292033"/>
                </a:lnTo>
                <a:cubicBezTo>
                  <a:pt x="7190" y="1860098"/>
                  <a:pt x="-13470" y="1530308"/>
                  <a:pt x="17519" y="996229"/>
                </a:cubicBezTo>
                <a:cubicBezTo>
                  <a:pt x="48508" y="462150"/>
                  <a:pt x="545470" y="308027"/>
                  <a:pt x="798775" y="339171"/>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id-ID" sz="2202">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17" name="Diagram 16"/>
          <p:cNvGraphicFramePr/>
          <p:nvPr/>
        </p:nvGraphicFramePr>
        <p:xfrm>
          <a:off x="3935364" y="2687252"/>
          <a:ext cx="2818786" cy="34656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9" name="Freeform 6"/>
          <p:cNvSpPr>
            <a:spLocks noEditPoints="1"/>
          </p:cNvSpPr>
          <p:nvPr/>
        </p:nvSpPr>
        <p:spPr bwMode="auto">
          <a:xfrm>
            <a:off x="3982981" y="2884708"/>
            <a:ext cx="294787" cy="314019"/>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vert="horz" wrap="square" lIns="111859" tIns="55930" rIns="111859" bIns="55930" numCol="1" anchor="t" anchorCtr="0" compatLnSpc="1">
            <a:prstTxWarp prst="textNoShape">
              <a:avLst/>
            </a:prstTxWarp>
          </a:bodyPr>
          <a:lstStyle/>
          <a:p>
            <a:pPr>
              <a:lnSpc>
                <a:spcPct val="120000"/>
              </a:lnSpc>
            </a:pPr>
            <a:endParaRPr lang="en-US" sz="2202" dirty="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11"/>
          <p:cNvSpPr>
            <a:spLocks noEditPoints="1"/>
          </p:cNvSpPr>
          <p:nvPr/>
        </p:nvSpPr>
        <p:spPr bwMode="auto">
          <a:xfrm>
            <a:off x="3940411" y="3771106"/>
            <a:ext cx="379927" cy="380332"/>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111859" tIns="55930" rIns="111859" bIns="55930" numCol="1" anchor="t" anchorCtr="0" compatLnSpc="1">
            <a:prstTxWarp prst="textNoShape">
              <a:avLst/>
            </a:prstTxWarp>
          </a:bodyPr>
          <a:lstStyle/>
          <a:p>
            <a:pPr>
              <a:lnSpc>
                <a:spcPct val="120000"/>
              </a:lnSpc>
            </a:pPr>
            <a:endParaRPr lang="en-US" sz="2202" dirty="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1"/>
          <p:cNvSpPr>
            <a:spLocks noEditPoints="1"/>
          </p:cNvSpPr>
          <p:nvPr/>
        </p:nvSpPr>
        <p:spPr bwMode="auto">
          <a:xfrm>
            <a:off x="3968548" y="4723858"/>
            <a:ext cx="323652" cy="324672"/>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vert="horz" wrap="square" lIns="111859" tIns="55930" rIns="111859" bIns="55930" numCol="1" anchor="t" anchorCtr="0" compatLnSpc="1">
            <a:prstTxWarp prst="textNoShape">
              <a:avLst/>
            </a:prstTxWarp>
          </a:bodyPr>
          <a:lstStyle/>
          <a:p>
            <a:pPr>
              <a:lnSpc>
                <a:spcPct val="120000"/>
              </a:lnSpc>
            </a:pPr>
            <a:endParaRPr lang="en-US" sz="2202" dirty="0">
              <a:latin typeface="Arial" panose="020B0604020202020204" pitchFamily="34" charset="0"/>
              <a:ea typeface="微软雅黑" panose="020B0503020204020204" pitchFamily="34" charset="-122"/>
              <a:sym typeface="Arial" panose="020B0604020202020204" pitchFamily="34" charset="0"/>
            </a:endParaRPr>
          </a:p>
        </p:txBody>
      </p:sp>
      <p:sp>
        <p:nvSpPr>
          <p:cNvPr id="22" name="Content Placeholder 2"/>
          <p:cNvSpPr txBox="1">
            <a:spLocks/>
          </p:cNvSpPr>
          <p:nvPr/>
        </p:nvSpPr>
        <p:spPr>
          <a:xfrm>
            <a:off x="7036755" y="2826544"/>
            <a:ext cx="4608512" cy="590931"/>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3" name="Freeform 26"/>
          <p:cNvSpPr>
            <a:spLocks/>
          </p:cNvSpPr>
          <p:nvPr/>
        </p:nvSpPr>
        <p:spPr bwMode="auto">
          <a:xfrm>
            <a:off x="3997159" y="5620907"/>
            <a:ext cx="266431" cy="2763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111859" tIns="55930" rIns="111859" bIns="55930" numCol="1" anchor="t" anchorCtr="0" compatLnSpc="1">
            <a:prstTxWarp prst="textNoShape">
              <a:avLst/>
            </a:prstTxWarp>
          </a:bodyPr>
          <a:lstStyle/>
          <a:p>
            <a:pPr>
              <a:lnSpc>
                <a:spcPct val="120000"/>
              </a:lnSpc>
            </a:pPr>
            <a:endParaRPr lang="en-US" sz="2202" dirty="0">
              <a:latin typeface="Arial" panose="020B0604020202020204" pitchFamily="34" charset="0"/>
              <a:ea typeface="微软雅黑" panose="020B0503020204020204" pitchFamily="34" charset="-122"/>
              <a:sym typeface="Arial" panose="020B0604020202020204" pitchFamily="34" charset="0"/>
            </a:endParaRPr>
          </a:p>
        </p:txBody>
      </p:sp>
      <p:sp>
        <p:nvSpPr>
          <p:cNvPr id="24" name="Content Placeholder 2"/>
          <p:cNvSpPr txBox="1">
            <a:spLocks/>
          </p:cNvSpPr>
          <p:nvPr/>
        </p:nvSpPr>
        <p:spPr>
          <a:xfrm>
            <a:off x="7036755" y="3776237"/>
            <a:ext cx="4608512" cy="590931"/>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5" name="Content Placeholder 2"/>
          <p:cNvSpPr txBox="1">
            <a:spLocks/>
          </p:cNvSpPr>
          <p:nvPr/>
        </p:nvSpPr>
        <p:spPr>
          <a:xfrm>
            <a:off x="7036755" y="4725930"/>
            <a:ext cx="4608512" cy="590931"/>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6" name="Content Placeholder 2"/>
          <p:cNvSpPr txBox="1">
            <a:spLocks/>
          </p:cNvSpPr>
          <p:nvPr/>
        </p:nvSpPr>
        <p:spPr>
          <a:xfrm>
            <a:off x="7036755" y="5675624"/>
            <a:ext cx="4608512" cy="590931"/>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00"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00"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8" name="Rectangle 1436"/>
          <p:cNvSpPr>
            <a:spLocks noChangeArrowheads="1"/>
          </p:cNvSpPr>
          <p:nvPr/>
        </p:nvSpPr>
        <p:spPr bwMode="auto">
          <a:xfrm>
            <a:off x="4368908" y="3869169"/>
            <a:ext cx="71814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8495">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29" name="Rectangle 1436"/>
          <p:cNvSpPr>
            <a:spLocks noChangeArrowheads="1"/>
          </p:cNvSpPr>
          <p:nvPr/>
        </p:nvSpPr>
        <p:spPr bwMode="auto">
          <a:xfrm>
            <a:off x="4368908" y="4746994"/>
            <a:ext cx="71814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8495">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30" name="Rectangle 1436"/>
          <p:cNvSpPr>
            <a:spLocks noChangeArrowheads="1"/>
          </p:cNvSpPr>
          <p:nvPr/>
        </p:nvSpPr>
        <p:spPr bwMode="auto">
          <a:xfrm>
            <a:off x="4368908" y="5624818"/>
            <a:ext cx="71814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8495">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31" name="Rectangle 1436"/>
          <p:cNvSpPr>
            <a:spLocks noChangeArrowheads="1"/>
          </p:cNvSpPr>
          <p:nvPr/>
        </p:nvSpPr>
        <p:spPr bwMode="auto">
          <a:xfrm>
            <a:off x="4368908" y="2991344"/>
            <a:ext cx="71814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8495">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sz="1400"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16"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2250340920"/>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60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1000"/>
                                  </p:stCondLst>
                                  <p:childTnLst>
                                    <p:set>
                                      <p:cBhvr>
                                        <p:cTn id="9" dur="1" fill="hold">
                                          <p:stCondLst>
                                            <p:cond delay="0"/>
                                          </p:stCondLst>
                                        </p:cTn>
                                        <p:tgtEl>
                                          <p:spTgt spid="17">
                                            <p:graphicEl>
                                              <a:dgm id="{C3C5C488-2D82-48FA-94E1-E6ED648AE07E}"/>
                                            </p:graphicEl>
                                          </p:spTgt>
                                        </p:tgtEl>
                                        <p:attrNameLst>
                                          <p:attrName>style.visibility</p:attrName>
                                        </p:attrNameLst>
                                      </p:cBhvr>
                                      <p:to>
                                        <p:strVal val="visible"/>
                                      </p:to>
                                    </p:set>
                                    <p:animEffect transition="in" filter="wipe(left)">
                                      <p:cBhvr>
                                        <p:cTn id="10" dur="500"/>
                                        <p:tgtEl>
                                          <p:spTgt spid="17">
                                            <p:graphicEl>
                                              <a:dgm id="{C3C5C488-2D82-48FA-94E1-E6ED648AE07E}"/>
                                            </p:graphicEl>
                                          </p:spTgt>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19"/>
                                        </p:tgtEl>
                                        <p:attrNameLst>
                                          <p:attrName>style.visibility</p:attrName>
                                        </p:attrNameLst>
                                      </p:cBhvr>
                                      <p:to>
                                        <p:strVal val="visible"/>
                                      </p:to>
                                    </p:set>
                                    <p:anim calcmode="lin" valueType="num">
                                      <p:cBhvr>
                                        <p:cTn id="13" dur="500" fill="hold"/>
                                        <p:tgtEl>
                                          <p:spTgt spid="19"/>
                                        </p:tgtEl>
                                        <p:attrNameLst>
                                          <p:attrName>ppt_w</p:attrName>
                                        </p:attrNameLst>
                                      </p:cBhvr>
                                      <p:tavLst>
                                        <p:tav tm="0">
                                          <p:val>
                                            <p:fltVal val="0"/>
                                          </p:val>
                                        </p:tav>
                                        <p:tav tm="100000">
                                          <p:val>
                                            <p:strVal val="#ppt_w"/>
                                          </p:val>
                                        </p:tav>
                                      </p:tavLst>
                                    </p:anim>
                                    <p:anim calcmode="lin" valueType="num">
                                      <p:cBhvr>
                                        <p:cTn id="14" dur="500" fill="hold"/>
                                        <p:tgtEl>
                                          <p:spTgt spid="19"/>
                                        </p:tgtEl>
                                        <p:attrNameLst>
                                          <p:attrName>ppt_h</p:attrName>
                                        </p:attrNameLst>
                                      </p:cBhvr>
                                      <p:tavLst>
                                        <p:tav tm="0">
                                          <p:val>
                                            <p:fltVal val="0"/>
                                          </p:val>
                                        </p:tav>
                                        <p:tav tm="100000">
                                          <p:val>
                                            <p:strVal val="#ppt_h"/>
                                          </p:val>
                                        </p:tav>
                                      </p:tavLst>
                                    </p:anim>
                                    <p:animEffect transition="in" filter="fade">
                                      <p:cBhvr>
                                        <p:cTn id="15" dur="500"/>
                                        <p:tgtEl>
                                          <p:spTgt spid="19"/>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par>
                                <p:cTn id="19" presetID="22" presetClass="entr" presetSubtype="8" fill="hold" grpId="0" nodeType="withEffect">
                                  <p:stCondLst>
                                    <p:cond delay="2500"/>
                                  </p:stCondLst>
                                  <p:childTnLst>
                                    <p:set>
                                      <p:cBhvr>
                                        <p:cTn id="20" dur="1" fill="hold">
                                          <p:stCondLst>
                                            <p:cond delay="0"/>
                                          </p:stCondLst>
                                        </p:cTn>
                                        <p:tgtEl>
                                          <p:spTgt spid="17">
                                            <p:graphicEl>
                                              <a:dgm id="{5F7C99BF-9C18-4701-B642-69C8B195B816}"/>
                                            </p:graphicEl>
                                          </p:spTgt>
                                        </p:tgtEl>
                                        <p:attrNameLst>
                                          <p:attrName>style.visibility</p:attrName>
                                        </p:attrNameLst>
                                      </p:cBhvr>
                                      <p:to>
                                        <p:strVal val="visible"/>
                                      </p:to>
                                    </p:set>
                                    <p:animEffect transition="in" filter="wipe(left)">
                                      <p:cBhvr>
                                        <p:cTn id="21" dur="500"/>
                                        <p:tgtEl>
                                          <p:spTgt spid="17">
                                            <p:graphicEl>
                                              <a:dgm id="{5F7C99BF-9C18-4701-B642-69C8B195B816}"/>
                                            </p:graphicEl>
                                          </p:spTgt>
                                        </p:tgtEl>
                                      </p:cBhvr>
                                    </p:animEffect>
                                  </p:childTnLst>
                                </p:cTn>
                              </p:par>
                              <p:par>
                                <p:cTn id="22" presetID="53" presetClass="entr" presetSubtype="16" fill="hold" grpId="0" nodeType="withEffect">
                                  <p:stCondLst>
                                    <p:cond delay="3000"/>
                                  </p:stCondLst>
                                  <p:childTnLst>
                                    <p:set>
                                      <p:cBhvr>
                                        <p:cTn id="23" dur="1" fill="hold">
                                          <p:stCondLst>
                                            <p:cond delay="0"/>
                                          </p:stCondLst>
                                        </p:cTn>
                                        <p:tgtEl>
                                          <p:spTgt spid="20"/>
                                        </p:tgtEl>
                                        <p:attrNameLst>
                                          <p:attrName>style.visibility</p:attrName>
                                        </p:attrNameLst>
                                      </p:cBhvr>
                                      <p:to>
                                        <p:strVal val="visible"/>
                                      </p:to>
                                    </p:set>
                                    <p:anim calcmode="lin" valueType="num">
                                      <p:cBhvr>
                                        <p:cTn id="24" dur="500" fill="hold"/>
                                        <p:tgtEl>
                                          <p:spTgt spid="20"/>
                                        </p:tgtEl>
                                        <p:attrNameLst>
                                          <p:attrName>ppt_w</p:attrName>
                                        </p:attrNameLst>
                                      </p:cBhvr>
                                      <p:tavLst>
                                        <p:tav tm="0">
                                          <p:val>
                                            <p:fltVal val="0"/>
                                          </p:val>
                                        </p:tav>
                                        <p:tav tm="100000">
                                          <p:val>
                                            <p:strVal val="#ppt_w"/>
                                          </p:val>
                                        </p:tav>
                                      </p:tavLst>
                                    </p:anim>
                                    <p:anim calcmode="lin" valueType="num">
                                      <p:cBhvr>
                                        <p:cTn id="25" dur="500" fill="hold"/>
                                        <p:tgtEl>
                                          <p:spTgt spid="20"/>
                                        </p:tgtEl>
                                        <p:attrNameLst>
                                          <p:attrName>ppt_h</p:attrName>
                                        </p:attrNameLst>
                                      </p:cBhvr>
                                      <p:tavLst>
                                        <p:tav tm="0">
                                          <p:val>
                                            <p:fltVal val="0"/>
                                          </p:val>
                                        </p:tav>
                                        <p:tav tm="100000">
                                          <p:val>
                                            <p:strVal val="#ppt_h"/>
                                          </p:val>
                                        </p:tav>
                                      </p:tavLst>
                                    </p:anim>
                                    <p:animEffect transition="in" filter="fade">
                                      <p:cBhvr>
                                        <p:cTn id="26" dur="500"/>
                                        <p:tgtEl>
                                          <p:spTgt spid="20"/>
                                        </p:tgtEl>
                                      </p:cBhvr>
                                    </p:animEffect>
                                  </p:childTnLst>
                                </p:cTn>
                              </p:par>
                              <p:par>
                                <p:cTn id="27" presetID="10" presetClass="entr" presetSubtype="0" fill="hold" grpId="0" nodeType="withEffect">
                                  <p:stCondLst>
                                    <p:cond delay="350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7">
                                            <p:graphicEl>
                                              <a:dgm id="{803580E4-39B5-44E5-A355-43EEFE242A45}"/>
                                            </p:graphicEl>
                                          </p:spTgt>
                                        </p:tgtEl>
                                        <p:attrNameLst>
                                          <p:attrName>style.visibility</p:attrName>
                                        </p:attrNameLst>
                                      </p:cBhvr>
                                      <p:to>
                                        <p:strVal val="visible"/>
                                      </p:to>
                                    </p:set>
                                    <p:animEffect transition="in" filter="wipe(left)">
                                      <p:cBhvr>
                                        <p:cTn id="32" dur="500"/>
                                        <p:tgtEl>
                                          <p:spTgt spid="17">
                                            <p:graphicEl>
                                              <a:dgm id="{803580E4-39B5-44E5-A355-43EEFE242A45}"/>
                                            </p:graphicEl>
                                          </p:spTgt>
                                        </p:tgtEl>
                                      </p:cBhvr>
                                    </p:animEffect>
                                  </p:childTnLst>
                                </p:cTn>
                              </p:par>
                              <p:par>
                                <p:cTn id="33" presetID="53" presetClass="entr" presetSubtype="16" fill="hold" grpId="0" nodeType="withEffect">
                                  <p:stCondLst>
                                    <p:cond delay="4500"/>
                                  </p:stCondLst>
                                  <p:childTnLst>
                                    <p:set>
                                      <p:cBhvr>
                                        <p:cTn id="34" dur="1" fill="hold">
                                          <p:stCondLst>
                                            <p:cond delay="0"/>
                                          </p:stCondLst>
                                        </p:cTn>
                                        <p:tgtEl>
                                          <p:spTgt spid="21"/>
                                        </p:tgtEl>
                                        <p:attrNameLst>
                                          <p:attrName>style.visibility</p:attrName>
                                        </p:attrNameLst>
                                      </p:cBhvr>
                                      <p:to>
                                        <p:strVal val="visible"/>
                                      </p:to>
                                    </p:set>
                                    <p:anim calcmode="lin" valueType="num">
                                      <p:cBhvr>
                                        <p:cTn id="35" dur="500" fill="hold"/>
                                        <p:tgtEl>
                                          <p:spTgt spid="21"/>
                                        </p:tgtEl>
                                        <p:attrNameLst>
                                          <p:attrName>ppt_w</p:attrName>
                                        </p:attrNameLst>
                                      </p:cBhvr>
                                      <p:tavLst>
                                        <p:tav tm="0">
                                          <p:val>
                                            <p:fltVal val="0"/>
                                          </p:val>
                                        </p:tav>
                                        <p:tav tm="100000">
                                          <p:val>
                                            <p:strVal val="#ppt_w"/>
                                          </p:val>
                                        </p:tav>
                                      </p:tavLst>
                                    </p:anim>
                                    <p:anim calcmode="lin" valueType="num">
                                      <p:cBhvr>
                                        <p:cTn id="36" dur="500" fill="hold"/>
                                        <p:tgtEl>
                                          <p:spTgt spid="21"/>
                                        </p:tgtEl>
                                        <p:attrNameLst>
                                          <p:attrName>ppt_h</p:attrName>
                                        </p:attrNameLst>
                                      </p:cBhvr>
                                      <p:tavLst>
                                        <p:tav tm="0">
                                          <p:val>
                                            <p:fltVal val="0"/>
                                          </p:val>
                                        </p:tav>
                                        <p:tav tm="100000">
                                          <p:val>
                                            <p:strVal val="#ppt_h"/>
                                          </p:val>
                                        </p:tav>
                                      </p:tavLst>
                                    </p:anim>
                                    <p:animEffect transition="in" filter="fade">
                                      <p:cBhvr>
                                        <p:cTn id="37" dur="500"/>
                                        <p:tgtEl>
                                          <p:spTgt spid="21"/>
                                        </p:tgtEl>
                                      </p:cBhvr>
                                    </p:animEffect>
                                  </p:childTnLst>
                                </p:cTn>
                              </p:par>
                              <p:par>
                                <p:cTn id="38" presetID="10" presetClass="entr" presetSubtype="0" fill="hold" grpId="0" nodeType="withEffect">
                                  <p:stCondLst>
                                    <p:cond delay="500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22" presetClass="entr" presetSubtype="8" fill="hold" grpId="0" nodeType="withEffect">
                                  <p:stCondLst>
                                    <p:cond delay="5500"/>
                                  </p:stCondLst>
                                  <p:childTnLst>
                                    <p:set>
                                      <p:cBhvr>
                                        <p:cTn id="42" dur="1" fill="hold">
                                          <p:stCondLst>
                                            <p:cond delay="0"/>
                                          </p:stCondLst>
                                        </p:cTn>
                                        <p:tgtEl>
                                          <p:spTgt spid="17">
                                            <p:graphicEl>
                                              <a:dgm id="{38B3533C-0604-42C2-B6E4-34D51AE7EEAA}"/>
                                            </p:graphicEl>
                                          </p:spTgt>
                                        </p:tgtEl>
                                        <p:attrNameLst>
                                          <p:attrName>style.visibility</p:attrName>
                                        </p:attrNameLst>
                                      </p:cBhvr>
                                      <p:to>
                                        <p:strVal val="visible"/>
                                      </p:to>
                                    </p:set>
                                    <p:animEffect transition="in" filter="wipe(left)">
                                      <p:cBhvr>
                                        <p:cTn id="43" dur="500"/>
                                        <p:tgtEl>
                                          <p:spTgt spid="17">
                                            <p:graphicEl>
                                              <a:dgm id="{38B3533C-0604-42C2-B6E4-34D51AE7EEAA}"/>
                                            </p:graphicEl>
                                          </p:spTgt>
                                        </p:tgtEl>
                                      </p:cBhvr>
                                    </p:animEffect>
                                  </p:childTnLst>
                                </p:cTn>
                              </p:par>
                            </p:childTnLst>
                          </p:cTn>
                        </p:par>
                        <p:par>
                          <p:cTn id="44" fill="hold">
                            <p:stCondLst>
                              <p:cond delay="6000"/>
                            </p:stCondLst>
                            <p:childTnLst>
                              <p:par>
                                <p:cTn id="45" presetID="53" presetClass="entr" presetSubtype="16"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500" fill="hold"/>
                                        <p:tgtEl>
                                          <p:spTgt spid="23"/>
                                        </p:tgtEl>
                                        <p:attrNameLst>
                                          <p:attrName>ppt_w</p:attrName>
                                        </p:attrNameLst>
                                      </p:cBhvr>
                                      <p:tavLst>
                                        <p:tav tm="0">
                                          <p:val>
                                            <p:fltVal val="0"/>
                                          </p:val>
                                        </p:tav>
                                        <p:tav tm="100000">
                                          <p:val>
                                            <p:strVal val="#ppt_w"/>
                                          </p:val>
                                        </p:tav>
                                      </p:tavLst>
                                    </p:anim>
                                    <p:anim calcmode="lin" valueType="num">
                                      <p:cBhvr>
                                        <p:cTn id="48" dur="500" fill="hold"/>
                                        <p:tgtEl>
                                          <p:spTgt spid="23"/>
                                        </p:tgtEl>
                                        <p:attrNameLst>
                                          <p:attrName>ppt_h</p:attrName>
                                        </p:attrNameLst>
                                      </p:cBhvr>
                                      <p:tavLst>
                                        <p:tav tm="0">
                                          <p:val>
                                            <p:fltVal val="0"/>
                                          </p:val>
                                        </p:tav>
                                        <p:tav tm="100000">
                                          <p:val>
                                            <p:strVal val="#ppt_h"/>
                                          </p:val>
                                        </p:tav>
                                      </p:tavLst>
                                    </p:anim>
                                    <p:animEffect transition="in" filter="fade">
                                      <p:cBhvr>
                                        <p:cTn id="49" dur="500"/>
                                        <p:tgtEl>
                                          <p:spTgt spid="23"/>
                                        </p:tgtEl>
                                      </p:cBhvr>
                                    </p:animEffect>
                                  </p:childTnLst>
                                </p:cTn>
                              </p:par>
                            </p:childTnLst>
                          </p:cTn>
                        </p:par>
                        <p:par>
                          <p:cTn id="50" fill="hold">
                            <p:stCondLst>
                              <p:cond delay="6500"/>
                            </p:stCondLst>
                            <p:childTnLst>
                              <p:par>
                                <p:cTn id="51" presetID="10" presetClass="entr" presetSubtype="0" fill="hold" grpId="0" nodeType="after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par>
                                <p:cTn id="54" presetID="14" presetClass="entr" presetSubtype="10" fill="hold" grpId="0" nodeType="withEffect">
                                  <p:stCondLst>
                                    <p:cond delay="500"/>
                                  </p:stCondLst>
                                  <p:childTnLst>
                                    <p:set>
                                      <p:cBhvr>
                                        <p:cTn id="55" dur="1" fill="hold">
                                          <p:stCondLst>
                                            <p:cond delay="0"/>
                                          </p:stCondLst>
                                        </p:cTn>
                                        <p:tgtEl>
                                          <p:spTgt spid="28"/>
                                        </p:tgtEl>
                                        <p:attrNameLst>
                                          <p:attrName>style.visibility</p:attrName>
                                        </p:attrNameLst>
                                      </p:cBhvr>
                                      <p:to>
                                        <p:strVal val="visible"/>
                                      </p:to>
                                    </p:set>
                                    <p:animEffect transition="in" filter="randombar(horizontal)">
                                      <p:cBhvr>
                                        <p:cTn id="56" dur="1000"/>
                                        <p:tgtEl>
                                          <p:spTgt spid="28"/>
                                        </p:tgtEl>
                                      </p:cBhvr>
                                    </p:animEffect>
                                  </p:childTnLst>
                                </p:cTn>
                              </p:par>
                              <p:par>
                                <p:cTn id="57" presetID="14" presetClass="entr" presetSubtype="10" fill="hold" grpId="0" nodeType="withEffect">
                                  <p:stCondLst>
                                    <p:cond delay="500"/>
                                  </p:stCondLst>
                                  <p:childTnLst>
                                    <p:set>
                                      <p:cBhvr>
                                        <p:cTn id="58" dur="1" fill="hold">
                                          <p:stCondLst>
                                            <p:cond delay="0"/>
                                          </p:stCondLst>
                                        </p:cTn>
                                        <p:tgtEl>
                                          <p:spTgt spid="29"/>
                                        </p:tgtEl>
                                        <p:attrNameLst>
                                          <p:attrName>style.visibility</p:attrName>
                                        </p:attrNameLst>
                                      </p:cBhvr>
                                      <p:to>
                                        <p:strVal val="visible"/>
                                      </p:to>
                                    </p:set>
                                    <p:animEffect transition="in" filter="randombar(horizontal)">
                                      <p:cBhvr>
                                        <p:cTn id="59" dur="1000"/>
                                        <p:tgtEl>
                                          <p:spTgt spid="29"/>
                                        </p:tgtEl>
                                      </p:cBhvr>
                                    </p:animEffect>
                                  </p:childTnLst>
                                </p:cTn>
                              </p:par>
                              <p:par>
                                <p:cTn id="60" presetID="14" presetClass="entr" presetSubtype="10" fill="hold" grpId="0" nodeType="withEffect">
                                  <p:stCondLst>
                                    <p:cond delay="500"/>
                                  </p:stCondLst>
                                  <p:childTnLst>
                                    <p:set>
                                      <p:cBhvr>
                                        <p:cTn id="61" dur="1" fill="hold">
                                          <p:stCondLst>
                                            <p:cond delay="0"/>
                                          </p:stCondLst>
                                        </p:cTn>
                                        <p:tgtEl>
                                          <p:spTgt spid="30"/>
                                        </p:tgtEl>
                                        <p:attrNameLst>
                                          <p:attrName>style.visibility</p:attrName>
                                        </p:attrNameLst>
                                      </p:cBhvr>
                                      <p:to>
                                        <p:strVal val="visible"/>
                                      </p:to>
                                    </p:set>
                                    <p:animEffect transition="in" filter="randombar(horizontal)">
                                      <p:cBhvr>
                                        <p:cTn id="62" dur="1000"/>
                                        <p:tgtEl>
                                          <p:spTgt spid="30"/>
                                        </p:tgtEl>
                                      </p:cBhvr>
                                    </p:animEffect>
                                  </p:childTnLst>
                                </p:cTn>
                              </p:par>
                              <p:par>
                                <p:cTn id="63" presetID="14" presetClass="entr" presetSubtype="10" fill="hold" grpId="0" nodeType="withEffect">
                                  <p:stCondLst>
                                    <p:cond delay="500"/>
                                  </p:stCondLst>
                                  <p:childTnLst>
                                    <p:set>
                                      <p:cBhvr>
                                        <p:cTn id="64" dur="1" fill="hold">
                                          <p:stCondLst>
                                            <p:cond delay="0"/>
                                          </p:stCondLst>
                                        </p:cTn>
                                        <p:tgtEl>
                                          <p:spTgt spid="31"/>
                                        </p:tgtEl>
                                        <p:attrNameLst>
                                          <p:attrName>style.visibility</p:attrName>
                                        </p:attrNameLst>
                                      </p:cBhvr>
                                      <p:to>
                                        <p:strVal val="visible"/>
                                      </p:to>
                                    </p:set>
                                    <p:animEffect transition="in" filter="randombar(horizontal)">
                                      <p:cBhvr>
                                        <p:cTn id="65" dur="1000"/>
                                        <p:tgtEl>
                                          <p:spTgt spid="31"/>
                                        </p:tgtEl>
                                      </p:cBhvr>
                                    </p:animEffect>
                                  </p:childTnLst>
                                </p:cTn>
                              </p:par>
                            </p:childTnLst>
                          </p:cTn>
                        </p:par>
                        <p:par>
                          <p:cTn id="66" fill="hold">
                            <p:stCondLst>
                              <p:cond delay="8000"/>
                            </p:stCondLst>
                            <p:childTnLst>
                              <p:par>
                                <p:cTn id="67" presetID="22" presetClass="entr" presetSubtype="8"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wipe(left)">
                                      <p:cBhvr>
                                        <p:cTn id="69" dur="75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Graphic spid="17" grpId="0">
        <p:bldSub>
          <a:bldDgm bld="one"/>
        </p:bldSub>
      </p:bldGraphic>
      <p:bldP spid="19" grpId="0" animBg="1"/>
      <p:bldP spid="20" grpId="0" animBg="1"/>
      <p:bldP spid="21" grpId="0" animBg="1"/>
      <p:bldP spid="22" grpId="0"/>
      <p:bldP spid="23" grpId="0" animBg="1"/>
      <p:bldP spid="24" grpId="0"/>
      <p:bldP spid="25" grpId="0"/>
      <p:bldP spid="26" grpId="0"/>
      <p:bldP spid="28" grpId="0"/>
      <p:bldP spid="29" grpId="0"/>
      <p:bldP spid="30" grpId="0"/>
      <p:bldP spid="31" grpId="0"/>
      <p:bldP spid="16"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1478756" y="2278153"/>
            <a:ext cx="3816112" cy="3816112"/>
            <a:chOff x="1596236" y="1916860"/>
            <a:chExt cx="3618636" cy="3618636"/>
          </a:xfrm>
          <a:effectLst/>
        </p:grpSpPr>
        <p:grpSp>
          <p:nvGrpSpPr>
            <p:cNvPr id="4" name="组合 28"/>
            <p:cNvGrpSpPr/>
            <p:nvPr/>
          </p:nvGrpSpPr>
          <p:grpSpPr>
            <a:xfrm rot="19276222">
              <a:off x="1596236" y="1916860"/>
              <a:ext cx="3618636" cy="3618636"/>
              <a:chOff x="356968" y="796740"/>
              <a:chExt cx="2822019" cy="2822019"/>
            </a:xfrm>
          </p:grpSpPr>
          <p:sp>
            <p:nvSpPr>
              <p:cNvPr id="5" name="饼形 33"/>
              <p:cNvSpPr/>
              <p:nvPr/>
            </p:nvSpPr>
            <p:spPr>
              <a:xfrm rot="21042706" flipH="1" flipV="1">
                <a:off x="492166" y="943009"/>
                <a:ext cx="2501891" cy="2526741"/>
              </a:xfrm>
              <a:prstGeom prst="pie">
                <a:avLst>
                  <a:gd name="adj1" fmla="val 11380473"/>
                  <a:gd name="adj2" fmla="val 17324098"/>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饼形 34"/>
              <p:cNvSpPr/>
              <p:nvPr/>
            </p:nvSpPr>
            <p:spPr>
              <a:xfrm rot="3744982" flipH="1">
                <a:off x="460637" y="928018"/>
                <a:ext cx="2516650" cy="2576371"/>
              </a:xfrm>
              <a:prstGeom prst="pie">
                <a:avLst>
                  <a:gd name="adj1" fmla="val 14491545"/>
                  <a:gd name="adj2" fmla="val 1866771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饼形 35"/>
              <p:cNvSpPr/>
              <p:nvPr/>
            </p:nvSpPr>
            <p:spPr>
              <a:xfrm rot="21042706" flipH="1">
                <a:off x="495434" y="949839"/>
                <a:ext cx="2516650" cy="2508067"/>
              </a:xfrm>
              <a:prstGeom prst="pie">
                <a:avLst>
                  <a:gd name="adj1" fmla="val 14294322"/>
                  <a:gd name="adj2" fmla="val 17762499"/>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饼形 36"/>
              <p:cNvSpPr/>
              <p:nvPr/>
            </p:nvSpPr>
            <p:spPr>
              <a:xfrm rot="21042706">
                <a:off x="356968" y="796740"/>
                <a:ext cx="2822019" cy="2822019"/>
              </a:xfrm>
              <a:prstGeom prst="pie">
                <a:avLst>
                  <a:gd name="adj1" fmla="val 5027616"/>
                  <a:gd name="adj2" fmla="val 15181466"/>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9" name="Freeform 11"/>
            <p:cNvSpPr>
              <a:spLocks/>
            </p:cNvSpPr>
            <p:nvPr/>
          </p:nvSpPr>
          <p:spPr bwMode="auto">
            <a:xfrm>
              <a:off x="2884969" y="4040434"/>
              <a:ext cx="356512" cy="64066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gn="ctr">
                <a:lnSpc>
                  <a:spcPct val="120000"/>
                </a:lnSpc>
              </a:pPr>
              <a:endParaRPr lang="en-US" sz="8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AutoShape 14"/>
            <p:cNvSpPr>
              <a:spLocks/>
            </p:cNvSpPr>
            <p:nvPr/>
          </p:nvSpPr>
          <p:spPr bwMode="auto">
            <a:xfrm>
              <a:off x="4259357" y="3355575"/>
              <a:ext cx="373905" cy="340913"/>
            </a:xfrm>
            <a:custGeom>
              <a:avLst/>
              <a:gdLst>
                <a:gd name="T0" fmla="*/ 2147483646 w 21590"/>
                <a:gd name="T1" fmla="*/ 303068522 h 16690"/>
                <a:gd name="T2" fmla="*/ 2147483646 w 21590"/>
                <a:gd name="T3" fmla="*/ 614467900 h 16690"/>
                <a:gd name="T4" fmla="*/ 0 w 21590"/>
                <a:gd name="T5" fmla="*/ 2147483646 h 16690"/>
                <a:gd name="T6" fmla="*/ 782832664 w 21590"/>
                <a:gd name="T7" fmla="*/ 1946161268 h 16690"/>
                <a:gd name="T8" fmla="*/ 286036553 w 21590"/>
                <a:gd name="T9" fmla="*/ 1513714635 h 16690"/>
                <a:gd name="T10" fmla="*/ 511874951 w 21590"/>
                <a:gd name="T11" fmla="*/ 1496463517 h 16690"/>
                <a:gd name="T12" fmla="*/ 90358306 w 21590"/>
                <a:gd name="T13" fmla="*/ 891067454 h 16690"/>
                <a:gd name="T14" fmla="*/ 316196704 w 21590"/>
                <a:gd name="T15" fmla="*/ 942966873 h 16690"/>
                <a:gd name="T16" fmla="*/ 150558932 w 21590"/>
                <a:gd name="T17" fmla="*/ 112721961 h 16690"/>
                <a:gd name="T18" fmla="*/ 1279628774 w 21590"/>
                <a:gd name="T19" fmla="*/ 770017444 h 16690"/>
                <a:gd name="T20" fmla="*/ 2147483646 w 21590"/>
                <a:gd name="T21" fmla="*/ 199269682 h 16690"/>
                <a:gd name="T22" fmla="*/ 2147483646 w 21590"/>
                <a:gd name="T23" fmla="*/ 60822541 h 16690"/>
                <a:gd name="T24" fmla="*/ 2147483646 w 21590"/>
                <a:gd name="T25" fmla="*/ 389470283 h 16690"/>
                <a:gd name="T26" fmla="*/ 2147483646 w 21590"/>
                <a:gd name="T27" fmla="*/ 303068522 h 16690"/>
                <a:gd name="T28" fmla="*/ 2147483646 w 21590"/>
                <a:gd name="T29" fmla="*/ 303068522 h 166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590" h="16690">
                  <a:moveTo>
                    <a:pt x="21590" y="2038"/>
                  </a:moveTo>
                  <a:cubicBezTo>
                    <a:pt x="21486" y="2795"/>
                    <a:pt x="20307" y="3555"/>
                    <a:pt x="19593" y="4132"/>
                  </a:cubicBezTo>
                  <a:cubicBezTo>
                    <a:pt x="20298" y="13815"/>
                    <a:pt x="8559" y="19854"/>
                    <a:pt x="0" y="14947"/>
                  </a:cubicBezTo>
                  <a:cubicBezTo>
                    <a:pt x="2400" y="14964"/>
                    <a:pt x="5061" y="14350"/>
                    <a:pt x="6489" y="13087"/>
                  </a:cubicBezTo>
                  <a:cubicBezTo>
                    <a:pt x="4412" y="12774"/>
                    <a:pt x="2942" y="11896"/>
                    <a:pt x="2371" y="10179"/>
                  </a:cubicBezTo>
                  <a:cubicBezTo>
                    <a:pt x="2979" y="10126"/>
                    <a:pt x="3833" y="10301"/>
                    <a:pt x="4243" y="10063"/>
                  </a:cubicBezTo>
                  <a:cubicBezTo>
                    <a:pt x="2343" y="9391"/>
                    <a:pt x="841" y="8348"/>
                    <a:pt x="749" y="5992"/>
                  </a:cubicBezTo>
                  <a:cubicBezTo>
                    <a:pt x="1425" y="6059"/>
                    <a:pt x="1777" y="6430"/>
                    <a:pt x="2621" y="6341"/>
                  </a:cubicBezTo>
                  <a:cubicBezTo>
                    <a:pt x="1392" y="5607"/>
                    <a:pt x="-10" y="2816"/>
                    <a:pt x="1248" y="758"/>
                  </a:cubicBezTo>
                  <a:cubicBezTo>
                    <a:pt x="3477" y="3062"/>
                    <a:pt x="6259" y="4849"/>
                    <a:pt x="10607" y="5178"/>
                  </a:cubicBezTo>
                  <a:cubicBezTo>
                    <a:pt x="9529" y="903"/>
                    <a:pt x="15610" y="-1746"/>
                    <a:pt x="18345" y="1340"/>
                  </a:cubicBezTo>
                  <a:cubicBezTo>
                    <a:pt x="19408" y="1129"/>
                    <a:pt x="20305" y="763"/>
                    <a:pt x="21215" y="409"/>
                  </a:cubicBezTo>
                  <a:cubicBezTo>
                    <a:pt x="20842" y="1380"/>
                    <a:pt x="20085" y="1993"/>
                    <a:pt x="19343" y="2619"/>
                  </a:cubicBezTo>
                  <a:cubicBezTo>
                    <a:pt x="20149" y="2479"/>
                    <a:pt x="21001" y="2381"/>
                    <a:pt x="21590" y="2038"/>
                  </a:cubicBezTo>
                  <a:close/>
                  <a:moveTo>
                    <a:pt x="21590" y="2038"/>
                  </a:moveTo>
                </a:path>
              </a:pathLst>
            </a:custGeom>
            <a:solidFill>
              <a:schemeClr val="bg1"/>
            </a:solidFill>
            <a:ln>
              <a:noFill/>
            </a:ln>
          </p:spPr>
          <p:txBody>
            <a:bodyPr lIns="0" tIns="0" rIns="0" bIns="0"/>
            <a:lstStyle/>
            <a:p>
              <a:pPr algn="ctr">
                <a:lnSpc>
                  <a:spcPct val="120000"/>
                </a:lnSpc>
              </a:pPr>
              <a:endParaRPr lang="en-GB"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 name="AutoShape 13"/>
            <p:cNvSpPr>
              <a:spLocks/>
            </p:cNvSpPr>
            <p:nvPr/>
          </p:nvSpPr>
          <p:spPr bwMode="auto">
            <a:xfrm>
              <a:off x="3546424" y="2542702"/>
              <a:ext cx="294897" cy="381142"/>
            </a:xfrm>
            <a:custGeom>
              <a:avLst/>
              <a:gdLst>
                <a:gd name="T0" fmla="*/ 536544193 w 21545"/>
                <a:gd name="T1" fmla="*/ 1809212526 h 21515"/>
                <a:gd name="T2" fmla="*/ 494557843 w 21545"/>
                <a:gd name="T3" fmla="*/ 2087334032 h 21515"/>
                <a:gd name="T4" fmla="*/ 447328334 w 21545"/>
                <a:gd name="T5" fmla="*/ 2147483646 h 21515"/>
                <a:gd name="T6" fmla="*/ 312790812 w 21545"/>
                <a:gd name="T7" fmla="*/ 2147483646 h 21515"/>
                <a:gd name="T8" fmla="*/ 284619960 w 21545"/>
                <a:gd name="T9" fmla="*/ 2147483646 h 21515"/>
                <a:gd name="T10" fmla="*/ 273483974 w 21545"/>
                <a:gd name="T11" fmla="*/ 2147483646 h 21515"/>
                <a:gd name="T12" fmla="*/ 260976991 w 21545"/>
                <a:gd name="T13" fmla="*/ 2147483646 h 21515"/>
                <a:gd name="T14" fmla="*/ 299689027 w 21545"/>
                <a:gd name="T15" fmla="*/ 2000438612 h 21515"/>
                <a:gd name="T16" fmla="*/ 394144999 w 21545"/>
                <a:gd name="T17" fmla="*/ 1331084764 h 21515"/>
                <a:gd name="T18" fmla="*/ 400100348 w 21545"/>
                <a:gd name="T19" fmla="*/ 1282667061 h 21515"/>
                <a:gd name="T20" fmla="*/ 371871543 w 21545"/>
                <a:gd name="T21" fmla="*/ 1098026760 h 21515"/>
                <a:gd name="T22" fmla="*/ 381102730 w 21545"/>
                <a:gd name="T23" fmla="*/ 887045795 h 21515"/>
                <a:gd name="T24" fmla="*/ 505693789 w 21545"/>
                <a:gd name="T25" fmla="*/ 633070619 h 21515"/>
                <a:gd name="T26" fmla="*/ 619864179 w 21545"/>
                <a:gd name="T27" fmla="*/ 647402006 h 21515"/>
                <a:gd name="T28" fmla="*/ 676979112 w 21545"/>
                <a:gd name="T29" fmla="*/ 782589932 h 21515"/>
                <a:gd name="T30" fmla="*/ 671678000 w 21545"/>
                <a:gd name="T31" fmla="*/ 988144878 h 21515"/>
                <a:gd name="T32" fmla="*/ 610036708 w 21545"/>
                <a:gd name="T33" fmla="*/ 1347613164 h 21515"/>
                <a:gd name="T34" fmla="*/ 597531247 w 21545"/>
                <a:gd name="T35" fmla="*/ 1544390415 h 21515"/>
                <a:gd name="T36" fmla="*/ 653334619 w 21545"/>
                <a:gd name="T37" fmla="*/ 1682804821 h 21515"/>
                <a:gd name="T38" fmla="*/ 760239621 w 21545"/>
                <a:gd name="T39" fmla="*/ 1732257195 h 21515"/>
                <a:gd name="T40" fmla="*/ 934799218 w 21545"/>
                <a:gd name="T41" fmla="*/ 1561950859 h 21515"/>
                <a:gd name="T42" fmla="*/ 1044978534 w 21545"/>
                <a:gd name="T43" fmla="*/ 1052963259 h 21515"/>
                <a:gd name="T44" fmla="*/ 1049564369 w 21545"/>
                <a:gd name="T45" fmla="*/ 834236692 h 21515"/>
                <a:gd name="T46" fmla="*/ 975475570 w 21545"/>
                <a:gd name="T47" fmla="*/ 495688256 h 21515"/>
                <a:gd name="T48" fmla="*/ 810147120 w 21545"/>
                <a:gd name="T49" fmla="*/ 310013335 h 21515"/>
                <a:gd name="T50" fmla="*/ 563464522 w 21545"/>
                <a:gd name="T51" fmla="*/ 284707291 h 21515"/>
                <a:gd name="T52" fmla="*/ 240012011 w 21545"/>
                <a:gd name="T53" fmla="*/ 668188978 h 21515"/>
                <a:gd name="T54" fmla="*/ 184922353 w 21545"/>
                <a:gd name="T55" fmla="*/ 1038759595 h 21515"/>
                <a:gd name="T56" fmla="*/ 229470826 w 21545"/>
                <a:gd name="T57" fmla="*/ 1310167541 h 21515"/>
                <a:gd name="T58" fmla="*/ 259666953 w 21545"/>
                <a:gd name="T59" fmla="*/ 1374985922 h 21515"/>
                <a:gd name="T60" fmla="*/ 251805281 w 21545"/>
                <a:gd name="T61" fmla="*/ 1501393627 h 21515"/>
                <a:gd name="T62" fmla="*/ 211127445 w 21545"/>
                <a:gd name="T63" fmla="*/ 1612435275 h 21515"/>
                <a:gd name="T64" fmla="*/ 169141056 w 21545"/>
                <a:gd name="T65" fmla="*/ 1586094610 h 21515"/>
                <a:gd name="T66" fmla="*/ 9706996 w 21545"/>
                <a:gd name="T67" fmla="*/ 1180533357 h 21515"/>
                <a:gd name="T68" fmla="*/ 9706996 w 21545"/>
                <a:gd name="T69" fmla="*/ 828813250 h 21515"/>
                <a:gd name="T70" fmla="*/ 71407764 w 21545"/>
                <a:gd name="T71" fmla="*/ 548367058 h 21515"/>
                <a:gd name="T72" fmla="*/ 299092743 w 21545"/>
                <a:gd name="T73" fmla="*/ 161528642 h 21515"/>
                <a:gd name="T74" fmla="*/ 556197612 w 21545"/>
                <a:gd name="T75" fmla="*/ 15366057 h 21515"/>
                <a:gd name="T76" fmla="*/ 661852052 w 21545"/>
                <a:gd name="T77" fmla="*/ 1162343 h 21515"/>
                <a:gd name="T78" fmla="*/ 946590965 w 21545"/>
                <a:gd name="T79" fmla="*/ 88962082 h 21515"/>
                <a:gd name="T80" fmla="*/ 1142710303 w 21545"/>
                <a:gd name="T81" fmla="*/ 322022613 h 21515"/>
                <a:gd name="T82" fmla="*/ 1263491803 w 21545"/>
                <a:gd name="T83" fmla="*/ 681488322 h 21515"/>
                <a:gd name="T84" fmla="*/ 1283145221 w 21545"/>
                <a:gd name="T85" fmla="*/ 929912333 h 21515"/>
                <a:gd name="T86" fmla="*/ 1269387676 w 21545"/>
                <a:gd name="T87" fmla="*/ 1186988842 h 21515"/>
                <a:gd name="T88" fmla="*/ 1016809205 w 21545"/>
                <a:gd name="T89" fmla="*/ 1888362344 h 21515"/>
                <a:gd name="T90" fmla="*/ 901328778 w 21545"/>
                <a:gd name="T91" fmla="*/ 1976292333 h 21515"/>
                <a:gd name="T92" fmla="*/ 753687987 w 21545"/>
                <a:gd name="T93" fmla="*/ 2007021870 h 21515"/>
                <a:gd name="T94" fmla="*/ 623140016 w 21545"/>
                <a:gd name="T95" fmla="*/ 1944400504 h 21515"/>
                <a:gd name="T96" fmla="*/ 536544193 w 21545"/>
                <a:gd name="T97" fmla="*/ 1809212526 h 21515"/>
                <a:gd name="T98" fmla="*/ 536544193 w 21545"/>
                <a:gd name="T99" fmla="*/ 1809212526 h 215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1545" h="21515">
                  <a:moveTo>
                    <a:pt x="9009" y="14012"/>
                  </a:moveTo>
                  <a:cubicBezTo>
                    <a:pt x="8778" y="14713"/>
                    <a:pt x="8545" y="15448"/>
                    <a:pt x="8304" y="16166"/>
                  </a:cubicBezTo>
                  <a:cubicBezTo>
                    <a:pt x="8066" y="16874"/>
                    <a:pt x="7857" y="17593"/>
                    <a:pt x="7511" y="18243"/>
                  </a:cubicBezTo>
                  <a:cubicBezTo>
                    <a:pt x="6937" y="19321"/>
                    <a:pt x="6135" y="20315"/>
                    <a:pt x="5252" y="21206"/>
                  </a:cubicBezTo>
                  <a:cubicBezTo>
                    <a:pt x="5135" y="21325"/>
                    <a:pt x="4970" y="21542"/>
                    <a:pt x="4779" y="21512"/>
                  </a:cubicBezTo>
                  <a:cubicBezTo>
                    <a:pt x="4633" y="21489"/>
                    <a:pt x="4620" y="21380"/>
                    <a:pt x="4592" y="21223"/>
                  </a:cubicBezTo>
                  <a:cubicBezTo>
                    <a:pt x="4436" y="20366"/>
                    <a:pt x="4325" y="19376"/>
                    <a:pt x="4382" y="18413"/>
                  </a:cubicBezTo>
                  <a:cubicBezTo>
                    <a:pt x="4449" y="17316"/>
                    <a:pt x="4751" y="16405"/>
                    <a:pt x="5032" y="15493"/>
                  </a:cubicBezTo>
                  <a:cubicBezTo>
                    <a:pt x="5568" y="13758"/>
                    <a:pt x="6078" y="12056"/>
                    <a:pt x="6618" y="10309"/>
                  </a:cubicBezTo>
                  <a:cubicBezTo>
                    <a:pt x="6654" y="10193"/>
                    <a:pt x="6751" y="10001"/>
                    <a:pt x="6718" y="9934"/>
                  </a:cubicBezTo>
                  <a:cubicBezTo>
                    <a:pt x="6473" y="9449"/>
                    <a:pt x="6314" y="9013"/>
                    <a:pt x="6244" y="8504"/>
                  </a:cubicBezTo>
                  <a:cubicBezTo>
                    <a:pt x="6163" y="7919"/>
                    <a:pt x="6225" y="7373"/>
                    <a:pt x="6399" y="6870"/>
                  </a:cubicBezTo>
                  <a:cubicBezTo>
                    <a:pt x="6703" y="5980"/>
                    <a:pt x="7407" y="5191"/>
                    <a:pt x="8491" y="4903"/>
                  </a:cubicBezTo>
                  <a:cubicBezTo>
                    <a:pt x="9180" y="4721"/>
                    <a:pt x="9945" y="4803"/>
                    <a:pt x="10408" y="5014"/>
                  </a:cubicBezTo>
                  <a:cubicBezTo>
                    <a:pt x="10886" y="5231"/>
                    <a:pt x="11213" y="5575"/>
                    <a:pt x="11367" y="6061"/>
                  </a:cubicBezTo>
                  <a:cubicBezTo>
                    <a:pt x="11530" y="6579"/>
                    <a:pt x="11409" y="7198"/>
                    <a:pt x="11278" y="7653"/>
                  </a:cubicBezTo>
                  <a:cubicBezTo>
                    <a:pt x="10983" y="8677"/>
                    <a:pt x="10596" y="9447"/>
                    <a:pt x="10243" y="10437"/>
                  </a:cubicBezTo>
                  <a:cubicBezTo>
                    <a:pt x="10068" y="10927"/>
                    <a:pt x="9871" y="11431"/>
                    <a:pt x="10033" y="11961"/>
                  </a:cubicBezTo>
                  <a:cubicBezTo>
                    <a:pt x="10183" y="12446"/>
                    <a:pt x="10516" y="12781"/>
                    <a:pt x="10970" y="13033"/>
                  </a:cubicBezTo>
                  <a:cubicBezTo>
                    <a:pt x="11440" y="13293"/>
                    <a:pt x="11996" y="13437"/>
                    <a:pt x="12765" y="13416"/>
                  </a:cubicBezTo>
                  <a:cubicBezTo>
                    <a:pt x="14122" y="13380"/>
                    <a:pt x="15065" y="12719"/>
                    <a:pt x="15696" y="12097"/>
                  </a:cubicBezTo>
                  <a:cubicBezTo>
                    <a:pt x="16703" y="11101"/>
                    <a:pt x="17314" y="9755"/>
                    <a:pt x="17546" y="8155"/>
                  </a:cubicBezTo>
                  <a:cubicBezTo>
                    <a:pt x="17620" y="7639"/>
                    <a:pt x="17676" y="7046"/>
                    <a:pt x="17623" y="6461"/>
                  </a:cubicBezTo>
                  <a:cubicBezTo>
                    <a:pt x="17527" y="5381"/>
                    <a:pt x="17083" y="4513"/>
                    <a:pt x="16379" y="3839"/>
                  </a:cubicBezTo>
                  <a:cubicBezTo>
                    <a:pt x="15708" y="3198"/>
                    <a:pt x="14758" y="2688"/>
                    <a:pt x="13603" y="2401"/>
                  </a:cubicBezTo>
                  <a:cubicBezTo>
                    <a:pt x="12457" y="2116"/>
                    <a:pt x="10870" y="2021"/>
                    <a:pt x="9461" y="2205"/>
                  </a:cubicBezTo>
                  <a:cubicBezTo>
                    <a:pt x="6900" y="2539"/>
                    <a:pt x="5093" y="3646"/>
                    <a:pt x="4030" y="5175"/>
                  </a:cubicBezTo>
                  <a:cubicBezTo>
                    <a:pt x="3472" y="5977"/>
                    <a:pt x="3105" y="6898"/>
                    <a:pt x="3105" y="8045"/>
                  </a:cubicBezTo>
                  <a:cubicBezTo>
                    <a:pt x="3105" y="8928"/>
                    <a:pt x="3392" y="9614"/>
                    <a:pt x="3853" y="10147"/>
                  </a:cubicBezTo>
                  <a:cubicBezTo>
                    <a:pt x="4000" y="10317"/>
                    <a:pt x="4217" y="10456"/>
                    <a:pt x="4360" y="10649"/>
                  </a:cubicBezTo>
                  <a:cubicBezTo>
                    <a:pt x="4564" y="10923"/>
                    <a:pt x="4329" y="11332"/>
                    <a:pt x="4228" y="11628"/>
                  </a:cubicBezTo>
                  <a:cubicBezTo>
                    <a:pt x="4106" y="11986"/>
                    <a:pt x="4094" y="12480"/>
                    <a:pt x="3545" y="12488"/>
                  </a:cubicBezTo>
                  <a:cubicBezTo>
                    <a:pt x="3319" y="12492"/>
                    <a:pt x="3033" y="12365"/>
                    <a:pt x="2840" y="12284"/>
                  </a:cubicBezTo>
                  <a:cubicBezTo>
                    <a:pt x="1399" y="11677"/>
                    <a:pt x="523" y="10574"/>
                    <a:pt x="163" y="9143"/>
                  </a:cubicBezTo>
                  <a:cubicBezTo>
                    <a:pt x="-55" y="8274"/>
                    <a:pt x="-54" y="7259"/>
                    <a:pt x="163" y="6419"/>
                  </a:cubicBezTo>
                  <a:cubicBezTo>
                    <a:pt x="374" y="5606"/>
                    <a:pt x="766" y="4856"/>
                    <a:pt x="1199" y="4247"/>
                  </a:cubicBezTo>
                  <a:cubicBezTo>
                    <a:pt x="2099" y="2984"/>
                    <a:pt x="3417" y="1973"/>
                    <a:pt x="5022" y="1251"/>
                  </a:cubicBezTo>
                  <a:cubicBezTo>
                    <a:pt x="6255" y="696"/>
                    <a:pt x="7647" y="306"/>
                    <a:pt x="9339" y="119"/>
                  </a:cubicBezTo>
                  <a:cubicBezTo>
                    <a:pt x="9901" y="57"/>
                    <a:pt x="10482" y="31"/>
                    <a:pt x="11113" y="9"/>
                  </a:cubicBezTo>
                  <a:cubicBezTo>
                    <a:pt x="12956" y="-58"/>
                    <a:pt x="14632" y="260"/>
                    <a:pt x="15894" y="689"/>
                  </a:cubicBezTo>
                  <a:cubicBezTo>
                    <a:pt x="17226" y="1142"/>
                    <a:pt x="18288" y="1746"/>
                    <a:pt x="19187" y="2494"/>
                  </a:cubicBezTo>
                  <a:cubicBezTo>
                    <a:pt x="20113" y="3264"/>
                    <a:pt x="20787" y="4159"/>
                    <a:pt x="21215" y="5278"/>
                  </a:cubicBezTo>
                  <a:cubicBezTo>
                    <a:pt x="21437" y="5860"/>
                    <a:pt x="21545" y="6483"/>
                    <a:pt x="21545" y="7202"/>
                  </a:cubicBezTo>
                  <a:cubicBezTo>
                    <a:pt x="21545" y="7923"/>
                    <a:pt x="21453" y="8558"/>
                    <a:pt x="21314" y="9193"/>
                  </a:cubicBezTo>
                  <a:cubicBezTo>
                    <a:pt x="20790" y="11573"/>
                    <a:pt x="19303" y="13518"/>
                    <a:pt x="17073" y="14625"/>
                  </a:cubicBezTo>
                  <a:cubicBezTo>
                    <a:pt x="16532" y="14894"/>
                    <a:pt x="15877" y="15141"/>
                    <a:pt x="15134" y="15306"/>
                  </a:cubicBezTo>
                  <a:cubicBezTo>
                    <a:pt x="14397" y="15470"/>
                    <a:pt x="13556" y="15592"/>
                    <a:pt x="12655" y="15544"/>
                  </a:cubicBezTo>
                  <a:cubicBezTo>
                    <a:pt x="11780" y="15499"/>
                    <a:pt x="11065" y="15318"/>
                    <a:pt x="10463" y="15059"/>
                  </a:cubicBezTo>
                  <a:cubicBezTo>
                    <a:pt x="9866" y="14803"/>
                    <a:pt x="9365" y="14488"/>
                    <a:pt x="9009" y="14012"/>
                  </a:cubicBezTo>
                  <a:close/>
                  <a:moveTo>
                    <a:pt x="9009" y="14012"/>
                  </a:moveTo>
                </a:path>
              </a:pathLst>
            </a:custGeom>
            <a:solidFill>
              <a:schemeClr val="bg1"/>
            </a:solidFill>
            <a:ln>
              <a:noFill/>
            </a:ln>
          </p:spPr>
          <p:txBody>
            <a:bodyPr lIns="0" tIns="0" rIns="0" bIns="0"/>
            <a:lstStyle/>
            <a:p>
              <a:pPr algn="ctr">
                <a:lnSpc>
                  <a:spcPct val="120000"/>
                </a:lnSpc>
              </a:pPr>
              <a:endParaRPr lang="en-GB"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2" name="Group 11"/>
            <p:cNvGrpSpPr/>
            <p:nvPr/>
          </p:nvGrpSpPr>
          <p:grpSpPr>
            <a:xfrm>
              <a:off x="2571029" y="2542894"/>
              <a:ext cx="358955" cy="332191"/>
              <a:chOff x="1424267" y="1898426"/>
              <a:chExt cx="477770" cy="401951"/>
            </a:xfrm>
            <a:solidFill>
              <a:schemeClr val="bg2"/>
            </a:solidFill>
          </p:grpSpPr>
          <p:sp>
            <p:nvSpPr>
              <p:cNvPr id="13" name="AutoShape 27"/>
              <p:cNvSpPr>
                <a:spLocks/>
              </p:cNvSpPr>
              <p:nvPr/>
            </p:nvSpPr>
            <p:spPr bwMode="auto">
              <a:xfrm>
                <a:off x="1424267" y="1898426"/>
                <a:ext cx="288258" cy="401951"/>
              </a:xfrm>
              <a:custGeom>
                <a:avLst/>
                <a:gdLst>
                  <a:gd name="T0" fmla="*/ 0 w 21594"/>
                  <a:gd name="T1" fmla="*/ 0 h 21481"/>
                  <a:gd name="T2" fmla="*/ 0 w 21594"/>
                  <a:gd name="T3" fmla="*/ 0 h 21481"/>
                  <a:gd name="T4" fmla="*/ 0 w 21594"/>
                  <a:gd name="T5" fmla="*/ 0 h 21481"/>
                  <a:gd name="T6" fmla="*/ 0 w 21594"/>
                  <a:gd name="T7" fmla="*/ 0 h 21481"/>
                  <a:gd name="T8" fmla="*/ 0 w 21594"/>
                  <a:gd name="T9" fmla="*/ 0 h 21481"/>
                  <a:gd name="T10" fmla="*/ 0 w 21594"/>
                  <a:gd name="T11" fmla="*/ 0 h 21481"/>
                  <a:gd name="T12" fmla="*/ 0 w 21594"/>
                  <a:gd name="T13" fmla="*/ 0 h 21481"/>
                  <a:gd name="T14" fmla="*/ 0 w 21594"/>
                  <a:gd name="T15" fmla="*/ 0 h 21481"/>
                  <a:gd name="T16" fmla="*/ 0 w 21594"/>
                  <a:gd name="T17" fmla="*/ 0 h 21481"/>
                  <a:gd name="T18" fmla="*/ 0 w 21594"/>
                  <a:gd name="T19" fmla="*/ 0 h 21481"/>
                  <a:gd name="T20" fmla="*/ 0 w 21594"/>
                  <a:gd name="T21" fmla="*/ 0 h 21481"/>
                  <a:gd name="T22" fmla="*/ 0 w 21594"/>
                  <a:gd name="T23" fmla="*/ 0 h 21481"/>
                  <a:gd name="T24" fmla="*/ 0 w 21594"/>
                  <a:gd name="T25" fmla="*/ 0 h 21481"/>
                  <a:gd name="T26" fmla="*/ 0 w 21594"/>
                  <a:gd name="T27" fmla="*/ 0 h 21481"/>
                  <a:gd name="T28" fmla="*/ 0 w 21594"/>
                  <a:gd name="T29" fmla="*/ 0 h 21481"/>
                  <a:gd name="T30" fmla="*/ 0 w 21594"/>
                  <a:gd name="T31" fmla="*/ 0 h 21481"/>
                  <a:gd name="T32" fmla="*/ 0 w 21594"/>
                  <a:gd name="T33" fmla="*/ 0 h 21481"/>
                  <a:gd name="T34" fmla="*/ 0 w 21594"/>
                  <a:gd name="T35" fmla="*/ 0 h 21481"/>
                  <a:gd name="T36" fmla="*/ 0 w 21594"/>
                  <a:gd name="T37" fmla="*/ 0 h 21481"/>
                  <a:gd name="T38" fmla="*/ 0 w 21594"/>
                  <a:gd name="T39" fmla="*/ 0 h 21481"/>
                  <a:gd name="T40" fmla="*/ 0 w 21594"/>
                  <a:gd name="T41" fmla="*/ 0 h 21481"/>
                  <a:gd name="T42" fmla="*/ 0 w 21594"/>
                  <a:gd name="T43" fmla="*/ 0 h 21481"/>
                  <a:gd name="T44" fmla="*/ 0 w 21594"/>
                  <a:gd name="T45" fmla="*/ 0 h 21481"/>
                  <a:gd name="T46" fmla="*/ 0 w 21594"/>
                  <a:gd name="T47" fmla="*/ 0 h 21481"/>
                  <a:gd name="T48" fmla="*/ 0 w 21594"/>
                  <a:gd name="T49" fmla="*/ 0 h 21481"/>
                  <a:gd name="T50" fmla="*/ 0 w 21594"/>
                  <a:gd name="T51" fmla="*/ 0 h 21481"/>
                  <a:gd name="T52" fmla="*/ 0 w 21594"/>
                  <a:gd name="T53" fmla="*/ 0 h 21481"/>
                  <a:gd name="T54" fmla="*/ 0 w 21594"/>
                  <a:gd name="T55" fmla="*/ 0 h 21481"/>
                  <a:gd name="T56" fmla="*/ 0 w 21594"/>
                  <a:gd name="T57" fmla="*/ 0 h 21481"/>
                  <a:gd name="T58" fmla="*/ 0 w 21594"/>
                  <a:gd name="T59" fmla="*/ 0 h 21481"/>
                  <a:gd name="T60" fmla="*/ 0 w 21594"/>
                  <a:gd name="T61" fmla="*/ 0 h 21481"/>
                  <a:gd name="T62" fmla="*/ 0 w 21594"/>
                  <a:gd name="T63" fmla="*/ 0 h 21481"/>
                  <a:gd name="T64" fmla="*/ 0 w 21594"/>
                  <a:gd name="T65" fmla="*/ 0 h 21481"/>
                  <a:gd name="T66" fmla="*/ 0 w 21594"/>
                  <a:gd name="T67" fmla="*/ 0 h 21481"/>
                  <a:gd name="T68" fmla="*/ 0 w 21594"/>
                  <a:gd name="T69" fmla="*/ 0 h 21481"/>
                  <a:gd name="T70" fmla="*/ 0 w 21594"/>
                  <a:gd name="T71" fmla="*/ 0 h 21481"/>
                  <a:gd name="T72" fmla="*/ 0 w 21594"/>
                  <a:gd name="T73" fmla="*/ 0 h 21481"/>
                  <a:gd name="T74" fmla="*/ 0 w 21594"/>
                  <a:gd name="T75" fmla="*/ 0 h 21481"/>
                  <a:gd name="T76" fmla="*/ 0 w 21594"/>
                  <a:gd name="T77" fmla="*/ 0 h 2148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594" h="21481">
                    <a:moveTo>
                      <a:pt x="5932" y="14439"/>
                    </a:moveTo>
                    <a:cubicBezTo>
                      <a:pt x="5273" y="14717"/>
                      <a:pt x="4486" y="15132"/>
                      <a:pt x="4051" y="15925"/>
                    </a:cubicBezTo>
                    <a:cubicBezTo>
                      <a:pt x="3759" y="16454"/>
                      <a:pt x="3756" y="17150"/>
                      <a:pt x="3978" y="17683"/>
                    </a:cubicBezTo>
                    <a:cubicBezTo>
                      <a:pt x="4608" y="19197"/>
                      <a:pt x="7232" y="20072"/>
                      <a:pt x="9983" y="20234"/>
                    </a:cubicBezTo>
                    <a:cubicBezTo>
                      <a:pt x="12956" y="20410"/>
                      <a:pt x="15960" y="20095"/>
                      <a:pt x="17254" y="18650"/>
                    </a:cubicBezTo>
                    <a:cubicBezTo>
                      <a:pt x="17955" y="17866"/>
                      <a:pt x="17984" y="16727"/>
                      <a:pt x="17290" y="15949"/>
                    </a:cubicBezTo>
                    <a:cubicBezTo>
                      <a:pt x="16475" y="15037"/>
                      <a:pt x="15361" y="14638"/>
                      <a:pt x="14179" y="14068"/>
                    </a:cubicBezTo>
                    <a:cubicBezTo>
                      <a:pt x="13820" y="13894"/>
                      <a:pt x="13466" y="13609"/>
                      <a:pt x="12986" y="13522"/>
                    </a:cubicBezTo>
                    <a:cubicBezTo>
                      <a:pt x="12654" y="13463"/>
                      <a:pt x="11973" y="13511"/>
                      <a:pt x="11611" y="13522"/>
                    </a:cubicBezTo>
                    <a:cubicBezTo>
                      <a:pt x="9250" y="13600"/>
                      <a:pt x="7368" y="13834"/>
                      <a:pt x="5932" y="14439"/>
                    </a:cubicBezTo>
                    <a:close/>
                    <a:moveTo>
                      <a:pt x="6258" y="2650"/>
                    </a:moveTo>
                    <a:cubicBezTo>
                      <a:pt x="5686" y="3797"/>
                      <a:pt x="6129" y="5340"/>
                      <a:pt x="6727" y="6340"/>
                    </a:cubicBezTo>
                    <a:cubicBezTo>
                      <a:pt x="7378" y="7427"/>
                      <a:pt x="8390" y="8316"/>
                      <a:pt x="9622" y="8718"/>
                    </a:cubicBezTo>
                    <a:cubicBezTo>
                      <a:pt x="11602" y="9365"/>
                      <a:pt x="14233" y="8713"/>
                      <a:pt x="15048" y="7554"/>
                    </a:cubicBezTo>
                    <a:cubicBezTo>
                      <a:pt x="15273" y="7233"/>
                      <a:pt x="15376" y="6761"/>
                      <a:pt x="15409" y="6414"/>
                    </a:cubicBezTo>
                    <a:cubicBezTo>
                      <a:pt x="15622" y="4186"/>
                      <a:pt x="13889" y="2022"/>
                      <a:pt x="11935" y="1263"/>
                    </a:cubicBezTo>
                    <a:cubicBezTo>
                      <a:pt x="11340" y="1030"/>
                      <a:pt x="10391" y="902"/>
                      <a:pt x="9513" y="966"/>
                    </a:cubicBezTo>
                    <a:cubicBezTo>
                      <a:pt x="7789" y="1092"/>
                      <a:pt x="6661" y="1840"/>
                      <a:pt x="6258" y="2650"/>
                    </a:cubicBezTo>
                    <a:close/>
                    <a:moveTo>
                      <a:pt x="18845" y="1015"/>
                    </a:moveTo>
                    <a:cubicBezTo>
                      <a:pt x="18029" y="1015"/>
                      <a:pt x="17240" y="1015"/>
                      <a:pt x="16240" y="1015"/>
                    </a:cubicBezTo>
                    <a:cubicBezTo>
                      <a:pt x="17894" y="1951"/>
                      <a:pt x="19363" y="3151"/>
                      <a:pt x="19243" y="5102"/>
                    </a:cubicBezTo>
                    <a:cubicBezTo>
                      <a:pt x="19122" y="7073"/>
                      <a:pt x="17294" y="7867"/>
                      <a:pt x="15625" y="8792"/>
                    </a:cubicBezTo>
                    <a:cubicBezTo>
                      <a:pt x="15241" y="9005"/>
                      <a:pt x="14651" y="9444"/>
                      <a:pt x="14505" y="9708"/>
                    </a:cubicBezTo>
                    <a:cubicBezTo>
                      <a:pt x="13900" y="10800"/>
                      <a:pt x="15517" y="11415"/>
                      <a:pt x="16349" y="11838"/>
                    </a:cubicBezTo>
                    <a:cubicBezTo>
                      <a:pt x="17110" y="12225"/>
                      <a:pt x="17756" y="12561"/>
                      <a:pt x="18339" y="12903"/>
                    </a:cubicBezTo>
                    <a:cubicBezTo>
                      <a:pt x="19569" y="13625"/>
                      <a:pt x="20734" y="14550"/>
                      <a:pt x="20726" y="16148"/>
                    </a:cubicBezTo>
                    <a:cubicBezTo>
                      <a:pt x="20718" y="17893"/>
                      <a:pt x="19252" y="19109"/>
                      <a:pt x="17615" y="19913"/>
                    </a:cubicBezTo>
                    <a:cubicBezTo>
                      <a:pt x="15973" y="20718"/>
                      <a:pt x="13608" y="21273"/>
                      <a:pt x="11213" y="21423"/>
                    </a:cubicBezTo>
                    <a:cubicBezTo>
                      <a:pt x="8407" y="21600"/>
                      <a:pt x="5762" y="21374"/>
                      <a:pt x="3725" y="20755"/>
                    </a:cubicBezTo>
                    <a:cubicBezTo>
                      <a:pt x="1883" y="20194"/>
                      <a:pt x="-6" y="19159"/>
                      <a:pt x="0" y="17436"/>
                    </a:cubicBezTo>
                    <a:cubicBezTo>
                      <a:pt x="3" y="16550"/>
                      <a:pt x="593" y="15684"/>
                      <a:pt x="1265" y="15132"/>
                    </a:cubicBezTo>
                    <a:cubicBezTo>
                      <a:pt x="3418" y="13366"/>
                      <a:pt x="7108" y="12934"/>
                      <a:pt x="11575" y="12705"/>
                    </a:cubicBezTo>
                    <a:cubicBezTo>
                      <a:pt x="11335" y="12383"/>
                      <a:pt x="10683" y="11999"/>
                      <a:pt x="10453" y="11516"/>
                    </a:cubicBezTo>
                    <a:cubicBezTo>
                      <a:pt x="10158" y="10897"/>
                      <a:pt x="10341" y="10209"/>
                      <a:pt x="10742" y="9708"/>
                    </a:cubicBezTo>
                    <a:cubicBezTo>
                      <a:pt x="7884" y="9960"/>
                      <a:pt x="5600" y="9393"/>
                      <a:pt x="4086" y="8396"/>
                    </a:cubicBezTo>
                    <a:cubicBezTo>
                      <a:pt x="2796" y="7544"/>
                      <a:pt x="1798" y="6101"/>
                      <a:pt x="2314" y="4433"/>
                    </a:cubicBezTo>
                    <a:cubicBezTo>
                      <a:pt x="2755" y="3007"/>
                      <a:pt x="3989" y="1978"/>
                      <a:pt x="5534" y="1263"/>
                    </a:cubicBezTo>
                    <a:cubicBezTo>
                      <a:pt x="7148" y="516"/>
                      <a:pt x="9116" y="0"/>
                      <a:pt x="11684" y="0"/>
                    </a:cubicBezTo>
                    <a:cubicBezTo>
                      <a:pt x="14848" y="0"/>
                      <a:pt x="18228" y="0"/>
                      <a:pt x="21594" y="0"/>
                    </a:cubicBezTo>
                  </a:path>
                </a:pathLst>
              </a:custGeom>
              <a:solidFill>
                <a:schemeClr val="bg1"/>
              </a:solid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a:lnSpc>
                    <a:spcPct val="120000"/>
                  </a:lnSpc>
                </a:pPr>
                <a:endParaRPr lang="en-GB"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AutoShape 28"/>
              <p:cNvSpPr>
                <a:spLocks/>
              </p:cNvSpPr>
              <p:nvPr/>
            </p:nvSpPr>
            <p:spPr bwMode="auto">
              <a:xfrm>
                <a:off x="1719507" y="1963838"/>
                <a:ext cx="182530" cy="17538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9382" y="0"/>
                    </a:moveTo>
                    <a:cubicBezTo>
                      <a:pt x="10335" y="0"/>
                      <a:pt x="11333" y="0"/>
                      <a:pt x="12285" y="0"/>
                    </a:cubicBezTo>
                    <a:cubicBezTo>
                      <a:pt x="12285" y="3056"/>
                      <a:pt x="12285" y="6154"/>
                      <a:pt x="12285" y="9210"/>
                    </a:cubicBezTo>
                    <a:cubicBezTo>
                      <a:pt x="15184" y="9210"/>
                      <a:pt x="18514" y="9210"/>
                      <a:pt x="21600" y="9210"/>
                    </a:cubicBezTo>
                    <a:cubicBezTo>
                      <a:pt x="21600" y="10204"/>
                      <a:pt x="21600" y="11225"/>
                      <a:pt x="21600" y="12218"/>
                    </a:cubicBezTo>
                    <a:cubicBezTo>
                      <a:pt x="18423" y="12218"/>
                      <a:pt x="15390" y="12218"/>
                      <a:pt x="12285" y="12218"/>
                    </a:cubicBezTo>
                    <a:cubicBezTo>
                      <a:pt x="12285" y="15351"/>
                      <a:pt x="12285" y="18467"/>
                      <a:pt x="12285" y="21600"/>
                    </a:cubicBezTo>
                    <a:cubicBezTo>
                      <a:pt x="11313" y="21600"/>
                      <a:pt x="10354" y="21600"/>
                      <a:pt x="9382" y="21600"/>
                    </a:cubicBezTo>
                    <a:cubicBezTo>
                      <a:pt x="9382" y="18486"/>
                      <a:pt x="9382" y="15331"/>
                      <a:pt x="9382" y="12218"/>
                    </a:cubicBezTo>
                    <a:cubicBezTo>
                      <a:pt x="6247" y="12218"/>
                      <a:pt x="3125" y="12218"/>
                      <a:pt x="0" y="12218"/>
                    </a:cubicBezTo>
                    <a:cubicBezTo>
                      <a:pt x="0" y="11225"/>
                      <a:pt x="0" y="10204"/>
                      <a:pt x="0" y="9210"/>
                    </a:cubicBezTo>
                    <a:cubicBezTo>
                      <a:pt x="3124" y="9210"/>
                      <a:pt x="6259" y="9210"/>
                      <a:pt x="9382" y="9210"/>
                    </a:cubicBezTo>
                    <a:cubicBezTo>
                      <a:pt x="9382" y="6192"/>
                      <a:pt x="9382" y="3190"/>
                      <a:pt x="9382" y="171"/>
                    </a:cubicBezTo>
                    <a:cubicBezTo>
                      <a:pt x="9379" y="90"/>
                      <a:pt x="9315" y="10"/>
                      <a:pt x="9382" y="0"/>
                    </a:cubicBezTo>
                    <a:close/>
                    <a:moveTo>
                      <a:pt x="9382" y="0"/>
                    </a:moveTo>
                  </a:path>
                </a:pathLst>
              </a:custGeom>
              <a:solidFill>
                <a:schemeClr val="bg1"/>
              </a:solid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a:lnSpc>
                    <a:spcPct val="120000"/>
                  </a:lnSpc>
                </a:pPr>
                <a:endParaRPr lang="en-GB" sz="80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2" name="TextBox 21"/>
            <p:cNvSpPr txBox="1"/>
            <p:nvPr/>
          </p:nvSpPr>
          <p:spPr>
            <a:xfrm>
              <a:off x="3261199" y="2932109"/>
              <a:ext cx="819826" cy="245153"/>
            </a:xfrm>
            <a:prstGeom prst="rect">
              <a:avLst/>
            </a:prstGeom>
            <a:noFill/>
          </p:spPr>
          <p:txBody>
            <a:bodyPr wrap="square" lIns="0" tIns="0" rIns="0" bIns="0" rtlCol="0">
              <a:spAutoFit/>
            </a:bodyPr>
            <a:lstStyle/>
            <a:p>
              <a:pPr algn="ctr">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GB" altLang="zh-CN"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TextBox 33"/>
            <p:cNvSpPr txBox="1"/>
            <p:nvPr/>
          </p:nvSpPr>
          <p:spPr>
            <a:xfrm>
              <a:off x="4012890" y="3747556"/>
              <a:ext cx="873031" cy="245153"/>
            </a:xfrm>
            <a:prstGeom prst="rect">
              <a:avLst/>
            </a:prstGeom>
            <a:noFill/>
          </p:spPr>
          <p:txBody>
            <a:bodyPr wrap="square" lIns="0" tIns="0" rIns="0" bIns="0" rtlCol="0">
              <a:spAutoFit/>
            </a:bodyPr>
            <a:lstStyle/>
            <a:p>
              <a:pPr algn="ctr">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GB" altLang="zh-CN"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TextBox 34"/>
            <p:cNvSpPr txBox="1"/>
            <p:nvPr/>
          </p:nvSpPr>
          <p:spPr>
            <a:xfrm>
              <a:off x="2275754" y="2886397"/>
              <a:ext cx="819826" cy="245153"/>
            </a:xfrm>
            <a:prstGeom prst="rect">
              <a:avLst/>
            </a:prstGeom>
            <a:noFill/>
          </p:spPr>
          <p:txBody>
            <a:bodyPr wrap="square" lIns="0" tIns="0" rIns="0" bIns="0" rtlCol="0">
              <a:spAutoFit/>
            </a:bodyPr>
            <a:lstStyle/>
            <a:p>
              <a:pPr algn="ctr">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GB"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TextBox 35"/>
            <p:cNvSpPr txBox="1"/>
            <p:nvPr/>
          </p:nvSpPr>
          <p:spPr>
            <a:xfrm>
              <a:off x="2615601" y="4696968"/>
              <a:ext cx="819826" cy="245153"/>
            </a:xfrm>
            <a:prstGeom prst="rect">
              <a:avLst/>
            </a:prstGeom>
            <a:noFill/>
          </p:spPr>
          <p:txBody>
            <a:bodyPr wrap="square" lIns="0" tIns="0" rIns="0" bIns="0" rtlCol="0">
              <a:spAutoFit/>
            </a:bodyPr>
            <a:lstStyle/>
            <a:p>
              <a:pPr algn="ctr">
                <a:lnSpc>
                  <a:spcPct val="120000"/>
                </a:lnSpc>
              </a:pPr>
              <a:r>
                <a:rPr lang="zh-CN" altLang="en-US"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GB" altLang="zh-CN" sz="1400"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37" name="TextBox 36"/>
          <p:cNvSpPr txBox="1"/>
          <p:nvPr/>
        </p:nvSpPr>
        <p:spPr>
          <a:xfrm>
            <a:off x="5668979" y="2764751"/>
            <a:ext cx="1514444" cy="236219"/>
          </a:xfrm>
          <a:prstGeom prst="rect">
            <a:avLst/>
          </a:prstGeom>
          <a:noFill/>
        </p:spPr>
        <p:txBody>
          <a:bodyPr wrap="squar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5"/>
          <p:cNvSpPr>
            <a:spLocks noEditPoints="1"/>
          </p:cNvSpPr>
          <p:nvPr/>
        </p:nvSpPr>
        <p:spPr bwMode="auto">
          <a:xfrm>
            <a:off x="5668979" y="3930772"/>
            <a:ext cx="634782" cy="605549"/>
          </a:xfrm>
          <a:custGeom>
            <a:avLst/>
            <a:gdLst>
              <a:gd name="T0" fmla="*/ 488 w 501"/>
              <a:gd name="T1" fmla="*/ 12 h 434"/>
              <a:gd name="T2" fmla="*/ 459 w 501"/>
              <a:gd name="T3" fmla="*/ 0 h 434"/>
              <a:gd name="T4" fmla="*/ 42 w 501"/>
              <a:gd name="T5" fmla="*/ 0 h 434"/>
              <a:gd name="T6" fmla="*/ 12 w 501"/>
              <a:gd name="T7" fmla="*/ 12 h 434"/>
              <a:gd name="T8" fmla="*/ 0 w 501"/>
              <a:gd name="T9" fmla="*/ 42 h 434"/>
              <a:gd name="T10" fmla="*/ 0 w 501"/>
              <a:gd name="T11" fmla="*/ 325 h 434"/>
              <a:gd name="T12" fmla="*/ 12 w 501"/>
              <a:gd name="T13" fmla="*/ 355 h 434"/>
              <a:gd name="T14" fmla="*/ 42 w 501"/>
              <a:gd name="T15" fmla="*/ 367 h 434"/>
              <a:gd name="T16" fmla="*/ 184 w 501"/>
              <a:gd name="T17" fmla="*/ 367 h 434"/>
              <a:gd name="T18" fmla="*/ 179 w 501"/>
              <a:gd name="T19" fmla="*/ 387 h 434"/>
              <a:gd name="T20" fmla="*/ 171 w 501"/>
              <a:gd name="T21" fmla="*/ 406 h 434"/>
              <a:gd name="T22" fmla="*/ 167 w 501"/>
              <a:gd name="T23" fmla="*/ 417 h 434"/>
              <a:gd name="T24" fmla="*/ 172 w 501"/>
              <a:gd name="T25" fmla="*/ 429 h 434"/>
              <a:gd name="T26" fmla="*/ 184 w 501"/>
              <a:gd name="T27" fmla="*/ 434 h 434"/>
              <a:gd name="T28" fmla="*/ 317 w 501"/>
              <a:gd name="T29" fmla="*/ 434 h 434"/>
              <a:gd name="T30" fmla="*/ 329 w 501"/>
              <a:gd name="T31" fmla="*/ 429 h 434"/>
              <a:gd name="T32" fmla="*/ 334 w 501"/>
              <a:gd name="T33" fmla="*/ 417 h 434"/>
              <a:gd name="T34" fmla="*/ 330 w 501"/>
              <a:gd name="T35" fmla="*/ 406 h 434"/>
              <a:gd name="T36" fmla="*/ 321 w 501"/>
              <a:gd name="T37" fmla="*/ 387 h 434"/>
              <a:gd name="T38" fmla="*/ 317 w 501"/>
              <a:gd name="T39" fmla="*/ 367 h 434"/>
              <a:gd name="T40" fmla="*/ 459 w 501"/>
              <a:gd name="T41" fmla="*/ 367 h 434"/>
              <a:gd name="T42" fmla="*/ 488 w 501"/>
              <a:gd name="T43" fmla="*/ 355 h 434"/>
              <a:gd name="T44" fmla="*/ 501 w 501"/>
              <a:gd name="T45" fmla="*/ 325 h 434"/>
              <a:gd name="T46" fmla="*/ 501 w 501"/>
              <a:gd name="T47" fmla="*/ 42 h 434"/>
              <a:gd name="T48" fmla="*/ 488 w 501"/>
              <a:gd name="T49" fmla="*/ 12 h 434"/>
              <a:gd name="T50" fmla="*/ 467 w 501"/>
              <a:gd name="T51" fmla="*/ 259 h 434"/>
              <a:gd name="T52" fmla="*/ 465 w 501"/>
              <a:gd name="T53" fmla="*/ 264 h 434"/>
              <a:gd name="T54" fmla="*/ 459 w 501"/>
              <a:gd name="T55" fmla="*/ 267 h 434"/>
              <a:gd name="T56" fmla="*/ 42 w 501"/>
              <a:gd name="T57" fmla="*/ 267 h 434"/>
              <a:gd name="T58" fmla="*/ 36 w 501"/>
              <a:gd name="T59" fmla="*/ 264 h 434"/>
              <a:gd name="T60" fmla="*/ 33 w 501"/>
              <a:gd name="T61" fmla="*/ 259 h 434"/>
              <a:gd name="T62" fmla="*/ 33 w 501"/>
              <a:gd name="T63" fmla="*/ 42 h 434"/>
              <a:gd name="T64" fmla="*/ 36 w 501"/>
              <a:gd name="T65" fmla="*/ 36 h 434"/>
              <a:gd name="T66" fmla="*/ 42 w 501"/>
              <a:gd name="T67" fmla="*/ 33 h 434"/>
              <a:gd name="T68" fmla="*/ 459 w 501"/>
              <a:gd name="T69" fmla="*/ 33 h 434"/>
              <a:gd name="T70" fmla="*/ 465 w 501"/>
              <a:gd name="T71" fmla="*/ 36 h 434"/>
              <a:gd name="T72" fmla="*/ 467 w 501"/>
              <a:gd name="T73" fmla="*/ 42 h 434"/>
              <a:gd name="T74" fmla="*/ 467 w 501"/>
              <a:gd name="T75" fmla="*/ 259 h 434"/>
              <a:gd name="T76" fmla="*/ 467 w 501"/>
              <a:gd name="T77" fmla="*/ 259 h 434"/>
              <a:gd name="T78" fmla="*/ 467 w 501"/>
              <a:gd name="T79" fmla="*/ 259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1" h="434">
                <a:moveTo>
                  <a:pt x="488" y="12"/>
                </a:moveTo>
                <a:cubicBezTo>
                  <a:pt x="480" y="4"/>
                  <a:pt x="470" y="0"/>
                  <a:pt x="459" y="0"/>
                </a:cubicBezTo>
                <a:cubicBezTo>
                  <a:pt x="42" y="0"/>
                  <a:pt x="42" y="0"/>
                  <a:pt x="42" y="0"/>
                </a:cubicBezTo>
                <a:cubicBezTo>
                  <a:pt x="30" y="0"/>
                  <a:pt x="20" y="4"/>
                  <a:pt x="12" y="12"/>
                </a:cubicBezTo>
                <a:cubicBezTo>
                  <a:pt x="4" y="20"/>
                  <a:pt x="0" y="30"/>
                  <a:pt x="0" y="42"/>
                </a:cubicBezTo>
                <a:cubicBezTo>
                  <a:pt x="0" y="325"/>
                  <a:pt x="0" y="325"/>
                  <a:pt x="0" y="325"/>
                </a:cubicBezTo>
                <a:cubicBezTo>
                  <a:pt x="0" y="337"/>
                  <a:pt x="4" y="347"/>
                  <a:pt x="12" y="355"/>
                </a:cubicBezTo>
                <a:cubicBezTo>
                  <a:pt x="20" y="363"/>
                  <a:pt x="30" y="367"/>
                  <a:pt x="42" y="367"/>
                </a:cubicBezTo>
                <a:cubicBezTo>
                  <a:pt x="184" y="367"/>
                  <a:pt x="184" y="367"/>
                  <a:pt x="184" y="367"/>
                </a:cubicBezTo>
                <a:cubicBezTo>
                  <a:pt x="184" y="374"/>
                  <a:pt x="182" y="380"/>
                  <a:pt x="179" y="387"/>
                </a:cubicBezTo>
                <a:cubicBezTo>
                  <a:pt x="177" y="394"/>
                  <a:pt x="174" y="400"/>
                  <a:pt x="171" y="406"/>
                </a:cubicBezTo>
                <a:cubicBezTo>
                  <a:pt x="168" y="411"/>
                  <a:pt x="167" y="415"/>
                  <a:pt x="167" y="417"/>
                </a:cubicBezTo>
                <a:cubicBezTo>
                  <a:pt x="167" y="422"/>
                  <a:pt x="169" y="426"/>
                  <a:pt x="172" y="429"/>
                </a:cubicBezTo>
                <a:cubicBezTo>
                  <a:pt x="175" y="432"/>
                  <a:pt x="179" y="434"/>
                  <a:pt x="184" y="434"/>
                </a:cubicBezTo>
                <a:cubicBezTo>
                  <a:pt x="317" y="434"/>
                  <a:pt x="317" y="434"/>
                  <a:pt x="317" y="434"/>
                </a:cubicBezTo>
                <a:cubicBezTo>
                  <a:pt x="322" y="434"/>
                  <a:pt x="325" y="432"/>
                  <a:pt x="329" y="429"/>
                </a:cubicBezTo>
                <a:cubicBezTo>
                  <a:pt x="332" y="426"/>
                  <a:pt x="334" y="422"/>
                  <a:pt x="334" y="417"/>
                </a:cubicBezTo>
                <a:cubicBezTo>
                  <a:pt x="334" y="415"/>
                  <a:pt x="332" y="411"/>
                  <a:pt x="330" y="406"/>
                </a:cubicBezTo>
                <a:cubicBezTo>
                  <a:pt x="327" y="400"/>
                  <a:pt x="324" y="394"/>
                  <a:pt x="321" y="387"/>
                </a:cubicBezTo>
                <a:cubicBezTo>
                  <a:pt x="318" y="380"/>
                  <a:pt x="317" y="374"/>
                  <a:pt x="317" y="367"/>
                </a:cubicBezTo>
                <a:cubicBezTo>
                  <a:pt x="459" y="367"/>
                  <a:pt x="459" y="367"/>
                  <a:pt x="459" y="367"/>
                </a:cubicBezTo>
                <a:cubicBezTo>
                  <a:pt x="470" y="367"/>
                  <a:pt x="480" y="363"/>
                  <a:pt x="488" y="355"/>
                </a:cubicBezTo>
                <a:cubicBezTo>
                  <a:pt x="496" y="347"/>
                  <a:pt x="501" y="337"/>
                  <a:pt x="501" y="325"/>
                </a:cubicBezTo>
                <a:cubicBezTo>
                  <a:pt x="501" y="42"/>
                  <a:pt x="501" y="42"/>
                  <a:pt x="501" y="42"/>
                </a:cubicBezTo>
                <a:cubicBezTo>
                  <a:pt x="501" y="30"/>
                  <a:pt x="496" y="20"/>
                  <a:pt x="488" y="12"/>
                </a:cubicBezTo>
                <a:close/>
                <a:moveTo>
                  <a:pt x="467" y="259"/>
                </a:moveTo>
                <a:cubicBezTo>
                  <a:pt x="467" y="261"/>
                  <a:pt x="466" y="263"/>
                  <a:pt x="465" y="264"/>
                </a:cubicBezTo>
                <a:cubicBezTo>
                  <a:pt x="463" y="266"/>
                  <a:pt x="461" y="267"/>
                  <a:pt x="459" y="267"/>
                </a:cubicBezTo>
                <a:cubicBezTo>
                  <a:pt x="42" y="267"/>
                  <a:pt x="42" y="267"/>
                  <a:pt x="42" y="267"/>
                </a:cubicBezTo>
                <a:cubicBezTo>
                  <a:pt x="39" y="267"/>
                  <a:pt x="38" y="266"/>
                  <a:pt x="36" y="264"/>
                </a:cubicBezTo>
                <a:cubicBezTo>
                  <a:pt x="34" y="263"/>
                  <a:pt x="33" y="261"/>
                  <a:pt x="33" y="259"/>
                </a:cubicBezTo>
                <a:cubicBezTo>
                  <a:pt x="33" y="42"/>
                  <a:pt x="33" y="42"/>
                  <a:pt x="33" y="42"/>
                </a:cubicBezTo>
                <a:cubicBezTo>
                  <a:pt x="33" y="39"/>
                  <a:pt x="34" y="37"/>
                  <a:pt x="36" y="36"/>
                </a:cubicBezTo>
                <a:cubicBezTo>
                  <a:pt x="38" y="34"/>
                  <a:pt x="39" y="33"/>
                  <a:pt x="42" y="33"/>
                </a:cubicBezTo>
                <a:cubicBezTo>
                  <a:pt x="459" y="33"/>
                  <a:pt x="459" y="33"/>
                  <a:pt x="459" y="33"/>
                </a:cubicBezTo>
                <a:cubicBezTo>
                  <a:pt x="461" y="33"/>
                  <a:pt x="463" y="34"/>
                  <a:pt x="465" y="36"/>
                </a:cubicBezTo>
                <a:cubicBezTo>
                  <a:pt x="466" y="37"/>
                  <a:pt x="467" y="39"/>
                  <a:pt x="467" y="42"/>
                </a:cubicBezTo>
                <a:lnTo>
                  <a:pt x="467" y="259"/>
                </a:lnTo>
                <a:close/>
                <a:moveTo>
                  <a:pt x="467" y="259"/>
                </a:moveTo>
                <a:cubicBezTo>
                  <a:pt x="467" y="259"/>
                  <a:pt x="467" y="259"/>
                  <a:pt x="467" y="259"/>
                </a:cubicBezTo>
              </a:path>
            </a:pathLst>
          </a:custGeom>
          <a:solidFill>
            <a:schemeClr val="accent6"/>
          </a:solidFill>
          <a:ln>
            <a:noFill/>
          </a:ln>
        </p:spPr>
        <p:txBody>
          <a:bodyPr vert="horz" wrap="square" lIns="96430" tIns="48216" rIns="96430" bIns="48216" numCol="1" anchor="t" anchorCtr="0" compatLnSpc="1">
            <a:prstTxWarp prst="textNoShape">
              <a:avLst/>
            </a:prstTxWarp>
          </a:bodyPr>
          <a:lstStyle/>
          <a:p>
            <a:pPr algn="just">
              <a:lnSpc>
                <a:spcPct val="120000"/>
              </a:lnSpc>
            </a:pPr>
            <a:endParaRPr lang="en-GB"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a:spLocks noEditPoints="1"/>
          </p:cNvSpPr>
          <p:nvPr/>
        </p:nvSpPr>
        <p:spPr bwMode="auto">
          <a:xfrm>
            <a:off x="8667000" y="3918527"/>
            <a:ext cx="415328" cy="630039"/>
          </a:xfrm>
          <a:custGeom>
            <a:avLst/>
            <a:gdLst>
              <a:gd name="T0" fmla="*/ 615 w 704"/>
              <a:gd name="T1" fmla="*/ 0 h 1176"/>
              <a:gd name="T2" fmla="*/ 89 w 704"/>
              <a:gd name="T3" fmla="*/ 0 h 1176"/>
              <a:gd name="T4" fmla="*/ 0 w 704"/>
              <a:gd name="T5" fmla="*/ 89 h 1176"/>
              <a:gd name="T6" fmla="*/ 0 w 704"/>
              <a:gd name="T7" fmla="*/ 1087 h 1176"/>
              <a:gd name="T8" fmla="*/ 89 w 704"/>
              <a:gd name="T9" fmla="*/ 1176 h 1176"/>
              <a:gd name="T10" fmla="*/ 615 w 704"/>
              <a:gd name="T11" fmla="*/ 1176 h 1176"/>
              <a:gd name="T12" fmla="*/ 704 w 704"/>
              <a:gd name="T13" fmla="*/ 1087 h 1176"/>
              <a:gd name="T14" fmla="*/ 704 w 704"/>
              <a:gd name="T15" fmla="*/ 89 h 1176"/>
              <a:gd name="T16" fmla="*/ 615 w 704"/>
              <a:gd name="T17" fmla="*/ 0 h 1176"/>
              <a:gd name="T18" fmla="*/ 387 w 704"/>
              <a:gd name="T19" fmla="*/ 1084 h 1176"/>
              <a:gd name="T20" fmla="*/ 375 w 704"/>
              <a:gd name="T21" fmla="*/ 1097 h 1176"/>
              <a:gd name="T22" fmla="*/ 329 w 704"/>
              <a:gd name="T23" fmla="*/ 1097 h 1176"/>
              <a:gd name="T24" fmla="*/ 317 w 704"/>
              <a:gd name="T25" fmla="*/ 1084 h 1176"/>
              <a:gd name="T26" fmla="*/ 317 w 704"/>
              <a:gd name="T27" fmla="*/ 1044 h 1176"/>
              <a:gd name="T28" fmla="*/ 322 w 704"/>
              <a:gd name="T29" fmla="*/ 1033 h 1176"/>
              <a:gd name="T30" fmla="*/ 345 w 704"/>
              <a:gd name="T31" fmla="*/ 1017 h 1176"/>
              <a:gd name="T32" fmla="*/ 359 w 704"/>
              <a:gd name="T33" fmla="*/ 1017 h 1176"/>
              <a:gd name="T34" fmla="*/ 382 w 704"/>
              <a:gd name="T35" fmla="*/ 1033 h 1176"/>
              <a:gd name="T36" fmla="*/ 387 w 704"/>
              <a:gd name="T37" fmla="*/ 1044 h 1176"/>
              <a:gd name="T38" fmla="*/ 387 w 704"/>
              <a:gd name="T39" fmla="*/ 1084 h 1176"/>
              <a:gd name="T40" fmla="*/ 598 w 704"/>
              <a:gd name="T41" fmla="*/ 962 h 1176"/>
              <a:gd name="T42" fmla="*/ 106 w 704"/>
              <a:gd name="T43" fmla="*/ 962 h 1176"/>
              <a:gd name="T44" fmla="*/ 106 w 704"/>
              <a:gd name="T45" fmla="*/ 135 h 1176"/>
              <a:gd name="T46" fmla="*/ 598 w 704"/>
              <a:gd name="T47" fmla="*/ 135 h 1176"/>
              <a:gd name="T48" fmla="*/ 598 w 704"/>
              <a:gd name="T49" fmla="*/ 962 h 1176"/>
              <a:gd name="T50" fmla="*/ 598 w 704"/>
              <a:gd name="T51" fmla="*/ 962 h 1176"/>
              <a:gd name="T52" fmla="*/ 598 w 704"/>
              <a:gd name="T53" fmla="*/ 962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4" h="1176">
                <a:moveTo>
                  <a:pt x="615" y="0"/>
                </a:moveTo>
                <a:cubicBezTo>
                  <a:pt x="89" y="0"/>
                  <a:pt x="89" y="0"/>
                  <a:pt x="89" y="0"/>
                </a:cubicBezTo>
                <a:cubicBezTo>
                  <a:pt x="40" y="0"/>
                  <a:pt x="0" y="40"/>
                  <a:pt x="0" y="89"/>
                </a:cubicBezTo>
                <a:cubicBezTo>
                  <a:pt x="0" y="1087"/>
                  <a:pt x="0" y="1087"/>
                  <a:pt x="0" y="1087"/>
                </a:cubicBezTo>
                <a:cubicBezTo>
                  <a:pt x="0" y="1136"/>
                  <a:pt x="40" y="1176"/>
                  <a:pt x="89" y="1176"/>
                </a:cubicBezTo>
                <a:cubicBezTo>
                  <a:pt x="615" y="1176"/>
                  <a:pt x="615" y="1176"/>
                  <a:pt x="615" y="1176"/>
                </a:cubicBezTo>
                <a:cubicBezTo>
                  <a:pt x="664" y="1176"/>
                  <a:pt x="704" y="1136"/>
                  <a:pt x="704" y="1087"/>
                </a:cubicBezTo>
                <a:cubicBezTo>
                  <a:pt x="704" y="89"/>
                  <a:pt x="704" y="89"/>
                  <a:pt x="704" y="89"/>
                </a:cubicBezTo>
                <a:cubicBezTo>
                  <a:pt x="704" y="40"/>
                  <a:pt x="664" y="0"/>
                  <a:pt x="615" y="0"/>
                </a:cubicBezTo>
                <a:close/>
                <a:moveTo>
                  <a:pt x="387" y="1084"/>
                </a:moveTo>
                <a:cubicBezTo>
                  <a:pt x="387" y="1091"/>
                  <a:pt x="382" y="1097"/>
                  <a:pt x="375" y="1097"/>
                </a:cubicBezTo>
                <a:cubicBezTo>
                  <a:pt x="329" y="1097"/>
                  <a:pt x="329" y="1097"/>
                  <a:pt x="329" y="1097"/>
                </a:cubicBezTo>
                <a:cubicBezTo>
                  <a:pt x="322" y="1097"/>
                  <a:pt x="317" y="1091"/>
                  <a:pt x="317" y="1084"/>
                </a:cubicBezTo>
                <a:cubicBezTo>
                  <a:pt x="317" y="1044"/>
                  <a:pt x="317" y="1044"/>
                  <a:pt x="317" y="1044"/>
                </a:cubicBezTo>
                <a:cubicBezTo>
                  <a:pt x="317" y="1040"/>
                  <a:pt x="319" y="1036"/>
                  <a:pt x="322" y="1033"/>
                </a:cubicBezTo>
                <a:cubicBezTo>
                  <a:pt x="345" y="1017"/>
                  <a:pt x="345" y="1017"/>
                  <a:pt x="345" y="1017"/>
                </a:cubicBezTo>
                <a:cubicBezTo>
                  <a:pt x="349" y="1014"/>
                  <a:pt x="355" y="1014"/>
                  <a:pt x="359" y="1017"/>
                </a:cubicBezTo>
                <a:cubicBezTo>
                  <a:pt x="382" y="1033"/>
                  <a:pt x="382" y="1033"/>
                  <a:pt x="382" y="1033"/>
                </a:cubicBezTo>
                <a:cubicBezTo>
                  <a:pt x="385" y="1036"/>
                  <a:pt x="387" y="1040"/>
                  <a:pt x="387" y="1044"/>
                </a:cubicBezTo>
                <a:cubicBezTo>
                  <a:pt x="387" y="1084"/>
                  <a:pt x="387" y="1084"/>
                  <a:pt x="387" y="1084"/>
                </a:cubicBezTo>
                <a:close/>
                <a:moveTo>
                  <a:pt x="598" y="962"/>
                </a:moveTo>
                <a:cubicBezTo>
                  <a:pt x="106" y="962"/>
                  <a:pt x="106" y="962"/>
                  <a:pt x="106" y="962"/>
                </a:cubicBezTo>
                <a:cubicBezTo>
                  <a:pt x="106" y="135"/>
                  <a:pt x="106" y="135"/>
                  <a:pt x="106" y="135"/>
                </a:cubicBezTo>
                <a:cubicBezTo>
                  <a:pt x="598" y="135"/>
                  <a:pt x="598" y="135"/>
                  <a:pt x="598" y="135"/>
                </a:cubicBezTo>
                <a:lnTo>
                  <a:pt x="598" y="962"/>
                </a:lnTo>
                <a:close/>
                <a:moveTo>
                  <a:pt x="598" y="962"/>
                </a:moveTo>
                <a:cubicBezTo>
                  <a:pt x="598" y="962"/>
                  <a:pt x="598" y="962"/>
                  <a:pt x="598" y="962"/>
                </a:cubicBezTo>
              </a:path>
            </a:pathLst>
          </a:custGeom>
          <a:solidFill>
            <a:schemeClr val="accent6"/>
          </a:solidFill>
          <a:ln>
            <a:noFill/>
          </a:ln>
        </p:spPr>
        <p:txBody>
          <a:bodyPr vert="horz" wrap="square" lIns="96430" tIns="48216" rIns="96430" bIns="48216" numCol="1" anchor="t" anchorCtr="0" compatLnSpc="1">
            <a:prstTxWarp prst="textNoShape">
              <a:avLst/>
            </a:prstTxWarp>
          </a:bodyPr>
          <a:lstStyle/>
          <a:p>
            <a:pPr algn="just">
              <a:lnSpc>
                <a:spcPct val="120000"/>
              </a:lnSpc>
            </a:pPr>
            <a:endParaRPr lang="en-GB" sz="80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Rectangle 39"/>
          <p:cNvSpPr/>
          <p:nvPr/>
        </p:nvSpPr>
        <p:spPr>
          <a:xfrm>
            <a:off x="5668979" y="3029935"/>
            <a:ext cx="5764353" cy="578235"/>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TextBox 40"/>
          <p:cNvSpPr txBox="1"/>
          <p:nvPr/>
        </p:nvSpPr>
        <p:spPr>
          <a:xfrm>
            <a:off x="6439408" y="4104280"/>
            <a:ext cx="359073" cy="234744"/>
          </a:xfrm>
          <a:prstGeom prst="rect">
            <a:avLst/>
          </a:prstGeom>
          <a:noFill/>
        </p:spPr>
        <p:txBody>
          <a:bodyPr wrap="none" lIns="0" tIns="0" rIns="0" bIns="0" rtlCol="0">
            <a:spAutoFit/>
          </a:bodyPr>
          <a:lstStyle/>
          <a:p>
            <a:pPr>
              <a:lnSpc>
                <a:spcPct val="120000"/>
              </a:lnSpc>
            </a:pPr>
            <a:r>
              <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42%</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TextBox 41"/>
          <p:cNvSpPr txBox="1"/>
          <p:nvPr/>
        </p:nvSpPr>
        <p:spPr>
          <a:xfrm>
            <a:off x="9170036" y="4104280"/>
            <a:ext cx="359073" cy="234744"/>
          </a:xfrm>
          <a:prstGeom prst="rect">
            <a:avLst/>
          </a:prstGeom>
          <a:noFill/>
        </p:spPr>
        <p:txBody>
          <a:bodyPr wrap="none" lIns="0" tIns="0" rIns="0" bIns="0" rtlCol="0">
            <a:spAutoFit/>
          </a:bodyPr>
          <a:lstStyle/>
          <a:p>
            <a:pPr>
              <a:lnSpc>
                <a:spcPct val="120000"/>
              </a:lnSpc>
            </a:pPr>
            <a:r>
              <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58%</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Rectangle 42"/>
          <p:cNvSpPr/>
          <p:nvPr/>
        </p:nvSpPr>
        <p:spPr>
          <a:xfrm>
            <a:off x="5668979" y="5145661"/>
            <a:ext cx="2711098" cy="738664"/>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TextBox 43"/>
          <p:cNvSpPr txBox="1"/>
          <p:nvPr/>
        </p:nvSpPr>
        <p:spPr>
          <a:xfrm>
            <a:off x="5668979" y="4863048"/>
            <a:ext cx="1256754" cy="236219"/>
          </a:xfrm>
          <a:prstGeom prst="rect">
            <a:avLst/>
          </a:prstGeom>
          <a:noFill/>
        </p:spPr>
        <p:txBody>
          <a:bodyPr wrap="non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TextBox 44"/>
          <p:cNvSpPr txBox="1"/>
          <p:nvPr/>
        </p:nvSpPr>
        <p:spPr>
          <a:xfrm>
            <a:off x="8669863" y="4863048"/>
            <a:ext cx="1256754" cy="236219"/>
          </a:xfrm>
          <a:prstGeom prst="rect">
            <a:avLst/>
          </a:prstGeom>
          <a:noFill/>
        </p:spPr>
        <p:txBody>
          <a:bodyPr wrap="none" lIns="0" tIns="0" rIns="0" bIns="0" rtlCol="0">
            <a:spAutoFit/>
          </a:bodyPr>
          <a:lstStyle/>
          <a:p>
            <a:pP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Rectangle 45"/>
          <p:cNvSpPr/>
          <p:nvPr/>
        </p:nvSpPr>
        <p:spPr>
          <a:xfrm>
            <a:off x="8669863" y="5145661"/>
            <a:ext cx="2763469" cy="738664"/>
          </a:xfrm>
          <a:prstGeom prst="rect">
            <a:avLst/>
          </a:prstGeom>
        </p:spPr>
        <p:txBody>
          <a:bodyPr wrap="square" lIns="0" tIns="0" rIns="0" bIns="0">
            <a:spAutoFit/>
          </a:bodyPr>
          <a:lstStyle/>
          <a:p>
            <a:pPr>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endParaRPr lang="en-GB"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4075205004"/>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wipe(down)">
                                      <p:cBhvr>
                                        <p:cTn id="14" dur="500"/>
                                        <p:tgtEl>
                                          <p:spTgt spid="3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40"/>
                                        </p:tgtEl>
                                        <p:attrNameLst>
                                          <p:attrName>style.visibility</p:attrName>
                                        </p:attrNameLst>
                                      </p:cBhvr>
                                      <p:to>
                                        <p:strVal val="visible"/>
                                      </p:to>
                                    </p:set>
                                    <p:animEffect transition="in" filter="wipe(left)">
                                      <p:cBhvr>
                                        <p:cTn id="19" dur="500"/>
                                        <p:tgtEl>
                                          <p:spTgt spid="40"/>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fade">
                                      <p:cBhvr>
                                        <p:cTn id="24" dur="1000"/>
                                        <p:tgtEl>
                                          <p:spTgt spid="38"/>
                                        </p:tgtEl>
                                      </p:cBhvr>
                                    </p:animEffect>
                                    <p:anim calcmode="lin" valueType="num">
                                      <p:cBhvr>
                                        <p:cTn id="25" dur="1000" fill="hold"/>
                                        <p:tgtEl>
                                          <p:spTgt spid="38"/>
                                        </p:tgtEl>
                                        <p:attrNameLst>
                                          <p:attrName>ppt_x</p:attrName>
                                        </p:attrNameLst>
                                      </p:cBhvr>
                                      <p:tavLst>
                                        <p:tav tm="0">
                                          <p:val>
                                            <p:strVal val="#ppt_x"/>
                                          </p:val>
                                        </p:tav>
                                        <p:tav tm="100000">
                                          <p:val>
                                            <p:strVal val="#ppt_x"/>
                                          </p:val>
                                        </p:tav>
                                      </p:tavLst>
                                    </p:anim>
                                    <p:anim calcmode="lin" valueType="num">
                                      <p:cBhvr>
                                        <p:cTn id="26"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fade">
                                      <p:cBhvr>
                                        <p:cTn id="31" dur="1000"/>
                                        <p:tgtEl>
                                          <p:spTgt spid="39"/>
                                        </p:tgtEl>
                                      </p:cBhvr>
                                    </p:animEffect>
                                    <p:anim calcmode="lin" valueType="num">
                                      <p:cBhvr>
                                        <p:cTn id="32" dur="1000" fill="hold"/>
                                        <p:tgtEl>
                                          <p:spTgt spid="39"/>
                                        </p:tgtEl>
                                        <p:attrNameLst>
                                          <p:attrName>ppt_x</p:attrName>
                                        </p:attrNameLst>
                                      </p:cBhvr>
                                      <p:tavLst>
                                        <p:tav tm="0">
                                          <p:val>
                                            <p:strVal val="#ppt_x"/>
                                          </p:val>
                                        </p:tav>
                                        <p:tav tm="100000">
                                          <p:val>
                                            <p:strVal val="#ppt_x"/>
                                          </p:val>
                                        </p:tav>
                                      </p:tavLst>
                                    </p:anim>
                                    <p:anim calcmode="lin" valueType="num">
                                      <p:cBhvr>
                                        <p:cTn id="33"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41"/>
                                        </p:tgtEl>
                                        <p:attrNameLst>
                                          <p:attrName>style.visibility</p:attrName>
                                        </p:attrNameLst>
                                      </p:cBhvr>
                                      <p:to>
                                        <p:strVal val="visible"/>
                                      </p:to>
                                    </p:set>
                                    <p:anim calcmode="lin" valueType="num">
                                      <p:cBhvr additive="base">
                                        <p:cTn id="38" dur="500" fill="hold"/>
                                        <p:tgtEl>
                                          <p:spTgt spid="41"/>
                                        </p:tgtEl>
                                        <p:attrNameLst>
                                          <p:attrName>ppt_x</p:attrName>
                                        </p:attrNameLst>
                                      </p:cBhvr>
                                      <p:tavLst>
                                        <p:tav tm="0">
                                          <p:val>
                                            <p:strVal val="#ppt_x"/>
                                          </p:val>
                                        </p:tav>
                                        <p:tav tm="100000">
                                          <p:val>
                                            <p:strVal val="#ppt_x"/>
                                          </p:val>
                                        </p:tav>
                                      </p:tavLst>
                                    </p:anim>
                                    <p:anim calcmode="lin" valueType="num">
                                      <p:cBhvr additive="base">
                                        <p:cTn id="39"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44"/>
                                        </p:tgtEl>
                                        <p:attrNameLst>
                                          <p:attrName>style.visibility</p:attrName>
                                        </p:attrNameLst>
                                      </p:cBhvr>
                                      <p:to>
                                        <p:strVal val="visible"/>
                                      </p:to>
                                    </p:set>
                                    <p:animEffect transition="in" filter="wipe(down)">
                                      <p:cBhvr>
                                        <p:cTn id="44" dur="500"/>
                                        <p:tgtEl>
                                          <p:spTgt spid="4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43"/>
                                        </p:tgtEl>
                                        <p:attrNameLst>
                                          <p:attrName>style.visibility</p:attrName>
                                        </p:attrNameLst>
                                      </p:cBhvr>
                                      <p:to>
                                        <p:strVal val="visible"/>
                                      </p:to>
                                    </p:set>
                                    <p:animEffect transition="in" filter="wipe(down)">
                                      <p:cBhvr>
                                        <p:cTn id="49" dur="500"/>
                                        <p:tgtEl>
                                          <p:spTgt spid="43"/>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ppt_x"/>
                                          </p:val>
                                        </p:tav>
                                        <p:tav tm="100000">
                                          <p:val>
                                            <p:strVal val="#ppt_x"/>
                                          </p:val>
                                        </p:tav>
                                      </p:tavLst>
                                    </p:anim>
                                    <p:anim calcmode="lin" valueType="num">
                                      <p:cBhvr additive="base">
                                        <p:cTn id="55"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45"/>
                                        </p:tgtEl>
                                        <p:attrNameLst>
                                          <p:attrName>style.visibility</p:attrName>
                                        </p:attrNameLst>
                                      </p:cBhvr>
                                      <p:to>
                                        <p:strVal val="visible"/>
                                      </p:to>
                                    </p:set>
                                    <p:animEffect transition="in" filter="wipe(down)">
                                      <p:cBhvr>
                                        <p:cTn id="60" dur="500"/>
                                        <p:tgtEl>
                                          <p:spTgt spid="45"/>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4" fill="hold" grpId="0" nodeType="clickEffect">
                                  <p:stCondLst>
                                    <p:cond delay="0"/>
                                  </p:stCondLst>
                                  <p:childTnLst>
                                    <p:set>
                                      <p:cBhvr>
                                        <p:cTn id="64" dur="1" fill="hold">
                                          <p:stCondLst>
                                            <p:cond delay="0"/>
                                          </p:stCondLst>
                                        </p:cTn>
                                        <p:tgtEl>
                                          <p:spTgt spid="46"/>
                                        </p:tgtEl>
                                        <p:attrNameLst>
                                          <p:attrName>style.visibility</p:attrName>
                                        </p:attrNameLst>
                                      </p:cBhvr>
                                      <p:to>
                                        <p:strVal val="visible"/>
                                      </p:to>
                                    </p:set>
                                    <p:animEffect transition="in" filter="wipe(down)">
                                      <p:cBhvr>
                                        <p:cTn id="65" dur="500"/>
                                        <p:tgtEl>
                                          <p:spTgt spid="46"/>
                                        </p:tgtEl>
                                      </p:cBhvr>
                                    </p:animEffect>
                                  </p:childTnLst>
                                </p:cTn>
                              </p:par>
                            </p:childTnLst>
                          </p:cTn>
                        </p:par>
                        <p:par>
                          <p:cTn id="66" fill="hold">
                            <p:stCondLst>
                              <p:cond delay="500"/>
                            </p:stCondLst>
                            <p:childTnLst>
                              <p:par>
                                <p:cTn id="67" presetID="22" presetClass="entr" presetSubtype="8" fill="hold" grpId="0" nodeType="after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wipe(left)">
                                      <p:cBhvr>
                                        <p:cTn id="69" dur="75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p:bldP spid="41" grpId="0"/>
      <p:bldP spid="42" grpId="0"/>
      <p:bldP spid="43" grpId="0"/>
      <p:bldP spid="44" grpId="0"/>
      <p:bldP spid="45" grpId="0"/>
      <p:bldP spid="46" grpId="0"/>
      <p:bldP spid="28"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2612951" y="2176165"/>
            <a:ext cx="1923751" cy="860527"/>
            <a:chOff x="3667126" y="1319213"/>
            <a:chExt cx="1657350" cy="741362"/>
          </a:xfrm>
        </p:grpSpPr>
        <p:sp>
          <p:nvSpPr>
            <p:cNvPr id="7173" name="Freeform 5"/>
            <p:cNvSpPr>
              <a:spLocks/>
            </p:cNvSpPr>
            <p:nvPr/>
          </p:nvSpPr>
          <p:spPr bwMode="auto">
            <a:xfrm>
              <a:off x="3667126" y="1319213"/>
              <a:ext cx="1657350" cy="681037"/>
            </a:xfrm>
            <a:custGeom>
              <a:avLst/>
              <a:gdLst/>
              <a:ahLst/>
              <a:cxnLst>
                <a:cxn ang="0">
                  <a:pos x="1044" y="429"/>
                </a:cxn>
                <a:cxn ang="0">
                  <a:pos x="0" y="429"/>
                </a:cxn>
                <a:cxn ang="0">
                  <a:pos x="0" y="107"/>
                </a:cxn>
                <a:cxn ang="0">
                  <a:pos x="220" y="107"/>
                </a:cxn>
                <a:cxn ang="0">
                  <a:pos x="220" y="308"/>
                </a:cxn>
                <a:cxn ang="0">
                  <a:pos x="253" y="278"/>
                </a:cxn>
                <a:cxn ang="0">
                  <a:pos x="563" y="0"/>
                </a:cxn>
                <a:cxn ang="0">
                  <a:pos x="1044" y="426"/>
                </a:cxn>
                <a:cxn ang="0">
                  <a:pos x="1044" y="429"/>
                </a:cxn>
              </a:cxnLst>
              <a:rect l="0" t="0" r="r" b="b"/>
              <a:pathLst>
                <a:path w="1044" h="429">
                  <a:moveTo>
                    <a:pt x="1044" y="429"/>
                  </a:moveTo>
                  <a:lnTo>
                    <a:pt x="0" y="429"/>
                  </a:lnTo>
                  <a:lnTo>
                    <a:pt x="0" y="107"/>
                  </a:lnTo>
                  <a:lnTo>
                    <a:pt x="220" y="107"/>
                  </a:lnTo>
                  <a:lnTo>
                    <a:pt x="220" y="308"/>
                  </a:lnTo>
                  <a:lnTo>
                    <a:pt x="253" y="278"/>
                  </a:lnTo>
                  <a:lnTo>
                    <a:pt x="563" y="0"/>
                  </a:lnTo>
                  <a:lnTo>
                    <a:pt x="1044" y="426"/>
                  </a:lnTo>
                  <a:lnTo>
                    <a:pt x="1044" y="429"/>
                  </a:lnTo>
                  <a:close/>
                </a:path>
              </a:pathLst>
            </a:custGeom>
            <a:solidFill>
              <a:schemeClr val="accent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0" name="Group 19"/>
            <p:cNvGrpSpPr/>
            <p:nvPr/>
          </p:nvGrpSpPr>
          <p:grpSpPr>
            <a:xfrm>
              <a:off x="3667126" y="1489075"/>
              <a:ext cx="1657350" cy="571500"/>
              <a:chOff x="3667126" y="1489075"/>
              <a:chExt cx="1657350" cy="571500"/>
            </a:xfrm>
            <a:solidFill>
              <a:schemeClr val="accent1">
                <a:lumMod val="75000"/>
              </a:schemeClr>
            </a:solidFill>
          </p:grpSpPr>
          <p:sp>
            <p:nvSpPr>
              <p:cNvPr id="7174" name="Freeform 6"/>
              <p:cNvSpPr>
                <a:spLocks/>
              </p:cNvSpPr>
              <p:nvPr/>
            </p:nvSpPr>
            <p:spPr bwMode="auto">
              <a:xfrm>
                <a:off x="4016376" y="1489075"/>
                <a:ext cx="52388" cy="319087"/>
              </a:xfrm>
              <a:custGeom>
                <a:avLst/>
                <a:gdLst/>
                <a:ahLst/>
                <a:cxnLst>
                  <a:cxn ang="0">
                    <a:pos x="33" y="171"/>
                  </a:cxn>
                  <a:cxn ang="0">
                    <a:pos x="0" y="201"/>
                  </a:cxn>
                  <a:cxn ang="0">
                    <a:pos x="0" y="0"/>
                  </a:cxn>
                  <a:cxn ang="0">
                    <a:pos x="2" y="0"/>
                  </a:cxn>
                  <a:cxn ang="0">
                    <a:pos x="33" y="77"/>
                  </a:cxn>
                  <a:cxn ang="0">
                    <a:pos x="33" y="171"/>
                  </a:cxn>
                </a:cxnLst>
                <a:rect l="0" t="0" r="r" b="b"/>
                <a:pathLst>
                  <a:path w="33" h="201">
                    <a:moveTo>
                      <a:pt x="33" y="171"/>
                    </a:moveTo>
                    <a:lnTo>
                      <a:pt x="0" y="201"/>
                    </a:lnTo>
                    <a:lnTo>
                      <a:pt x="0" y="0"/>
                    </a:lnTo>
                    <a:lnTo>
                      <a:pt x="2" y="0"/>
                    </a:lnTo>
                    <a:lnTo>
                      <a:pt x="33" y="77"/>
                    </a:lnTo>
                    <a:lnTo>
                      <a:pt x="33" y="171"/>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75" name="Freeform 7"/>
              <p:cNvSpPr>
                <a:spLocks/>
              </p:cNvSpPr>
              <p:nvPr/>
            </p:nvSpPr>
            <p:spPr bwMode="auto">
              <a:xfrm>
                <a:off x="3667126" y="2000250"/>
                <a:ext cx="1657350" cy="60325"/>
              </a:xfrm>
              <a:custGeom>
                <a:avLst/>
                <a:gdLst/>
                <a:ahLst/>
                <a:cxnLst>
                  <a:cxn ang="0">
                    <a:pos x="1016" y="38"/>
                  </a:cxn>
                  <a:cxn ang="0">
                    <a:pos x="55" y="38"/>
                  </a:cxn>
                  <a:cxn ang="0">
                    <a:pos x="41" y="38"/>
                  </a:cxn>
                  <a:cxn ang="0">
                    <a:pos x="0" y="0"/>
                  </a:cxn>
                  <a:cxn ang="0">
                    <a:pos x="1044" y="0"/>
                  </a:cxn>
                  <a:cxn ang="0">
                    <a:pos x="1016" y="38"/>
                  </a:cxn>
                </a:cxnLst>
                <a:rect l="0" t="0" r="r" b="b"/>
                <a:pathLst>
                  <a:path w="1044" h="38">
                    <a:moveTo>
                      <a:pt x="1016" y="38"/>
                    </a:moveTo>
                    <a:lnTo>
                      <a:pt x="55" y="38"/>
                    </a:lnTo>
                    <a:lnTo>
                      <a:pt x="41" y="38"/>
                    </a:lnTo>
                    <a:lnTo>
                      <a:pt x="0" y="0"/>
                    </a:lnTo>
                    <a:lnTo>
                      <a:pt x="1044" y="0"/>
                    </a:lnTo>
                    <a:lnTo>
                      <a:pt x="1016" y="38"/>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25" name="Group 24"/>
          <p:cNvGrpSpPr/>
          <p:nvPr/>
        </p:nvGrpSpPr>
        <p:grpSpPr>
          <a:xfrm>
            <a:off x="1761631" y="3036688"/>
            <a:ext cx="3792221" cy="906595"/>
            <a:chOff x="2933701" y="2060575"/>
            <a:chExt cx="3267075" cy="781050"/>
          </a:xfrm>
        </p:grpSpPr>
        <p:sp>
          <p:nvSpPr>
            <p:cNvPr id="7176" name="Freeform 8"/>
            <p:cNvSpPr>
              <a:spLocks/>
            </p:cNvSpPr>
            <p:nvPr/>
          </p:nvSpPr>
          <p:spPr bwMode="auto">
            <a:xfrm>
              <a:off x="2933701" y="2060575"/>
              <a:ext cx="3267075" cy="711200"/>
            </a:xfrm>
            <a:custGeom>
              <a:avLst/>
              <a:gdLst/>
              <a:ahLst/>
              <a:cxnLst>
                <a:cxn ang="0">
                  <a:pos x="2058" y="448"/>
                </a:cxn>
                <a:cxn ang="0">
                  <a:pos x="0" y="448"/>
                </a:cxn>
                <a:cxn ang="0">
                  <a:pos x="0" y="448"/>
                </a:cxn>
                <a:cxn ang="0">
                  <a:pos x="503" y="0"/>
                </a:cxn>
                <a:cxn ang="0">
                  <a:pos x="517" y="0"/>
                </a:cxn>
                <a:cxn ang="0">
                  <a:pos x="1478" y="0"/>
                </a:cxn>
                <a:cxn ang="0">
                  <a:pos x="1553" y="0"/>
                </a:cxn>
                <a:cxn ang="0">
                  <a:pos x="2058" y="448"/>
                </a:cxn>
              </a:cxnLst>
              <a:rect l="0" t="0" r="r" b="b"/>
              <a:pathLst>
                <a:path w="2058" h="448">
                  <a:moveTo>
                    <a:pt x="2058" y="448"/>
                  </a:moveTo>
                  <a:lnTo>
                    <a:pt x="0" y="448"/>
                  </a:lnTo>
                  <a:lnTo>
                    <a:pt x="0" y="448"/>
                  </a:lnTo>
                  <a:lnTo>
                    <a:pt x="503" y="0"/>
                  </a:lnTo>
                  <a:lnTo>
                    <a:pt x="517" y="0"/>
                  </a:lnTo>
                  <a:lnTo>
                    <a:pt x="1478" y="0"/>
                  </a:lnTo>
                  <a:lnTo>
                    <a:pt x="1553" y="0"/>
                  </a:lnTo>
                  <a:lnTo>
                    <a:pt x="2058" y="448"/>
                  </a:lnTo>
                  <a:close/>
                </a:path>
              </a:pathLst>
            </a:custGeom>
            <a:solidFill>
              <a:schemeClr val="accent2"/>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77" name="Freeform 9"/>
            <p:cNvSpPr>
              <a:spLocks/>
            </p:cNvSpPr>
            <p:nvPr/>
          </p:nvSpPr>
          <p:spPr bwMode="auto">
            <a:xfrm>
              <a:off x="2933701" y="2771775"/>
              <a:ext cx="3267075" cy="69850"/>
            </a:xfrm>
            <a:custGeom>
              <a:avLst/>
              <a:gdLst/>
              <a:ahLst/>
              <a:cxnLst>
                <a:cxn ang="0">
                  <a:pos x="2006" y="44"/>
                </a:cxn>
                <a:cxn ang="0">
                  <a:pos x="55" y="44"/>
                </a:cxn>
                <a:cxn ang="0">
                  <a:pos x="0" y="0"/>
                </a:cxn>
                <a:cxn ang="0">
                  <a:pos x="2058" y="0"/>
                </a:cxn>
                <a:cxn ang="0">
                  <a:pos x="2006" y="44"/>
                </a:cxn>
              </a:cxnLst>
              <a:rect l="0" t="0" r="r" b="b"/>
              <a:pathLst>
                <a:path w="2058" h="44">
                  <a:moveTo>
                    <a:pt x="2006" y="44"/>
                  </a:moveTo>
                  <a:lnTo>
                    <a:pt x="55" y="44"/>
                  </a:lnTo>
                  <a:lnTo>
                    <a:pt x="0" y="0"/>
                  </a:lnTo>
                  <a:lnTo>
                    <a:pt x="2058" y="0"/>
                  </a:lnTo>
                  <a:lnTo>
                    <a:pt x="2006" y="44"/>
                  </a:lnTo>
                  <a:close/>
                </a:path>
              </a:pathLst>
            </a:custGeom>
            <a:solidFill>
              <a:schemeClr val="accent2">
                <a:lumMod val="50000"/>
              </a:schemeClr>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4" name="Group 23"/>
          <p:cNvGrpSpPr/>
          <p:nvPr/>
        </p:nvGrpSpPr>
        <p:grpSpPr>
          <a:xfrm>
            <a:off x="1584734" y="3943276"/>
            <a:ext cx="4146015" cy="952663"/>
            <a:chOff x="2781301" y="2841625"/>
            <a:chExt cx="3571875" cy="820738"/>
          </a:xfrm>
        </p:grpSpPr>
        <p:sp>
          <p:nvSpPr>
            <p:cNvPr id="7178" name="Freeform 10"/>
            <p:cNvSpPr>
              <a:spLocks/>
            </p:cNvSpPr>
            <p:nvPr/>
          </p:nvSpPr>
          <p:spPr bwMode="auto">
            <a:xfrm>
              <a:off x="2781301" y="2841625"/>
              <a:ext cx="3571875" cy="741362"/>
            </a:xfrm>
            <a:custGeom>
              <a:avLst/>
              <a:gdLst/>
              <a:ahLst/>
              <a:cxnLst>
                <a:cxn ang="0">
                  <a:pos x="151" y="0"/>
                </a:cxn>
                <a:cxn ang="0">
                  <a:pos x="2102" y="0"/>
                </a:cxn>
                <a:cxn ang="0">
                  <a:pos x="2204" y="0"/>
                </a:cxn>
                <a:cxn ang="0">
                  <a:pos x="2250" y="44"/>
                </a:cxn>
                <a:cxn ang="0">
                  <a:pos x="1833" y="44"/>
                </a:cxn>
                <a:cxn ang="0">
                  <a:pos x="1833" y="143"/>
                </a:cxn>
                <a:cxn ang="0">
                  <a:pos x="1833" y="467"/>
                </a:cxn>
                <a:cxn ang="0">
                  <a:pos x="415" y="467"/>
                </a:cxn>
                <a:cxn ang="0">
                  <a:pos x="415" y="143"/>
                </a:cxn>
                <a:cxn ang="0">
                  <a:pos x="415" y="44"/>
                </a:cxn>
                <a:cxn ang="0">
                  <a:pos x="0" y="44"/>
                </a:cxn>
                <a:cxn ang="0">
                  <a:pos x="50" y="0"/>
                </a:cxn>
                <a:cxn ang="0">
                  <a:pos x="151" y="0"/>
                </a:cxn>
              </a:cxnLst>
              <a:rect l="0" t="0" r="r" b="b"/>
              <a:pathLst>
                <a:path w="2250" h="467">
                  <a:moveTo>
                    <a:pt x="151" y="0"/>
                  </a:moveTo>
                  <a:lnTo>
                    <a:pt x="2102" y="0"/>
                  </a:lnTo>
                  <a:lnTo>
                    <a:pt x="2204" y="0"/>
                  </a:lnTo>
                  <a:lnTo>
                    <a:pt x="2250" y="44"/>
                  </a:lnTo>
                  <a:lnTo>
                    <a:pt x="1833" y="44"/>
                  </a:lnTo>
                  <a:lnTo>
                    <a:pt x="1833" y="143"/>
                  </a:lnTo>
                  <a:lnTo>
                    <a:pt x="1833" y="467"/>
                  </a:lnTo>
                  <a:lnTo>
                    <a:pt x="415" y="467"/>
                  </a:lnTo>
                  <a:lnTo>
                    <a:pt x="415" y="143"/>
                  </a:lnTo>
                  <a:lnTo>
                    <a:pt x="415" y="44"/>
                  </a:lnTo>
                  <a:lnTo>
                    <a:pt x="0" y="44"/>
                  </a:lnTo>
                  <a:lnTo>
                    <a:pt x="50" y="0"/>
                  </a:lnTo>
                  <a:lnTo>
                    <a:pt x="151" y="0"/>
                  </a:lnTo>
                  <a:close/>
                </a:path>
              </a:pathLst>
            </a:custGeom>
            <a:solidFill>
              <a:schemeClr val="accent3"/>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1" name="Group 20"/>
            <p:cNvGrpSpPr/>
            <p:nvPr/>
          </p:nvGrpSpPr>
          <p:grpSpPr>
            <a:xfrm>
              <a:off x="2781301" y="2911475"/>
              <a:ext cx="3571875" cy="750888"/>
              <a:chOff x="2781301" y="2911475"/>
              <a:chExt cx="3571875" cy="750888"/>
            </a:xfrm>
            <a:solidFill>
              <a:schemeClr val="accent3">
                <a:lumMod val="75000"/>
              </a:schemeClr>
            </a:solidFill>
          </p:grpSpPr>
          <p:sp>
            <p:nvSpPr>
              <p:cNvPr id="7179" name="Freeform 11"/>
              <p:cNvSpPr>
                <a:spLocks/>
              </p:cNvSpPr>
              <p:nvPr/>
            </p:nvSpPr>
            <p:spPr bwMode="auto">
              <a:xfrm>
                <a:off x="2781301" y="2911475"/>
                <a:ext cx="658813" cy="157162"/>
              </a:xfrm>
              <a:custGeom>
                <a:avLst/>
                <a:gdLst/>
                <a:ahLst/>
                <a:cxnLst>
                  <a:cxn ang="0">
                    <a:pos x="415" y="99"/>
                  </a:cxn>
                  <a:cxn ang="0">
                    <a:pos x="132" y="99"/>
                  </a:cxn>
                  <a:cxn ang="0">
                    <a:pos x="0" y="0"/>
                  </a:cxn>
                  <a:cxn ang="0">
                    <a:pos x="415" y="0"/>
                  </a:cxn>
                  <a:cxn ang="0">
                    <a:pos x="415" y="99"/>
                  </a:cxn>
                </a:cxnLst>
                <a:rect l="0" t="0" r="r" b="b"/>
                <a:pathLst>
                  <a:path w="415" h="99">
                    <a:moveTo>
                      <a:pt x="415" y="99"/>
                    </a:moveTo>
                    <a:lnTo>
                      <a:pt x="132" y="99"/>
                    </a:lnTo>
                    <a:lnTo>
                      <a:pt x="0" y="0"/>
                    </a:lnTo>
                    <a:lnTo>
                      <a:pt x="415" y="0"/>
                    </a:lnTo>
                    <a:lnTo>
                      <a:pt x="415" y="99"/>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80" name="Freeform 12"/>
              <p:cNvSpPr>
                <a:spLocks/>
              </p:cNvSpPr>
              <p:nvPr/>
            </p:nvSpPr>
            <p:spPr bwMode="auto">
              <a:xfrm>
                <a:off x="5691188" y="2911475"/>
                <a:ext cx="661988" cy="157162"/>
              </a:xfrm>
              <a:custGeom>
                <a:avLst/>
                <a:gdLst/>
                <a:ahLst/>
                <a:cxnLst>
                  <a:cxn ang="0">
                    <a:pos x="0" y="99"/>
                  </a:cxn>
                  <a:cxn ang="0">
                    <a:pos x="0" y="0"/>
                  </a:cxn>
                  <a:cxn ang="0">
                    <a:pos x="417" y="0"/>
                  </a:cxn>
                  <a:cxn ang="0">
                    <a:pos x="263" y="99"/>
                  </a:cxn>
                  <a:cxn ang="0">
                    <a:pos x="0" y="99"/>
                  </a:cxn>
                </a:cxnLst>
                <a:rect l="0" t="0" r="r" b="b"/>
                <a:pathLst>
                  <a:path w="417" h="99">
                    <a:moveTo>
                      <a:pt x="0" y="99"/>
                    </a:moveTo>
                    <a:lnTo>
                      <a:pt x="0" y="0"/>
                    </a:lnTo>
                    <a:lnTo>
                      <a:pt x="417" y="0"/>
                    </a:lnTo>
                    <a:lnTo>
                      <a:pt x="263" y="99"/>
                    </a:lnTo>
                    <a:lnTo>
                      <a:pt x="0" y="99"/>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81" name="Freeform 13"/>
              <p:cNvSpPr>
                <a:spLocks/>
              </p:cNvSpPr>
              <p:nvPr/>
            </p:nvSpPr>
            <p:spPr bwMode="auto">
              <a:xfrm>
                <a:off x="3440113" y="3582988"/>
                <a:ext cx="2251075" cy="79375"/>
              </a:xfrm>
              <a:custGeom>
                <a:avLst/>
                <a:gdLst/>
                <a:ahLst/>
                <a:cxnLst>
                  <a:cxn ang="0">
                    <a:pos x="1313" y="50"/>
                  </a:cxn>
                  <a:cxn ang="0">
                    <a:pos x="93" y="50"/>
                  </a:cxn>
                  <a:cxn ang="0">
                    <a:pos x="0" y="0"/>
                  </a:cxn>
                  <a:cxn ang="0">
                    <a:pos x="1418" y="0"/>
                  </a:cxn>
                  <a:cxn ang="0">
                    <a:pos x="1313" y="50"/>
                  </a:cxn>
                </a:cxnLst>
                <a:rect l="0" t="0" r="r" b="b"/>
                <a:pathLst>
                  <a:path w="1418" h="50">
                    <a:moveTo>
                      <a:pt x="1313" y="50"/>
                    </a:moveTo>
                    <a:lnTo>
                      <a:pt x="93" y="50"/>
                    </a:lnTo>
                    <a:lnTo>
                      <a:pt x="0" y="0"/>
                    </a:lnTo>
                    <a:lnTo>
                      <a:pt x="1418" y="0"/>
                    </a:lnTo>
                    <a:lnTo>
                      <a:pt x="1313" y="50"/>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23" name="Group 22"/>
          <p:cNvGrpSpPr/>
          <p:nvPr/>
        </p:nvGrpSpPr>
        <p:grpSpPr>
          <a:xfrm>
            <a:off x="2349422" y="4895973"/>
            <a:ext cx="2612910" cy="932391"/>
            <a:chOff x="3440113" y="3662363"/>
            <a:chExt cx="2251075" cy="803275"/>
          </a:xfrm>
        </p:grpSpPr>
        <p:sp>
          <p:nvSpPr>
            <p:cNvPr id="7182" name="Freeform 14"/>
            <p:cNvSpPr>
              <a:spLocks/>
            </p:cNvSpPr>
            <p:nvPr/>
          </p:nvSpPr>
          <p:spPr bwMode="auto">
            <a:xfrm>
              <a:off x="3440113" y="3662363"/>
              <a:ext cx="2251075" cy="803275"/>
            </a:xfrm>
            <a:custGeom>
              <a:avLst/>
              <a:gdLst/>
              <a:ahLst/>
              <a:cxnLst>
                <a:cxn ang="0">
                  <a:pos x="569" y="506"/>
                </a:cxn>
                <a:cxn ang="0">
                  <a:pos x="0" y="506"/>
                </a:cxn>
                <a:cxn ang="0">
                  <a:pos x="0" y="0"/>
                </a:cxn>
                <a:cxn ang="0">
                  <a:pos x="93" y="0"/>
                </a:cxn>
                <a:cxn ang="0">
                  <a:pos x="1313" y="0"/>
                </a:cxn>
                <a:cxn ang="0">
                  <a:pos x="1418" y="0"/>
                </a:cxn>
                <a:cxn ang="0">
                  <a:pos x="1418" y="506"/>
                </a:cxn>
                <a:cxn ang="0">
                  <a:pos x="857" y="506"/>
                </a:cxn>
                <a:cxn ang="0">
                  <a:pos x="857" y="88"/>
                </a:cxn>
                <a:cxn ang="0">
                  <a:pos x="816" y="88"/>
                </a:cxn>
                <a:cxn ang="0">
                  <a:pos x="613" y="88"/>
                </a:cxn>
                <a:cxn ang="0">
                  <a:pos x="569" y="88"/>
                </a:cxn>
                <a:cxn ang="0">
                  <a:pos x="569" y="506"/>
                </a:cxn>
              </a:cxnLst>
              <a:rect l="0" t="0" r="r" b="b"/>
              <a:pathLst>
                <a:path w="1418" h="506">
                  <a:moveTo>
                    <a:pt x="569" y="506"/>
                  </a:moveTo>
                  <a:lnTo>
                    <a:pt x="0" y="506"/>
                  </a:lnTo>
                  <a:lnTo>
                    <a:pt x="0" y="0"/>
                  </a:lnTo>
                  <a:lnTo>
                    <a:pt x="93" y="0"/>
                  </a:lnTo>
                  <a:lnTo>
                    <a:pt x="1313" y="0"/>
                  </a:lnTo>
                  <a:lnTo>
                    <a:pt x="1418" y="0"/>
                  </a:lnTo>
                  <a:lnTo>
                    <a:pt x="1418" y="506"/>
                  </a:lnTo>
                  <a:lnTo>
                    <a:pt x="857" y="506"/>
                  </a:lnTo>
                  <a:lnTo>
                    <a:pt x="857" y="88"/>
                  </a:lnTo>
                  <a:lnTo>
                    <a:pt x="816" y="88"/>
                  </a:lnTo>
                  <a:lnTo>
                    <a:pt x="613" y="88"/>
                  </a:lnTo>
                  <a:lnTo>
                    <a:pt x="569" y="88"/>
                  </a:lnTo>
                  <a:lnTo>
                    <a:pt x="569" y="506"/>
                  </a:lnTo>
                  <a:close/>
                </a:path>
              </a:pathLst>
            </a:custGeom>
            <a:solidFill>
              <a:schemeClr val="accent4"/>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2" name="Group 21"/>
            <p:cNvGrpSpPr/>
            <p:nvPr/>
          </p:nvGrpSpPr>
          <p:grpSpPr>
            <a:xfrm>
              <a:off x="4343401" y="3802063"/>
              <a:ext cx="457200" cy="663575"/>
              <a:chOff x="4343401" y="3802063"/>
              <a:chExt cx="457200" cy="663575"/>
            </a:xfrm>
            <a:solidFill>
              <a:schemeClr val="accent4">
                <a:lumMod val="75000"/>
              </a:schemeClr>
            </a:solidFill>
          </p:grpSpPr>
          <p:sp>
            <p:nvSpPr>
              <p:cNvPr id="7183" name="Freeform 15"/>
              <p:cNvSpPr>
                <a:spLocks/>
              </p:cNvSpPr>
              <p:nvPr/>
            </p:nvSpPr>
            <p:spPr bwMode="auto">
              <a:xfrm>
                <a:off x="4735513" y="3802063"/>
                <a:ext cx="65088" cy="663575"/>
              </a:xfrm>
              <a:custGeom>
                <a:avLst/>
                <a:gdLst/>
                <a:ahLst/>
                <a:cxnLst>
                  <a:cxn ang="0">
                    <a:pos x="41" y="418"/>
                  </a:cxn>
                  <a:cxn ang="0">
                    <a:pos x="0" y="365"/>
                  </a:cxn>
                  <a:cxn ang="0">
                    <a:pos x="0" y="0"/>
                  </a:cxn>
                  <a:cxn ang="0">
                    <a:pos x="41" y="0"/>
                  </a:cxn>
                  <a:cxn ang="0">
                    <a:pos x="41" y="418"/>
                  </a:cxn>
                </a:cxnLst>
                <a:rect l="0" t="0" r="r" b="b"/>
                <a:pathLst>
                  <a:path w="41" h="418">
                    <a:moveTo>
                      <a:pt x="41" y="418"/>
                    </a:moveTo>
                    <a:lnTo>
                      <a:pt x="0" y="365"/>
                    </a:lnTo>
                    <a:lnTo>
                      <a:pt x="0" y="0"/>
                    </a:lnTo>
                    <a:lnTo>
                      <a:pt x="41" y="0"/>
                    </a:lnTo>
                    <a:lnTo>
                      <a:pt x="41" y="418"/>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84" name="Freeform 16"/>
              <p:cNvSpPr>
                <a:spLocks/>
              </p:cNvSpPr>
              <p:nvPr/>
            </p:nvSpPr>
            <p:spPr bwMode="auto">
              <a:xfrm>
                <a:off x="4343401" y="3802063"/>
                <a:ext cx="69850" cy="663575"/>
              </a:xfrm>
              <a:custGeom>
                <a:avLst/>
                <a:gdLst/>
                <a:ahLst/>
                <a:cxnLst>
                  <a:cxn ang="0">
                    <a:pos x="0" y="418"/>
                  </a:cxn>
                  <a:cxn ang="0">
                    <a:pos x="0" y="0"/>
                  </a:cxn>
                  <a:cxn ang="0">
                    <a:pos x="44" y="0"/>
                  </a:cxn>
                  <a:cxn ang="0">
                    <a:pos x="44" y="360"/>
                  </a:cxn>
                  <a:cxn ang="0">
                    <a:pos x="0" y="418"/>
                  </a:cxn>
                </a:cxnLst>
                <a:rect l="0" t="0" r="r" b="b"/>
                <a:pathLst>
                  <a:path w="44" h="418">
                    <a:moveTo>
                      <a:pt x="0" y="418"/>
                    </a:moveTo>
                    <a:lnTo>
                      <a:pt x="0" y="0"/>
                    </a:lnTo>
                    <a:lnTo>
                      <a:pt x="44" y="0"/>
                    </a:lnTo>
                    <a:lnTo>
                      <a:pt x="44" y="360"/>
                    </a:lnTo>
                    <a:lnTo>
                      <a:pt x="0" y="418"/>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36" name="TextBox 35"/>
          <p:cNvSpPr txBox="1"/>
          <p:nvPr/>
        </p:nvSpPr>
        <p:spPr>
          <a:xfrm>
            <a:off x="6903171" y="2316444"/>
            <a:ext cx="3225347" cy="849463"/>
          </a:xfrm>
          <a:prstGeom prst="rect">
            <a:avLst/>
          </a:prstGeom>
          <a:noFill/>
        </p:spPr>
        <p:txBody>
          <a:bodyPr wrap="square" lIns="0" tIns="0" rIns="0" bIns="0" rtlCol="0" anchor="t" anchorCtr="0">
            <a:spAutoFit/>
          </a:bodyPr>
          <a:lstStyle/>
          <a:p>
            <a:pPr algn="just">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37" name="TextBox 36"/>
          <p:cNvSpPr txBox="1"/>
          <p:nvPr/>
        </p:nvSpPr>
        <p:spPr>
          <a:xfrm>
            <a:off x="6903204" y="3271457"/>
            <a:ext cx="3225349" cy="849463"/>
          </a:xfrm>
          <a:prstGeom prst="rect">
            <a:avLst/>
          </a:prstGeom>
          <a:noFill/>
        </p:spPr>
        <p:txBody>
          <a:bodyPr wrap="square" lIns="0" tIns="0" rIns="0" bIns="0" rtlCol="0" anchor="t" anchorCtr="0">
            <a:spAutoFit/>
          </a:bodyPr>
          <a:lstStyle/>
          <a:p>
            <a:pPr algn="just">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38" name="TextBox 37"/>
          <p:cNvSpPr txBox="1"/>
          <p:nvPr/>
        </p:nvSpPr>
        <p:spPr>
          <a:xfrm>
            <a:off x="6903171" y="4226470"/>
            <a:ext cx="3225347" cy="849463"/>
          </a:xfrm>
          <a:prstGeom prst="rect">
            <a:avLst/>
          </a:prstGeom>
          <a:noFill/>
        </p:spPr>
        <p:txBody>
          <a:bodyPr wrap="square" lIns="0" tIns="0" rIns="0" bIns="0" rtlCol="0" anchor="t" anchorCtr="0">
            <a:spAutoFit/>
          </a:bodyPr>
          <a:lstStyle/>
          <a:p>
            <a:pPr algn="just">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39" name="TextBox 38"/>
          <p:cNvSpPr txBox="1"/>
          <p:nvPr/>
        </p:nvSpPr>
        <p:spPr>
          <a:xfrm>
            <a:off x="6903171" y="5181482"/>
            <a:ext cx="3225347" cy="849463"/>
          </a:xfrm>
          <a:prstGeom prst="rect">
            <a:avLst/>
          </a:prstGeom>
          <a:noFill/>
        </p:spPr>
        <p:txBody>
          <a:bodyPr wrap="square" lIns="0" tIns="0" rIns="0" bIns="0" rtlCol="0" anchor="t" anchorCtr="0">
            <a:spAutoFit/>
          </a:bodyPr>
          <a:lstStyle/>
          <a:p>
            <a:pPr algn="just">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algn="just">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a:t>
            </a:r>
            <a:r>
              <a:rPr lang="en-US" altLang="zh-CN" sz="800" dirty="0" err="1">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directly.Please</a:t>
            </a: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 replace text, click add relevant headline, modify the text content, also can copy your content to this directly.</a:t>
            </a:r>
          </a:p>
        </p:txBody>
      </p:sp>
      <p:sp>
        <p:nvSpPr>
          <p:cNvPr id="40" name="Text Placeholder 3"/>
          <p:cNvSpPr txBox="1">
            <a:spLocks/>
          </p:cNvSpPr>
          <p:nvPr/>
        </p:nvSpPr>
        <p:spPr>
          <a:xfrm>
            <a:off x="10399051" y="2409699"/>
            <a:ext cx="719749" cy="517065"/>
          </a:xfrm>
          <a:prstGeom prst="rect">
            <a:avLst/>
          </a:prstGeom>
        </p:spPr>
        <p:txBody>
          <a:bodyPr wrap="none" lIns="0" tIns="0" rIns="0" bIns="0" anchor="t" anchorCtr="0">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113207">
              <a:lnSpc>
                <a:spcPct val="120000"/>
              </a:lnSpc>
              <a:spcBef>
                <a:spcPct val="20000"/>
              </a:spcBef>
              <a:defRPr/>
            </a:pPr>
            <a:r>
              <a:rPr lang="en-US" b="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20%</a:t>
            </a:r>
          </a:p>
        </p:txBody>
      </p:sp>
      <p:sp>
        <p:nvSpPr>
          <p:cNvPr id="41" name="Text Placeholder 3"/>
          <p:cNvSpPr txBox="1">
            <a:spLocks/>
          </p:cNvSpPr>
          <p:nvPr/>
        </p:nvSpPr>
        <p:spPr>
          <a:xfrm>
            <a:off x="10399051" y="5333327"/>
            <a:ext cx="719749" cy="517065"/>
          </a:xfrm>
          <a:prstGeom prst="rect">
            <a:avLst/>
          </a:prstGeom>
        </p:spPr>
        <p:txBody>
          <a:bodyPr wrap="none" lIns="0" tIns="0" rIns="0" bIns="0" anchor="t" anchorCtr="0">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113207">
              <a:lnSpc>
                <a:spcPct val="120000"/>
              </a:lnSpc>
              <a:spcBef>
                <a:spcPct val="20000"/>
              </a:spcBef>
              <a:defRPr/>
            </a:pPr>
            <a:r>
              <a:rPr lang="en-US" b="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50%</a:t>
            </a:r>
          </a:p>
        </p:txBody>
      </p:sp>
      <p:sp>
        <p:nvSpPr>
          <p:cNvPr id="42" name="Text Placeholder 3"/>
          <p:cNvSpPr txBox="1">
            <a:spLocks/>
          </p:cNvSpPr>
          <p:nvPr/>
        </p:nvSpPr>
        <p:spPr>
          <a:xfrm>
            <a:off x="10399051" y="3388710"/>
            <a:ext cx="719749" cy="517065"/>
          </a:xfrm>
          <a:prstGeom prst="rect">
            <a:avLst/>
          </a:prstGeom>
        </p:spPr>
        <p:txBody>
          <a:bodyPr wrap="none" lIns="0" tIns="0" rIns="0" bIns="0" anchor="t" anchorCtr="0">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113207">
              <a:lnSpc>
                <a:spcPct val="120000"/>
              </a:lnSpc>
              <a:spcBef>
                <a:spcPct val="20000"/>
              </a:spcBef>
              <a:defRPr/>
            </a:pPr>
            <a:r>
              <a:rPr lang="en-US" b="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70%</a:t>
            </a:r>
          </a:p>
        </p:txBody>
      </p:sp>
      <p:sp>
        <p:nvSpPr>
          <p:cNvPr id="43" name="Text Placeholder 3"/>
          <p:cNvSpPr txBox="1">
            <a:spLocks/>
          </p:cNvSpPr>
          <p:nvPr/>
        </p:nvSpPr>
        <p:spPr>
          <a:xfrm>
            <a:off x="10399051" y="4361016"/>
            <a:ext cx="719749" cy="517065"/>
          </a:xfrm>
          <a:prstGeom prst="rect">
            <a:avLst/>
          </a:prstGeom>
        </p:spPr>
        <p:txBody>
          <a:bodyPr wrap="none" lIns="0" tIns="0" rIns="0" bIns="0" anchor="t" anchorCtr="0">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113207">
              <a:lnSpc>
                <a:spcPct val="120000"/>
              </a:lnSpc>
              <a:spcBef>
                <a:spcPct val="20000"/>
              </a:spcBef>
              <a:defRPr/>
            </a:pPr>
            <a:r>
              <a:rPr lang="en-US" b="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90%</a:t>
            </a:r>
          </a:p>
        </p:txBody>
      </p:sp>
      <p:grpSp>
        <p:nvGrpSpPr>
          <p:cNvPr id="44" name="Group 43"/>
          <p:cNvGrpSpPr/>
          <p:nvPr/>
        </p:nvGrpSpPr>
        <p:grpSpPr>
          <a:xfrm>
            <a:off x="6183784" y="2380678"/>
            <a:ext cx="600687" cy="583489"/>
            <a:chOff x="860271" y="1518068"/>
            <a:chExt cx="493370" cy="479245"/>
          </a:xfrm>
        </p:grpSpPr>
        <p:sp>
          <p:nvSpPr>
            <p:cNvPr id="45" name="Rounded Rectangle 44"/>
            <p:cNvSpPr/>
            <p:nvPr/>
          </p:nvSpPr>
          <p:spPr>
            <a:xfrm>
              <a:off x="860271" y="1518068"/>
              <a:ext cx="493370" cy="4792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6"/>
            <p:cNvSpPr>
              <a:spLocks noEditPoints="1"/>
            </p:cNvSpPr>
            <p:nvPr/>
          </p:nvSpPr>
          <p:spPr bwMode="auto">
            <a:xfrm>
              <a:off x="997419" y="1671965"/>
              <a:ext cx="219075" cy="171450"/>
            </a:xfrm>
            <a:custGeom>
              <a:avLst/>
              <a:gdLst/>
              <a:ahLst/>
              <a:cxnLst>
                <a:cxn ang="0">
                  <a:pos x="64" y="48"/>
                </a:cxn>
                <a:cxn ang="0">
                  <a:pos x="61" y="50"/>
                </a:cxn>
                <a:cxn ang="0">
                  <a:pos x="2" y="50"/>
                </a:cxn>
                <a:cxn ang="0">
                  <a:pos x="0" y="48"/>
                </a:cxn>
                <a:cxn ang="0">
                  <a:pos x="0" y="43"/>
                </a:cxn>
                <a:cxn ang="0">
                  <a:pos x="2" y="41"/>
                </a:cxn>
                <a:cxn ang="0">
                  <a:pos x="61" y="41"/>
                </a:cxn>
                <a:cxn ang="0">
                  <a:pos x="64" y="43"/>
                </a:cxn>
                <a:cxn ang="0">
                  <a:pos x="64" y="48"/>
                </a:cxn>
                <a:cxn ang="0">
                  <a:pos x="59" y="20"/>
                </a:cxn>
                <a:cxn ang="0">
                  <a:pos x="57" y="23"/>
                </a:cxn>
                <a:cxn ang="0">
                  <a:pos x="7" y="23"/>
                </a:cxn>
                <a:cxn ang="0">
                  <a:pos x="4" y="20"/>
                </a:cxn>
                <a:cxn ang="0">
                  <a:pos x="4" y="16"/>
                </a:cxn>
                <a:cxn ang="0">
                  <a:pos x="7" y="13"/>
                </a:cxn>
                <a:cxn ang="0">
                  <a:pos x="57" y="13"/>
                </a:cxn>
                <a:cxn ang="0">
                  <a:pos x="59" y="16"/>
                </a:cxn>
                <a:cxn ang="0">
                  <a:pos x="59" y="20"/>
                </a:cxn>
                <a:cxn ang="0">
                  <a:pos x="50" y="34"/>
                </a:cxn>
                <a:cxn ang="0">
                  <a:pos x="48" y="36"/>
                </a:cxn>
                <a:cxn ang="0">
                  <a:pos x="16" y="36"/>
                </a:cxn>
                <a:cxn ang="0">
                  <a:pos x="13" y="34"/>
                </a:cxn>
                <a:cxn ang="0">
                  <a:pos x="13" y="29"/>
                </a:cxn>
                <a:cxn ang="0">
                  <a:pos x="16" y="27"/>
                </a:cxn>
                <a:cxn ang="0">
                  <a:pos x="48" y="27"/>
                </a:cxn>
                <a:cxn ang="0">
                  <a:pos x="50" y="29"/>
                </a:cxn>
                <a:cxn ang="0">
                  <a:pos x="50" y="34"/>
                </a:cxn>
                <a:cxn ang="0">
                  <a:pos x="45" y="7"/>
                </a:cxn>
                <a:cxn ang="0">
                  <a:pos x="43" y="9"/>
                </a:cxn>
                <a:cxn ang="0">
                  <a:pos x="20" y="9"/>
                </a:cxn>
                <a:cxn ang="0">
                  <a:pos x="18" y="7"/>
                </a:cxn>
                <a:cxn ang="0">
                  <a:pos x="18" y="2"/>
                </a:cxn>
                <a:cxn ang="0">
                  <a:pos x="20" y="0"/>
                </a:cxn>
                <a:cxn ang="0">
                  <a:pos x="43" y="0"/>
                </a:cxn>
                <a:cxn ang="0">
                  <a:pos x="45" y="2"/>
                </a:cxn>
                <a:cxn ang="0">
                  <a:pos x="45" y="7"/>
                </a:cxn>
              </a:cxnLst>
              <a:rect l="0" t="0" r="r" b="b"/>
              <a:pathLst>
                <a:path w="64" h="50">
                  <a:moveTo>
                    <a:pt x="64" y="48"/>
                  </a:moveTo>
                  <a:cubicBezTo>
                    <a:pt x="64" y="49"/>
                    <a:pt x="63" y="50"/>
                    <a:pt x="61" y="50"/>
                  </a:cubicBezTo>
                  <a:cubicBezTo>
                    <a:pt x="2" y="50"/>
                    <a:pt x="2" y="50"/>
                    <a:pt x="2" y="50"/>
                  </a:cubicBezTo>
                  <a:cubicBezTo>
                    <a:pt x="1" y="50"/>
                    <a:pt x="0" y="49"/>
                    <a:pt x="0" y="48"/>
                  </a:cubicBezTo>
                  <a:cubicBezTo>
                    <a:pt x="0" y="43"/>
                    <a:pt x="0" y="43"/>
                    <a:pt x="0" y="43"/>
                  </a:cubicBezTo>
                  <a:cubicBezTo>
                    <a:pt x="0" y="42"/>
                    <a:pt x="1" y="41"/>
                    <a:pt x="2" y="41"/>
                  </a:cubicBezTo>
                  <a:cubicBezTo>
                    <a:pt x="61" y="41"/>
                    <a:pt x="61" y="41"/>
                    <a:pt x="61" y="41"/>
                  </a:cubicBezTo>
                  <a:cubicBezTo>
                    <a:pt x="63" y="41"/>
                    <a:pt x="64" y="42"/>
                    <a:pt x="64" y="43"/>
                  </a:cubicBezTo>
                  <a:lnTo>
                    <a:pt x="64" y="48"/>
                  </a:lnTo>
                  <a:close/>
                  <a:moveTo>
                    <a:pt x="59" y="20"/>
                  </a:moveTo>
                  <a:cubicBezTo>
                    <a:pt x="59" y="22"/>
                    <a:pt x="58" y="23"/>
                    <a:pt x="57" y="23"/>
                  </a:cubicBezTo>
                  <a:cubicBezTo>
                    <a:pt x="7" y="23"/>
                    <a:pt x="7" y="23"/>
                    <a:pt x="7" y="23"/>
                  </a:cubicBezTo>
                  <a:cubicBezTo>
                    <a:pt x="5" y="23"/>
                    <a:pt x="4" y="22"/>
                    <a:pt x="4" y="20"/>
                  </a:cubicBezTo>
                  <a:cubicBezTo>
                    <a:pt x="4" y="16"/>
                    <a:pt x="4" y="16"/>
                    <a:pt x="4" y="16"/>
                  </a:cubicBezTo>
                  <a:cubicBezTo>
                    <a:pt x="4" y="14"/>
                    <a:pt x="5" y="13"/>
                    <a:pt x="7" y="13"/>
                  </a:cubicBezTo>
                  <a:cubicBezTo>
                    <a:pt x="57" y="13"/>
                    <a:pt x="57" y="13"/>
                    <a:pt x="57" y="13"/>
                  </a:cubicBezTo>
                  <a:cubicBezTo>
                    <a:pt x="58" y="13"/>
                    <a:pt x="59" y="14"/>
                    <a:pt x="59" y="16"/>
                  </a:cubicBezTo>
                  <a:lnTo>
                    <a:pt x="59" y="20"/>
                  </a:lnTo>
                  <a:close/>
                  <a:moveTo>
                    <a:pt x="50" y="34"/>
                  </a:moveTo>
                  <a:cubicBezTo>
                    <a:pt x="50" y="35"/>
                    <a:pt x="49" y="36"/>
                    <a:pt x="48" y="36"/>
                  </a:cubicBezTo>
                  <a:cubicBezTo>
                    <a:pt x="16" y="36"/>
                    <a:pt x="16" y="36"/>
                    <a:pt x="16" y="36"/>
                  </a:cubicBezTo>
                  <a:cubicBezTo>
                    <a:pt x="15" y="36"/>
                    <a:pt x="13" y="35"/>
                    <a:pt x="13" y="34"/>
                  </a:cubicBezTo>
                  <a:cubicBezTo>
                    <a:pt x="13" y="29"/>
                    <a:pt x="13" y="29"/>
                    <a:pt x="13" y="29"/>
                  </a:cubicBezTo>
                  <a:cubicBezTo>
                    <a:pt x="13" y="28"/>
                    <a:pt x="15" y="27"/>
                    <a:pt x="16" y="27"/>
                  </a:cubicBezTo>
                  <a:cubicBezTo>
                    <a:pt x="48" y="27"/>
                    <a:pt x="48" y="27"/>
                    <a:pt x="48" y="27"/>
                  </a:cubicBezTo>
                  <a:cubicBezTo>
                    <a:pt x="49" y="27"/>
                    <a:pt x="50" y="28"/>
                    <a:pt x="50" y="29"/>
                  </a:cubicBezTo>
                  <a:lnTo>
                    <a:pt x="50" y="34"/>
                  </a:lnTo>
                  <a:close/>
                  <a:moveTo>
                    <a:pt x="45" y="7"/>
                  </a:moveTo>
                  <a:cubicBezTo>
                    <a:pt x="45" y="8"/>
                    <a:pt x="44" y="9"/>
                    <a:pt x="43" y="9"/>
                  </a:cubicBezTo>
                  <a:cubicBezTo>
                    <a:pt x="20" y="9"/>
                    <a:pt x="20" y="9"/>
                    <a:pt x="20" y="9"/>
                  </a:cubicBezTo>
                  <a:cubicBezTo>
                    <a:pt x="19" y="9"/>
                    <a:pt x="18" y="8"/>
                    <a:pt x="18" y="7"/>
                  </a:cubicBezTo>
                  <a:cubicBezTo>
                    <a:pt x="18" y="2"/>
                    <a:pt x="18" y="2"/>
                    <a:pt x="18" y="2"/>
                  </a:cubicBezTo>
                  <a:cubicBezTo>
                    <a:pt x="18" y="1"/>
                    <a:pt x="19" y="0"/>
                    <a:pt x="20" y="0"/>
                  </a:cubicBezTo>
                  <a:cubicBezTo>
                    <a:pt x="43" y="0"/>
                    <a:pt x="43" y="0"/>
                    <a:pt x="43" y="0"/>
                  </a:cubicBezTo>
                  <a:cubicBezTo>
                    <a:pt x="44" y="0"/>
                    <a:pt x="45" y="1"/>
                    <a:pt x="45" y="2"/>
                  </a:cubicBezTo>
                  <a:lnTo>
                    <a:pt x="45" y="7"/>
                  </a:lnTo>
                  <a:close/>
                </a:path>
              </a:pathLst>
            </a:custGeom>
            <a:solidFill>
              <a:schemeClr val="bg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7" name="Group 46"/>
          <p:cNvGrpSpPr/>
          <p:nvPr/>
        </p:nvGrpSpPr>
        <p:grpSpPr>
          <a:xfrm>
            <a:off x="6159297" y="3340160"/>
            <a:ext cx="600687" cy="583489"/>
            <a:chOff x="840159" y="2185414"/>
            <a:chExt cx="493370" cy="479245"/>
          </a:xfrm>
        </p:grpSpPr>
        <p:sp>
          <p:nvSpPr>
            <p:cNvPr id="48" name="Rounded Rectangle 47"/>
            <p:cNvSpPr/>
            <p:nvPr/>
          </p:nvSpPr>
          <p:spPr>
            <a:xfrm>
              <a:off x="840159" y="2185414"/>
              <a:ext cx="493370" cy="4792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00"/>
            <p:cNvSpPr>
              <a:spLocks noEditPoints="1"/>
            </p:cNvSpPr>
            <p:nvPr/>
          </p:nvSpPr>
          <p:spPr bwMode="auto">
            <a:xfrm>
              <a:off x="971750" y="2314705"/>
              <a:ext cx="230188" cy="220663"/>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0" name="Group 49"/>
          <p:cNvGrpSpPr/>
          <p:nvPr/>
        </p:nvGrpSpPr>
        <p:grpSpPr>
          <a:xfrm>
            <a:off x="6159297" y="4292939"/>
            <a:ext cx="600687" cy="583489"/>
            <a:chOff x="840159" y="2852760"/>
            <a:chExt cx="493370" cy="479245"/>
          </a:xfrm>
        </p:grpSpPr>
        <p:sp>
          <p:nvSpPr>
            <p:cNvPr id="51" name="Rounded Rectangle 50"/>
            <p:cNvSpPr/>
            <p:nvPr/>
          </p:nvSpPr>
          <p:spPr>
            <a:xfrm>
              <a:off x="840159" y="2852760"/>
              <a:ext cx="493370" cy="4792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44"/>
            <p:cNvSpPr>
              <a:spLocks noEditPoints="1"/>
            </p:cNvSpPr>
            <p:nvPr/>
          </p:nvSpPr>
          <p:spPr bwMode="auto">
            <a:xfrm>
              <a:off x="955869" y="2990792"/>
              <a:ext cx="261950" cy="203180"/>
            </a:xfrm>
            <a:custGeom>
              <a:avLst/>
              <a:gdLst/>
              <a:ahLst/>
              <a:cxnLst>
                <a:cxn ang="0">
                  <a:pos x="67" y="55"/>
                </a:cxn>
                <a:cxn ang="0">
                  <a:pos x="65" y="56"/>
                </a:cxn>
                <a:cxn ang="0">
                  <a:pos x="8" y="56"/>
                </a:cxn>
                <a:cxn ang="0">
                  <a:pos x="6" y="55"/>
                </a:cxn>
                <a:cxn ang="0">
                  <a:pos x="0" y="36"/>
                </a:cxn>
                <a:cxn ang="0">
                  <a:pos x="36" y="0"/>
                </a:cxn>
                <a:cxn ang="0">
                  <a:pos x="72" y="36"/>
                </a:cxn>
                <a:cxn ang="0">
                  <a:pos x="67" y="55"/>
                </a:cxn>
                <a:cxn ang="0">
                  <a:pos x="11" y="30"/>
                </a:cxn>
                <a:cxn ang="0">
                  <a:pos x="6" y="36"/>
                </a:cxn>
                <a:cxn ang="0">
                  <a:pos x="11" y="41"/>
                </a:cxn>
                <a:cxn ang="0">
                  <a:pos x="16" y="36"/>
                </a:cxn>
                <a:cxn ang="0">
                  <a:pos x="11" y="30"/>
                </a:cxn>
                <a:cxn ang="0">
                  <a:pos x="18" y="12"/>
                </a:cxn>
                <a:cxn ang="0">
                  <a:pos x="13" y="18"/>
                </a:cxn>
                <a:cxn ang="0">
                  <a:pos x="18" y="23"/>
                </a:cxn>
                <a:cxn ang="0">
                  <a:pos x="24" y="18"/>
                </a:cxn>
                <a:cxn ang="0">
                  <a:pos x="18" y="12"/>
                </a:cxn>
                <a:cxn ang="0">
                  <a:pos x="45" y="22"/>
                </a:cxn>
                <a:cxn ang="0">
                  <a:pos x="43" y="18"/>
                </a:cxn>
                <a:cxn ang="0">
                  <a:pos x="40" y="20"/>
                </a:cxn>
                <a:cxn ang="0">
                  <a:pos x="36" y="36"/>
                </a:cxn>
                <a:cxn ang="0">
                  <a:pos x="29" y="41"/>
                </a:cxn>
                <a:cxn ang="0">
                  <a:pos x="34" y="51"/>
                </a:cxn>
                <a:cxn ang="0">
                  <a:pos x="44" y="45"/>
                </a:cxn>
                <a:cxn ang="0">
                  <a:pos x="41" y="37"/>
                </a:cxn>
                <a:cxn ang="0">
                  <a:pos x="45" y="22"/>
                </a:cxn>
                <a:cxn ang="0">
                  <a:pos x="36" y="5"/>
                </a:cxn>
                <a:cxn ang="0">
                  <a:pos x="31" y="10"/>
                </a:cxn>
                <a:cxn ang="0">
                  <a:pos x="36" y="15"/>
                </a:cxn>
                <a:cxn ang="0">
                  <a:pos x="42" y="10"/>
                </a:cxn>
                <a:cxn ang="0">
                  <a:pos x="36" y="5"/>
                </a:cxn>
                <a:cxn ang="0">
                  <a:pos x="54" y="12"/>
                </a:cxn>
                <a:cxn ang="0">
                  <a:pos x="49" y="18"/>
                </a:cxn>
                <a:cxn ang="0">
                  <a:pos x="54" y="23"/>
                </a:cxn>
                <a:cxn ang="0">
                  <a:pos x="60" y="18"/>
                </a:cxn>
                <a:cxn ang="0">
                  <a:pos x="54" y="12"/>
                </a:cxn>
                <a:cxn ang="0">
                  <a:pos x="62" y="30"/>
                </a:cxn>
                <a:cxn ang="0">
                  <a:pos x="57" y="36"/>
                </a:cxn>
                <a:cxn ang="0">
                  <a:pos x="62" y="41"/>
                </a:cxn>
                <a:cxn ang="0">
                  <a:pos x="67" y="36"/>
                </a:cxn>
                <a:cxn ang="0">
                  <a:pos x="62" y="30"/>
                </a:cxn>
              </a:cxnLst>
              <a:rect l="0" t="0" r="r" b="b"/>
              <a:pathLst>
                <a:path w="72" h="56">
                  <a:moveTo>
                    <a:pt x="67" y="55"/>
                  </a:moveTo>
                  <a:cubicBezTo>
                    <a:pt x="66" y="56"/>
                    <a:pt x="66" y="56"/>
                    <a:pt x="65" y="56"/>
                  </a:cubicBezTo>
                  <a:cubicBezTo>
                    <a:pt x="8" y="56"/>
                    <a:pt x="8" y="56"/>
                    <a:pt x="8" y="56"/>
                  </a:cubicBezTo>
                  <a:cubicBezTo>
                    <a:pt x="7" y="56"/>
                    <a:pt x="7" y="56"/>
                    <a:pt x="6" y="55"/>
                  </a:cubicBezTo>
                  <a:cubicBezTo>
                    <a:pt x="2" y="49"/>
                    <a:pt x="0" y="42"/>
                    <a:pt x="0" y="36"/>
                  </a:cubicBezTo>
                  <a:cubicBezTo>
                    <a:pt x="0" y="16"/>
                    <a:pt x="17" y="0"/>
                    <a:pt x="36" y="0"/>
                  </a:cubicBezTo>
                  <a:cubicBezTo>
                    <a:pt x="56" y="0"/>
                    <a:pt x="72" y="16"/>
                    <a:pt x="72" y="36"/>
                  </a:cubicBezTo>
                  <a:cubicBezTo>
                    <a:pt x="72" y="42"/>
                    <a:pt x="70" y="49"/>
                    <a:pt x="67" y="55"/>
                  </a:cubicBezTo>
                  <a:close/>
                  <a:moveTo>
                    <a:pt x="11" y="30"/>
                  </a:moveTo>
                  <a:cubicBezTo>
                    <a:pt x="8" y="30"/>
                    <a:pt x="6" y="33"/>
                    <a:pt x="6" y="36"/>
                  </a:cubicBezTo>
                  <a:cubicBezTo>
                    <a:pt x="6" y="38"/>
                    <a:pt x="8" y="41"/>
                    <a:pt x="11" y="41"/>
                  </a:cubicBezTo>
                  <a:cubicBezTo>
                    <a:pt x="14" y="41"/>
                    <a:pt x="16" y="38"/>
                    <a:pt x="16" y="36"/>
                  </a:cubicBezTo>
                  <a:cubicBezTo>
                    <a:pt x="16" y="33"/>
                    <a:pt x="14" y="30"/>
                    <a:pt x="11" y="30"/>
                  </a:cubicBezTo>
                  <a:close/>
                  <a:moveTo>
                    <a:pt x="18" y="12"/>
                  </a:moveTo>
                  <a:cubicBezTo>
                    <a:pt x="16" y="12"/>
                    <a:pt x="13" y="15"/>
                    <a:pt x="13" y="18"/>
                  </a:cubicBezTo>
                  <a:cubicBezTo>
                    <a:pt x="13" y="20"/>
                    <a:pt x="16" y="23"/>
                    <a:pt x="18" y="23"/>
                  </a:cubicBezTo>
                  <a:cubicBezTo>
                    <a:pt x="21" y="23"/>
                    <a:pt x="24" y="20"/>
                    <a:pt x="24" y="18"/>
                  </a:cubicBezTo>
                  <a:cubicBezTo>
                    <a:pt x="24" y="15"/>
                    <a:pt x="21" y="12"/>
                    <a:pt x="18" y="12"/>
                  </a:cubicBezTo>
                  <a:close/>
                  <a:moveTo>
                    <a:pt x="45" y="22"/>
                  </a:moveTo>
                  <a:cubicBezTo>
                    <a:pt x="45" y="20"/>
                    <a:pt x="44" y="19"/>
                    <a:pt x="43" y="18"/>
                  </a:cubicBezTo>
                  <a:cubicBezTo>
                    <a:pt x="42" y="18"/>
                    <a:pt x="40" y="19"/>
                    <a:pt x="40" y="20"/>
                  </a:cubicBezTo>
                  <a:cubicBezTo>
                    <a:pt x="36" y="36"/>
                    <a:pt x="36" y="36"/>
                    <a:pt x="36" y="36"/>
                  </a:cubicBezTo>
                  <a:cubicBezTo>
                    <a:pt x="33" y="36"/>
                    <a:pt x="30" y="38"/>
                    <a:pt x="29" y="41"/>
                  </a:cubicBezTo>
                  <a:cubicBezTo>
                    <a:pt x="28" y="45"/>
                    <a:pt x="30" y="50"/>
                    <a:pt x="34" y="51"/>
                  </a:cubicBezTo>
                  <a:cubicBezTo>
                    <a:pt x="39" y="52"/>
                    <a:pt x="43" y="49"/>
                    <a:pt x="44" y="45"/>
                  </a:cubicBezTo>
                  <a:cubicBezTo>
                    <a:pt x="45" y="42"/>
                    <a:pt x="43" y="39"/>
                    <a:pt x="41" y="37"/>
                  </a:cubicBezTo>
                  <a:lnTo>
                    <a:pt x="45" y="22"/>
                  </a:lnTo>
                  <a:close/>
                  <a:moveTo>
                    <a:pt x="36" y="5"/>
                  </a:moveTo>
                  <a:cubicBezTo>
                    <a:pt x="34" y="5"/>
                    <a:pt x="31" y="7"/>
                    <a:pt x="31" y="10"/>
                  </a:cubicBezTo>
                  <a:cubicBezTo>
                    <a:pt x="31" y="13"/>
                    <a:pt x="34" y="15"/>
                    <a:pt x="36" y="15"/>
                  </a:cubicBezTo>
                  <a:cubicBezTo>
                    <a:pt x="39" y="15"/>
                    <a:pt x="42" y="13"/>
                    <a:pt x="42" y="10"/>
                  </a:cubicBezTo>
                  <a:cubicBezTo>
                    <a:pt x="42" y="7"/>
                    <a:pt x="39" y="5"/>
                    <a:pt x="36" y="5"/>
                  </a:cubicBezTo>
                  <a:close/>
                  <a:moveTo>
                    <a:pt x="54" y="12"/>
                  </a:moveTo>
                  <a:cubicBezTo>
                    <a:pt x="52" y="12"/>
                    <a:pt x="49" y="15"/>
                    <a:pt x="49" y="18"/>
                  </a:cubicBezTo>
                  <a:cubicBezTo>
                    <a:pt x="49" y="20"/>
                    <a:pt x="52" y="23"/>
                    <a:pt x="54" y="23"/>
                  </a:cubicBezTo>
                  <a:cubicBezTo>
                    <a:pt x="57" y="23"/>
                    <a:pt x="60" y="20"/>
                    <a:pt x="60" y="18"/>
                  </a:cubicBezTo>
                  <a:cubicBezTo>
                    <a:pt x="60" y="15"/>
                    <a:pt x="57" y="12"/>
                    <a:pt x="54" y="12"/>
                  </a:cubicBezTo>
                  <a:close/>
                  <a:moveTo>
                    <a:pt x="62" y="30"/>
                  </a:moveTo>
                  <a:cubicBezTo>
                    <a:pt x="59" y="30"/>
                    <a:pt x="57" y="33"/>
                    <a:pt x="57" y="36"/>
                  </a:cubicBezTo>
                  <a:cubicBezTo>
                    <a:pt x="57" y="38"/>
                    <a:pt x="59" y="41"/>
                    <a:pt x="62" y="41"/>
                  </a:cubicBezTo>
                  <a:cubicBezTo>
                    <a:pt x="65" y="41"/>
                    <a:pt x="67" y="38"/>
                    <a:pt x="67" y="36"/>
                  </a:cubicBezTo>
                  <a:cubicBezTo>
                    <a:pt x="67" y="33"/>
                    <a:pt x="65" y="30"/>
                    <a:pt x="62" y="30"/>
                  </a:cubicBezTo>
                  <a:close/>
                </a:path>
              </a:pathLst>
            </a:custGeom>
            <a:solidFill>
              <a:schemeClr val="bg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3" name="Group 52"/>
          <p:cNvGrpSpPr/>
          <p:nvPr/>
        </p:nvGrpSpPr>
        <p:grpSpPr>
          <a:xfrm>
            <a:off x="6159297" y="5245717"/>
            <a:ext cx="600687" cy="583489"/>
            <a:chOff x="840159" y="3520106"/>
            <a:chExt cx="493370" cy="479245"/>
          </a:xfrm>
        </p:grpSpPr>
        <p:sp>
          <p:nvSpPr>
            <p:cNvPr id="54" name="Rounded Rectangle 53"/>
            <p:cNvSpPr/>
            <p:nvPr/>
          </p:nvSpPr>
          <p:spPr>
            <a:xfrm>
              <a:off x="840159" y="3520106"/>
              <a:ext cx="493370" cy="4792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bIns="111330" rtlCol="0" anchor="ctr"/>
            <a:lstStyle/>
            <a:p>
              <a:pPr algn="ctr">
                <a:lnSpc>
                  <a:spcPct val="120000"/>
                </a:lnSpc>
              </a:pPr>
              <a:endParaRPr lang="en-US" sz="2435"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52"/>
            <p:cNvSpPr>
              <a:spLocks noEditPoints="1"/>
            </p:cNvSpPr>
            <p:nvPr/>
          </p:nvSpPr>
          <p:spPr bwMode="auto">
            <a:xfrm>
              <a:off x="955869" y="3638690"/>
              <a:ext cx="261950" cy="242077"/>
            </a:xfrm>
            <a:custGeom>
              <a:avLst/>
              <a:gdLst/>
              <a:ahLst/>
              <a:cxnLst>
                <a:cxn ang="0">
                  <a:pos x="67" y="20"/>
                </a:cxn>
                <a:cxn ang="0">
                  <a:pos x="46" y="36"/>
                </a:cxn>
                <a:cxn ang="0">
                  <a:pos x="42" y="40"/>
                </a:cxn>
                <a:cxn ang="0">
                  <a:pos x="39" y="47"/>
                </a:cxn>
                <a:cxn ang="0">
                  <a:pos x="44" y="52"/>
                </a:cxn>
                <a:cxn ang="0">
                  <a:pos x="52" y="58"/>
                </a:cxn>
                <a:cxn ang="0">
                  <a:pos x="52" y="61"/>
                </a:cxn>
                <a:cxn ang="0">
                  <a:pos x="51" y="62"/>
                </a:cxn>
                <a:cxn ang="0">
                  <a:pos x="17" y="62"/>
                </a:cxn>
                <a:cxn ang="0">
                  <a:pos x="16" y="61"/>
                </a:cxn>
                <a:cxn ang="0">
                  <a:pos x="16" y="58"/>
                </a:cxn>
                <a:cxn ang="0">
                  <a:pos x="24" y="52"/>
                </a:cxn>
                <a:cxn ang="0">
                  <a:pos x="29" y="47"/>
                </a:cxn>
                <a:cxn ang="0">
                  <a:pos x="26" y="40"/>
                </a:cxn>
                <a:cxn ang="0">
                  <a:pos x="22" y="36"/>
                </a:cxn>
                <a:cxn ang="0">
                  <a:pos x="0" y="20"/>
                </a:cxn>
                <a:cxn ang="0">
                  <a:pos x="0" y="15"/>
                </a:cxn>
                <a:cxn ang="0">
                  <a:pos x="4" y="11"/>
                </a:cxn>
                <a:cxn ang="0">
                  <a:pos x="16" y="11"/>
                </a:cxn>
                <a:cxn ang="0">
                  <a:pos x="16" y="7"/>
                </a:cxn>
                <a:cxn ang="0">
                  <a:pos x="22" y="0"/>
                </a:cxn>
                <a:cxn ang="0">
                  <a:pos x="45" y="0"/>
                </a:cxn>
                <a:cxn ang="0">
                  <a:pos x="52" y="7"/>
                </a:cxn>
                <a:cxn ang="0">
                  <a:pos x="52" y="11"/>
                </a:cxn>
                <a:cxn ang="0">
                  <a:pos x="63" y="11"/>
                </a:cxn>
                <a:cxn ang="0">
                  <a:pos x="67" y="15"/>
                </a:cxn>
                <a:cxn ang="0">
                  <a:pos x="67" y="20"/>
                </a:cxn>
                <a:cxn ang="0">
                  <a:pos x="16" y="16"/>
                </a:cxn>
                <a:cxn ang="0">
                  <a:pos x="6" y="16"/>
                </a:cxn>
                <a:cxn ang="0">
                  <a:pos x="6" y="20"/>
                </a:cxn>
                <a:cxn ang="0">
                  <a:pos x="19" y="31"/>
                </a:cxn>
                <a:cxn ang="0">
                  <a:pos x="16" y="16"/>
                </a:cxn>
                <a:cxn ang="0">
                  <a:pos x="62" y="16"/>
                </a:cxn>
                <a:cxn ang="0">
                  <a:pos x="52" y="16"/>
                </a:cxn>
                <a:cxn ang="0">
                  <a:pos x="49" y="31"/>
                </a:cxn>
                <a:cxn ang="0">
                  <a:pos x="62" y="20"/>
                </a:cxn>
                <a:cxn ang="0">
                  <a:pos x="62" y="16"/>
                </a:cxn>
              </a:cxnLst>
              <a:rect l="0" t="0" r="r" b="b"/>
              <a:pathLst>
                <a:path w="67" h="62">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bg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56"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2993479639"/>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accel="50000" decel="50000" fill="hold" nodeType="after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additive="base">
                                        <p:cTn id="12" dur="1000" fill="hold"/>
                                        <p:tgtEl>
                                          <p:spTgt spid="24"/>
                                        </p:tgtEl>
                                        <p:attrNameLst>
                                          <p:attrName>ppt_x</p:attrName>
                                        </p:attrNameLst>
                                      </p:cBhvr>
                                      <p:tavLst>
                                        <p:tav tm="0">
                                          <p:val>
                                            <p:strVal val="#ppt_x"/>
                                          </p:val>
                                        </p:tav>
                                        <p:tav tm="100000">
                                          <p:val>
                                            <p:strVal val="#ppt_x"/>
                                          </p:val>
                                        </p:tav>
                                      </p:tavLst>
                                    </p:anim>
                                    <p:anim calcmode="lin" valueType="num">
                                      <p:cBhvr additive="base">
                                        <p:cTn id="13" dur="1000" fill="hold"/>
                                        <p:tgtEl>
                                          <p:spTgt spid="24"/>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1" accel="50000" decel="50000" fill="hold" nodeType="afterEffect">
                                  <p:stCondLst>
                                    <p:cond delay="0"/>
                                  </p:stCondLst>
                                  <p:childTnLst>
                                    <p:set>
                                      <p:cBhvr>
                                        <p:cTn id="16" dur="1" fill="hold">
                                          <p:stCondLst>
                                            <p:cond delay="0"/>
                                          </p:stCondLst>
                                        </p:cTn>
                                        <p:tgtEl>
                                          <p:spTgt spid="25"/>
                                        </p:tgtEl>
                                        <p:attrNameLst>
                                          <p:attrName>style.visibility</p:attrName>
                                        </p:attrNameLst>
                                      </p:cBhvr>
                                      <p:to>
                                        <p:strVal val="visible"/>
                                      </p:to>
                                    </p:set>
                                    <p:anim calcmode="lin" valueType="num">
                                      <p:cBhvr additive="base">
                                        <p:cTn id="17" dur="1000" fill="hold"/>
                                        <p:tgtEl>
                                          <p:spTgt spid="25"/>
                                        </p:tgtEl>
                                        <p:attrNameLst>
                                          <p:attrName>ppt_x</p:attrName>
                                        </p:attrNameLst>
                                      </p:cBhvr>
                                      <p:tavLst>
                                        <p:tav tm="0">
                                          <p:val>
                                            <p:strVal val="#ppt_x"/>
                                          </p:val>
                                        </p:tav>
                                        <p:tav tm="100000">
                                          <p:val>
                                            <p:strVal val="#ppt_x"/>
                                          </p:val>
                                        </p:tav>
                                      </p:tavLst>
                                    </p:anim>
                                    <p:anim calcmode="lin" valueType="num">
                                      <p:cBhvr additive="base">
                                        <p:cTn id="18" dur="1000" fill="hold"/>
                                        <p:tgtEl>
                                          <p:spTgt spid="25"/>
                                        </p:tgtEl>
                                        <p:attrNameLst>
                                          <p:attrName>ppt_y</p:attrName>
                                        </p:attrNameLst>
                                      </p:cBhvr>
                                      <p:tavLst>
                                        <p:tav tm="0">
                                          <p:val>
                                            <p:strVal val="0-#ppt_h/2"/>
                                          </p:val>
                                        </p:tav>
                                        <p:tav tm="100000">
                                          <p:val>
                                            <p:strVal val="#ppt_y"/>
                                          </p:val>
                                        </p:tav>
                                      </p:tavLst>
                                    </p:anim>
                                  </p:childTnLst>
                                </p:cTn>
                              </p:par>
                            </p:childTnLst>
                          </p:cTn>
                        </p:par>
                        <p:par>
                          <p:cTn id="19" fill="hold">
                            <p:stCondLst>
                              <p:cond delay="3000"/>
                            </p:stCondLst>
                            <p:childTnLst>
                              <p:par>
                                <p:cTn id="20" presetID="2" presetClass="entr" presetSubtype="1" accel="50000" decel="50000"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1000" fill="hold"/>
                                        <p:tgtEl>
                                          <p:spTgt spid="26"/>
                                        </p:tgtEl>
                                        <p:attrNameLst>
                                          <p:attrName>ppt_x</p:attrName>
                                        </p:attrNameLst>
                                      </p:cBhvr>
                                      <p:tavLst>
                                        <p:tav tm="0">
                                          <p:val>
                                            <p:strVal val="#ppt_x"/>
                                          </p:val>
                                        </p:tav>
                                        <p:tav tm="100000">
                                          <p:val>
                                            <p:strVal val="#ppt_x"/>
                                          </p:val>
                                        </p:tav>
                                      </p:tavLst>
                                    </p:anim>
                                    <p:anim calcmode="lin" valueType="num">
                                      <p:cBhvr additive="base">
                                        <p:cTn id="23" dur="1000" fill="hold"/>
                                        <p:tgtEl>
                                          <p:spTgt spid="26"/>
                                        </p:tgtEl>
                                        <p:attrNameLst>
                                          <p:attrName>ppt_y</p:attrName>
                                        </p:attrNameLst>
                                      </p:cBhvr>
                                      <p:tavLst>
                                        <p:tav tm="0">
                                          <p:val>
                                            <p:strVal val="0-#ppt_h/2"/>
                                          </p:val>
                                        </p:tav>
                                        <p:tav tm="100000">
                                          <p:val>
                                            <p:strVal val="#ppt_y"/>
                                          </p:val>
                                        </p:tav>
                                      </p:tavLst>
                                    </p:anim>
                                  </p:childTnLst>
                                </p:cTn>
                              </p:par>
                            </p:childTnLst>
                          </p:cTn>
                        </p:par>
                        <p:par>
                          <p:cTn id="24" fill="hold">
                            <p:stCondLst>
                              <p:cond delay="4000"/>
                            </p:stCondLst>
                            <p:childTnLst>
                              <p:par>
                                <p:cTn id="25" presetID="53" presetClass="entr" presetSubtype="0" fill="hold" nodeType="after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500" fill="hold"/>
                                        <p:tgtEl>
                                          <p:spTgt spid="44"/>
                                        </p:tgtEl>
                                        <p:attrNameLst>
                                          <p:attrName>ppt_w</p:attrName>
                                        </p:attrNameLst>
                                      </p:cBhvr>
                                      <p:tavLst>
                                        <p:tav tm="0">
                                          <p:val>
                                            <p:fltVal val="0"/>
                                          </p:val>
                                        </p:tav>
                                        <p:tav tm="100000">
                                          <p:val>
                                            <p:strVal val="#ppt_w"/>
                                          </p:val>
                                        </p:tav>
                                      </p:tavLst>
                                    </p:anim>
                                    <p:anim calcmode="lin" valueType="num">
                                      <p:cBhvr>
                                        <p:cTn id="28" dur="500" fill="hold"/>
                                        <p:tgtEl>
                                          <p:spTgt spid="44"/>
                                        </p:tgtEl>
                                        <p:attrNameLst>
                                          <p:attrName>ppt_h</p:attrName>
                                        </p:attrNameLst>
                                      </p:cBhvr>
                                      <p:tavLst>
                                        <p:tav tm="0">
                                          <p:val>
                                            <p:fltVal val="0"/>
                                          </p:val>
                                        </p:tav>
                                        <p:tav tm="100000">
                                          <p:val>
                                            <p:strVal val="#ppt_h"/>
                                          </p:val>
                                        </p:tav>
                                      </p:tavLst>
                                    </p:anim>
                                    <p:animEffect transition="in" filter="fade">
                                      <p:cBhvr>
                                        <p:cTn id="29" dur="500"/>
                                        <p:tgtEl>
                                          <p:spTgt spid="44"/>
                                        </p:tgtEl>
                                      </p:cBhvr>
                                    </p:animEffect>
                                  </p:childTnLst>
                                </p:cTn>
                              </p:par>
                              <p:par>
                                <p:cTn id="30" presetID="2" presetClass="entr" presetSubtype="4" accel="50000" decel="50000" fill="hold" grpId="0" nodeType="withEffect">
                                  <p:stCondLst>
                                    <p:cond delay="0"/>
                                  </p:stCondLst>
                                  <p:childTnLst>
                                    <p:set>
                                      <p:cBhvr>
                                        <p:cTn id="31" dur="1" fill="hold">
                                          <p:stCondLst>
                                            <p:cond delay="0"/>
                                          </p:stCondLst>
                                        </p:cTn>
                                        <p:tgtEl>
                                          <p:spTgt spid="36"/>
                                        </p:tgtEl>
                                        <p:attrNameLst>
                                          <p:attrName>style.visibility</p:attrName>
                                        </p:attrNameLst>
                                      </p:cBhvr>
                                      <p:to>
                                        <p:strVal val="visible"/>
                                      </p:to>
                                    </p:set>
                                    <p:anim calcmode="lin" valueType="num">
                                      <p:cBhvr additive="base">
                                        <p:cTn id="32" dur="1000" fill="hold"/>
                                        <p:tgtEl>
                                          <p:spTgt spid="36"/>
                                        </p:tgtEl>
                                        <p:attrNameLst>
                                          <p:attrName>ppt_x</p:attrName>
                                        </p:attrNameLst>
                                      </p:cBhvr>
                                      <p:tavLst>
                                        <p:tav tm="0">
                                          <p:val>
                                            <p:strVal val="#ppt_x"/>
                                          </p:val>
                                        </p:tav>
                                        <p:tav tm="100000">
                                          <p:val>
                                            <p:strVal val="#ppt_x"/>
                                          </p:val>
                                        </p:tav>
                                      </p:tavLst>
                                    </p:anim>
                                    <p:anim calcmode="lin" valueType="num">
                                      <p:cBhvr additive="base">
                                        <p:cTn id="33" dur="1000" fill="hold"/>
                                        <p:tgtEl>
                                          <p:spTgt spid="36"/>
                                        </p:tgtEl>
                                        <p:attrNameLst>
                                          <p:attrName>ppt_y</p:attrName>
                                        </p:attrNameLst>
                                      </p:cBhvr>
                                      <p:tavLst>
                                        <p:tav tm="0">
                                          <p:val>
                                            <p:strVal val="1+#ppt_h/2"/>
                                          </p:val>
                                        </p:tav>
                                        <p:tav tm="100000">
                                          <p:val>
                                            <p:strVal val="#ppt_y"/>
                                          </p:val>
                                        </p:tav>
                                      </p:tavLst>
                                    </p:anim>
                                  </p:childTnLst>
                                </p:cTn>
                              </p:par>
                            </p:childTnLst>
                          </p:cTn>
                        </p:par>
                        <p:par>
                          <p:cTn id="34" fill="hold">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p:cTn id="37" dur="500" fill="hold"/>
                                        <p:tgtEl>
                                          <p:spTgt spid="40"/>
                                        </p:tgtEl>
                                        <p:attrNameLst>
                                          <p:attrName>ppt_w</p:attrName>
                                        </p:attrNameLst>
                                      </p:cBhvr>
                                      <p:tavLst>
                                        <p:tav tm="0">
                                          <p:val>
                                            <p:fltVal val="0"/>
                                          </p:val>
                                        </p:tav>
                                        <p:tav tm="100000">
                                          <p:val>
                                            <p:strVal val="#ppt_w"/>
                                          </p:val>
                                        </p:tav>
                                      </p:tavLst>
                                    </p:anim>
                                    <p:anim calcmode="lin" valueType="num">
                                      <p:cBhvr>
                                        <p:cTn id="38" dur="500" fill="hold"/>
                                        <p:tgtEl>
                                          <p:spTgt spid="40"/>
                                        </p:tgtEl>
                                        <p:attrNameLst>
                                          <p:attrName>ppt_h</p:attrName>
                                        </p:attrNameLst>
                                      </p:cBhvr>
                                      <p:tavLst>
                                        <p:tav tm="0">
                                          <p:val>
                                            <p:fltVal val="0"/>
                                          </p:val>
                                        </p:tav>
                                        <p:tav tm="100000">
                                          <p:val>
                                            <p:strVal val="#ppt_h"/>
                                          </p:val>
                                        </p:tav>
                                      </p:tavLst>
                                    </p:anim>
                                    <p:animEffect transition="in" filter="fade">
                                      <p:cBhvr>
                                        <p:cTn id="39" dur="500"/>
                                        <p:tgtEl>
                                          <p:spTgt spid="40"/>
                                        </p:tgtEl>
                                      </p:cBhvr>
                                    </p:animEffect>
                                  </p:childTnLst>
                                </p:cTn>
                              </p:par>
                            </p:childTnLst>
                          </p:cTn>
                        </p:par>
                        <p:par>
                          <p:cTn id="40" fill="hold">
                            <p:stCondLst>
                              <p:cond delay="5500"/>
                            </p:stCondLst>
                            <p:childTnLst>
                              <p:par>
                                <p:cTn id="41" presetID="53" presetClass="entr" presetSubtype="0" fill="hold" nodeType="afterEffect">
                                  <p:stCondLst>
                                    <p:cond delay="0"/>
                                  </p:stCondLst>
                                  <p:childTnLst>
                                    <p:set>
                                      <p:cBhvr>
                                        <p:cTn id="42" dur="1" fill="hold">
                                          <p:stCondLst>
                                            <p:cond delay="0"/>
                                          </p:stCondLst>
                                        </p:cTn>
                                        <p:tgtEl>
                                          <p:spTgt spid="47"/>
                                        </p:tgtEl>
                                        <p:attrNameLst>
                                          <p:attrName>style.visibility</p:attrName>
                                        </p:attrNameLst>
                                      </p:cBhvr>
                                      <p:to>
                                        <p:strVal val="visible"/>
                                      </p:to>
                                    </p:set>
                                    <p:anim calcmode="lin" valueType="num">
                                      <p:cBhvr>
                                        <p:cTn id="43" dur="500" fill="hold"/>
                                        <p:tgtEl>
                                          <p:spTgt spid="47"/>
                                        </p:tgtEl>
                                        <p:attrNameLst>
                                          <p:attrName>ppt_w</p:attrName>
                                        </p:attrNameLst>
                                      </p:cBhvr>
                                      <p:tavLst>
                                        <p:tav tm="0">
                                          <p:val>
                                            <p:fltVal val="0"/>
                                          </p:val>
                                        </p:tav>
                                        <p:tav tm="100000">
                                          <p:val>
                                            <p:strVal val="#ppt_w"/>
                                          </p:val>
                                        </p:tav>
                                      </p:tavLst>
                                    </p:anim>
                                    <p:anim calcmode="lin" valueType="num">
                                      <p:cBhvr>
                                        <p:cTn id="44" dur="500" fill="hold"/>
                                        <p:tgtEl>
                                          <p:spTgt spid="47"/>
                                        </p:tgtEl>
                                        <p:attrNameLst>
                                          <p:attrName>ppt_h</p:attrName>
                                        </p:attrNameLst>
                                      </p:cBhvr>
                                      <p:tavLst>
                                        <p:tav tm="0">
                                          <p:val>
                                            <p:fltVal val="0"/>
                                          </p:val>
                                        </p:tav>
                                        <p:tav tm="100000">
                                          <p:val>
                                            <p:strVal val="#ppt_h"/>
                                          </p:val>
                                        </p:tav>
                                      </p:tavLst>
                                    </p:anim>
                                    <p:animEffect transition="in" filter="fade">
                                      <p:cBhvr>
                                        <p:cTn id="45" dur="500"/>
                                        <p:tgtEl>
                                          <p:spTgt spid="47"/>
                                        </p:tgtEl>
                                      </p:cBhvr>
                                    </p:animEffect>
                                  </p:childTnLst>
                                </p:cTn>
                              </p:par>
                              <p:par>
                                <p:cTn id="46" presetID="2" presetClass="entr" presetSubtype="4" accel="50000" decel="50000" fill="hold" grpId="0" nodeType="withEffect">
                                  <p:stCondLst>
                                    <p:cond delay="0"/>
                                  </p:stCondLst>
                                  <p:childTnLst>
                                    <p:set>
                                      <p:cBhvr>
                                        <p:cTn id="47" dur="1" fill="hold">
                                          <p:stCondLst>
                                            <p:cond delay="0"/>
                                          </p:stCondLst>
                                        </p:cTn>
                                        <p:tgtEl>
                                          <p:spTgt spid="37"/>
                                        </p:tgtEl>
                                        <p:attrNameLst>
                                          <p:attrName>style.visibility</p:attrName>
                                        </p:attrNameLst>
                                      </p:cBhvr>
                                      <p:to>
                                        <p:strVal val="visible"/>
                                      </p:to>
                                    </p:set>
                                    <p:anim calcmode="lin" valueType="num">
                                      <p:cBhvr additive="base">
                                        <p:cTn id="48" dur="1000" fill="hold"/>
                                        <p:tgtEl>
                                          <p:spTgt spid="37"/>
                                        </p:tgtEl>
                                        <p:attrNameLst>
                                          <p:attrName>ppt_x</p:attrName>
                                        </p:attrNameLst>
                                      </p:cBhvr>
                                      <p:tavLst>
                                        <p:tav tm="0">
                                          <p:val>
                                            <p:strVal val="#ppt_x"/>
                                          </p:val>
                                        </p:tav>
                                        <p:tav tm="100000">
                                          <p:val>
                                            <p:strVal val="#ppt_x"/>
                                          </p:val>
                                        </p:tav>
                                      </p:tavLst>
                                    </p:anim>
                                    <p:anim calcmode="lin" valueType="num">
                                      <p:cBhvr additive="base">
                                        <p:cTn id="49" dur="1000" fill="hold"/>
                                        <p:tgtEl>
                                          <p:spTgt spid="37"/>
                                        </p:tgtEl>
                                        <p:attrNameLst>
                                          <p:attrName>ppt_y</p:attrName>
                                        </p:attrNameLst>
                                      </p:cBhvr>
                                      <p:tavLst>
                                        <p:tav tm="0">
                                          <p:val>
                                            <p:strVal val="1+#ppt_h/2"/>
                                          </p:val>
                                        </p:tav>
                                        <p:tav tm="100000">
                                          <p:val>
                                            <p:strVal val="#ppt_y"/>
                                          </p:val>
                                        </p:tav>
                                      </p:tavLst>
                                    </p:anim>
                                  </p:childTnLst>
                                </p:cTn>
                              </p:par>
                            </p:childTnLst>
                          </p:cTn>
                        </p:par>
                        <p:par>
                          <p:cTn id="50" fill="hold">
                            <p:stCondLst>
                              <p:cond delay="6500"/>
                            </p:stCondLst>
                            <p:childTnLst>
                              <p:par>
                                <p:cTn id="51" presetID="53" presetClass="entr" presetSubtype="0" fill="hold" grpId="0" nodeType="afterEffect">
                                  <p:stCondLst>
                                    <p:cond delay="0"/>
                                  </p:stCondLst>
                                  <p:childTnLst>
                                    <p:set>
                                      <p:cBhvr>
                                        <p:cTn id="52" dur="1" fill="hold">
                                          <p:stCondLst>
                                            <p:cond delay="0"/>
                                          </p:stCondLst>
                                        </p:cTn>
                                        <p:tgtEl>
                                          <p:spTgt spid="42"/>
                                        </p:tgtEl>
                                        <p:attrNameLst>
                                          <p:attrName>style.visibility</p:attrName>
                                        </p:attrNameLst>
                                      </p:cBhvr>
                                      <p:to>
                                        <p:strVal val="visible"/>
                                      </p:to>
                                    </p:set>
                                    <p:anim calcmode="lin" valueType="num">
                                      <p:cBhvr>
                                        <p:cTn id="53" dur="500" fill="hold"/>
                                        <p:tgtEl>
                                          <p:spTgt spid="42"/>
                                        </p:tgtEl>
                                        <p:attrNameLst>
                                          <p:attrName>ppt_w</p:attrName>
                                        </p:attrNameLst>
                                      </p:cBhvr>
                                      <p:tavLst>
                                        <p:tav tm="0">
                                          <p:val>
                                            <p:fltVal val="0"/>
                                          </p:val>
                                        </p:tav>
                                        <p:tav tm="100000">
                                          <p:val>
                                            <p:strVal val="#ppt_w"/>
                                          </p:val>
                                        </p:tav>
                                      </p:tavLst>
                                    </p:anim>
                                    <p:anim calcmode="lin" valueType="num">
                                      <p:cBhvr>
                                        <p:cTn id="54" dur="500" fill="hold"/>
                                        <p:tgtEl>
                                          <p:spTgt spid="42"/>
                                        </p:tgtEl>
                                        <p:attrNameLst>
                                          <p:attrName>ppt_h</p:attrName>
                                        </p:attrNameLst>
                                      </p:cBhvr>
                                      <p:tavLst>
                                        <p:tav tm="0">
                                          <p:val>
                                            <p:fltVal val="0"/>
                                          </p:val>
                                        </p:tav>
                                        <p:tav tm="100000">
                                          <p:val>
                                            <p:strVal val="#ppt_h"/>
                                          </p:val>
                                        </p:tav>
                                      </p:tavLst>
                                    </p:anim>
                                    <p:animEffect transition="in" filter="fade">
                                      <p:cBhvr>
                                        <p:cTn id="55" dur="500"/>
                                        <p:tgtEl>
                                          <p:spTgt spid="42"/>
                                        </p:tgtEl>
                                      </p:cBhvr>
                                    </p:animEffect>
                                  </p:childTnLst>
                                </p:cTn>
                              </p:par>
                            </p:childTnLst>
                          </p:cTn>
                        </p:par>
                        <p:par>
                          <p:cTn id="56" fill="hold">
                            <p:stCondLst>
                              <p:cond delay="7000"/>
                            </p:stCondLst>
                            <p:childTnLst>
                              <p:par>
                                <p:cTn id="57" presetID="53" presetClass="entr" presetSubtype="0" fill="hold" nodeType="afterEffect">
                                  <p:stCondLst>
                                    <p:cond delay="0"/>
                                  </p:stCondLst>
                                  <p:childTnLst>
                                    <p:set>
                                      <p:cBhvr>
                                        <p:cTn id="58" dur="1" fill="hold">
                                          <p:stCondLst>
                                            <p:cond delay="0"/>
                                          </p:stCondLst>
                                        </p:cTn>
                                        <p:tgtEl>
                                          <p:spTgt spid="50"/>
                                        </p:tgtEl>
                                        <p:attrNameLst>
                                          <p:attrName>style.visibility</p:attrName>
                                        </p:attrNameLst>
                                      </p:cBhvr>
                                      <p:to>
                                        <p:strVal val="visible"/>
                                      </p:to>
                                    </p:set>
                                    <p:anim calcmode="lin" valueType="num">
                                      <p:cBhvr>
                                        <p:cTn id="59" dur="500" fill="hold"/>
                                        <p:tgtEl>
                                          <p:spTgt spid="50"/>
                                        </p:tgtEl>
                                        <p:attrNameLst>
                                          <p:attrName>ppt_w</p:attrName>
                                        </p:attrNameLst>
                                      </p:cBhvr>
                                      <p:tavLst>
                                        <p:tav tm="0">
                                          <p:val>
                                            <p:fltVal val="0"/>
                                          </p:val>
                                        </p:tav>
                                        <p:tav tm="100000">
                                          <p:val>
                                            <p:strVal val="#ppt_w"/>
                                          </p:val>
                                        </p:tav>
                                      </p:tavLst>
                                    </p:anim>
                                    <p:anim calcmode="lin" valueType="num">
                                      <p:cBhvr>
                                        <p:cTn id="60" dur="500" fill="hold"/>
                                        <p:tgtEl>
                                          <p:spTgt spid="50"/>
                                        </p:tgtEl>
                                        <p:attrNameLst>
                                          <p:attrName>ppt_h</p:attrName>
                                        </p:attrNameLst>
                                      </p:cBhvr>
                                      <p:tavLst>
                                        <p:tav tm="0">
                                          <p:val>
                                            <p:fltVal val="0"/>
                                          </p:val>
                                        </p:tav>
                                        <p:tav tm="100000">
                                          <p:val>
                                            <p:strVal val="#ppt_h"/>
                                          </p:val>
                                        </p:tav>
                                      </p:tavLst>
                                    </p:anim>
                                    <p:animEffect transition="in" filter="fade">
                                      <p:cBhvr>
                                        <p:cTn id="61" dur="500"/>
                                        <p:tgtEl>
                                          <p:spTgt spid="50"/>
                                        </p:tgtEl>
                                      </p:cBhvr>
                                    </p:animEffect>
                                  </p:childTnLst>
                                </p:cTn>
                              </p:par>
                              <p:par>
                                <p:cTn id="62" presetID="2" presetClass="entr" presetSubtype="4" accel="50000" decel="50000" fill="hold" grpId="0" nodeType="withEffect">
                                  <p:stCondLst>
                                    <p:cond delay="0"/>
                                  </p:stCondLst>
                                  <p:childTnLst>
                                    <p:set>
                                      <p:cBhvr>
                                        <p:cTn id="63" dur="1" fill="hold">
                                          <p:stCondLst>
                                            <p:cond delay="0"/>
                                          </p:stCondLst>
                                        </p:cTn>
                                        <p:tgtEl>
                                          <p:spTgt spid="38"/>
                                        </p:tgtEl>
                                        <p:attrNameLst>
                                          <p:attrName>style.visibility</p:attrName>
                                        </p:attrNameLst>
                                      </p:cBhvr>
                                      <p:to>
                                        <p:strVal val="visible"/>
                                      </p:to>
                                    </p:set>
                                    <p:anim calcmode="lin" valueType="num">
                                      <p:cBhvr additive="base">
                                        <p:cTn id="64" dur="1000" fill="hold"/>
                                        <p:tgtEl>
                                          <p:spTgt spid="38"/>
                                        </p:tgtEl>
                                        <p:attrNameLst>
                                          <p:attrName>ppt_x</p:attrName>
                                        </p:attrNameLst>
                                      </p:cBhvr>
                                      <p:tavLst>
                                        <p:tav tm="0">
                                          <p:val>
                                            <p:strVal val="#ppt_x"/>
                                          </p:val>
                                        </p:tav>
                                        <p:tav tm="100000">
                                          <p:val>
                                            <p:strVal val="#ppt_x"/>
                                          </p:val>
                                        </p:tav>
                                      </p:tavLst>
                                    </p:anim>
                                    <p:anim calcmode="lin" valueType="num">
                                      <p:cBhvr additive="base">
                                        <p:cTn id="65" dur="1000" fill="hold"/>
                                        <p:tgtEl>
                                          <p:spTgt spid="38"/>
                                        </p:tgtEl>
                                        <p:attrNameLst>
                                          <p:attrName>ppt_y</p:attrName>
                                        </p:attrNameLst>
                                      </p:cBhvr>
                                      <p:tavLst>
                                        <p:tav tm="0">
                                          <p:val>
                                            <p:strVal val="1+#ppt_h/2"/>
                                          </p:val>
                                        </p:tav>
                                        <p:tav tm="100000">
                                          <p:val>
                                            <p:strVal val="#ppt_y"/>
                                          </p:val>
                                        </p:tav>
                                      </p:tavLst>
                                    </p:anim>
                                  </p:childTnLst>
                                </p:cTn>
                              </p:par>
                            </p:childTnLst>
                          </p:cTn>
                        </p:par>
                        <p:par>
                          <p:cTn id="66" fill="hold">
                            <p:stCondLst>
                              <p:cond delay="8000"/>
                            </p:stCondLst>
                            <p:childTnLst>
                              <p:par>
                                <p:cTn id="67" presetID="53" presetClass="entr" presetSubtype="0" fill="hold" grpId="0" nodeType="afterEffect">
                                  <p:stCondLst>
                                    <p:cond delay="0"/>
                                  </p:stCondLst>
                                  <p:childTnLst>
                                    <p:set>
                                      <p:cBhvr>
                                        <p:cTn id="68" dur="1" fill="hold">
                                          <p:stCondLst>
                                            <p:cond delay="0"/>
                                          </p:stCondLst>
                                        </p:cTn>
                                        <p:tgtEl>
                                          <p:spTgt spid="43"/>
                                        </p:tgtEl>
                                        <p:attrNameLst>
                                          <p:attrName>style.visibility</p:attrName>
                                        </p:attrNameLst>
                                      </p:cBhvr>
                                      <p:to>
                                        <p:strVal val="visible"/>
                                      </p:to>
                                    </p:set>
                                    <p:anim calcmode="lin" valueType="num">
                                      <p:cBhvr>
                                        <p:cTn id="69" dur="500" fill="hold"/>
                                        <p:tgtEl>
                                          <p:spTgt spid="43"/>
                                        </p:tgtEl>
                                        <p:attrNameLst>
                                          <p:attrName>ppt_w</p:attrName>
                                        </p:attrNameLst>
                                      </p:cBhvr>
                                      <p:tavLst>
                                        <p:tav tm="0">
                                          <p:val>
                                            <p:fltVal val="0"/>
                                          </p:val>
                                        </p:tav>
                                        <p:tav tm="100000">
                                          <p:val>
                                            <p:strVal val="#ppt_w"/>
                                          </p:val>
                                        </p:tav>
                                      </p:tavLst>
                                    </p:anim>
                                    <p:anim calcmode="lin" valueType="num">
                                      <p:cBhvr>
                                        <p:cTn id="70" dur="500" fill="hold"/>
                                        <p:tgtEl>
                                          <p:spTgt spid="43"/>
                                        </p:tgtEl>
                                        <p:attrNameLst>
                                          <p:attrName>ppt_h</p:attrName>
                                        </p:attrNameLst>
                                      </p:cBhvr>
                                      <p:tavLst>
                                        <p:tav tm="0">
                                          <p:val>
                                            <p:fltVal val="0"/>
                                          </p:val>
                                        </p:tav>
                                        <p:tav tm="100000">
                                          <p:val>
                                            <p:strVal val="#ppt_h"/>
                                          </p:val>
                                        </p:tav>
                                      </p:tavLst>
                                    </p:anim>
                                    <p:animEffect transition="in" filter="fade">
                                      <p:cBhvr>
                                        <p:cTn id="71" dur="500"/>
                                        <p:tgtEl>
                                          <p:spTgt spid="43"/>
                                        </p:tgtEl>
                                      </p:cBhvr>
                                    </p:animEffect>
                                  </p:childTnLst>
                                </p:cTn>
                              </p:par>
                            </p:childTnLst>
                          </p:cTn>
                        </p:par>
                        <p:par>
                          <p:cTn id="72" fill="hold">
                            <p:stCondLst>
                              <p:cond delay="8500"/>
                            </p:stCondLst>
                            <p:childTnLst>
                              <p:par>
                                <p:cTn id="73" presetID="53" presetClass="entr" presetSubtype="0" fill="hold" nodeType="afterEffect">
                                  <p:stCondLst>
                                    <p:cond delay="0"/>
                                  </p:stCondLst>
                                  <p:childTnLst>
                                    <p:set>
                                      <p:cBhvr>
                                        <p:cTn id="74" dur="1" fill="hold">
                                          <p:stCondLst>
                                            <p:cond delay="0"/>
                                          </p:stCondLst>
                                        </p:cTn>
                                        <p:tgtEl>
                                          <p:spTgt spid="53"/>
                                        </p:tgtEl>
                                        <p:attrNameLst>
                                          <p:attrName>style.visibility</p:attrName>
                                        </p:attrNameLst>
                                      </p:cBhvr>
                                      <p:to>
                                        <p:strVal val="visible"/>
                                      </p:to>
                                    </p:set>
                                    <p:anim calcmode="lin" valueType="num">
                                      <p:cBhvr>
                                        <p:cTn id="75" dur="500" fill="hold"/>
                                        <p:tgtEl>
                                          <p:spTgt spid="53"/>
                                        </p:tgtEl>
                                        <p:attrNameLst>
                                          <p:attrName>ppt_w</p:attrName>
                                        </p:attrNameLst>
                                      </p:cBhvr>
                                      <p:tavLst>
                                        <p:tav tm="0">
                                          <p:val>
                                            <p:fltVal val="0"/>
                                          </p:val>
                                        </p:tav>
                                        <p:tav tm="100000">
                                          <p:val>
                                            <p:strVal val="#ppt_w"/>
                                          </p:val>
                                        </p:tav>
                                      </p:tavLst>
                                    </p:anim>
                                    <p:anim calcmode="lin" valueType="num">
                                      <p:cBhvr>
                                        <p:cTn id="76" dur="500" fill="hold"/>
                                        <p:tgtEl>
                                          <p:spTgt spid="53"/>
                                        </p:tgtEl>
                                        <p:attrNameLst>
                                          <p:attrName>ppt_h</p:attrName>
                                        </p:attrNameLst>
                                      </p:cBhvr>
                                      <p:tavLst>
                                        <p:tav tm="0">
                                          <p:val>
                                            <p:fltVal val="0"/>
                                          </p:val>
                                        </p:tav>
                                        <p:tav tm="100000">
                                          <p:val>
                                            <p:strVal val="#ppt_h"/>
                                          </p:val>
                                        </p:tav>
                                      </p:tavLst>
                                    </p:anim>
                                    <p:animEffect transition="in" filter="fade">
                                      <p:cBhvr>
                                        <p:cTn id="77" dur="500"/>
                                        <p:tgtEl>
                                          <p:spTgt spid="53"/>
                                        </p:tgtEl>
                                      </p:cBhvr>
                                    </p:animEffect>
                                  </p:childTnLst>
                                </p:cTn>
                              </p:par>
                              <p:par>
                                <p:cTn id="78" presetID="2" presetClass="entr" presetSubtype="4" accel="50000" decel="50000" fill="hold" grpId="0" nodeType="withEffect">
                                  <p:stCondLst>
                                    <p:cond delay="0"/>
                                  </p:stCondLst>
                                  <p:childTnLst>
                                    <p:set>
                                      <p:cBhvr>
                                        <p:cTn id="79" dur="1" fill="hold">
                                          <p:stCondLst>
                                            <p:cond delay="0"/>
                                          </p:stCondLst>
                                        </p:cTn>
                                        <p:tgtEl>
                                          <p:spTgt spid="39"/>
                                        </p:tgtEl>
                                        <p:attrNameLst>
                                          <p:attrName>style.visibility</p:attrName>
                                        </p:attrNameLst>
                                      </p:cBhvr>
                                      <p:to>
                                        <p:strVal val="visible"/>
                                      </p:to>
                                    </p:set>
                                    <p:anim calcmode="lin" valueType="num">
                                      <p:cBhvr additive="base">
                                        <p:cTn id="80" dur="1000" fill="hold"/>
                                        <p:tgtEl>
                                          <p:spTgt spid="39"/>
                                        </p:tgtEl>
                                        <p:attrNameLst>
                                          <p:attrName>ppt_x</p:attrName>
                                        </p:attrNameLst>
                                      </p:cBhvr>
                                      <p:tavLst>
                                        <p:tav tm="0">
                                          <p:val>
                                            <p:strVal val="#ppt_x"/>
                                          </p:val>
                                        </p:tav>
                                        <p:tav tm="100000">
                                          <p:val>
                                            <p:strVal val="#ppt_x"/>
                                          </p:val>
                                        </p:tav>
                                      </p:tavLst>
                                    </p:anim>
                                    <p:anim calcmode="lin" valueType="num">
                                      <p:cBhvr additive="base">
                                        <p:cTn id="81" dur="1000" fill="hold"/>
                                        <p:tgtEl>
                                          <p:spTgt spid="39"/>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53" presetClass="entr" presetSubtype="0" fill="hold" grpId="0" nodeType="afterEffect">
                                  <p:stCondLst>
                                    <p:cond delay="0"/>
                                  </p:stCondLst>
                                  <p:childTnLst>
                                    <p:set>
                                      <p:cBhvr>
                                        <p:cTn id="84" dur="1" fill="hold">
                                          <p:stCondLst>
                                            <p:cond delay="0"/>
                                          </p:stCondLst>
                                        </p:cTn>
                                        <p:tgtEl>
                                          <p:spTgt spid="41"/>
                                        </p:tgtEl>
                                        <p:attrNameLst>
                                          <p:attrName>style.visibility</p:attrName>
                                        </p:attrNameLst>
                                      </p:cBhvr>
                                      <p:to>
                                        <p:strVal val="visible"/>
                                      </p:to>
                                    </p:set>
                                    <p:anim calcmode="lin" valueType="num">
                                      <p:cBhvr>
                                        <p:cTn id="85" dur="500" fill="hold"/>
                                        <p:tgtEl>
                                          <p:spTgt spid="41"/>
                                        </p:tgtEl>
                                        <p:attrNameLst>
                                          <p:attrName>ppt_w</p:attrName>
                                        </p:attrNameLst>
                                      </p:cBhvr>
                                      <p:tavLst>
                                        <p:tav tm="0">
                                          <p:val>
                                            <p:fltVal val="0"/>
                                          </p:val>
                                        </p:tav>
                                        <p:tav tm="100000">
                                          <p:val>
                                            <p:strVal val="#ppt_w"/>
                                          </p:val>
                                        </p:tav>
                                      </p:tavLst>
                                    </p:anim>
                                    <p:anim calcmode="lin" valueType="num">
                                      <p:cBhvr>
                                        <p:cTn id="86" dur="500" fill="hold"/>
                                        <p:tgtEl>
                                          <p:spTgt spid="41"/>
                                        </p:tgtEl>
                                        <p:attrNameLst>
                                          <p:attrName>ppt_h</p:attrName>
                                        </p:attrNameLst>
                                      </p:cBhvr>
                                      <p:tavLst>
                                        <p:tav tm="0">
                                          <p:val>
                                            <p:fltVal val="0"/>
                                          </p:val>
                                        </p:tav>
                                        <p:tav tm="100000">
                                          <p:val>
                                            <p:strVal val="#ppt_h"/>
                                          </p:val>
                                        </p:tav>
                                      </p:tavLst>
                                    </p:anim>
                                    <p:animEffect transition="in" filter="fade">
                                      <p:cBhvr>
                                        <p:cTn id="87" dur="500"/>
                                        <p:tgtEl>
                                          <p:spTgt spid="41"/>
                                        </p:tgtEl>
                                      </p:cBhvr>
                                    </p:animEffect>
                                  </p:childTnLst>
                                </p:cTn>
                              </p:par>
                            </p:childTnLst>
                          </p:cTn>
                        </p:par>
                        <p:par>
                          <p:cTn id="88" fill="hold">
                            <p:stCondLst>
                              <p:cond delay="10000"/>
                            </p:stCondLst>
                            <p:childTnLst>
                              <p:par>
                                <p:cTn id="89" presetID="22" presetClass="entr" presetSubtype="8" fill="hold" grpId="0" nodeType="afterEffect">
                                  <p:stCondLst>
                                    <p:cond delay="0"/>
                                  </p:stCondLst>
                                  <p:childTnLst>
                                    <p:set>
                                      <p:cBhvr>
                                        <p:cTn id="90" dur="1" fill="hold">
                                          <p:stCondLst>
                                            <p:cond delay="0"/>
                                          </p:stCondLst>
                                        </p:cTn>
                                        <p:tgtEl>
                                          <p:spTgt spid="56"/>
                                        </p:tgtEl>
                                        <p:attrNameLst>
                                          <p:attrName>style.visibility</p:attrName>
                                        </p:attrNameLst>
                                      </p:cBhvr>
                                      <p:to>
                                        <p:strVal val="visible"/>
                                      </p:to>
                                    </p:set>
                                    <p:animEffect transition="in" filter="wipe(left)">
                                      <p:cBhvr>
                                        <p:cTn id="91" dur="75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38" grpId="0"/>
      <p:bldP spid="39" grpId="0"/>
      <p:bldP spid="40" grpId="0"/>
      <p:bldP spid="41" grpId="0"/>
      <p:bldP spid="42" grpId="0"/>
      <p:bldP spid="43" grpId="0"/>
      <p:bldP spid="56"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Text Placeholder 3"/>
          <p:cNvSpPr txBox="1">
            <a:spLocks/>
          </p:cNvSpPr>
          <p:nvPr/>
        </p:nvSpPr>
        <p:spPr>
          <a:xfrm>
            <a:off x="7926309" y="4530008"/>
            <a:ext cx="3412701" cy="28277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89" name="Group 188"/>
          <p:cNvGrpSpPr/>
          <p:nvPr/>
        </p:nvGrpSpPr>
        <p:grpSpPr>
          <a:xfrm>
            <a:off x="1771886" y="2346611"/>
            <a:ext cx="927748" cy="1553630"/>
            <a:chOff x="915499" y="1265839"/>
            <a:chExt cx="762000" cy="1276065"/>
          </a:xfrm>
          <a:solidFill>
            <a:schemeClr val="accent1"/>
          </a:solidFill>
        </p:grpSpPr>
        <p:grpSp>
          <p:nvGrpSpPr>
            <p:cNvPr id="74" name="Group 252"/>
            <p:cNvGrpSpPr/>
            <p:nvPr/>
          </p:nvGrpSpPr>
          <p:grpSpPr>
            <a:xfrm>
              <a:off x="915499" y="1691004"/>
              <a:ext cx="762000" cy="850900"/>
              <a:chOff x="1936750" y="1560514"/>
              <a:chExt cx="381000" cy="425450"/>
            </a:xfrm>
            <a:grpFill/>
          </p:grpSpPr>
          <p:sp>
            <p:nvSpPr>
              <p:cNvPr id="79" name="Rectangle 122"/>
              <p:cNvSpPr>
                <a:spLocks noChangeArrowheads="1"/>
              </p:cNvSpPr>
              <p:nvPr/>
            </p:nvSpPr>
            <p:spPr bwMode="auto">
              <a:xfrm>
                <a:off x="2062163" y="1560514"/>
                <a:ext cx="127000" cy="93663"/>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Rectangle 123"/>
              <p:cNvSpPr>
                <a:spLocks noChangeArrowheads="1"/>
              </p:cNvSpPr>
              <p:nvPr/>
            </p:nvSpPr>
            <p:spPr bwMode="auto">
              <a:xfrm>
                <a:off x="2116138" y="1646239"/>
                <a:ext cx="17463" cy="315913"/>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Rectangle 124"/>
              <p:cNvSpPr>
                <a:spLocks noChangeArrowheads="1"/>
              </p:cNvSpPr>
              <p:nvPr/>
            </p:nvSpPr>
            <p:spPr bwMode="auto">
              <a:xfrm>
                <a:off x="1936750" y="1954214"/>
                <a:ext cx="381000" cy="31750"/>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125"/>
              <p:cNvSpPr>
                <a:spLocks/>
              </p:cNvSpPr>
              <p:nvPr/>
            </p:nvSpPr>
            <p:spPr bwMode="auto">
              <a:xfrm>
                <a:off x="1990725" y="1652589"/>
                <a:ext cx="103188" cy="312738"/>
              </a:xfrm>
              <a:custGeom>
                <a:avLst/>
                <a:gdLst/>
                <a:ahLst/>
                <a:cxnLst>
                  <a:cxn ang="0">
                    <a:pos x="43" y="1"/>
                  </a:cxn>
                  <a:cxn ang="0">
                    <a:pos x="8" y="188"/>
                  </a:cxn>
                  <a:cxn ang="0">
                    <a:pos x="24" y="188"/>
                  </a:cxn>
                  <a:cxn ang="0">
                    <a:pos x="62" y="0"/>
                  </a:cxn>
                </a:cxnLst>
                <a:rect l="0" t="0" r="r" b="b"/>
                <a:pathLst>
                  <a:path w="62" h="188">
                    <a:moveTo>
                      <a:pt x="43" y="1"/>
                    </a:moveTo>
                    <a:cubicBezTo>
                      <a:pt x="43" y="1"/>
                      <a:pt x="0" y="105"/>
                      <a:pt x="8" y="188"/>
                    </a:cubicBezTo>
                    <a:cubicBezTo>
                      <a:pt x="24" y="188"/>
                      <a:pt x="24" y="188"/>
                      <a:pt x="24" y="188"/>
                    </a:cubicBezTo>
                    <a:cubicBezTo>
                      <a:pt x="24" y="188"/>
                      <a:pt x="10" y="100"/>
                      <a:pt x="62" y="0"/>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126"/>
              <p:cNvSpPr>
                <a:spLocks/>
              </p:cNvSpPr>
              <p:nvPr/>
            </p:nvSpPr>
            <p:spPr bwMode="auto">
              <a:xfrm>
                <a:off x="2155825" y="1647826"/>
                <a:ext cx="103188" cy="311150"/>
              </a:xfrm>
              <a:custGeom>
                <a:avLst/>
                <a:gdLst/>
                <a:ahLst/>
                <a:cxnLst>
                  <a:cxn ang="0">
                    <a:pos x="19" y="0"/>
                  </a:cxn>
                  <a:cxn ang="0">
                    <a:pos x="56" y="187"/>
                  </a:cxn>
                  <a:cxn ang="0">
                    <a:pos x="40" y="187"/>
                  </a:cxn>
                  <a:cxn ang="0">
                    <a:pos x="0" y="0"/>
                  </a:cxn>
                </a:cxnLst>
                <a:rect l="0" t="0" r="r" b="b"/>
                <a:pathLst>
                  <a:path w="62" h="187">
                    <a:moveTo>
                      <a:pt x="19" y="0"/>
                    </a:moveTo>
                    <a:cubicBezTo>
                      <a:pt x="19" y="0"/>
                      <a:pt x="62" y="104"/>
                      <a:pt x="56" y="187"/>
                    </a:cubicBezTo>
                    <a:cubicBezTo>
                      <a:pt x="40" y="187"/>
                      <a:pt x="40" y="187"/>
                      <a:pt x="40" y="187"/>
                    </a:cubicBezTo>
                    <a:cubicBezTo>
                      <a:pt x="40" y="187"/>
                      <a:pt x="52" y="99"/>
                      <a:pt x="0" y="0"/>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127"/>
              <p:cNvSpPr>
                <a:spLocks/>
              </p:cNvSpPr>
              <p:nvPr/>
            </p:nvSpPr>
            <p:spPr bwMode="auto">
              <a:xfrm>
                <a:off x="2012950" y="1765301"/>
                <a:ext cx="204788" cy="198438"/>
              </a:xfrm>
              <a:custGeom>
                <a:avLst/>
                <a:gdLst/>
                <a:ahLst/>
                <a:cxnLst>
                  <a:cxn ang="0">
                    <a:pos x="17" y="125"/>
                  </a:cxn>
                  <a:cxn ang="0">
                    <a:pos x="129" y="15"/>
                  </a:cxn>
                  <a:cxn ang="0">
                    <a:pos x="122" y="0"/>
                  </a:cxn>
                  <a:cxn ang="0">
                    <a:pos x="0" y="121"/>
                  </a:cxn>
                  <a:cxn ang="0">
                    <a:pos x="17" y="125"/>
                  </a:cxn>
                </a:cxnLst>
                <a:rect l="0" t="0" r="r" b="b"/>
                <a:pathLst>
                  <a:path w="129" h="125">
                    <a:moveTo>
                      <a:pt x="17" y="125"/>
                    </a:moveTo>
                    <a:lnTo>
                      <a:pt x="129" y="15"/>
                    </a:lnTo>
                    <a:lnTo>
                      <a:pt x="122" y="0"/>
                    </a:lnTo>
                    <a:lnTo>
                      <a:pt x="0" y="121"/>
                    </a:lnTo>
                    <a:lnTo>
                      <a:pt x="17" y="125"/>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128"/>
              <p:cNvSpPr>
                <a:spLocks/>
              </p:cNvSpPr>
              <p:nvPr/>
            </p:nvSpPr>
            <p:spPr bwMode="auto">
              <a:xfrm>
                <a:off x="2012950" y="1765301"/>
                <a:ext cx="204788" cy="198438"/>
              </a:xfrm>
              <a:custGeom>
                <a:avLst/>
                <a:gdLst/>
                <a:ahLst/>
                <a:cxnLst>
                  <a:cxn ang="0">
                    <a:pos x="17" y="125"/>
                  </a:cxn>
                  <a:cxn ang="0">
                    <a:pos x="129" y="15"/>
                  </a:cxn>
                  <a:cxn ang="0">
                    <a:pos x="122" y="0"/>
                  </a:cxn>
                  <a:cxn ang="0">
                    <a:pos x="0" y="121"/>
                  </a:cxn>
                </a:cxnLst>
                <a:rect l="0" t="0" r="r" b="b"/>
                <a:pathLst>
                  <a:path w="129" h="125">
                    <a:moveTo>
                      <a:pt x="17" y="125"/>
                    </a:moveTo>
                    <a:lnTo>
                      <a:pt x="129" y="15"/>
                    </a:lnTo>
                    <a:lnTo>
                      <a:pt x="122" y="0"/>
                    </a:lnTo>
                    <a:lnTo>
                      <a:pt x="0" y="121"/>
                    </a:ln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129"/>
              <p:cNvSpPr>
                <a:spLocks/>
              </p:cNvSpPr>
              <p:nvPr/>
            </p:nvSpPr>
            <p:spPr bwMode="auto">
              <a:xfrm>
                <a:off x="2024063" y="1773239"/>
                <a:ext cx="209550" cy="190500"/>
              </a:xfrm>
              <a:custGeom>
                <a:avLst/>
                <a:gdLst/>
                <a:ahLst/>
                <a:cxnLst>
                  <a:cxn ang="0">
                    <a:pos x="132" y="101"/>
                  </a:cxn>
                  <a:cxn ang="0">
                    <a:pos x="15" y="0"/>
                  </a:cxn>
                  <a:cxn ang="0">
                    <a:pos x="0" y="7"/>
                  </a:cxn>
                  <a:cxn ang="0">
                    <a:pos x="130" y="120"/>
                  </a:cxn>
                  <a:cxn ang="0">
                    <a:pos x="132" y="101"/>
                  </a:cxn>
                </a:cxnLst>
                <a:rect l="0" t="0" r="r" b="b"/>
                <a:pathLst>
                  <a:path w="132" h="120">
                    <a:moveTo>
                      <a:pt x="132" y="101"/>
                    </a:moveTo>
                    <a:lnTo>
                      <a:pt x="15" y="0"/>
                    </a:lnTo>
                    <a:lnTo>
                      <a:pt x="0" y="7"/>
                    </a:lnTo>
                    <a:lnTo>
                      <a:pt x="130" y="120"/>
                    </a:lnTo>
                    <a:lnTo>
                      <a:pt x="132" y="101"/>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130"/>
              <p:cNvSpPr>
                <a:spLocks/>
              </p:cNvSpPr>
              <p:nvPr/>
            </p:nvSpPr>
            <p:spPr bwMode="auto">
              <a:xfrm>
                <a:off x="2024063" y="1773239"/>
                <a:ext cx="209550" cy="190500"/>
              </a:xfrm>
              <a:custGeom>
                <a:avLst/>
                <a:gdLst/>
                <a:ahLst/>
                <a:cxnLst>
                  <a:cxn ang="0">
                    <a:pos x="132" y="101"/>
                  </a:cxn>
                  <a:cxn ang="0">
                    <a:pos x="15" y="0"/>
                  </a:cxn>
                  <a:cxn ang="0">
                    <a:pos x="0" y="7"/>
                  </a:cxn>
                  <a:cxn ang="0">
                    <a:pos x="130" y="120"/>
                  </a:cxn>
                </a:cxnLst>
                <a:rect l="0" t="0" r="r" b="b"/>
                <a:pathLst>
                  <a:path w="132" h="120">
                    <a:moveTo>
                      <a:pt x="132" y="101"/>
                    </a:moveTo>
                    <a:lnTo>
                      <a:pt x="15" y="0"/>
                    </a:lnTo>
                    <a:lnTo>
                      <a:pt x="0" y="7"/>
                    </a:lnTo>
                    <a:lnTo>
                      <a:pt x="130" y="120"/>
                    </a:ln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131"/>
              <p:cNvSpPr>
                <a:spLocks/>
              </p:cNvSpPr>
              <p:nvPr/>
            </p:nvSpPr>
            <p:spPr bwMode="auto">
              <a:xfrm>
                <a:off x="2038350" y="1660526"/>
                <a:ext cx="150813" cy="130175"/>
              </a:xfrm>
              <a:custGeom>
                <a:avLst/>
                <a:gdLst/>
                <a:ahLst/>
                <a:cxnLst>
                  <a:cxn ang="0">
                    <a:pos x="14" y="82"/>
                  </a:cxn>
                  <a:cxn ang="0">
                    <a:pos x="95" y="10"/>
                  </a:cxn>
                  <a:cxn ang="0">
                    <a:pos x="91" y="0"/>
                  </a:cxn>
                  <a:cxn ang="0">
                    <a:pos x="0" y="79"/>
                  </a:cxn>
                  <a:cxn ang="0">
                    <a:pos x="14" y="82"/>
                  </a:cxn>
                </a:cxnLst>
                <a:rect l="0" t="0" r="r" b="b"/>
                <a:pathLst>
                  <a:path w="95" h="82">
                    <a:moveTo>
                      <a:pt x="14" y="82"/>
                    </a:moveTo>
                    <a:lnTo>
                      <a:pt x="95" y="10"/>
                    </a:lnTo>
                    <a:lnTo>
                      <a:pt x="91" y="0"/>
                    </a:lnTo>
                    <a:lnTo>
                      <a:pt x="0" y="79"/>
                    </a:lnTo>
                    <a:lnTo>
                      <a:pt x="14" y="82"/>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132"/>
              <p:cNvSpPr>
                <a:spLocks/>
              </p:cNvSpPr>
              <p:nvPr/>
            </p:nvSpPr>
            <p:spPr bwMode="auto">
              <a:xfrm>
                <a:off x="2038350" y="1660526"/>
                <a:ext cx="150813" cy="130175"/>
              </a:xfrm>
              <a:custGeom>
                <a:avLst/>
                <a:gdLst/>
                <a:ahLst/>
                <a:cxnLst>
                  <a:cxn ang="0">
                    <a:pos x="14" y="82"/>
                  </a:cxn>
                  <a:cxn ang="0">
                    <a:pos x="95" y="10"/>
                  </a:cxn>
                  <a:cxn ang="0">
                    <a:pos x="91" y="0"/>
                  </a:cxn>
                  <a:cxn ang="0">
                    <a:pos x="0" y="79"/>
                  </a:cxn>
                </a:cxnLst>
                <a:rect l="0" t="0" r="r" b="b"/>
                <a:pathLst>
                  <a:path w="95" h="82">
                    <a:moveTo>
                      <a:pt x="14" y="82"/>
                    </a:moveTo>
                    <a:lnTo>
                      <a:pt x="95" y="10"/>
                    </a:lnTo>
                    <a:lnTo>
                      <a:pt x="91" y="0"/>
                    </a:lnTo>
                    <a:lnTo>
                      <a:pt x="0" y="79"/>
                    </a:ln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133"/>
              <p:cNvSpPr>
                <a:spLocks/>
              </p:cNvSpPr>
              <p:nvPr/>
            </p:nvSpPr>
            <p:spPr bwMode="auto">
              <a:xfrm>
                <a:off x="2058988" y="1668464"/>
                <a:ext cx="147638" cy="122238"/>
              </a:xfrm>
              <a:custGeom>
                <a:avLst/>
                <a:gdLst/>
                <a:ahLst/>
                <a:cxnLst>
                  <a:cxn ang="0">
                    <a:pos x="93" y="65"/>
                  </a:cxn>
                  <a:cxn ang="0">
                    <a:pos x="9" y="0"/>
                  </a:cxn>
                  <a:cxn ang="0">
                    <a:pos x="0" y="5"/>
                  </a:cxn>
                  <a:cxn ang="0">
                    <a:pos x="91" y="77"/>
                  </a:cxn>
                  <a:cxn ang="0">
                    <a:pos x="93" y="65"/>
                  </a:cxn>
                </a:cxnLst>
                <a:rect l="0" t="0" r="r" b="b"/>
                <a:pathLst>
                  <a:path w="93" h="77">
                    <a:moveTo>
                      <a:pt x="93" y="65"/>
                    </a:moveTo>
                    <a:lnTo>
                      <a:pt x="9" y="0"/>
                    </a:lnTo>
                    <a:lnTo>
                      <a:pt x="0" y="5"/>
                    </a:lnTo>
                    <a:lnTo>
                      <a:pt x="91" y="77"/>
                    </a:lnTo>
                    <a:lnTo>
                      <a:pt x="93" y="65"/>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1" name="Freeform 134"/>
              <p:cNvSpPr>
                <a:spLocks/>
              </p:cNvSpPr>
              <p:nvPr/>
            </p:nvSpPr>
            <p:spPr bwMode="auto">
              <a:xfrm>
                <a:off x="2058988" y="1668464"/>
                <a:ext cx="147638" cy="122238"/>
              </a:xfrm>
              <a:custGeom>
                <a:avLst/>
                <a:gdLst/>
                <a:ahLst/>
                <a:cxnLst>
                  <a:cxn ang="0">
                    <a:pos x="93" y="65"/>
                  </a:cxn>
                  <a:cxn ang="0">
                    <a:pos x="9" y="0"/>
                  </a:cxn>
                  <a:cxn ang="0">
                    <a:pos x="0" y="5"/>
                  </a:cxn>
                  <a:cxn ang="0">
                    <a:pos x="91" y="77"/>
                  </a:cxn>
                </a:cxnLst>
                <a:rect l="0" t="0" r="r" b="b"/>
                <a:pathLst>
                  <a:path w="93" h="77">
                    <a:moveTo>
                      <a:pt x="93" y="65"/>
                    </a:moveTo>
                    <a:lnTo>
                      <a:pt x="9" y="0"/>
                    </a:lnTo>
                    <a:lnTo>
                      <a:pt x="0" y="5"/>
                    </a:lnTo>
                    <a:lnTo>
                      <a:pt x="91" y="77"/>
                    </a:ln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5" name="Group 257"/>
            <p:cNvGrpSpPr/>
            <p:nvPr/>
          </p:nvGrpSpPr>
          <p:grpSpPr>
            <a:xfrm>
              <a:off x="942289" y="1265839"/>
              <a:ext cx="676210" cy="417361"/>
              <a:chOff x="1614646" y="682233"/>
              <a:chExt cx="865795" cy="537413"/>
            </a:xfrm>
            <a:grpFill/>
          </p:grpSpPr>
          <p:sp>
            <p:nvSpPr>
              <p:cNvPr id="76" name="Freeform 6"/>
              <p:cNvSpPr>
                <a:spLocks noEditPoints="1"/>
              </p:cNvSpPr>
              <p:nvPr/>
            </p:nvSpPr>
            <p:spPr bwMode="auto">
              <a:xfrm rot="15791816">
                <a:off x="2180189" y="913934"/>
                <a:ext cx="244702" cy="355803"/>
              </a:xfrm>
              <a:custGeom>
                <a:avLst/>
                <a:gdLst/>
                <a:ahLst/>
                <a:cxnLst>
                  <a:cxn ang="0">
                    <a:pos x="164" y="29"/>
                  </a:cxn>
                  <a:cxn ang="0">
                    <a:pos x="136" y="6"/>
                  </a:cxn>
                  <a:cxn ang="0">
                    <a:pos x="115" y="20"/>
                  </a:cxn>
                  <a:cxn ang="0">
                    <a:pos x="101" y="93"/>
                  </a:cxn>
                  <a:cxn ang="0">
                    <a:pos x="60" y="323"/>
                  </a:cxn>
                  <a:cxn ang="0">
                    <a:pos x="209" y="345"/>
                  </a:cxn>
                  <a:cxn ang="0">
                    <a:pos x="253" y="217"/>
                  </a:cxn>
                  <a:cxn ang="0">
                    <a:pos x="164" y="29"/>
                  </a:cxn>
                  <a:cxn ang="0">
                    <a:pos x="164" y="29"/>
                  </a:cxn>
                  <a:cxn ang="0">
                    <a:pos x="164" y="29"/>
                  </a:cxn>
                </a:cxnLst>
                <a:rect l="0" t="0" r="r" b="b"/>
                <a:pathLst>
                  <a:path w="259" h="378">
                    <a:moveTo>
                      <a:pt x="164" y="29"/>
                    </a:moveTo>
                    <a:cubicBezTo>
                      <a:pt x="155" y="20"/>
                      <a:pt x="146" y="13"/>
                      <a:pt x="136" y="6"/>
                    </a:cubicBezTo>
                    <a:cubicBezTo>
                      <a:pt x="126" y="0"/>
                      <a:pt x="113" y="8"/>
                      <a:pt x="115" y="20"/>
                    </a:cubicBezTo>
                    <a:cubicBezTo>
                      <a:pt x="118" y="45"/>
                      <a:pt x="112" y="69"/>
                      <a:pt x="101" y="93"/>
                    </a:cubicBezTo>
                    <a:cubicBezTo>
                      <a:pt x="67" y="162"/>
                      <a:pt x="0" y="248"/>
                      <a:pt x="60" y="323"/>
                    </a:cubicBezTo>
                    <a:cubicBezTo>
                      <a:pt x="95" y="366"/>
                      <a:pt x="165" y="378"/>
                      <a:pt x="209" y="345"/>
                    </a:cubicBezTo>
                    <a:cubicBezTo>
                      <a:pt x="246" y="316"/>
                      <a:pt x="259" y="264"/>
                      <a:pt x="253" y="217"/>
                    </a:cubicBezTo>
                    <a:cubicBezTo>
                      <a:pt x="245" y="153"/>
                      <a:pt x="208" y="77"/>
                      <a:pt x="164" y="29"/>
                    </a:cubicBezTo>
                    <a:close/>
                    <a:moveTo>
                      <a:pt x="164" y="29"/>
                    </a:moveTo>
                    <a:cubicBezTo>
                      <a:pt x="164" y="29"/>
                      <a:pt x="164" y="29"/>
                      <a:pt x="164" y="29"/>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6"/>
              <p:cNvSpPr>
                <a:spLocks noEditPoints="1"/>
              </p:cNvSpPr>
              <p:nvPr/>
            </p:nvSpPr>
            <p:spPr bwMode="auto">
              <a:xfrm rot="5808184" flipH="1">
                <a:off x="1670197" y="919393"/>
                <a:ext cx="244702" cy="355803"/>
              </a:xfrm>
              <a:custGeom>
                <a:avLst/>
                <a:gdLst/>
                <a:ahLst/>
                <a:cxnLst>
                  <a:cxn ang="0">
                    <a:pos x="164" y="29"/>
                  </a:cxn>
                  <a:cxn ang="0">
                    <a:pos x="136" y="6"/>
                  </a:cxn>
                  <a:cxn ang="0">
                    <a:pos x="115" y="20"/>
                  </a:cxn>
                  <a:cxn ang="0">
                    <a:pos x="101" y="93"/>
                  </a:cxn>
                  <a:cxn ang="0">
                    <a:pos x="60" y="323"/>
                  </a:cxn>
                  <a:cxn ang="0">
                    <a:pos x="209" y="345"/>
                  </a:cxn>
                  <a:cxn ang="0">
                    <a:pos x="253" y="217"/>
                  </a:cxn>
                  <a:cxn ang="0">
                    <a:pos x="164" y="29"/>
                  </a:cxn>
                  <a:cxn ang="0">
                    <a:pos x="164" y="29"/>
                  </a:cxn>
                  <a:cxn ang="0">
                    <a:pos x="164" y="29"/>
                  </a:cxn>
                </a:cxnLst>
                <a:rect l="0" t="0" r="r" b="b"/>
                <a:pathLst>
                  <a:path w="259" h="378">
                    <a:moveTo>
                      <a:pt x="164" y="29"/>
                    </a:moveTo>
                    <a:cubicBezTo>
                      <a:pt x="155" y="20"/>
                      <a:pt x="146" y="13"/>
                      <a:pt x="136" y="6"/>
                    </a:cubicBezTo>
                    <a:cubicBezTo>
                      <a:pt x="126" y="0"/>
                      <a:pt x="113" y="8"/>
                      <a:pt x="115" y="20"/>
                    </a:cubicBezTo>
                    <a:cubicBezTo>
                      <a:pt x="118" y="45"/>
                      <a:pt x="112" y="69"/>
                      <a:pt x="101" y="93"/>
                    </a:cubicBezTo>
                    <a:cubicBezTo>
                      <a:pt x="67" y="162"/>
                      <a:pt x="0" y="248"/>
                      <a:pt x="60" y="323"/>
                    </a:cubicBezTo>
                    <a:cubicBezTo>
                      <a:pt x="95" y="366"/>
                      <a:pt x="165" y="378"/>
                      <a:pt x="209" y="345"/>
                    </a:cubicBezTo>
                    <a:cubicBezTo>
                      <a:pt x="246" y="316"/>
                      <a:pt x="259" y="264"/>
                      <a:pt x="253" y="217"/>
                    </a:cubicBezTo>
                    <a:cubicBezTo>
                      <a:pt x="245" y="153"/>
                      <a:pt x="208" y="77"/>
                      <a:pt x="164" y="29"/>
                    </a:cubicBezTo>
                    <a:close/>
                    <a:moveTo>
                      <a:pt x="164" y="29"/>
                    </a:moveTo>
                    <a:cubicBezTo>
                      <a:pt x="164" y="29"/>
                      <a:pt x="164" y="29"/>
                      <a:pt x="164" y="29"/>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6"/>
              <p:cNvSpPr>
                <a:spLocks noEditPoints="1"/>
              </p:cNvSpPr>
              <p:nvPr/>
            </p:nvSpPr>
            <p:spPr bwMode="auto">
              <a:xfrm rot="10237099" flipH="1">
                <a:off x="1897887" y="682233"/>
                <a:ext cx="244702" cy="355803"/>
              </a:xfrm>
              <a:custGeom>
                <a:avLst/>
                <a:gdLst/>
                <a:ahLst/>
                <a:cxnLst>
                  <a:cxn ang="0">
                    <a:pos x="164" y="29"/>
                  </a:cxn>
                  <a:cxn ang="0">
                    <a:pos x="136" y="6"/>
                  </a:cxn>
                  <a:cxn ang="0">
                    <a:pos x="115" y="20"/>
                  </a:cxn>
                  <a:cxn ang="0">
                    <a:pos x="101" y="93"/>
                  </a:cxn>
                  <a:cxn ang="0">
                    <a:pos x="60" y="323"/>
                  </a:cxn>
                  <a:cxn ang="0">
                    <a:pos x="209" y="345"/>
                  </a:cxn>
                  <a:cxn ang="0">
                    <a:pos x="253" y="217"/>
                  </a:cxn>
                  <a:cxn ang="0">
                    <a:pos x="164" y="29"/>
                  </a:cxn>
                  <a:cxn ang="0">
                    <a:pos x="164" y="29"/>
                  </a:cxn>
                  <a:cxn ang="0">
                    <a:pos x="164" y="29"/>
                  </a:cxn>
                </a:cxnLst>
                <a:rect l="0" t="0" r="r" b="b"/>
                <a:pathLst>
                  <a:path w="259" h="378">
                    <a:moveTo>
                      <a:pt x="164" y="29"/>
                    </a:moveTo>
                    <a:cubicBezTo>
                      <a:pt x="155" y="20"/>
                      <a:pt x="146" y="13"/>
                      <a:pt x="136" y="6"/>
                    </a:cubicBezTo>
                    <a:cubicBezTo>
                      <a:pt x="126" y="0"/>
                      <a:pt x="113" y="8"/>
                      <a:pt x="115" y="20"/>
                    </a:cubicBezTo>
                    <a:cubicBezTo>
                      <a:pt x="118" y="45"/>
                      <a:pt x="112" y="69"/>
                      <a:pt x="101" y="93"/>
                    </a:cubicBezTo>
                    <a:cubicBezTo>
                      <a:pt x="67" y="162"/>
                      <a:pt x="0" y="248"/>
                      <a:pt x="60" y="323"/>
                    </a:cubicBezTo>
                    <a:cubicBezTo>
                      <a:pt x="95" y="366"/>
                      <a:pt x="165" y="378"/>
                      <a:pt x="209" y="345"/>
                    </a:cubicBezTo>
                    <a:cubicBezTo>
                      <a:pt x="246" y="316"/>
                      <a:pt x="259" y="264"/>
                      <a:pt x="253" y="217"/>
                    </a:cubicBezTo>
                    <a:cubicBezTo>
                      <a:pt x="245" y="153"/>
                      <a:pt x="208" y="77"/>
                      <a:pt x="164" y="29"/>
                    </a:cubicBezTo>
                    <a:close/>
                    <a:moveTo>
                      <a:pt x="164" y="29"/>
                    </a:moveTo>
                    <a:cubicBezTo>
                      <a:pt x="164" y="29"/>
                      <a:pt x="164" y="29"/>
                      <a:pt x="164" y="29"/>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92" name="Group 91"/>
          <p:cNvGrpSpPr/>
          <p:nvPr/>
        </p:nvGrpSpPr>
        <p:grpSpPr>
          <a:xfrm flipH="1">
            <a:off x="3506990" y="2565175"/>
            <a:ext cx="1216165" cy="1371385"/>
            <a:chOff x="1817688" y="3025777"/>
            <a:chExt cx="658813" cy="742896"/>
          </a:xfrm>
          <a:solidFill>
            <a:schemeClr val="accent2"/>
          </a:solidFill>
        </p:grpSpPr>
        <p:sp>
          <p:nvSpPr>
            <p:cNvPr id="93" name="Freeform 101"/>
            <p:cNvSpPr>
              <a:spLocks/>
            </p:cNvSpPr>
            <p:nvPr/>
          </p:nvSpPr>
          <p:spPr bwMode="auto">
            <a:xfrm>
              <a:off x="1833563" y="3025777"/>
              <a:ext cx="642938" cy="422275"/>
            </a:xfrm>
            <a:custGeom>
              <a:avLst/>
              <a:gdLst/>
              <a:ahLst/>
              <a:cxnLst>
                <a:cxn ang="0">
                  <a:pos x="13" y="253"/>
                </a:cxn>
                <a:cxn ang="0">
                  <a:pos x="277" y="135"/>
                </a:cxn>
                <a:cxn ang="0">
                  <a:pos x="323" y="227"/>
                </a:cxn>
                <a:cxn ang="0">
                  <a:pos x="343" y="227"/>
                </a:cxn>
                <a:cxn ang="0">
                  <a:pos x="286" y="0"/>
                </a:cxn>
                <a:cxn ang="0">
                  <a:pos x="255" y="63"/>
                </a:cxn>
                <a:cxn ang="0">
                  <a:pos x="267" y="103"/>
                </a:cxn>
                <a:cxn ang="0">
                  <a:pos x="0" y="226"/>
                </a:cxn>
                <a:cxn ang="0">
                  <a:pos x="13" y="253"/>
                </a:cxn>
              </a:cxnLst>
              <a:rect l="0" t="0" r="r" b="b"/>
              <a:pathLst>
                <a:path w="386" h="253">
                  <a:moveTo>
                    <a:pt x="13" y="253"/>
                  </a:moveTo>
                  <a:cubicBezTo>
                    <a:pt x="277" y="135"/>
                    <a:pt x="277" y="135"/>
                    <a:pt x="277" y="135"/>
                  </a:cubicBezTo>
                  <a:cubicBezTo>
                    <a:pt x="323" y="227"/>
                    <a:pt x="323" y="227"/>
                    <a:pt x="323" y="227"/>
                  </a:cubicBezTo>
                  <a:cubicBezTo>
                    <a:pt x="323" y="227"/>
                    <a:pt x="329" y="243"/>
                    <a:pt x="343" y="227"/>
                  </a:cubicBezTo>
                  <a:cubicBezTo>
                    <a:pt x="343" y="227"/>
                    <a:pt x="386" y="45"/>
                    <a:pt x="286" y="0"/>
                  </a:cubicBezTo>
                  <a:cubicBezTo>
                    <a:pt x="255" y="63"/>
                    <a:pt x="255" y="63"/>
                    <a:pt x="255" y="63"/>
                  </a:cubicBezTo>
                  <a:cubicBezTo>
                    <a:pt x="267" y="103"/>
                    <a:pt x="267" y="103"/>
                    <a:pt x="267" y="103"/>
                  </a:cubicBezTo>
                  <a:cubicBezTo>
                    <a:pt x="0" y="226"/>
                    <a:pt x="0" y="226"/>
                    <a:pt x="0" y="226"/>
                  </a:cubicBezTo>
                  <a:lnTo>
                    <a:pt x="13" y="253"/>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4" name="Freeform 102"/>
            <p:cNvSpPr>
              <a:spLocks/>
            </p:cNvSpPr>
            <p:nvPr/>
          </p:nvSpPr>
          <p:spPr bwMode="auto">
            <a:xfrm>
              <a:off x="2384425" y="3405189"/>
              <a:ext cx="1588" cy="250825"/>
            </a:xfrm>
            <a:custGeom>
              <a:avLst/>
              <a:gdLst/>
              <a:ahLst/>
              <a:cxnLst>
                <a:cxn ang="0">
                  <a:pos x="0" y="0"/>
                </a:cxn>
                <a:cxn ang="0">
                  <a:pos x="0" y="158"/>
                </a:cxn>
                <a:cxn ang="0">
                  <a:pos x="0" y="0"/>
                </a:cxn>
              </a:cxnLst>
              <a:rect l="0" t="0" r="r" b="b"/>
              <a:pathLst>
                <a:path h="158">
                  <a:moveTo>
                    <a:pt x="0" y="0"/>
                  </a:moveTo>
                  <a:lnTo>
                    <a:pt x="0" y="158"/>
                  </a:lnTo>
                  <a:lnTo>
                    <a:pt x="0" y="0"/>
                  </a:lnTo>
                  <a:close/>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5" name="Line 103"/>
            <p:cNvSpPr>
              <a:spLocks noChangeShapeType="1"/>
            </p:cNvSpPr>
            <p:nvPr/>
          </p:nvSpPr>
          <p:spPr bwMode="auto">
            <a:xfrm>
              <a:off x="2384425" y="3405189"/>
              <a:ext cx="1588" cy="250825"/>
            </a:xfrm>
            <a:prstGeom prst="line">
              <a:avLst/>
            </a:prstGeom>
            <a:grpFill/>
            <a:ln w="9525">
              <a:noFill/>
              <a:round/>
              <a:headEnd/>
              <a:tailEnd/>
            </a:ln>
          </p:spPr>
          <p:txBody>
            <a:bodyPr vert="horz" wrap="square" lIns="111330" tIns="55665" rIns="111330" bIns="55665" numCol="1" anchor="t" anchorCtr="0" compatLnSpc="1">
              <a:prstTxWarp prst="textNoShape">
                <a:avLst/>
              </a:prstTxWarp>
            </a:bodyPr>
            <a:lstStyle/>
            <a:p>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7" name="Rectangle 104"/>
            <p:cNvSpPr>
              <a:spLocks noChangeArrowheads="1"/>
            </p:cNvSpPr>
            <p:nvPr/>
          </p:nvSpPr>
          <p:spPr bwMode="auto">
            <a:xfrm>
              <a:off x="2376488" y="3405189"/>
              <a:ext cx="15875" cy="250825"/>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8" name="Freeform 105"/>
            <p:cNvSpPr>
              <a:spLocks/>
            </p:cNvSpPr>
            <p:nvPr/>
          </p:nvSpPr>
          <p:spPr bwMode="auto">
            <a:xfrm>
              <a:off x="2003425" y="3173414"/>
              <a:ext cx="119063" cy="490538"/>
            </a:xfrm>
            <a:custGeom>
              <a:avLst/>
              <a:gdLst/>
              <a:ahLst/>
              <a:cxnLst>
                <a:cxn ang="0">
                  <a:pos x="5" y="294"/>
                </a:cxn>
                <a:cxn ang="0">
                  <a:pos x="4" y="294"/>
                </a:cxn>
                <a:cxn ang="0">
                  <a:pos x="0" y="288"/>
                </a:cxn>
                <a:cxn ang="0">
                  <a:pos x="61" y="4"/>
                </a:cxn>
                <a:cxn ang="0">
                  <a:pos x="67" y="0"/>
                </a:cxn>
                <a:cxn ang="0">
                  <a:pos x="71" y="6"/>
                </a:cxn>
                <a:cxn ang="0">
                  <a:pos x="10" y="291"/>
                </a:cxn>
                <a:cxn ang="0">
                  <a:pos x="5" y="294"/>
                </a:cxn>
              </a:cxnLst>
              <a:rect l="0" t="0" r="r" b="b"/>
              <a:pathLst>
                <a:path w="71" h="294">
                  <a:moveTo>
                    <a:pt x="5" y="294"/>
                  </a:moveTo>
                  <a:cubicBezTo>
                    <a:pt x="4" y="294"/>
                    <a:pt x="4" y="294"/>
                    <a:pt x="4" y="294"/>
                  </a:cubicBezTo>
                  <a:cubicBezTo>
                    <a:pt x="1" y="294"/>
                    <a:pt x="0" y="291"/>
                    <a:pt x="0" y="288"/>
                  </a:cubicBezTo>
                  <a:cubicBezTo>
                    <a:pt x="61" y="4"/>
                    <a:pt x="61" y="4"/>
                    <a:pt x="61" y="4"/>
                  </a:cubicBezTo>
                  <a:cubicBezTo>
                    <a:pt x="62" y="1"/>
                    <a:pt x="64" y="0"/>
                    <a:pt x="67" y="0"/>
                  </a:cubicBezTo>
                  <a:cubicBezTo>
                    <a:pt x="70" y="1"/>
                    <a:pt x="71" y="4"/>
                    <a:pt x="71" y="6"/>
                  </a:cubicBezTo>
                  <a:cubicBezTo>
                    <a:pt x="10" y="291"/>
                    <a:pt x="10" y="291"/>
                    <a:pt x="10" y="291"/>
                  </a:cubicBezTo>
                  <a:cubicBezTo>
                    <a:pt x="9" y="293"/>
                    <a:pt x="7" y="294"/>
                    <a:pt x="5" y="294"/>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9" name="Freeform 106"/>
            <p:cNvSpPr>
              <a:spLocks/>
            </p:cNvSpPr>
            <p:nvPr/>
          </p:nvSpPr>
          <p:spPr bwMode="auto">
            <a:xfrm>
              <a:off x="2106613" y="3176589"/>
              <a:ext cx="133350" cy="490538"/>
            </a:xfrm>
            <a:custGeom>
              <a:avLst/>
              <a:gdLst/>
              <a:ahLst/>
              <a:cxnLst>
                <a:cxn ang="0">
                  <a:pos x="75" y="294"/>
                </a:cxn>
                <a:cxn ang="0">
                  <a:pos x="70" y="290"/>
                </a:cxn>
                <a:cxn ang="0">
                  <a:pos x="0" y="7"/>
                </a:cxn>
                <a:cxn ang="0">
                  <a:pos x="4" y="1"/>
                </a:cxn>
                <a:cxn ang="0">
                  <a:pos x="10" y="4"/>
                </a:cxn>
                <a:cxn ang="0">
                  <a:pos x="79" y="288"/>
                </a:cxn>
                <a:cxn ang="0">
                  <a:pos x="76" y="294"/>
                </a:cxn>
                <a:cxn ang="0">
                  <a:pos x="75" y="294"/>
                </a:cxn>
              </a:cxnLst>
              <a:rect l="0" t="0" r="r" b="b"/>
              <a:pathLst>
                <a:path w="80" h="294">
                  <a:moveTo>
                    <a:pt x="75" y="294"/>
                  </a:moveTo>
                  <a:cubicBezTo>
                    <a:pt x="72" y="294"/>
                    <a:pt x="70" y="292"/>
                    <a:pt x="70" y="290"/>
                  </a:cubicBezTo>
                  <a:cubicBezTo>
                    <a:pt x="0" y="7"/>
                    <a:pt x="0" y="7"/>
                    <a:pt x="0" y="7"/>
                  </a:cubicBezTo>
                  <a:cubicBezTo>
                    <a:pt x="0" y="4"/>
                    <a:pt x="1" y="1"/>
                    <a:pt x="4" y="1"/>
                  </a:cubicBezTo>
                  <a:cubicBezTo>
                    <a:pt x="7" y="0"/>
                    <a:pt x="9" y="2"/>
                    <a:pt x="10" y="4"/>
                  </a:cubicBezTo>
                  <a:cubicBezTo>
                    <a:pt x="79" y="288"/>
                    <a:pt x="79" y="288"/>
                    <a:pt x="79" y="288"/>
                  </a:cubicBezTo>
                  <a:cubicBezTo>
                    <a:pt x="80" y="290"/>
                    <a:pt x="78" y="293"/>
                    <a:pt x="76" y="294"/>
                  </a:cubicBezTo>
                  <a:cubicBezTo>
                    <a:pt x="75" y="294"/>
                    <a:pt x="75" y="294"/>
                    <a:pt x="75" y="294"/>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0" name="Rectangle 107"/>
            <p:cNvSpPr>
              <a:spLocks noChangeArrowheads="1"/>
            </p:cNvSpPr>
            <p:nvPr/>
          </p:nvSpPr>
          <p:spPr bwMode="auto">
            <a:xfrm>
              <a:off x="1885950" y="3408364"/>
              <a:ext cx="15875" cy="141288"/>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2" name="Freeform 108"/>
            <p:cNvSpPr>
              <a:spLocks/>
            </p:cNvSpPr>
            <p:nvPr/>
          </p:nvSpPr>
          <p:spPr bwMode="auto">
            <a:xfrm>
              <a:off x="2017713" y="3432176"/>
              <a:ext cx="169863" cy="238125"/>
            </a:xfrm>
            <a:custGeom>
              <a:avLst/>
              <a:gdLst/>
              <a:ahLst/>
              <a:cxnLst>
                <a:cxn ang="0">
                  <a:pos x="6" y="143"/>
                </a:cxn>
                <a:cxn ang="0">
                  <a:pos x="3" y="142"/>
                </a:cxn>
                <a:cxn ang="0">
                  <a:pos x="2" y="135"/>
                </a:cxn>
                <a:cxn ang="0">
                  <a:pos x="92" y="3"/>
                </a:cxn>
                <a:cxn ang="0">
                  <a:pos x="99" y="1"/>
                </a:cxn>
                <a:cxn ang="0">
                  <a:pos x="100" y="8"/>
                </a:cxn>
                <a:cxn ang="0">
                  <a:pos x="10" y="141"/>
                </a:cxn>
                <a:cxn ang="0">
                  <a:pos x="6" y="143"/>
                </a:cxn>
              </a:cxnLst>
              <a:rect l="0" t="0" r="r" b="b"/>
              <a:pathLst>
                <a:path w="102" h="143">
                  <a:moveTo>
                    <a:pt x="6" y="143"/>
                  </a:moveTo>
                  <a:cubicBezTo>
                    <a:pt x="5" y="143"/>
                    <a:pt x="4" y="143"/>
                    <a:pt x="3" y="142"/>
                  </a:cubicBezTo>
                  <a:cubicBezTo>
                    <a:pt x="1" y="141"/>
                    <a:pt x="0" y="138"/>
                    <a:pt x="2" y="135"/>
                  </a:cubicBezTo>
                  <a:cubicBezTo>
                    <a:pt x="92" y="3"/>
                    <a:pt x="92" y="3"/>
                    <a:pt x="92" y="3"/>
                  </a:cubicBezTo>
                  <a:cubicBezTo>
                    <a:pt x="93" y="0"/>
                    <a:pt x="96" y="0"/>
                    <a:pt x="99" y="1"/>
                  </a:cubicBezTo>
                  <a:cubicBezTo>
                    <a:pt x="101" y="3"/>
                    <a:pt x="102" y="6"/>
                    <a:pt x="100" y="8"/>
                  </a:cubicBezTo>
                  <a:cubicBezTo>
                    <a:pt x="10" y="141"/>
                    <a:pt x="10" y="141"/>
                    <a:pt x="10" y="141"/>
                  </a:cubicBezTo>
                  <a:cubicBezTo>
                    <a:pt x="9" y="142"/>
                    <a:pt x="8" y="143"/>
                    <a:pt x="6" y="143"/>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5" name="Freeform 109"/>
            <p:cNvSpPr>
              <a:spLocks/>
            </p:cNvSpPr>
            <p:nvPr/>
          </p:nvSpPr>
          <p:spPr bwMode="auto">
            <a:xfrm>
              <a:off x="2051050" y="3440114"/>
              <a:ext cx="185738" cy="228600"/>
            </a:xfrm>
            <a:custGeom>
              <a:avLst/>
              <a:gdLst/>
              <a:ahLst/>
              <a:cxnLst>
                <a:cxn ang="0">
                  <a:pos x="106" y="137"/>
                </a:cxn>
                <a:cxn ang="0">
                  <a:pos x="102" y="136"/>
                </a:cxn>
                <a:cxn ang="0">
                  <a:pos x="2" y="9"/>
                </a:cxn>
                <a:cxn ang="0">
                  <a:pos x="3" y="2"/>
                </a:cxn>
                <a:cxn ang="0">
                  <a:pos x="10" y="3"/>
                </a:cxn>
                <a:cxn ang="0">
                  <a:pos x="110" y="129"/>
                </a:cxn>
                <a:cxn ang="0">
                  <a:pos x="109" y="136"/>
                </a:cxn>
                <a:cxn ang="0">
                  <a:pos x="106" y="137"/>
                </a:cxn>
              </a:cxnLst>
              <a:rect l="0" t="0" r="r" b="b"/>
              <a:pathLst>
                <a:path w="112" h="137">
                  <a:moveTo>
                    <a:pt x="106" y="137"/>
                  </a:moveTo>
                  <a:cubicBezTo>
                    <a:pt x="105" y="137"/>
                    <a:pt x="103" y="137"/>
                    <a:pt x="102" y="136"/>
                  </a:cubicBezTo>
                  <a:cubicBezTo>
                    <a:pt x="2" y="9"/>
                    <a:pt x="2" y="9"/>
                    <a:pt x="2" y="9"/>
                  </a:cubicBezTo>
                  <a:cubicBezTo>
                    <a:pt x="0" y="7"/>
                    <a:pt x="0" y="4"/>
                    <a:pt x="3" y="2"/>
                  </a:cubicBezTo>
                  <a:cubicBezTo>
                    <a:pt x="5" y="0"/>
                    <a:pt x="8" y="1"/>
                    <a:pt x="10" y="3"/>
                  </a:cubicBezTo>
                  <a:cubicBezTo>
                    <a:pt x="110" y="129"/>
                    <a:pt x="110" y="129"/>
                    <a:pt x="110" y="129"/>
                  </a:cubicBezTo>
                  <a:cubicBezTo>
                    <a:pt x="112" y="132"/>
                    <a:pt x="111" y="135"/>
                    <a:pt x="109" y="136"/>
                  </a:cubicBezTo>
                  <a:cubicBezTo>
                    <a:pt x="108" y="137"/>
                    <a:pt x="107" y="137"/>
                    <a:pt x="106" y="137"/>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6" name="Freeform 110"/>
            <p:cNvSpPr>
              <a:spLocks/>
            </p:cNvSpPr>
            <p:nvPr/>
          </p:nvSpPr>
          <p:spPr bwMode="auto">
            <a:xfrm>
              <a:off x="2052638" y="3308351"/>
              <a:ext cx="107950" cy="141288"/>
            </a:xfrm>
            <a:custGeom>
              <a:avLst/>
              <a:gdLst/>
              <a:ahLst/>
              <a:cxnLst>
                <a:cxn ang="0">
                  <a:pos x="6" y="84"/>
                </a:cxn>
                <a:cxn ang="0">
                  <a:pos x="3" y="83"/>
                </a:cxn>
                <a:cxn ang="0">
                  <a:pos x="2" y="76"/>
                </a:cxn>
                <a:cxn ang="0">
                  <a:pos x="55" y="3"/>
                </a:cxn>
                <a:cxn ang="0">
                  <a:pos x="62" y="2"/>
                </a:cxn>
                <a:cxn ang="0">
                  <a:pos x="63" y="9"/>
                </a:cxn>
                <a:cxn ang="0">
                  <a:pos x="10" y="82"/>
                </a:cxn>
                <a:cxn ang="0">
                  <a:pos x="6" y="84"/>
                </a:cxn>
              </a:cxnLst>
              <a:rect l="0" t="0" r="r" b="b"/>
              <a:pathLst>
                <a:path w="65" h="84">
                  <a:moveTo>
                    <a:pt x="6" y="84"/>
                  </a:moveTo>
                  <a:cubicBezTo>
                    <a:pt x="5" y="84"/>
                    <a:pt x="4" y="84"/>
                    <a:pt x="3" y="83"/>
                  </a:cubicBezTo>
                  <a:cubicBezTo>
                    <a:pt x="1" y="82"/>
                    <a:pt x="0" y="79"/>
                    <a:pt x="2" y="76"/>
                  </a:cubicBezTo>
                  <a:cubicBezTo>
                    <a:pt x="55" y="3"/>
                    <a:pt x="55" y="3"/>
                    <a:pt x="55" y="3"/>
                  </a:cubicBezTo>
                  <a:cubicBezTo>
                    <a:pt x="57" y="1"/>
                    <a:pt x="60" y="0"/>
                    <a:pt x="62" y="2"/>
                  </a:cubicBezTo>
                  <a:cubicBezTo>
                    <a:pt x="64" y="4"/>
                    <a:pt x="65" y="7"/>
                    <a:pt x="63" y="9"/>
                  </a:cubicBezTo>
                  <a:cubicBezTo>
                    <a:pt x="10" y="82"/>
                    <a:pt x="10" y="82"/>
                    <a:pt x="10" y="82"/>
                  </a:cubicBezTo>
                  <a:cubicBezTo>
                    <a:pt x="9" y="84"/>
                    <a:pt x="7" y="84"/>
                    <a:pt x="6" y="84"/>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7" name="Freeform 111"/>
            <p:cNvSpPr>
              <a:spLocks/>
            </p:cNvSpPr>
            <p:nvPr/>
          </p:nvSpPr>
          <p:spPr bwMode="auto">
            <a:xfrm>
              <a:off x="2065338" y="3324226"/>
              <a:ext cx="122238" cy="119063"/>
            </a:xfrm>
            <a:custGeom>
              <a:avLst/>
              <a:gdLst/>
              <a:ahLst/>
              <a:cxnLst>
                <a:cxn ang="0">
                  <a:pos x="67" y="72"/>
                </a:cxn>
                <a:cxn ang="0">
                  <a:pos x="64" y="70"/>
                </a:cxn>
                <a:cxn ang="0">
                  <a:pos x="2" y="9"/>
                </a:cxn>
                <a:cxn ang="0">
                  <a:pos x="2" y="2"/>
                </a:cxn>
                <a:cxn ang="0">
                  <a:pos x="9" y="2"/>
                </a:cxn>
                <a:cxn ang="0">
                  <a:pos x="71" y="63"/>
                </a:cxn>
                <a:cxn ang="0">
                  <a:pos x="71" y="70"/>
                </a:cxn>
                <a:cxn ang="0">
                  <a:pos x="67" y="72"/>
                </a:cxn>
              </a:cxnLst>
              <a:rect l="0" t="0" r="r" b="b"/>
              <a:pathLst>
                <a:path w="73" h="72">
                  <a:moveTo>
                    <a:pt x="67" y="72"/>
                  </a:moveTo>
                  <a:cubicBezTo>
                    <a:pt x="66" y="72"/>
                    <a:pt x="65" y="71"/>
                    <a:pt x="64" y="70"/>
                  </a:cubicBezTo>
                  <a:cubicBezTo>
                    <a:pt x="2" y="9"/>
                    <a:pt x="2" y="9"/>
                    <a:pt x="2" y="9"/>
                  </a:cubicBezTo>
                  <a:cubicBezTo>
                    <a:pt x="0" y="7"/>
                    <a:pt x="0" y="4"/>
                    <a:pt x="2" y="2"/>
                  </a:cubicBezTo>
                  <a:cubicBezTo>
                    <a:pt x="4" y="0"/>
                    <a:pt x="7" y="0"/>
                    <a:pt x="9" y="2"/>
                  </a:cubicBezTo>
                  <a:cubicBezTo>
                    <a:pt x="71" y="63"/>
                    <a:pt x="71" y="63"/>
                    <a:pt x="71" y="63"/>
                  </a:cubicBezTo>
                  <a:cubicBezTo>
                    <a:pt x="73" y="65"/>
                    <a:pt x="73" y="68"/>
                    <a:pt x="71" y="70"/>
                  </a:cubicBezTo>
                  <a:cubicBezTo>
                    <a:pt x="70" y="71"/>
                    <a:pt x="69" y="72"/>
                    <a:pt x="67" y="72"/>
                  </a:cubicBezTo>
                </a:path>
              </a:pathLst>
            </a:custGeom>
            <a:grp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8" name="Rectangle 112"/>
            <p:cNvSpPr>
              <a:spLocks noChangeArrowheads="1"/>
            </p:cNvSpPr>
            <p:nvPr/>
          </p:nvSpPr>
          <p:spPr bwMode="auto">
            <a:xfrm>
              <a:off x="1817688" y="3651251"/>
              <a:ext cx="619125" cy="117422"/>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0" name="Rectangle 113"/>
            <p:cNvSpPr>
              <a:spLocks noChangeArrowheads="1"/>
            </p:cNvSpPr>
            <p:nvPr/>
          </p:nvSpPr>
          <p:spPr bwMode="auto">
            <a:xfrm>
              <a:off x="1852613" y="3530601"/>
              <a:ext cx="84138" cy="128588"/>
            </a:xfrm>
            <a:prstGeom prst="rect">
              <a:avLst/>
            </a:prstGeom>
            <a:grpFill/>
            <a:ln w="9525">
              <a:noFill/>
              <a:miter lim="800000"/>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22" name="TextBox 121"/>
          <p:cNvSpPr txBox="1"/>
          <p:nvPr/>
        </p:nvSpPr>
        <p:spPr>
          <a:xfrm>
            <a:off x="1596264" y="5276530"/>
            <a:ext cx="1343624" cy="577338"/>
          </a:xfrm>
          <a:prstGeom prst="rect">
            <a:avLst/>
          </a:prstGeom>
          <a:noFill/>
        </p:spPr>
        <p:txBody>
          <a:bodyPr wrap="square" lIns="0" tIns="0" rIns="0" bIns="0" rtlCol="0">
            <a:spAutoFit/>
          </a:bodyPr>
          <a:lstStyle/>
          <a:p>
            <a:pPr algn="just" defTabSz="1113207">
              <a:lnSpc>
                <a:spcPct val="120000"/>
              </a:lnSpc>
              <a:spcBef>
                <a:spcPct val="20000"/>
              </a:spcBef>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3" name="Rectangle 122"/>
          <p:cNvSpPr/>
          <p:nvPr/>
        </p:nvSpPr>
        <p:spPr>
          <a:xfrm>
            <a:off x="1639692" y="5008247"/>
            <a:ext cx="1256754" cy="236219"/>
          </a:xfrm>
          <a:prstGeom prst="rect">
            <a:avLst/>
          </a:prstGeom>
        </p:spPr>
        <p:txBody>
          <a:bodyPr wrap="none" lIns="0" tIns="0" rIns="0" bIns="0">
            <a:spAutoFit/>
          </a:bodyPr>
          <a:lstStyle/>
          <a:p>
            <a:pPr algn="ct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4" name="Rectangle 123"/>
          <p:cNvSpPr/>
          <p:nvPr/>
        </p:nvSpPr>
        <p:spPr>
          <a:xfrm>
            <a:off x="1959483" y="4264180"/>
            <a:ext cx="617157" cy="443198"/>
          </a:xfrm>
          <a:prstGeom prst="rect">
            <a:avLst/>
          </a:prstGeom>
        </p:spPr>
        <p:txBody>
          <a:bodyPr wrap="none" lIns="0" tIns="0" rIns="0" bIns="0">
            <a:spAutoFit/>
          </a:bodyPr>
          <a:lstStyle/>
          <a:p>
            <a:pPr algn="ctr">
              <a:lnSpc>
                <a:spcPct val="120000"/>
              </a:lnSpc>
            </a:pPr>
            <a:r>
              <a:rPr lang="en-US" sz="2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20%</a:t>
            </a:r>
          </a:p>
        </p:txBody>
      </p:sp>
      <p:sp>
        <p:nvSpPr>
          <p:cNvPr id="125" name="TextBox 124"/>
          <p:cNvSpPr txBox="1"/>
          <p:nvPr/>
        </p:nvSpPr>
        <p:spPr>
          <a:xfrm>
            <a:off x="3443280" y="5276530"/>
            <a:ext cx="1343624" cy="577338"/>
          </a:xfrm>
          <a:prstGeom prst="rect">
            <a:avLst/>
          </a:prstGeom>
          <a:noFill/>
        </p:spPr>
        <p:txBody>
          <a:bodyPr wrap="square" lIns="0" tIns="0" rIns="0" bIns="0" rtlCol="0">
            <a:spAutoFit/>
          </a:bodyPr>
          <a:lstStyle/>
          <a:p>
            <a:pPr algn="just" defTabSz="1113207">
              <a:lnSpc>
                <a:spcPct val="120000"/>
              </a:lnSpc>
              <a:spcBef>
                <a:spcPct val="20000"/>
              </a:spcBef>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Rectangle 125"/>
          <p:cNvSpPr/>
          <p:nvPr/>
        </p:nvSpPr>
        <p:spPr>
          <a:xfrm>
            <a:off x="3486708" y="5008252"/>
            <a:ext cx="1256754" cy="236219"/>
          </a:xfrm>
          <a:prstGeom prst="rect">
            <a:avLst/>
          </a:prstGeom>
        </p:spPr>
        <p:txBody>
          <a:bodyPr wrap="none" lIns="0" tIns="0" rIns="0" bIns="0">
            <a:spAutoFit/>
          </a:bodyPr>
          <a:lstStyle/>
          <a:p>
            <a:pPr algn="ct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Rectangle 126"/>
          <p:cNvSpPr/>
          <p:nvPr/>
        </p:nvSpPr>
        <p:spPr>
          <a:xfrm>
            <a:off x="3806500" y="4264184"/>
            <a:ext cx="617157" cy="443198"/>
          </a:xfrm>
          <a:prstGeom prst="rect">
            <a:avLst/>
          </a:prstGeom>
        </p:spPr>
        <p:txBody>
          <a:bodyPr wrap="none" lIns="0" tIns="0" rIns="0" bIns="0">
            <a:spAutoFit/>
          </a:bodyPr>
          <a:lstStyle/>
          <a:p>
            <a:pPr algn="ctr">
              <a:lnSpc>
                <a:spcPct val="120000"/>
              </a:lnSpc>
            </a:pPr>
            <a:r>
              <a:rPr lang="en-US" sz="2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50%</a:t>
            </a:r>
          </a:p>
        </p:txBody>
      </p:sp>
      <p:sp>
        <p:nvSpPr>
          <p:cNvPr id="128" name="TextBox 127"/>
          <p:cNvSpPr txBox="1"/>
          <p:nvPr/>
        </p:nvSpPr>
        <p:spPr>
          <a:xfrm>
            <a:off x="5345024" y="5276530"/>
            <a:ext cx="1343624" cy="577338"/>
          </a:xfrm>
          <a:prstGeom prst="rect">
            <a:avLst/>
          </a:prstGeom>
          <a:noFill/>
        </p:spPr>
        <p:txBody>
          <a:bodyPr wrap="square" lIns="0" tIns="0" rIns="0" bIns="0" rtlCol="0">
            <a:spAutoFit/>
          </a:bodyPr>
          <a:lstStyle/>
          <a:p>
            <a:pPr algn="just" defTabSz="1113207">
              <a:lnSpc>
                <a:spcPct val="120000"/>
              </a:lnSpc>
              <a:spcBef>
                <a:spcPct val="20000"/>
              </a:spcBef>
              <a:defRPr/>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Rectangle 128"/>
          <p:cNvSpPr/>
          <p:nvPr/>
        </p:nvSpPr>
        <p:spPr>
          <a:xfrm>
            <a:off x="5388450" y="5008252"/>
            <a:ext cx="1256754" cy="236219"/>
          </a:xfrm>
          <a:prstGeom prst="rect">
            <a:avLst/>
          </a:prstGeom>
        </p:spPr>
        <p:txBody>
          <a:bodyPr wrap="none" lIns="0" tIns="0" rIns="0" bIns="0">
            <a:spAutoFit/>
          </a:bodyPr>
          <a:lstStyle/>
          <a:p>
            <a:pPr algn="ctr">
              <a:lnSpc>
                <a:spcPct val="120000"/>
              </a:lnSpc>
            </a:pPr>
            <a:r>
              <a:rPr lang="zh-CN" alt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Rectangle 129"/>
          <p:cNvSpPr/>
          <p:nvPr/>
        </p:nvSpPr>
        <p:spPr>
          <a:xfrm>
            <a:off x="5708240" y="4264184"/>
            <a:ext cx="617157" cy="443198"/>
          </a:xfrm>
          <a:prstGeom prst="rect">
            <a:avLst/>
          </a:prstGeom>
        </p:spPr>
        <p:txBody>
          <a:bodyPr wrap="none" lIns="0" tIns="0" rIns="0" bIns="0">
            <a:spAutoFit/>
          </a:bodyPr>
          <a:lstStyle/>
          <a:p>
            <a:pPr algn="ctr">
              <a:lnSpc>
                <a:spcPct val="120000"/>
              </a:lnSpc>
            </a:pPr>
            <a:r>
              <a:rPr lang="en-US" sz="24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30%</a:t>
            </a:r>
          </a:p>
        </p:txBody>
      </p:sp>
      <p:graphicFrame>
        <p:nvGraphicFramePr>
          <p:cNvPr id="184" name="Chart 183"/>
          <p:cNvGraphicFramePr/>
          <p:nvPr/>
        </p:nvGraphicFramePr>
        <p:xfrm>
          <a:off x="7481346" y="2126423"/>
          <a:ext cx="4060597" cy="2100864"/>
        </p:xfrm>
        <a:graphic>
          <a:graphicData uri="http://schemas.openxmlformats.org/drawingml/2006/chart">
            <c:chart xmlns:c="http://schemas.openxmlformats.org/drawingml/2006/chart" xmlns:r="http://schemas.openxmlformats.org/officeDocument/2006/relationships" r:id="rId3"/>
          </a:graphicData>
        </a:graphic>
      </p:graphicFrame>
      <p:sp>
        <p:nvSpPr>
          <p:cNvPr id="185" name="Text Placeholder 3"/>
          <p:cNvSpPr txBox="1">
            <a:spLocks/>
          </p:cNvSpPr>
          <p:nvPr/>
        </p:nvSpPr>
        <p:spPr>
          <a:xfrm>
            <a:off x="7926309" y="5161801"/>
            <a:ext cx="3412701" cy="28277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7" name="Text Placeholder 3"/>
          <p:cNvSpPr txBox="1">
            <a:spLocks/>
          </p:cNvSpPr>
          <p:nvPr/>
        </p:nvSpPr>
        <p:spPr>
          <a:xfrm>
            <a:off x="7926309" y="5722901"/>
            <a:ext cx="3412701" cy="282770"/>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800"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0" name="Rounded Rectangular Callout 189"/>
          <p:cNvSpPr/>
          <p:nvPr/>
        </p:nvSpPr>
        <p:spPr>
          <a:xfrm>
            <a:off x="9164627" y="2063967"/>
            <a:ext cx="732780" cy="420825"/>
          </a:xfrm>
          <a:prstGeom prst="wedgeRoundRectCallout">
            <a:avLst>
              <a:gd name="adj1" fmla="val -30328"/>
              <a:gd name="adj2" fmla="val 102458"/>
              <a:gd name="adj3" fmla="val 1666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705"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30%</a:t>
            </a:r>
          </a:p>
        </p:txBody>
      </p:sp>
      <p:sp>
        <p:nvSpPr>
          <p:cNvPr id="191" name="Rounded Rectangular Callout 190"/>
          <p:cNvSpPr/>
          <p:nvPr/>
        </p:nvSpPr>
        <p:spPr>
          <a:xfrm>
            <a:off x="10032712" y="2689361"/>
            <a:ext cx="732780" cy="420825"/>
          </a:xfrm>
          <a:prstGeom prst="wedgeRoundRectCallout">
            <a:avLst>
              <a:gd name="adj1" fmla="val -30328"/>
              <a:gd name="adj2" fmla="val 102458"/>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705"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50%</a:t>
            </a:r>
          </a:p>
        </p:txBody>
      </p:sp>
      <p:sp>
        <p:nvSpPr>
          <p:cNvPr id="192" name="Rounded Rectangular Callout 191"/>
          <p:cNvSpPr/>
          <p:nvPr/>
        </p:nvSpPr>
        <p:spPr>
          <a:xfrm>
            <a:off x="8700248" y="2894115"/>
            <a:ext cx="732780" cy="420825"/>
          </a:xfrm>
          <a:prstGeom prst="wedgeRoundRectCallout">
            <a:avLst>
              <a:gd name="adj1" fmla="val -30328"/>
              <a:gd name="adj2" fmla="val 102458"/>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705"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20%</a:t>
            </a:r>
          </a:p>
        </p:txBody>
      </p:sp>
      <p:sp>
        <p:nvSpPr>
          <p:cNvPr id="193" name="Oval 192"/>
          <p:cNvSpPr/>
          <p:nvPr/>
        </p:nvSpPr>
        <p:spPr>
          <a:xfrm>
            <a:off x="8765223" y="3472935"/>
            <a:ext cx="175984" cy="175984"/>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4" name="Oval 193"/>
          <p:cNvSpPr/>
          <p:nvPr/>
        </p:nvSpPr>
        <p:spPr>
          <a:xfrm>
            <a:off x="10084280" y="3296951"/>
            <a:ext cx="175984" cy="17598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5" name="Oval 194"/>
          <p:cNvSpPr/>
          <p:nvPr/>
        </p:nvSpPr>
        <p:spPr>
          <a:xfrm>
            <a:off x="9226777" y="2652626"/>
            <a:ext cx="175984" cy="175984"/>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435"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6" name="Freeform 5"/>
          <p:cNvSpPr>
            <a:spLocks noEditPoints="1"/>
          </p:cNvSpPr>
          <p:nvPr/>
        </p:nvSpPr>
        <p:spPr bwMode="auto">
          <a:xfrm>
            <a:off x="5324471" y="2569154"/>
            <a:ext cx="1349921" cy="1322854"/>
          </a:xfrm>
          <a:custGeom>
            <a:avLst/>
            <a:gdLst/>
            <a:ahLst/>
            <a:cxnLst>
              <a:cxn ang="0">
                <a:pos x="194" y="158"/>
              </a:cxn>
              <a:cxn ang="0">
                <a:pos x="224" y="218"/>
              </a:cxn>
              <a:cxn ang="0">
                <a:pos x="232" y="219"/>
              </a:cxn>
              <a:cxn ang="0">
                <a:pos x="232" y="228"/>
              </a:cxn>
              <a:cxn ang="0">
                <a:pos x="6" y="229"/>
              </a:cxn>
              <a:cxn ang="0">
                <a:pos x="0" y="224"/>
              </a:cxn>
              <a:cxn ang="0">
                <a:pos x="6" y="218"/>
              </a:cxn>
              <a:cxn ang="0">
                <a:pos x="15" y="151"/>
              </a:cxn>
              <a:cxn ang="0">
                <a:pos x="37" y="129"/>
              </a:cxn>
              <a:cxn ang="0">
                <a:pos x="52" y="134"/>
              </a:cxn>
              <a:cxn ang="0">
                <a:pos x="32" y="121"/>
              </a:cxn>
              <a:cxn ang="0">
                <a:pos x="31" y="40"/>
              </a:cxn>
              <a:cxn ang="0">
                <a:pos x="52" y="31"/>
              </a:cxn>
              <a:cxn ang="0">
                <a:pos x="68" y="13"/>
              </a:cxn>
              <a:cxn ang="0">
                <a:pos x="119" y="0"/>
              </a:cxn>
              <a:cxn ang="0">
                <a:pos x="127" y="18"/>
              </a:cxn>
              <a:cxn ang="0">
                <a:pos x="132" y="57"/>
              </a:cxn>
              <a:cxn ang="0">
                <a:pos x="181" y="72"/>
              </a:cxn>
              <a:cxn ang="0">
                <a:pos x="132" y="170"/>
              </a:cxn>
              <a:cxn ang="0">
                <a:pos x="148" y="149"/>
              </a:cxn>
              <a:cxn ang="0">
                <a:pos x="157" y="170"/>
              </a:cxn>
              <a:cxn ang="0">
                <a:pos x="181" y="72"/>
              </a:cxn>
              <a:cxn ang="0">
                <a:pos x="72" y="4"/>
              </a:cxn>
              <a:cxn ang="0">
                <a:pos x="82" y="18"/>
              </a:cxn>
              <a:cxn ang="0">
                <a:pos x="87" y="51"/>
              </a:cxn>
              <a:cxn ang="0">
                <a:pos x="97" y="31"/>
              </a:cxn>
              <a:cxn ang="0">
                <a:pos x="114" y="13"/>
              </a:cxn>
              <a:cxn ang="0">
                <a:pos x="114" y="4"/>
              </a:cxn>
              <a:cxn ang="0">
                <a:pos x="87" y="55"/>
              </a:cxn>
              <a:cxn ang="0">
                <a:pos x="97" y="90"/>
              </a:cxn>
              <a:cxn ang="0">
                <a:pos x="38" y="46"/>
              </a:cxn>
              <a:cxn ang="0">
                <a:pos x="52" y="114"/>
              </a:cxn>
              <a:cxn ang="0">
                <a:pos x="38" y="46"/>
              </a:cxn>
              <a:cxn ang="0">
                <a:pos x="189" y="177"/>
              </a:cxn>
              <a:cxn ang="0">
                <a:pos x="157" y="200"/>
              </a:cxn>
              <a:cxn ang="0">
                <a:pos x="97" y="155"/>
              </a:cxn>
              <a:cxn ang="0">
                <a:pos x="87" y="218"/>
              </a:cxn>
              <a:cxn ang="0">
                <a:pos x="97" y="155"/>
              </a:cxn>
              <a:cxn ang="0">
                <a:pos x="97" y="138"/>
              </a:cxn>
              <a:cxn ang="0">
                <a:pos x="87" y="150"/>
              </a:cxn>
              <a:cxn ang="0">
                <a:pos x="97" y="94"/>
              </a:cxn>
              <a:cxn ang="0">
                <a:pos x="87" y="132"/>
              </a:cxn>
              <a:cxn ang="0">
                <a:pos x="97" y="94"/>
              </a:cxn>
              <a:cxn ang="0">
                <a:pos x="148" y="200"/>
              </a:cxn>
              <a:cxn ang="0">
                <a:pos x="123" y="177"/>
              </a:cxn>
            </a:cxnLst>
            <a:rect l="0" t="0" r="r" b="b"/>
            <a:pathLst>
              <a:path w="234" h="229">
                <a:moveTo>
                  <a:pt x="194" y="57"/>
                </a:moveTo>
                <a:cubicBezTo>
                  <a:pt x="194" y="158"/>
                  <a:pt x="194" y="158"/>
                  <a:pt x="194" y="158"/>
                </a:cubicBezTo>
                <a:cubicBezTo>
                  <a:pt x="224" y="158"/>
                  <a:pt x="224" y="158"/>
                  <a:pt x="224" y="158"/>
                </a:cubicBezTo>
                <a:cubicBezTo>
                  <a:pt x="224" y="218"/>
                  <a:pt x="224" y="218"/>
                  <a:pt x="224" y="218"/>
                </a:cubicBezTo>
                <a:cubicBezTo>
                  <a:pt x="228" y="218"/>
                  <a:pt x="228" y="218"/>
                  <a:pt x="228" y="218"/>
                </a:cubicBezTo>
                <a:cubicBezTo>
                  <a:pt x="230" y="218"/>
                  <a:pt x="231" y="218"/>
                  <a:pt x="232" y="219"/>
                </a:cubicBezTo>
                <a:cubicBezTo>
                  <a:pt x="234" y="221"/>
                  <a:pt x="234" y="222"/>
                  <a:pt x="234" y="224"/>
                </a:cubicBezTo>
                <a:cubicBezTo>
                  <a:pt x="234" y="225"/>
                  <a:pt x="234" y="227"/>
                  <a:pt x="232" y="228"/>
                </a:cubicBezTo>
                <a:cubicBezTo>
                  <a:pt x="231" y="229"/>
                  <a:pt x="230" y="229"/>
                  <a:pt x="228" y="229"/>
                </a:cubicBezTo>
                <a:cubicBezTo>
                  <a:pt x="6" y="229"/>
                  <a:pt x="6" y="229"/>
                  <a:pt x="6" y="229"/>
                </a:cubicBezTo>
                <a:cubicBezTo>
                  <a:pt x="4" y="229"/>
                  <a:pt x="3" y="229"/>
                  <a:pt x="1" y="228"/>
                </a:cubicBezTo>
                <a:cubicBezTo>
                  <a:pt x="0" y="227"/>
                  <a:pt x="0" y="225"/>
                  <a:pt x="0" y="224"/>
                </a:cubicBezTo>
                <a:cubicBezTo>
                  <a:pt x="0" y="222"/>
                  <a:pt x="0" y="221"/>
                  <a:pt x="1" y="219"/>
                </a:cubicBezTo>
                <a:cubicBezTo>
                  <a:pt x="3" y="218"/>
                  <a:pt x="4" y="218"/>
                  <a:pt x="6" y="218"/>
                </a:cubicBezTo>
                <a:cubicBezTo>
                  <a:pt x="15" y="218"/>
                  <a:pt x="15" y="218"/>
                  <a:pt x="15" y="218"/>
                </a:cubicBezTo>
                <a:cubicBezTo>
                  <a:pt x="15" y="151"/>
                  <a:pt x="15" y="151"/>
                  <a:pt x="15" y="151"/>
                </a:cubicBezTo>
                <a:cubicBezTo>
                  <a:pt x="15" y="145"/>
                  <a:pt x="17" y="140"/>
                  <a:pt x="22" y="136"/>
                </a:cubicBezTo>
                <a:cubicBezTo>
                  <a:pt x="26" y="131"/>
                  <a:pt x="31" y="129"/>
                  <a:pt x="37" y="129"/>
                </a:cubicBezTo>
                <a:cubicBezTo>
                  <a:pt x="38" y="129"/>
                  <a:pt x="38" y="129"/>
                  <a:pt x="38" y="129"/>
                </a:cubicBezTo>
                <a:cubicBezTo>
                  <a:pt x="43" y="129"/>
                  <a:pt x="48" y="131"/>
                  <a:pt x="52" y="134"/>
                </a:cubicBezTo>
                <a:cubicBezTo>
                  <a:pt x="52" y="121"/>
                  <a:pt x="52" y="121"/>
                  <a:pt x="52" y="121"/>
                </a:cubicBezTo>
                <a:cubicBezTo>
                  <a:pt x="32" y="121"/>
                  <a:pt x="32" y="121"/>
                  <a:pt x="32" y="121"/>
                </a:cubicBezTo>
                <a:cubicBezTo>
                  <a:pt x="31" y="120"/>
                  <a:pt x="31" y="120"/>
                  <a:pt x="31" y="120"/>
                </a:cubicBezTo>
                <a:cubicBezTo>
                  <a:pt x="31" y="40"/>
                  <a:pt x="31" y="40"/>
                  <a:pt x="31" y="40"/>
                </a:cubicBezTo>
                <a:cubicBezTo>
                  <a:pt x="52" y="40"/>
                  <a:pt x="52" y="40"/>
                  <a:pt x="52" y="40"/>
                </a:cubicBezTo>
                <a:cubicBezTo>
                  <a:pt x="52" y="31"/>
                  <a:pt x="52" y="31"/>
                  <a:pt x="52" y="31"/>
                </a:cubicBezTo>
                <a:cubicBezTo>
                  <a:pt x="52" y="26"/>
                  <a:pt x="54" y="22"/>
                  <a:pt x="57" y="18"/>
                </a:cubicBezTo>
                <a:cubicBezTo>
                  <a:pt x="60" y="15"/>
                  <a:pt x="64" y="14"/>
                  <a:pt x="68" y="13"/>
                </a:cubicBezTo>
                <a:cubicBezTo>
                  <a:pt x="68" y="0"/>
                  <a:pt x="68" y="0"/>
                  <a:pt x="68" y="0"/>
                </a:cubicBezTo>
                <a:cubicBezTo>
                  <a:pt x="119" y="0"/>
                  <a:pt x="119" y="0"/>
                  <a:pt x="119" y="0"/>
                </a:cubicBezTo>
                <a:cubicBezTo>
                  <a:pt x="119" y="14"/>
                  <a:pt x="119" y="14"/>
                  <a:pt x="119" y="14"/>
                </a:cubicBezTo>
                <a:cubicBezTo>
                  <a:pt x="122" y="15"/>
                  <a:pt x="124" y="16"/>
                  <a:pt x="127" y="18"/>
                </a:cubicBezTo>
                <a:cubicBezTo>
                  <a:pt x="130" y="22"/>
                  <a:pt x="132" y="26"/>
                  <a:pt x="132" y="31"/>
                </a:cubicBezTo>
                <a:cubicBezTo>
                  <a:pt x="132" y="57"/>
                  <a:pt x="132" y="57"/>
                  <a:pt x="132" y="57"/>
                </a:cubicBezTo>
                <a:lnTo>
                  <a:pt x="194" y="57"/>
                </a:lnTo>
                <a:close/>
                <a:moveTo>
                  <a:pt x="181" y="72"/>
                </a:moveTo>
                <a:cubicBezTo>
                  <a:pt x="132" y="72"/>
                  <a:pt x="132" y="72"/>
                  <a:pt x="132" y="72"/>
                </a:cubicBezTo>
                <a:cubicBezTo>
                  <a:pt x="132" y="170"/>
                  <a:pt x="132" y="170"/>
                  <a:pt x="132" y="170"/>
                </a:cubicBezTo>
                <a:cubicBezTo>
                  <a:pt x="148" y="170"/>
                  <a:pt x="148" y="170"/>
                  <a:pt x="148" y="170"/>
                </a:cubicBezTo>
                <a:cubicBezTo>
                  <a:pt x="148" y="149"/>
                  <a:pt x="148" y="149"/>
                  <a:pt x="148" y="149"/>
                </a:cubicBezTo>
                <a:cubicBezTo>
                  <a:pt x="157" y="149"/>
                  <a:pt x="157" y="149"/>
                  <a:pt x="157" y="149"/>
                </a:cubicBezTo>
                <a:cubicBezTo>
                  <a:pt x="157" y="170"/>
                  <a:pt x="157" y="170"/>
                  <a:pt x="157" y="170"/>
                </a:cubicBezTo>
                <a:cubicBezTo>
                  <a:pt x="181" y="170"/>
                  <a:pt x="181" y="170"/>
                  <a:pt x="181" y="170"/>
                </a:cubicBezTo>
                <a:lnTo>
                  <a:pt x="181" y="72"/>
                </a:lnTo>
                <a:close/>
                <a:moveTo>
                  <a:pt x="114" y="4"/>
                </a:moveTo>
                <a:cubicBezTo>
                  <a:pt x="72" y="4"/>
                  <a:pt x="72" y="4"/>
                  <a:pt x="72" y="4"/>
                </a:cubicBezTo>
                <a:cubicBezTo>
                  <a:pt x="72" y="14"/>
                  <a:pt x="72" y="14"/>
                  <a:pt x="72" y="14"/>
                </a:cubicBezTo>
                <a:cubicBezTo>
                  <a:pt x="76" y="14"/>
                  <a:pt x="79" y="16"/>
                  <a:pt x="82" y="18"/>
                </a:cubicBezTo>
                <a:cubicBezTo>
                  <a:pt x="85" y="22"/>
                  <a:pt x="87" y="26"/>
                  <a:pt x="87" y="31"/>
                </a:cubicBezTo>
                <a:cubicBezTo>
                  <a:pt x="87" y="51"/>
                  <a:pt x="87" y="51"/>
                  <a:pt x="87" y="51"/>
                </a:cubicBezTo>
                <a:cubicBezTo>
                  <a:pt x="97" y="51"/>
                  <a:pt x="97" y="51"/>
                  <a:pt x="97" y="51"/>
                </a:cubicBezTo>
                <a:cubicBezTo>
                  <a:pt x="97" y="31"/>
                  <a:pt x="97" y="31"/>
                  <a:pt x="97" y="31"/>
                </a:cubicBezTo>
                <a:cubicBezTo>
                  <a:pt x="97" y="26"/>
                  <a:pt x="99" y="22"/>
                  <a:pt x="102" y="18"/>
                </a:cubicBezTo>
                <a:cubicBezTo>
                  <a:pt x="105" y="15"/>
                  <a:pt x="109" y="13"/>
                  <a:pt x="114" y="13"/>
                </a:cubicBezTo>
                <a:cubicBezTo>
                  <a:pt x="114" y="13"/>
                  <a:pt x="114" y="13"/>
                  <a:pt x="114" y="13"/>
                </a:cubicBezTo>
                <a:lnTo>
                  <a:pt x="114" y="4"/>
                </a:lnTo>
                <a:close/>
                <a:moveTo>
                  <a:pt x="97" y="55"/>
                </a:moveTo>
                <a:cubicBezTo>
                  <a:pt x="87" y="55"/>
                  <a:pt x="87" y="55"/>
                  <a:pt x="87" y="55"/>
                </a:cubicBezTo>
                <a:cubicBezTo>
                  <a:pt x="87" y="90"/>
                  <a:pt x="87" y="90"/>
                  <a:pt x="87" y="90"/>
                </a:cubicBezTo>
                <a:cubicBezTo>
                  <a:pt x="97" y="90"/>
                  <a:pt x="97" y="90"/>
                  <a:pt x="97" y="90"/>
                </a:cubicBezTo>
                <a:lnTo>
                  <a:pt x="97" y="55"/>
                </a:lnTo>
                <a:close/>
                <a:moveTo>
                  <a:pt x="38" y="46"/>
                </a:moveTo>
                <a:cubicBezTo>
                  <a:pt x="38" y="114"/>
                  <a:pt x="38" y="114"/>
                  <a:pt x="38" y="114"/>
                </a:cubicBezTo>
                <a:cubicBezTo>
                  <a:pt x="52" y="114"/>
                  <a:pt x="52" y="114"/>
                  <a:pt x="52" y="114"/>
                </a:cubicBezTo>
                <a:cubicBezTo>
                  <a:pt x="52" y="46"/>
                  <a:pt x="52" y="46"/>
                  <a:pt x="52" y="46"/>
                </a:cubicBezTo>
                <a:lnTo>
                  <a:pt x="38" y="46"/>
                </a:lnTo>
                <a:close/>
                <a:moveTo>
                  <a:pt x="189" y="200"/>
                </a:moveTo>
                <a:cubicBezTo>
                  <a:pt x="189" y="177"/>
                  <a:pt x="189" y="177"/>
                  <a:pt x="189" y="177"/>
                </a:cubicBezTo>
                <a:cubicBezTo>
                  <a:pt x="157" y="177"/>
                  <a:pt x="157" y="177"/>
                  <a:pt x="157" y="177"/>
                </a:cubicBezTo>
                <a:cubicBezTo>
                  <a:pt x="157" y="200"/>
                  <a:pt x="157" y="200"/>
                  <a:pt x="157" y="200"/>
                </a:cubicBezTo>
                <a:lnTo>
                  <a:pt x="189" y="200"/>
                </a:lnTo>
                <a:close/>
                <a:moveTo>
                  <a:pt x="97" y="155"/>
                </a:moveTo>
                <a:cubicBezTo>
                  <a:pt x="87" y="155"/>
                  <a:pt x="87" y="155"/>
                  <a:pt x="87" y="155"/>
                </a:cubicBezTo>
                <a:cubicBezTo>
                  <a:pt x="87" y="218"/>
                  <a:pt x="87" y="218"/>
                  <a:pt x="87" y="218"/>
                </a:cubicBezTo>
                <a:cubicBezTo>
                  <a:pt x="97" y="218"/>
                  <a:pt x="97" y="218"/>
                  <a:pt x="97" y="218"/>
                </a:cubicBezTo>
                <a:lnTo>
                  <a:pt x="97" y="155"/>
                </a:lnTo>
                <a:close/>
                <a:moveTo>
                  <a:pt x="97" y="150"/>
                </a:moveTo>
                <a:cubicBezTo>
                  <a:pt x="97" y="138"/>
                  <a:pt x="97" y="138"/>
                  <a:pt x="97" y="138"/>
                </a:cubicBezTo>
                <a:cubicBezTo>
                  <a:pt x="87" y="138"/>
                  <a:pt x="87" y="138"/>
                  <a:pt x="87" y="138"/>
                </a:cubicBezTo>
                <a:cubicBezTo>
                  <a:pt x="87" y="150"/>
                  <a:pt x="87" y="150"/>
                  <a:pt x="87" y="150"/>
                </a:cubicBezTo>
                <a:lnTo>
                  <a:pt x="97" y="150"/>
                </a:lnTo>
                <a:close/>
                <a:moveTo>
                  <a:pt x="97" y="94"/>
                </a:moveTo>
                <a:cubicBezTo>
                  <a:pt x="87" y="94"/>
                  <a:pt x="87" y="94"/>
                  <a:pt x="87" y="94"/>
                </a:cubicBezTo>
                <a:cubicBezTo>
                  <a:pt x="87" y="132"/>
                  <a:pt x="87" y="132"/>
                  <a:pt x="87" y="132"/>
                </a:cubicBezTo>
                <a:cubicBezTo>
                  <a:pt x="97" y="132"/>
                  <a:pt x="97" y="132"/>
                  <a:pt x="97" y="132"/>
                </a:cubicBezTo>
                <a:lnTo>
                  <a:pt x="97" y="94"/>
                </a:lnTo>
                <a:close/>
                <a:moveTo>
                  <a:pt x="123" y="200"/>
                </a:moveTo>
                <a:cubicBezTo>
                  <a:pt x="148" y="200"/>
                  <a:pt x="148" y="200"/>
                  <a:pt x="148" y="200"/>
                </a:cubicBezTo>
                <a:cubicBezTo>
                  <a:pt x="148" y="177"/>
                  <a:pt x="148" y="177"/>
                  <a:pt x="148" y="177"/>
                </a:cubicBezTo>
                <a:cubicBezTo>
                  <a:pt x="123" y="177"/>
                  <a:pt x="123" y="177"/>
                  <a:pt x="123" y="177"/>
                </a:cubicBezTo>
                <a:lnTo>
                  <a:pt x="123" y="200"/>
                </a:lnTo>
                <a:close/>
              </a:path>
            </a:pathLst>
          </a:custGeom>
          <a:solidFill>
            <a:schemeClr val="accent3"/>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45"/>
          <p:cNvSpPr>
            <a:spLocks noEditPoints="1"/>
          </p:cNvSpPr>
          <p:nvPr/>
        </p:nvSpPr>
        <p:spPr bwMode="auto">
          <a:xfrm>
            <a:off x="7481398" y="4488899"/>
            <a:ext cx="378609" cy="378609"/>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45"/>
          <p:cNvSpPr>
            <a:spLocks noEditPoints="1"/>
          </p:cNvSpPr>
          <p:nvPr/>
        </p:nvSpPr>
        <p:spPr bwMode="auto">
          <a:xfrm>
            <a:off x="7485283" y="5107443"/>
            <a:ext cx="378609" cy="378609"/>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45"/>
          <p:cNvSpPr>
            <a:spLocks noEditPoints="1"/>
          </p:cNvSpPr>
          <p:nvPr/>
        </p:nvSpPr>
        <p:spPr bwMode="auto">
          <a:xfrm>
            <a:off x="7485283" y="5656271"/>
            <a:ext cx="378609" cy="378609"/>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111330" tIns="55665" rIns="111330" bIns="55665" numCol="1" anchor="t" anchorCtr="0" compatLnSpc="1">
            <a:prstTxWarp prst="textNoShape">
              <a:avLst/>
            </a:prstTxWarp>
          </a:bodyPr>
          <a:lstStyle/>
          <a:p>
            <a:pPr>
              <a:lnSpc>
                <a:spcPct val="120000"/>
              </a:lnSpc>
            </a:pPr>
            <a:endParaRPr lang="en-US" sz="2435">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3760238760"/>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89"/>
                                        </p:tgtEl>
                                        <p:attrNameLst>
                                          <p:attrName>style.visibility</p:attrName>
                                        </p:attrNameLst>
                                      </p:cBhvr>
                                      <p:to>
                                        <p:strVal val="visible"/>
                                      </p:to>
                                    </p:set>
                                    <p:anim calcmode="lin" valueType="num">
                                      <p:cBhvr>
                                        <p:cTn id="7" dur="500" fill="hold"/>
                                        <p:tgtEl>
                                          <p:spTgt spid="189"/>
                                        </p:tgtEl>
                                        <p:attrNameLst>
                                          <p:attrName>ppt_w</p:attrName>
                                        </p:attrNameLst>
                                      </p:cBhvr>
                                      <p:tavLst>
                                        <p:tav tm="0">
                                          <p:val>
                                            <p:fltVal val="0"/>
                                          </p:val>
                                        </p:tav>
                                        <p:tav tm="100000">
                                          <p:val>
                                            <p:strVal val="#ppt_w"/>
                                          </p:val>
                                        </p:tav>
                                      </p:tavLst>
                                    </p:anim>
                                    <p:anim calcmode="lin" valueType="num">
                                      <p:cBhvr>
                                        <p:cTn id="8" dur="500" fill="hold"/>
                                        <p:tgtEl>
                                          <p:spTgt spid="189"/>
                                        </p:tgtEl>
                                        <p:attrNameLst>
                                          <p:attrName>ppt_h</p:attrName>
                                        </p:attrNameLst>
                                      </p:cBhvr>
                                      <p:tavLst>
                                        <p:tav tm="0">
                                          <p:val>
                                            <p:fltVal val="0"/>
                                          </p:val>
                                        </p:tav>
                                        <p:tav tm="100000">
                                          <p:val>
                                            <p:strVal val="#ppt_h"/>
                                          </p:val>
                                        </p:tav>
                                      </p:tavLst>
                                    </p:anim>
                                    <p:animEffect transition="in" filter="fade">
                                      <p:cBhvr>
                                        <p:cTn id="9" dur="500"/>
                                        <p:tgtEl>
                                          <p:spTgt spid="189"/>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 calcmode="lin" valueType="num">
                                      <p:cBhvr>
                                        <p:cTn id="13" dur="500" fill="hold"/>
                                        <p:tgtEl>
                                          <p:spTgt spid="124"/>
                                        </p:tgtEl>
                                        <p:attrNameLst>
                                          <p:attrName>ppt_w</p:attrName>
                                        </p:attrNameLst>
                                      </p:cBhvr>
                                      <p:tavLst>
                                        <p:tav tm="0">
                                          <p:val>
                                            <p:fltVal val="0"/>
                                          </p:val>
                                        </p:tav>
                                        <p:tav tm="100000">
                                          <p:val>
                                            <p:strVal val="#ppt_w"/>
                                          </p:val>
                                        </p:tav>
                                      </p:tavLst>
                                    </p:anim>
                                    <p:anim calcmode="lin" valueType="num">
                                      <p:cBhvr>
                                        <p:cTn id="14" dur="500" fill="hold"/>
                                        <p:tgtEl>
                                          <p:spTgt spid="124"/>
                                        </p:tgtEl>
                                        <p:attrNameLst>
                                          <p:attrName>ppt_h</p:attrName>
                                        </p:attrNameLst>
                                      </p:cBhvr>
                                      <p:tavLst>
                                        <p:tav tm="0">
                                          <p:val>
                                            <p:fltVal val="0"/>
                                          </p:val>
                                        </p:tav>
                                        <p:tav tm="100000">
                                          <p:val>
                                            <p:strVal val="#ppt_h"/>
                                          </p:val>
                                        </p:tav>
                                      </p:tavLst>
                                    </p:anim>
                                    <p:animEffect transition="in" filter="fade">
                                      <p:cBhvr>
                                        <p:cTn id="15" dur="500"/>
                                        <p:tgtEl>
                                          <p:spTgt spid="124"/>
                                        </p:tgtEl>
                                      </p:cBhvr>
                                    </p:animEffect>
                                  </p:childTnLst>
                                </p:cTn>
                              </p:par>
                            </p:childTnLst>
                          </p:cTn>
                        </p:par>
                        <p:par>
                          <p:cTn id="16" fill="hold">
                            <p:stCondLst>
                              <p:cond delay="1000"/>
                            </p:stCondLst>
                            <p:childTnLst>
                              <p:par>
                                <p:cTn id="17" presetID="2" presetClass="entr" presetSubtype="4" accel="50000" decel="50000" fill="hold" grpId="0" nodeType="afterEffect">
                                  <p:stCondLst>
                                    <p:cond delay="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500" fill="hold"/>
                                        <p:tgtEl>
                                          <p:spTgt spid="123"/>
                                        </p:tgtEl>
                                        <p:attrNameLst>
                                          <p:attrName>ppt_x</p:attrName>
                                        </p:attrNameLst>
                                      </p:cBhvr>
                                      <p:tavLst>
                                        <p:tav tm="0">
                                          <p:val>
                                            <p:strVal val="#ppt_x"/>
                                          </p:val>
                                        </p:tav>
                                        <p:tav tm="100000">
                                          <p:val>
                                            <p:strVal val="#ppt_x"/>
                                          </p:val>
                                        </p:tav>
                                      </p:tavLst>
                                    </p:anim>
                                    <p:anim calcmode="lin" valueType="num">
                                      <p:cBhvr additive="base">
                                        <p:cTn id="20" dur="50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500"/>
                            </p:stCondLst>
                            <p:childTnLst>
                              <p:par>
                                <p:cTn id="22" presetID="2" presetClass="entr" presetSubtype="4" accel="50000" decel="50000" fill="hold" grpId="0" nodeType="afterEffect">
                                  <p:stCondLst>
                                    <p:cond delay="0"/>
                                  </p:stCondLst>
                                  <p:childTnLst>
                                    <p:set>
                                      <p:cBhvr>
                                        <p:cTn id="23" dur="1" fill="hold">
                                          <p:stCondLst>
                                            <p:cond delay="0"/>
                                          </p:stCondLst>
                                        </p:cTn>
                                        <p:tgtEl>
                                          <p:spTgt spid="122"/>
                                        </p:tgtEl>
                                        <p:attrNameLst>
                                          <p:attrName>style.visibility</p:attrName>
                                        </p:attrNameLst>
                                      </p:cBhvr>
                                      <p:to>
                                        <p:strVal val="visible"/>
                                      </p:to>
                                    </p:set>
                                    <p:anim calcmode="lin" valueType="num">
                                      <p:cBhvr additive="base">
                                        <p:cTn id="24" dur="500" fill="hold"/>
                                        <p:tgtEl>
                                          <p:spTgt spid="122"/>
                                        </p:tgtEl>
                                        <p:attrNameLst>
                                          <p:attrName>ppt_x</p:attrName>
                                        </p:attrNameLst>
                                      </p:cBhvr>
                                      <p:tavLst>
                                        <p:tav tm="0">
                                          <p:val>
                                            <p:strVal val="#ppt_x"/>
                                          </p:val>
                                        </p:tav>
                                        <p:tav tm="100000">
                                          <p:val>
                                            <p:strVal val="#ppt_x"/>
                                          </p:val>
                                        </p:tav>
                                      </p:tavLst>
                                    </p:anim>
                                    <p:anim calcmode="lin" valueType="num">
                                      <p:cBhvr additive="base">
                                        <p:cTn id="25" dur="500" fill="hold"/>
                                        <p:tgtEl>
                                          <p:spTgt spid="122"/>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92"/>
                                        </p:tgtEl>
                                        <p:attrNameLst>
                                          <p:attrName>style.visibility</p:attrName>
                                        </p:attrNameLst>
                                      </p:cBhvr>
                                      <p:to>
                                        <p:strVal val="visible"/>
                                      </p:to>
                                    </p:set>
                                    <p:anim calcmode="lin" valueType="num">
                                      <p:cBhvr>
                                        <p:cTn id="29" dur="500" fill="hold"/>
                                        <p:tgtEl>
                                          <p:spTgt spid="92"/>
                                        </p:tgtEl>
                                        <p:attrNameLst>
                                          <p:attrName>ppt_w</p:attrName>
                                        </p:attrNameLst>
                                      </p:cBhvr>
                                      <p:tavLst>
                                        <p:tav tm="0">
                                          <p:val>
                                            <p:fltVal val="0"/>
                                          </p:val>
                                        </p:tav>
                                        <p:tav tm="100000">
                                          <p:val>
                                            <p:strVal val="#ppt_w"/>
                                          </p:val>
                                        </p:tav>
                                      </p:tavLst>
                                    </p:anim>
                                    <p:anim calcmode="lin" valueType="num">
                                      <p:cBhvr>
                                        <p:cTn id="30" dur="500" fill="hold"/>
                                        <p:tgtEl>
                                          <p:spTgt spid="92"/>
                                        </p:tgtEl>
                                        <p:attrNameLst>
                                          <p:attrName>ppt_h</p:attrName>
                                        </p:attrNameLst>
                                      </p:cBhvr>
                                      <p:tavLst>
                                        <p:tav tm="0">
                                          <p:val>
                                            <p:fltVal val="0"/>
                                          </p:val>
                                        </p:tav>
                                        <p:tav tm="100000">
                                          <p:val>
                                            <p:strVal val="#ppt_h"/>
                                          </p:val>
                                        </p:tav>
                                      </p:tavLst>
                                    </p:anim>
                                    <p:animEffect transition="in" filter="fade">
                                      <p:cBhvr>
                                        <p:cTn id="31" dur="500"/>
                                        <p:tgtEl>
                                          <p:spTgt spid="92"/>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127"/>
                                        </p:tgtEl>
                                        <p:attrNameLst>
                                          <p:attrName>style.visibility</p:attrName>
                                        </p:attrNameLst>
                                      </p:cBhvr>
                                      <p:to>
                                        <p:strVal val="visible"/>
                                      </p:to>
                                    </p:set>
                                    <p:anim calcmode="lin" valueType="num">
                                      <p:cBhvr>
                                        <p:cTn id="35" dur="500" fill="hold"/>
                                        <p:tgtEl>
                                          <p:spTgt spid="127"/>
                                        </p:tgtEl>
                                        <p:attrNameLst>
                                          <p:attrName>ppt_w</p:attrName>
                                        </p:attrNameLst>
                                      </p:cBhvr>
                                      <p:tavLst>
                                        <p:tav tm="0">
                                          <p:val>
                                            <p:fltVal val="0"/>
                                          </p:val>
                                        </p:tav>
                                        <p:tav tm="100000">
                                          <p:val>
                                            <p:strVal val="#ppt_w"/>
                                          </p:val>
                                        </p:tav>
                                      </p:tavLst>
                                    </p:anim>
                                    <p:anim calcmode="lin" valueType="num">
                                      <p:cBhvr>
                                        <p:cTn id="36" dur="500" fill="hold"/>
                                        <p:tgtEl>
                                          <p:spTgt spid="127"/>
                                        </p:tgtEl>
                                        <p:attrNameLst>
                                          <p:attrName>ppt_h</p:attrName>
                                        </p:attrNameLst>
                                      </p:cBhvr>
                                      <p:tavLst>
                                        <p:tav tm="0">
                                          <p:val>
                                            <p:fltVal val="0"/>
                                          </p:val>
                                        </p:tav>
                                        <p:tav tm="100000">
                                          <p:val>
                                            <p:strVal val="#ppt_h"/>
                                          </p:val>
                                        </p:tav>
                                      </p:tavLst>
                                    </p:anim>
                                    <p:animEffect transition="in" filter="fade">
                                      <p:cBhvr>
                                        <p:cTn id="37" dur="500"/>
                                        <p:tgtEl>
                                          <p:spTgt spid="127"/>
                                        </p:tgtEl>
                                      </p:cBhvr>
                                    </p:animEffect>
                                  </p:childTnLst>
                                </p:cTn>
                              </p:par>
                            </p:childTnLst>
                          </p:cTn>
                        </p:par>
                        <p:par>
                          <p:cTn id="38" fill="hold">
                            <p:stCondLst>
                              <p:cond delay="3000"/>
                            </p:stCondLst>
                            <p:childTnLst>
                              <p:par>
                                <p:cTn id="39" presetID="2" presetClass="entr" presetSubtype="4" accel="50000" decel="50000" fill="hold" grpId="0" nodeType="afterEffect">
                                  <p:stCondLst>
                                    <p:cond delay="0"/>
                                  </p:stCondLst>
                                  <p:childTnLst>
                                    <p:set>
                                      <p:cBhvr>
                                        <p:cTn id="40" dur="1" fill="hold">
                                          <p:stCondLst>
                                            <p:cond delay="0"/>
                                          </p:stCondLst>
                                        </p:cTn>
                                        <p:tgtEl>
                                          <p:spTgt spid="126"/>
                                        </p:tgtEl>
                                        <p:attrNameLst>
                                          <p:attrName>style.visibility</p:attrName>
                                        </p:attrNameLst>
                                      </p:cBhvr>
                                      <p:to>
                                        <p:strVal val="visible"/>
                                      </p:to>
                                    </p:set>
                                    <p:anim calcmode="lin" valueType="num">
                                      <p:cBhvr additive="base">
                                        <p:cTn id="41" dur="500" fill="hold"/>
                                        <p:tgtEl>
                                          <p:spTgt spid="126"/>
                                        </p:tgtEl>
                                        <p:attrNameLst>
                                          <p:attrName>ppt_x</p:attrName>
                                        </p:attrNameLst>
                                      </p:cBhvr>
                                      <p:tavLst>
                                        <p:tav tm="0">
                                          <p:val>
                                            <p:strVal val="#ppt_x"/>
                                          </p:val>
                                        </p:tav>
                                        <p:tav tm="100000">
                                          <p:val>
                                            <p:strVal val="#ppt_x"/>
                                          </p:val>
                                        </p:tav>
                                      </p:tavLst>
                                    </p:anim>
                                    <p:anim calcmode="lin" valueType="num">
                                      <p:cBhvr additive="base">
                                        <p:cTn id="42" dur="500" fill="hold"/>
                                        <p:tgtEl>
                                          <p:spTgt spid="126"/>
                                        </p:tgtEl>
                                        <p:attrNameLst>
                                          <p:attrName>ppt_y</p:attrName>
                                        </p:attrNameLst>
                                      </p:cBhvr>
                                      <p:tavLst>
                                        <p:tav tm="0">
                                          <p:val>
                                            <p:strVal val="1+#ppt_h/2"/>
                                          </p:val>
                                        </p:tav>
                                        <p:tav tm="100000">
                                          <p:val>
                                            <p:strVal val="#ppt_y"/>
                                          </p:val>
                                        </p:tav>
                                      </p:tavLst>
                                    </p:anim>
                                  </p:childTnLst>
                                </p:cTn>
                              </p:par>
                            </p:childTnLst>
                          </p:cTn>
                        </p:par>
                        <p:par>
                          <p:cTn id="43" fill="hold">
                            <p:stCondLst>
                              <p:cond delay="3500"/>
                            </p:stCondLst>
                            <p:childTnLst>
                              <p:par>
                                <p:cTn id="44" presetID="2" presetClass="entr" presetSubtype="4" accel="50000" decel="50000" fill="hold" grpId="0" nodeType="afterEffect">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cBhvr additive="base">
                                        <p:cTn id="46" dur="500" fill="hold"/>
                                        <p:tgtEl>
                                          <p:spTgt spid="125"/>
                                        </p:tgtEl>
                                        <p:attrNameLst>
                                          <p:attrName>ppt_x</p:attrName>
                                        </p:attrNameLst>
                                      </p:cBhvr>
                                      <p:tavLst>
                                        <p:tav tm="0">
                                          <p:val>
                                            <p:strVal val="#ppt_x"/>
                                          </p:val>
                                        </p:tav>
                                        <p:tav tm="100000">
                                          <p:val>
                                            <p:strVal val="#ppt_x"/>
                                          </p:val>
                                        </p:tav>
                                      </p:tavLst>
                                    </p:anim>
                                    <p:anim calcmode="lin" valueType="num">
                                      <p:cBhvr additive="base">
                                        <p:cTn id="47" dur="500" fill="hold"/>
                                        <p:tgtEl>
                                          <p:spTgt spid="125"/>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53" presetClass="entr" presetSubtype="0" fill="hold" grpId="0" nodeType="afterEffect">
                                  <p:stCondLst>
                                    <p:cond delay="0"/>
                                  </p:stCondLst>
                                  <p:childTnLst>
                                    <p:set>
                                      <p:cBhvr>
                                        <p:cTn id="50" dur="1" fill="hold">
                                          <p:stCondLst>
                                            <p:cond delay="0"/>
                                          </p:stCondLst>
                                        </p:cTn>
                                        <p:tgtEl>
                                          <p:spTgt spid="96"/>
                                        </p:tgtEl>
                                        <p:attrNameLst>
                                          <p:attrName>style.visibility</p:attrName>
                                        </p:attrNameLst>
                                      </p:cBhvr>
                                      <p:to>
                                        <p:strVal val="visible"/>
                                      </p:to>
                                    </p:set>
                                    <p:anim calcmode="lin" valueType="num">
                                      <p:cBhvr>
                                        <p:cTn id="51" dur="500" fill="hold"/>
                                        <p:tgtEl>
                                          <p:spTgt spid="96"/>
                                        </p:tgtEl>
                                        <p:attrNameLst>
                                          <p:attrName>ppt_w</p:attrName>
                                        </p:attrNameLst>
                                      </p:cBhvr>
                                      <p:tavLst>
                                        <p:tav tm="0">
                                          <p:val>
                                            <p:fltVal val="0"/>
                                          </p:val>
                                        </p:tav>
                                        <p:tav tm="100000">
                                          <p:val>
                                            <p:strVal val="#ppt_w"/>
                                          </p:val>
                                        </p:tav>
                                      </p:tavLst>
                                    </p:anim>
                                    <p:anim calcmode="lin" valueType="num">
                                      <p:cBhvr>
                                        <p:cTn id="52" dur="500" fill="hold"/>
                                        <p:tgtEl>
                                          <p:spTgt spid="96"/>
                                        </p:tgtEl>
                                        <p:attrNameLst>
                                          <p:attrName>ppt_h</p:attrName>
                                        </p:attrNameLst>
                                      </p:cBhvr>
                                      <p:tavLst>
                                        <p:tav tm="0">
                                          <p:val>
                                            <p:fltVal val="0"/>
                                          </p:val>
                                        </p:tav>
                                        <p:tav tm="100000">
                                          <p:val>
                                            <p:strVal val="#ppt_h"/>
                                          </p:val>
                                        </p:tav>
                                      </p:tavLst>
                                    </p:anim>
                                    <p:animEffect transition="in" filter="fade">
                                      <p:cBhvr>
                                        <p:cTn id="53" dur="500"/>
                                        <p:tgtEl>
                                          <p:spTgt spid="96"/>
                                        </p:tgtEl>
                                      </p:cBhvr>
                                    </p:animEffect>
                                  </p:childTnLst>
                                </p:cTn>
                              </p:par>
                            </p:childTnLst>
                          </p:cTn>
                        </p:par>
                        <p:par>
                          <p:cTn id="54" fill="hold">
                            <p:stCondLst>
                              <p:cond delay="4500"/>
                            </p:stCondLst>
                            <p:childTnLst>
                              <p:par>
                                <p:cTn id="55" presetID="53" presetClass="entr" presetSubtype="0" fill="hold" grpId="0" nodeType="afterEffect">
                                  <p:stCondLst>
                                    <p:cond delay="0"/>
                                  </p:stCondLst>
                                  <p:childTnLst>
                                    <p:set>
                                      <p:cBhvr>
                                        <p:cTn id="56" dur="1" fill="hold">
                                          <p:stCondLst>
                                            <p:cond delay="0"/>
                                          </p:stCondLst>
                                        </p:cTn>
                                        <p:tgtEl>
                                          <p:spTgt spid="130"/>
                                        </p:tgtEl>
                                        <p:attrNameLst>
                                          <p:attrName>style.visibility</p:attrName>
                                        </p:attrNameLst>
                                      </p:cBhvr>
                                      <p:to>
                                        <p:strVal val="visible"/>
                                      </p:to>
                                    </p:set>
                                    <p:anim calcmode="lin" valueType="num">
                                      <p:cBhvr>
                                        <p:cTn id="57" dur="500" fill="hold"/>
                                        <p:tgtEl>
                                          <p:spTgt spid="130"/>
                                        </p:tgtEl>
                                        <p:attrNameLst>
                                          <p:attrName>ppt_w</p:attrName>
                                        </p:attrNameLst>
                                      </p:cBhvr>
                                      <p:tavLst>
                                        <p:tav tm="0">
                                          <p:val>
                                            <p:fltVal val="0"/>
                                          </p:val>
                                        </p:tav>
                                        <p:tav tm="100000">
                                          <p:val>
                                            <p:strVal val="#ppt_w"/>
                                          </p:val>
                                        </p:tav>
                                      </p:tavLst>
                                    </p:anim>
                                    <p:anim calcmode="lin" valueType="num">
                                      <p:cBhvr>
                                        <p:cTn id="58" dur="500" fill="hold"/>
                                        <p:tgtEl>
                                          <p:spTgt spid="130"/>
                                        </p:tgtEl>
                                        <p:attrNameLst>
                                          <p:attrName>ppt_h</p:attrName>
                                        </p:attrNameLst>
                                      </p:cBhvr>
                                      <p:tavLst>
                                        <p:tav tm="0">
                                          <p:val>
                                            <p:fltVal val="0"/>
                                          </p:val>
                                        </p:tav>
                                        <p:tav tm="100000">
                                          <p:val>
                                            <p:strVal val="#ppt_h"/>
                                          </p:val>
                                        </p:tav>
                                      </p:tavLst>
                                    </p:anim>
                                    <p:animEffect transition="in" filter="fade">
                                      <p:cBhvr>
                                        <p:cTn id="59" dur="500"/>
                                        <p:tgtEl>
                                          <p:spTgt spid="130"/>
                                        </p:tgtEl>
                                      </p:cBhvr>
                                    </p:animEffect>
                                  </p:childTnLst>
                                </p:cTn>
                              </p:par>
                            </p:childTnLst>
                          </p:cTn>
                        </p:par>
                        <p:par>
                          <p:cTn id="60" fill="hold">
                            <p:stCondLst>
                              <p:cond delay="5000"/>
                            </p:stCondLst>
                            <p:childTnLst>
                              <p:par>
                                <p:cTn id="61" presetID="2" presetClass="entr" presetSubtype="4" accel="50000" decel="50000" fill="hold" grpId="0" nodeType="afterEffect">
                                  <p:stCondLst>
                                    <p:cond delay="0"/>
                                  </p:stCondLst>
                                  <p:childTnLst>
                                    <p:set>
                                      <p:cBhvr>
                                        <p:cTn id="62" dur="1" fill="hold">
                                          <p:stCondLst>
                                            <p:cond delay="0"/>
                                          </p:stCondLst>
                                        </p:cTn>
                                        <p:tgtEl>
                                          <p:spTgt spid="129"/>
                                        </p:tgtEl>
                                        <p:attrNameLst>
                                          <p:attrName>style.visibility</p:attrName>
                                        </p:attrNameLst>
                                      </p:cBhvr>
                                      <p:to>
                                        <p:strVal val="visible"/>
                                      </p:to>
                                    </p:set>
                                    <p:anim calcmode="lin" valueType="num">
                                      <p:cBhvr additive="base">
                                        <p:cTn id="63" dur="500" fill="hold"/>
                                        <p:tgtEl>
                                          <p:spTgt spid="129"/>
                                        </p:tgtEl>
                                        <p:attrNameLst>
                                          <p:attrName>ppt_x</p:attrName>
                                        </p:attrNameLst>
                                      </p:cBhvr>
                                      <p:tavLst>
                                        <p:tav tm="0">
                                          <p:val>
                                            <p:strVal val="#ppt_x"/>
                                          </p:val>
                                        </p:tav>
                                        <p:tav tm="100000">
                                          <p:val>
                                            <p:strVal val="#ppt_x"/>
                                          </p:val>
                                        </p:tav>
                                      </p:tavLst>
                                    </p:anim>
                                    <p:anim calcmode="lin" valueType="num">
                                      <p:cBhvr additive="base">
                                        <p:cTn id="64" dur="500" fill="hold"/>
                                        <p:tgtEl>
                                          <p:spTgt spid="129"/>
                                        </p:tgtEl>
                                        <p:attrNameLst>
                                          <p:attrName>ppt_y</p:attrName>
                                        </p:attrNameLst>
                                      </p:cBhvr>
                                      <p:tavLst>
                                        <p:tav tm="0">
                                          <p:val>
                                            <p:strVal val="1+#ppt_h/2"/>
                                          </p:val>
                                        </p:tav>
                                        <p:tav tm="100000">
                                          <p:val>
                                            <p:strVal val="#ppt_y"/>
                                          </p:val>
                                        </p:tav>
                                      </p:tavLst>
                                    </p:anim>
                                  </p:childTnLst>
                                </p:cTn>
                              </p:par>
                            </p:childTnLst>
                          </p:cTn>
                        </p:par>
                        <p:par>
                          <p:cTn id="65" fill="hold">
                            <p:stCondLst>
                              <p:cond delay="5500"/>
                            </p:stCondLst>
                            <p:childTnLst>
                              <p:par>
                                <p:cTn id="66" presetID="2" presetClass="entr" presetSubtype="4" accel="50000" decel="50000" fill="hold" grpId="0" nodeType="afterEffect">
                                  <p:stCondLst>
                                    <p:cond delay="0"/>
                                  </p:stCondLst>
                                  <p:childTnLst>
                                    <p:set>
                                      <p:cBhvr>
                                        <p:cTn id="67" dur="1" fill="hold">
                                          <p:stCondLst>
                                            <p:cond delay="0"/>
                                          </p:stCondLst>
                                        </p:cTn>
                                        <p:tgtEl>
                                          <p:spTgt spid="128"/>
                                        </p:tgtEl>
                                        <p:attrNameLst>
                                          <p:attrName>style.visibility</p:attrName>
                                        </p:attrNameLst>
                                      </p:cBhvr>
                                      <p:to>
                                        <p:strVal val="visible"/>
                                      </p:to>
                                    </p:set>
                                    <p:anim calcmode="lin" valueType="num">
                                      <p:cBhvr additive="base">
                                        <p:cTn id="68" dur="500" fill="hold"/>
                                        <p:tgtEl>
                                          <p:spTgt spid="128"/>
                                        </p:tgtEl>
                                        <p:attrNameLst>
                                          <p:attrName>ppt_x</p:attrName>
                                        </p:attrNameLst>
                                      </p:cBhvr>
                                      <p:tavLst>
                                        <p:tav tm="0">
                                          <p:val>
                                            <p:strVal val="#ppt_x"/>
                                          </p:val>
                                        </p:tav>
                                        <p:tav tm="100000">
                                          <p:val>
                                            <p:strVal val="#ppt_x"/>
                                          </p:val>
                                        </p:tav>
                                      </p:tavLst>
                                    </p:anim>
                                    <p:anim calcmode="lin" valueType="num">
                                      <p:cBhvr additive="base">
                                        <p:cTn id="69" dur="500" fill="hold"/>
                                        <p:tgtEl>
                                          <p:spTgt spid="128"/>
                                        </p:tgtEl>
                                        <p:attrNameLst>
                                          <p:attrName>ppt_y</p:attrName>
                                        </p:attrNameLst>
                                      </p:cBhvr>
                                      <p:tavLst>
                                        <p:tav tm="0">
                                          <p:val>
                                            <p:strVal val="1+#ppt_h/2"/>
                                          </p:val>
                                        </p:tav>
                                        <p:tav tm="100000">
                                          <p:val>
                                            <p:strVal val="#ppt_y"/>
                                          </p:val>
                                        </p:tav>
                                      </p:tavLst>
                                    </p:anim>
                                  </p:childTnLst>
                                </p:cTn>
                              </p:par>
                            </p:childTnLst>
                          </p:cTn>
                        </p:par>
                        <p:par>
                          <p:cTn id="70" fill="hold">
                            <p:stCondLst>
                              <p:cond delay="6000"/>
                            </p:stCondLst>
                            <p:childTnLst>
                              <p:par>
                                <p:cTn id="71" presetID="10" presetClass="entr" presetSubtype="0" fill="hold" grpId="0" nodeType="afterEffect">
                                  <p:stCondLst>
                                    <p:cond delay="0"/>
                                  </p:stCondLst>
                                  <p:childTnLst>
                                    <p:set>
                                      <p:cBhvr>
                                        <p:cTn id="72" dur="1" fill="hold">
                                          <p:stCondLst>
                                            <p:cond delay="0"/>
                                          </p:stCondLst>
                                        </p:cTn>
                                        <p:tgtEl>
                                          <p:spTgt spid="184">
                                            <p:graphicEl>
                                              <a:chart seriesIdx="-3" categoryIdx="-3" bldStep="gridLegend"/>
                                            </p:graphicEl>
                                          </p:spTgt>
                                        </p:tgtEl>
                                        <p:attrNameLst>
                                          <p:attrName>style.visibility</p:attrName>
                                        </p:attrNameLst>
                                      </p:cBhvr>
                                      <p:to>
                                        <p:strVal val="visible"/>
                                      </p:to>
                                    </p:set>
                                    <p:animEffect transition="in" filter="fade">
                                      <p:cBhvr>
                                        <p:cTn id="73" dur="500"/>
                                        <p:tgtEl>
                                          <p:spTgt spid="184">
                                            <p:graphicEl>
                                              <a:chart seriesIdx="-3" categoryIdx="-3" bldStep="gridLegend"/>
                                            </p:graphicEl>
                                          </p:spTgt>
                                        </p:tgtEl>
                                      </p:cBhvr>
                                    </p:animEffect>
                                  </p:childTnLst>
                                </p:cTn>
                              </p:par>
                            </p:childTnLst>
                          </p:cTn>
                        </p:par>
                        <p:par>
                          <p:cTn id="74" fill="hold">
                            <p:stCondLst>
                              <p:cond delay="6500"/>
                            </p:stCondLst>
                            <p:childTnLst>
                              <p:par>
                                <p:cTn id="75" presetID="2" presetClass="entr" presetSubtype="1" accel="50000" decel="50000" fill="hold" grpId="0" nodeType="afterEffect">
                                  <p:stCondLst>
                                    <p:cond delay="0"/>
                                  </p:stCondLst>
                                  <p:childTnLst>
                                    <p:set>
                                      <p:cBhvr>
                                        <p:cTn id="76" dur="1" fill="hold">
                                          <p:stCondLst>
                                            <p:cond delay="0"/>
                                          </p:stCondLst>
                                        </p:cTn>
                                        <p:tgtEl>
                                          <p:spTgt spid="184">
                                            <p:graphicEl>
                                              <a:chart seriesIdx="0" categoryIdx="-4" bldStep="series"/>
                                            </p:graphicEl>
                                          </p:spTgt>
                                        </p:tgtEl>
                                        <p:attrNameLst>
                                          <p:attrName>style.visibility</p:attrName>
                                        </p:attrNameLst>
                                      </p:cBhvr>
                                      <p:to>
                                        <p:strVal val="visible"/>
                                      </p:to>
                                    </p:set>
                                    <p:anim calcmode="lin" valueType="num">
                                      <p:cBhvr additive="base">
                                        <p:cTn id="77" dur="500" fill="hold"/>
                                        <p:tgtEl>
                                          <p:spTgt spid="184">
                                            <p:graphicEl>
                                              <a:chart seriesIdx="0" categoryIdx="-4" bldStep="series"/>
                                            </p:graphicEl>
                                          </p:spTgt>
                                        </p:tgtEl>
                                        <p:attrNameLst>
                                          <p:attrName>ppt_x</p:attrName>
                                        </p:attrNameLst>
                                      </p:cBhvr>
                                      <p:tavLst>
                                        <p:tav tm="0">
                                          <p:val>
                                            <p:strVal val="#ppt_x"/>
                                          </p:val>
                                        </p:tav>
                                        <p:tav tm="100000">
                                          <p:val>
                                            <p:strVal val="#ppt_x"/>
                                          </p:val>
                                        </p:tav>
                                      </p:tavLst>
                                    </p:anim>
                                    <p:anim calcmode="lin" valueType="num">
                                      <p:cBhvr additive="base">
                                        <p:cTn id="78" dur="500" fill="hold"/>
                                        <p:tgtEl>
                                          <p:spTgt spid="184">
                                            <p:graphicEl>
                                              <a:chart seriesIdx="0" categoryIdx="-4" bldStep="series"/>
                                            </p:graphicEl>
                                          </p:spTgt>
                                        </p:tgtEl>
                                        <p:attrNameLst>
                                          <p:attrName>ppt_y</p:attrName>
                                        </p:attrNameLst>
                                      </p:cBhvr>
                                      <p:tavLst>
                                        <p:tav tm="0">
                                          <p:val>
                                            <p:strVal val="0-#ppt_h/2"/>
                                          </p:val>
                                        </p:tav>
                                        <p:tav tm="100000">
                                          <p:val>
                                            <p:strVal val="#ppt_y"/>
                                          </p:val>
                                        </p:tav>
                                      </p:tavLst>
                                    </p:anim>
                                  </p:childTnLst>
                                </p:cTn>
                              </p:par>
                            </p:childTnLst>
                          </p:cTn>
                        </p:par>
                        <p:par>
                          <p:cTn id="79" fill="hold">
                            <p:stCondLst>
                              <p:cond delay="7000"/>
                            </p:stCondLst>
                            <p:childTnLst>
                              <p:par>
                                <p:cTn id="80" presetID="2" presetClass="entr" presetSubtype="1" accel="50000" decel="50000" fill="hold" grpId="0" nodeType="afterEffect">
                                  <p:stCondLst>
                                    <p:cond delay="0"/>
                                  </p:stCondLst>
                                  <p:childTnLst>
                                    <p:set>
                                      <p:cBhvr>
                                        <p:cTn id="81" dur="1" fill="hold">
                                          <p:stCondLst>
                                            <p:cond delay="0"/>
                                          </p:stCondLst>
                                        </p:cTn>
                                        <p:tgtEl>
                                          <p:spTgt spid="184">
                                            <p:graphicEl>
                                              <a:chart seriesIdx="1" categoryIdx="-4" bldStep="series"/>
                                            </p:graphicEl>
                                          </p:spTgt>
                                        </p:tgtEl>
                                        <p:attrNameLst>
                                          <p:attrName>style.visibility</p:attrName>
                                        </p:attrNameLst>
                                      </p:cBhvr>
                                      <p:to>
                                        <p:strVal val="visible"/>
                                      </p:to>
                                    </p:set>
                                    <p:anim calcmode="lin" valueType="num">
                                      <p:cBhvr additive="base">
                                        <p:cTn id="82" dur="500" fill="hold"/>
                                        <p:tgtEl>
                                          <p:spTgt spid="184">
                                            <p:graphicEl>
                                              <a:chart seriesIdx="1" categoryIdx="-4" bldStep="series"/>
                                            </p:graphicEl>
                                          </p:spTgt>
                                        </p:tgtEl>
                                        <p:attrNameLst>
                                          <p:attrName>ppt_x</p:attrName>
                                        </p:attrNameLst>
                                      </p:cBhvr>
                                      <p:tavLst>
                                        <p:tav tm="0">
                                          <p:val>
                                            <p:strVal val="#ppt_x"/>
                                          </p:val>
                                        </p:tav>
                                        <p:tav tm="100000">
                                          <p:val>
                                            <p:strVal val="#ppt_x"/>
                                          </p:val>
                                        </p:tav>
                                      </p:tavLst>
                                    </p:anim>
                                    <p:anim calcmode="lin" valueType="num">
                                      <p:cBhvr additive="base">
                                        <p:cTn id="83" dur="500" fill="hold"/>
                                        <p:tgtEl>
                                          <p:spTgt spid="184">
                                            <p:graphicEl>
                                              <a:chart seriesIdx="1" categoryIdx="-4" bldStep="series"/>
                                            </p:graphicEl>
                                          </p:spTgt>
                                        </p:tgtEl>
                                        <p:attrNameLst>
                                          <p:attrName>ppt_y</p:attrName>
                                        </p:attrNameLst>
                                      </p:cBhvr>
                                      <p:tavLst>
                                        <p:tav tm="0">
                                          <p:val>
                                            <p:strVal val="0-#ppt_h/2"/>
                                          </p:val>
                                        </p:tav>
                                        <p:tav tm="100000">
                                          <p:val>
                                            <p:strVal val="#ppt_y"/>
                                          </p:val>
                                        </p:tav>
                                      </p:tavLst>
                                    </p:anim>
                                  </p:childTnLst>
                                </p:cTn>
                              </p:par>
                            </p:childTnLst>
                          </p:cTn>
                        </p:par>
                        <p:par>
                          <p:cTn id="84" fill="hold">
                            <p:stCondLst>
                              <p:cond delay="7500"/>
                            </p:stCondLst>
                            <p:childTnLst>
                              <p:par>
                                <p:cTn id="85" presetID="2" presetClass="entr" presetSubtype="1" accel="50000" decel="50000" fill="hold" grpId="0" nodeType="afterEffect">
                                  <p:stCondLst>
                                    <p:cond delay="0"/>
                                  </p:stCondLst>
                                  <p:childTnLst>
                                    <p:set>
                                      <p:cBhvr>
                                        <p:cTn id="86" dur="1" fill="hold">
                                          <p:stCondLst>
                                            <p:cond delay="0"/>
                                          </p:stCondLst>
                                        </p:cTn>
                                        <p:tgtEl>
                                          <p:spTgt spid="184">
                                            <p:graphicEl>
                                              <a:chart seriesIdx="2" categoryIdx="-4" bldStep="series"/>
                                            </p:graphicEl>
                                          </p:spTgt>
                                        </p:tgtEl>
                                        <p:attrNameLst>
                                          <p:attrName>style.visibility</p:attrName>
                                        </p:attrNameLst>
                                      </p:cBhvr>
                                      <p:to>
                                        <p:strVal val="visible"/>
                                      </p:to>
                                    </p:set>
                                    <p:anim calcmode="lin" valueType="num">
                                      <p:cBhvr additive="base">
                                        <p:cTn id="87" dur="500" fill="hold"/>
                                        <p:tgtEl>
                                          <p:spTgt spid="184">
                                            <p:graphicEl>
                                              <a:chart seriesIdx="2" categoryIdx="-4" bldStep="series"/>
                                            </p:graphicEl>
                                          </p:spTgt>
                                        </p:tgtEl>
                                        <p:attrNameLst>
                                          <p:attrName>ppt_x</p:attrName>
                                        </p:attrNameLst>
                                      </p:cBhvr>
                                      <p:tavLst>
                                        <p:tav tm="0">
                                          <p:val>
                                            <p:strVal val="#ppt_x"/>
                                          </p:val>
                                        </p:tav>
                                        <p:tav tm="100000">
                                          <p:val>
                                            <p:strVal val="#ppt_x"/>
                                          </p:val>
                                        </p:tav>
                                      </p:tavLst>
                                    </p:anim>
                                    <p:anim calcmode="lin" valueType="num">
                                      <p:cBhvr additive="base">
                                        <p:cTn id="88" dur="500" fill="hold"/>
                                        <p:tgtEl>
                                          <p:spTgt spid="184">
                                            <p:graphicEl>
                                              <a:chart seriesIdx="2" categoryIdx="-4" bldStep="series"/>
                                            </p:graphicEl>
                                          </p:spTgt>
                                        </p:tgtEl>
                                        <p:attrNameLst>
                                          <p:attrName>ppt_y</p:attrName>
                                        </p:attrNameLst>
                                      </p:cBhvr>
                                      <p:tavLst>
                                        <p:tav tm="0">
                                          <p:val>
                                            <p:strVal val="0-#ppt_h/2"/>
                                          </p:val>
                                        </p:tav>
                                        <p:tav tm="100000">
                                          <p:val>
                                            <p:strVal val="#ppt_y"/>
                                          </p:val>
                                        </p:tav>
                                      </p:tavLst>
                                    </p:anim>
                                  </p:childTnLst>
                                </p:cTn>
                              </p:par>
                            </p:childTnLst>
                          </p:cTn>
                        </p:par>
                        <p:par>
                          <p:cTn id="89" fill="hold">
                            <p:stCondLst>
                              <p:cond delay="8000"/>
                            </p:stCondLst>
                            <p:childTnLst>
                              <p:par>
                                <p:cTn id="90" presetID="53" presetClass="entr" presetSubtype="0" fill="hold" grpId="0" nodeType="afterEffect">
                                  <p:stCondLst>
                                    <p:cond delay="0"/>
                                  </p:stCondLst>
                                  <p:childTnLst>
                                    <p:set>
                                      <p:cBhvr>
                                        <p:cTn id="91" dur="1" fill="hold">
                                          <p:stCondLst>
                                            <p:cond delay="0"/>
                                          </p:stCondLst>
                                        </p:cTn>
                                        <p:tgtEl>
                                          <p:spTgt spid="195"/>
                                        </p:tgtEl>
                                        <p:attrNameLst>
                                          <p:attrName>style.visibility</p:attrName>
                                        </p:attrNameLst>
                                      </p:cBhvr>
                                      <p:to>
                                        <p:strVal val="visible"/>
                                      </p:to>
                                    </p:set>
                                    <p:anim calcmode="lin" valueType="num">
                                      <p:cBhvr>
                                        <p:cTn id="92" dur="500" fill="hold"/>
                                        <p:tgtEl>
                                          <p:spTgt spid="195"/>
                                        </p:tgtEl>
                                        <p:attrNameLst>
                                          <p:attrName>ppt_w</p:attrName>
                                        </p:attrNameLst>
                                      </p:cBhvr>
                                      <p:tavLst>
                                        <p:tav tm="0">
                                          <p:val>
                                            <p:fltVal val="0"/>
                                          </p:val>
                                        </p:tav>
                                        <p:tav tm="100000">
                                          <p:val>
                                            <p:strVal val="#ppt_w"/>
                                          </p:val>
                                        </p:tav>
                                      </p:tavLst>
                                    </p:anim>
                                    <p:anim calcmode="lin" valueType="num">
                                      <p:cBhvr>
                                        <p:cTn id="93" dur="500" fill="hold"/>
                                        <p:tgtEl>
                                          <p:spTgt spid="195"/>
                                        </p:tgtEl>
                                        <p:attrNameLst>
                                          <p:attrName>ppt_h</p:attrName>
                                        </p:attrNameLst>
                                      </p:cBhvr>
                                      <p:tavLst>
                                        <p:tav tm="0">
                                          <p:val>
                                            <p:fltVal val="0"/>
                                          </p:val>
                                        </p:tav>
                                        <p:tav tm="100000">
                                          <p:val>
                                            <p:strVal val="#ppt_h"/>
                                          </p:val>
                                        </p:tav>
                                      </p:tavLst>
                                    </p:anim>
                                    <p:animEffect transition="in" filter="fade">
                                      <p:cBhvr>
                                        <p:cTn id="94" dur="500"/>
                                        <p:tgtEl>
                                          <p:spTgt spid="195"/>
                                        </p:tgtEl>
                                      </p:cBhvr>
                                    </p:animEffect>
                                  </p:childTnLst>
                                </p:cTn>
                              </p:par>
                            </p:childTnLst>
                          </p:cTn>
                        </p:par>
                        <p:par>
                          <p:cTn id="95" fill="hold">
                            <p:stCondLst>
                              <p:cond delay="8500"/>
                            </p:stCondLst>
                            <p:childTnLst>
                              <p:par>
                                <p:cTn id="96" presetID="2" presetClass="entr" presetSubtype="1" accel="50000" decel="50000" fill="hold" grpId="0" nodeType="afterEffect">
                                  <p:stCondLst>
                                    <p:cond delay="0"/>
                                  </p:stCondLst>
                                  <p:childTnLst>
                                    <p:set>
                                      <p:cBhvr>
                                        <p:cTn id="97" dur="1" fill="hold">
                                          <p:stCondLst>
                                            <p:cond delay="0"/>
                                          </p:stCondLst>
                                        </p:cTn>
                                        <p:tgtEl>
                                          <p:spTgt spid="190"/>
                                        </p:tgtEl>
                                        <p:attrNameLst>
                                          <p:attrName>style.visibility</p:attrName>
                                        </p:attrNameLst>
                                      </p:cBhvr>
                                      <p:to>
                                        <p:strVal val="visible"/>
                                      </p:to>
                                    </p:set>
                                    <p:anim calcmode="lin" valueType="num">
                                      <p:cBhvr additive="base">
                                        <p:cTn id="98" dur="500" fill="hold"/>
                                        <p:tgtEl>
                                          <p:spTgt spid="190"/>
                                        </p:tgtEl>
                                        <p:attrNameLst>
                                          <p:attrName>ppt_x</p:attrName>
                                        </p:attrNameLst>
                                      </p:cBhvr>
                                      <p:tavLst>
                                        <p:tav tm="0">
                                          <p:val>
                                            <p:strVal val="#ppt_x"/>
                                          </p:val>
                                        </p:tav>
                                        <p:tav tm="100000">
                                          <p:val>
                                            <p:strVal val="#ppt_x"/>
                                          </p:val>
                                        </p:tav>
                                      </p:tavLst>
                                    </p:anim>
                                    <p:anim calcmode="lin" valueType="num">
                                      <p:cBhvr additive="base">
                                        <p:cTn id="99" dur="500" fill="hold"/>
                                        <p:tgtEl>
                                          <p:spTgt spid="190"/>
                                        </p:tgtEl>
                                        <p:attrNameLst>
                                          <p:attrName>ppt_y</p:attrName>
                                        </p:attrNameLst>
                                      </p:cBhvr>
                                      <p:tavLst>
                                        <p:tav tm="0">
                                          <p:val>
                                            <p:strVal val="0-#ppt_h/2"/>
                                          </p:val>
                                        </p:tav>
                                        <p:tav tm="100000">
                                          <p:val>
                                            <p:strVal val="#ppt_y"/>
                                          </p:val>
                                        </p:tav>
                                      </p:tavLst>
                                    </p:anim>
                                  </p:childTnLst>
                                </p:cTn>
                              </p:par>
                            </p:childTnLst>
                          </p:cTn>
                        </p:par>
                        <p:par>
                          <p:cTn id="100" fill="hold">
                            <p:stCondLst>
                              <p:cond delay="9000"/>
                            </p:stCondLst>
                            <p:childTnLst>
                              <p:par>
                                <p:cTn id="101" presetID="53" presetClass="entr" presetSubtype="0" fill="hold" grpId="0" nodeType="afterEffect">
                                  <p:stCondLst>
                                    <p:cond delay="0"/>
                                  </p:stCondLst>
                                  <p:childTnLst>
                                    <p:set>
                                      <p:cBhvr>
                                        <p:cTn id="102" dur="1" fill="hold">
                                          <p:stCondLst>
                                            <p:cond delay="0"/>
                                          </p:stCondLst>
                                        </p:cTn>
                                        <p:tgtEl>
                                          <p:spTgt spid="193"/>
                                        </p:tgtEl>
                                        <p:attrNameLst>
                                          <p:attrName>style.visibility</p:attrName>
                                        </p:attrNameLst>
                                      </p:cBhvr>
                                      <p:to>
                                        <p:strVal val="visible"/>
                                      </p:to>
                                    </p:set>
                                    <p:anim calcmode="lin" valueType="num">
                                      <p:cBhvr>
                                        <p:cTn id="103" dur="500" fill="hold"/>
                                        <p:tgtEl>
                                          <p:spTgt spid="193"/>
                                        </p:tgtEl>
                                        <p:attrNameLst>
                                          <p:attrName>ppt_w</p:attrName>
                                        </p:attrNameLst>
                                      </p:cBhvr>
                                      <p:tavLst>
                                        <p:tav tm="0">
                                          <p:val>
                                            <p:fltVal val="0"/>
                                          </p:val>
                                        </p:tav>
                                        <p:tav tm="100000">
                                          <p:val>
                                            <p:strVal val="#ppt_w"/>
                                          </p:val>
                                        </p:tav>
                                      </p:tavLst>
                                    </p:anim>
                                    <p:anim calcmode="lin" valueType="num">
                                      <p:cBhvr>
                                        <p:cTn id="104" dur="500" fill="hold"/>
                                        <p:tgtEl>
                                          <p:spTgt spid="193"/>
                                        </p:tgtEl>
                                        <p:attrNameLst>
                                          <p:attrName>ppt_h</p:attrName>
                                        </p:attrNameLst>
                                      </p:cBhvr>
                                      <p:tavLst>
                                        <p:tav tm="0">
                                          <p:val>
                                            <p:fltVal val="0"/>
                                          </p:val>
                                        </p:tav>
                                        <p:tav tm="100000">
                                          <p:val>
                                            <p:strVal val="#ppt_h"/>
                                          </p:val>
                                        </p:tav>
                                      </p:tavLst>
                                    </p:anim>
                                    <p:animEffect transition="in" filter="fade">
                                      <p:cBhvr>
                                        <p:cTn id="105" dur="500"/>
                                        <p:tgtEl>
                                          <p:spTgt spid="193"/>
                                        </p:tgtEl>
                                      </p:cBhvr>
                                    </p:animEffect>
                                  </p:childTnLst>
                                </p:cTn>
                              </p:par>
                            </p:childTnLst>
                          </p:cTn>
                        </p:par>
                        <p:par>
                          <p:cTn id="106" fill="hold">
                            <p:stCondLst>
                              <p:cond delay="9500"/>
                            </p:stCondLst>
                            <p:childTnLst>
                              <p:par>
                                <p:cTn id="107" presetID="2" presetClass="entr" presetSubtype="1" accel="50000" decel="50000" fill="hold" grpId="0" nodeType="afterEffect">
                                  <p:stCondLst>
                                    <p:cond delay="0"/>
                                  </p:stCondLst>
                                  <p:childTnLst>
                                    <p:set>
                                      <p:cBhvr>
                                        <p:cTn id="108" dur="1" fill="hold">
                                          <p:stCondLst>
                                            <p:cond delay="0"/>
                                          </p:stCondLst>
                                        </p:cTn>
                                        <p:tgtEl>
                                          <p:spTgt spid="192"/>
                                        </p:tgtEl>
                                        <p:attrNameLst>
                                          <p:attrName>style.visibility</p:attrName>
                                        </p:attrNameLst>
                                      </p:cBhvr>
                                      <p:to>
                                        <p:strVal val="visible"/>
                                      </p:to>
                                    </p:set>
                                    <p:anim calcmode="lin" valueType="num">
                                      <p:cBhvr additive="base">
                                        <p:cTn id="109" dur="500" fill="hold"/>
                                        <p:tgtEl>
                                          <p:spTgt spid="192"/>
                                        </p:tgtEl>
                                        <p:attrNameLst>
                                          <p:attrName>ppt_x</p:attrName>
                                        </p:attrNameLst>
                                      </p:cBhvr>
                                      <p:tavLst>
                                        <p:tav tm="0">
                                          <p:val>
                                            <p:strVal val="#ppt_x"/>
                                          </p:val>
                                        </p:tav>
                                        <p:tav tm="100000">
                                          <p:val>
                                            <p:strVal val="#ppt_x"/>
                                          </p:val>
                                        </p:tav>
                                      </p:tavLst>
                                    </p:anim>
                                    <p:anim calcmode="lin" valueType="num">
                                      <p:cBhvr additive="base">
                                        <p:cTn id="110" dur="500" fill="hold"/>
                                        <p:tgtEl>
                                          <p:spTgt spid="192"/>
                                        </p:tgtEl>
                                        <p:attrNameLst>
                                          <p:attrName>ppt_y</p:attrName>
                                        </p:attrNameLst>
                                      </p:cBhvr>
                                      <p:tavLst>
                                        <p:tav tm="0">
                                          <p:val>
                                            <p:strVal val="0-#ppt_h/2"/>
                                          </p:val>
                                        </p:tav>
                                        <p:tav tm="100000">
                                          <p:val>
                                            <p:strVal val="#ppt_y"/>
                                          </p:val>
                                        </p:tav>
                                      </p:tavLst>
                                    </p:anim>
                                  </p:childTnLst>
                                </p:cTn>
                              </p:par>
                            </p:childTnLst>
                          </p:cTn>
                        </p:par>
                        <p:par>
                          <p:cTn id="111" fill="hold">
                            <p:stCondLst>
                              <p:cond delay="10000"/>
                            </p:stCondLst>
                            <p:childTnLst>
                              <p:par>
                                <p:cTn id="112" presetID="53" presetClass="entr" presetSubtype="0" fill="hold" grpId="0" nodeType="afterEffect">
                                  <p:stCondLst>
                                    <p:cond delay="0"/>
                                  </p:stCondLst>
                                  <p:childTnLst>
                                    <p:set>
                                      <p:cBhvr>
                                        <p:cTn id="113" dur="1" fill="hold">
                                          <p:stCondLst>
                                            <p:cond delay="0"/>
                                          </p:stCondLst>
                                        </p:cTn>
                                        <p:tgtEl>
                                          <p:spTgt spid="194"/>
                                        </p:tgtEl>
                                        <p:attrNameLst>
                                          <p:attrName>style.visibility</p:attrName>
                                        </p:attrNameLst>
                                      </p:cBhvr>
                                      <p:to>
                                        <p:strVal val="visible"/>
                                      </p:to>
                                    </p:set>
                                    <p:anim calcmode="lin" valueType="num">
                                      <p:cBhvr>
                                        <p:cTn id="114" dur="500" fill="hold"/>
                                        <p:tgtEl>
                                          <p:spTgt spid="194"/>
                                        </p:tgtEl>
                                        <p:attrNameLst>
                                          <p:attrName>ppt_w</p:attrName>
                                        </p:attrNameLst>
                                      </p:cBhvr>
                                      <p:tavLst>
                                        <p:tav tm="0">
                                          <p:val>
                                            <p:fltVal val="0"/>
                                          </p:val>
                                        </p:tav>
                                        <p:tav tm="100000">
                                          <p:val>
                                            <p:strVal val="#ppt_w"/>
                                          </p:val>
                                        </p:tav>
                                      </p:tavLst>
                                    </p:anim>
                                    <p:anim calcmode="lin" valueType="num">
                                      <p:cBhvr>
                                        <p:cTn id="115" dur="500" fill="hold"/>
                                        <p:tgtEl>
                                          <p:spTgt spid="194"/>
                                        </p:tgtEl>
                                        <p:attrNameLst>
                                          <p:attrName>ppt_h</p:attrName>
                                        </p:attrNameLst>
                                      </p:cBhvr>
                                      <p:tavLst>
                                        <p:tav tm="0">
                                          <p:val>
                                            <p:fltVal val="0"/>
                                          </p:val>
                                        </p:tav>
                                        <p:tav tm="100000">
                                          <p:val>
                                            <p:strVal val="#ppt_h"/>
                                          </p:val>
                                        </p:tav>
                                      </p:tavLst>
                                    </p:anim>
                                    <p:animEffect transition="in" filter="fade">
                                      <p:cBhvr>
                                        <p:cTn id="116" dur="500"/>
                                        <p:tgtEl>
                                          <p:spTgt spid="194"/>
                                        </p:tgtEl>
                                      </p:cBhvr>
                                    </p:animEffect>
                                  </p:childTnLst>
                                </p:cTn>
                              </p:par>
                            </p:childTnLst>
                          </p:cTn>
                        </p:par>
                        <p:par>
                          <p:cTn id="117" fill="hold">
                            <p:stCondLst>
                              <p:cond delay="10500"/>
                            </p:stCondLst>
                            <p:childTnLst>
                              <p:par>
                                <p:cTn id="118" presetID="2" presetClass="entr" presetSubtype="1" accel="50000" decel="50000" fill="hold" grpId="0" nodeType="afterEffect">
                                  <p:stCondLst>
                                    <p:cond delay="0"/>
                                  </p:stCondLst>
                                  <p:childTnLst>
                                    <p:set>
                                      <p:cBhvr>
                                        <p:cTn id="119" dur="1" fill="hold">
                                          <p:stCondLst>
                                            <p:cond delay="0"/>
                                          </p:stCondLst>
                                        </p:cTn>
                                        <p:tgtEl>
                                          <p:spTgt spid="191"/>
                                        </p:tgtEl>
                                        <p:attrNameLst>
                                          <p:attrName>style.visibility</p:attrName>
                                        </p:attrNameLst>
                                      </p:cBhvr>
                                      <p:to>
                                        <p:strVal val="visible"/>
                                      </p:to>
                                    </p:set>
                                    <p:anim calcmode="lin" valueType="num">
                                      <p:cBhvr additive="base">
                                        <p:cTn id="120" dur="500" fill="hold"/>
                                        <p:tgtEl>
                                          <p:spTgt spid="191"/>
                                        </p:tgtEl>
                                        <p:attrNameLst>
                                          <p:attrName>ppt_x</p:attrName>
                                        </p:attrNameLst>
                                      </p:cBhvr>
                                      <p:tavLst>
                                        <p:tav tm="0">
                                          <p:val>
                                            <p:strVal val="#ppt_x"/>
                                          </p:val>
                                        </p:tav>
                                        <p:tav tm="100000">
                                          <p:val>
                                            <p:strVal val="#ppt_x"/>
                                          </p:val>
                                        </p:tav>
                                      </p:tavLst>
                                    </p:anim>
                                    <p:anim calcmode="lin" valueType="num">
                                      <p:cBhvr additive="base">
                                        <p:cTn id="121" dur="500" fill="hold"/>
                                        <p:tgtEl>
                                          <p:spTgt spid="191"/>
                                        </p:tgtEl>
                                        <p:attrNameLst>
                                          <p:attrName>ppt_y</p:attrName>
                                        </p:attrNameLst>
                                      </p:cBhvr>
                                      <p:tavLst>
                                        <p:tav tm="0">
                                          <p:val>
                                            <p:strVal val="0-#ppt_h/2"/>
                                          </p:val>
                                        </p:tav>
                                        <p:tav tm="100000">
                                          <p:val>
                                            <p:strVal val="#ppt_y"/>
                                          </p:val>
                                        </p:tav>
                                      </p:tavLst>
                                    </p:anim>
                                  </p:childTnLst>
                                </p:cTn>
                              </p:par>
                            </p:childTnLst>
                          </p:cTn>
                        </p:par>
                        <p:par>
                          <p:cTn id="122" fill="hold">
                            <p:stCondLst>
                              <p:cond delay="11000"/>
                            </p:stCondLst>
                            <p:childTnLst>
                              <p:par>
                                <p:cTn id="123" presetID="53" presetClass="entr" presetSubtype="0" fill="hold" grpId="0" nodeType="afterEffect">
                                  <p:stCondLst>
                                    <p:cond delay="0"/>
                                  </p:stCondLst>
                                  <p:childTnLst>
                                    <p:set>
                                      <p:cBhvr>
                                        <p:cTn id="124" dur="1" fill="hold">
                                          <p:stCondLst>
                                            <p:cond delay="0"/>
                                          </p:stCondLst>
                                        </p:cTn>
                                        <p:tgtEl>
                                          <p:spTgt spid="66"/>
                                        </p:tgtEl>
                                        <p:attrNameLst>
                                          <p:attrName>style.visibility</p:attrName>
                                        </p:attrNameLst>
                                      </p:cBhvr>
                                      <p:to>
                                        <p:strVal val="visible"/>
                                      </p:to>
                                    </p:set>
                                    <p:anim calcmode="lin" valueType="num">
                                      <p:cBhvr>
                                        <p:cTn id="125" dur="500" fill="hold"/>
                                        <p:tgtEl>
                                          <p:spTgt spid="66"/>
                                        </p:tgtEl>
                                        <p:attrNameLst>
                                          <p:attrName>ppt_w</p:attrName>
                                        </p:attrNameLst>
                                      </p:cBhvr>
                                      <p:tavLst>
                                        <p:tav tm="0">
                                          <p:val>
                                            <p:fltVal val="0"/>
                                          </p:val>
                                        </p:tav>
                                        <p:tav tm="100000">
                                          <p:val>
                                            <p:strVal val="#ppt_w"/>
                                          </p:val>
                                        </p:tav>
                                      </p:tavLst>
                                    </p:anim>
                                    <p:anim calcmode="lin" valueType="num">
                                      <p:cBhvr>
                                        <p:cTn id="126" dur="500" fill="hold"/>
                                        <p:tgtEl>
                                          <p:spTgt spid="66"/>
                                        </p:tgtEl>
                                        <p:attrNameLst>
                                          <p:attrName>ppt_h</p:attrName>
                                        </p:attrNameLst>
                                      </p:cBhvr>
                                      <p:tavLst>
                                        <p:tav tm="0">
                                          <p:val>
                                            <p:fltVal val="0"/>
                                          </p:val>
                                        </p:tav>
                                        <p:tav tm="100000">
                                          <p:val>
                                            <p:strVal val="#ppt_h"/>
                                          </p:val>
                                        </p:tav>
                                      </p:tavLst>
                                    </p:anim>
                                    <p:animEffect transition="in" filter="fade">
                                      <p:cBhvr>
                                        <p:cTn id="127" dur="500"/>
                                        <p:tgtEl>
                                          <p:spTgt spid="66"/>
                                        </p:tgtEl>
                                      </p:cBhvr>
                                    </p:animEffect>
                                  </p:childTnLst>
                                </p:cTn>
                              </p:par>
                              <p:par>
                                <p:cTn id="128" presetID="2" presetClass="entr" presetSubtype="2" accel="50000" decel="50000" fill="hold" grpId="0" nodeType="withEffect">
                                  <p:stCondLst>
                                    <p:cond delay="0"/>
                                  </p:stCondLst>
                                  <p:childTnLst>
                                    <p:set>
                                      <p:cBhvr>
                                        <p:cTn id="129" dur="1" fill="hold">
                                          <p:stCondLst>
                                            <p:cond delay="0"/>
                                          </p:stCondLst>
                                        </p:cTn>
                                        <p:tgtEl>
                                          <p:spTgt spid="159"/>
                                        </p:tgtEl>
                                        <p:attrNameLst>
                                          <p:attrName>style.visibility</p:attrName>
                                        </p:attrNameLst>
                                      </p:cBhvr>
                                      <p:to>
                                        <p:strVal val="visible"/>
                                      </p:to>
                                    </p:set>
                                    <p:anim calcmode="lin" valueType="num">
                                      <p:cBhvr additive="base">
                                        <p:cTn id="130" dur="500" fill="hold"/>
                                        <p:tgtEl>
                                          <p:spTgt spid="159"/>
                                        </p:tgtEl>
                                        <p:attrNameLst>
                                          <p:attrName>ppt_x</p:attrName>
                                        </p:attrNameLst>
                                      </p:cBhvr>
                                      <p:tavLst>
                                        <p:tav tm="0">
                                          <p:val>
                                            <p:strVal val="1+#ppt_w/2"/>
                                          </p:val>
                                        </p:tav>
                                        <p:tav tm="100000">
                                          <p:val>
                                            <p:strVal val="#ppt_x"/>
                                          </p:val>
                                        </p:tav>
                                      </p:tavLst>
                                    </p:anim>
                                    <p:anim calcmode="lin" valueType="num">
                                      <p:cBhvr additive="base">
                                        <p:cTn id="131" dur="500" fill="hold"/>
                                        <p:tgtEl>
                                          <p:spTgt spid="159"/>
                                        </p:tgtEl>
                                        <p:attrNameLst>
                                          <p:attrName>ppt_y</p:attrName>
                                        </p:attrNameLst>
                                      </p:cBhvr>
                                      <p:tavLst>
                                        <p:tav tm="0">
                                          <p:val>
                                            <p:strVal val="#ppt_y"/>
                                          </p:val>
                                        </p:tav>
                                        <p:tav tm="100000">
                                          <p:val>
                                            <p:strVal val="#ppt_y"/>
                                          </p:val>
                                        </p:tav>
                                      </p:tavLst>
                                    </p:anim>
                                  </p:childTnLst>
                                </p:cTn>
                              </p:par>
                            </p:childTnLst>
                          </p:cTn>
                        </p:par>
                        <p:par>
                          <p:cTn id="132" fill="hold">
                            <p:stCondLst>
                              <p:cond delay="11500"/>
                            </p:stCondLst>
                            <p:childTnLst>
                              <p:par>
                                <p:cTn id="133" presetID="53" presetClass="entr" presetSubtype="0" fill="hold" grpId="0" nodeType="afterEffect">
                                  <p:stCondLst>
                                    <p:cond delay="0"/>
                                  </p:stCondLst>
                                  <p:childTnLst>
                                    <p:set>
                                      <p:cBhvr>
                                        <p:cTn id="134" dur="1" fill="hold">
                                          <p:stCondLst>
                                            <p:cond delay="0"/>
                                          </p:stCondLst>
                                        </p:cTn>
                                        <p:tgtEl>
                                          <p:spTgt spid="67"/>
                                        </p:tgtEl>
                                        <p:attrNameLst>
                                          <p:attrName>style.visibility</p:attrName>
                                        </p:attrNameLst>
                                      </p:cBhvr>
                                      <p:to>
                                        <p:strVal val="visible"/>
                                      </p:to>
                                    </p:set>
                                    <p:anim calcmode="lin" valueType="num">
                                      <p:cBhvr>
                                        <p:cTn id="135" dur="500" fill="hold"/>
                                        <p:tgtEl>
                                          <p:spTgt spid="67"/>
                                        </p:tgtEl>
                                        <p:attrNameLst>
                                          <p:attrName>ppt_w</p:attrName>
                                        </p:attrNameLst>
                                      </p:cBhvr>
                                      <p:tavLst>
                                        <p:tav tm="0">
                                          <p:val>
                                            <p:fltVal val="0"/>
                                          </p:val>
                                        </p:tav>
                                        <p:tav tm="100000">
                                          <p:val>
                                            <p:strVal val="#ppt_w"/>
                                          </p:val>
                                        </p:tav>
                                      </p:tavLst>
                                    </p:anim>
                                    <p:anim calcmode="lin" valueType="num">
                                      <p:cBhvr>
                                        <p:cTn id="136" dur="500" fill="hold"/>
                                        <p:tgtEl>
                                          <p:spTgt spid="67"/>
                                        </p:tgtEl>
                                        <p:attrNameLst>
                                          <p:attrName>ppt_h</p:attrName>
                                        </p:attrNameLst>
                                      </p:cBhvr>
                                      <p:tavLst>
                                        <p:tav tm="0">
                                          <p:val>
                                            <p:fltVal val="0"/>
                                          </p:val>
                                        </p:tav>
                                        <p:tav tm="100000">
                                          <p:val>
                                            <p:strVal val="#ppt_h"/>
                                          </p:val>
                                        </p:tav>
                                      </p:tavLst>
                                    </p:anim>
                                    <p:animEffect transition="in" filter="fade">
                                      <p:cBhvr>
                                        <p:cTn id="137" dur="500"/>
                                        <p:tgtEl>
                                          <p:spTgt spid="67"/>
                                        </p:tgtEl>
                                      </p:cBhvr>
                                    </p:animEffect>
                                  </p:childTnLst>
                                </p:cTn>
                              </p:par>
                              <p:par>
                                <p:cTn id="138" presetID="2" presetClass="entr" presetSubtype="2" accel="50000" decel="50000" fill="hold" grpId="0" nodeType="withEffect">
                                  <p:stCondLst>
                                    <p:cond delay="0"/>
                                  </p:stCondLst>
                                  <p:childTnLst>
                                    <p:set>
                                      <p:cBhvr>
                                        <p:cTn id="139" dur="1" fill="hold">
                                          <p:stCondLst>
                                            <p:cond delay="0"/>
                                          </p:stCondLst>
                                        </p:cTn>
                                        <p:tgtEl>
                                          <p:spTgt spid="185"/>
                                        </p:tgtEl>
                                        <p:attrNameLst>
                                          <p:attrName>style.visibility</p:attrName>
                                        </p:attrNameLst>
                                      </p:cBhvr>
                                      <p:to>
                                        <p:strVal val="visible"/>
                                      </p:to>
                                    </p:set>
                                    <p:anim calcmode="lin" valueType="num">
                                      <p:cBhvr additive="base">
                                        <p:cTn id="140" dur="500" fill="hold"/>
                                        <p:tgtEl>
                                          <p:spTgt spid="185"/>
                                        </p:tgtEl>
                                        <p:attrNameLst>
                                          <p:attrName>ppt_x</p:attrName>
                                        </p:attrNameLst>
                                      </p:cBhvr>
                                      <p:tavLst>
                                        <p:tav tm="0">
                                          <p:val>
                                            <p:strVal val="1+#ppt_w/2"/>
                                          </p:val>
                                        </p:tav>
                                        <p:tav tm="100000">
                                          <p:val>
                                            <p:strVal val="#ppt_x"/>
                                          </p:val>
                                        </p:tav>
                                      </p:tavLst>
                                    </p:anim>
                                    <p:anim calcmode="lin" valueType="num">
                                      <p:cBhvr additive="base">
                                        <p:cTn id="141" dur="500" fill="hold"/>
                                        <p:tgtEl>
                                          <p:spTgt spid="185"/>
                                        </p:tgtEl>
                                        <p:attrNameLst>
                                          <p:attrName>ppt_y</p:attrName>
                                        </p:attrNameLst>
                                      </p:cBhvr>
                                      <p:tavLst>
                                        <p:tav tm="0">
                                          <p:val>
                                            <p:strVal val="#ppt_y"/>
                                          </p:val>
                                        </p:tav>
                                        <p:tav tm="100000">
                                          <p:val>
                                            <p:strVal val="#ppt_y"/>
                                          </p:val>
                                        </p:tav>
                                      </p:tavLst>
                                    </p:anim>
                                  </p:childTnLst>
                                </p:cTn>
                              </p:par>
                            </p:childTnLst>
                          </p:cTn>
                        </p:par>
                        <p:par>
                          <p:cTn id="142" fill="hold">
                            <p:stCondLst>
                              <p:cond delay="12000"/>
                            </p:stCondLst>
                            <p:childTnLst>
                              <p:par>
                                <p:cTn id="143" presetID="53" presetClass="entr" presetSubtype="0" fill="hold" grpId="0" nodeType="afterEffect">
                                  <p:stCondLst>
                                    <p:cond delay="0"/>
                                  </p:stCondLst>
                                  <p:childTnLst>
                                    <p:set>
                                      <p:cBhvr>
                                        <p:cTn id="144" dur="1" fill="hold">
                                          <p:stCondLst>
                                            <p:cond delay="0"/>
                                          </p:stCondLst>
                                        </p:cTn>
                                        <p:tgtEl>
                                          <p:spTgt spid="68"/>
                                        </p:tgtEl>
                                        <p:attrNameLst>
                                          <p:attrName>style.visibility</p:attrName>
                                        </p:attrNameLst>
                                      </p:cBhvr>
                                      <p:to>
                                        <p:strVal val="visible"/>
                                      </p:to>
                                    </p:set>
                                    <p:anim calcmode="lin" valueType="num">
                                      <p:cBhvr>
                                        <p:cTn id="145" dur="500" fill="hold"/>
                                        <p:tgtEl>
                                          <p:spTgt spid="68"/>
                                        </p:tgtEl>
                                        <p:attrNameLst>
                                          <p:attrName>ppt_w</p:attrName>
                                        </p:attrNameLst>
                                      </p:cBhvr>
                                      <p:tavLst>
                                        <p:tav tm="0">
                                          <p:val>
                                            <p:fltVal val="0"/>
                                          </p:val>
                                        </p:tav>
                                        <p:tav tm="100000">
                                          <p:val>
                                            <p:strVal val="#ppt_w"/>
                                          </p:val>
                                        </p:tav>
                                      </p:tavLst>
                                    </p:anim>
                                    <p:anim calcmode="lin" valueType="num">
                                      <p:cBhvr>
                                        <p:cTn id="146" dur="500" fill="hold"/>
                                        <p:tgtEl>
                                          <p:spTgt spid="68"/>
                                        </p:tgtEl>
                                        <p:attrNameLst>
                                          <p:attrName>ppt_h</p:attrName>
                                        </p:attrNameLst>
                                      </p:cBhvr>
                                      <p:tavLst>
                                        <p:tav tm="0">
                                          <p:val>
                                            <p:fltVal val="0"/>
                                          </p:val>
                                        </p:tav>
                                        <p:tav tm="100000">
                                          <p:val>
                                            <p:strVal val="#ppt_h"/>
                                          </p:val>
                                        </p:tav>
                                      </p:tavLst>
                                    </p:anim>
                                    <p:animEffect transition="in" filter="fade">
                                      <p:cBhvr>
                                        <p:cTn id="147" dur="500"/>
                                        <p:tgtEl>
                                          <p:spTgt spid="68"/>
                                        </p:tgtEl>
                                      </p:cBhvr>
                                    </p:animEffect>
                                  </p:childTnLst>
                                </p:cTn>
                              </p:par>
                              <p:par>
                                <p:cTn id="148" presetID="2" presetClass="entr" presetSubtype="2" accel="50000" decel="50000" fill="hold" grpId="0" nodeType="withEffect">
                                  <p:stCondLst>
                                    <p:cond delay="0"/>
                                  </p:stCondLst>
                                  <p:childTnLst>
                                    <p:set>
                                      <p:cBhvr>
                                        <p:cTn id="149" dur="1" fill="hold">
                                          <p:stCondLst>
                                            <p:cond delay="0"/>
                                          </p:stCondLst>
                                        </p:cTn>
                                        <p:tgtEl>
                                          <p:spTgt spid="187"/>
                                        </p:tgtEl>
                                        <p:attrNameLst>
                                          <p:attrName>style.visibility</p:attrName>
                                        </p:attrNameLst>
                                      </p:cBhvr>
                                      <p:to>
                                        <p:strVal val="visible"/>
                                      </p:to>
                                    </p:set>
                                    <p:anim calcmode="lin" valueType="num">
                                      <p:cBhvr additive="base">
                                        <p:cTn id="150" dur="500" fill="hold"/>
                                        <p:tgtEl>
                                          <p:spTgt spid="187"/>
                                        </p:tgtEl>
                                        <p:attrNameLst>
                                          <p:attrName>ppt_x</p:attrName>
                                        </p:attrNameLst>
                                      </p:cBhvr>
                                      <p:tavLst>
                                        <p:tav tm="0">
                                          <p:val>
                                            <p:strVal val="1+#ppt_w/2"/>
                                          </p:val>
                                        </p:tav>
                                        <p:tav tm="100000">
                                          <p:val>
                                            <p:strVal val="#ppt_x"/>
                                          </p:val>
                                        </p:tav>
                                      </p:tavLst>
                                    </p:anim>
                                    <p:anim calcmode="lin" valueType="num">
                                      <p:cBhvr additive="base">
                                        <p:cTn id="151" dur="500" fill="hold"/>
                                        <p:tgtEl>
                                          <p:spTgt spid="187"/>
                                        </p:tgtEl>
                                        <p:attrNameLst>
                                          <p:attrName>ppt_y</p:attrName>
                                        </p:attrNameLst>
                                      </p:cBhvr>
                                      <p:tavLst>
                                        <p:tav tm="0">
                                          <p:val>
                                            <p:strVal val="#ppt_y"/>
                                          </p:val>
                                        </p:tav>
                                        <p:tav tm="100000">
                                          <p:val>
                                            <p:strVal val="#ppt_y"/>
                                          </p:val>
                                        </p:tav>
                                      </p:tavLst>
                                    </p:anim>
                                  </p:childTnLst>
                                </p:cTn>
                              </p:par>
                            </p:childTnLst>
                          </p:cTn>
                        </p:par>
                        <p:par>
                          <p:cTn id="152" fill="hold">
                            <p:stCondLst>
                              <p:cond delay="12500"/>
                            </p:stCondLst>
                            <p:childTnLst>
                              <p:par>
                                <p:cTn id="153" presetID="22" presetClass="entr" presetSubtype="8" fill="hold" grpId="0" nodeType="afterEffect">
                                  <p:stCondLst>
                                    <p:cond delay="0"/>
                                  </p:stCondLst>
                                  <p:childTnLst>
                                    <p:set>
                                      <p:cBhvr>
                                        <p:cTn id="154" dur="1" fill="hold">
                                          <p:stCondLst>
                                            <p:cond delay="0"/>
                                          </p:stCondLst>
                                        </p:cTn>
                                        <p:tgtEl>
                                          <p:spTgt spid="58"/>
                                        </p:tgtEl>
                                        <p:attrNameLst>
                                          <p:attrName>style.visibility</p:attrName>
                                        </p:attrNameLst>
                                      </p:cBhvr>
                                      <p:to>
                                        <p:strVal val="visible"/>
                                      </p:to>
                                    </p:set>
                                    <p:animEffect transition="in" filter="wipe(left)">
                                      <p:cBhvr>
                                        <p:cTn id="155" dur="7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 grpId="0"/>
      <p:bldP spid="122" grpId="0"/>
      <p:bldP spid="123" grpId="0"/>
      <p:bldP spid="124" grpId="0"/>
      <p:bldP spid="125" grpId="0"/>
      <p:bldP spid="126" grpId="0"/>
      <p:bldP spid="127" grpId="0"/>
      <p:bldP spid="128" grpId="0"/>
      <p:bldP spid="129" grpId="0"/>
      <p:bldP spid="130" grpId="0"/>
      <p:bldGraphic spid="184" grpId="0">
        <p:bldSub>
          <a:bldChart bld="series"/>
        </p:bldSub>
      </p:bldGraphic>
      <p:bldP spid="185" grpId="0"/>
      <p:bldP spid="187" grpId="0"/>
      <p:bldP spid="190" grpId="0" animBg="1"/>
      <p:bldP spid="191" grpId="0" animBg="1"/>
      <p:bldP spid="192" grpId="0" animBg="1"/>
      <p:bldP spid="193" grpId="0" animBg="1"/>
      <p:bldP spid="194" grpId="0" animBg="1"/>
      <p:bldP spid="195" grpId="0" animBg="1"/>
      <p:bldP spid="96" grpId="0" animBg="1"/>
      <p:bldP spid="66" grpId="0" animBg="1"/>
      <p:bldP spid="67" grpId="0" animBg="1"/>
      <p:bldP spid="68" grpId="0" animBg="1"/>
      <p:bldP spid="5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8003400" y="2554601"/>
            <a:ext cx="1455745" cy="881692"/>
            <a:chOff x="3433763" y="1131575"/>
            <a:chExt cx="2241550" cy="1357626"/>
          </a:xfrm>
        </p:grpSpPr>
        <p:sp>
          <p:nvSpPr>
            <p:cNvPr id="6158" name="Freeform 14"/>
            <p:cNvSpPr>
              <a:spLocks/>
            </p:cNvSpPr>
            <p:nvPr/>
          </p:nvSpPr>
          <p:spPr bwMode="auto">
            <a:xfrm>
              <a:off x="3433763" y="1474788"/>
              <a:ext cx="2241550" cy="1014413"/>
            </a:xfrm>
            <a:custGeom>
              <a:avLst/>
              <a:gdLst/>
              <a:ahLst/>
              <a:cxnLst>
                <a:cxn ang="0">
                  <a:pos x="634" y="369"/>
                </a:cxn>
                <a:cxn ang="0">
                  <a:pos x="420" y="284"/>
                </a:cxn>
                <a:cxn ang="0">
                  <a:pos x="201" y="375"/>
                </a:cxn>
                <a:cxn ang="0">
                  <a:pos x="0" y="174"/>
                </a:cxn>
                <a:cxn ang="0">
                  <a:pos x="420" y="0"/>
                </a:cxn>
                <a:cxn ang="0">
                  <a:pos x="829" y="163"/>
                </a:cxn>
                <a:cxn ang="0">
                  <a:pos x="634" y="369"/>
                </a:cxn>
              </a:cxnLst>
              <a:rect l="0" t="0" r="r" b="b"/>
              <a:pathLst>
                <a:path w="829" h="375">
                  <a:moveTo>
                    <a:pt x="634" y="369"/>
                  </a:moveTo>
                  <a:cubicBezTo>
                    <a:pt x="574" y="312"/>
                    <a:pt x="503" y="284"/>
                    <a:pt x="420" y="284"/>
                  </a:cubicBezTo>
                  <a:cubicBezTo>
                    <a:pt x="334" y="284"/>
                    <a:pt x="261" y="314"/>
                    <a:pt x="201" y="375"/>
                  </a:cubicBezTo>
                  <a:cubicBezTo>
                    <a:pt x="0" y="174"/>
                    <a:pt x="0" y="174"/>
                    <a:pt x="0" y="174"/>
                  </a:cubicBezTo>
                  <a:cubicBezTo>
                    <a:pt x="116" y="58"/>
                    <a:pt x="256" y="0"/>
                    <a:pt x="420" y="0"/>
                  </a:cubicBezTo>
                  <a:cubicBezTo>
                    <a:pt x="579" y="0"/>
                    <a:pt x="716" y="54"/>
                    <a:pt x="829" y="163"/>
                  </a:cubicBezTo>
                  <a:lnTo>
                    <a:pt x="634" y="369"/>
                  </a:lnTo>
                  <a:close/>
                </a:path>
              </a:pathLst>
            </a:custGeom>
            <a:solidFill>
              <a:schemeClr val="accent2"/>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Isosceles Triangle 18"/>
            <p:cNvSpPr/>
            <p:nvPr/>
          </p:nvSpPr>
          <p:spPr>
            <a:xfrm>
              <a:off x="4372937" y="1131575"/>
              <a:ext cx="398127" cy="46085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7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5" name="Group 24"/>
          <p:cNvGrpSpPr/>
          <p:nvPr/>
        </p:nvGrpSpPr>
        <p:grpSpPr>
          <a:xfrm>
            <a:off x="7439385" y="3103277"/>
            <a:ext cx="916619" cy="1457806"/>
            <a:chOff x="3008635" y="1967798"/>
            <a:chExt cx="1112911" cy="1769992"/>
          </a:xfrm>
        </p:grpSpPr>
        <p:sp>
          <p:nvSpPr>
            <p:cNvPr id="6157" name="Freeform 13"/>
            <p:cNvSpPr>
              <a:spLocks/>
            </p:cNvSpPr>
            <p:nvPr/>
          </p:nvSpPr>
          <p:spPr bwMode="auto">
            <a:xfrm>
              <a:off x="3321669" y="1967798"/>
              <a:ext cx="799877" cy="1769992"/>
            </a:xfrm>
            <a:custGeom>
              <a:avLst/>
              <a:gdLst/>
              <a:ahLst/>
              <a:cxnLst>
                <a:cxn ang="0">
                  <a:pos x="163" y="0"/>
                </a:cxn>
                <a:cxn ang="0">
                  <a:pos x="369" y="195"/>
                </a:cxn>
                <a:cxn ang="0">
                  <a:pos x="284" y="409"/>
                </a:cxn>
                <a:cxn ang="0">
                  <a:pos x="375" y="628"/>
                </a:cxn>
                <a:cxn ang="0">
                  <a:pos x="375" y="629"/>
                </a:cxn>
                <a:cxn ang="0">
                  <a:pos x="174" y="830"/>
                </a:cxn>
                <a:cxn ang="0">
                  <a:pos x="174" y="829"/>
                </a:cxn>
                <a:cxn ang="0">
                  <a:pos x="0" y="409"/>
                </a:cxn>
                <a:cxn ang="0">
                  <a:pos x="163" y="0"/>
                </a:cxn>
              </a:cxnLst>
              <a:rect l="0" t="0" r="r" b="b"/>
              <a:pathLst>
                <a:path w="375" h="830">
                  <a:moveTo>
                    <a:pt x="163" y="0"/>
                  </a:moveTo>
                  <a:cubicBezTo>
                    <a:pt x="369" y="195"/>
                    <a:pt x="369" y="195"/>
                    <a:pt x="369" y="195"/>
                  </a:cubicBezTo>
                  <a:cubicBezTo>
                    <a:pt x="312" y="255"/>
                    <a:pt x="284" y="326"/>
                    <a:pt x="284" y="409"/>
                  </a:cubicBezTo>
                  <a:cubicBezTo>
                    <a:pt x="284" y="495"/>
                    <a:pt x="314" y="568"/>
                    <a:pt x="375" y="628"/>
                  </a:cubicBezTo>
                  <a:cubicBezTo>
                    <a:pt x="375" y="629"/>
                    <a:pt x="375" y="629"/>
                    <a:pt x="375" y="629"/>
                  </a:cubicBezTo>
                  <a:cubicBezTo>
                    <a:pt x="174" y="830"/>
                    <a:pt x="174" y="830"/>
                    <a:pt x="174" y="830"/>
                  </a:cubicBezTo>
                  <a:cubicBezTo>
                    <a:pt x="174" y="829"/>
                    <a:pt x="174" y="829"/>
                    <a:pt x="174" y="829"/>
                  </a:cubicBezTo>
                  <a:cubicBezTo>
                    <a:pt x="58" y="713"/>
                    <a:pt x="0" y="573"/>
                    <a:pt x="0" y="409"/>
                  </a:cubicBezTo>
                  <a:cubicBezTo>
                    <a:pt x="0" y="250"/>
                    <a:pt x="54" y="114"/>
                    <a:pt x="163" y="0"/>
                  </a:cubicBezTo>
                  <a:close/>
                </a:path>
              </a:pathLst>
            </a:custGeom>
            <a:solidFill>
              <a:schemeClr val="accent1"/>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Isosceles Triangle 19"/>
            <p:cNvSpPr/>
            <p:nvPr/>
          </p:nvSpPr>
          <p:spPr>
            <a:xfrm rot="16200000">
              <a:off x="3033366" y="2671099"/>
              <a:ext cx="313928" cy="3633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7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6" name="Group 25"/>
          <p:cNvGrpSpPr/>
          <p:nvPr/>
        </p:nvGrpSpPr>
        <p:grpSpPr>
          <a:xfrm>
            <a:off x="9127200" y="3083697"/>
            <a:ext cx="887453" cy="1455746"/>
            <a:chOff x="5057865" y="1944015"/>
            <a:chExt cx="1077500" cy="1767489"/>
          </a:xfrm>
        </p:grpSpPr>
        <p:sp>
          <p:nvSpPr>
            <p:cNvPr id="6156" name="Freeform 12"/>
            <p:cNvSpPr>
              <a:spLocks/>
            </p:cNvSpPr>
            <p:nvPr/>
          </p:nvSpPr>
          <p:spPr bwMode="auto">
            <a:xfrm>
              <a:off x="5057865" y="1944015"/>
              <a:ext cx="797373" cy="1767489"/>
            </a:xfrm>
            <a:custGeom>
              <a:avLst/>
              <a:gdLst/>
              <a:ahLst/>
              <a:cxnLst>
                <a:cxn ang="0">
                  <a:pos x="201" y="0"/>
                </a:cxn>
                <a:cxn ang="0">
                  <a:pos x="374" y="420"/>
                </a:cxn>
                <a:cxn ang="0">
                  <a:pos x="211" y="829"/>
                </a:cxn>
                <a:cxn ang="0">
                  <a:pos x="5" y="634"/>
                </a:cxn>
                <a:cxn ang="0">
                  <a:pos x="90" y="420"/>
                </a:cxn>
                <a:cxn ang="0">
                  <a:pos x="0" y="201"/>
                </a:cxn>
                <a:cxn ang="0">
                  <a:pos x="201" y="0"/>
                </a:cxn>
              </a:cxnLst>
              <a:rect l="0" t="0" r="r" b="b"/>
              <a:pathLst>
                <a:path w="374" h="829">
                  <a:moveTo>
                    <a:pt x="201" y="0"/>
                  </a:moveTo>
                  <a:cubicBezTo>
                    <a:pt x="316" y="116"/>
                    <a:pt x="374" y="256"/>
                    <a:pt x="374" y="420"/>
                  </a:cubicBezTo>
                  <a:cubicBezTo>
                    <a:pt x="374" y="579"/>
                    <a:pt x="320" y="715"/>
                    <a:pt x="211" y="829"/>
                  </a:cubicBezTo>
                  <a:cubicBezTo>
                    <a:pt x="5" y="634"/>
                    <a:pt x="5" y="634"/>
                    <a:pt x="5" y="634"/>
                  </a:cubicBezTo>
                  <a:cubicBezTo>
                    <a:pt x="62" y="574"/>
                    <a:pt x="90" y="503"/>
                    <a:pt x="90" y="420"/>
                  </a:cubicBezTo>
                  <a:cubicBezTo>
                    <a:pt x="90" y="335"/>
                    <a:pt x="60" y="262"/>
                    <a:pt x="0" y="201"/>
                  </a:cubicBezTo>
                  <a:lnTo>
                    <a:pt x="201" y="0"/>
                  </a:lnTo>
                  <a:close/>
                </a:path>
              </a:pathLst>
            </a:custGeom>
            <a:solidFill>
              <a:schemeClr val="accent3"/>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Isosceles Triangle 21"/>
            <p:cNvSpPr/>
            <p:nvPr/>
          </p:nvSpPr>
          <p:spPr>
            <a:xfrm rot="5400000" flipH="1">
              <a:off x="5796706" y="2671100"/>
              <a:ext cx="313928" cy="3633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7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27" name="Group 26"/>
          <p:cNvGrpSpPr/>
          <p:nvPr/>
        </p:nvGrpSpPr>
        <p:grpSpPr>
          <a:xfrm>
            <a:off x="8022987" y="4205406"/>
            <a:ext cx="1455745" cy="899720"/>
            <a:chOff x="3717226" y="3305933"/>
            <a:chExt cx="1767489" cy="1092393"/>
          </a:xfrm>
        </p:grpSpPr>
        <p:sp>
          <p:nvSpPr>
            <p:cNvPr id="6159" name="Freeform 15"/>
            <p:cNvSpPr>
              <a:spLocks/>
            </p:cNvSpPr>
            <p:nvPr/>
          </p:nvSpPr>
          <p:spPr bwMode="auto">
            <a:xfrm>
              <a:off x="3717226" y="3305933"/>
              <a:ext cx="1767489" cy="799877"/>
            </a:xfrm>
            <a:custGeom>
              <a:avLst/>
              <a:gdLst/>
              <a:ahLst/>
              <a:cxnLst>
                <a:cxn ang="0">
                  <a:pos x="628" y="0"/>
                </a:cxn>
                <a:cxn ang="0">
                  <a:pos x="629" y="0"/>
                </a:cxn>
                <a:cxn ang="0">
                  <a:pos x="829" y="201"/>
                </a:cxn>
                <a:cxn ang="0">
                  <a:pos x="829" y="201"/>
                </a:cxn>
                <a:cxn ang="0">
                  <a:pos x="409" y="375"/>
                </a:cxn>
                <a:cxn ang="0">
                  <a:pos x="0" y="212"/>
                </a:cxn>
                <a:cxn ang="0">
                  <a:pos x="196" y="6"/>
                </a:cxn>
                <a:cxn ang="0">
                  <a:pos x="409" y="91"/>
                </a:cxn>
                <a:cxn ang="0">
                  <a:pos x="628" y="0"/>
                </a:cxn>
              </a:cxnLst>
              <a:rect l="0" t="0" r="r" b="b"/>
              <a:pathLst>
                <a:path w="829" h="375">
                  <a:moveTo>
                    <a:pt x="628" y="0"/>
                  </a:moveTo>
                  <a:cubicBezTo>
                    <a:pt x="629" y="0"/>
                    <a:pt x="629" y="0"/>
                    <a:pt x="629" y="0"/>
                  </a:cubicBezTo>
                  <a:cubicBezTo>
                    <a:pt x="829" y="201"/>
                    <a:pt x="829" y="201"/>
                    <a:pt x="829" y="201"/>
                  </a:cubicBezTo>
                  <a:cubicBezTo>
                    <a:pt x="829" y="201"/>
                    <a:pt x="829" y="201"/>
                    <a:pt x="829" y="201"/>
                  </a:cubicBezTo>
                  <a:cubicBezTo>
                    <a:pt x="713" y="317"/>
                    <a:pt x="573" y="375"/>
                    <a:pt x="409" y="375"/>
                  </a:cubicBezTo>
                  <a:cubicBezTo>
                    <a:pt x="250" y="375"/>
                    <a:pt x="114" y="321"/>
                    <a:pt x="0" y="212"/>
                  </a:cubicBezTo>
                  <a:cubicBezTo>
                    <a:pt x="196" y="6"/>
                    <a:pt x="196" y="6"/>
                    <a:pt x="196" y="6"/>
                  </a:cubicBezTo>
                  <a:cubicBezTo>
                    <a:pt x="255" y="63"/>
                    <a:pt x="326" y="91"/>
                    <a:pt x="409" y="91"/>
                  </a:cubicBezTo>
                  <a:cubicBezTo>
                    <a:pt x="495" y="91"/>
                    <a:pt x="568" y="61"/>
                    <a:pt x="628" y="0"/>
                  </a:cubicBezTo>
                  <a:close/>
                </a:path>
              </a:pathLst>
            </a:custGeom>
            <a:solidFill>
              <a:schemeClr val="accent4"/>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Isosceles Triangle 22"/>
            <p:cNvSpPr/>
            <p:nvPr/>
          </p:nvSpPr>
          <p:spPr>
            <a:xfrm rot="10800000" flipH="1">
              <a:off x="4433993" y="4034936"/>
              <a:ext cx="313928" cy="363390"/>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70"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7" name="Group 46"/>
          <p:cNvGrpSpPr/>
          <p:nvPr/>
        </p:nvGrpSpPr>
        <p:grpSpPr>
          <a:xfrm>
            <a:off x="10154500" y="3477637"/>
            <a:ext cx="593034" cy="700690"/>
            <a:chOff x="193675" y="3013076"/>
            <a:chExt cx="1014413" cy="1198563"/>
          </a:xfrm>
          <a:solidFill>
            <a:schemeClr val="accent3"/>
          </a:solidFill>
        </p:grpSpPr>
        <p:sp>
          <p:nvSpPr>
            <p:cNvPr id="6172" name="Freeform 28"/>
            <p:cNvSpPr>
              <a:spLocks noEditPoints="1"/>
            </p:cNvSpPr>
            <p:nvPr/>
          </p:nvSpPr>
          <p:spPr bwMode="auto">
            <a:xfrm>
              <a:off x="212725" y="3013076"/>
              <a:ext cx="922338" cy="1198563"/>
            </a:xfrm>
            <a:custGeom>
              <a:avLst/>
              <a:gdLst/>
              <a:ahLst/>
              <a:cxnLst>
                <a:cxn ang="0">
                  <a:pos x="195" y="24"/>
                </a:cxn>
                <a:cxn ang="0">
                  <a:pos x="202" y="7"/>
                </a:cxn>
                <a:cxn ang="0">
                  <a:pos x="219" y="0"/>
                </a:cxn>
                <a:cxn ang="0">
                  <a:pos x="219" y="0"/>
                </a:cxn>
                <a:cxn ang="0">
                  <a:pos x="236" y="7"/>
                </a:cxn>
                <a:cxn ang="0">
                  <a:pos x="244" y="24"/>
                </a:cxn>
                <a:cxn ang="0">
                  <a:pos x="244" y="318"/>
                </a:cxn>
                <a:cxn ang="0">
                  <a:pos x="195" y="318"/>
                </a:cxn>
                <a:cxn ang="0">
                  <a:pos x="195" y="24"/>
                </a:cxn>
                <a:cxn ang="0">
                  <a:pos x="0" y="110"/>
                </a:cxn>
                <a:cxn ang="0">
                  <a:pos x="22" y="73"/>
                </a:cxn>
                <a:cxn ang="0">
                  <a:pos x="87" y="46"/>
                </a:cxn>
                <a:cxn ang="0">
                  <a:pos x="87" y="46"/>
                </a:cxn>
                <a:cxn ang="0">
                  <a:pos x="152" y="73"/>
                </a:cxn>
                <a:cxn ang="0">
                  <a:pos x="175" y="110"/>
                </a:cxn>
                <a:cxn ang="0">
                  <a:pos x="0" y="110"/>
                </a:cxn>
              </a:cxnLst>
              <a:rect l="0" t="0" r="r" b="b"/>
              <a:pathLst>
                <a:path w="244" h="318">
                  <a:moveTo>
                    <a:pt x="195" y="24"/>
                  </a:moveTo>
                  <a:cubicBezTo>
                    <a:pt x="195" y="17"/>
                    <a:pt x="197" y="12"/>
                    <a:pt x="202" y="7"/>
                  </a:cubicBezTo>
                  <a:cubicBezTo>
                    <a:pt x="206" y="2"/>
                    <a:pt x="212" y="0"/>
                    <a:pt x="219" y="0"/>
                  </a:cubicBezTo>
                  <a:cubicBezTo>
                    <a:pt x="219" y="0"/>
                    <a:pt x="219" y="0"/>
                    <a:pt x="219" y="0"/>
                  </a:cubicBezTo>
                  <a:cubicBezTo>
                    <a:pt x="226" y="0"/>
                    <a:pt x="232" y="2"/>
                    <a:pt x="236" y="7"/>
                  </a:cubicBezTo>
                  <a:cubicBezTo>
                    <a:pt x="241" y="12"/>
                    <a:pt x="244" y="17"/>
                    <a:pt x="244" y="24"/>
                  </a:cubicBezTo>
                  <a:cubicBezTo>
                    <a:pt x="244" y="318"/>
                    <a:pt x="244" y="318"/>
                    <a:pt x="244" y="318"/>
                  </a:cubicBezTo>
                  <a:cubicBezTo>
                    <a:pt x="195" y="318"/>
                    <a:pt x="195" y="318"/>
                    <a:pt x="195" y="318"/>
                  </a:cubicBezTo>
                  <a:lnTo>
                    <a:pt x="195" y="24"/>
                  </a:lnTo>
                  <a:close/>
                  <a:moveTo>
                    <a:pt x="0" y="110"/>
                  </a:moveTo>
                  <a:cubicBezTo>
                    <a:pt x="4" y="96"/>
                    <a:pt x="11" y="84"/>
                    <a:pt x="22" y="73"/>
                  </a:cubicBezTo>
                  <a:cubicBezTo>
                    <a:pt x="40" y="55"/>
                    <a:pt x="61" y="46"/>
                    <a:pt x="87" y="46"/>
                  </a:cubicBezTo>
                  <a:cubicBezTo>
                    <a:pt x="87" y="46"/>
                    <a:pt x="87" y="46"/>
                    <a:pt x="87" y="46"/>
                  </a:cubicBezTo>
                  <a:cubicBezTo>
                    <a:pt x="113" y="46"/>
                    <a:pt x="134" y="55"/>
                    <a:pt x="152" y="73"/>
                  </a:cubicBezTo>
                  <a:cubicBezTo>
                    <a:pt x="163" y="84"/>
                    <a:pt x="170" y="96"/>
                    <a:pt x="175" y="110"/>
                  </a:cubicBezTo>
                  <a:lnTo>
                    <a:pt x="0" y="110"/>
                  </a:ln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3" name="Freeform 29"/>
            <p:cNvSpPr>
              <a:spLocks/>
            </p:cNvSpPr>
            <p:nvPr/>
          </p:nvSpPr>
          <p:spPr bwMode="auto">
            <a:xfrm>
              <a:off x="825500" y="4170363"/>
              <a:ext cx="382588" cy="33338"/>
            </a:xfrm>
            <a:custGeom>
              <a:avLst/>
              <a:gdLst/>
              <a:ahLst/>
              <a:cxnLst>
                <a:cxn ang="0">
                  <a:pos x="101" y="5"/>
                </a:cxn>
                <a:cxn ang="0">
                  <a:pos x="100" y="8"/>
                </a:cxn>
                <a:cxn ang="0">
                  <a:pos x="96" y="9"/>
                </a:cxn>
                <a:cxn ang="0">
                  <a:pos x="5" y="9"/>
                </a:cxn>
                <a:cxn ang="0">
                  <a:pos x="1" y="8"/>
                </a:cxn>
                <a:cxn ang="0">
                  <a:pos x="0" y="5"/>
                </a:cxn>
                <a:cxn ang="0">
                  <a:pos x="1" y="1"/>
                </a:cxn>
                <a:cxn ang="0">
                  <a:pos x="5" y="0"/>
                </a:cxn>
                <a:cxn ang="0">
                  <a:pos x="96" y="0"/>
                </a:cxn>
                <a:cxn ang="0">
                  <a:pos x="100" y="1"/>
                </a:cxn>
                <a:cxn ang="0">
                  <a:pos x="101" y="5"/>
                </a:cxn>
              </a:cxnLst>
              <a:rect l="0" t="0" r="r" b="b"/>
              <a:pathLst>
                <a:path w="101" h="9">
                  <a:moveTo>
                    <a:pt x="101" y="5"/>
                  </a:moveTo>
                  <a:cubicBezTo>
                    <a:pt x="101" y="6"/>
                    <a:pt x="100" y="7"/>
                    <a:pt x="100" y="8"/>
                  </a:cubicBezTo>
                  <a:cubicBezTo>
                    <a:pt x="99" y="9"/>
                    <a:pt x="98" y="9"/>
                    <a:pt x="96" y="9"/>
                  </a:cubicBezTo>
                  <a:cubicBezTo>
                    <a:pt x="5" y="9"/>
                    <a:pt x="5" y="9"/>
                    <a:pt x="5" y="9"/>
                  </a:cubicBezTo>
                  <a:cubicBezTo>
                    <a:pt x="3" y="9"/>
                    <a:pt x="2" y="9"/>
                    <a:pt x="1" y="8"/>
                  </a:cubicBezTo>
                  <a:cubicBezTo>
                    <a:pt x="0" y="7"/>
                    <a:pt x="0" y="6"/>
                    <a:pt x="0" y="5"/>
                  </a:cubicBezTo>
                  <a:cubicBezTo>
                    <a:pt x="0" y="3"/>
                    <a:pt x="0" y="2"/>
                    <a:pt x="1" y="1"/>
                  </a:cubicBezTo>
                  <a:cubicBezTo>
                    <a:pt x="2" y="0"/>
                    <a:pt x="3" y="0"/>
                    <a:pt x="5" y="0"/>
                  </a:cubicBezTo>
                  <a:cubicBezTo>
                    <a:pt x="96" y="0"/>
                    <a:pt x="96" y="0"/>
                    <a:pt x="96" y="0"/>
                  </a:cubicBezTo>
                  <a:cubicBezTo>
                    <a:pt x="98" y="0"/>
                    <a:pt x="99" y="0"/>
                    <a:pt x="100" y="1"/>
                  </a:cubicBezTo>
                  <a:cubicBezTo>
                    <a:pt x="100" y="2"/>
                    <a:pt x="101" y="3"/>
                    <a:pt x="101" y="5"/>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4" name="Freeform 30"/>
            <p:cNvSpPr>
              <a:spLocks/>
            </p:cNvSpPr>
            <p:nvPr/>
          </p:nvSpPr>
          <p:spPr bwMode="auto">
            <a:xfrm>
              <a:off x="825500" y="3717926"/>
              <a:ext cx="382588" cy="395288"/>
            </a:xfrm>
            <a:custGeom>
              <a:avLst/>
              <a:gdLst/>
              <a:ahLst/>
              <a:cxnLst>
                <a:cxn ang="0">
                  <a:pos x="92" y="9"/>
                </a:cxn>
                <a:cxn ang="0">
                  <a:pos x="5" y="9"/>
                </a:cxn>
                <a:cxn ang="0">
                  <a:pos x="1" y="8"/>
                </a:cxn>
                <a:cxn ang="0">
                  <a:pos x="0" y="5"/>
                </a:cxn>
                <a:cxn ang="0">
                  <a:pos x="1" y="1"/>
                </a:cxn>
                <a:cxn ang="0">
                  <a:pos x="5" y="0"/>
                </a:cxn>
                <a:cxn ang="0">
                  <a:pos x="96" y="0"/>
                </a:cxn>
                <a:cxn ang="0">
                  <a:pos x="100" y="1"/>
                </a:cxn>
                <a:cxn ang="0">
                  <a:pos x="101" y="5"/>
                </a:cxn>
                <a:cxn ang="0">
                  <a:pos x="101" y="101"/>
                </a:cxn>
                <a:cxn ang="0">
                  <a:pos x="100" y="104"/>
                </a:cxn>
                <a:cxn ang="0">
                  <a:pos x="96" y="105"/>
                </a:cxn>
                <a:cxn ang="0">
                  <a:pos x="5" y="105"/>
                </a:cxn>
                <a:cxn ang="0">
                  <a:pos x="1" y="104"/>
                </a:cxn>
                <a:cxn ang="0">
                  <a:pos x="0" y="101"/>
                </a:cxn>
                <a:cxn ang="0">
                  <a:pos x="1" y="97"/>
                </a:cxn>
                <a:cxn ang="0">
                  <a:pos x="5" y="96"/>
                </a:cxn>
                <a:cxn ang="0">
                  <a:pos x="92" y="96"/>
                </a:cxn>
                <a:cxn ang="0">
                  <a:pos x="92" y="9"/>
                </a:cxn>
              </a:cxnLst>
              <a:rect l="0" t="0" r="r" b="b"/>
              <a:pathLst>
                <a:path w="101" h="105">
                  <a:moveTo>
                    <a:pt x="92" y="9"/>
                  </a:moveTo>
                  <a:cubicBezTo>
                    <a:pt x="5" y="9"/>
                    <a:pt x="5" y="9"/>
                    <a:pt x="5" y="9"/>
                  </a:cubicBezTo>
                  <a:cubicBezTo>
                    <a:pt x="3" y="9"/>
                    <a:pt x="2" y="9"/>
                    <a:pt x="1" y="8"/>
                  </a:cubicBezTo>
                  <a:cubicBezTo>
                    <a:pt x="0" y="7"/>
                    <a:pt x="0" y="6"/>
                    <a:pt x="0" y="5"/>
                  </a:cubicBezTo>
                  <a:cubicBezTo>
                    <a:pt x="0" y="3"/>
                    <a:pt x="0" y="2"/>
                    <a:pt x="1" y="1"/>
                  </a:cubicBezTo>
                  <a:cubicBezTo>
                    <a:pt x="2" y="1"/>
                    <a:pt x="3" y="0"/>
                    <a:pt x="5" y="0"/>
                  </a:cubicBezTo>
                  <a:cubicBezTo>
                    <a:pt x="96" y="0"/>
                    <a:pt x="96" y="0"/>
                    <a:pt x="96" y="0"/>
                  </a:cubicBezTo>
                  <a:cubicBezTo>
                    <a:pt x="98" y="0"/>
                    <a:pt x="99" y="1"/>
                    <a:pt x="100" y="1"/>
                  </a:cubicBezTo>
                  <a:cubicBezTo>
                    <a:pt x="100" y="2"/>
                    <a:pt x="101" y="3"/>
                    <a:pt x="101" y="5"/>
                  </a:cubicBezTo>
                  <a:cubicBezTo>
                    <a:pt x="101" y="101"/>
                    <a:pt x="101" y="101"/>
                    <a:pt x="101" y="101"/>
                  </a:cubicBezTo>
                  <a:cubicBezTo>
                    <a:pt x="101" y="102"/>
                    <a:pt x="100" y="103"/>
                    <a:pt x="100" y="104"/>
                  </a:cubicBezTo>
                  <a:cubicBezTo>
                    <a:pt x="99" y="105"/>
                    <a:pt x="98" y="105"/>
                    <a:pt x="96" y="105"/>
                  </a:cubicBezTo>
                  <a:cubicBezTo>
                    <a:pt x="5" y="105"/>
                    <a:pt x="5" y="105"/>
                    <a:pt x="5" y="105"/>
                  </a:cubicBezTo>
                  <a:cubicBezTo>
                    <a:pt x="3" y="105"/>
                    <a:pt x="2" y="105"/>
                    <a:pt x="1" y="104"/>
                  </a:cubicBezTo>
                  <a:cubicBezTo>
                    <a:pt x="0" y="103"/>
                    <a:pt x="0" y="102"/>
                    <a:pt x="0" y="101"/>
                  </a:cubicBezTo>
                  <a:cubicBezTo>
                    <a:pt x="0" y="99"/>
                    <a:pt x="0" y="98"/>
                    <a:pt x="1" y="97"/>
                  </a:cubicBezTo>
                  <a:cubicBezTo>
                    <a:pt x="2" y="96"/>
                    <a:pt x="3" y="96"/>
                    <a:pt x="5" y="96"/>
                  </a:cubicBezTo>
                  <a:cubicBezTo>
                    <a:pt x="92" y="96"/>
                    <a:pt x="92" y="96"/>
                    <a:pt x="92" y="96"/>
                  </a:cubicBezTo>
                  <a:lnTo>
                    <a:pt x="92" y="9"/>
                  </a:ln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5" name="Freeform 31"/>
            <p:cNvSpPr>
              <a:spLocks/>
            </p:cNvSpPr>
            <p:nvPr/>
          </p:nvSpPr>
          <p:spPr bwMode="auto">
            <a:xfrm>
              <a:off x="760413" y="3375026"/>
              <a:ext cx="447675" cy="244475"/>
            </a:xfrm>
            <a:custGeom>
              <a:avLst/>
              <a:gdLst/>
              <a:ahLst/>
              <a:cxnLst>
                <a:cxn ang="0">
                  <a:pos x="113" y="0"/>
                </a:cxn>
                <a:cxn ang="0">
                  <a:pos x="117" y="1"/>
                </a:cxn>
                <a:cxn ang="0">
                  <a:pos x="118" y="4"/>
                </a:cxn>
                <a:cxn ang="0">
                  <a:pos x="118" y="60"/>
                </a:cxn>
                <a:cxn ang="0">
                  <a:pos x="117" y="64"/>
                </a:cxn>
                <a:cxn ang="0">
                  <a:pos x="113" y="65"/>
                </a:cxn>
                <a:cxn ang="0">
                  <a:pos x="22" y="65"/>
                </a:cxn>
                <a:cxn ang="0">
                  <a:pos x="18" y="64"/>
                </a:cxn>
                <a:cxn ang="0">
                  <a:pos x="17" y="60"/>
                </a:cxn>
                <a:cxn ang="0">
                  <a:pos x="18" y="57"/>
                </a:cxn>
                <a:cxn ang="0">
                  <a:pos x="22" y="56"/>
                </a:cxn>
                <a:cxn ang="0">
                  <a:pos x="109" y="56"/>
                </a:cxn>
                <a:cxn ang="0">
                  <a:pos x="109" y="9"/>
                </a:cxn>
                <a:cxn ang="0">
                  <a:pos x="5" y="9"/>
                </a:cxn>
                <a:cxn ang="0">
                  <a:pos x="1" y="8"/>
                </a:cxn>
                <a:cxn ang="0">
                  <a:pos x="0" y="4"/>
                </a:cxn>
                <a:cxn ang="0">
                  <a:pos x="1" y="1"/>
                </a:cxn>
                <a:cxn ang="0">
                  <a:pos x="5" y="0"/>
                </a:cxn>
                <a:cxn ang="0">
                  <a:pos x="113" y="0"/>
                </a:cxn>
              </a:cxnLst>
              <a:rect l="0" t="0" r="r" b="b"/>
              <a:pathLst>
                <a:path w="118" h="65">
                  <a:moveTo>
                    <a:pt x="113" y="0"/>
                  </a:moveTo>
                  <a:cubicBezTo>
                    <a:pt x="115" y="0"/>
                    <a:pt x="116" y="0"/>
                    <a:pt x="117" y="1"/>
                  </a:cubicBezTo>
                  <a:cubicBezTo>
                    <a:pt x="117" y="2"/>
                    <a:pt x="118" y="3"/>
                    <a:pt x="118" y="4"/>
                  </a:cubicBezTo>
                  <a:cubicBezTo>
                    <a:pt x="118" y="60"/>
                    <a:pt x="118" y="60"/>
                    <a:pt x="118" y="60"/>
                  </a:cubicBezTo>
                  <a:cubicBezTo>
                    <a:pt x="118" y="62"/>
                    <a:pt x="117" y="63"/>
                    <a:pt x="117" y="64"/>
                  </a:cubicBezTo>
                  <a:cubicBezTo>
                    <a:pt x="116" y="64"/>
                    <a:pt x="115" y="65"/>
                    <a:pt x="113" y="65"/>
                  </a:cubicBezTo>
                  <a:cubicBezTo>
                    <a:pt x="22" y="65"/>
                    <a:pt x="22" y="65"/>
                    <a:pt x="22" y="65"/>
                  </a:cubicBezTo>
                  <a:cubicBezTo>
                    <a:pt x="20" y="65"/>
                    <a:pt x="19" y="64"/>
                    <a:pt x="18" y="64"/>
                  </a:cubicBezTo>
                  <a:cubicBezTo>
                    <a:pt x="17" y="63"/>
                    <a:pt x="17" y="62"/>
                    <a:pt x="17" y="60"/>
                  </a:cubicBezTo>
                  <a:cubicBezTo>
                    <a:pt x="17" y="59"/>
                    <a:pt x="17" y="58"/>
                    <a:pt x="18" y="57"/>
                  </a:cubicBezTo>
                  <a:cubicBezTo>
                    <a:pt x="19" y="56"/>
                    <a:pt x="20" y="56"/>
                    <a:pt x="22" y="56"/>
                  </a:cubicBezTo>
                  <a:cubicBezTo>
                    <a:pt x="109" y="56"/>
                    <a:pt x="109" y="56"/>
                    <a:pt x="109" y="56"/>
                  </a:cubicBezTo>
                  <a:cubicBezTo>
                    <a:pt x="109" y="9"/>
                    <a:pt x="109" y="9"/>
                    <a:pt x="109" y="9"/>
                  </a:cubicBezTo>
                  <a:cubicBezTo>
                    <a:pt x="5" y="9"/>
                    <a:pt x="5" y="9"/>
                    <a:pt x="5" y="9"/>
                  </a:cubicBezTo>
                  <a:cubicBezTo>
                    <a:pt x="3" y="9"/>
                    <a:pt x="2" y="9"/>
                    <a:pt x="1" y="8"/>
                  </a:cubicBezTo>
                  <a:cubicBezTo>
                    <a:pt x="1" y="7"/>
                    <a:pt x="0" y="6"/>
                    <a:pt x="0" y="4"/>
                  </a:cubicBezTo>
                  <a:cubicBezTo>
                    <a:pt x="0" y="3"/>
                    <a:pt x="1" y="2"/>
                    <a:pt x="1" y="1"/>
                  </a:cubicBezTo>
                  <a:cubicBezTo>
                    <a:pt x="2" y="0"/>
                    <a:pt x="3" y="0"/>
                    <a:pt x="5" y="0"/>
                  </a:cubicBezTo>
                  <a:lnTo>
                    <a:pt x="113" y="0"/>
                  </a:ln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6" name="Freeform 32"/>
            <p:cNvSpPr>
              <a:spLocks/>
            </p:cNvSpPr>
            <p:nvPr/>
          </p:nvSpPr>
          <p:spPr bwMode="auto">
            <a:xfrm>
              <a:off x="825500" y="3646488"/>
              <a:ext cx="382588" cy="33338"/>
            </a:xfrm>
            <a:custGeom>
              <a:avLst/>
              <a:gdLst/>
              <a:ahLst/>
              <a:cxnLst>
                <a:cxn ang="0">
                  <a:pos x="0" y="5"/>
                </a:cxn>
                <a:cxn ang="0">
                  <a:pos x="1" y="1"/>
                </a:cxn>
                <a:cxn ang="0">
                  <a:pos x="5" y="0"/>
                </a:cxn>
                <a:cxn ang="0">
                  <a:pos x="96" y="0"/>
                </a:cxn>
                <a:cxn ang="0">
                  <a:pos x="100" y="1"/>
                </a:cxn>
                <a:cxn ang="0">
                  <a:pos x="101" y="5"/>
                </a:cxn>
                <a:cxn ang="0">
                  <a:pos x="100" y="8"/>
                </a:cxn>
                <a:cxn ang="0">
                  <a:pos x="96" y="9"/>
                </a:cxn>
                <a:cxn ang="0">
                  <a:pos x="5" y="9"/>
                </a:cxn>
                <a:cxn ang="0">
                  <a:pos x="1" y="8"/>
                </a:cxn>
                <a:cxn ang="0">
                  <a:pos x="0" y="5"/>
                </a:cxn>
              </a:cxnLst>
              <a:rect l="0" t="0" r="r" b="b"/>
              <a:pathLst>
                <a:path w="101" h="9">
                  <a:moveTo>
                    <a:pt x="0" y="5"/>
                  </a:moveTo>
                  <a:cubicBezTo>
                    <a:pt x="0" y="3"/>
                    <a:pt x="0" y="2"/>
                    <a:pt x="1" y="1"/>
                  </a:cubicBezTo>
                  <a:cubicBezTo>
                    <a:pt x="2" y="1"/>
                    <a:pt x="3" y="0"/>
                    <a:pt x="5" y="0"/>
                  </a:cubicBezTo>
                  <a:cubicBezTo>
                    <a:pt x="96" y="0"/>
                    <a:pt x="96" y="0"/>
                    <a:pt x="96" y="0"/>
                  </a:cubicBezTo>
                  <a:cubicBezTo>
                    <a:pt x="98" y="0"/>
                    <a:pt x="99" y="1"/>
                    <a:pt x="100" y="1"/>
                  </a:cubicBezTo>
                  <a:cubicBezTo>
                    <a:pt x="100" y="2"/>
                    <a:pt x="101" y="3"/>
                    <a:pt x="101" y="5"/>
                  </a:cubicBezTo>
                  <a:cubicBezTo>
                    <a:pt x="101" y="6"/>
                    <a:pt x="100" y="7"/>
                    <a:pt x="100" y="8"/>
                  </a:cubicBezTo>
                  <a:cubicBezTo>
                    <a:pt x="99" y="9"/>
                    <a:pt x="98" y="9"/>
                    <a:pt x="96" y="9"/>
                  </a:cubicBezTo>
                  <a:cubicBezTo>
                    <a:pt x="5" y="9"/>
                    <a:pt x="5" y="9"/>
                    <a:pt x="5" y="9"/>
                  </a:cubicBezTo>
                  <a:cubicBezTo>
                    <a:pt x="3" y="9"/>
                    <a:pt x="2" y="9"/>
                    <a:pt x="1" y="8"/>
                  </a:cubicBezTo>
                  <a:cubicBezTo>
                    <a:pt x="0" y="7"/>
                    <a:pt x="0" y="6"/>
                    <a:pt x="0" y="5"/>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7" name="Rectangle 33"/>
            <p:cNvSpPr>
              <a:spLocks noChangeArrowheads="1"/>
            </p:cNvSpPr>
            <p:nvPr/>
          </p:nvSpPr>
          <p:spPr bwMode="auto">
            <a:xfrm>
              <a:off x="193675" y="3473451"/>
              <a:ext cx="696913" cy="447675"/>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8" name="Rectangle 34"/>
            <p:cNvSpPr>
              <a:spLocks noChangeArrowheads="1"/>
            </p:cNvSpPr>
            <p:nvPr/>
          </p:nvSpPr>
          <p:spPr bwMode="auto">
            <a:xfrm>
              <a:off x="193675" y="3981451"/>
              <a:ext cx="696913" cy="230188"/>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0" name="Group 49"/>
          <p:cNvGrpSpPr/>
          <p:nvPr/>
        </p:nvGrpSpPr>
        <p:grpSpPr>
          <a:xfrm flipH="1">
            <a:off x="8478953" y="3465421"/>
            <a:ext cx="563870" cy="635835"/>
            <a:chOff x="1817688" y="3025777"/>
            <a:chExt cx="658813" cy="742896"/>
          </a:xfrm>
          <a:solidFill>
            <a:schemeClr val="bg1">
              <a:lumMod val="65000"/>
            </a:schemeClr>
          </a:solidFill>
        </p:grpSpPr>
        <p:sp>
          <p:nvSpPr>
            <p:cNvPr id="51" name="Freeform 101"/>
            <p:cNvSpPr>
              <a:spLocks/>
            </p:cNvSpPr>
            <p:nvPr/>
          </p:nvSpPr>
          <p:spPr bwMode="auto">
            <a:xfrm>
              <a:off x="1833563" y="3025777"/>
              <a:ext cx="642938" cy="422275"/>
            </a:xfrm>
            <a:custGeom>
              <a:avLst/>
              <a:gdLst/>
              <a:ahLst/>
              <a:cxnLst>
                <a:cxn ang="0">
                  <a:pos x="13" y="253"/>
                </a:cxn>
                <a:cxn ang="0">
                  <a:pos x="277" y="135"/>
                </a:cxn>
                <a:cxn ang="0">
                  <a:pos x="323" y="227"/>
                </a:cxn>
                <a:cxn ang="0">
                  <a:pos x="343" y="227"/>
                </a:cxn>
                <a:cxn ang="0">
                  <a:pos x="286" y="0"/>
                </a:cxn>
                <a:cxn ang="0">
                  <a:pos x="255" y="63"/>
                </a:cxn>
                <a:cxn ang="0">
                  <a:pos x="267" y="103"/>
                </a:cxn>
                <a:cxn ang="0">
                  <a:pos x="0" y="226"/>
                </a:cxn>
                <a:cxn ang="0">
                  <a:pos x="13" y="253"/>
                </a:cxn>
              </a:cxnLst>
              <a:rect l="0" t="0" r="r" b="b"/>
              <a:pathLst>
                <a:path w="386" h="253">
                  <a:moveTo>
                    <a:pt x="13" y="253"/>
                  </a:moveTo>
                  <a:cubicBezTo>
                    <a:pt x="277" y="135"/>
                    <a:pt x="277" y="135"/>
                    <a:pt x="277" y="135"/>
                  </a:cubicBezTo>
                  <a:cubicBezTo>
                    <a:pt x="323" y="227"/>
                    <a:pt x="323" y="227"/>
                    <a:pt x="323" y="227"/>
                  </a:cubicBezTo>
                  <a:cubicBezTo>
                    <a:pt x="323" y="227"/>
                    <a:pt x="329" y="243"/>
                    <a:pt x="343" y="227"/>
                  </a:cubicBezTo>
                  <a:cubicBezTo>
                    <a:pt x="343" y="227"/>
                    <a:pt x="386" y="45"/>
                    <a:pt x="286" y="0"/>
                  </a:cubicBezTo>
                  <a:cubicBezTo>
                    <a:pt x="255" y="63"/>
                    <a:pt x="255" y="63"/>
                    <a:pt x="255" y="63"/>
                  </a:cubicBezTo>
                  <a:cubicBezTo>
                    <a:pt x="267" y="103"/>
                    <a:pt x="267" y="103"/>
                    <a:pt x="267" y="103"/>
                  </a:cubicBezTo>
                  <a:cubicBezTo>
                    <a:pt x="0" y="226"/>
                    <a:pt x="0" y="226"/>
                    <a:pt x="0" y="226"/>
                  </a:cubicBezTo>
                  <a:lnTo>
                    <a:pt x="13" y="253"/>
                  </a:ln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02"/>
            <p:cNvSpPr>
              <a:spLocks/>
            </p:cNvSpPr>
            <p:nvPr/>
          </p:nvSpPr>
          <p:spPr bwMode="auto">
            <a:xfrm>
              <a:off x="2384425" y="3405189"/>
              <a:ext cx="1588" cy="250825"/>
            </a:xfrm>
            <a:custGeom>
              <a:avLst/>
              <a:gdLst/>
              <a:ahLst/>
              <a:cxnLst>
                <a:cxn ang="0">
                  <a:pos x="0" y="0"/>
                </a:cxn>
                <a:cxn ang="0">
                  <a:pos x="0" y="158"/>
                </a:cxn>
                <a:cxn ang="0">
                  <a:pos x="0" y="0"/>
                </a:cxn>
              </a:cxnLst>
              <a:rect l="0" t="0" r="r" b="b"/>
              <a:pathLst>
                <a:path h="158">
                  <a:moveTo>
                    <a:pt x="0" y="0"/>
                  </a:moveTo>
                  <a:lnTo>
                    <a:pt x="0" y="158"/>
                  </a:lnTo>
                  <a:lnTo>
                    <a:pt x="0" y="0"/>
                  </a:ln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Line 103"/>
            <p:cNvSpPr>
              <a:spLocks noChangeShapeType="1"/>
            </p:cNvSpPr>
            <p:nvPr/>
          </p:nvSpPr>
          <p:spPr bwMode="auto">
            <a:xfrm>
              <a:off x="2384425" y="3405189"/>
              <a:ext cx="1588" cy="250825"/>
            </a:xfrm>
            <a:prstGeom prst="line">
              <a:avLst/>
            </a:prstGeom>
            <a:grpFill/>
            <a:ln w="9525">
              <a:noFill/>
              <a:round/>
              <a:headEnd/>
              <a:tailEnd/>
            </a:ln>
          </p:spPr>
          <p:txBody>
            <a:bodyPr vert="horz" wrap="square" lIns="99229" tIns="49615" rIns="99229" bIns="49615" numCol="1" anchor="t" anchorCtr="0" compatLnSpc="1">
              <a:prstTxWarp prst="textNoShape">
                <a:avLst/>
              </a:prstTxWarp>
            </a:bodyPr>
            <a:lstStyle/>
            <a:p>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Rectangle 104"/>
            <p:cNvSpPr>
              <a:spLocks noChangeArrowheads="1"/>
            </p:cNvSpPr>
            <p:nvPr/>
          </p:nvSpPr>
          <p:spPr bwMode="auto">
            <a:xfrm>
              <a:off x="2376488" y="3405189"/>
              <a:ext cx="15875" cy="250825"/>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05"/>
            <p:cNvSpPr>
              <a:spLocks/>
            </p:cNvSpPr>
            <p:nvPr/>
          </p:nvSpPr>
          <p:spPr bwMode="auto">
            <a:xfrm>
              <a:off x="2003425" y="3173414"/>
              <a:ext cx="119063" cy="490538"/>
            </a:xfrm>
            <a:custGeom>
              <a:avLst/>
              <a:gdLst/>
              <a:ahLst/>
              <a:cxnLst>
                <a:cxn ang="0">
                  <a:pos x="5" y="294"/>
                </a:cxn>
                <a:cxn ang="0">
                  <a:pos x="4" y="294"/>
                </a:cxn>
                <a:cxn ang="0">
                  <a:pos x="0" y="288"/>
                </a:cxn>
                <a:cxn ang="0">
                  <a:pos x="61" y="4"/>
                </a:cxn>
                <a:cxn ang="0">
                  <a:pos x="67" y="0"/>
                </a:cxn>
                <a:cxn ang="0">
                  <a:pos x="71" y="6"/>
                </a:cxn>
                <a:cxn ang="0">
                  <a:pos x="10" y="291"/>
                </a:cxn>
                <a:cxn ang="0">
                  <a:pos x="5" y="294"/>
                </a:cxn>
              </a:cxnLst>
              <a:rect l="0" t="0" r="r" b="b"/>
              <a:pathLst>
                <a:path w="71" h="294">
                  <a:moveTo>
                    <a:pt x="5" y="294"/>
                  </a:moveTo>
                  <a:cubicBezTo>
                    <a:pt x="4" y="294"/>
                    <a:pt x="4" y="294"/>
                    <a:pt x="4" y="294"/>
                  </a:cubicBezTo>
                  <a:cubicBezTo>
                    <a:pt x="1" y="294"/>
                    <a:pt x="0" y="291"/>
                    <a:pt x="0" y="288"/>
                  </a:cubicBezTo>
                  <a:cubicBezTo>
                    <a:pt x="61" y="4"/>
                    <a:pt x="61" y="4"/>
                    <a:pt x="61" y="4"/>
                  </a:cubicBezTo>
                  <a:cubicBezTo>
                    <a:pt x="62" y="1"/>
                    <a:pt x="64" y="0"/>
                    <a:pt x="67" y="0"/>
                  </a:cubicBezTo>
                  <a:cubicBezTo>
                    <a:pt x="70" y="1"/>
                    <a:pt x="71" y="4"/>
                    <a:pt x="71" y="6"/>
                  </a:cubicBezTo>
                  <a:cubicBezTo>
                    <a:pt x="10" y="291"/>
                    <a:pt x="10" y="291"/>
                    <a:pt x="10" y="291"/>
                  </a:cubicBezTo>
                  <a:cubicBezTo>
                    <a:pt x="9" y="293"/>
                    <a:pt x="7" y="294"/>
                    <a:pt x="5" y="294"/>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06"/>
            <p:cNvSpPr>
              <a:spLocks/>
            </p:cNvSpPr>
            <p:nvPr/>
          </p:nvSpPr>
          <p:spPr bwMode="auto">
            <a:xfrm>
              <a:off x="2106613" y="3176589"/>
              <a:ext cx="133350" cy="490538"/>
            </a:xfrm>
            <a:custGeom>
              <a:avLst/>
              <a:gdLst/>
              <a:ahLst/>
              <a:cxnLst>
                <a:cxn ang="0">
                  <a:pos x="75" y="294"/>
                </a:cxn>
                <a:cxn ang="0">
                  <a:pos x="70" y="290"/>
                </a:cxn>
                <a:cxn ang="0">
                  <a:pos x="0" y="7"/>
                </a:cxn>
                <a:cxn ang="0">
                  <a:pos x="4" y="1"/>
                </a:cxn>
                <a:cxn ang="0">
                  <a:pos x="10" y="4"/>
                </a:cxn>
                <a:cxn ang="0">
                  <a:pos x="79" y="288"/>
                </a:cxn>
                <a:cxn ang="0">
                  <a:pos x="76" y="294"/>
                </a:cxn>
                <a:cxn ang="0">
                  <a:pos x="75" y="294"/>
                </a:cxn>
              </a:cxnLst>
              <a:rect l="0" t="0" r="r" b="b"/>
              <a:pathLst>
                <a:path w="80" h="294">
                  <a:moveTo>
                    <a:pt x="75" y="294"/>
                  </a:moveTo>
                  <a:cubicBezTo>
                    <a:pt x="72" y="294"/>
                    <a:pt x="70" y="292"/>
                    <a:pt x="70" y="290"/>
                  </a:cubicBezTo>
                  <a:cubicBezTo>
                    <a:pt x="0" y="7"/>
                    <a:pt x="0" y="7"/>
                    <a:pt x="0" y="7"/>
                  </a:cubicBezTo>
                  <a:cubicBezTo>
                    <a:pt x="0" y="4"/>
                    <a:pt x="1" y="1"/>
                    <a:pt x="4" y="1"/>
                  </a:cubicBezTo>
                  <a:cubicBezTo>
                    <a:pt x="7" y="0"/>
                    <a:pt x="9" y="2"/>
                    <a:pt x="10" y="4"/>
                  </a:cubicBezTo>
                  <a:cubicBezTo>
                    <a:pt x="79" y="288"/>
                    <a:pt x="79" y="288"/>
                    <a:pt x="79" y="288"/>
                  </a:cubicBezTo>
                  <a:cubicBezTo>
                    <a:pt x="80" y="290"/>
                    <a:pt x="78" y="293"/>
                    <a:pt x="76" y="294"/>
                  </a:cubicBezTo>
                  <a:cubicBezTo>
                    <a:pt x="75" y="294"/>
                    <a:pt x="75" y="294"/>
                    <a:pt x="75" y="294"/>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Rectangle 107"/>
            <p:cNvSpPr>
              <a:spLocks noChangeArrowheads="1"/>
            </p:cNvSpPr>
            <p:nvPr/>
          </p:nvSpPr>
          <p:spPr bwMode="auto">
            <a:xfrm>
              <a:off x="1885950" y="3408364"/>
              <a:ext cx="15875" cy="141288"/>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08"/>
            <p:cNvSpPr>
              <a:spLocks/>
            </p:cNvSpPr>
            <p:nvPr/>
          </p:nvSpPr>
          <p:spPr bwMode="auto">
            <a:xfrm>
              <a:off x="2017713" y="3432176"/>
              <a:ext cx="169863" cy="238125"/>
            </a:xfrm>
            <a:custGeom>
              <a:avLst/>
              <a:gdLst/>
              <a:ahLst/>
              <a:cxnLst>
                <a:cxn ang="0">
                  <a:pos x="6" y="143"/>
                </a:cxn>
                <a:cxn ang="0">
                  <a:pos x="3" y="142"/>
                </a:cxn>
                <a:cxn ang="0">
                  <a:pos x="2" y="135"/>
                </a:cxn>
                <a:cxn ang="0">
                  <a:pos x="92" y="3"/>
                </a:cxn>
                <a:cxn ang="0">
                  <a:pos x="99" y="1"/>
                </a:cxn>
                <a:cxn ang="0">
                  <a:pos x="100" y="8"/>
                </a:cxn>
                <a:cxn ang="0">
                  <a:pos x="10" y="141"/>
                </a:cxn>
                <a:cxn ang="0">
                  <a:pos x="6" y="143"/>
                </a:cxn>
              </a:cxnLst>
              <a:rect l="0" t="0" r="r" b="b"/>
              <a:pathLst>
                <a:path w="102" h="143">
                  <a:moveTo>
                    <a:pt x="6" y="143"/>
                  </a:moveTo>
                  <a:cubicBezTo>
                    <a:pt x="5" y="143"/>
                    <a:pt x="4" y="143"/>
                    <a:pt x="3" y="142"/>
                  </a:cubicBezTo>
                  <a:cubicBezTo>
                    <a:pt x="1" y="141"/>
                    <a:pt x="0" y="138"/>
                    <a:pt x="2" y="135"/>
                  </a:cubicBezTo>
                  <a:cubicBezTo>
                    <a:pt x="92" y="3"/>
                    <a:pt x="92" y="3"/>
                    <a:pt x="92" y="3"/>
                  </a:cubicBezTo>
                  <a:cubicBezTo>
                    <a:pt x="93" y="0"/>
                    <a:pt x="96" y="0"/>
                    <a:pt x="99" y="1"/>
                  </a:cubicBezTo>
                  <a:cubicBezTo>
                    <a:pt x="101" y="3"/>
                    <a:pt x="102" y="6"/>
                    <a:pt x="100" y="8"/>
                  </a:cubicBezTo>
                  <a:cubicBezTo>
                    <a:pt x="10" y="141"/>
                    <a:pt x="10" y="141"/>
                    <a:pt x="10" y="141"/>
                  </a:cubicBezTo>
                  <a:cubicBezTo>
                    <a:pt x="9" y="142"/>
                    <a:pt x="8" y="143"/>
                    <a:pt x="6" y="143"/>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09"/>
            <p:cNvSpPr>
              <a:spLocks/>
            </p:cNvSpPr>
            <p:nvPr/>
          </p:nvSpPr>
          <p:spPr bwMode="auto">
            <a:xfrm>
              <a:off x="2051050" y="3440114"/>
              <a:ext cx="185738" cy="228600"/>
            </a:xfrm>
            <a:custGeom>
              <a:avLst/>
              <a:gdLst/>
              <a:ahLst/>
              <a:cxnLst>
                <a:cxn ang="0">
                  <a:pos x="106" y="137"/>
                </a:cxn>
                <a:cxn ang="0">
                  <a:pos x="102" y="136"/>
                </a:cxn>
                <a:cxn ang="0">
                  <a:pos x="2" y="9"/>
                </a:cxn>
                <a:cxn ang="0">
                  <a:pos x="3" y="2"/>
                </a:cxn>
                <a:cxn ang="0">
                  <a:pos x="10" y="3"/>
                </a:cxn>
                <a:cxn ang="0">
                  <a:pos x="110" y="129"/>
                </a:cxn>
                <a:cxn ang="0">
                  <a:pos x="109" y="136"/>
                </a:cxn>
                <a:cxn ang="0">
                  <a:pos x="106" y="137"/>
                </a:cxn>
              </a:cxnLst>
              <a:rect l="0" t="0" r="r" b="b"/>
              <a:pathLst>
                <a:path w="112" h="137">
                  <a:moveTo>
                    <a:pt x="106" y="137"/>
                  </a:moveTo>
                  <a:cubicBezTo>
                    <a:pt x="105" y="137"/>
                    <a:pt x="103" y="137"/>
                    <a:pt x="102" y="136"/>
                  </a:cubicBezTo>
                  <a:cubicBezTo>
                    <a:pt x="2" y="9"/>
                    <a:pt x="2" y="9"/>
                    <a:pt x="2" y="9"/>
                  </a:cubicBezTo>
                  <a:cubicBezTo>
                    <a:pt x="0" y="7"/>
                    <a:pt x="0" y="4"/>
                    <a:pt x="3" y="2"/>
                  </a:cubicBezTo>
                  <a:cubicBezTo>
                    <a:pt x="5" y="0"/>
                    <a:pt x="8" y="1"/>
                    <a:pt x="10" y="3"/>
                  </a:cubicBezTo>
                  <a:cubicBezTo>
                    <a:pt x="110" y="129"/>
                    <a:pt x="110" y="129"/>
                    <a:pt x="110" y="129"/>
                  </a:cubicBezTo>
                  <a:cubicBezTo>
                    <a:pt x="112" y="132"/>
                    <a:pt x="111" y="135"/>
                    <a:pt x="109" y="136"/>
                  </a:cubicBezTo>
                  <a:cubicBezTo>
                    <a:pt x="108" y="137"/>
                    <a:pt x="107" y="137"/>
                    <a:pt x="106" y="137"/>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110"/>
            <p:cNvSpPr>
              <a:spLocks/>
            </p:cNvSpPr>
            <p:nvPr/>
          </p:nvSpPr>
          <p:spPr bwMode="auto">
            <a:xfrm>
              <a:off x="2052638" y="3308351"/>
              <a:ext cx="107950" cy="141288"/>
            </a:xfrm>
            <a:custGeom>
              <a:avLst/>
              <a:gdLst/>
              <a:ahLst/>
              <a:cxnLst>
                <a:cxn ang="0">
                  <a:pos x="6" y="84"/>
                </a:cxn>
                <a:cxn ang="0">
                  <a:pos x="3" y="83"/>
                </a:cxn>
                <a:cxn ang="0">
                  <a:pos x="2" y="76"/>
                </a:cxn>
                <a:cxn ang="0">
                  <a:pos x="55" y="3"/>
                </a:cxn>
                <a:cxn ang="0">
                  <a:pos x="62" y="2"/>
                </a:cxn>
                <a:cxn ang="0">
                  <a:pos x="63" y="9"/>
                </a:cxn>
                <a:cxn ang="0">
                  <a:pos x="10" y="82"/>
                </a:cxn>
                <a:cxn ang="0">
                  <a:pos x="6" y="84"/>
                </a:cxn>
              </a:cxnLst>
              <a:rect l="0" t="0" r="r" b="b"/>
              <a:pathLst>
                <a:path w="65" h="84">
                  <a:moveTo>
                    <a:pt x="6" y="84"/>
                  </a:moveTo>
                  <a:cubicBezTo>
                    <a:pt x="5" y="84"/>
                    <a:pt x="4" y="84"/>
                    <a:pt x="3" y="83"/>
                  </a:cubicBezTo>
                  <a:cubicBezTo>
                    <a:pt x="1" y="82"/>
                    <a:pt x="0" y="79"/>
                    <a:pt x="2" y="76"/>
                  </a:cubicBezTo>
                  <a:cubicBezTo>
                    <a:pt x="55" y="3"/>
                    <a:pt x="55" y="3"/>
                    <a:pt x="55" y="3"/>
                  </a:cubicBezTo>
                  <a:cubicBezTo>
                    <a:pt x="57" y="1"/>
                    <a:pt x="60" y="0"/>
                    <a:pt x="62" y="2"/>
                  </a:cubicBezTo>
                  <a:cubicBezTo>
                    <a:pt x="64" y="4"/>
                    <a:pt x="65" y="7"/>
                    <a:pt x="63" y="9"/>
                  </a:cubicBezTo>
                  <a:cubicBezTo>
                    <a:pt x="10" y="82"/>
                    <a:pt x="10" y="82"/>
                    <a:pt x="10" y="82"/>
                  </a:cubicBezTo>
                  <a:cubicBezTo>
                    <a:pt x="9" y="84"/>
                    <a:pt x="7" y="84"/>
                    <a:pt x="6" y="84"/>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111"/>
            <p:cNvSpPr>
              <a:spLocks/>
            </p:cNvSpPr>
            <p:nvPr/>
          </p:nvSpPr>
          <p:spPr bwMode="auto">
            <a:xfrm>
              <a:off x="2065338" y="3324226"/>
              <a:ext cx="122238" cy="119063"/>
            </a:xfrm>
            <a:custGeom>
              <a:avLst/>
              <a:gdLst/>
              <a:ahLst/>
              <a:cxnLst>
                <a:cxn ang="0">
                  <a:pos x="67" y="72"/>
                </a:cxn>
                <a:cxn ang="0">
                  <a:pos x="64" y="70"/>
                </a:cxn>
                <a:cxn ang="0">
                  <a:pos x="2" y="9"/>
                </a:cxn>
                <a:cxn ang="0">
                  <a:pos x="2" y="2"/>
                </a:cxn>
                <a:cxn ang="0">
                  <a:pos x="9" y="2"/>
                </a:cxn>
                <a:cxn ang="0">
                  <a:pos x="71" y="63"/>
                </a:cxn>
                <a:cxn ang="0">
                  <a:pos x="71" y="70"/>
                </a:cxn>
                <a:cxn ang="0">
                  <a:pos x="67" y="72"/>
                </a:cxn>
              </a:cxnLst>
              <a:rect l="0" t="0" r="r" b="b"/>
              <a:pathLst>
                <a:path w="73" h="72">
                  <a:moveTo>
                    <a:pt x="67" y="72"/>
                  </a:moveTo>
                  <a:cubicBezTo>
                    <a:pt x="66" y="72"/>
                    <a:pt x="65" y="71"/>
                    <a:pt x="64" y="70"/>
                  </a:cubicBezTo>
                  <a:cubicBezTo>
                    <a:pt x="2" y="9"/>
                    <a:pt x="2" y="9"/>
                    <a:pt x="2" y="9"/>
                  </a:cubicBezTo>
                  <a:cubicBezTo>
                    <a:pt x="0" y="7"/>
                    <a:pt x="0" y="4"/>
                    <a:pt x="2" y="2"/>
                  </a:cubicBezTo>
                  <a:cubicBezTo>
                    <a:pt x="4" y="0"/>
                    <a:pt x="7" y="0"/>
                    <a:pt x="9" y="2"/>
                  </a:cubicBezTo>
                  <a:cubicBezTo>
                    <a:pt x="71" y="63"/>
                    <a:pt x="71" y="63"/>
                    <a:pt x="71" y="63"/>
                  </a:cubicBezTo>
                  <a:cubicBezTo>
                    <a:pt x="73" y="65"/>
                    <a:pt x="73" y="68"/>
                    <a:pt x="71" y="70"/>
                  </a:cubicBezTo>
                  <a:cubicBezTo>
                    <a:pt x="70" y="71"/>
                    <a:pt x="69" y="72"/>
                    <a:pt x="67" y="72"/>
                  </a:cubicBezTo>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Rectangle 112"/>
            <p:cNvSpPr>
              <a:spLocks noChangeArrowheads="1"/>
            </p:cNvSpPr>
            <p:nvPr/>
          </p:nvSpPr>
          <p:spPr bwMode="auto">
            <a:xfrm>
              <a:off x="1817688" y="3651251"/>
              <a:ext cx="619125" cy="117422"/>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Rectangle 113"/>
            <p:cNvSpPr>
              <a:spLocks noChangeArrowheads="1"/>
            </p:cNvSpPr>
            <p:nvPr/>
          </p:nvSpPr>
          <p:spPr bwMode="auto">
            <a:xfrm>
              <a:off x="1852613" y="3530601"/>
              <a:ext cx="84138" cy="128588"/>
            </a:xfrm>
            <a:prstGeom prst="rect">
              <a:avLst/>
            </a:prstGeom>
            <a:grpFill/>
            <a:ln w="9525">
              <a:noFill/>
              <a:miter lim="800000"/>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64" name="Freeform 5"/>
          <p:cNvSpPr>
            <a:spLocks noEditPoints="1"/>
          </p:cNvSpPr>
          <p:nvPr/>
        </p:nvSpPr>
        <p:spPr bwMode="auto">
          <a:xfrm>
            <a:off x="6811762" y="3464863"/>
            <a:ext cx="539955" cy="738102"/>
          </a:xfrm>
          <a:custGeom>
            <a:avLst/>
            <a:gdLst/>
            <a:ahLst/>
            <a:cxnLst>
              <a:cxn ang="0">
                <a:pos x="495" y="412"/>
              </a:cxn>
              <a:cxn ang="0">
                <a:pos x="534" y="373"/>
              </a:cxn>
              <a:cxn ang="0">
                <a:pos x="495" y="334"/>
              </a:cxn>
              <a:cxn ang="0">
                <a:pos x="478" y="334"/>
              </a:cxn>
              <a:cxn ang="0">
                <a:pos x="478" y="78"/>
              </a:cxn>
              <a:cxn ang="0">
                <a:pos x="495" y="78"/>
              </a:cxn>
              <a:cxn ang="0">
                <a:pos x="534" y="39"/>
              </a:cxn>
              <a:cxn ang="0">
                <a:pos x="495" y="0"/>
              </a:cxn>
              <a:cxn ang="0">
                <a:pos x="39" y="0"/>
              </a:cxn>
              <a:cxn ang="0">
                <a:pos x="0" y="39"/>
              </a:cxn>
              <a:cxn ang="0">
                <a:pos x="39" y="78"/>
              </a:cxn>
              <a:cxn ang="0">
                <a:pos x="56" y="78"/>
              </a:cxn>
              <a:cxn ang="0">
                <a:pos x="56" y="334"/>
              </a:cxn>
              <a:cxn ang="0">
                <a:pos x="39" y="334"/>
              </a:cxn>
              <a:cxn ang="0">
                <a:pos x="0" y="373"/>
              </a:cxn>
              <a:cxn ang="0">
                <a:pos x="39" y="412"/>
              </a:cxn>
              <a:cxn ang="0">
                <a:pos x="56" y="412"/>
              </a:cxn>
              <a:cxn ang="0">
                <a:pos x="56" y="658"/>
              </a:cxn>
              <a:cxn ang="0">
                <a:pos x="39" y="658"/>
              </a:cxn>
              <a:cxn ang="0">
                <a:pos x="0" y="697"/>
              </a:cxn>
              <a:cxn ang="0">
                <a:pos x="39" y="736"/>
              </a:cxn>
              <a:cxn ang="0">
                <a:pos x="495" y="736"/>
              </a:cxn>
              <a:cxn ang="0">
                <a:pos x="534" y="697"/>
              </a:cxn>
              <a:cxn ang="0">
                <a:pos x="495" y="658"/>
              </a:cxn>
              <a:cxn ang="0">
                <a:pos x="478" y="658"/>
              </a:cxn>
              <a:cxn ang="0">
                <a:pos x="478" y="412"/>
              </a:cxn>
              <a:cxn ang="0">
                <a:pos x="495" y="412"/>
              </a:cxn>
              <a:cxn ang="0">
                <a:pos x="267" y="424"/>
              </a:cxn>
              <a:cxn ang="0">
                <a:pos x="193" y="350"/>
              </a:cxn>
              <a:cxn ang="0">
                <a:pos x="267" y="204"/>
              </a:cxn>
              <a:cxn ang="0">
                <a:pos x="341" y="350"/>
              </a:cxn>
              <a:cxn ang="0">
                <a:pos x="267" y="424"/>
              </a:cxn>
              <a:cxn ang="0">
                <a:pos x="267" y="424"/>
              </a:cxn>
              <a:cxn ang="0">
                <a:pos x="267" y="424"/>
              </a:cxn>
            </a:cxnLst>
            <a:rect l="0" t="0" r="r" b="b"/>
            <a:pathLst>
              <a:path w="534" h="736">
                <a:moveTo>
                  <a:pt x="495" y="412"/>
                </a:moveTo>
                <a:cubicBezTo>
                  <a:pt x="517" y="412"/>
                  <a:pt x="534" y="395"/>
                  <a:pt x="534" y="373"/>
                </a:cubicBezTo>
                <a:cubicBezTo>
                  <a:pt x="534" y="352"/>
                  <a:pt x="517" y="334"/>
                  <a:pt x="495" y="334"/>
                </a:cubicBezTo>
                <a:cubicBezTo>
                  <a:pt x="478" y="334"/>
                  <a:pt x="478" y="334"/>
                  <a:pt x="478" y="334"/>
                </a:cubicBezTo>
                <a:cubicBezTo>
                  <a:pt x="478" y="78"/>
                  <a:pt x="478" y="78"/>
                  <a:pt x="478" y="78"/>
                </a:cubicBezTo>
                <a:cubicBezTo>
                  <a:pt x="495" y="78"/>
                  <a:pt x="495" y="78"/>
                  <a:pt x="495" y="78"/>
                </a:cubicBezTo>
                <a:cubicBezTo>
                  <a:pt x="517" y="78"/>
                  <a:pt x="534" y="61"/>
                  <a:pt x="534" y="39"/>
                </a:cubicBezTo>
                <a:cubicBezTo>
                  <a:pt x="534" y="17"/>
                  <a:pt x="517" y="0"/>
                  <a:pt x="495" y="0"/>
                </a:cubicBezTo>
                <a:cubicBezTo>
                  <a:pt x="39" y="0"/>
                  <a:pt x="39" y="0"/>
                  <a:pt x="39" y="0"/>
                </a:cubicBezTo>
                <a:cubicBezTo>
                  <a:pt x="18" y="0"/>
                  <a:pt x="0" y="17"/>
                  <a:pt x="0" y="39"/>
                </a:cubicBezTo>
                <a:cubicBezTo>
                  <a:pt x="0" y="61"/>
                  <a:pt x="18" y="78"/>
                  <a:pt x="39" y="78"/>
                </a:cubicBezTo>
                <a:cubicBezTo>
                  <a:pt x="56" y="78"/>
                  <a:pt x="56" y="78"/>
                  <a:pt x="56" y="78"/>
                </a:cubicBezTo>
                <a:cubicBezTo>
                  <a:pt x="56" y="334"/>
                  <a:pt x="56" y="334"/>
                  <a:pt x="56" y="334"/>
                </a:cubicBezTo>
                <a:cubicBezTo>
                  <a:pt x="39" y="334"/>
                  <a:pt x="39" y="334"/>
                  <a:pt x="39" y="334"/>
                </a:cubicBezTo>
                <a:cubicBezTo>
                  <a:pt x="18" y="334"/>
                  <a:pt x="0" y="352"/>
                  <a:pt x="0" y="373"/>
                </a:cubicBezTo>
                <a:cubicBezTo>
                  <a:pt x="0" y="395"/>
                  <a:pt x="18" y="412"/>
                  <a:pt x="39" y="412"/>
                </a:cubicBezTo>
                <a:cubicBezTo>
                  <a:pt x="56" y="412"/>
                  <a:pt x="56" y="412"/>
                  <a:pt x="56" y="412"/>
                </a:cubicBezTo>
                <a:cubicBezTo>
                  <a:pt x="56" y="658"/>
                  <a:pt x="56" y="658"/>
                  <a:pt x="56" y="658"/>
                </a:cubicBezTo>
                <a:cubicBezTo>
                  <a:pt x="39" y="658"/>
                  <a:pt x="39" y="658"/>
                  <a:pt x="39" y="658"/>
                </a:cubicBezTo>
                <a:cubicBezTo>
                  <a:pt x="18" y="658"/>
                  <a:pt x="0" y="675"/>
                  <a:pt x="0" y="697"/>
                </a:cubicBezTo>
                <a:cubicBezTo>
                  <a:pt x="0" y="718"/>
                  <a:pt x="18" y="736"/>
                  <a:pt x="39" y="736"/>
                </a:cubicBezTo>
                <a:cubicBezTo>
                  <a:pt x="495" y="736"/>
                  <a:pt x="495" y="736"/>
                  <a:pt x="495" y="736"/>
                </a:cubicBezTo>
                <a:cubicBezTo>
                  <a:pt x="517" y="736"/>
                  <a:pt x="534" y="718"/>
                  <a:pt x="534" y="697"/>
                </a:cubicBezTo>
                <a:cubicBezTo>
                  <a:pt x="534" y="675"/>
                  <a:pt x="517" y="658"/>
                  <a:pt x="495" y="658"/>
                </a:cubicBezTo>
                <a:cubicBezTo>
                  <a:pt x="478" y="658"/>
                  <a:pt x="478" y="658"/>
                  <a:pt x="478" y="658"/>
                </a:cubicBezTo>
                <a:cubicBezTo>
                  <a:pt x="478" y="412"/>
                  <a:pt x="478" y="412"/>
                  <a:pt x="478" y="412"/>
                </a:cubicBezTo>
                <a:lnTo>
                  <a:pt x="495" y="412"/>
                </a:lnTo>
                <a:close/>
                <a:moveTo>
                  <a:pt x="267" y="424"/>
                </a:moveTo>
                <a:cubicBezTo>
                  <a:pt x="227" y="424"/>
                  <a:pt x="193" y="390"/>
                  <a:pt x="193" y="350"/>
                </a:cubicBezTo>
                <a:cubicBezTo>
                  <a:pt x="193" y="309"/>
                  <a:pt x="267" y="204"/>
                  <a:pt x="267" y="204"/>
                </a:cubicBezTo>
                <a:cubicBezTo>
                  <a:pt x="267" y="204"/>
                  <a:pt x="341" y="309"/>
                  <a:pt x="341" y="350"/>
                </a:cubicBezTo>
                <a:cubicBezTo>
                  <a:pt x="341" y="390"/>
                  <a:pt x="308" y="424"/>
                  <a:pt x="267" y="424"/>
                </a:cubicBezTo>
                <a:close/>
                <a:moveTo>
                  <a:pt x="267" y="424"/>
                </a:moveTo>
                <a:cubicBezTo>
                  <a:pt x="267" y="424"/>
                  <a:pt x="267" y="424"/>
                  <a:pt x="267" y="424"/>
                </a:cubicBezTo>
              </a:path>
            </a:pathLst>
          </a:custGeom>
          <a:solidFill>
            <a:schemeClr val="accent1"/>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3"/>
          <p:cNvSpPr>
            <a:spLocks noEditPoints="1"/>
          </p:cNvSpPr>
          <p:nvPr/>
        </p:nvSpPr>
        <p:spPr bwMode="auto">
          <a:xfrm>
            <a:off x="8331223" y="5182400"/>
            <a:ext cx="622648" cy="684439"/>
          </a:xfrm>
          <a:custGeom>
            <a:avLst/>
            <a:gdLst/>
            <a:ahLst/>
            <a:cxnLst>
              <a:cxn ang="0">
                <a:pos x="610" y="651"/>
              </a:cxn>
              <a:cxn ang="0">
                <a:pos x="610" y="51"/>
              </a:cxn>
              <a:cxn ang="0">
                <a:pos x="568" y="9"/>
              </a:cxn>
              <a:cxn ang="0">
                <a:pos x="303" y="9"/>
              </a:cxn>
              <a:cxn ang="0">
                <a:pos x="261" y="51"/>
              </a:cxn>
              <a:cxn ang="0">
                <a:pos x="261" y="262"/>
              </a:cxn>
              <a:cxn ang="0">
                <a:pos x="181" y="296"/>
              </a:cxn>
              <a:cxn ang="0">
                <a:pos x="160" y="357"/>
              </a:cxn>
              <a:cxn ang="0">
                <a:pos x="164" y="528"/>
              </a:cxn>
              <a:cxn ang="0">
                <a:pos x="164" y="538"/>
              </a:cxn>
              <a:cxn ang="0">
                <a:pos x="121" y="614"/>
              </a:cxn>
              <a:cxn ang="0">
                <a:pos x="94" y="605"/>
              </a:cxn>
              <a:cxn ang="0">
                <a:pos x="72" y="538"/>
              </a:cxn>
              <a:cxn ang="0">
                <a:pos x="72" y="289"/>
              </a:cxn>
              <a:cxn ang="0">
                <a:pos x="94" y="248"/>
              </a:cxn>
              <a:cxn ang="0">
                <a:pos x="129" y="107"/>
              </a:cxn>
              <a:cxn ang="0">
                <a:pos x="182" y="86"/>
              </a:cxn>
              <a:cxn ang="0">
                <a:pos x="225" y="43"/>
              </a:cxn>
              <a:cxn ang="0">
                <a:pos x="182" y="0"/>
              </a:cxn>
              <a:cxn ang="0">
                <a:pos x="66" y="49"/>
              </a:cxn>
              <a:cxn ang="0">
                <a:pos x="8" y="255"/>
              </a:cxn>
              <a:cxn ang="0">
                <a:pos x="29" y="288"/>
              </a:cxn>
              <a:cxn ang="0">
                <a:pos x="29" y="538"/>
              </a:cxn>
              <a:cxn ang="0">
                <a:pos x="64" y="636"/>
              </a:cxn>
              <a:cxn ang="0">
                <a:pos x="118" y="657"/>
              </a:cxn>
              <a:cxn ang="0">
                <a:pos x="123" y="657"/>
              </a:cxn>
              <a:cxn ang="0">
                <a:pos x="207" y="536"/>
              </a:cxn>
              <a:cxn ang="0">
                <a:pos x="207" y="528"/>
              </a:cxn>
              <a:cxn ang="0">
                <a:pos x="203" y="354"/>
              </a:cxn>
              <a:cxn ang="0">
                <a:pos x="214" y="325"/>
              </a:cxn>
              <a:cxn ang="0">
                <a:pos x="261" y="305"/>
              </a:cxn>
              <a:cxn ang="0">
                <a:pos x="261" y="651"/>
              </a:cxn>
              <a:cxn ang="0">
                <a:pos x="252" y="651"/>
              </a:cxn>
              <a:cxn ang="0">
                <a:pos x="219" y="683"/>
              </a:cxn>
              <a:cxn ang="0">
                <a:pos x="219" y="711"/>
              </a:cxn>
              <a:cxn ang="0">
                <a:pos x="645" y="711"/>
              </a:cxn>
              <a:cxn ang="0">
                <a:pos x="645" y="685"/>
              </a:cxn>
              <a:cxn ang="0">
                <a:pos x="610" y="651"/>
              </a:cxn>
              <a:cxn ang="0">
                <a:pos x="368" y="443"/>
              </a:cxn>
              <a:cxn ang="0">
                <a:pos x="344" y="467"/>
              </a:cxn>
              <a:cxn ang="0">
                <a:pos x="340" y="467"/>
              </a:cxn>
              <a:cxn ang="0">
                <a:pos x="316" y="443"/>
              </a:cxn>
              <a:cxn ang="0">
                <a:pos x="316" y="387"/>
              </a:cxn>
              <a:cxn ang="0">
                <a:pos x="344" y="360"/>
              </a:cxn>
              <a:cxn ang="0">
                <a:pos x="368" y="384"/>
              </a:cxn>
              <a:cxn ang="0">
                <a:pos x="368" y="443"/>
              </a:cxn>
              <a:cxn ang="0">
                <a:pos x="555" y="185"/>
              </a:cxn>
              <a:cxn ang="0">
                <a:pos x="527" y="213"/>
              </a:cxn>
              <a:cxn ang="0">
                <a:pos x="344" y="213"/>
              </a:cxn>
              <a:cxn ang="0">
                <a:pos x="316" y="185"/>
              </a:cxn>
              <a:cxn ang="0">
                <a:pos x="316" y="89"/>
              </a:cxn>
              <a:cxn ang="0">
                <a:pos x="344" y="62"/>
              </a:cxn>
              <a:cxn ang="0">
                <a:pos x="527" y="62"/>
              </a:cxn>
              <a:cxn ang="0">
                <a:pos x="555" y="89"/>
              </a:cxn>
              <a:cxn ang="0">
                <a:pos x="555" y="185"/>
              </a:cxn>
              <a:cxn ang="0">
                <a:pos x="555" y="185"/>
              </a:cxn>
              <a:cxn ang="0">
                <a:pos x="555" y="185"/>
              </a:cxn>
            </a:cxnLst>
            <a:rect l="0" t="0" r="r" b="b"/>
            <a:pathLst>
              <a:path w="645" h="711">
                <a:moveTo>
                  <a:pt x="610" y="651"/>
                </a:moveTo>
                <a:cubicBezTo>
                  <a:pt x="610" y="51"/>
                  <a:pt x="610" y="51"/>
                  <a:pt x="610" y="51"/>
                </a:cubicBezTo>
                <a:cubicBezTo>
                  <a:pt x="610" y="28"/>
                  <a:pt x="591" y="9"/>
                  <a:pt x="568" y="9"/>
                </a:cubicBezTo>
                <a:cubicBezTo>
                  <a:pt x="303" y="9"/>
                  <a:pt x="303" y="9"/>
                  <a:pt x="303" y="9"/>
                </a:cubicBezTo>
                <a:cubicBezTo>
                  <a:pt x="280" y="9"/>
                  <a:pt x="261" y="28"/>
                  <a:pt x="261" y="51"/>
                </a:cubicBezTo>
                <a:cubicBezTo>
                  <a:pt x="261" y="262"/>
                  <a:pt x="261" y="262"/>
                  <a:pt x="261" y="262"/>
                </a:cubicBezTo>
                <a:cubicBezTo>
                  <a:pt x="226" y="265"/>
                  <a:pt x="199" y="277"/>
                  <a:pt x="181" y="296"/>
                </a:cubicBezTo>
                <a:cubicBezTo>
                  <a:pt x="157" y="324"/>
                  <a:pt x="160" y="355"/>
                  <a:pt x="160" y="357"/>
                </a:cubicBezTo>
                <a:cubicBezTo>
                  <a:pt x="160" y="359"/>
                  <a:pt x="164" y="505"/>
                  <a:pt x="164" y="528"/>
                </a:cubicBezTo>
                <a:cubicBezTo>
                  <a:pt x="164" y="531"/>
                  <a:pt x="164" y="534"/>
                  <a:pt x="164" y="538"/>
                </a:cubicBezTo>
                <a:cubicBezTo>
                  <a:pt x="166" y="585"/>
                  <a:pt x="160" y="612"/>
                  <a:pt x="121" y="614"/>
                </a:cubicBezTo>
                <a:cubicBezTo>
                  <a:pt x="109" y="614"/>
                  <a:pt x="101" y="612"/>
                  <a:pt x="94" y="605"/>
                </a:cubicBezTo>
                <a:cubicBezTo>
                  <a:pt x="76" y="588"/>
                  <a:pt x="72" y="551"/>
                  <a:pt x="72" y="538"/>
                </a:cubicBezTo>
                <a:cubicBezTo>
                  <a:pt x="72" y="289"/>
                  <a:pt x="72" y="289"/>
                  <a:pt x="72" y="289"/>
                </a:cubicBezTo>
                <a:cubicBezTo>
                  <a:pt x="87" y="281"/>
                  <a:pt x="96" y="265"/>
                  <a:pt x="94" y="248"/>
                </a:cubicBezTo>
                <a:cubicBezTo>
                  <a:pt x="92" y="223"/>
                  <a:pt x="95" y="144"/>
                  <a:pt x="129" y="107"/>
                </a:cubicBezTo>
                <a:cubicBezTo>
                  <a:pt x="142" y="93"/>
                  <a:pt x="159" y="86"/>
                  <a:pt x="182" y="86"/>
                </a:cubicBezTo>
                <a:cubicBezTo>
                  <a:pt x="205" y="86"/>
                  <a:pt x="225" y="67"/>
                  <a:pt x="225" y="43"/>
                </a:cubicBezTo>
                <a:cubicBezTo>
                  <a:pt x="225" y="19"/>
                  <a:pt x="205" y="0"/>
                  <a:pt x="182" y="0"/>
                </a:cubicBezTo>
                <a:cubicBezTo>
                  <a:pt x="135" y="0"/>
                  <a:pt x="95" y="17"/>
                  <a:pt x="66" y="49"/>
                </a:cubicBezTo>
                <a:cubicBezTo>
                  <a:pt x="0" y="120"/>
                  <a:pt x="7" y="241"/>
                  <a:pt x="8" y="255"/>
                </a:cubicBezTo>
                <a:cubicBezTo>
                  <a:pt x="10" y="269"/>
                  <a:pt x="18" y="281"/>
                  <a:pt x="29" y="288"/>
                </a:cubicBezTo>
                <a:cubicBezTo>
                  <a:pt x="29" y="538"/>
                  <a:pt x="29" y="538"/>
                  <a:pt x="29" y="538"/>
                </a:cubicBezTo>
                <a:cubicBezTo>
                  <a:pt x="29" y="545"/>
                  <a:pt x="30" y="603"/>
                  <a:pt x="64" y="636"/>
                </a:cubicBezTo>
                <a:cubicBezTo>
                  <a:pt x="79" y="650"/>
                  <a:pt x="97" y="657"/>
                  <a:pt x="118" y="657"/>
                </a:cubicBezTo>
                <a:cubicBezTo>
                  <a:pt x="120" y="657"/>
                  <a:pt x="121" y="657"/>
                  <a:pt x="123" y="657"/>
                </a:cubicBezTo>
                <a:cubicBezTo>
                  <a:pt x="212" y="652"/>
                  <a:pt x="209" y="565"/>
                  <a:pt x="207" y="536"/>
                </a:cubicBezTo>
                <a:cubicBezTo>
                  <a:pt x="207" y="533"/>
                  <a:pt x="207" y="530"/>
                  <a:pt x="207" y="528"/>
                </a:cubicBezTo>
                <a:cubicBezTo>
                  <a:pt x="207" y="504"/>
                  <a:pt x="203" y="362"/>
                  <a:pt x="203" y="354"/>
                </a:cubicBezTo>
                <a:cubicBezTo>
                  <a:pt x="203" y="354"/>
                  <a:pt x="202" y="338"/>
                  <a:pt x="214" y="325"/>
                </a:cubicBezTo>
                <a:cubicBezTo>
                  <a:pt x="224" y="314"/>
                  <a:pt x="239" y="308"/>
                  <a:pt x="261" y="305"/>
                </a:cubicBezTo>
                <a:cubicBezTo>
                  <a:pt x="261" y="651"/>
                  <a:pt x="261" y="651"/>
                  <a:pt x="261" y="651"/>
                </a:cubicBezTo>
                <a:cubicBezTo>
                  <a:pt x="252" y="651"/>
                  <a:pt x="252" y="651"/>
                  <a:pt x="252" y="651"/>
                </a:cubicBezTo>
                <a:cubicBezTo>
                  <a:pt x="233" y="651"/>
                  <a:pt x="219" y="665"/>
                  <a:pt x="219" y="683"/>
                </a:cubicBezTo>
                <a:cubicBezTo>
                  <a:pt x="219" y="711"/>
                  <a:pt x="219" y="711"/>
                  <a:pt x="219" y="711"/>
                </a:cubicBezTo>
                <a:cubicBezTo>
                  <a:pt x="645" y="711"/>
                  <a:pt x="645" y="711"/>
                  <a:pt x="645" y="711"/>
                </a:cubicBezTo>
                <a:cubicBezTo>
                  <a:pt x="645" y="685"/>
                  <a:pt x="645" y="685"/>
                  <a:pt x="645" y="685"/>
                </a:cubicBezTo>
                <a:cubicBezTo>
                  <a:pt x="645" y="666"/>
                  <a:pt x="630" y="651"/>
                  <a:pt x="610" y="651"/>
                </a:cubicBezTo>
                <a:close/>
                <a:moveTo>
                  <a:pt x="368" y="443"/>
                </a:moveTo>
                <a:cubicBezTo>
                  <a:pt x="368" y="456"/>
                  <a:pt x="357" y="467"/>
                  <a:pt x="344" y="467"/>
                </a:cubicBezTo>
                <a:cubicBezTo>
                  <a:pt x="340" y="467"/>
                  <a:pt x="340" y="467"/>
                  <a:pt x="340" y="467"/>
                </a:cubicBezTo>
                <a:cubicBezTo>
                  <a:pt x="327" y="467"/>
                  <a:pt x="316" y="456"/>
                  <a:pt x="316" y="443"/>
                </a:cubicBezTo>
                <a:cubicBezTo>
                  <a:pt x="316" y="387"/>
                  <a:pt x="316" y="387"/>
                  <a:pt x="316" y="387"/>
                </a:cubicBezTo>
                <a:cubicBezTo>
                  <a:pt x="316" y="372"/>
                  <a:pt x="328" y="360"/>
                  <a:pt x="344" y="360"/>
                </a:cubicBezTo>
                <a:cubicBezTo>
                  <a:pt x="357" y="360"/>
                  <a:pt x="368" y="371"/>
                  <a:pt x="368" y="384"/>
                </a:cubicBezTo>
                <a:lnTo>
                  <a:pt x="368" y="443"/>
                </a:lnTo>
                <a:close/>
                <a:moveTo>
                  <a:pt x="555" y="185"/>
                </a:moveTo>
                <a:cubicBezTo>
                  <a:pt x="555" y="200"/>
                  <a:pt x="542" y="213"/>
                  <a:pt x="527" y="213"/>
                </a:cubicBezTo>
                <a:cubicBezTo>
                  <a:pt x="344" y="213"/>
                  <a:pt x="344" y="213"/>
                  <a:pt x="344" y="213"/>
                </a:cubicBezTo>
                <a:cubicBezTo>
                  <a:pt x="328" y="213"/>
                  <a:pt x="316" y="200"/>
                  <a:pt x="316" y="185"/>
                </a:cubicBezTo>
                <a:cubicBezTo>
                  <a:pt x="316" y="89"/>
                  <a:pt x="316" y="89"/>
                  <a:pt x="316" y="89"/>
                </a:cubicBezTo>
                <a:cubicBezTo>
                  <a:pt x="316" y="74"/>
                  <a:pt x="328" y="62"/>
                  <a:pt x="344" y="62"/>
                </a:cubicBezTo>
                <a:cubicBezTo>
                  <a:pt x="527" y="62"/>
                  <a:pt x="527" y="62"/>
                  <a:pt x="527" y="62"/>
                </a:cubicBezTo>
                <a:cubicBezTo>
                  <a:pt x="542" y="62"/>
                  <a:pt x="555" y="74"/>
                  <a:pt x="555" y="89"/>
                </a:cubicBezTo>
                <a:lnTo>
                  <a:pt x="555" y="185"/>
                </a:lnTo>
                <a:close/>
                <a:moveTo>
                  <a:pt x="555" y="185"/>
                </a:moveTo>
                <a:cubicBezTo>
                  <a:pt x="555" y="185"/>
                  <a:pt x="555" y="185"/>
                  <a:pt x="555" y="185"/>
                </a:cubicBezTo>
              </a:path>
            </a:pathLst>
          </a:custGeom>
          <a:solidFill>
            <a:schemeClr val="accent4"/>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68" name="Group 67"/>
          <p:cNvGrpSpPr/>
          <p:nvPr/>
        </p:nvGrpSpPr>
        <p:grpSpPr>
          <a:xfrm>
            <a:off x="8303157" y="2067730"/>
            <a:ext cx="882612" cy="565059"/>
            <a:chOff x="196850" y="1958976"/>
            <a:chExt cx="1200150" cy="768350"/>
          </a:xfrm>
        </p:grpSpPr>
        <p:grpSp>
          <p:nvGrpSpPr>
            <p:cNvPr id="48" name="Group 47"/>
            <p:cNvGrpSpPr/>
            <p:nvPr/>
          </p:nvGrpSpPr>
          <p:grpSpPr>
            <a:xfrm>
              <a:off x="196850" y="1958976"/>
              <a:ext cx="1200150" cy="768350"/>
              <a:chOff x="196850" y="1958976"/>
              <a:chExt cx="1200150" cy="768350"/>
            </a:xfrm>
            <a:solidFill>
              <a:schemeClr val="accent2"/>
            </a:solidFill>
          </p:grpSpPr>
          <p:sp>
            <p:nvSpPr>
              <p:cNvPr id="6163" name="Freeform 19"/>
              <p:cNvSpPr>
                <a:spLocks noEditPoints="1"/>
              </p:cNvSpPr>
              <p:nvPr/>
            </p:nvSpPr>
            <p:spPr bwMode="auto">
              <a:xfrm>
                <a:off x="196850" y="1958976"/>
                <a:ext cx="1200150" cy="641350"/>
              </a:xfrm>
              <a:custGeom>
                <a:avLst/>
                <a:gdLst/>
                <a:ahLst/>
                <a:cxnLst>
                  <a:cxn ang="0">
                    <a:pos x="2" y="159"/>
                  </a:cxn>
                  <a:cxn ang="0">
                    <a:pos x="6" y="157"/>
                  </a:cxn>
                  <a:cxn ang="0">
                    <a:pos x="100" y="157"/>
                  </a:cxn>
                  <a:cxn ang="0">
                    <a:pos x="105" y="159"/>
                  </a:cxn>
                  <a:cxn ang="0">
                    <a:pos x="107" y="163"/>
                  </a:cxn>
                  <a:cxn ang="0">
                    <a:pos x="107" y="164"/>
                  </a:cxn>
                  <a:cxn ang="0">
                    <a:pos x="105" y="168"/>
                  </a:cxn>
                  <a:cxn ang="0">
                    <a:pos x="100" y="170"/>
                  </a:cxn>
                  <a:cxn ang="0">
                    <a:pos x="6" y="170"/>
                  </a:cxn>
                  <a:cxn ang="0">
                    <a:pos x="2" y="168"/>
                  </a:cxn>
                  <a:cxn ang="0">
                    <a:pos x="0" y="164"/>
                  </a:cxn>
                  <a:cxn ang="0">
                    <a:pos x="0" y="163"/>
                  </a:cxn>
                  <a:cxn ang="0">
                    <a:pos x="2" y="159"/>
                  </a:cxn>
                  <a:cxn ang="0">
                    <a:pos x="317" y="90"/>
                  </a:cxn>
                  <a:cxn ang="0">
                    <a:pos x="299" y="132"/>
                  </a:cxn>
                  <a:cxn ang="0">
                    <a:pos x="257" y="150"/>
                  </a:cxn>
                  <a:cxn ang="0">
                    <a:pos x="63" y="150"/>
                  </a:cxn>
                  <a:cxn ang="0">
                    <a:pos x="20" y="132"/>
                  </a:cxn>
                  <a:cxn ang="0">
                    <a:pos x="3" y="90"/>
                  </a:cxn>
                  <a:cxn ang="0">
                    <a:pos x="3" y="83"/>
                  </a:cxn>
                  <a:cxn ang="0">
                    <a:pos x="20" y="41"/>
                  </a:cxn>
                  <a:cxn ang="0">
                    <a:pos x="63" y="23"/>
                  </a:cxn>
                  <a:cxn ang="0">
                    <a:pos x="68" y="23"/>
                  </a:cxn>
                  <a:cxn ang="0">
                    <a:pos x="68" y="20"/>
                  </a:cxn>
                  <a:cxn ang="0">
                    <a:pos x="71" y="12"/>
                  </a:cxn>
                  <a:cxn ang="0">
                    <a:pos x="79" y="9"/>
                  </a:cxn>
                  <a:cxn ang="0">
                    <a:pos x="87" y="12"/>
                  </a:cxn>
                  <a:cxn ang="0">
                    <a:pos x="90" y="20"/>
                  </a:cxn>
                  <a:cxn ang="0">
                    <a:pos x="90" y="23"/>
                  </a:cxn>
                  <a:cxn ang="0">
                    <a:pos x="123" y="23"/>
                  </a:cxn>
                  <a:cxn ang="0">
                    <a:pos x="122" y="18"/>
                  </a:cxn>
                  <a:cxn ang="0">
                    <a:pos x="122" y="17"/>
                  </a:cxn>
                  <a:cxn ang="0">
                    <a:pos x="127" y="5"/>
                  </a:cxn>
                  <a:cxn ang="0">
                    <a:pos x="140" y="0"/>
                  </a:cxn>
                  <a:cxn ang="0">
                    <a:pos x="180" y="0"/>
                  </a:cxn>
                  <a:cxn ang="0">
                    <a:pos x="193" y="5"/>
                  </a:cxn>
                  <a:cxn ang="0">
                    <a:pos x="198" y="17"/>
                  </a:cxn>
                  <a:cxn ang="0">
                    <a:pos x="198" y="18"/>
                  </a:cxn>
                  <a:cxn ang="0">
                    <a:pos x="197" y="23"/>
                  </a:cxn>
                  <a:cxn ang="0">
                    <a:pos x="226" y="23"/>
                  </a:cxn>
                  <a:cxn ang="0">
                    <a:pos x="226" y="20"/>
                  </a:cxn>
                  <a:cxn ang="0">
                    <a:pos x="229" y="12"/>
                  </a:cxn>
                  <a:cxn ang="0">
                    <a:pos x="237" y="9"/>
                  </a:cxn>
                  <a:cxn ang="0">
                    <a:pos x="245" y="12"/>
                  </a:cxn>
                  <a:cxn ang="0">
                    <a:pos x="248" y="20"/>
                  </a:cxn>
                  <a:cxn ang="0">
                    <a:pos x="248" y="23"/>
                  </a:cxn>
                  <a:cxn ang="0">
                    <a:pos x="257" y="23"/>
                  </a:cxn>
                  <a:cxn ang="0">
                    <a:pos x="299" y="41"/>
                  </a:cxn>
                  <a:cxn ang="0">
                    <a:pos x="317" y="83"/>
                  </a:cxn>
                  <a:cxn ang="0">
                    <a:pos x="317" y="90"/>
                  </a:cxn>
                  <a:cxn ang="0">
                    <a:pos x="301" y="159"/>
                  </a:cxn>
                  <a:cxn ang="0">
                    <a:pos x="303" y="163"/>
                  </a:cxn>
                  <a:cxn ang="0">
                    <a:pos x="303" y="164"/>
                  </a:cxn>
                  <a:cxn ang="0">
                    <a:pos x="301" y="168"/>
                  </a:cxn>
                  <a:cxn ang="0">
                    <a:pos x="296" y="170"/>
                  </a:cxn>
                  <a:cxn ang="0">
                    <a:pos x="202" y="170"/>
                  </a:cxn>
                  <a:cxn ang="0">
                    <a:pos x="198" y="168"/>
                  </a:cxn>
                  <a:cxn ang="0">
                    <a:pos x="196" y="164"/>
                  </a:cxn>
                  <a:cxn ang="0">
                    <a:pos x="196" y="163"/>
                  </a:cxn>
                  <a:cxn ang="0">
                    <a:pos x="198" y="159"/>
                  </a:cxn>
                  <a:cxn ang="0">
                    <a:pos x="202" y="157"/>
                  </a:cxn>
                  <a:cxn ang="0">
                    <a:pos x="296" y="157"/>
                  </a:cxn>
                  <a:cxn ang="0">
                    <a:pos x="301" y="159"/>
                  </a:cxn>
                </a:cxnLst>
                <a:rect l="0" t="0" r="r" b="b"/>
                <a:pathLst>
                  <a:path w="317" h="170">
                    <a:moveTo>
                      <a:pt x="2" y="159"/>
                    </a:moveTo>
                    <a:cubicBezTo>
                      <a:pt x="3" y="158"/>
                      <a:pt x="4" y="157"/>
                      <a:pt x="6" y="157"/>
                    </a:cubicBezTo>
                    <a:cubicBezTo>
                      <a:pt x="100" y="157"/>
                      <a:pt x="100" y="157"/>
                      <a:pt x="100" y="157"/>
                    </a:cubicBezTo>
                    <a:cubicBezTo>
                      <a:pt x="102" y="157"/>
                      <a:pt x="104" y="158"/>
                      <a:pt x="105" y="159"/>
                    </a:cubicBezTo>
                    <a:cubicBezTo>
                      <a:pt x="106" y="160"/>
                      <a:pt x="107" y="162"/>
                      <a:pt x="107" y="163"/>
                    </a:cubicBezTo>
                    <a:cubicBezTo>
                      <a:pt x="107" y="164"/>
                      <a:pt x="107" y="164"/>
                      <a:pt x="107" y="164"/>
                    </a:cubicBezTo>
                    <a:cubicBezTo>
                      <a:pt x="107" y="165"/>
                      <a:pt x="106" y="167"/>
                      <a:pt x="105" y="168"/>
                    </a:cubicBezTo>
                    <a:cubicBezTo>
                      <a:pt x="104" y="169"/>
                      <a:pt x="102" y="170"/>
                      <a:pt x="100" y="170"/>
                    </a:cubicBezTo>
                    <a:cubicBezTo>
                      <a:pt x="6" y="170"/>
                      <a:pt x="6" y="170"/>
                      <a:pt x="6" y="170"/>
                    </a:cubicBezTo>
                    <a:cubicBezTo>
                      <a:pt x="4" y="170"/>
                      <a:pt x="3" y="169"/>
                      <a:pt x="2" y="168"/>
                    </a:cubicBezTo>
                    <a:cubicBezTo>
                      <a:pt x="0" y="167"/>
                      <a:pt x="0" y="165"/>
                      <a:pt x="0" y="164"/>
                    </a:cubicBezTo>
                    <a:cubicBezTo>
                      <a:pt x="0" y="163"/>
                      <a:pt x="0" y="163"/>
                      <a:pt x="0" y="163"/>
                    </a:cubicBezTo>
                    <a:cubicBezTo>
                      <a:pt x="0" y="162"/>
                      <a:pt x="0" y="160"/>
                      <a:pt x="2" y="159"/>
                    </a:cubicBezTo>
                    <a:close/>
                    <a:moveTo>
                      <a:pt x="317" y="90"/>
                    </a:moveTo>
                    <a:cubicBezTo>
                      <a:pt x="317" y="107"/>
                      <a:pt x="311" y="121"/>
                      <a:pt x="299" y="132"/>
                    </a:cubicBezTo>
                    <a:cubicBezTo>
                      <a:pt x="287" y="144"/>
                      <a:pt x="273" y="150"/>
                      <a:pt x="257" y="150"/>
                    </a:cubicBezTo>
                    <a:cubicBezTo>
                      <a:pt x="63" y="150"/>
                      <a:pt x="63" y="150"/>
                      <a:pt x="63" y="150"/>
                    </a:cubicBezTo>
                    <a:cubicBezTo>
                      <a:pt x="46" y="150"/>
                      <a:pt x="32" y="144"/>
                      <a:pt x="20" y="132"/>
                    </a:cubicBezTo>
                    <a:cubicBezTo>
                      <a:pt x="9" y="121"/>
                      <a:pt x="3" y="107"/>
                      <a:pt x="3" y="90"/>
                    </a:cubicBezTo>
                    <a:cubicBezTo>
                      <a:pt x="3" y="83"/>
                      <a:pt x="3" y="83"/>
                      <a:pt x="3" y="83"/>
                    </a:cubicBezTo>
                    <a:cubicBezTo>
                      <a:pt x="3" y="66"/>
                      <a:pt x="9" y="52"/>
                      <a:pt x="20" y="41"/>
                    </a:cubicBezTo>
                    <a:cubicBezTo>
                      <a:pt x="32" y="29"/>
                      <a:pt x="46" y="23"/>
                      <a:pt x="63" y="23"/>
                    </a:cubicBezTo>
                    <a:cubicBezTo>
                      <a:pt x="68" y="23"/>
                      <a:pt x="68" y="23"/>
                      <a:pt x="68" y="23"/>
                    </a:cubicBezTo>
                    <a:cubicBezTo>
                      <a:pt x="68" y="20"/>
                      <a:pt x="68" y="20"/>
                      <a:pt x="68" y="20"/>
                    </a:cubicBezTo>
                    <a:cubicBezTo>
                      <a:pt x="68" y="17"/>
                      <a:pt x="69" y="14"/>
                      <a:pt x="71" y="12"/>
                    </a:cubicBezTo>
                    <a:cubicBezTo>
                      <a:pt x="73" y="10"/>
                      <a:pt x="76" y="9"/>
                      <a:pt x="79" y="9"/>
                    </a:cubicBezTo>
                    <a:cubicBezTo>
                      <a:pt x="82" y="9"/>
                      <a:pt x="84" y="10"/>
                      <a:pt x="87" y="12"/>
                    </a:cubicBezTo>
                    <a:cubicBezTo>
                      <a:pt x="89" y="14"/>
                      <a:pt x="90" y="17"/>
                      <a:pt x="90" y="20"/>
                    </a:cubicBezTo>
                    <a:cubicBezTo>
                      <a:pt x="90" y="23"/>
                      <a:pt x="90" y="23"/>
                      <a:pt x="90" y="23"/>
                    </a:cubicBezTo>
                    <a:cubicBezTo>
                      <a:pt x="123" y="23"/>
                      <a:pt x="123" y="23"/>
                      <a:pt x="123" y="23"/>
                    </a:cubicBezTo>
                    <a:cubicBezTo>
                      <a:pt x="122" y="21"/>
                      <a:pt x="122" y="20"/>
                      <a:pt x="122" y="18"/>
                    </a:cubicBezTo>
                    <a:cubicBezTo>
                      <a:pt x="122" y="17"/>
                      <a:pt x="122" y="17"/>
                      <a:pt x="122" y="17"/>
                    </a:cubicBezTo>
                    <a:cubicBezTo>
                      <a:pt x="122" y="12"/>
                      <a:pt x="124" y="8"/>
                      <a:pt x="127" y="5"/>
                    </a:cubicBezTo>
                    <a:cubicBezTo>
                      <a:pt x="130" y="1"/>
                      <a:pt x="135" y="0"/>
                      <a:pt x="140" y="0"/>
                    </a:cubicBezTo>
                    <a:cubicBezTo>
                      <a:pt x="180" y="0"/>
                      <a:pt x="180" y="0"/>
                      <a:pt x="180" y="0"/>
                    </a:cubicBezTo>
                    <a:cubicBezTo>
                      <a:pt x="185" y="0"/>
                      <a:pt x="189" y="1"/>
                      <a:pt x="193" y="5"/>
                    </a:cubicBezTo>
                    <a:cubicBezTo>
                      <a:pt x="196" y="8"/>
                      <a:pt x="198" y="12"/>
                      <a:pt x="198" y="17"/>
                    </a:cubicBezTo>
                    <a:cubicBezTo>
                      <a:pt x="198" y="18"/>
                      <a:pt x="198" y="18"/>
                      <a:pt x="198" y="18"/>
                    </a:cubicBezTo>
                    <a:cubicBezTo>
                      <a:pt x="198" y="20"/>
                      <a:pt x="198" y="21"/>
                      <a:pt x="197" y="23"/>
                    </a:cubicBezTo>
                    <a:cubicBezTo>
                      <a:pt x="226" y="23"/>
                      <a:pt x="226" y="23"/>
                      <a:pt x="226" y="23"/>
                    </a:cubicBezTo>
                    <a:cubicBezTo>
                      <a:pt x="226" y="20"/>
                      <a:pt x="226" y="20"/>
                      <a:pt x="226" y="20"/>
                    </a:cubicBezTo>
                    <a:cubicBezTo>
                      <a:pt x="226" y="17"/>
                      <a:pt x="227" y="14"/>
                      <a:pt x="229" y="12"/>
                    </a:cubicBezTo>
                    <a:cubicBezTo>
                      <a:pt x="231" y="10"/>
                      <a:pt x="234" y="9"/>
                      <a:pt x="237" y="9"/>
                    </a:cubicBezTo>
                    <a:cubicBezTo>
                      <a:pt x="240" y="9"/>
                      <a:pt x="242" y="10"/>
                      <a:pt x="245" y="12"/>
                    </a:cubicBezTo>
                    <a:cubicBezTo>
                      <a:pt x="247" y="14"/>
                      <a:pt x="248" y="17"/>
                      <a:pt x="248" y="20"/>
                    </a:cubicBezTo>
                    <a:cubicBezTo>
                      <a:pt x="248" y="23"/>
                      <a:pt x="248" y="23"/>
                      <a:pt x="248" y="23"/>
                    </a:cubicBezTo>
                    <a:cubicBezTo>
                      <a:pt x="257" y="23"/>
                      <a:pt x="257" y="23"/>
                      <a:pt x="257" y="23"/>
                    </a:cubicBezTo>
                    <a:cubicBezTo>
                      <a:pt x="273" y="23"/>
                      <a:pt x="287" y="29"/>
                      <a:pt x="299" y="41"/>
                    </a:cubicBezTo>
                    <a:cubicBezTo>
                      <a:pt x="311" y="52"/>
                      <a:pt x="317" y="66"/>
                      <a:pt x="317" y="83"/>
                    </a:cubicBezTo>
                    <a:lnTo>
                      <a:pt x="317" y="90"/>
                    </a:lnTo>
                    <a:close/>
                    <a:moveTo>
                      <a:pt x="301" y="159"/>
                    </a:moveTo>
                    <a:cubicBezTo>
                      <a:pt x="302" y="160"/>
                      <a:pt x="303" y="162"/>
                      <a:pt x="303" y="163"/>
                    </a:cubicBezTo>
                    <a:cubicBezTo>
                      <a:pt x="303" y="164"/>
                      <a:pt x="303" y="164"/>
                      <a:pt x="303" y="164"/>
                    </a:cubicBezTo>
                    <a:cubicBezTo>
                      <a:pt x="303" y="165"/>
                      <a:pt x="302" y="167"/>
                      <a:pt x="301" y="168"/>
                    </a:cubicBezTo>
                    <a:cubicBezTo>
                      <a:pt x="300" y="169"/>
                      <a:pt x="298" y="170"/>
                      <a:pt x="296" y="170"/>
                    </a:cubicBezTo>
                    <a:cubicBezTo>
                      <a:pt x="202" y="170"/>
                      <a:pt x="202" y="170"/>
                      <a:pt x="202" y="170"/>
                    </a:cubicBezTo>
                    <a:cubicBezTo>
                      <a:pt x="200" y="170"/>
                      <a:pt x="199" y="169"/>
                      <a:pt x="198" y="168"/>
                    </a:cubicBezTo>
                    <a:cubicBezTo>
                      <a:pt x="196" y="167"/>
                      <a:pt x="196" y="165"/>
                      <a:pt x="196" y="164"/>
                    </a:cubicBezTo>
                    <a:cubicBezTo>
                      <a:pt x="196" y="163"/>
                      <a:pt x="196" y="163"/>
                      <a:pt x="196" y="163"/>
                    </a:cubicBezTo>
                    <a:cubicBezTo>
                      <a:pt x="196" y="162"/>
                      <a:pt x="196" y="160"/>
                      <a:pt x="198" y="159"/>
                    </a:cubicBezTo>
                    <a:cubicBezTo>
                      <a:pt x="199" y="158"/>
                      <a:pt x="200" y="157"/>
                      <a:pt x="202" y="157"/>
                    </a:cubicBezTo>
                    <a:cubicBezTo>
                      <a:pt x="296" y="157"/>
                      <a:pt x="296" y="157"/>
                      <a:pt x="296" y="157"/>
                    </a:cubicBezTo>
                    <a:cubicBezTo>
                      <a:pt x="298" y="157"/>
                      <a:pt x="300" y="158"/>
                      <a:pt x="301" y="159"/>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4" name="Freeform 20"/>
              <p:cNvSpPr>
                <a:spLocks/>
              </p:cNvSpPr>
              <p:nvPr/>
            </p:nvSpPr>
            <p:spPr bwMode="auto">
              <a:xfrm>
                <a:off x="261938" y="2611438"/>
                <a:ext cx="117475" cy="115888"/>
              </a:xfrm>
              <a:custGeom>
                <a:avLst/>
                <a:gdLst/>
                <a:ahLst/>
                <a:cxnLst>
                  <a:cxn ang="0">
                    <a:pos x="26" y="26"/>
                  </a:cxn>
                  <a:cxn ang="0">
                    <a:pos x="15" y="31"/>
                  </a:cxn>
                  <a:cxn ang="0">
                    <a:pos x="4" y="26"/>
                  </a:cxn>
                  <a:cxn ang="0">
                    <a:pos x="0" y="15"/>
                  </a:cxn>
                  <a:cxn ang="0">
                    <a:pos x="4" y="4"/>
                  </a:cxn>
                  <a:cxn ang="0">
                    <a:pos x="15" y="0"/>
                  </a:cxn>
                  <a:cxn ang="0">
                    <a:pos x="26" y="4"/>
                  </a:cxn>
                  <a:cxn ang="0">
                    <a:pos x="31" y="15"/>
                  </a:cxn>
                  <a:cxn ang="0">
                    <a:pos x="26" y="26"/>
                  </a:cxn>
                </a:cxnLst>
                <a:rect l="0" t="0" r="r" b="b"/>
                <a:pathLst>
                  <a:path w="31" h="31">
                    <a:moveTo>
                      <a:pt x="26" y="26"/>
                    </a:moveTo>
                    <a:cubicBezTo>
                      <a:pt x="23" y="29"/>
                      <a:pt x="19" y="31"/>
                      <a:pt x="15" y="31"/>
                    </a:cubicBez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5" name="Freeform 21"/>
              <p:cNvSpPr>
                <a:spLocks/>
              </p:cNvSpPr>
              <p:nvPr/>
            </p:nvSpPr>
            <p:spPr bwMode="auto">
              <a:xfrm>
                <a:off x="420688" y="2611438"/>
                <a:ext cx="117475" cy="115888"/>
              </a:xfrm>
              <a:custGeom>
                <a:avLst/>
                <a:gdLst/>
                <a:ahLst/>
                <a:cxnLst>
                  <a:cxn ang="0">
                    <a:pos x="15" y="31"/>
                  </a:cxn>
                  <a:cxn ang="0">
                    <a:pos x="4" y="26"/>
                  </a:cxn>
                  <a:cxn ang="0">
                    <a:pos x="0" y="15"/>
                  </a:cxn>
                  <a:cxn ang="0">
                    <a:pos x="4" y="4"/>
                  </a:cxn>
                  <a:cxn ang="0">
                    <a:pos x="15" y="0"/>
                  </a:cxn>
                  <a:cxn ang="0">
                    <a:pos x="26" y="4"/>
                  </a:cxn>
                  <a:cxn ang="0">
                    <a:pos x="31" y="15"/>
                  </a:cxn>
                  <a:cxn ang="0">
                    <a:pos x="26" y="26"/>
                  </a:cxn>
                  <a:cxn ang="0">
                    <a:pos x="15" y="31"/>
                  </a:cxn>
                </a:cxnLst>
                <a:rect l="0" t="0" r="r" b="b"/>
                <a:pathLst>
                  <a:path w="31" h="31">
                    <a:moveTo>
                      <a:pt x="15" y="31"/>
                    </a:move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6" name="Freeform 22"/>
              <p:cNvSpPr>
                <a:spLocks/>
              </p:cNvSpPr>
              <p:nvPr/>
            </p:nvSpPr>
            <p:spPr bwMode="auto">
              <a:xfrm>
                <a:off x="1003300" y="2611438"/>
                <a:ext cx="117475" cy="115888"/>
              </a:xfrm>
              <a:custGeom>
                <a:avLst/>
                <a:gdLst/>
                <a:ahLst/>
                <a:cxnLst>
                  <a:cxn ang="0">
                    <a:pos x="15" y="31"/>
                  </a:cxn>
                  <a:cxn ang="0">
                    <a:pos x="4" y="26"/>
                  </a:cxn>
                  <a:cxn ang="0">
                    <a:pos x="0" y="15"/>
                  </a:cxn>
                  <a:cxn ang="0">
                    <a:pos x="4" y="4"/>
                  </a:cxn>
                  <a:cxn ang="0">
                    <a:pos x="15" y="0"/>
                  </a:cxn>
                  <a:cxn ang="0">
                    <a:pos x="26" y="4"/>
                  </a:cxn>
                  <a:cxn ang="0">
                    <a:pos x="31" y="15"/>
                  </a:cxn>
                  <a:cxn ang="0">
                    <a:pos x="26" y="26"/>
                  </a:cxn>
                  <a:cxn ang="0">
                    <a:pos x="15" y="31"/>
                  </a:cxn>
                </a:cxnLst>
                <a:rect l="0" t="0" r="r" b="b"/>
                <a:pathLst>
                  <a:path w="31" h="31">
                    <a:moveTo>
                      <a:pt x="15" y="31"/>
                    </a:move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7" name="Freeform 23"/>
              <p:cNvSpPr>
                <a:spLocks/>
              </p:cNvSpPr>
              <p:nvPr/>
            </p:nvSpPr>
            <p:spPr bwMode="auto">
              <a:xfrm>
                <a:off x="1162050" y="2611438"/>
                <a:ext cx="117475" cy="115888"/>
              </a:xfrm>
              <a:custGeom>
                <a:avLst/>
                <a:gdLst/>
                <a:ahLst/>
                <a:cxnLst>
                  <a:cxn ang="0">
                    <a:pos x="4" y="26"/>
                  </a:cxn>
                  <a:cxn ang="0">
                    <a:pos x="0" y="15"/>
                  </a:cxn>
                  <a:cxn ang="0">
                    <a:pos x="4" y="4"/>
                  </a:cxn>
                  <a:cxn ang="0">
                    <a:pos x="15" y="0"/>
                  </a:cxn>
                  <a:cxn ang="0">
                    <a:pos x="26" y="4"/>
                  </a:cxn>
                  <a:cxn ang="0">
                    <a:pos x="31" y="15"/>
                  </a:cxn>
                  <a:cxn ang="0">
                    <a:pos x="26" y="26"/>
                  </a:cxn>
                  <a:cxn ang="0">
                    <a:pos x="15" y="31"/>
                  </a:cxn>
                  <a:cxn ang="0">
                    <a:pos x="4" y="26"/>
                  </a:cxn>
                </a:cxnLst>
                <a:rect l="0" t="0" r="r" b="b"/>
                <a:pathLst>
                  <a:path w="31" h="31">
                    <a:moveTo>
                      <a:pt x="4" y="26"/>
                    </a:move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ubicBezTo>
                      <a:pt x="11" y="31"/>
                      <a:pt x="7" y="29"/>
                      <a:pt x="4" y="26"/>
                    </a:cubicBezTo>
                    <a:close/>
                  </a:path>
                </a:pathLst>
              </a:custGeom>
              <a:grp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67" name="Freeform 36"/>
            <p:cNvSpPr>
              <a:spLocks noEditPoints="1"/>
            </p:cNvSpPr>
            <p:nvPr/>
          </p:nvSpPr>
          <p:spPr bwMode="auto">
            <a:xfrm>
              <a:off x="668545" y="2082800"/>
              <a:ext cx="256761" cy="351747"/>
            </a:xfrm>
            <a:custGeom>
              <a:avLst/>
              <a:gdLst/>
              <a:ahLst/>
              <a:cxnLst>
                <a:cxn ang="0">
                  <a:pos x="39" y="2"/>
                </a:cxn>
                <a:cxn ang="0">
                  <a:pos x="35" y="0"/>
                </a:cxn>
                <a:cxn ang="0">
                  <a:pos x="32" y="2"/>
                </a:cxn>
                <a:cxn ang="0">
                  <a:pos x="0" y="63"/>
                </a:cxn>
                <a:cxn ang="0">
                  <a:pos x="35" y="98"/>
                </a:cxn>
                <a:cxn ang="0">
                  <a:pos x="70" y="63"/>
                </a:cxn>
                <a:cxn ang="0">
                  <a:pos x="39" y="2"/>
                </a:cxn>
                <a:cxn ang="0">
                  <a:pos x="23" y="83"/>
                </a:cxn>
                <a:cxn ang="0">
                  <a:pos x="19" y="85"/>
                </a:cxn>
                <a:cxn ang="0">
                  <a:pos x="16" y="83"/>
                </a:cxn>
                <a:cxn ang="0">
                  <a:pos x="7" y="54"/>
                </a:cxn>
                <a:cxn ang="0">
                  <a:pos x="13" y="50"/>
                </a:cxn>
                <a:cxn ang="0">
                  <a:pos x="16" y="56"/>
                </a:cxn>
                <a:cxn ang="0">
                  <a:pos x="22" y="76"/>
                </a:cxn>
                <a:cxn ang="0">
                  <a:pos x="23" y="83"/>
                </a:cxn>
                <a:cxn ang="0">
                  <a:pos x="32" y="93"/>
                </a:cxn>
                <a:cxn ang="0">
                  <a:pos x="27" y="87"/>
                </a:cxn>
                <a:cxn ang="0">
                  <a:pos x="32" y="82"/>
                </a:cxn>
                <a:cxn ang="0">
                  <a:pos x="38" y="87"/>
                </a:cxn>
                <a:cxn ang="0">
                  <a:pos x="32" y="93"/>
                </a:cxn>
                <a:cxn ang="0">
                  <a:pos x="32" y="93"/>
                </a:cxn>
                <a:cxn ang="0">
                  <a:pos x="32" y="93"/>
                </a:cxn>
              </a:cxnLst>
              <a:rect l="0" t="0" r="r" b="b"/>
              <a:pathLst>
                <a:path w="70" h="98">
                  <a:moveTo>
                    <a:pt x="39" y="2"/>
                  </a:moveTo>
                  <a:cubicBezTo>
                    <a:pt x="38" y="1"/>
                    <a:pt x="37" y="0"/>
                    <a:pt x="35" y="0"/>
                  </a:cubicBezTo>
                  <a:cubicBezTo>
                    <a:pt x="34" y="0"/>
                    <a:pt x="32" y="1"/>
                    <a:pt x="32" y="2"/>
                  </a:cubicBezTo>
                  <a:cubicBezTo>
                    <a:pt x="23" y="14"/>
                    <a:pt x="0" y="47"/>
                    <a:pt x="0" y="63"/>
                  </a:cubicBezTo>
                  <a:cubicBezTo>
                    <a:pt x="0" y="82"/>
                    <a:pt x="16" y="98"/>
                    <a:pt x="35" y="98"/>
                  </a:cubicBezTo>
                  <a:cubicBezTo>
                    <a:pt x="55" y="98"/>
                    <a:pt x="70" y="82"/>
                    <a:pt x="70" y="63"/>
                  </a:cubicBezTo>
                  <a:cubicBezTo>
                    <a:pt x="70" y="47"/>
                    <a:pt x="48" y="14"/>
                    <a:pt x="39" y="2"/>
                  </a:cubicBezTo>
                  <a:close/>
                  <a:moveTo>
                    <a:pt x="23" y="83"/>
                  </a:moveTo>
                  <a:cubicBezTo>
                    <a:pt x="22" y="84"/>
                    <a:pt x="20" y="85"/>
                    <a:pt x="19" y="85"/>
                  </a:cubicBezTo>
                  <a:cubicBezTo>
                    <a:pt x="18" y="85"/>
                    <a:pt x="17" y="84"/>
                    <a:pt x="16" y="83"/>
                  </a:cubicBezTo>
                  <a:cubicBezTo>
                    <a:pt x="2" y="72"/>
                    <a:pt x="7" y="55"/>
                    <a:pt x="7" y="54"/>
                  </a:cubicBezTo>
                  <a:cubicBezTo>
                    <a:pt x="8" y="51"/>
                    <a:pt x="11" y="50"/>
                    <a:pt x="13" y="50"/>
                  </a:cubicBezTo>
                  <a:cubicBezTo>
                    <a:pt x="16" y="51"/>
                    <a:pt x="17" y="54"/>
                    <a:pt x="16" y="56"/>
                  </a:cubicBezTo>
                  <a:cubicBezTo>
                    <a:pt x="16" y="57"/>
                    <a:pt x="13" y="68"/>
                    <a:pt x="22" y="76"/>
                  </a:cubicBezTo>
                  <a:cubicBezTo>
                    <a:pt x="24" y="78"/>
                    <a:pt x="25" y="81"/>
                    <a:pt x="23" y="83"/>
                  </a:cubicBezTo>
                  <a:close/>
                  <a:moveTo>
                    <a:pt x="32" y="93"/>
                  </a:moveTo>
                  <a:cubicBezTo>
                    <a:pt x="30" y="93"/>
                    <a:pt x="27" y="90"/>
                    <a:pt x="27" y="87"/>
                  </a:cubicBezTo>
                  <a:cubicBezTo>
                    <a:pt x="27" y="84"/>
                    <a:pt x="30" y="82"/>
                    <a:pt x="32" y="82"/>
                  </a:cubicBezTo>
                  <a:cubicBezTo>
                    <a:pt x="35" y="82"/>
                    <a:pt x="38" y="84"/>
                    <a:pt x="38" y="87"/>
                  </a:cubicBezTo>
                  <a:cubicBezTo>
                    <a:pt x="38" y="90"/>
                    <a:pt x="35" y="93"/>
                    <a:pt x="32" y="93"/>
                  </a:cubicBezTo>
                  <a:close/>
                  <a:moveTo>
                    <a:pt x="32" y="93"/>
                  </a:moveTo>
                  <a:cubicBezTo>
                    <a:pt x="32" y="93"/>
                    <a:pt x="32" y="93"/>
                    <a:pt x="32" y="93"/>
                  </a:cubicBezTo>
                </a:path>
              </a:pathLst>
            </a:custGeom>
            <a:solidFill>
              <a:schemeClr val="bg1"/>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2" name="Group 56"/>
          <p:cNvGrpSpPr/>
          <p:nvPr/>
        </p:nvGrpSpPr>
        <p:grpSpPr>
          <a:xfrm>
            <a:off x="6209518" y="2380273"/>
            <a:ext cx="1824406" cy="584579"/>
            <a:chOff x="270390" y="1425360"/>
            <a:chExt cx="1681193" cy="538691"/>
          </a:xfrm>
        </p:grpSpPr>
        <p:sp>
          <p:nvSpPr>
            <p:cNvPr id="73" name="TextBox 72"/>
            <p:cNvSpPr txBox="1"/>
            <p:nvPr/>
          </p:nvSpPr>
          <p:spPr>
            <a:xfrm>
              <a:off x="270390" y="1611303"/>
              <a:ext cx="1681193" cy="352748"/>
            </a:xfrm>
            <a:prstGeom prst="rect">
              <a:avLst/>
            </a:prstGeom>
            <a:noFill/>
          </p:spPr>
          <p:txBody>
            <a:bodyPr wrap="square" lIns="0" tIns="0" rIns="0" bIns="0" rtlCol="0">
              <a:spAutoFit/>
            </a:bodyPr>
            <a:lstStyle/>
            <a:p>
              <a:pPr algn="ctr" defTabSz="992210">
                <a:lnSpc>
                  <a:spcPct val="120000"/>
                </a:lnSpc>
                <a:spcBef>
                  <a:spcPct val="20000"/>
                </a:spcBef>
                <a:defRPr/>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Rectangle 73"/>
            <p:cNvSpPr/>
            <p:nvPr/>
          </p:nvSpPr>
          <p:spPr>
            <a:xfrm>
              <a:off x="704045" y="1425360"/>
              <a:ext cx="841987" cy="121306"/>
            </a:xfrm>
            <a:prstGeom prst="rect">
              <a:avLst/>
            </a:prstGeom>
          </p:spPr>
          <p:txBody>
            <a:bodyPr wrap="none" lIns="0" tIns="0" rIns="0" bIns="0">
              <a:spAutoFit/>
            </a:bodyPr>
            <a:lstStyle/>
            <a:p>
              <a:pPr algn="ctr" defTabSz="992210">
                <a:lnSpc>
                  <a:spcPct val="120000"/>
                </a:lnSpc>
                <a:defRPr/>
              </a:pPr>
              <a:r>
                <a:rPr lang="zh-CN" altLang="en-US" sz="713">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1" name="Rectangle 80"/>
          <p:cNvSpPr/>
          <p:nvPr/>
        </p:nvSpPr>
        <p:spPr>
          <a:xfrm>
            <a:off x="8551358" y="2936579"/>
            <a:ext cx="391133" cy="280718"/>
          </a:xfrm>
          <a:prstGeom prst="rect">
            <a:avLst/>
          </a:prstGeom>
        </p:spPr>
        <p:txBody>
          <a:bodyPr wrap="none" lIns="0" tIns="0" rIns="0" bIns="0">
            <a:spAutoFit/>
          </a:bodyPr>
          <a:lstStyle/>
          <a:p>
            <a:pPr algn="ctr">
              <a:lnSpc>
                <a:spcPct val="120000"/>
              </a:lnSpc>
            </a:pPr>
            <a:r>
              <a:rPr lang="en-US" sz="152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70%</a:t>
            </a:r>
          </a:p>
        </p:txBody>
      </p:sp>
      <p:sp>
        <p:nvSpPr>
          <p:cNvPr id="82" name="Rectangle 81"/>
          <p:cNvSpPr/>
          <p:nvPr/>
        </p:nvSpPr>
        <p:spPr>
          <a:xfrm>
            <a:off x="8551358" y="4476777"/>
            <a:ext cx="391133" cy="280718"/>
          </a:xfrm>
          <a:prstGeom prst="rect">
            <a:avLst/>
          </a:prstGeom>
        </p:spPr>
        <p:txBody>
          <a:bodyPr wrap="none" lIns="0" tIns="0" rIns="0" bIns="0">
            <a:spAutoFit/>
          </a:bodyPr>
          <a:lstStyle/>
          <a:p>
            <a:pPr algn="ctr">
              <a:lnSpc>
                <a:spcPct val="120000"/>
              </a:lnSpc>
            </a:pPr>
            <a:r>
              <a:rPr lang="en-US" sz="152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40%</a:t>
            </a:r>
          </a:p>
        </p:txBody>
      </p:sp>
      <p:sp>
        <p:nvSpPr>
          <p:cNvPr id="83" name="Rectangle 82"/>
          <p:cNvSpPr/>
          <p:nvPr/>
        </p:nvSpPr>
        <p:spPr>
          <a:xfrm>
            <a:off x="7748958" y="3703739"/>
            <a:ext cx="391133" cy="280718"/>
          </a:xfrm>
          <a:prstGeom prst="rect">
            <a:avLst/>
          </a:prstGeom>
        </p:spPr>
        <p:txBody>
          <a:bodyPr wrap="none" lIns="0" tIns="0" rIns="0" bIns="0">
            <a:spAutoFit/>
          </a:bodyPr>
          <a:lstStyle/>
          <a:p>
            <a:pPr algn="ctr">
              <a:lnSpc>
                <a:spcPct val="120000"/>
              </a:lnSpc>
            </a:pPr>
            <a:r>
              <a:rPr lang="en-US" sz="152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50%</a:t>
            </a:r>
          </a:p>
        </p:txBody>
      </p:sp>
      <p:sp>
        <p:nvSpPr>
          <p:cNvPr id="84" name="Rectangle 83"/>
          <p:cNvSpPr/>
          <p:nvPr/>
        </p:nvSpPr>
        <p:spPr>
          <a:xfrm>
            <a:off x="9335375" y="3703739"/>
            <a:ext cx="391133" cy="280718"/>
          </a:xfrm>
          <a:prstGeom prst="rect">
            <a:avLst/>
          </a:prstGeom>
        </p:spPr>
        <p:txBody>
          <a:bodyPr wrap="none" lIns="0" tIns="0" rIns="0" bIns="0">
            <a:spAutoFit/>
          </a:bodyPr>
          <a:lstStyle/>
          <a:p>
            <a:pPr algn="ctr">
              <a:lnSpc>
                <a:spcPct val="120000"/>
              </a:lnSpc>
            </a:pPr>
            <a:r>
              <a:rPr lang="en-US" sz="1520"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30%</a:t>
            </a:r>
          </a:p>
        </p:txBody>
      </p:sp>
      <p:sp>
        <p:nvSpPr>
          <p:cNvPr id="85" name="Text Placeholder 3"/>
          <p:cNvSpPr txBox="1">
            <a:spLocks/>
          </p:cNvSpPr>
          <p:nvPr/>
        </p:nvSpPr>
        <p:spPr>
          <a:xfrm>
            <a:off x="2038577" y="4340307"/>
            <a:ext cx="3405370" cy="25115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Text Placeholder 3"/>
          <p:cNvSpPr txBox="1">
            <a:spLocks/>
          </p:cNvSpPr>
          <p:nvPr/>
        </p:nvSpPr>
        <p:spPr>
          <a:xfrm>
            <a:off x="2038577" y="4903431"/>
            <a:ext cx="3405370" cy="25115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Text Placeholder 3"/>
          <p:cNvSpPr txBox="1">
            <a:spLocks/>
          </p:cNvSpPr>
          <p:nvPr/>
        </p:nvSpPr>
        <p:spPr>
          <a:xfrm>
            <a:off x="2038577" y="5403544"/>
            <a:ext cx="3405370" cy="251159"/>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aphicFrame>
        <p:nvGraphicFramePr>
          <p:cNvPr id="94" name="Chart 93"/>
          <p:cNvGraphicFramePr/>
          <p:nvPr/>
        </p:nvGraphicFramePr>
        <p:xfrm>
          <a:off x="1579553" y="1966270"/>
          <a:ext cx="4063425" cy="2205096"/>
        </p:xfrm>
        <a:graphic>
          <a:graphicData uri="http://schemas.openxmlformats.org/drawingml/2006/chart">
            <c:chart xmlns:c="http://schemas.openxmlformats.org/drawingml/2006/chart" xmlns:r="http://schemas.openxmlformats.org/officeDocument/2006/relationships" r:id="rId3"/>
          </a:graphicData>
        </a:graphic>
      </p:graphicFrame>
      <p:grpSp>
        <p:nvGrpSpPr>
          <p:cNvPr id="95" name="Group 56"/>
          <p:cNvGrpSpPr/>
          <p:nvPr/>
        </p:nvGrpSpPr>
        <p:grpSpPr>
          <a:xfrm>
            <a:off x="9336130" y="2380272"/>
            <a:ext cx="1824406" cy="584579"/>
            <a:chOff x="270390" y="1425360"/>
            <a:chExt cx="1681193" cy="538691"/>
          </a:xfrm>
        </p:grpSpPr>
        <p:sp>
          <p:nvSpPr>
            <p:cNvPr id="96" name="TextBox 95"/>
            <p:cNvSpPr txBox="1"/>
            <p:nvPr/>
          </p:nvSpPr>
          <p:spPr>
            <a:xfrm>
              <a:off x="270390" y="1611303"/>
              <a:ext cx="1681193" cy="352748"/>
            </a:xfrm>
            <a:prstGeom prst="rect">
              <a:avLst/>
            </a:prstGeom>
            <a:noFill/>
          </p:spPr>
          <p:txBody>
            <a:bodyPr wrap="square" lIns="0" tIns="0" rIns="0" bIns="0" rtlCol="0">
              <a:spAutoFit/>
            </a:bodyPr>
            <a:lstStyle/>
            <a:p>
              <a:pPr algn="ctr" defTabSz="992210">
                <a:lnSpc>
                  <a:spcPct val="120000"/>
                </a:lnSpc>
                <a:spcBef>
                  <a:spcPct val="20000"/>
                </a:spcBef>
                <a:defRPr/>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7" name="Rectangle 96"/>
            <p:cNvSpPr/>
            <p:nvPr/>
          </p:nvSpPr>
          <p:spPr>
            <a:xfrm>
              <a:off x="704045" y="1425360"/>
              <a:ext cx="841987" cy="121306"/>
            </a:xfrm>
            <a:prstGeom prst="rect">
              <a:avLst/>
            </a:prstGeom>
          </p:spPr>
          <p:txBody>
            <a:bodyPr wrap="none" lIns="0" tIns="0" rIns="0" bIns="0">
              <a:spAutoFit/>
            </a:bodyPr>
            <a:lstStyle/>
            <a:p>
              <a:pPr algn="ctr" defTabSz="992210">
                <a:lnSpc>
                  <a:spcPct val="120000"/>
                </a:lnSpc>
                <a:defRPr/>
              </a:pPr>
              <a:r>
                <a:rPr lang="zh-CN" altLang="en-US" sz="713">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8" name="Group 56"/>
          <p:cNvGrpSpPr/>
          <p:nvPr/>
        </p:nvGrpSpPr>
        <p:grpSpPr>
          <a:xfrm>
            <a:off x="6209518" y="4678184"/>
            <a:ext cx="1824406" cy="584578"/>
            <a:chOff x="270390" y="1425360"/>
            <a:chExt cx="1681193" cy="538690"/>
          </a:xfrm>
        </p:grpSpPr>
        <p:sp>
          <p:nvSpPr>
            <p:cNvPr id="99" name="TextBox 98"/>
            <p:cNvSpPr txBox="1"/>
            <p:nvPr/>
          </p:nvSpPr>
          <p:spPr>
            <a:xfrm>
              <a:off x="270390" y="1611302"/>
              <a:ext cx="1681193" cy="352748"/>
            </a:xfrm>
            <a:prstGeom prst="rect">
              <a:avLst/>
            </a:prstGeom>
            <a:noFill/>
          </p:spPr>
          <p:txBody>
            <a:bodyPr wrap="square" lIns="0" tIns="0" rIns="0" bIns="0" rtlCol="0">
              <a:spAutoFit/>
            </a:bodyPr>
            <a:lstStyle/>
            <a:p>
              <a:pPr algn="ctr" defTabSz="992210">
                <a:lnSpc>
                  <a:spcPct val="120000"/>
                </a:lnSpc>
                <a:spcBef>
                  <a:spcPct val="20000"/>
                </a:spcBef>
                <a:defRPr/>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0" name="Rectangle 99"/>
            <p:cNvSpPr/>
            <p:nvPr/>
          </p:nvSpPr>
          <p:spPr>
            <a:xfrm>
              <a:off x="704045" y="1425360"/>
              <a:ext cx="841987" cy="121306"/>
            </a:xfrm>
            <a:prstGeom prst="rect">
              <a:avLst/>
            </a:prstGeom>
          </p:spPr>
          <p:txBody>
            <a:bodyPr wrap="none" lIns="0" tIns="0" rIns="0" bIns="0">
              <a:spAutoFit/>
            </a:bodyPr>
            <a:lstStyle/>
            <a:p>
              <a:pPr algn="ctr" defTabSz="992210">
                <a:lnSpc>
                  <a:spcPct val="120000"/>
                </a:lnSpc>
                <a:defRPr/>
              </a:pPr>
              <a:r>
                <a:rPr lang="zh-CN" altLang="en-US" sz="713">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1" name="Group 56"/>
          <p:cNvGrpSpPr/>
          <p:nvPr/>
        </p:nvGrpSpPr>
        <p:grpSpPr>
          <a:xfrm>
            <a:off x="9336130" y="4678183"/>
            <a:ext cx="1824406" cy="584579"/>
            <a:chOff x="270390" y="1425360"/>
            <a:chExt cx="1681193" cy="538691"/>
          </a:xfrm>
        </p:grpSpPr>
        <p:sp>
          <p:nvSpPr>
            <p:cNvPr id="102" name="TextBox 101"/>
            <p:cNvSpPr txBox="1"/>
            <p:nvPr/>
          </p:nvSpPr>
          <p:spPr>
            <a:xfrm>
              <a:off x="270390" y="1611303"/>
              <a:ext cx="1681193" cy="352748"/>
            </a:xfrm>
            <a:prstGeom prst="rect">
              <a:avLst/>
            </a:prstGeom>
            <a:noFill/>
          </p:spPr>
          <p:txBody>
            <a:bodyPr wrap="square" lIns="0" tIns="0" rIns="0" bIns="0" rtlCol="0">
              <a:spAutoFit/>
            </a:bodyPr>
            <a:lstStyle/>
            <a:p>
              <a:pPr algn="ctr" defTabSz="992210">
                <a:lnSpc>
                  <a:spcPct val="120000"/>
                </a:lnSpc>
                <a:spcBef>
                  <a:spcPct val="20000"/>
                </a:spcBef>
                <a:defRPr/>
              </a:pPr>
              <a:r>
                <a:rPr lang="en-US" altLang="zh-CN"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3" name="Rectangle 102"/>
            <p:cNvSpPr/>
            <p:nvPr/>
          </p:nvSpPr>
          <p:spPr>
            <a:xfrm>
              <a:off x="704045" y="1425360"/>
              <a:ext cx="841987" cy="121306"/>
            </a:xfrm>
            <a:prstGeom prst="rect">
              <a:avLst/>
            </a:prstGeom>
          </p:spPr>
          <p:txBody>
            <a:bodyPr wrap="none" lIns="0" tIns="0" rIns="0" bIns="0">
              <a:spAutoFit/>
            </a:bodyPr>
            <a:lstStyle/>
            <a:p>
              <a:pPr algn="ctr" defTabSz="992210">
                <a:lnSpc>
                  <a:spcPct val="120000"/>
                </a:lnSpc>
                <a:defRPr/>
              </a:pPr>
              <a:r>
                <a:rPr lang="zh-CN" altLang="en-US" sz="713">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1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6" name="Freeform 45"/>
          <p:cNvSpPr>
            <a:spLocks noEditPoints="1"/>
          </p:cNvSpPr>
          <p:nvPr/>
        </p:nvSpPr>
        <p:spPr bwMode="auto">
          <a:xfrm>
            <a:off x="1630504" y="4366496"/>
            <a:ext cx="337458" cy="33745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45"/>
          <p:cNvSpPr>
            <a:spLocks noEditPoints="1"/>
          </p:cNvSpPr>
          <p:nvPr/>
        </p:nvSpPr>
        <p:spPr bwMode="auto">
          <a:xfrm>
            <a:off x="1633967" y="4917811"/>
            <a:ext cx="337458" cy="33745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45"/>
          <p:cNvSpPr>
            <a:spLocks noEditPoints="1"/>
          </p:cNvSpPr>
          <p:nvPr/>
        </p:nvSpPr>
        <p:spPr bwMode="auto">
          <a:xfrm>
            <a:off x="1633967" y="5406988"/>
            <a:ext cx="337458" cy="33745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9229" tIns="49615" rIns="99229" bIns="49615" numCol="1" anchor="t" anchorCtr="0" compatLnSpc="1">
            <a:prstTxWarp prst="textNoShape">
              <a:avLst/>
            </a:prstTxWarp>
          </a:bodyPr>
          <a:lstStyle/>
          <a:p>
            <a:pPr>
              <a:lnSpc>
                <a:spcPct val="120000"/>
              </a:lnSpc>
            </a:pPr>
            <a:endParaRPr lang="en-US" sz="217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Content Placeholder 2"/>
          <p:cNvSpPr txBox="1">
            <a:spLocks/>
          </p:cNvSpPr>
          <p:nvPr/>
        </p:nvSpPr>
        <p:spPr>
          <a:xfrm>
            <a:off x="362744" y="269590"/>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3923556934"/>
      </p:ext>
    </p:extLst>
  </p:cSld>
  <p:clrMapOvr>
    <a:masterClrMapping/>
  </p:clrMapOvr>
  <mc:AlternateContent xmlns:mc="http://schemas.openxmlformats.org/markup-compatibility/2006" xmlns:p14="http://schemas.microsoft.com/office/powerpoint/2010/main">
    <mc:Choice Requires="p14">
      <p:transition spd="slow" p14:dur="1400" advTm="0">
        <p14:doors dir="vert"/>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500" fill="hold"/>
                                        <p:tgtEl>
                                          <p:spTgt spid="50"/>
                                        </p:tgtEl>
                                        <p:attrNameLst>
                                          <p:attrName>ppt_w</p:attrName>
                                        </p:attrNameLst>
                                      </p:cBhvr>
                                      <p:tavLst>
                                        <p:tav tm="0">
                                          <p:val>
                                            <p:fltVal val="0"/>
                                          </p:val>
                                        </p:tav>
                                        <p:tav tm="100000">
                                          <p:val>
                                            <p:strVal val="#ppt_w"/>
                                          </p:val>
                                        </p:tav>
                                      </p:tavLst>
                                    </p:anim>
                                    <p:anim calcmode="lin" valueType="num">
                                      <p:cBhvr>
                                        <p:cTn id="8" dur="500" fill="hold"/>
                                        <p:tgtEl>
                                          <p:spTgt spid="50"/>
                                        </p:tgtEl>
                                        <p:attrNameLst>
                                          <p:attrName>ppt_h</p:attrName>
                                        </p:attrNameLst>
                                      </p:cBhvr>
                                      <p:tavLst>
                                        <p:tav tm="0">
                                          <p:val>
                                            <p:fltVal val="0"/>
                                          </p:val>
                                        </p:tav>
                                        <p:tav tm="100000">
                                          <p:val>
                                            <p:strVal val="#ppt_h"/>
                                          </p:val>
                                        </p:tav>
                                      </p:tavLst>
                                    </p:anim>
                                    <p:animEffect transition="in" filter="fade">
                                      <p:cBhvr>
                                        <p:cTn id="9" dur="500"/>
                                        <p:tgtEl>
                                          <p:spTgt spid="50"/>
                                        </p:tgtEl>
                                      </p:cBhvr>
                                    </p:animEffect>
                                  </p:childTnLst>
                                </p:cTn>
                              </p:par>
                            </p:childTnLst>
                          </p:cTn>
                        </p:par>
                        <p:par>
                          <p:cTn id="10" fill="hold">
                            <p:stCondLst>
                              <p:cond delay="500"/>
                            </p:stCondLst>
                            <p:childTnLst>
                              <p:par>
                                <p:cTn id="11" presetID="2" presetClass="entr" presetSubtype="2" accel="50000" decel="50000"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additive="base">
                                        <p:cTn id="13" dur="500" fill="hold"/>
                                        <p:tgtEl>
                                          <p:spTgt spid="25"/>
                                        </p:tgtEl>
                                        <p:attrNameLst>
                                          <p:attrName>ppt_x</p:attrName>
                                        </p:attrNameLst>
                                      </p:cBhvr>
                                      <p:tavLst>
                                        <p:tav tm="0">
                                          <p:val>
                                            <p:strVal val="1+#ppt_w/2"/>
                                          </p:val>
                                        </p:tav>
                                        <p:tav tm="100000">
                                          <p:val>
                                            <p:strVal val="#ppt_x"/>
                                          </p:val>
                                        </p:tav>
                                      </p:tavLst>
                                    </p:anim>
                                    <p:anim calcmode="lin" valueType="num">
                                      <p:cBhvr additive="base">
                                        <p:cTn id="14" dur="500" fill="hold"/>
                                        <p:tgtEl>
                                          <p:spTgt spid="25"/>
                                        </p:tgtEl>
                                        <p:attrNameLst>
                                          <p:attrName>ppt_y</p:attrName>
                                        </p:attrNameLst>
                                      </p:cBhvr>
                                      <p:tavLst>
                                        <p:tav tm="0">
                                          <p:val>
                                            <p:strVal val="#ppt_y"/>
                                          </p:val>
                                        </p:tav>
                                        <p:tav tm="100000">
                                          <p:val>
                                            <p:strVal val="#ppt_y"/>
                                          </p:val>
                                        </p:tav>
                                      </p:tavLst>
                                    </p:anim>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83"/>
                                        </p:tgtEl>
                                        <p:attrNameLst>
                                          <p:attrName>style.visibility</p:attrName>
                                        </p:attrNameLst>
                                      </p:cBhvr>
                                      <p:to>
                                        <p:strVal val="visible"/>
                                      </p:to>
                                    </p:set>
                                    <p:anim calcmode="lin" valueType="num">
                                      <p:cBhvr>
                                        <p:cTn id="18" dur="500" fill="hold"/>
                                        <p:tgtEl>
                                          <p:spTgt spid="83"/>
                                        </p:tgtEl>
                                        <p:attrNameLst>
                                          <p:attrName>ppt_w</p:attrName>
                                        </p:attrNameLst>
                                      </p:cBhvr>
                                      <p:tavLst>
                                        <p:tav tm="0">
                                          <p:val>
                                            <p:fltVal val="0"/>
                                          </p:val>
                                        </p:tav>
                                        <p:tav tm="100000">
                                          <p:val>
                                            <p:strVal val="#ppt_w"/>
                                          </p:val>
                                        </p:tav>
                                      </p:tavLst>
                                    </p:anim>
                                    <p:anim calcmode="lin" valueType="num">
                                      <p:cBhvr>
                                        <p:cTn id="19" dur="500" fill="hold"/>
                                        <p:tgtEl>
                                          <p:spTgt spid="83"/>
                                        </p:tgtEl>
                                        <p:attrNameLst>
                                          <p:attrName>ppt_h</p:attrName>
                                        </p:attrNameLst>
                                      </p:cBhvr>
                                      <p:tavLst>
                                        <p:tav tm="0">
                                          <p:val>
                                            <p:fltVal val="0"/>
                                          </p:val>
                                        </p:tav>
                                        <p:tav tm="100000">
                                          <p:val>
                                            <p:strVal val="#ppt_h"/>
                                          </p:val>
                                        </p:tav>
                                      </p:tavLst>
                                    </p:anim>
                                    <p:animEffect transition="in" filter="fade">
                                      <p:cBhvr>
                                        <p:cTn id="20" dur="500"/>
                                        <p:tgtEl>
                                          <p:spTgt spid="83"/>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64"/>
                                        </p:tgtEl>
                                        <p:attrNameLst>
                                          <p:attrName>style.visibility</p:attrName>
                                        </p:attrNameLst>
                                      </p:cBhvr>
                                      <p:to>
                                        <p:strVal val="visible"/>
                                      </p:to>
                                    </p:set>
                                    <p:anim calcmode="lin" valueType="num">
                                      <p:cBhvr>
                                        <p:cTn id="23" dur="500" fill="hold"/>
                                        <p:tgtEl>
                                          <p:spTgt spid="64"/>
                                        </p:tgtEl>
                                        <p:attrNameLst>
                                          <p:attrName>ppt_w</p:attrName>
                                        </p:attrNameLst>
                                      </p:cBhvr>
                                      <p:tavLst>
                                        <p:tav tm="0">
                                          <p:val>
                                            <p:fltVal val="0"/>
                                          </p:val>
                                        </p:tav>
                                        <p:tav tm="100000">
                                          <p:val>
                                            <p:strVal val="#ppt_w"/>
                                          </p:val>
                                        </p:tav>
                                      </p:tavLst>
                                    </p:anim>
                                    <p:anim calcmode="lin" valueType="num">
                                      <p:cBhvr>
                                        <p:cTn id="24" dur="500" fill="hold"/>
                                        <p:tgtEl>
                                          <p:spTgt spid="64"/>
                                        </p:tgtEl>
                                        <p:attrNameLst>
                                          <p:attrName>ppt_h</p:attrName>
                                        </p:attrNameLst>
                                      </p:cBhvr>
                                      <p:tavLst>
                                        <p:tav tm="0">
                                          <p:val>
                                            <p:fltVal val="0"/>
                                          </p:val>
                                        </p:tav>
                                        <p:tav tm="100000">
                                          <p:val>
                                            <p:strVal val="#ppt_h"/>
                                          </p:val>
                                        </p:tav>
                                      </p:tavLst>
                                    </p:anim>
                                    <p:animEffect transition="in" filter="fade">
                                      <p:cBhvr>
                                        <p:cTn id="25" dur="500"/>
                                        <p:tgtEl>
                                          <p:spTgt spid="64"/>
                                        </p:tgtEl>
                                      </p:cBhvr>
                                    </p:animEffect>
                                  </p:childTnLst>
                                </p:cTn>
                              </p:par>
                            </p:childTnLst>
                          </p:cTn>
                        </p:par>
                        <p:par>
                          <p:cTn id="26" fill="hold">
                            <p:stCondLst>
                              <p:cond delay="1500"/>
                            </p:stCondLst>
                            <p:childTnLst>
                              <p:par>
                                <p:cTn id="27" presetID="2" presetClass="entr" presetSubtype="4" accel="50000" decel="50000" fill="hold"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ppt_x"/>
                                          </p:val>
                                        </p:tav>
                                        <p:tav tm="100000">
                                          <p:val>
                                            <p:strVal val="#ppt_x"/>
                                          </p:val>
                                        </p:tav>
                                      </p:tavLst>
                                    </p:anim>
                                    <p:anim calcmode="lin" valueType="num">
                                      <p:cBhvr additive="base">
                                        <p:cTn id="30" dur="500" fill="hold"/>
                                        <p:tgtEl>
                                          <p:spTgt spid="21"/>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53" presetClass="entr" presetSubtype="0" fill="hold" grpId="0" nodeType="afterEffect">
                                  <p:stCondLst>
                                    <p:cond delay="0"/>
                                  </p:stCondLst>
                                  <p:childTnLst>
                                    <p:set>
                                      <p:cBhvr>
                                        <p:cTn id="33" dur="1" fill="hold">
                                          <p:stCondLst>
                                            <p:cond delay="0"/>
                                          </p:stCondLst>
                                        </p:cTn>
                                        <p:tgtEl>
                                          <p:spTgt spid="81"/>
                                        </p:tgtEl>
                                        <p:attrNameLst>
                                          <p:attrName>style.visibility</p:attrName>
                                        </p:attrNameLst>
                                      </p:cBhvr>
                                      <p:to>
                                        <p:strVal val="visible"/>
                                      </p:to>
                                    </p:set>
                                    <p:anim calcmode="lin" valueType="num">
                                      <p:cBhvr>
                                        <p:cTn id="34" dur="500" fill="hold"/>
                                        <p:tgtEl>
                                          <p:spTgt spid="81"/>
                                        </p:tgtEl>
                                        <p:attrNameLst>
                                          <p:attrName>ppt_w</p:attrName>
                                        </p:attrNameLst>
                                      </p:cBhvr>
                                      <p:tavLst>
                                        <p:tav tm="0">
                                          <p:val>
                                            <p:fltVal val="0"/>
                                          </p:val>
                                        </p:tav>
                                        <p:tav tm="100000">
                                          <p:val>
                                            <p:strVal val="#ppt_w"/>
                                          </p:val>
                                        </p:tav>
                                      </p:tavLst>
                                    </p:anim>
                                    <p:anim calcmode="lin" valueType="num">
                                      <p:cBhvr>
                                        <p:cTn id="35" dur="500" fill="hold"/>
                                        <p:tgtEl>
                                          <p:spTgt spid="81"/>
                                        </p:tgtEl>
                                        <p:attrNameLst>
                                          <p:attrName>ppt_h</p:attrName>
                                        </p:attrNameLst>
                                      </p:cBhvr>
                                      <p:tavLst>
                                        <p:tav tm="0">
                                          <p:val>
                                            <p:fltVal val="0"/>
                                          </p:val>
                                        </p:tav>
                                        <p:tav tm="100000">
                                          <p:val>
                                            <p:strVal val="#ppt_h"/>
                                          </p:val>
                                        </p:tav>
                                      </p:tavLst>
                                    </p:anim>
                                    <p:animEffect transition="in" filter="fade">
                                      <p:cBhvr>
                                        <p:cTn id="36" dur="500"/>
                                        <p:tgtEl>
                                          <p:spTgt spid="81"/>
                                        </p:tgtEl>
                                      </p:cBhvr>
                                    </p:animEffect>
                                  </p:childTnLst>
                                </p:cTn>
                              </p:par>
                              <p:par>
                                <p:cTn id="37" presetID="53" presetClass="entr" presetSubtype="0" fill="hold" nodeType="with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500" fill="hold"/>
                                        <p:tgtEl>
                                          <p:spTgt spid="68"/>
                                        </p:tgtEl>
                                        <p:attrNameLst>
                                          <p:attrName>ppt_w</p:attrName>
                                        </p:attrNameLst>
                                      </p:cBhvr>
                                      <p:tavLst>
                                        <p:tav tm="0">
                                          <p:val>
                                            <p:fltVal val="0"/>
                                          </p:val>
                                        </p:tav>
                                        <p:tav tm="100000">
                                          <p:val>
                                            <p:strVal val="#ppt_w"/>
                                          </p:val>
                                        </p:tav>
                                      </p:tavLst>
                                    </p:anim>
                                    <p:anim calcmode="lin" valueType="num">
                                      <p:cBhvr>
                                        <p:cTn id="40" dur="500" fill="hold"/>
                                        <p:tgtEl>
                                          <p:spTgt spid="68"/>
                                        </p:tgtEl>
                                        <p:attrNameLst>
                                          <p:attrName>ppt_h</p:attrName>
                                        </p:attrNameLst>
                                      </p:cBhvr>
                                      <p:tavLst>
                                        <p:tav tm="0">
                                          <p:val>
                                            <p:fltVal val="0"/>
                                          </p:val>
                                        </p:tav>
                                        <p:tav tm="100000">
                                          <p:val>
                                            <p:strVal val="#ppt_h"/>
                                          </p:val>
                                        </p:tav>
                                      </p:tavLst>
                                    </p:anim>
                                    <p:animEffect transition="in" filter="fade">
                                      <p:cBhvr>
                                        <p:cTn id="41" dur="500"/>
                                        <p:tgtEl>
                                          <p:spTgt spid="68"/>
                                        </p:tgtEl>
                                      </p:cBhvr>
                                    </p:animEffect>
                                  </p:childTnLst>
                                </p:cTn>
                              </p:par>
                            </p:childTnLst>
                          </p:cTn>
                        </p:par>
                        <p:par>
                          <p:cTn id="42" fill="hold">
                            <p:stCondLst>
                              <p:cond delay="2500"/>
                            </p:stCondLst>
                            <p:childTnLst>
                              <p:par>
                                <p:cTn id="43" presetID="2" presetClass="entr" presetSubtype="8" accel="50000" decel="50000" fill="hold" nodeType="after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0-#ppt_w/2"/>
                                          </p:val>
                                        </p:tav>
                                        <p:tav tm="100000">
                                          <p:val>
                                            <p:strVal val="#ppt_x"/>
                                          </p:val>
                                        </p:tav>
                                      </p:tavLst>
                                    </p:anim>
                                    <p:anim calcmode="lin" valueType="num">
                                      <p:cBhvr additive="base">
                                        <p:cTn id="46" dur="500" fill="hold"/>
                                        <p:tgtEl>
                                          <p:spTgt spid="26"/>
                                        </p:tgtEl>
                                        <p:attrNameLst>
                                          <p:attrName>ppt_y</p:attrName>
                                        </p:attrNameLst>
                                      </p:cBhvr>
                                      <p:tavLst>
                                        <p:tav tm="0">
                                          <p:val>
                                            <p:strVal val="#ppt_y"/>
                                          </p:val>
                                        </p:tav>
                                        <p:tav tm="100000">
                                          <p:val>
                                            <p:strVal val="#ppt_y"/>
                                          </p:val>
                                        </p:tav>
                                      </p:tavLst>
                                    </p:anim>
                                  </p:childTnLst>
                                </p:cTn>
                              </p:par>
                            </p:childTnLst>
                          </p:cTn>
                        </p:par>
                        <p:par>
                          <p:cTn id="47" fill="hold">
                            <p:stCondLst>
                              <p:cond delay="3000"/>
                            </p:stCondLst>
                            <p:childTnLst>
                              <p:par>
                                <p:cTn id="48" presetID="53" presetClass="entr" presetSubtype="0" fill="hold" grpId="0" nodeType="afterEffect">
                                  <p:stCondLst>
                                    <p:cond delay="0"/>
                                  </p:stCondLst>
                                  <p:childTnLst>
                                    <p:set>
                                      <p:cBhvr>
                                        <p:cTn id="49" dur="1" fill="hold">
                                          <p:stCondLst>
                                            <p:cond delay="0"/>
                                          </p:stCondLst>
                                        </p:cTn>
                                        <p:tgtEl>
                                          <p:spTgt spid="84"/>
                                        </p:tgtEl>
                                        <p:attrNameLst>
                                          <p:attrName>style.visibility</p:attrName>
                                        </p:attrNameLst>
                                      </p:cBhvr>
                                      <p:to>
                                        <p:strVal val="visible"/>
                                      </p:to>
                                    </p:set>
                                    <p:anim calcmode="lin" valueType="num">
                                      <p:cBhvr>
                                        <p:cTn id="50" dur="500" fill="hold"/>
                                        <p:tgtEl>
                                          <p:spTgt spid="84"/>
                                        </p:tgtEl>
                                        <p:attrNameLst>
                                          <p:attrName>ppt_w</p:attrName>
                                        </p:attrNameLst>
                                      </p:cBhvr>
                                      <p:tavLst>
                                        <p:tav tm="0">
                                          <p:val>
                                            <p:fltVal val="0"/>
                                          </p:val>
                                        </p:tav>
                                        <p:tav tm="100000">
                                          <p:val>
                                            <p:strVal val="#ppt_w"/>
                                          </p:val>
                                        </p:tav>
                                      </p:tavLst>
                                    </p:anim>
                                    <p:anim calcmode="lin" valueType="num">
                                      <p:cBhvr>
                                        <p:cTn id="51" dur="500" fill="hold"/>
                                        <p:tgtEl>
                                          <p:spTgt spid="84"/>
                                        </p:tgtEl>
                                        <p:attrNameLst>
                                          <p:attrName>ppt_h</p:attrName>
                                        </p:attrNameLst>
                                      </p:cBhvr>
                                      <p:tavLst>
                                        <p:tav tm="0">
                                          <p:val>
                                            <p:fltVal val="0"/>
                                          </p:val>
                                        </p:tav>
                                        <p:tav tm="100000">
                                          <p:val>
                                            <p:strVal val="#ppt_h"/>
                                          </p:val>
                                        </p:tav>
                                      </p:tavLst>
                                    </p:anim>
                                    <p:animEffect transition="in" filter="fade">
                                      <p:cBhvr>
                                        <p:cTn id="52" dur="500"/>
                                        <p:tgtEl>
                                          <p:spTgt spid="84"/>
                                        </p:tgtEl>
                                      </p:cBhvr>
                                    </p:animEffect>
                                  </p:childTnLst>
                                </p:cTn>
                              </p:par>
                              <p:par>
                                <p:cTn id="53" presetID="53" presetClass="entr" presetSubtype="0" fill="hold"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Effect transition="in" filter="fade">
                                      <p:cBhvr>
                                        <p:cTn id="57" dur="500"/>
                                        <p:tgtEl>
                                          <p:spTgt spid="47"/>
                                        </p:tgtEl>
                                      </p:cBhvr>
                                    </p:animEffect>
                                  </p:childTnLst>
                                </p:cTn>
                              </p:par>
                            </p:childTnLst>
                          </p:cTn>
                        </p:par>
                        <p:par>
                          <p:cTn id="58" fill="hold">
                            <p:stCondLst>
                              <p:cond delay="3500"/>
                            </p:stCondLst>
                            <p:childTnLst>
                              <p:par>
                                <p:cTn id="59" presetID="2" presetClass="entr" presetSubtype="1" accel="50000" decel="50000" fill="hold"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additive="base">
                                        <p:cTn id="61" dur="500" fill="hold"/>
                                        <p:tgtEl>
                                          <p:spTgt spid="27"/>
                                        </p:tgtEl>
                                        <p:attrNameLst>
                                          <p:attrName>ppt_x</p:attrName>
                                        </p:attrNameLst>
                                      </p:cBhvr>
                                      <p:tavLst>
                                        <p:tav tm="0">
                                          <p:val>
                                            <p:strVal val="#ppt_x"/>
                                          </p:val>
                                        </p:tav>
                                        <p:tav tm="100000">
                                          <p:val>
                                            <p:strVal val="#ppt_x"/>
                                          </p:val>
                                        </p:tav>
                                      </p:tavLst>
                                    </p:anim>
                                    <p:anim calcmode="lin" valueType="num">
                                      <p:cBhvr additive="base">
                                        <p:cTn id="62" dur="500" fill="hold"/>
                                        <p:tgtEl>
                                          <p:spTgt spid="27"/>
                                        </p:tgtEl>
                                        <p:attrNameLst>
                                          <p:attrName>ppt_y</p:attrName>
                                        </p:attrNameLst>
                                      </p:cBhvr>
                                      <p:tavLst>
                                        <p:tav tm="0">
                                          <p:val>
                                            <p:strVal val="0-#ppt_h/2"/>
                                          </p:val>
                                        </p:tav>
                                        <p:tav tm="100000">
                                          <p:val>
                                            <p:strVal val="#ppt_y"/>
                                          </p:val>
                                        </p:tav>
                                      </p:tavLst>
                                    </p:anim>
                                  </p:childTnLst>
                                </p:cTn>
                              </p:par>
                            </p:childTnLst>
                          </p:cTn>
                        </p:par>
                        <p:par>
                          <p:cTn id="63" fill="hold">
                            <p:stCondLst>
                              <p:cond delay="4000"/>
                            </p:stCondLst>
                            <p:childTnLst>
                              <p:par>
                                <p:cTn id="64" presetID="53" presetClass="entr" presetSubtype="0" fill="hold" grpId="0" nodeType="afterEffect">
                                  <p:stCondLst>
                                    <p:cond delay="0"/>
                                  </p:stCondLst>
                                  <p:childTnLst>
                                    <p:set>
                                      <p:cBhvr>
                                        <p:cTn id="65" dur="1" fill="hold">
                                          <p:stCondLst>
                                            <p:cond delay="0"/>
                                          </p:stCondLst>
                                        </p:cTn>
                                        <p:tgtEl>
                                          <p:spTgt spid="82"/>
                                        </p:tgtEl>
                                        <p:attrNameLst>
                                          <p:attrName>style.visibility</p:attrName>
                                        </p:attrNameLst>
                                      </p:cBhvr>
                                      <p:to>
                                        <p:strVal val="visible"/>
                                      </p:to>
                                    </p:set>
                                    <p:anim calcmode="lin" valueType="num">
                                      <p:cBhvr>
                                        <p:cTn id="66" dur="500" fill="hold"/>
                                        <p:tgtEl>
                                          <p:spTgt spid="82"/>
                                        </p:tgtEl>
                                        <p:attrNameLst>
                                          <p:attrName>ppt_w</p:attrName>
                                        </p:attrNameLst>
                                      </p:cBhvr>
                                      <p:tavLst>
                                        <p:tav tm="0">
                                          <p:val>
                                            <p:fltVal val="0"/>
                                          </p:val>
                                        </p:tav>
                                        <p:tav tm="100000">
                                          <p:val>
                                            <p:strVal val="#ppt_w"/>
                                          </p:val>
                                        </p:tav>
                                      </p:tavLst>
                                    </p:anim>
                                    <p:anim calcmode="lin" valueType="num">
                                      <p:cBhvr>
                                        <p:cTn id="67" dur="500" fill="hold"/>
                                        <p:tgtEl>
                                          <p:spTgt spid="82"/>
                                        </p:tgtEl>
                                        <p:attrNameLst>
                                          <p:attrName>ppt_h</p:attrName>
                                        </p:attrNameLst>
                                      </p:cBhvr>
                                      <p:tavLst>
                                        <p:tav tm="0">
                                          <p:val>
                                            <p:fltVal val="0"/>
                                          </p:val>
                                        </p:tav>
                                        <p:tav tm="100000">
                                          <p:val>
                                            <p:strVal val="#ppt_h"/>
                                          </p:val>
                                        </p:tav>
                                      </p:tavLst>
                                    </p:anim>
                                    <p:animEffect transition="in" filter="fade">
                                      <p:cBhvr>
                                        <p:cTn id="68" dur="500"/>
                                        <p:tgtEl>
                                          <p:spTgt spid="82"/>
                                        </p:tgtEl>
                                      </p:cBhvr>
                                    </p:animEffect>
                                  </p:childTnLst>
                                </p:cTn>
                              </p:par>
                              <p:par>
                                <p:cTn id="69" presetID="53" presetClass="entr" presetSubtype="0" fill="hold" grpId="0" nodeType="withEffect">
                                  <p:stCondLst>
                                    <p:cond delay="0"/>
                                  </p:stCondLst>
                                  <p:childTnLst>
                                    <p:set>
                                      <p:cBhvr>
                                        <p:cTn id="70" dur="1" fill="hold">
                                          <p:stCondLst>
                                            <p:cond delay="0"/>
                                          </p:stCondLst>
                                        </p:cTn>
                                        <p:tgtEl>
                                          <p:spTgt spid="65"/>
                                        </p:tgtEl>
                                        <p:attrNameLst>
                                          <p:attrName>style.visibility</p:attrName>
                                        </p:attrNameLst>
                                      </p:cBhvr>
                                      <p:to>
                                        <p:strVal val="visible"/>
                                      </p:to>
                                    </p:set>
                                    <p:anim calcmode="lin" valueType="num">
                                      <p:cBhvr>
                                        <p:cTn id="71" dur="500" fill="hold"/>
                                        <p:tgtEl>
                                          <p:spTgt spid="65"/>
                                        </p:tgtEl>
                                        <p:attrNameLst>
                                          <p:attrName>ppt_w</p:attrName>
                                        </p:attrNameLst>
                                      </p:cBhvr>
                                      <p:tavLst>
                                        <p:tav tm="0">
                                          <p:val>
                                            <p:fltVal val="0"/>
                                          </p:val>
                                        </p:tav>
                                        <p:tav tm="100000">
                                          <p:val>
                                            <p:strVal val="#ppt_w"/>
                                          </p:val>
                                        </p:tav>
                                      </p:tavLst>
                                    </p:anim>
                                    <p:anim calcmode="lin" valueType="num">
                                      <p:cBhvr>
                                        <p:cTn id="72" dur="500" fill="hold"/>
                                        <p:tgtEl>
                                          <p:spTgt spid="65"/>
                                        </p:tgtEl>
                                        <p:attrNameLst>
                                          <p:attrName>ppt_h</p:attrName>
                                        </p:attrNameLst>
                                      </p:cBhvr>
                                      <p:tavLst>
                                        <p:tav tm="0">
                                          <p:val>
                                            <p:fltVal val="0"/>
                                          </p:val>
                                        </p:tav>
                                        <p:tav tm="100000">
                                          <p:val>
                                            <p:strVal val="#ppt_h"/>
                                          </p:val>
                                        </p:tav>
                                      </p:tavLst>
                                    </p:anim>
                                    <p:animEffect transition="in" filter="fade">
                                      <p:cBhvr>
                                        <p:cTn id="73" dur="500"/>
                                        <p:tgtEl>
                                          <p:spTgt spid="65"/>
                                        </p:tgtEl>
                                      </p:cBhvr>
                                    </p:animEffect>
                                  </p:childTnLst>
                                </p:cTn>
                              </p:par>
                            </p:childTnLst>
                          </p:cTn>
                        </p:par>
                        <p:par>
                          <p:cTn id="74" fill="hold">
                            <p:stCondLst>
                              <p:cond delay="4500"/>
                            </p:stCondLst>
                            <p:childTnLst>
                              <p:par>
                                <p:cTn id="75" presetID="2" presetClass="entr" presetSubtype="8" accel="50000" decel="50000" fill="hold" nodeType="afterEffect">
                                  <p:stCondLst>
                                    <p:cond delay="0"/>
                                  </p:stCondLst>
                                  <p:childTnLst>
                                    <p:set>
                                      <p:cBhvr>
                                        <p:cTn id="76" dur="1" fill="hold">
                                          <p:stCondLst>
                                            <p:cond delay="0"/>
                                          </p:stCondLst>
                                        </p:cTn>
                                        <p:tgtEl>
                                          <p:spTgt spid="98"/>
                                        </p:tgtEl>
                                        <p:attrNameLst>
                                          <p:attrName>style.visibility</p:attrName>
                                        </p:attrNameLst>
                                      </p:cBhvr>
                                      <p:to>
                                        <p:strVal val="visible"/>
                                      </p:to>
                                    </p:set>
                                    <p:anim calcmode="lin" valueType="num">
                                      <p:cBhvr additive="base">
                                        <p:cTn id="77" dur="500" fill="hold"/>
                                        <p:tgtEl>
                                          <p:spTgt spid="98"/>
                                        </p:tgtEl>
                                        <p:attrNameLst>
                                          <p:attrName>ppt_x</p:attrName>
                                        </p:attrNameLst>
                                      </p:cBhvr>
                                      <p:tavLst>
                                        <p:tav tm="0">
                                          <p:val>
                                            <p:strVal val="0-#ppt_w/2"/>
                                          </p:val>
                                        </p:tav>
                                        <p:tav tm="100000">
                                          <p:val>
                                            <p:strVal val="#ppt_x"/>
                                          </p:val>
                                        </p:tav>
                                      </p:tavLst>
                                    </p:anim>
                                    <p:anim calcmode="lin" valueType="num">
                                      <p:cBhvr additive="base">
                                        <p:cTn id="78" dur="500" fill="hold"/>
                                        <p:tgtEl>
                                          <p:spTgt spid="98"/>
                                        </p:tgtEl>
                                        <p:attrNameLst>
                                          <p:attrName>ppt_y</p:attrName>
                                        </p:attrNameLst>
                                      </p:cBhvr>
                                      <p:tavLst>
                                        <p:tav tm="0">
                                          <p:val>
                                            <p:strVal val="#ppt_y"/>
                                          </p:val>
                                        </p:tav>
                                        <p:tav tm="100000">
                                          <p:val>
                                            <p:strVal val="#ppt_y"/>
                                          </p:val>
                                        </p:tav>
                                      </p:tavLst>
                                    </p:anim>
                                  </p:childTnLst>
                                </p:cTn>
                              </p:par>
                            </p:childTnLst>
                          </p:cTn>
                        </p:par>
                        <p:par>
                          <p:cTn id="79" fill="hold">
                            <p:stCondLst>
                              <p:cond delay="5000"/>
                            </p:stCondLst>
                            <p:childTnLst>
                              <p:par>
                                <p:cTn id="80" presetID="2" presetClass="entr" presetSubtype="8" accel="50000" decel="50000" fill="hold" nodeType="afterEffect">
                                  <p:stCondLst>
                                    <p:cond delay="0"/>
                                  </p:stCondLst>
                                  <p:childTnLst>
                                    <p:set>
                                      <p:cBhvr>
                                        <p:cTn id="81" dur="1" fill="hold">
                                          <p:stCondLst>
                                            <p:cond delay="0"/>
                                          </p:stCondLst>
                                        </p:cTn>
                                        <p:tgtEl>
                                          <p:spTgt spid="72"/>
                                        </p:tgtEl>
                                        <p:attrNameLst>
                                          <p:attrName>style.visibility</p:attrName>
                                        </p:attrNameLst>
                                      </p:cBhvr>
                                      <p:to>
                                        <p:strVal val="visible"/>
                                      </p:to>
                                    </p:set>
                                    <p:anim calcmode="lin" valueType="num">
                                      <p:cBhvr additive="base">
                                        <p:cTn id="82" dur="500" fill="hold"/>
                                        <p:tgtEl>
                                          <p:spTgt spid="72"/>
                                        </p:tgtEl>
                                        <p:attrNameLst>
                                          <p:attrName>ppt_x</p:attrName>
                                        </p:attrNameLst>
                                      </p:cBhvr>
                                      <p:tavLst>
                                        <p:tav tm="0">
                                          <p:val>
                                            <p:strVal val="0-#ppt_w/2"/>
                                          </p:val>
                                        </p:tav>
                                        <p:tav tm="100000">
                                          <p:val>
                                            <p:strVal val="#ppt_x"/>
                                          </p:val>
                                        </p:tav>
                                      </p:tavLst>
                                    </p:anim>
                                    <p:anim calcmode="lin" valueType="num">
                                      <p:cBhvr additive="base">
                                        <p:cTn id="83" dur="500" fill="hold"/>
                                        <p:tgtEl>
                                          <p:spTgt spid="72"/>
                                        </p:tgtEl>
                                        <p:attrNameLst>
                                          <p:attrName>ppt_y</p:attrName>
                                        </p:attrNameLst>
                                      </p:cBhvr>
                                      <p:tavLst>
                                        <p:tav tm="0">
                                          <p:val>
                                            <p:strVal val="#ppt_y"/>
                                          </p:val>
                                        </p:tav>
                                        <p:tav tm="100000">
                                          <p:val>
                                            <p:strVal val="#ppt_y"/>
                                          </p:val>
                                        </p:tav>
                                      </p:tavLst>
                                    </p:anim>
                                  </p:childTnLst>
                                </p:cTn>
                              </p:par>
                            </p:childTnLst>
                          </p:cTn>
                        </p:par>
                        <p:par>
                          <p:cTn id="84" fill="hold">
                            <p:stCondLst>
                              <p:cond delay="5500"/>
                            </p:stCondLst>
                            <p:childTnLst>
                              <p:par>
                                <p:cTn id="85" presetID="2" presetClass="entr" presetSubtype="2" accel="50000" decel="50000" fill="hold" nodeType="afterEffect">
                                  <p:stCondLst>
                                    <p:cond delay="0"/>
                                  </p:stCondLst>
                                  <p:childTnLst>
                                    <p:set>
                                      <p:cBhvr>
                                        <p:cTn id="86" dur="1" fill="hold">
                                          <p:stCondLst>
                                            <p:cond delay="0"/>
                                          </p:stCondLst>
                                        </p:cTn>
                                        <p:tgtEl>
                                          <p:spTgt spid="95"/>
                                        </p:tgtEl>
                                        <p:attrNameLst>
                                          <p:attrName>style.visibility</p:attrName>
                                        </p:attrNameLst>
                                      </p:cBhvr>
                                      <p:to>
                                        <p:strVal val="visible"/>
                                      </p:to>
                                    </p:set>
                                    <p:anim calcmode="lin" valueType="num">
                                      <p:cBhvr additive="base">
                                        <p:cTn id="87" dur="500" fill="hold"/>
                                        <p:tgtEl>
                                          <p:spTgt spid="95"/>
                                        </p:tgtEl>
                                        <p:attrNameLst>
                                          <p:attrName>ppt_x</p:attrName>
                                        </p:attrNameLst>
                                      </p:cBhvr>
                                      <p:tavLst>
                                        <p:tav tm="0">
                                          <p:val>
                                            <p:strVal val="1+#ppt_w/2"/>
                                          </p:val>
                                        </p:tav>
                                        <p:tav tm="100000">
                                          <p:val>
                                            <p:strVal val="#ppt_x"/>
                                          </p:val>
                                        </p:tav>
                                      </p:tavLst>
                                    </p:anim>
                                    <p:anim calcmode="lin" valueType="num">
                                      <p:cBhvr additive="base">
                                        <p:cTn id="88" dur="500" fill="hold"/>
                                        <p:tgtEl>
                                          <p:spTgt spid="95"/>
                                        </p:tgtEl>
                                        <p:attrNameLst>
                                          <p:attrName>ppt_y</p:attrName>
                                        </p:attrNameLst>
                                      </p:cBhvr>
                                      <p:tavLst>
                                        <p:tav tm="0">
                                          <p:val>
                                            <p:strVal val="#ppt_y"/>
                                          </p:val>
                                        </p:tav>
                                        <p:tav tm="100000">
                                          <p:val>
                                            <p:strVal val="#ppt_y"/>
                                          </p:val>
                                        </p:tav>
                                      </p:tavLst>
                                    </p:anim>
                                  </p:childTnLst>
                                </p:cTn>
                              </p:par>
                            </p:childTnLst>
                          </p:cTn>
                        </p:par>
                        <p:par>
                          <p:cTn id="89" fill="hold">
                            <p:stCondLst>
                              <p:cond delay="6000"/>
                            </p:stCondLst>
                            <p:childTnLst>
                              <p:par>
                                <p:cTn id="90" presetID="2" presetClass="entr" presetSubtype="2" accel="50000" decel="50000" fill="hold" nodeType="afterEffect">
                                  <p:stCondLst>
                                    <p:cond delay="0"/>
                                  </p:stCondLst>
                                  <p:childTnLst>
                                    <p:set>
                                      <p:cBhvr>
                                        <p:cTn id="91" dur="1" fill="hold">
                                          <p:stCondLst>
                                            <p:cond delay="0"/>
                                          </p:stCondLst>
                                        </p:cTn>
                                        <p:tgtEl>
                                          <p:spTgt spid="101"/>
                                        </p:tgtEl>
                                        <p:attrNameLst>
                                          <p:attrName>style.visibility</p:attrName>
                                        </p:attrNameLst>
                                      </p:cBhvr>
                                      <p:to>
                                        <p:strVal val="visible"/>
                                      </p:to>
                                    </p:set>
                                    <p:anim calcmode="lin" valueType="num">
                                      <p:cBhvr additive="base">
                                        <p:cTn id="92" dur="500" fill="hold"/>
                                        <p:tgtEl>
                                          <p:spTgt spid="101"/>
                                        </p:tgtEl>
                                        <p:attrNameLst>
                                          <p:attrName>ppt_x</p:attrName>
                                        </p:attrNameLst>
                                      </p:cBhvr>
                                      <p:tavLst>
                                        <p:tav tm="0">
                                          <p:val>
                                            <p:strVal val="1+#ppt_w/2"/>
                                          </p:val>
                                        </p:tav>
                                        <p:tav tm="100000">
                                          <p:val>
                                            <p:strVal val="#ppt_x"/>
                                          </p:val>
                                        </p:tav>
                                      </p:tavLst>
                                    </p:anim>
                                    <p:anim calcmode="lin" valueType="num">
                                      <p:cBhvr additive="base">
                                        <p:cTn id="93" dur="500" fill="hold"/>
                                        <p:tgtEl>
                                          <p:spTgt spid="101"/>
                                        </p:tgtEl>
                                        <p:attrNameLst>
                                          <p:attrName>ppt_y</p:attrName>
                                        </p:attrNameLst>
                                      </p:cBhvr>
                                      <p:tavLst>
                                        <p:tav tm="0">
                                          <p:val>
                                            <p:strVal val="#ppt_y"/>
                                          </p:val>
                                        </p:tav>
                                        <p:tav tm="100000">
                                          <p:val>
                                            <p:strVal val="#ppt_y"/>
                                          </p:val>
                                        </p:tav>
                                      </p:tavLst>
                                    </p:anim>
                                  </p:childTnLst>
                                </p:cTn>
                              </p:par>
                            </p:childTnLst>
                          </p:cTn>
                        </p:par>
                        <p:par>
                          <p:cTn id="94" fill="hold">
                            <p:stCondLst>
                              <p:cond delay="6500"/>
                            </p:stCondLst>
                            <p:childTnLst>
                              <p:par>
                                <p:cTn id="95" presetID="2" presetClass="entr" presetSubtype="8" accel="50000" decel="50000" fill="hold" grpId="0" nodeType="afterEffect">
                                  <p:stCondLst>
                                    <p:cond delay="0"/>
                                  </p:stCondLst>
                                  <p:childTnLst>
                                    <p:set>
                                      <p:cBhvr>
                                        <p:cTn id="96" dur="1" fill="hold">
                                          <p:stCondLst>
                                            <p:cond delay="0"/>
                                          </p:stCondLst>
                                        </p:cTn>
                                        <p:tgtEl>
                                          <p:spTgt spid="94"/>
                                        </p:tgtEl>
                                        <p:attrNameLst>
                                          <p:attrName>style.visibility</p:attrName>
                                        </p:attrNameLst>
                                      </p:cBhvr>
                                      <p:to>
                                        <p:strVal val="visible"/>
                                      </p:to>
                                    </p:set>
                                    <p:anim calcmode="lin" valueType="num">
                                      <p:cBhvr additive="base">
                                        <p:cTn id="97" dur="500" fill="hold"/>
                                        <p:tgtEl>
                                          <p:spTgt spid="94"/>
                                        </p:tgtEl>
                                        <p:attrNameLst>
                                          <p:attrName>ppt_x</p:attrName>
                                        </p:attrNameLst>
                                      </p:cBhvr>
                                      <p:tavLst>
                                        <p:tav tm="0">
                                          <p:val>
                                            <p:strVal val="0-#ppt_w/2"/>
                                          </p:val>
                                        </p:tav>
                                        <p:tav tm="100000">
                                          <p:val>
                                            <p:strVal val="#ppt_x"/>
                                          </p:val>
                                        </p:tav>
                                      </p:tavLst>
                                    </p:anim>
                                    <p:anim calcmode="lin" valueType="num">
                                      <p:cBhvr additive="base">
                                        <p:cTn id="98" dur="500" fill="hold"/>
                                        <p:tgtEl>
                                          <p:spTgt spid="94"/>
                                        </p:tgtEl>
                                        <p:attrNameLst>
                                          <p:attrName>ppt_y</p:attrName>
                                        </p:attrNameLst>
                                      </p:cBhvr>
                                      <p:tavLst>
                                        <p:tav tm="0">
                                          <p:val>
                                            <p:strVal val="#ppt_y"/>
                                          </p:val>
                                        </p:tav>
                                        <p:tav tm="100000">
                                          <p:val>
                                            <p:strVal val="#ppt_y"/>
                                          </p:val>
                                        </p:tav>
                                      </p:tavLst>
                                    </p:anim>
                                  </p:childTnLst>
                                </p:cTn>
                              </p:par>
                            </p:childTnLst>
                          </p:cTn>
                        </p:par>
                        <p:par>
                          <p:cTn id="99" fill="hold">
                            <p:stCondLst>
                              <p:cond delay="7000"/>
                            </p:stCondLst>
                            <p:childTnLst>
                              <p:par>
                                <p:cTn id="100" presetID="53" presetClass="entr" presetSubtype="0" fill="hold" grpId="0" nodeType="afterEffect">
                                  <p:stCondLst>
                                    <p:cond delay="0"/>
                                  </p:stCondLst>
                                  <p:childTnLst>
                                    <p:set>
                                      <p:cBhvr>
                                        <p:cTn id="101" dur="1" fill="hold">
                                          <p:stCondLst>
                                            <p:cond delay="0"/>
                                          </p:stCondLst>
                                        </p:cTn>
                                        <p:tgtEl>
                                          <p:spTgt spid="86"/>
                                        </p:tgtEl>
                                        <p:attrNameLst>
                                          <p:attrName>style.visibility</p:attrName>
                                        </p:attrNameLst>
                                      </p:cBhvr>
                                      <p:to>
                                        <p:strVal val="visible"/>
                                      </p:to>
                                    </p:set>
                                    <p:anim calcmode="lin" valueType="num">
                                      <p:cBhvr>
                                        <p:cTn id="102" dur="500" fill="hold"/>
                                        <p:tgtEl>
                                          <p:spTgt spid="86"/>
                                        </p:tgtEl>
                                        <p:attrNameLst>
                                          <p:attrName>ppt_w</p:attrName>
                                        </p:attrNameLst>
                                      </p:cBhvr>
                                      <p:tavLst>
                                        <p:tav tm="0">
                                          <p:val>
                                            <p:fltVal val="0"/>
                                          </p:val>
                                        </p:tav>
                                        <p:tav tm="100000">
                                          <p:val>
                                            <p:strVal val="#ppt_w"/>
                                          </p:val>
                                        </p:tav>
                                      </p:tavLst>
                                    </p:anim>
                                    <p:anim calcmode="lin" valueType="num">
                                      <p:cBhvr>
                                        <p:cTn id="103" dur="500" fill="hold"/>
                                        <p:tgtEl>
                                          <p:spTgt spid="86"/>
                                        </p:tgtEl>
                                        <p:attrNameLst>
                                          <p:attrName>ppt_h</p:attrName>
                                        </p:attrNameLst>
                                      </p:cBhvr>
                                      <p:tavLst>
                                        <p:tav tm="0">
                                          <p:val>
                                            <p:fltVal val="0"/>
                                          </p:val>
                                        </p:tav>
                                        <p:tav tm="100000">
                                          <p:val>
                                            <p:strVal val="#ppt_h"/>
                                          </p:val>
                                        </p:tav>
                                      </p:tavLst>
                                    </p:anim>
                                    <p:animEffect transition="in" filter="fade">
                                      <p:cBhvr>
                                        <p:cTn id="104" dur="500"/>
                                        <p:tgtEl>
                                          <p:spTgt spid="86"/>
                                        </p:tgtEl>
                                      </p:cBhvr>
                                    </p:animEffect>
                                  </p:childTnLst>
                                </p:cTn>
                              </p:par>
                              <p:par>
                                <p:cTn id="105" presetID="2" presetClass="entr" presetSubtype="4" accel="50000" decel="50000" fill="hold" grpId="0" nodeType="withEffect">
                                  <p:stCondLst>
                                    <p:cond delay="0"/>
                                  </p:stCondLst>
                                  <p:childTnLst>
                                    <p:set>
                                      <p:cBhvr>
                                        <p:cTn id="106" dur="1" fill="hold">
                                          <p:stCondLst>
                                            <p:cond delay="0"/>
                                          </p:stCondLst>
                                        </p:cTn>
                                        <p:tgtEl>
                                          <p:spTgt spid="85"/>
                                        </p:tgtEl>
                                        <p:attrNameLst>
                                          <p:attrName>style.visibility</p:attrName>
                                        </p:attrNameLst>
                                      </p:cBhvr>
                                      <p:to>
                                        <p:strVal val="visible"/>
                                      </p:to>
                                    </p:set>
                                    <p:anim calcmode="lin" valueType="num">
                                      <p:cBhvr additive="base">
                                        <p:cTn id="107" dur="500" fill="hold"/>
                                        <p:tgtEl>
                                          <p:spTgt spid="85"/>
                                        </p:tgtEl>
                                        <p:attrNameLst>
                                          <p:attrName>ppt_x</p:attrName>
                                        </p:attrNameLst>
                                      </p:cBhvr>
                                      <p:tavLst>
                                        <p:tav tm="0">
                                          <p:val>
                                            <p:strVal val="#ppt_x"/>
                                          </p:val>
                                        </p:tav>
                                        <p:tav tm="100000">
                                          <p:val>
                                            <p:strVal val="#ppt_x"/>
                                          </p:val>
                                        </p:tav>
                                      </p:tavLst>
                                    </p:anim>
                                    <p:anim calcmode="lin" valueType="num">
                                      <p:cBhvr additive="base">
                                        <p:cTn id="108" dur="500" fill="hold"/>
                                        <p:tgtEl>
                                          <p:spTgt spid="85"/>
                                        </p:tgtEl>
                                        <p:attrNameLst>
                                          <p:attrName>ppt_y</p:attrName>
                                        </p:attrNameLst>
                                      </p:cBhvr>
                                      <p:tavLst>
                                        <p:tav tm="0">
                                          <p:val>
                                            <p:strVal val="1+#ppt_h/2"/>
                                          </p:val>
                                        </p:tav>
                                        <p:tav tm="100000">
                                          <p:val>
                                            <p:strVal val="#ppt_y"/>
                                          </p:val>
                                        </p:tav>
                                      </p:tavLst>
                                    </p:anim>
                                  </p:childTnLst>
                                </p:cTn>
                              </p:par>
                            </p:childTnLst>
                          </p:cTn>
                        </p:par>
                        <p:par>
                          <p:cTn id="109" fill="hold">
                            <p:stCondLst>
                              <p:cond delay="7500"/>
                            </p:stCondLst>
                            <p:childTnLst>
                              <p:par>
                                <p:cTn id="110" presetID="53" presetClass="entr" presetSubtype="0" fill="hold" grpId="0" nodeType="after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p:cTn id="112" dur="500" fill="hold"/>
                                        <p:tgtEl>
                                          <p:spTgt spid="88"/>
                                        </p:tgtEl>
                                        <p:attrNameLst>
                                          <p:attrName>ppt_w</p:attrName>
                                        </p:attrNameLst>
                                      </p:cBhvr>
                                      <p:tavLst>
                                        <p:tav tm="0">
                                          <p:val>
                                            <p:fltVal val="0"/>
                                          </p:val>
                                        </p:tav>
                                        <p:tav tm="100000">
                                          <p:val>
                                            <p:strVal val="#ppt_w"/>
                                          </p:val>
                                        </p:tav>
                                      </p:tavLst>
                                    </p:anim>
                                    <p:anim calcmode="lin" valueType="num">
                                      <p:cBhvr>
                                        <p:cTn id="113" dur="500" fill="hold"/>
                                        <p:tgtEl>
                                          <p:spTgt spid="88"/>
                                        </p:tgtEl>
                                        <p:attrNameLst>
                                          <p:attrName>ppt_h</p:attrName>
                                        </p:attrNameLst>
                                      </p:cBhvr>
                                      <p:tavLst>
                                        <p:tav tm="0">
                                          <p:val>
                                            <p:fltVal val="0"/>
                                          </p:val>
                                        </p:tav>
                                        <p:tav tm="100000">
                                          <p:val>
                                            <p:strVal val="#ppt_h"/>
                                          </p:val>
                                        </p:tav>
                                      </p:tavLst>
                                    </p:anim>
                                    <p:animEffect transition="in" filter="fade">
                                      <p:cBhvr>
                                        <p:cTn id="114" dur="500"/>
                                        <p:tgtEl>
                                          <p:spTgt spid="88"/>
                                        </p:tgtEl>
                                      </p:cBhvr>
                                    </p:animEffect>
                                  </p:childTnLst>
                                </p:cTn>
                              </p:par>
                              <p:par>
                                <p:cTn id="115" presetID="2" presetClass="entr" presetSubtype="4" accel="50000" decel="50000" fill="hold" grpId="0" nodeType="withEffect">
                                  <p:stCondLst>
                                    <p:cond delay="0"/>
                                  </p:stCondLst>
                                  <p:childTnLst>
                                    <p:set>
                                      <p:cBhvr>
                                        <p:cTn id="116" dur="1" fill="hold">
                                          <p:stCondLst>
                                            <p:cond delay="0"/>
                                          </p:stCondLst>
                                        </p:cTn>
                                        <p:tgtEl>
                                          <p:spTgt spid="87"/>
                                        </p:tgtEl>
                                        <p:attrNameLst>
                                          <p:attrName>style.visibility</p:attrName>
                                        </p:attrNameLst>
                                      </p:cBhvr>
                                      <p:to>
                                        <p:strVal val="visible"/>
                                      </p:to>
                                    </p:set>
                                    <p:anim calcmode="lin" valueType="num">
                                      <p:cBhvr additive="base">
                                        <p:cTn id="117" dur="500" fill="hold"/>
                                        <p:tgtEl>
                                          <p:spTgt spid="87"/>
                                        </p:tgtEl>
                                        <p:attrNameLst>
                                          <p:attrName>ppt_x</p:attrName>
                                        </p:attrNameLst>
                                      </p:cBhvr>
                                      <p:tavLst>
                                        <p:tav tm="0">
                                          <p:val>
                                            <p:strVal val="#ppt_x"/>
                                          </p:val>
                                        </p:tav>
                                        <p:tav tm="100000">
                                          <p:val>
                                            <p:strVal val="#ppt_x"/>
                                          </p:val>
                                        </p:tav>
                                      </p:tavLst>
                                    </p:anim>
                                    <p:anim calcmode="lin" valueType="num">
                                      <p:cBhvr additive="base">
                                        <p:cTn id="118" dur="500" fill="hold"/>
                                        <p:tgtEl>
                                          <p:spTgt spid="87"/>
                                        </p:tgtEl>
                                        <p:attrNameLst>
                                          <p:attrName>ppt_y</p:attrName>
                                        </p:attrNameLst>
                                      </p:cBhvr>
                                      <p:tavLst>
                                        <p:tav tm="0">
                                          <p:val>
                                            <p:strVal val="1+#ppt_h/2"/>
                                          </p:val>
                                        </p:tav>
                                        <p:tav tm="100000">
                                          <p:val>
                                            <p:strVal val="#ppt_y"/>
                                          </p:val>
                                        </p:tav>
                                      </p:tavLst>
                                    </p:anim>
                                  </p:childTnLst>
                                </p:cTn>
                              </p:par>
                            </p:childTnLst>
                          </p:cTn>
                        </p:par>
                        <p:par>
                          <p:cTn id="119" fill="hold">
                            <p:stCondLst>
                              <p:cond delay="8000"/>
                            </p:stCondLst>
                            <p:childTnLst>
                              <p:par>
                                <p:cTn id="120" presetID="53" presetClass="entr" presetSubtype="0" fill="hold" grpId="0" nodeType="afterEffect">
                                  <p:stCondLst>
                                    <p:cond delay="0"/>
                                  </p:stCondLst>
                                  <p:childTnLst>
                                    <p:set>
                                      <p:cBhvr>
                                        <p:cTn id="121" dur="1" fill="hold">
                                          <p:stCondLst>
                                            <p:cond delay="0"/>
                                          </p:stCondLst>
                                        </p:cTn>
                                        <p:tgtEl>
                                          <p:spTgt spid="90"/>
                                        </p:tgtEl>
                                        <p:attrNameLst>
                                          <p:attrName>style.visibility</p:attrName>
                                        </p:attrNameLst>
                                      </p:cBhvr>
                                      <p:to>
                                        <p:strVal val="visible"/>
                                      </p:to>
                                    </p:set>
                                    <p:anim calcmode="lin" valueType="num">
                                      <p:cBhvr>
                                        <p:cTn id="122" dur="500" fill="hold"/>
                                        <p:tgtEl>
                                          <p:spTgt spid="90"/>
                                        </p:tgtEl>
                                        <p:attrNameLst>
                                          <p:attrName>ppt_w</p:attrName>
                                        </p:attrNameLst>
                                      </p:cBhvr>
                                      <p:tavLst>
                                        <p:tav tm="0">
                                          <p:val>
                                            <p:fltVal val="0"/>
                                          </p:val>
                                        </p:tav>
                                        <p:tav tm="100000">
                                          <p:val>
                                            <p:strVal val="#ppt_w"/>
                                          </p:val>
                                        </p:tav>
                                      </p:tavLst>
                                    </p:anim>
                                    <p:anim calcmode="lin" valueType="num">
                                      <p:cBhvr>
                                        <p:cTn id="123" dur="500" fill="hold"/>
                                        <p:tgtEl>
                                          <p:spTgt spid="90"/>
                                        </p:tgtEl>
                                        <p:attrNameLst>
                                          <p:attrName>ppt_h</p:attrName>
                                        </p:attrNameLst>
                                      </p:cBhvr>
                                      <p:tavLst>
                                        <p:tav tm="0">
                                          <p:val>
                                            <p:fltVal val="0"/>
                                          </p:val>
                                        </p:tav>
                                        <p:tav tm="100000">
                                          <p:val>
                                            <p:strVal val="#ppt_h"/>
                                          </p:val>
                                        </p:tav>
                                      </p:tavLst>
                                    </p:anim>
                                    <p:animEffect transition="in" filter="fade">
                                      <p:cBhvr>
                                        <p:cTn id="124" dur="500"/>
                                        <p:tgtEl>
                                          <p:spTgt spid="90"/>
                                        </p:tgtEl>
                                      </p:cBhvr>
                                    </p:animEffect>
                                  </p:childTnLst>
                                </p:cTn>
                              </p:par>
                              <p:par>
                                <p:cTn id="125" presetID="2" presetClass="entr" presetSubtype="4" accel="50000" decel="50000"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500" fill="hold"/>
                                        <p:tgtEl>
                                          <p:spTgt spid="89"/>
                                        </p:tgtEl>
                                        <p:attrNameLst>
                                          <p:attrName>ppt_x</p:attrName>
                                        </p:attrNameLst>
                                      </p:cBhvr>
                                      <p:tavLst>
                                        <p:tav tm="0">
                                          <p:val>
                                            <p:strVal val="#ppt_x"/>
                                          </p:val>
                                        </p:tav>
                                        <p:tav tm="100000">
                                          <p:val>
                                            <p:strVal val="#ppt_x"/>
                                          </p:val>
                                        </p:tav>
                                      </p:tavLst>
                                    </p:anim>
                                    <p:anim calcmode="lin" valueType="num">
                                      <p:cBhvr additive="base">
                                        <p:cTn id="128" dur="500" fill="hold"/>
                                        <p:tgtEl>
                                          <p:spTgt spid="89"/>
                                        </p:tgtEl>
                                        <p:attrNameLst>
                                          <p:attrName>ppt_y</p:attrName>
                                        </p:attrNameLst>
                                      </p:cBhvr>
                                      <p:tavLst>
                                        <p:tav tm="0">
                                          <p:val>
                                            <p:strVal val="1+#ppt_h/2"/>
                                          </p:val>
                                        </p:tav>
                                        <p:tav tm="100000">
                                          <p:val>
                                            <p:strVal val="#ppt_y"/>
                                          </p:val>
                                        </p:tav>
                                      </p:tavLst>
                                    </p:anim>
                                  </p:childTnLst>
                                </p:cTn>
                              </p:par>
                            </p:childTnLst>
                          </p:cTn>
                        </p:par>
                        <p:par>
                          <p:cTn id="129" fill="hold">
                            <p:stCondLst>
                              <p:cond delay="8500"/>
                            </p:stCondLst>
                            <p:childTnLst>
                              <p:par>
                                <p:cTn id="130" presetID="22" presetClass="entr" presetSubtype="8" fill="hold" grpId="0" nodeType="after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wipe(left)">
                                      <p:cBhvr>
                                        <p:cTn id="132" dur="75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81" grpId="0"/>
      <p:bldP spid="82" grpId="0"/>
      <p:bldP spid="83" grpId="0"/>
      <p:bldP spid="84" grpId="0"/>
      <p:bldP spid="85" grpId="0"/>
      <p:bldP spid="87" grpId="0"/>
      <p:bldP spid="89" grpId="0"/>
      <p:bldGraphic spid="94" grpId="0">
        <p:bldAsOne/>
      </p:bldGraphic>
      <p:bldP spid="86" grpId="0" animBg="1"/>
      <p:bldP spid="88" grpId="0" animBg="1"/>
      <p:bldP spid="90" grpId="0" animBg="1"/>
      <p:bldP spid="6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c2a00a56-1909-4be2-9496-2cab7d0080d2"/>
          <p:cNvGrpSpPr>
            <a:grpSpLocks noChangeAspect="1"/>
          </p:cNvGrpSpPr>
          <p:nvPr/>
        </p:nvGrpSpPr>
        <p:grpSpPr>
          <a:xfrm>
            <a:off x="2997180" y="3898297"/>
            <a:ext cx="6864391" cy="6641918"/>
            <a:chOff x="2955000" y="1676390"/>
            <a:chExt cx="6508817" cy="6297868"/>
          </a:xfrm>
        </p:grpSpPr>
        <p:sp>
          <p:nvSpPr>
            <p:cNvPr id="37" name="îṣļîḑé-Oval 3"/>
            <p:cNvSpPr/>
            <p:nvPr/>
          </p:nvSpPr>
          <p:spPr>
            <a:xfrm>
              <a:off x="4575000" y="3312258"/>
              <a:ext cx="3042000" cy="3042000"/>
            </a:xfrm>
            <a:prstGeom prst="ellipse">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38" name="îṣļîḑé-Oval 4"/>
            <p:cNvSpPr/>
            <p:nvPr/>
          </p:nvSpPr>
          <p:spPr>
            <a:xfrm>
              <a:off x="4038600" y="2777493"/>
              <a:ext cx="4122000" cy="4122000"/>
            </a:xfrm>
            <a:prstGeom prst="ellipse">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39" name="îṣļîḑé-Oval 5"/>
            <p:cNvSpPr/>
            <p:nvPr/>
          </p:nvSpPr>
          <p:spPr>
            <a:xfrm>
              <a:off x="3495000" y="2232258"/>
              <a:ext cx="5202000" cy="5202000"/>
            </a:xfrm>
            <a:prstGeom prst="ellipse">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40" name="îṣļîḑé-Oval 6"/>
            <p:cNvSpPr/>
            <p:nvPr/>
          </p:nvSpPr>
          <p:spPr>
            <a:xfrm>
              <a:off x="2955000" y="1692258"/>
              <a:ext cx="6282000" cy="6282000"/>
            </a:xfrm>
            <a:prstGeom prst="ellipse">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grpSp>
          <p:nvGrpSpPr>
            <p:cNvPr id="41" name="Group 9"/>
            <p:cNvGrpSpPr/>
            <p:nvPr/>
          </p:nvGrpSpPr>
          <p:grpSpPr>
            <a:xfrm>
              <a:off x="5115951" y="3853209"/>
              <a:ext cx="1960098" cy="1960098"/>
              <a:chOff x="5115951" y="3853209"/>
              <a:chExt cx="1960098" cy="1960098"/>
            </a:xfrm>
            <a:solidFill>
              <a:schemeClr val="tx2"/>
            </a:solidFill>
          </p:grpSpPr>
          <p:sp>
            <p:nvSpPr>
              <p:cNvPr id="50" name="îṣļîḑé-Oval 10"/>
              <p:cNvSpPr/>
              <p:nvPr/>
            </p:nvSpPr>
            <p:spPr>
              <a:xfrm>
                <a:off x="5115951" y="3853209"/>
                <a:ext cx="1960098" cy="196009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51" name="îṣļîḑé-Arrow: Right 11"/>
              <p:cNvSpPr/>
              <p:nvPr/>
            </p:nvSpPr>
            <p:spPr>
              <a:xfrm rot="16200000">
                <a:off x="5808114" y="4073223"/>
                <a:ext cx="575773" cy="53309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grpSp>
        <p:sp>
          <p:nvSpPr>
            <p:cNvPr id="42" name="îṣļîḑé-Oval 15"/>
            <p:cNvSpPr/>
            <p:nvPr/>
          </p:nvSpPr>
          <p:spPr>
            <a:xfrm>
              <a:off x="3999357" y="3317918"/>
              <a:ext cx="806800" cy="806800"/>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43" name="îṣļîḑé-Oval 16"/>
            <p:cNvSpPr/>
            <p:nvPr/>
          </p:nvSpPr>
          <p:spPr>
            <a:xfrm>
              <a:off x="4171600" y="1676390"/>
              <a:ext cx="806800" cy="8068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44" name="îṣļîḑé-Oval 17"/>
            <p:cNvSpPr/>
            <p:nvPr/>
          </p:nvSpPr>
          <p:spPr>
            <a:xfrm>
              <a:off x="6448797" y="1988463"/>
              <a:ext cx="806800" cy="8068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45" name="îṣļîḑé-Oval 18"/>
            <p:cNvSpPr/>
            <p:nvPr/>
          </p:nvSpPr>
          <p:spPr>
            <a:xfrm>
              <a:off x="8657017" y="3295303"/>
              <a:ext cx="806800" cy="8068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1898"/>
            </a:p>
          </p:txBody>
        </p:sp>
        <p:sp>
          <p:nvSpPr>
            <p:cNvPr id="46" name="îṣļîḑé-Freeform: Shape 19"/>
            <p:cNvSpPr>
              <a:spLocks/>
            </p:cNvSpPr>
            <p:nvPr/>
          </p:nvSpPr>
          <p:spPr bwMode="auto">
            <a:xfrm>
              <a:off x="4418382" y="1894543"/>
              <a:ext cx="310689" cy="316998"/>
            </a:xfrm>
            <a:custGeom>
              <a:avLst/>
              <a:gdLst>
                <a:gd name="T0" fmla="*/ 87 w 91"/>
                <a:gd name="T1" fmla="*/ 39 h 93"/>
                <a:gd name="T2" fmla="*/ 91 w 91"/>
                <a:gd name="T3" fmla="*/ 46 h 93"/>
                <a:gd name="T4" fmla="*/ 91 w 91"/>
                <a:gd name="T5" fmla="*/ 83 h 93"/>
                <a:gd name="T6" fmla="*/ 81 w 91"/>
                <a:gd name="T7" fmla="*/ 93 h 93"/>
                <a:gd name="T8" fmla="*/ 10 w 91"/>
                <a:gd name="T9" fmla="*/ 93 h 93"/>
                <a:gd name="T10" fmla="*/ 0 w 91"/>
                <a:gd name="T11" fmla="*/ 83 h 93"/>
                <a:gd name="T12" fmla="*/ 0 w 91"/>
                <a:gd name="T13" fmla="*/ 46 h 93"/>
                <a:gd name="T14" fmla="*/ 3 w 91"/>
                <a:gd name="T15" fmla="*/ 40 h 93"/>
                <a:gd name="T16" fmla="*/ 3 w 91"/>
                <a:gd name="T17" fmla="*/ 40 h 93"/>
                <a:gd name="T18" fmla="*/ 3 w 91"/>
                <a:gd name="T19" fmla="*/ 40 h 93"/>
                <a:gd name="T20" fmla="*/ 3 w 91"/>
                <a:gd name="T21" fmla="*/ 39 h 93"/>
                <a:gd name="T22" fmla="*/ 40 w 91"/>
                <a:gd name="T23" fmla="*/ 3 h 93"/>
                <a:gd name="T24" fmla="*/ 51 w 91"/>
                <a:gd name="T25" fmla="*/ 3 h 93"/>
                <a:gd name="T26" fmla="*/ 87 w 91"/>
                <a:gd name="T27" fmla="*/ 39 h 93"/>
                <a:gd name="T28" fmla="*/ 16 w 91"/>
                <a:gd name="T29" fmla="*/ 30 h 93"/>
                <a:gd name="T30" fmla="*/ 16 w 91"/>
                <a:gd name="T31" fmla="*/ 52 h 93"/>
                <a:gd name="T32" fmla="*/ 46 w 91"/>
                <a:gd name="T33" fmla="*/ 75 h 93"/>
                <a:gd name="T34" fmla="*/ 73 w 91"/>
                <a:gd name="T35" fmla="*/ 54 h 93"/>
                <a:gd name="T36" fmla="*/ 73 w 91"/>
                <a:gd name="T37" fmla="*/ 30 h 93"/>
                <a:gd name="T38" fmla="*/ 16 w 91"/>
                <a:gd name="T39" fmla="*/ 30 h 93"/>
                <a:gd name="T40" fmla="*/ 26 w 91"/>
                <a:gd name="T41" fmla="*/ 35 h 93"/>
                <a:gd name="T42" fmla="*/ 26 w 91"/>
                <a:gd name="T43" fmla="*/ 39 h 93"/>
                <a:gd name="T44" fmla="*/ 64 w 91"/>
                <a:gd name="T45" fmla="*/ 39 h 93"/>
                <a:gd name="T46" fmla="*/ 64 w 91"/>
                <a:gd name="T47" fmla="*/ 35 h 93"/>
                <a:gd name="T48" fmla="*/ 26 w 91"/>
                <a:gd name="T49" fmla="*/ 35 h 93"/>
                <a:gd name="T50" fmla="*/ 26 w 91"/>
                <a:gd name="T51" fmla="*/ 51 h 93"/>
                <a:gd name="T52" fmla="*/ 26 w 91"/>
                <a:gd name="T53" fmla="*/ 55 h 93"/>
                <a:gd name="T54" fmla="*/ 64 w 91"/>
                <a:gd name="T55" fmla="*/ 55 h 93"/>
                <a:gd name="T56" fmla="*/ 64 w 91"/>
                <a:gd name="T57" fmla="*/ 51 h 93"/>
                <a:gd name="T58" fmla="*/ 26 w 91"/>
                <a:gd name="T59" fmla="*/ 51 h 93"/>
                <a:gd name="T60" fmla="*/ 26 w 91"/>
                <a:gd name="T61" fmla="*/ 43 h 93"/>
                <a:gd name="T62" fmla="*/ 26 w 91"/>
                <a:gd name="T63" fmla="*/ 47 h 93"/>
                <a:gd name="T64" fmla="*/ 64 w 91"/>
                <a:gd name="T65" fmla="*/ 47 h 93"/>
                <a:gd name="T66" fmla="*/ 64 w 91"/>
                <a:gd name="T67" fmla="*/ 43 h 93"/>
                <a:gd name="T68" fmla="*/ 26 w 91"/>
                <a:gd name="T69" fmla="*/ 43 h 93"/>
                <a:gd name="T70" fmla="*/ 10 w 91"/>
                <a:gd name="T71" fmla="*/ 87 h 93"/>
                <a:gd name="T72" fmla="*/ 28 w 91"/>
                <a:gd name="T73" fmla="*/ 70 h 93"/>
                <a:gd name="T74" fmla="*/ 28 w 91"/>
                <a:gd name="T75" fmla="*/ 67 h 93"/>
                <a:gd name="T76" fmla="*/ 26 w 91"/>
                <a:gd name="T77" fmla="*/ 67 h 93"/>
                <a:gd name="T78" fmla="*/ 8 w 91"/>
                <a:gd name="T79" fmla="*/ 84 h 93"/>
                <a:gd name="T80" fmla="*/ 8 w 91"/>
                <a:gd name="T81" fmla="*/ 87 h 93"/>
                <a:gd name="T82" fmla="*/ 10 w 91"/>
                <a:gd name="T83" fmla="*/ 87 h 93"/>
                <a:gd name="T84" fmla="*/ 85 w 91"/>
                <a:gd name="T85" fmla="*/ 84 h 93"/>
                <a:gd name="T86" fmla="*/ 67 w 91"/>
                <a:gd name="T87" fmla="*/ 67 h 93"/>
                <a:gd name="T88" fmla="*/ 64 w 91"/>
                <a:gd name="T89" fmla="*/ 67 h 93"/>
                <a:gd name="T90" fmla="*/ 64 w 91"/>
                <a:gd name="T91" fmla="*/ 70 h 93"/>
                <a:gd name="T92" fmla="*/ 82 w 91"/>
                <a:gd name="T93" fmla="*/ 87 h 93"/>
                <a:gd name="T94" fmla="*/ 85 w 91"/>
                <a:gd name="T95" fmla="*/ 87 h 93"/>
                <a:gd name="T96" fmla="*/ 85 w 91"/>
                <a:gd name="T97" fmla="*/ 8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93">
                  <a:moveTo>
                    <a:pt x="87" y="39"/>
                  </a:moveTo>
                  <a:cubicBezTo>
                    <a:pt x="89" y="40"/>
                    <a:pt x="91" y="43"/>
                    <a:pt x="91" y="46"/>
                  </a:cubicBezTo>
                  <a:cubicBezTo>
                    <a:pt x="91" y="83"/>
                    <a:pt x="91" y="83"/>
                    <a:pt x="91" y="83"/>
                  </a:cubicBezTo>
                  <a:cubicBezTo>
                    <a:pt x="91" y="89"/>
                    <a:pt x="86" y="93"/>
                    <a:pt x="81" y="93"/>
                  </a:cubicBezTo>
                  <a:cubicBezTo>
                    <a:pt x="10" y="93"/>
                    <a:pt x="10" y="93"/>
                    <a:pt x="10" y="93"/>
                  </a:cubicBezTo>
                  <a:cubicBezTo>
                    <a:pt x="5" y="93"/>
                    <a:pt x="0" y="89"/>
                    <a:pt x="0" y="83"/>
                  </a:cubicBezTo>
                  <a:cubicBezTo>
                    <a:pt x="0" y="46"/>
                    <a:pt x="0" y="46"/>
                    <a:pt x="0" y="46"/>
                  </a:cubicBezTo>
                  <a:cubicBezTo>
                    <a:pt x="0" y="44"/>
                    <a:pt x="1" y="41"/>
                    <a:pt x="3" y="40"/>
                  </a:cubicBezTo>
                  <a:cubicBezTo>
                    <a:pt x="3" y="40"/>
                    <a:pt x="3" y="40"/>
                    <a:pt x="3" y="40"/>
                  </a:cubicBezTo>
                  <a:cubicBezTo>
                    <a:pt x="3" y="40"/>
                    <a:pt x="3" y="40"/>
                    <a:pt x="3" y="40"/>
                  </a:cubicBezTo>
                  <a:cubicBezTo>
                    <a:pt x="3" y="40"/>
                    <a:pt x="3" y="40"/>
                    <a:pt x="3" y="39"/>
                  </a:cubicBezTo>
                  <a:cubicBezTo>
                    <a:pt x="40" y="3"/>
                    <a:pt x="40" y="3"/>
                    <a:pt x="40" y="3"/>
                  </a:cubicBezTo>
                  <a:cubicBezTo>
                    <a:pt x="43" y="0"/>
                    <a:pt x="47" y="0"/>
                    <a:pt x="51" y="3"/>
                  </a:cubicBezTo>
                  <a:cubicBezTo>
                    <a:pt x="87" y="39"/>
                    <a:pt x="87" y="39"/>
                    <a:pt x="87" y="39"/>
                  </a:cubicBezTo>
                  <a:close/>
                  <a:moveTo>
                    <a:pt x="16" y="30"/>
                  </a:moveTo>
                  <a:cubicBezTo>
                    <a:pt x="16" y="52"/>
                    <a:pt x="16" y="52"/>
                    <a:pt x="16" y="52"/>
                  </a:cubicBezTo>
                  <a:cubicBezTo>
                    <a:pt x="46" y="75"/>
                    <a:pt x="46" y="75"/>
                    <a:pt x="46" y="75"/>
                  </a:cubicBezTo>
                  <a:cubicBezTo>
                    <a:pt x="73" y="54"/>
                    <a:pt x="73" y="54"/>
                    <a:pt x="73" y="54"/>
                  </a:cubicBezTo>
                  <a:cubicBezTo>
                    <a:pt x="73" y="30"/>
                    <a:pt x="73" y="30"/>
                    <a:pt x="73" y="30"/>
                  </a:cubicBezTo>
                  <a:cubicBezTo>
                    <a:pt x="16" y="30"/>
                    <a:pt x="16" y="30"/>
                    <a:pt x="16" y="30"/>
                  </a:cubicBezTo>
                  <a:close/>
                  <a:moveTo>
                    <a:pt x="26" y="35"/>
                  </a:moveTo>
                  <a:cubicBezTo>
                    <a:pt x="26" y="39"/>
                    <a:pt x="26" y="39"/>
                    <a:pt x="26" y="39"/>
                  </a:cubicBezTo>
                  <a:cubicBezTo>
                    <a:pt x="64" y="39"/>
                    <a:pt x="64" y="39"/>
                    <a:pt x="64" y="39"/>
                  </a:cubicBezTo>
                  <a:cubicBezTo>
                    <a:pt x="64" y="35"/>
                    <a:pt x="64" y="35"/>
                    <a:pt x="64" y="35"/>
                  </a:cubicBezTo>
                  <a:cubicBezTo>
                    <a:pt x="26" y="35"/>
                    <a:pt x="26" y="35"/>
                    <a:pt x="26" y="35"/>
                  </a:cubicBezTo>
                  <a:close/>
                  <a:moveTo>
                    <a:pt x="26" y="51"/>
                  </a:moveTo>
                  <a:cubicBezTo>
                    <a:pt x="26" y="55"/>
                    <a:pt x="26" y="55"/>
                    <a:pt x="26" y="55"/>
                  </a:cubicBezTo>
                  <a:cubicBezTo>
                    <a:pt x="64" y="55"/>
                    <a:pt x="64" y="55"/>
                    <a:pt x="64" y="55"/>
                  </a:cubicBezTo>
                  <a:cubicBezTo>
                    <a:pt x="64" y="51"/>
                    <a:pt x="64" y="51"/>
                    <a:pt x="64" y="51"/>
                  </a:cubicBezTo>
                  <a:cubicBezTo>
                    <a:pt x="26" y="51"/>
                    <a:pt x="26" y="51"/>
                    <a:pt x="26" y="51"/>
                  </a:cubicBezTo>
                  <a:close/>
                  <a:moveTo>
                    <a:pt x="26" y="43"/>
                  </a:moveTo>
                  <a:cubicBezTo>
                    <a:pt x="26" y="47"/>
                    <a:pt x="26" y="47"/>
                    <a:pt x="26" y="47"/>
                  </a:cubicBezTo>
                  <a:cubicBezTo>
                    <a:pt x="64" y="47"/>
                    <a:pt x="64" y="47"/>
                    <a:pt x="64" y="47"/>
                  </a:cubicBezTo>
                  <a:cubicBezTo>
                    <a:pt x="64" y="43"/>
                    <a:pt x="64" y="43"/>
                    <a:pt x="64" y="43"/>
                  </a:cubicBezTo>
                  <a:cubicBezTo>
                    <a:pt x="26" y="43"/>
                    <a:pt x="26" y="43"/>
                    <a:pt x="26" y="43"/>
                  </a:cubicBezTo>
                  <a:close/>
                  <a:moveTo>
                    <a:pt x="10" y="87"/>
                  </a:moveTo>
                  <a:cubicBezTo>
                    <a:pt x="28" y="70"/>
                    <a:pt x="28" y="70"/>
                    <a:pt x="28" y="70"/>
                  </a:cubicBezTo>
                  <a:cubicBezTo>
                    <a:pt x="29" y="69"/>
                    <a:pt x="29" y="68"/>
                    <a:pt x="28" y="67"/>
                  </a:cubicBezTo>
                  <a:cubicBezTo>
                    <a:pt x="28" y="66"/>
                    <a:pt x="27" y="66"/>
                    <a:pt x="26" y="67"/>
                  </a:cubicBezTo>
                  <a:cubicBezTo>
                    <a:pt x="8" y="84"/>
                    <a:pt x="8" y="84"/>
                    <a:pt x="8" y="84"/>
                  </a:cubicBezTo>
                  <a:cubicBezTo>
                    <a:pt x="7" y="85"/>
                    <a:pt x="7" y="86"/>
                    <a:pt x="8" y="87"/>
                  </a:cubicBezTo>
                  <a:cubicBezTo>
                    <a:pt x="8" y="88"/>
                    <a:pt x="10" y="88"/>
                    <a:pt x="10" y="87"/>
                  </a:cubicBezTo>
                  <a:close/>
                  <a:moveTo>
                    <a:pt x="85" y="84"/>
                  </a:moveTo>
                  <a:cubicBezTo>
                    <a:pt x="67" y="67"/>
                    <a:pt x="67" y="67"/>
                    <a:pt x="67" y="67"/>
                  </a:cubicBezTo>
                  <a:cubicBezTo>
                    <a:pt x="66" y="66"/>
                    <a:pt x="65" y="66"/>
                    <a:pt x="64" y="67"/>
                  </a:cubicBezTo>
                  <a:cubicBezTo>
                    <a:pt x="63" y="68"/>
                    <a:pt x="63" y="69"/>
                    <a:pt x="64" y="70"/>
                  </a:cubicBezTo>
                  <a:cubicBezTo>
                    <a:pt x="82" y="87"/>
                    <a:pt x="82" y="87"/>
                    <a:pt x="82" y="87"/>
                  </a:cubicBezTo>
                  <a:cubicBezTo>
                    <a:pt x="83" y="88"/>
                    <a:pt x="84" y="88"/>
                    <a:pt x="85" y="87"/>
                  </a:cubicBezTo>
                  <a:cubicBezTo>
                    <a:pt x="85" y="86"/>
                    <a:pt x="85" y="85"/>
                    <a:pt x="85" y="84"/>
                  </a:cubicBezTo>
                  <a:close/>
                </a:path>
              </a:pathLst>
            </a:custGeom>
            <a:solidFill>
              <a:schemeClr val="bg1"/>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sz="1898"/>
            </a:p>
          </p:txBody>
        </p:sp>
        <p:sp>
          <p:nvSpPr>
            <p:cNvPr id="47" name="îṣļîḑé-Freeform: Shape 20"/>
            <p:cNvSpPr>
              <a:spLocks/>
            </p:cNvSpPr>
            <p:nvPr/>
          </p:nvSpPr>
          <p:spPr bwMode="auto">
            <a:xfrm>
              <a:off x="4203108" y="3574734"/>
              <a:ext cx="370619" cy="299650"/>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1"/>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sz="1898"/>
            </a:p>
          </p:txBody>
        </p:sp>
        <p:sp>
          <p:nvSpPr>
            <p:cNvPr id="48" name="îṣļîḑé-Freeform: Shape 21"/>
            <p:cNvSpPr>
              <a:spLocks/>
            </p:cNvSpPr>
            <p:nvPr/>
          </p:nvSpPr>
          <p:spPr bwMode="auto">
            <a:xfrm>
              <a:off x="8885175" y="3511650"/>
              <a:ext cx="354580" cy="362734"/>
            </a:xfrm>
            <a:custGeom>
              <a:avLst/>
              <a:gdLst>
                <a:gd name="connsiteX0" fmla="*/ 203033 w 591428"/>
                <a:gd name="connsiteY0" fmla="*/ 524380 h 605028"/>
                <a:gd name="connsiteX1" fmla="*/ 182886 w 591428"/>
                <a:gd name="connsiteY1" fmla="*/ 544496 h 605028"/>
                <a:gd name="connsiteX2" fmla="*/ 203033 w 591428"/>
                <a:gd name="connsiteY2" fmla="*/ 564704 h 605028"/>
                <a:gd name="connsiteX3" fmla="*/ 388258 w 591428"/>
                <a:gd name="connsiteY3" fmla="*/ 564704 h 605028"/>
                <a:gd name="connsiteX4" fmla="*/ 408405 w 591428"/>
                <a:gd name="connsiteY4" fmla="*/ 544496 h 605028"/>
                <a:gd name="connsiteX5" fmla="*/ 388258 w 591428"/>
                <a:gd name="connsiteY5" fmla="*/ 524380 h 605028"/>
                <a:gd name="connsiteX6" fmla="*/ 162646 w 591428"/>
                <a:gd name="connsiteY6" fmla="*/ 423524 h 605028"/>
                <a:gd name="connsiteX7" fmla="*/ 142499 w 591428"/>
                <a:gd name="connsiteY7" fmla="*/ 443639 h 605028"/>
                <a:gd name="connsiteX8" fmla="*/ 162646 w 591428"/>
                <a:gd name="connsiteY8" fmla="*/ 463848 h 605028"/>
                <a:gd name="connsiteX9" fmla="*/ 428645 w 591428"/>
                <a:gd name="connsiteY9" fmla="*/ 463848 h 605028"/>
                <a:gd name="connsiteX10" fmla="*/ 448793 w 591428"/>
                <a:gd name="connsiteY10" fmla="*/ 443639 h 605028"/>
                <a:gd name="connsiteX11" fmla="*/ 428645 w 591428"/>
                <a:gd name="connsiteY11" fmla="*/ 423524 h 605028"/>
                <a:gd name="connsiteX12" fmla="*/ 97631 w 591428"/>
                <a:gd name="connsiteY12" fmla="*/ 81001 h 605028"/>
                <a:gd name="connsiteX13" fmla="*/ 125322 w 591428"/>
                <a:gd name="connsiteY13" fmla="*/ 95833 h 605028"/>
                <a:gd name="connsiteX14" fmla="*/ 268488 w 591428"/>
                <a:gd name="connsiteY14" fmla="*/ 270570 h 605028"/>
                <a:gd name="connsiteX15" fmla="*/ 278330 w 591428"/>
                <a:gd name="connsiteY15" fmla="*/ 270570 h 605028"/>
                <a:gd name="connsiteX16" fmla="*/ 335151 w 591428"/>
                <a:gd name="connsiteY16" fmla="*/ 322667 h 605028"/>
                <a:gd name="connsiteX17" fmla="*/ 122258 w 591428"/>
                <a:gd name="connsiteY17" fmla="*/ 322667 h 605028"/>
                <a:gd name="connsiteX18" fmla="*/ 102018 w 591428"/>
                <a:gd name="connsiteY18" fmla="*/ 342876 h 605028"/>
                <a:gd name="connsiteX19" fmla="*/ 122258 w 591428"/>
                <a:gd name="connsiteY19" fmla="*/ 362991 h 605028"/>
                <a:gd name="connsiteX20" fmla="*/ 469033 w 591428"/>
                <a:gd name="connsiteY20" fmla="*/ 362991 h 605028"/>
                <a:gd name="connsiteX21" fmla="*/ 487880 w 591428"/>
                <a:gd name="connsiteY21" fmla="*/ 349457 h 605028"/>
                <a:gd name="connsiteX22" fmla="*/ 591216 w 591428"/>
                <a:gd name="connsiteY22" fmla="*/ 293282 h 605028"/>
                <a:gd name="connsiteX23" fmla="*/ 590380 w 591428"/>
                <a:gd name="connsiteY23" fmla="*/ 298009 h 605028"/>
                <a:gd name="connsiteX24" fmla="*/ 502178 w 591428"/>
                <a:gd name="connsiteY24" fmla="*/ 589918 h 605028"/>
                <a:gd name="connsiteX25" fmla="*/ 481752 w 591428"/>
                <a:gd name="connsiteY25" fmla="*/ 605028 h 605028"/>
                <a:gd name="connsiteX26" fmla="*/ 109446 w 591428"/>
                <a:gd name="connsiteY26" fmla="*/ 605028 h 605028"/>
                <a:gd name="connsiteX27" fmla="*/ 89020 w 591428"/>
                <a:gd name="connsiteY27" fmla="*/ 589918 h 605028"/>
                <a:gd name="connsiteX28" fmla="*/ 911 w 591428"/>
                <a:gd name="connsiteY28" fmla="*/ 298009 h 605028"/>
                <a:gd name="connsiteX29" fmla="*/ 4253 w 591428"/>
                <a:gd name="connsiteY29" fmla="*/ 279191 h 605028"/>
                <a:gd name="connsiteX30" fmla="*/ 21336 w 591428"/>
                <a:gd name="connsiteY30" fmla="*/ 270570 h 605028"/>
                <a:gd name="connsiteX31" fmla="*/ 162460 w 591428"/>
                <a:gd name="connsiteY31" fmla="*/ 270570 h 605028"/>
                <a:gd name="connsiteX32" fmla="*/ 61817 w 591428"/>
                <a:gd name="connsiteY32" fmla="*/ 147744 h 605028"/>
                <a:gd name="connsiteX33" fmla="*/ 52718 w 591428"/>
                <a:gd name="connsiteY33" fmla="*/ 117710 h 605028"/>
                <a:gd name="connsiteX34" fmla="*/ 67573 w 591428"/>
                <a:gd name="connsiteY34" fmla="*/ 90086 h 605028"/>
                <a:gd name="connsiteX35" fmla="*/ 97631 w 591428"/>
                <a:gd name="connsiteY35" fmla="*/ 81001 h 605028"/>
                <a:gd name="connsiteX36" fmla="*/ 444441 w 591428"/>
                <a:gd name="connsiteY36" fmla="*/ 62010 h 605028"/>
                <a:gd name="connsiteX37" fmla="*/ 414170 w 591428"/>
                <a:gd name="connsiteY37" fmla="*/ 92320 h 605028"/>
                <a:gd name="connsiteX38" fmla="*/ 414170 w 591428"/>
                <a:gd name="connsiteY38" fmla="*/ 116513 h 605028"/>
                <a:gd name="connsiteX39" fmla="*/ 389843 w 591428"/>
                <a:gd name="connsiteY39" fmla="*/ 116513 h 605028"/>
                <a:gd name="connsiteX40" fmla="*/ 359572 w 591428"/>
                <a:gd name="connsiteY40" fmla="*/ 146823 h 605028"/>
                <a:gd name="connsiteX41" fmla="*/ 389843 w 591428"/>
                <a:gd name="connsiteY41" fmla="*/ 177040 h 605028"/>
                <a:gd name="connsiteX42" fmla="*/ 414170 w 591428"/>
                <a:gd name="connsiteY42" fmla="*/ 177040 h 605028"/>
                <a:gd name="connsiteX43" fmla="*/ 414170 w 591428"/>
                <a:gd name="connsiteY43" fmla="*/ 201232 h 605028"/>
                <a:gd name="connsiteX44" fmla="*/ 444441 w 591428"/>
                <a:gd name="connsiteY44" fmla="*/ 231542 h 605028"/>
                <a:gd name="connsiteX45" fmla="*/ 474711 w 591428"/>
                <a:gd name="connsiteY45" fmla="*/ 201232 h 605028"/>
                <a:gd name="connsiteX46" fmla="*/ 474711 w 591428"/>
                <a:gd name="connsiteY46" fmla="*/ 177040 h 605028"/>
                <a:gd name="connsiteX47" fmla="*/ 499039 w 591428"/>
                <a:gd name="connsiteY47" fmla="*/ 177040 h 605028"/>
                <a:gd name="connsiteX48" fmla="*/ 529309 w 591428"/>
                <a:gd name="connsiteY48" fmla="*/ 146823 h 605028"/>
                <a:gd name="connsiteX49" fmla="*/ 499039 w 591428"/>
                <a:gd name="connsiteY49" fmla="*/ 116513 h 605028"/>
                <a:gd name="connsiteX50" fmla="*/ 474711 w 591428"/>
                <a:gd name="connsiteY50" fmla="*/ 116513 h 605028"/>
                <a:gd name="connsiteX51" fmla="*/ 474711 w 591428"/>
                <a:gd name="connsiteY51" fmla="*/ 92320 h 605028"/>
                <a:gd name="connsiteX52" fmla="*/ 444441 w 591428"/>
                <a:gd name="connsiteY52" fmla="*/ 62010 h 605028"/>
                <a:gd name="connsiteX53" fmla="*/ 444441 w 591428"/>
                <a:gd name="connsiteY53" fmla="*/ 0 h 605028"/>
                <a:gd name="connsiteX54" fmla="*/ 591428 w 591428"/>
                <a:gd name="connsiteY54" fmla="*/ 146823 h 605028"/>
                <a:gd name="connsiteX55" fmla="*/ 444441 w 591428"/>
                <a:gd name="connsiteY55" fmla="*/ 293552 h 605028"/>
                <a:gd name="connsiteX56" fmla="*/ 297453 w 591428"/>
                <a:gd name="connsiteY56" fmla="*/ 146823 h 605028"/>
                <a:gd name="connsiteX57" fmla="*/ 444441 w 591428"/>
                <a:gd name="connsiteY57" fmla="*/ 0 h 60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91428" h="605028">
                  <a:moveTo>
                    <a:pt x="203033" y="524380"/>
                  </a:moveTo>
                  <a:cubicBezTo>
                    <a:pt x="191892" y="524380"/>
                    <a:pt x="182886" y="533372"/>
                    <a:pt x="182886" y="544496"/>
                  </a:cubicBezTo>
                  <a:cubicBezTo>
                    <a:pt x="182886" y="555620"/>
                    <a:pt x="191892" y="564704"/>
                    <a:pt x="203033" y="564704"/>
                  </a:cubicBezTo>
                  <a:lnTo>
                    <a:pt x="388258" y="564704"/>
                  </a:lnTo>
                  <a:cubicBezTo>
                    <a:pt x="399399" y="564704"/>
                    <a:pt x="408405" y="555620"/>
                    <a:pt x="408405" y="544496"/>
                  </a:cubicBezTo>
                  <a:cubicBezTo>
                    <a:pt x="408405" y="533372"/>
                    <a:pt x="399399" y="524380"/>
                    <a:pt x="388258" y="524380"/>
                  </a:cubicBezTo>
                  <a:close/>
                  <a:moveTo>
                    <a:pt x="162646" y="423524"/>
                  </a:moveTo>
                  <a:cubicBezTo>
                    <a:pt x="151504" y="423524"/>
                    <a:pt x="142499" y="432515"/>
                    <a:pt x="142499" y="443639"/>
                  </a:cubicBezTo>
                  <a:cubicBezTo>
                    <a:pt x="142499" y="454856"/>
                    <a:pt x="151504" y="463848"/>
                    <a:pt x="162646" y="463848"/>
                  </a:cubicBezTo>
                  <a:lnTo>
                    <a:pt x="428645" y="463848"/>
                  </a:lnTo>
                  <a:cubicBezTo>
                    <a:pt x="439787" y="463848"/>
                    <a:pt x="448793" y="454856"/>
                    <a:pt x="448793" y="443639"/>
                  </a:cubicBezTo>
                  <a:cubicBezTo>
                    <a:pt x="448793" y="432515"/>
                    <a:pt x="439787" y="423524"/>
                    <a:pt x="428645" y="423524"/>
                  </a:cubicBezTo>
                  <a:close/>
                  <a:moveTo>
                    <a:pt x="97631" y="81001"/>
                  </a:moveTo>
                  <a:cubicBezTo>
                    <a:pt x="108076" y="82044"/>
                    <a:pt x="118127" y="87073"/>
                    <a:pt x="125322" y="95833"/>
                  </a:cubicBezTo>
                  <a:lnTo>
                    <a:pt x="268488" y="270570"/>
                  </a:lnTo>
                  <a:lnTo>
                    <a:pt x="278330" y="270570"/>
                  </a:lnTo>
                  <a:cubicBezTo>
                    <a:pt x="293835" y="291242"/>
                    <a:pt x="313054" y="308948"/>
                    <a:pt x="335151" y="322667"/>
                  </a:cubicBezTo>
                  <a:lnTo>
                    <a:pt x="122258" y="322667"/>
                  </a:lnTo>
                  <a:cubicBezTo>
                    <a:pt x="111117" y="322667"/>
                    <a:pt x="102018" y="331659"/>
                    <a:pt x="102018" y="342876"/>
                  </a:cubicBezTo>
                  <a:cubicBezTo>
                    <a:pt x="102018" y="353999"/>
                    <a:pt x="111117" y="362991"/>
                    <a:pt x="122258" y="362991"/>
                  </a:cubicBezTo>
                  <a:lnTo>
                    <a:pt x="469033" y="362991"/>
                  </a:lnTo>
                  <a:cubicBezTo>
                    <a:pt x="477853" y="362991"/>
                    <a:pt x="485188" y="357244"/>
                    <a:pt x="487880" y="349457"/>
                  </a:cubicBezTo>
                  <a:cubicBezTo>
                    <a:pt x="527710" y="340929"/>
                    <a:pt x="563363" y="320999"/>
                    <a:pt x="591216" y="293282"/>
                  </a:cubicBezTo>
                  <a:cubicBezTo>
                    <a:pt x="591123" y="294858"/>
                    <a:pt x="590845" y="296433"/>
                    <a:pt x="590380" y="298009"/>
                  </a:cubicBezTo>
                  <a:lnTo>
                    <a:pt x="502178" y="589918"/>
                  </a:lnTo>
                  <a:cubicBezTo>
                    <a:pt x="499486" y="598910"/>
                    <a:pt x="491223" y="605028"/>
                    <a:pt x="481752" y="605028"/>
                  </a:cubicBezTo>
                  <a:lnTo>
                    <a:pt x="109446" y="605028"/>
                  </a:lnTo>
                  <a:cubicBezTo>
                    <a:pt x="100069" y="605028"/>
                    <a:pt x="91805" y="598910"/>
                    <a:pt x="89020" y="589918"/>
                  </a:cubicBezTo>
                  <a:lnTo>
                    <a:pt x="911" y="298009"/>
                  </a:lnTo>
                  <a:cubicBezTo>
                    <a:pt x="-1039" y="291520"/>
                    <a:pt x="168" y="284568"/>
                    <a:pt x="4253" y="279191"/>
                  </a:cubicBezTo>
                  <a:cubicBezTo>
                    <a:pt x="8245" y="273722"/>
                    <a:pt x="14559" y="270570"/>
                    <a:pt x="21336" y="270570"/>
                  </a:cubicBezTo>
                  <a:lnTo>
                    <a:pt x="162460" y="270570"/>
                  </a:lnTo>
                  <a:lnTo>
                    <a:pt x="61817" y="147744"/>
                  </a:lnTo>
                  <a:cubicBezTo>
                    <a:pt x="54853" y="139309"/>
                    <a:pt x="51604" y="128556"/>
                    <a:pt x="52718" y="117710"/>
                  </a:cubicBezTo>
                  <a:cubicBezTo>
                    <a:pt x="53832" y="106864"/>
                    <a:pt x="59124" y="96945"/>
                    <a:pt x="67573" y="90086"/>
                  </a:cubicBezTo>
                  <a:cubicBezTo>
                    <a:pt x="76347" y="82902"/>
                    <a:pt x="87186" y="79958"/>
                    <a:pt x="97631" y="81001"/>
                  </a:cubicBezTo>
                  <a:close/>
                  <a:moveTo>
                    <a:pt x="444441" y="62010"/>
                  </a:moveTo>
                  <a:cubicBezTo>
                    <a:pt x="427727" y="62010"/>
                    <a:pt x="414170" y="75543"/>
                    <a:pt x="414170" y="92320"/>
                  </a:cubicBezTo>
                  <a:lnTo>
                    <a:pt x="414170" y="116513"/>
                  </a:lnTo>
                  <a:lnTo>
                    <a:pt x="389843" y="116513"/>
                  </a:lnTo>
                  <a:cubicBezTo>
                    <a:pt x="373129" y="116513"/>
                    <a:pt x="359572" y="130046"/>
                    <a:pt x="359572" y="146823"/>
                  </a:cubicBezTo>
                  <a:cubicBezTo>
                    <a:pt x="359572" y="163507"/>
                    <a:pt x="373129" y="177040"/>
                    <a:pt x="389843" y="177040"/>
                  </a:cubicBezTo>
                  <a:lnTo>
                    <a:pt x="414170" y="177040"/>
                  </a:lnTo>
                  <a:lnTo>
                    <a:pt x="414170" y="201232"/>
                  </a:lnTo>
                  <a:cubicBezTo>
                    <a:pt x="414170" y="218009"/>
                    <a:pt x="427727" y="231542"/>
                    <a:pt x="444441" y="231542"/>
                  </a:cubicBezTo>
                  <a:cubicBezTo>
                    <a:pt x="461154" y="231542"/>
                    <a:pt x="474711" y="218009"/>
                    <a:pt x="474711" y="201232"/>
                  </a:cubicBezTo>
                  <a:lnTo>
                    <a:pt x="474711" y="177040"/>
                  </a:lnTo>
                  <a:lnTo>
                    <a:pt x="499039" y="177040"/>
                  </a:lnTo>
                  <a:cubicBezTo>
                    <a:pt x="515752" y="177040"/>
                    <a:pt x="529309" y="163507"/>
                    <a:pt x="529309" y="146823"/>
                  </a:cubicBezTo>
                  <a:cubicBezTo>
                    <a:pt x="529309" y="130046"/>
                    <a:pt x="515752" y="116513"/>
                    <a:pt x="499039" y="116513"/>
                  </a:cubicBezTo>
                  <a:lnTo>
                    <a:pt x="474711" y="116513"/>
                  </a:lnTo>
                  <a:lnTo>
                    <a:pt x="474711" y="92320"/>
                  </a:lnTo>
                  <a:cubicBezTo>
                    <a:pt x="474711" y="75543"/>
                    <a:pt x="461154" y="62010"/>
                    <a:pt x="444441" y="62010"/>
                  </a:cubicBezTo>
                  <a:close/>
                  <a:moveTo>
                    <a:pt x="444441" y="0"/>
                  </a:moveTo>
                  <a:cubicBezTo>
                    <a:pt x="525688" y="0"/>
                    <a:pt x="591428" y="65718"/>
                    <a:pt x="591428" y="146823"/>
                  </a:cubicBezTo>
                  <a:cubicBezTo>
                    <a:pt x="591428" y="227834"/>
                    <a:pt x="525688" y="293552"/>
                    <a:pt x="444441" y="293552"/>
                  </a:cubicBezTo>
                  <a:cubicBezTo>
                    <a:pt x="363194" y="293552"/>
                    <a:pt x="297453" y="227834"/>
                    <a:pt x="297453" y="146823"/>
                  </a:cubicBezTo>
                  <a:cubicBezTo>
                    <a:pt x="297453" y="65718"/>
                    <a:pt x="363194" y="0"/>
                    <a:pt x="444441" y="0"/>
                  </a:cubicBezTo>
                  <a:close/>
                </a:path>
              </a:pathLst>
            </a:custGeom>
            <a:solidFill>
              <a:schemeClr val="bg1"/>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sz="1898"/>
            </a:p>
          </p:txBody>
        </p:sp>
        <p:sp>
          <p:nvSpPr>
            <p:cNvPr id="49" name="îṣļîḑé-Freeform: Shape 22"/>
            <p:cNvSpPr>
              <a:spLocks/>
            </p:cNvSpPr>
            <p:nvPr/>
          </p:nvSpPr>
          <p:spPr bwMode="auto">
            <a:xfrm>
              <a:off x="6712623" y="2259800"/>
              <a:ext cx="279147" cy="272840"/>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solidFill>
              <a:schemeClr val="bg1"/>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sz="1898"/>
            </a:p>
          </p:txBody>
        </p:sp>
      </p:grpSp>
      <p:cxnSp>
        <p:nvCxnSpPr>
          <p:cNvPr id="32" name="直接连接符 31"/>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4" name="文本框 33"/>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35" name="文本框 34"/>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52" name="组合 51"/>
          <p:cNvGrpSpPr/>
          <p:nvPr/>
        </p:nvGrpSpPr>
        <p:grpSpPr>
          <a:xfrm>
            <a:off x="1082326" y="1695041"/>
            <a:ext cx="10853574" cy="1163289"/>
            <a:chOff x="2677264" y="1996356"/>
            <a:chExt cx="10291361" cy="1103031"/>
          </a:xfrm>
        </p:grpSpPr>
        <p:sp>
          <p:nvSpPr>
            <p:cNvPr id="53" name="矩形 52"/>
            <p:cNvSpPr/>
            <p:nvPr/>
          </p:nvSpPr>
          <p:spPr>
            <a:xfrm>
              <a:off x="2677264" y="2346820"/>
              <a:ext cx="10291361"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a:t>
              </a:r>
            </a:p>
          </p:txBody>
        </p:sp>
        <p:sp>
          <p:nvSpPr>
            <p:cNvPr id="54" name="矩形 53"/>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
        <p:nvSpPr>
          <p:cNvPr id="55" name="矩形 54"/>
          <p:cNvSpPr/>
          <p:nvPr/>
        </p:nvSpPr>
        <p:spPr>
          <a:xfrm>
            <a:off x="9481762" y="5016973"/>
            <a:ext cx="2198256" cy="424732"/>
          </a:xfrm>
          <a:prstGeom prst="rect">
            <a:avLst/>
          </a:prstGeom>
        </p:spPr>
        <p:txBody>
          <a:bodyPr wrap="square">
            <a:spAutoFit/>
            <a:scene3d>
              <a:camera prst="orthographicFront"/>
              <a:lightRig rig="threePt" dir="t"/>
            </a:scene3d>
            <a:sp3d contourW="12700"/>
          </a:bodyPr>
          <a:lstStyle/>
          <a:p>
            <a:pPr>
              <a:lnSpc>
                <a:spcPct val="120000"/>
              </a:lnSpc>
            </a:pPr>
            <a:r>
              <a:rPr lang="zh-CN" altLang="en-US" b="1" dirty="0">
                <a:solidFill>
                  <a:schemeClr val="accent2"/>
                </a:solidFill>
              </a:rPr>
              <a:t>标题文字添加</a:t>
            </a:r>
          </a:p>
        </p:txBody>
      </p:sp>
      <p:sp>
        <p:nvSpPr>
          <p:cNvPr id="56" name="矩形 55"/>
          <p:cNvSpPr/>
          <p:nvPr/>
        </p:nvSpPr>
        <p:spPr>
          <a:xfrm>
            <a:off x="7790865" y="4143685"/>
            <a:ext cx="2198256" cy="424732"/>
          </a:xfrm>
          <a:prstGeom prst="rect">
            <a:avLst/>
          </a:prstGeom>
          <a:solidFill>
            <a:schemeClr val="bg1"/>
          </a:solidFill>
        </p:spPr>
        <p:txBody>
          <a:bodyPr wrap="square">
            <a:spAutoFit/>
            <a:scene3d>
              <a:camera prst="orthographicFront"/>
              <a:lightRig rig="threePt" dir="t"/>
            </a:scene3d>
            <a:sp3d contourW="12700"/>
          </a:bodyPr>
          <a:lstStyle/>
          <a:p>
            <a:pPr>
              <a:lnSpc>
                <a:spcPct val="120000"/>
              </a:lnSpc>
            </a:pPr>
            <a:r>
              <a:rPr lang="zh-CN" altLang="en-US" b="1" dirty="0">
                <a:solidFill>
                  <a:schemeClr val="accent1"/>
                </a:solidFill>
              </a:rPr>
              <a:t>标题文字添加</a:t>
            </a:r>
          </a:p>
        </p:txBody>
      </p:sp>
      <p:sp>
        <p:nvSpPr>
          <p:cNvPr id="57" name="矩形 56"/>
          <p:cNvSpPr/>
          <p:nvPr/>
        </p:nvSpPr>
        <p:spPr>
          <a:xfrm>
            <a:off x="2355907" y="3477538"/>
            <a:ext cx="2198256" cy="424732"/>
          </a:xfrm>
          <a:prstGeom prst="rect">
            <a:avLst/>
          </a:prstGeom>
        </p:spPr>
        <p:txBody>
          <a:bodyPr wrap="square">
            <a:spAutoFit/>
            <a:scene3d>
              <a:camera prst="orthographicFront"/>
              <a:lightRig rig="threePt" dir="t"/>
            </a:scene3d>
            <a:sp3d contourW="12700"/>
          </a:bodyPr>
          <a:lstStyle/>
          <a:p>
            <a:pPr algn="r">
              <a:lnSpc>
                <a:spcPct val="120000"/>
              </a:lnSpc>
            </a:pPr>
            <a:r>
              <a:rPr lang="zh-CN" altLang="en-US" b="1" dirty="0">
                <a:solidFill>
                  <a:schemeClr val="accent2"/>
                </a:solidFill>
              </a:rPr>
              <a:t>标题文字添加</a:t>
            </a:r>
          </a:p>
        </p:txBody>
      </p:sp>
      <p:sp>
        <p:nvSpPr>
          <p:cNvPr id="58" name="矩形 57"/>
          <p:cNvSpPr/>
          <p:nvPr/>
        </p:nvSpPr>
        <p:spPr>
          <a:xfrm>
            <a:off x="1751308" y="5935538"/>
            <a:ext cx="2198256" cy="424732"/>
          </a:xfrm>
          <a:prstGeom prst="rect">
            <a:avLst/>
          </a:prstGeom>
          <a:solidFill>
            <a:schemeClr val="bg1"/>
          </a:solidFill>
        </p:spPr>
        <p:txBody>
          <a:bodyPr wrap="square">
            <a:spAutoFit/>
            <a:scene3d>
              <a:camera prst="orthographicFront"/>
              <a:lightRig rig="threePt" dir="t"/>
            </a:scene3d>
            <a:sp3d contourW="12700"/>
          </a:bodyPr>
          <a:lstStyle/>
          <a:p>
            <a:pPr algn="r">
              <a:lnSpc>
                <a:spcPct val="120000"/>
              </a:lnSpc>
            </a:pPr>
            <a:r>
              <a:rPr lang="zh-CN" altLang="en-US" b="1" dirty="0">
                <a:solidFill>
                  <a:schemeClr val="accent1"/>
                </a:solidFill>
              </a:rPr>
              <a:t>标题文字添加</a:t>
            </a:r>
          </a:p>
        </p:txBody>
      </p:sp>
    </p:spTree>
    <p:custDataLst>
      <p:tags r:id="rId1"/>
    </p:custDataLst>
    <p:extLst>
      <p:ext uri="{BB962C8B-B14F-4D97-AF65-F5344CB8AC3E}">
        <p14:creationId xmlns:p14="http://schemas.microsoft.com/office/powerpoint/2010/main" val="16451193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500"/>
                                        <p:tgtEl>
                                          <p:spTgt spid="52"/>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fade">
                                      <p:cBhvr>
                                        <p:cTn id="11" dur="1000"/>
                                        <p:tgtEl>
                                          <p:spTgt spid="36"/>
                                        </p:tgtEl>
                                      </p:cBhvr>
                                    </p:animEffect>
                                    <p:anim calcmode="lin" valueType="num">
                                      <p:cBhvr>
                                        <p:cTn id="12" dur="1000" fill="hold"/>
                                        <p:tgtEl>
                                          <p:spTgt spid="36"/>
                                        </p:tgtEl>
                                        <p:attrNameLst>
                                          <p:attrName>ppt_x</p:attrName>
                                        </p:attrNameLst>
                                      </p:cBhvr>
                                      <p:tavLst>
                                        <p:tav tm="0">
                                          <p:val>
                                            <p:strVal val="#ppt_x"/>
                                          </p:val>
                                        </p:tav>
                                        <p:tav tm="100000">
                                          <p:val>
                                            <p:strVal val="#ppt_x"/>
                                          </p:val>
                                        </p:tav>
                                      </p:tavLst>
                                    </p:anim>
                                    <p:anim calcmode="lin" valueType="num">
                                      <p:cBhvr>
                                        <p:cTn id="13" dur="1000" fill="hold"/>
                                        <p:tgtEl>
                                          <p:spTgt spid="36"/>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Effect transition="in" filter="fade">
                                      <p:cBhvr>
                                        <p:cTn id="19" dur="500"/>
                                        <p:tgtEl>
                                          <p:spTgt spid="5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57"/>
                                        </p:tgtEl>
                                        <p:attrNameLst>
                                          <p:attrName>style.visibility</p:attrName>
                                        </p:attrNameLst>
                                      </p:cBhvr>
                                      <p:to>
                                        <p:strVal val="visible"/>
                                      </p:to>
                                    </p:set>
                                    <p:anim calcmode="lin" valueType="num">
                                      <p:cBhvr>
                                        <p:cTn id="22" dur="500" fill="hold"/>
                                        <p:tgtEl>
                                          <p:spTgt spid="57"/>
                                        </p:tgtEl>
                                        <p:attrNameLst>
                                          <p:attrName>ppt_w</p:attrName>
                                        </p:attrNameLst>
                                      </p:cBhvr>
                                      <p:tavLst>
                                        <p:tav tm="0">
                                          <p:val>
                                            <p:fltVal val="0"/>
                                          </p:val>
                                        </p:tav>
                                        <p:tav tm="100000">
                                          <p:val>
                                            <p:strVal val="#ppt_w"/>
                                          </p:val>
                                        </p:tav>
                                      </p:tavLst>
                                    </p:anim>
                                    <p:anim calcmode="lin" valueType="num">
                                      <p:cBhvr>
                                        <p:cTn id="23" dur="500" fill="hold"/>
                                        <p:tgtEl>
                                          <p:spTgt spid="57"/>
                                        </p:tgtEl>
                                        <p:attrNameLst>
                                          <p:attrName>ppt_h</p:attrName>
                                        </p:attrNameLst>
                                      </p:cBhvr>
                                      <p:tavLst>
                                        <p:tav tm="0">
                                          <p:val>
                                            <p:fltVal val="0"/>
                                          </p:val>
                                        </p:tav>
                                        <p:tav tm="100000">
                                          <p:val>
                                            <p:strVal val="#ppt_h"/>
                                          </p:val>
                                        </p:tav>
                                      </p:tavLst>
                                    </p:anim>
                                    <p:animEffect transition="in" filter="fade">
                                      <p:cBhvr>
                                        <p:cTn id="24" dur="500"/>
                                        <p:tgtEl>
                                          <p:spTgt spid="57"/>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p:cTn id="27" dur="500" fill="hold"/>
                                        <p:tgtEl>
                                          <p:spTgt spid="56"/>
                                        </p:tgtEl>
                                        <p:attrNameLst>
                                          <p:attrName>ppt_w</p:attrName>
                                        </p:attrNameLst>
                                      </p:cBhvr>
                                      <p:tavLst>
                                        <p:tav tm="0">
                                          <p:val>
                                            <p:fltVal val="0"/>
                                          </p:val>
                                        </p:tav>
                                        <p:tav tm="100000">
                                          <p:val>
                                            <p:strVal val="#ppt_w"/>
                                          </p:val>
                                        </p:tav>
                                      </p:tavLst>
                                    </p:anim>
                                    <p:anim calcmode="lin" valueType="num">
                                      <p:cBhvr>
                                        <p:cTn id="28" dur="500" fill="hold"/>
                                        <p:tgtEl>
                                          <p:spTgt spid="56"/>
                                        </p:tgtEl>
                                        <p:attrNameLst>
                                          <p:attrName>ppt_h</p:attrName>
                                        </p:attrNameLst>
                                      </p:cBhvr>
                                      <p:tavLst>
                                        <p:tav tm="0">
                                          <p:val>
                                            <p:fltVal val="0"/>
                                          </p:val>
                                        </p:tav>
                                        <p:tav tm="100000">
                                          <p:val>
                                            <p:strVal val="#ppt_h"/>
                                          </p:val>
                                        </p:tav>
                                      </p:tavLst>
                                    </p:anim>
                                    <p:animEffect transition="in" filter="fade">
                                      <p:cBhvr>
                                        <p:cTn id="29" dur="500"/>
                                        <p:tgtEl>
                                          <p:spTgt spid="56"/>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55"/>
                                        </p:tgtEl>
                                        <p:attrNameLst>
                                          <p:attrName>style.visibility</p:attrName>
                                        </p:attrNameLst>
                                      </p:cBhvr>
                                      <p:to>
                                        <p:strVal val="visible"/>
                                      </p:to>
                                    </p:set>
                                    <p:anim calcmode="lin" valueType="num">
                                      <p:cBhvr>
                                        <p:cTn id="32" dur="500" fill="hold"/>
                                        <p:tgtEl>
                                          <p:spTgt spid="55"/>
                                        </p:tgtEl>
                                        <p:attrNameLst>
                                          <p:attrName>ppt_w</p:attrName>
                                        </p:attrNameLst>
                                      </p:cBhvr>
                                      <p:tavLst>
                                        <p:tav tm="0">
                                          <p:val>
                                            <p:fltVal val="0"/>
                                          </p:val>
                                        </p:tav>
                                        <p:tav tm="100000">
                                          <p:val>
                                            <p:strVal val="#ppt_w"/>
                                          </p:val>
                                        </p:tav>
                                      </p:tavLst>
                                    </p:anim>
                                    <p:anim calcmode="lin" valueType="num">
                                      <p:cBhvr>
                                        <p:cTn id="33" dur="500" fill="hold"/>
                                        <p:tgtEl>
                                          <p:spTgt spid="55"/>
                                        </p:tgtEl>
                                        <p:attrNameLst>
                                          <p:attrName>ppt_h</p:attrName>
                                        </p:attrNameLst>
                                      </p:cBhvr>
                                      <p:tavLst>
                                        <p:tav tm="0">
                                          <p:val>
                                            <p:fltVal val="0"/>
                                          </p:val>
                                        </p:tav>
                                        <p:tav tm="100000">
                                          <p:val>
                                            <p:strVal val="#ppt_h"/>
                                          </p:val>
                                        </p:tav>
                                      </p:tavLst>
                                    </p:anim>
                                    <p:animEffect transition="in" filter="fade">
                                      <p:cBhvr>
                                        <p:cTn id="34"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animBg="1"/>
      <p:bldP spid="57" grpId="0"/>
      <p:bldP spid="58"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
          <p:cNvGrpSpPr/>
          <p:nvPr/>
        </p:nvGrpSpPr>
        <p:grpSpPr>
          <a:xfrm>
            <a:off x="4634451" y="2209977"/>
            <a:ext cx="3610286" cy="3608253"/>
            <a:chOff x="3226935" y="1332975"/>
            <a:chExt cx="2729197" cy="2726953"/>
          </a:xfrm>
        </p:grpSpPr>
        <p:sp>
          <p:nvSpPr>
            <p:cNvPr id="34" name="is1ide-Freeform: Shape 4"/>
            <p:cNvSpPr/>
            <p:nvPr/>
          </p:nvSpPr>
          <p:spPr>
            <a:xfrm>
              <a:off x="3226935" y="1332975"/>
              <a:ext cx="2729197" cy="2726953"/>
            </a:xfrm>
            <a:custGeom>
              <a:avLst/>
              <a:gdLst/>
              <a:ahLst/>
              <a:cxnLst/>
              <a:rect l="0" t="0" r="0" b="0"/>
              <a:pathLst>
                <a:path w="120000" h="120000" extrusionOk="0">
                  <a:moveTo>
                    <a:pt x="60000" y="0"/>
                  </a:moveTo>
                  <a:cubicBezTo>
                    <a:pt x="26933" y="0"/>
                    <a:pt x="0" y="26896"/>
                    <a:pt x="0" y="60000"/>
                  </a:cubicBezTo>
                  <a:cubicBezTo>
                    <a:pt x="0" y="93036"/>
                    <a:pt x="26933" y="120000"/>
                    <a:pt x="60000" y="120000"/>
                  </a:cubicBezTo>
                  <a:cubicBezTo>
                    <a:pt x="93066" y="120000"/>
                    <a:pt x="120000" y="93036"/>
                    <a:pt x="120000" y="60000"/>
                  </a:cubicBezTo>
                  <a:cubicBezTo>
                    <a:pt x="120000" y="26896"/>
                    <a:pt x="93066" y="0"/>
                    <a:pt x="60000" y="0"/>
                  </a:cubicBezTo>
                  <a:close/>
                  <a:moveTo>
                    <a:pt x="95666" y="39176"/>
                  </a:moveTo>
                  <a:cubicBezTo>
                    <a:pt x="95266" y="38976"/>
                    <a:pt x="95466" y="38375"/>
                    <a:pt x="95466" y="38375"/>
                  </a:cubicBezTo>
                  <a:cubicBezTo>
                    <a:pt x="95466" y="38375"/>
                    <a:pt x="95866" y="38175"/>
                    <a:pt x="95666" y="38175"/>
                  </a:cubicBezTo>
                  <a:cubicBezTo>
                    <a:pt x="95666" y="38175"/>
                    <a:pt x="95066" y="38175"/>
                    <a:pt x="94866" y="38042"/>
                  </a:cubicBezTo>
                  <a:cubicBezTo>
                    <a:pt x="94666" y="37842"/>
                    <a:pt x="94666" y="37842"/>
                    <a:pt x="94466" y="37842"/>
                  </a:cubicBezTo>
                  <a:cubicBezTo>
                    <a:pt x="94266" y="38042"/>
                    <a:pt x="93533" y="38175"/>
                    <a:pt x="93333" y="38042"/>
                  </a:cubicBezTo>
                  <a:cubicBezTo>
                    <a:pt x="93133" y="38042"/>
                    <a:pt x="92333" y="38175"/>
                    <a:pt x="92133" y="38175"/>
                  </a:cubicBezTo>
                  <a:cubicBezTo>
                    <a:pt x="92000" y="38175"/>
                    <a:pt x="92133" y="38175"/>
                    <a:pt x="92000" y="38175"/>
                  </a:cubicBezTo>
                  <a:cubicBezTo>
                    <a:pt x="91800" y="38175"/>
                    <a:pt x="91000" y="38375"/>
                    <a:pt x="91000" y="38576"/>
                  </a:cubicBezTo>
                  <a:cubicBezTo>
                    <a:pt x="91000" y="38776"/>
                    <a:pt x="90200" y="38576"/>
                    <a:pt x="90200" y="38576"/>
                  </a:cubicBezTo>
                  <a:cubicBezTo>
                    <a:pt x="90066" y="38576"/>
                    <a:pt x="88866" y="38576"/>
                    <a:pt x="88866" y="38576"/>
                  </a:cubicBezTo>
                  <a:cubicBezTo>
                    <a:pt x="87133" y="38976"/>
                    <a:pt x="87133" y="38976"/>
                    <a:pt x="87133" y="38976"/>
                  </a:cubicBezTo>
                  <a:cubicBezTo>
                    <a:pt x="87133" y="38976"/>
                    <a:pt x="86000" y="39577"/>
                    <a:pt x="86000" y="39777"/>
                  </a:cubicBezTo>
                  <a:cubicBezTo>
                    <a:pt x="86000" y="39911"/>
                    <a:pt x="85600" y="40111"/>
                    <a:pt x="85400" y="40311"/>
                  </a:cubicBezTo>
                  <a:cubicBezTo>
                    <a:pt x="85400" y="40311"/>
                    <a:pt x="84600" y="40311"/>
                    <a:pt x="84600" y="40111"/>
                  </a:cubicBezTo>
                  <a:cubicBezTo>
                    <a:pt x="83466" y="40111"/>
                    <a:pt x="83466" y="40111"/>
                    <a:pt x="83466" y="40111"/>
                  </a:cubicBezTo>
                  <a:cubicBezTo>
                    <a:pt x="83466" y="40111"/>
                    <a:pt x="82866" y="39911"/>
                    <a:pt x="82666" y="40111"/>
                  </a:cubicBezTo>
                  <a:cubicBezTo>
                    <a:pt x="82666" y="39577"/>
                    <a:pt x="82666" y="39577"/>
                    <a:pt x="82666" y="39577"/>
                  </a:cubicBezTo>
                  <a:cubicBezTo>
                    <a:pt x="82866" y="39176"/>
                    <a:pt x="82866" y="39176"/>
                    <a:pt x="82866" y="39176"/>
                  </a:cubicBezTo>
                  <a:cubicBezTo>
                    <a:pt x="83466" y="38576"/>
                    <a:pt x="83466" y="38576"/>
                    <a:pt x="83466" y="38576"/>
                  </a:cubicBezTo>
                  <a:cubicBezTo>
                    <a:pt x="85000" y="38375"/>
                    <a:pt x="85000" y="38375"/>
                    <a:pt x="85000" y="38375"/>
                  </a:cubicBezTo>
                  <a:cubicBezTo>
                    <a:pt x="85800" y="37842"/>
                    <a:pt x="85800" y="37842"/>
                    <a:pt x="85800" y="37842"/>
                  </a:cubicBezTo>
                  <a:cubicBezTo>
                    <a:pt x="86333" y="37641"/>
                    <a:pt x="86333" y="37641"/>
                    <a:pt x="86333" y="37641"/>
                  </a:cubicBezTo>
                  <a:cubicBezTo>
                    <a:pt x="86533" y="36840"/>
                    <a:pt x="86533" y="36840"/>
                    <a:pt x="86533" y="36840"/>
                  </a:cubicBezTo>
                  <a:cubicBezTo>
                    <a:pt x="86533" y="36840"/>
                    <a:pt x="87133" y="36840"/>
                    <a:pt x="87133" y="36640"/>
                  </a:cubicBezTo>
                  <a:cubicBezTo>
                    <a:pt x="86933" y="36040"/>
                    <a:pt x="86933" y="36040"/>
                    <a:pt x="86933" y="36040"/>
                  </a:cubicBezTo>
                  <a:cubicBezTo>
                    <a:pt x="88133" y="34304"/>
                    <a:pt x="88133" y="34304"/>
                    <a:pt x="88133" y="34304"/>
                  </a:cubicBezTo>
                  <a:cubicBezTo>
                    <a:pt x="89666" y="33570"/>
                    <a:pt x="89666" y="33570"/>
                    <a:pt x="89666" y="33570"/>
                  </a:cubicBezTo>
                  <a:cubicBezTo>
                    <a:pt x="89866" y="33170"/>
                    <a:pt x="89866" y="33170"/>
                    <a:pt x="89866" y="33170"/>
                  </a:cubicBezTo>
                  <a:cubicBezTo>
                    <a:pt x="89866" y="33170"/>
                    <a:pt x="89666" y="32369"/>
                    <a:pt x="89866" y="32369"/>
                  </a:cubicBezTo>
                  <a:cubicBezTo>
                    <a:pt x="89866" y="32235"/>
                    <a:pt x="90800" y="32035"/>
                    <a:pt x="90800" y="32035"/>
                  </a:cubicBezTo>
                  <a:cubicBezTo>
                    <a:pt x="92133" y="32369"/>
                    <a:pt x="92133" y="32369"/>
                    <a:pt x="92133" y="32369"/>
                  </a:cubicBezTo>
                  <a:cubicBezTo>
                    <a:pt x="92133" y="32369"/>
                    <a:pt x="92733" y="32035"/>
                    <a:pt x="92933" y="31835"/>
                  </a:cubicBezTo>
                  <a:cubicBezTo>
                    <a:pt x="93133" y="31835"/>
                    <a:pt x="93866" y="31434"/>
                    <a:pt x="93866" y="31434"/>
                  </a:cubicBezTo>
                  <a:cubicBezTo>
                    <a:pt x="93866" y="31434"/>
                    <a:pt x="93866" y="31034"/>
                    <a:pt x="94066" y="31034"/>
                  </a:cubicBezTo>
                  <a:cubicBezTo>
                    <a:pt x="94266" y="31034"/>
                    <a:pt x="94866" y="31034"/>
                    <a:pt x="94866" y="31234"/>
                  </a:cubicBezTo>
                  <a:cubicBezTo>
                    <a:pt x="95066" y="31635"/>
                    <a:pt x="95666" y="32569"/>
                    <a:pt x="95666" y="32569"/>
                  </a:cubicBezTo>
                  <a:cubicBezTo>
                    <a:pt x="96400" y="33370"/>
                    <a:pt x="96400" y="33370"/>
                    <a:pt x="96400" y="33370"/>
                  </a:cubicBezTo>
                  <a:cubicBezTo>
                    <a:pt x="97200" y="33971"/>
                    <a:pt x="97200" y="33971"/>
                    <a:pt x="97200" y="33971"/>
                  </a:cubicBezTo>
                  <a:cubicBezTo>
                    <a:pt x="98133" y="34304"/>
                    <a:pt x="98133" y="34304"/>
                    <a:pt x="98133" y="34304"/>
                  </a:cubicBezTo>
                  <a:cubicBezTo>
                    <a:pt x="98133" y="34304"/>
                    <a:pt x="98733" y="34905"/>
                    <a:pt x="98933" y="34905"/>
                  </a:cubicBezTo>
                  <a:cubicBezTo>
                    <a:pt x="99133" y="34905"/>
                    <a:pt x="99666" y="35706"/>
                    <a:pt x="99666" y="35706"/>
                  </a:cubicBezTo>
                  <a:cubicBezTo>
                    <a:pt x="99866" y="36040"/>
                    <a:pt x="99866" y="36040"/>
                    <a:pt x="99866" y="36040"/>
                  </a:cubicBezTo>
                  <a:cubicBezTo>
                    <a:pt x="99866" y="36040"/>
                    <a:pt x="99666" y="36440"/>
                    <a:pt x="99533" y="36640"/>
                  </a:cubicBezTo>
                  <a:cubicBezTo>
                    <a:pt x="99533" y="36840"/>
                    <a:pt x="98933" y="37441"/>
                    <a:pt x="98933" y="37441"/>
                  </a:cubicBezTo>
                  <a:cubicBezTo>
                    <a:pt x="98733" y="37441"/>
                    <a:pt x="97933" y="37241"/>
                    <a:pt x="97933" y="37241"/>
                  </a:cubicBezTo>
                  <a:cubicBezTo>
                    <a:pt x="97000" y="37241"/>
                    <a:pt x="97000" y="37241"/>
                    <a:pt x="97000" y="37241"/>
                  </a:cubicBezTo>
                  <a:cubicBezTo>
                    <a:pt x="97000" y="37241"/>
                    <a:pt x="96800" y="37441"/>
                    <a:pt x="97000" y="37641"/>
                  </a:cubicBezTo>
                  <a:cubicBezTo>
                    <a:pt x="97400" y="37842"/>
                    <a:pt x="97600" y="37842"/>
                    <a:pt x="97933" y="38042"/>
                  </a:cubicBezTo>
                  <a:cubicBezTo>
                    <a:pt x="98133" y="38175"/>
                    <a:pt x="98733" y="38375"/>
                    <a:pt x="98733" y="38375"/>
                  </a:cubicBezTo>
                  <a:cubicBezTo>
                    <a:pt x="99333" y="38576"/>
                    <a:pt x="99333" y="38576"/>
                    <a:pt x="99333" y="38576"/>
                  </a:cubicBezTo>
                  <a:cubicBezTo>
                    <a:pt x="99333" y="38776"/>
                    <a:pt x="99533" y="38375"/>
                    <a:pt x="99333" y="38042"/>
                  </a:cubicBezTo>
                  <a:cubicBezTo>
                    <a:pt x="99333" y="37842"/>
                    <a:pt x="99333" y="37441"/>
                    <a:pt x="99533" y="37441"/>
                  </a:cubicBezTo>
                  <a:cubicBezTo>
                    <a:pt x="99866" y="37441"/>
                    <a:pt x="100266" y="37441"/>
                    <a:pt x="100266" y="37241"/>
                  </a:cubicBezTo>
                  <a:cubicBezTo>
                    <a:pt x="100266" y="37041"/>
                    <a:pt x="100266" y="37041"/>
                    <a:pt x="100266" y="37041"/>
                  </a:cubicBezTo>
                  <a:cubicBezTo>
                    <a:pt x="100666" y="36640"/>
                    <a:pt x="100666" y="36640"/>
                    <a:pt x="100666" y="36640"/>
                  </a:cubicBezTo>
                  <a:cubicBezTo>
                    <a:pt x="100666" y="36440"/>
                    <a:pt x="100666" y="36440"/>
                    <a:pt x="100666" y="36440"/>
                  </a:cubicBezTo>
                  <a:cubicBezTo>
                    <a:pt x="101066" y="36040"/>
                    <a:pt x="101066" y="36040"/>
                    <a:pt x="101066" y="36040"/>
                  </a:cubicBezTo>
                  <a:cubicBezTo>
                    <a:pt x="101066" y="36040"/>
                    <a:pt x="100866" y="35906"/>
                    <a:pt x="100666" y="35706"/>
                  </a:cubicBezTo>
                  <a:cubicBezTo>
                    <a:pt x="100466" y="35506"/>
                    <a:pt x="100266" y="35506"/>
                    <a:pt x="100466" y="35305"/>
                  </a:cubicBezTo>
                  <a:cubicBezTo>
                    <a:pt x="100466" y="35105"/>
                    <a:pt x="100866" y="34705"/>
                    <a:pt x="101066" y="34905"/>
                  </a:cubicBezTo>
                  <a:cubicBezTo>
                    <a:pt x="101266" y="35105"/>
                    <a:pt x="101800" y="35105"/>
                    <a:pt x="101800" y="35305"/>
                  </a:cubicBezTo>
                  <a:cubicBezTo>
                    <a:pt x="101800" y="35506"/>
                    <a:pt x="101800" y="35706"/>
                    <a:pt x="101800" y="35706"/>
                  </a:cubicBezTo>
                  <a:cubicBezTo>
                    <a:pt x="102000" y="35506"/>
                    <a:pt x="102000" y="34905"/>
                    <a:pt x="102000" y="34905"/>
                  </a:cubicBezTo>
                  <a:cubicBezTo>
                    <a:pt x="102000" y="34905"/>
                    <a:pt x="101600" y="34505"/>
                    <a:pt x="101466" y="34505"/>
                  </a:cubicBezTo>
                  <a:cubicBezTo>
                    <a:pt x="101066" y="34304"/>
                    <a:pt x="100466" y="34171"/>
                    <a:pt x="100266" y="33971"/>
                  </a:cubicBezTo>
                  <a:cubicBezTo>
                    <a:pt x="100066" y="33971"/>
                    <a:pt x="99666" y="33770"/>
                    <a:pt x="99666" y="33770"/>
                  </a:cubicBezTo>
                  <a:cubicBezTo>
                    <a:pt x="99666" y="33770"/>
                    <a:pt x="99866" y="33370"/>
                    <a:pt x="99666" y="33370"/>
                  </a:cubicBezTo>
                  <a:cubicBezTo>
                    <a:pt x="99533" y="33370"/>
                    <a:pt x="98733" y="33370"/>
                    <a:pt x="98733" y="33170"/>
                  </a:cubicBezTo>
                  <a:cubicBezTo>
                    <a:pt x="98733" y="32969"/>
                    <a:pt x="98133" y="32569"/>
                    <a:pt x="98133" y="32369"/>
                  </a:cubicBezTo>
                  <a:cubicBezTo>
                    <a:pt x="97933" y="32369"/>
                    <a:pt x="97400" y="31434"/>
                    <a:pt x="97400" y="31434"/>
                  </a:cubicBezTo>
                  <a:cubicBezTo>
                    <a:pt x="97400" y="31434"/>
                    <a:pt x="97200" y="31234"/>
                    <a:pt x="97000" y="31034"/>
                  </a:cubicBezTo>
                  <a:cubicBezTo>
                    <a:pt x="97000" y="30834"/>
                    <a:pt x="97000" y="30634"/>
                    <a:pt x="97000" y="30433"/>
                  </a:cubicBezTo>
                  <a:cubicBezTo>
                    <a:pt x="96800" y="30166"/>
                    <a:pt x="97466" y="29699"/>
                    <a:pt x="97600" y="29566"/>
                  </a:cubicBezTo>
                  <a:cubicBezTo>
                    <a:pt x="97600" y="29499"/>
                    <a:pt x="97600" y="29499"/>
                    <a:pt x="97600" y="29499"/>
                  </a:cubicBezTo>
                  <a:cubicBezTo>
                    <a:pt x="97600" y="29499"/>
                    <a:pt x="97600" y="29499"/>
                    <a:pt x="97600" y="29566"/>
                  </a:cubicBezTo>
                  <a:cubicBezTo>
                    <a:pt x="97600" y="29699"/>
                    <a:pt x="97800" y="29699"/>
                    <a:pt x="97933" y="30100"/>
                  </a:cubicBezTo>
                  <a:cubicBezTo>
                    <a:pt x="98133" y="30433"/>
                    <a:pt x="98733" y="31034"/>
                    <a:pt x="98733" y="31234"/>
                  </a:cubicBezTo>
                  <a:cubicBezTo>
                    <a:pt x="98933" y="31434"/>
                    <a:pt x="99666" y="32035"/>
                    <a:pt x="99866" y="32235"/>
                  </a:cubicBezTo>
                  <a:cubicBezTo>
                    <a:pt x="100066" y="32235"/>
                    <a:pt x="100066" y="32369"/>
                    <a:pt x="100466" y="32569"/>
                  </a:cubicBezTo>
                  <a:cubicBezTo>
                    <a:pt x="100866" y="32769"/>
                    <a:pt x="100866" y="32769"/>
                    <a:pt x="101466" y="32969"/>
                  </a:cubicBezTo>
                  <a:cubicBezTo>
                    <a:pt x="101800" y="33370"/>
                    <a:pt x="101800" y="33370"/>
                    <a:pt x="102000" y="33570"/>
                  </a:cubicBezTo>
                  <a:cubicBezTo>
                    <a:pt x="102000" y="33570"/>
                    <a:pt x="102400" y="33570"/>
                    <a:pt x="102400" y="33770"/>
                  </a:cubicBezTo>
                  <a:cubicBezTo>
                    <a:pt x="102600" y="33971"/>
                    <a:pt x="102800" y="33971"/>
                    <a:pt x="102800" y="34171"/>
                  </a:cubicBezTo>
                  <a:cubicBezTo>
                    <a:pt x="102800" y="34304"/>
                    <a:pt x="102800" y="34304"/>
                    <a:pt x="102800" y="34705"/>
                  </a:cubicBezTo>
                  <a:cubicBezTo>
                    <a:pt x="102800" y="35105"/>
                    <a:pt x="102600" y="35105"/>
                    <a:pt x="102600" y="35305"/>
                  </a:cubicBezTo>
                  <a:cubicBezTo>
                    <a:pt x="102800" y="35305"/>
                    <a:pt x="103400" y="36640"/>
                    <a:pt x="103533" y="36640"/>
                  </a:cubicBezTo>
                  <a:cubicBezTo>
                    <a:pt x="103933" y="36640"/>
                    <a:pt x="104733" y="37041"/>
                    <a:pt x="104533" y="37441"/>
                  </a:cubicBezTo>
                  <a:cubicBezTo>
                    <a:pt x="104533" y="37842"/>
                    <a:pt x="105133" y="38576"/>
                    <a:pt x="105133" y="38576"/>
                  </a:cubicBezTo>
                  <a:cubicBezTo>
                    <a:pt x="105133" y="38576"/>
                    <a:pt x="105466" y="38576"/>
                    <a:pt x="105866" y="38576"/>
                  </a:cubicBezTo>
                  <a:cubicBezTo>
                    <a:pt x="105866" y="38375"/>
                    <a:pt x="105866" y="37842"/>
                    <a:pt x="106066" y="37842"/>
                  </a:cubicBezTo>
                  <a:cubicBezTo>
                    <a:pt x="106466" y="37641"/>
                    <a:pt x="106866" y="37441"/>
                    <a:pt x="106866" y="37241"/>
                  </a:cubicBezTo>
                  <a:cubicBezTo>
                    <a:pt x="106866" y="37041"/>
                    <a:pt x="106666" y="36640"/>
                    <a:pt x="106466" y="36440"/>
                  </a:cubicBezTo>
                  <a:cubicBezTo>
                    <a:pt x="106066" y="36240"/>
                    <a:pt x="105866" y="36040"/>
                    <a:pt x="105666" y="35706"/>
                  </a:cubicBezTo>
                  <a:cubicBezTo>
                    <a:pt x="105666" y="35305"/>
                    <a:pt x="105466" y="34905"/>
                    <a:pt x="105866" y="35105"/>
                  </a:cubicBezTo>
                  <a:cubicBezTo>
                    <a:pt x="106266" y="35105"/>
                    <a:pt x="106466" y="35906"/>
                    <a:pt x="106666" y="35506"/>
                  </a:cubicBezTo>
                  <a:cubicBezTo>
                    <a:pt x="106866" y="34905"/>
                    <a:pt x="107200" y="34505"/>
                    <a:pt x="107400" y="34705"/>
                  </a:cubicBezTo>
                  <a:cubicBezTo>
                    <a:pt x="107600" y="34705"/>
                    <a:pt x="108200" y="34905"/>
                    <a:pt x="108200" y="35105"/>
                  </a:cubicBezTo>
                  <a:cubicBezTo>
                    <a:pt x="108200" y="35305"/>
                    <a:pt x="108600" y="36440"/>
                    <a:pt x="108600" y="36440"/>
                  </a:cubicBezTo>
                  <a:cubicBezTo>
                    <a:pt x="108600" y="36440"/>
                    <a:pt x="108600" y="36640"/>
                    <a:pt x="108800" y="37241"/>
                  </a:cubicBezTo>
                  <a:cubicBezTo>
                    <a:pt x="108800" y="37641"/>
                    <a:pt x="109333" y="37842"/>
                    <a:pt x="109133" y="38042"/>
                  </a:cubicBezTo>
                  <a:cubicBezTo>
                    <a:pt x="109133" y="38175"/>
                    <a:pt x="109000" y="38375"/>
                    <a:pt x="109533" y="38375"/>
                  </a:cubicBezTo>
                  <a:cubicBezTo>
                    <a:pt x="110133" y="38576"/>
                    <a:pt x="110733" y="38576"/>
                    <a:pt x="110733" y="38776"/>
                  </a:cubicBezTo>
                  <a:cubicBezTo>
                    <a:pt x="110733" y="38976"/>
                    <a:pt x="111066" y="38976"/>
                    <a:pt x="111266" y="39176"/>
                  </a:cubicBezTo>
                  <a:cubicBezTo>
                    <a:pt x="111266" y="39176"/>
                    <a:pt x="111266" y="39176"/>
                    <a:pt x="111266" y="39176"/>
                  </a:cubicBezTo>
                  <a:cubicBezTo>
                    <a:pt x="111933" y="40711"/>
                    <a:pt x="112466" y="42246"/>
                    <a:pt x="112933" y="43848"/>
                  </a:cubicBezTo>
                  <a:cubicBezTo>
                    <a:pt x="112800" y="43848"/>
                    <a:pt x="112666" y="43781"/>
                    <a:pt x="112666" y="43781"/>
                  </a:cubicBezTo>
                  <a:cubicBezTo>
                    <a:pt x="112466" y="43781"/>
                    <a:pt x="111266" y="43781"/>
                    <a:pt x="111066" y="43982"/>
                  </a:cubicBezTo>
                  <a:cubicBezTo>
                    <a:pt x="110933" y="44382"/>
                    <a:pt x="109933" y="44182"/>
                    <a:pt x="109733" y="43982"/>
                  </a:cubicBezTo>
                  <a:cubicBezTo>
                    <a:pt x="109733" y="43982"/>
                    <a:pt x="107800" y="43248"/>
                    <a:pt x="107600" y="43248"/>
                  </a:cubicBezTo>
                  <a:cubicBezTo>
                    <a:pt x="107600" y="43248"/>
                    <a:pt x="106666" y="42847"/>
                    <a:pt x="106466" y="42647"/>
                  </a:cubicBezTo>
                  <a:cubicBezTo>
                    <a:pt x="106266" y="42447"/>
                    <a:pt x="105466" y="42447"/>
                    <a:pt x="105266" y="42246"/>
                  </a:cubicBezTo>
                  <a:cubicBezTo>
                    <a:pt x="105266" y="42246"/>
                    <a:pt x="105466" y="42046"/>
                    <a:pt x="105266" y="42046"/>
                  </a:cubicBezTo>
                  <a:cubicBezTo>
                    <a:pt x="105133" y="42046"/>
                    <a:pt x="104133" y="42447"/>
                    <a:pt x="103933" y="42647"/>
                  </a:cubicBezTo>
                  <a:cubicBezTo>
                    <a:pt x="103733" y="42647"/>
                    <a:pt x="103400" y="43047"/>
                    <a:pt x="103400" y="43047"/>
                  </a:cubicBezTo>
                  <a:cubicBezTo>
                    <a:pt x="103400" y="43047"/>
                    <a:pt x="103000" y="43448"/>
                    <a:pt x="103000" y="43781"/>
                  </a:cubicBezTo>
                  <a:cubicBezTo>
                    <a:pt x="103000" y="44182"/>
                    <a:pt x="103533" y="44382"/>
                    <a:pt x="103400" y="44582"/>
                  </a:cubicBezTo>
                  <a:cubicBezTo>
                    <a:pt x="103200" y="44783"/>
                    <a:pt x="102600" y="44983"/>
                    <a:pt x="102600" y="44983"/>
                  </a:cubicBezTo>
                  <a:cubicBezTo>
                    <a:pt x="102600" y="44983"/>
                    <a:pt x="102000" y="44382"/>
                    <a:pt x="101800" y="44382"/>
                  </a:cubicBezTo>
                  <a:cubicBezTo>
                    <a:pt x="101600" y="44382"/>
                    <a:pt x="99866" y="43982"/>
                    <a:pt x="99866" y="43982"/>
                  </a:cubicBezTo>
                  <a:cubicBezTo>
                    <a:pt x="99333" y="43248"/>
                    <a:pt x="99333" y="43248"/>
                    <a:pt x="99333" y="43248"/>
                  </a:cubicBezTo>
                  <a:cubicBezTo>
                    <a:pt x="99333" y="43248"/>
                    <a:pt x="98133" y="42447"/>
                    <a:pt x="97933" y="42447"/>
                  </a:cubicBezTo>
                  <a:cubicBezTo>
                    <a:pt x="97933" y="42447"/>
                    <a:pt x="96600" y="42447"/>
                    <a:pt x="96600" y="42246"/>
                  </a:cubicBezTo>
                  <a:cubicBezTo>
                    <a:pt x="96400" y="42046"/>
                    <a:pt x="95666" y="41312"/>
                    <a:pt x="95466" y="41512"/>
                  </a:cubicBezTo>
                  <a:cubicBezTo>
                    <a:pt x="95066" y="41512"/>
                    <a:pt x="95266" y="40912"/>
                    <a:pt x="95466" y="40912"/>
                  </a:cubicBezTo>
                  <a:cubicBezTo>
                    <a:pt x="95466" y="40711"/>
                    <a:pt x="95866" y="40111"/>
                    <a:pt x="95866" y="40111"/>
                  </a:cubicBezTo>
                  <a:cubicBezTo>
                    <a:pt x="95866" y="39911"/>
                    <a:pt x="96000" y="39377"/>
                    <a:pt x="95666" y="39176"/>
                  </a:cubicBezTo>
                  <a:close/>
                  <a:moveTo>
                    <a:pt x="98133" y="20622"/>
                  </a:moveTo>
                  <a:cubicBezTo>
                    <a:pt x="98333" y="20756"/>
                    <a:pt x="98533" y="20756"/>
                    <a:pt x="98733" y="20956"/>
                  </a:cubicBezTo>
                  <a:cubicBezTo>
                    <a:pt x="98733" y="20956"/>
                    <a:pt x="98733" y="21156"/>
                    <a:pt x="98933" y="21156"/>
                  </a:cubicBezTo>
                  <a:cubicBezTo>
                    <a:pt x="98933" y="20956"/>
                    <a:pt x="98933" y="20756"/>
                    <a:pt x="98933" y="20756"/>
                  </a:cubicBezTo>
                  <a:cubicBezTo>
                    <a:pt x="98933" y="20756"/>
                    <a:pt x="98733" y="20622"/>
                    <a:pt x="98533" y="20622"/>
                  </a:cubicBezTo>
                  <a:cubicBezTo>
                    <a:pt x="98400" y="20422"/>
                    <a:pt x="98333" y="20222"/>
                    <a:pt x="98466" y="20222"/>
                  </a:cubicBezTo>
                  <a:cubicBezTo>
                    <a:pt x="98866" y="20622"/>
                    <a:pt x="99266" y="21023"/>
                    <a:pt x="99666" y="21423"/>
                  </a:cubicBezTo>
                  <a:cubicBezTo>
                    <a:pt x="99600" y="21423"/>
                    <a:pt x="99533" y="21490"/>
                    <a:pt x="99533" y="21557"/>
                  </a:cubicBezTo>
                  <a:cubicBezTo>
                    <a:pt x="99533" y="21557"/>
                    <a:pt x="99133" y="21557"/>
                    <a:pt x="98933" y="21557"/>
                  </a:cubicBezTo>
                  <a:cubicBezTo>
                    <a:pt x="98733" y="21757"/>
                    <a:pt x="98333" y="22157"/>
                    <a:pt x="98133" y="21957"/>
                  </a:cubicBezTo>
                  <a:cubicBezTo>
                    <a:pt x="98133" y="21757"/>
                    <a:pt x="97933" y="21957"/>
                    <a:pt x="97933" y="21757"/>
                  </a:cubicBezTo>
                  <a:cubicBezTo>
                    <a:pt x="97733" y="21357"/>
                    <a:pt x="97733" y="21156"/>
                    <a:pt x="97600" y="21156"/>
                  </a:cubicBezTo>
                  <a:cubicBezTo>
                    <a:pt x="97400" y="21156"/>
                    <a:pt x="97000" y="21357"/>
                    <a:pt x="97000" y="21557"/>
                  </a:cubicBezTo>
                  <a:cubicBezTo>
                    <a:pt x="97000" y="21557"/>
                    <a:pt x="97000" y="21557"/>
                    <a:pt x="96800" y="21757"/>
                  </a:cubicBezTo>
                  <a:cubicBezTo>
                    <a:pt x="96600" y="21757"/>
                    <a:pt x="96000" y="21757"/>
                    <a:pt x="96000" y="21757"/>
                  </a:cubicBezTo>
                  <a:cubicBezTo>
                    <a:pt x="96800" y="21156"/>
                    <a:pt x="96800" y="21156"/>
                    <a:pt x="96800" y="21156"/>
                  </a:cubicBezTo>
                  <a:cubicBezTo>
                    <a:pt x="97000" y="20422"/>
                    <a:pt x="97000" y="20422"/>
                    <a:pt x="97000" y="20422"/>
                  </a:cubicBezTo>
                  <a:cubicBezTo>
                    <a:pt x="97733" y="20622"/>
                    <a:pt x="97733" y="20622"/>
                    <a:pt x="97733" y="20622"/>
                  </a:cubicBezTo>
                  <a:cubicBezTo>
                    <a:pt x="97733" y="20756"/>
                    <a:pt x="97933" y="20422"/>
                    <a:pt x="98133" y="20622"/>
                  </a:cubicBezTo>
                  <a:close/>
                  <a:moveTo>
                    <a:pt x="4600" y="60000"/>
                  </a:moveTo>
                  <a:cubicBezTo>
                    <a:pt x="4600" y="59666"/>
                    <a:pt x="4666" y="59332"/>
                    <a:pt x="4666" y="58998"/>
                  </a:cubicBezTo>
                  <a:cubicBezTo>
                    <a:pt x="5000" y="58932"/>
                    <a:pt x="5066" y="58932"/>
                    <a:pt x="5066" y="58932"/>
                  </a:cubicBezTo>
                  <a:cubicBezTo>
                    <a:pt x="5800" y="59332"/>
                    <a:pt x="5800" y="59332"/>
                    <a:pt x="5800" y="59332"/>
                  </a:cubicBezTo>
                  <a:cubicBezTo>
                    <a:pt x="7333" y="61067"/>
                    <a:pt x="7333" y="61067"/>
                    <a:pt x="7333" y="61067"/>
                  </a:cubicBezTo>
                  <a:cubicBezTo>
                    <a:pt x="8733" y="61401"/>
                    <a:pt x="8733" y="61401"/>
                    <a:pt x="8733" y="61401"/>
                  </a:cubicBezTo>
                  <a:cubicBezTo>
                    <a:pt x="10266" y="61802"/>
                    <a:pt x="10266" y="61802"/>
                    <a:pt x="10266" y="61802"/>
                  </a:cubicBezTo>
                  <a:cubicBezTo>
                    <a:pt x="11000" y="61802"/>
                    <a:pt x="11000" y="61802"/>
                    <a:pt x="11000" y="61802"/>
                  </a:cubicBezTo>
                  <a:cubicBezTo>
                    <a:pt x="11200" y="62803"/>
                    <a:pt x="11200" y="62803"/>
                    <a:pt x="11200" y="62803"/>
                  </a:cubicBezTo>
                  <a:cubicBezTo>
                    <a:pt x="11200" y="62803"/>
                    <a:pt x="11800" y="63537"/>
                    <a:pt x="12000" y="63737"/>
                  </a:cubicBezTo>
                  <a:cubicBezTo>
                    <a:pt x="12200" y="63737"/>
                    <a:pt x="12000" y="64738"/>
                    <a:pt x="12000" y="64738"/>
                  </a:cubicBezTo>
                  <a:cubicBezTo>
                    <a:pt x="12600" y="65072"/>
                    <a:pt x="12600" y="65072"/>
                    <a:pt x="12600" y="65072"/>
                  </a:cubicBezTo>
                  <a:cubicBezTo>
                    <a:pt x="13333" y="65873"/>
                    <a:pt x="13333" y="65873"/>
                    <a:pt x="13333" y="65873"/>
                  </a:cubicBezTo>
                  <a:cubicBezTo>
                    <a:pt x="13933" y="66273"/>
                    <a:pt x="13933" y="66273"/>
                    <a:pt x="13933" y="66273"/>
                  </a:cubicBezTo>
                  <a:cubicBezTo>
                    <a:pt x="14333" y="67007"/>
                    <a:pt x="14333" y="67007"/>
                    <a:pt x="14333" y="67007"/>
                  </a:cubicBezTo>
                  <a:cubicBezTo>
                    <a:pt x="14666" y="66674"/>
                    <a:pt x="14666" y="66674"/>
                    <a:pt x="14666" y="66674"/>
                  </a:cubicBezTo>
                  <a:cubicBezTo>
                    <a:pt x="15466" y="66874"/>
                    <a:pt x="15466" y="66874"/>
                    <a:pt x="15466" y="66874"/>
                  </a:cubicBezTo>
                  <a:cubicBezTo>
                    <a:pt x="16400" y="67808"/>
                    <a:pt x="16400" y="67808"/>
                    <a:pt x="16400" y="67808"/>
                  </a:cubicBezTo>
                  <a:cubicBezTo>
                    <a:pt x="17000" y="67408"/>
                    <a:pt x="17000" y="67408"/>
                    <a:pt x="17000" y="67408"/>
                  </a:cubicBezTo>
                  <a:cubicBezTo>
                    <a:pt x="16800" y="66674"/>
                    <a:pt x="16800" y="66674"/>
                    <a:pt x="16800" y="66674"/>
                  </a:cubicBezTo>
                  <a:cubicBezTo>
                    <a:pt x="17400" y="66073"/>
                    <a:pt x="17400" y="66073"/>
                    <a:pt x="17400" y="66073"/>
                  </a:cubicBezTo>
                  <a:cubicBezTo>
                    <a:pt x="18000" y="66073"/>
                    <a:pt x="18000" y="66073"/>
                    <a:pt x="18000" y="66073"/>
                  </a:cubicBezTo>
                  <a:cubicBezTo>
                    <a:pt x="18333" y="66674"/>
                    <a:pt x="18333" y="66674"/>
                    <a:pt x="18333" y="66674"/>
                  </a:cubicBezTo>
                  <a:cubicBezTo>
                    <a:pt x="18333" y="67007"/>
                    <a:pt x="18333" y="67007"/>
                    <a:pt x="18333" y="67007"/>
                  </a:cubicBezTo>
                  <a:cubicBezTo>
                    <a:pt x="19133" y="68209"/>
                    <a:pt x="19133" y="68209"/>
                    <a:pt x="19133" y="68209"/>
                  </a:cubicBezTo>
                  <a:cubicBezTo>
                    <a:pt x="19133" y="71078"/>
                    <a:pt x="19133" y="71078"/>
                    <a:pt x="19133" y="71078"/>
                  </a:cubicBezTo>
                  <a:cubicBezTo>
                    <a:pt x="18533" y="72080"/>
                    <a:pt x="18533" y="72080"/>
                    <a:pt x="18533" y="72080"/>
                  </a:cubicBezTo>
                  <a:cubicBezTo>
                    <a:pt x="17800" y="72680"/>
                    <a:pt x="17800" y="72680"/>
                    <a:pt x="17800" y="72680"/>
                  </a:cubicBezTo>
                  <a:cubicBezTo>
                    <a:pt x="17600" y="73615"/>
                    <a:pt x="17600" y="73615"/>
                    <a:pt x="17600" y="73615"/>
                  </a:cubicBezTo>
                  <a:cubicBezTo>
                    <a:pt x="16800" y="74015"/>
                    <a:pt x="16800" y="74015"/>
                    <a:pt x="16800" y="74015"/>
                  </a:cubicBezTo>
                  <a:cubicBezTo>
                    <a:pt x="16400" y="75150"/>
                    <a:pt x="16400" y="75150"/>
                    <a:pt x="16400" y="75150"/>
                  </a:cubicBezTo>
                  <a:cubicBezTo>
                    <a:pt x="16066" y="76151"/>
                    <a:pt x="16066" y="76151"/>
                    <a:pt x="16066" y="76151"/>
                  </a:cubicBezTo>
                  <a:cubicBezTo>
                    <a:pt x="16066" y="77085"/>
                    <a:pt x="16066" y="77085"/>
                    <a:pt x="16066" y="77085"/>
                  </a:cubicBezTo>
                  <a:cubicBezTo>
                    <a:pt x="16800" y="77686"/>
                    <a:pt x="16800" y="77686"/>
                    <a:pt x="16800" y="77686"/>
                  </a:cubicBezTo>
                  <a:cubicBezTo>
                    <a:pt x="16266" y="78487"/>
                    <a:pt x="16266" y="78487"/>
                    <a:pt x="16266" y="78487"/>
                  </a:cubicBezTo>
                  <a:cubicBezTo>
                    <a:pt x="15666" y="79221"/>
                    <a:pt x="15666" y="79221"/>
                    <a:pt x="15666" y="79221"/>
                  </a:cubicBezTo>
                  <a:cubicBezTo>
                    <a:pt x="16066" y="80622"/>
                    <a:pt x="16066" y="80622"/>
                    <a:pt x="16066" y="80622"/>
                  </a:cubicBezTo>
                  <a:cubicBezTo>
                    <a:pt x="16066" y="80622"/>
                    <a:pt x="16266" y="81357"/>
                    <a:pt x="16266" y="81156"/>
                  </a:cubicBezTo>
                  <a:cubicBezTo>
                    <a:pt x="17000" y="81757"/>
                    <a:pt x="17000" y="81757"/>
                    <a:pt x="17000" y="81757"/>
                  </a:cubicBezTo>
                  <a:cubicBezTo>
                    <a:pt x="18333" y="84293"/>
                    <a:pt x="18333" y="84293"/>
                    <a:pt x="18333" y="84293"/>
                  </a:cubicBezTo>
                  <a:cubicBezTo>
                    <a:pt x="19533" y="86229"/>
                    <a:pt x="19533" y="86229"/>
                    <a:pt x="19533" y="86229"/>
                  </a:cubicBezTo>
                  <a:cubicBezTo>
                    <a:pt x="21466" y="89899"/>
                    <a:pt x="21466" y="89899"/>
                    <a:pt x="21466" y="89899"/>
                  </a:cubicBezTo>
                  <a:cubicBezTo>
                    <a:pt x="22066" y="90233"/>
                    <a:pt x="26066" y="93170"/>
                    <a:pt x="26066" y="93170"/>
                  </a:cubicBezTo>
                  <a:cubicBezTo>
                    <a:pt x="26866" y="96840"/>
                    <a:pt x="26866" y="96840"/>
                    <a:pt x="26866" y="96840"/>
                  </a:cubicBezTo>
                  <a:cubicBezTo>
                    <a:pt x="27066" y="104382"/>
                    <a:pt x="27066" y="104382"/>
                    <a:pt x="27066" y="104382"/>
                  </a:cubicBezTo>
                  <a:cubicBezTo>
                    <a:pt x="27066" y="104449"/>
                    <a:pt x="27066" y="104449"/>
                    <a:pt x="27066" y="104449"/>
                  </a:cubicBezTo>
                  <a:cubicBezTo>
                    <a:pt x="13466" y="94371"/>
                    <a:pt x="4600" y="78220"/>
                    <a:pt x="4600" y="60000"/>
                  </a:cubicBezTo>
                  <a:close/>
                  <a:moveTo>
                    <a:pt x="60000" y="115328"/>
                  </a:moveTo>
                  <a:cubicBezTo>
                    <a:pt x="53133" y="115328"/>
                    <a:pt x="46600" y="114126"/>
                    <a:pt x="40600" y="111857"/>
                  </a:cubicBezTo>
                  <a:cubicBezTo>
                    <a:pt x="40600" y="111724"/>
                    <a:pt x="40600" y="111590"/>
                    <a:pt x="40600" y="111590"/>
                  </a:cubicBezTo>
                  <a:cubicBezTo>
                    <a:pt x="40600" y="111190"/>
                    <a:pt x="40600" y="110589"/>
                    <a:pt x="40600" y="110589"/>
                  </a:cubicBezTo>
                  <a:cubicBezTo>
                    <a:pt x="40600" y="110589"/>
                    <a:pt x="40600" y="110189"/>
                    <a:pt x="40200" y="110189"/>
                  </a:cubicBezTo>
                  <a:cubicBezTo>
                    <a:pt x="39800" y="109988"/>
                    <a:pt x="39800" y="109988"/>
                    <a:pt x="39600" y="109655"/>
                  </a:cubicBezTo>
                  <a:cubicBezTo>
                    <a:pt x="39600" y="109054"/>
                    <a:pt x="39200" y="108654"/>
                    <a:pt x="39200" y="108654"/>
                  </a:cubicBezTo>
                  <a:cubicBezTo>
                    <a:pt x="38866" y="108854"/>
                    <a:pt x="38866" y="108854"/>
                    <a:pt x="38866" y="108854"/>
                  </a:cubicBezTo>
                  <a:cubicBezTo>
                    <a:pt x="39200" y="108253"/>
                    <a:pt x="39200" y="108253"/>
                    <a:pt x="39200" y="108253"/>
                  </a:cubicBezTo>
                  <a:cubicBezTo>
                    <a:pt x="40200" y="109054"/>
                    <a:pt x="40200" y="109054"/>
                    <a:pt x="40200" y="109054"/>
                  </a:cubicBezTo>
                  <a:cubicBezTo>
                    <a:pt x="41733" y="109454"/>
                    <a:pt x="41733" y="109454"/>
                    <a:pt x="41733" y="109454"/>
                  </a:cubicBezTo>
                  <a:cubicBezTo>
                    <a:pt x="42933" y="108253"/>
                    <a:pt x="42933" y="108253"/>
                    <a:pt x="42933" y="108253"/>
                  </a:cubicBezTo>
                  <a:cubicBezTo>
                    <a:pt x="43666" y="106318"/>
                    <a:pt x="43666" y="106318"/>
                    <a:pt x="43666" y="106318"/>
                  </a:cubicBezTo>
                  <a:cubicBezTo>
                    <a:pt x="44066" y="104783"/>
                    <a:pt x="44066" y="104783"/>
                    <a:pt x="44066" y="104783"/>
                  </a:cubicBezTo>
                  <a:cubicBezTo>
                    <a:pt x="44800" y="104783"/>
                    <a:pt x="44800" y="104783"/>
                    <a:pt x="44800" y="104783"/>
                  </a:cubicBezTo>
                  <a:cubicBezTo>
                    <a:pt x="45600" y="103448"/>
                    <a:pt x="45600" y="103448"/>
                    <a:pt x="45600" y="103448"/>
                  </a:cubicBezTo>
                  <a:cubicBezTo>
                    <a:pt x="45800" y="102046"/>
                    <a:pt x="45800" y="102046"/>
                    <a:pt x="45800" y="102046"/>
                  </a:cubicBezTo>
                  <a:cubicBezTo>
                    <a:pt x="45600" y="100311"/>
                    <a:pt x="45600" y="100311"/>
                    <a:pt x="45600" y="100311"/>
                  </a:cubicBezTo>
                  <a:cubicBezTo>
                    <a:pt x="46000" y="99777"/>
                    <a:pt x="46000" y="99777"/>
                    <a:pt x="46000" y="99777"/>
                  </a:cubicBezTo>
                  <a:cubicBezTo>
                    <a:pt x="48533" y="98042"/>
                    <a:pt x="48533" y="98042"/>
                    <a:pt x="48533" y="98042"/>
                  </a:cubicBezTo>
                  <a:cubicBezTo>
                    <a:pt x="50400" y="97441"/>
                    <a:pt x="50400" y="97441"/>
                    <a:pt x="50400" y="97441"/>
                  </a:cubicBezTo>
                  <a:cubicBezTo>
                    <a:pt x="51000" y="96840"/>
                    <a:pt x="51000" y="96840"/>
                    <a:pt x="51000" y="96840"/>
                  </a:cubicBezTo>
                  <a:cubicBezTo>
                    <a:pt x="52200" y="95506"/>
                    <a:pt x="52200" y="95506"/>
                    <a:pt x="52200" y="95506"/>
                  </a:cubicBezTo>
                  <a:cubicBezTo>
                    <a:pt x="52200" y="95305"/>
                    <a:pt x="52533" y="93370"/>
                    <a:pt x="52533" y="93370"/>
                  </a:cubicBezTo>
                  <a:cubicBezTo>
                    <a:pt x="52533" y="93370"/>
                    <a:pt x="52933" y="91034"/>
                    <a:pt x="52933" y="90834"/>
                  </a:cubicBezTo>
                  <a:cubicBezTo>
                    <a:pt x="52733" y="90834"/>
                    <a:pt x="52933" y="88698"/>
                    <a:pt x="52933" y="88698"/>
                  </a:cubicBezTo>
                  <a:cubicBezTo>
                    <a:pt x="52733" y="88698"/>
                    <a:pt x="52933" y="88164"/>
                    <a:pt x="52933" y="88164"/>
                  </a:cubicBezTo>
                  <a:cubicBezTo>
                    <a:pt x="54866" y="85428"/>
                    <a:pt x="54866" y="85428"/>
                    <a:pt x="54866" y="85428"/>
                  </a:cubicBezTo>
                  <a:cubicBezTo>
                    <a:pt x="55666" y="83492"/>
                    <a:pt x="55666" y="83492"/>
                    <a:pt x="55666" y="83492"/>
                  </a:cubicBezTo>
                  <a:cubicBezTo>
                    <a:pt x="55666" y="83492"/>
                    <a:pt x="56400" y="82358"/>
                    <a:pt x="56200" y="82157"/>
                  </a:cubicBezTo>
                  <a:cubicBezTo>
                    <a:pt x="56200" y="81957"/>
                    <a:pt x="55666" y="80222"/>
                    <a:pt x="55666" y="80222"/>
                  </a:cubicBezTo>
                  <a:cubicBezTo>
                    <a:pt x="55666" y="80222"/>
                    <a:pt x="54466" y="80022"/>
                    <a:pt x="54266" y="79822"/>
                  </a:cubicBezTo>
                  <a:cubicBezTo>
                    <a:pt x="54266" y="79822"/>
                    <a:pt x="52333" y="77886"/>
                    <a:pt x="52200" y="78086"/>
                  </a:cubicBezTo>
                  <a:cubicBezTo>
                    <a:pt x="52200" y="78086"/>
                    <a:pt x="51400" y="77085"/>
                    <a:pt x="51400" y="77486"/>
                  </a:cubicBezTo>
                  <a:cubicBezTo>
                    <a:pt x="51200" y="77686"/>
                    <a:pt x="49666" y="77686"/>
                    <a:pt x="49666" y="77686"/>
                  </a:cubicBezTo>
                  <a:cubicBezTo>
                    <a:pt x="48133" y="77285"/>
                    <a:pt x="48133" y="77285"/>
                    <a:pt x="48133" y="77285"/>
                  </a:cubicBezTo>
                  <a:cubicBezTo>
                    <a:pt x="48133" y="77285"/>
                    <a:pt x="47333" y="77886"/>
                    <a:pt x="47533" y="77686"/>
                  </a:cubicBezTo>
                  <a:cubicBezTo>
                    <a:pt x="47733" y="77285"/>
                    <a:pt x="47533" y="76151"/>
                    <a:pt x="47533" y="76351"/>
                  </a:cubicBezTo>
                  <a:cubicBezTo>
                    <a:pt x="47533" y="76551"/>
                    <a:pt x="45000" y="75350"/>
                    <a:pt x="45000" y="75350"/>
                  </a:cubicBezTo>
                  <a:cubicBezTo>
                    <a:pt x="44266" y="76151"/>
                    <a:pt x="44266" y="76151"/>
                    <a:pt x="44266" y="76151"/>
                  </a:cubicBezTo>
                  <a:cubicBezTo>
                    <a:pt x="44266" y="75150"/>
                    <a:pt x="44266" y="75150"/>
                    <a:pt x="44266" y="75150"/>
                  </a:cubicBezTo>
                  <a:cubicBezTo>
                    <a:pt x="42933" y="74416"/>
                    <a:pt x="42933" y="74416"/>
                    <a:pt x="42933" y="74416"/>
                  </a:cubicBezTo>
                  <a:cubicBezTo>
                    <a:pt x="43066" y="73214"/>
                    <a:pt x="43066" y="73214"/>
                    <a:pt x="43066" y="73214"/>
                  </a:cubicBezTo>
                  <a:cubicBezTo>
                    <a:pt x="42533" y="72814"/>
                    <a:pt x="42533" y="72814"/>
                    <a:pt x="42533" y="72814"/>
                  </a:cubicBezTo>
                  <a:cubicBezTo>
                    <a:pt x="42533" y="72814"/>
                    <a:pt x="42333" y="73014"/>
                    <a:pt x="42333" y="72814"/>
                  </a:cubicBezTo>
                  <a:cubicBezTo>
                    <a:pt x="41933" y="70745"/>
                    <a:pt x="41933" y="70745"/>
                    <a:pt x="41933" y="70745"/>
                  </a:cubicBezTo>
                  <a:cubicBezTo>
                    <a:pt x="40000" y="69143"/>
                    <a:pt x="40000" y="69143"/>
                    <a:pt x="40000" y="69143"/>
                  </a:cubicBezTo>
                  <a:cubicBezTo>
                    <a:pt x="37666" y="69143"/>
                    <a:pt x="37666" y="69143"/>
                    <a:pt x="37666" y="69143"/>
                  </a:cubicBezTo>
                  <a:cubicBezTo>
                    <a:pt x="35533" y="68008"/>
                    <a:pt x="35533" y="68008"/>
                    <a:pt x="35533" y="68008"/>
                  </a:cubicBezTo>
                  <a:cubicBezTo>
                    <a:pt x="35200" y="67007"/>
                    <a:pt x="35200" y="67007"/>
                    <a:pt x="35200" y="67007"/>
                  </a:cubicBezTo>
                  <a:cubicBezTo>
                    <a:pt x="35200" y="67007"/>
                    <a:pt x="34000" y="66473"/>
                    <a:pt x="34000" y="66273"/>
                  </a:cubicBezTo>
                  <a:cubicBezTo>
                    <a:pt x="34000" y="66073"/>
                    <a:pt x="33600" y="66273"/>
                    <a:pt x="33600" y="66273"/>
                  </a:cubicBezTo>
                  <a:cubicBezTo>
                    <a:pt x="33466" y="66073"/>
                    <a:pt x="33466" y="65672"/>
                    <a:pt x="33466" y="65672"/>
                  </a:cubicBezTo>
                  <a:cubicBezTo>
                    <a:pt x="33066" y="65072"/>
                    <a:pt x="33066" y="65072"/>
                    <a:pt x="33066" y="65072"/>
                  </a:cubicBezTo>
                  <a:cubicBezTo>
                    <a:pt x="32866" y="65072"/>
                    <a:pt x="32866" y="65072"/>
                    <a:pt x="32866" y="65072"/>
                  </a:cubicBezTo>
                  <a:cubicBezTo>
                    <a:pt x="32266" y="64938"/>
                    <a:pt x="32266" y="64938"/>
                    <a:pt x="32266" y="64938"/>
                  </a:cubicBezTo>
                  <a:cubicBezTo>
                    <a:pt x="32066" y="64538"/>
                    <a:pt x="32066" y="64538"/>
                    <a:pt x="32066" y="64538"/>
                  </a:cubicBezTo>
                  <a:cubicBezTo>
                    <a:pt x="32066" y="64538"/>
                    <a:pt x="32533" y="64271"/>
                    <a:pt x="32800" y="64137"/>
                  </a:cubicBezTo>
                  <a:cubicBezTo>
                    <a:pt x="32133" y="64204"/>
                    <a:pt x="30533" y="64338"/>
                    <a:pt x="30533" y="64338"/>
                  </a:cubicBezTo>
                  <a:cubicBezTo>
                    <a:pt x="30333" y="64938"/>
                    <a:pt x="30333" y="64938"/>
                    <a:pt x="30333" y="64938"/>
                  </a:cubicBezTo>
                  <a:cubicBezTo>
                    <a:pt x="29200" y="64338"/>
                    <a:pt x="29200" y="64338"/>
                    <a:pt x="29200" y="64338"/>
                  </a:cubicBezTo>
                  <a:cubicBezTo>
                    <a:pt x="27466" y="64137"/>
                    <a:pt x="27466" y="64137"/>
                    <a:pt x="27466" y="64137"/>
                  </a:cubicBezTo>
                  <a:cubicBezTo>
                    <a:pt x="27466" y="64137"/>
                    <a:pt x="26066" y="63737"/>
                    <a:pt x="26066" y="63537"/>
                  </a:cubicBezTo>
                  <a:cubicBezTo>
                    <a:pt x="26066" y="63337"/>
                    <a:pt x="25733" y="62803"/>
                    <a:pt x="25733" y="62803"/>
                  </a:cubicBezTo>
                  <a:cubicBezTo>
                    <a:pt x="25733" y="62803"/>
                    <a:pt x="25533" y="63537"/>
                    <a:pt x="25333" y="63537"/>
                  </a:cubicBezTo>
                  <a:cubicBezTo>
                    <a:pt x="25333" y="63737"/>
                    <a:pt x="24333" y="64538"/>
                    <a:pt x="24333" y="64538"/>
                  </a:cubicBezTo>
                  <a:cubicBezTo>
                    <a:pt x="24333" y="65672"/>
                    <a:pt x="24333" y="65672"/>
                    <a:pt x="24333" y="65672"/>
                  </a:cubicBezTo>
                  <a:cubicBezTo>
                    <a:pt x="23800" y="64938"/>
                    <a:pt x="23800" y="64938"/>
                    <a:pt x="23800" y="64938"/>
                  </a:cubicBezTo>
                  <a:cubicBezTo>
                    <a:pt x="24133" y="64338"/>
                    <a:pt x="24133" y="64338"/>
                    <a:pt x="24133" y="64338"/>
                  </a:cubicBezTo>
                  <a:cubicBezTo>
                    <a:pt x="24133" y="63337"/>
                    <a:pt x="24133" y="63337"/>
                    <a:pt x="24133" y="63337"/>
                  </a:cubicBezTo>
                  <a:cubicBezTo>
                    <a:pt x="24733" y="63203"/>
                    <a:pt x="24733" y="63203"/>
                    <a:pt x="24733" y="63203"/>
                  </a:cubicBezTo>
                  <a:cubicBezTo>
                    <a:pt x="24533" y="62602"/>
                    <a:pt x="24533" y="62602"/>
                    <a:pt x="24533" y="62602"/>
                  </a:cubicBezTo>
                  <a:cubicBezTo>
                    <a:pt x="24533" y="62602"/>
                    <a:pt x="23933" y="62803"/>
                    <a:pt x="23933" y="63003"/>
                  </a:cubicBezTo>
                  <a:cubicBezTo>
                    <a:pt x="23000" y="63537"/>
                    <a:pt x="23000" y="63537"/>
                    <a:pt x="23000" y="63537"/>
                  </a:cubicBezTo>
                  <a:cubicBezTo>
                    <a:pt x="22066" y="63937"/>
                    <a:pt x="22066" y="63937"/>
                    <a:pt x="22066" y="63937"/>
                  </a:cubicBezTo>
                  <a:cubicBezTo>
                    <a:pt x="21466" y="63937"/>
                    <a:pt x="21466" y="63937"/>
                    <a:pt x="21466" y="63937"/>
                  </a:cubicBezTo>
                  <a:cubicBezTo>
                    <a:pt x="21466" y="63937"/>
                    <a:pt x="21066" y="64738"/>
                    <a:pt x="20866" y="64738"/>
                  </a:cubicBezTo>
                  <a:cubicBezTo>
                    <a:pt x="20666" y="64738"/>
                    <a:pt x="20866" y="65472"/>
                    <a:pt x="20866" y="65472"/>
                  </a:cubicBezTo>
                  <a:cubicBezTo>
                    <a:pt x="20866" y="65472"/>
                    <a:pt x="19533" y="66874"/>
                    <a:pt x="19533" y="66674"/>
                  </a:cubicBezTo>
                  <a:cubicBezTo>
                    <a:pt x="19533" y="66473"/>
                    <a:pt x="18200" y="65472"/>
                    <a:pt x="18200" y="65472"/>
                  </a:cubicBezTo>
                  <a:cubicBezTo>
                    <a:pt x="16600" y="65672"/>
                    <a:pt x="16600" y="65672"/>
                    <a:pt x="16600" y="65672"/>
                  </a:cubicBezTo>
                  <a:cubicBezTo>
                    <a:pt x="15866" y="66073"/>
                    <a:pt x="15866" y="66073"/>
                    <a:pt x="15866" y="66073"/>
                  </a:cubicBezTo>
                  <a:cubicBezTo>
                    <a:pt x="14866" y="65472"/>
                    <a:pt x="14866" y="65472"/>
                    <a:pt x="14866" y="65472"/>
                  </a:cubicBezTo>
                  <a:cubicBezTo>
                    <a:pt x="13933" y="64137"/>
                    <a:pt x="13933" y="64137"/>
                    <a:pt x="13933" y="64137"/>
                  </a:cubicBezTo>
                  <a:cubicBezTo>
                    <a:pt x="14133" y="62602"/>
                    <a:pt x="14133" y="62602"/>
                    <a:pt x="14133" y="62602"/>
                  </a:cubicBezTo>
                  <a:cubicBezTo>
                    <a:pt x="14466" y="61067"/>
                    <a:pt x="14466" y="61067"/>
                    <a:pt x="14466" y="61067"/>
                  </a:cubicBezTo>
                  <a:cubicBezTo>
                    <a:pt x="14666" y="59866"/>
                    <a:pt x="14666" y="59866"/>
                    <a:pt x="14666" y="59866"/>
                  </a:cubicBezTo>
                  <a:cubicBezTo>
                    <a:pt x="13533" y="59132"/>
                    <a:pt x="13533" y="59132"/>
                    <a:pt x="13533" y="59132"/>
                  </a:cubicBezTo>
                  <a:cubicBezTo>
                    <a:pt x="13533" y="59132"/>
                    <a:pt x="11400" y="59332"/>
                    <a:pt x="11400" y="59132"/>
                  </a:cubicBezTo>
                  <a:cubicBezTo>
                    <a:pt x="11400" y="59132"/>
                    <a:pt x="10066" y="59332"/>
                    <a:pt x="10066" y="59132"/>
                  </a:cubicBezTo>
                  <a:cubicBezTo>
                    <a:pt x="10266" y="59132"/>
                    <a:pt x="10666" y="58331"/>
                    <a:pt x="10666" y="58131"/>
                  </a:cubicBezTo>
                  <a:cubicBezTo>
                    <a:pt x="10800" y="57196"/>
                    <a:pt x="10800" y="57196"/>
                    <a:pt x="10800" y="57196"/>
                  </a:cubicBezTo>
                  <a:cubicBezTo>
                    <a:pt x="11400" y="56195"/>
                    <a:pt x="11400" y="56195"/>
                    <a:pt x="11400" y="56195"/>
                  </a:cubicBezTo>
                  <a:cubicBezTo>
                    <a:pt x="12000" y="54460"/>
                    <a:pt x="12000" y="54460"/>
                    <a:pt x="12000" y="54460"/>
                  </a:cubicBezTo>
                  <a:cubicBezTo>
                    <a:pt x="12400" y="53659"/>
                    <a:pt x="12400" y="53659"/>
                    <a:pt x="12400" y="53659"/>
                  </a:cubicBezTo>
                  <a:cubicBezTo>
                    <a:pt x="10466" y="53659"/>
                    <a:pt x="10466" y="53659"/>
                    <a:pt x="10466" y="53659"/>
                  </a:cubicBezTo>
                  <a:cubicBezTo>
                    <a:pt x="9466" y="54060"/>
                    <a:pt x="9466" y="54060"/>
                    <a:pt x="9466" y="54060"/>
                  </a:cubicBezTo>
                  <a:cubicBezTo>
                    <a:pt x="8733" y="55995"/>
                    <a:pt x="8733" y="55995"/>
                    <a:pt x="8733" y="55995"/>
                  </a:cubicBezTo>
                  <a:cubicBezTo>
                    <a:pt x="5600" y="56796"/>
                    <a:pt x="5600" y="56796"/>
                    <a:pt x="5600" y="56796"/>
                  </a:cubicBezTo>
                  <a:cubicBezTo>
                    <a:pt x="4866" y="56195"/>
                    <a:pt x="4866" y="56195"/>
                    <a:pt x="4866" y="56195"/>
                  </a:cubicBezTo>
                  <a:cubicBezTo>
                    <a:pt x="4866" y="56195"/>
                    <a:pt x="4800" y="56262"/>
                    <a:pt x="4800" y="56262"/>
                  </a:cubicBezTo>
                  <a:cubicBezTo>
                    <a:pt x="4800" y="56329"/>
                    <a:pt x="4866" y="56395"/>
                    <a:pt x="4866" y="56395"/>
                  </a:cubicBezTo>
                  <a:cubicBezTo>
                    <a:pt x="4733" y="56529"/>
                    <a:pt x="4733" y="56395"/>
                    <a:pt x="4800" y="56262"/>
                  </a:cubicBezTo>
                  <a:cubicBezTo>
                    <a:pt x="4800" y="56262"/>
                    <a:pt x="4800" y="56262"/>
                    <a:pt x="4733" y="56195"/>
                  </a:cubicBezTo>
                  <a:cubicBezTo>
                    <a:pt x="5000" y="53058"/>
                    <a:pt x="5466" y="49988"/>
                    <a:pt x="6200" y="46985"/>
                  </a:cubicBezTo>
                  <a:cubicBezTo>
                    <a:pt x="8533" y="45383"/>
                    <a:pt x="8533" y="45383"/>
                    <a:pt x="8533" y="45383"/>
                  </a:cubicBezTo>
                  <a:cubicBezTo>
                    <a:pt x="10066" y="45583"/>
                    <a:pt x="10066" y="45583"/>
                    <a:pt x="10066" y="45583"/>
                  </a:cubicBezTo>
                  <a:cubicBezTo>
                    <a:pt x="10466" y="45917"/>
                    <a:pt x="10466" y="45917"/>
                    <a:pt x="10466" y="45917"/>
                  </a:cubicBezTo>
                  <a:cubicBezTo>
                    <a:pt x="11400" y="45717"/>
                    <a:pt x="11400" y="45717"/>
                    <a:pt x="11400" y="45717"/>
                  </a:cubicBezTo>
                  <a:cubicBezTo>
                    <a:pt x="12400" y="44983"/>
                    <a:pt x="12400" y="44983"/>
                    <a:pt x="12400" y="44983"/>
                  </a:cubicBezTo>
                  <a:cubicBezTo>
                    <a:pt x="13533" y="44983"/>
                    <a:pt x="13533" y="44983"/>
                    <a:pt x="13533" y="44983"/>
                  </a:cubicBezTo>
                  <a:cubicBezTo>
                    <a:pt x="14666" y="44783"/>
                    <a:pt x="14666" y="44783"/>
                    <a:pt x="14666" y="44783"/>
                  </a:cubicBezTo>
                  <a:cubicBezTo>
                    <a:pt x="15466" y="45583"/>
                    <a:pt x="15466" y="45583"/>
                    <a:pt x="15466" y="45583"/>
                  </a:cubicBezTo>
                  <a:cubicBezTo>
                    <a:pt x="16400" y="45183"/>
                    <a:pt x="16400" y="45183"/>
                    <a:pt x="16400" y="45183"/>
                  </a:cubicBezTo>
                  <a:cubicBezTo>
                    <a:pt x="17000" y="45717"/>
                    <a:pt x="17000" y="45717"/>
                    <a:pt x="17000" y="45717"/>
                  </a:cubicBezTo>
                  <a:cubicBezTo>
                    <a:pt x="17400" y="46117"/>
                    <a:pt x="17400" y="46117"/>
                    <a:pt x="17400" y="46117"/>
                  </a:cubicBezTo>
                  <a:cubicBezTo>
                    <a:pt x="17400" y="46718"/>
                    <a:pt x="17400" y="46718"/>
                    <a:pt x="17400" y="46718"/>
                  </a:cubicBezTo>
                  <a:cubicBezTo>
                    <a:pt x="17000" y="47519"/>
                    <a:pt x="17000" y="47519"/>
                    <a:pt x="17000" y="47519"/>
                  </a:cubicBezTo>
                  <a:cubicBezTo>
                    <a:pt x="17400" y="48654"/>
                    <a:pt x="17400" y="48654"/>
                    <a:pt x="17400" y="48654"/>
                  </a:cubicBezTo>
                  <a:cubicBezTo>
                    <a:pt x="18000" y="49788"/>
                    <a:pt x="18000" y="49788"/>
                    <a:pt x="18000" y="49788"/>
                  </a:cubicBezTo>
                  <a:cubicBezTo>
                    <a:pt x="18533" y="49988"/>
                    <a:pt x="18533" y="49988"/>
                    <a:pt x="18533" y="49988"/>
                  </a:cubicBezTo>
                  <a:cubicBezTo>
                    <a:pt x="19133" y="48253"/>
                    <a:pt x="19133" y="48253"/>
                    <a:pt x="19133" y="48253"/>
                  </a:cubicBezTo>
                  <a:cubicBezTo>
                    <a:pt x="18933" y="46718"/>
                    <a:pt x="18933" y="46718"/>
                    <a:pt x="18933" y="46718"/>
                  </a:cubicBezTo>
                  <a:cubicBezTo>
                    <a:pt x="18733" y="45583"/>
                    <a:pt x="18733" y="45583"/>
                    <a:pt x="18733" y="45583"/>
                  </a:cubicBezTo>
                  <a:cubicBezTo>
                    <a:pt x="18733" y="44582"/>
                    <a:pt x="18733" y="44582"/>
                    <a:pt x="18733" y="44582"/>
                  </a:cubicBezTo>
                  <a:cubicBezTo>
                    <a:pt x="20266" y="42847"/>
                    <a:pt x="20266" y="42847"/>
                    <a:pt x="20266" y="42847"/>
                  </a:cubicBezTo>
                  <a:cubicBezTo>
                    <a:pt x="22200" y="41512"/>
                    <a:pt x="22200" y="41512"/>
                    <a:pt x="22200" y="41512"/>
                  </a:cubicBezTo>
                  <a:cubicBezTo>
                    <a:pt x="23800" y="40511"/>
                    <a:pt x="23800" y="40511"/>
                    <a:pt x="23800" y="40511"/>
                  </a:cubicBezTo>
                  <a:cubicBezTo>
                    <a:pt x="25133" y="38976"/>
                    <a:pt x="25133" y="38976"/>
                    <a:pt x="25133" y="38976"/>
                  </a:cubicBezTo>
                  <a:cubicBezTo>
                    <a:pt x="25133" y="37641"/>
                    <a:pt x="25133" y="37641"/>
                    <a:pt x="25133" y="37641"/>
                  </a:cubicBezTo>
                  <a:cubicBezTo>
                    <a:pt x="25733" y="37441"/>
                    <a:pt x="25733" y="37441"/>
                    <a:pt x="25733" y="37441"/>
                  </a:cubicBezTo>
                  <a:cubicBezTo>
                    <a:pt x="26266" y="36240"/>
                    <a:pt x="26266" y="36240"/>
                    <a:pt x="26266" y="36240"/>
                  </a:cubicBezTo>
                  <a:cubicBezTo>
                    <a:pt x="26866" y="36240"/>
                    <a:pt x="26866" y="36240"/>
                    <a:pt x="26866" y="36240"/>
                  </a:cubicBezTo>
                  <a:cubicBezTo>
                    <a:pt x="28000" y="34905"/>
                    <a:pt x="28000" y="34905"/>
                    <a:pt x="28000" y="34905"/>
                  </a:cubicBezTo>
                  <a:cubicBezTo>
                    <a:pt x="29933" y="34171"/>
                    <a:pt x="29933" y="34171"/>
                    <a:pt x="29933" y="34171"/>
                  </a:cubicBezTo>
                  <a:cubicBezTo>
                    <a:pt x="31133" y="33971"/>
                    <a:pt x="31133" y="33971"/>
                    <a:pt x="31133" y="33971"/>
                  </a:cubicBezTo>
                  <a:cubicBezTo>
                    <a:pt x="31533" y="33570"/>
                    <a:pt x="31533" y="33570"/>
                    <a:pt x="31533" y="33570"/>
                  </a:cubicBezTo>
                  <a:cubicBezTo>
                    <a:pt x="31133" y="33170"/>
                    <a:pt x="31133" y="33170"/>
                    <a:pt x="31133" y="33170"/>
                  </a:cubicBezTo>
                  <a:cubicBezTo>
                    <a:pt x="32066" y="31835"/>
                    <a:pt x="32066" y="31835"/>
                    <a:pt x="32066" y="31835"/>
                  </a:cubicBezTo>
                  <a:cubicBezTo>
                    <a:pt x="35000" y="30634"/>
                    <a:pt x="35000" y="30634"/>
                    <a:pt x="35000" y="30634"/>
                  </a:cubicBezTo>
                  <a:cubicBezTo>
                    <a:pt x="36733" y="30100"/>
                    <a:pt x="36733" y="30100"/>
                    <a:pt x="36733" y="30100"/>
                  </a:cubicBezTo>
                  <a:cubicBezTo>
                    <a:pt x="35333" y="31034"/>
                    <a:pt x="35333" y="31034"/>
                    <a:pt x="35333" y="31034"/>
                  </a:cubicBezTo>
                  <a:cubicBezTo>
                    <a:pt x="35533" y="31835"/>
                    <a:pt x="35533" y="31835"/>
                    <a:pt x="35533" y="31835"/>
                  </a:cubicBezTo>
                  <a:cubicBezTo>
                    <a:pt x="36733" y="31434"/>
                    <a:pt x="36733" y="31434"/>
                    <a:pt x="36733" y="31434"/>
                  </a:cubicBezTo>
                  <a:cubicBezTo>
                    <a:pt x="37466" y="31034"/>
                    <a:pt x="37466" y="31034"/>
                    <a:pt x="37466" y="31034"/>
                  </a:cubicBezTo>
                  <a:cubicBezTo>
                    <a:pt x="39400" y="30433"/>
                    <a:pt x="39400" y="30433"/>
                    <a:pt x="39400" y="30433"/>
                  </a:cubicBezTo>
                  <a:cubicBezTo>
                    <a:pt x="39400" y="30433"/>
                    <a:pt x="39800" y="29899"/>
                    <a:pt x="39800" y="29699"/>
                  </a:cubicBezTo>
                  <a:cubicBezTo>
                    <a:pt x="39800" y="29899"/>
                    <a:pt x="41000" y="29699"/>
                    <a:pt x="41000" y="29699"/>
                  </a:cubicBezTo>
                  <a:cubicBezTo>
                    <a:pt x="40800" y="29098"/>
                    <a:pt x="40800" y="29098"/>
                    <a:pt x="40800" y="29098"/>
                  </a:cubicBezTo>
                  <a:cubicBezTo>
                    <a:pt x="40800" y="28498"/>
                    <a:pt x="40800" y="28498"/>
                    <a:pt x="40800" y="28498"/>
                  </a:cubicBezTo>
                  <a:cubicBezTo>
                    <a:pt x="40200" y="28698"/>
                    <a:pt x="40200" y="28698"/>
                    <a:pt x="40200" y="28698"/>
                  </a:cubicBezTo>
                  <a:cubicBezTo>
                    <a:pt x="39200" y="29699"/>
                    <a:pt x="39200" y="29699"/>
                    <a:pt x="39200" y="29699"/>
                  </a:cubicBezTo>
                  <a:cubicBezTo>
                    <a:pt x="37866" y="29699"/>
                    <a:pt x="37866" y="29699"/>
                    <a:pt x="37866" y="29699"/>
                  </a:cubicBezTo>
                  <a:cubicBezTo>
                    <a:pt x="37133" y="28698"/>
                    <a:pt x="37133" y="28698"/>
                    <a:pt x="37133" y="28698"/>
                  </a:cubicBezTo>
                  <a:cubicBezTo>
                    <a:pt x="37866" y="27764"/>
                    <a:pt x="37866" y="27764"/>
                    <a:pt x="37866" y="27764"/>
                  </a:cubicBezTo>
                  <a:cubicBezTo>
                    <a:pt x="38466" y="26629"/>
                    <a:pt x="38466" y="26629"/>
                    <a:pt x="38466" y="26629"/>
                  </a:cubicBezTo>
                  <a:cubicBezTo>
                    <a:pt x="38333" y="26696"/>
                    <a:pt x="37466" y="26429"/>
                    <a:pt x="37466" y="26429"/>
                  </a:cubicBezTo>
                  <a:cubicBezTo>
                    <a:pt x="35933" y="26763"/>
                    <a:pt x="35933" y="26763"/>
                    <a:pt x="35933" y="26763"/>
                  </a:cubicBezTo>
                  <a:cubicBezTo>
                    <a:pt x="35733" y="26763"/>
                    <a:pt x="34400" y="27764"/>
                    <a:pt x="34400" y="27563"/>
                  </a:cubicBezTo>
                  <a:cubicBezTo>
                    <a:pt x="34600" y="27363"/>
                    <a:pt x="33800" y="27964"/>
                    <a:pt x="33800" y="27964"/>
                  </a:cubicBezTo>
                  <a:cubicBezTo>
                    <a:pt x="35733" y="26429"/>
                    <a:pt x="35733" y="26429"/>
                    <a:pt x="35733" y="26429"/>
                  </a:cubicBezTo>
                  <a:cubicBezTo>
                    <a:pt x="36533" y="26429"/>
                    <a:pt x="36533" y="26429"/>
                    <a:pt x="36533" y="26429"/>
                  </a:cubicBezTo>
                  <a:cubicBezTo>
                    <a:pt x="37266" y="25428"/>
                    <a:pt x="37266" y="25428"/>
                    <a:pt x="37266" y="25428"/>
                  </a:cubicBezTo>
                  <a:cubicBezTo>
                    <a:pt x="41533" y="25428"/>
                    <a:pt x="41533" y="25428"/>
                    <a:pt x="41533" y="25428"/>
                  </a:cubicBezTo>
                  <a:cubicBezTo>
                    <a:pt x="43066" y="25228"/>
                    <a:pt x="43066" y="25228"/>
                    <a:pt x="43066" y="25228"/>
                  </a:cubicBezTo>
                  <a:cubicBezTo>
                    <a:pt x="45000" y="24093"/>
                    <a:pt x="45000" y="24093"/>
                    <a:pt x="45000" y="24093"/>
                  </a:cubicBezTo>
                  <a:cubicBezTo>
                    <a:pt x="45200" y="24293"/>
                    <a:pt x="45200" y="24293"/>
                    <a:pt x="45200" y="24293"/>
                  </a:cubicBezTo>
                  <a:cubicBezTo>
                    <a:pt x="44266" y="25027"/>
                    <a:pt x="44266" y="25027"/>
                    <a:pt x="44266" y="25027"/>
                  </a:cubicBezTo>
                  <a:cubicBezTo>
                    <a:pt x="43266" y="26229"/>
                    <a:pt x="43266" y="26229"/>
                    <a:pt x="43266" y="26229"/>
                  </a:cubicBezTo>
                  <a:cubicBezTo>
                    <a:pt x="42333" y="27163"/>
                    <a:pt x="42333" y="27163"/>
                    <a:pt x="42333" y="27163"/>
                  </a:cubicBezTo>
                  <a:cubicBezTo>
                    <a:pt x="41933" y="27764"/>
                    <a:pt x="41933" y="27764"/>
                    <a:pt x="41933" y="27764"/>
                  </a:cubicBezTo>
                  <a:cubicBezTo>
                    <a:pt x="43466" y="27964"/>
                    <a:pt x="43466" y="27964"/>
                    <a:pt x="43466" y="27964"/>
                  </a:cubicBezTo>
                  <a:cubicBezTo>
                    <a:pt x="44666" y="27964"/>
                    <a:pt x="44666" y="27964"/>
                    <a:pt x="44666" y="27964"/>
                  </a:cubicBezTo>
                  <a:cubicBezTo>
                    <a:pt x="44800" y="27964"/>
                    <a:pt x="44800" y="28498"/>
                    <a:pt x="44800" y="28498"/>
                  </a:cubicBezTo>
                  <a:cubicBezTo>
                    <a:pt x="45600" y="27964"/>
                    <a:pt x="45600" y="27964"/>
                    <a:pt x="45600" y="27964"/>
                  </a:cubicBezTo>
                  <a:cubicBezTo>
                    <a:pt x="45800" y="28898"/>
                    <a:pt x="45800" y="28898"/>
                    <a:pt x="45800" y="28898"/>
                  </a:cubicBezTo>
                  <a:cubicBezTo>
                    <a:pt x="46933" y="27964"/>
                    <a:pt x="46933" y="27964"/>
                    <a:pt x="46933" y="27964"/>
                  </a:cubicBezTo>
                  <a:cubicBezTo>
                    <a:pt x="46600" y="26963"/>
                    <a:pt x="46600" y="26963"/>
                    <a:pt x="46600" y="26963"/>
                  </a:cubicBezTo>
                  <a:cubicBezTo>
                    <a:pt x="46933" y="26229"/>
                    <a:pt x="46933" y="26229"/>
                    <a:pt x="46933" y="26229"/>
                  </a:cubicBezTo>
                  <a:cubicBezTo>
                    <a:pt x="45600" y="26229"/>
                    <a:pt x="45600" y="26229"/>
                    <a:pt x="45600" y="26229"/>
                  </a:cubicBezTo>
                  <a:cubicBezTo>
                    <a:pt x="45600" y="25628"/>
                    <a:pt x="45600" y="25628"/>
                    <a:pt x="45600" y="25628"/>
                  </a:cubicBezTo>
                  <a:cubicBezTo>
                    <a:pt x="45600" y="25628"/>
                    <a:pt x="45200" y="25027"/>
                    <a:pt x="45000" y="25228"/>
                  </a:cubicBezTo>
                  <a:cubicBezTo>
                    <a:pt x="45800" y="24627"/>
                    <a:pt x="45800" y="24627"/>
                    <a:pt x="45800" y="24627"/>
                  </a:cubicBezTo>
                  <a:cubicBezTo>
                    <a:pt x="45400" y="24293"/>
                    <a:pt x="45400" y="24293"/>
                    <a:pt x="45400" y="24293"/>
                  </a:cubicBezTo>
                  <a:cubicBezTo>
                    <a:pt x="46400" y="23092"/>
                    <a:pt x="46400" y="23092"/>
                    <a:pt x="46400" y="23092"/>
                  </a:cubicBezTo>
                  <a:cubicBezTo>
                    <a:pt x="46000" y="21957"/>
                    <a:pt x="46000" y="21957"/>
                    <a:pt x="46000" y="21957"/>
                  </a:cubicBezTo>
                  <a:cubicBezTo>
                    <a:pt x="45800" y="21156"/>
                    <a:pt x="45800" y="21156"/>
                    <a:pt x="45800" y="21156"/>
                  </a:cubicBezTo>
                  <a:cubicBezTo>
                    <a:pt x="44666" y="20756"/>
                    <a:pt x="44666" y="20756"/>
                    <a:pt x="44666" y="20756"/>
                  </a:cubicBezTo>
                  <a:cubicBezTo>
                    <a:pt x="44266" y="20222"/>
                    <a:pt x="44266" y="20222"/>
                    <a:pt x="44266" y="20222"/>
                  </a:cubicBezTo>
                  <a:cubicBezTo>
                    <a:pt x="43666" y="19822"/>
                    <a:pt x="43666" y="19822"/>
                    <a:pt x="43666" y="19822"/>
                  </a:cubicBezTo>
                  <a:cubicBezTo>
                    <a:pt x="44066" y="18820"/>
                    <a:pt x="44066" y="18820"/>
                    <a:pt x="44066" y="18820"/>
                  </a:cubicBezTo>
                  <a:cubicBezTo>
                    <a:pt x="43866" y="18086"/>
                    <a:pt x="43866" y="18086"/>
                    <a:pt x="43866" y="18086"/>
                  </a:cubicBezTo>
                  <a:cubicBezTo>
                    <a:pt x="43866" y="18086"/>
                    <a:pt x="43666" y="15750"/>
                    <a:pt x="43466" y="15750"/>
                  </a:cubicBezTo>
                  <a:cubicBezTo>
                    <a:pt x="43466" y="15951"/>
                    <a:pt x="41933" y="17085"/>
                    <a:pt x="41933" y="17085"/>
                  </a:cubicBezTo>
                  <a:cubicBezTo>
                    <a:pt x="40400" y="17886"/>
                    <a:pt x="40400" y="17886"/>
                    <a:pt x="40400" y="17886"/>
                  </a:cubicBezTo>
                  <a:cubicBezTo>
                    <a:pt x="39600" y="17085"/>
                    <a:pt x="39600" y="17085"/>
                    <a:pt x="39600" y="17085"/>
                  </a:cubicBezTo>
                  <a:cubicBezTo>
                    <a:pt x="39600" y="16151"/>
                    <a:pt x="39600" y="16151"/>
                    <a:pt x="39600" y="16151"/>
                  </a:cubicBezTo>
                  <a:cubicBezTo>
                    <a:pt x="40400" y="15550"/>
                    <a:pt x="40400" y="15550"/>
                    <a:pt x="40400" y="15550"/>
                  </a:cubicBezTo>
                  <a:cubicBezTo>
                    <a:pt x="39200" y="15150"/>
                    <a:pt x="39200" y="15150"/>
                    <a:pt x="39200" y="15150"/>
                  </a:cubicBezTo>
                  <a:cubicBezTo>
                    <a:pt x="39200" y="14949"/>
                    <a:pt x="39200" y="14949"/>
                    <a:pt x="39200" y="14949"/>
                  </a:cubicBezTo>
                  <a:cubicBezTo>
                    <a:pt x="39200" y="14949"/>
                    <a:pt x="38066" y="13815"/>
                    <a:pt x="38066" y="14015"/>
                  </a:cubicBezTo>
                  <a:cubicBezTo>
                    <a:pt x="37866" y="14015"/>
                    <a:pt x="37666" y="14215"/>
                    <a:pt x="37666" y="14215"/>
                  </a:cubicBezTo>
                  <a:cubicBezTo>
                    <a:pt x="35200" y="14015"/>
                    <a:pt x="35200" y="14015"/>
                    <a:pt x="35200" y="14015"/>
                  </a:cubicBezTo>
                  <a:cubicBezTo>
                    <a:pt x="34400" y="15550"/>
                    <a:pt x="34400" y="15550"/>
                    <a:pt x="34400" y="15550"/>
                  </a:cubicBezTo>
                  <a:cubicBezTo>
                    <a:pt x="34200" y="16351"/>
                    <a:pt x="34200" y="16351"/>
                    <a:pt x="34200" y="16351"/>
                  </a:cubicBezTo>
                  <a:cubicBezTo>
                    <a:pt x="34200" y="16351"/>
                    <a:pt x="32866" y="17686"/>
                    <a:pt x="32666" y="17686"/>
                  </a:cubicBezTo>
                  <a:cubicBezTo>
                    <a:pt x="32866" y="17686"/>
                    <a:pt x="33466" y="18286"/>
                    <a:pt x="33466" y="18286"/>
                  </a:cubicBezTo>
                  <a:cubicBezTo>
                    <a:pt x="32866" y="19621"/>
                    <a:pt x="32866" y="19621"/>
                    <a:pt x="32866" y="19621"/>
                  </a:cubicBezTo>
                  <a:cubicBezTo>
                    <a:pt x="30733" y="20956"/>
                    <a:pt x="30733" y="20956"/>
                    <a:pt x="30733" y="20956"/>
                  </a:cubicBezTo>
                  <a:cubicBezTo>
                    <a:pt x="29733" y="20956"/>
                    <a:pt x="29733" y="20956"/>
                    <a:pt x="29733" y="20956"/>
                  </a:cubicBezTo>
                  <a:cubicBezTo>
                    <a:pt x="29733" y="20956"/>
                    <a:pt x="29200" y="23292"/>
                    <a:pt x="29200" y="23492"/>
                  </a:cubicBezTo>
                  <a:cubicBezTo>
                    <a:pt x="29200" y="23692"/>
                    <a:pt x="28200" y="24093"/>
                    <a:pt x="28200" y="24093"/>
                  </a:cubicBezTo>
                  <a:cubicBezTo>
                    <a:pt x="27666" y="24427"/>
                    <a:pt x="27666" y="24427"/>
                    <a:pt x="27666" y="24427"/>
                  </a:cubicBezTo>
                  <a:cubicBezTo>
                    <a:pt x="27466" y="23692"/>
                    <a:pt x="27466" y="23692"/>
                    <a:pt x="27466" y="23692"/>
                  </a:cubicBezTo>
                  <a:cubicBezTo>
                    <a:pt x="27466" y="23692"/>
                    <a:pt x="27066" y="23092"/>
                    <a:pt x="27066" y="22892"/>
                  </a:cubicBezTo>
                  <a:cubicBezTo>
                    <a:pt x="27800" y="23092"/>
                    <a:pt x="27800" y="23092"/>
                    <a:pt x="27800" y="23092"/>
                  </a:cubicBezTo>
                  <a:cubicBezTo>
                    <a:pt x="27800" y="22491"/>
                    <a:pt x="27800" y="22491"/>
                    <a:pt x="27800" y="22491"/>
                  </a:cubicBezTo>
                  <a:cubicBezTo>
                    <a:pt x="27266" y="22491"/>
                    <a:pt x="27266" y="22491"/>
                    <a:pt x="27266" y="22491"/>
                  </a:cubicBezTo>
                  <a:cubicBezTo>
                    <a:pt x="27466" y="21757"/>
                    <a:pt x="27466" y="21757"/>
                    <a:pt x="27466" y="21757"/>
                  </a:cubicBezTo>
                  <a:cubicBezTo>
                    <a:pt x="28000" y="20756"/>
                    <a:pt x="28000" y="20756"/>
                    <a:pt x="28000" y="20756"/>
                  </a:cubicBezTo>
                  <a:cubicBezTo>
                    <a:pt x="26066" y="20622"/>
                    <a:pt x="26066" y="20622"/>
                    <a:pt x="26066" y="20622"/>
                  </a:cubicBezTo>
                  <a:cubicBezTo>
                    <a:pt x="25733" y="20222"/>
                    <a:pt x="25733" y="20222"/>
                    <a:pt x="25733" y="20222"/>
                  </a:cubicBezTo>
                  <a:cubicBezTo>
                    <a:pt x="24733" y="20022"/>
                    <a:pt x="24733" y="20022"/>
                    <a:pt x="24733" y="20022"/>
                  </a:cubicBezTo>
                  <a:cubicBezTo>
                    <a:pt x="24733" y="19621"/>
                    <a:pt x="24733" y="19621"/>
                    <a:pt x="24733" y="19621"/>
                  </a:cubicBezTo>
                  <a:cubicBezTo>
                    <a:pt x="23933" y="19221"/>
                    <a:pt x="23933" y="19221"/>
                    <a:pt x="23933" y="19221"/>
                  </a:cubicBezTo>
                  <a:cubicBezTo>
                    <a:pt x="23200" y="18820"/>
                    <a:pt x="23200" y="18820"/>
                    <a:pt x="23200" y="18820"/>
                  </a:cubicBezTo>
                  <a:cubicBezTo>
                    <a:pt x="23133" y="18820"/>
                    <a:pt x="23066" y="18820"/>
                    <a:pt x="23000" y="18820"/>
                  </a:cubicBezTo>
                  <a:cubicBezTo>
                    <a:pt x="25400" y="16685"/>
                    <a:pt x="28000" y="14749"/>
                    <a:pt x="30733" y="13014"/>
                  </a:cubicBezTo>
                  <a:cubicBezTo>
                    <a:pt x="30933" y="13014"/>
                    <a:pt x="30933" y="13014"/>
                    <a:pt x="30933" y="13014"/>
                  </a:cubicBezTo>
                  <a:cubicBezTo>
                    <a:pt x="30733" y="13414"/>
                    <a:pt x="30733" y="13414"/>
                    <a:pt x="30733" y="13414"/>
                  </a:cubicBezTo>
                  <a:cubicBezTo>
                    <a:pt x="31533" y="13214"/>
                    <a:pt x="31533" y="13214"/>
                    <a:pt x="31533" y="13214"/>
                  </a:cubicBezTo>
                  <a:cubicBezTo>
                    <a:pt x="32466" y="12680"/>
                    <a:pt x="32466" y="12680"/>
                    <a:pt x="32466" y="12680"/>
                  </a:cubicBezTo>
                  <a:cubicBezTo>
                    <a:pt x="33066" y="12880"/>
                    <a:pt x="33066" y="12880"/>
                    <a:pt x="33066" y="12880"/>
                  </a:cubicBezTo>
                  <a:cubicBezTo>
                    <a:pt x="33466" y="13214"/>
                    <a:pt x="33466" y="13214"/>
                    <a:pt x="33466" y="13214"/>
                  </a:cubicBezTo>
                  <a:cubicBezTo>
                    <a:pt x="34400" y="13014"/>
                    <a:pt x="34400" y="13014"/>
                    <a:pt x="34400" y="13014"/>
                  </a:cubicBezTo>
                  <a:cubicBezTo>
                    <a:pt x="34200" y="12480"/>
                    <a:pt x="34200" y="12480"/>
                    <a:pt x="34200" y="12480"/>
                  </a:cubicBezTo>
                  <a:cubicBezTo>
                    <a:pt x="33666" y="12013"/>
                    <a:pt x="33333" y="11746"/>
                    <a:pt x="33133" y="11546"/>
                  </a:cubicBezTo>
                  <a:cubicBezTo>
                    <a:pt x="33800" y="11212"/>
                    <a:pt x="34400" y="10878"/>
                    <a:pt x="35066" y="10545"/>
                  </a:cubicBezTo>
                  <a:cubicBezTo>
                    <a:pt x="35200" y="10545"/>
                    <a:pt x="35200" y="10545"/>
                    <a:pt x="35200" y="10545"/>
                  </a:cubicBezTo>
                  <a:cubicBezTo>
                    <a:pt x="35200" y="10478"/>
                    <a:pt x="35266" y="10478"/>
                    <a:pt x="35333" y="10411"/>
                  </a:cubicBezTo>
                  <a:cubicBezTo>
                    <a:pt x="37066" y="9543"/>
                    <a:pt x="38800" y="8809"/>
                    <a:pt x="40600" y="8142"/>
                  </a:cubicBezTo>
                  <a:cubicBezTo>
                    <a:pt x="40866" y="8342"/>
                    <a:pt x="41133" y="8609"/>
                    <a:pt x="41133" y="8609"/>
                  </a:cubicBezTo>
                  <a:cubicBezTo>
                    <a:pt x="40800" y="9010"/>
                    <a:pt x="40800" y="9010"/>
                    <a:pt x="40800" y="9010"/>
                  </a:cubicBezTo>
                  <a:cubicBezTo>
                    <a:pt x="39200" y="9143"/>
                    <a:pt x="39200" y="9143"/>
                    <a:pt x="39200" y="9143"/>
                  </a:cubicBezTo>
                  <a:cubicBezTo>
                    <a:pt x="38866" y="9944"/>
                    <a:pt x="38866" y="9944"/>
                    <a:pt x="38866" y="9944"/>
                  </a:cubicBezTo>
                  <a:cubicBezTo>
                    <a:pt x="40000" y="9944"/>
                    <a:pt x="40000" y="9944"/>
                    <a:pt x="40000" y="9944"/>
                  </a:cubicBezTo>
                  <a:cubicBezTo>
                    <a:pt x="40800" y="9143"/>
                    <a:pt x="40800" y="9143"/>
                    <a:pt x="40800" y="9143"/>
                  </a:cubicBezTo>
                  <a:cubicBezTo>
                    <a:pt x="41733" y="9010"/>
                    <a:pt x="41733" y="9010"/>
                    <a:pt x="41733" y="9010"/>
                  </a:cubicBezTo>
                  <a:cubicBezTo>
                    <a:pt x="41933" y="9944"/>
                    <a:pt x="41933" y="9944"/>
                    <a:pt x="41933" y="9944"/>
                  </a:cubicBezTo>
                  <a:cubicBezTo>
                    <a:pt x="40800" y="10545"/>
                    <a:pt x="40800" y="10545"/>
                    <a:pt x="40800" y="10545"/>
                  </a:cubicBezTo>
                  <a:cubicBezTo>
                    <a:pt x="40600" y="10545"/>
                    <a:pt x="40000" y="10878"/>
                    <a:pt x="40000" y="10878"/>
                  </a:cubicBezTo>
                  <a:cubicBezTo>
                    <a:pt x="39800" y="11479"/>
                    <a:pt x="39800" y="11479"/>
                    <a:pt x="39800" y="11479"/>
                  </a:cubicBezTo>
                  <a:cubicBezTo>
                    <a:pt x="38866" y="11679"/>
                    <a:pt x="38866" y="11679"/>
                    <a:pt x="38866" y="11679"/>
                  </a:cubicBezTo>
                  <a:cubicBezTo>
                    <a:pt x="37866" y="11479"/>
                    <a:pt x="37866" y="11479"/>
                    <a:pt x="37866" y="11479"/>
                  </a:cubicBezTo>
                  <a:cubicBezTo>
                    <a:pt x="37266" y="11479"/>
                    <a:pt x="37266" y="11479"/>
                    <a:pt x="37266" y="11479"/>
                  </a:cubicBezTo>
                  <a:cubicBezTo>
                    <a:pt x="36533" y="12080"/>
                    <a:pt x="36533" y="12080"/>
                    <a:pt x="36533" y="12080"/>
                  </a:cubicBezTo>
                  <a:cubicBezTo>
                    <a:pt x="37266" y="12680"/>
                    <a:pt x="37266" y="12680"/>
                    <a:pt x="37266" y="12680"/>
                  </a:cubicBezTo>
                  <a:cubicBezTo>
                    <a:pt x="37266" y="12680"/>
                    <a:pt x="38066" y="12280"/>
                    <a:pt x="38266" y="12280"/>
                  </a:cubicBezTo>
                  <a:cubicBezTo>
                    <a:pt x="38466" y="12080"/>
                    <a:pt x="39066" y="11879"/>
                    <a:pt x="39066" y="12080"/>
                  </a:cubicBezTo>
                  <a:cubicBezTo>
                    <a:pt x="39200" y="12280"/>
                    <a:pt x="39800" y="12880"/>
                    <a:pt x="39800" y="12880"/>
                  </a:cubicBezTo>
                  <a:cubicBezTo>
                    <a:pt x="40400" y="13815"/>
                    <a:pt x="40400" y="13815"/>
                    <a:pt x="40400" y="13815"/>
                  </a:cubicBezTo>
                  <a:cubicBezTo>
                    <a:pt x="40800" y="14015"/>
                    <a:pt x="40800" y="14015"/>
                    <a:pt x="40800" y="14015"/>
                  </a:cubicBezTo>
                  <a:cubicBezTo>
                    <a:pt x="42333" y="14416"/>
                    <a:pt x="42333" y="14416"/>
                    <a:pt x="42333" y="14416"/>
                  </a:cubicBezTo>
                  <a:cubicBezTo>
                    <a:pt x="43266" y="14816"/>
                    <a:pt x="43266" y="14816"/>
                    <a:pt x="43266" y="14816"/>
                  </a:cubicBezTo>
                  <a:cubicBezTo>
                    <a:pt x="43266" y="14215"/>
                    <a:pt x="43266" y="14215"/>
                    <a:pt x="43266" y="14215"/>
                  </a:cubicBezTo>
                  <a:cubicBezTo>
                    <a:pt x="42533" y="13214"/>
                    <a:pt x="42533" y="13214"/>
                    <a:pt x="42533" y="13214"/>
                  </a:cubicBezTo>
                  <a:cubicBezTo>
                    <a:pt x="42533" y="13214"/>
                    <a:pt x="42333" y="13014"/>
                    <a:pt x="42733" y="13014"/>
                  </a:cubicBezTo>
                  <a:cubicBezTo>
                    <a:pt x="42933" y="13014"/>
                    <a:pt x="43466" y="13615"/>
                    <a:pt x="43466" y="13615"/>
                  </a:cubicBezTo>
                  <a:cubicBezTo>
                    <a:pt x="43666" y="13615"/>
                    <a:pt x="44466" y="14215"/>
                    <a:pt x="44466" y="14215"/>
                  </a:cubicBezTo>
                  <a:cubicBezTo>
                    <a:pt x="44666" y="13214"/>
                    <a:pt x="44666" y="13214"/>
                    <a:pt x="44666" y="13214"/>
                  </a:cubicBezTo>
                  <a:cubicBezTo>
                    <a:pt x="45400" y="12880"/>
                    <a:pt x="45400" y="12880"/>
                    <a:pt x="45400" y="12880"/>
                  </a:cubicBezTo>
                  <a:cubicBezTo>
                    <a:pt x="45000" y="12480"/>
                    <a:pt x="45000" y="12480"/>
                    <a:pt x="45000" y="12480"/>
                  </a:cubicBezTo>
                  <a:cubicBezTo>
                    <a:pt x="44800" y="12080"/>
                    <a:pt x="44800" y="12080"/>
                    <a:pt x="44800" y="12080"/>
                  </a:cubicBezTo>
                  <a:cubicBezTo>
                    <a:pt x="44266" y="11479"/>
                    <a:pt x="44266" y="11479"/>
                    <a:pt x="44266" y="11479"/>
                  </a:cubicBezTo>
                  <a:cubicBezTo>
                    <a:pt x="44466" y="10878"/>
                    <a:pt x="44466" y="10878"/>
                    <a:pt x="44466" y="10878"/>
                  </a:cubicBezTo>
                  <a:cubicBezTo>
                    <a:pt x="44466" y="10878"/>
                    <a:pt x="44466" y="10878"/>
                    <a:pt x="44666" y="10878"/>
                  </a:cubicBezTo>
                  <a:cubicBezTo>
                    <a:pt x="44666" y="10745"/>
                    <a:pt x="45000" y="10545"/>
                    <a:pt x="45000" y="10745"/>
                  </a:cubicBezTo>
                  <a:cubicBezTo>
                    <a:pt x="45200" y="10745"/>
                    <a:pt x="46000" y="11679"/>
                    <a:pt x="46000" y="11679"/>
                  </a:cubicBezTo>
                  <a:cubicBezTo>
                    <a:pt x="46600" y="11879"/>
                    <a:pt x="46600" y="11879"/>
                    <a:pt x="46600" y="11879"/>
                  </a:cubicBezTo>
                  <a:cubicBezTo>
                    <a:pt x="46933" y="11279"/>
                    <a:pt x="46933" y="11279"/>
                    <a:pt x="46933" y="11279"/>
                  </a:cubicBezTo>
                  <a:cubicBezTo>
                    <a:pt x="47933" y="11279"/>
                    <a:pt x="47933" y="11279"/>
                    <a:pt x="47933" y="11279"/>
                  </a:cubicBezTo>
                  <a:cubicBezTo>
                    <a:pt x="47933" y="10878"/>
                    <a:pt x="47933" y="10878"/>
                    <a:pt x="47933" y="10878"/>
                  </a:cubicBezTo>
                  <a:cubicBezTo>
                    <a:pt x="48866" y="10545"/>
                    <a:pt x="48866" y="10545"/>
                    <a:pt x="48866" y="10545"/>
                  </a:cubicBezTo>
                  <a:cubicBezTo>
                    <a:pt x="47533" y="9543"/>
                    <a:pt x="47533" y="9543"/>
                    <a:pt x="47533" y="9543"/>
                  </a:cubicBezTo>
                  <a:cubicBezTo>
                    <a:pt x="46933" y="9143"/>
                    <a:pt x="46933" y="9143"/>
                    <a:pt x="46933" y="9143"/>
                  </a:cubicBezTo>
                  <a:cubicBezTo>
                    <a:pt x="46400" y="9343"/>
                    <a:pt x="46400" y="9343"/>
                    <a:pt x="46400" y="9343"/>
                  </a:cubicBezTo>
                  <a:cubicBezTo>
                    <a:pt x="46000" y="8809"/>
                    <a:pt x="46000" y="8809"/>
                    <a:pt x="46000" y="8809"/>
                  </a:cubicBezTo>
                  <a:cubicBezTo>
                    <a:pt x="46400" y="8209"/>
                    <a:pt x="46400" y="8209"/>
                    <a:pt x="46400" y="8209"/>
                  </a:cubicBezTo>
                  <a:cubicBezTo>
                    <a:pt x="46733" y="7608"/>
                    <a:pt x="46733" y="7608"/>
                    <a:pt x="46733" y="7608"/>
                  </a:cubicBezTo>
                  <a:cubicBezTo>
                    <a:pt x="46000" y="7007"/>
                    <a:pt x="46000" y="7007"/>
                    <a:pt x="46000" y="7007"/>
                  </a:cubicBezTo>
                  <a:cubicBezTo>
                    <a:pt x="45200" y="6874"/>
                    <a:pt x="45200" y="6874"/>
                    <a:pt x="45200" y="6874"/>
                  </a:cubicBezTo>
                  <a:cubicBezTo>
                    <a:pt x="45133" y="6740"/>
                    <a:pt x="45133" y="6674"/>
                    <a:pt x="45066" y="6674"/>
                  </a:cubicBezTo>
                  <a:cubicBezTo>
                    <a:pt x="48466" y="5672"/>
                    <a:pt x="52000" y="5072"/>
                    <a:pt x="55666" y="4805"/>
                  </a:cubicBezTo>
                  <a:cubicBezTo>
                    <a:pt x="55666" y="4872"/>
                    <a:pt x="55666" y="5005"/>
                    <a:pt x="55666" y="5072"/>
                  </a:cubicBezTo>
                  <a:cubicBezTo>
                    <a:pt x="55466" y="5472"/>
                    <a:pt x="55266" y="5472"/>
                    <a:pt x="55066" y="5873"/>
                  </a:cubicBezTo>
                  <a:cubicBezTo>
                    <a:pt x="54666" y="6473"/>
                    <a:pt x="55666" y="6073"/>
                    <a:pt x="55666" y="6073"/>
                  </a:cubicBezTo>
                  <a:cubicBezTo>
                    <a:pt x="56600" y="6674"/>
                    <a:pt x="56600" y="6674"/>
                    <a:pt x="56600" y="6674"/>
                  </a:cubicBezTo>
                  <a:cubicBezTo>
                    <a:pt x="56600" y="6674"/>
                    <a:pt x="56400" y="6674"/>
                    <a:pt x="55866" y="6874"/>
                  </a:cubicBezTo>
                  <a:cubicBezTo>
                    <a:pt x="55466" y="6874"/>
                    <a:pt x="54866" y="7007"/>
                    <a:pt x="54866" y="7007"/>
                  </a:cubicBezTo>
                  <a:cubicBezTo>
                    <a:pt x="54666" y="7808"/>
                    <a:pt x="54666" y="7808"/>
                    <a:pt x="54666" y="7808"/>
                  </a:cubicBezTo>
                  <a:cubicBezTo>
                    <a:pt x="56200" y="7408"/>
                    <a:pt x="56200" y="7408"/>
                    <a:pt x="56200" y="7408"/>
                  </a:cubicBezTo>
                  <a:cubicBezTo>
                    <a:pt x="56066" y="8008"/>
                    <a:pt x="56066" y="8008"/>
                    <a:pt x="56066" y="8008"/>
                  </a:cubicBezTo>
                  <a:cubicBezTo>
                    <a:pt x="55066" y="8209"/>
                    <a:pt x="55066" y="8209"/>
                    <a:pt x="55066" y="8209"/>
                  </a:cubicBezTo>
                  <a:cubicBezTo>
                    <a:pt x="54133" y="9543"/>
                    <a:pt x="54133" y="9543"/>
                    <a:pt x="54133" y="9543"/>
                  </a:cubicBezTo>
                  <a:cubicBezTo>
                    <a:pt x="53933" y="11879"/>
                    <a:pt x="53933" y="11879"/>
                    <a:pt x="53933" y="11879"/>
                  </a:cubicBezTo>
                  <a:cubicBezTo>
                    <a:pt x="54133" y="14015"/>
                    <a:pt x="54133" y="14015"/>
                    <a:pt x="54133" y="14015"/>
                  </a:cubicBezTo>
                  <a:cubicBezTo>
                    <a:pt x="54666" y="15550"/>
                    <a:pt x="54666" y="15550"/>
                    <a:pt x="54666" y="15550"/>
                  </a:cubicBezTo>
                  <a:cubicBezTo>
                    <a:pt x="55666" y="15750"/>
                    <a:pt x="55666" y="15750"/>
                    <a:pt x="55666" y="15750"/>
                  </a:cubicBezTo>
                  <a:cubicBezTo>
                    <a:pt x="56800" y="16351"/>
                    <a:pt x="56800" y="16351"/>
                    <a:pt x="56800" y="16351"/>
                  </a:cubicBezTo>
                  <a:cubicBezTo>
                    <a:pt x="58333" y="16351"/>
                    <a:pt x="58333" y="16351"/>
                    <a:pt x="58333" y="16351"/>
                  </a:cubicBezTo>
                  <a:cubicBezTo>
                    <a:pt x="59866" y="14215"/>
                    <a:pt x="59866" y="14215"/>
                    <a:pt x="59866" y="14215"/>
                  </a:cubicBezTo>
                  <a:cubicBezTo>
                    <a:pt x="61466" y="12880"/>
                    <a:pt x="61466" y="12880"/>
                    <a:pt x="61466" y="12880"/>
                  </a:cubicBezTo>
                  <a:cubicBezTo>
                    <a:pt x="61800" y="12080"/>
                    <a:pt x="61800" y="12080"/>
                    <a:pt x="61800" y="12080"/>
                  </a:cubicBezTo>
                  <a:cubicBezTo>
                    <a:pt x="62600" y="11479"/>
                    <a:pt x="62600" y="11479"/>
                    <a:pt x="62600" y="11479"/>
                  </a:cubicBezTo>
                  <a:cubicBezTo>
                    <a:pt x="64133" y="11078"/>
                    <a:pt x="64133" y="11078"/>
                    <a:pt x="64133" y="11078"/>
                  </a:cubicBezTo>
                  <a:cubicBezTo>
                    <a:pt x="66266" y="10745"/>
                    <a:pt x="66266" y="10745"/>
                    <a:pt x="66266" y="10745"/>
                  </a:cubicBezTo>
                  <a:cubicBezTo>
                    <a:pt x="66266" y="10745"/>
                    <a:pt x="68200" y="9343"/>
                    <a:pt x="68400" y="9343"/>
                  </a:cubicBezTo>
                  <a:cubicBezTo>
                    <a:pt x="68600" y="9143"/>
                    <a:pt x="74000" y="7408"/>
                    <a:pt x="74000" y="7408"/>
                  </a:cubicBezTo>
                  <a:cubicBezTo>
                    <a:pt x="75133" y="7608"/>
                    <a:pt x="75133" y="7608"/>
                    <a:pt x="75133" y="7608"/>
                  </a:cubicBezTo>
                  <a:cubicBezTo>
                    <a:pt x="75133" y="7608"/>
                    <a:pt x="75266" y="7208"/>
                    <a:pt x="75333" y="6740"/>
                  </a:cubicBezTo>
                  <a:cubicBezTo>
                    <a:pt x="81266" y="8476"/>
                    <a:pt x="86800" y="11145"/>
                    <a:pt x="91733" y="14616"/>
                  </a:cubicBezTo>
                  <a:cubicBezTo>
                    <a:pt x="91666" y="14749"/>
                    <a:pt x="91600" y="14883"/>
                    <a:pt x="91600" y="14949"/>
                  </a:cubicBezTo>
                  <a:cubicBezTo>
                    <a:pt x="91600" y="15150"/>
                    <a:pt x="91600" y="16351"/>
                    <a:pt x="91600" y="16351"/>
                  </a:cubicBezTo>
                  <a:cubicBezTo>
                    <a:pt x="91600" y="16351"/>
                    <a:pt x="92333" y="16351"/>
                    <a:pt x="92133" y="16551"/>
                  </a:cubicBezTo>
                  <a:cubicBezTo>
                    <a:pt x="92000" y="16751"/>
                    <a:pt x="92000" y="17486"/>
                    <a:pt x="92000" y="17486"/>
                  </a:cubicBezTo>
                  <a:cubicBezTo>
                    <a:pt x="92533" y="18086"/>
                    <a:pt x="92533" y="18086"/>
                    <a:pt x="92533" y="18086"/>
                  </a:cubicBezTo>
                  <a:cubicBezTo>
                    <a:pt x="92533" y="18086"/>
                    <a:pt x="93533" y="18286"/>
                    <a:pt x="93733" y="18286"/>
                  </a:cubicBezTo>
                  <a:cubicBezTo>
                    <a:pt x="93866" y="18286"/>
                    <a:pt x="94266" y="17886"/>
                    <a:pt x="94266" y="17886"/>
                  </a:cubicBezTo>
                  <a:cubicBezTo>
                    <a:pt x="94466" y="17886"/>
                    <a:pt x="94866" y="17285"/>
                    <a:pt x="95066" y="17285"/>
                  </a:cubicBezTo>
                  <a:cubicBezTo>
                    <a:pt x="95066" y="17285"/>
                    <a:pt x="95133" y="17285"/>
                    <a:pt x="95200" y="17285"/>
                  </a:cubicBezTo>
                  <a:cubicBezTo>
                    <a:pt x="95466" y="17486"/>
                    <a:pt x="95733" y="17753"/>
                    <a:pt x="96000" y="17953"/>
                  </a:cubicBezTo>
                  <a:cubicBezTo>
                    <a:pt x="96000" y="18020"/>
                    <a:pt x="96000" y="18020"/>
                    <a:pt x="96000" y="18086"/>
                  </a:cubicBezTo>
                  <a:cubicBezTo>
                    <a:pt x="96200" y="18086"/>
                    <a:pt x="96400" y="18487"/>
                    <a:pt x="96600" y="18820"/>
                  </a:cubicBezTo>
                  <a:cubicBezTo>
                    <a:pt x="96800" y="19021"/>
                    <a:pt x="97000" y="19421"/>
                    <a:pt x="97000" y="19621"/>
                  </a:cubicBezTo>
                  <a:cubicBezTo>
                    <a:pt x="96800" y="19621"/>
                    <a:pt x="96600" y="20022"/>
                    <a:pt x="96600" y="20022"/>
                  </a:cubicBezTo>
                  <a:cubicBezTo>
                    <a:pt x="96600" y="20022"/>
                    <a:pt x="95866" y="20022"/>
                    <a:pt x="95666" y="20222"/>
                  </a:cubicBezTo>
                  <a:cubicBezTo>
                    <a:pt x="95466" y="20222"/>
                    <a:pt x="95466" y="20222"/>
                    <a:pt x="95466" y="20222"/>
                  </a:cubicBezTo>
                  <a:cubicBezTo>
                    <a:pt x="95266" y="20222"/>
                    <a:pt x="95666" y="19822"/>
                    <a:pt x="95666" y="19822"/>
                  </a:cubicBezTo>
                  <a:cubicBezTo>
                    <a:pt x="95866" y="19621"/>
                    <a:pt x="95466" y="19221"/>
                    <a:pt x="95466" y="19221"/>
                  </a:cubicBezTo>
                  <a:cubicBezTo>
                    <a:pt x="95266" y="19221"/>
                    <a:pt x="95266" y="19021"/>
                    <a:pt x="95266" y="19021"/>
                  </a:cubicBezTo>
                  <a:cubicBezTo>
                    <a:pt x="95466" y="18820"/>
                    <a:pt x="95466" y="18487"/>
                    <a:pt x="95466" y="18487"/>
                  </a:cubicBezTo>
                  <a:cubicBezTo>
                    <a:pt x="95466" y="18487"/>
                    <a:pt x="95266" y="18286"/>
                    <a:pt x="95266" y="18487"/>
                  </a:cubicBezTo>
                  <a:cubicBezTo>
                    <a:pt x="95066" y="18487"/>
                    <a:pt x="94266" y="18820"/>
                    <a:pt x="94266" y="18820"/>
                  </a:cubicBezTo>
                  <a:cubicBezTo>
                    <a:pt x="94266" y="18820"/>
                    <a:pt x="93733" y="19221"/>
                    <a:pt x="93733" y="19421"/>
                  </a:cubicBezTo>
                  <a:cubicBezTo>
                    <a:pt x="93733" y="19421"/>
                    <a:pt x="93533" y="20022"/>
                    <a:pt x="93733" y="20422"/>
                  </a:cubicBezTo>
                  <a:cubicBezTo>
                    <a:pt x="93733" y="20756"/>
                    <a:pt x="94066" y="21357"/>
                    <a:pt x="94066" y="21357"/>
                  </a:cubicBezTo>
                  <a:cubicBezTo>
                    <a:pt x="94066" y="21357"/>
                    <a:pt x="94466" y="21557"/>
                    <a:pt x="94266" y="21557"/>
                  </a:cubicBezTo>
                  <a:cubicBezTo>
                    <a:pt x="94066" y="21757"/>
                    <a:pt x="93866" y="22157"/>
                    <a:pt x="93866" y="22157"/>
                  </a:cubicBezTo>
                  <a:cubicBezTo>
                    <a:pt x="93333" y="22157"/>
                    <a:pt x="93333" y="22157"/>
                    <a:pt x="93333" y="22157"/>
                  </a:cubicBezTo>
                  <a:cubicBezTo>
                    <a:pt x="92133" y="22358"/>
                    <a:pt x="92133" y="22358"/>
                    <a:pt x="92133" y="22358"/>
                  </a:cubicBezTo>
                  <a:cubicBezTo>
                    <a:pt x="92000" y="22358"/>
                    <a:pt x="91000" y="22691"/>
                    <a:pt x="91000" y="22691"/>
                  </a:cubicBezTo>
                  <a:cubicBezTo>
                    <a:pt x="91200" y="22892"/>
                    <a:pt x="90800" y="23893"/>
                    <a:pt x="90800" y="23893"/>
                  </a:cubicBezTo>
                  <a:cubicBezTo>
                    <a:pt x="89666" y="24627"/>
                    <a:pt x="89666" y="24627"/>
                    <a:pt x="89666" y="24627"/>
                  </a:cubicBezTo>
                  <a:cubicBezTo>
                    <a:pt x="89466" y="24627"/>
                    <a:pt x="88666" y="24827"/>
                    <a:pt x="88666" y="24827"/>
                  </a:cubicBezTo>
                  <a:cubicBezTo>
                    <a:pt x="88266" y="25828"/>
                    <a:pt x="88266" y="25828"/>
                    <a:pt x="88266" y="25828"/>
                  </a:cubicBezTo>
                  <a:cubicBezTo>
                    <a:pt x="87133" y="26429"/>
                    <a:pt x="87133" y="26429"/>
                    <a:pt x="87133" y="26429"/>
                  </a:cubicBezTo>
                  <a:cubicBezTo>
                    <a:pt x="86333" y="26028"/>
                    <a:pt x="86333" y="26028"/>
                    <a:pt x="86333" y="26028"/>
                  </a:cubicBezTo>
                  <a:cubicBezTo>
                    <a:pt x="86333" y="25828"/>
                    <a:pt x="86000" y="25628"/>
                    <a:pt x="86000" y="25828"/>
                  </a:cubicBezTo>
                  <a:cubicBezTo>
                    <a:pt x="86000" y="25828"/>
                    <a:pt x="86200" y="26562"/>
                    <a:pt x="86200" y="26763"/>
                  </a:cubicBezTo>
                  <a:cubicBezTo>
                    <a:pt x="86200" y="26763"/>
                    <a:pt x="86333" y="27163"/>
                    <a:pt x="86200" y="27163"/>
                  </a:cubicBezTo>
                  <a:cubicBezTo>
                    <a:pt x="86200" y="26963"/>
                    <a:pt x="85600" y="26763"/>
                    <a:pt x="85600" y="26763"/>
                  </a:cubicBezTo>
                  <a:cubicBezTo>
                    <a:pt x="85400" y="26763"/>
                    <a:pt x="84600" y="26763"/>
                    <a:pt x="84600" y="26763"/>
                  </a:cubicBezTo>
                  <a:cubicBezTo>
                    <a:pt x="84266" y="26763"/>
                    <a:pt x="84266" y="26763"/>
                    <a:pt x="84266" y="26763"/>
                  </a:cubicBezTo>
                  <a:cubicBezTo>
                    <a:pt x="84266" y="26763"/>
                    <a:pt x="83866" y="27163"/>
                    <a:pt x="83866" y="26963"/>
                  </a:cubicBezTo>
                  <a:cubicBezTo>
                    <a:pt x="83666" y="27163"/>
                    <a:pt x="83666" y="27363"/>
                    <a:pt x="83666" y="27363"/>
                  </a:cubicBezTo>
                  <a:cubicBezTo>
                    <a:pt x="84066" y="27563"/>
                    <a:pt x="84066" y="27563"/>
                    <a:pt x="84066" y="27563"/>
                  </a:cubicBezTo>
                  <a:cubicBezTo>
                    <a:pt x="84800" y="27964"/>
                    <a:pt x="84800" y="27964"/>
                    <a:pt x="84800" y="27964"/>
                  </a:cubicBezTo>
                  <a:cubicBezTo>
                    <a:pt x="85800" y="28498"/>
                    <a:pt x="85800" y="28498"/>
                    <a:pt x="85800" y="28498"/>
                  </a:cubicBezTo>
                  <a:cubicBezTo>
                    <a:pt x="86000" y="29299"/>
                    <a:pt x="86000" y="29299"/>
                    <a:pt x="86000" y="29299"/>
                  </a:cubicBezTo>
                  <a:cubicBezTo>
                    <a:pt x="86333" y="30100"/>
                    <a:pt x="86333" y="30100"/>
                    <a:pt x="86333" y="30100"/>
                  </a:cubicBezTo>
                  <a:cubicBezTo>
                    <a:pt x="86200" y="31635"/>
                    <a:pt x="86200" y="31635"/>
                    <a:pt x="86200" y="31635"/>
                  </a:cubicBezTo>
                  <a:cubicBezTo>
                    <a:pt x="86000" y="31835"/>
                    <a:pt x="85600" y="32035"/>
                    <a:pt x="85600" y="32035"/>
                  </a:cubicBezTo>
                  <a:cubicBezTo>
                    <a:pt x="83866" y="32035"/>
                    <a:pt x="83866" y="32035"/>
                    <a:pt x="83866" y="32035"/>
                  </a:cubicBezTo>
                  <a:cubicBezTo>
                    <a:pt x="83066" y="31835"/>
                    <a:pt x="83066" y="31835"/>
                    <a:pt x="83066" y="31835"/>
                  </a:cubicBezTo>
                  <a:cubicBezTo>
                    <a:pt x="82866" y="31835"/>
                    <a:pt x="81933" y="32035"/>
                    <a:pt x="81933" y="32035"/>
                  </a:cubicBezTo>
                  <a:cubicBezTo>
                    <a:pt x="81733" y="31835"/>
                    <a:pt x="81533" y="31835"/>
                    <a:pt x="81533" y="31835"/>
                  </a:cubicBezTo>
                  <a:cubicBezTo>
                    <a:pt x="81333" y="31635"/>
                    <a:pt x="81333" y="31635"/>
                    <a:pt x="81333" y="31635"/>
                  </a:cubicBezTo>
                  <a:cubicBezTo>
                    <a:pt x="80733" y="31635"/>
                    <a:pt x="80733" y="31635"/>
                    <a:pt x="80733" y="31635"/>
                  </a:cubicBezTo>
                  <a:cubicBezTo>
                    <a:pt x="80400" y="32035"/>
                    <a:pt x="80400" y="32035"/>
                    <a:pt x="80400" y="32035"/>
                  </a:cubicBezTo>
                  <a:cubicBezTo>
                    <a:pt x="80000" y="32035"/>
                    <a:pt x="80000" y="32035"/>
                    <a:pt x="80000" y="32035"/>
                  </a:cubicBezTo>
                  <a:cubicBezTo>
                    <a:pt x="80000" y="32569"/>
                    <a:pt x="80000" y="32569"/>
                    <a:pt x="80000" y="32569"/>
                  </a:cubicBezTo>
                  <a:cubicBezTo>
                    <a:pt x="80200" y="33570"/>
                    <a:pt x="80200" y="33570"/>
                    <a:pt x="80200" y="33570"/>
                  </a:cubicBezTo>
                  <a:cubicBezTo>
                    <a:pt x="80200" y="33570"/>
                    <a:pt x="80200" y="33570"/>
                    <a:pt x="80200" y="33570"/>
                  </a:cubicBezTo>
                  <a:cubicBezTo>
                    <a:pt x="80200" y="33570"/>
                    <a:pt x="80200" y="33570"/>
                    <a:pt x="80200" y="33570"/>
                  </a:cubicBezTo>
                  <a:cubicBezTo>
                    <a:pt x="80133" y="33570"/>
                    <a:pt x="80000" y="34705"/>
                    <a:pt x="80000" y="34705"/>
                  </a:cubicBezTo>
                  <a:cubicBezTo>
                    <a:pt x="80000" y="34705"/>
                    <a:pt x="79400" y="35706"/>
                    <a:pt x="79400" y="35906"/>
                  </a:cubicBezTo>
                  <a:cubicBezTo>
                    <a:pt x="79400" y="36640"/>
                    <a:pt x="79400" y="36640"/>
                    <a:pt x="79400" y="36640"/>
                  </a:cubicBezTo>
                  <a:cubicBezTo>
                    <a:pt x="79800" y="37041"/>
                    <a:pt x="79800" y="37041"/>
                    <a:pt x="79800" y="37041"/>
                  </a:cubicBezTo>
                  <a:cubicBezTo>
                    <a:pt x="79800" y="37641"/>
                    <a:pt x="79800" y="37641"/>
                    <a:pt x="79800" y="37641"/>
                  </a:cubicBezTo>
                  <a:cubicBezTo>
                    <a:pt x="79600" y="38175"/>
                    <a:pt x="79600" y="38175"/>
                    <a:pt x="79600" y="38175"/>
                  </a:cubicBezTo>
                  <a:cubicBezTo>
                    <a:pt x="79800" y="38175"/>
                    <a:pt x="80600" y="38175"/>
                    <a:pt x="80600" y="38175"/>
                  </a:cubicBezTo>
                  <a:cubicBezTo>
                    <a:pt x="80600" y="38042"/>
                    <a:pt x="80933" y="37842"/>
                    <a:pt x="81133" y="38042"/>
                  </a:cubicBezTo>
                  <a:cubicBezTo>
                    <a:pt x="81133" y="38175"/>
                    <a:pt x="81533" y="38042"/>
                    <a:pt x="81533" y="38175"/>
                  </a:cubicBezTo>
                  <a:cubicBezTo>
                    <a:pt x="81533" y="38576"/>
                    <a:pt x="81933" y="38976"/>
                    <a:pt x="81933" y="39176"/>
                  </a:cubicBezTo>
                  <a:cubicBezTo>
                    <a:pt x="82133" y="39176"/>
                    <a:pt x="82133" y="39176"/>
                    <a:pt x="82133" y="39176"/>
                  </a:cubicBezTo>
                  <a:cubicBezTo>
                    <a:pt x="82133" y="39377"/>
                    <a:pt x="82133" y="39377"/>
                    <a:pt x="82133" y="39377"/>
                  </a:cubicBezTo>
                  <a:cubicBezTo>
                    <a:pt x="82133" y="39577"/>
                    <a:pt x="82133" y="39577"/>
                    <a:pt x="82133" y="39577"/>
                  </a:cubicBezTo>
                  <a:cubicBezTo>
                    <a:pt x="81533" y="40912"/>
                    <a:pt x="81533" y="40912"/>
                    <a:pt x="81533" y="40912"/>
                  </a:cubicBezTo>
                  <a:cubicBezTo>
                    <a:pt x="80000" y="41913"/>
                    <a:pt x="80000" y="41913"/>
                    <a:pt x="80000" y="41913"/>
                  </a:cubicBezTo>
                  <a:cubicBezTo>
                    <a:pt x="79200" y="42447"/>
                    <a:pt x="79200" y="42447"/>
                    <a:pt x="79200" y="42447"/>
                  </a:cubicBezTo>
                  <a:cubicBezTo>
                    <a:pt x="79000" y="43047"/>
                    <a:pt x="79000" y="43047"/>
                    <a:pt x="79000" y="43047"/>
                  </a:cubicBezTo>
                  <a:cubicBezTo>
                    <a:pt x="78666" y="43448"/>
                    <a:pt x="78666" y="43448"/>
                    <a:pt x="78666" y="43448"/>
                  </a:cubicBezTo>
                  <a:cubicBezTo>
                    <a:pt x="78666" y="44182"/>
                    <a:pt x="78666" y="44182"/>
                    <a:pt x="78666" y="44182"/>
                  </a:cubicBezTo>
                  <a:cubicBezTo>
                    <a:pt x="78666" y="45183"/>
                    <a:pt x="78666" y="45183"/>
                    <a:pt x="78666" y="45183"/>
                  </a:cubicBezTo>
                  <a:cubicBezTo>
                    <a:pt x="78666" y="45383"/>
                    <a:pt x="76733" y="47119"/>
                    <a:pt x="76733" y="47119"/>
                  </a:cubicBezTo>
                  <a:cubicBezTo>
                    <a:pt x="75733" y="47319"/>
                    <a:pt x="75733" y="47319"/>
                    <a:pt x="75733" y="47319"/>
                  </a:cubicBezTo>
                  <a:cubicBezTo>
                    <a:pt x="75133" y="48253"/>
                    <a:pt x="75133" y="48253"/>
                    <a:pt x="75133" y="48253"/>
                  </a:cubicBezTo>
                  <a:cubicBezTo>
                    <a:pt x="75133" y="48253"/>
                    <a:pt x="74600" y="48854"/>
                    <a:pt x="74400" y="49054"/>
                  </a:cubicBezTo>
                  <a:cubicBezTo>
                    <a:pt x="74000" y="49655"/>
                    <a:pt x="74000" y="49655"/>
                    <a:pt x="74000" y="49655"/>
                  </a:cubicBezTo>
                  <a:cubicBezTo>
                    <a:pt x="74000" y="49655"/>
                    <a:pt x="74000" y="50255"/>
                    <a:pt x="74000" y="50389"/>
                  </a:cubicBezTo>
                  <a:cubicBezTo>
                    <a:pt x="74000" y="50189"/>
                    <a:pt x="73066" y="51190"/>
                    <a:pt x="73066" y="51190"/>
                  </a:cubicBezTo>
                  <a:cubicBezTo>
                    <a:pt x="73066" y="51190"/>
                    <a:pt x="72866" y="52324"/>
                    <a:pt x="72666" y="52525"/>
                  </a:cubicBezTo>
                  <a:cubicBezTo>
                    <a:pt x="72666" y="52525"/>
                    <a:pt x="72266" y="53325"/>
                    <a:pt x="72066" y="53325"/>
                  </a:cubicBezTo>
                  <a:cubicBezTo>
                    <a:pt x="72066" y="53325"/>
                    <a:pt x="71866" y="53859"/>
                    <a:pt x="71866" y="54060"/>
                  </a:cubicBezTo>
                  <a:cubicBezTo>
                    <a:pt x="72266" y="54460"/>
                    <a:pt x="72266" y="54460"/>
                    <a:pt x="72266" y="54460"/>
                  </a:cubicBezTo>
                  <a:cubicBezTo>
                    <a:pt x="72266" y="54460"/>
                    <a:pt x="72466" y="55061"/>
                    <a:pt x="72666" y="55061"/>
                  </a:cubicBezTo>
                  <a:cubicBezTo>
                    <a:pt x="72666" y="55261"/>
                    <a:pt x="72666" y="55261"/>
                    <a:pt x="72666" y="55261"/>
                  </a:cubicBezTo>
                  <a:cubicBezTo>
                    <a:pt x="72266" y="55595"/>
                    <a:pt x="72266" y="55595"/>
                    <a:pt x="72266" y="55595"/>
                  </a:cubicBezTo>
                  <a:cubicBezTo>
                    <a:pt x="72666" y="56195"/>
                    <a:pt x="72666" y="56195"/>
                    <a:pt x="72666" y="56195"/>
                  </a:cubicBezTo>
                  <a:cubicBezTo>
                    <a:pt x="72666" y="57730"/>
                    <a:pt x="72666" y="57730"/>
                    <a:pt x="72666" y="57730"/>
                  </a:cubicBezTo>
                  <a:cubicBezTo>
                    <a:pt x="72266" y="58731"/>
                    <a:pt x="72266" y="58731"/>
                    <a:pt x="72266" y="58731"/>
                  </a:cubicBezTo>
                  <a:cubicBezTo>
                    <a:pt x="72066" y="59666"/>
                    <a:pt x="72066" y="59666"/>
                    <a:pt x="72066" y="59666"/>
                  </a:cubicBezTo>
                  <a:cubicBezTo>
                    <a:pt x="71466" y="60266"/>
                    <a:pt x="71466" y="60266"/>
                    <a:pt x="71466" y="60266"/>
                  </a:cubicBezTo>
                  <a:cubicBezTo>
                    <a:pt x="71466" y="60467"/>
                    <a:pt x="71466" y="60467"/>
                    <a:pt x="71466" y="60467"/>
                  </a:cubicBezTo>
                  <a:cubicBezTo>
                    <a:pt x="71866" y="60867"/>
                    <a:pt x="71866" y="60867"/>
                    <a:pt x="71866" y="60867"/>
                  </a:cubicBezTo>
                  <a:cubicBezTo>
                    <a:pt x="72066" y="61401"/>
                    <a:pt x="72066" y="61401"/>
                    <a:pt x="72066" y="61401"/>
                  </a:cubicBezTo>
                  <a:cubicBezTo>
                    <a:pt x="71866" y="61802"/>
                    <a:pt x="71866" y="61802"/>
                    <a:pt x="71866" y="61802"/>
                  </a:cubicBezTo>
                  <a:cubicBezTo>
                    <a:pt x="71866" y="62402"/>
                    <a:pt x="71866" y="62402"/>
                    <a:pt x="71866" y="62402"/>
                  </a:cubicBezTo>
                  <a:cubicBezTo>
                    <a:pt x="72266" y="63337"/>
                    <a:pt x="72266" y="63337"/>
                    <a:pt x="72266" y="63337"/>
                  </a:cubicBezTo>
                  <a:cubicBezTo>
                    <a:pt x="72666" y="63537"/>
                    <a:pt x="72666" y="63537"/>
                    <a:pt x="72666" y="63537"/>
                  </a:cubicBezTo>
                  <a:cubicBezTo>
                    <a:pt x="72866" y="63337"/>
                    <a:pt x="73600" y="63937"/>
                    <a:pt x="73600" y="64137"/>
                  </a:cubicBezTo>
                  <a:cubicBezTo>
                    <a:pt x="73800" y="64338"/>
                    <a:pt x="74600" y="65472"/>
                    <a:pt x="74600" y="65472"/>
                  </a:cubicBezTo>
                  <a:cubicBezTo>
                    <a:pt x="74800" y="65672"/>
                    <a:pt x="74800" y="65672"/>
                    <a:pt x="74800" y="65672"/>
                  </a:cubicBezTo>
                  <a:cubicBezTo>
                    <a:pt x="75133" y="67208"/>
                    <a:pt x="75133" y="67208"/>
                    <a:pt x="75133" y="67208"/>
                  </a:cubicBezTo>
                  <a:cubicBezTo>
                    <a:pt x="75133" y="67208"/>
                    <a:pt x="77466" y="69143"/>
                    <a:pt x="77466" y="68943"/>
                  </a:cubicBezTo>
                  <a:cubicBezTo>
                    <a:pt x="79800" y="70745"/>
                    <a:pt x="79800" y="70745"/>
                    <a:pt x="79800" y="70745"/>
                  </a:cubicBezTo>
                  <a:cubicBezTo>
                    <a:pt x="81533" y="69744"/>
                    <a:pt x="81533" y="69744"/>
                    <a:pt x="81533" y="69744"/>
                  </a:cubicBezTo>
                  <a:cubicBezTo>
                    <a:pt x="81533" y="69944"/>
                    <a:pt x="83066" y="69744"/>
                    <a:pt x="83066" y="69744"/>
                  </a:cubicBezTo>
                  <a:cubicBezTo>
                    <a:pt x="84066" y="69944"/>
                    <a:pt x="84066" y="69944"/>
                    <a:pt x="84066" y="69944"/>
                  </a:cubicBezTo>
                  <a:cubicBezTo>
                    <a:pt x="84600" y="70144"/>
                    <a:pt x="84600" y="70144"/>
                    <a:pt x="84600" y="70144"/>
                  </a:cubicBezTo>
                  <a:cubicBezTo>
                    <a:pt x="87333" y="68943"/>
                    <a:pt x="87333" y="68943"/>
                    <a:pt x="87333" y="68943"/>
                  </a:cubicBezTo>
                  <a:cubicBezTo>
                    <a:pt x="87733" y="68609"/>
                    <a:pt x="87733" y="68609"/>
                    <a:pt x="87733" y="68609"/>
                  </a:cubicBezTo>
                  <a:cubicBezTo>
                    <a:pt x="89666" y="68609"/>
                    <a:pt x="89666" y="68609"/>
                    <a:pt x="89666" y="68609"/>
                  </a:cubicBezTo>
                  <a:cubicBezTo>
                    <a:pt x="90600" y="68943"/>
                    <a:pt x="90600" y="68943"/>
                    <a:pt x="90600" y="68943"/>
                  </a:cubicBezTo>
                  <a:cubicBezTo>
                    <a:pt x="91200" y="69944"/>
                    <a:pt x="91200" y="69944"/>
                    <a:pt x="91200" y="69944"/>
                  </a:cubicBezTo>
                  <a:cubicBezTo>
                    <a:pt x="91200" y="70144"/>
                    <a:pt x="91600" y="70945"/>
                    <a:pt x="91600" y="70745"/>
                  </a:cubicBezTo>
                  <a:cubicBezTo>
                    <a:pt x="91800" y="70745"/>
                    <a:pt x="93866" y="70545"/>
                    <a:pt x="93866" y="70545"/>
                  </a:cubicBezTo>
                  <a:cubicBezTo>
                    <a:pt x="94066" y="70545"/>
                    <a:pt x="95066" y="71479"/>
                    <a:pt x="95066" y="71479"/>
                  </a:cubicBezTo>
                  <a:cubicBezTo>
                    <a:pt x="94866" y="72480"/>
                    <a:pt x="94866" y="72480"/>
                    <a:pt x="94866" y="72480"/>
                  </a:cubicBezTo>
                  <a:cubicBezTo>
                    <a:pt x="94866" y="74015"/>
                    <a:pt x="94866" y="74015"/>
                    <a:pt x="94866" y="74015"/>
                  </a:cubicBezTo>
                  <a:cubicBezTo>
                    <a:pt x="94466" y="74616"/>
                    <a:pt x="94466" y="74616"/>
                    <a:pt x="94466" y="74616"/>
                  </a:cubicBezTo>
                  <a:cubicBezTo>
                    <a:pt x="94066" y="75350"/>
                    <a:pt x="94066" y="75350"/>
                    <a:pt x="94066" y="75350"/>
                  </a:cubicBezTo>
                  <a:cubicBezTo>
                    <a:pt x="94066" y="75750"/>
                    <a:pt x="94066" y="75750"/>
                    <a:pt x="94066" y="75750"/>
                  </a:cubicBezTo>
                  <a:cubicBezTo>
                    <a:pt x="96400" y="79021"/>
                    <a:pt x="96400" y="79021"/>
                    <a:pt x="96400" y="79021"/>
                  </a:cubicBezTo>
                  <a:cubicBezTo>
                    <a:pt x="96400" y="79221"/>
                    <a:pt x="97000" y="80422"/>
                    <a:pt x="97000" y="80422"/>
                  </a:cubicBezTo>
                  <a:cubicBezTo>
                    <a:pt x="97600" y="82157"/>
                    <a:pt x="97600" y="82157"/>
                    <a:pt x="97600" y="82157"/>
                  </a:cubicBezTo>
                  <a:cubicBezTo>
                    <a:pt x="97933" y="83092"/>
                    <a:pt x="97933" y="83092"/>
                    <a:pt x="97933" y="83092"/>
                  </a:cubicBezTo>
                  <a:cubicBezTo>
                    <a:pt x="97600" y="83692"/>
                    <a:pt x="97600" y="83692"/>
                    <a:pt x="97600" y="83692"/>
                  </a:cubicBezTo>
                  <a:cubicBezTo>
                    <a:pt x="98133" y="85428"/>
                    <a:pt x="98133" y="85428"/>
                    <a:pt x="98133" y="85428"/>
                  </a:cubicBezTo>
                  <a:cubicBezTo>
                    <a:pt x="97933" y="86963"/>
                    <a:pt x="97933" y="86963"/>
                    <a:pt x="97933" y="86963"/>
                  </a:cubicBezTo>
                  <a:cubicBezTo>
                    <a:pt x="97000" y="89098"/>
                    <a:pt x="97000" y="89098"/>
                    <a:pt x="97000" y="89098"/>
                  </a:cubicBezTo>
                  <a:cubicBezTo>
                    <a:pt x="96600" y="90634"/>
                    <a:pt x="96600" y="90634"/>
                    <a:pt x="96600" y="90634"/>
                  </a:cubicBezTo>
                  <a:cubicBezTo>
                    <a:pt x="96800" y="92769"/>
                    <a:pt x="96800" y="92769"/>
                    <a:pt x="96800" y="92769"/>
                  </a:cubicBezTo>
                  <a:cubicBezTo>
                    <a:pt x="97933" y="95105"/>
                    <a:pt x="97933" y="95105"/>
                    <a:pt x="97933" y="95105"/>
                  </a:cubicBezTo>
                  <a:cubicBezTo>
                    <a:pt x="99133" y="98042"/>
                    <a:pt x="99133" y="98042"/>
                    <a:pt x="99133" y="98042"/>
                  </a:cubicBezTo>
                  <a:cubicBezTo>
                    <a:pt x="99133" y="98442"/>
                    <a:pt x="99200" y="98776"/>
                    <a:pt x="99200" y="99043"/>
                  </a:cubicBezTo>
                  <a:cubicBezTo>
                    <a:pt x="89133" y="109121"/>
                    <a:pt x="75266" y="115328"/>
                    <a:pt x="60000" y="115328"/>
                  </a:cubicBezTo>
                  <a:close/>
                </a:path>
              </a:pathLst>
            </a:custGeom>
            <a:solidFill>
              <a:schemeClr val="accent1"/>
            </a:solidFill>
            <a:ln>
              <a:noFill/>
            </a:ln>
          </p:spPr>
          <p:txBody>
            <a:bodyPr anchor="ctr"/>
            <a:lstStyle/>
            <a:p>
              <a:pPr algn="ctr"/>
              <a:endParaRPr/>
            </a:p>
          </p:txBody>
        </p:sp>
        <p:sp>
          <p:nvSpPr>
            <p:cNvPr id="35" name="is1ide-Freeform: Shape 5"/>
            <p:cNvSpPr/>
            <p:nvPr/>
          </p:nvSpPr>
          <p:spPr>
            <a:xfrm>
              <a:off x="5041919" y="1801286"/>
              <a:ext cx="87389" cy="85146"/>
            </a:xfrm>
            <a:custGeom>
              <a:avLst/>
              <a:gdLst/>
              <a:ahLst/>
              <a:cxnLst/>
              <a:rect l="0" t="0" r="0" b="0"/>
              <a:pathLst>
                <a:path w="120000" h="120000" extrusionOk="0">
                  <a:moveTo>
                    <a:pt x="28965" y="120000"/>
                  </a:moveTo>
                  <a:cubicBezTo>
                    <a:pt x="47586" y="113454"/>
                    <a:pt x="47586" y="113454"/>
                    <a:pt x="47586" y="113454"/>
                  </a:cubicBezTo>
                  <a:cubicBezTo>
                    <a:pt x="66206" y="106909"/>
                    <a:pt x="66206" y="106909"/>
                    <a:pt x="66206" y="106909"/>
                  </a:cubicBezTo>
                  <a:cubicBezTo>
                    <a:pt x="72413" y="100363"/>
                    <a:pt x="72413" y="100363"/>
                    <a:pt x="72413" y="100363"/>
                  </a:cubicBezTo>
                  <a:cubicBezTo>
                    <a:pt x="95172" y="100363"/>
                    <a:pt x="95172" y="100363"/>
                    <a:pt x="95172" y="100363"/>
                  </a:cubicBezTo>
                  <a:cubicBezTo>
                    <a:pt x="101379" y="87272"/>
                    <a:pt x="101379" y="87272"/>
                    <a:pt x="101379" y="87272"/>
                  </a:cubicBezTo>
                  <a:cubicBezTo>
                    <a:pt x="107586" y="74181"/>
                    <a:pt x="107586" y="74181"/>
                    <a:pt x="107586" y="74181"/>
                  </a:cubicBezTo>
                  <a:cubicBezTo>
                    <a:pt x="107586" y="37090"/>
                    <a:pt x="107586" y="37090"/>
                    <a:pt x="107586" y="37090"/>
                  </a:cubicBezTo>
                  <a:cubicBezTo>
                    <a:pt x="120000" y="30545"/>
                    <a:pt x="120000" y="30545"/>
                    <a:pt x="120000" y="30545"/>
                  </a:cubicBezTo>
                  <a:cubicBezTo>
                    <a:pt x="120000" y="4363"/>
                    <a:pt x="120000" y="4363"/>
                    <a:pt x="120000" y="4363"/>
                  </a:cubicBezTo>
                  <a:cubicBezTo>
                    <a:pt x="95172" y="0"/>
                    <a:pt x="95172" y="0"/>
                    <a:pt x="95172" y="0"/>
                  </a:cubicBezTo>
                  <a:cubicBezTo>
                    <a:pt x="78620" y="0"/>
                    <a:pt x="78620" y="0"/>
                    <a:pt x="78620" y="0"/>
                  </a:cubicBezTo>
                  <a:cubicBezTo>
                    <a:pt x="66206" y="4363"/>
                    <a:pt x="66206" y="4363"/>
                    <a:pt x="66206" y="4363"/>
                  </a:cubicBezTo>
                  <a:cubicBezTo>
                    <a:pt x="53793" y="10909"/>
                    <a:pt x="53793" y="10909"/>
                    <a:pt x="53793" y="10909"/>
                  </a:cubicBezTo>
                  <a:cubicBezTo>
                    <a:pt x="53793" y="10909"/>
                    <a:pt x="41379" y="24000"/>
                    <a:pt x="47586" y="24000"/>
                  </a:cubicBezTo>
                  <a:cubicBezTo>
                    <a:pt x="47586" y="17454"/>
                    <a:pt x="53793" y="24000"/>
                    <a:pt x="53793" y="24000"/>
                  </a:cubicBezTo>
                  <a:cubicBezTo>
                    <a:pt x="53793" y="30545"/>
                    <a:pt x="47586" y="30545"/>
                    <a:pt x="47586" y="30545"/>
                  </a:cubicBezTo>
                  <a:cubicBezTo>
                    <a:pt x="35172" y="30545"/>
                    <a:pt x="35172" y="30545"/>
                    <a:pt x="35172" y="30545"/>
                  </a:cubicBezTo>
                  <a:cubicBezTo>
                    <a:pt x="28965" y="30545"/>
                    <a:pt x="28965" y="30545"/>
                    <a:pt x="28965" y="30545"/>
                  </a:cubicBezTo>
                  <a:cubicBezTo>
                    <a:pt x="18620" y="30545"/>
                    <a:pt x="18620" y="30545"/>
                    <a:pt x="18620" y="30545"/>
                  </a:cubicBezTo>
                  <a:cubicBezTo>
                    <a:pt x="12413" y="37090"/>
                    <a:pt x="12413" y="37090"/>
                    <a:pt x="12413" y="37090"/>
                  </a:cubicBezTo>
                  <a:cubicBezTo>
                    <a:pt x="18620" y="50181"/>
                    <a:pt x="18620" y="50181"/>
                    <a:pt x="18620" y="50181"/>
                  </a:cubicBezTo>
                  <a:cubicBezTo>
                    <a:pt x="12413" y="56727"/>
                    <a:pt x="12413" y="56727"/>
                    <a:pt x="12413" y="56727"/>
                  </a:cubicBezTo>
                  <a:cubicBezTo>
                    <a:pt x="18620" y="61090"/>
                    <a:pt x="18620" y="61090"/>
                    <a:pt x="18620" y="61090"/>
                  </a:cubicBezTo>
                  <a:cubicBezTo>
                    <a:pt x="28965" y="67636"/>
                    <a:pt x="28965" y="67636"/>
                    <a:pt x="28965" y="67636"/>
                  </a:cubicBezTo>
                  <a:cubicBezTo>
                    <a:pt x="28965" y="80727"/>
                    <a:pt x="28965" y="80727"/>
                    <a:pt x="28965" y="80727"/>
                  </a:cubicBezTo>
                  <a:cubicBezTo>
                    <a:pt x="18620" y="80727"/>
                    <a:pt x="18620" y="80727"/>
                    <a:pt x="18620" y="80727"/>
                  </a:cubicBezTo>
                  <a:cubicBezTo>
                    <a:pt x="6206" y="93818"/>
                    <a:pt x="6206" y="93818"/>
                    <a:pt x="6206" y="93818"/>
                  </a:cubicBezTo>
                  <a:cubicBezTo>
                    <a:pt x="0" y="106909"/>
                    <a:pt x="0" y="106909"/>
                    <a:pt x="0" y="106909"/>
                  </a:cubicBezTo>
                  <a:cubicBezTo>
                    <a:pt x="12413" y="113454"/>
                    <a:pt x="12413" y="113454"/>
                    <a:pt x="12413" y="113454"/>
                  </a:cubicBezTo>
                  <a:cubicBezTo>
                    <a:pt x="28965" y="120000"/>
                    <a:pt x="28965" y="120000"/>
                    <a:pt x="28965" y="120000"/>
                  </a:cubicBezTo>
                  <a:close/>
                </a:path>
              </a:pathLst>
            </a:custGeom>
            <a:solidFill>
              <a:schemeClr val="bg2">
                <a:lumMod val="100000"/>
              </a:schemeClr>
            </a:solidFill>
            <a:ln>
              <a:noFill/>
            </a:ln>
          </p:spPr>
          <p:txBody>
            <a:bodyPr anchor="ctr"/>
            <a:lstStyle/>
            <a:p>
              <a:pPr algn="ctr"/>
              <a:endParaRPr/>
            </a:p>
          </p:txBody>
        </p:sp>
        <p:sp>
          <p:nvSpPr>
            <p:cNvPr id="36" name="is1ide-Freeform: Shape 6"/>
            <p:cNvSpPr/>
            <p:nvPr/>
          </p:nvSpPr>
          <p:spPr>
            <a:xfrm>
              <a:off x="5115862" y="1718378"/>
              <a:ext cx="136685" cy="197182"/>
            </a:xfrm>
            <a:custGeom>
              <a:avLst/>
              <a:gdLst/>
              <a:ahLst/>
              <a:cxnLst/>
              <a:rect l="0" t="0" r="0" b="0"/>
              <a:pathLst>
                <a:path w="120000" h="120000" extrusionOk="0">
                  <a:moveTo>
                    <a:pt x="4000" y="45801"/>
                  </a:moveTo>
                  <a:cubicBezTo>
                    <a:pt x="8000" y="48549"/>
                    <a:pt x="12000" y="48549"/>
                    <a:pt x="8000" y="51297"/>
                  </a:cubicBezTo>
                  <a:cubicBezTo>
                    <a:pt x="16000" y="51297"/>
                    <a:pt x="16000" y="51297"/>
                    <a:pt x="16000" y="51297"/>
                  </a:cubicBezTo>
                  <a:cubicBezTo>
                    <a:pt x="24000" y="51297"/>
                    <a:pt x="24000" y="51297"/>
                    <a:pt x="24000" y="51297"/>
                  </a:cubicBezTo>
                  <a:cubicBezTo>
                    <a:pt x="20000" y="55877"/>
                    <a:pt x="20000" y="55877"/>
                    <a:pt x="20000" y="55877"/>
                  </a:cubicBezTo>
                  <a:cubicBezTo>
                    <a:pt x="20000" y="58625"/>
                    <a:pt x="20000" y="58625"/>
                    <a:pt x="20000" y="58625"/>
                  </a:cubicBezTo>
                  <a:cubicBezTo>
                    <a:pt x="24000" y="61374"/>
                    <a:pt x="28000" y="58625"/>
                    <a:pt x="28000" y="58625"/>
                  </a:cubicBezTo>
                  <a:cubicBezTo>
                    <a:pt x="28000" y="58625"/>
                    <a:pt x="38666" y="58625"/>
                    <a:pt x="42666" y="58625"/>
                  </a:cubicBezTo>
                  <a:cubicBezTo>
                    <a:pt x="38666" y="61374"/>
                    <a:pt x="38666" y="61374"/>
                    <a:pt x="38666" y="61374"/>
                  </a:cubicBezTo>
                  <a:cubicBezTo>
                    <a:pt x="46666" y="66870"/>
                    <a:pt x="46666" y="66870"/>
                    <a:pt x="46666" y="66870"/>
                  </a:cubicBezTo>
                  <a:cubicBezTo>
                    <a:pt x="46666" y="75114"/>
                    <a:pt x="46666" y="75114"/>
                    <a:pt x="46666" y="75114"/>
                  </a:cubicBezTo>
                  <a:cubicBezTo>
                    <a:pt x="50666" y="76946"/>
                    <a:pt x="42666" y="76946"/>
                    <a:pt x="42666" y="76946"/>
                  </a:cubicBezTo>
                  <a:cubicBezTo>
                    <a:pt x="42666" y="76946"/>
                    <a:pt x="34666" y="76946"/>
                    <a:pt x="30666" y="76946"/>
                  </a:cubicBezTo>
                  <a:cubicBezTo>
                    <a:pt x="30666" y="76946"/>
                    <a:pt x="28000" y="79694"/>
                    <a:pt x="24000" y="82442"/>
                  </a:cubicBezTo>
                  <a:cubicBezTo>
                    <a:pt x="20000" y="85190"/>
                    <a:pt x="24000" y="85190"/>
                    <a:pt x="24000" y="85190"/>
                  </a:cubicBezTo>
                  <a:cubicBezTo>
                    <a:pt x="30666" y="85190"/>
                    <a:pt x="30666" y="85190"/>
                    <a:pt x="30666" y="85190"/>
                  </a:cubicBezTo>
                  <a:cubicBezTo>
                    <a:pt x="30666" y="87938"/>
                    <a:pt x="30666" y="87938"/>
                    <a:pt x="30666" y="87938"/>
                  </a:cubicBezTo>
                  <a:cubicBezTo>
                    <a:pt x="30666" y="90687"/>
                    <a:pt x="28000" y="90687"/>
                    <a:pt x="24000" y="90687"/>
                  </a:cubicBezTo>
                  <a:cubicBezTo>
                    <a:pt x="12000" y="93435"/>
                    <a:pt x="12000" y="93435"/>
                    <a:pt x="12000" y="93435"/>
                  </a:cubicBezTo>
                  <a:cubicBezTo>
                    <a:pt x="16000" y="98931"/>
                    <a:pt x="16000" y="98931"/>
                    <a:pt x="16000" y="98931"/>
                  </a:cubicBezTo>
                  <a:cubicBezTo>
                    <a:pt x="24000" y="101679"/>
                    <a:pt x="24000" y="101679"/>
                    <a:pt x="24000" y="101679"/>
                  </a:cubicBezTo>
                  <a:cubicBezTo>
                    <a:pt x="34666" y="101679"/>
                    <a:pt x="34666" y="101679"/>
                    <a:pt x="34666" y="101679"/>
                  </a:cubicBezTo>
                  <a:cubicBezTo>
                    <a:pt x="38666" y="103511"/>
                    <a:pt x="38666" y="103511"/>
                    <a:pt x="38666" y="103511"/>
                  </a:cubicBezTo>
                  <a:cubicBezTo>
                    <a:pt x="38666" y="103511"/>
                    <a:pt x="30666" y="103511"/>
                    <a:pt x="28000" y="103511"/>
                  </a:cubicBezTo>
                  <a:cubicBezTo>
                    <a:pt x="28000" y="101679"/>
                    <a:pt x="20000" y="109007"/>
                    <a:pt x="20000" y="109007"/>
                  </a:cubicBezTo>
                  <a:cubicBezTo>
                    <a:pt x="16000" y="111755"/>
                    <a:pt x="16000" y="111755"/>
                    <a:pt x="16000" y="111755"/>
                  </a:cubicBezTo>
                  <a:cubicBezTo>
                    <a:pt x="4000" y="120000"/>
                    <a:pt x="4000" y="120000"/>
                    <a:pt x="4000" y="120000"/>
                  </a:cubicBezTo>
                  <a:cubicBezTo>
                    <a:pt x="12000" y="120000"/>
                    <a:pt x="12000" y="120000"/>
                    <a:pt x="12000" y="120000"/>
                  </a:cubicBezTo>
                  <a:cubicBezTo>
                    <a:pt x="16000" y="117251"/>
                    <a:pt x="16000" y="117251"/>
                    <a:pt x="16000" y="117251"/>
                  </a:cubicBezTo>
                  <a:cubicBezTo>
                    <a:pt x="24000" y="117251"/>
                    <a:pt x="24000" y="117251"/>
                    <a:pt x="24000" y="117251"/>
                  </a:cubicBezTo>
                  <a:cubicBezTo>
                    <a:pt x="34666" y="117251"/>
                    <a:pt x="34666" y="117251"/>
                    <a:pt x="34666" y="117251"/>
                  </a:cubicBezTo>
                  <a:cubicBezTo>
                    <a:pt x="42666" y="111755"/>
                    <a:pt x="42666" y="111755"/>
                    <a:pt x="42666" y="111755"/>
                  </a:cubicBezTo>
                  <a:cubicBezTo>
                    <a:pt x="46666" y="111755"/>
                    <a:pt x="58666" y="111755"/>
                    <a:pt x="58666" y="111755"/>
                  </a:cubicBezTo>
                  <a:cubicBezTo>
                    <a:pt x="73333" y="109007"/>
                    <a:pt x="73333" y="109007"/>
                    <a:pt x="73333" y="109007"/>
                  </a:cubicBezTo>
                  <a:cubicBezTo>
                    <a:pt x="73333" y="111755"/>
                    <a:pt x="85333" y="111755"/>
                    <a:pt x="85333" y="111755"/>
                  </a:cubicBezTo>
                  <a:cubicBezTo>
                    <a:pt x="89333" y="111755"/>
                    <a:pt x="108000" y="109007"/>
                    <a:pt x="108000" y="109007"/>
                  </a:cubicBezTo>
                  <a:cubicBezTo>
                    <a:pt x="112000" y="103511"/>
                    <a:pt x="112000" y="103511"/>
                    <a:pt x="112000" y="103511"/>
                  </a:cubicBezTo>
                  <a:cubicBezTo>
                    <a:pt x="112000" y="101679"/>
                    <a:pt x="108000" y="101679"/>
                    <a:pt x="104000" y="98931"/>
                  </a:cubicBezTo>
                  <a:cubicBezTo>
                    <a:pt x="112000" y="96183"/>
                    <a:pt x="112000" y="96183"/>
                    <a:pt x="112000" y="96183"/>
                  </a:cubicBezTo>
                  <a:cubicBezTo>
                    <a:pt x="116000" y="96183"/>
                    <a:pt x="116000" y="90687"/>
                    <a:pt x="120000" y="90687"/>
                  </a:cubicBezTo>
                  <a:cubicBezTo>
                    <a:pt x="120000" y="87938"/>
                    <a:pt x="116000" y="85190"/>
                    <a:pt x="116000" y="82442"/>
                  </a:cubicBezTo>
                  <a:cubicBezTo>
                    <a:pt x="108000" y="82442"/>
                    <a:pt x="108000" y="82442"/>
                    <a:pt x="108000" y="82442"/>
                  </a:cubicBezTo>
                  <a:cubicBezTo>
                    <a:pt x="104000" y="82442"/>
                    <a:pt x="97333" y="82442"/>
                    <a:pt x="97333" y="82442"/>
                  </a:cubicBezTo>
                  <a:cubicBezTo>
                    <a:pt x="97333" y="75114"/>
                    <a:pt x="97333" y="75114"/>
                    <a:pt x="97333" y="75114"/>
                  </a:cubicBezTo>
                  <a:cubicBezTo>
                    <a:pt x="73333" y="53129"/>
                    <a:pt x="73333" y="53129"/>
                    <a:pt x="73333" y="53129"/>
                  </a:cubicBezTo>
                  <a:cubicBezTo>
                    <a:pt x="73333" y="51297"/>
                    <a:pt x="69333" y="45801"/>
                    <a:pt x="65333" y="45801"/>
                  </a:cubicBezTo>
                  <a:cubicBezTo>
                    <a:pt x="62666" y="45801"/>
                    <a:pt x="62666" y="43053"/>
                    <a:pt x="58666" y="40305"/>
                  </a:cubicBezTo>
                  <a:cubicBezTo>
                    <a:pt x="54666" y="37557"/>
                    <a:pt x="62666" y="34809"/>
                    <a:pt x="62666" y="34809"/>
                  </a:cubicBezTo>
                  <a:cubicBezTo>
                    <a:pt x="62666" y="34809"/>
                    <a:pt x="69333" y="29312"/>
                    <a:pt x="69333" y="26564"/>
                  </a:cubicBezTo>
                  <a:cubicBezTo>
                    <a:pt x="73333" y="26564"/>
                    <a:pt x="69333" y="21984"/>
                    <a:pt x="69333" y="21984"/>
                  </a:cubicBezTo>
                  <a:cubicBezTo>
                    <a:pt x="65333" y="21984"/>
                    <a:pt x="50666" y="21984"/>
                    <a:pt x="50666" y="21984"/>
                  </a:cubicBezTo>
                  <a:cubicBezTo>
                    <a:pt x="46666" y="19236"/>
                    <a:pt x="46666" y="19236"/>
                    <a:pt x="46666" y="19236"/>
                  </a:cubicBezTo>
                  <a:cubicBezTo>
                    <a:pt x="46666" y="16488"/>
                    <a:pt x="50666" y="16488"/>
                    <a:pt x="54666" y="16488"/>
                  </a:cubicBezTo>
                  <a:cubicBezTo>
                    <a:pt x="54666" y="16488"/>
                    <a:pt x="62666" y="5496"/>
                    <a:pt x="65333" y="2748"/>
                  </a:cubicBezTo>
                  <a:cubicBezTo>
                    <a:pt x="62666" y="0"/>
                    <a:pt x="62666" y="0"/>
                    <a:pt x="62666" y="0"/>
                  </a:cubicBezTo>
                  <a:cubicBezTo>
                    <a:pt x="58666" y="2748"/>
                    <a:pt x="58666" y="2748"/>
                    <a:pt x="58666" y="2748"/>
                  </a:cubicBezTo>
                  <a:cubicBezTo>
                    <a:pt x="50666" y="8244"/>
                    <a:pt x="50666" y="8244"/>
                    <a:pt x="50666" y="8244"/>
                  </a:cubicBezTo>
                  <a:cubicBezTo>
                    <a:pt x="50666" y="8244"/>
                    <a:pt x="42666" y="10992"/>
                    <a:pt x="42666" y="8244"/>
                  </a:cubicBezTo>
                  <a:cubicBezTo>
                    <a:pt x="38666" y="8244"/>
                    <a:pt x="34666" y="8244"/>
                    <a:pt x="30666" y="8244"/>
                  </a:cubicBezTo>
                  <a:cubicBezTo>
                    <a:pt x="28000" y="13740"/>
                    <a:pt x="28000" y="13740"/>
                    <a:pt x="28000" y="13740"/>
                  </a:cubicBezTo>
                  <a:cubicBezTo>
                    <a:pt x="28000" y="13740"/>
                    <a:pt x="20000" y="19236"/>
                    <a:pt x="16000" y="19236"/>
                  </a:cubicBezTo>
                  <a:cubicBezTo>
                    <a:pt x="8000" y="24732"/>
                    <a:pt x="8000" y="24732"/>
                    <a:pt x="8000" y="24732"/>
                  </a:cubicBezTo>
                  <a:cubicBezTo>
                    <a:pt x="8000" y="29312"/>
                    <a:pt x="8000" y="29312"/>
                    <a:pt x="8000" y="29312"/>
                  </a:cubicBezTo>
                  <a:cubicBezTo>
                    <a:pt x="8000" y="29312"/>
                    <a:pt x="8000" y="32061"/>
                    <a:pt x="4000" y="32061"/>
                  </a:cubicBezTo>
                  <a:cubicBezTo>
                    <a:pt x="8000" y="37557"/>
                    <a:pt x="8000" y="37557"/>
                    <a:pt x="8000" y="37557"/>
                  </a:cubicBezTo>
                  <a:cubicBezTo>
                    <a:pt x="12000" y="40305"/>
                    <a:pt x="12000" y="40305"/>
                    <a:pt x="12000" y="40305"/>
                  </a:cubicBezTo>
                  <a:cubicBezTo>
                    <a:pt x="12000" y="40305"/>
                    <a:pt x="12000" y="43053"/>
                    <a:pt x="8000" y="43053"/>
                  </a:cubicBezTo>
                  <a:cubicBezTo>
                    <a:pt x="4000" y="40305"/>
                    <a:pt x="0" y="45801"/>
                    <a:pt x="4000" y="45801"/>
                  </a:cubicBezTo>
                  <a:close/>
                </a:path>
              </a:pathLst>
            </a:custGeom>
            <a:solidFill>
              <a:schemeClr val="bg2">
                <a:lumMod val="100000"/>
              </a:schemeClr>
            </a:solidFill>
            <a:ln>
              <a:noFill/>
            </a:ln>
          </p:spPr>
          <p:txBody>
            <a:bodyPr anchor="ctr"/>
            <a:lstStyle/>
            <a:p>
              <a:pPr algn="ctr"/>
              <a:endParaRPr/>
            </a:p>
          </p:txBody>
        </p:sp>
        <p:sp>
          <p:nvSpPr>
            <p:cNvPr id="37" name="is1ide-Freeform: Shape 7"/>
            <p:cNvSpPr/>
            <p:nvPr/>
          </p:nvSpPr>
          <p:spPr>
            <a:xfrm>
              <a:off x="3973094" y="2789441"/>
              <a:ext cx="6723" cy="2240"/>
            </a:xfrm>
            <a:custGeom>
              <a:avLst/>
              <a:gdLst/>
              <a:ahLst/>
              <a:cxnLst/>
              <a:rect l="0" t="0" r="0" b="0"/>
              <a:pathLst>
                <a:path w="120000" h="120000" extrusionOk="0">
                  <a:moveTo>
                    <a:pt x="0" y="120000"/>
                  </a:moveTo>
                  <a:cubicBezTo>
                    <a:pt x="60000" y="120000"/>
                    <a:pt x="90000" y="120000"/>
                    <a:pt x="120000" y="120000"/>
                  </a:cubicBezTo>
                  <a:cubicBezTo>
                    <a:pt x="120000" y="0"/>
                    <a:pt x="60000" y="0"/>
                    <a:pt x="0" y="120000"/>
                  </a:cubicBezTo>
                  <a:close/>
                </a:path>
              </a:pathLst>
            </a:custGeom>
            <a:solidFill>
              <a:schemeClr val="bg2">
                <a:lumMod val="100000"/>
              </a:schemeClr>
            </a:solidFill>
            <a:ln>
              <a:noFill/>
            </a:ln>
          </p:spPr>
          <p:txBody>
            <a:bodyPr anchor="ctr"/>
            <a:lstStyle/>
            <a:p>
              <a:pPr algn="ctr"/>
              <a:endParaRPr/>
            </a:p>
          </p:txBody>
        </p:sp>
        <p:sp>
          <p:nvSpPr>
            <p:cNvPr id="38" name="is1ide-Freeform: Shape 8"/>
            <p:cNvSpPr/>
            <p:nvPr/>
          </p:nvSpPr>
          <p:spPr>
            <a:xfrm>
              <a:off x="4869382" y="1577215"/>
              <a:ext cx="159091" cy="60500"/>
            </a:xfrm>
            <a:custGeom>
              <a:avLst/>
              <a:gdLst/>
              <a:ahLst/>
              <a:cxnLst/>
              <a:rect l="0" t="0" r="0" b="0"/>
              <a:pathLst>
                <a:path w="120000" h="120000" extrusionOk="0">
                  <a:moveTo>
                    <a:pt x="26538" y="42000"/>
                  </a:moveTo>
                  <a:cubicBezTo>
                    <a:pt x="26538" y="69000"/>
                    <a:pt x="26538" y="69000"/>
                    <a:pt x="26538" y="69000"/>
                  </a:cubicBezTo>
                  <a:cubicBezTo>
                    <a:pt x="26538" y="69000"/>
                    <a:pt x="47307" y="102000"/>
                    <a:pt x="43846" y="111000"/>
                  </a:cubicBezTo>
                  <a:cubicBezTo>
                    <a:pt x="40384" y="120000"/>
                    <a:pt x="77307" y="102000"/>
                    <a:pt x="77307" y="102000"/>
                  </a:cubicBezTo>
                  <a:cubicBezTo>
                    <a:pt x="113076" y="69000"/>
                    <a:pt x="113076" y="69000"/>
                    <a:pt x="113076" y="69000"/>
                  </a:cubicBezTo>
                  <a:cubicBezTo>
                    <a:pt x="120000" y="33000"/>
                    <a:pt x="120000" y="33000"/>
                    <a:pt x="120000" y="33000"/>
                  </a:cubicBezTo>
                  <a:cubicBezTo>
                    <a:pt x="107307" y="6000"/>
                    <a:pt x="107307" y="6000"/>
                    <a:pt x="107307" y="6000"/>
                  </a:cubicBezTo>
                  <a:cubicBezTo>
                    <a:pt x="40384" y="24000"/>
                    <a:pt x="40384" y="24000"/>
                    <a:pt x="40384" y="24000"/>
                  </a:cubicBezTo>
                  <a:cubicBezTo>
                    <a:pt x="19615" y="0"/>
                    <a:pt x="19615" y="0"/>
                    <a:pt x="19615" y="0"/>
                  </a:cubicBezTo>
                  <a:cubicBezTo>
                    <a:pt x="0" y="24000"/>
                    <a:pt x="0" y="24000"/>
                    <a:pt x="0" y="24000"/>
                  </a:cubicBezTo>
                  <a:cubicBezTo>
                    <a:pt x="0" y="24000"/>
                    <a:pt x="10384" y="42000"/>
                    <a:pt x="13846" y="51000"/>
                  </a:cubicBezTo>
                  <a:cubicBezTo>
                    <a:pt x="16153" y="51000"/>
                    <a:pt x="26538" y="42000"/>
                    <a:pt x="26538" y="42000"/>
                  </a:cubicBezTo>
                  <a:close/>
                </a:path>
              </a:pathLst>
            </a:custGeom>
            <a:solidFill>
              <a:schemeClr val="bg2">
                <a:lumMod val="100000"/>
              </a:schemeClr>
            </a:solidFill>
            <a:ln>
              <a:noFill/>
            </a:ln>
          </p:spPr>
          <p:txBody>
            <a:bodyPr anchor="ctr"/>
            <a:lstStyle/>
            <a:p>
              <a:pPr algn="ctr"/>
              <a:endParaRPr/>
            </a:p>
          </p:txBody>
        </p:sp>
        <p:sp>
          <p:nvSpPr>
            <p:cNvPr id="39" name="is1ide-Freeform: Shape 9"/>
            <p:cNvSpPr/>
            <p:nvPr/>
          </p:nvSpPr>
          <p:spPr>
            <a:xfrm>
              <a:off x="3735578" y="2585536"/>
              <a:ext cx="127721" cy="56019"/>
            </a:xfrm>
            <a:custGeom>
              <a:avLst/>
              <a:gdLst/>
              <a:ahLst/>
              <a:cxnLst/>
              <a:rect l="0" t="0" r="0" b="0"/>
              <a:pathLst>
                <a:path w="120000" h="120000" extrusionOk="0">
                  <a:moveTo>
                    <a:pt x="91428" y="19459"/>
                  </a:moveTo>
                  <a:cubicBezTo>
                    <a:pt x="91428" y="0"/>
                    <a:pt x="74285" y="9729"/>
                    <a:pt x="71428" y="19459"/>
                  </a:cubicBezTo>
                  <a:cubicBezTo>
                    <a:pt x="67142" y="19459"/>
                    <a:pt x="45714" y="0"/>
                    <a:pt x="37142" y="0"/>
                  </a:cubicBezTo>
                  <a:cubicBezTo>
                    <a:pt x="32857" y="0"/>
                    <a:pt x="37142" y="19459"/>
                    <a:pt x="37142" y="19459"/>
                  </a:cubicBezTo>
                  <a:cubicBezTo>
                    <a:pt x="37142" y="74594"/>
                    <a:pt x="37142" y="74594"/>
                    <a:pt x="37142" y="74594"/>
                  </a:cubicBezTo>
                  <a:cubicBezTo>
                    <a:pt x="8571" y="74594"/>
                    <a:pt x="8571" y="74594"/>
                    <a:pt x="8571" y="74594"/>
                  </a:cubicBezTo>
                  <a:cubicBezTo>
                    <a:pt x="8571" y="74594"/>
                    <a:pt x="0" y="84324"/>
                    <a:pt x="0" y="94054"/>
                  </a:cubicBezTo>
                  <a:cubicBezTo>
                    <a:pt x="0" y="103783"/>
                    <a:pt x="12857" y="103783"/>
                    <a:pt x="17142" y="103783"/>
                  </a:cubicBezTo>
                  <a:cubicBezTo>
                    <a:pt x="17142" y="103783"/>
                    <a:pt x="25714" y="103783"/>
                    <a:pt x="30000" y="103783"/>
                  </a:cubicBezTo>
                  <a:cubicBezTo>
                    <a:pt x="32857" y="103783"/>
                    <a:pt x="41428" y="94054"/>
                    <a:pt x="41428" y="94054"/>
                  </a:cubicBezTo>
                  <a:cubicBezTo>
                    <a:pt x="41428" y="94054"/>
                    <a:pt x="45714" y="110270"/>
                    <a:pt x="45714" y="120000"/>
                  </a:cubicBezTo>
                  <a:cubicBezTo>
                    <a:pt x="62857" y="110270"/>
                    <a:pt x="62857" y="110270"/>
                    <a:pt x="62857" y="110270"/>
                  </a:cubicBezTo>
                  <a:cubicBezTo>
                    <a:pt x="62857" y="103783"/>
                    <a:pt x="67142" y="94054"/>
                    <a:pt x="67142" y="94054"/>
                  </a:cubicBezTo>
                  <a:cubicBezTo>
                    <a:pt x="87142" y="84324"/>
                    <a:pt x="87142" y="84324"/>
                    <a:pt x="87142" y="84324"/>
                  </a:cubicBezTo>
                  <a:cubicBezTo>
                    <a:pt x="87142" y="84324"/>
                    <a:pt x="112857" y="84324"/>
                    <a:pt x="115714" y="84324"/>
                  </a:cubicBezTo>
                  <a:cubicBezTo>
                    <a:pt x="115714" y="84324"/>
                    <a:pt x="120000" y="74594"/>
                    <a:pt x="115714" y="55135"/>
                  </a:cubicBezTo>
                  <a:cubicBezTo>
                    <a:pt x="108571" y="35675"/>
                    <a:pt x="95714" y="25945"/>
                    <a:pt x="91428" y="19459"/>
                  </a:cubicBezTo>
                  <a:close/>
                </a:path>
              </a:pathLst>
            </a:custGeom>
            <a:solidFill>
              <a:schemeClr val="bg2">
                <a:lumMod val="100000"/>
              </a:schemeClr>
            </a:solidFill>
            <a:ln>
              <a:noFill/>
            </a:ln>
          </p:spPr>
          <p:txBody>
            <a:bodyPr anchor="ctr"/>
            <a:lstStyle/>
            <a:p>
              <a:pPr algn="ctr"/>
              <a:endParaRPr/>
            </a:p>
          </p:txBody>
        </p:sp>
        <p:sp>
          <p:nvSpPr>
            <p:cNvPr id="40" name="is1ide-Freeform: Shape 10"/>
            <p:cNvSpPr/>
            <p:nvPr/>
          </p:nvSpPr>
          <p:spPr>
            <a:xfrm>
              <a:off x="3556321" y="2513833"/>
              <a:ext cx="197182" cy="80666"/>
            </a:xfrm>
            <a:custGeom>
              <a:avLst/>
              <a:gdLst/>
              <a:ahLst/>
              <a:cxnLst/>
              <a:rect l="0" t="0" r="0" b="0"/>
              <a:pathLst>
                <a:path w="120000" h="120000" extrusionOk="0">
                  <a:moveTo>
                    <a:pt x="120000" y="92830"/>
                  </a:moveTo>
                  <a:cubicBezTo>
                    <a:pt x="120000" y="92830"/>
                    <a:pt x="111755" y="86037"/>
                    <a:pt x="106259" y="86037"/>
                  </a:cubicBezTo>
                  <a:cubicBezTo>
                    <a:pt x="104427" y="86037"/>
                    <a:pt x="87938" y="47547"/>
                    <a:pt x="87938" y="40754"/>
                  </a:cubicBezTo>
                  <a:cubicBezTo>
                    <a:pt x="85190" y="33962"/>
                    <a:pt x="53129" y="13584"/>
                    <a:pt x="53129" y="13584"/>
                  </a:cubicBezTo>
                  <a:cubicBezTo>
                    <a:pt x="16488" y="6792"/>
                    <a:pt x="16488" y="6792"/>
                    <a:pt x="16488" y="6792"/>
                  </a:cubicBezTo>
                  <a:cubicBezTo>
                    <a:pt x="16488" y="0"/>
                    <a:pt x="0" y="40754"/>
                    <a:pt x="0" y="40754"/>
                  </a:cubicBezTo>
                  <a:cubicBezTo>
                    <a:pt x="0" y="47547"/>
                    <a:pt x="0" y="47547"/>
                    <a:pt x="0" y="47547"/>
                  </a:cubicBezTo>
                  <a:cubicBezTo>
                    <a:pt x="0" y="47547"/>
                    <a:pt x="0" y="58867"/>
                    <a:pt x="0" y="65660"/>
                  </a:cubicBezTo>
                  <a:cubicBezTo>
                    <a:pt x="2748" y="65660"/>
                    <a:pt x="13740" y="47547"/>
                    <a:pt x="13740" y="33962"/>
                  </a:cubicBezTo>
                  <a:cubicBezTo>
                    <a:pt x="16488" y="27169"/>
                    <a:pt x="24732" y="20377"/>
                    <a:pt x="24732" y="20377"/>
                  </a:cubicBezTo>
                  <a:cubicBezTo>
                    <a:pt x="26564" y="13584"/>
                    <a:pt x="29312" y="27169"/>
                    <a:pt x="29312" y="27169"/>
                  </a:cubicBezTo>
                  <a:cubicBezTo>
                    <a:pt x="32061" y="27169"/>
                    <a:pt x="43053" y="40754"/>
                    <a:pt x="43053" y="40754"/>
                  </a:cubicBezTo>
                  <a:cubicBezTo>
                    <a:pt x="61374" y="52075"/>
                    <a:pt x="61374" y="52075"/>
                    <a:pt x="61374" y="52075"/>
                  </a:cubicBezTo>
                  <a:cubicBezTo>
                    <a:pt x="66870" y="65660"/>
                    <a:pt x="66870" y="65660"/>
                    <a:pt x="66870" y="65660"/>
                  </a:cubicBezTo>
                  <a:cubicBezTo>
                    <a:pt x="66870" y="65660"/>
                    <a:pt x="69618" y="106415"/>
                    <a:pt x="69618" y="113207"/>
                  </a:cubicBezTo>
                  <a:cubicBezTo>
                    <a:pt x="69618" y="120000"/>
                    <a:pt x="85190" y="120000"/>
                    <a:pt x="85190" y="120000"/>
                  </a:cubicBezTo>
                  <a:cubicBezTo>
                    <a:pt x="111755" y="113207"/>
                    <a:pt x="111755" y="113207"/>
                    <a:pt x="111755" y="113207"/>
                  </a:cubicBezTo>
                  <a:cubicBezTo>
                    <a:pt x="111755" y="113207"/>
                    <a:pt x="120000" y="99622"/>
                    <a:pt x="120000" y="92830"/>
                  </a:cubicBezTo>
                  <a:close/>
                </a:path>
              </a:pathLst>
            </a:custGeom>
            <a:solidFill>
              <a:schemeClr val="bg2">
                <a:lumMod val="100000"/>
              </a:schemeClr>
            </a:solidFill>
            <a:ln>
              <a:noFill/>
            </a:ln>
          </p:spPr>
          <p:txBody>
            <a:bodyPr anchor="ctr"/>
            <a:lstStyle/>
            <a:p>
              <a:pPr algn="ctr"/>
              <a:endParaRPr/>
            </a:p>
          </p:txBody>
        </p:sp>
      </p:grpSp>
      <p:cxnSp>
        <p:nvCxnSpPr>
          <p:cNvPr id="41" name="直接连接符 40"/>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3" name="文本框 42"/>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44" name="文本框 43"/>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45" name="组合 44"/>
          <p:cNvGrpSpPr/>
          <p:nvPr/>
        </p:nvGrpSpPr>
        <p:grpSpPr>
          <a:xfrm>
            <a:off x="8548944" y="2209978"/>
            <a:ext cx="3114058" cy="1163289"/>
            <a:chOff x="2677265" y="1996356"/>
            <a:chExt cx="2952750" cy="1103031"/>
          </a:xfrm>
        </p:grpSpPr>
        <p:sp>
          <p:nvSpPr>
            <p:cNvPr id="46" name="矩形 45"/>
            <p:cNvSpPr/>
            <p:nvPr/>
          </p:nvSpPr>
          <p:spPr>
            <a:xfrm>
              <a:off x="2677265" y="2346820"/>
              <a:ext cx="2952750"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7" name="矩形 46"/>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8" name="组合 47"/>
          <p:cNvGrpSpPr/>
          <p:nvPr/>
        </p:nvGrpSpPr>
        <p:grpSpPr>
          <a:xfrm>
            <a:off x="8548944" y="4520408"/>
            <a:ext cx="3114058" cy="1163289"/>
            <a:chOff x="2677265" y="1996356"/>
            <a:chExt cx="2952750" cy="1103031"/>
          </a:xfrm>
        </p:grpSpPr>
        <p:sp>
          <p:nvSpPr>
            <p:cNvPr id="49" name="矩形 48"/>
            <p:cNvSpPr/>
            <p:nvPr/>
          </p:nvSpPr>
          <p:spPr>
            <a:xfrm>
              <a:off x="2677265" y="2346820"/>
              <a:ext cx="2952750"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50" name="矩形 49"/>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51" name="组合 50"/>
          <p:cNvGrpSpPr/>
          <p:nvPr/>
        </p:nvGrpSpPr>
        <p:grpSpPr>
          <a:xfrm>
            <a:off x="1156021" y="2209978"/>
            <a:ext cx="3114058" cy="1163289"/>
            <a:chOff x="2677265" y="1996356"/>
            <a:chExt cx="2952750" cy="1103031"/>
          </a:xfrm>
        </p:grpSpPr>
        <p:sp>
          <p:nvSpPr>
            <p:cNvPr id="52" name="矩形 51"/>
            <p:cNvSpPr/>
            <p:nvPr/>
          </p:nvSpPr>
          <p:spPr>
            <a:xfrm>
              <a:off x="2677265" y="2346820"/>
              <a:ext cx="2952750"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53" name="矩形 52"/>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54" name="组合 53"/>
          <p:cNvGrpSpPr/>
          <p:nvPr/>
        </p:nvGrpSpPr>
        <p:grpSpPr>
          <a:xfrm>
            <a:off x="1156021" y="4520408"/>
            <a:ext cx="3114058" cy="1163289"/>
            <a:chOff x="2677265" y="1996356"/>
            <a:chExt cx="2952750" cy="1103031"/>
          </a:xfrm>
        </p:grpSpPr>
        <p:sp>
          <p:nvSpPr>
            <p:cNvPr id="55" name="矩形 54"/>
            <p:cNvSpPr/>
            <p:nvPr/>
          </p:nvSpPr>
          <p:spPr>
            <a:xfrm>
              <a:off x="2677265" y="2346820"/>
              <a:ext cx="2952750"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56" name="矩形 55"/>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13159498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par>
                          <p:cTn id="11" fill="hold">
                            <p:stCondLst>
                              <p:cond delay="1000"/>
                            </p:stCondLst>
                            <p:childTnLst>
                              <p:par>
                                <p:cTn id="12" presetID="2" presetClass="entr" presetSubtype="2" fill="hold" nodeType="afterEffect">
                                  <p:stCondLst>
                                    <p:cond delay="0"/>
                                  </p:stCondLst>
                                  <p:childTnLst>
                                    <p:set>
                                      <p:cBhvr>
                                        <p:cTn id="13" dur="1" fill="hold">
                                          <p:stCondLst>
                                            <p:cond delay="0"/>
                                          </p:stCondLst>
                                        </p:cTn>
                                        <p:tgtEl>
                                          <p:spTgt spid="51"/>
                                        </p:tgtEl>
                                        <p:attrNameLst>
                                          <p:attrName>style.visibility</p:attrName>
                                        </p:attrNameLst>
                                      </p:cBhvr>
                                      <p:to>
                                        <p:strVal val="visible"/>
                                      </p:to>
                                    </p:set>
                                    <p:anim calcmode="lin" valueType="num">
                                      <p:cBhvr additive="base">
                                        <p:cTn id="14" dur="500" fill="hold"/>
                                        <p:tgtEl>
                                          <p:spTgt spid="51"/>
                                        </p:tgtEl>
                                        <p:attrNameLst>
                                          <p:attrName>ppt_x</p:attrName>
                                        </p:attrNameLst>
                                      </p:cBhvr>
                                      <p:tavLst>
                                        <p:tav tm="0">
                                          <p:val>
                                            <p:strVal val="1+#ppt_w/2"/>
                                          </p:val>
                                        </p:tav>
                                        <p:tav tm="100000">
                                          <p:val>
                                            <p:strVal val="#ppt_x"/>
                                          </p:val>
                                        </p:tav>
                                      </p:tavLst>
                                    </p:anim>
                                    <p:anim calcmode="lin" valueType="num">
                                      <p:cBhvr additive="base">
                                        <p:cTn id="15" dur="500" fill="hold"/>
                                        <p:tgtEl>
                                          <p:spTgt spid="51"/>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0"/>
                                  </p:stCondLst>
                                  <p:childTnLst>
                                    <p:set>
                                      <p:cBhvr>
                                        <p:cTn id="17" dur="1" fill="hold">
                                          <p:stCondLst>
                                            <p:cond delay="0"/>
                                          </p:stCondLst>
                                        </p:cTn>
                                        <p:tgtEl>
                                          <p:spTgt spid="54"/>
                                        </p:tgtEl>
                                        <p:attrNameLst>
                                          <p:attrName>style.visibility</p:attrName>
                                        </p:attrNameLst>
                                      </p:cBhvr>
                                      <p:to>
                                        <p:strVal val="visible"/>
                                      </p:to>
                                    </p:set>
                                    <p:anim calcmode="lin" valueType="num">
                                      <p:cBhvr additive="base">
                                        <p:cTn id="18" dur="500" fill="hold"/>
                                        <p:tgtEl>
                                          <p:spTgt spid="54"/>
                                        </p:tgtEl>
                                        <p:attrNameLst>
                                          <p:attrName>ppt_x</p:attrName>
                                        </p:attrNameLst>
                                      </p:cBhvr>
                                      <p:tavLst>
                                        <p:tav tm="0">
                                          <p:val>
                                            <p:strVal val="1+#ppt_w/2"/>
                                          </p:val>
                                        </p:tav>
                                        <p:tav tm="100000">
                                          <p:val>
                                            <p:strVal val="#ppt_x"/>
                                          </p:val>
                                        </p:tav>
                                      </p:tavLst>
                                    </p:anim>
                                    <p:anim calcmode="lin" valueType="num">
                                      <p:cBhvr additive="base">
                                        <p:cTn id="19" dur="500" fill="hold"/>
                                        <p:tgtEl>
                                          <p:spTgt spid="54"/>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45"/>
                                        </p:tgtEl>
                                        <p:attrNameLst>
                                          <p:attrName>style.visibility</p:attrName>
                                        </p:attrNameLst>
                                      </p:cBhvr>
                                      <p:to>
                                        <p:strVal val="visible"/>
                                      </p:to>
                                    </p:set>
                                    <p:anim calcmode="lin" valueType="num">
                                      <p:cBhvr additive="base">
                                        <p:cTn id="22" dur="500" fill="hold"/>
                                        <p:tgtEl>
                                          <p:spTgt spid="45"/>
                                        </p:tgtEl>
                                        <p:attrNameLst>
                                          <p:attrName>ppt_x</p:attrName>
                                        </p:attrNameLst>
                                      </p:cBhvr>
                                      <p:tavLst>
                                        <p:tav tm="0">
                                          <p:val>
                                            <p:strVal val="1+#ppt_w/2"/>
                                          </p:val>
                                        </p:tav>
                                        <p:tav tm="100000">
                                          <p:val>
                                            <p:strVal val="#ppt_x"/>
                                          </p:val>
                                        </p:tav>
                                      </p:tavLst>
                                    </p:anim>
                                    <p:anim calcmode="lin" valueType="num">
                                      <p:cBhvr additive="base">
                                        <p:cTn id="23" dur="500" fill="hold"/>
                                        <p:tgtEl>
                                          <p:spTgt spid="45"/>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48"/>
                                        </p:tgtEl>
                                        <p:attrNameLst>
                                          <p:attrName>style.visibility</p:attrName>
                                        </p:attrNameLst>
                                      </p:cBhvr>
                                      <p:to>
                                        <p:strVal val="visible"/>
                                      </p:to>
                                    </p:set>
                                    <p:anim calcmode="lin" valueType="num">
                                      <p:cBhvr additive="base">
                                        <p:cTn id="26" dur="500" fill="hold"/>
                                        <p:tgtEl>
                                          <p:spTgt spid="48"/>
                                        </p:tgtEl>
                                        <p:attrNameLst>
                                          <p:attrName>ppt_x</p:attrName>
                                        </p:attrNameLst>
                                      </p:cBhvr>
                                      <p:tavLst>
                                        <p:tav tm="0">
                                          <p:val>
                                            <p:strVal val="1+#ppt_w/2"/>
                                          </p:val>
                                        </p:tav>
                                        <p:tav tm="100000">
                                          <p:val>
                                            <p:strVal val="#ppt_x"/>
                                          </p:val>
                                        </p:tav>
                                      </p:tavLst>
                                    </p:anim>
                                    <p:anim calcmode="lin" valueType="num">
                                      <p:cBhvr additive="base">
                                        <p:cTn id="27"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3389ca0e-54a0-423b-be57-9cfe4a4acd71"/>
          <p:cNvGrpSpPr>
            <a:grpSpLocks noChangeAspect="1"/>
          </p:cNvGrpSpPr>
          <p:nvPr/>
        </p:nvGrpSpPr>
        <p:grpSpPr>
          <a:xfrm>
            <a:off x="3660312" y="2338398"/>
            <a:ext cx="5960031" cy="3342741"/>
            <a:chOff x="991741" y="1403868"/>
            <a:chExt cx="7935416" cy="4450657"/>
          </a:xfrm>
        </p:grpSpPr>
        <p:cxnSp>
          <p:nvCxnSpPr>
            <p:cNvPr id="3" name="is1ide-Straight Connector 30"/>
            <p:cNvCxnSpPr>
              <a:stCxn id="27" idx="5"/>
              <a:endCxn id="31" idx="1"/>
            </p:cNvCxnSpPr>
            <p:nvPr/>
          </p:nvCxnSpPr>
          <p:spPr>
            <a:xfrm>
              <a:off x="2021805" y="2433932"/>
              <a:ext cx="647557" cy="876678"/>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 name="is1ide-Straight Connector 31"/>
            <p:cNvCxnSpPr>
              <a:stCxn id="31" idx="7"/>
              <a:endCxn id="39" idx="2"/>
            </p:cNvCxnSpPr>
            <p:nvPr/>
          </p:nvCxnSpPr>
          <p:spPr>
            <a:xfrm flipV="1">
              <a:off x="3522695" y="2007266"/>
              <a:ext cx="2584823" cy="1303344"/>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is1ide-Straight Connector 32"/>
            <p:cNvCxnSpPr>
              <a:stCxn id="39" idx="5"/>
              <a:endCxn id="43" idx="1"/>
            </p:cNvCxnSpPr>
            <p:nvPr/>
          </p:nvCxnSpPr>
          <p:spPr>
            <a:xfrm>
              <a:off x="7137582" y="2433932"/>
              <a:ext cx="759511" cy="876678"/>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is1ide-Straight Connector 33"/>
            <p:cNvCxnSpPr>
              <a:stCxn id="43" idx="2"/>
              <a:endCxn id="35" idx="7"/>
            </p:cNvCxnSpPr>
            <p:nvPr/>
          </p:nvCxnSpPr>
          <p:spPr>
            <a:xfrm flipH="1">
              <a:off x="5636692" y="3737277"/>
              <a:ext cx="2083670" cy="1087184"/>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 name="Group 42"/>
            <p:cNvGrpSpPr/>
            <p:nvPr/>
          </p:nvGrpSpPr>
          <p:grpSpPr>
            <a:xfrm>
              <a:off x="7720362" y="3133879"/>
              <a:ext cx="1206795" cy="1206795"/>
              <a:chOff x="7720362" y="3133879"/>
              <a:chExt cx="1206795" cy="1206795"/>
            </a:xfrm>
          </p:grpSpPr>
          <p:sp>
            <p:nvSpPr>
              <p:cNvPr id="43" name="is1ide-Oval 26"/>
              <p:cNvSpPr/>
              <p:nvPr/>
            </p:nvSpPr>
            <p:spPr>
              <a:xfrm>
                <a:off x="7720362" y="3133879"/>
                <a:ext cx="1206795" cy="1206795"/>
              </a:xfrm>
              <a:prstGeom prst="ellipse">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4" name="is1ide-Oval 27"/>
              <p:cNvSpPr/>
              <p:nvPr/>
            </p:nvSpPr>
            <p:spPr>
              <a:xfrm>
                <a:off x="7822210" y="3235727"/>
                <a:ext cx="1003098" cy="1003098"/>
              </a:xfrm>
              <a:prstGeom prst="ellipse">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5" name="is1ide-Oval 28"/>
              <p:cNvSpPr/>
              <p:nvPr/>
            </p:nvSpPr>
            <p:spPr>
              <a:xfrm>
                <a:off x="7939254" y="3352771"/>
                <a:ext cx="769009" cy="76900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6" name="is1ide-Freeform: Shape 34"/>
              <p:cNvSpPr>
                <a:spLocks noChangeAspect="1"/>
              </p:cNvSpPr>
              <p:nvPr/>
            </p:nvSpPr>
            <p:spPr bwMode="auto">
              <a:xfrm>
                <a:off x="8165805" y="3546220"/>
                <a:ext cx="315908" cy="381053"/>
              </a:xfrm>
              <a:custGeom>
                <a:avLst/>
                <a:gdLst>
                  <a:gd name="connsiteX0" fmla="*/ 97409 w 421152"/>
                  <a:gd name="connsiteY0" fmla="*/ 433798 h 508000"/>
                  <a:gd name="connsiteX1" fmla="*/ 80219 w 421152"/>
                  <a:gd name="connsiteY1" fmla="*/ 450922 h 508000"/>
                  <a:gd name="connsiteX2" fmla="*/ 97409 w 421152"/>
                  <a:gd name="connsiteY2" fmla="*/ 465191 h 508000"/>
                  <a:gd name="connsiteX3" fmla="*/ 312283 w 421152"/>
                  <a:gd name="connsiteY3" fmla="*/ 465191 h 508000"/>
                  <a:gd name="connsiteX4" fmla="*/ 326608 w 421152"/>
                  <a:gd name="connsiteY4" fmla="*/ 450922 h 508000"/>
                  <a:gd name="connsiteX5" fmla="*/ 312283 w 421152"/>
                  <a:gd name="connsiteY5" fmla="*/ 433798 h 508000"/>
                  <a:gd name="connsiteX6" fmla="*/ 97409 w 421152"/>
                  <a:gd name="connsiteY6" fmla="*/ 433798 h 508000"/>
                  <a:gd name="connsiteX7" fmla="*/ 51570 w 421152"/>
                  <a:gd name="connsiteY7" fmla="*/ 333910 h 508000"/>
                  <a:gd name="connsiteX8" fmla="*/ 25785 w 421152"/>
                  <a:gd name="connsiteY8" fmla="*/ 362450 h 508000"/>
                  <a:gd name="connsiteX9" fmla="*/ 25785 w 421152"/>
                  <a:gd name="connsiteY9" fmla="*/ 419528 h 508000"/>
                  <a:gd name="connsiteX10" fmla="*/ 42975 w 421152"/>
                  <a:gd name="connsiteY10" fmla="*/ 419528 h 508000"/>
                  <a:gd name="connsiteX11" fmla="*/ 42975 w 421152"/>
                  <a:gd name="connsiteY11" fmla="*/ 396697 h 508000"/>
                  <a:gd name="connsiteX12" fmla="*/ 68760 w 421152"/>
                  <a:gd name="connsiteY12" fmla="*/ 371011 h 508000"/>
                  <a:gd name="connsiteX13" fmla="*/ 352393 w 421152"/>
                  <a:gd name="connsiteY13" fmla="*/ 371011 h 508000"/>
                  <a:gd name="connsiteX14" fmla="*/ 375312 w 421152"/>
                  <a:gd name="connsiteY14" fmla="*/ 396697 h 508000"/>
                  <a:gd name="connsiteX15" fmla="*/ 375312 w 421152"/>
                  <a:gd name="connsiteY15" fmla="*/ 419528 h 508000"/>
                  <a:gd name="connsiteX16" fmla="*/ 383907 w 421152"/>
                  <a:gd name="connsiteY16" fmla="*/ 419528 h 508000"/>
                  <a:gd name="connsiteX17" fmla="*/ 395367 w 421152"/>
                  <a:gd name="connsiteY17" fmla="*/ 388135 h 508000"/>
                  <a:gd name="connsiteX18" fmla="*/ 395367 w 421152"/>
                  <a:gd name="connsiteY18" fmla="*/ 362450 h 508000"/>
                  <a:gd name="connsiteX19" fmla="*/ 369582 w 421152"/>
                  <a:gd name="connsiteY19" fmla="*/ 333910 h 508000"/>
                  <a:gd name="connsiteX20" fmla="*/ 51570 w 421152"/>
                  <a:gd name="connsiteY20" fmla="*/ 333910 h 508000"/>
                  <a:gd name="connsiteX21" fmla="*/ 108332 w 421152"/>
                  <a:gd name="connsiteY21" fmla="*/ 133246 h 508000"/>
                  <a:gd name="connsiteX22" fmla="*/ 323527 w 421152"/>
                  <a:gd name="connsiteY22" fmla="*/ 133246 h 508000"/>
                  <a:gd name="connsiteX23" fmla="*/ 337873 w 421152"/>
                  <a:gd name="connsiteY23" fmla="*/ 147523 h 508000"/>
                  <a:gd name="connsiteX24" fmla="*/ 323527 w 421152"/>
                  <a:gd name="connsiteY24" fmla="*/ 161799 h 508000"/>
                  <a:gd name="connsiteX25" fmla="*/ 108332 w 421152"/>
                  <a:gd name="connsiteY25" fmla="*/ 161799 h 508000"/>
                  <a:gd name="connsiteX26" fmla="*/ 93986 w 421152"/>
                  <a:gd name="connsiteY26" fmla="*/ 147523 h 508000"/>
                  <a:gd name="connsiteX27" fmla="*/ 108332 w 421152"/>
                  <a:gd name="connsiteY27" fmla="*/ 133246 h 508000"/>
                  <a:gd name="connsiteX28" fmla="*/ 68760 w 421152"/>
                  <a:gd name="connsiteY28" fmla="*/ 79910 h 508000"/>
                  <a:gd name="connsiteX29" fmla="*/ 40110 w 421152"/>
                  <a:gd name="connsiteY29" fmla="*/ 108450 h 508000"/>
                  <a:gd name="connsiteX30" fmla="*/ 40110 w 421152"/>
                  <a:gd name="connsiteY30" fmla="*/ 205483 h 508000"/>
                  <a:gd name="connsiteX31" fmla="*/ 68760 w 421152"/>
                  <a:gd name="connsiteY31" fmla="*/ 236877 h 508000"/>
                  <a:gd name="connsiteX32" fmla="*/ 346663 w 421152"/>
                  <a:gd name="connsiteY32" fmla="*/ 236877 h 508000"/>
                  <a:gd name="connsiteX33" fmla="*/ 378177 w 421152"/>
                  <a:gd name="connsiteY33" fmla="*/ 205483 h 508000"/>
                  <a:gd name="connsiteX34" fmla="*/ 378177 w 421152"/>
                  <a:gd name="connsiteY34" fmla="*/ 108450 h 508000"/>
                  <a:gd name="connsiteX35" fmla="*/ 346663 w 421152"/>
                  <a:gd name="connsiteY35" fmla="*/ 79910 h 508000"/>
                  <a:gd name="connsiteX36" fmla="*/ 68760 w 421152"/>
                  <a:gd name="connsiteY36" fmla="*/ 79910 h 508000"/>
                  <a:gd name="connsiteX37" fmla="*/ 83084 w 421152"/>
                  <a:gd name="connsiteY37" fmla="*/ 0 h 508000"/>
                  <a:gd name="connsiteX38" fmla="*/ 332338 w 421152"/>
                  <a:gd name="connsiteY38" fmla="*/ 0 h 508000"/>
                  <a:gd name="connsiteX39" fmla="*/ 386772 w 421152"/>
                  <a:gd name="connsiteY39" fmla="*/ 19978 h 508000"/>
                  <a:gd name="connsiteX40" fmla="*/ 398232 w 421152"/>
                  <a:gd name="connsiteY40" fmla="*/ 28540 h 508000"/>
                  <a:gd name="connsiteX41" fmla="*/ 421152 w 421152"/>
                  <a:gd name="connsiteY41" fmla="*/ 77056 h 508000"/>
                  <a:gd name="connsiteX42" fmla="*/ 421152 w 421152"/>
                  <a:gd name="connsiteY42" fmla="*/ 413820 h 508000"/>
                  <a:gd name="connsiteX43" fmla="*/ 398232 w 421152"/>
                  <a:gd name="connsiteY43" fmla="*/ 442360 h 508000"/>
                  <a:gd name="connsiteX44" fmla="*/ 375312 w 421152"/>
                  <a:gd name="connsiteY44" fmla="*/ 442360 h 508000"/>
                  <a:gd name="connsiteX45" fmla="*/ 375312 w 421152"/>
                  <a:gd name="connsiteY45" fmla="*/ 476607 h 508000"/>
                  <a:gd name="connsiteX46" fmla="*/ 343798 w 421152"/>
                  <a:gd name="connsiteY46" fmla="*/ 508000 h 508000"/>
                  <a:gd name="connsiteX47" fmla="*/ 71625 w 421152"/>
                  <a:gd name="connsiteY47" fmla="*/ 508000 h 508000"/>
                  <a:gd name="connsiteX48" fmla="*/ 42975 w 421152"/>
                  <a:gd name="connsiteY48" fmla="*/ 476607 h 508000"/>
                  <a:gd name="connsiteX49" fmla="*/ 42975 w 421152"/>
                  <a:gd name="connsiteY49" fmla="*/ 442360 h 508000"/>
                  <a:gd name="connsiteX50" fmla="*/ 20055 w 421152"/>
                  <a:gd name="connsiteY50" fmla="*/ 442360 h 508000"/>
                  <a:gd name="connsiteX51" fmla="*/ 0 w 421152"/>
                  <a:gd name="connsiteY51" fmla="*/ 413820 h 508000"/>
                  <a:gd name="connsiteX52" fmla="*/ 0 w 421152"/>
                  <a:gd name="connsiteY52" fmla="*/ 77056 h 508000"/>
                  <a:gd name="connsiteX53" fmla="*/ 22920 w 421152"/>
                  <a:gd name="connsiteY53" fmla="*/ 25686 h 508000"/>
                  <a:gd name="connsiteX54" fmla="*/ 28650 w 421152"/>
                  <a:gd name="connsiteY54" fmla="*/ 19978 h 508000"/>
                  <a:gd name="connsiteX55" fmla="*/ 83084 w 421152"/>
                  <a:gd name="connsiteY55" fmla="*/ 0 h 5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21152" h="508000">
                    <a:moveTo>
                      <a:pt x="97409" y="433798"/>
                    </a:moveTo>
                    <a:cubicBezTo>
                      <a:pt x="88814" y="433798"/>
                      <a:pt x="80219" y="442360"/>
                      <a:pt x="80219" y="450922"/>
                    </a:cubicBezTo>
                    <a:cubicBezTo>
                      <a:pt x="80219" y="459483"/>
                      <a:pt x="88814" y="465191"/>
                      <a:pt x="97409" y="465191"/>
                    </a:cubicBezTo>
                    <a:cubicBezTo>
                      <a:pt x="97409" y="465191"/>
                      <a:pt x="97409" y="465191"/>
                      <a:pt x="312283" y="465191"/>
                    </a:cubicBezTo>
                    <a:cubicBezTo>
                      <a:pt x="320878" y="465191"/>
                      <a:pt x="326608" y="459483"/>
                      <a:pt x="326608" y="450922"/>
                    </a:cubicBezTo>
                    <a:cubicBezTo>
                      <a:pt x="326608" y="442360"/>
                      <a:pt x="320878" y="433798"/>
                      <a:pt x="312283" y="433798"/>
                    </a:cubicBezTo>
                    <a:cubicBezTo>
                      <a:pt x="312283" y="433798"/>
                      <a:pt x="312283" y="433798"/>
                      <a:pt x="97409" y="433798"/>
                    </a:cubicBezTo>
                    <a:close/>
                    <a:moveTo>
                      <a:pt x="51570" y="333910"/>
                    </a:moveTo>
                    <a:cubicBezTo>
                      <a:pt x="37245" y="333910"/>
                      <a:pt x="25785" y="348180"/>
                      <a:pt x="25785" y="362450"/>
                    </a:cubicBezTo>
                    <a:cubicBezTo>
                      <a:pt x="25785" y="362450"/>
                      <a:pt x="25785" y="362450"/>
                      <a:pt x="25785" y="419528"/>
                    </a:cubicBezTo>
                    <a:cubicBezTo>
                      <a:pt x="25785" y="419528"/>
                      <a:pt x="25785" y="419528"/>
                      <a:pt x="42975" y="419528"/>
                    </a:cubicBezTo>
                    <a:cubicBezTo>
                      <a:pt x="42975" y="419528"/>
                      <a:pt x="42975" y="419528"/>
                      <a:pt x="42975" y="396697"/>
                    </a:cubicBezTo>
                    <a:cubicBezTo>
                      <a:pt x="42975" y="382427"/>
                      <a:pt x="54435" y="371011"/>
                      <a:pt x="68760" y="371011"/>
                    </a:cubicBezTo>
                    <a:cubicBezTo>
                      <a:pt x="68760" y="371011"/>
                      <a:pt x="68760" y="371011"/>
                      <a:pt x="352393" y="371011"/>
                    </a:cubicBezTo>
                    <a:cubicBezTo>
                      <a:pt x="363852" y="371011"/>
                      <a:pt x="375312" y="382427"/>
                      <a:pt x="375312" y="396697"/>
                    </a:cubicBezTo>
                    <a:cubicBezTo>
                      <a:pt x="375312" y="396697"/>
                      <a:pt x="375312" y="396697"/>
                      <a:pt x="375312" y="419528"/>
                    </a:cubicBezTo>
                    <a:cubicBezTo>
                      <a:pt x="375312" y="419528"/>
                      <a:pt x="375312" y="419528"/>
                      <a:pt x="383907" y="419528"/>
                    </a:cubicBezTo>
                    <a:cubicBezTo>
                      <a:pt x="389637" y="419528"/>
                      <a:pt x="395367" y="405259"/>
                      <a:pt x="395367" y="388135"/>
                    </a:cubicBezTo>
                    <a:lnTo>
                      <a:pt x="395367" y="362450"/>
                    </a:lnTo>
                    <a:cubicBezTo>
                      <a:pt x="395367" y="348180"/>
                      <a:pt x="383907" y="333910"/>
                      <a:pt x="369582" y="333910"/>
                    </a:cubicBezTo>
                    <a:cubicBezTo>
                      <a:pt x="369582" y="333910"/>
                      <a:pt x="369582" y="333910"/>
                      <a:pt x="51570" y="333910"/>
                    </a:cubicBezTo>
                    <a:close/>
                    <a:moveTo>
                      <a:pt x="108332" y="133246"/>
                    </a:moveTo>
                    <a:cubicBezTo>
                      <a:pt x="108332" y="133246"/>
                      <a:pt x="108332" y="133246"/>
                      <a:pt x="323527" y="133246"/>
                    </a:cubicBezTo>
                    <a:cubicBezTo>
                      <a:pt x="332135" y="133246"/>
                      <a:pt x="337873" y="138957"/>
                      <a:pt x="337873" y="147523"/>
                    </a:cubicBezTo>
                    <a:cubicBezTo>
                      <a:pt x="337873" y="156089"/>
                      <a:pt x="332135" y="161799"/>
                      <a:pt x="323527" y="161799"/>
                    </a:cubicBezTo>
                    <a:cubicBezTo>
                      <a:pt x="323527" y="161799"/>
                      <a:pt x="323527" y="161799"/>
                      <a:pt x="108332" y="161799"/>
                    </a:cubicBezTo>
                    <a:cubicBezTo>
                      <a:pt x="99725" y="161799"/>
                      <a:pt x="93986" y="156089"/>
                      <a:pt x="93986" y="147523"/>
                    </a:cubicBezTo>
                    <a:cubicBezTo>
                      <a:pt x="93986" y="138957"/>
                      <a:pt x="99725" y="133246"/>
                      <a:pt x="108332" y="133246"/>
                    </a:cubicBezTo>
                    <a:close/>
                    <a:moveTo>
                      <a:pt x="68760" y="79910"/>
                    </a:moveTo>
                    <a:cubicBezTo>
                      <a:pt x="51570" y="79910"/>
                      <a:pt x="40110" y="91326"/>
                      <a:pt x="40110" y="108450"/>
                    </a:cubicBezTo>
                    <a:lnTo>
                      <a:pt x="40110" y="205483"/>
                    </a:lnTo>
                    <a:cubicBezTo>
                      <a:pt x="40110" y="222607"/>
                      <a:pt x="51570" y="236877"/>
                      <a:pt x="68760" y="236877"/>
                    </a:cubicBezTo>
                    <a:cubicBezTo>
                      <a:pt x="68760" y="236877"/>
                      <a:pt x="68760" y="236877"/>
                      <a:pt x="346663" y="236877"/>
                    </a:cubicBezTo>
                    <a:cubicBezTo>
                      <a:pt x="363852" y="236877"/>
                      <a:pt x="378177" y="222607"/>
                      <a:pt x="378177" y="205483"/>
                    </a:cubicBezTo>
                    <a:cubicBezTo>
                      <a:pt x="378177" y="205483"/>
                      <a:pt x="378177" y="205483"/>
                      <a:pt x="378177" y="108450"/>
                    </a:cubicBezTo>
                    <a:cubicBezTo>
                      <a:pt x="378177" y="91326"/>
                      <a:pt x="363852" y="79910"/>
                      <a:pt x="346663" y="79910"/>
                    </a:cubicBezTo>
                    <a:cubicBezTo>
                      <a:pt x="346663" y="79910"/>
                      <a:pt x="346663" y="79910"/>
                      <a:pt x="68760" y="79910"/>
                    </a:cubicBezTo>
                    <a:close/>
                    <a:moveTo>
                      <a:pt x="83084" y="0"/>
                    </a:moveTo>
                    <a:cubicBezTo>
                      <a:pt x="83084" y="0"/>
                      <a:pt x="83084" y="0"/>
                      <a:pt x="332338" y="0"/>
                    </a:cubicBezTo>
                    <a:cubicBezTo>
                      <a:pt x="349528" y="0"/>
                      <a:pt x="375312" y="8562"/>
                      <a:pt x="386772" y="19978"/>
                    </a:cubicBezTo>
                    <a:cubicBezTo>
                      <a:pt x="386772" y="19978"/>
                      <a:pt x="386772" y="19978"/>
                      <a:pt x="398232" y="28540"/>
                    </a:cubicBezTo>
                    <a:cubicBezTo>
                      <a:pt x="409692" y="39955"/>
                      <a:pt x="421152" y="59933"/>
                      <a:pt x="421152" y="77056"/>
                    </a:cubicBezTo>
                    <a:cubicBezTo>
                      <a:pt x="421152" y="77056"/>
                      <a:pt x="421152" y="77056"/>
                      <a:pt x="421152" y="413820"/>
                    </a:cubicBezTo>
                    <a:cubicBezTo>
                      <a:pt x="421152" y="428090"/>
                      <a:pt x="409692" y="442360"/>
                      <a:pt x="398232" y="442360"/>
                    </a:cubicBezTo>
                    <a:cubicBezTo>
                      <a:pt x="398232" y="442360"/>
                      <a:pt x="398232" y="442360"/>
                      <a:pt x="375312" y="442360"/>
                    </a:cubicBezTo>
                    <a:cubicBezTo>
                      <a:pt x="375312" y="442360"/>
                      <a:pt x="375312" y="442360"/>
                      <a:pt x="375312" y="476607"/>
                    </a:cubicBezTo>
                    <a:cubicBezTo>
                      <a:pt x="375312" y="493731"/>
                      <a:pt x="360987" y="508000"/>
                      <a:pt x="343798" y="508000"/>
                    </a:cubicBezTo>
                    <a:cubicBezTo>
                      <a:pt x="343798" y="508000"/>
                      <a:pt x="343798" y="508000"/>
                      <a:pt x="71625" y="508000"/>
                    </a:cubicBezTo>
                    <a:cubicBezTo>
                      <a:pt x="54435" y="508000"/>
                      <a:pt x="42975" y="493731"/>
                      <a:pt x="42975" y="476607"/>
                    </a:cubicBezTo>
                    <a:cubicBezTo>
                      <a:pt x="42975" y="476607"/>
                      <a:pt x="42975" y="476607"/>
                      <a:pt x="42975" y="442360"/>
                    </a:cubicBezTo>
                    <a:cubicBezTo>
                      <a:pt x="42975" y="442360"/>
                      <a:pt x="42975" y="442360"/>
                      <a:pt x="20055" y="442360"/>
                    </a:cubicBezTo>
                    <a:cubicBezTo>
                      <a:pt x="8595" y="442360"/>
                      <a:pt x="0" y="428090"/>
                      <a:pt x="0" y="413820"/>
                    </a:cubicBezTo>
                    <a:cubicBezTo>
                      <a:pt x="0" y="413820"/>
                      <a:pt x="0" y="413820"/>
                      <a:pt x="0" y="77056"/>
                    </a:cubicBezTo>
                    <a:cubicBezTo>
                      <a:pt x="0" y="59933"/>
                      <a:pt x="11460" y="37101"/>
                      <a:pt x="22920" y="25686"/>
                    </a:cubicBezTo>
                    <a:cubicBezTo>
                      <a:pt x="22920" y="25686"/>
                      <a:pt x="22920" y="25686"/>
                      <a:pt x="28650" y="19978"/>
                    </a:cubicBezTo>
                    <a:cubicBezTo>
                      <a:pt x="42975" y="8562"/>
                      <a:pt x="65895" y="0"/>
                      <a:pt x="83084" y="0"/>
                    </a:cubicBezTo>
                    <a:close/>
                  </a:path>
                </a:pathLst>
              </a:custGeom>
              <a:solidFill>
                <a:schemeClr val="bg1"/>
              </a:solidFill>
              <a:ln>
                <a:noFill/>
              </a:ln>
            </p:spPr>
            <p:txBody>
              <a:bodyPr anchor="ctr"/>
              <a:lstStyle/>
              <a:p>
                <a:pPr algn="ctr"/>
                <a:endParaRPr/>
              </a:p>
            </p:txBody>
          </p:sp>
        </p:grpSp>
        <p:grpSp>
          <p:nvGrpSpPr>
            <p:cNvPr id="8" name="Group 41"/>
            <p:cNvGrpSpPr/>
            <p:nvPr/>
          </p:nvGrpSpPr>
          <p:grpSpPr>
            <a:xfrm>
              <a:off x="6107518" y="1403868"/>
              <a:ext cx="1206795" cy="1206795"/>
              <a:chOff x="6107518" y="1403868"/>
              <a:chExt cx="1206795" cy="1206795"/>
            </a:xfrm>
          </p:grpSpPr>
          <p:sp>
            <p:nvSpPr>
              <p:cNvPr id="39" name="is1ide-Oval 21"/>
              <p:cNvSpPr/>
              <p:nvPr/>
            </p:nvSpPr>
            <p:spPr>
              <a:xfrm>
                <a:off x="6107518" y="1403868"/>
                <a:ext cx="1206795" cy="1206795"/>
              </a:xfrm>
              <a:prstGeom prst="ellipse">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0" name="is1ide-Oval 22"/>
              <p:cNvSpPr/>
              <p:nvPr/>
            </p:nvSpPr>
            <p:spPr>
              <a:xfrm>
                <a:off x="6209366" y="1505716"/>
                <a:ext cx="1003098" cy="1003098"/>
              </a:xfrm>
              <a:prstGeom prst="ellipse">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1" name="is1ide-Oval 23"/>
              <p:cNvSpPr/>
              <p:nvPr/>
            </p:nvSpPr>
            <p:spPr>
              <a:xfrm>
                <a:off x="6326410" y="1622760"/>
                <a:ext cx="769009" cy="76900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2" name="is1ide-Freeform: Shape 35"/>
              <p:cNvSpPr>
                <a:spLocks noChangeAspect="1"/>
              </p:cNvSpPr>
              <p:nvPr/>
            </p:nvSpPr>
            <p:spPr bwMode="auto">
              <a:xfrm>
                <a:off x="6542477" y="1816737"/>
                <a:ext cx="336873" cy="381053"/>
              </a:xfrm>
              <a:custGeom>
                <a:avLst/>
                <a:gdLst>
                  <a:gd name="connsiteX0" fmla="*/ 32079 w 449102"/>
                  <a:gd name="connsiteY0" fmla="*/ 355245 h 508000"/>
                  <a:gd name="connsiteX1" fmla="*/ 32079 w 449102"/>
                  <a:gd name="connsiteY1" fmla="*/ 387217 h 508000"/>
                  <a:gd name="connsiteX2" fmla="*/ 60593 w 449102"/>
                  <a:gd name="connsiteY2" fmla="*/ 387217 h 508000"/>
                  <a:gd name="connsiteX3" fmla="*/ 32079 w 449102"/>
                  <a:gd name="connsiteY3" fmla="*/ 355245 h 508000"/>
                  <a:gd name="connsiteX4" fmla="*/ 231680 w 449102"/>
                  <a:gd name="connsiteY4" fmla="*/ 248672 h 508000"/>
                  <a:gd name="connsiteX5" fmla="*/ 213858 w 449102"/>
                  <a:gd name="connsiteY5" fmla="*/ 266434 h 508000"/>
                  <a:gd name="connsiteX6" fmla="*/ 213858 w 449102"/>
                  <a:gd name="connsiteY6" fmla="*/ 284196 h 508000"/>
                  <a:gd name="connsiteX7" fmla="*/ 352866 w 449102"/>
                  <a:gd name="connsiteY7" fmla="*/ 284196 h 508000"/>
                  <a:gd name="connsiteX8" fmla="*/ 370688 w 449102"/>
                  <a:gd name="connsiteY8" fmla="*/ 266434 h 508000"/>
                  <a:gd name="connsiteX9" fmla="*/ 370688 w 449102"/>
                  <a:gd name="connsiteY9" fmla="*/ 248672 h 508000"/>
                  <a:gd name="connsiteX10" fmla="*/ 231680 w 449102"/>
                  <a:gd name="connsiteY10" fmla="*/ 248672 h 508000"/>
                  <a:gd name="connsiteX11" fmla="*/ 217107 w 449102"/>
                  <a:gd name="connsiteY11" fmla="*/ 98655 h 508000"/>
                  <a:gd name="connsiteX12" fmla="*/ 316580 w 449102"/>
                  <a:gd name="connsiteY12" fmla="*/ 98655 h 508000"/>
                  <a:gd name="connsiteX13" fmla="*/ 316580 w 449102"/>
                  <a:gd name="connsiteY13" fmla="*/ 112934 h 508000"/>
                  <a:gd name="connsiteX14" fmla="*/ 309475 w 449102"/>
                  <a:gd name="connsiteY14" fmla="*/ 130782 h 508000"/>
                  <a:gd name="connsiteX15" fmla="*/ 302370 w 449102"/>
                  <a:gd name="connsiteY15" fmla="*/ 130782 h 508000"/>
                  <a:gd name="connsiteX16" fmla="*/ 302370 w 449102"/>
                  <a:gd name="connsiteY16" fmla="*/ 112934 h 508000"/>
                  <a:gd name="connsiteX17" fmla="*/ 224212 w 449102"/>
                  <a:gd name="connsiteY17" fmla="*/ 112934 h 508000"/>
                  <a:gd name="connsiteX18" fmla="*/ 213554 w 449102"/>
                  <a:gd name="connsiteY18" fmla="*/ 130782 h 508000"/>
                  <a:gd name="connsiteX19" fmla="*/ 117633 w 449102"/>
                  <a:gd name="connsiteY19" fmla="*/ 130782 h 508000"/>
                  <a:gd name="connsiteX20" fmla="*/ 106976 w 449102"/>
                  <a:gd name="connsiteY20" fmla="*/ 141491 h 508000"/>
                  <a:gd name="connsiteX21" fmla="*/ 106976 w 449102"/>
                  <a:gd name="connsiteY21" fmla="*/ 216452 h 508000"/>
                  <a:gd name="connsiteX22" fmla="*/ 99870 w 449102"/>
                  <a:gd name="connsiteY22" fmla="*/ 216452 h 508000"/>
                  <a:gd name="connsiteX23" fmla="*/ 92765 w 449102"/>
                  <a:gd name="connsiteY23" fmla="*/ 198604 h 508000"/>
                  <a:gd name="connsiteX24" fmla="*/ 92765 w 449102"/>
                  <a:gd name="connsiteY24" fmla="*/ 141491 h 508000"/>
                  <a:gd name="connsiteX25" fmla="*/ 117633 w 449102"/>
                  <a:gd name="connsiteY25" fmla="*/ 116503 h 508000"/>
                  <a:gd name="connsiteX26" fmla="*/ 206449 w 449102"/>
                  <a:gd name="connsiteY26" fmla="*/ 116503 h 508000"/>
                  <a:gd name="connsiteX27" fmla="*/ 185531 w 449102"/>
                  <a:gd name="connsiteY27" fmla="*/ 55954 h 508000"/>
                  <a:gd name="connsiteX28" fmla="*/ 285658 w 449102"/>
                  <a:gd name="connsiteY28" fmla="*/ 55954 h 508000"/>
                  <a:gd name="connsiteX29" fmla="*/ 285658 w 449102"/>
                  <a:gd name="connsiteY29" fmla="*/ 70159 h 508000"/>
                  <a:gd name="connsiteX30" fmla="*/ 278506 w 449102"/>
                  <a:gd name="connsiteY30" fmla="*/ 87915 h 508000"/>
                  <a:gd name="connsiteX31" fmla="*/ 271354 w 449102"/>
                  <a:gd name="connsiteY31" fmla="*/ 87915 h 508000"/>
                  <a:gd name="connsiteX32" fmla="*/ 271354 w 449102"/>
                  <a:gd name="connsiteY32" fmla="*/ 70159 h 508000"/>
                  <a:gd name="connsiteX33" fmla="*/ 196258 w 449102"/>
                  <a:gd name="connsiteY33" fmla="*/ 70159 h 508000"/>
                  <a:gd name="connsiteX34" fmla="*/ 181955 w 449102"/>
                  <a:gd name="connsiteY34" fmla="*/ 87915 h 508000"/>
                  <a:gd name="connsiteX35" fmla="*/ 85403 w 449102"/>
                  <a:gd name="connsiteY35" fmla="*/ 87915 h 508000"/>
                  <a:gd name="connsiteX36" fmla="*/ 74675 w 449102"/>
                  <a:gd name="connsiteY36" fmla="*/ 102120 h 508000"/>
                  <a:gd name="connsiteX37" fmla="*/ 74675 w 449102"/>
                  <a:gd name="connsiteY37" fmla="*/ 176696 h 508000"/>
                  <a:gd name="connsiteX38" fmla="*/ 67523 w 449102"/>
                  <a:gd name="connsiteY38" fmla="*/ 176696 h 508000"/>
                  <a:gd name="connsiteX39" fmla="*/ 60371 w 449102"/>
                  <a:gd name="connsiteY39" fmla="*/ 155389 h 508000"/>
                  <a:gd name="connsiteX40" fmla="*/ 60371 w 449102"/>
                  <a:gd name="connsiteY40" fmla="*/ 102120 h 508000"/>
                  <a:gd name="connsiteX41" fmla="*/ 85403 w 449102"/>
                  <a:gd name="connsiteY41" fmla="*/ 73710 h 508000"/>
                  <a:gd name="connsiteX42" fmla="*/ 174803 w 449102"/>
                  <a:gd name="connsiteY42" fmla="*/ 73710 h 508000"/>
                  <a:gd name="connsiteX43" fmla="*/ 185531 w 449102"/>
                  <a:gd name="connsiteY43" fmla="*/ 55954 h 508000"/>
                  <a:gd name="connsiteX44" fmla="*/ 49900 w 449102"/>
                  <a:gd name="connsiteY44" fmla="*/ 35525 h 508000"/>
                  <a:gd name="connsiteX45" fmla="*/ 32079 w 449102"/>
                  <a:gd name="connsiteY45" fmla="*/ 53287 h 508000"/>
                  <a:gd name="connsiteX46" fmla="*/ 32079 w 449102"/>
                  <a:gd name="connsiteY46" fmla="*/ 198937 h 508000"/>
                  <a:gd name="connsiteX47" fmla="*/ 128315 w 449102"/>
                  <a:gd name="connsiteY47" fmla="*/ 287748 h 508000"/>
                  <a:gd name="connsiteX48" fmla="*/ 128315 w 449102"/>
                  <a:gd name="connsiteY48" fmla="*/ 195385 h 508000"/>
                  <a:gd name="connsiteX49" fmla="*/ 163958 w 449102"/>
                  <a:gd name="connsiteY49" fmla="*/ 156308 h 508000"/>
                  <a:gd name="connsiteX50" fmla="*/ 352866 w 449102"/>
                  <a:gd name="connsiteY50" fmla="*/ 156308 h 508000"/>
                  <a:gd name="connsiteX51" fmla="*/ 352866 w 449102"/>
                  <a:gd name="connsiteY51" fmla="*/ 35525 h 508000"/>
                  <a:gd name="connsiteX52" fmla="*/ 49900 w 449102"/>
                  <a:gd name="connsiteY52" fmla="*/ 35525 h 508000"/>
                  <a:gd name="connsiteX53" fmla="*/ 39207 w 449102"/>
                  <a:gd name="connsiteY53" fmla="*/ 0 h 508000"/>
                  <a:gd name="connsiteX54" fmla="*/ 377816 w 449102"/>
                  <a:gd name="connsiteY54" fmla="*/ 0 h 508000"/>
                  <a:gd name="connsiteX55" fmla="*/ 377816 w 449102"/>
                  <a:gd name="connsiteY55" fmla="*/ 156308 h 508000"/>
                  <a:gd name="connsiteX56" fmla="*/ 449102 w 449102"/>
                  <a:gd name="connsiteY56" fmla="*/ 156308 h 508000"/>
                  <a:gd name="connsiteX57" fmla="*/ 449102 w 449102"/>
                  <a:gd name="connsiteY57" fmla="*/ 468923 h 508000"/>
                  <a:gd name="connsiteX58" fmla="*/ 409895 w 449102"/>
                  <a:gd name="connsiteY58" fmla="*/ 508000 h 508000"/>
                  <a:gd name="connsiteX59" fmla="*/ 128315 w 449102"/>
                  <a:gd name="connsiteY59" fmla="*/ 508000 h 508000"/>
                  <a:gd name="connsiteX60" fmla="*/ 128315 w 449102"/>
                  <a:gd name="connsiteY60" fmla="*/ 458266 h 508000"/>
                  <a:gd name="connsiteX61" fmla="*/ 74850 w 449102"/>
                  <a:gd name="connsiteY61" fmla="*/ 401427 h 508000"/>
                  <a:gd name="connsiteX62" fmla="*/ 0 w 449102"/>
                  <a:gd name="connsiteY62" fmla="*/ 401427 h 508000"/>
                  <a:gd name="connsiteX63" fmla="*/ 0 w 449102"/>
                  <a:gd name="connsiteY63" fmla="*/ 39077 h 508000"/>
                  <a:gd name="connsiteX64" fmla="*/ 39207 w 449102"/>
                  <a:gd name="connsiteY64" fmla="*/ 0 h 5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9102" h="508000">
                    <a:moveTo>
                      <a:pt x="32079" y="355245"/>
                    </a:moveTo>
                    <a:cubicBezTo>
                      <a:pt x="32079" y="355245"/>
                      <a:pt x="32079" y="355245"/>
                      <a:pt x="32079" y="387217"/>
                    </a:cubicBezTo>
                    <a:lnTo>
                      <a:pt x="60593" y="387217"/>
                    </a:lnTo>
                    <a:cubicBezTo>
                      <a:pt x="60593" y="387217"/>
                      <a:pt x="60593" y="387217"/>
                      <a:pt x="32079" y="355245"/>
                    </a:cubicBezTo>
                    <a:close/>
                    <a:moveTo>
                      <a:pt x="231680" y="248672"/>
                    </a:moveTo>
                    <a:cubicBezTo>
                      <a:pt x="220987" y="248672"/>
                      <a:pt x="213858" y="255776"/>
                      <a:pt x="213858" y="266434"/>
                    </a:cubicBezTo>
                    <a:cubicBezTo>
                      <a:pt x="213858" y="266434"/>
                      <a:pt x="213858" y="266434"/>
                      <a:pt x="213858" y="284196"/>
                    </a:cubicBezTo>
                    <a:cubicBezTo>
                      <a:pt x="213858" y="284196"/>
                      <a:pt x="213858" y="284196"/>
                      <a:pt x="352866" y="284196"/>
                    </a:cubicBezTo>
                    <a:cubicBezTo>
                      <a:pt x="363559" y="284196"/>
                      <a:pt x="370688" y="277091"/>
                      <a:pt x="370688" y="266434"/>
                    </a:cubicBezTo>
                    <a:cubicBezTo>
                      <a:pt x="370688" y="255776"/>
                      <a:pt x="370688" y="248672"/>
                      <a:pt x="370688" y="248672"/>
                    </a:cubicBezTo>
                    <a:cubicBezTo>
                      <a:pt x="370688" y="248672"/>
                      <a:pt x="370688" y="248672"/>
                      <a:pt x="231680" y="248672"/>
                    </a:cubicBezTo>
                    <a:close/>
                    <a:moveTo>
                      <a:pt x="217107" y="98655"/>
                    </a:moveTo>
                    <a:cubicBezTo>
                      <a:pt x="217107" y="98655"/>
                      <a:pt x="217107" y="98655"/>
                      <a:pt x="316580" y="98655"/>
                    </a:cubicBezTo>
                    <a:cubicBezTo>
                      <a:pt x="316580" y="98655"/>
                      <a:pt x="316580" y="98655"/>
                      <a:pt x="316580" y="112934"/>
                    </a:cubicBezTo>
                    <a:cubicBezTo>
                      <a:pt x="316580" y="123642"/>
                      <a:pt x="313028" y="130782"/>
                      <a:pt x="309475" y="130782"/>
                    </a:cubicBezTo>
                    <a:cubicBezTo>
                      <a:pt x="309475" y="130782"/>
                      <a:pt x="309475" y="130782"/>
                      <a:pt x="302370" y="130782"/>
                    </a:cubicBezTo>
                    <a:cubicBezTo>
                      <a:pt x="302370" y="130782"/>
                      <a:pt x="302370" y="130782"/>
                      <a:pt x="302370" y="112934"/>
                    </a:cubicBezTo>
                    <a:cubicBezTo>
                      <a:pt x="302370" y="112934"/>
                      <a:pt x="302370" y="112934"/>
                      <a:pt x="224212" y="112934"/>
                    </a:cubicBezTo>
                    <a:cubicBezTo>
                      <a:pt x="224212" y="112934"/>
                      <a:pt x="224212" y="112934"/>
                      <a:pt x="213554" y="130782"/>
                    </a:cubicBezTo>
                    <a:cubicBezTo>
                      <a:pt x="213554" y="130782"/>
                      <a:pt x="213554" y="130782"/>
                      <a:pt x="117633" y="130782"/>
                    </a:cubicBezTo>
                    <a:cubicBezTo>
                      <a:pt x="110528" y="130782"/>
                      <a:pt x="106976" y="134351"/>
                      <a:pt x="106976" y="141491"/>
                    </a:cubicBezTo>
                    <a:cubicBezTo>
                      <a:pt x="106976" y="141491"/>
                      <a:pt x="106976" y="141491"/>
                      <a:pt x="106976" y="216452"/>
                    </a:cubicBezTo>
                    <a:cubicBezTo>
                      <a:pt x="106976" y="216452"/>
                      <a:pt x="106976" y="216452"/>
                      <a:pt x="99870" y="216452"/>
                    </a:cubicBezTo>
                    <a:cubicBezTo>
                      <a:pt x="92765" y="216452"/>
                      <a:pt x="92765" y="209313"/>
                      <a:pt x="92765" y="198604"/>
                    </a:cubicBezTo>
                    <a:cubicBezTo>
                      <a:pt x="92765" y="198604"/>
                      <a:pt x="92765" y="198604"/>
                      <a:pt x="92765" y="141491"/>
                    </a:cubicBezTo>
                    <a:cubicBezTo>
                      <a:pt x="92765" y="127212"/>
                      <a:pt x="103423" y="116503"/>
                      <a:pt x="117633" y="116503"/>
                    </a:cubicBezTo>
                    <a:cubicBezTo>
                      <a:pt x="117633" y="116503"/>
                      <a:pt x="117633" y="116503"/>
                      <a:pt x="206449" y="116503"/>
                    </a:cubicBezTo>
                    <a:close/>
                    <a:moveTo>
                      <a:pt x="185531" y="55954"/>
                    </a:moveTo>
                    <a:cubicBezTo>
                      <a:pt x="185531" y="55954"/>
                      <a:pt x="185531" y="55954"/>
                      <a:pt x="285658" y="55954"/>
                    </a:cubicBezTo>
                    <a:cubicBezTo>
                      <a:pt x="285658" y="55954"/>
                      <a:pt x="285658" y="55954"/>
                      <a:pt x="285658" y="70159"/>
                    </a:cubicBezTo>
                    <a:cubicBezTo>
                      <a:pt x="285658" y="80813"/>
                      <a:pt x="282082" y="87915"/>
                      <a:pt x="278506" y="87915"/>
                    </a:cubicBezTo>
                    <a:cubicBezTo>
                      <a:pt x="278506" y="87915"/>
                      <a:pt x="278506" y="87915"/>
                      <a:pt x="271354" y="87915"/>
                    </a:cubicBezTo>
                    <a:cubicBezTo>
                      <a:pt x="271354" y="87915"/>
                      <a:pt x="271354" y="87915"/>
                      <a:pt x="271354" y="70159"/>
                    </a:cubicBezTo>
                    <a:cubicBezTo>
                      <a:pt x="271354" y="70159"/>
                      <a:pt x="271354" y="70159"/>
                      <a:pt x="196258" y="70159"/>
                    </a:cubicBezTo>
                    <a:lnTo>
                      <a:pt x="181955" y="87915"/>
                    </a:lnTo>
                    <a:cubicBezTo>
                      <a:pt x="181955" y="87915"/>
                      <a:pt x="181955" y="87915"/>
                      <a:pt x="85403" y="87915"/>
                    </a:cubicBezTo>
                    <a:cubicBezTo>
                      <a:pt x="78251" y="87915"/>
                      <a:pt x="74675" y="95018"/>
                      <a:pt x="74675" y="102120"/>
                    </a:cubicBezTo>
                    <a:cubicBezTo>
                      <a:pt x="74675" y="102120"/>
                      <a:pt x="74675" y="102120"/>
                      <a:pt x="74675" y="176696"/>
                    </a:cubicBezTo>
                    <a:cubicBezTo>
                      <a:pt x="74675" y="176696"/>
                      <a:pt x="74675" y="176696"/>
                      <a:pt x="67523" y="176696"/>
                    </a:cubicBezTo>
                    <a:cubicBezTo>
                      <a:pt x="63947" y="176696"/>
                      <a:pt x="60371" y="166043"/>
                      <a:pt x="60371" y="155389"/>
                    </a:cubicBezTo>
                    <a:cubicBezTo>
                      <a:pt x="60371" y="155389"/>
                      <a:pt x="60371" y="155389"/>
                      <a:pt x="60371" y="102120"/>
                    </a:cubicBezTo>
                    <a:cubicBezTo>
                      <a:pt x="60371" y="87915"/>
                      <a:pt x="71099" y="73710"/>
                      <a:pt x="85403" y="73710"/>
                    </a:cubicBezTo>
                    <a:cubicBezTo>
                      <a:pt x="85403" y="73710"/>
                      <a:pt x="85403" y="73710"/>
                      <a:pt x="174803" y="73710"/>
                    </a:cubicBezTo>
                    <a:cubicBezTo>
                      <a:pt x="174803" y="73710"/>
                      <a:pt x="174803" y="73710"/>
                      <a:pt x="185531" y="55954"/>
                    </a:cubicBezTo>
                    <a:close/>
                    <a:moveTo>
                      <a:pt x="49900" y="35525"/>
                    </a:moveTo>
                    <a:cubicBezTo>
                      <a:pt x="39207" y="35525"/>
                      <a:pt x="32079" y="42630"/>
                      <a:pt x="32079" y="53287"/>
                    </a:cubicBezTo>
                    <a:cubicBezTo>
                      <a:pt x="32079" y="53287"/>
                      <a:pt x="32079" y="53287"/>
                      <a:pt x="32079" y="198937"/>
                    </a:cubicBezTo>
                    <a:cubicBezTo>
                      <a:pt x="32079" y="198937"/>
                      <a:pt x="32079" y="198937"/>
                      <a:pt x="128315" y="287748"/>
                    </a:cubicBezTo>
                    <a:cubicBezTo>
                      <a:pt x="128315" y="287748"/>
                      <a:pt x="128315" y="287748"/>
                      <a:pt x="128315" y="195385"/>
                    </a:cubicBezTo>
                    <a:cubicBezTo>
                      <a:pt x="128315" y="174070"/>
                      <a:pt x="142572" y="156308"/>
                      <a:pt x="163958" y="156308"/>
                    </a:cubicBezTo>
                    <a:cubicBezTo>
                      <a:pt x="163958" y="156308"/>
                      <a:pt x="163958" y="156308"/>
                      <a:pt x="352866" y="156308"/>
                    </a:cubicBezTo>
                    <a:cubicBezTo>
                      <a:pt x="352866" y="156308"/>
                      <a:pt x="352866" y="156308"/>
                      <a:pt x="352866" y="35525"/>
                    </a:cubicBezTo>
                    <a:cubicBezTo>
                      <a:pt x="352866" y="35525"/>
                      <a:pt x="352866" y="35525"/>
                      <a:pt x="49900" y="35525"/>
                    </a:cubicBezTo>
                    <a:close/>
                    <a:moveTo>
                      <a:pt x="39207" y="0"/>
                    </a:moveTo>
                    <a:cubicBezTo>
                      <a:pt x="39207" y="0"/>
                      <a:pt x="39207" y="0"/>
                      <a:pt x="377816" y="0"/>
                    </a:cubicBezTo>
                    <a:lnTo>
                      <a:pt x="377816" y="156308"/>
                    </a:lnTo>
                    <a:cubicBezTo>
                      <a:pt x="377816" y="156308"/>
                      <a:pt x="377816" y="156308"/>
                      <a:pt x="449102" y="156308"/>
                    </a:cubicBezTo>
                    <a:cubicBezTo>
                      <a:pt x="449102" y="156308"/>
                      <a:pt x="449102" y="156308"/>
                      <a:pt x="449102" y="468923"/>
                    </a:cubicBezTo>
                    <a:cubicBezTo>
                      <a:pt x="449102" y="490238"/>
                      <a:pt x="431281" y="508000"/>
                      <a:pt x="409895" y="508000"/>
                    </a:cubicBezTo>
                    <a:cubicBezTo>
                      <a:pt x="409895" y="508000"/>
                      <a:pt x="409895" y="508000"/>
                      <a:pt x="128315" y="508000"/>
                    </a:cubicBezTo>
                    <a:cubicBezTo>
                      <a:pt x="128315" y="508000"/>
                      <a:pt x="128315" y="508000"/>
                      <a:pt x="128315" y="458266"/>
                    </a:cubicBezTo>
                    <a:cubicBezTo>
                      <a:pt x="128315" y="458266"/>
                      <a:pt x="128315" y="458266"/>
                      <a:pt x="74850" y="401427"/>
                    </a:cubicBezTo>
                    <a:cubicBezTo>
                      <a:pt x="74850" y="401427"/>
                      <a:pt x="74850" y="401427"/>
                      <a:pt x="0" y="401427"/>
                    </a:cubicBezTo>
                    <a:cubicBezTo>
                      <a:pt x="0" y="401427"/>
                      <a:pt x="0" y="401427"/>
                      <a:pt x="0" y="39077"/>
                    </a:cubicBezTo>
                    <a:cubicBezTo>
                      <a:pt x="0" y="17762"/>
                      <a:pt x="17822" y="0"/>
                      <a:pt x="39207" y="0"/>
                    </a:cubicBezTo>
                    <a:close/>
                  </a:path>
                </a:pathLst>
              </a:custGeom>
              <a:solidFill>
                <a:schemeClr val="bg1"/>
              </a:solidFill>
              <a:ln>
                <a:noFill/>
              </a:ln>
            </p:spPr>
            <p:txBody>
              <a:bodyPr anchor="ctr"/>
              <a:lstStyle/>
              <a:p>
                <a:pPr algn="ctr"/>
                <a:endParaRPr/>
              </a:p>
            </p:txBody>
          </p:sp>
        </p:grpSp>
        <p:grpSp>
          <p:nvGrpSpPr>
            <p:cNvPr id="9" name="Group 43"/>
            <p:cNvGrpSpPr/>
            <p:nvPr/>
          </p:nvGrpSpPr>
          <p:grpSpPr>
            <a:xfrm>
              <a:off x="4606628" y="4647730"/>
              <a:ext cx="1206795" cy="1206795"/>
              <a:chOff x="4606628" y="4647730"/>
              <a:chExt cx="1206795" cy="1206795"/>
            </a:xfrm>
          </p:grpSpPr>
          <p:sp>
            <p:nvSpPr>
              <p:cNvPr id="35" name="is1ide-Oval 16"/>
              <p:cNvSpPr/>
              <p:nvPr/>
            </p:nvSpPr>
            <p:spPr>
              <a:xfrm>
                <a:off x="4606628" y="4647730"/>
                <a:ext cx="1206795" cy="1206795"/>
              </a:xfrm>
              <a:prstGeom prst="ellipse">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6" name="is1ide-Oval 17"/>
              <p:cNvSpPr/>
              <p:nvPr/>
            </p:nvSpPr>
            <p:spPr>
              <a:xfrm>
                <a:off x="4708476" y="4749578"/>
                <a:ext cx="1003098" cy="1003098"/>
              </a:xfrm>
              <a:prstGeom prst="ellipse">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7" name="is1ide-Oval 18"/>
              <p:cNvSpPr/>
              <p:nvPr/>
            </p:nvSpPr>
            <p:spPr>
              <a:xfrm>
                <a:off x="4825520" y="4866622"/>
                <a:ext cx="769009" cy="76900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8" name="is1ide-Freeform: Shape 36"/>
              <p:cNvSpPr>
                <a:spLocks noChangeAspect="1"/>
              </p:cNvSpPr>
              <p:nvPr/>
            </p:nvSpPr>
            <p:spPr bwMode="auto">
              <a:xfrm>
                <a:off x="5068011" y="5060599"/>
                <a:ext cx="284026" cy="381053"/>
              </a:xfrm>
              <a:custGeom>
                <a:avLst/>
                <a:gdLst>
                  <a:gd name="T0" fmla="*/ 0 w 1224"/>
                  <a:gd name="T1" fmla="*/ 0 h 1643"/>
                  <a:gd name="T2" fmla="*/ 0 w 1224"/>
                  <a:gd name="T3" fmla="*/ 1643 h 1643"/>
                  <a:gd name="T4" fmla="*/ 1224 w 1224"/>
                  <a:gd name="T5" fmla="*/ 1643 h 1643"/>
                  <a:gd name="T6" fmla="*/ 1224 w 1224"/>
                  <a:gd name="T7" fmla="*/ 0 h 1643"/>
                  <a:gd name="T8" fmla="*/ 0 w 1224"/>
                  <a:gd name="T9" fmla="*/ 0 h 1643"/>
                  <a:gd name="T10" fmla="*/ 1126 w 1224"/>
                  <a:gd name="T11" fmla="*/ 1515 h 1643"/>
                  <a:gd name="T12" fmla="*/ 98 w 1224"/>
                  <a:gd name="T13" fmla="*/ 1515 h 1643"/>
                  <a:gd name="T14" fmla="*/ 98 w 1224"/>
                  <a:gd name="T15" fmla="*/ 935 h 1643"/>
                  <a:gd name="T16" fmla="*/ 1126 w 1224"/>
                  <a:gd name="T17" fmla="*/ 935 h 1643"/>
                  <a:gd name="T18" fmla="*/ 1126 w 1224"/>
                  <a:gd name="T19" fmla="*/ 1515 h 1643"/>
                  <a:gd name="T20" fmla="*/ 1126 w 1224"/>
                  <a:gd name="T21" fmla="*/ 838 h 1643"/>
                  <a:gd name="T22" fmla="*/ 98 w 1224"/>
                  <a:gd name="T23" fmla="*/ 838 h 1643"/>
                  <a:gd name="T24" fmla="*/ 98 w 1224"/>
                  <a:gd name="T25" fmla="*/ 258 h 1643"/>
                  <a:gd name="T26" fmla="*/ 1126 w 1224"/>
                  <a:gd name="T27" fmla="*/ 258 h 1643"/>
                  <a:gd name="T28" fmla="*/ 1126 w 1224"/>
                  <a:gd name="T29" fmla="*/ 838 h 1643"/>
                  <a:gd name="T30" fmla="*/ 1113 w 1224"/>
                  <a:gd name="T31" fmla="*/ 164 h 1643"/>
                  <a:gd name="T32" fmla="*/ 1080 w 1224"/>
                  <a:gd name="T33" fmla="*/ 178 h 1643"/>
                  <a:gd name="T34" fmla="*/ 1045 w 1224"/>
                  <a:gd name="T35" fmla="*/ 164 h 1643"/>
                  <a:gd name="T36" fmla="*/ 1031 w 1224"/>
                  <a:gd name="T37" fmla="*/ 129 h 1643"/>
                  <a:gd name="T38" fmla="*/ 1045 w 1224"/>
                  <a:gd name="T39" fmla="*/ 96 h 1643"/>
                  <a:gd name="T40" fmla="*/ 1080 w 1224"/>
                  <a:gd name="T41" fmla="*/ 82 h 1643"/>
                  <a:gd name="T42" fmla="*/ 1113 w 1224"/>
                  <a:gd name="T43" fmla="*/ 96 h 1643"/>
                  <a:gd name="T44" fmla="*/ 1126 w 1224"/>
                  <a:gd name="T45" fmla="*/ 129 h 1643"/>
                  <a:gd name="T46" fmla="*/ 1113 w 1224"/>
                  <a:gd name="T47" fmla="*/ 164 h 1643"/>
                  <a:gd name="T48" fmla="*/ 1063 w 1224"/>
                  <a:gd name="T49" fmla="*/ 323 h 1643"/>
                  <a:gd name="T50" fmla="*/ 161 w 1224"/>
                  <a:gd name="T51" fmla="*/ 323 h 1643"/>
                  <a:gd name="T52" fmla="*/ 161 w 1224"/>
                  <a:gd name="T53" fmla="*/ 775 h 1643"/>
                  <a:gd name="T54" fmla="*/ 1063 w 1224"/>
                  <a:gd name="T55" fmla="*/ 775 h 1643"/>
                  <a:gd name="T56" fmla="*/ 1063 w 1224"/>
                  <a:gd name="T57" fmla="*/ 323 h 1643"/>
                  <a:gd name="T58" fmla="*/ 773 w 1224"/>
                  <a:gd name="T59" fmla="*/ 581 h 1643"/>
                  <a:gd name="T60" fmla="*/ 763 w 1224"/>
                  <a:gd name="T61" fmla="*/ 604 h 1643"/>
                  <a:gd name="T62" fmla="*/ 740 w 1224"/>
                  <a:gd name="T63" fmla="*/ 614 h 1643"/>
                  <a:gd name="T64" fmla="*/ 484 w 1224"/>
                  <a:gd name="T65" fmla="*/ 614 h 1643"/>
                  <a:gd name="T66" fmla="*/ 461 w 1224"/>
                  <a:gd name="T67" fmla="*/ 604 h 1643"/>
                  <a:gd name="T68" fmla="*/ 451 w 1224"/>
                  <a:gd name="T69" fmla="*/ 581 h 1643"/>
                  <a:gd name="T70" fmla="*/ 451 w 1224"/>
                  <a:gd name="T71" fmla="*/ 451 h 1643"/>
                  <a:gd name="T72" fmla="*/ 461 w 1224"/>
                  <a:gd name="T73" fmla="*/ 428 h 1643"/>
                  <a:gd name="T74" fmla="*/ 484 w 1224"/>
                  <a:gd name="T75" fmla="*/ 419 h 1643"/>
                  <a:gd name="T76" fmla="*/ 740 w 1224"/>
                  <a:gd name="T77" fmla="*/ 419 h 1643"/>
                  <a:gd name="T78" fmla="*/ 763 w 1224"/>
                  <a:gd name="T79" fmla="*/ 428 h 1643"/>
                  <a:gd name="T80" fmla="*/ 773 w 1224"/>
                  <a:gd name="T81" fmla="*/ 451 h 1643"/>
                  <a:gd name="T82" fmla="*/ 773 w 1224"/>
                  <a:gd name="T83" fmla="*/ 581 h 1643"/>
                  <a:gd name="T84" fmla="*/ 1063 w 1224"/>
                  <a:gd name="T85" fmla="*/ 1000 h 1643"/>
                  <a:gd name="T86" fmla="*/ 161 w 1224"/>
                  <a:gd name="T87" fmla="*/ 1000 h 1643"/>
                  <a:gd name="T88" fmla="*/ 161 w 1224"/>
                  <a:gd name="T89" fmla="*/ 1450 h 1643"/>
                  <a:gd name="T90" fmla="*/ 1063 w 1224"/>
                  <a:gd name="T91" fmla="*/ 1450 h 1643"/>
                  <a:gd name="T92" fmla="*/ 1063 w 1224"/>
                  <a:gd name="T93" fmla="*/ 1000 h 1643"/>
                  <a:gd name="T94" fmla="*/ 773 w 1224"/>
                  <a:gd name="T95" fmla="*/ 1257 h 1643"/>
                  <a:gd name="T96" fmla="*/ 763 w 1224"/>
                  <a:gd name="T97" fmla="*/ 1279 h 1643"/>
                  <a:gd name="T98" fmla="*/ 740 w 1224"/>
                  <a:gd name="T99" fmla="*/ 1289 h 1643"/>
                  <a:gd name="T100" fmla="*/ 484 w 1224"/>
                  <a:gd name="T101" fmla="*/ 1289 h 1643"/>
                  <a:gd name="T102" fmla="*/ 461 w 1224"/>
                  <a:gd name="T103" fmla="*/ 1279 h 1643"/>
                  <a:gd name="T104" fmla="*/ 451 w 1224"/>
                  <a:gd name="T105" fmla="*/ 1257 h 1643"/>
                  <a:gd name="T106" fmla="*/ 451 w 1224"/>
                  <a:gd name="T107" fmla="*/ 1128 h 1643"/>
                  <a:gd name="T108" fmla="*/ 461 w 1224"/>
                  <a:gd name="T109" fmla="*/ 1105 h 1643"/>
                  <a:gd name="T110" fmla="*/ 484 w 1224"/>
                  <a:gd name="T111" fmla="*/ 1096 h 1643"/>
                  <a:gd name="T112" fmla="*/ 740 w 1224"/>
                  <a:gd name="T113" fmla="*/ 1096 h 1643"/>
                  <a:gd name="T114" fmla="*/ 763 w 1224"/>
                  <a:gd name="T115" fmla="*/ 1105 h 1643"/>
                  <a:gd name="T116" fmla="*/ 773 w 1224"/>
                  <a:gd name="T117" fmla="*/ 1128 h 1643"/>
                  <a:gd name="T118" fmla="*/ 773 w 1224"/>
                  <a:gd name="T119" fmla="*/ 1257 h 1643"/>
                  <a:gd name="T120" fmla="*/ 773 w 1224"/>
                  <a:gd name="T121" fmla="*/ 1257 h 1643"/>
                  <a:gd name="T122" fmla="*/ 773 w 1224"/>
                  <a:gd name="T123" fmla="*/ 1257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4" h="1643">
                    <a:moveTo>
                      <a:pt x="0" y="0"/>
                    </a:moveTo>
                    <a:cubicBezTo>
                      <a:pt x="0" y="1643"/>
                      <a:pt x="0" y="1643"/>
                      <a:pt x="0" y="1643"/>
                    </a:cubicBezTo>
                    <a:cubicBezTo>
                      <a:pt x="1224" y="1643"/>
                      <a:pt x="1224" y="1643"/>
                      <a:pt x="1224" y="1643"/>
                    </a:cubicBezTo>
                    <a:cubicBezTo>
                      <a:pt x="1224" y="0"/>
                      <a:pt x="1224" y="0"/>
                      <a:pt x="1224" y="0"/>
                    </a:cubicBezTo>
                    <a:lnTo>
                      <a:pt x="0" y="0"/>
                    </a:lnTo>
                    <a:close/>
                    <a:moveTo>
                      <a:pt x="1126" y="1515"/>
                    </a:moveTo>
                    <a:cubicBezTo>
                      <a:pt x="98" y="1515"/>
                      <a:pt x="98" y="1515"/>
                      <a:pt x="98" y="1515"/>
                    </a:cubicBezTo>
                    <a:cubicBezTo>
                      <a:pt x="98" y="935"/>
                      <a:pt x="98" y="935"/>
                      <a:pt x="98" y="935"/>
                    </a:cubicBezTo>
                    <a:cubicBezTo>
                      <a:pt x="1126" y="935"/>
                      <a:pt x="1126" y="935"/>
                      <a:pt x="1126" y="935"/>
                    </a:cubicBezTo>
                    <a:lnTo>
                      <a:pt x="1126" y="1515"/>
                    </a:lnTo>
                    <a:close/>
                    <a:moveTo>
                      <a:pt x="1126" y="838"/>
                    </a:moveTo>
                    <a:cubicBezTo>
                      <a:pt x="98" y="838"/>
                      <a:pt x="98" y="838"/>
                      <a:pt x="98" y="838"/>
                    </a:cubicBezTo>
                    <a:cubicBezTo>
                      <a:pt x="98" y="258"/>
                      <a:pt x="98" y="258"/>
                      <a:pt x="98" y="258"/>
                    </a:cubicBezTo>
                    <a:cubicBezTo>
                      <a:pt x="1126" y="258"/>
                      <a:pt x="1126" y="258"/>
                      <a:pt x="1126" y="258"/>
                    </a:cubicBezTo>
                    <a:lnTo>
                      <a:pt x="1126" y="838"/>
                    </a:lnTo>
                    <a:close/>
                    <a:moveTo>
                      <a:pt x="1113" y="164"/>
                    </a:moveTo>
                    <a:cubicBezTo>
                      <a:pt x="1104" y="173"/>
                      <a:pt x="1093" y="178"/>
                      <a:pt x="1080" y="178"/>
                    </a:cubicBezTo>
                    <a:cubicBezTo>
                      <a:pt x="1066" y="178"/>
                      <a:pt x="1055" y="173"/>
                      <a:pt x="1045" y="164"/>
                    </a:cubicBezTo>
                    <a:cubicBezTo>
                      <a:pt x="1036" y="154"/>
                      <a:pt x="1031" y="142"/>
                      <a:pt x="1031" y="129"/>
                    </a:cubicBezTo>
                    <a:cubicBezTo>
                      <a:pt x="1031" y="116"/>
                      <a:pt x="1036" y="105"/>
                      <a:pt x="1045" y="96"/>
                    </a:cubicBezTo>
                    <a:cubicBezTo>
                      <a:pt x="1055" y="87"/>
                      <a:pt x="1066" y="82"/>
                      <a:pt x="1080" y="82"/>
                    </a:cubicBezTo>
                    <a:cubicBezTo>
                      <a:pt x="1093" y="82"/>
                      <a:pt x="1104" y="87"/>
                      <a:pt x="1113" y="96"/>
                    </a:cubicBezTo>
                    <a:cubicBezTo>
                      <a:pt x="1122" y="105"/>
                      <a:pt x="1126" y="116"/>
                      <a:pt x="1126" y="129"/>
                    </a:cubicBezTo>
                    <a:cubicBezTo>
                      <a:pt x="1126" y="142"/>
                      <a:pt x="1122" y="154"/>
                      <a:pt x="1113" y="164"/>
                    </a:cubicBezTo>
                    <a:close/>
                    <a:moveTo>
                      <a:pt x="1063" y="323"/>
                    </a:moveTo>
                    <a:cubicBezTo>
                      <a:pt x="161" y="323"/>
                      <a:pt x="161" y="323"/>
                      <a:pt x="161" y="323"/>
                    </a:cubicBezTo>
                    <a:cubicBezTo>
                      <a:pt x="161" y="775"/>
                      <a:pt x="161" y="775"/>
                      <a:pt x="161" y="775"/>
                    </a:cubicBezTo>
                    <a:cubicBezTo>
                      <a:pt x="1063" y="775"/>
                      <a:pt x="1063" y="775"/>
                      <a:pt x="1063" y="775"/>
                    </a:cubicBezTo>
                    <a:lnTo>
                      <a:pt x="1063" y="323"/>
                    </a:lnTo>
                    <a:close/>
                    <a:moveTo>
                      <a:pt x="773" y="581"/>
                    </a:moveTo>
                    <a:cubicBezTo>
                      <a:pt x="773" y="590"/>
                      <a:pt x="769" y="598"/>
                      <a:pt x="763" y="604"/>
                    </a:cubicBezTo>
                    <a:cubicBezTo>
                      <a:pt x="757" y="611"/>
                      <a:pt x="749" y="614"/>
                      <a:pt x="740" y="614"/>
                    </a:cubicBezTo>
                    <a:cubicBezTo>
                      <a:pt x="484" y="614"/>
                      <a:pt x="484" y="614"/>
                      <a:pt x="484" y="614"/>
                    </a:cubicBezTo>
                    <a:cubicBezTo>
                      <a:pt x="475" y="614"/>
                      <a:pt x="467" y="611"/>
                      <a:pt x="461" y="604"/>
                    </a:cubicBezTo>
                    <a:cubicBezTo>
                      <a:pt x="455" y="598"/>
                      <a:pt x="451" y="590"/>
                      <a:pt x="451" y="581"/>
                    </a:cubicBezTo>
                    <a:cubicBezTo>
                      <a:pt x="451" y="451"/>
                      <a:pt x="451" y="451"/>
                      <a:pt x="451" y="451"/>
                    </a:cubicBezTo>
                    <a:cubicBezTo>
                      <a:pt x="451" y="442"/>
                      <a:pt x="455" y="435"/>
                      <a:pt x="461" y="428"/>
                    </a:cubicBezTo>
                    <a:cubicBezTo>
                      <a:pt x="467" y="422"/>
                      <a:pt x="475" y="419"/>
                      <a:pt x="484" y="419"/>
                    </a:cubicBezTo>
                    <a:cubicBezTo>
                      <a:pt x="740" y="419"/>
                      <a:pt x="740" y="419"/>
                      <a:pt x="740" y="419"/>
                    </a:cubicBezTo>
                    <a:cubicBezTo>
                      <a:pt x="749" y="419"/>
                      <a:pt x="757" y="422"/>
                      <a:pt x="763" y="428"/>
                    </a:cubicBezTo>
                    <a:cubicBezTo>
                      <a:pt x="769" y="435"/>
                      <a:pt x="773" y="442"/>
                      <a:pt x="773" y="451"/>
                    </a:cubicBezTo>
                    <a:lnTo>
                      <a:pt x="773" y="581"/>
                    </a:lnTo>
                    <a:close/>
                    <a:moveTo>
                      <a:pt x="1063" y="1000"/>
                    </a:moveTo>
                    <a:cubicBezTo>
                      <a:pt x="161" y="1000"/>
                      <a:pt x="161" y="1000"/>
                      <a:pt x="161" y="1000"/>
                    </a:cubicBezTo>
                    <a:cubicBezTo>
                      <a:pt x="161" y="1450"/>
                      <a:pt x="161" y="1450"/>
                      <a:pt x="161" y="1450"/>
                    </a:cubicBezTo>
                    <a:cubicBezTo>
                      <a:pt x="1063" y="1450"/>
                      <a:pt x="1063" y="1450"/>
                      <a:pt x="1063" y="1450"/>
                    </a:cubicBezTo>
                    <a:lnTo>
                      <a:pt x="1063" y="1000"/>
                    </a:lnTo>
                    <a:close/>
                    <a:moveTo>
                      <a:pt x="773" y="1257"/>
                    </a:moveTo>
                    <a:cubicBezTo>
                      <a:pt x="773" y="1265"/>
                      <a:pt x="769" y="1273"/>
                      <a:pt x="763" y="1279"/>
                    </a:cubicBezTo>
                    <a:cubicBezTo>
                      <a:pt x="757" y="1286"/>
                      <a:pt x="749" y="1289"/>
                      <a:pt x="740" y="1289"/>
                    </a:cubicBezTo>
                    <a:cubicBezTo>
                      <a:pt x="484" y="1289"/>
                      <a:pt x="484" y="1289"/>
                      <a:pt x="484" y="1289"/>
                    </a:cubicBezTo>
                    <a:cubicBezTo>
                      <a:pt x="475" y="1289"/>
                      <a:pt x="467" y="1286"/>
                      <a:pt x="461" y="1279"/>
                    </a:cubicBezTo>
                    <a:cubicBezTo>
                      <a:pt x="455" y="1273"/>
                      <a:pt x="451" y="1265"/>
                      <a:pt x="451" y="1257"/>
                    </a:cubicBezTo>
                    <a:cubicBezTo>
                      <a:pt x="451" y="1128"/>
                      <a:pt x="451" y="1128"/>
                      <a:pt x="451" y="1128"/>
                    </a:cubicBezTo>
                    <a:cubicBezTo>
                      <a:pt x="451" y="1119"/>
                      <a:pt x="455" y="1112"/>
                      <a:pt x="461" y="1105"/>
                    </a:cubicBezTo>
                    <a:cubicBezTo>
                      <a:pt x="467" y="1099"/>
                      <a:pt x="475" y="1096"/>
                      <a:pt x="484" y="1096"/>
                    </a:cubicBezTo>
                    <a:cubicBezTo>
                      <a:pt x="740" y="1096"/>
                      <a:pt x="740" y="1096"/>
                      <a:pt x="740" y="1096"/>
                    </a:cubicBezTo>
                    <a:cubicBezTo>
                      <a:pt x="749" y="1096"/>
                      <a:pt x="757" y="1099"/>
                      <a:pt x="763" y="1105"/>
                    </a:cubicBezTo>
                    <a:cubicBezTo>
                      <a:pt x="769" y="1112"/>
                      <a:pt x="773" y="1119"/>
                      <a:pt x="773" y="1128"/>
                    </a:cubicBezTo>
                    <a:lnTo>
                      <a:pt x="773" y="1257"/>
                    </a:lnTo>
                    <a:close/>
                    <a:moveTo>
                      <a:pt x="773" y="1257"/>
                    </a:moveTo>
                    <a:cubicBezTo>
                      <a:pt x="773" y="1257"/>
                      <a:pt x="773" y="1257"/>
                      <a:pt x="773" y="1257"/>
                    </a:cubicBezTo>
                  </a:path>
                </a:pathLst>
              </a:custGeom>
              <a:solidFill>
                <a:schemeClr val="bg1"/>
              </a:solidFill>
              <a:ln>
                <a:noFill/>
              </a:ln>
            </p:spPr>
            <p:txBody>
              <a:bodyPr anchor="ctr"/>
              <a:lstStyle/>
              <a:p>
                <a:pPr algn="ctr"/>
                <a:endParaRPr/>
              </a:p>
            </p:txBody>
          </p:sp>
        </p:grpSp>
        <p:grpSp>
          <p:nvGrpSpPr>
            <p:cNvPr id="10" name="Group 40"/>
            <p:cNvGrpSpPr/>
            <p:nvPr/>
          </p:nvGrpSpPr>
          <p:grpSpPr>
            <a:xfrm>
              <a:off x="2492631" y="3133879"/>
              <a:ext cx="1206795" cy="1206795"/>
              <a:chOff x="2492631" y="3133879"/>
              <a:chExt cx="1206795" cy="1206795"/>
            </a:xfrm>
          </p:grpSpPr>
          <p:sp>
            <p:nvSpPr>
              <p:cNvPr id="31" name="is1ide-Oval 11"/>
              <p:cNvSpPr/>
              <p:nvPr/>
            </p:nvSpPr>
            <p:spPr>
              <a:xfrm>
                <a:off x="2492631" y="3133879"/>
                <a:ext cx="1206795" cy="1206795"/>
              </a:xfrm>
              <a:prstGeom prst="ellipse">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2" name="is1ide-Oval 12"/>
              <p:cNvSpPr/>
              <p:nvPr/>
            </p:nvSpPr>
            <p:spPr>
              <a:xfrm>
                <a:off x="2594479" y="3235727"/>
                <a:ext cx="1003098" cy="1003098"/>
              </a:xfrm>
              <a:prstGeom prst="ellipse">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3" name="is1ide-Oval 13"/>
              <p:cNvSpPr/>
              <p:nvPr/>
            </p:nvSpPr>
            <p:spPr>
              <a:xfrm>
                <a:off x="2711523" y="3352771"/>
                <a:ext cx="769009" cy="76900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4" name="is1ide-Freeform: Shape 37"/>
              <p:cNvSpPr>
                <a:spLocks noChangeAspect="1"/>
              </p:cNvSpPr>
              <p:nvPr/>
            </p:nvSpPr>
            <p:spPr bwMode="auto">
              <a:xfrm>
                <a:off x="2905500" y="3547276"/>
                <a:ext cx="381053" cy="379997"/>
              </a:xfrm>
              <a:custGeom>
                <a:avLst/>
                <a:gdLst>
                  <a:gd name="connsiteX0" fmla="*/ 84666 w 508000"/>
                  <a:gd name="connsiteY0" fmla="*/ 303955 h 506592"/>
                  <a:gd name="connsiteX1" fmla="*/ 233680 w 508000"/>
                  <a:gd name="connsiteY1" fmla="*/ 428915 h 506592"/>
                  <a:gd name="connsiteX2" fmla="*/ 233680 w 508000"/>
                  <a:gd name="connsiteY2" fmla="*/ 408651 h 506592"/>
                  <a:gd name="connsiteX3" fmla="*/ 254000 w 508000"/>
                  <a:gd name="connsiteY3" fmla="*/ 391765 h 506592"/>
                  <a:gd name="connsiteX4" fmla="*/ 274320 w 508000"/>
                  <a:gd name="connsiteY4" fmla="*/ 408651 h 506592"/>
                  <a:gd name="connsiteX5" fmla="*/ 274320 w 508000"/>
                  <a:gd name="connsiteY5" fmla="*/ 428915 h 506592"/>
                  <a:gd name="connsiteX6" fmla="*/ 423334 w 508000"/>
                  <a:gd name="connsiteY6" fmla="*/ 303955 h 506592"/>
                  <a:gd name="connsiteX7" fmla="*/ 254000 w 508000"/>
                  <a:gd name="connsiteY7" fmla="*/ 371501 h 506592"/>
                  <a:gd name="connsiteX8" fmla="*/ 84666 w 508000"/>
                  <a:gd name="connsiteY8" fmla="*/ 303955 h 506592"/>
                  <a:gd name="connsiteX9" fmla="*/ 362374 w 508000"/>
                  <a:gd name="connsiteY9" fmla="*/ 209392 h 506592"/>
                  <a:gd name="connsiteX10" fmla="*/ 372534 w 508000"/>
                  <a:gd name="connsiteY10" fmla="*/ 253296 h 506592"/>
                  <a:gd name="connsiteX11" fmla="*/ 362374 w 508000"/>
                  <a:gd name="connsiteY11" fmla="*/ 297201 h 506592"/>
                  <a:gd name="connsiteX12" fmla="*/ 423334 w 508000"/>
                  <a:gd name="connsiteY12" fmla="*/ 253296 h 506592"/>
                  <a:gd name="connsiteX13" fmla="*/ 362374 w 508000"/>
                  <a:gd name="connsiteY13" fmla="*/ 209392 h 506592"/>
                  <a:gd name="connsiteX14" fmla="*/ 145626 w 508000"/>
                  <a:gd name="connsiteY14" fmla="*/ 209392 h 506592"/>
                  <a:gd name="connsiteX15" fmla="*/ 88053 w 508000"/>
                  <a:gd name="connsiteY15" fmla="*/ 253296 h 506592"/>
                  <a:gd name="connsiteX16" fmla="*/ 145626 w 508000"/>
                  <a:gd name="connsiteY16" fmla="*/ 297201 h 506592"/>
                  <a:gd name="connsiteX17" fmla="*/ 138853 w 508000"/>
                  <a:gd name="connsiteY17" fmla="*/ 253296 h 506592"/>
                  <a:gd name="connsiteX18" fmla="*/ 145626 w 508000"/>
                  <a:gd name="connsiteY18" fmla="*/ 209392 h 506592"/>
                  <a:gd name="connsiteX19" fmla="*/ 254413 w 508000"/>
                  <a:gd name="connsiteY19" fmla="*/ 205451 h 506592"/>
                  <a:gd name="connsiteX20" fmla="*/ 305363 w 508000"/>
                  <a:gd name="connsiteY20" fmla="*/ 253005 h 506592"/>
                  <a:gd name="connsiteX21" fmla="*/ 254413 w 508000"/>
                  <a:gd name="connsiteY21" fmla="*/ 303955 h 506592"/>
                  <a:gd name="connsiteX22" fmla="*/ 206859 w 508000"/>
                  <a:gd name="connsiteY22" fmla="*/ 253005 h 506592"/>
                  <a:gd name="connsiteX23" fmla="*/ 254413 w 508000"/>
                  <a:gd name="connsiteY23" fmla="*/ 205451 h 506592"/>
                  <a:gd name="connsiteX24" fmla="*/ 254000 w 508000"/>
                  <a:gd name="connsiteY24" fmla="*/ 175618 h 506592"/>
                  <a:gd name="connsiteX25" fmla="*/ 176106 w 508000"/>
                  <a:gd name="connsiteY25" fmla="*/ 253296 h 506592"/>
                  <a:gd name="connsiteX26" fmla="*/ 254000 w 508000"/>
                  <a:gd name="connsiteY26" fmla="*/ 330974 h 506592"/>
                  <a:gd name="connsiteX27" fmla="*/ 331894 w 508000"/>
                  <a:gd name="connsiteY27" fmla="*/ 253296 h 506592"/>
                  <a:gd name="connsiteX28" fmla="*/ 254000 w 508000"/>
                  <a:gd name="connsiteY28" fmla="*/ 175618 h 506592"/>
                  <a:gd name="connsiteX29" fmla="*/ 233680 w 508000"/>
                  <a:gd name="connsiteY29" fmla="*/ 77677 h 506592"/>
                  <a:gd name="connsiteX30" fmla="*/ 84666 w 508000"/>
                  <a:gd name="connsiteY30" fmla="*/ 202637 h 506592"/>
                  <a:gd name="connsiteX31" fmla="*/ 254000 w 508000"/>
                  <a:gd name="connsiteY31" fmla="*/ 138468 h 506592"/>
                  <a:gd name="connsiteX32" fmla="*/ 423334 w 508000"/>
                  <a:gd name="connsiteY32" fmla="*/ 202637 h 506592"/>
                  <a:gd name="connsiteX33" fmla="*/ 274320 w 508000"/>
                  <a:gd name="connsiteY33" fmla="*/ 77677 h 506592"/>
                  <a:gd name="connsiteX34" fmla="*/ 274320 w 508000"/>
                  <a:gd name="connsiteY34" fmla="*/ 97941 h 506592"/>
                  <a:gd name="connsiteX35" fmla="*/ 254000 w 508000"/>
                  <a:gd name="connsiteY35" fmla="*/ 118205 h 506592"/>
                  <a:gd name="connsiteX36" fmla="*/ 233680 w 508000"/>
                  <a:gd name="connsiteY36" fmla="*/ 97941 h 506592"/>
                  <a:gd name="connsiteX37" fmla="*/ 233680 w 508000"/>
                  <a:gd name="connsiteY37" fmla="*/ 77677 h 506592"/>
                  <a:gd name="connsiteX38" fmla="*/ 254000 w 508000"/>
                  <a:gd name="connsiteY38" fmla="*/ 0 h 506592"/>
                  <a:gd name="connsiteX39" fmla="*/ 274320 w 508000"/>
                  <a:gd name="connsiteY39" fmla="*/ 20264 h 506592"/>
                  <a:gd name="connsiteX40" fmla="*/ 274320 w 508000"/>
                  <a:gd name="connsiteY40" fmla="*/ 40527 h 506592"/>
                  <a:gd name="connsiteX41" fmla="*/ 470747 w 508000"/>
                  <a:gd name="connsiteY41" fmla="*/ 233033 h 506592"/>
                  <a:gd name="connsiteX42" fmla="*/ 491067 w 508000"/>
                  <a:gd name="connsiteY42" fmla="*/ 233033 h 506592"/>
                  <a:gd name="connsiteX43" fmla="*/ 508000 w 508000"/>
                  <a:gd name="connsiteY43" fmla="*/ 253296 h 506592"/>
                  <a:gd name="connsiteX44" fmla="*/ 491067 w 508000"/>
                  <a:gd name="connsiteY44" fmla="*/ 273560 h 506592"/>
                  <a:gd name="connsiteX45" fmla="*/ 470747 w 508000"/>
                  <a:gd name="connsiteY45" fmla="*/ 273560 h 506592"/>
                  <a:gd name="connsiteX46" fmla="*/ 274320 w 508000"/>
                  <a:gd name="connsiteY46" fmla="*/ 469442 h 506592"/>
                  <a:gd name="connsiteX47" fmla="*/ 274320 w 508000"/>
                  <a:gd name="connsiteY47" fmla="*/ 489706 h 506592"/>
                  <a:gd name="connsiteX48" fmla="*/ 254000 w 508000"/>
                  <a:gd name="connsiteY48" fmla="*/ 506592 h 506592"/>
                  <a:gd name="connsiteX49" fmla="*/ 233680 w 508000"/>
                  <a:gd name="connsiteY49" fmla="*/ 489706 h 506592"/>
                  <a:gd name="connsiteX50" fmla="*/ 233680 w 508000"/>
                  <a:gd name="connsiteY50" fmla="*/ 469442 h 506592"/>
                  <a:gd name="connsiteX51" fmla="*/ 40640 w 508000"/>
                  <a:gd name="connsiteY51" fmla="*/ 273560 h 506592"/>
                  <a:gd name="connsiteX52" fmla="*/ 20320 w 508000"/>
                  <a:gd name="connsiteY52" fmla="*/ 273560 h 506592"/>
                  <a:gd name="connsiteX53" fmla="*/ 0 w 508000"/>
                  <a:gd name="connsiteY53" fmla="*/ 253296 h 506592"/>
                  <a:gd name="connsiteX54" fmla="*/ 20320 w 508000"/>
                  <a:gd name="connsiteY54" fmla="*/ 233033 h 506592"/>
                  <a:gd name="connsiteX55" fmla="*/ 40640 w 508000"/>
                  <a:gd name="connsiteY55" fmla="*/ 233033 h 506592"/>
                  <a:gd name="connsiteX56" fmla="*/ 233680 w 508000"/>
                  <a:gd name="connsiteY56" fmla="*/ 40527 h 506592"/>
                  <a:gd name="connsiteX57" fmla="*/ 233680 w 508000"/>
                  <a:gd name="connsiteY57" fmla="*/ 20264 h 506592"/>
                  <a:gd name="connsiteX58" fmla="*/ 254000 w 508000"/>
                  <a:gd name="connsiteY58" fmla="*/ 0 h 50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08000" h="506592">
                    <a:moveTo>
                      <a:pt x="84666" y="303955"/>
                    </a:moveTo>
                    <a:cubicBezTo>
                      <a:pt x="104986" y="371501"/>
                      <a:pt x="165946" y="422160"/>
                      <a:pt x="233680" y="428915"/>
                    </a:cubicBezTo>
                    <a:cubicBezTo>
                      <a:pt x="233680" y="428915"/>
                      <a:pt x="233680" y="428915"/>
                      <a:pt x="233680" y="408651"/>
                    </a:cubicBezTo>
                    <a:cubicBezTo>
                      <a:pt x="233680" y="398519"/>
                      <a:pt x="243840" y="391765"/>
                      <a:pt x="254000" y="391765"/>
                    </a:cubicBezTo>
                    <a:cubicBezTo>
                      <a:pt x="264160" y="391765"/>
                      <a:pt x="274320" y="398519"/>
                      <a:pt x="274320" y="408651"/>
                    </a:cubicBezTo>
                    <a:cubicBezTo>
                      <a:pt x="274320" y="408651"/>
                      <a:pt x="274320" y="408651"/>
                      <a:pt x="274320" y="428915"/>
                    </a:cubicBezTo>
                    <a:cubicBezTo>
                      <a:pt x="345440" y="422160"/>
                      <a:pt x="403014" y="371501"/>
                      <a:pt x="423334" y="303955"/>
                    </a:cubicBezTo>
                    <a:cubicBezTo>
                      <a:pt x="386080" y="334351"/>
                      <a:pt x="325120" y="371501"/>
                      <a:pt x="254000" y="371501"/>
                    </a:cubicBezTo>
                    <a:cubicBezTo>
                      <a:pt x="186266" y="371501"/>
                      <a:pt x="125306" y="334351"/>
                      <a:pt x="84666" y="303955"/>
                    </a:cubicBezTo>
                    <a:close/>
                    <a:moveTo>
                      <a:pt x="362374" y="209392"/>
                    </a:moveTo>
                    <a:cubicBezTo>
                      <a:pt x="369147" y="222901"/>
                      <a:pt x="372534" y="239787"/>
                      <a:pt x="372534" y="253296"/>
                    </a:cubicBezTo>
                    <a:cubicBezTo>
                      <a:pt x="372534" y="270183"/>
                      <a:pt x="369147" y="283692"/>
                      <a:pt x="362374" y="297201"/>
                    </a:cubicBezTo>
                    <a:cubicBezTo>
                      <a:pt x="389467" y="283692"/>
                      <a:pt x="409787" y="266805"/>
                      <a:pt x="423334" y="253296"/>
                    </a:cubicBezTo>
                    <a:cubicBezTo>
                      <a:pt x="409787" y="243164"/>
                      <a:pt x="389467" y="226278"/>
                      <a:pt x="362374" y="209392"/>
                    </a:cubicBezTo>
                    <a:close/>
                    <a:moveTo>
                      <a:pt x="145626" y="209392"/>
                    </a:moveTo>
                    <a:cubicBezTo>
                      <a:pt x="118533" y="226278"/>
                      <a:pt x="98213" y="243164"/>
                      <a:pt x="88053" y="253296"/>
                    </a:cubicBezTo>
                    <a:cubicBezTo>
                      <a:pt x="98213" y="266805"/>
                      <a:pt x="118533" y="283692"/>
                      <a:pt x="145626" y="297201"/>
                    </a:cubicBezTo>
                    <a:cubicBezTo>
                      <a:pt x="138853" y="283692"/>
                      <a:pt x="138853" y="270183"/>
                      <a:pt x="138853" y="253296"/>
                    </a:cubicBezTo>
                    <a:cubicBezTo>
                      <a:pt x="138853" y="239787"/>
                      <a:pt x="138853" y="222901"/>
                      <a:pt x="145626" y="209392"/>
                    </a:cubicBezTo>
                    <a:close/>
                    <a:moveTo>
                      <a:pt x="254413" y="205451"/>
                    </a:moveTo>
                    <a:cubicBezTo>
                      <a:pt x="281586" y="205451"/>
                      <a:pt x="305363" y="225831"/>
                      <a:pt x="305363" y="253005"/>
                    </a:cubicBezTo>
                    <a:cubicBezTo>
                      <a:pt x="305363" y="280178"/>
                      <a:pt x="281586" y="303955"/>
                      <a:pt x="254413" y="303955"/>
                    </a:cubicBezTo>
                    <a:cubicBezTo>
                      <a:pt x="227239" y="303955"/>
                      <a:pt x="206859" y="280178"/>
                      <a:pt x="206859" y="253005"/>
                    </a:cubicBezTo>
                    <a:cubicBezTo>
                      <a:pt x="206859" y="225831"/>
                      <a:pt x="227239" y="205451"/>
                      <a:pt x="254413" y="205451"/>
                    </a:cubicBezTo>
                    <a:close/>
                    <a:moveTo>
                      <a:pt x="254000" y="175618"/>
                    </a:moveTo>
                    <a:cubicBezTo>
                      <a:pt x="209974" y="175618"/>
                      <a:pt x="176106" y="209392"/>
                      <a:pt x="176106" y="253296"/>
                    </a:cubicBezTo>
                    <a:cubicBezTo>
                      <a:pt x="176106" y="297201"/>
                      <a:pt x="209974" y="330974"/>
                      <a:pt x="254000" y="330974"/>
                    </a:cubicBezTo>
                    <a:cubicBezTo>
                      <a:pt x="298027" y="330974"/>
                      <a:pt x="331894" y="297201"/>
                      <a:pt x="331894" y="253296"/>
                    </a:cubicBezTo>
                    <a:cubicBezTo>
                      <a:pt x="331894" y="209392"/>
                      <a:pt x="298027" y="175618"/>
                      <a:pt x="254000" y="175618"/>
                    </a:cubicBezTo>
                    <a:close/>
                    <a:moveTo>
                      <a:pt x="233680" y="77677"/>
                    </a:moveTo>
                    <a:cubicBezTo>
                      <a:pt x="165946" y="87809"/>
                      <a:pt x="104986" y="138468"/>
                      <a:pt x="84666" y="202637"/>
                    </a:cubicBezTo>
                    <a:cubicBezTo>
                      <a:pt x="125306" y="172241"/>
                      <a:pt x="186266" y="138468"/>
                      <a:pt x="254000" y="138468"/>
                    </a:cubicBezTo>
                    <a:cubicBezTo>
                      <a:pt x="325120" y="138468"/>
                      <a:pt x="386080" y="172241"/>
                      <a:pt x="423334" y="202637"/>
                    </a:cubicBezTo>
                    <a:cubicBezTo>
                      <a:pt x="403014" y="138468"/>
                      <a:pt x="345440" y="87809"/>
                      <a:pt x="274320" y="77677"/>
                    </a:cubicBezTo>
                    <a:cubicBezTo>
                      <a:pt x="274320" y="77677"/>
                      <a:pt x="274320" y="77677"/>
                      <a:pt x="274320" y="97941"/>
                    </a:cubicBezTo>
                    <a:cubicBezTo>
                      <a:pt x="274320" y="108073"/>
                      <a:pt x="264160" y="118205"/>
                      <a:pt x="254000" y="118205"/>
                    </a:cubicBezTo>
                    <a:cubicBezTo>
                      <a:pt x="243840" y="118205"/>
                      <a:pt x="233680" y="108073"/>
                      <a:pt x="233680" y="97941"/>
                    </a:cubicBezTo>
                    <a:cubicBezTo>
                      <a:pt x="233680" y="97941"/>
                      <a:pt x="233680" y="97941"/>
                      <a:pt x="233680" y="77677"/>
                    </a:cubicBezTo>
                    <a:close/>
                    <a:moveTo>
                      <a:pt x="254000" y="0"/>
                    </a:moveTo>
                    <a:cubicBezTo>
                      <a:pt x="264160" y="0"/>
                      <a:pt x="274320" y="10132"/>
                      <a:pt x="274320" y="20264"/>
                    </a:cubicBezTo>
                    <a:cubicBezTo>
                      <a:pt x="274320" y="20264"/>
                      <a:pt x="274320" y="20264"/>
                      <a:pt x="274320" y="40527"/>
                    </a:cubicBezTo>
                    <a:cubicBezTo>
                      <a:pt x="375920" y="50659"/>
                      <a:pt x="460587" y="131714"/>
                      <a:pt x="470747" y="233033"/>
                    </a:cubicBezTo>
                    <a:cubicBezTo>
                      <a:pt x="470747" y="233033"/>
                      <a:pt x="470747" y="233033"/>
                      <a:pt x="491067" y="233033"/>
                    </a:cubicBezTo>
                    <a:cubicBezTo>
                      <a:pt x="501227" y="233033"/>
                      <a:pt x="508000" y="243164"/>
                      <a:pt x="508000" y="253296"/>
                    </a:cubicBezTo>
                    <a:cubicBezTo>
                      <a:pt x="508000" y="263428"/>
                      <a:pt x="501227" y="273560"/>
                      <a:pt x="491067" y="273560"/>
                    </a:cubicBezTo>
                    <a:cubicBezTo>
                      <a:pt x="491067" y="273560"/>
                      <a:pt x="491067" y="273560"/>
                      <a:pt x="470747" y="273560"/>
                    </a:cubicBezTo>
                    <a:cubicBezTo>
                      <a:pt x="460587" y="374878"/>
                      <a:pt x="375920" y="459310"/>
                      <a:pt x="274320" y="469442"/>
                    </a:cubicBezTo>
                    <a:cubicBezTo>
                      <a:pt x="274320" y="469442"/>
                      <a:pt x="274320" y="469442"/>
                      <a:pt x="274320" y="489706"/>
                    </a:cubicBezTo>
                    <a:cubicBezTo>
                      <a:pt x="274320" y="499838"/>
                      <a:pt x="264160" y="506592"/>
                      <a:pt x="254000" y="506592"/>
                    </a:cubicBezTo>
                    <a:cubicBezTo>
                      <a:pt x="243840" y="506592"/>
                      <a:pt x="233680" y="499838"/>
                      <a:pt x="233680" y="489706"/>
                    </a:cubicBezTo>
                    <a:cubicBezTo>
                      <a:pt x="233680" y="489706"/>
                      <a:pt x="233680" y="489706"/>
                      <a:pt x="233680" y="469442"/>
                    </a:cubicBezTo>
                    <a:cubicBezTo>
                      <a:pt x="132080" y="459310"/>
                      <a:pt x="50800" y="374878"/>
                      <a:pt x="40640" y="273560"/>
                    </a:cubicBezTo>
                    <a:cubicBezTo>
                      <a:pt x="40640" y="273560"/>
                      <a:pt x="40640" y="273560"/>
                      <a:pt x="20320" y="273560"/>
                    </a:cubicBezTo>
                    <a:cubicBezTo>
                      <a:pt x="10160" y="273560"/>
                      <a:pt x="0" y="263428"/>
                      <a:pt x="0" y="253296"/>
                    </a:cubicBezTo>
                    <a:cubicBezTo>
                      <a:pt x="0" y="243164"/>
                      <a:pt x="10160" y="233033"/>
                      <a:pt x="20320" y="233033"/>
                    </a:cubicBezTo>
                    <a:cubicBezTo>
                      <a:pt x="20320" y="233033"/>
                      <a:pt x="20320" y="233033"/>
                      <a:pt x="40640" y="233033"/>
                    </a:cubicBezTo>
                    <a:cubicBezTo>
                      <a:pt x="50800" y="131714"/>
                      <a:pt x="132080" y="50659"/>
                      <a:pt x="233680" y="40527"/>
                    </a:cubicBezTo>
                    <a:cubicBezTo>
                      <a:pt x="233680" y="40527"/>
                      <a:pt x="233680" y="40527"/>
                      <a:pt x="233680" y="20264"/>
                    </a:cubicBezTo>
                    <a:cubicBezTo>
                      <a:pt x="233680" y="10132"/>
                      <a:pt x="243840" y="0"/>
                      <a:pt x="254000" y="0"/>
                    </a:cubicBezTo>
                    <a:close/>
                  </a:path>
                </a:pathLst>
              </a:custGeom>
              <a:solidFill>
                <a:schemeClr val="bg1"/>
              </a:solidFill>
              <a:ln>
                <a:noFill/>
              </a:ln>
            </p:spPr>
            <p:txBody>
              <a:bodyPr anchor="ctr"/>
              <a:lstStyle/>
              <a:p>
                <a:pPr algn="ctr"/>
                <a:endParaRPr/>
              </a:p>
            </p:txBody>
          </p:sp>
        </p:grpSp>
        <p:grpSp>
          <p:nvGrpSpPr>
            <p:cNvPr id="11" name="Group 39"/>
            <p:cNvGrpSpPr/>
            <p:nvPr/>
          </p:nvGrpSpPr>
          <p:grpSpPr>
            <a:xfrm>
              <a:off x="991741" y="1403868"/>
              <a:ext cx="1206795" cy="1206795"/>
              <a:chOff x="991741" y="1403868"/>
              <a:chExt cx="1206795" cy="1206795"/>
            </a:xfrm>
          </p:grpSpPr>
          <p:sp>
            <p:nvSpPr>
              <p:cNvPr id="27" name="is1ide-Oval 6"/>
              <p:cNvSpPr/>
              <p:nvPr/>
            </p:nvSpPr>
            <p:spPr>
              <a:xfrm>
                <a:off x="991741" y="1403868"/>
                <a:ext cx="1206795" cy="1206795"/>
              </a:xfrm>
              <a:prstGeom prst="ellipse">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8" name="is1ide-Oval 7"/>
              <p:cNvSpPr/>
              <p:nvPr/>
            </p:nvSpPr>
            <p:spPr>
              <a:xfrm>
                <a:off x="1093589" y="1505716"/>
                <a:ext cx="1003098" cy="1003098"/>
              </a:xfrm>
              <a:prstGeom prst="ellipse">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9" name="is1ide-Oval 8"/>
              <p:cNvSpPr/>
              <p:nvPr/>
            </p:nvSpPr>
            <p:spPr>
              <a:xfrm>
                <a:off x="1210633" y="1622760"/>
                <a:ext cx="769009" cy="76900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0" name="is1ide-Freeform: Shape 38"/>
              <p:cNvSpPr>
                <a:spLocks noChangeAspect="1"/>
              </p:cNvSpPr>
              <p:nvPr/>
            </p:nvSpPr>
            <p:spPr bwMode="auto">
              <a:xfrm>
                <a:off x="1404688" y="1816737"/>
                <a:ext cx="380897" cy="381053"/>
              </a:xfrm>
              <a:custGeom>
                <a:avLst/>
                <a:gdLst>
                  <a:gd name="connsiteX0" fmla="*/ 185778 w 502142"/>
                  <a:gd name="connsiteY0" fmla="*/ 245107 h 502347"/>
                  <a:gd name="connsiteX1" fmla="*/ 181850 w 502142"/>
                  <a:gd name="connsiteY1" fmla="*/ 247726 h 502347"/>
                  <a:gd name="connsiteX2" fmla="*/ 196252 w 502142"/>
                  <a:gd name="connsiteY2" fmla="*/ 262134 h 502347"/>
                  <a:gd name="connsiteX3" fmla="*/ 198871 w 502142"/>
                  <a:gd name="connsiteY3" fmla="*/ 259515 h 502347"/>
                  <a:gd name="connsiteX4" fmla="*/ 198871 w 502142"/>
                  <a:gd name="connsiteY4" fmla="*/ 258205 h 502347"/>
                  <a:gd name="connsiteX5" fmla="*/ 197562 w 502142"/>
                  <a:gd name="connsiteY5" fmla="*/ 256895 h 502347"/>
                  <a:gd name="connsiteX6" fmla="*/ 196252 w 502142"/>
                  <a:gd name="connsiteY6" fmla="*/ 255585 h 502347"/>
                  <a:gd name="connsiteX7" fmla="*/ 187087 w 502142"/>
                  <a:gd name="connsiteY7" fmla="*/ 245107 h 502347"/>
                  <a:gd name="connsiteX8" fmla="*/ 185778 w 502142"/>
                  <a:gd name="connsiteY8" fmla="*/ 245107 h 502347"/>
                  <a:gd name="connsiteX9" fmla="*/ 300657 w 502142"/>
                  <a:gd name="connsiteY9" fmla="*/ 124890 h 502347"/>
                  <a:gd name="connsiteX10" fmla="*/ 333369 w 502142"/>
                  <a:gd name="connsiteY10" fmla="*/ 157500 h 502347"/>
                  <a:gd name="connsiteX11" fmla="*/ 300657 w 502142"/>
                  <a:gd name="connsiteY11" fmla="*/ 191414 h 502347"/>
                  <a:gd name="connsiteX12" fmla="*/ 267945 w 502142"/>
                  <a:gd name="connsiteY12" fmla="*/ 157500 h 502347"/>
                  <a:gd name="connsiteX13" fmla="*/ 300657 w 502142"/>
                  <a:gd name="connsiteY13" fmla="*/ 124890 h 502347"/>
                  <a:gd name="connsiteX14" fmla="*/ 251242 w 502142"/>
                  <a:gd name="connsiteY14" fmla="*/ 83999 h 502347"/>
                  <a:gd name="connsiteX15" fmla="*/ 180541 w 502142"/>
                  <a:gd name="connsiteY15" fmla="*/ 99717 h 502347"/>
                  <a:gd name="connsiteX16" fmla="*/ 99366 w 502142"/>
                  <a:gd name="connsiteY16" fmla="*/ 321076 h 502347"/>
                  <a:gd name="connsiteX17" fmla="*/ 251242 w 502142"/>
                  <a:gd name="connsiteY17" fmla="*/ 419313 h 502347"/>
                  <a:gd name="connsiteX18" fmla="*/ 268263 w 502142"/>
                  <a:gd name="connsiteY18" fmla="*/ 418003 h 502347"/>
                  <a:gd name="connsiteX19" fmla="*/ 264335 w 502142"/>
                  <a:gd name="connsiteY19" fmla="*/ 418003 h 502347"/>
                  <a:gd name="connsiteX20" fmla="*/ 253861 w 502142"/>
                  <a:gd name="connsiteY20" fmla="*/ 399665 h 502347"/>
                  <a:gd name="connsiteX21" fmla="*/ 270881 w 502142"/>
                  <a:gd name="connsiteY21" fmla="*/ 336794 h 502347"/>
                  <a:gd name="connsiteX22" fmla="*/ 251242 w 502142"/>
                  <a:gd name="connsiteY22" fmla="*/ 307978 h 502347"/>
                  <a:gd name="connsiteX23" fmla="*/ 247314 w 502142"/>
                  <a:gd name="connsiteY23" fmla="*/ 306668 h 502347"/>
                  <a:gd name="connsiteX24" fmla="*/ 236840 w 502142"/>
                  <a:gd name="connsiteY24" fmla="*/ 335484 h 502347"/>
                  <a:gd name="connsiteX25" fmla="*/ 222438 w 502142"/>
                  <a:gd name="connsiteY25" fmla="*/ 345963 h 502347"/>
                  <a:gd name="connsiteX26" fmla="*/ 173995 w 502142"/>
                  <a:gd name="connsiteY26" fmla="*/ 348582 h 502347"/>
                  <a:gd name="connsiteX27" fmla="*/ 158283 w 502142"/>
                  <a:gd name="connsiteY27" fmla="*/ 334174 h 502347"/>
                  <a:gd name="connsiteX28" fmla="*/ 172685 w 502142"/>
                  <a:gd name="connsiteY28" fmla="*/ 318457 h 502347"/>
                  <a:gd name="connsiteX29" fmla="*/ 211964 w 502142"/>
                  <a:gd name="connsiteY29" fmla="*/ 315837 h 502347"/>
                  <a:gd name="connsiteX30" fmla="*/ 223747 w 502142"/>
                  <a:gd name="connsiteY30" fmla="*/ 283092 h 502347"/>
                  <a:gd name="connsiteX31" fmla="*/ 225056 w 502142"/>
                  <a:gd name="connsiteY31" fmla="*/ 272613 h 502347"/>
                  <a:gd name="connsiteX32" fmla="*/ 242077 w 502142"/>
                  <a:gd name="connsiteY32" fmla="*/ 217601 h 502347"/>
                  <a:gd name="connsiteX33" fmla="*/ 234221 w 502142"/>
                  <a:gd name="connsiteY33" fmla="*/ 221530 h 502347"/>
                  <a:gd name="connsiteX34" fmla="*/ 211964 w 502142"/>
                  <a:gd name="connsiteY34" fmla="*/ 247726 h 502347"/>
                  <a:gd name="connsiteX35" fmla="*/ 201489 w 502142"/>
                  <a:gd name="connsiteY35" fmla="*/ 256895 h 502347"/>
                  <a:gd name="connsiteX36" fmla="*/ 201489 w 502142"/>
                  <a:gd name="connsiteY36" fmla="*/ 262134 h 502347"/>
                  <a:gd name="connsiteX37" fmla="*/ 197562 w 502142"/>
                  <a:gd name="connsiteY37" fmla="*/ 264754 h 502347"/>
                  <a:gd name="connsiteX38" fmla="*/ 211964 w 502142"/>
                  <a:gd name="connsiteY38" fmla="*/ 279162 h 502347"/>
                  <a:gd name="connsiteX39" fmla="*/ 175304 w 502142"/>
                  <a:gd name="connsiteY39" fmla="*/ 311908 h 502347"/>
                  <a:gd name="connsiteX40" fmla="*/ 130788 w 502142"/>
                  <a:gd name="connsiteY40" fmla="*/ 264754 h 502347"/>
                  <a:gd name="connsiteX41" fmla="*/ 166139 w 502142"/>
                  <a:gd name="connsiteY41" fmla="*/ 230699 h 502347"/>
                  <a:gd name="connsiteX42" fmla="*/ 179232 w 502142"/>
                  <a:gd name="connsiteY42" fmla="*/ 245107 h 502347"/>
                  <a:gd name="connsiteX43" fmla="*/ 183159 w 502142"/>
                  <a:gd name="connsiteY43" fmla="*/ 242487 h 502347"/>
                  <a:gd name="connsiteX44" fmla="*/ 187087 w 502142"/>
                  <a:gd name="connsiteY44" fmla="*/ 241177 h 502347"/>
                  <a:gd name="connsiteX45" fmla="*/ 187087 w 502142"/>
                  <a:gd name="connsiteY45" fmla="*/ 239867 h 502347"/>
                  <a:gd name="connsiteX46" fmla="*/ 222438 w 502142"/>
                  <a:gd name="connsiteY46" fmla="*/ 199263 h 502347"/>
                  <a:gd name="connsiteX47" fmla="*/ 270881 w 502142"/>
                  <a:gd name="connsiteY47" fmla="*/ 186165 h 502347"/>
                  <a:gd name="connsiteX48" fmla="*/ 276118 w 502142"/>
                  <a:gd name="connsiteY48" fmla="*/ 186165 h 502347"/>
                  <a:gd name="connsiteX49" fmla="*/ 283974 w 502142"/>
                  <a:gd name="connsiteY49" fmla="*/ 187475 h 502347"/>
                  <a:gd name="connsiteX50" fmla="*/ 286592 w 502142"/>
                  <a:gd name="connsiteY50" fmla="*/ 188785 h 502347"/>
                  <a:gd name="connsiteX51" fmla="*/ 291830 w 502142"/>
                  <a:gd name="connsiteY51" fmla="*/ 191404 h 502347"/>
                  <a:gd name="connsiteX52" fmla="*/ 304922 w 502142"/>
                  <a:gd name="connsiteY52" fmla="*/ 208432 h 502347"/>
                  <a:gd name="connsiteX53" fmla="*/ 304922 w 502142"/>
                  <a:gd name="connsiteY53" fmla="*/ 209742 h 502347"/>
                  <a:gd name="connsiteX54" fmla="*/ 321943 w 502142"/>
                  <a:gd name="connsiteY54" fmla="*/ 222840 h 502347"/>
                  <a:gd name="connsiteX55" fmla="*/ 350747 w 502142"/>
                  <a:gd name="connsiteY55" fmla="*/ 218910 h 502347"/>
                  <a:gd name="connsiteX56" fmla="*/ 367768 w 502142"/>
                  <a:gd name="connsiteY56" fmla="*/ 220220 h 502347"/>
                  <a:gd name="connsiteX57" fmla="*/ 366458 w 502142"/>
                  <a:gd name="connsiteY57" fmla="*/ 238558 h 502347"/>
                  <a:gd name="connsiteX58" fmla="*/ 332417 w 502142"/>
                  <a:gd name="connsiteY58" fmla="*/ 250346 h 502347"/>
                  <a:gd name="connsiteX59" fmla="*/ 315397 w 502142"/>
                  <a:gd name="connsiteY59" fmla="*/ 247726 h 502347"/>
                  <a:gd name="connsiteX60" fmla="*/ 298376 w 502142"/>
                  <a:gd name="connsiteY60" fmla="*/ 239867 h 502347"/>
                  <a:gd name="connsiteX61" fmla="*/ 282665 w 502142"/>
                  <a:gd name="connsiteY61" fmla="*/ 290950 h 502347"/>
                  <a:gd name="connsiteX62" fmla="*/ 280046 w 502142"/>
                  <a:gd name="connsiteY62" fmla="*/ 296190 h 502347"/>
                  <a:gd name="connsiteX63" fmla="*/ 299685 w 502142"/>
                  <a:gd name="connsiteY63" fmla="*/ 325006 h 502347"/>
                  <a:gd name="connsiteX64" fmla="*/ 302304 w 502142"/>
                  <a:gd name="connsiteY64" fmla="*/ 336794 h 502347"/>
                  <a:gd name="connsiteX65" fmla="*/ 282665 w 502142"/>
                  <a:gd name="connsiteY65" fmla="*/ 407524 h 502347"/>
                  <a:gd name="connsiteX66" fmla="*/ 272190 w 502142"/>
                  <a:gd name="connsiteY66" fmla="*/ 418003 h 502347"/>
                  <a:gd name="connsiteX67" fmla="*/ 320634 w 502142"/>
                  <a:gd name="connsiteY67" fmla="*/ 403595 h 502347"/>
                  <a:gd name="connsiteX68" fmla="*/ 403118 w 502142"/>
                  <a:gd name="connsiteY68" fmla="*/ 180926 h 502347"/>
                  <a:gd name="connsiteX69" fmla="*/ 251242 w 502142"/>
                  <a:gd name="connsiteY69" fmla="*/ 83999 h 502347"/>
                  <a:gd name="connsiteX70" fmla="*/ 324562 w 502142"/>
                  <a:gd name="connsiteY70" fmla="*/ 1480 h 502347"/>
                  <a:gd name="connsiteX71" fmla="*/ 357294 w 502142"/>
                  <a:gd name="connsiteY71" fmla="*/ 14579 h 502347"/>
                  <a:gd name="connsiteX72" fmla="*/ 376933 w 502142"/>
                  <a:gd name="connsiteY72" fmla="*/ 56493 h 502347"/>
                  <a:gd name="connsiteX73" fmla="*/ 366458 w 502142"/>
                  <a:gd name="connsiteY73" fmla="*/ 82689 h 502347"/>
                  <a:gd name="connsiteX74" fmla="*/ 410974 w 502142"/>
                  <a:gd name="connsiteY74" fmla="*/ 123294 h 502347"/>
                  <a:gd name="connsiteX75" fmla="*/ 435850 w 502142"/>
                  <a:gd name="connsiteY75" fmla="*/ 110195 h 502347"/>
                  <a:gd name="connsiteX76" fmla="*/ 479056 w 502142"/>
                  <a:gd name="connsiteY76" fmla="*/ 127223 h 502347"/>
                  <a:gd name="connsiteX77" fmla="*/ 493458 w 502142"/>
                  <a:gd name="connsiteY77" fmla="*/ 159969 h 502347"/>
                  <a:gd name="connsiteX78" fmla="*/ 477747 w 502142"/>
                  <a:gd name="connsiteY78" fmla="*/ 201883 h 502347"/>
                  <a:gd name="connsiteX79" fmla="*/ 452871 w 502142"/>
                  <a:gd name="connsiteY79" fmla="*/ 213671 h 502347"/>
                  <a:gd name="connsiteX80" fmla="*/ 454180 w 502142"/>
                  <a:gd name="connsiteY80" fmla="*/ 272613 h 502347"/>
                  <a:gd name="connsiteX81" fmla="*/ 481675 w 502142"/>
                  <a:gd name="connsiteY81" fmla="*/ 283092 h 502347"/>
                  <a:gd name="connsiteX82" fmla="*/ 500005 w 502142"/>
                  <a:gd name="connsiteY82" fmla="*/ 323696 h 502347"/>
                  <a:gd name="connsiteX83" fmla="*/ 488221 w 502142"/>
                  <a:gd name="connsiteY83" fmla="*/ 357751 h 502347"/>
                  <a:gd name="connsiteX84" fmla="*/ 471201 w 502142"/>
                  <a:gd name="connsiteY84" fmla="*/ 376089 h 502347"/>
                  <a:gd name="connsiteX85" fmla="*/ 446324 w 502142"/>
                  <a:gd name="connsiteY85" fmla="*/ 377399 h 502347"/>
                  <a:gd name="connsiteX86" fmla="*/ 420139 w 502142"/>
                  <a:gd name="connsiteY86" fmla="*/ 366920 h 502347"/>
                  <a:gd name="connsiteX87" fmla="*/ 379551 w 502142"/>
                  <a:gd name="connsiteY87" fmla="*/ 410144 h 502347"/>
                  <a:gd name="connsiteX88" fmla="*/ 391335 w 502142"/>
                  <a:gd name="connsiteY88" fmla="*/ 436340 h 502347"/>
                  <a:gd name="connsiteX89" fmla="*/ 375623 w 502142"/>
                  <a:gd name="connsiteY89" fmla="*/ 479564 h 502347"/>
                  <a:gd name="connsiteX90" fmla="*/ 342891 w 502142"/>
                  <a:gd name="connsiteY90" fmla="*/ 493972 h 502347"/>
                  <a:gd name="connsiteX91" fmla="*/ 300995 w 502142"/>
                  <a:gd name="connsiteY91" fmla="*/ 478255 h 502347"/>
                  <a:gd name="connsiteX92" fmla="*/ 289211 w 502142"/>
                  <a:gd name="connsiteY92" fmla="*/ 453368 h 502347"/>
                  <a:gd name="connsiteX93" fmla="*/ 228984 w 502142"/>
                  <a:gd name="connsiteY93" fmla="*/ 454678 h 502347"/>
                  <a:gd name="connsiteX94" fmla="*/ 219819 w 502142"/>
                  <a:gd name="connsiteY94" fmla="*/ 482184 h 502347"/>
                  <a:gd name="connsiteX95" fmla="*/ 202799 w 502142"/>
                  <a:gd name="connsiteY95" fmla="*/ 499212 h 502347"/>
                  <a:gd name="connsiteX96" fmla="*/ 177922 w 502142"/>
                  <a:gd name="connsiteY96" fmla="*/ 500522 h 502347"/>
                  <a:gd name="connsiteX97" fmla="*/ 143881 w 502142"/>
                  <a:gd name="connsiteY97" fmla="*/ 488733 h 502347"/>
                  <a:gd name="connsiteX98" fmla="*/ 126861 w 502142"/>
                  <a:gd name="connsiteY98" fmla="*/ 471705 h 502347"/>
                  <a:gd name="connsiteX99" fmla="*/ 125551 w 502142"/>
                  <a:gd name="connsiteY99" fmla="*/ 446819 h 502347"/>
                  <a:gd name="connsiteX100" fmla="*/ 134716 w 502142"/>
                  <a:gd name="connsiteY100" fmla="*/ 420623 h 502347"/>
                  <a:gd name="connsiteX101" fmla="*/ 91510 w 502142"/>
                  <a:gd name="connsiteY101" fmla="*/ 380018 h 502347"/>
                  <a:gd name="connsiteX102" fmla="*/ 66634 w 502142"/>
                  <a:gd name="connsiteY102" fmla="*/ 391807 h 502347"/>
                  <a:gd name="connsiteX103" fmla="*/ 23428 w 502142"/>
                  <a:gd name="connsiteY103" fmla="*/ 376089 h 502347"/>
                  <a:gd name="connsiteX104" fmla="*/ 7716 w 502142"/>
                  <a:gd name="connsiteY104" fmla="*/ 343343 h 502347"/>
                  <a:gd name="connsiteX105" fmla="*/ 23428 w 502142"/>
                  <a:gd name="connsiteY105" fmla="*/ 300119 h 502347"/>
                  <a:gd name="connsiteX106" fmla="*/ 49613 w 502142"/>
                  <a:gd name="connsiteY106" fmla="*/ 288331 h 502347"/>
                  <a:gd name="connsiteX107" fmla="*/ 48304 w 502142"/>
                  <a:gd name="connsiteY107" fmla="*/ 229389 h 502347"/>
                  <a:gd name="connsiteX108" fmla="*/ 20809 w 502142"/>
                  <a:gd name="connsiteY108" fmla="*/ 220220 h 502347"/>
                  <a:gd name="connsiteX109" fmla="*/ 2479 w 502142"/>
                  <a:gd name="connsiteY109" fmla="*/ 203193 h 502347"/>
                  <a:gd name="connsiteX110" fmla="*/ 2479 w 502142"/>
                  <a:gd name="connsiteY110" fmla="*/ 178306 h 502347"/>
                  <a:gd name="connsiteX111" fmla="*/ 14263 w 502142"/>
                  <a:gd name="connsiteY111" fmla="*/ 144251 h 502347"/>
                  <a:gd name="connsiteX112" fmla="*/ 56159 w 502142"/>
                  <a:gd name="connsiteY112" fmla="*/ 125913 h 502347"/>
                  <a:gd name="connsiteX113" fmla="*/ 82345 w 502142"/>
                  <a:gd name="connsiteY113" fmla="*/ 135082 h 502347"/>
                  <a:gd name="connsiteX114" fmla="*/ 122933 w 502142"/>
                  <a:gd name="connsiteY114" fmla="*/ 91858 h 502347"/>
                  <a:gd name="connsiteX115" fmla="*/ 111149 w 502142"/>
                  <a:gd name="connsiteY115" fmla="*/ 65662 h 502347"/>
                  <a:gd name="connsiteX116" fmla="*/ 126861 w 502142"/>
                  <a:gd name="connsiteY116" fmla="*/ 23747 h 502347"/>
                  <a:gd name="connsiteX117" fmla="*/ 159592 w 502142"/>
                  <a:gd name="connsiteY117" fmla="*/ 8029 h 502347"/>
                  <a:gd name="connsiteX118" fmla="*/ 201489 w 502142"/>
                  <a:gd name="connsiteY118" fmla="*/ 23747 h 502347"/>
                  <a:gd name="connsiteX119" fmla="*/ 213273 w 502142"/>
                  <a:gd name="connsiteY119" fmla="*/ 49944 h 502347"/>
                  <a:gd name="connsiteX120" fmla="*/ 272190 w 502142"/>
                  <a:gd name="connsiteY120" fmla="*/ 47324 h 502347"/>
                  <a:gd name="connsiteX121" fmla="*/ 282665 w 502142"/>
                  <a:gd name="connsiteY121" fmla="*/ 21128 h 502347"/>
                  <a:gd name="connsiteX122" fmla="*/ 324562 w 502142"/>
                  <a:gd name="connsiteY122" fmla="*/ 1480 h 502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02142" h="502347">
                    <a:moveTo>
                      <a:pt x="185778" y="245107"/>
                    </a:moveTo>
                    <a:cubicBezTo>
                      <a:pt x="185778" y="245107"/>
                      <a:pt x="185778" y="245107"/>
                      <a:pt x="181850" y="247726"/>
                    </a:cubicBezTo>
                    <a:cubicBezTo>
                      <a:pt x="181850" y="247726"/>
                      <a:pt x="181850" y="247726"/>
                      <a:pt x="196252" y="262134"/>
                    </a:cubicBezTo>
                    <a:cubicBezTo>
                      <a:pt x="196252" y="262134"/>
                      <a:pt x="196252" y="262134"/>
                      <a:pt x="198871" y="259515"/>
                    </a:cubicBezTo>
                    <a:cubicBezTo>
                      <a:pt x="198871" y="259515"/>
                      <a:pt x="198871" y="258205"/>
                      <a:pt x="198871" y="258205"/>
                    </a:cubicBezTo>
                    <a:cubicBezTo>
                      <a:pt x="198871" y="258205"/>
                      <a:pt x="198871" y="258205"/>
                      <a:pt x="197562" y="256895"/>
                    </a:cubicBezTo>
                    <a:cubicBezTo>
                      <a:pt x="197562" y="256895"/>
                      <a:pt x="196252" y="256895"/>
                      <a:pt x="196252" y="255585"/>
                    </a:cubicBezTo>
                    <a:cubicBezTo>
                      <a:pt x="191015" y="254275"/>
                      <a:pt x="187087" y="250346"/>
                      <a:pt x="187087" y="245107"/>
                    </a:cubicBezTo>
                    <a:cubicBezTo>
                      <a:pt x="187087" y="245107"/>
                      <a:pt x="187087" y="245107"/>
                      <a:pt x="185778" y="245107"/>
                    </a:cubicBezTo>
                    <a:close/>
                    <a:moveTo>
                      <a:pt x="300657" y="124890"/>
                    </a:moveTo>
                    <a:cubicBezTo>
                      <a:pt x="318976" y="124890"/>
                      <a:pt x="333369" y="140543"/>
                      <a:pt x="333369" y="157500"/>
                    </a:cubicBezTo>
                    <a:cubicBezTo>
                      <a:pt x="333369" y="175761"/>
                      <a:pt x="318976" y="191414"/>
                      <a:pt x="300657" y="191414"/>
                    </a:cubicBezTo>
                    <a:cubicBezTo>
                      <a:pt x="282339" y="191414"/>
                      <a:pt x="267945" y="175761"/>
                      <a:pt x="267945" y="157500"/>
                    </a:cubicBezTo>
                    <a:cubicBezTo>
                      <a:pt x="267945" y="140543"/>
                      <a:pt x="282339" y="124890"/>
                      <a:pt x="300657" y="124890"/>
                    </a:cubicBezTo>
                    <a:close/>
                    <a:moveTo>
                      <a:pt x="251242" y="83999"/>
                    </a:moveTo>
                    <a:cubicBezTo>
                      <a:pt x="226366" y="83999"/>
                      <a:pt x="202799" y="89238"/>
                      <a:pt x="180541" y="99717"/>
                    </a:cubicBezTo>
                    <a:cubicBezTo>
                      <a:pt x="96747" y="137702"/>
                      <a:pt x="60087" y="237248"/>
                      <a:pt x="99366" y="321076"/>
                    </a:cubicBezTo>
                    <a:cubicBezTo>
                      <a:pt x="125551" y="381328"/>
                      <a:pt x="185778" y="419313"/>
                      <a:pt x="251242" y="419313"/>
                    </a:cubicBezTo>
                    <a:cubicBezTo>
                      <a:pt x="256479" y="419313"/>
                      <a:pt x="263025" y="419313"/>
                      <a:pt x="268263" y="418003"/>
                    </a:cubicBezTo>
                    <a:cubicBezTo>
                      <a:pt x="266953" y="418003"/>
                      <a:pt x="265644" y="418003"/>
                      <a:pt x="264335" y="418003"/>
                    </a:cubicBezTo>
                    <a:cubicBezTo>
                      <a:pt x="256479" y="415383"/>
                      <a:pt x="252551" y="407524"/>
                      <a:pt x="253861" y="399665"/>
                    </a:cubicBezTo>
                    <a:cubicBezTo>
                      <a:pt x="253861" y="399665"/>
                      <a:pt x="253861" y="399665"/>
                      <a:pt x="270881" y="336794"/>
                    </a:cubicBezTo>
                    <a:cubicBezTo>
                      <a:pt x="270881" y="336794"/>
                      <a:pt x="270881" y="336794"/>
                      <a:pt x="251242" y="307978"/>
                    </a:cubicBezTo>
                    <a:cubicBezTo>
                      <a:pt x="249933" y="307978"/>
                      <a:pt x="248623" y="306668"/>
                      <a:pt x="247314" y="306668"/>
                    </a:cubicBezTo>
                    <a:cubicBezTo>
                      <a:pt x="247314" y="306668"/>
                      <a:pt x="247314" y="306668"/>
                      <a:pt x="236840" y="335484"/>
                    </a:cubicBezTo>
                    <a:cubicBezTo>
                      <a:pt x="234221" y="342033"/>
                      <a:pt x="228984" y="345963"/>
                      <a:pt x="222438" y="345963"/>
                    </a:cubicBezTo>
                    <a:cubicBezTo>
                      <a:pt x="222438" y="345963"/>
                      <a:pt x="222438" y="345963"/>
                      <a:pt x="173995" y="348582"/>
                    </a:cubicBezTo>
                    <a:cubicBezTo>
                      <a:pt x="166139" y="348582"/>
                      <a:pt x="159592" y="342033"/>
                      <a:pt x="158283" y="334174"/>
                    </a:cubicBezTo>
                    <a:cubicBezTo>
                      <a:pt x="158283" y="325006"/>
                      <a:pt x="164830" y="318457"/>
                      <a:pt x="172685" y="318457"/>
                    </a:cubicBezTo>
                    <a:cubicBezTo>
                      <a:pt x="172685" y="318457"/>
                      <a:pt x="172685" y="318457"/>
                      <a:pt x="211964" y="315837"/>
                    </a:cubicBezTo>
                    <a:cubicBezTo>
                      <a:pt x="211964" y="315837"/>
                      <a:pt x="211964" y="315837"/>
                      <a:pt x="223747" y="283092"/>
                    </a:cubicBezTo>
                    <a:cubicBezTo>
                      <a:pt x="223747" y="279162"/>
                      <a:pt x="223747" y="276542"/>
                      <a:pt x="225056" y="272613"/>
                    </a:cubicBezTo>
                    <a:cubicBezTo>
                      <a:pt x="225056" y="272613"/>
                      <a:pt x="225056" y="272613"/>
                      <a:pt x="242077" y="217601"/>
                    </a:cubicBezTo>
                    <a:cubicBezTo>
                      <a:pt x="239458" y="218910"/>
                      <a:pt x="236840" y="220220"/>
                      <a:pt x="234221" y="221530"/>
                    </a:cubicBezTo>
                    <a:cubicBezTo>
                      <a:pt x="222438" y="228079"/>
                      <a:pt x="214582" y="237248"/>
                      <a:pt x="211964" y="247726"/>
                    </a:cubicBezTo>
                    <a:cubicBezTo>
                      <a:pt x="210654" y="251656"/>
                      <a:pt x="206726" y="255585"/>
                      <a:pt x="201489" y="256895"/>
                    </a:cubicBezTo>
                    <a:cubicBezTo>
                      <a:pt x="202799" y="258205"/>
                      <a:pt x="202799" y="260825"/>
                      <a:pt x="201489" y="262134"/>
                    </a:cubicBezTo>
                    <a:cubicBezTo>
                      <a:pt x="201489" y="262134"/>
                      <a:pt x="201489" y="262134"/>
                      <a:pt x="197562" y="264754"/>
                    </a:cubicBezTo>
                    <a:cubicBezTo>
                      <a:pt x="197562" y="264754"/>
                      <a:pt x="197562" y="264754"/>
                      <a:pt x="211964" y="279162"/>
                    </a:cubicBezTo>
                    <a:cubicBezTo>
                      <a:pt x="211964" y="279162"/>
                      <a:pt x="211964" y="279162"/>
                      <a:pt x="175304" y="311908"/>
                    </a:cubicBezTo>
                    <a:cubicBezTo>
                      <a:pt x="175304" y="311908"/>
                      <a:pt x="175304" y="311908"/>
                      <a:pt x="130788" y="264754"/>
                    </a:cubicBezTo>
                    <a:cubicBezTo>
                      <a:pt x="130788" y="264754"/>
                      <a:pt x="130788" y="264754"/>
                      <a:pt x="166139" y="230699"/>
                    </a:cubicBezTo>
                    <a:cubicBezTo>
                      <a:pt x="166139" y="230699"/>
                      <a:pt x="166139" y="230699"/>
                      <a:pt x="179232" y="245107"/>
                    </a:cubicBezTo>
                    <a:cubicBezTo>
                      <a:pt x="179232" y="245107"/>
                      <a:pt x="179232" y="245107"/>
                      <a:pt x="183159" y="242487"/>
                    </a:cubicBezTo>
                    <a:cubicBezTo>
                      <a:pt x="184469" y="241177"/>
                      <a:pt x="185778" y="241177"/>
                      <a:pt x="187087" y="241177"/>
                    </a:cubicBezTo>
                    <a:cubicBezTo>
                      <a:pt x="187087" y="241177"/>
                      <a:pt x="187087" y="241177"/>
                      <a:pt x="187087" y="239867"/>
                    </a:cubicBezTo>
                    <a:cubicBezTo>
                      <a:pt x="191015" y="224150"/>
                      <a:pt x="204108" y="209742"/>
                      <a:pt x="222438" y="199263"/>
                    </a:cubicBezTo>
                    <a:cubicBezTo>
                      <a:pt x="238149" y="190094"/>
                      <a:pt x="255170" y="186165"/>
                      <a:pt x="270881" y="186165"/>
                    </a:cubicBezTo>
                    <a:cubicBezTo>
                      <a:pt x="273500" y="186165"/>
                      <a:pt x="274809" y="186165"/>
                      <a:pt x="276118" y="186165"/>
                    </a:cubicBezTo>
                    <a:cubicBezTo>
                      <a:pt x="276118" y="186165"/>
                      <a:pt x="280046" y="187475"/>
                      <a:pt x="283974" y="187475"/>
                    </a:cubicBezTo>
                    <a:cubicBezTo>
                      <a:pt x="285283" y="188785"/>
                      <a:pt x="285283" y="188785"/>
                      <a:pt x="286592" y="188785"/>
                    </a:cubicBezTo>
                    <a:cubicBezTo>
                      <a:pt x="287902" y="190094"/>
                      <a:pt x="289211" y="190094"/>
                      <a:pt x="291830" y="191404"/>
                    </a:cubicBezTo>
                    <a:cubicBezTo>
                      <a:pt x="297067" y="195334"/>
                      <a:pt x="302304" y="201883"/>
                      <a:pt x="304922" y="208432"/>
                    </a:cubicBezTo>
                    <a:cubicBezTo>
                      <a:pt x="304922" y="208432"/>
                      <a:pt x="304922" y="209742"/>
                      <a:pt x="304922" y="209742"/>
                    </a:cubicBezTo>
                    <a:cubicBezTo>
                      <a:pt x="307541" y="214981"/>
                      <a:pt x="312778" y="220220"/>
                      <a:pt x="321943" y="222840"/>
                    </a:cubicBezTo>
                    <a:cubicBezTo>
                      <a:pt x="332417" y="225459"/>
                      <a:pt x="344201" y="224150"/>
                      <a:pt x="350747" y="218910"/>
                    </a:cubicBezTo>
                    <a:cubicBezTo>
                      <a:pt x="355984" y="214981"/>
                      <a:pt x="363840" y="214981"/>
                      <a:pt x="367768" y="220220"/>
                    </a:cubicBezTo>
                    <a:cubicBezTo>
                      <a:pt x="373005" y="225459"/>
                      <a:pt x="371696" y="233318"/>
                      <a:pt x="366458" y="238558"/>
                    </a:cubicBezTo>
                    <a:cubicBezTo>
                      <a:pt x="358603" y="246417"/>
                      <a:pt x="345510" y="250346"/>
                      <a:pt x="332417" y="250346"/>
                    </a:cubicBezTo>
                    <a:cubicBezTo>
                      <a:pt x="327180" y="250346"/>
                      <a:pt x="320634" y="249036"/>
                      <a:pt x="315397" y="247726"/>
                    </a:cubicBezTo>
                    <a:cubicBezTo>
                      <a:pt x="308850" y="245107"/>
                      <a:pt x="303613" y="243797"/>
                      <a:pt x="298376" y="239867"/>
                    </a:cubicBezTo>
                    <a:cubicBezTo>
                      <a:pt x="298376" y="239867"/>
                      <a:pt x="298376" y="239867"/>
                      <a:pt x="282665" y="290950"/>
                    </a:cubicBezTo>
                    <a:cubicBezTo>
                      <a:pt x="281355" y="293570"/>
                      <a:pt x="281355" y="294880"/>
                      <a:pt x="280046" y="296190"/>
                    </a:cubicBezTo>
                    <a:cubicBezTo>
                      <a:pt x="280046" y="296190"/>
                      <a:pt x="280046" y="296190"/>
                      <a:pt x="299685" y="325006"/>
                    </a:cubicBezTo>
                    <a:cubicBezTo>
                      <a:pt x="302304" y="328935"/>
                      <a:pt x="303613" y="332865"/>
                      <a:pt x="302304" y="336794"/>
                    </a:cubicBezTo>
                    <a:cubicBezTo>
                      <a:pt x="302304" y="336794"/>
                      <a:pt x="302304" y="336794"/>
                      <a:pt x="282665" y="407524"/>
                    </a:cubicBezTo>
                    <a:cubicBezTo>
                      <a:pt x="281355" y="412764"/>
                      <a:pt x="277428" y="416693"/>
                      <a:pt x="272190" y="418003"/>
                    </a:cubicBezTo>
                    <a:cubicBezTo>
                      <a:pt x="289211" y="415383"/>
                      <a:pt x="304922" y="411454"/>
                      <a:pt x="320634" y="403595"/>
                    </a:cubicBezTo>
                    <a:cubicBezTo>
                      <a:pt x="405737" y="365610"/>
                      <a:pt x="442397" y="264754"/>
                      <a:pt x="403118" y="180926"/>
                    </a:cubicBezTo>
                    <a:cubicBezTo>
                      <a:pt x="375623" y="121984"/>
                      <a:pt x="316706" y="83999"/>
                      <a:pt x="251242" y="83999"/>
                    </a:cubicBezTo>
                    <a:close/>
                    <a:moveTo>
                      <a:pt x="324562" y="1480"/>
                    </a:moveTo>
                    <a:cubicBezTo>
                      <a:pt x="324562" y="1480"/>
                      <a:pt x="324562" y="1480"/>
                      <a:pt x="357294" y="14579"/>
                    </a:cubicBezTo>
                    <a:cubicBezTo>
                      <a:pt x="374314" y="21128"/>
                      <a:pt x="383479" y="39465"/>
                      <a:pt x="376933" y="56493"/>
                    </a:cubicBezTo>
                    <a:cubicBezTo>
                      <a:pt x="376933" y="56493"/>
                      <a:pt x="376933" y="56493"/>
                      <a:pt x="366458" y="82689"/>
                    </a:cubicBezTo>
                    <a:cubicBezTo>
                      <a:pt x="383479" y="93168"/>
                      <a:pt x="397881" y="107576"/>
                      <a:pt x="410974" y="123294"/>
                    </a:cubicBezTo>
                    <a:cubicBezTo>
                      <a:pt x="410974" y="123294"/>
                      <a:pt x="410974" y="123294"/>
                      <a:pt x="435850" y="110195"/>
                    </a:cubicBezTo>
                    <a:cubicBezTo>
                      <a:pt x="452871" y="103646"/>
                      <a:pt x="471201" y="110195"/>
                      <a:pt x="479056" y="127223"/>
                    </a:cubicBezTo>
                    <a:cubicBezTo>
                      <a:pt x="479056" y="127223"/>
                      <a:pt x="479056" y="127223"/>
                      <a:pt x="493458" y="159969"/>
                    </a:cubicBezTo>
                    <a:cubicBezTo>
                      <a:pt x="501314" y="175686"/>
                      <a:pt x="494768" y="194024"/>
                      <a:pt x="477747" y="201883"/>
                    </a:cubicBezTo>
                    <a:cubicBezTo>
                      <a:pt x="477747" y="201883"/>
                      <a:pt x="477747" y="201883"/>
                      <a:pt x="452871" y="213671"/>
                    </a:cubicBezTo>
                    <a:cubicBezTo>
                      <a:pt x="455489" y="233318"/>
                      <a:pt x="456799" y="252966"/>
                      <a:pt x="454180" y="272613"/>
                    </a:cubicBezTo>
                    <a:cubicBezTo>
                      <a:pt x="454180" y="272613"/>
                      <a:pt x="454180" y="272613"/>
                      <a:pt x="481675" y="283092"/>
                    </a:cubicBezTo>
                    <a:cubicBezTo>
                      <a:pt x="497386" y="289641"/>
                      <a:pt x="506551" y="307978"/>
                      <a:pt x="500005" y="323696"/>
                    </a:cubicBezTo>
                    <a:cubicBezTo>
                      <a:pt x="500005" y="323696"/>
                      <a:pt x="500005" y="323696"/>
                      <a:pt x="488221" y="357751"/>
                    </a:cubicBezTo>
                    <a:cubicBezTo>
                      <a:pt x="485603" y="365610"/>
                      <a:pt x="479056" y="372159"/>
                      <a:pt x="471201" y="376089"/>
                    </a:cubicBezTo>
                    <a:cubicBezTo>
                      <a:pt x="463345" y="380018"/>
                      <a:pt x="454180" y="380018"/>
                      <a:pt x="446324" y="377399"/>
                    </a:cubicBezTo>
                    <a:cubicBezTo>
                      <a:pt x="446324" y="377399"/>
                      <a:pt x="446324" y="377399"/>
                      <a:pt x="420139" y="366920"/>
                    </a:cubicBezTo>
                    <a:cubicBezTo>
                      <a:pt x="408355" y="383948"/>
                      <a:pt x="395263" y="398356"/>
                      <a:pt x="379551" y="410144"/>
                    </a:cubicBezTo>
                    <a:cubicBezTo>
                      <a:pt x="379551" y="410144"/>
                      <a:pt x="379551" y="410144"/>
                      <a:pt x="391335" y="436340"/>
                    </a:cubicBezTo>
                    <a:cubicBezTo>
                      <a:pt x="399190" y="452058"/>
                      <a:pt x="392644" y="471705"/>
                      <a:pt x="375623" y="479564"/>
                    </a:cubicBezTo>
                    <a:cubicBezTo>
                      <a:pt x="375623" y="479564"/>
                      <a:pt x="375623" y="479564"/>
                      <a:pt x="342891" y="493972"/>
                    </a:cubicBezTo>
                    <a:cubicBezTo>
                      <a:pt x="327180" y="501831"/>
                      <a:pt x="307541" y="495282"/>
                      <a:pt x="300995" y="478255"/>
                    </a:cubicBezTo>
                    <a:cubicBezTo>
                      <a:pt x="300995" y="478255"/>
                      <a:pt x="300995" y="478255"/>
                      <a:pt x="289211" y="453368"/>
                    </a:cubicBezTo>
                    <a:cubicBezTo>
                      <a:pt x="268263" y="455988"/>
                      <a:pt x="248623" y="457297"/>
                      <a:pt x="228984" y="454678"/>
                    </a:cubicBezTo>
                    <a:cubicBezTo>
                      <a:pt x="228984" y="454678"/>
                      <a:pt x="228984" y="454678"/>
                      <a:pt x="219819" y="482184"/>
                    </a:cubicBezTo>
                    <a:cubicBezTo>
                      <a:pt x="217201" y="490043"/>
                      <a:pt x="210654" y="496592"/>
                      <a:pt x="202799" y="499212"/>
                    </a:cubicBezTo>
                    <a:cubicBezTo>
                      <a:pt x="194943" y="503141"/>
                      <a:pt x="185778" y="503141"/>
                      <a:pt x="177922" y="500522"/>
                    </a:cubicBezTo>
                    <a:cubicBezTo>
                      <a:pt x="177922" y="500522"/>
                      <a:pt x="177922" y="500522"/>
                      <a:pt x="143881" y="488733"/>
                    </a:cubicBezTo>
                    <a:cubicBezTo>
                      <a:pt x="136025" y="484804"/>
                      <a:pt x="129479" y="479564"/>
                      <a:pt x="126861" y="471705"/>
                    </a:cubicBezTo>
                    <a:cubicBezTo>
                      <a:pt x="122933" y="463847"/>
                      <a:pt x="122933" y="454678"/>
                      <a:pt x="125551" y="446819"/>
                    </a:cubicBezTo>
                    <a:cubicBezTo>
                      <a:pt x="125551" y="446819"/>
                      <a:pt x="125551" y="446819"/>
                      <a:pt x="134716" y="420623"/>
                    </a:cubicBezTo>
                    <a:cubicBezTo>
                      <a:pt x="119005" y="408834"/>
                      <a:pt x="104603" y="395736"/>
                      <a:pt x="91510" y="380018"/>
                    </a:cubicBezTo>
                    <a:cubicBezTo>
                      <a:pt x="91510" y="380018"/>
                      <a:pt x="91510" y="380018"/>
                      <a:pt x="66634" y="391807"/>
                    </a:cubicBezTo>
                    <a:cubicBezTo>
                      <a:pt x="49613" y="399665"/>
                      <a:pt x="31283" y="391807"/>
                      <a:pt x="23428" y="376089"/>
                    </a:cubicBezTo>
                    <a:cubicBezTo>
                      <a:pt x="23428" y="376089"/>
                      <a:pt x="23428" y="376089"/>
                      <a:pt x="7716" y="343343"/>
                    </a:cubicBezTo>
                    <a:cubicBezTo>
                      <a:pt x="1170" y="327625"/>
                      <a:pt x="7716" y="307978"/>
                      <a:pt x="23428" y="300119"/>
                    </a:cubicBezTo>
                    <a:cubicBezTo>
                      <a:pt x="23428" y="300119"/>
                      <a:pt x="23428" y="300119"/>
                      <a:pt x="49613" y="288331"/>
                    </a:cubicBezTo>
                    <a:cubicBezTo>
                      <a:pt x="45685" y="268684"/>
                      <a:pt x="45685" y="249036"/>
                      <a:pt x="48304" y="229389"/>
                    </a:cubicBezTo>
                    <a:cubicBezTo>
                      <a:pt x="48304" y="229389"/>
                      <a:pt x="48304" y="229389"/>
                      <a:pt x="20809" y="220220"/>
                    </a:cubicBezTo>
                    <a:cubicBezTo>
                      <a:pt x="12953" y="216291"/>
                      <a:pt x="6407" y="211051"/>
                      <a:pt x="2479" y="203193"/>
                    </a:cubicBezTo>
                    <a:cubicBezTo>
                      <a:pt x="-139" y="195334"/>
                      <a:pt x="-1449" y="186165"/>
                      <a:pt x="2479" y="178306"/>
                    </a:cubicBezTo>
                    <a:cubicBezTo>
                      <a:pt x="2479" y="178306"/>
                      <a:pt x="2479" y="178306"/>
                      <a:pt x="14263" y="144251"/>
                    </a:cubicBezTo>
                    <a:cubicBezTo>
                      <a:pt x="20809" y="128533"/>
                      <a:pt x="39139" y="119364"/>
                      <a:pt x="56159" y="125913"/>
                    </a:cubicBezTo>
                    <a:cubicBezTo>
                      <a:pt x="56159" y="125913"/>
                      <a:pt x="56159" y="125913"/>
                      <a:pt x="82345" y="135082"/>
                    </a:cubicBezTo>
                    <a:cubicBezTo>
                      <a:pt x="92819" y="119364"/>
                      <a:pt x="107221" y="104956"/>
                      <a:pt x="122933" y="91858"/>
                    </a:cubicBezTo>
                    <a:cubicBezTo>
                      <a:pt x="122933" y="91858"/>
                      <a:pt x="122933" y="91858"/>
                      <a:pt x="111149" y="65662"/>
                    </a:cubicBezTo>
                    <a:cubicBezTo>
                      <a:pt x="103294" y="49944"/>
                      <a:pt x="109840" y="30296"/>
                      <a:pt x="126861" y="23747"/>
                    </a:cubicBezTo>
                    <a:cubicBezTo>
                      <a:pt x="126861" y="23747"/>
                      <a:pt x="126861" y="23747"/>
                      <a:pt x="159592" y="8029"/>
                    </a:cubicBezTo>
                    <a:cubicBezTo>
                      <a:pt x="175304" y="1480"/>
                      <a:pt x="194943" y="8029"/>
                      <a:pt x="201489" y="23747"/>
                    </a:cubicBezTo>
                    <a:cubicBezTo>
                      <a:pt x="201489" y="23747"/>
                      <a:pt x="201489" y="23747"/>
                      <a:pt x="213273" y="49944"/>
                    </a:cubicBezTo>
                    <a:cubicBezTo>
                      <a:pt x="232912" y="46014"/>
                      <a:pt x="253861" y="46014"/>
                      <a:pt x="272190" y="47324"/>
                    </a:cubicBezTo>
                    <a:cubicBezTo>
                      <a:pt x="272190" y="47324"/>
                      <a:pt x="272190" y="47324"/>
                      <a:pt x="282665" y="21128"/>
                    </a:cubicBezTo>
                    <a:cubicBezTo>
                      <a:pt x="289211" y="5410"/>
                      <a:pt x="307541" y="-3759"/>
                      <a:pt x="324562" y="1480"/>
                    </a:cubicBezTo>
                    <a:close/>
                  </a:path>
                </a:pathLst>
              </a:custGeom>
              <a:solidFill>
                <a:schemeClr val="bg1"/>
              </a:solidFill>
              <a:ln>
                <a:noFill/>
              </a:ln>
            </p:spPr>
            <p:txBody>
              <a:bodyPr anchor="ctr"/>
              <a:lstStyle/>
              <a:p>
                <a:pPr algn="ctr"/>
                <a:endParaRPr/>
              </a:p>
            </p:txBody>
          </p:sp>
        </p:grpSp>
      </p:grpSp>
      <p:cxnSp>
        <p:nvCxnSpPr>
          <p:cNvPr id="47" name="直接连接符 46"/>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9" name="文本框 48"/>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50" name="文本框 49"/>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51" name="组合 50"/>
          <p:cNvGrpSpPr/>
          <p:nvPr/>
        </p:nvGrpSpPr>
        <p:grpSpPr>
          <a:xfrm>
            <a:off x="8664775" y="2062124"/>
            <a:ext cx="2822743" cy="929507"/>
            <a:chOff x="2677264" y="1996356"/>
            <a:chExt cx="2676525" cy="881358"/>
          </a:xfrm>
        </p:grpSpPr>
        <p:sp>
          <p:nvSpPr>
            <p:cNvPr id="52" name="矩形 51"/>
            <p:cNvSpPr/>
            <p:nvPr/>
          </p:nvSpPr>
          <p:spPr>
            <a:xfrm>
              <a:off x="2677264" y="2346820"/>
              <a:ext cx="267652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a:t>
              </a:r>
            </a:p>
          </p:txBody>
        </p:sp>
        <p:sp>
          <p:nvSpPr>
            <p:cNvPr id="53" name="矩形 52"/>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54" name="组合 53"/>
          <p:cNvGrpSpPr/>
          <p:nvPr/>
        </p:nvGrpSpPr>
        <p:grpSpPr>
          <a:xfrm>
            <a:off x="8878361" y="4949832"/>
            <a:ext cx="2822743" cy="929507"/>
            <a:chOff x="2677264" y="1996356"/>
            <a:chExt cx="2676525" cy="881358"/>
          </a:xfrm>
        </p:grpSpPr>
        <p:sp>
          <p:nvSpPr>
            <p:cNvPr id="55" name="矩形 54"/>
            <p:cNvSpPr/>
            <p:nvPr/>
          </p:nvSpPr>
          <p:spPr>
            <a:xfrm>
              <a:off x="2677264" y="2346820"/>
              <a:ext cx="267652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a:t>
              </a:r>
            </a:p>
          </p:txBody>
        </p:sp>
        <p:sp>
          <p:nvSpPr>
            <p:cNvPr id="56" name="矩形 55"/>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57" name="组合 56"/>
          <p:cNvGrpSpPr/>
          <p:nvPr/>
        </p:nvGrpSpPr>
        <p:grpSpPr>
          <a:xfrm>
            <a:off x="4102400" y="5537705"/>
            <a:ext cx="2822743" cy="929507"/>
            <a:chOff x="2677264" y="1996356"/>
            <a:chExt cx="2676525" cy="881358"/>
          </a:xfrm>
        </p:grpSpPr>
        <p:sp>
          <p:nvSpPr>
            <p:cNvPr id="58" name="矩形 57"/>
            <p:cNvSpPr/>
            <p:nvPr/>
          </p:nvSpPr>
          <p:spPr>
            <a:xfrm>
              <a:off x="2677264" y="2346820"/>
              <a:ext cx="267652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a:t>
              </a:r>
            </a:p>
          </p:txBody>
        </p:sp>
        <p:sp>
          <p:nvSpPr>
            <p:cNvPr id="59" name="矩形 58"/>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60" name="组合 59"/>
          <p:cNvGrpSpPr/>
          <p:nvPr/>
        </p:nvGrpSpPr>
        <p:grpSpPr>
          <a:xfrm>
            <a:off x="1828268" y="4122256"/>
            <a:ext cx="2822743" cy="929507"/>
            <a:chOff x="2677264" y="1996356"/>
            <a:chExt cx="2676525" cy="881358"/>
          </a:xfrm>
        </p:grpSpPr>
        <p:sp>
          <p:nvSpPr>
            <p:cNvPr id="61" name="矩形 60"/>
            <p:cNvSpPr/>
            <p:nvPr/>
          </p:nvSpPr>
          <p:spPr>
            <a:xfrm>
              <a:off x="2677264" y="2346820"/>
              <a:ext cx="267652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a:t>
              </a:r>
            </a:p>
          </p:txBody>
        </p:sp>
        <p:sp>
          <p:nvSpPr>
            <p:cNvPr id="62" name="矩形 61"/>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63" name="组合 62"/>
          <p:cNvGrpSpPr/>
          <p:nvPr/>
        </p:nvGrpSpPr>
        <p:grpSpPr>
          <a:xfrm>
            <a:off x="1254409" y="1714094"/>
            <a:ext cx="2822743" cy="929507"/>
            <a:chOff x="2677264" y="1996356"/>
            <a:chExt cx="2676525" cy="881358"/>
          </a:xfrm>
        </p:grpSpPr>
        <p:sp>
          <p:nvSpPr>
            <p:cNvPr id="64" name="矩形 63"/>
            <p:cNvSpPr/>
            <p:nvPr/>
          </p:nvSpPr>
          <p:spPr>
            <a:xfrm>
              <a:off x="2677264" y="2346820"/>
              <a:ext cx="267652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a:t>
              </a:r>
            </a:p>
          </p:txBody>
        </p:sp>
        <p:sp>
          <p:nvSpPr>
            <p:cNvPr id="65" name="矩形 64"/>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2022534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par>
                          <p:cTn id="11" fill="hold">
                            <p:stCondLst>
                              <p:cond delay="1000"/>
                            </p:stCondLst>
                            <p:childTnLst>
                              <p:par>
                                <p:cTn id="12" presetID="12" presetClass="entr" presetSubtype="8" fill="hold" nodeType="afterEffect">
                                  <p:stCondLst>
                                    <p:cond delay="0"/>
                                  </p:stCondLst>
                                  <p:childTnLst>
                                    <p:set>
                                      <p:cBhvr>
                                        <p:cTn id="13" dur="1" fill="hold">
                                          <p:stCondLst>
                                            <p:cond delay="0"/>
                                          </p:stCondLst>
                                        </p:cTn>
                                        <p:tgtEl>
                                          <p:spTgt spid="63"/>
                                        </p:tgtEl>
                                        <p:attrNameLst>
                                          <p:attrName>style.visibility</p:attrName>
                                        </p:attrNameLst>
                                      </p:cBhvr>
                                      <p:to>
                                        <p:strVal val="visible"/>
                                      </p:to>
                                    </p:set>
                                    <p:anim calcmode="lin" valueType="num">
                                      <p:cBhvr additive="base">
                                        <p:cTn id="14" dur="500"/>
                                        <p:tgtEl>
                                          <p:spTgt spid="63"/>
                                        </p:tgtEl>
                                        <p:attrNameLst>
                                          <p:attrName>ppt_x</p:attrName>
                                        </p:attrNameLst>
                                      </p:cBhvr>
                                      <p:tavLst>
                                        <p:tav tm="0">
                                          <p:val>
                                            <p:strVal val="#ppt_x-#ppt_w*1.125000"/>
                                          </p:val>
                                        </p:tav>
                                        <p:tav tm="100000">
                                          <p:val>
                                            <p:strVal val="#ppt_x"/>
                                          </p:val>
                                        </p:tav>
                                      </p:tavLst>
                                    </p:anim>
                                    <p:animEffect transition="in" filter="wipe(right)">
                                      <p:cBhvr>
                                        <p:cTn id="15" dur="500"/>
                                        <p:tgtEl>
                                          <p:spTgt spid="63"/>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60"/>
                                        </p:tgtEl>
                                        <p:attrNameLst>
                                          <p:attrName>style.visibility</p:attrName>
                                        </p:attrNameLst>
                                      </p:cBhvr>
                                      <p:to>
                                        <p:strVal val="visible"/>
                                      </p:to>
                                    </p:set>
                                    <p:anim calcmode="lin" valueType="num">
                                      <p:cBhvr additive="base">
                                        <p:cTn id="19" dur="500"/>
                                        <p:tgtEl>
                                          <p:spTgt spid="60"/>
                                        </p:tgtEl>
                                        <p:attrNameLst>
                                          <p:attrName>ppt_x</p:attrName>
                                        </p:attrNameLst>
                                      </p:cBhvr>
                                      <p:tavLst>
                                        <p:tav tm="0">
                                          <p:val>
                                            <p:strVal val="#ppt_x-#ppt_w*1.125000"/>
                                          </p:val>
                                        </p:tav>
                                        <p:tav tm="100000">
                                          <p:val>
                                            <p:strVal val="#ppt_x"/>
                                          </p:val>
                                        </p:tav>
                                      </p:tavLst>
                                    </p:anim>
                                    <p:animEffect transition="in" filter="wipe(right)">
                                      <p:cBhvr>
                                        <p:cTn id="20" dur="500"/>
                                        <p:tgtEl>
                                          <p:spTgt spid="60"/>
                                        </p:tgtEl>
                                      </p:cBhvr>
                                    </p:animEffect>
                                  </p:childTnLst>
                                </p:cTn>
                              </p:par>
                            </p:childTnLst>
                          </p:cTn>
                        </p:par>
                        <p:par>
                          <p:cTn id="21" fill="hold">
                            <p:stCondLst>
                              <p:cond delay="2000"/>
                            </p:stCondLst>
                            <p:childTnLst>
                              <p:par>
                                <p:cTn id="22" presetID="12" presetClass="entr" presetSubtype="8" fill="hold" nodeType="afterEffect">
                                  <p:stCondLst>
                                    <p:cond delay="0"/>
                                  </p:stCondLst>
                                  <p:childTnLst>
                                    <p:set>
                                      <p:cBhvr>
                                        <p:cTn id="23" dur="1" fill="hold">
                                          <p:stCondLst>
                                            <p:cond delay="0"/>
                                          </p:stCondLst>
                                        </p:cTn>
                                        <p:tgtEl>
                                          <p:spTgt spid="57"/>
                                        </p:tgtEl>
                                        <p:attrNameLst>
                                          <p:attrName>style.visibility</p:attrName>
                                        </p:attrNameLst>
                                      </p:cBhvr>
                                      <p:to>
                                        <p:strVal val="visible"/>
                                      </p:to>
                                    </p:set>
                                    <p:anim calcmode="lin" valueType="num">
                                      <p:cBhvr additive="base">
                                        <p:cTn id="24" dur="500"/>
                                        <p:tgtEl>
                                          <p:spTgt spid="57"/>
                                        </p:tgtEl>
                                        <p:attrNameLst>
                                          <p:attrName>ppt_x</p:attrName>
                                        </p:attrNameLst>
                                      </p:cBhvr>
                                      <p:tavLst>
                                        <p:tav tm="0">
                                          <p:val>
                                            <p:strVal val="#ppt_x-#ppt_w*1.125000"/>
                                          </p:val>
                                        </p:tav>
                                        <p:tav tm="100000">
                                          <p:val>
                                            <p:strVal val="#ppt_x"/>
                                          </p:val>
                                        </p:tav>
                                      </p:tavLst>
                                    </p:anim>
                                    <p:animEffect transition="in" filter="wipe(right)">
                                      <p:cBhvr>
                                        <p:cTn id="25" dur="500"/>
                                        <p:tgtEl>
                                          <p:spTgt spid="57"/>
                                        </p:tgtEl>
                                      </p:cBhvr>
                                    </p:animEffect>
                                  </p:childTnLst>
                                </p:cTn>
                              </p:par>
                            </p:childTnLst>
                          </p:cTn>
                        </p:par>
                        <p:par>
                          <p:cTn id="26" fill="hold">
                            <p:stCondLst>
                              <p:cond delay="2500"/>
                            </p:stCondLst>
                            <p:childTnLst>
                              <p:par>
                                <p:cTn id="27" presetID="12" presetClass="entr" presetSubtype="8" fill="hold" nodeType="afterEffect">
                                  <p:stCondLst>
                                    <p:cond delay="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500"/>
                                        <p:tgtEl>
                                          <p:spTgt spid="54"/>
                                        </p:tgtEl>
                                        <p:attrNameLst>
                                          <p:attrName>ppt_x</p:attrName>
                                        </p:attrNameLst>
                                      </p:cBhvr>
                                      <p:tavLst>
                                        <p:tav tm="0">
                                          <p:val>
                                            <p:strVal val="#ppt_x-#ppt_w*1.125000"/>
                                          </p:val>
                                        </p:tav>
                                        <p:tav tm="100000">
                                          <p:val>
                                            <p:strVal val="#ppt_x"/>
                                          </p:val>
                                        </p:tav>
                                      </p:tavLst>
                                    </p:anim>
                                    <p:animEffect transition="in" filter="wipe(right)">
                                      <p:cBhvr>
                                        <p:cTn id="30" dur="500"/>
                                        <p:tgtEl>
                                          <p:spTgt spid="54"/>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p:tgtEl>
                                          <p:spTgt spid="51"/>
                                        </p:tgtEl>
                                        <p:attrNameLst>
                                          <p:attrName>ppt_x</p:attrName>
                                        </p:attrNameLst>
                                      </p:cBhvr>
                                      <p:tavLst>
                                        <p:tav tm="0">
                                          <p:val>
                                            <p:strVal val="#ppt_x-#ppt_w*1.125000"/>
                                          </p:val>
                                        </p:tav>
                                        <p:tav tm="100000">
                                          <p:val>
                                            <p:strVal val="#ppt_x"/>
                                          </p:val>
                                        </p:tav>
                                      </p:tavLst>
                                    </p:anim>
                                    <p:animEffect transition="in" filter="wipe(right)">
                                      <p:cBhvr>
                                        <p:cTn id="3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1ide-任意多边形: 形状 4"/>
          <p:cNvSpPr/>
          <p:nvPr/>
        </p:nvSpPr>
        <p:spPr>
          <a:xfrm>
            <a:off x="1293941" y="2073862"/>
            <a:ext cx="599457" cy="455924"/>
          </a:xfrm>
          <a:custGeom>
            <a:avLst/>
            <a:gdLst/>
            <a:ahLst/>
            <a:cxnLst/>
            <a:rect l="0" t="0" r="0" b="0"/>
            <a:pathLst>
              <a:path w="120000" h="120000" extrusionOk="0">
                <a:moveTo>
                  <a:pt x="118588" y="39629"/>
                </a:moveTo>
                <a:lnTo>
                  <a:pt x="118588" y="39629"/>
                </a:lnTo>
                <a:lnTo>
                  <a:pt x="119717" y="41111"/>
                </a:lnTo>
                <a:lnTo>
                  <a:pt x="120000" y="43333"/>
                </a:lnTo>
                <a:lnTo>
                  <a:pt x="120000" y="95555"/>
                </a:lnTo>
                <a:lnTo>
                  <a:pt x="120000" y="95555"/>
                </a:lnTo>
                <a:lnTo>
                  <a:pt x="119717" y="97777"/>
                </a:lnTo>
                <a:lnTo>
                  <a:pt x="118588" y="99629"/>
                </a:lnTo>
                <a:lnTo>
                  <a:pt x="118588" y="99629"/>
                </a:lnTo>
                <a:lnTo>
                  <a:pt x="117458" y="100740"/>
                </a:lnTo>
                <a:lnTo>
                  <a:pt x="115764" y="101111"/>
                </a:lnTo>
                <a:lnTo>
                  <a:pt x="98541" y="101111"/>
                </a:lnTo>
                <a:lnTo>
                  <a:pt x="98541" y="101111"/>
                </a:lnTo>
                <a:lnTo>
                  <a:pt x="97976" y="101111"/>
                </a:lnTo>
                <a:lnTo>
                  <a:pt x="97411" y="100740"/>
                </a:lnTo>
                <a:lnTo>
                  <a:pt x="97129" y="100000"/>
                </a:lnTo>
                <a:lnTo>
                  <a:pt x="97129" y="99259"/>
                </a:lnTo>
                <a:lnTo>
                  <a:pt x="97129" y="99259"/>
                </a:lnTo>
                <a:lnTo>
                  <a:pt x="97129" y="98518"/>
                </a:lnTo>
                <a:lnTo>
                  <a:pt x="97411" y="97777"/>
                </a:lnTo>
                <a:lnTo>
                  <a:pt x="97976" y="97407"/>
                </a:lnTo>
                <a:lnTo>
                  <a:pt x="98541" y="97407"/>
                </a:lnTo>
                <a:lnTo>
                  <a:pt x="115764" y="97407"/>
                </a:lnTo>
                <a:lnTo>
                  <a:pt x="115764" y="97407"/>
                </a:lnTo>
                <a:lnTo>
                  <a:pt x="116329" y="97407"/>
                </a:lnTo>
                <a:lnTo>
                  <a:pt x="116894" y="97037"/>
                </a:lnTo>
                <a:lnTo>
                  <a:pt x="116894" y="96296"/>
                </a:lnTo>
                <a:lnTo>
                  <a:pt x="117176" y="95555"/>
                </a:lnTo>
                <a:lnTo>
                  <a:pt x="117176" y="82592"/>
                </a:lnTo>
                <a:lnTo>
                  <a:pt x="2823" y="82592"/>
                </a:lnTo>
                <a:lnTo>
                  <a:pt x="2823" y="95555"/>
                </a:lnTo>
                <a:lnTo>
                  <a:pt x="2823" y="95555"/>
                </a:lnTo>
                <a:lnTo>
                  <a:pt x="2823" y="96296"/>
                </a:lnTo>
                <a:lnTo>
                  <a:pt x="3105" y="97037"/>
                </a:lnTo>
                <a:lnTo>
                  <a:pt x="3670" y="97407"/>
                </a:lnTo>
                <a:lnTo>
                  <a:pt x="4235" y="97407"/>
                </a:lnTo>
                <a:lnTo>
                  <a:pt x="21458" y="97407"/>
                </a:lnTo>
                <a:lnTo>
                  <a:pt x="21458" y="97407"/>
                </a:lnTo>
                <a:lnTo>
                  <a:pt x="22023" y="97407"/>
                </a:lnTo>
                <a:lnTo>
                  <a:pt x="22588" y="97777"/>
                </a:lnTo>
                <a:lnTo>
                  <a:pt x="22588" y="98518"/>
                </a:lnTo>
                <a:lnTo>
                  <a:pt x="22870" y="99259"/>
                </a:lnTo>
                <a:lnTo>
                  <a:pt x="22870" y="99259"/>
                </a:lnTo>
                <a:lnTo>
                  <a:pt x="22588" y="100000"/>
                </a:lnTo>
                <a:lnTo>
                  <a:pt x="22588" y="100740"/>
                </a:lnTo>
                <a:lnTo>
                  <a:pt x="22023" y="101111"/>
                </a:lnTo>
                <a:lnTo>
                  <a:pt x="21458" y="101111"/>
                </a:lnTo>
                <a:lnTo>
                  <a:pt x="4235" y="101111"/>
                </a:lnTo>
                <a:lnTo>
                  <a:pt x="4235" y="101111"/>
                </a:lnTo>
                <a:lnTo>
                  <a:pt x="2541" y="100740"/>
                </a:lnTo>
                <a:lnTo>
                  <a:pt x="1129" y="99629"/>
                </a:lnTo>
                <a:lnTo>
                  <a:pt x="1129" y="99629"/>
                </a:lnTo>
                <a:lnTo>
                  <a:pt x="282" y="97777"/>
                </a:lnTo>
                <a:lnTo>
                  <a:pt x="0" y="95555"/>
                </a:lnTo>
                <a:lnTo>
                  <a:pt x="0" y="43333"/>
                </a:lnTo>
                <a:lnTo>
                  <a:pt x="0" y="43333"/>
                </a:lnTo>
                <a:lnTo>
                  <a:pt x="282" y="41111"/>
                </a:lnTo>
                <a:lnTo>
                  <a:pt x="1129" y="39629"/>
                </a:lnTo>
                <a:lnTo>
                  <a:pt x="1129" y="39629"/>
                </a:lnTo>
                <a:lnTo>
                  <a:pt x="2541" y="37777"/>
                </a:lnTo>
                <a:lnTo>
                  <a:pt x="4235" y="37407"/>
                </a:lnTo>
                <a:lnTo>
                  <a:pt x="11294" y="37407"/>
                </a:lnTo>
                <a:lnTo>
                  <a:pt x="11294" y="24444"/>
                </a:lnTo>
                <a:lnTo>
                  <a:pt x="11294" y="24444"/>
                </a:lnTo>
                <a:lnTo>
                  <a:pt x="11576" y="22222"/>
                </a:lnTo>
                <a:lnTo>
                  <a:pt x="12423" y="20740"/>
                </a:lnTo>
                <a:lnTo>
                  <a:pt x="12423" y="20740"/>
                </a:lnTo>
                <a:lnTo>
                  <a:pt x="14117" y="19259"/>
                </a:lnTo>
                <a:lnTo>
                  <a:pt x="15811" y="18888"/>
                </a:lnTo>
                <a:lnTo>
                  <a:pt x="21458" y="18888"/>
                </a:lnTo>
                <a:lnTo>
                  <a:pt x="21458" y="18888"/>
                </a:lnTo>
                <a:lnTo>
                  <a:pt x="22023" y="18888"/>
                </a:lnTo>
                <a:lnTo>
                  <a:pt x="22588" y="19259"/>
                </a:lnTo>
                <a:lnTo>
                  <a:pt x="22588" y="20000"/>
                </a:lnTo>
                <a:lnTo>
                  <a:pt x="22870" y="20740"/>
                </a:lnTo>
                <a:lnTo>
                  <a:pt x="22870" y="20740"/>
                </a:lnTo>
                <a:lnTo>
                  <a:pt x="22588" y="21481"/>
                </a:lnTo>
                <a:lnTo>
                  <a:pt x="22588" y="22222"/>
                </a:lnTo>
                <a:lnTo>
                  <a:pt x="22023" y="22592"/>
                </a:lnTo>
                <a:lnTo>
                  <a:pt x="21458" y="22592"/>
                </a:lnTo>
                <a:lnTo>
                  <a:pt x="15811" y="22592"/>
                </a:lnTo>
                <a:lnTo>
                  <a:pt x="15811" y="22592"/>
                </a:lnTo>
                <a:lnTo>
                  <a:pt x="15247" y="22592"/>
                </a:lnTo>
                <a:lnTo>
                  <a:pt x="14682" y="22962"/>
                </a:lnTo>
                <a:lnTo>
                  <a:pt x="14400" y="23703"/>
                </a:lnTo>
                <a:lnTo>
                  <a:pt x="14400" y="24444"/>
                </a:lnTo>
                <a:lnTo>
                  <a:pt x="14400" y="37407"/>
                </a:lnTo>
                <a:lnTo>
                  <a:pt x="25694" y="37407"/>
                </a:lnTo>
                <a:lnTo>
                  <a:pt x="25694" y="1851"/>
                </a:lnTo>
                <a:lnTo>
                  <a:pt x="25694" y="1851"/>
                </a:lnTo>
                <a:lnTo>
                  <a:pt x="25694" y="1111"/>
                </a:lnTo>
                <a:lnTo>
                  <a:pt x="25976" y="370"/>
                </a:lnTo>
                <a:lnTo>
                  <a:pt x="26541" y="0"/>
                </a:lnTo>
                <a:lnTo>
                  <a:pt x="27105" y="0"/>
                </a:lnTo>
                <a:lnTo>
                  <a:pt x="92894" y="0"/>
                </a:lnTo>
                <a:lnTo>
                  <a:pt x="92894" y="0"/>
                </a:lnTo>
                <a:lnTo>
                  <a:pt x="93458" y="0"/>
                </a:lnTo>
                <a:lnTo>
                  <a:pt x="94023" y="370"/>
                </a:lnTo>
                <a:lnTo>
                  <a:pt x="94023" y="1111"/>
                </a:lnTo>
                <a:lnTo>
                  <a:pt x="94305" y="1851"/>
                </a:lnTo>
                <a:lnTo>
                  <a:pt x="94305" y="37407"/>
                </a:lnTo>
                <a:lnTo>
                  <a:pt x="105600" y="37407"/>
                </a:lnTo>
                <a:lnTo>
                  <a:pt x="105600" y="24444"/>
                </a:lnTo>
                <a:lnTo>
                  <a:pt x="105600" y="24444"/>
                </a:lnTo>
                <a:lnTo>
                  <a:pt x="105317" y="23703"/>
                </a:lnTo>
                <a:lnTo>
                  <a:pt x="105317" y="22962"/>
                </a:lnTo>
                <a:lnTo>
                  <a:pt x="104752" y="22592"/>
                </a:lnTo>
                <a:lnTo>
                  <a:pt x="104188" y="22592"/>
                </a:lnTo>
                <a:lnTo>
                  <a:pt x="98541" y="22592"/>
                </a:lnTo>
                <a:lnTo>
                  <a:pt x="98541" y="22592"/>
                </a:lnTo>
                <a:lnTo>
                  <a:pt x="97976" y="22592"/>
                </a:lnTo>
                <a:lnTo>
                  <a:pt x="97411" y="22222"/>
                </a:lnTo>
                <a:lnTo>
                  <a:pt x="97129" y="21481"/>
                </a:lnTo>
                <a:lnTo>
                  <a:pt x="97129" y="20740"/>
                </a:lnTo>
                <a:lnTo>
                  <a:pt x="97129" y="20740"/>
                </a:lnTo>
                <a:lnTo>
                  <a:pt x="97129" y="20000"/>
                </a:lnTo>
                <a:lnTo>
                  <a:pt x="97411" y="19259"/>
                </a:lnTo>
                <a:lnTo>
                  <a:pt x="97976" y="18888"/>
                </a:lnTo>
                <a:lnTo>
                  <a:pt x="98541" y="18888"/>
                </a:lnTo>
                <a:lnTo>
                  <a:pt x="104188" y="18888"/>
                </a:lnTo>
                <a:lnTo>
                  <a:pt x="104188" y="18888"/>
                </a:lnTo>
                <a:lnTo>
                  <a:pt x="105882" y="19259"/>
                </a:lnTo>
                <a:lnTo>
                  <a:pt x="107294" y="20740"/>
                </a:lnTo>
                <a:lnTo>
                  <a:pt x="107294" y="20740"/>
                </a:lnTo>
                <a:lnTo>
                  <a:pt x="108423" y="22222"/>
                </a:lnTo>
                <a:lnTo>
                  <a:pt x="108705" y="24444"/>
                </a:lnTo>
                <a:lnTo>
                  <a:pt x="108705" y="37407"/>
                </a:lnTo>
                <a:lnTo>
                  <a:pt x="115764" y="37407"/>
                </a:lnTo>
                <a:lnTo>
                  <a:pt x="115764" y="37407"/>
                </a:lnTo>
                <a:lnTo>
                  <a:pt x="117458" y="37777"/>
                </a:lnTo>
                <a:lnTo>
                  <a:pt x="118588" y="39629"/>
                </a:lnTo>
                <a:lnTo>
                  <a:pt x="118588" y="39629"/>
                </a:lnTo>
                <a:close/>
                <a:moveTo>
                  <a:pt x="117176" y="78888"/>
                </a:moveTo>
                <a:lnTo>
                  <a:pt x="117176" y="43333"/>
                </a:lnTo>
                <a:lnTo>
                  <a:pt x="117176" y="43333"/>
                </a:lnTo>
                <a:lnTo>
                  <a:pt x="116894" y="42592"/>
                </a:lnTo>
                <a:lnTo>
                  <a:pt x="116894" y="41851"/>
                </a:lnTo>
                <a:lnTo>
                  <a:pt x="116329" y="41481"/>
                </a:lnTo>
                <a:lnTo>
                  <a:pt x="115764" y="41481"/>
                </a:lnTo>
                <a:lnTo>
                  <a:pt x="4235" y="41481"/>
                </a:lnTo>
                <a:lnTo>
                  <a:pt x="4235" y="41481"/>
                </a:lnTo>
                <a:lnTo>
                  <a:pt x="3670" y="41481"/>
                </a:lnTo>
                <a:lnTo>
                  <a:pt x="3105" y="41851"/>
                </a:lnTo>
                <a:lnTo>
                  <a:pt x="2823" y="42592"/>
                </a:lnTo>
                <a:lnTo>
                  <a:pt x="2823" y="43333"/>
                </a:lnTo>
                <a:lnTo>
                  <a:pt x="2823" y="78888"/>
                </a:lnTo>
                <a:lnTo>
                  <a:pt x="117176" y="78888"/>
                </a:lnTo>
                <a:close/>
                <a:moveTo>
                  <a:pt x="94305" y="88148"/>
                </a:moveTo>
                <a:lnTo>
                  <a:pt x="94305" y="99259"/>
                </a:lnTo>
                <a:lnTo>
                  <a:pt x="94305" y="118148"/>
                </a:lnTo>
                <a:lnTo>
                  <a:pt x="94305" y="118148"/>
                </a:lnTo>
                <a:lnTo>
                  <a:pt x="94023" y="118888"/>
                </a:lnTo>
                <a:lnTo>
                  <a:pt x="94023" y="119629"/>
                </a:lnTo>
                <a:lnTo>
                  <a:pt x="93458" y="120000"/>
                </a:lnTo>
                <a:lnTo>
                  <a:pt x="92894" y="120000"/>
                </a:lnTo>
                <a:lnTo>
                  <a:pt x="27105" y="120000"/>
                </a:lnTo>
                <a:lnTo>
                  <a:pt x="27105" y="120000"/>
                </a:lnTo>
                <a:lnTo>
                  <a:pt x="26541" y="120000"/>
                </a:lnTo>
                <a:lnTo>
                  <a:pt x="25976" y="119629"/>
                </a:lnTo>
                <a:lnTo>
                  <a:pt x="25694" y="118888"/>
                </a:lnTo>
                <a:lnTo>
                  <a:pt x="25694" y="118148"/>
                </a:lnTo>
                <a:lnTo>
                  <a:pt x="25694" y="99259"/>
                </a:lnTo>
                <a:lnTo>
                  <a:pt x="25694" y="88148"/>
                </a:lnTo>
                <a:lnTo>
                  <a:pt x="25694" y="88148"/>
                </a:lnTo>
                <a:lnTo>
                  <a:pt x="25694" y="87407"/>
                </a:lnTo>
                <a:lnTo>
                  <a:pt x="25976" y="86666"/>
                </a:lnTo>
                <a:lnTo>
                  <a:pt x="26541" y="86296"/>
                </a:lnTo>
                <a:lnTo>
                  <a:pt x="27105" y="86296"/>
                </a:lnTo>
                <a:lnTo>
                  <a:pt x="27105" y="86296"/>
                </a:lnTo>
                <a:lnTo>
                  <a:pt x="27670" y="86296"/>
                </a:lnTo>
                <a:lnTo>
                  <a:pt x="28235" y="86666"/>
                </a:lnTo>
                <a:lnTo>
                  <a:pt x="28235" y="87407"/>
                </a:lnTo>
                <a:lnTo>
                  <a:pt x="28517" y="88148"/>
                </a:lnTo>
                <a:lnTo>
                  <a:pt x="28517" y="116296"/>
                </a:lnTo>
                <a:lnTo>
                  <a:pt x="91482" y="116296"/>
                </a:lnTo>
                <a:lnTo>
                  <a:pt x="91482" y="88148"/>
                </a:lnTo>
                <a:lnTo>
                  <a:pt x="91482" y="88148"/>
                </a:lnTo>
                <a:lnTo>
                  <a:pt x="91482" y="87407"/>
                </a:lnTo>
                <a:lnTo>
                  <a:pt x="91764" y="86666"/>
                </a:lnTo>
                <a:lnTo>
                  <a:pt x="92329" y="86296"/>
                </a:lnTo>
                <a:lnTo>
                  <a:pt x="92894" y="86296"/>
                </a:lnTo>
                <a:lnTo>
                  <a:pt x="92894" y="86296"/>
                </a:lnTo>
                <a:lnTo>
                  <a:pt x="93458" y="86296"/>
                </a:lnTo>
                <a:lnTo>
                  <a:pt x="94023" y="86666"/>
                </a:lnTo>
                <a:lnTo>
                  <a:pt x="94023" y="87407"/>
                </a:lnTo>
                <a:lnTo>
                  <a:pt x="94305" y="88148"/>
                </a:lnTo>
                <a:lnTo>
                  <a:pt x="94305" y="88148"/>
                </a:lnTo>
                <a:close/>
                <a:moveTo>
                  <a:pt x="28517" y="37407"/>
                </a:moveTo>
                <a:lnTo>
                  <a:pt x="91482" y="37407"/>
                </a:lnTo>
                <a:lnTo>
                  <a:pt x="91482" y="3703"/>
                </a:lnTo>
                <a:lnTo>
                  <a:pt x="28517" y="3703"/>
                </a:lnTo>
                <a:lnTo>
                  <a:pt x="28517" y="37407"/>
                </a:lnTo>
                <a:close/>
                <a:moveTo>
                  <a:pt x="97129" y="63703"/>
                </a:moveTo>
                <a:lnTo>
                  <a:pt x="97129" y="63703"/>
                </a:lnTo>
                <a:lnTo>
                  <a:pt x="98258" y="64074"/>
                </a:lnTo>
                <a:lnTo>
                  <a:pt x="99105" y="64814"/>
                </a:lnTo>
                <a:lnTo>
                  <a:pt x="99105" y="64814"/>
                </a:lnTo>
                <a:lnTo>
                  <a:pt x="99670" y="65925"/>
                </a:lnTo>
                <a:lnTo>
                  <a:pt x="99952" y="67407"/>
                </a:lnTo>
                <a:lnTo>
                  <a:pt x="99952" y="67407"/>
                </a:lnTo>
                <a:lnTo>
                  <a:pt x="99670" y="68888"/>
                </a:lnTo>
                <a:lnTo>
                  <a:pt x="99105" y="70370"/>
                </a:lnTo>
                <a:lnTo>
                  <a:pt x="99105" y="70370"/>
                </a:lnTo>
                <a:lnTo>
                  <a:pt x="98258" y="71111"/>
                </a:lnTo>
                <a:lnTo>
                  <a:pt x="97129" y="71481"/>
                </a:lnTo>
                <a:lnTo>
                  <a:pt x="97129" y="71481"/>
                </a:lnTo>
                <a:lnTo>
                  <a:pt x="96000" y="71111"/>
                </a:lnTo>
                <a:lnTo>
                  <a:pt x="95152" y="70370"/>
                </a:lnTo>
                <a:lnTo>
                  <a:pt x="95152" y="70370"/>
                </a:lnTo>
                <a:lnTo>
                  <a:pt x="94305" y="68888"/>
                </a:lnTo>
                <a:lnTo>
                  <a:pt x="94305" y="67407"/>
                </a:lnTo>
                <a:lnTo>
                  <a:pt x="94305" y="67407"/>
                </a:lnTo>
                <a:lnTo>
                  <a:pt x="94305" y="65925"/>
                </a:lnTo>
                <a:lnTo>
                  <a:pt x="95152" y="64814"/>
                </a:lnTo>
                <a:lnTo>
                  <a:pt x="95152" y="64814"/>
                </a:lnTo>
                <a:lnTo>
                  <a:pt x="96000" y="64074"/>
                </a:lnTo>
                <a:lnTo>
                  <a:pt x="97129" y="63703"/>
                </a:lnTo>
                <a:lnTo>
                  <a:pt x="97129" y="63703"/>
                </a:lnTo>
                <a:close/>
                <a:moveTo>
                  <a:pt x="108705" y="63703"/>
                </a:moveTo>
                <a:lnTo>
                  <a:pt x="108705" y="63703"/>
                </a:lnTo>
                <a:lnTo>
                  <a:pt x="109835" y="64074"/>
                </a:lnTo>
                <a:lnTo>
                  <a:pt x="110682" y="64814"/>
                </a:lnTo>
                <a:lnTo>
                  <a:pt x="110682" y="64814"/>
                </a:lnTo>
                <a:lnTo>
                  <a:pt x="111247" y="65925"/>
                </a:lnTo>
                <a:lnTo>
                  <a:pt x="111529" y="67407"/>
                </a:lnTo>
                <a:lnTo>
                  <a:pt x="111529" y="67407"/>
                </a:lnTo>
                <a:lnTo>
                  <a:pt x="111247" y="68888"/>
                </a:lnTo>
                <a:lnTo>
                  <a:pt x="110682" y="70370"/>
                </a:lnTo>
                <a:lnTo>
                  <a:pt x="110682" y="70370"/>
                </a:lnTo>
                <a:lnTo>
                  <a:pt x="109835" y="71111"/>
                </a:lnTo>
                <a:lnTo>
                  <a:pt x="108705" y="71481"/>
                </a:lnTo>
                <a:lnTo>
                  <a:pt x="108705" y="71481"/>
                </a:lnTo>
                <a:lnTo>
                  <a:pt x="107576" y="71111"/>
                </a:lnTo>
                <a:lnTo>
                  <a:pt x="106447" y="70370"/>
                </a:lnTo>
                <a:lnTo>
                  <a:pt x="106447" y="70370"/>
                </a:lnTo>
                <a:lnTo>
                  <a:pt x="105600" y="68888"/>
                </a:lnTo>
                <a:lnTo>
                  <a:pt x="105600" y="67407"/>
                </a:lnTo>
                <a:lnTo>
                  <a:pt x="105600" y="67407"/>
                </a:lnTo>
                <a:lnTo>
                  <a:pt x="105600" y="65925"/>
                </a:lnTo>
                <a:lnTo>
                  <a:pt x="106447" y="64814"/>
                </a:lnTo>
                <a:lnTo>
                  <a:pt x="106447" y="64814"/>
                </a:lnTo>
                <a:lnTo>
                  <a:pt x="107576" y="64074"/>
                </a:lnTo>
                <a:lnTo>
                  <a:pt x="108705" y="63703"/>
                </a:lnTo>
                <a:lnTo>
                  <a:pt x="108705" y="63703"/>
                </a:lnTo>
                <a:close/>
              </a:path>
            </a:pathLst>
          </a:custGeom>
          <a:solidFill>
            <a:schemeClr val="accent1"/>
          </a:solidFill>
          <a:ln>
            <a:noFill/>
          </a:ln>
        </p:spPr>
        <p:txBody>
          <a:bodyPr anchor="ctr"/>
          <a:lstStyle/>
          <a:p>
            <a:pPr algn="ctr"/>
            <a:endParaRPr/>
          </a:p>
        </p:txBody>
      </p:sp>
      <p:sp>
        <p:nvSpPr>
          <p:cNvPr id="8" name="iS1ide-任意多边形: 形状 7"/>
          <p:cNvSpPr/>
          <p:nvPr/>
        </p:nvSpPr>
        <p:spPr>
          <a:xfrm>
            <a:off x="5153393" y="2090946"/>
            <a:ext cx="540627" cy="413123"/>
          </a:xfrm>
          <a:custGeom>
            <a:avLst/>
            <a:gdLst/>
            <a:ahLst/>
            <a:cxnLst/>
            <a:rect l="0" t="0" r="0" b="0"/>
            <a:pathLst>
              <a:path w="120000" h="120000" extrusionOk="0">
                <a:moveTo>
                  <a:pt x="112941" y="60000"/>
                </a:moveTo>
                <a:lnTo>
                  <a:pt x="112941" y="60000"/>
                </a:lnTo>
                <a:lnTo>
                  <a:pt x="114635" y="62592"/>
                </a:lnTo>
                <a:lnTo>
                  <a:pt x="116047" y="65555"/>
                </a:lnTo>
                <a:lnTo>
                  <a:pt x="117458" y="68148"/>
                </a:lnTo>
                <a:lnTo>
                  <a:pt x="118305" y="71111"/>
                </a:lnTo>
                <a:lnTo>
                  <a:pt x="119152" y="74074"/>
                </a:lnTo>
                <a:lnTo>
                  <a:pt x="119717" y="77407"/>
                </a:lnTo>
                <a:lnTo>
                  <a:pt x="120000" y="80740"/>
                </a:lnTo>
                <a:lnTo>
                  <a:pt x="120000" y="84444"/>
                </a:lnTo>
                <a:lnTo>
                  <a:pt x="120000" y="84444"/>
                </a:lnTo>
                <a:lnTo>
                  <a:pt x="120000" y="87777"/>
                </a:lnTo>
                <a:lnTo>
                  <a:pt x="119717" y="90740"/>
                </a:lnTo>
                <a:lnTo>
                  <a:pt x="119152" y="93703"/>
                </a:lnTo>
                <a:lnTo>
                  <a:pt x="118305" y="96666"/>
                </a:lnTo>
                <a:lnTo>
                  <a:pt x="117176" y="99629"/>
                </a:lnTo>
                <a:lnTo>
                  <a:pt x="115764" y="102592"/>
                </a:lnTo>
                <a:lnTo>
                  <a:pt x="114070" y="105555"/>
                </a:lnTo>
                <a:lnTo>
                  <a:pt x="112376" y="108518"/>
                </a:lnTo>
                <a:lnTo>
                  <a:pt x="112376" y="108518"/>
                </a:lnTo>
                <a:lnTo>
                  <a:pt x="110400" y="111111"/>
                </a:lnTo>
                <a:lnTo>
                  <a:pt x="108423" y="113333"/>
                </a:lnTo>
                <a:lnTo>
                  <a:pt x="106164" y="115555"/>
                </a:lnTo>
                <a:lnTo>
                  <a:pt x="104188" y="117407"/>
                </a:lnTo>
                <a:lnTo>
                  <a:pt x="101929" y="118518"/>
                </a:lnTo>
                <a:lnTo>
                  <a:pt x="99388" y="119259"/>
                </a:lnTo>
                <a:lnTo>
                  <a:pt x="96847" y="120000"/>
                </a:lnTo>
                <a:lnTo>
                  <a:pt x="94305" y="120000"/>
                </a:lnTo>
                <a:lnTo>
                  <a:pt x="25694" y="120000"/>
                </a:lnTo>
                <a:lnTo>
                  <a:pt x="25694" y="120000"/>
                </a:lnTo>
                <a:lnTo>
                  <a:pt x="23435" y="120000"/>
                </a:lnTo>
                <a:lnTo>
                  <a:pt x="20894" y="119259"/>
                </a:lnTo>
                <a:lnTo>
                  <a:pt x="18635" y="118518"/>
                </a:lnTo>
                <a:lnTo>
                  <a:pt x="16376" y="117407"/>
                </a:lnTo>
                <a:lnTo>
                  <a:pt x="14117" y="115925"/>
                </a:lnTo>
                <a:lnTo>
                  <a:pt x="11858" y="113703"/>
                </a:lnTo>
                <a:lnTo>
                  <a:pt x="9882" y="111481"/>
                </a:lnTo>
                <a:lnTo>
                  <a:pt x="7905" y="109259"/>
                </a:lnTo>
                <a:lnTo>
                  <a:pt x="7905" y="109259"/>
                </a:lnTo>
                <a:lnTo>
                  <a:pt x="5929" y="106296"/>
                </a:lnTo>
                <a:lnTo>
                  <a:pt x="4517" y="103703"/>
                </a:lnTo>
                <a:lnTo>
                  <a:pt x="3105" y="100740"/>
                </a:lnTo>
                <a:lnTo>
                  <a:pt x="1976" y="97777"/>
                </a:lnTo>
                <a:lnTo>
                  <a:pt x="1129" y="94444"/>
                </a:lnTo>
                <a:lnTo>
                  <a:pt x="564" y="91481"/>
                </a:lnTo>
                <a:lnTo>
                  <a:pt x="282" y="88148"/>
                </a:lnTo>
                <a:lnTo>
                  <a:pt x="0" y="84444"/>
                </a:lnTo>
                <a:lnTo>
                  <a:pt x="0" y="84444"/>
                </a:lnTo>
                <a:lnTo>
                  <a:pt x="564" y="79259"/>
                </a:lnTo>
                <a:lnTo>
                  <a:pt x="1411" y="74074"/>
                </a:lnTo>
                <a:lnTo>
                  <a:pt x="3105" y="69259"/>
                </a:lnTo>
                <a:lnTo>
                  <a:pt x="5082" y="64074"/>
                </a:lnTo>
                <a:lnTo>
                  <a:pt x="5082" y="64074"/>
                </a:lnTo>
                <a:lnTo>
                  <a:pt x="6494" y="61481"/>
                </a:lnTo>
                <a:lnTo>
                  <a:pt x="8188" y="59259"/>
                </a:lnTo>
                <a:lnTo>
                  <a:pt x="9600" y="57407"/>
                </a:lnTo>
                <a:lnTo>
                  <a:pt x="11294" y="55555"/>
                </a:lnTo>
                <a:lnTo>
                  <a:pt x="12988" y="54074"/>
                </a:lnTo>
                <a:lnTo>
                  <a:pt x="14964" y="52592"/>
                </a:lnTo>
                <a:lnTo>
                  <a:pt x="16658" y="51481"/>
                </a:lnTo>
                <a:lnTo>
                  <a:pt x="18635" y="50000"/>
                </a:lnTo>
                <a:lnTo>
                  <a:pt x="18635" y="50000"/>
                </a:lnTo>
                <a:lnTo>
                  <a:pt x="19200" y="44814"/>
                </a:lnTo>
                <a:lnTo>
                  <a:pt x="19764" y="39629"/>
                </a:lnTo>
                <a:lnTo>
                  <a:pt x="20894" y="35185"/>
                </a:lnTo>
                <a:lnTo>
                  <a:pt x="22023" y="30370"/>
                </a:lnTo>
                <a:lnTo>
                  <a:pt x="23717" y="26296"/>
                </a:lnTo>
                <a:lnTo>
                  <a:pt x="25694" y="22222"/>
                </a:lnTo>
                <a:lnTo>
                  <a:pt x="28235" y="17777"/>
                </a:lnTo>
                <a:lnTo>
                  <a:pt x="31058" y="14074"/>
                </a:lnTo>
                <a:lnTo>
                  <a:pt x="31058" y="14074"/>
                </a:lnTo>
                <a:lnTo>
                  <a:pt x="33882" y="10740"/>
                </a:lnTo>
                <a:lnTo>
                  <a:pt x="36988" y="8148"/>
                </a:lnTo>
                <a:lnTo>
                  <a:pt x="40094" y="5555"/>
                </a:lnTo>
                <a:lnTo>
                  <a:pt x="43482" y="3703"/>
                </a:lnTo>
                <a:lnTo>
                  <a:pt x="47152" y="2222"/>
                </a:lnTo>
                <a:lnTo>
                  <a:pt x="50823" y="1111"/>
                </a:lnTo>
                <a:lnTo>
                  <a:pt x="54776" y="370"/>
                </a:lnTo>
                <a:lnTo>
                  <a:pt x="58729" y="0"/>
                </a:lnTo>
                <a:lnTo>
                  <a:pt x="58729" y="0"/>
                </a:lnTo>
                <a:lnTo>
                  <a:pt x="62964" y="370"/>
                </a:lnTo>
                <a:lnTo>
                  <a:pt x="66917" y="1111"/>
                </a:lnTo>
                <a:lnTo>
                  <a:pt x="70588" y="2222"/>
                </a:lnTo>
                <a:lnTo>
                  <a:pt x="73976" y="3703"/>
                </a:lnTo>
                <a:lnTo>
                  <a:pt x="77647" y="5555"/>
                </a:lnTo>
                <a:lnTo>
                  <a:pt x="80752" y="8148"/>
                </a:lnTo>
                <a:lnTo>
                  <a:pt x="83576" y="10740"/>
                </a:lnTo>
                <a:lnTo>
                  <a:pt x="86117" y="14074"/>
                </a:lnTo>
                <a:lnTo>
                  <a:pt x="86117" y="14074"/>
                </a:lnTo>
                <a:lnTo>
                  <a:pt x="88658" y="17777"/>
                </a:lnTo>
                <a:lnTo>
                  <a:pt x="90635" y="21851"/>
                </a:lnTo>
                <a:lnTo>
                  <a:pt x="92329" y="25925"/>
                </a:lnTo>
                <a:lnTo>
                  <a:pt x="94023" y="30000"/>
                </a:lnTo>
                <a:lnTo>
                  <a:pt x="95152" y="34444"/>
                </a:lnTo>
                <a:lnTo>
                  <a:pt x="96000" y="38888"/>
                </a:lnTo>
                <a:lnTo>
                  <a:pt x="96847" y="43703"/>
                </a:lnTo>
                <a:lnTo>
                  <a:pt x="97129" y="48518"/>
                </a:lnTo>
                <a:lnTo>
                  <a:pt x="97129" y="48518"/>
                </a:lnTo>
                <a:lnTo>
                  <a:pt x="99105" y="48888"/>
                </a:lnTo>
                <a:lnTo>
                  <a:pt x="101647" y="49629"/>
                </a:lnTo>
                <a:lnTo>
                  <a:pt x="103623" y="51111"/>
                </a:lnTo>
                <a:lnTo>
                  <a:pt x="105600" y="52222"/>
                </a:lnTo>
                <a:lnTo>
                  <a:pt x="107576" y="53703"/>
                </a:lnTo>
                <a:lnTo>
                  <a:pt x="109552" y="55555"/>
                </a:lnTo>
                <a:lnTo>
                  <a:pt x="111247" y="57777"/>
                </a:lnTo>
                <a:lnTo>
                  <a:pt x="112941" y="60000"/>
                </a:lnTo>
                <a:lnTo>
                  <a:pt x="112941" y="60000"/>
                </a:lnTo>
                <a:close/>
                <a:moveTo>
                  <a:pt x="110400" y="105925"/>
                </a:moveTo>
                <a:lnTo>
                  <a:pt x="110400" y="105925"/>
                </a:lnTo>
                <a:lnTo>
                  <a:pt x="112094" y="103333"/>
                </a:lnTo>
                <a:lnTo>
                  <a:pt x="113505" y="100740"/>
                </a:lnTo>
                <a:lnTo>
                  <a:pt x="114635" y="98148"/>
                </a:lnTo>
                <a:lnTo>
                  <a:pt x="115482" y="95555"/>
                </a:lnTo>
                <a:lnTo>
                  <a:pt x="116329" y="92592"/>
                </a:lnTo>
                <a:lnTo>
                  <a:pt x="116894" y="90000"/>
                </a:lnTo>
                <a:lnTo>
                  <a:pt x="117176" y="87407"/>
                </a:lnTo>
                <a:lnTo>
                  <a:pt x="117176" y="84444"/>
                </a:lnTo>
                <a:lnTo>
                  <a:pt x="117176" y="84444"/>
                </a:lnTo>
                <a:lnTo>
                  <a:pt x="117176" y="81111"/>
                </a:lnTo>
                <a:lnTo>
                  <a:pt x="116894" y="78148"/>
                </a:lnTo>
                <a:lnTo>
                  <a:pt x="116329" y="75185"/>
                </a:lnTo>
                <a:lnTo>
                  <a:pt x="115764" y="72222"/>
                </a:lnTo>
                <a:lnTo>
                  <a:pt x="114917" y="69629"/>
                </a:lnTo>
                <a:lnTo>
                  <a:pt x="113788" y="67037"/>
                </a:lnTo>
                <a:lnTo>
                  <a:pt x="112376" y="64814"/>
                </a:lnTo>
                <a:lnTo>
                  <a:pt x="110964" y="62592"/>
                </a:lnTo>
                <a:lnTo>
                  <a:pt x="110964" y="62592"/>
                </a:lnTo>
                <a:lnTo>
                  <a:pt x="107858" y="58518"/>
                </a:lnTo>
                <a:lnTo>
                  <a:pt x="106164" y="57037"/>
                </a:lnTo>
                <a:lnTo>
                  <a:pt x="104470" y="55555"/>
                </a:lnTo>
                <a:lnTo>
                  <a:pt x="102776" y="54444"/>
                </a:lnTo>
                <a:lnTo>
                  <a:pt x="101082" y="53703"/>
                </a:lnTo>
                <a:lnTo>
                  <a:pt x="99105" y="52962"/>
                </a:lnTo>
                <a:lnTo>
                  <a:pt x="97129" y="52592"/>
                </a:lnTo>
                <a:lnTo>
                  <a:pt x="97129" y="58148"/>
                </a:lnTo>
                <a:lnTo>
                  <a:pt x="97129" y="58148"/>
                </a:lnTo>
                <a:lnTo>
                  <a:pt x="97129" y="58888"/>
                </a:lnTo>
                <a:lnTo>
                  <a:pt x="96847" y="59629"/>
                </a:lnTo>
                <a:lnTo>
                  <a:pt x="96564" y="60000"/>
                </a:lnTo>
                <a:lnTo>
                  <a:pt x="95717" y="60000"/>
                </a:lnTo>
                <a:lnTo>
                  <a:pt x="95717" y="60000"/>
                </a:lnTo>
                <a:lnTo>
                  <a:pt x="95152" y="60000"/>
                </a:lnTo>
                <a:lnTo>
                  <a:pt x="94870" y="59629"/>
                </a:lnTo>
                <a:lnTo>
                  <a:pt x="94588" y="58888"/>
                </a:lnTo>
                <a:lnTo>
                  <a:pt x="94305" y="58148"/>
                </a:lnTo>
                <a:lnTo>
                  <a:pt x="94305" y="52592"/>
                </a:lnTo>
                <a:lnTo>
                  <a:pt x="94305" y="52592"/>
                </a:lnTo>
                <a:lnTo>
                  <a:pt x="94305" y="47407"/>
                </a:lnTo>
                <a:lnTo>
                  <a:pt x="93741" y="42962"/>
                </a:lnTo>
                <a:lnTo>
                  <a:pt x="93176" y="38518"/>
                </a:lnTo>
                <a:lnTo>
                  <a:pt x="92047" y="34444"/>
                </a:lnTo>
                <a:lnTo>
                  <a:pt x="90917" y="30000"/>
                </a:lnTo>
                <a:lnTo>
                  <a:pt x="89223" y="26296"/>
                </a:lnTo>
                <a:lnTo>
                  <a:pt x="87529" y="22222"/>
                </a:lnTo>
                <a:lnTo>
                  <a:pt x="85270" y="18148"/>
                </a:lnTo>
                <a:lnTo>
                  <a:pt x="85270" y="18148"/>
                </a:lnTo>
                <a:lnTo>
                  <a:pt x="82729" y="14814"/>
                </a:lnTo>
                <a:lnTo>
                  <a:pt x="80188" y="11851"/>
                </a:lnTo>
                <a:lnTo>
                  <a:pt x="77364" y="9259"/>
                </a:lnTo>
                <a:lnTo>
                  <a:pt x="73976" y="7407"/>
                </a:lnTo>
                <a:lnTo>
                  <a:pt x="70588" y="5925"/>
                </a:lnTo>
                <a:lnTo>
                  <a:pt x="66917" y="4814"/>
                </a:lnTo>
                <a:lnTo>
                  <a:pt x="62964" y="4074"/>
                </a:lnTo>
                <a:lnTo>
                  <a:pt x="58729" y="3703"/>
                </a:lnTo>
                <a:lnTo>
                  <a:pt x="58729" y="3703"/>
                </a:lnTo>
                <a:lnTo>
                  <a:pt x="55058" y="4074"/>
                </a:lnTo>
                <a:lnTo>
                  <a:pt x="50823" y="4444"/>
                </a:lnTo>
                <a:lnTo>
                  <a:pt x="47435" y="5555"/>
                </a:lnTo>
                <a:lnTo>
                  <a:pt x="44047" y="7037"/>
                </a:lnTo>
                <a:lnTo>
                  <a:pt x="40941" y="8888"/>
                </a:lnTo>
                <a:lnTo>
                  <a:pt x="38117" y="11481"/>
                </a:lnTo>
                <a:lnTo>
                  <a:pt x="35294" y="14074"/>
                </a:lnTo>
                <a:lnTo>
                  <a:pt x="32752" y="17037"/>
                </a:lnTo>
                <a:lnTo>
                  <a:pt x="32752" y="17037"/>
                </a:lnTo>
                <a:lnTo>
                  <a:pt x="30494" y="21111"/>
                </a:lnTo>
                <a:lnTo>
                  <a:pt x="28235" y="24444"/>
                </a:lnTo>
                <a:lnTo>
                  <a:pt x="26258" y="28148"/>
                </a:lnTo>
                <a:lnTo>
                  <a:pt x="24847" y="32222"/>
                </a:lnTo>
                <a:lnTo>
                  <a:pt x="23717" y="36296"/>
                </a:lnTo>
                <a:lnTo>
                  <a:pt x="22870" y="40370"/>
                </a:lnTo>
                <a:lnTo>
                  <a:pt x="22023" y="44444"/>
                </a:lnTo>
                <a:lnTo>
                  <a:pt x="21741" y="48888"/>
                </a:lnTo>
                <a:lnTo>
                  <a:pt x="21741" y="48888"/>
                </a:lnTo>
                <a:lnTo>
                  <a:pt x="25694" y="48518"/>
                </a:lnTo>
                <a:lnTo>
                  <a:pt x="29929" y="48518"/>
                </a:lnTo>
                <a:lnTo>
                  <a:pt x="29929" y="48518"/>
                </a:lnTo>
                <a:lnTo>
                  <a:pt x="31058" y="48518"/>
                </a:lnTo>
                <a:lnTo>
                  <a:pt x="31341" y="48888"/>
                </a:lnTo>
                <a:lnTo>
                  <a:pt x="31623" y="49629"/>
                </a:lnTo>
                <a:lnTo>
                  <a:pt x="31623" y="50370"/>
                </a:lnTo>
                <a:lnTo>
                  <a:pt x="31623" y="50370"/>
                </a:lnTo>
                <a:lnTo>
                  <a:pt x="31623" y="51481"/>
                </a:lnTo>
                <a:lnTo>
                  <a:pt x="31341" y="52222"/>
                </a:lnTo>
                <a:lnTo>
                  <a:pt x="31058" y="52592"/>
                </a:lnTo>
                <a:lnTo>
                  <a:pt x="29929" y="52592"/>
                </a:lnTo>
                <a:lnTo>
                  <a:pt x="25694" y="52592"/>
                </a:lnTo>
                <a:lnTo>
                  <a:pt x="25694" y="52592"/>
                </a:lnTo>
                <a:lnTo>
                  <a:pt x="23435" y="52962"/>
                </a:lnTo>
                <a:lnTo>
                  <a:pt x="20894" y="53333"/>
                </a:lnTo>
                <a:lnTo>
                  <a:pt x="18635" y="54074"/>
                </a:lnTo>
                <a:lnTo>
                  <a:pt x="16658" y="55185"/>
                </a:lnTo>
                <a:lnTo>
                  <a:pt x="14682" y="56666"/>
                </a:lnTo>
                <a:lnTo>
                  <a:pt x="12705" y="58518"/>
                </a:lnTo>
                <a:lnTo>
                  <a:pt x="11011" y="60740"/>
                </a:lnTo>
                <a:lnTo>
                  <a:pt x="9317" y="63333"/>
                </a:lnTo>
                <a:lnTo>
                  <a:pt x="9317" y="63333"/>
                </a:lnTo>
                <a:lnTo>
                  <a:pt x="6494" y="68518"/>
                </a:lnTo>
                <a:lnTo>
                  <a:pt x="4517" y="73703"/>
                </a:lnTo>
                <a:lnTo>
                  <a:pt x="3952" y="76296"/>
                </a:lnTo>
                <a:lnTo>
                  <a:pt x="3388" y="78888"/>
                </a:lnTo>
                <a:lnTo>
                  <a:pt x="3105" y="81481"/>
                </a:lnTo>
                <a:lnTo>
                  <a:pt x="2823" y="84444"/>
                </a:lnTo>
                <a:lnTo>
                  <a:pt x="2823" y="84444"/>
                </a:lnTo>
                <a:lnTo>
                  <a:pt x="3105" y="87407"/>
                </a:lnTo>
                <a:lnTo>
                  <a:pt x="3388" y="90740"/>
                </a:lnTo>
                <a:lnTo>
                  <a:pt x="3952" y="93333"/>
                </a:lnTo>
                <a:lnTo>
                  <a:pt x="4800" y="96296"/>
                </a:lnTo>
                <a:lnTo>
                  <a:pt x="5647" y="98888"/>
                </a:lnTo>
                <a:lnTo>
                  <a:pt x="7058" y="101481"/>
                </a:lnTo>
                <a:lnTo>
                  <a:pt x="8470" y="104074"/>
                </a:lnTo>
                <a:lnTo>
                  <a:pt x="10164" y="106666"/>
                </a:lnTo>
                <a:lnTo>
                  <a:pt x="10164" y="106666"/>
                </a:lnTo>
                <a:lnTo>
                  <a:pt x="11858" y="108888"/>
                </a:lnTo>
                <a:lnTo>
                  <a:pt x="13552" y="110740"/>
                </a:lnTo>
                <a:lnTo>
                  <a:pt x="15529" y="112222"/>
                </a:lnTo>
                <a:lnTo>
                  <a:pt x="17505" y="113703"/>
                </a:lnTo>
                <a:lnTo>
                  <a:pt x="19482" y="115185"/>
                </a:lnTo>
                <a:lnTo>
                  <a:pt x="21458" y="115925"/>
                </a:lnTo>
                <a:lnTo>
                  <a:pt x="23717" y="116296"/>
                </a:lnTo>
                <a:lnTo>
                  <a:pt x="25694" y="116296"/>
                </a:lnTo>
                <a:lnTo>
                  <a:pt x="94305" y="116296"/>
                </a:lnTo>
                <a:lnTo>
                  <a:pt x="94305" y="116296"/>
                </a:lnTo>
                <a:lnTo>
                  <a:pt x="96564" y="116296"/>
                </a:lnTo>
                <a:lnTo>
                  <a:pt x="98823" y="115555"/>
                </a:lnTo>
                <a:lnTo>
                  <a:pt x="101082" y="114814"/>
                </a:lnTo>
                <a:lnTo>
                  <a:pt x="103058" y="113333"/>
                </a:lnTo>
                <a:lnTo>
                  <a:pt x="105035" y="111851"/>
                </a:lnTo>
                <a:lnTo>
                  <a:pt x="106729" y="110370"/>
                </a:lnTo>
                <a:lnTo>
                  <a:pt x="108705" y="108148"/>
                </a:lnTo>
                <a:lnTo>
                  <a:pt x="110400" y="105925"/>
                </a:lnTo>
                <a:lnTo>
                  <a:pt x="110400" y="105925"/>
                </a:lnTo>
                <a:close/>
              </a:path>
            </a:pathLst>
          </a:custGeom>
          <a:solidFill>
            <a:schemeClr val="accent1"/>
          </a:solidFill>
          <a:ln>
            <a:noFill/>
          </a:ln>
        </p:spPr>
        <p:txBody>
          <a:bodyPr anchor="ctr"/>
          <a:lstStyle/>
          <a:p>
            <a:pPr algn="ctr"/>
            <a:endParaRPr/>
          </a:p>
        </p:txBody>
      </p:sp>
      <p:sp>
        <p:nvSpPr>
          <p:cNvPr id="13" name="iS1ide-任意多边形: 形状 12"/>
          <p:cNvSpPr/>
          <p:nvPr/>
        </p:nvSpPr>
        <p:spPr>
          <a:xfrm>
            <a:off x="5125205" y="4478890"/>
            <a:ext cx="677423" cy="515222"/>
          </a:xfrm>
          <a:custGeom>
            <a:avLst/>
            <a:gdLst/>
            <a:ahLst/>
            <a:cxnLst/>
            <a:rect l="0" t="0" r="0" b="0"/>
            <a:pathLst>
              <a:path w="120000" h="120000" extrusionOk="0">
                <a:moveTo>
                  <a:pt x="3105" y="79133"/>
                </a:moveTo>
                <a:lnTo>
                  <a:pt x="3105" y="79133"/>
                </a:lnTo>
                <a:lnTo>
                  <a:pt x="1976" y="78761"/>
                </a:lnTo>
                <a:lnTo>
                  <a:pt x="1129" y="77647"/>
                </a:lnTo>
                <a:lnTo>
                  <a:pt x="564" y="76160"/>
                </a:lnTo>
                <a:lnTo>
                  <a:pt x="282" y="74674"/>
                </a:lnTo>
                <a:lnTo>
                  <a:pt x="282" y="74674"/>
                </a:lnTo>
                <a:lnTo>
                  <a:pt x="0" y="71331"/>
                </a:lnTo>
                <a:lnTo>
                  <a:pt x="0" y="67987"/>
                </a:lnTo>
                <a:lnTo>
                  <a:pt x="0" y="67987"/>
                </a:lnTo>
                <a:lnTo>
                  <a:pt x="282" y="66501"/>
                </a:lnTo>
                <a:lnTo>
                  <a:pt x="1129" y="65015"/>
                </a:lnTo>
                <a:lnTo>
                  <a:pt x="1976" y="64272"/>
                </a:lnTo>
                <a:lnTo>
                  <a:pt x="3105" y="63900"/>
                </a:lnTo>
                <a:lnTo>
                  <a:pt x="10447" y="61300"/>
                </a:lnTo>
                <a:lnTo>
                  <a:pt x="10447" y="61300"/>
                </a:lnTo>
                <a:lnTo>
                  <a:pt x="11294" y="60557"/>
                </a:lnTo>
                <a:lnTo>
                  <a:pt x="11858" y="59442"/>
                </a:lnTo>
                <a:lnTo>
                  <a:pt x="12705" y="56099"/>
                </a:lnTo>
                <a:lnTo>
                  <a:pt x="12705" y="56099"/>
                </a:lnTo>
                <a:lnTo>
                  <a:pt x="12988" y="54984"/>
                </a:lnTo>
                <a:lnTo>
                  <a:pt x="12705" y="53498"/>
                </a:lnTo>
                <a:lnTo>
                  <a:pt x="9035" y="45325"/>
                </a:lnTo>
                <a:lnTo>
                  <a:pt x="9035" y="45325"/>
                </a:lnTo>
                <a:lnTo>
                  <a:pt x="8470" y="43839"/>
                </a:lnTo>
                <a:lnTo>
                  <a:pt x="8188" y="41981"/>
                </a:lnTo>
                <a:lnTo>
                  <a:pt x="8470" y="40495"/>
                </a:lnTo>
                <a:lnTo>
                  <a:pt x="9317" y="39380"/>
                </a:lnTo>
                <a:lnTo>
                  <a:pt x="12705" y="34922"/>
                </a:lnTo>
                <a:lnTo>
                  <a:pt x="12705" y="34922"/>
                </a:lnTo>
                <a:lnTo>
                  <a:pt x="14117" y="33808"/>
                </a:lnTo>
                <a:lnTo>
                  <a:pt x="15247" y="33436"/>
                </a:lnTo>
                <a:lnTo>
                  <a:pt x="16376" y="33436"/>
                </a:lnTo>
                <a:lnTo>
                  <a:pt x="17505" y="34179"/>
                </a:lnTo>
                <a:lnTo>
                  <a:pt x="23717" y="39380"/>
                </a:lnTo>
                <a:lnTo>
                  <a:pt x="23717" y="39380"/>
                </a:lnTo>
                <a:lnTo>
                  <a:pt x="24847" y="39752"/>
                </a:lnTo>
                <a:lnTo>
                  <a:pt x="25694" y="39380"/>
                </a:lnTo>
                <a:lnTo>
                  <a:pt x="27952" y="38266"/>
                </a:lnTo>
                <a:lnTo>
                  <a:pt x="27952" y="38266"/>
                </a:lnTo>
                <a:lnTo>
                  <a:pt x="28800" y="37523"/>
                </a:lnTo>
                <a:lnTo>
                  <a:pt x="29364" y="36408"/>
                </a:lnTo>
                <a:lnTo>
                  <a:pt x="31058" y="26377"/>
                </a:lnTo>
                <a:lnTo>
                  <a:pt x="31058" y="26377"/>
                </a:lnTo>
                <a:lnTo>
                  <a:pt x="31623" y="24891"/>
                </a:lnTo>
                <a:lnTo>
                  <a:pt x="32188" y="23777"/>
                </a:lnTo>
                <a:lnTo>
                  <a:pt x="33317" y="23034"/>
                </a:lnTo>
                <a:lnTo>
                  <a:pt x="34729" y="22662"/>
                </a:lnTo>
                <a:lnTo>
                  <a:pt x="34729" y="22662"/>
                </a:lnTo>
                <a:lnTo>
                  <a:pt x="36988" y="22291"/>
                </a:lnTo>
                <a:lnTo>
                  <a:pt x="36988" y="22291"/>
                </a:lnTo>
                <a:lnTo>
                  <a:pt x="39811" y="22291"/>
                </a:lnTo>
                <a:lnTo>
                  <a:pt x="39811" y="22291"/>
                </a:lnTo>
                <a:lnTo>
                  <a:pt x="41223" y="22662"/>
                </a:lnTo>
                <a:lnTo>
                  <a:pt x="42070" y="23405"/>
                </a:lnTo>
                <a:lnTo>
                  <a:pt x="42917" y="24891"/>
                </a:lnTo>
                <a:lnTo>
                  <a:pt x="43482" y="26377"/>
                </a:lnTo>
                <a:lnTo>
                  <a:pt x="45176" y="36408"/>
                </a:lnTo>
                <a:lnTo>
                  <a:pt x="45176" y="36408"/>
                </a:lnTo>
                <a:lnTo>
                  <a:pt x="45458" y="37523"/>
                </a:lnTo>
                <a:lnTo>
                  <a:pt x="46305" y="38266"/>
                </a:lnTo>
                <a:lnTo>
                  <a:pt x="48564" y="39380"/>
                </a:lnTo>
                <a:lnTo>
                  <a:pt x="48564" y="39380"/>
                </a:lnTo>
                <a:lnTo>
                  <a:pt x="49694" y="39752"/>
                </a:lnTo>
                <a:lnTo>
                  <a:pt x="50541" y="39380"/>
                </a:lnTo>
                <a:lnTo>
                  <a:pt x="57035" y="34179"/>
                </a:lnTo>
                <a:lnTo>
                  <a:pt x="57035" y="34179"/>
                </a:lnTo>
                <a:lnTo>
                  <a:pt x="58164" y="33436"/>
                </a:lnTo>
                <a:lnTo>
                  <a:pt x="59294" y="33436"/>
                </a:lnTo>
                <a:lnTo>
                  <a:pt x="60423" y="33808"/>
                </a:lnTo>
                <a:lnTo>
                  <a:pt x="61835" y="34922"/>
                </a:lnTo>
                <a:lnTo>
                  <a:pt x="65223" y="39380"/>
                </a:lnTo>
                <a:lnTo>
                  <a:pt x="65223" y="39380"/>
                </a:lnTo>
                <a:lnTo>
                  <a:pt x="65788" y="40495"/>
                </a:lnTo>
                <a:lnTo>
                  <a:pt x="66352" y="41981"/>
                </a:lnTo>
                <a:lnTo>
                  <a:pt x="66070" y="43839"/>
                </a:lnTo>
                <a:lnTo>
                  <a:pt x="65505" y="45325"/>
                </a:lnTo>
                <a:lnTo>
                  <a:pt x="61552" y="53869"/>
                </a:lnTo>
                <a:lnTo>
                  <a:pt x="61552" y="53869"/>
                </a:lnTo>
                <a:lnTo>
                  <a:pt x="61270" y="54984"/>
                </a:lnTo>
                <a:lnTo>
                  <a:pt x="61552" y="56099"/>
                </a:lnTo>
                <a:lnTo>
                  <a:pt x="62400" y="59071"/>
                </a:lnTo>
                <a:lnTo>
                  <a:pt x="62400" y="59071"/>
                </a:lnTo>
                <a:lnTo>
                  <a:pt x="62964" y="60557"/>
                </a:lnTo>
                <a:lnTo>
                  <a:pt x="63811" y="61300"/>
                </a:lnTo>
                <a:lnTo>
                  <a:pt x="71435" y="63900"/>
                </a:lnTo>
                <a:lnTo>
                  <a:pt x="71435" y="63900"/>
                </a:lnTo>
                <a:lnTo>
                  <a:pt x="72564" y="64272"/>
                </a:lnTo>
                <a:lnTo>
                  <a:pt x="73411" y="65015"/>
                </a:lnTo>
                <a:lnTo>
                  <a:pt x="73976" y="66501"/>
                </a:lnTo>
                <a:lnTo>
                  <a:pt x="74258" y="67987"/>
                </a:lnTo>
                <a:lnTo>
                  <a:pt x="74258" y="67987"/>
                </a:lnTo>
                <a:lnTo>
                  <a:pt x="74258" y="71331"/>
                </a:lnTo>
                <a:lnTo>
                  <a:pt x="74258" y="71331"/>
                </a:lnTo>
                <a:lnTo>
                  <a:pt x="74258" y="74674"/>
                </a:lnTo>
                <a:lnTo>
                  <a:pt x="74258" y="74674"/>
                </a:lnTo>
                <a:lnTo>
                  <a:pt x="73976" y="76160"/>
                </a:lnTo>
                <a:lnTo>
                  <a:pt x="73411" y="77647"/>
                </a:lnTo>
                <a:lnTo>
                  <a:pt x="72564" y="78761"/>
                </a:lnTo>
                <a:lnTo>
                  <a:pt x="71435" y="79133"/>
                </a:lnTo>
                <a:lnTo>
                  <a:pt x="63811" y="81733"/>
                </a:lnTo>
                <a:lnTo>
                  <a:pt x="63811" y="81733"/>
                </a:lnTo>
                <a:lnTo>
                  <a:pt x="62964" y="82105"/>
                </a:lnTo>
                <a:lnTo>
                  <a:pt x="62400" y="82848"/>
                </a:lnTo>
                <a:lnTo>
                  <a:pt x="61552" y="86191"/>
                </a:lnTo>
                <a:lnTo>
                  <a:pt x="61552" y="86191"/>
                </a:lnTo>
                <a:lnTo>
                  <a:pt x="61270" y="87678"/>
                </a:lnTo>
                <a:lnTo>
                  <a:pt x="61552" y="88792"/>
                </a:lnTo>
                <a:lnTo>
                  <a:pt x="65505" y="97708"/>
                </a:lnTo>
                <a:lnTo>
                  <a:pt x="65505" y="97708"/>
                </a:lnTo>
                <a:lnTo>
                  <a:pt x="66070" y="99195"/>
                </a:lnTo>
                <a:lnTo>
                  <a:pt x="66352" y="100681"/>
                </a:lnTo>
                <a:lnTo>
                  <a:pt x="65788" y="102167"/>
                </a:lnTo>
                <a:lnTo>
                  <a:pt x="65223" y="103653"/>
                </a:lnTo>
                <a:lnTo>
                  <a:pt x="61835" y="108111"/>
                </a:lnTo>
                <a:lnTo>
                  <a:pt x="61835" y="108111"/>
                </a:lnTo>
                <a:lnTo>
                  <a:pt x="60423" y="108854"/>
                </a:lnTo>
                <a:lnTo>
                  <a:pt x="59011" y="109226"/>
                </a:lnTo>
                <a:lnTo>
                  <a:pt x="59011" y="109226"/>
                </a:lnTo>
                <a:lnTo>
                  <a:pt x="57882" y="108854"/>
                </a:lnTo>
                <a:lnTo>
                  <a:pt x="57035" y="108482"/>
                </a:lnTo>
                <a:lnTo>
                  <a:pt x="50541" y="103281"/>
                </a:lnTo>
                <a:lnTo>
                  <a:pt x="50541" y="103281"/>
                </a:lnTo>
                <a:lnTo>
                  <a:pt x="49694" y="102910"/>
                </a:lnTo>
                <a:lnTo>
                  <a:pt x="48564" y="103281"/>
                </a:lnTo>
                <a:lnTo>
                  <a:pt x="46305" y="104396"/>
                </a:lnTo>
                <a:lnTo>
                  <a:pt x="46305" y="104396"/>
                </a:lnTo>
                <a:lnTo>
                  <a:pt x="45458" y="105139"/>
                </a:lnTo>
                <a:lnTo>
                  <a:pt x="45176" y="106253"/>
                </a:lnTo>
                <a:lnTo>
                  <a:pt x="43482" y="116284"/>
                </a:lnTo>
                <a:lnTo>
                  <a:pt x="43482" y="116284"/>
                </a:lnTo>
                <a:lnTo>
                  <a:pt x="42917" y="117770"/>
                </a:lnTo>
                <a:lnTo>
                  <a:pt x="42070" y="118885"/>
                </a:lnTo>
                <a:lnTo>
                  <a:pt x="41223" y="119628"/>
                </a:lnTo>
                <a:lnTo>
                  <a:pt x="39811" y="120000"/>
                </a:lnTo>
                <a:lnTo>
                  <a:pt x="39811" y="120000"/>
                </a:lnTo>
                <a:lnTo>
                  <a:pt x="36988" y="120000"/>
                </a:lnTo>
                <a:lnTo>
                  <a:pt x="36988" y="120000"/>
                </a:lnTo>
                <a:lnTo>
                  <a:pt x="34729" y="120000"/>
                </a:lnTo>
                <a:lnTo>
                  <a:pt x="34729" y="120000"/>
                </a:lnTo>
                <a:lnTo>
                  <a:pt x="33317" y="119628"/>
                </a:lnTo>
                <a:lnTo>
                  <a:pt x="32470" y="118885"/>
                </a:lnTo>
                <a:lnTo>
                  <a:pt x="31623" y="117770"/>
                </a:lnTo>
                <a:lnTo>
                  <a:pt x="31341" y="116284"/>
                </a:lnTo>
                <a:lnTo>
                  <a:pt x="29364" y="106253"/>
                </a:lnTo>
                <a:lnTo>
                  <a:pt x="29364" y="106253"/>
                </a:lnTo>
                <a:lnTo>
                  <a:pt x="29082" y="105139"/>
                </a:lnTo>
                <a:lnTo>
                  <a:pt x="28235" y="104396"/>
                </a:lnTo>
                <a:lnTo>
                  <a:pt x="25694" y="103281"/>
                </a:lnTo>
                <a:lnTo>
                  <a:pt x="25694" y="103281"/>
                </a:lnTo>
                <a:lnTo>
                  <a:pt x="24847" y="102910"/>
                </a:lnTo>
                <a:lnTo>
                  <a:pt x="24000" y="103281"/>
                </a:lnTo>
                <a:lnTo>
                  <a:pt x="17505" y="108482"/>
                </a:lnTo>
                <a:lnTo>
                  <a:pt x="17505" y="108482"/>
                </a:lnTo>
                <a:lnTo>
                  <a:pt x="16376" y="109226"/>
                </a:lnTo>
                <a:lnTo>
                  <a:pt x="15247" y="109226"/>
                </a:lnTo>
                <a:lnTo>
                  <a:pt x="14117" y="108854"/>
                </a:lnTo>
                <a:lnTo>
                  <a:pt x="12705" y="108111"/>
                </a:lnTo>
                <a:lnTo>
                  <a:pt x="9317" y="103653"/>
                </a:lnTo>
                <a:lnTo>
                  <a:pt x="9317" y="103653"/>
                </a:lnTo>
                <a:lnTo>
                  <a:pt x="8470" y="102167"/>
                </a:lnTo>
                <a:lnTo>
                  <a:pt x="8188" y="100681"/>
                </a:lnTo>
                <a:lnTo>
                  <a:pt x="8470" y="99195"/>
                </a:lnTo>
                <a:lnTo>
                  <a:pt x="9035" y="97708"/>
                </a:lnTo>
                <a:lnTo>
                  <a:pt x="12705" y="88792"/>
                </a:lnTo>
                <a:lnTo>
                  <a:pt x="12705" y="88792"/>
                </a:lnTo>
                <a:lnTo>
                  <a:pt x="12988" y="87678"/>
                </a:lnTo>
                <a:lnTo>
                  <a:pt x="12705" y="86191"/>
                </a:lnTo>
                <a:lnTo>
                  <a:pt x="11858" y="83219"/>
                </a:lnTo>
                <a:lnTo>
                  <a:pt x="11858" y="83219"/>
                </a:lnTo>
                <a:lnTo>
                  <a:pt x="11294" y="82105"/>
                </a:lnTo>
                <a:lnTo>
                  <a:pt x="10447" y="81733"/>
                </a:lnTo>
                <a:lnTo>
                  <a:pt x="3105" y="79133"/>
                </a:lnTo>
                <a:close/>
                <a:moveTo>
                  <a:pt x="2823" y="74303"/>
                </a:moveTo>
                <a:lnTo>
                  <a:pt x="2823" y="74303"/>
                </a:lnTo>
                <a:lnTo>
                  <a:pt x="3105" y="75046"/>
                </a:lnTo>
                <a:lnTo>
                  <a:pt x="3670" y="75417"/>
                </a:lnTo>
                <a:lnTo>
                  <a:pt x="11294" y="78018"/>
                </a:lnTo>
                <a:lnTo>
                  <a:pt x="11294" y="78018"/>
                </a:lnTo>
                <a:lnTo>
                  <a:pt x="12423" y="78390"/>
                </a:lnTo>
                <a:lnTo>
                  <a:pt x="13270" y="79133"/>
                </a:lnTo>
                <a:lnTo>
                  <a:pt x="14400" y="80247"/>
                </a:lnTo>
                <a:lnTo>
                  <a:pt x="14964" y="81733"/>
                </a:lnTo>
                <a:lnTo>
                  <a:pt x="15811" y="84705"/>
                </a:lnTo>
                <a:lnTo>
                  <a:pt x="15811" y="84705"/>
                </a:lnTo>
                <a:lnTo>
                  <a:pt x="16094" y="86191"/>
                </a:lnTo>
                <a:lnTo>
                  <a:pt x="16094" y="87678"/>
                </a:lnTo>
                <a:lnTo>
                  <a:pt x="16094" y="89164"/>
                </a:lnTo>
                <a:lnTo>
                  <a:pt x="15529" y="90650"/>
                </a:lnTo>
                <a:lnTo>
                  <a:pt x="11294" y="99566"/>
                </a:lnTo>
                <a:lnTo>
                  <a:pt x="11294" y="99566"/>
                </a:lnTo>
                <a:lnTo>
                  <a:pt x="11011" y="100309"/>
                </a:lnTo>
                <a:lnTo>
                  <a:pt x="11294" y="101052"/>
                </a:lnTo>
                <a:lnTo>
                  <a:pt x="14964" y="105139"/>
                </a:lnTo>
                <a:lnTo>
                  <a:pt x="14964" y="105139"/>
                </a:lnTo>
                <a:lnTo>
                  <a:pt x="15247" y="105510"/>
                </a:lnTo>
                <a:lnTo>
                  <a:pt x="15247" y="105510"/>
                </a:lnTo>
                <a:lnTo>
                  <a:pt x="16094" y="105510"/>
                </a:lnTo>
                <a:lnTo>
                  <a:pt x="22305" y="99938"/>
                </a:lnTo>
                <a:lnTo>
                  <a:pt x="22305" y="99938"/>
                </a:lnTo>
                <a:lnTo>
                  <a:pt x="23717" y="99566"/>
                </a:lnTo>
                <a:lnTo>
                  <a:pt x="24847" y="99566"/>
                </a:lnTo>
                <a:lnTo>
                  <a:pt x="24847" y="99566"/>
                </a:lnTo>
                <a:lnTo>
                  <a:pt x="25976" y="99566"/>
                </a:lnTo>
                <a:lnTo>
                  <a:pt x="27105" y="99938"/>
                </a:lnTo>
                <a:lnTo>
                  <a:pt x="29082" y="101052"/>
                </a:lnTo>
                <a:lnTo>
                  <a:pt x="29082" y="101052"/>
                </a:lnTo>
                <a:lnTo>
                  <a:pt x="30211" y="101795"/>
                </a:lnTo>
                <a:lnTo>
                  <a:pt x="31058" y="102538"/>
                </a:lnTo>
                <a:lnTo>
                  <a:pt x="31623" y="104024"/>
                </a:lnTo>
                <a:lnTo>
                  <a:pt x="32188" y="105510"/>
                </a:lnTo>
                <a:lnTo>
                  <a:pt x="33882" y="115170"/>
                </a:lnTo>
                <a:lnTo>
                  <a:pt x="33882" y="115170"/>
                </a:lnTo>
                <a:lnTo>
                  <a:pt x="34164" y="115913"/>
                </a:lnTo>
                <a:lnTo>
                  <a:pt x="35011" y="116284"/>
                </a:lnTo>
                <a:lnTo>
                  <a:pt x="35011" y="116284"/>
                </a:lnTo>
                <a:lnTo>
                  <a:pt x="36988" y="116284"/>
                </a:lnTo>
                <a:lnTo>
                  <a:pt x="36988" y="116284"/>
                </a:lnTo>
                <a:lnTo>
                  <a:pt x="39529" y="116284"/>
                </a:lnTo>
                <a:lnTo>
                  <a:pt x="39529" y="116284"/>
                </a:lnTo>
                <a:lnTo>
                  <a:pt x="40094" y="115913"/>
                </a:lnTo>
                <a:lnTo>
                  <a:pt x="40658" y="115170"/>
                </a:lnTo>
                <a:lnTo>
                  <a:pt x="42352" y="105510"/>
                </a:lnTo>
                <a:lnTo>
                  <a:pt x="42352" y="105510"/>
                </a:lnTo>
                <a:lnTo>
                  <a:pt x="42635" y="104024"/>
                </a:lnTo>
                <a:lnTo>
                  <a:pt x="43200" y="102538"/>
                </a:lnTo>
                <a:lnTo>
                  <a:pt x="44329" y="101795"/>
                </a:lnTo>
                <a:lnTo>
                  <a:pt x="45176" y="101052"/>
                </a:lnTo>
                <a:lnTo>
                  <a:pt x="47717" y="99938"/>
                </a:lnTo>
                <a:lnTo>
                  <a:pt x="47717" y="99938"/>
                </a:lnTo>
                <a:lnTo>
                  <a:pt x="48564" y="99195"/>
                </a:lnTo>
                <a:lnTo>
                  <a:pt x="49694" y="99195"/>
                </a:lnTo>
                <a:lnTo>
                  <a:pt x="50823" y="99566"/>
                </a:lnTo>
                <a:lnTo>
                  <a:pt x="51952" y="99938"/>
                </a:lnTo>
                <a:lnTo>
                  <a:pt x="58447" y="105510"/>
                </a:lnTo>
                <a:lnTo>
                  <a:pt x="58447" y="105510"/>
                </a:lnTo>
                <a:lnTo>
                  <a:pt x="59011" y="105510"/>
                </a:lnTo>
                <a:lnTo>
                  <a:pt x="59011" y="105510"/>
                </a:lnTo>
                <a:lnTo>
                  <a:pt x="59576" y="105139"/>
                </a:lnTo>
                <a:lnTo>
                  <a:pt x="62964" y="101052"/>
                </a:lnTo>
                <a:lnTo>
                  <a:pt x="62964" y="101052"/>
                </a:lnTo>
                <a:lnTo>
                  <a:pt x="63247" y="100309"/>
                </a:lnTo>
                <a:lnTo>
                  <a:pt x="63247" y="99566"/>
                </a:lnTo>
                <a:lnTo>
                  <a:pt x="59011" y="90650"/>
                </a:lnTo>
                <a:lnTo>
                  <a:pt x="59011" y="90650"/>
                </a:lnTo>
                <a:lnTo>
                  <a:pt x="58447" y="89164"/>
                </a:lnTo>
                <a:lnTo>
                  <a:pt x="58164" y="87678"/>
                </a:lnTo>
                <a:lnTo>
                  <a:pt x="58447" y="86191"/>
                </a:lnTo>
                <a:lnTo>
                  <a:pt x="58729" y="84705"/>
                </a:lnTo>
                <a:lnTo>
                  <a:pt x="59576" y="81733"/>
                </a:lnTo>
                <a:lnTo>
                  <a:pt x="59576" y="81733"/>
                </a:lnTo>
                <a:lnTo>
                  <a:pt x="60141" y="80247"/>
                </a:lnTo>
                <a:lnTo>
                  <a:pt x="61270" y="79133"/>
                </a:lnTo>
                <a:lnTo>
                  <a:pt x="62117" y="78390"/>
                </a:lnTo>
                <a:lnTo>
                  <a:pt x="63247" y="78018"/>
                </a:lnTo>
                <a:lnTo>
                  <a:pt x="70588" y="75417"/>
                </a:lnTo>
                <a:lnTo>
                  <a:pt x="70588" y="75417"/>
                </a:lnTo>
                <a:lnTo>
                  <a:pt x="71152" y="75046"/>
                </a:lnTo>
                <a:lnTo>
                  <a:pt x="71435" y="74303"/>
                </a:lnTo>
                <a:lnTo>
                  <a:pt x="71435" y="74303"/>
                </a:lnTo>
                <a:lnTo>
                  <a:pt x="71435" y="71331"/>
                </a:lnTo>
                <a:lnTo>
                  <a:pt x="71435" y="71331"/>
                </a:lnTo>
                <a:lnTo>
                  <a:pt x="71435" y="68730"/>
                </a:lnTo>
                <a:lnTo>
                  <a:pt x="71435" y="68730"/>
                </a:lnTo>
                <a:lnTo>
                  <a:pt x="71152" y="67616"/>
                </a:lnTo>
                <a:lnTo>
                  <a:pt x="70588" y="67244"/>
                </a:lnTo>
                <a:lnTo>
                  <a:pt x="63247" y="65015"/>
                </a:lnTo>
                <a:lnTo>
                  <a:pt x="63247" y="65015"/>
                </a:lnTo>
                <a:lnTo>
                  <a:pt x="62117" y="64272"/>
                </a:lnTo>
                <a:lnTo>
                  <a:pt x="61270" y="63529"/>
                </a:lnTo>
                <a:lnTo>
                  <a:pt x="60141" y="62414"/>
                </a:lnTo>
                <a:lnTo>
                  <a:pt x="59576" y="60928"/>
                </a:lnTo>
                <a:lnTo>
                  <a:pt x="58729" y="57585"/>
                </a:lnTo>
                <a:lnTo>
                  <a:pt x="58729" y="57585"/>
                </a:lnTo>
                <a:lnTo>
                  <a:pt x="58447" y="56099"/>
                </a:lnTo>
                <a:lnTo>
                  <a:pt x="58164" y="54613"/>
                </a:lnTo>
                <a:lnTo>
                  <a:pt x="58447" y="53126"/>
                </a:lnTo>
                <a:lnTo>
                  <a:pt x="59011" y="51640"/>
                </a:lnTo>
                <a:lnTo>
                  <a:pt x="63247" y="43467"/>
                </a:lnTo>
                <a:lnTo>
                  <a:pt x="63247" y="43467"/>
                </a:lnTo>
                <a:lnTo>
                  <a:pt x="63247" y="42352"/>
                </a:lnTo>
                <a:lnTo>
                  <a:pt x="62964" y="41609"/>
                </a:lnTo>
                <a:lnTo>
                  <a:pt x="59576" y="37523"/>
                </a:lnTo>
                <a:lnTo>
                  <a:pt x="59576" y="37523"/>
                </a:lnTo>
                <a:lnTo>
                  <a:pt x="59011" y="37523"/>
                </a:lnTo>
                <a:lnTo>
                  <a:pt x="59011" y="37523"/>
                </a:lnTo>
                <a:lnTo>
                  <a:pt x="58447" y="37523"/>
                </a:lnTo>
                <a:lnTo>
                  <a:pt x="51952" y="42724"/>
                </a:lnTo>
                <a:lnTo>
                  <a:pt x="51952" y="42724"/>
                </a:lnTo>
                <a:lnTo>
                  <a:pt x="50823" y="43467"/>
                </a:lnTo>
                <a:lnTo>
                  <a:pt x="49694" y="43467"/>
                </a:lnTo>
                <a:lnTo>
                  <a:pt x="48564" y="43467"/>
                </a:lnTo>
                <a:lnTo>
                  <a:pt x="47435" y="43095"/>
                </a:lnTo>
                <a:lnTo>
                  <a:pt x="45176" y="41609"/>
                </a:lnTo>
                <a:lnTo>
                  <a:pt x="45176" y="41609"/>
                </a:lnTo>
                <a:lnTo>
                  <a:pt x="44329" y="41238"/>
                </a:lnTo>
                <a:lnTo>
                  <a:pt x="43200" y="40123"/>
                </a:lnTo>
                <a:lnTo>
                  <a:pt x="42635" y="39009"/>
                </a:lnTo>
                <a:lnTo>
                  <a:pt x="42352" y="37523"/>
                </a:lnTo>
                <a:lnTo>
                  <a:pt x="40658" y="27120"/>
                </a:lnTo>
                <a:lnTo>
                  <a:pt x="40658" y="27120"/>
                </a:lnTo>
                <a:lnTo>
                  <a:pt x="40094" y="26377"/>
                </a:lnTo>
                <a:lnTo>
                  <a:pt x="39529" y="26006"/>
                </a:lnTo>
                <a:lnTo>
                  <a:pt x="39529" y="26006"/>
                </a:lnTo>
                <a:lnTo>
                  <a:pt x="36988" y="26006"/>
                </a:lnTo>
                <a:lnTo>
                  <a:pt x="36988" y="26006"/>
                </a:lnTo>
                <a:lnTo>
                  <a:pt x="35011" y="26006"/>
                </a:lnTo>
                <a:lnTo>
                  <a:pt x="35011" y="26006"/>
                </a:lnTo>
                <a:lnTo>
                  <a:pt x="34164" y="26377"/>
                </a:lnTo>
                <a:lnTo>
                  <a:pt x="33882" y="27120"/>
                </a:lnTo>
                <a:lnTo>
                  <a:pt x="32188" y="37523"/>
                </a:lnTo>
                <a:lnTo>
                  <a:pt x="32188" y="37523"/>
                </a:lnTo>
                <a:lnTo>
                  <a:pt x="31623" y="39009"/>
                </a:lnTo>
                <a:lnTo>
                  <a:pt x="31058" y="40123"/>
                </a:lnTo>
                <a:lnTo>
                  <a:pt x="30211" y="41238"/>
                </a:lnTo>
                <a:lnTo>
                  <a:pt x="29082" y="41609"/>
                </a:lnTo>
                <a:lnTo>
                  <a:pt x="26823" y="43095"/>
                </a:lnTo>
                <a:lnTo>
                  <a:pt x="26823" y="43095"/>
                </a:lnTo>
                <a:lnTo>
                  <a:pt x="25694" y="43467"/>
                </a:lnTo>
                <a:lnTo>
                  <a:pt x="24564" y="43467"/>
                </a:lnTo>
                <a:lnTo>
                  <a:pt x="23435" y="43467"/>
                </a:lnTo>
                <a:lnTo>
                  <a:pt x="22305" y="42724"/>
                </a:lnTo>
                <a:lnTo>
                  <a:pt x="16094" y="37523"/>
                </a:lnTo>
                <a:lnTo>
                  <a:pt x="16094" y="37523"/>
                </a:lnTo>
                <a:lnTo>
                  <a:pt x="15529" y="37151"/>
                </a:lnTo>
                <a:lnTo>
                  <a:pt x="14964" y="37523"/>
                </a:lnTo>
                <a:lnTo>
                  <a:pt x="11294" y="41609"/>
                </a:lnTo>
                <a:lnTo>
                  <a:pt x="11294" y="41609"/>
                </a:lnTo>
                <a:lnTo>
                  <a:pt x="11011" y="42352"/>
                </a:lnTo>
                <a:lnTo>
                  <a:pt x="11294" y="43467"/>
                </a:lnTo>
                <a:lnTo>
                  <a:pt x="15529" y="51640"/>
                </a:lnTo>
                <a:lnTo>
                  <a:pt x="15529" y="51640"/>
                </a:lnTo>
                <a:lnTo>
                  <a:pt x="16094" y="53126"/>
                </a:lnTo>
                <a:lnTo>
                  <a:pt x="16094" y="54613"/>
                </a:lnTo>
                <a:lnTo>
                  <a:pt x="16094" y="56099"/>
                </a:lnTo>
                <a:lnTo>
                  <a:pt x="15811" y="57956"/>
                </a:lnTo>
                <a:lnTo>
                  <a:pt x="14964" y="60928"/>
                </a:lnTo>
                <a:lnTo>
                  <a:pt x="14964" y="60928"/>
                </a:lnTo>
                <a:lnTo>
                  <a:pt x="14400" y="62414"/>
                </a:lnTo>
                <a:lnTo>
                  <a:pt x="13270" y="63529"/>
                </a:lnTo>
                <a:lnTo>
                  <a:pt x="12423" y="64272"/>
                </a:lnTo>
                <a:lnTo>
                  <a:pt x="11294" y="65015"/>
                </a:lnTo>
                <a:lnTo>
                  <a:pt x="3670" y="67244"/>
                </a:lnTo>
                <a:lnTo>
                  <a:pt x="3670" y="67244"/>
                </a:lnTo>
                <a:lnTo>
                  <a:pt x="3105" y="67616"/>
                </a:lnTo>
                <a:lnTo>
                  <a:pt x="3105" y="68359"/>
                </a:lnTo>
                <a:lnTo>
                  <a:pt x="3105" y="68359"/>
                </a:lnTo>
                <a:lnTo>
                  <a:pt x="2823" y="71331"/>
                </a:lnTo>
                <a:lnTo>
                  <a:pt x="2823" y="71331"/>
                </a:lnTo>
                <a:lnTo>
                  <a:pt x="2823" y="74303"/>
                </a:lnTo>
                <a:lnTo>
                  <a:pt x="2823" y="74303"/>
                </a:lnTo>
                <a:close/>
                <a:moveTo>
                  <a:pt x="21458" y="71331"/>
                </a:moveTo>
                <a:lnTo>
                  <a:pt x="21458" y="71331"/>
                </a:lnTo>
                <a:lnTo>
                  <a:pt x="21741" y="67244"/>
                </a:lnTo>
                <a:lnTo>
                  <a:pt x="22588" y="63529"/>
                </a:lnTo>
                <a:lnTo>
                  <a:pt x="24000" y="59814"/>
                </a:lnTo>
                <a:lnTo>
                  <a:pt x="26258" y="56470"/>
                </a:lnTo>
                <a:lnTo>
                  <a:pt x="26258" y="56470"/>
                </a:lnTo>
                <a:lnTo>
                  <a:pt x="28517" y="53869"/>
                </a:lnTo>
                <a:lnTo>
                  <a:pt x="31058" y="52012"/>
                </a:lnTo>
                <a:lnTo>
                  <a:pt x="33882" y="50897"/>
                </a:lnTo>
                <a:lnTo>
                  <a:pt x="36988" y="50526"/>
                </a:lnTo>
                <a:lnTo>
                  <a:pt x="36988" y="50526"/>
                </a:lnTo>
                <a:lnTo>
                  <a:pt x="40376" y="50897"/>
                </a:lnTo>
                <a:lnTo>
                  <a:pt x="43200" y="52012"/>
                </a:lnTo>
                <a:lnTo>
                  <a:pt x="46023" y="53869"/>
                </a:lnTo>
                <a:lnTo>
                  <a:pt x="48282" y="56470"/>
                </a:lnTo>
                <a:lnTo>
                  <a:pt x="48282" y="56470"/>
                </a:lnTo>
                <a:lnTo>
                  <a:pt x="50258" y="59814"/>
                </a:lnTo>
                <a:lnTo>
                  <a:pt x="51670" y="63529"/>
                </a:lnTo>
                <a:lnTo>
                  <a:pt x="52517" y="67244"/>
                </a:lnTo>
                <a:lnTo>
                  <a:pt x="52800" y="71331"/>
                </a:lnTo>
                <a:lnTo>
                  <a:pt x="52800" y="71331"/>
                </a:lnTo>
                <a:lnTo>
                  <a:pt x="52517" y="75417"/>
                </a:lnTo>
                <a:lnTo>
                  <a:pt x="51670" y="79133"/>
                </a:lnTo>
                <a:lnTo>
                  <a:pt x="50258" y="82476"/>
                </a:lnTo>
                <a:lnTo>
                  <a:pt x="48282" y="85820"/>
                </a:lnTo>
                <a:lnTo>
                  <a:pt x="48282" y="85820"/>
                </a:lnTo>
                <a:lnTo>
                  <a:pt x="46023" y="88421"/>
                </a:lnTo>
                <a:lnTo>
                  <a:pt x="43200" y="90278"/>
                </a:lnTo>
                <a:lnTo>
                  <a:pt x="40376" y="91393"/>
                </a:lnTo>
                <a:lnTo>
                  <a:pt x="36988" y="92136"/>
                </a:lnTo>
                <a:lnTo>
                  <a:pt x="36988" y="92136"/>
                </a:lnTo>
                <a:lnTo>
                  <a:pt x="33882" y="91393"/>
                </a:lnTo>
                <a:lnTo>
                  <a:pt x="31058" y="90278"/>
                </a:lnTo>
                <a:lnTo>
                  <a:pt x="28517" y="88421"/>
                </a:lnTo>
                <a:lnTo>
                  <a:pt x="26258" y="85820"/>
                </a:lnTo>
                <a:lnTo>
                  <a:pt x="26258" y="85820"/>
                </a:lnTo>
                <a:lnTo>
                  <a:pt x="24000" y="82476"/>
                </a:lnTo>
                <a:lnTo>
                  <a:pt x="22588" y="79133"/>
                </a:lnTo>
                <a:lnTo>
                  <a:pt x="21741" y="75417"/>
                </a:lnTo>
                <a:lnTo>
                  <a:pt x="21458" y="71331"/>
                </a:lnTo>
                <a:lnTo>
                  <a:pt x="21458" y="71331"/>
                </a:lnTo>
                <a:close/>
                <a:moveTo>
                  <a:pt x="24282" y="71331"/>
                </a:moveTo>
                <a:lnTo>
                  <a:pt x="24282" y="71331"/>
                </a:lnTo>
                <a:lnTo>
                  <a:pt x="24564" y="74674"/>
                </a:lnTo>
                <a:lnTo>
                  <a:pt x="25411" y="78018"/>
                </a:lnTo>
                <a:lnTo>
                  <a:pt x="26541" y="80619"/>
                </a:lnTo>
                <a:lnTo>
                  <a:pt x="27952" y="83219"/>
                </a:lnTo>
                <a:lnTo>
                  <a:pt x="27952" y="83219"/>
                </a:lnTo>
                <a:lnTo>
                  <a:pt x="29929" y="85448"/>
                </a:lnTo>
                <a:lnTo>
                  <a:pt x="32188" y="86934"/>
                </a:lnTo>
                <a:lnTo>
                  <a:pt x="34447" y="87678"/>
                </a:lnTo>
                <a:lnTo>
                  <a:pt x="36988" y="88049"/>
                </a:lnTo>
                <a:lnTo>
                  <a:pt x="36988" y="88049"/>
                </a:lnTo>
                <a:lnTo>
                  <a:pt x="39811" y="87678"/>
                </a:lnTo>
                <a:lnTo>
                  <a:pt x="42352" y="86934"/>
                </a:lnTo>
                <a:lnTo>
                  <a:pt x="44329" y="85448"/>
                </a:lnTo>
                <a:lnTo>
                  <a:pt x="46305" y="83219"/>
                </a:lnTo>
                <a:lnTo>
                  <a:pt x="46305" y="83219"/>
                </a:lnTo>
                <a:lnTo>
                  <a:pt x="48000" y="80619"/>
                </a:lnTo>
                <a:lnTo>
                  <a:pt x="49129" y="78018"/>
                </a:lnTo>
                <a:lnTo>
                  <a:pt x="49976" y="74674"/>
                </a:lnTo>
                <a:lnTo>
                  <a:pt x="49976" y="71331"/>
                </a:lnTo>
                <a:lnTo>
                  <a:pt x="49976" y="71331"/>
                </a:lnTo>
                <a:lnTo>
                  <a:pt x="49976" y="67987"/>
                </a:lnTo>
                <a:lnTo>
                  <a:pt x="49129" y="65015"/>
                </a:lnTo>
                <a:lnTo>
                  <a:pt x="48000" y="62043"/>
                </a:lnTo>
                <a:lnTo>
                  <a:pt x="46305" y="59071"/>
                </a:lnTo>
                <a:lnTo>
                  <a:pt x="46305" y="59071"/>
                </a:lnTo>
                <a:lnTo>
                  <a:pt x="44329" y="57213"/>
                </a:lnTo>
                <a:lnTo>
                  <a:pt x="42352" y="55356"/>
                </a:lnTo>
                <a:lnTo>
                  <a:pt x="39811" y="54613"/>
                </a:lnTo>
                <a:lnTo>
                  <a:pt x="36988" y="54241"/>
                </a:lnTo>
                <a:lnTo>
                  <a:pt x="36988" y="54241"/>
                </a:lnTo>
                <a:lnTo>
                  <a:pt x="34447" y="54613"/>
                </a:lnTo>
                <a:lnTo>
                  <a:pt x="32188" y="55356"/>
                </a:lnTo>
                <a:lnTo>
                  <a:pt x="29929" y="57213"/>
                </a:lnTo>
                <a:lnTo>
                  <a:pt x="27952" y="59071"/>
                </a:lnTo>
                <a:lnTo>
                  <a:pt x="27952" y="59071"/>
                </a:lnTo>
                <a:lnTo>
                  <a:pt x="26541" y="62043"/>
                </a:lnTo>
                <a:lnTo>
                  <a:pt x="25411" y="65015"/>
                </a:lnTo>
                <a:lnTo>
                  <a:pt x="24564" y="67987"/>
                </a:lnTo>
                <a:lnTo>
                  <a:pt x="24282" y="71331"/>
                </a:lnTo>
                <a:lnTo>
                  <a:pt x="24282" y="71331"/>
                </a:lnTo>
                <a:close/>
                <a:moveTo>
                  <a:pt x="79623" y="17832"/>
                </a:moveTo>
                <a:lnTo>
                  <a:pt x="79623" y="17832"/>
                </a:lnTo>
                <a:lnTo>
                  <a:pt x="79905" y="17461"/>
                </a:lnTo>
                <a:lnTo>
                  <a:pt x="79905" y="16718"/>
                </a:lnTo>
                <a:lnTo>
                  <a:pt x="78211" y="10402"/>
                </a:lnTo>
                <a:lnTo>
                  <a:pt x="78211" y="10402"/>
                </a:lnTo>
                <a:lnTo>
                  <a:pt x="77929" y="8916"/>
                </a:lnTo>
                <a:lnTo>
                  <a:pt x="78211" y="7430"/>
                </a:lnTo>
                <a:lnTo>
                  <a:pt x="78776" y="6687"/>
                </a:lnTo>
                <a:lnTo>
                  <a:pt x="79341" y="5572"/>
                </a:lnTo>
                <a:lnTo>
                  <a:pt x="82164" y="3343"/>
                </a:lnTo>
                <a:lnTo>
                  <a:pt x="82164" y="3343"/>
                </a:lnTo>
                <a:lnTo>
                  <a:pt x="83294" y="2972"/>
                </a:lnTo>
                <a:lnTo>
                  <a:pt x="84141" y="2972"/>
                </a:lnTo>
                <a:lnTo>
                  <a:pt x="85552" y="3343"/>
                </a:lnTo>
                <a:lnTo>
                  <a:pt x="86400" y="4086"/>
                </a:lnTo>
                <a:lnTo>
                  <a:pt x="90070" y="8916"/>
                </a:lnTo>
                <a:lnTo>
                  <a:pt x="90070" y="8916"/>
                </a:lnTo>
                <a:lnTo>
                  <a:pt x="90352" y="9287"/>
                </a:lnTo>
                <a:lnTo>
                  <a:pt x="90635" y="9287"/>
                </a:lnTo>
                <a:lnTo>
                  <a:pt x="92329" y="8916"/>
                </a:lnTo>
                <a:lnTo>
                  <a:pt x="92329" y="8916"/>
                </a:lnTo>
                <a:lnTo>
                  <a:pt x="92894" y="8916"/>
                </a:lnTo>
                <a:lnTo>
                  <a:pt x="93458" y="8544"/>
                </a:lnTo>
                <a:lnTo>
                  <a:pt x="95717" y="2229"/>
                </a:lnTo>
                <a:lnTo>
                  <a:pt x="95717" y="2229"/>
                </a:lnTo>
                <a:lnTo>
                  <a:pt x="96282" y="1114"/>
                </a:lnTo>
                <a:lnTo>
                  <a:pt x="96847" y="743"/>
                </a:lnTo>
                <a:lnTo>
                  <a:pt x="97694" y="371"/>
                </a:lnTo>
                <a:lnTo>
                  <a:pt x="98541" y="0"/>
                </a:lnTo>
                <a:lnTo>
                  <a:pt x="98541" y="0"/>
                </a:lnTo>
                <a:lnTo>
                  <a:pt x="99105" y="0"/>
                </a:lnTo>
                <a:lnTo>
                  <a:pt x="100800" y="371"/>
                </a:lnTo>
                <a:lnTo>
                  <a:pt x="100800" y="371"/>
                </a:lnTo>
                <a:lnTo>
                  <a:pt x="102211" y="1114"/>
                </a:lnTo>
                <a:lnTo>
                  <a:pt x="102211" y="1114"/>
                </a:lnTo>
                <a:lnTo>
                  <a:pt x="103341" y="1857"/>
                </a:lnTo>
                <a:lnTo>
                  <a:pt x="103905" y="2600"/>
                </a:lnTo>
                <a:lnTo>
                  <a:pt x="104188" y="3715"/>
                </a:lnTo>
                <a:lnTo>
                  <a:pt x="104470" y="5201"/>
                </a:lnTo>
                <a:lnTo>
                  <a:pt x="104470" y="11888"/>
                </a:lnTo>
                <a:lnTo>
                  <a:pt x="104470" y="11888"/>
                </a:lnTo>
                <a:lnTo>
                  <a:pt x="104470" y="12631"/>
                </a:lnTo>
                <a:lnTo>
                  <a:pt x="104752" y="13003"/>
                </a:lnTo>
                <a:lnTo>
                  <a:pt x="106164" y="14489"/>
                </a:lnTo>
                <a:lnTo>
                  <a:pt x="106164" y="14489"/>
                </a:lnTo>
                <a:lnTo>
                  <a:pt x="107011" y="14860"/>
                </a:lnTo>
                <a:lnTo>
                  <a:pt x="112376" y="12631"/>
                </a:lnTo>
                <a:lnTo>
                  <a:pt x="112376" y="12631"/>
                </a:lnTo>
                <a:lnTo>
                  <a:pt x="113505" y="12260"/>
                </a:lnTo>
                <a:lnTo>
                  <a:pt x="114352" y="12631"/>
                </a:lnTo>
                <a:lnTo>
                  <a:pt x="115200" y="13003"/>
                </a:lnTo>
                <a:lnTo>
                  <a:pt x="115764" y="14117"/>
                </a:lnTo>
                <a:lnTo>
                  <a:pt x="117741" y="17832"/>
                </a:lnTo>
                <a:lnTo>
                  <a:pt x="117741" y="17832"/>
                </a:lnTo>
                <a:lnTo>
                  <a:pt x="118023" y="19318"/>
                </a:lnTo>
                <a:lnTo>
                  <a:pt x="118023" y="20433"/>
                </a:lnTo>
                <a:lnTo>
                  <a:pt x="117741" y="21919"/>
                </a:lnTo>
                <a:lnTo>
                  <a:pt x="117176" y="22662"/>
                </a:lnTo>
                <a:lnTo>
                  <a:pt x="113505" y="27863"/>
                </a:lnTo>
                <a:lnTo>
                  <a:pt x="113505" y="27863"/>
                </a:lnTo>
                <a:lnTo>
                  <a:pt x="112941" y="28978"/>
                </a:lnTo>
                <a:lnTo>
                  <a:pt x="113505" y="31207"/>
                </a:lnTo>
                <a:lnTo>
                  <a:pt x="113505" y="31207"/>
                </a:lnTo>
                <a:lnTo>
                  <a:pt x="113505" y="31950"/>
                </a:lnTo>
                <a:lnTo>
                  <a:pt x="113788" y="32321"/>
                </a:lnTo>
                <a:lnTo>
                  <a:pt x="118588" y="35665"/>
                </a:lnTo>
                <a:lnTo>
                  <a:pt x="118588" y="35665"/>
                </a:lnTo>
                <a:lnTo>
                  <a:pt x="119435" y="36408"/>
                </a:lnTo>
                <a:lnTo>
                  <a:pt x="120000" y="37151"/>
                </a:lnTo>
                <a:lnTo>
                  <a:pt x="120000" y="38637"/>
                </a:lnTo>
                <a:lnTo>
                  <a:pt x="120000" y="39752"/>
                </a:lnTo>
                <a:lnTo>
                  <a:pt x="119717" y="42352"/>
                </a:lnTo>
                <a:lnTo>
                  <a:pt x="119717" y="42352"/>
                </a:lnTo>
                <a:lnTo>
                  <a:pt x="119152" y="44210"/>
                </a:lnTo>
                <a:lnTo>
                  <a:pt x="119152" y="44210"/>
                </a:lnTo>
                <a:lnTo>
                  <a:pt x="118870" y="45696"/>
                </a:lnTo>
                <a:lnTo>
                  <a:pt x="118023" y="46439"/>
                </a:lnTo>
                <a:lnTo>
                  <a:pt x="117176" y="46811"/>
                </a:lnTo>
                <a:lnTo>
                  <a:pt x="116329" y="47182"/>
                </a:lnTo>
                <a:lnTo>
                  <a:pt x="110964" y="47182"/>
                </a:lnTo>
                <a:lnTo>
                  <a:pt x="110964" y="47182"/>
                </a:lnTo>
                <a:lnTo>
                  <a:pt x="110682" y="47182"/>
                </a:lnTo>
                <a:lnTo>
                  <a:pt x="110117" y="47554"/>
                </a:lnTo>
                <a:lnTo>
                  <a:pt x="109270" y="49411"/>
                </a:lnTo>
                <a:lnTo>
                  <a:pt x="109270" y="49411"/>
                </a:lnTo>
                <a:lnTo>
                  <a:pt x="108988" y="50154"/>
                </a:lnTo>
                <a:lnTo>
                  <a:pt x="108988" y="50526"/>
                </a:lnTo>
                <a:lnTo>
                  <a:pt x="110682" y="57213"/>
                </a:lnTo>
                <a:lnTo>
                  <a:pt x="110682" y="57213"/>
                </a:lnTo>
                <a:lnTo>
                  <a:pt x="110682" y="58699"/>
                </a:lnTo>
                <a:lnTo>
                  <a:pt x="110682" y="59814"/>
                </a:lnTo>
                <a:lnTo>
                  <a:pt x="110117" y="61300"/>
                </a:lnTo>
                <a:lnTo>
                  <a:pt x="109270" y="62043"/>
                </a:lnTo>
                <a:lnTo>
                  <a:pt x="106164" y="64272"/>
                </a:lnTo>
                <a:lnTo>
                  <a:pt x="106164" y="64272"/>
                </a:lnTo>
                <a:lnTo>
                  <a:pt x="105317" y="65015"/>
                </a:lnTo>
                <a:lnTo>
                  <a:pt x="104188" y="65015"/>
                </a:lnTo>
                <a:lnTo>
                  <a:pt x="103341" y="64643"/>
                </a:lnTo>
                <a:lnTo>
                  <a:pt x="102494" y="63900"/>
                </a:lnTo>
                <a:lnTo>
                  <a:pt x="98823" y="58328"/>
                </a:lnTo>
                <a:lnTo>
                  <a:pt x="98823" y="58328"/>
                </a:lnTo>
                <a:lnTo>
                  <a:pt x="98541" y="57956"/>
                </a:lnTo>
                <a:lnTo>
                  <a:pt x="97976" y="57956"/>
                </a:lnTo>
                <a:lnTo>
                  <a:pt x="96282" y="58328"/>
                </a:lnTo>
                <a:lnTo>
                  <a:pt x="96282" y="58328"/>
                </a:lnTo>
                <a:lnTo>
                  <a:pt x="95717" y="58699"/>
                </a:lnTo>
                <a:lnTo>
                  <a:pt x="95435" y="59071"/>
                </a:lnTo>
                <a:lnTo>
                  <a:pt x="93176" y="65758"/>
                </a:lnTo>
                <a:lnTo>
                  <a:pt x="93176" y="65758"/>
                </a:lnTo>
                <a:lnTo>
                  <a:pt x="92611" y="66501"/>
                </a:lnTo>
                <a:lnTo>
                  <a:pt x="92047" y="67244"/>
                </a:lnTo>
                <a:lnTo>
                  <a:pt x="91200" y="67616"/>
                </a:lnTo>
                <a:lnTo>
                  <a:pt x="90070" y="67616"/>
                </a:lnTo>
                <a:lnTo>
                  <a:pt x="90070" y="67616"/>
                </a:lnTo>
                <a:lnTo>
                  <a:pt x="89788" y="67616"/>
                </a:lnTo>
                <a:lnTo>
                  <a:pt x="88094" y="67244"/>
                </a:lnTo>
                <a:lnTo>
                  <a:pt x="88094" y="67244"/>
                </a:lnTo>
                <a:lnTo>
                  <a:pt x="86400" y="66501"/>
                </a:lnTo>
                <a:lnTo>
                  <a:pt x="86400" y="66501"/>
                </a:lnTo>
                <a:lnTo>
                  <a:pt x="85552" y="65758"/>
                </a:lnTo>
                <a:lnTo>
                  <a:pt x="84988" y="65015"/>
                </a:lnTo>
                <a:lnTo>
                  <a:pt x="84141" y="63900"/>
                </a:lnTo>
                <a:lnTo>
                  <a:pt x="84141" y="62414"/>
                </a:lnTo>
                <a:lnTo>
                  <a:pt x="84141" y="55356"/>
                </a:lnTo>
                <a:lnTo>
                  <a:pt x="84141" y="55356"/>
                </a:lnTo>
                <a:lnTo>
                  <a:pt x="83576" y="54241"/>
                </a:lnTo>
                <a:lnTo>
                  <a:pt x="82164" y="52755"/>
                </a:lnTo>
                <a:lnTo>
                  <a:pt x="82164" y="52755"/>
                </a:lnTo>
                <a:lnTo>
                  <a:pt x="81600" y="52755"/>
                </a:lnTo>
                <a:lnTo>
                  <a:pt x="76517" y="54613"/>
                </a:lnTo>
                <a:lnTo>
                  <a:pt x="76517" y="54613"/>
                </a:lnTo>
                <a:lnTo>
                  <a:pt x="75388" y="54984"/>
                </a:lnTo>
                <a:lnTo>
                  <a:pt x="74541" y="54984"/>
                </a:lnTo>
                <a:lnTo>
                  <a:pt x="73694" y="54241"/>
                </a:lnTo>
                <a:lnTo>
                  <a:pt x="72847" y="53126"/>
                </a:lnTo>
                <a:lnTo>
                  <a:pt x="71152" y="49411"/>
                </a:lnTo>
                <a:lnTo>
                  <a:pt x="71152" y="49411"/>
                </a:lnTo>
                <a:lnTo>
                  <a:pt x="70870" y="47925"/>
                </a:lnTo>
                <a:lnTo>
                  <a:pt x="70870" y="46811"/>
                </a:lnTo>
                <a:lnTo>
                  <a:pt x="71152" y="45696"/>
                </a:lnTo>
                <a:lnTo>
                  <a:pt x="71717" y="44582"/>
                </a:lnTo>
                <a:lnTo>
                  <a:pt x="75388" y="39752"/>
                </a:lnTo>
                <a:lnTo>
                  <a:pt x="75388" y="39752"/>
                </a:lnTo>
                <a:lnTo>
                  <a:pt x="75670" y="38637"/>
                </a:lnTo>
                <a:lnTo>
                  <a:pt x="75388" y="36408"/>
                </a:lnTo>
                <a:lnTo>
                  <a:pt x="75388" y="36408"/>
                </a:lnTo>
                <a:lnTo>
                  <a:pt x="75388" y="35665"/>
                </a:lnTo>
                <a:lnTo>
                  <a:pt x="75105" y="35294"/>
                </a:lnTo>
                <a:lnTo>
                  <a:pt x="70305" y="32321"/>
                </a:lnTo>
                <a:lnTo>
                  <a:pt x="70305" y="32321"/>
                </a:lnTo>
                <a:lnTo>
                  <a:pt x="69458" y="31578"/>
                </a:lnTo>
                <a:lnTo>
                  <a:pt x="68894" y="30464"/>
                </a:lnTo>
                <a:lnTo>
                  <a:pt x="68611" y="29349"/>
                </a:lnTo>
                <a:lnTo>
                  <a:pt x="68611" y="27492"/>
                </a:lnTo>
                <a:lnTo>
                  <a:pt x="69176" y="25263"/>
                </a:lnTo>
                <a:lnTo>
                  <a:pt x="69176" y="25263"/>
                </a:lnTo>
                <a:lnTo>
                  <a:pt x="69458" y="23034"/>
                </a:lnTo>
                <a:lnTo>
                  <a:pt x="69458" y="23034"/>
                </a:lnTo>
                <a:lnTo>
                  <a:pt x="70023" y="21919"/>
                </a:lnTo>
                <a:lnTo>
                  <a:pt x="70588" y="20804"/>
                </a:lnTo>
                <a:lnTo>
                  <a:pt x="71435" y="20433"/>
                </a:lnTo>
                <a:lnTo>
                  <a:pt x="72564" y="20433"/>
                </a:lnTo>
                <a:lnTo>
                  <a:pt x="77647" y="20433"/>
                </a:lnTo>
                <a:lnTo>
                  <a:pt x="77647" y="20433"/>
                </a:lnTo>
                <a:lnTo>
                  <a:pt x="78211" y="20061"/>
                </a:lnTo>
                <a:lnTo>
                  <a:pt x="78494" y="19690"/>
                </a:lnTo>
                <a:lnTo>
                  <a:pt x="79623" y="17832"/>
                </a:lnTo>
                <a:close/>
                <a:moveTo>
                  <a:pt x="77647" y="24148"/>
                </a:moveTo>
                <a:lnTo>
                  <a:pt x="72564" y="24148"/>
                </a:lnTo>
                <a:lnTo>
                  <a:pt x="72564" y="24148"/>
                </a:lnTo>
                <a:lnTo>
                  <a:pt x="72282" y="24148"/>
                </a:lnTo>
                <a:lnTo>
                  <a:pt x="72282" y="24148"/>
                </a:lnTo>
                <a:lnTo>
                  <a:pt x="71717" y="26006"/>
                </a:lnTo>
                <a:lnTo>
                  <a:pt x="71717" y="26006"/>
                </a:lnTo>
                <a:lnTo>
                  <a:pt x="71435" y="27863"/>
                </a:lnTo>
                <a:lnTo>
                  <a:pt x="71435" y="27863"/>
                </a:lnTo>
                <a:lnTo>
                  <a:pt x="71717" y="28235"/>
                </a:lnTo>
                <a:lnTo>
                  <a:pt x="76235" y="31950"/>
                </a:lnTo>
                <a:lnTo>
                  <a:pt x="76235" y="31950"/>
                </a:lnTo>
                <a:lnTo>
                  <a:pt x="77082" y="32693"/>
                </a:lnTo>
                <a:lnTo>
                  <a:pt x="77647" y="33436"/>
                </a:lnTo>
                <a:lnTo>
                  <a:pt x="77929" y="34551"/>
                </a:lnTo>
                <a:lnTo>
                  <a:pt x="78211" y="36037"/>
                </a:lnTo>
                <a:lnTo>
                  <a:pt x="78494" y="37894"/>
                </a:lnTo>
                <a:lnTo>
                  <a:pt x="78494" y="37894"/>
                </a:lnTo>
                <a:lnTo>
                  <a:pt x="78776" y="39380"/>
                </a:lnTo>
                <a:lnTo>
                  <a:pt x="78494" y="40495"/>
                </a:lnTo>
                <a:lnTo>
                  <a:pt x="78211" y="41609"/>
                </a:lnTo>
                <a:lnTo>
                  <a:pt x="77647" y="42352"/>
                </a:lnTo>
                <a:lnTo>
                  <a:pt x="73694" y="47182"/>
                </a:lnTo>
                <a:lnTo>
                  <a:pt x="73694" y="47182"/>
                </a:lnTo>
                <a:lnTo>
                  <a:pt x="73694" y="47554"/>
                </a:lnTo>
                <a:lnTo>
                  <a:pt x="75105" y="50897"/>
                </a:lnTo>
                <a:lnTo>
                  <a:pt x="75388" y="50897"/>
                </a:lnTo>
                <a:lnTo>
                  <a:pt x="75670" y="51269"/>
                </a:lnTo>
                <a:lnTo>
                  <a:pt x="80470" y="49040"/>
                </a:lnTo>
                <a:lnTo>
                  <a:pt x="80470" y="49040"/>
                </a:lnTo>
                <a:lnTo>
                  <a:pt x="81600" y="49040"/>
                </a:lnTo>
                <a:lnTo>
                  <a:pt x="81600" y="49040"/>
                </a:lnTo>
                <a:lnTo>
                  <a:pt x="83011" y="49411"/>
                </a:lnTo>
                <a:lnTo>
                  <a:pt x="84141" y="50154"/>
                </a:lnTo>
                <a:lnTo>
                  <a:pt x="85552" y="51269"/>
                </a:lnTo>
                <a:lnTo>
                  <a:pt x="85552" y="51269"/>
                </a:lnTo>
                <a:lnTo>
                  <a:pt x="86400" y="52012"/>
                </a:lnTo>
                <a:lnTo>
                  <a:pt x="86682" y="53126"/>
                </a:lnTo>
                <a:lnTo>
                  <a:pt x="86964" y="54241"/>
                </a:lnTo>
                <a:lnTo>
                  <a:pt x="87247" y="55356"/>
                </a:lnTo>
                <a:lnTo>
                  <a:pt x="87247" y="62414"/>
                </a:lnTo>
                <a:lnTo>
                  <a:pt x="87247" y="62414"/>
                </a:lnTo>
                <a:lnTo>
                  <a:pt x="87247" y="63157"/>
                </a:lnTo>
                <a:lnTo>
                  <a:pt x="87247" y="63157"/>
                </a:lnTo>
                <a:lnTo>
                  <a:pt x="88941" y="63529"/>
                </a:lnTo>
                <a:lnTo>
                  <a:pt x="88941" y="63529"/>
                </a:lnTo>
                <a:lnTo>
                  <a:pt x="90070" y="63900"/>
                </a:lnTo>
                <a:lnTo>
                  <a:pt x="90070" y="63900"/>
                </a:lnTo>
                <a:lnTo>
                  <a:pt x="90635" y="63900"/>
                </a:lnTo>
                <a:lnTo>
                  <a:pt x="92894" y="57213"/>
                </a:lnTo>
                <a:lnTo>
                  <a:pt x="92894" y="57213"/>
                </a:lnTo>
                <a:lnTo>
                  <a:pt x="93458" y="56470"/>
                </a:lnTo>
                <a:lnTo>
                  <a:pt x="94305" y="55356"/>
                </a:lnTo>
                <a:lnTo>
                  <a:pt x="94870" y="54984"/>
                </a:lnTo>
                <a:lnTo>
                  <a:pt x="96000" y="54613"/>
                </a:lnTo>
                <a:lnTo>
                  <a:pt x="97694" y="54241"/>
                </a:lnTo>
                <a:lnTo>
                  <a:pt x="97694" y="54241"/>
                </a:lnTo>
                <a:lnTo>
                  <a:pt x="97976" y="54241"/>
                </a:lnTo>
                <a:lnTo>
                  <a:pt x="97976" y="54241"/>
                </a:lnTo>
                <a:lnTo>
                  <a:pt x="99670" y="54613"/>
                </a:lnTo>
                <a:lnTo>
                  <a:pt x="100800" y="55727"/>
                </a:lnTo>
                <a:lnTo>
                  <a:pt x="104470" y="60928"/>
                </a:lnTo>
                <a:lnTo>
                  <a:pt x="104752" y="61300"/>
                </a:lnTo>
                <a:lnTo>
                  <a:pt x="107576" y="58699"/>
                </a:lnTo>
                <a:lnTo>
                  <a:pt x="107576" y="58328"/>
                </a:lnTo>
                <a:lnTo>
                  <a:pt x="107576" y="58328"/>
                </a:lnTo>
                <a:lnTo>
                  <a:pt x="106164" y="51640"/>
                </a:lnTo>
                <a:lnTo>
                  <a:pt x="106164" y="51640"/>
                </a:lnTo>
                <a:lnTo>
                  <a:pt x="105882" y="50526"/>
                </a:lnTo>
                <a:lnTo>
                  <a:pt x="105882" y="49411"/>
                </a:lnTo>
                <a:lnTo>
                  <a:pt x="106164" y="48297"/>
                </a:lnTo>
                <a:lnTo>
                  <a:pt x="106729" y="47182"/>
                </a:lnTo>
                <a:lnTo>
                  <a:pt x="107576" y="45325"/>
                </a:lnTo>
                <a:lnTo>
                  <a:pt x="107576" y="45325"/>
                </a:lnTo>
                <a:lnTo>
                  <a:pt x="108423" y="44582"/>
                </a:lnTo>
                <a:lnTo>
                  <a:pt x="109270" y="43839"/>
                </a:lnTo>
                <a:lnTo>
                  <a:pt x="110117" y="43467"/>
                </a:lnTo>
                <a:lnTo>
                  <a:pt x="110964" y="43467"/>
                </a:lnTo>
                <a:lnTo>
                  <a:pt x="116329" y="43467"/>
                </a:lnTo>
                <a:lnTo>
                  <a:pt x="116329" y="43467"/>
                </a:lnTo>
                <a:lnTo>
                  <a:pt x="116611" y="43095"/>
                </a:lnTo>
                <a:lnTo>
                  <a:pt x="116611" y="43095"/>
                </a:lnTo>
                <a:lnTo>
                  <a:pt x="116894" y="41238"/>
                </a:lnTo>
                <a:lnTo>
                  <a:pt x="116894" y="41238"/>
                </a:lnTo>
                <a:lnTo>
                  <a:pt x="117176" y="39380"/>
                </a:lnTo>
                <a:lnTo>
                  <a:pt x="117176" y="39380"/>
                </a:lnTo>
                <a:lnTo>
                  <a:pt x="117176" y="39009"/>
                </a:lnTo>
                <a:lnTo>
                  <a:pt x="112376" y="35665"/>
                </a:lnTo>
                <a:lnTo>
                  <a:pt x="112376" y="35665"/>
                </a:lnTo>
                <a:lnTo>
                  <a:pt x="111811" y="34922"/>
                </a:lnTo>
                <a:lnTo>
                  <a:pt x="111247" y="34179"/>
                </a:lnTo>
                <a:lnTo>
                  <a:pt x="110682" y="33065"/>
                </a:lnTo>
                <a:lnTo>
                  <a:pt x="110682" y="31950"/>
                </a:lnTo>
                <a:lnTo>
                  <a:pt x="110117" y="29721"/>
                </a:lnTo>
                <a:lnTo>
                  <a:pt x="110117" y="29721"/>
                </a:lnTo>
                <a:lnTo>
                  <a:pt x="110117" y="28235"/>
                </a:lnTo>
                <a:lnTo>
                  <a:pt x="110400" y="27120"/>
                </a:lnTo>
                <a:lnTo>
                  <a:pt x="110682" y="26006"/>
                </a:lnTo>
                <a:lnTo>
                  <a:pt x="111247" y="24891"/>
                </a:lnTo>
                <a:lnTo>
                  <a:pt x="114917" y="20433"/>
                </a:lnTo>
                <a:lnTo>
                  <a:pt x="114917" y="20433"/>
                </a:lnTo>
                <a:lnTo>
                  <a:pt x="115200" y="19690"/>
                </a:lnTo>
                <a:lnTo>
                  <a:pt x="113505" y="16346"/>
                </a:lnTo>
                <a:lnTo>
                  <a:pt x="113505" y="16346"/>
                </a:lnTo>
                <a:lnTo>
                  <a:pt x="113223" y="15975"/>
                </a:lnTo>
                <a:lnTo>
                  <a:pt x="108141" y="18204"/>
                </a:lnTo>
                <a:lnTo>
                  <a:pt x="108141" y="18204"/>
                </a:lnTo>
                <a:lnTo>
                  <a:pt x="107011" y="18575"/>
                </a:lnTo>
                <a:lnTo>
                  <a:pt x="106164" y="18575"/>
                </a:lnTo>
                <a:lnTo>
                  <a:pt x="105317" y="17832"/>
                </a:lnTo>
                <a:lnTo>
                  <a:pt x="104470" y="17089"/>
                </a:lnTo>
                <a:lnTo>
                  <a:pt x="103341" y="15975"/>
                </a:lnTo>
                <a:lnTo>
                  <a:pt x="103341" y="15975"/>
                </a:lnTo>
                <a:lnTo>
                  <a:pt x="102494" y="15232"/>
                </a:lnTo>
                <a:lnTo>
                  <a:pt x="101929" y="14489"/>
                </a:lnTo>
                <a:lnTo>
                  <a:pt x="101647" y="13374"/>
                </a:lnTo>
                <a:lnTo>
                  <a:pt x="101647" y="11888"/>
                </a:lnTo>
                <a:lnTo>
                  <a:pt x="101647" y="5201"/>
                </a:lnTo>
                <a:lnTo>
                  <a:pt x="101647" y="5201"/>
                </a:lnTo>
                <a:lnTo>
                  <a:pt x="101364" y="4829"/>
                </a:lnTo>
                <a:lnTo>
                  <a:pt x="101364" y="4829"/>
                </a:lnTo>
                <a:lnTo>
                  <a:pt x="99952" y="4086"/>
                </a:lnTo>
                <a:lnTo>
                  <a:pt x="99952" y="4086"/>
                </a:lnTo>
                <a:lnTo>
                  <a:pt x="98541" y="3715"/>
                </a:lnTo>
                <a:lnTo>
                  <a:pt x="98541" y="3715"/>
                </a:lnTo>
                <a:lnTo>
                  <a:pt x="98258" y="4086"/>
                </a:lnTo>
                <a:lnTo>
                  <a:pt x="95717" y="10030"/>
                </a:lnTo>
                <a:lnTo>
                  <a:pt x="95717" y="10030"/>
                </a:lnTo>
                <a:lnTo>
                  <a:pt x="95152" y="11145"/>
                </a:lnTo>
                <a:lnTo>
                  <a:pt x="94588" y="11888"/>
                </a:lnTo>
                <a:lnTo>
                  <a:pt x="93741" y="12260"/>
                </a:lnTo>
                <a:lnTo>
                  <a:pt x="92894" y="12631"/>
                </a:lnTo>
                <a:lnTo>
                  <a:pt x="91200" y="13003"/>
                </a:lnTo>
                <a:lnTo>
                  <a:pt x="91200" y="13003"/>
                </a:lnTo>
                <a:lnTo>
                  <a:pt x="90635" y="13003"/>
                </a:lnTo>
                <a:lnTo>
                  <a:pt x="90635" y="13003"/>
                </a:lnTo>
                <a:lnTo>
                  <a:pt x="89223" y="12631"/>
                </a:lnTo>
                <a:lnTo>
                  <a:pt x="87811" y="11517"/>
                </a:lnTo>
                <a:lnTo>
                  <a:pt x="84141" y="6687"/>
                </a:lnTo>
                <a:lnTo>
                  <a:pt x="83576" y="6687"/>
                </a:lnTo>
                <a:lnTo>
                  <a:pt x="81035" y="8544"/>
                </a:lnTo>
                <a:lnTo>
                  <a:pt x="81035" y="8916"/>
                </a:lnTo>
                <a:lnTo>
                  <a:pt x="80752" y="9287"/>
                </a:lnTo>
                <a:lnTo>
                  <a:pt x="82447" y="15603"/>
                </a:lnTo>
                <a:lnTo>
                  <a:pt x="82447" y="15603"/>
                </a:lnTo>
                <a:lnTo>
                  <a:pt x="82729" y="16718"/>
                </a:lnTo>
                <a:lnTo>
                  <a:pt x="82729" y="18204"/>
                </a:lnTo>
                <a:lnTo>
                  <a:pt x="82447" y="19318"/>
                </a:lnTo>
                <a:lnTo>
                  <a:pt x="81882" y="20433"/>
                </a:lnTo>
                <a:lnTo>
                  <a:pt x="80752" y="21919"/>
                </a:lnTo>
                <a:lnTo>
                  <a:pt x="80752" y="21919"/>
                </a:lnTo>
                <a:lnTo>
                  <a:pt x="80188" y="22662"/>
                </a:lnTo>
                <a:lnTo>
                  <a:pt x="79623" y="23405"/>
                </a:lnTo>
                <a:lnTo>
                  <a:pt x="78776" y="23777"/>
                </a:lnTo>
                <a:lnTo>
                  <a:pt x="77647" y="24148"/>
                </a:lnTo>
                <a:lnTo>
                  <a:pt x="77647" y="24148"/>
                </a:lnTo>
                <a:close/>
                <a:moveTo>
                  <a:pt x="85835" y="33808"/>
                </a:moveTo>
                <a:lnTo>
                  <a:pt x="85835" y="33808"/>
                </a:lnTo>
                <a:lnTo>
                  <a:pt x="86117" y="31578"/>
                </a:lnTo>
                <a:lnTo>
                  <a:pt x="86682" y="29721"/>
                </a:lnTo>
                <a:lnTo>
                  <a:pt x="87247" y="27492"/>
                </a:lnTo>
                <a:lnTo>
                  <a:pt x="88376" y="25634"/>
                </a:lnTo>
                <a:lnTo>
                  <a:pt x="88376" y="25634"/>
                </a:lnTo>
                <a:lnTo>
                  <a:pt x="89788" y="24148"/>
                </a:lnTo>
                <a:lnTo>
                  <a:pt x="91200" y="23034"/>
                </a:lnTo>
                <a:lnTo>
                  <a:pt x="92611" y="22662"/>
                </a:lnTo>
                <a:lnTo>
                  <a:pt x="94305" y="22291"/>
                </a:lnTo>
                <a:lnTo>
                  <a:pt x="94305" y="22291"/>
                </a:lnTo>
                <a:lnTo>
                  <a:pt x="96000" y="22662"/>
                </a:lnTo>
                <a:lnTo>
                  <a:pt x="97694" y="23034"/>
                </a:lnTo>
                <a:lnTo>
                  <a:pt x="99105" y="24148"/>
                </a:lnTo>
                <a:lnTo>
                  <a:pt x="100517" y="25634"/>
                </a:lnTo>
                <a:lnTo>
                  <a:pt x="100517" y="25634"/>
                </a:lnTo>
                <a:lnTo>
                  <a:pt x="101364" y="27492"/>
                </a:lnTo>
                <a:lnTo>
                  <a:pt x="102211" y="29721"/>
                </a:lnTo>
                <a:lnTo>
                  <a:pt x="102776" y="31578"/>
                </a:lnTo>
                <a:lnTo>
                  <a:pt x="102776" y="33808"/>
                </a:lnTo>
                <a:lnTo>
                  <a:pt x="102776" y="33808"/>
                </a:lnTo>
                <a:lnTo>
                  <a:pt x="102776" y="36037"/>
                </a:lnTo>
                <a:lnTo>
                  <a:pt x="102211" y="38266"/>
                </a:lnTo>
                <a:lnTo>
                  <a:pt x="101364" y="40123"/>
                </a:lnTo>
                <a:lnTo>
                  <a:pt x="100517" y="41609"/>
                </a:lnTo>
                <a:lnTo>
                  <a:pt x="100517" y="41609"/>
                </a:lnTo>
                <a:lnTo>
                  <a:pt x="99105" y="43095"/>
                </a:lnTo>
                <a:lnTo>
                  <a:pt x="97694" y="44210"/>
                </a:lnTo>
                <a:lnTo>
                  <a:pt x="96000" y="44953"/>
                </a:lnTo>
                <a:lnTo>
                  <a:pt x="94305" y="44953"/>
                </a:lnTo>
                <a:lnTo>
                  <a:pt x="94305" y="44953"/>
                </a:lnTo>
                <a:lnTo>
                  <a:pt x="92611" y="44953"/>
                </a:lnTo>
                <a:lnTo>
                  <a:pt x="91200" y="44210"/>
                </a:lnTo>
                <a:lnTo>
                  <a:pt x="89788" y="43095"/>
                </a:lnTo>
                <a:lnTo>
                  <a:pt x="88376" y="41609"/>
                </a:lnTo>
                <a:lnTo>
                  <a:pt x="88376" y="41609"/>
                </a:lnTo>
                <a:lnTo>
                  <a:pt x="87247" y="40123"/>
                </a:lnTo>
                <a:lnTo>
                  <a:pt x="86682" y="38266"/>
                </a:lnTo>
                <a:lnTo>
                  <a:pt x="86117" y="36037"/>
                </a:lnTo>
                <a:lnTo>
                  <a:pt x="85835" y="33808"/>
                </a:lnTo>
                <a:lnTo>
                  <a:pt x="85835" y="33808"/>
                </a:lnTo>
                <a:close/>
                <a:moveTo>
                  <a:pt x="88658" y="33808"/>
                </a:moveTo>
                <a:lnTo>
                  <a:pt x="88658" y="33808"/>
                </a:lnTo>
                <a:lnTo>
                  <a:pt x="88941" y="35294"/>
                </a:lnTo>
                <a:lnTo>
                  <a:pt x="89223" y="36780"/>
                </a:lnTo>
                <a:lnTo>
                  <a:pt x="89788" y="37894"/>
                </a:lnTo>
                <a:lnTo>
                  <a:pt x="90352" y="39009"/>
                </a:lnTo>
                <a:lnTo>
                  <a:pt x="90352" y="39009"/>
                </a:lnTo>
                <a:lnTo>
                  <a:pt x="91200" y="40123"/>
                </a:lnTo>
                <a:lnTo>
                  <a:pt x="92329" y="40866"/>
                </a:lnTo>
                <a:lnTo>
                  <a:pt x="93176" y="41238"/>
                </a:lnTo>
                <a:lnTo>
                  <a:pt x="94305" y="41238"/>
                </a:lnTo>
                <a:lnTo>
                  <a:pt x="94305" y="41238"/>
                </a:lnTo>
                <a:lnTo>
                  <a:pt x="95435" y="41238"/>
                </a:lnTo>
                <a:lnTo>
                  <a:pt x="96564" y="40866"/>
                </a:lnTo>
                <a:lnTo>
                  <a:pt x="97411" y="40123"/>
                </a:lnTo>
                <a:lnTo>
                  <a:pt x="98258" y="39009"/>
                </a:lnTo>
                <a:lnTo>
                  <a:pt x="98258" y="39009"/>
                </a:lnTo>
                <a:lnTo>
                  <a:pt x="99105" y="37894"/>
                </a:lnTo>
                <a:lnTo>
                  <a:pt x="99670" y="36780"/>
                </a:lnTo>
                <a:lnTo>
                  <a:pt x="99952" y="35294"/>
                </a:lnTo>
                <a:lnTo>
                  <a:pt x="99952" y="33808"/>
                </a:lnTo>
                <a:lnTo>
                  <a:pt x="99952" y="33808"/>
                </a:lnTo>
                <a:lnTo>
                  <a:pt x="99952" y="32321"/>
                </a:lnTo>
                <a:lnTo>
                  <a:pt x="99670" y="31207"/>
                </a:lnTo>
                <a:lnTo>
                  <a:pt x="99105" y="29721"/>
                </a:lnTo>
                <a:lnTo>
                  <a:pt x="98258" y="28235"/>
                </a:lnTo>
                <a:lnTo>
                  <a:pt x="98258" y="28235"/>
                </a:lnTo>
                <a:lnTo>
                  <a:pt x="97411" y="27492"/>
                </a:lnTo>
                <a:lnTo>
                  <a:pt x="96564" y="26749"/>
                </a:lnTo>
                <a:lnTo>
                  <a:pt x="95435" y="26377"/>
                </a:lnTo>
                <a:lnTo>
                  <a:pt x="94305" y="26006"/>
                </a:lnTo>
                <a:lnTo>
                  <a:pt x="94305" y="26006"/>
                </a:lnTo>
                <a:lnTo>
                  <a:pt x="93176" y="26377"/>
                </a:lnTo>
                <a:lnTo>
                  <a:pt x="92329" y="26749"/>
                </a:lnTo>
                <a:lnTo>
                  <a:pt x="91200" y="27492"/>
                </a:lnTo>
                <a:lnTo>
                  <a:pt x="90352" y="28235"/>
                </a:lnTo>
                <a:lnTo>
                  <a:pt x="90352" y="28235"/>
                </a:lnTo>
                <a:lnTo>
                  <a:pt x="89788" y="29721"/>
                </a:lnTo>
                <a:lnTo>
                  <a:pt x="89223" y="31207"/>
                </a:lnTo>
                <a:lnTo>
                  <a:pt x="88941" y="32321"/>
                </a:lnTo>
                <a:lnTo>
                  <a:pt x="88658" y="33808"/>
                </a:lnTo>
                <a:lnTo>
                  <a:pt x="88658" y="33808"/>
                </a:lnTo>
                <a:close/>
              </a:path>
            </a:pathLst>
          </a:custGeom>
          <a:solidFill>
            <a:schemeClr val="accent2"/>
          </a:solidFill>
          <a:ln>
            <a:noFill/>
          </a:ln>
        </p:spPr>
        <p:txBody>
          <a:bodyPr anchor="ctr"/>
          <a:lstStyle/>
          <a:p>
            <a:pPr algn="ctr"/>
            <a:endParaRPr/>
          </a:p>
        </p:txBody>
      </p:sp>
      <p:sp>
        <p:nvSpPr>
          <p:cNvPr id="14" name="iS1ide-任意多边形: 形状 13"/>
          <p:cNvSpPr/>
          <p:nvPr/>
        </p:nvSpPr>
        <p:spPr>
          <a:xfrm>
            <a:off x="1305064" y="4404159"/>
            <a:ext cx="715410" cy="540754"/>
          </a:xfrm>
          <a:custGeom>
            <a:avLst/>
            <a:gdLst/>
            <a:ahLst/>
            <a:cxnLst/>
            <a:rect l="0" t="0" r="0" b="0"/>
            <a:pathLst>
              <a:path w="120000" h="120000" extrusionOk="0">
                <a:moveTo>
                  <a:pt x="119717" y="51851"/>
                </a:moveTo>
                <a:lnTo>
                  <a:pt x="113223" y="61851"/>
                </a:lnTo>
                <a:lnTo>
                  <a:pt x="119717" y="71851"/>
                </a:lnTo>
                <a:lnTo>
                  <a:pt x="119717" y="71851"/>
                </a:lnTo>
                <a:lnTo>
                  <a:pt x="120000" y="72592"/>
                </a:lnTo>
                <a:lnTo>
                  <a:pt x="120000" y="73703"/>
                </a:lnTo>
                <a:lnTo>
                  <a:pt x="119717" y="74444"/>
                </a:lnTo>
                <a:lnTo>
                  <a:pt x="119435" y="75185"/>
                </a:lnTo>
                <a:lnTo>
                  <a:pt x="119435" y="75185"/>
                </a:lnTo>
                <a:lnTo>
                  <a:pt x="118870" y="75185"/>
                </a:lnTo>
                <a:lnTo>
                  <a:pt x="118588" y="75555"/>
                </a:lnTo>
                <a:lnTo>
                  <a:pt x="118588" y="75555"/>
                </a:lnTo>
                <a:lnTo>
                  <a:pt x="117741" y="75185"/>
                </a:lnTo>
                <a:lnTo>
                  <a:pt x="117176" y="74444"/>
                </a:lnTo>
                <a:lnTo>
                  <a:pt x="110682" y="63703"/>
                </a:lnTo>
                <a:lnTo>
                  <a:pt x="110682" y="63703"/>
                </a:lnTo>
                <a:lnTo>
                  <a:pt x="110400" y="63703"/>
                </a:lnTo>
                <a:lnTo>
                  <a:pt x="110117" y="63703"/>
                </a:lnTo>
                <a:lnTo>
                  <a:pt x="106164" y="63703"/>
                </a:lnTo>
                <a:lnTo>
                  <a:pt x="111247" y="71851"/>
                </a:lnTo>
                <a:lnTo>
                  <a:pt x="111247" y="71851"/>
                </a:lnTo>
                <a:lnTo>
                  <a:pt x="111529" y="72592"/>
                </a:lnTo>
                <a:lnTo>
                  <a:pt x="111811" y="73703"/>
                </a:lnTo>
                <a:lnTo>
                  <a:pt x="111529" y="74444"/>
                </a:lnTo>
                <a:lnTo>
                  <a:pt x="110964" y="75185"/>
                </a:lnTo>
                <a:lnTo>
                  <a:pt x="110964" y="75185"/>
                </a:lnTo>
                <a:lnTo>
                  <a:pt x="110682" y="75185"/>
                </a:lnTo>
                <a:lnTo>
                  <a:pt x="110117" y="75555"/>
                </a:lnTo>
                <a:lnTo>
                  <a:pt x="110117" y="75555"/>
                </a:lnTo>
                <a:lnTo>
                  <a:pt x="109552" y="75185"/>
                </a:lnTo>
                <a:lnTo>
                  <a:pt x="108988" y="74444"/>
                </a:lnTo>
                <a:lnTo>
                  <a:pt x="102494" y="63703"/>
                </a:lnTo>
                <a:lnTo>
                  <a:pt x="97411" y="63703"/>
                </a:lnTo>
                <a:lnTo>
                  <a:pt x="103058" y="71851"/>
                </a:lnTo>
                <a:lnTo>
                  <a:pt x="103058" y="71851"/>
                </a:lnTo>
                <a:lnTo>
                  <a:pt x="103341" y="72592"/>
                </a:lnTo>
                <a:lnTo>
                  <a:pt x="103341" y="73703"/>
                </a:lnTo>
                <a:lnTo>
                  <a:pt x="103058" y="74444"/>
                </a:lnTo>
                <a:lnTo>
                  <a:pt x="102494" y="75185"/>
                </a:lnTo>
                <a:lnTo>
                  <a:pt x="102494" y="75185"/>
                </a:lnTo>
                <a:lnTo>
                  <a:pt x="102211" y="75185"/>
                </a:lnTo>
                <a:lnTo>
                  <a:pt x="101364" y="75555"/>
                </a:lnTo>
                <a:lnTo>
                  <a:pt x="101364" y="75555"/>
                </a:lnTo>
                <a:lnTo>
                  <a:pt x="100800" y="75185"/>
                </a:lnTo>
                <a:lnTo>
                  <a:pt x="100235" y="74444"/>
                </a:lnTo>
                <a:lnTo>
                  <a:pt x="93741" y="63703"/>
                </a:lnTo>
                <a:lnTo>
                  <a:pt x="91482" y="63703"/>
                </a:lnTo>
                <a:lnTo>
                  <a:pt x="91482" y="63703"/>
                </a:lnTo>
                <a:lnTo>
                  <a:pt x="90917" y="69629"/>
                </a:lnTo>
                <a:lnTo>
                  <a:pt x="90070" y="75555"/>
                </a:lnTo>
                <a:lnTo>
                  <a:pt x="88941" y="80740"/>
                </a:lnTo>
                <a:lnTo>
                  <a:pt x="87247" y="85555"/>
                </a:lnTo>
                <a:lnTo>
                  <a:pt x="85270" y="90370"/>
                </a:lnTo>
                <a:lnTo>
                  <a:pt x="83011" y="95185"/>
                </a:lnTo>
                <a:lnTo>
                  <a:pt x="80470" y="99629"/>
                </a:lnTo>
                <a:lnTo>
                  <a:pt x="77082" y="103703"/>
                </a:lnTo>
                <a:lnTo>
                  <a:pt x="77082" y="103703"/>
                </a:lnTo>
                <a:lnTo>
                  <a:pt x="73694" y="107777"/>
                </a:lnTo>
                <a:lnTo>
                  <a:pt x="70023" y="111111"/>
                </a:lnTo>
                <a:lnTo>
                  <a:pt x="66635" y="113703"/>
                </a:lnTo>
                <a:lnTo>
                  <a:pt x="62682" y="115925"/>
                </a:lnTo>
                <a:lnTo>
                  <a:pt x="58729" y="117777"/>
                </a:lnTo>
                <a:lnTo>
                  <a:pt x="54494" y="118888"/>
                </a:lnTo>
                <a:lnTo>
                  <a:pt x="50258" y="120000"/>
                </a:lnTo>
                <a:lnTo>
                  <a:pt x="45741" y="120000"/>
                </a:lnTo>
                <a:lnTo>
                  <a:pt x="45741" y="120000"/>
                </a:lnTo>
                <a:lnTo>
                  <a:pt x="41223" y="119629"/>
                </a:lnTo>
                <a:lnTo>
                  <a:pt x="36705" y="118888"/>
                </a:lnTo>
                <a:lnTo>
                  <a:pt x="32470" y="117777"/>
                </a:lnTo>
                <a:lnTo>
                  <a:pt x="28235" y="115555"/>
                </a:lnTo>
                <a:lnTo>
                  <a:pt x="24282" y="113333"/>
                </a:lnTo>
                <a:lnTo>
                  <a:pt x="20611" y="110370"/>
                </a:lnTo>
                <a:lnTo>
                  <a:pt x="16941" y="106666"/>
                </a:lnTo>
                <a:lnTo>
                  <a:pt x="13552" y="102222"/>
                </a:lnTo>
                <a:lnTo>
                  <a:pt x="13552" y="102222"/>
                </a:lnTo>
                <a:lnTo>
                  <a:pt x="10447" y="97777"/>
                </a:lnTo>
                <a:lnTo>
                  <a:pt x="7623" y="93333"/>
                </a:lnTo>
                <a:lnTo>
                  <a:pt x="5364" y="88148"/>
                </a:lnTo>
                <a:lnTo>
                  <a:pt x="3388" y="83333"/>
                </a:lnTo>
                <a:lnTo>
                  <a:pt x="1976" y="77777"/>
                </a:lnTo>
                <a:lnTo>
                  <a:pt x="847" y="71851"/>
                </a:lnTo>
                <a:lnTo>
                  <a:pt x="282" y="65925"/>
                </a:lnTo>
                <a:lnTo>
                  <a:pt x="0" y="60000"/>
                </a:lnTo>
                <a:lnTo>
                  <a:pt x="0" y="60000"/>
                </a:lnTo>
                <a:lnTo>
                  <a:pt x="282" y="54074"/>
                </a:lnTo>
                <a:lnTo>
                  <a:pt x="847" y="48148"/>
                </a:lnTo>
                <a:lnTo>
                  <a:pt x="1976" y="42592"/>
                </a:lnTo>
                <a:lnTo>
                  <a:pt x="3388" y="37037"/>
                </a:lnTo>
                <a:lnTo>
                  <a:pt x="5364" y="31851"/>
                </a:lnTo>
                <a:lnTo>
                  <a:pt x="7623" y="27037"/>
                </a:lnTo>
                <a:lnTo>
                  <a:pt x="10447" y="22222"/>
                </a:lnTo>
                <a:lnTo>
                  <a:pt x="13552" y="17777"/>
                </a:lnTo>
                <a:lnTo>
                  <a:pt x="13552" y="17777"/>
                </a:lnTo>
                <a:lnTo>
                  <a:pt x="16941" y="13703"/>
                </a:lnTo>
                <a:lnTo>
                  <a:pt x="20611" y="10370"/>
                </a:lnTo>
                <a:lnTo>
                  <a:pt x="24282" y="6666"/>
                </a:lnTo>
                <a:lnTo>
                  <a:pt x="28235" y="4444"/>
                </a:lnTo>
                <a:lnTo>
                  <a:pt x="32470" y="2592"/>
                </a:lnTo>
                <a:lnTo>
                  <a:pt x="36705" y="1111"/>
                </a:lnTo>
                <a:lnTo>
                  <a:pt x="41223" y="370"/>
                </a:lnTo>
                <a:lnTo>
                  <a:pt x="45741" y="0"/>
                </a:lnTo>
                <a:lnTo>
                  <a:pt x="45741" y="0"/>
                </a:lnTo>
                <a:lnTo>
                  <a:pt x="50541" y="370"/>
                </a:lnTo>
                <a:lnTo>
                  <a:pt x="55058" y="1111"/>
                </a:lnTo>
                <a:lnTo>
                  <a:pt x="59294" y="2592"/>
                </a:lnTo>
                <a:lnTo>
                  <a:pt x="63529" y="4444"/>
                </a:lnTo>
                <a:lnTo>
                  <a:pt x="67200" y="6666"/>
                </a:lnTo>
                <a:lnTo>
                  <a:pt x="71152" y="10370"/>
                </a:lnTo>
                <a:lnTo>
                  <a:pt x="74541" y="13703"/>
                </a:lnTo>
                <a:lnTo>
                  <a:pt x="77929" y="17777"/>
                </a:lnTo>
                <a:lnTo>
                  <a:pt x="77929" y="17777"/>
                </a:lnTo>
                <a:lnTo>
                  <a:pt x="81317" y="22222"/>
                </a:lnTo>
                <a:lnTo>
                  <a:pt x="84141" y="27037"/>
                </a:lnTo>
                <a:lnTo>
                  <a:pt x="86400" y="31851"/>
                </a:lnTo>
                <a:lnTo>
                  <a:pt x="88376" y="37037"/>
                </a:lnTo>
                <a:lnTo>
                  <a:pt x="89788" y="42592"/>
                </a:lnTo>
                <a:lnTo>
                  <a:pt x="90635" y="48148"/>
                </a:lnTo>
                <a:lnTo>
                  <a:pt x="91482" y="54074"/>
                </a:lnTo>
                <a:lnTo>
                  <a:pt x="91482" y="60000"/>
                </a:lnTo>
                <a:lnTo>
                  <a:pt x="93741" y="60000"/>
                </a:lnTo>
                <a:lnTo>
                  <a:pt x="100235" y="49629"/>
                </a:lnTo>
                <a:lnTo>
                  <a:pt x="100235" y="49629"/>
                </a:lnTo>
                <a:lnTo>
                  <a:pt x="100800" y="48888"/>
                </a:lnTo>
                <a:lnTo>
                  <a:pt x="101364" y="48888"/>
                </a:lnTo>
                <a:lnTo>
                  <a:pt x="102211" y="48888"/>
                </a:lnTo>
                <a:lnTo>
                  <a:pt x="102776" y="49259"/>
                </a:lnTo>
                <a:lnTo>
                  <a:pt x="102776" y="49259"/>
                </a:lnTo>
                <a:lnTo>
                  <a:pt x="103058" y="50000"/>
                </a:lnTo>
                <a:lnTo>
                  <a:pt x="103341" y="50740"/>
                </a:lnTo>
                <a:lnTo>
                  <a:pt x="103341" y="51111"/>
                </a:lnTo>
                <a:lnTo>
                  <a:pt x="103058" y="51851"/>
                </a:lnTo>
                <a:lnTo>
                  <a:pt x="97411" y="60000"/>
                </a:lnTo>
                <a:lnTo>
                  <a:pt x="102494" y="60000"/>
                </a:lnTo>
                <a:lnTo>
                  <a:pt x="108988" y="49629"/>
                </a:lnTo>
                <a:lnTo>
                  <a:pt x="108988" y="49629"/>
                </a:lnTo>
                <a:lnTo>
                  <a:pt x="109552" y="48888"/>
                </a:lnTo>
                <a:lnTo>
                  <a:pt x="109835" y="48888"/>
                </a:lnTo>
                <a:lnTo>
                  <a:pt x="110400" y="48888"/>
                </a:lnTo>
                <a:lnTo>
                  <a:pt x="110964" y="49259"/>
                </a:lnTo>
                <a:lnTo>
                  <a:pt x="110964" y="49259"/>
                </a:lnTo>
                <a:lnTo>
                  <a:pt x="111529" y="50000"/>
                </a:lnTo>
                <a:lnTo>
                  <a:pt x="111811" y="50740"/>
                </a:lnTo>
                <a:lnTo>
                  <a:pt x="111529" y="51111"/>
                </a:lnTo>
                <a:lnTo>
                  <a:pt x="111247" y="51851"/>
                </a:lnTo>
                <a:lnTo>
                  <a:pt x="106164" y="60000"/>
                </a:lnTo>
                <a:lnTo>
                  <a:pt x="110117" y="60000"/>
                </a:lnTo>
                <a:lnTo>
                  <a:pt x="110117" y="60000"/>
                </a:lnTo>
                <a:lnTo>
                  <a:pt x="110400" y="60000"/>
                </a:lnTo>
                <a:lnTo>
                  <a:pt x="110682" y="60000"/>
                </a:lnTo>
                <a:lnTo>
                  <a:pt x="117176" y="49629"/>
                </a:lnTo>
                <a:lnTo>
                  <a:pt x="117176" y="49629"/>
                </a:lnTo>
                <a:lnTo>
                  <a:pt x="117741" y="48888"/>
                </a:lnTo>
                <a:lnTo>
                  <a:pt x="118305" y="48888"/>
                </a:lnTo>
                <a:lnTo>
                  <a:pt x="118870" y="48888"/>
                </a:lnTo>
                <a:lnTo>
                  <a:pt x="119435" y="49259"/>
                </a:lnTo>
                <a:lnTo>
                  <a:pt x="119435" y="49259"/>
                </a:lnTo>
                <a:lnTo>
                  <a:pt x="120000" y="50000"/>
                </a:lnTo>
                <a:lnTo>
                  <a:pt x="120000" y="50740"/>
                </a:lnTo>
                <a:lnTo>
                  <a:pt x="120000" y="51111"/>
                </a:lnTo>
                <a:lnTo>
                  <a:pt x="119717" y="51851"/>
                </a:lnTo>
                <a:lnTo>
                  <a:pt x="119717" y="51851"/>
                </a:lnTo>
                <a:close/>
                <a:moveTo>
                  <a:pt x="75105" y="101111"/>
                </a:moveTo>
                <a:lnTo>
                  <a:pt x="75105" y="101111"/>
                </a:lnTo>
                <a:lnTo>
                  <a:pt x="77929" y="97037"/>
                </a:lnTo>
                <a:lnTo>
                  <a:pt x="80752" y="92962"/>
                </a:lnTo>
                <a:lnTo>
                  <a:pt x="83011" y="88888"/>
                </a:lnTo>
                <a:lnTo>
                  <a:pt x="84705" y="84074"/>
                </a:lnTo>
                <a:lnTo>
                  <a:pt x="86117" y="79629"/>
                </a:lnTo>
                <a:lnTo>
                  <a:pt x="87247" y="74444"/>
                </a:lnTo>
                <a:lnTo>
                  <a:pt x="88094" y="69259"/>
                </a:lnTo>
                <a:lnTo>
                  <a:pt x="88658" y="63703"/>
                </a:lnTo>
                <a:lnTo>
                  <a:pt x="80188" y="63703"/>
                </a:lnTo>
                <a:lnTo>
                  <a:pt x="80188" y="63703"/>
                </a:lnTo>
                <a:lnTo>
                  <a:pt x="79623" y="68148"/>
                </a:lnTo>
                <a:lnTo>
                  <a:pt x="79058" y="71851"/>
                </a:lnTo>
                <a:lnTo>
                  <a:pt x="77929" y="76296"/>
                </a:lnTo>
                <a:lnTo>
                  <a:pt x="76517" y="80000"/>
                </a:lnTo>
                <a:lnTo>
                  <a:pt x="75105" y="83333"/>
                </a:lnTo>
                <a:lnTo>
                  <a:pt x="73411" y="86666"/>
                </a:lnTo>
                <a:lnTo>
                  <a:pt x="71435" y="90000"/>
                </a:lnTo>
                <a:lnTo>
                  <a:pt x="68894" y="92962"/>
                </a:lnTo>
                <a:lnTo>
                  <a:pt x="68894" y="92962"/>
                </a:lnTo>
                <a:lnTo>
                  <a:pt x="66635" y="95925"/>
                </a:lnTo>
                <a:lnTo>
                  <a:pt x="64094" y="98148"/>
                </a:lnTo>
                <a:lnTo>
                  <a:pt x="61270" y="100370"/>
                </a:lnTo>
                <a:lnTo>
                  <a:pt x="58447" y="101851"/>
                </a:lnTo>
                <a:lnTo>
                  <a:pt x="55623" y="103333"/>
                </a:lnTo>
                <a:lnTo>
                  <a:pt x="52235" y="104074"/>
                </a:lnTo>
                <a:lnTo>
                  <a:pt x="49129" y="105185"/>
                </a:lnTo>
                <a:lnTo>
                  <a:pt x="45741" y="105185"/>
                </a:lnTo>
                <a:lnTo>
                  <a:pt x="45741" y="105185"/>
                </a:lnTo>
                <a:lnTo>
                  <a:pt x="42352" y="105185"/>
                </a:lnTo>
                <a:lnTo>
                  <a:pt x="38964" y="104074"/>
                </a:lnTo>
                <a:lnTo>
                  <a:pt x="35858" y="102962"/>
                </a:lnTo>
                <a:lnTo>
                  <a:pt x="32752" y="101481"/>
                </a:lnTo>
                <a:lnTo>
                  <a:pt x="29647" y="99629"/>
                </a:lnTo>
                <a:lnTo>
                  <a:pt x="26823" y="97407"/>
                </a:lnTo>
                <a:lnTo>
                  <a:pt x="24282" y="94814"/>
                </a:lnTo>
                <a:lnTo>
                  <a:pt x="21741" y="91851"/>
                </a:lnTo>
                <a:lnTo>
                  <a:pt x="21741" y="91851"/>
                </a:lnTo>
                <a:lnTo>
                  <a:pt x="19200" y="88518"/>
                </a:lnTo>
                <a:lnTo>
                  <a:pt x="17223" y="84814"/>
                </a:lnTo>
                <a:lnTo>
                  <a:pt x="15529" y="81111"/>
                </a:lnTo>
                <a:lnTo>
                  <a:pt x="14117" y="77407"/>
                </a:lnTo>
                <a:lnTo>
                  <a:pt x="12988" y="73333"/>
                </a:lnTo>
                <a:lnTo>
                  <a:pt x="12141" y="68888"/>
                </a:lnTo>
                <a:lnTo>
                  <a:pt x="11858" y="64444"/>
                </a:lnTo>
                <a:lnTo>
                  <a:pt x="11576" y="60000"/>
                </a:lnTo>
                <a:lnTo>
                  <a:pt x="11576" y="60000"/>
                </a:lnTo>
                <a:lnTo>
                  <a:pt x="11858" y="55555"/>
                </a:lnTo>
                <a:lnTo>
                  <a:pt x="12141" y="51111"/>
                </a:lnTo>
                <a:lnTo>
                  <a:pt x="12988" y="47037"/>
                </a:lnTo>
                <a:lnTo>
                  <a:pt x="14117" y="42962"/>
                </a:lnTo>
                <a:lnTo>
                  <a:pt x="15529" y="38888"/>
                </a:lnTo>
                <a:lnTo>
                  <a:pt x="17223" y="35185"/>
                </a:lnTo>
                <a:lnTo>
                  <a:pt x="19200" y="31851"/>
                </a:lnTo>
                <a:lnTo>
                  <a:pt x="21741" y="28148"/>
                </a:lnTo>
                <a:lnTo>
                  <a:pt x="21741" y="28148"/>
                </a:lnTo>
                <a:lnTo>
                  <a:pt x="24282" y="25185"/>
                </a:lnTo>
                <a:lnTo>
                  <a:pt x="26823" y="22592"/>
                </a:lnTo>
                <a:lnTo>
                  <a:pt x="29647" y="20370"/>
                </a:lnTo>
                <a:lnTo>
                  <a:pt x="32752" y="18518"/>
                </a:lnTo>
                <a:lnTo>
                  <a:pt x="35858" y="17037"/>
                </a:lnTo>
                <a:lnTo>
                  <a:pt x="38964" y="15925"/>
                </a:lnTo>
                <a:lnTo>
                  <a:pt x="42352" y="15555"/>
                </a:lnTo>
                <a:lnTo>
                  <a:pt x="45741" y="15185"/>
                </a:lnTo>
                <a:lnTo>
                  <a:pt x="45741" y="15185"/>
                </a:lnTo>
                <a:lnTo>
                  <a:pt x="49129" y="15555"/>
                </a:lnTo>
                <a:lnTo>
                  <a:pt x="52517" y="15925"/>
                </a:lnTo>
                <a:lnTo>
                  <a:pt x="55905" y="17037"/>
                </a:lnTo>
                <a:lnTo>
                  <a:pt x="59011" y="18518"/>
                </a:lnTo>
                <a:lnTo>
                  <a:pt x="61835" y="20370"/>
                </a:lnTo>
                <a:lnTo>
                  <a:pt x="64658" y="22592"/>
                </a:lnTo>
                <a:lnTo>
                  <a:pt x="67482" y="25185"/>
                </a:lnTo>
                <a:lnTo>
                  <a:pt x="70023" y="28148"/>
                </a:lnTo>
                <a:lnTo>
                  <a:pt x="70023" y="28148"/>
                </a:lnTo>
                <a:lnTo>
                  <a:pt x="72282" y="31481"/>
                </a:lnTo>
                <a:lnTo>
                  <a:pt x="74258" y="35185"/>
                </a:lnTo>
                <a:lnTo>
                  <a:pt x="75952" y="38888"/>
                </a:lnTo>
                <a:lnTo>
                  <a:pt x="77364" y="42962"/>
                </a:lnTo>
                <a:lnTo>
                  <a:pt x="78776" y="47037"/>
                </a:lnTo>
                <a:lnTo>
                  <a:pt x="79623" y="51111"/>
                </a:lnTo>
                <a:lnTo>
                  <a:pt x="80188" y="55555"/>
                </a:lnTo>
                <a:lnTo>
                  <a:pt x="80188" y="60000"/>
                </a:lnTo>
                <a:lnTo>
                  <a:pt x="88658" y="60000"/>
                </a:lnTo>
                <a:lnTo>
                  <a:pt x="88658" y="60000"/>
                </a:lnTo>
                <a:lnTo>
                  <a:pt x="88658" y="54444"/>
                </a:lnTo>
                <a:lnTo>
                  <a:pt x="87811" y="48888"/>
                </a:lnTo>
                <a:lnTo>
                  <a:pt x="86964" y="43703"/>
                </a:lnTo>
                <a:lnTo>
                  <a:pt x="85552" y="38518"/>
                </a:lnTo>
                <a:lnTo>
                  <a:pt x="83858" y="33703"/>
                </a:lnTo>
                <a:lnTo>
                  <a:pt x="81600" y="28888"/>
                </a:lnTo>
                <a:lnTo>
                  <a:pt x="79341" y="24814"/>
                </a:lnTo>
                <a:lnTo>
                  <a:pt x="75952" y="20370"/>
                </a:lnTo>
                <a:lnTo>
                  <a:pt x="75952" y="20370"/>
                </a:lnTo>
                <a:lnTo>
                  <a:pt x="72847" y="16666"/>
                </a:lnTo>
                <a:lnTo>
                  <a:pt x="69458" y="13333"/>
                </a:lnTo>
                <a:lnTo>
                  <a:pt x="66070" y="10370"/>
                </a:lnTo>
                <a:lnTo>
                  <a:pt x="62400" y="7777"/>
                </a:lnTo>
                <a:lnTo>
                  <a:pt x="58447" y="5925"/>
                </a:lnTo>
                <a:lnTo>
                  <a:pt x="54211" y="4814"/>
                </a:lnTo>
                <a:lnTo>
                  <a:pt x="49976" y="4074"/>
                </a:lnTo>
                <a:lnTo>
                  <a:pt x="45741" y="3703"/>
                </a:lnTo>
                <a:lnTo>
                  <a:pt x="45741" y="3703"/>
                </a:lnTo>
                <a:lnTo>
                  <a:pt x="41505" y="4074"/>
                </a:lnTo>
                <a:lnTo>
                  <a:pt x="37270" y="4814"/>
                </a:lnTo>
                <a:lnTo>
                  <a:pt x="33317" y="5925"/>
                </a:lnTo>
                <a:lnTo>
                  <a:pt x="29364" y="7777"/>
                </a:lnTo>
                <a:lnTo>
                  <a:pt x="25694" y="10370"/>
                </a:lnTo>
                <a:lnTo>
                  <a:pt x="22023" y="13333"/>
                </a:lnTo>
                <a:lnTo>
                  <a:pt x="18917" y="16666"/>
                </a:lnTo>
                <a:lnTo>
                  <a:pt x="15529" y="20370"/>
                </a:lnTo>
                <a:lnTo>
                  <a:pt x="15529" y="20370"/>
                </a:lnTo>
                <a:lnTo>
                  <a:pt x="12705" y="24814"/>
                </a:lnTo>
                <a:lnTo>
                  <a:pt x="10164" y="28888"/>
                </a:lnTo>
                <a:lnTo>
                  <a:pt x="7623" y="33703"/>
                </a:lnTo>
                <a:lnTo>
                  <a:pt x="5929" y="38518"/>
                </a:lnTo>
                <a:lnTo>
                  <a:pt x="4517" y="43703"/>
                </a:lnTo>
                <a:lnTo>
                  <a:pt x="3670" y="48888"/>
                </a:lnTo>
                <a:lnTo>
                  <a:pt x="3105" y="54444"/>
                </a:lnTo>
                <a:lnTo>
                  <a:pt x="2823" y="60000"/>
                </a:lnTo>
                <a:lnTo>
                  <a:pt x="2823" y="60000"/>
                </a:lnTo>
                <a:lnTo>
                  <a:pt x="3105" y="65555"/>
                </a:lnTo>
                <a:lnTo>
                  <a:pt x="3670" y="71111"/>
                </a:lnTo>
                <a:lnTo>
                  <a:pt x="4517" y="76666"/>
                </a:lnTo>
                <a:lnTo>
                  <a:pt x="5929" y="81851"/>
                </a:lnTo>
                <a:lnTo>
                  <a:pt x="7623" y="86666"/>
                </a:lnTo>
                <a:lnTo>
                  <a:pt x="10164" y="91111"/>
                </a:lnTo>
                <a:lnTo>
                  <a:pt x="12705" y="95555"/>
                </a:lnTo>
                <a:lnTo>
                  <a:pt x="15529" y="99629"/>
                </a:lnTo>
                <a:lnTo>
                  <a:pt x="15529" y="99629"/>
                </a:lnTo>
                <a:lnTo>
                  <a:pt x="18917" y="103333"/>
                </a:lnTo>
                <a:lnTo>
                  <a:pt x="22023" y="107037"/>
                </a:lnTo>
                <a:lnTo>
                  <a:pt x="25694" y="110000"/>
                </a:lnTo>
                <a:lnTo>
                  <a:pt x="29364" y="112222"/>
                </a:lnTo>
                <a:lnTo>
                  <a:pt x="33317" y="114074"/>
                </a:lnTo>
                <a:lnTo>
                  <a:pt x="37270" y="115185"/>
                </a:lnTo>
                <a:lnTo>
                  <a:pt x="41505" y="115925"/>
                </a:lnTo>
                <a:lnTo>
                  <a:pt x="45741" y="116296"/>
                </a:lnTo>
                <a:lnTo>
                  <a:pt x="45741" y="116296"/>
                </a:lnTo>
                <a:lnTo>
                  <a:pt x="49976" y="116296"/>
                </a:lnTo>
                <a:lnTo>
                  <a:pt x="53929" y="115555"/>
                </a:lnTo>
                <a:lnTo>
                  <a:pt x="57882" y="114074"/>
                </a:lnTo>
                <a:lnTo>
                  <a:pt x="61835" y="112592"/>
                </a:lnTo>
                <a:lnTo>
                  <a:pt x="65223" y="110370"/>
                </a:lnTo>
                <a:lnTo>
                  <a:pt x="68611" y="107777"/>
                </a:lnTo>
                <a:lnTo>
                  <a:pt x="72000" y="104814"/>
                </a:lnTo>
                <a:lnTo>
                  <a:pt x="75105" y="101111"/>
                </a:lnTo>
                <a:lnTo>
                  <a:pt x="75105" y="101111"/>
                </a:lnTo>
                <a:close/>
                <a:moveTo>
                  <a:pt x="77082" y="60000"/>
                </a:moveTo>
                <a:lnTo>
                  <a:pt x="77082" y="60000"/>
                </a:lnTo>
                <a:lnTo>
                  <a:pt x="77082" y="55925"/>
                </a:lnTo>
                <a:lnTo>
                  <a:pt x="76517" y="51851"/>
                </a:lnTo>
                <a:lnTo>
                  <a:pt x="75952" y="48148"/>
                </a:lnTo>
                <a:lnTo>
                  <a:pt x="74823" y="44444"/>
                </a:lnTo>
                <a:lnTo>
                  <a:pt x="73694" y="40370"/>
                </a:lnTo>
                <a:lnTo>
                  <a:pt x="72000" y="37037"/>
                </a:lnTo>
                <a:lnTo>
                  <a:pt x="70305" y="34074"/>
                </a:lnTo>
                <a:lnTo>
                  <a:pt x="68047" y="30740"/>
                </a:lnTo>
                <a:lnTo>
                  <a:pt x="68047" y="30740"/>
                </a:lnTo>
                <a:lnTo>
                  <a:pt x="65788" y="28148"/>
                </a:lnTo>
                <a:lnTo>
                  <a:pt x="63247" y="25555"/>
                </a:lnTo>
                <a:lnTo>
                  <a:pt x="60705" y="23703"/>
                </a:lnTo>
                <a:lnTo>
                  <a:pt x="58164" y="21851"/>
                </a:lnTo>
                <a:lnTo>
                  <a:pt x="55341" y="20740"/>
                </a:lnTo>
                <a:lnTo>
                  <a:pt x="51952" y="19629"/>
                </a:lnTo>
                <a:lnTo>
                  <a:pt x="48847" y="19259"/>
                </a:lnTo>
                <a:lnTo>
                  <a:pt x="45741" y="18888"/>
                </a:lnTo>
                <a:lnTo>
                  <a:pt x="45741" y="18888"/>
                </a:lnTo>
                <a:lnTo>
                  <a:pt x="42635" y="19259"/>
                </a:lnTo>
                <a:lnTo>
                  <a:pt x="39529" y="19629"/>
                </a:lnTo>
                <a:lnTo>
                  <a:pt x="36705" y="20740"/>
                </a:lnTo>
                <a:lnTo>
                  <a:pt x="33882" y="21851"/>
                </a:lnTo>
                <a:lnTo>
                  <a:pt x="30776" y="23703"/>
                </a:lnTo>
                <a:lnTo>
                  <a:pt x="28235" y="25555"/>
                </a:lnTo>
                <a:lnTo>
                  <a:pt x="25976" y="28148"/>
                </a:lnTo>
                <a:lnTo>
                  <a:pt x="23435" y="30740"/>
                </a:lnTo>
                <a:lnTo>
                  <a:pt x="23435" y="30740"/>
                </a:lnTo>
                <a:lnTo>
                  <a:pt x="21458" y="34074"/>
                </a:lnTo>
                <a:lnTo>
                  <a:pt x="19482" y="37037"/>
                </a:lnTo>
                <a:lnTo>
                  <a:pt x="18070" y="40370"/>
                </a:lnTo>
                <a:lnTo>
                  <a:pt x="16658" y="44444"/>
                </a:lnTo>
                <a:lnTo>
                  <a:pt x="15811" y="48148"/>
                </a:lnTo>
                <a:lnTo>
                  <a:pt x="14964" y="51851"/>
                </a:lnTo>
                <a:lnTo>
                  <a:pt x="14682" y="55925"/>
                </a:lnTo>
                <a:lnTo>
                  <a:pt x="14400" y="60000"/>
                </a:lnTo>
                <a:lnTo>
                  <a:pt x="14400" y="60000"/>
                </a:lnTo>
                <a:lnTo>
                  <a:pt x="14682" y="64074"/>
                </a:lnTo>
                <a:lnTo>
                  <a:pt x="14964" y="68148"/>
                </a:lnTo>
                <a:lnTo>
                  <a:pt x="15811" y="72222"/>
                </a:lnTo>
                <a:lnTo>
                  <a:pt x="16658" y="75925"/>
                </a:lnTo>
                <a:lnTo>
                  <a:pt x="18070" y="79629"/>
                </a:lnTo>
                <a:lnTo>
                  <a:pt x="19482" y="82962"/>
                </a:lnTo>
                <a:lnTo>
                  <a:pt x="21458" y="86296"/>
                </a:lnTo>
                <a:lnTo>
                  <a:pt x="23435" y="89259"/>
                </a:lnTo>
                <a:lnTo>
                  <a:pt x="23435" y="89259"/>
                </a:lnTo>
                <a:lnTo>
                  <a:pt x="25976" y="92222"/>
                </a:lnTo>
                <a:lnTo>
                  <a:pt x="28235" y="94444"/>
                </a:lnTo>
                <a:lnTo>
                  <a:pt x="30776" y="96666"/>
                </a:lnTo>
                <a:lnTo>
                  <a:pt x="33882" y="98148"/>
                </a:lnTo>
                <a:lnTo>
                  <a:pt x="36705" y="99629"/>
                </a:lnTo>
                <a:lnTo>
                  <a:pt x="39529" y="100370"/>
                </a:lnTo>
                <a:lnTo>
                  <a:pt x="42635" y="101111"/>
                </a:lnTo>
                <a:lnTo>
                  <a:pt x="45741" y="101111"/>
                </a:lnTo>
                <a:lnTo>
                  <a:pt x="45741" y="101111"/>
                </a:lnTo>
                <a:lnTo>
                  <a:pt x="48847" y="101111"/>
                </a:lnTo>
                <a:lnTo>
                  <a:pt x="51670" y="100370"/>
                </a:lnTo>
                <a:lnTo>
                  <a:pt x="54494" y="99629"/>
                </a:lnTo>
                <a:lnTo>
                  <a:pt x="57317" y="98518"/>
                </a:lnTo>
                <a:lnTo>
                  <a:pt x="59858" y="97037"/>
                </a:lnTo>
                <a:lnTo>
                  <a:pt x="62400" y="95185"/>
                </a:lnTo>
                <a:lnTo>
                  <a:pt x="64658" y="92962"/>
                </a:lnTo>
                <a:lnTo>
                  <a:pt x="66917" y="90370"/>
                </a:lnTo>
                <a:lnTo>
                  <a:pt x="66917" y="90370"/>
                </a:lnTo>
                <a:lnTo>
                  <a:pt x="69176" y="87777"/>
                </a:lnTo>
                <a:lnTo>
                  <a:pt x="70870" y="84814"/>
                </a:lnTo>
                <a:lnTo>
                  <a:pt x="72564" y="81851"/>
                </a:lnTo>
                <a:lnTo>
                  <a:pt x="73976" y="78518"/>
                </a:lnTo>
                <a:lnTo>
                  <a:pt x="75105" y="75185"/>
                </a:lnTo>
                <a:lnTo>
                  <a:pt x="75952" y="71481"/>
                </a:lnTo>
                <a:lnTo>
                  <a:pt x="76517" y="67777"/>
                </a:lnTo>
                <a:lnTo>
                  <a:pt x="77082" y="63703"/>
                </a:lnTo>
                <a:lnTo>
                  <a:pt x="68611" y="63703"/>
                </a:lnTo>
                <a:lnTo>
                  <a:pt x="68611" y="63703"/>
                </a:lnTo>
                <a:lnTo>
                  <a:pt x="68047" y="66666"/>
                </a:lnTo>
                <a:lnTo>
                  <a:pt x="67764" y="69259"/>
                </a:lnTo>
                <a:lnTo>
                  <a:pt x="66917" y="71481"/>
                </a:lnTo>
                <a:lnTo>
                  <a:pt x="66070" y="74444"/>
                </a:lnTo>
                <a:lnTo>
                  <a:pt x="64941" y="76666"/>
                </a:lnTo>
                <a:lnTo>
                  <a:pt x="63811" y="78888"/>
                </a:lnTo>
                <a:lnTo>
                  <a:pt x="62400" y="80740"/>
                </a:lnTo>
                <a:lnTo>
                  <a:pt x="60988" y="82592"/>
                </a:lnTo>
                <a:lnTo>
                  <a:pt x="60988" y="82592"/>
                </a:lnTo>
                <a:lnTo>
                  <a:pt x="59294" y="84444"/>
                </a:lnTo>
                <a:lnTo>
                  <a:pt x="57600" y="85925"/>
                </a:lnTo>
                <a:lnTo>
                  <a:pt x="55905" y="87037"/>
                </a:lnTo>
                <a:lnTo>
                  <a:pt x="53647" y="88148"/>
                </a:lnTo>
                <a:lnTo>
                  <a:pt x="51952" y="88888"/>
                </a:lnTo>
                <a:lnTo>
                  <a:pt x="49976" y="89629"/>
                </a:lnTo>
                <a:lnTo>
                  <a:pt x="48000" y="90000"/>
                </a:lnTo>
                <a:lnTo>
                  <a:pt x="45741" y="90000"/>
                </a:lnTo>
                <a:lnTo>
                  <a:pt x="45741" y="90000"/>
                </a:lnTo>
                <a:lnTo>
                  <a:pt x="43482" y="90000"/>
                </a:lnTo>
                <a:lnTo>
                  <a:pt x="41223" y="89629"/>
                </a:lnTo>
                <a:lnTo>
                  <a:pt x="39247" y="88888"/>
                </a:lnTo>
                <a:lnTo>
                  <a:pt x="37270" y="87777"/>
                </a:lnTo>
                <a:lnTo>
                  <a:pt x="35294" y="86666"/>
                </a:lnTo>
                <a:lnTo>
                  <a:pt x="33317" y="85185"/>
                </a:lnTo>
                <a:lnTo>
                  <a:pt x="31623" y="83333"/>
                </a:lnTo>
                <a:lnTo>
                  <a:pt x="29647" y="81481"/>
                </a:lnTo>
                <a:lnTo>
                  <a:pt x="29647" y="81481"/>
                </a:lnTo>
                <a:lnTo>
                  <a:pt x="27952" y="79259"/>
                </a:lnTo>
                <a:lnTo>
                  <a:pt x="26541" y="76666"/>
                </a:lnTo>
                <a:lnTo>
                  <a:pt x="25411" y="74444"/>
                </a:lnTo>
                <a:lnTo>
                  <a:pt x="24564" y="71481"/>
                </a:lnTo>
                <a:lnTo>
                  <a:pt x="24000" y="68888"/>
                </a:lnTo>
                <a:lnTo>
                  <a:pt x="23435" y="65925"/>
                </a:lnTo>
                <a:lnTo>
                  <a:pt x="23152" y="62962"/>
                </a:lnTo>
                <a:lnTo>
                  <a:pt x="22870" y="60000"/>
                </a:lnTo>
                <a:lnTo>
                  <a:pt x="22870" y="60000"/>
                </a:lnTo>
                <a:lnTo>
                  <a:pt x="23152" y="57037"/>
                </a:lnTo>
                <a:lnTo>
                  <a:pt x="23435" y="54074"/>
                </a:lnTo>
                <a:lnTo>
                  <a:pt x="24000" y="51481"/>
                </a:lnTo>
                <a:lnTo>
                  <a:pt x="24564" y="48518"/>
                </a:lnTo>
                <a:lnTo>
                  <a:pt x="25411" y="46296"/>
                </a:lnTo>
                <a:lnTo>
                  <a:pt x="26541" y="43703"/>
                </a:lnTo>
                <a:lnTo>
                  <a:pt x="27952" y="41111"/>
                </a:lnTo>
                <a:lnTo>
                  <a:pt x="29647" y="38888"/>
                </a:lnTo>
                <a:lnTo>
                  <a:pt x="29647" y="38888"/>
                </a:lnTo>
                <a:lnTo>
                  <a:pt x="31623" y="36666"/>
                </a:lnTo>
                <a:lnTo>
                  <a:pt x="33317" y="34814"/>
                </a:lnTo>
                <a:lnTo>
                  <a:pt x="35294" y="33333"/>
                </a:lnTo>
                <a:lnTo>
                  <a:pt x="37270" y="32222"/>
                </a:lnTo>
                <a:lnTo>
                  <a:pt x="39247" y="31111"/>
                </a:lnTo>
                <a:lnTo>
                  <a:pt x="41223" y="30740"/>
                </a:lnTo>
                <a:lnTo>
                  <a:pt x="43482" y="30370"/>
                </a:lnTo>
                <a:lnTo>
                  <a:pt x="45741" y="30000"/>
                </a:lnTo>
                <a:lnTo>
                  <a:pt x="45741" y="30000"/>
                </a:lnTo>
                <a:lnTo>
                  <a:pt x="48000" y="30370"/>
                </a:lnTo>
                <a:lnTo>
                  <a:pt x="50258" y="30740"/>
                </a:lnTo>
                <a:lnTo>
                  <a:pt x="52517" y="31111"/>
                </a:lnTo>
                <a:lnTo>
                  <a:pt x="54494" y="32222"/>
                </a:lnTo>
                <a:lnTo>
                  <a:pt x="56752" y="33333"/>
                </a:lnTo>
                <a:lnTo>
                  <a:pt x="58447" y="34814"/>
                </a:lnTo>
                <a:lnTo>
                  <a:pt x="60423" y="36666"/>
                </a:lnTo>
                <a:lnTo>
                  <a:pt x="62117" y="38888"/>
                </a:lnTo>
                <a:lnTo>
                  <a:pt x="62117" y="38888"/>
                </a:lnTo>
                <a:lnTo>
                  <a:pt x="63529" y="41111"/>
                </a:lnTo>
                <a:lnTo>
                  <a:pt x="64941" y="43703"/>
                </a:lnTo>
                <a:lnTo>
                  <a:pt x="66070" y="46296"/>
                </a:lnTo>
                <a:lnTo>
                  <a:pt x="66917" y="48518"/>
                </a:lnTo>
                <a:lnTo>
                  <a:pt x="67764" y="51481"/>
                </a:lnTo>
                <a:lnTo>
                  <a:pt x="68329" y="54074"/>
                </a:lnTo>
                <a:lnTo>
                  <a:pt x="68611" y="57037"/>
                </a:lnTo>
                <a:lnTo>
                  <a:pt x="68611" y="60000"/>
                </a:lnTo>
                <a:lnTo>
                  <a:pt x="77082" y="60000"/>
                </a:lnTo>
                <a:close/>
                <a:moveTo>
                  <a:pt x="65788" y="60000"/>
                </a:moveTo>
                <a:lnTo>
                  <a:pt x="65788" y="60000"/>
                </a:lnTo>
                <a:lnTo>
                  <a:pt x="65788" y="57407"/>
                </a:lnTo>
                <a:lnTo>
                  <a:pt x="65505" y="54814"/>
                </a:lnTo>
                <a:lnTo>
                  <a:pt x="64941" y="52222"/>
                </a:lnTo>
                <a:lnTo>
                  <a:pt x="64376" y="50000"/>
                </a:lnTo>
                <a:lnTo>
                  <a:pt x="63529" y="47777"/>
                </a:lnTo>
                <a:lnTo>
                  <a:pt x="62682" y="45555"/>
                </a:lnTo>
                <a:lnTo>
                  <a:pt x="61270" y="43703"/>
                </a:lnTo>
                <a:lnTo>
                  <a:pt x="60141" y="41111"/>
                </a:lnTo>
                <a:lnTo>
                  <a:pt x="60141" y="41111"/>
                </a:lnTo>
                <a:lnTo>
                  <a:pt x="58447" y="39629"/>
                </a:lnTo>
                <a:lnTo>
                  <a:pt x="57035" y="38148"/>
                </a:lnTo>
                <a:lnTo>
                  <a:pt x="55341" y="36666"/>
                </a:lnTo>
                <a:lnTo>
                  <a:pt x="53364" y="35555"/>
                </a:lnTo>
                <a:lnTo>
                  <a:pt x="51670" y="34814"/>
                </a:lnTo>
                <a:lnTo>
                  <a:pt x="49694" y="34074"/>
                </a:lnTo>
                <a:lnTo>
                  <a:pt x="47717" y="33703"/>
                </a:lnTo>
                <a:lnTo>
                  <a:pt x="45741" y="33703"/>
                </a:lnTo>
                <a:lnTo>
                  <a:pt x="45741" y="33703"/>
                </a:lnTo>
                <a:lnTo>
                  <a:pt x="43764" y="34074"/>
                </a:lnTo>
                <a:lnTo>
                  <a:pt x="41788" y="34074"/>
                </a:lnTo>
                <a:lnTo>
                  <a:pt x="40094" y="34814"/>
                </a:lnTo>
                <a:lnTo>
                  <a:pt x="38400" y="35555"/>
                </a:lnTo>
                <a:lnTo>
                  <a:pt x="36423" y="36666"/>
                </a:lnTo>
                <a:lnTo>
                  <a:pt x="35011" y="38148"/>
                </a:lnTo>
                <a:lnTo>
                  <a:pt x="33317" y="39629"/>
                </a:lnTo>
                <a:lnTo>
                  <a:pt x="31905" y="41851"/>
                </a:lnTo>
                <a:lnTo>
                  <a:pt x="31905" y="41851"/>
                </a:lnTo>
                <a:lnTo>
                  <a:pt x="30211" y="43703"/>
                </a:lnTo>
                <a:lnTo>
                  <a:pt x="29082" y="45925"/>
                </a:lnTo>
                <a:lnTo>
                  <a:pt x="27952" y="47777"/>
                </a:lnTo>
                <a:lnTo>
                  <a:pt x="27105" y="50000"/>
                </a:lnTo>
                <a:lnTo>
                  <a:pt x="26541" y="52592"/>
                </a:lnTo>
                <a:lnTo>
                  <a:pt x="26258" y="54814"/>
                </a:lnTo>
                <a:lnTo>
                  <a:pt x="25976" y="57407"/>
                </a:lnTo>
                <a:lnTo>
                  <a:pt x="25694" y="60000"/>
                </a:lnTo>
                <a:lnTo>
                  <a:pt x="25694" y="60000"/>
                </a:lnTo>
                <a:lnTo>
                  <a:pt x="25976" y="62592"/>
                </a:lnTo>
                <a:lnTo>
                  <a:pt x="26258" y="65185"/>
                </a:lnTo>
                <a:lnTo>
                  <a:pt x="26541" y="67777"/>
                </a:lnTo>
                <a:lnTo>
                  <a:pt x="27105" y="70000"/>
                </a:lnTo>
                <a:lnTo>
                  <a:pt x="27952" y="72222"/>
                </a:lnTo>
                <a:lnTo>
                  <a:pt x="29082" y="74814"/>
                </a:lnTo>
                <a:lnTo>
                  <a:pt x="30211" y="76666"/>
                </a:lnTo>
                <a:lnTo>
                  <a:pt x="31905" y="78888"/>
                </a:lnTo>
                <a:lnTo>
                  <a:pt x="31905" y="78888"/>
                </a:lnTo>
                <a:lnTo>
                  <a:pt x="33317" y="80370"/>
                </a:lnTo>
                <a:lnTo>
                  <a:pt x="35011" y="82222"/>
                </a:lnTo>
                <a:lnTo>
                  <a:pt x="36423" y="83333"/>
                </a:lnTo>
                <a:lnTo>
                  <a:pt x="38400" y="84444"/>
                </a:lnTo>
                <a:lnTo>
                  <a:pt x="40094" y="85185"/>
                </a:lnTo>
                <a:lnTo>
                  <a:pt x="41788" y="85925"/>
                </a:lnTo>
                <a:lnTo>
                  <a:pt x="43764" y="86296"/>
                </a:lnTo>
                <a:lnTo>
                  <a:pt x="45741" y="86296"/>
                </a:lnTo>
                <a:lnTo>
                  <a:pt x="45741" y="86296"/>
                </a:lnTo>
                <a:lnTo>
                  <a:pt x="49411" y="85925"/>
                </a:lnTo>
                <a:lnTo>
                  <a:pt x="52800" y="84814"/>
                </a:lnTo>
                <a:lnTo>
                  <a:pt x="56188" y="82962"/>
                </a:lnTo>
                <a:lnTo>
                  <a:pt x="59011" y="80000"/>
                </a:lnTo>
                <a:lnTo>
                  <a:pt x="59011" y="80000"/>
                </a:lnTo>
                <a:lnTo>
                  <a:pt x="61552" y="76666"/>
                </a:lnTo>
                <a:lnTo>
                  <a:pt x="63529" y="72592"/>
                </a:lnTo>
                <a:lnTo>
                  <a:pt x="64941" y="68148"/>
                </a:lnTo>
                <a:lnTo>
                  <a:pt x="65788" y="63703"/>
                </a:lnTo>
                <a:lnTo>
                  <a:pt x="57035" y="63703"/>
                </a:lnTo>
                <a:lnTo>
                  <a:pt x="57035" y="63703"/>
                </a:lnTo>
                <a:lnTo>
                  <a:pt x="56470" y="65925"/>
                </a:lnTo>
                <a:lnTo>
                  <a:pt x="55623" y="68148"/>
                </a:lnTo>
                <a:lnTo>
                  <a:pt x="54211" y="70000"/>
                </a:lnTo>
                <a:lnTo>
                  <a:pt x="52800" y="71851"/>
                </a:lnTo>
                <a:lnTo>
                  <a:pt x="52800" y="71851"/>
                </a:lnTo>
                <a:lnTo>
                  <a:pt x="51105" y="73333"/>
                </a:lnTo>
                <a:lnTo>
                  <a:pt x="49411" y="74444"/>
                </a:lnTo>
                <a:lnTo>
                  <a:pt x="47717" y="75185"/>
                </a:lnTo>
                <a:lnTo>
                  <a:pt x="45741" y="75185"/>
                </a:lnTo>
                <a:lnTo>
                  <a:pt x="45741" y="75185"/>
                </a:lnTo>
                <a:lnTo>
                  <a:pt x="43482" y="74814"/>
                </a:lnTo>
                <a:lnTo>
                  <a:pt x="41505" y="74074"/>
                </a:lnTo>
                <a:lnTo>
                  <a:pt x="39529" y="72592"/>
                </a:lnTo>
                <a:lnTo>
                  <a:pt x="37835" y="70370"/>
                </a:lnTo>
                <a:lnTo>
                  <a:pt x="37835" y="70370"/>
                </a:lnTo>
                <a:lnTo>
                  <a:pt x="36423" y="68148"/>
                </a:lnTo>
                <a:lnTo>
                  <a:pt x="35294" y="65555"/>
                </a:lnTo>
                <a:lnTo>
                  <a:pt x="34729" y="62962"/>
                </a:lnTo>
                <a:lnTo>
                  <a:pt x="34447" y="60000"/>
                </a:lnTo>
                <a:lnTo>
                  <a:pt x="34447" y="60000"/>
                </a:lnTo>
                <a:lnTo>
                  <a:pt x="34729" y="57037"/>
                </a:lnTo>
                <a:lnTo>
                  <a:pt x="35294" y="54444"/>
                </a:lnTo>
                <a:lnTo>
                  <a:pt x="36423" y="51851"/>
                </a:lnTo>
                <a:lnTo>
                  <a:pt x="37835" y="49629"/>
                </a:lnTo>
                <a:lnTo>
                  <a:pt x="37835" y="49629"/>
                </a:lnTo>
                <a:lnTo>
                  <a:pt x="39529" y="47777"/>
                </a:lnTo>
                <a:lnTo>
                  <a:pt x="41505" y="46296"/>
                </a:lnTo>
                <a:lnTo>
                  <a:pt x="43482" y="45555"/>
                </a:lnTo>
                <a:lnTo>
                  <a:pt x="45741" y="45185"/>
                </a:lnTo>
                <a:lnTo>
                  <a:pt x="45741" y="45185"/>
                </a:lnTo>
                <a:lnTo>
                  <a:pt x="48000" y="45555"/>
                </a:lnTo>
                <a:lnTo>
                  <a:pt x="49976" y="46296"/>
                </a:lnTo>
                <a:lnTo>
                  <a:pt x="51952" y="47777"/>
                </a:lnTo>
                <a:lnTo>
                  <a:pt x="53647" y="49629"/>
                </a:lnTo>
                <a:lnTo>
                  <a:pt x="53647" y="49629"/>
                </a:lnTo>
                <a:lnTo>
                  <a:pt x="55623" y="51851"/>
                </a:lnTo>
                <a:lnTo>
                  <a:pt x="56470" y="54444"/>
                </a:lnTo>
                <a:lnTo>
                  <a:pt x="57317" y="57037"/>
                </a:lnTo>
                <a:lnTo>
                  <a:pt x="57317" y="60000"/>
                </a:lnTo>
                <a:lnTo>
                  <a:pt x="65788" y="60000"/>
                </a:lnTo>
                <a:close/>
                <a:moveTo>
                  <a:pt x="45741" y="61851"/>
                </a:moveTo>
                <a:lnTo>
                  <a:pt x="45741" y="61851"/>
                </a:lnTo>
                <a:lnTo>
                  <a:pt x="45741" y="61111"/>
                </a:lnTo>
                <a:lnTo>
                  <a:pt x="46023" y="60370"/>
                </a:lnTo>
                <a:lnTo>
                  <a:pt x="46588" y="60000"/>
                </a:lnTo>
                <a:lnTo>
                  <a:pt x="47152" y="60000"/>
                </a:lnTo>
                <a:lnTo>
                  <a:pt x="54211" y="60000"/>
                </a:lnTo>
                <a:lnTo>
                  <a:pt x="54211" y="60000"/>
                </a:lnTo>
                <a:lnTo>
                  <a:pt x="54211" y="57777"/>
                </a:lnTo>
                <a:lnTo>
                  <a:pt x="53647" y="55925"/>
                </a:lnTo>
                <a:lnTo>
                  <a:pt x="52800" y="54074"/>
                </a:lnTo>
                <a:lnTo>
                  <a:pt x="51670" y="52222"/>
                </a:lnTo>
                <a:lnTo>
                  <a:pt x="51670" y="52222"/>
                </a:lnTo>
                <a:lnTo>
                  <a:pt x="50541" y="50740"/>
                </a:lnTo>
                <a:lnTo>
                  <a:pt x="49129" y="49629"/>
                </a:lnTo>
                <a:lnTo>
                  <a:pt x="47435" y="49259"/>
                </a:lnTo>
                <a:lnTo>
                  <a:pt x="45741" y="48888"/>
                </a:lnTo>
                <a:lnTo>
                  <a:pt x="45741" y="48888"/>
                </a:lnTo>
                <a:lnTo>
                  <a:pt x="44047" y="49259"/>
                </a:lnTo>
                <a:lnTo>
                  <a:pt x="42635" y="49629"/>
                </a:lnTo>
                <a:lnTo>
                  <a:pt x="41223" y="50740"/>
                </a:lnTo>
                <a:lnTo>
                  <a:pt x="39811" y="52222"/>
                </a:lnTo>
                <a:lnTo>
                  <a:pt x="39811" y="52222"/>
                </a:lnTo>
                <a:lnTo>
                  <a:pt x="38682" y="54074"/>
                </a:lnTo>
                <a:lnTo>
                  <a:pt x="37835" y="55925"/>
                </a:lnTo>
                <a:lnTo>
                  <a:pt x="37552" y="57777"/>
                </a:lnTo>
                <a:lnTo>
                  <a:pt x="37270" y="60000"/>
                </a:lnTo>
                <a:lnTo>
                  <a:pt x="37270" y="60000"/>
                </a:lnTo>
                <a:lnTo>
                  <a:pt x="37552" y="62222"/>
                </a:lnTo>
                <a:lnTo>
                  <a:pt x="37835" y="64444"/>
                </a:lnTo>
                <a:lnTo>
                  <a:pt x="38682" y="66296"/>
                </a:lnTo>
                <a:lnTo>
                  <a:pt x="39811" y="67777"/>
                </a:lnTo>
                <a:lnTo>
                  <a:pt x="39811" y="67777"/>
                </a:lnTo>
                <a:lnTo>
                  <a:pt x="41223" y="69259"/>
                </a:lnTo>
                <a:lnTo>
                  <a:pt x="42635" y="70370"/>
                </a:lnTo>
                <a:lnTo>
                  <a:pt x="44047" y="71111"/>
                </a:lnTo>
                <a:lnTo>
                  <a:pt x="45741" y="71111"/>
                </a:lnTo>
                <a:lnTo>
                  <a:pt x="45741" y="71111"/>
                </a:lnTo>
                <a:lnTo>
                  <a:pt x="47152" y="71111"/>
                </a:lnTo>
                <a:lnTo>
                  <a:pt x="48282" y="70740"/>
                </a:lnTo>
                <a:lnTo>
                  <a:pt x="49411" y="70000"/>
                </a:lnTo>
                <a:lnTo>
                  <a:pt x="50541" y="69259"/>
                </a:lnTo>
                <a:lnTo>
                  <a:pt x="50541" y="69259"/>
                </a:lnTo>
                <a:lnTo>
                  <a:pt x="51670" y="68148"/>
                </a:lnTo>
                <a:lnTo>
                  <a:pt x="52517" y="66666"/>
                </a:lnTo>
                <a:lnTo>
                  <a:pt x="53364" y="65185"/>
                </a:lnTo>
                <a:lnTo>
                  <a:pt x="53647" y="63703"/>
                </a:lnTo>
                <a:lnTo>
                  <a:pt x="47152" y="63703"/>
                </a:lnTo>
                <a:lnTo>
                  <a:pt x="47152" y="63703"/>
                </a:lnTo>
                <a:lnTo>
                  <a:pt x="46588" y="63703"/>
                </a:lnTo>
                <a:lnTo>
                  <a:pt x="46023" y="63333"/>
                </a:lnTo>
                <a:lnTo>
                  <a:pt x="45741" y="62962"/>
                </a:lnTo>
                <a:lnTo>
                  <a:pt x="45741" y="61851"/>
                </a:lnTo>
                <a:lnTo>
                  <a:pt x="45741" y="61851"/>
                </a:lnTo>
                <a:close/>
              </a:path>
            </a:pathLst>
          </a:custGeom>
          <a:solidFill>
            <a:schemeClr val="accent2"/>
          </a:solidFill>
          <a:ln>
            <a:noFill/>
          </a:ln>
        </p:spPr>
        <p:txBody>
          <a:bodyPr anchor="ctr"/>
          <a:lstStyle/>
          <a:p>
            <a:pPr algn="ctr"/>
            <a:endParaRPr/>
          </a:p>
        </p:txBody>
      </p:sp>
      <p:sp>
        <p:nvSpPr>
          <p:cNvPr id="15" name="iS1ide-任意多边形: 形状 14"/>
          <p:cNvSpPr/>
          <p:nvPr/>
        </p:nvSpPr>
        <p:spPr>
          <a:xfrm>
            <a:off x="8954015" y="2093002"/>
            <a:ext cx="480044" cy="480044"/>
          </a:xfrm>
          <a:custGeom>
            <a:avLst/>
            <a:gdLst/>
            <a:ahLst/>
            <a:cxnLst/>
            <a:rect l="0" t="0" r="0" b="0"/>
            <a:pathLst>
              <a:path w="120000" h="120000" extrusionOk="0">
                <a:moveTo>
                  <a:pt x="0" y="117407"/>
                </a:moveTo>
                <a:lnTo>
                  <a:pt x="12184" y="80740"/>
                </a:lnTo>
                <a:lnTo>
                  <a:pt x="12184" y="80740"/>
                </a:lnTo>
                <a:lnTo>
                  <a:pt x="12553" y="80370"/>
                </a:lnTo>
                <a:lnTo>
                  <a:pt x="76430" y="15925"/>
                </a:lnTo>
                <a:lnTo>
                  <a:pt x="76800" y="15555"/>
                </a:lnTo>
                <a:lnTo>
                  <a:pt x="90461" y="1851"/>
                </a:lnTo>
                <a:lnTo>
                  <a:pt x="90461" y="1851"/>
                </a:lnTo>
                <a:lnTo>
                  <a:pt x="91569" y="1111"/>
                </a:lnTo>
                <a:lnTo>
                  <a:pt x="92307" y="370"/>
                </a:lnTo>
                <a:lnTo>
                  <a:pt x="93415" y="0"/>
                </a:lnTo>
                <a:lnTo>
                  <a:pt x="94523" y="0"/>
                </a:lnTo>
                <a:lnTo>
                  <a:pt x="94523" y="0"/>
                </a:lnTo>
                <a:lnTo>
                  <a:pt x="95630" y="0"/>
                </a:lnTo>
                <a:lnTo>
                  <a:pt x="96738" y="370"/>
                </a:lnTo>
                <a:lnTo>
                  <a:pt x="97846" y="1111"/>
                </a:lnTo>
                <a:lnTo>
                  <a:pt x="98584" y="1851"/>
                </a:lnTo>
                <a:lnTo>
                  <a:pt x="118523" y="21481"/>
                </a:lnTo>
                <a:lnTo>
                  <a:pt x="118523" y="21481"/>
                </a:lnTo>
                <a:lnTo>
                  <a:pt x="119630" y="23333"/>
                </a:lnTo>
                <a:lnTo>
                  <a:pt x="120000" y="25555"/>
                </a:lnTo>
                <a:lnTo>
                  <a:pt x="120000" y="25555"/>
                </a:lnTo>
                <a:lnTo>
                  <a:pt x="119630" y="27777"/>
                </a:lnTo>
                <a:lnTo>
                  <a:pt x="118523" y="30000"/>
                </a:lnTo>
                <a:lnTo>
                  <a:pt x="104861" y="43333"/>
                </a:lnTo>
                <a:lnTo>
                  <a:pt x="104492" y="43333"/>
                </a:lnTo>
                <a:lnTo>
                  <a:pt x="40984" y="108148"/>
                </a:lnTo>
                <a:lnTo>
                  <a:pt x="40984" y="108148"/>
                </a:lnTo>
                <a:lnTo>
                  <a:pt x="39507" y="108518"/>
                </a:lnTo>
                <a:lnTo>
                  <a:pt x="2215" y="120000"/>
                </a:lnTo>
                <a:lnTo>
                  <a:pt x="2215" y="120000"/>
                </a:lnTo>
                <a:lnTo>
                  <a:pt x="1846" y="120000"/>
                </a:lnTo>
                <a:lnTo>
                  <a:pt x="1846" y="120000"/>
                </a:lnTo>
                <a:lnTo>
                  <a:pt x="1107" y="120000"/>
                </a:lnTo>
                <a:lnTo>
                  <a:pt x="369" y="119259"/>
                </a:lnTo>
                <a:lnTo>
                  <a:pt x="369" y="119259"/>
                </a:lnTo>
                <a:lnTo>
                  <a:pt x="0" y="118518"/>
                </a:lnTo>
                <a:lnTo>
                  <a:pt x="0" y="117407"/>
                </a:lnTo>
                <a:lnTo>
                  <a:pt x="0" y="117407"/>
                </a:lnTo>
                <a:close/>
                <a:moveTo>
                  <a:pt x="21046" y="2222"/>
                </a:moveTo>
                <a:lnTo>
                  <a:pt x="21046" y="2222"/>
                </a:lnTo>
                <a:lnTo>
                  <a:pt x="23261" y="1111"/>
                </a:lnTo>
                <a:lnTo>
                  <a:pt x="25846" y="370"/>
                </a:lnTo>
                <a:lnTo>
                  <a:pt x="25846" y="370"/>
                </a:lnTo>
                <a:lnTo>
                  <a:pt x="27323" y="370"/>
                </a:lnTo>
                <a:lnTo>
                  <a:pt x="28430" y="740"/>
                </a:lnTo>
                <a:lnTo>
                  <a:pt x="29907" y="1481"/>
                </a:lnTo>
                <a:lnTo>
                  <a:pt x="31384" y="2222"/>
                </a:lnTo>
                <a:lnTo>
                  <a:pt x="31384" y="2222"/>
                </a:lnTo>
                <a:lnTo>
                  <a:pt x="42461" y="14074"/>
                </a:lnTo>
                <a:lnTo>
                  <a:pt x="55015" y="27777"/>
                </a:lnTo>
                <a:lnTo>
                  <a:pt x="55015" y="27777"/>
                </a:lnTo>
                <a:lnTo>
                  <a:pt x="55753" y="28518"/>
                </a:lnTo>
                <a:lnTo>
                  <a:pt x="55753" y="29259"/>
                </a:lnTo>
                <a:lnTo>
                  <a:pt x="55384" y="29629"/>
                </a:lnTo>
                <a:lnTo>
                  <a:pt x="55015" y="30370"/>
                </a:lnTo>
                <a:lnTo>
                  <a:pt x="55015" y="30370"/>
                </a:lnTo>
                <a:lnTo>
                  <a:pt x="54276" y="30740"/>
                </a:lnTo>
                <a:lnTo>
                  <a:pt x="53907" y="31111"/>
                </a:lnTo>
                <a:lnTo>
                  <a:pt x="53169" y="30740"/>
                </a:lnTo>
                <a:lnTo>
                  <a:pt x="52430" y="30370"/>
                </a:lnTo>
                <a:lnTo>
                  <a:pt x="52430" y="30370"/>
                </a:lnTo>
                <a:lnTo>
                  <a:pt x="40246" y="17037"/>
                </a:lnTo>
                <a:lnTo>
                  <a:pt x="28430" y="4814"/>
                </a:lnTo>
                <a:lnTo>
                  <a:pt x="28430" y="4814"/>
                </a:lnTo>
                <a:lnTo>
                  <a:pt x="27323" y="4074"/>
                </a:lnTo>
                <a:lnTo>
                  <a:pt x="26215" y="3703"/>
                </a:lnTo>
                <a:lnTo>
                  <a:pt x="25107" y="4074"/>
                </a:lnTo>
                <a:lnTo>
                  <a:pt x="24000" y="5185"/>
                </a:lnTo>
                <a:lnTo>
                  <a:pt x="5169" y="24074"/>
                </a:lnTo>
                <a:lnTo>
                  <a:pt x="5169" y="24074"/>
                </a:lnTo>
                <a:lnTo>
                  <a:pt x="4061" y="25185"/>
                </a:lnTo>
                <a:lnTo>
                  <a:pt x="3692" y="26296"/>
                </a:lnTo>
                <a:lnTo>
                  <a:pt x="4061" y="27407"/>
                </a:lnTo>
                <a:lnTo>
                  <a:pt x="5169" y="28518"/>
                </a:lnTo>
                <a:lnTo>
                  <a:pt x="5169" y="28518"/>
                </a:lnTo>
                <a:lnTo>
                  <a:pt x="5538" y="29629"/>
                </a:lnTo>
                <a:lnTo>
                  <a:pt x="5538" y="29629"/>
                </a:lnTo>
                <a:lnTo>
                  <a:pt x="6646" y="30370"/>
                </a:lnTo>
                <a:lnTo>
                  <a:pt x="6646" y="30370"/>
                </a:lnTo>
                <a:lnTo>
                  <a:pt x="7753" y="31481"/>
                </a:lnTo>
                <a:lnTo>
                  <a:pt x="7753" y="31481"/>
                </a:lnTo>
                <a:lnTo>
                  <a:pt x="9600" y="32962"/>
                </a:lnTo>
                <a:lnTo>
                  <a:pt x="22892" y="19259"/>
                </a:lnTo>
                <a:lnTo>
                  <a:pt x="22892" y="19259"/>
                </a:lnTo>
                <a:lnTo>
                  <a:pt x="23630" y="18518"/>
                </a:lnTo>
                <a:lnTo>
                  <a:pt x="24369" y="18518"/>
                </a:lnTo>
                <a:lnTo>
                  <a:pt x="25107" y="18518"/>
                </a:lnTo>
                <a:lnTo>
                  <a:pt x="25476" y="19629"/>
                </a:lnTo>
                <a:lnTo>
                  <a:pt x="25476" y="19629"/>
                </a:lnTo>
                <a:lnTo>
                  <a:pt x="26215" y="20000"/>
                </a:lnTo>
                <a:lnTo>
                  <a:pt x="26215" y="20740"/>
                </a:lnTo>
                <a:lnTo>
                  <a:pt x="26215" y="21481"/>
                </a:lnTo>
                <a:lnTo>
                  <a:pt x="25846" y="22222"/>
                </a:lnTo>
                <a:lnTo>
                  <a:pt x="12184" y="35555"/>
                </a:lnTo>
                <a:lnTo>
                  <a:pt x="12184" y="35555"/>
                </a:lnTo>
                <a:lnTo>
                  <a:pt x="20676" y="44074"/>
                </a:lnTo>
                <a:lnTo>
                  <a:pt x="26584" y="37777"/>
                </a:lnTo>
                <a:lnTo>
                  <a:pt x="26584" y="37777"/>
                </a:lnTo>
                <a:lnTo>
                  <a:pt x="27323" y="37407"/>
                </a:lnTo>
                <a:lnTo>
                  <a:pt x="28061" y="37407"/>
                </a:lnTo>
                <a:lnTo>
                  <a:pt x="28800" y="37407"/>
                </a:lnTo>
                <a:lnTo>
                  <a:pt x="29169" y="38148"/>
                </a:lnTo>
                <a:lnTo>
                  <a:pt x="29169" y="38148"/>
                </a:lnTo>
                <a:lnTo>
                  <a:pt x="29907" y="38518"/>
                </a:lnTo>
                <a:lnTo>
                  <a:pt x="29907" y="39259"/>
                </a:lnTo>
                <a:lnTo>
                  <a:pt x="29907" y="40000"/>
                </a:lnTo>
                <a:lnTo>
                  <a:pt x="29538" y="40740"/>
                </a:lnTo>
                <a:lnTo>
                  <a:pt x="23261" y="46666"/>
                </a:lnTo>
                <a:lnTo>
                  <a:pt x="23261" y="46666"/>
                </a:lnTo>
                <a:lnTo>
                  <a:pt x="29538" y="52962"/>
                </a:lnTo>
                <a:lnTo>
                  <a:pt x="29538" y="52962"/>
                </a:lnTo>
                <a:lnTo>
                  <a:pt x="29907" y="53703"/>
                </a:lnTo>
                <a:lnTo>
                  <a:pt x="29907" y="54074"/>
                </a:lnTo>
                <a:lnTo>
                  <a:pt x="29907" y="54814"/>
                </a:lnTo>
                <a:lnTo>
                  <a:pt x="29538" y="55555"/>
                </a:lnTo>
                <a:lnTo>
                  <a:pt x="29538" y="55555"/>
                </a:lnTo>
                <a:lnTo>
                  <a:pt x="28800" y="55925"/>
                </a:lnTo>
                <a:lnTo>
                  <a:pt x="28061" y="56296"/>
                </a:lnTo>
                <a:lnTo>
                  <a:pt x="28061" y="56296"/>
                </a:lnTo>
                <a:lnTo>
                  <a:pt x="27323" y="55925"/>
                </a:lnTo>
                <a:lnTo>
                  <a:pt x="26953" y="55555"/>
                </a:lnTo>
                <a:lnTo>
                  <a:pt x="26953" y="55555"/>
                </a:lnTo>
                <a:lnTo>
                  <a:pt x="2584" y="31481"/>
                </a:lnTo>
                <a:lnTo>
                  <a:pt x="2584" y="31481"/>
                </a:lnTo>
                <a:lnTo>
                  <a:pt x="1476" y="30370"/>
                </a:lnTo>
                <a:lnTo>
                  <a:pt x="738" y="29259"/>
                </a:lnTo>
                <a:lnTo>
                  <a:pt x="369" y="27777"/>
                </a:lnTo>
                <a:lnTo>
                  <a:pt x="369" y="26666"/>
                </a:lnTo>
                <a:lnTo>
                  <a:pt x="369" y="26666"/>
                </a:lnTo>
                <a:lnTo>
                  <a:pt x="369" y="25185"/>
                </a:lnTo>
                <a:lnTo>
                  <a:pt x="738" y="23703"/>
                </a:lnTo>
                <a:lnTo>
                  <a:pt x="1476" y="22592"/>
                </a:lnTo>
                <a:lnTo>
                  <a:pt x="2215" y="21111"/>
                </a:lnTo>
                <a:lnTo>
                  <a:pt x="21046" y="2222"/>
                </a:lnTo>
                <a:close/>
                <a:moveTo>
                  <a:pt x="4430" y="115555"/>
                </a:moveTo>
                <a:lnTo>
                  <a:pt x="36184" y="105555"/>
                </a:lnTo>
                <a:lnTo>
                  <a:pt x="33969" y="97407"/>
                </a:lnTo>
                <a:lnTo>
                  <a:pt x="24369" y="97407"/>
                </a:lnTo>
                <a:lnTo>
                  <a:pt x="24369" y="97407"/>
                </a:lnTo>
                <a:lnTo>
                  <a:pt x="23630" y="97407"/>
                </a:lnTo>
                <a:lnTo>
                  <a:pt x="22892" y="97037"/>
                </a:lnTo>
                <a:lnTo>
                  <a:pt x="22523" y="96296"/>
                </a:lnTo>
                <a:lnTo>
                  <a:pt x="22523" y="95555"/>
                </a:lnTo>
                <a:lnTo>
                  <a:pt x="22523" y="85555"/>
                </a:lnTo>
                <a:lnTo>
                  <a:pt x="15138" y="84074"/>
                </a:lnTo>
                <a:lnTo>
                  <a:pt x="4430" y="115555"/>
                </a:lnTo>
                <a:close/>
                <a:moveTo>
                  <a:pt x="17353" y="80370"/>
                </a:moveTo>
                <a:lnTo>
                  <a:pt x="24000" y="81851"/>
                </a:lnTo>
                <a:lnTo>
                  <a:pt x="81969" y="23703"/>
                </a:lnTo>
                <a:lnTo>
                  <a:pt x="78276" y="20000"/>
                </a:lnTo>
                <a:lnTo>
                  <a:pt x="17353" y="80370"/>
                </a:lnTo>
                <a:close/>
                <a:moveTo>
                  <a:pt x="26215" y="93703"/>
                </a:moveTo>
                <a:lnTo>
                  <a:pt x="34707" y="93703"/>
                </a:lnTo>
                <a:lnTo>
                  <a:pt x="93415" y="35555"/>
                </a:lnTo>
                <a:lnTo>
                  <a:pt x="84553" y="26296"/>
                </a:lnTo>
                <a:lnTo>
                  <a:pt x="26215" y="85185"/>
                </a:lnTo>
                <a:lnTo>
                  <a:pt x="26215" y="93703"/>
                </a:lnTo>
                <a:close/>
                <a:moveTo>
                  <a:pt x="96000" y="38148"/>
                </a:moveTo>
                <a:lnTo>
                  <a:pt x="37292" y="95925"/>
                </a:lnTo>
                <a:lnTo>
                  <a:pt x="39507" y="103333"/>
                </a:lnTo>
                <a:lnTo>
                  <a:pt x="100430" y="42222"/>
                </a:lnTo>
                <a:lnTo>
                  <a:pt x="96000" y="38148"/>
                </a:lnTo>
                <a:close/>
                <a:moveTo>
                  <a:pt x="81969" y="93333"/>
                </a:moveTo>
                <a:lnTo>
                  <a:pt x="75692" y="99259"/>
                </a:lnTo>
                <a:lnTo>
                  <a:pt x="75692" y="99259"/>
                </a:lnTo>
                <a:lnTo>
                  <a:pt x="84184" y="107777"/>
                </a:lnTo>
                <a:lnTo>
                  <a:pt x="97476" y="94074"/>
                </a:lnTo>
                <a:lnTo>
                  <a:pt x="97476" y="94074"/>
                </a:lnTo>
                <a:lnTo>
                  <a:pt x="98215" y="93703"/>
                </a:lnTo>
                <a:lnTo>
                  <a:pt x="98953" y="93703"/>
                </a:lnTo>
                <a:lnTo>
                  <a:pt x="99692" y="93703"/>
                </a:lnTo>
                <a:lnTo>
                  <a:pt x="100061" y="94444"/>
                </a:lnTo>
                <a:lnTo>
                  <a:pt x="100061" y="94444"/>
                </a:lnTo>
                <a:lnTo>
                  <a:pt x="100800" y="94814"/>
                </a:lnTo>
                <a:lnTo>
                  <a:pt x="100800" y="95555"/>
                </a:lnTo>
                <a:lnTo>
                  <a:pt x="100800" y="96296"/>
                </a:lnTo>
                <a:lnTo>
                  <a:pt x="100430" y="97037"/>
                </a:lnTo>
                <a:lnTo>
                  <a:pt x="86769" y="110370"/>
                </a:lnTo>
                <a:lnTo>
                  <a:pt x="86769" y="110370"/>
                </a:lnTo>
                <a:lnTo>
                  <a:pt x="91200" y="115185"/>
                </a:lnTo>
                <a:lnTo>
                  <a:pt x="91200" y="115185"/>
                </a:lnTo>
                <a:lnTo>
                  <a:pt x="91938" y="115925"/>
                </a:lnTo>
                <a:lnTo>
                  <a:pt x="93415" y="116296"/>
                </a:lnTo>
                <a:lnTo>
                  <a:pt x="93415" y="116296"/>
                </a:lnTo>
                <a:lnTo>
                  <a:pt x="94892" y="115925"/>
                </a:lnTo>
                <a:lnTo>
                  <a:pt x="95630" y="115185"/>
                </a:lnTo>
                <a:lnTo>
                  <a:pt x="114461" y="95925"/>
                </a:lnTo>
                <a:lnTo>
                  <a:pt x="114461" y="95925"/>
                </a:lnTo>
                <a:lnTo>
                  <a:pt x="115200" y="95185"/>
                </a:lnTo>
                <a:lnTo>
                  <a:pt x="115569" y="94444"/>
                </a:lnTo>
                <a:lnTo>
                  <a:pt x="115569" y="93703"/>
                </a:lnTo>
                <a:lnTo>
                  <a:pt x="114830" y="92962"/>
                </a:lnTo>
                <a:lnTo>
                  <a:pt x="89723" y="67777"/>
                </a:lnTo>
                <a:lnTo>
                  <a:pt x="89723" y="67777"/>
                </a:lnTo>
                <a:lnTo>
                  <a:pt x="89353" y="67037"/>
                </a:lnTo>
                <a:lnTo>
                  <a:pt x="88984" y="66296"/>
                </a:lnTo>
                <a:lnTo>
                  <a:pt x="89353" y="65555"/>
                </a:lnTo>
                <a:lnTo>
                  <a:pt x="89723" y="65185"/>
                </a:lnTo>
                <a:lnTo>
                  <a:pt x="89723" y="65185"/>
                </a:lnTo>
                <a:lnTo>
                  <a:pt x="90461" y="64444"/>
                </a:lnTo>
                <a:lnTo>
                  <a:pt x="91200" y="64444"/>
                </a:lnTo>
                <a:lnTo>
                  <a:pt x="91938" y="64814"/>
                </a:lnTo>
                <a:lnTo>
                  <a:pt x="92307" y="65185"/>
                </a:lnTo>
                <a:lnTo>
                  <a:pt x="117415" y="90370"/>
                </a:lnTo>
                <a:lnTo>
                  <a:pt x="117415" y="90370"/>
                </a:lnTo>
                <a:lnTo>
                  <a:pt x="118153" y="91111"/>
                </a:lnTo>
                <a:lnTo>
                  <a:pt x="118523" y="92222"/>
                </a:lnTo>
                <a:lnTo>
                  <a:pt x="118892" y="93333"/>
                </a:lnTo>
                <a:lnTo>
                  <a:pt x="118892" y="94444"/>
                </a:lnTo>
                <a:lnTo>
                  <a:pt x="118892" y="94444"/>
                </a:lnTo>
                <a:lnTo>
                  <a:pt x="118523" y="96666"/>
                </a:lnTo>
                <a:lnTo>
                  <a:pt x="117415" y="98888"/>
                </a:lnTo>
                <a:lnTo>
                  <a:pt x="98584" y="118148"/>
                </a:lnTo>
                <a:lnTo>
                  <a:pt x="98584" y="118148"/>
                </a:lnTo>
                <a:lnTo>
                  <a:pt x="97476" y="118888"/>
                </a:lnTo>
                <a:lnTo>
                  <a:pt x="96000" y="119259"/>
                </a:lnTo>
                <a:lnTo>
                  <a:pt x="94892" y="119629"/>
                </a:lnTo>
                <a:lnTo>
                  <a:pt x="93415" y="120000"/>
                </a:lnTo>
                <a:lnTo>
                  <a:pt x="93415" y="120000"/>
                </a:lnTo>
                <a:lnTo>
                  <a:pt x="91938" y="119629"/>
                </a:lnTo>
                <a:lnTo>
                  <a:pt x="90461" y="119259"/>
                </a:lnTo>
                <a:lnTo>
                  <a:pt x="89353" y="118888"/>
                </a:lnTo>
                <a:lnTo>
                  <a:pt x="88246" y="118148"/>
                </a:lnTo>
                <a:lnTo>
                  <a:pt x="88246" y="118148"/>
                </a:lnTo>
                <a:lnTo>
                  <a:pt x="78276" y="107037"/>
                </a:lnTo>
                <a:lnTo>
                  <a:pt x="64615" y="93333"/>
                </a:lnTo>
                <a:lnTo>
                  <a:pt x="64615" y="93333"/>
                </a:lnTo>
                <a:lnTo>
                  <a:pt x="64246" y="92592"/>
                </a:lnTo>
                <a:lnTo>
                  <a:pt x="63876" y="92222"/>
                </a:lnTo>
                <a:lnTo>
                  <a:pt x="64246" y="91481"/>
                </a:lnTo>
                <a:lnTo>
                  <a:pt x="64615" y="90740"/>
                </a:lnTo>
                <a:lnTo>
                  <a:pt x="64615" y="90740"/>
                </a:lnTo>
                <a:lnTo>
                  <a:pt x="65353" y="90370"/>
                </a:lnTo>
                <a:lnTo>
                  <a:pt x="66092" y="90000"/>
                </a:lnTo>
                <a:lnTo>
                  <a:pt x="66461" y="90370"/>
                </a:lnTo>
                <a:lnTo>
                  <a:pt x="67200" y="90740"/>
                </a:lnTo>
                <a:lnTo>
                  <a:pt x="67200" y="90740"/>
                </a:lnTo>
                <a:lnTo>
                  <a:pt x="73107" y="96666"/>
                </a:lnTo>
                <a:lnTo>
                  <a:pt x="79015" y="90370"/>
                </a:lnTo>
                <a:lnTo>
                  <a:pt x="79015" y="90370"/>
                </a:lnTo>
                <a:lnTo>
                  <a:pt x="79753" y="90000"/>
                </a:lnTo>
                <a:lnTo>
                  <a:pt x="80492" y="90000"/>
                </a:lnTo>
                <a:lnTo>
                  <a:pt x="81230" y="90000"/>
                </a:lnTo>
                <a:lnTo>
                  <a:pt x="81600" y="90740"/>
                </a:lnTo>
                <a:lnTo>
                  <a:pt x="81600" y="90740"/>
                </a:lnTo>
                <a:lnTo>
                  <a:pt x="82338" y="91111"/>
                </a:lnTo>
                <a:lnTo>
                  <a:pt x="82338" y="91851"/>
                </a:lnTo>
                <a:lnTo>
                  <a:pt x="82338" y="92592"/>
                </a:lnTo>
                <a:lnTo>
                  <a:pt x="81969" y="93333"/>
                </a:lnTo>
                <a:lnTo>
                  <a:pt x="81969" y="93333"/>
                </a:lnTo>
                <a:close/>
                <a:moveTo>
                  <a:pt x="80492" y="17037"/>
                </a:moveTo>
                <a:lnTo>
                  <a:pt x="103015" y="39629"/>
                </a:lnTo>
                <a:lnTo>
                  <a:pt x="115569" y="27037"/>
                </a:lnTo>
                <a:lnTo>
                  <a:pt x="115569" y="27037"/>
                </a:lnTo>
                <a:lnTo>
                  <a:pt x="116307" y="26296"/>
                </a:lnTo>
                <a:lnTo>
                  <a:pt x="116307" y="25555"/>
                </a:lnTo>
                <a:lnTo>
                  <a:pt x="116307" y="25555"/>
                </a:lnTo>
                <a:lnTo>
                  <a:pt x="116307" y="24814"/>
                </a:lnTo>
                <a:lnTo>
                  <a:pt x="115569" y="24444"/>
                </a:lnTo>
                <a:lnTo>
                  <a:pt x="96000" y="4444"/>
                </a:lnTo>
                <a:lnTo>
                  <a:pt x="96000" y="4444"/>
                </a:lnTo>
                <a:lnTo>
                  <a:pt x="95261" y="4074"/>
                </a:lnTo>
                <a:lnTo>
                  <a:pt x="94523" y="3703"/>
                </a:lnTo>
                <a:lnTo>
                  <a:pt x="93784" y="4074"/>
                </a:lnTo>
                <a:lnTo>
                  <a:pt x="93046" y="4444"/>
                </a:lnTo>
                <a:lnTo>
                  <a:pt x="80492" y="17037"/>
                </a:lnTo>
                <a:close/>
              </a:path>
            </a:pathLst>
          </a:custGeom>
          <a:solidFill>
            <a:schemeClr val="accent1"/>
          </a:solidFill>
          <a:ln>
            <a:noFill/>
          </a:ln>
        </p:spPr>
        <p:txBody>
          <a:bodyPr anchor="ctr"/>
          <a:lstStyle/>
          <a:p>
            <a:pPr algn="ctr"/>
            <a:endParaRPr/>
          </a:p>
        </p:txBody>
      </p:sp>
      <p:sp>
        <p:nvSpPr>
          <p:cNvPr id="20" name="ïšḻïďê-任意多边形: 形状 19"/>
          <p:cNvSpPr/>
          <p:nvPr/>
        </p:nvSpPr>
        <p:spPr>
          <a:xfrm>
            <a:off x="8907358" y="4470643"/>
            <a:ext cx="485497" cy="482498"/>
          </a:xfrm>
          <a:custGeom>
            <a:avLst/>
            <a:gdLst/>
            <a:ahLst/>
            <a:cxnLst/>
            <a:rect l="0" t="0" r="0" b="0"/>
            <a:pathLst>
              <a:path w="120000" h="120000" extrusionOk="0">
                <a:moveTo>
                  <a:pt x="92592" y="103703"/>
                </a:moveTo>
                <a:lnTo>
                  <a:pt x="92592" y="103703"/>
                </a:lnTo>
                <a:lnTo>
                  <a:pt x="88518" y="107777"/>
                </a:lnTo>
                <a:lnTo>
                  <a:pt x="84074" y="111111"/>
                </a:lnTo>
                <a:lnTo>
                  <a:pt x="79629" y="113703"/>
                </a:lnTo>
                <a:lnTo>
                  <a:pt x="75185" y="115925"/>
                </a:lnTo>
                <a:lnTo>
                  <a:pt x="70370" y="117777"/>
                </a:lnTo>
                <a:lnTo>
                  <a:pt x="64814" y="118888"/>
                </a:lnTo>
                <a:lnTo>
                  <a:pt x="60000" y="120000"/>
                </a:lnTo>
                <a:lnTo>
                  <a:pt x="54444" y="120000"/>
                </a:lnTo>
                <a:lnTo>
                  <a:pt x="54444" y="120000"/>
                </a:lnTo>
                <a:lnTo>
                  <a:pt x="48888" y="120000"/>
                </a:lnTo>
                <a:lnTo>
                  <a:pt x="43703" y="119259"/>
                </a:lnTo>
                <a:lnTo>
                  <a:pt x="38518" y="117777"/>
                </a:lnTo>
                <a:lnTo>
                  <a:pt x="32962" y="116296"/>
                </a:lnTo>
                <a:lnTo>
                  <a:pt x="28518" y="114074"/>
                </a:lnTo>
                <a:lnTo>
                  <a:pt x="24074" y="111481"/>
                </a:lnTo>
                <a:lnTo>
                  <a:pt x="20000" y="108148"/>
                </a:lnTo>
                <a:lnTo>
                  <a:pt x="15925" y="104814"/>
                </a:lnTo>
                <a:lnTo>
                  <a:pt x="15925" y="104814"/>
                </a:lnTo>
                <a:lnTo>
                  <a:pt x="12222" y="100370"/>
                </a:lnTo>
                <a:lnTo>
                  <a:pt x="9259" y="96296"/>
                </a:lnTo>
                <a:lnTo>
                  <a:pt x="6296" y="91851"/>
                </a:lnTo>
                <a:lnTo>
                  <a:pt x="4074" y="87037"/>
                </a:lnTo>
                <a:lnTo>
                  <a:pt x="2222" y="82222"/>
                </a:lnTo>
                <a:lnTo>
                  <a:pt x="1111" y="77037"/>
                </a:lnTo>
                <a:lnTo>
                  <a:pt x="370" y="71111"/>
                </a:lnTo>
                <a:lnTo>
                  <a:pt x="0" y="65555"/>
                </a:lnTo>
                <a:lnTo>
                  <a:pt x="0" y="65555"/>
                </a:lnTo>
                <a:lnTo>
                  <a:pt x="370" y="60000"/>
                </a:lnTo>
                <a:lnTo>
                  <a:pt x="1111" y="54814"/>
                </a:lnTo>
                <a:lnTo>
                  <a:pt x="2222" y="50000"/>
                </a:lnTo>
                <a:lnTo>
                  <a:pt x="4074" y="45185"/>
                </a:lnTo>
                <a:lnTo>
                  <a:pt x="6666" y="40000"/>
                </a:lnTo>
                <a:lnTo>
                  <a:pt x="9259" y="35555"/>
                </a:lnTo>
                <a:lnTo>
                  <a:pt x="12592" y="31481"/>
                </a:lnTo>
                <a:lnTo>
                  <a:pt x="16296" y="27407"/>
                </a:lnTo>
                <a:lnTo>
                  <a:pt x="16296" y="27407"/>
                </a:lnTo>
                <a:lnTo>
                  <a:pt x="20370" y="23703"/>
                </a:lnTo>
                <a:lnTo>
                  <a:pt x="24444" y="20370"/>
                </a:lnTo>
                <a:lnTo>
                  <a:pt x="28888" y="17777"/>
                </a:lnTo>
                <a:lnTo>
                  <a:pt x="33703" y="15555"/>
                </a:lnTo>
                <a:lnTo>
                  <a:pt x="38888" y="13703"/>
                </a:lnTo>
                <a:lnTo>
                  <a:pt x="43703" y="12592"/>
                </a:lnTo>
                <a:lnTo>
                  <a:pt x="49259" y="11851"/>
                </a:lnTo>
                <a:lnTo>
                  <a:pt x="54444" y="11481"/>
                </a:lnTo>
                <a:lnTo>
                  <a:pt x="54444" y="11481"/>
                </a:lnTo>
                <a:lnTo>
                  <a:pt x="55185" y="11481"/>
                </a:lnTo>
                <a:lnTo>
                  <a:pt x="55925" y="11851"/>
                </a:lnTo>
                <a:lnTo>
                  <a:pt x="56296" y="12592"/>
                </a:lnTo>
                <a:lnTo>
                  <a:pt x="56296" y="13333"/>
                </a:lnTo>
                <a:lnTo>
                  <a:pt x="56296" y="63703"/>
                </a:lnTo>
                <a:lnTo>
                  <a:pt x="107037" y="63703"/>
                </a:lnTo>
                <a:lnTo>
                  <a:pt x="107037" y="63703"/>
                </a:lnTo>
                <a:lnTo>
                  <a:pt x="107777" y="63703"/>
                </a:lnTo>
                <a:lnTo>
                  <a:pt x="108518" y="64074"/>
                </a:lnTo>
                <a:lnTo>
                  <a:pt x="108888" y="64814"/>
                </a:lnTo>
                <a:lnTo>
                  <a:pt x="108888" y="65555"/>
                </a:lnTo>
                <a:lnTo>
                  <a:pt x="108888" y="65555"/>
                </a:lnTo>
                <a:lnTo>
                  <a:pt x="108888" y="70740"/>
                </a:lnTo>
                <a:lnTo>
                  <a:pt x="108148" y="76296"/>
                </a:lnTo>
                <a:lnTo>
                  <a:pt x="106666" y="81481"/>
                </a:lnTo>
                <a:lnTo>
                  <a:pt x="104814" y="86296"/>
                </a:lnTo>
                <a:lnTo>
                  <a:pt x="102592" y="90740"/>
                </a:lnTo>
                <a:lnTo>
                  <a:pt x="100000" y="95185"/>
                </a:lnTo>
                <a:lnTo>
                  <a:pt x="96296" y="99629"/>
                </a:lnTo>
                <a:lnTo>
                  <a:pt x="92592" y="103703"/>
                </a:lnTo>
                <a:lnTo>
                  <a:pt x="92592" y="103703"/>
                </a:lnTo>
                <a:close/>
                <a:moveTo>
                  <a:pt x="18518" y="101481"/>
                </a:moveTo>
                <a:lnTo>
                  <a:pt x="18518" y="101481"/>
                </a:lnTo>
                <a:lnTo>
                  <a:pt x="22222" y="105555"/>
                </a:lnTo>
                <a:lnTo>
                  <a:pt x="26296" y="108148"/>
                </a:lnTo>
                <a:lnTo>
                  <a:pt x="30370" y="110740"/>
                </a:lnTo>
                <a:lnTo>
                  <a:pt x="34444" y="112592"/>
                </a:lnTo>
                <a:lnTo>
                  <a:pt x="39629" y="114444"/>
                </a:lnTo>
                <a:lnTo>
                  <a:pt x="44444" y="115555"/>
                </a:lnTo>
                <a:lnTo>
                  <a:pt x="49259" y="116296"/>
                </a:lnTo>
                <a:lnTo>
                  <a:pt x="54444" y="116296"/>
                </a:lnTo>
                <a:lnTo>
                  <a:pt x="54444" y="116296"/>
                </a:lnTo>
                <a:lnTo>
                  <a:pt x="59259" y="116296"/>
                </a:lnTo>
                <a:lnTo>
                  <a:pt x="64074" y="115555"/>
                </a:lnTo>
                <a:lnTo>
                  <a:pt x="68888" y="114444"/>
                </a:lnTo>
                <a:lnTo>
                  <a:pt x="73333" y="112592"/>
                </a:lnTo>
                <a:lnTo>
                  <a:pt x="77407" y="110740"/>
                </a:lnTo>
                <a:lnTo>
                  <a:pt x="81481" y="108148"/>
                </a:lnTo>
                <a:lnTo>
                  <a:pt x="85555" y="105555"/>
                </a:lnTo>
                <a:lnTo>
                  <a:pt x="89259" y="101481"/>
                </a:lnTo>
                <a:lnTo>
                  <a:pt x="89259" y="101481"/>
                </a:lnTo>
                <a:lnTo>
                  <a:pt x="92592" y="98148"/>
                </a:lnTo>
                <a:lnTo>
                  <a:pt x="95555" y="94074"/>
                </a:lnTo>
                <a:lnTo>
                  <a:pt x="98518" y="90000"/>
                </a:lnTo>
                <a:lnTo>
                  <a:pt x="100740" y="85925"/>
                </a:lnTo>
                <a:lnTo>
                  <a:pt x="102592" y="81851"/>
                </a:lnTo>
                <a:lnTo>
                  <a:pt x="104074" y="77407"/>
                </a:lnTo>
                <a:lnTo>
                  <a:pt x="104814" y="72222"/>
                </a:lnTo>
                <a:lnTo>
                  <a:pt x="105185" y="67407"/>
                </a:lnTo>
                <a:lnTo>
                  <a:pt x="54444" y="67407"/>
                </a:lnTo>
                <a:lnTo>
                  <a:pt x="54444" y="67407"/>
                </a:lnTo>
                <a:lnTo>
                  <a:pt x="53703" y="67407"/>
                </a:lnTo>
                <a:lnTo>
                  <a:pt x="52962" y="67037"/>
                </a:lnTo>
                <a:lnTo>
                  <a:pt x="52962" y="66666"/>
                </a:lnTo>
                <a:lnTo>
                  <a:pt x="52592" y="65555"/>
                </a:lnTo>
                <a:lnTo>
                  <a:pt x="52592" y="15185"/>
                </a:lnTo>
                <a:lnTo>
                  <a:pt x="52592" y="15185"/>
                </a:lnTo>
                <a:lnTo>
                  <a:pt x="47777" y="15555"/>
                </a:lnTo>
                <a:lnTo>
                  <a:pt x="42962" y="16296"/>
                </a:lnTo>
                <a:lnTo>
                  <a:pt x="38518" y="17777"/>
                </a:lnTo>
                <a:lnTo>
                  <a:pt x="33703" y="19259"/>
                </a:lnTo>
                <a:lnTo>
                  <a:pt x="29629" y="21481"/>
                </a:lnTo>
                <a:lnTo>
                  <a:pt x="25555" y="24074"/>
                </a:lnTo>
                <a:lnTo>
                  <a:pt x="21851" y="27037"/>
                </a:lnTo>
                <a:lnTo>
                  <a:pt x="18148" y="30370"/>
                </a:lnTo>
                <a:lnTo>
                  <a:pt x="18148" y="30370"/>
                </a:lnTo>
                <a:lnTo>
                  <a:pt x="14814" y="34444"/>
                </a:lnTo>
                <a:lnTo>
                  <a:pt x="12222" y="38148"/>
                </a:lnTo>
                <a:lnTo>
                  <a:pt x="9629" y="42592"/>
                </a:lnTo>
                <a:lnTo>
                  <a:pt x="7777" y="47037"/>
                </a:lnTo>
                <a:lnTo>
                  <a:pt x="6296" y="51481"/>
                </a:lnTo>
                <a:lnTo>
                  <a:pt x="4814" y="55925"/>
                </a:lnTo>
                <a:lnTo>
                  <a:pt x="4074" y="60740"/>
                </a:lnTo>
                <a:lnTo>
                  <a:pt x="3703" y="65555"/>
                </a:lnTo>
                <a:lnTo>
                  <a:pt x="3703" y="65555"/>
                </a:lnTo>
                <a:lnTo>
                  <a:pt x="4074" y="70740"/>
                </a:lnTo>
                <a:lnTo>
                  <a:pt x="4814" y="76296"/>
                </a:lnTo>
                <a:lnTo>
                  <a:pt x="6296" y="81111"/>
                </a:lnTo>
                <a:lnTo>
                  <a:pt x="7777" y="85555"/>
                </a:lnTo>
                <a:lnTo>
                  <a:pt x="9629" y="90000"/>
                </a:lnTo>
                <a:lnTo>
                  <a:pt x="12222" y="94074"/>
                </a:lnTo>
                <a:lnTo>
                  <a:pt x="15185" y="97777"/>
                </a:lnTo>
                <a:lnTo>
                  <a:pt x="18518" y="101481"/>
                </a:lnTo>
                <a:lnTo>
                  <a:pt x="18518" y="101481"/>
                </a:lnTo>
                <a:close/>
                <a:moveTo>
                  <a:pt x="63703" y="54444"/>
                </a:moveTo>
                <a:lnTo>
                  <a:pt x="63703" y="1851"/>
                </a:lnTo>
                <a:lnTo>
                  <a:pt x="63703" y="1851"/>
                </a:lnTo>
                <a:lnTo>
                  <a:pt x="64074" y="1111"/>
                </a:lnTo>
                <a:lnTo>
                  <a:pt x="64074" y="370"/>
                </a:lnTo>
                <a:lnTo>
                  <a:pt x="64814" y="0"/>
                </a:lnTo>
                <a:lnTo>
                  <a:pt x="65555" y="0"/>
                </a:lnTo>
                <a:lnTo>
                  <a:pt x="65555" y="0"/>
                </a:lnTo>
                <a:lnTo>
                  <a:pt x="71481" y="370"/>
                </a:lnTo>
                <a:lnTo>
                  <a:pt x="76666" y="1111"/>
                </a:lnTo>
                <a:lnTo>
                  <a:pt x="81851" y="2222"/>
                </a:lnTo>
                <a:lnTo>
                  <a:pt x="86666" y="4074"/>
                </a:lnTo>
                <a:lnTo>
                  <a:pt x="91111" y="6296"/>
                </a:lnTo>
                <a:lnTo>
                  <a:pt x="95555" y="8888"/>
                </a:lnTo>
                <a:lnTo>
                  <a:pt x="100370" y="12592"/>
                </a:lnTo>
                <a:lnTo>
                  <a:pt x="104444" y="16296"/>
                </a:lnTo>
                <a:lnTo>
                  <a:pt x="104444" y="16296"/>
                </a:lnTo>
                <a:lnTo>
                  <a:pt x="108148" y="20370"/>
                </a:lnTo>
                <a:lnTo>
                  <a:pt x="111111" y="24444"/>
                </a:lnTo>
                <a:lnTo>
                  <a:pt x="114074" y="28888"/>
                </a:lnTo>
                <a:lnTo>
                  <a:pt x="116296" y="33703"/>
                </a:lnTo>
                <a:lnTo>
                  <a:pt x="117777" y="38518"/>
                </a:lnTo>
                <a:lnTo>
                  <a:pt x="119259" y="43703"/>
                </a:lnTo>
                <a:lnTo>
                  <a:pt x="120000" y="48888"/>
                </a:lnTo>
                <a:lnTo>
                  <a:pt x="120000" y="54444"/>
                </a:lnTo>
                <a:lnTo>
                  <a:pt x="120000" y="54444"/>
                </a:lnTo>
                <a:lnTo>
                  <a:pt x="120000" y="55555"/>
                </a:lnTo>
                <a:lnTo>
                  <a:pt x="119629" y="55925"/>
                </a:lnTo>
                <a:lnTo>
                  <a:pt x="118888" y="56296"/>
                </a:lnTo>
                <a:lnTo>
                  <a:pt x="118148" y="56296"/>
                </a:lnTo>
                <a:lnTo>
                  <a:pt x="65555" y="56296"/>
                </a:lnTo>
                <a:lnTo>
                  <a:pt x="65555" y="56296"/>
                </a:lnTo>
                <a:lnTo>
                  <a:pt x="64814" y="56296"/>
                </a:lnTo>
                <a:lnTo>
                  <a:pt x="64074" y="55925"/>
                </a:lnTo>
                <a:lnTo>
                  <a:pt x="64074" y="55555"/>
                </a:lnTo>
                <a:lnTo>
                  <a:pt x="63703" y="54444"/>
                </a:lnTo>
                <a:lnTo>
                  <a:pt x="63703" y="54444"/>
                </a:lnTo>
                <a:close/>
                <a:moveTo>
                  <a:pt x="67777" y="52592"/>
                </a:moveTo>
                <a:lnTo>
                  <a:pt x="116296" y="52592"/>
                </a:lnTo>
                <a:lnTo>
                  <a:pt x="116296" y="52592"/>
                </a:lnTo>
                <a:lnTo>
                  <a:pt x="115925" y="47777"/>
                </a:lnTo>
                <a:lnTo>
                  <a:pt x="115185" y="43333"/>
                </a:lnTo>
                <a:lnTo>
                  <a:pt x="114074" y="38518"/>
                </a:lnTo>
                <a:lnTo>
                  <a:pt x="112222" y="34074"/>
                </a:lnTo>
                <a:lnTo>
                  <a:pt x="110370" y="30000"/>
                </a:lnTo>
                <a:lnTo>
                  <a:pt x="107777" y="26296"/>
                </a:lnTo>
                <a:lnTo>
                  <a:pt x="105185" y="22592"/>
                </a:lnTo>
                <a:lnTo>
                  <a:pt x="101851" y="18888"/>
                </a:lnTo>
                <a:lnTo>
                  <a:pt x="101851" y="18888"/>
                </a:lnTo>
                <a:lnTo>
                  <a:pt x="98148" y="15555"/>
                </a:lnTo>
                <a:lnTo>
                  <a:pt x="94074" y="12592"/>
                </a:lnTo>
                <a:lnTo>
                  <a:pt x="90370" y="10370"/>
                </a:lnTo>
                <a:lnTo>
                  <a:pt x="85925" y="7777"/>
                </a:lnTo>
                <a:lnTo>
                  <a:pt x="81851" y="6296"/>
                </a:lnTo>
                <a:lnTo>
                  <a:pt x="77407" y="4814"/>
                </a:lnTo>
                <a:lnTo>
                  <a:pt x="72592" y="4074"/>
                </a:lnTo>
                <a:lnTo>
                  <a:pt x="67777" y="3703"/>
                </a:lnTo>
                <a:lnTo>
                  <a:pt x="67777" y="52592"/>
                </a:lnTo>
                <a:close/>
              </a:path>
            </a:pathLst>
          </a:custGeom>
          <a:solidFill>
            <a:schemeClr val="accent2"/>
          </a:solidFill>
          <a:ln>
            <a:noFill/>
          </a:ln>
        </p:spPr>
        <p:txBody>
          <a:bodyPr anchor="ctr"/>
          <a:lstStyle/>
          <a:p>
            <a:pPr algn="ctr"/>
            <a:endParaRPr/>
          </a:p>
        </p:txBody>
      </p:sp>
      <p:cxnSp>
        <p:nvCxnSpPr>
          <p:cNvPr id="21" name="ïšḻïďê-Straight Arrow Connector 20"/>
          <p:cNvCxnSpPr/>
          <p:nvPr/>
        </p:nvCxnSpPr>
        <p:spPr>
          <a:xfrm>
            <a:off x="1303832" y="3990218"/>
            <a:ext cx="10289298" cy="2052"/>
          </a:xfrm>
          <a:prstGeom prst="straightConnector1">
            <a:avLst/>
          </a:prstGeom>
          <a:noFill/>
          <a:ln w="12700" cap="flat" cmpd="sng">
            <a:solidFill>
              <a:schemeClr val="bg1">
                <a:lumMod val="85000"/>
              </a:schemeClr>
            </a:solidFill>
            <a:prstDash val="solid"/>
            <a:round/>
            <a:headEnd type="none" w="med" len="med"/>
            <a:tailEnd type="none" w="med" len="med"/>
          </a:ln>
        </p:spPr>
      </p:cxnSp>
      <p:cxnSp>
        <p:nvCxnSpPr>
          <p:cNvPr id="22" name="ïšḻïďê-Straight Arrow Connector 21"/>
          <p:cNvCxnSpPr/>
          <p:nvPr/>
        </p:nvCxnSpPr>
        <p:spPr>
          <a:xfrm rot="5400000">
            <a:off x="2643774" y="3995347"/>
            <a:ext cx="3911461" cy="2052"/>
          </a:xfrm>
          <a:prstGeom prst="straightConnector1">
            <a:avLst/>
          </a:prstGeom>
          <a:noFill/>
          <a:ln w="12700" cap="flat" cmpd="sng">
            <a:solidFill>
              <a:schemeClr val="bg1">
                <a:lumMod val="85000"/>
              </a:schemeClr>
            </a:solidFill>
            <a:prstDash val="solid"/>
            <a:round/>
            <a:headEnd type="none" w="med" len="med"/>
            <a:tailEnd type="none" w="med" len="med"/>
          </a:ln>
        </p:spPr>
      </p:cxnSp>
      <p:cxnSp>
        <p:nvCxnSpPr>
          <p:cNvPr id="23" name="ïšḻïďê-Straight Arrow Connector 22"/>
          <p:cNvCxnSpPr/>
          <p:nvPr/>
        </p:nvCxnSpPr>
        <p:spPr>
          <a:xfrm rot="5400000">
            <a:off x="6421801" y="3995347"/>
            <a:ext cx="3911461" cy="2052"/>
          </a:xfrm>
          <a:prstGeom prst="straightConnector1">
            <a:avLst/>
          </a:prstGeom>
          <a:noFill/>
          <a:ln w="12700" cap="flat" cmpd="sng">
            <a:solidFill>
              <a:schemeClr val="bg1">
                <a:lumMod val="85000"/>
              </a:schemeClr>
            </a:solidFill>
            <a:prstDash val="solid"/>
            <a:round/>
            <a:headEnd type="none" w="med" len="med"/>
            <a:tailEnd type="none" w="med" len="med"/>
          </a:ln>
        </p:spPr>
      </p:cxnSp>
      <p:cxnSp>
        <p:nvCxnSpPr>
          <p:cNvPr id="24" name="直接连接符 23"/>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6" name="文本框 25"/>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27" name="文本框 26"/>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31" name="组合 30"/>
          <p:cNvGrpSpPr/>
          <p:nvPr/>
        </p:nvGrpSpPr>
        <p:grpSpPr>
          <a:xfrm>
            <a:off x="1173083" y="2146400"/>
            <a:ext cx="3166860" cy="1382005"/>
            <a:chOff x="1111983" y="2035217"/>
            <a:chExt cx="3002817" cy="1310417"/>
          </a:xfrm>
        </p:grpSpPr>
        <p:sp>
          <p:nvSpPr>
            <p:cNvPr id="29" name="矩形 28"/>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0" name="矩形 29"/>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2" name="组合 31"/>
          <p:cNvGrpSpPr/>
          <p:nvPr/>
        </p:nvGrpSpPr>
        <p:grpSpPr>
          <a:xfrm>
            <a:off x="5091041" y="2146400"/>
            <a:ext cx="3166860" cy="1382005"/>
            <a:chOff x="1111983" y="2035217"/>
            <a:chExt cx="3002817" cy="1310417"/>
          </a:xfrm>
        </p:grpSpPr>
        <p:sp>
          <p:nvSpPr>
            <p:cNvPr id="33" name="矩形 32"/>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4" name="矩形 33"/>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5" name="组合 34"/>
          <p:cNvGrpSpPr/>
          <p:nvPr/>
        </p:nvGrpSpPr>
        <p:grpSpPr>
          <a:xfrm>
            <a:off x="8769041" y="2146400"/>
            <a:ext cx="3166860" cy="1382005"/>
            <a:chOff x="1111983" y="2035217"/>
            <a:chExt cx="3002817" cy="1310417"/>
          </a:xfrm>
        </p:grpSpPr>
        <p:sp>
          <p:nvSpPr>
            <p:cNvPr id="36" name="矩形 35"/>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7" name="矩形 36"/>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8" name="组合 37"/>
          <p:cNvGrpSpPr/>
          <p:nvPr/>
        </p:nvGrpSpPr>
        <p:grpSpPr>
          <a:xfrm>
            <a:off x="1173083" y="4493630"/>
            <a:ext cx="3166860" cy="1382005"/>
            <a:chOff x="1111983" y="2035217"/>
            <a:chExt cx="3002817" cy="1310417"/>
          </a:xfrm>
        </p:grpSpPr>
        <p:sp>
          <p:nvSpPr>
            <p:cNvPr id="39" name="矩形 38"/>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0" name="矩形 39"/>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1" name="组合 40"/>
          <p:cNvGrpSpPr/>
          <p:nvPr/>
        </p:nvGrpSpPr>
        <p:grpSpPr>
          <a:xfrm>
            <a:off x="5091041" y="4493630"/>
            <a:ext cx="3166860" cy="1382005"/>
            <a:chOff x="1111983" y="2035217"/>
            <a:chExt cx="3002817" cy="1310417"/>
          </a:xfrm>
        </p:grpSpPr>
        <p:sp>
          <p:nvSpPr>
            <p:cNvPr id="42" name="矩形 41"/>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3" name="矩形 42"/>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4" name="组合 43"/>
          <p:cNvGrpSpPr/>
          <p:nvPr/>
        </p:nvGrpSpPr>
        <p:grpSpPr>
          <a:xfrm>
            <a:off x="8769041" y="4493630"/>
            <a:ext cx="3166860" cy="1382005"/>
            <a:chOff x="1111983" y="2035217"/>
            <a:chExt cx="3002817" cy="1310417"/>
          </a:xfrm>
        </p:grpSpPr>
        <p:sp>
          <p:nvSpPr>
            <p:cNvPr id="45" name="矩形 44"/>
            <p:cNvSpPr/>
            <p:nvPr/>
          </p:nvSpPr>
          <p:spPr>
            <a:xfrm>
              <a:off x="1111983" y="2593068"/>
              <a:ext cx="3002817" cy="752566"/>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6" name="矩形 45"/>
            <p:cNvSpPr/>
            <p:nvPr/>
          </p:nvSpPr>
          <p:spPr>
            <a:xfrm>
              <a:off x="1915479" y="2035217"/>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20958158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p:cTn id="17" dur="500" fill="hold"/>
                                        <p:tgtEl>
                                          <p:spTgt spid="15"/>
                                        </p:tgtEl>
                                        <p:attrNameLst>
                                          <p:attrName>ppt_w</p:attrName>
                                        </p:attrNameLst>
                                      </p:cBhvr>
                                      <p:tavLst>
                                        <p:tav tm="0">
                                          <p:val>
                                            <p:fltVal val="0"/>
                                          </p:val>
                                        </p:tav>
                                        <p:tav tm="100000">
                                          <p:val>
                                            <p:strVal val="#ppt_w"/>
                                          </p:val>
                                        </p:tav>
                                      </p:tavLst>
                                    </p:anim>
                                    <p:anim calcmode="lin" valueType="num">
                                      <p:cBhvr>
                                        <p:cTn id="18" dur="500" fill="hold"/>
                                        <p:tgtEl>
                                          <p:spTgt spid="15"/>
                                        </p:tgtEl>
                                        <p:attrNameLst>
                                          <p:attrName>ppt_h</p:attrName>
                                        </p:attrNameLst>
                                      </p:cBhvr>
                                      <p:tavLst>
                                        <p:tav tm="0">
                                          <p:val>
                                            <p:fltVal val="0"/>
                                          </p:val>
                                        </p:tav>
                                        <p:tav tm="100000">
                                          <p:val>
                                            <p:strVal val="#ppt_h"/>
                                          </p:val>
                                        </p:tav>
                                      </p:tavLst>
                                    </p:anim>
                                    <p:animEffect transition="in" filter="fade">
                                      <p:cBhvr>
                                        <p:cTn id="19" dur="500"/>
                                        <p:tgtEl>
                                          <p:spTgt spid="15"/>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animEffect transition="in" filter="fade">
                                      <p:cBhvr>
                                        <p:cTn id="24" dur="500"/>
                                        <p:tgtEl>
                                          <p:spTgt spid="20"/>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500" fill="hold"/>
                                        <p:tgtEl>
                                          <p:spTgt spid="13"/>
                                        </p:tgtEl>
                                        <p:attrNameLst>
                                          <p:attrName>ppt_w</p:attrName>
                                        </p:attrNameLst>
                                      </p:cBhvr>
                                      <p:tavLst>
                                        <p:tav tm="0">
                                          <p:val>
                                            <p:fltVal val="0"/>
                                          </p:val>
                                        </p:tav>
                                        <p:tav tm="100000">
                                          <p:val>
                                            <p:strVal val="#ppt_w"/>
                                          </p:val>
                                        </p:tav>
                                      </p:tavLst>
                                    </p:anim>
                                    <p:anim calcmode="lin" valueType="num">
                                      <p:cBhvr>
                                        <p:cTn id="28" dur="500" fill="hold"/>
                                        <p:tgtEl>
                                          <p:spTgt spid="13"/>
                                        </p:tgtEl>
                                        <p:attrNameLst>
                                          <p:attrName>ppt_h</p:attrName>
                                        </p:attrNameLst>
                                      </p:cBhvr>
                                      <p:tavLst>
                                        <p:tav tm="0">
                                          <p:val>
                                            <p:fltVal val="0"/>
                                          </p:val>
                                        </p:tav>
                                        <p:tav tm="100000">
                                          <p:val>
                                            <p:strVal val="#ppt_h"/>
                                          </p:val>
                                        </p:tav>
                                      </p:tavLst>
                                    </p:anim>
                                    <p:animEffect transition="in" filter="fade">
                                      <p:cBhvr>
                                        <p:cTn id="29" dur="500"/>
                                        <p:tgtEl>
                                          <p:spTgt spid="13"/>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childTnLst>
                          </p:cTn>
                        </p:par>
                        <p:par>
                          <p:cTn id="35" fill="hold">
                            <p:stCondLst>
                              <p:cond delay="500"/>
                            </p:stCondLst>
                            <p:childTnLst>
                              <p:par>
                                <p:cTn id="36" presetID="42" presetClass="entr" presetSubtype="0"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1000"/>
                                        <p:tgtEl>
                                          <p:spTgt spid="31"/>
                                        </p:tgtEl>
                                      </p:cBhvr>
                                    </p:animEffect>
                                    <p:anim calcmode="lin" valueType="num">
                                      <p:cBhvr>
                                        <p:cTn id="39" dur="1000" fill="hold"/>
                                        <p:tgtEl>
                                          <p:spTgt spid="31"/>
                                        </p:tgtEl>
                                        <p:attrNameLst>
                                          <p:attrName>ppt_x</p:attrName>
                                        </p:attrNameLst>
                                      </p:cBhvr>
                                      <p:tavLst>
                                        <p:tav tm="0">
                                          <p:val>
                                            <p:strVal val="#ppt_x"/>
                                          </p:val>
                                        </p:tav>
                                        <p:tav tm="100000">
                                          <p:val>
                                            <p:strVal val="#ppt_x"/>
                                          </p:val>
                                        </p:tav>
                                      </p:tavLst>
                                    </p:anim>
                                    <p:anim calcmode="lin" valueType="num">
                                      <p:cBhvr>
                                        <p:cTn id="40" dur="1000" fill="hold"/>
                                        <p:tgtEl>
                                          <p:spTgt spid="31"/>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1000"/>
                                        <p:tgtEl>
                                          <p:spTgt spid="32"/>
                                        </p:tgtEl>
                                      </p:cBhvr>
                                    </p:animEffect>
                                    <p:anim calcmode="lin" valueType="num">
                                      <p:cBhvr>
                                        <p:cTn id="44" dur="1000" fill="hold"/>
                                        <p:tgtEl>
                                          <p:spTgt spid="32"/>
                                        </p:tgtEl>
                                        <p:attrNameLst>
                                          <p:attrName>ppt_x</p:attrName>
                                        </p:attrNameLst>
                                      </p:cBhvr>
                                      <p:tavLst>
                                        <p:tav tm="0">
                                          <p:val>
                                            <p:strVal val="#ppt_x"/>
                                          </p:val>
                                        </p:tav>
                                        <p:tav tm="100000">
                                          <p:val>
                                            <p:strVal val="#ppt_x"/>
                                          </p:val>
                                        </p:tav>
                                      </p:tavLst>
                                    </p:anim>
                                    <p:anim calcmode="lin" valueType="num">
                                      <p:cBhvr>
                                        <p:cTn id="45" dur="1000" fill="hold"/>
                                        <p:tgtEl>
                                          <p:spTgt spid="32"/>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1000"/>
                                        <p:tgtEl>
                                          <p:spTgt spid="35"/>
                                        </p:tgtEl>
                                      </p:cBhvr>
                                    </p:animEffect>
                                    <p:anim calcmode="lin" valueType="num">
                                      <p:cBhvr>
                                        <p:cTn id="49" dur="1000" fill="hold"/>
                                        <p:tgtEl>
                                          <p:spTgt spid="35"/>
                                        </p:tgtEl>
                                        <p:attrNameLst>
                                          <p:attrName>ppt_x</p:attrName>
                                        </p:attrNameLst>
                                      </p:cBhvr>
                                      <p:tavLst>
                                        <p:tav tm="0">
                                          <p:val>
                                            <p:strVal val="#ppt_x"/>
                                          </p:val>
                                        </p:tav>
                                        <p:tav tm="100000">
                                          <p:val>
                                            <p:strVal val="#ppt_x"/>
                                          </p:val>
                                        </p:tav>
                                      </p:tavLst>
                                    </p:anim>
                                    <p:anim calcmode="lin" valueType="num">
                                      <p:cBhvr>
                                        <p:cTn id="50" dur="1000" fill="hold"/>
                                        <p:tgtEl>
                                          <p:spTgt spid="35"/>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38"/>
                                        </p:tgtEl>
                                        <p:attrNameLst>
                                          <p:attrName>style.visibility</p:attrName>
                                        </p:attrNameLst>
                                      </p:cBhvr>
                                      <p:to>
                                        <p:strVal val="visible"/>
                                      </p:to>
                                    </p:set>
                                    <p:animEffect transition="in" filter="fade">
                                      <p:cBhvr>
                                        <p:cTn id="53" dur="1000"/>
                                        <p:tgtEl>
                                          <p:spTgt spid="38"/>
                                        </p:tgtEl>
                                      </p:cBhvr>
                                    </p:animEffect>
                                    <p:anim calcmode="lin" valueType="num">
                                      <p:cBhvr>
                                        <p:cTn id="54" dur="1000" fill="hold"/>
                                        <p:tgtEl>
                                          <p:spTgt spid="38"/>
                                        </p:tgtEl>
                                        <p:attrNameLst>
                                          <p:attrName>ppt_x</p:attrName>
                                        </p:attrNameLst>
                                      </p:cBhvr>
                                      <p:tavLst>
                                        <p:tav tm="0">
                                          <p:val>
                                            <p:strVal val="#ppt_x"/>
                                          </p:val>
                                        </p:tav>
                                        <p:tav tm="100000">
                                          <p:val>
                                            <p:strVal val="#ppt_x"/>
                                          </p:val>
                                        </p:tav>
                                      </p:tavLst>
                                    </p:anim>
                                    <p:anim calcmode="lin" valueType="num">
                                      <p:cBhvr>
                                        <p:cTn id="55" dur="1000" fill="hold"/>
                                        <p:tgtEl>
                                          <p:spTgt spid="38"/>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fade">
                                      <p:cBhvr>
                                        <p:cTn id="58" dur="1000"/>
                                        <p:tgtEl>
                                          <p:spTgt spid="41"/>
                                        </p:tgtEl>
                                      </p:cBhvr>
                                    </p:animEffect>
                                    <p:anim calcmode="lin" valueType="num">
                                      <p:cBhvr>
                                        <p:cTn id="59" dur="1000" fill="hold"/>
                                        <p:tgtEl>
                                          <p:spTgt spid="41"/>
                                        </p:tgtEl>
                                        <p:attrNameLst>
                                          <p:attrName>ppt_x</p:attrName>
                                        </p:attrNameLst>
                                      </p:cBhvr>
                                      <p:tavLst>
                                        <p:tav tm="0">
                                          <p:val>
                                            <p:strVal val="#ppt_x"/>
                                          </p:val>
                                        </p:tav>
                                        <p:tav tm="100000">
                                          <p:val>
                                            <p:strVal val="#ppt_x"/>
                                          </p:val>
                                        </p:tav>
                                      </p:tavLst>
                                    </p:anim>
                                    <p:anim calcmode="lin" valueType="num">
                                      <p:cBhvr>
                                        <p:cTn id="60" dur="1000" fill="hold"/>
                                        <p:tgtEl>
                                          <p:spTgt spid="41"/>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44"/>
                                        </p:tgtEl>
                                        <p:attrNameLst>
                                          <p:attrName>style.visibility</p:attrName>
                                        </p:attrNameLst>
                                      </p:cBhvr>
                                      <p:to>
                                        <p:strVal val="visible"/>
                                      </p:to>
                                    </p:set>
                                    <p:animEffect transition="in" filter="fade">
                                      <p:cBhvr>
                                        <p:cTn id="63" dur="1000"/>
                                        <p:tgtEl>
                                          <p:spTgt spid="44"/>
                                        </p:tgtEl>
                                      </p:cBhvr>
                                    </p:animEffect>
                                    <p:anim calcmode="lin" valueType="num">
                                      <p:cBhvr>
                                        <p:cTn id="64" dur="1000" fill="hold"/>
                                        <p:tgtEl>
                                          <p:spTgt spid="44"/>
                                        </p:tgtEl>
                                        <p:attrNameLst>
                                          <p:attrName>ppt_x</p:attrName>
                                        </p:attrNameLst>
                                      </p:cBhvr>
                                      <p:tavLst>
                                        <p:tav tm="0">
                                          <p:val>
                                            <p:strVal val="#ppt_x"/>
                                          </p:val>
                                        </p:tav>
                                        <p:tav tm="100000">
                                          <p:val>
                                            <p:strVal val="#ppt_x"/>
                                          </p:val>
                                        </p:tav>
                                      </p:tavLst>
                                    </p:anim>
                                    <p:anim calcmode="lin" valueType="num">
                                      <p:cBhvr>
                                        <p:cTn id="65" dur="1000" fill="hold"/>
                                        <p:tgtEl>
                                          <p:spTgt spid="44"/>
                                        </p:tgtEl>
                                        <p:attrNameLst>
                                          <p:attrName>ppt_y</p:attrName>
                                        </p:attrNameLst>
                                      </p:cBhvr>
                                      <p:tavLst>
                                        <p:tav tm="0">
                                          <p:val>
                                            <p:strVal val="#ppt_y+.1"/>
                                          </p:val>
                                        </p:tav>
                                        <p:tav tm="100000">
                                          <p:val>
                                            <p:strVal val="#ppt_y"/>
                                          </p:val>
                                        </p:tav>
                                      </p:tavLst>
                                    </p:anim>
                                  </p:childTnLst>
                                </p:cTn>
                              </p:par>
                            </p:childTnLst>
                          </p:cTn>
                        </p:par>
                        <p:par>
                          <p:cTn id="66" fill="hold">
                            <p:stCondLst>
                              <p:cond delay="1500"/>
                            </p:stCondLst>
                            <p:childTnLst>
                              <p:par>
                                <p:cTn id="67" presetID="10" presetClass="entr" presetSubtype="0" fill="hold" nodeType="after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par>
                                <p:cTn id="70" presetID="10" presetClass="entr" presetSubtype="0" fill="hold"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par>
                                <p:cTn id="73" presetID="10" presetClass="entr" presetSubtype="0" fill="hold" nodeType="with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fade">
                                      <p:cBhvr>
                                        <p:cTn id="7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3" grpId="0" animBg="1"/>
      <p:bldP spid="14" grpId="0" animBg="1"/>
      <p:bldP spid="15" grpId="0" animBg="1"/>
      <p:bldP spid="20"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ïşḻïďê-TextBox 6"/>
          <p:cNvSpPr txBox="1">
            <a:spLocks/>
          </p:cNvSpPr>
          <p:nvPr/>
        </p:nvSpPr>
        <p:spPr bwMode="auto">
          <a:xfrm>
            <a:off x="5761071" y="4953470"/>
            <a:ext cx="179201" cy="175278"/>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476" b="1">
                <a:solidFill>
                  <a:schemeClr val="tx1">
                    <a:lumMod val="75000"/>
                    <a:lumOff val="25000"/>
                  </a:schemeClr>
                </a:solidFill>
                <a:latin typeface="Agency FB" panose="020B0503020202020204" pitchFamily="34" charset="0"/>
              </a:rPr>
              <a:t>30</a:t>
            </a:r>
          </a:p>
        </p:txBody>
      </p:sp>
      <p:sp>
        <p:nvSpPr>
          <p:cNvPr id="4" name="ïşḻïďê-TextBox 7"/>
          <p:cNvSpPr txBox="1">
            <a:spLocks/>
          </p:cNvSpPr>
          <p:nvPr/>
        </p:nvSpPr>
        <p:spPr bwMode="auto">
          <a:xfrm>
            <a:off x="6991198" y="3787724"/>
            <a:ext cx="179201" cy="175278"/>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476" b="1">
                <a:solidFill>
                  <a:schemeClr val="tx1">
                    <a:lumMod val="75000"/>
                    <a:lumOff val="25000"/>
                  </a:schemeClr>
                </a:solidFill>
                <a:latin typeface="Agency FB" panose="020B0503020202020204" pitchFamily="34" charset="0"/>
              </a:rPr>
              <a:t>60</a:t>
            </a:r>
          </a:p>
        </p:txBody>
      </p:sp>
      <p:sp>
        <p:nvSpPr>
          <p:cNvPr id="5" name="ïşḻïďê-TextBox 8"/>
          <p:cNvSpPr txBox="1">
            <a:spLocks/>
          </p:cNvSpPr>
          <p:nvPr/>
        </p:nvSpPr>
        <p:spPr bwMode="auto">
          <a:xfrm>
            <a:off x="8226964" y="4469286"/>
            <a:ext cx="179201" cy="175278"/>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476" b="1">
                <a:solidFill>
                  <a:schemeClr val="tx1">
                    <a:lumMod val="75000"/>
                    <a:lumOff val="25000"/>
                  </a:schemeClr>
                </a:solidFill>
                <a:latin typeface="Agency FB" panose="020B0503020202020204" pitchFamily="34" charset="0"/>
              </a:rPr>
              <a:t>40</a:t>
            </a:r>
          </a:p>
        </p:txBody>
      </p:sp>
      <p:sp>
        <p:nvSpPr>
          <p:cNvPr id="6" name="ïşḻïďê-TextBox 9"/>
          <p:cNvSpPr txBox="1">
            <a:spLocks/>
          </p:cNvSpPr>
          <p:nvPr/>
        </p:nvSpPr>
        <p:spPr bwMode="auto">
          <a:xfrm>
            <a:off x="4540989" y="4088134"/>
            <a:ext cx="179201" cy="175278"/>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476" b="1">
                <a:solidFill>
                  <a:schemeClr val="tx1">
                    <a:lumMod val="75000"/>
                    <a:lumOff val="25000"/>
                  </a:schemeClr>
                </a:solidFill>
                <a:latin typeface="Agency FB" panose="020B0503020202020204" pitchFamily="34" charset="0"/>
              </a:rPr>
              <a:t>50</a:t>
            </a:r>
          </a:p>
        </p:txBody>
      </p:sp>
      <p:sp>
        <p:nvSpPr>
          <p:cNvPr id="7" name="ïşḻïďê-TextBox 10"/>
          <p:cNvSpPr txBox="1">
            <a:spLocks/>
          </p:cNvSpPr>
          <p:nvPr/>
        </p:nvSpPr>
        <p:spPr bwMode="auto">
          <a:xfrm>
            <a:off x="3300816" y="4795381"/>
            <a:ext cx="179201" cy="175278"/>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476" b="1">
                <a:solidFill>
                  <a:schemeClr val="tx1">
                    <a:lumMod val="75000"/>
                    <a:lumOff val="25000"/>
                  </a:schemeClr>
                </a:solidFill>
                <a:latin typeface="Agency FB" panose="020B0503020202020204" pitchFamily="34" charset="0"/>
              </a:rPr>
              <a:t>35</a:t>
            </a:r>
          </a:p>
        </p:txBody>
      </p:sp>
      <p:cxnSp>
        <p:nvCxnSpPr>
          <p:cNvPr id="14" name="ïşḻïďê-Straight Connector 22"/>
          <p:cNvCxnSpPr/>
          <p:nvPr/>
        </p:nvCxnSpPr>
        <p:spPr>
          <a:xfrm>
            <a:off x="1812901" y="6006307"/>
            <a:ext cx="9232950"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 name="ïşḻïďê-Freeform: Shape 60"/>
          <p:cNvSpPr/>
          <p:nvPr/>
        </p:nvSpPr>
        <p:spPr>
          <a:xfrm>
            <a:off x="3391704" y="5019983"/>
            <a:ext cx="763676" cy="981112"/>
          </a:xfrm>
          <a:custGeom>
            <a:avLst/>
            <a:gdLst>
              <a:gd name="connsiteX0" fmla="*/ 0 w 724118"/>
              <a:gd name="connsiteY0" fmla="*/ 0 h 930291"/>
              <a:gd name="connsiteX1" fmla="*/ 724118 w 724118"/>
              <a:gd name="connsiteY1" fmla="*/ 930291 h 930291"/>
              <a:gd name="connsiteX2" fmla="*/ 0 w 724118"/>
              <a:gd name="connsiteY2" fmla="*/ 930291 h 930291"/>
              <a:gd name="connsiteX3" fmla="*/ 0 w 724118"/>
              <a:gd name="connsiteY3" fmla="*/ 0 h 930291"/>
            </a:gdLst>
            <a:ahLst/>
            <a:cxnLst>
              <a:cxn ang="0">
                <a:pos x="connsiteX0" y="connsiteY0"/>
              </a:cxn>
              <a:cxn ang="0">
                <a:pos x="connsiteX1" y="connsiteY1"/>
              </a:cxn>
              <a:cxn ang="0">
                <a:pos x="connsiteX2" y="connsiteY2"/>
              </a:cxn>
              <a:cxn ang="0">
                <a:pos x="connsiteX3" y="connsiteY3"/>
              </a:cxn>
            </a:cxnLst>
            <a:rect l="l" t="t" r="r" b="b"/>
            <a:pathLst>
              <a:path w="724118" h="930291">
                <a:moveTo>
                  <a:pt x="0" y="0"/>
                </a:moveTo>
                <a:lnTo>
                  <a:pt x="724118" y="930291"/>
                </a:lnTo>
                <a:lnTo>
                  <a:pt x="0" y="930291"/>
                </a:lnTo>
                <a:lnTo>
                  <a:pt x="0" y="0"/>
                </a:lnTo>
                <a:close/>
              </a:path>
            </a:pathLst>
          </a:cu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6" name="ïṧḷïḓê-Freeform: Shape 58"/>
          <p:cNvSpPr/>
          <p:nvPr/>
        </p:nvSpPr>
        <p:spPr>
          <a:xfrm>
            <a:off x="2625457" y="5018331"/>
            <a:ext cx="766249" cy="982764"/>
          </a:xfrm>
          <a:custGeom>
            <a:avLst/>
            <a:gdLst>
              <a:gd name="connsiteX0" fmla="*/ 725338 w 726557"/>
              <a:gd name="connsiteY0" fmla="*/ 0 h 931857"/>
              <a:gd name="connsiteX1" fmla="*/ 726557 w 726557"/>
              <a:gd name="connsiteY1" fmla="*/ 1566 h 931857"/>
              <a:gd name="connsiteX2" fmla="*/ 726557 w 726557"/>
              <a:gd name="connsiteY2" fmla="*/ 931857 h 931857"/>
              <a:gd name="connsiteX3" fmla="*/ 0 w 726557"/>
              <a:gd name="connsiteY3" fmla="*/ 931857 h 931857"/>
              <a:gd name="connsiteX4" fmla="*/ 725338 w 726557"/>
              <a:gd name="connsiteY4" fmla="*/ 0 h 931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57" h="931857">
                <a:moveTo>
                  <a:pt x="725338" y="0"/>
                </a:moveTo>
                <a:lnTo>
                  <a:pt x="726557" y="1566"/>
                </a:lnTo>
                <a:lnTo>
                  <a:pt x="726557" y="931857"/>
                </a:lnTo>
                <a:lnTo>
                  <a:pt x="0" y="931857"/>
                </a:lnTo>
                <a:lnTo>
                  <a:pt x="725338"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7" name="ïṧḷïḓê-Freeform: Shape 64"/>
          <p:cNvSpPr/>
          <p:nvPr/>
        </p:nvSpPr>
        <p:spPr>
          <a:xfrm>
            <a:off x="4627112" y="4302319"/>
            <a:ext cx="771131" cy="1698775"/>
          </a:xfrm>
          <a:custGeom>
            <a:avLst/>
            <a:gdLst>
              <a:gd name="connsiteX0" fmla="*/ 5850 w 731187"/>
              <a:gd name="connsiteY0" fmla="*/ 0 h 1610779"/>
              <a:gd name="connsiteX1" fmla="*/ 731187 w 731187"/>
              <a:gd name="connsiteY1" fmla="*/ 1610779 h 1610779"/>
              <a:gd name="connsiteX2" fmla="*/ 0 w 731187"/>
              <a:gd name="connsiteY2" fmla="*/ 1610779 h 1610779"/>
              <a:gd name="connsiteX3" fmla="*/ 0 w 731187"/>
              <a:gd name="connsiteY3" fmla="*/ 12991 h 1610779"/>
              <a:gd name="connsiteX4" fmla="*/ 5850 w 731187"/>
              <a:gd name="connsiteY4" fmla="*/ 0 h 161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187" h="1610779">
                <a:moveTo>
                  <a:pt x="5850" y="0"/>
                </a:moveTo>
                <a:lnTo>
                  <a:pt x="731187" y="1610779"/>
                </a:lnTo>
                <a:lnTo>
                  <a:pt x="0" y="1610779"/>
                </a:lnTo>
                <a:lnTo>
                  <a:pt x="0" y="12991"/>
                </a:lnTo>
                <a:lnTo>
                  <a:pt x="5850" y="0"/>
                </a:lnTo>
                <a:close/>
              </a:path>
            </a:pathLst>
          </a:cu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8" name="ïṧḷïḓê-Freeform: Shape 62"/>
          <p:cNvSpPr/>
          <p:nvPr/>
        </p:nvSpPr>
        <p:spPr>
          <a:xfrm>
            <a:off x="3868318" y="4316019"/>
            <a:ext cx="758793" cy="1685075"/>
          </a:xfrm>
          <a:custGeom>
            <a:avLst/>
            <a:gdLst>
              <a:gd name="connsiteX0" fmla="*/ 719488 w 719488"/>
              <a:gd name="connsiteY0" fmla="*/ 0 h 1597788"/>
              <a:gd name="connsiteX1" fmla="*/ 719488 w 719488"/>
              <a:gd name="connsiteY1" fmla="*/ 1597788 h 1597788"/>
              <a:gd name="connsiteX2" fmla="*/ 0 w 719488"/>
              <a:gd name="connsiteY2" fmla="*/ 1597788 h 1597788"/>
              <a:gd name="connsiteX3" fmla="*/ 719488 w 719488"/>
              <a:gd name="connsiteY3" fmla="*/ 0 h 1597788"/>
            </a:gdLst>
            <a:ahLst/>
            <a:cxnLst>
              <a:cxn ang="0">
                <a:pos x="connsiteX0" y="connsiteY0"/>
              </a:cxn>
              <a:cxn ang="0">
                <a:pos x="connsiteX1" y="connsiteY1"/>
              </a:cxn>
              <a:cxn ang="0">
                <a:pos x="connsiteX2" y="connsiteY2"/>
              </a:cxn>
              <a:cxn ang="0">
                <a:pos x="connsiteX3" y="connsiteY3"/>
              </a:cxn>
            </a:cxnLst>
            <a:rect l="l" t="t" r="r" b="b"/>
            <a:pathLst>
              <a:path w="719488" h="1597788">
                <a:moveTo>
                  <a:pt x="719488" y="0"/>
                </a:moveTo>
                <a:lnTo>
                  <a:pt x="719488" y="1597788"/>
                </a:lnTo>
                <a:lnTo>
                  <a:pt x="0" y="1597788"/>
                </a:lnTo>
                <a:lnTo>
                  <a:pt x="719488"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9" name="ïṧḷïḓê-Freeform: Shape 68"/>
          <p:cNvSpPr/>
          <p:nvPr/>
        </p:nvSpPr>
        <p:spPr>
          <a:xfrm>
            <a:off x="5862518" y="5191026"/>
            <a:ext cx="753118" cy="810067"/>
          </a:xfrm>
          <a:custGeom>
            <a:avLst/>
            <a:gdLst>
              <a:gd name="connsiteX0" fmla="*/ 0 w 714107"/>
              <a:gd name="connsiteY0" fmla="*/ 0 h 768106"/>
              <a:gd name="connsiteX1" fmla="*/ 714107 w 714107"/>
              <a:gd name="connsiteY1" fmla="*/ 768106 h 768106"/>
              <a:gd name="connsiteX2" fmla="*/ 0 w 714107"/>
              <a:gd name="connsiteY2" fmla="*/ 768106 h 768106"/>
              <a:gd name="connsiteX3" fmla="*/ 0 w 714107"/>
              <a:gd name="connsiteY3" fmla="*/ 0 h 768106"/>
            </a:gdLst>
            <a:ahLst/>
            <a:cxnLst>
              <a:cxn ang="0">
                <a:pos x="connsiteX0" y="connsiteY0"/>
              </a:cxn>
              <a:cxn ang="0">
                <a:pos x="connsiteX1" y="connsiteY1"/>
              </a:cxn>
              <a:cxn ang="0">
                <a:pos x="connsiteX2" y="connsiteY2"/>
              </a:cxn>
              <a:cxn ang="0">
                <a:pos x="connsiteX3" y="connsiteY3"/>
              </a:cxn>
            </a:cxnLst>
            <a:rect l="l" t="t" r="r" b="b"/>
            <a:pathLst>
              <a:path w="714107" h="768106">
                <a:moveTo>
                  <a:pt x="0" y="0"/>
                </a:moveTo>
                <a:lnTo>
                  <a:pt x="714107" y="768106"/>
                </a:lnTo>
                <a:lnTo>
                  <a:pt x="0" y="768106"/>
                </a:lnTo>
                <a:lnTo>
                  <a:pt x="0" y="0"/>
                </a:lnTo>
                <a:close/>
              </a:path>
            </a:pathLst>
          </a:cu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0" name="ïṧḷïḓê-Freeform: Shape 66"/>
          <p:cNvSpPr/>
          <p:nvPr/>
        </p:nvSpPr>
        <p:spPr>
          <a:xfrm>
            <a:off x="5085711" y="5178289"/>
            <a:ext cx="776806" cy="822806"/>
          </a:xfrm>
          <a:custGeom>
            <a:avLst/>
            <a:gdLst>
              <a:gd name="connsiteX0" fmla="*/ 725338 w 736568"/>
              <a:gd name="connsiteY0" fmla="*/ 0 h 780185"/>
              <a:gd name="connsiteX1" fmla="*/ 736568 w 736568"/>
              <a:gd name="connsiteY1" fmla="*/ 12079 h 780185"/>
              <a:gd name="connsiteX2" fmla="*/ 736568 w 736568"/>
              <a:gd name="connsiteY2" fmla="*/ 780185 h 780185"/>
              <a:gd name="connsiteX3" fmla="*/ 0 w 736568"/>
              <a:gd name="connsiteY3" fmla="*/ 780185 h 780185"/>
              <a:gd name="connsiteX4" fmla="*/ 725338 w 736568"/>
              <a:gd name="connsiteY4" fmla="*/ 0 h 780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568" h="780185">
                <a:moveTo>
                  <a:pt x="725338" y="0"/>
                </a:moveTo>
                <a:lnTo>
                  <a:pt x="736568" y="12079"/>
                </a:lnTo>
                <a:lnTo>
                  <a:pt x="736568" y="780185"/>
                </a:lnTo>
                <a:lnTo>
                  <a:pt x="0" y="780185"/>
                </a:lnTo>
                <a:lnTo>
                  <a:pt x="725338"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1" name="ïṧḷïḓê-Freeform: Shape 72"/>
          <p:cNvSpPr/>
          <p:nvPr/>
        </p:nvSpPr>
        <p:spPr>
          <a:xfrm>
            <a:off x="7074881" y="4009548"/>
            <a:ext cx="770883" cy="1991546"/>
          </a:xfrm>
          <a:custGeom>
            <a:avLst/>
            <a:gdLst>
              <a:gd name="connsiteX0" fmla="*/ 5614 w 730951"/>
              <a:gd name="connsiteY0" fmla="*/ 0 h 1888384"/>
              <a:gd name="connsiteX1" fmla="*/ 730951 w 730951"/>
              <a:gd name="connsiteY1" fmla="*/ 1888384 h 1888384"/>
              <a:gd name="connsiteX2" fmla="*/ 0 w 730951"/>
              <a:gd name="connsiteY2" fmla="*/ 1888384 h 1888384"/>
              <a:gd name="connsiteX3" fmla="*/ 0 w 730951"/>
              <a:gd name="connsiteY3" fmla="*/ 14616 h 1888384"/>
              <a:gd name="connsiteX4" fmla="*/ 5614 w 730951"/>
              <a:gd name="connsiteY4" fmla="*/ 0 h 1888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951" h="1888384">
                <a:moveTo>
                  <a:pt x="5614" y="0"/>
                </a:moveTo>
                <a:lnTo>
                  <a:pt x="730951" y="1888384"/>
                </a:lnTo>
                <a:lnTo>
                  <a:pt x="0" y="1888384"/>
                </a:lnTo>
                <a:lnTo>
                  <a:pt x="0" y="14616"/>
                </a:lnTo>
                <a:lnTo>
                  <a:pt x="5614" y="0"/>
                </a:lnTo>
                <a:close/>
              </a:path>
            </a:pathLst>
          </a:cu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2" name="ïṧḷïḓê-Freeform: Shape 70"/>
          <p:cNvSpPr/>
          <p:nvPr/>
        </p:nvSpPr>
        <p:spPr>
          <a:xfrm>
            <a:off x="6315838" y="4024962"/>
            <a:ext cx="759042" cy="1976131"/>
          </a:xfrm>
          <a:custGeom>
            <a:avLst/>
            <a:gdLst>
              <a:gd name="connsiteX0" fmla="*/ 719724 w 719724"/>
              <a:gd name="connsiteY0" fmla="*/ 0 h 1873768"/>
              <a:gd name="connsiteX1" fmla="*/ 719724 w 719724"/>
              <a:gd name="connsiteY1" fmla="*/ 1873768 h 1873768"/>
              <a:gd name="connsiteX2" fmla="*/ 0 w 719724"/>
              <a:gd name="connsiteY2" fmla="*/ 1873768 h 1873768"/>
              <a:gd name="connsiteX3" fmla="*/ 719724 w 719724"/>
              <a:gd name="connsiteY3" fmla="*/ 0 h 1873768"/>
            </a:gdLst>
            <a:ahLst/>
            <a:cxnLst>
              <a:cxn ang="0">
                <a:pos x="connsiteX0" y="connsiteY0"/>
              </a:cxn>
              <a:cxn ang="0">
                <a:pos x="connsiteX1" y="connsiteY1"/>
              </a:cxn>
              <a:cxn ang="0">
                <a:pos x="connsiteX2" y="connsiteY2"/>
              </a:cxn>
              <a:cxn ang="0">
                <a:pos x="connsiteX3" y="connsiteY3"/>
              </a:cxn>
            </a:cxnLst>
            <a:rect l="l" t="t" r="r" b="b"/>
            <a:pathLst>
              <a:path w="719724" h="1873768">
                <a:moveTo>
                  <a:pt x="719724" y="0"/>
                </a:moveTo>
                <a:lnTo>
                  <a:pt x="719724" y="1873768"/>
                </a:lnTo>
                <a:lnTo>
                  <a:pt x="0" y="1873768"/>
                </a:lnTo>
                <a:lnTo>
                  <a:pt x="719724" y="0"/>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3" name="ïṧḷïḓê-Freeform: Shape 76"/>
          <p:cNvSpPr/>
          <p:nvPr/>
        </p:nvSpPr>
        <p:spPr>
          <a:xfrm>
            <a:off x="8320333" y="4675654"/>
            <a:ext cx="761197" cy="1325440"/>
          </a:xfrm>
          <a:custGeom>
            <a:avLst/>
            <a:gdLst>
              <a:gd name="connsiteX0" fmla="*/ 0 w 721767"/>
              <a:gd name="connsiteY0" fmla="*/ 0 h 1256782"/>
              <a:gd name="connsiteX1" fmla="*/ 721767 w 721767"/>
              <a:gd name="connsiteY1" fmla="*/ 1256782 h 1256782"/>
              <a:gd name="connsiteX2" fmla="*/ 0 w 721767"/>
              <a:gd name="connsiteY2" fmla="*/ 1256782 h 1256782"/>
              <a:gd name="connsiteX3" fmla="*/ 0 w 721767"/>
              <a:gd name="connsiteY3" fmla="*/ 0 h 1256782"/>
            </a:gdLst>
            <a:ahLst/>
            <a:cxnLst>
              <a:cxn ang="0">
                <a:pos x="connsiteX0" y="connsiteY0"/>
              </a:cxn>
              <a:cxn ang="0">
                <a:pos x="connsiteX1" y="connsiteY1"/>
              </a:cxn>
              <a:cxn ang="0">
                <a:pos x="connsiteX2" y="connsiteY2"/>
              </a:cxn>
              <a:cxn ang="0">
                <a:pos x="connsiteX3" y="connsiteY3"/>
              </a:cxn>
            </a:cxnLst>
            <a:rect l="l" t="t" r="r" b="b"/>
            <a:pathLst>
              <a:path w="721767" h="1256782">
                <a:moveTo>
                  <a:pt x="0" y="0"/>
                </a:moveTo>
                <a:lnTo>
                  <a:pt x="721767" y="1256782"/>
                </a:lnTo>
                <a:lnTo>
                  <a:pt x="0" y="1256782"/>
                </a:lnTo>
                <a:lnTo>
                  <a:pt x="0" y="0"/>
                </a:lnTo>
                <a:close/>
              </a:path>
            </a:pathLst>
          </a:custGeom>
          <a:solidFill>
            <a:schemeClr val="accent5">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4" name="ïṧḷïḓê-Freeform: Shape 74"/>
          <p:cNvSpPr/>
          <p:nvPr/>
        </p:nvSpPr>
        <p:spPr>
          <a:xfrm>
            <a:off x="7551603" y="4669099"/>
            <a:ext cx="768728" cy="1331995"/>
          </a:xfrm>
          <a:custGeom>
            <a:avLst/>
            <a:gdLst>
              <a:gd name="connsiteX0" fmla="*/ 725338 w 728908"/>
              <a:gd name="connsiteY0" fmla="*/ 0 h 1262998"/>
              <a:gd name="connsiteX1" fmla="*/ 728908 w 728908"/>
              <a:gd name="connsiteY1" fmla="*/ 6216 h 1262998"/>
              <a:gd name="connsiteX2" fmla="*/ 728908 w 728908"/>
              <a:gd name="connsiteY2" fmla="*/ 1262998 h 1262998"/>
              <a:gd name="connsiteX3" fmla="*/ 0 w 728908"/>
              <a:gd name="connsiteY3" fmla="*/ 1262998 h 1262998"/>
              <a:gd name="connsiteX4" fmla="*/ 725338 w 728908"/>
              <a:gd name="connsiteY4" fmla="*/ 0 h 1262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908" h="1262998">
                <a:moveTo>
                  <a:pt x="725338" y="0"/>
                </a:moveTo>
                <a:lnTo>
                  <a:pt x="728908" y="6216"/>
                </a:lnTo>
                <a:lnTo>
                  <a:pt x="728908" y="1262998"/>
                </a:lnTo>
                <a:lnTo>
                  <a:pt x="0" y="1262998"/>
                </a:lnTo>
                <a:lnTo>
                  <a:pt x="725338" y="0"/>
                </a:lnTo>
                <a:close/>
              </a:path>
            </a:pathLst>
          </a:cu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5" name="ïṧḷïḓê-Freeform: Shape 80"/>
          <p:cNvSpPr/>
          <p:nvPr/>
        </p:nvSpPr>
        <p:spPr>
          <a:xfrm>
            <a:off x="9537288" y="3689671"/>
            <a:ext cx="768728" cy="2311424"/>
          </a:xfrm>
          <a:custGeom>
            <a:avLst/>
            <a:gdLst>
              <a:gd name="connsiteX0" fmla="*/ 3571 w 728908"/>
              <a:gd name="connsiteY0" fmla="*/ 0 h 2191693"/>
              <a:gd name="connsiteX1" fmla="*/ 728908 w 728908"/>
              <a:gd name="connsiteY1" fmla="*/ 2191693 h 2191693"/>
              <a:gd name="connsiteX2" fmla="*/ 0 w 728908"/>
              <a:gd name="connsiteY2" fmla="*/ 2191693 h 2191693"/>
              <a:gd name="connsiteX3" fmla="*/ 0 w 728908"/>
              <a:gd name="connsiteY3" fmla="*/ 10790 h 2191693"/>
              <a:gd name="connsiteX4" fmla="*/ 3571 w 728908"/>
              <a:gd name="connsiteY4" fmla="*/ 0 h 2191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908" h="2191693">
                <a:moveTo>
                  <a:pt x="3571" y="0"/>
                </a:moveTo>
                <a:lnTo>
                  <a:pt x="728908" y="2191693"/>
                </a:lnTo>
                <a:lnTo>
                  <a:pt x="0" y="2191693"/>
                </a:lnTo>
                <a:lnTo>
                  <a:pt x="0" y="10790"/>
                </a:lnTo>
                <a:lnTo>
                  <a:pt x="3571" y="0"/>
                </a:lnTo>
                <a:close/>
              </a:path>
            </a:pathLst>
          </a:custGeom>
          <a:solidFill>
            <a:schemeClr val="accent6">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6" name="ïṧḷïḓê-Freeform: Shape 78"/>
          <p:cNvSpPr/>
          <p:nvPr/>
        </p:nvSpPr>
        <p:spPr>
          <a:xfrm>
            <a:off x="8776093" y="3701050"/>
            <a:ext cx="761197" cy="2300045"/>
          </a:xfrm>
          <a:custGeom>
            <a:avLst/>
            <a:gdLst>
              <a:gd name="connsiteX0" fmla="*/ 721767 w 721767"/>
              <a:gd name="connsiteY0" fmla="*/ 0 h 2180903"/>
              <a:gd name="connsiteX1" fmla="*/ 721767 w 721767"/>
              <a:gd name="connsiteY1" fmla="*/ 2180903 h 2180903"/>
              <a:gd name="connsiteX2" fmla="*/ 0 w 721767"/>
              <a:gd name="connsiteY2" fmla="*/ 2180903 h 2180903"/>
              <a:gd name="connsiteX3" fmla="*/ 721767 w 721767"/>
              <a:gd name="connsiteY3" fmla="*/ 0 h 2180903"/>
            </a:gdLst>
            <a:ahLst/>
            <a:cxnLst>
              <a:cxn ang="0">
                <a:pos x="connsiteX0" y="connsiteY0"/>
              </a:cxn>
              <a:cxn ang="0">
                <a:pos x="connsiteX1" y="connsiteY1"/>
              </a:cxn>
              <a:cxn ang="0">
                <a:pos x="connsiteX2" y="connsiteY2"/>
              </a:cxn>
              <a:cxn ang="0">
                <a:pos x="connsiteX3" y="connsiteY3"/>
              </a:cxn>
            </a:cxnLst>
            <a:rect l="l" t="t" r="r" b="b"/>
            <a:pathLst>
              <a:path w="721767" h="2180903">
                <a:moveTo>
                  <a:pt x="721767" y="0"/>
                </a:moveTo>
                <a:lnTo>
                  <a:pt x="721767" y="2180903"/>
                </a:lnTo>
                <a:lnTo>
                  <a:pt x="0" y="2180903"/>
                </a:lnTo>
                <a:lnTo>
                  <a:pt x="721767" y="0"/>
                </a:lnTo>
                <a:close/>
              </a:path>
            </a:pathLst>
          </a:cu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7" name="ïṧḷïḓê-TextBox 81"/>
          <p:cNvSpPr txBox="1">
            <a:spLocks/>
          </p:cNvSpPr>
          <p:nvPr/>
        </p:nvSpPr>
        <p:spPr bwMode="auto">
          <a:xfrm>
            <a:off x="9436238" y="3433388"/>
            <a:ext cx="209631" cy="204492"/>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Autofit/>
            <a:sp3d contourW="12700"/>
          </a:bodyPr>
          <a:lstStyle/>
          <a:p>
            <a:pPr algn="ctr">
              <a:buClr>
                <a:prstClr val="white"/>
              </a:buClr>
              <a:defRPr/>
            </a:pPr>
            <a:r>
              <a:rPr lang="en-US" altLang="ko-KR" sz="1687" b="1">
                <a:solidFill>
                  <a:schemeClr val="tx1">
                    <a:lumMod val="75000"/>
                    <a:lumOff val="25000"/>
                  </a:schemeClr>
                </a:solidFill>
                <a:latin typeface="Agency FB" panose="020B0503020202020204" pitchFamily="34" charset="0"/>
              </a:rPr>
              <a:t>70</a:t>
            </a:r>
          </a:p>
        </p:txBody>
      </p:sp>
      <p:cxnSp>
        <p:nvCxnSpPr>
          <p:cNvPr id="65" name="直接连接符 64"/>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7" name="文本框 66"/>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68" name="文本框 67"/>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69" name="组合 68"/>
          <p:cNvGrpSpPr/>
          <p:nvPr/>
        </p:nvGrpSpPr>
        <p:grpSpPr>
          <a:xfrm>
            <a:off x="966655" y="1959435"/>
            <a:ext cx="10969245" cy="1163289"/>
            <a:chOff x="2677264" y="1996356"/>
            <a:chExt cx="10401040" cy="1103031"/>
          </a:xfrm>
        </p:grpSpPr>
        <p:sp>
          <p:nvSpPr>
            <p:cNvPr id="70" name="矩形 69"/>
            <p:cNvSpPr/>
            <p:nvPr/>
          </p:nvSpPr>
          <p:spPr>
            <a:xfrm>
              <a:off x="2677264" y="2346820"/>
              <a:ext cx="10401040"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a:t>
              </a:r>
            </a:p>
          </p:txBody>
        </p:sp>
        <p:sp>
          <p:nvSpPr>
            <p:cNvPr id="71" name="矩形 70"/>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
        <p:nvSpPr>
          <p:cNvPr id="72" name="矩形 71"/>
          <p:cNvSpPr/>
          <p:nvPr/>
        </p:nvSpPr>
        <p:spPr>
          <a:xfrm>
            <a:off x="2732204"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1"/>
                </a:solidFill>
              </a:rPr>
              <a:t>文字添加</a:t>
            </a:r>
          </a:p>
        </p:txBody>
      </p:sp>
      <p:sp>
        <p:nvSpPr>
          <p:cNvPr id="73" name="矩形 72"/>
          <p:cNvSpPr/>
          <p:nvPr/>
        </p:nvSpPr>
        <p:spPr>
          <a:xfrm>
            <a:off x="3958854"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2"/>
                </a:solidFill>
              </a:rPr>
              <a:t>文字添加</a:t>
            </a:r>
          </a:p>
        </p:txBody>
      </p:sp>
      <p:sp>
        <p:nvSpPr>
          <p:cNvPr id="74" name="矩形 73"/>
          <p:cNvSpPr/>
          <p:nvPr/>
        </p:nvSpPr>
        <p:spPr>
          <a:xfrm>
            <a:off x="5194259"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1"/>
                </a:solidFill>
              </a:rPr>
              <a:t>文字添加</a:t>
            </a:r>
          </a:p>
        </p:txBody>
      </p:sp>
      <p:sp>
        <p:nvSpPr>
          <p:cNvPr id="75" name="矩形 74"/>
          <p:cNvSpPr/>
          <p:nvPr/>
        </p:nvSpPr>
        <p:spPr>
          <a:xfrm>
            <a:off x="6393258"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2"/>
                </a:solidFill>
              </a:rPr>
              <a:t>文字添加</a:t>
            </a:r>
          </a:p>
        </p:txBody>
      </p:sp>
      <p:sp>
        <p:nvSpPr>
          <p:cNvPr id="76" name="矩形 75"/>
          <p:cNvSpPr/>
          <p:nvPr/>
        </p:nvSpPr>
        <p:spPr>
          <a:xfrm>
            <a:off x="7648307"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1"/>
                </a:solidFill>
              </a:rPr>
              <a:t>文字添加</a:t>
            </a:r>
          </a:p>
        </p:txBody>
      </p:sp>
      <p:sp>
        <p:nvSpPr>
          <p:cNvPr id="77" name="矩形 76"/>
          <p:cNvSpPr/>
          <p:nvPr/>
        </p:nvSpPr>
        <p:spPr>
          <a:xfrm>
            <a:off x="8869031" y="6048767"/>
            <a:ext cx="1336515" cy="364843"/>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sz="1476" dirty="0">
                <a:solidFill>
                  <a:schemeClr val="accent2"/>
                </a:solidFill>
              </a:rPr>
              <a:t>文字添加</a:t>
            </a:r>
          </a:p>
        </p:txBody>
      </p:sp>
    </p:spTree>
    <p:custDataLst>
      <p:tags r:id="rId1"/>
    </p:custDataLst>
    <p:extLst>
      <p:ext uri="{BB962C8B-B14F-4D97-AF65-F5344CB8AC3E}">
        <p14:creationId xmlns:p14="http://schemas.microsoft.com/office/powerpoint/2010/main" val="376231943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left)">
                                      <p:cBhvr>
                                        <p:cTn id="7" dur="500"/>
                                        <p:tgtEl>
                                          <p:spTgt spid="6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000"/>
                                        <p:tgtEl>
                                          <p:spTgt spid="3"/>
                                        </p:tgtEl>
                                      </p:cBhvr>
                                    </p:animEffect>
                                    <p:anim calcmode="lin" valueType="num">
                                      <p:cBhvr>
                                        <p:cTn id="12" dur="1000" fill="hold"/>
                                        <p:tgtEl>
                                          <p:spTgt spid="3"/>
                                        </p:tgtEl>
                                        <p:attrNameLst>
                                          <p:attrName>ppt_x</p:attrName>
                                        </p:attrNameLst>
                                      </p:cBhvr>
                                      <p:tavLst>
                                        <p:tav tm="0">
                                          <p:val>
                                            <p:strVal val="#ppt_x"/>
                                          </p:val>
                                        </p:tav>
                                        <p:tav tm="100000">
                                          <p:val>
                                            <p:strVal val="#ppt_x"/>
                                          </p:val>
                                        </p:tav>
                                      </p:tavLst>
                                    </p:anim>
                                    <p:anim calcmode="lin" valueType="num">
                                      <p:cBhvr>
                                        <p:cTn id="13" dur="1000" fill="hold"/>
                                        <p:tgtEl>
                                          <p:spTgt spid="3"/>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anim calcmode="lin" valueType="num">
                                      <p:cBhvr>
                                        <p:cTn id="17" dur="1000" fill="hold"/>
                                        <p:tgtEl>
                                          <p:spTgt spid="4"/>
                                        </p:tgtEl>
                                        <p:attrNameLst>
                                          <p:attrName>ppt_x</p:attrName>
                                        </p:attrNameLst>
                                      </p:cBhvr>
                                      <p:tavLst>
                                        <p:tav tm="0">
                                          <p:val>
                                            <p:strVal val="#ppt_x"/>
                                          </p:val>
                                        </p:tav>
                                        <p:tav tm="100000">
                                          <p:val>
                                            <p:strVal val="#ppt_x"/>
                                          </p:val>
                                        </p:tav>
                                      </p:tavLst>
                                    </p:anim>
                                    <p:anim calcmode="lin" valueType="num">
                                      <p:cBhvr>
                                        <p:cTn id="18" dur="1000" fill="hold"/>
                                        <p:tgtEl>
                                          <p:spTgt spid="4"/>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1000"/>
                                        <p:tgtEl>
                                          <p:spTgt spid="7"/>
                                        </p:tgtEl>
                                      </p:cBhvr>
                                    </p:animEffect>
                                    <p:anim calcmode="lin" valueType="num">
                                      <p:cBhvr>
                                        <p:cTn id="32" dur="1000" fill="hold"/>
                                        <p:tgtEl>
                                          <p:spTgt spid="7"/>
                                        </p:tgtEl>
                                        <p:attrNameLst>
                                          <p:attrName>ppt_x</p:attrName>
                                        </p:attrNameLst>
                                      </p:cBhvr>
                                      <p:tavLst>
                                        <p:tav tm="0">
                                          <p:val>
                                            <p:strVal val="#ppt_x"/>
                                          </p:val>
                                        </p:tav>
                                        <p:tav tm="100000">
                                          <p:val>
                                            <p:strVal val="#ppt_x"/>
                                          </p:val>
                                        </p:tav>
                                      </p:tavLst>
                                    </p:anim>
                                    <p:anim calcmode="lin" valueType="num">
                                      <p:cBhvr>
                                        <p:cTn id="33" dur="1000" fill="hold"/>
                                        <p:tgtEl>
                                          <p:spTgt spid="7"/>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1000"/>
                                        <p:tgtEl>
                                          <p:spTgt spid="14"/>
                                        </p:tgtEl>
                                      </p:cBhvr>
                                    </p:animEffect>
                                    <p:anim calcmode="lin" valueType="num">
                                      <p:cBhvr>
                                        <p:cTn id="37" dur="1000" fill="hold"/>
                                        <p:tgtEl>
                                          <p:spTgt spid="14"/>
                                        </p:tgtEl>
                                        <p:attrNameLst>
                                          <p:attrName>ppt_x</p:attrName>
                                        </p:attrNameLst>
                                      </p:cBhvr>
                                      <p:tavLst>
                                        <p:tav tm="0">
                                          <p:val>
                                            <p:strVal val="#ppt_x"/>
                                          </p:val>
                                        </p:tav>
                                        <p:tav tm="100000">
                                          <p:val>
                                            <p:strVal val="#ppt_x"/>
                                          </p:val>
                                        </p:tav>
                                      </p:tavLst>
                                    </p:anim>
                                    <p:anim calcmode="lin" valueType="num">
                                      <p:cBhvr>
                                        <p:cTn id="38" dur="1000" fill="hold"/>
                                        <p:tgtEl>
                                          <p:spTgt spid="14"/>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1000"/>
                                        <p:tgtEl>
                                          <p:spTgt spid="15"/>
                                        </p:tgtEl>
                                      </p:cBhvr>
                                    </p:animEffect>
                                    <p:anim calcmode="lin" valueType="num">
                                      <p:cBhvr>
                                        <p:cTn id="42" dur="1000" fill="hold"/>
                                        <p:tgtEl>
                                          <p:spTgt spid="15"/>
                                        </p:tgtEl>
                                        <p:attrNameLst>
                                          <p:attrName>ppt_x</p:attrName>
                                        </p:attrNameLst>
                                      </p:cBhvr>
                                      <p:tavLst>
                                        <p:tav tm="0">
                                          <p:val>
                                            <p:strVal val="#ppt_x"/>
                                          </p:val>
                                        </p:tav>
                                        <p:tav tm="100000">
                                          <p:val>
                                            <p:strVal val="#ppt_x"/>
                                          </p:val>
                                        </p:tav>
                                      </p:tavLst>
                                    </p:anim>
                                    <p:anim calcmode="lin" valueType="num">
                                      <p:cBhvr>
                                        <p:cTn id="43" dur="1000" fill="hold"/>
                                        <p:tgtEl>
                                          <p:spTgt spid="15"/>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1000"/>
                                        <p:tgtEl>
                                          <p:spTgt spid="16"/>
                                        </p:tgtEl>
                                      </p:cBhvr>
                                    </p:animEffect>
                                    <p:anim calcmode="lin" valueType="num">
                                      <p:cBhvr>
                                        <p:cTn id="47" dur="1000" fill="hold"/>
                                        <p:tgtEl>
                                          <p:spTgt spid="16"/>
                                        </p:tgtEl>
                                        <p:attrNameLst>
                                          <p:attrName>ppt_x</p:attrName>
                                        </p:attrNameLst>
                                      </p:cBhvr>
                                      <p:tavLst>
                                        <p:tav tm="0">
                                          <p:val>
                                            <p:strVal val="#ppt_x"/>
                                          </p:val>
                                        </p:tav>
                                        <p:tav tm="100000">
                                          <p:val>
                                            <p:strVal val="#ppt_x"/>
                                          </p:val>
                                        </p:tav>
                                      </p:tavLst>
                                    </p:anim>
                                    <p:anim calcmode="lin" valueType="num">
                                      <p:cBhvr>
                                        <p:cTn id="48" dur="1000" fill="hold"/>
                                        <p:tgtEl>
                                          <p:spTgt spid="16"/>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1000"/>
                                        <p:tgtEl>
                                          <p:spTgt spid="17"/>
                                        </p:tgtEl>
                                      </p:cBhvr>
                                    </p:animEffect>
                                    <p:anim calcmode="lin" valueType="num">
                                      <p:cBhvr>
                                        <p:cTn id="52" dur="1000" fill="hold"/>
                                        <p:tgtEl>
                                          <p:spTgt spid="17"/>
                                        </p:tgtEl>
                                        <p:attrNameLst>
                                          <p:attrName>ppt_x</p:attrName>
                                        </p:attrNameLst>
                                      </p:cBhvr>
                                      <p:tavLst>
                                        <p:tav tm="0">
                                          <p:val>
                                            <p:strVal val="#ppt_x"/>
                                          </p:val>
                                        </p:tav>
                                        <p:tav tm="100000">
                                          <p:val>
                                            <p:strVal val="#ppt_x"/>
                                          </p:val>
                                        </p:tav>
                                      </p:tavLst>
                                    </p:anim>
                                    <p:anim calcmode="lin" valueType="num">
                                      <p:cBhvr>
                                        <p:cTn id="53" dur="1000" fill="hold"/>
                                        <p:tgtEl>
                                          <p:spTgt spid="17"/>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1000"/>
                                        <p:tgtEl>
                                          <p:spTgt spid="18"/>
                                        </p:tgtEl>
                                      </p:cBhvr>
                                    </p:animEffect>
                                    <p:anim calcmode="lin" valueType="num">
                                      <p:cBhvr>
                                        <p:cTn id="57" dur="1000" fill="hold"/>
                                        <p:tgtEl>
                                          <p:spTgt spid="18"/>
                                        </p:tgtEl>
                                        <p:attrNameLst>
                                          <p:attrName>ppt_x</p:attrName>
                                        </p:attrNameLst>
                                      </p:cBhvr>
                                      <p:tavLst>
                                        <p:tav tm="0">
                                          <p:val>
                                            <p:strVal val="#ppt_x"/>
                                          </p:val>
                                        </p:tav>
                                        <p:tav tm="100000">
                                          <p:val>
                                            <p:strVal val="#ppt_x"/>
                                          </p:val>
                                        </p:tav>
                                      </p:tavLst>
                                    </p:anim>
                                    <p:anim calcmode="lin" valueType="num">
                                      <p:cBhvr>
                                        <p:cTn id="58" dur="1000" fill="hold"/>
                                        <p:tgtEl>
                                          <p:spTgt spid="18"/>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1000"/>
                                        <p:tgtEl>
                                          <p:spTgt spid="19"/>
                                        </p:tgtEl>
                                      </p:cBhvr>
                                    </p:animEffect>
                                    <p:anim calcmode="lin" valueType="num">
                                      <p:cBhvr>
                                        <p:cTn id="62" dur="1000" fill="hold"/>
                                        <p:tgtEl>
                                          <p:spTgt spid="19"/>
                                        </p:tgtEl>
                                        <p:attrNameLst>
                                          <p:attrName>ppt_x</p:attrName>
                                        </p:attrNameLst>
                                      </p:cBhvr>
                                      <p:tavLst>
                                        <p:tav tm="0">
                                          <p:val>
                                            <p:strVal val="#ppt_x"/>
                                          </p:val>
                                        </p:tav>
                                        <p:tav tm="100000">
                                          <p:val>
                                            <p:strVal val="#ppt_x"/>
                                          </p:val>
                                        </p:tav>
                                      </p:tavLst>
                                    </p:anim>
                                    <p:anim calcmode="lin" valueType="num">
                                      <p:cBhvr>
                                        <p:cTn id="63" dur="1000" fill="hold"/>
                                        <p:tgtEl>
                                          <p:spTgt spid="19"/>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1000"/>
                                        <p:tgtEl>
                                          <p:spTgt spid="20"/>
                                        </p:tgtEl>
                                      </p:cBhvr>
                                    </p:animEffect>
                                    <p:anim calcmode="lin" valueType="num">
                                      <p:cBhvr>
                                        <p:cTn id="67" dur="1000" fill="hold"/>
                                        <p:tgtEl>
                                          <p:spTgt spid="20"/>
                                        </p:tgtEl>
                                        <p:attrNameLst>
                                          <p:attrName>ppt_x</p:attrName>
                                        </p:attrNameLst>
                                      </p:cBhvr>
                                      <p:tavLst>
                                        <p:tav tm="0">
                                          <p:val>
                                            <p:strVal val="#ppt_x"/>
                                          </p:val>
                                        </p:tav>
                                        <p:tav tm="100000">
                                          <p:val>
                                            <p:strVal val="#ppt_x"/>
                                          </p:val>
                                        </p:tav>
                                      </p:tavLst>
                                    </p:anim>
                                    <p:anim calcmode="lin" valueType="num">
                                      <p:cBhvr>
                                        <p:cTn id="68" dur="1000" fill="hold"/>
                                        <p:tgtEl>
                                          <p:spTgt spid="20"/>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1000"/>
                                        <p:tgtEl>
                                          <p:spTgt spid="21"/>
                                        </p:tgtEl>
                                      </p:cBhvr>
                                    </p:animEffect>
                                    <p:anim calcmode="lin" valueType="num">
                                      <p:cBhvr>
                                        <p:cTn id="72" dur="1000" fill="hold"/>
                                        <p:tgtEl>
                                          <p:spTgt spid="21"/>
                                        </p:tgtEl>
                                        <p:attrNameLst>
                                          <p:attrName>ppt_x</p:attrName>
                                        </p:attrNameLst>
                                      </p:cBhvr>
                                      <p:tavLst>
                                        <p:tav tm="0">
                                          <p:val>
                                            <p:strVal val="#ppt_x"/>
                                          </p:val>
                                        </p:tav>
                                        <p:tav tm="100000">
                                          <p:val>
                                            <p:strVal val="#ppt_x"/>
                                          </p:val>
                                        </p:tav>
                                      </p:tavLst>
                                    </p:anim>
                                    <p:anim calcmode="lin" valueType="num">
                                      <p:cBhvr>
                                        <p:cTn id="73" dur="1000" fill="hold"/>
                                        <p:tgtEl>
                                          <p:spTgt spid="21"/>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1000"/>
                                        <p:tgtEl>
                                          <p:spTgt spid="22"/>
                                        </p:tgtEl>
                                      </p:cBhvr>
                                    </p:animEffect>
                                    <p:anim calcmode="lin" valueType="num">
                                      <p:cBhvr>
                                        <p:cTn id="77" dur="1000" fill="hold"/>
                                        <p:tgtEl>
                                          <p:spTgt spid="22"/>
                                        </p:tgtEl>
                                        <p:attrNameLst>
                                          <p:attrName>ppt_x</p:attrName>
                                        </p:attrNameLst>
                                      </p:cBhvr>
                                      <p:tavLst>
                                        <p:tav tm="0">
                                          <p:val>
                                            <p:strVal val="#ppt_x"/>
                                          </p:val>
                                        </p:tav>
                                        <p:tav tm="100000">
                                          <p:val>
                                            <p:strVal val="#ppt_x"/>
                                          </p:val>
                                        </p:tav>
                                      </p:tavLst>
                                    </p:anim>
                                    <p:anim calcmode="lin" valueType="num">
                                      <p:cBhvr>
                                        <p:cTn id="78" dur="1000" fill="hold"/>
                                        <p:tgtEl>
                                          <p:spTgt spid="22"/>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1000"/>
                                        <p:tgtEl>
                                          <p:spTgt spid="23"/>
                                        </p:tgtEl>
                                      </p:cBhvr>
                                    </p:animEffect>
                                    <p:anim calcmode="lin" valueType="num">
                                      <p:cBhvr>
                                        <p:cTn id="82" dur="1000" fill="hold"/>
                                        <p:tgtEl>
                                          <p:spTgt spid="23"/>
                                        </p:tgtEl>
                                        <p:attrNameLst>
                                          <p:attrName>ppt_x</p:attrName>
                                        </p:attrNameLst>
                                      </p:cBhvr>
                                      <p:tavLst>
                                        <p:tav tm="0">
                                          <p:val>
                                            <p:strVal val="#ppt_x"/>
                                          </p:val>
                                        </p:tav>
                                        <p:tav tm="100000">
                                          <p:val>
                                            <p:strVal val="#ppt_x"/>
                                          </p:val>
                                        </p:tav>
                                      </p:tavLst>
                                    </p:anim>
                                    <p:anim calcmode="lin" valueType="num">
                                      <p:cBhvr>
                                        <p:cTn id="83" dur="1000" fill="hold"/>
                                        <p:tgtEl>
                                          <p:spTgt spid="23"/>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Effect transition="in" filter="fade">
                                      <p:cBhvr>
                                        <p:cTn id="86" dur="1000"/>
                                        <p:tgtEl>
                                          <p:spTgt spid="24"/>
                                        </p:tgtEl>
                                      </p:cBhvr>
                                    </p:animEffect>
                                    <p:anim calcmode="lin" valueType="num">
                                      <p:cBhvr>
                                        <p:cTn id="87" dur="1000" fill="hold"/>
                                        <p:tgtEl>
                                          <p:spTgt spid="24"/>
                                        </p:tgtEl>
                                        <p:attrNameLst>
                                          <p:attrName>ppt_x</p:attrName>
                                        </p:attrNameLst>
                                      </p:cBhvr>
                                      <p:tavLst>
                                        <p:tav tm="0">
                                          <p:val>
                                            <p:strVal val="#ppt_x"/>
                                          </p:val>
                                        </p:tav>
                                        <p:tav tm="100000">
                                          <p:val>
                                            <p:strVal val="#ppt_x"/>
                                          </p:val>
                                        </p:tav>
                                      </p:tavLst>
                                    </p:anim>
                                    <p:anim calcmode="lin" valueType="num">
                                      <p:cBhvr>
                                        <p:cTn id="88" dur="1000" fill="hold"/>
                                        <p:tgtEl>
                                          <p:spTgt spid="24"/>
                                        </p:tgtEl>
                                        <p:attrNameLst>
                                          <p:attrName>ppt_y</p:attrName>
                                        </p:attrNameLst>
                                      </p:cBhvr>
                                      <p:tavLst>
                                        <p:tav tm="0">
                                          <p:val>
                                            <p:strVal val="#ppt_y+.1"/>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1000"/>
                                        <p:tgtEl>
                                          <p:spTgt spid="25"/>
                                        </p:tgtEl>
                                      </p:cBhvr>
                                    </p:animEffect>
                                    <p:anim calcmode="lin" valueType="num">
                                      <p:cBhvr>
                                        <p:cTn id="92" dur="1000" fill="hold"/>
                                        <p:tgtEl>
                                          <p:spTgt spid="25"/>
                                        </p:tgtEl>
                                        <p:attrNameLst>
                                          <p:attrName>ppt_x</p:attrName>
                                        </p:attrNameLst>
                                      </p:cBhvr>
                                      <p:tavLst>
                                        <p:tav tm="0">
                                          <p:val>
                                            <p:strVal val="#ppt_x"/>
                                          </p:val>
                                        </p:tav>
                                        <p:tav tm="100000">
                                          <p:val>
                                            <p:strVal val="#ppt_x"/>
                                          </p:val>
                                        </p:tav>
                                      </p:tavLst>
                                    </p:anim>
                                    <p:anim calcmode="lin" valueType="num">
                                      <p:cBhvr>
                                        <p:cTn id="93" dur="1000" fill="hold"/>
                                        <p:tgtEl>
                                          <p:spTgt spid="25"/>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1000"/>
                                        <p:tgtEl>
                                          <p:spTgt spid="26"/>
                                        </p:tgtEl>
                                      </p:cBhvr>
                                    </p:animEffect>
                                    <p:anim calcmode="lin" valueType="num">
                                      <p:cBhvr>
                                        <p:cTn id="97" dur="1000" fill="hold"/>
                                        <p:tgtEl>
                                          <p:spTgt spid="26"/>
                                        </p:tgtEl>
                                        <p:attrNameLst>
                                          <p:attrName>ppt_x</p:attrName>
                                        </p:attrNameLst>
                                      </p:cBhvr>
                                      <p:tavLst>
                                        <p:tav tm="0">
                                          <p:val>
                                            <p:strVal val="#ppt_x"/>
                                          </p:val>
                                        </p:tav>
                                        <p:tav tm="100000">
                                          <p:val>
                                            <p:strVal val="#ppt_x"/>
                                          </p:val>
                                        </p:tav>
                                      </p:tavLst>
                                    </p:anim>
                                    <p:anim calcmode="lin" valueType="num">
                                      <p:cBhvr>
                                        <p:cTn id="98" dur="1000" fill="hold"/>
                                        <p:tgtEl>
                                          <p:spTgt spid="26"/>
                                        </p:tgtEl>
                                        <p:attrNameLst>
                                          <p:attrName>ppt_y</p:attrName>
                                        </p:attrNameLst>
                                      </p:cBhvr>
                                      <p:tavLst>
                                        <p:tav tm="0">
                                          <p:val>
                                            <p:strVal val="#ppt_y+.1"/>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000"/>
                                        <p:tgtEl>
                                          <p:spTgt spid="27"/>
                                        </p:tgtEl>
                                      </p:cBhvr>
                                    </p:animEffect>
                                    <p:anim calcmode="lin" valueType="num">
                                      <p:cBhvr>
                                        <p:cTn id="102" dur="1000" fill="hold"/>
                                        <p:tgtEl>
                                          <p:spTgt spid="27"/>
                                        </p:tgtEl>
                                        <p:attrNameLst>
                                          <p:attrName>ppt_x</p:attrName>
                                        </p:attrNameLst>
                                      </p:cBhvr>
                                      <p:tavLst>
                                        <p:tav tm="0">
                                          <p:val>
                                            <p:strVal val="#ppt_x"/>
                                          </p:val>
                                        </p:tav>
                                        <p:tav tm="100000">
                                          <p:val>
                                            <p:strVal val="#ppt_x"/>
                                          </p:val>
                                        </p:tav>
                                      </p:tavLst>
                                    </p:anim>
                                    <p:anim calcmode="lin" valueType="num">
                                      <p:cBhvr>
                                        <p:cTn id="103" dur="1000" fill="hold"/>
                                        <p:tgtEl>
                                          <p:spTgt spid="27"/>
                                        </p:tgtEl>
                                        <p:attrNameLst>
                                          <p:attrName>ppt_y</p:attrName>
                                        </p:attrNameLst>
                                      </p:cBhvr>
                                      <p:tavLst>
                                        <p:tav tm="0">
                                          <p:val>
                                            <p:strVal val="#ppt_y+.1"/>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72"/>
                                        </p:tgtEl>
                                        <p:attrNameLst>
                                          <p:attrName>style.visibility</p:attrName>
                                        </p:attrNameLst>
                                      </p:cBhvr>
                                      <p:to>
                                        <p:strVal val="visible"/>
                                      </p:to>
                                    </p:set>
                                    <p:animEffect transition="in" filter="fade">
                                      <p:cBhvr>
                                        <p:cTn id="106" dur="1000"/>
                                        <p:tgtEl>
                                          <p:spTgt spid="72"/>
                                        </p:tgtEl>
                                      </p:cBhvr>
                                    </p:animEffect>
                                    <p:anim calcmode="lin" valueType="num">
                                      <p:cBhvr>
                                        <p:cTn id="107" dur="1000" fill="hold"/>
                                        <p:tgtEl>
                                          <p:spTgt spid="72"/>
                                        </p:tgtEl>
                                        <p:attrNameLst>
                                          <p:attrName>ppt_x</p:attrName>
                                        </p:attrNameLst>
                                      </p:cBhvr>
                                      <p:tavLst>
                                        <p:tav tm="0">
                                          <p:val>
                                            <p:strVal val="#ppt_x"/>
                                          </p:val>
                                        </p:tav>
                                        <p:tav tm="100000">
                                          <p:val>
                                            <p:strVal val="#ppt_x"/>
                                          </p:val>
                                        </p:tav>
                                      </p:tavLst>
                                    </p:anim>
                                    <p:anim calcmode="lin" valueType="num">
                                      <p:cBhvr>
                                        <p:cTn id="108" dur="1000" fill="hold"/>
                                        <p:tgtEl>
                                          <p:spTgt spid="72"/>
                                        </p:tgtEl>
                                        <p:attrNameLst>
                                          <p:attrName>ppt_y</p:attrName>
                                        </p:attrNameLst>
                                      </p:cBhvr>
                                      <p:tavLst>
                                        <p:tav tm="0">
                                          <p:val>
                                            <p:strVal val="#ppt_y+.1"/>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73"/>
                                        </p:tgtEl>
                                        <p:attrNameLst>
                                          <p:attrName>style.visibility</p:attrName>
                                        </p:attrNameLst>
                                      </p:cBhvr>
                                      <p:to>
                                        <p:strVal val="visible"/>
                                      </p:to>
                                    </p:set>
                                    <p:animEffect transition="in" filter="fade">
                                      <p:cBhvr>
                                        <p:cTn id="111" dur="1000"/>
                                        <p:tgtEl>
                                          <p:spTgt spid="73"/>
                                        </p:tgtEl>
                                      </p:cBhvr>
                                    </p:animEffect>
                                    <p:anim calcmode="lin" valueType="num">
                                      <p:cBhvr>
                                        <p:cTn id="112" dur="1000" fill="hold"/>
                                        <p:tgtEl>
                                          <p:spTgt spid="73"/>
                                        </p:tgtEl>
                                        <p:attrNameLst>
                                          <p:attrName>ppt_x</p:attrName>
                                        </p:attrNameLst>
                                      </p:cBhvr>
                                      <p:tavLst>
                                        <p:tav tm="0">
                                          <p:val>
                                            <p:strVal val="#ppt_x"/>
                                          </p:val>
                                        </p:tav>
                                        <p:tav tm="100000">
                                          <p:val>
                                            <p:strVal val="#ppt_x"/>
                                          </p:val>
                                        </p:tav>
                                      </p:tavLst>
                                    </p:anim>
                                    <p:anim calcmode="lin" valueType="num">
                                      <p:cBhvr>
                                        <p:cTn id="113" dur="1000" fill="hold"/>
                                        <p:tgtEl>
                                          <p:spTgt spid="73"/>
                                        </p:tgtEl>
                                        <p:attrNameLst>
                                          <p:attrName>ppt_y</p:attrName>
                                        </p:attrNameLst>
                                      </p:cBhvr>
                                      <p:tavLst>
                                        <p:tav tm="0">
                                          <p:val>
                                            <p:strVal val="#ppt_y+.1"/>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74"/>
                                        </p:tgtEl>
                                        <p:attrNameLst>
                                          <p:attrName>style.visibility</p:attrName>
                                        </p:attrNameLst>
                                      </p:cBhvr>
                                      <p:to>
                                        <p:strVal val="visible"/>
                                      </p:to>
                                    </p:set>
                                    <p:animEffect transition="in" filter="fade">
                                      <p:cBhvr>
                                        <p:cTn id="116" dur="1000"/>
                                        <p:tgtEl>
                                          <p:spTgt spid="74"/>
                                        </p:tgtEl>
                                      </p:cBhvr>
                                    </p:animEffect>
                                    <p:anim calcmode="lin" valueType="num">
                                      <p:cBhvr>
                                        <p:cTn id="117" dur="1000" fill="hold"/>
                                        <p:tgtEl>
                                          <p:spTgt spid="74"/>
                                        </p:tgtEl>
                                        <p:attrNameLst>
                                          <p:attrName>ppt_x</p:attrName>
                                        </p:attrNameLst>
                                      </p:cBhvr>
                                      <p:tavLst>
                                        <p:tav tm="0">
                                          <p:val>
                                            <p:strVal val="#ppt_x"/>
                                          </p:val>
                                        </p:tav>
                                        <p:tav tm="100000">
                                          <p:val>
                                            <p:strVal val="#ppt_x"/>
                                          </p:val>
                                        </p:tav>
                                      </p:tavLst>
                                    </p:anim>
                                    <p:anim calcmode="lin" valueType="num">
                                      <p:cBhvr>
                                        <p:cTn id="118" dur="1000" fill="hold"/>
                                        <p:tgtEl>
                                          <p:spTgt spid="74"/>
                                        </p:tgtEl>
                                        <p:attrNameLst>
                                          <p:attrName>ppt_y</p:attrName>
                                        </p:attrNameLst>
                                      </p:cBhvr>
                                      <p:tavLst>
                                        <p:tav tm="0">
                                          <p:val>
                                            <p:strVal val="#ppt_y+.1"/>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75"/>
                                        </p:tgtEl>
                                        <p:attrNameLst>
                                          <p:attrName>style.visibility</p:attrName>
                                        </p:attrNameLst>
                                      </p:cBhvr>
                                      <p:to>
                                        <p:strVal val="visible"/>
                                      </p:to>
                                    </p:set>
                                    <p:animEffect transition="in" filter="fade">
                                      <p:cBhvr>
                                        <p:cTn id="121" dur="1000"/>
                                        <p:tgtEl>
                                          <p:spTgt spid="75"/>
                                        </p:tgtEl>
                                      </p:cBhvr>
                                    </p:animEffect>
                                    <p:anim calcmode="lin" valueType="num">
                                      <p:cBhvr>
                                        <p:cTn id="122" dur="1000" fill="hold"/>
                                        <p:tgtEl>
                                          <p:spTgt spid="75"/>
                                        </p:tgtEl>
                                        <p:attrNameLst>
                                          <p:attrName>ppt_x</p:attrName>
                                        </p:attrNameLst>
                                      </p:cBhvr>
                                      <p:tavLst>
                                        <p:tav tm="0">
                                          <p:val>
                                            <p:strVal val="#ppt_x"/>
                                          </p:val>
                                        </p:tav>
                                        <p:tav tm="100000">
                                          <p:val>
                                            <p:strVal val="#ppt_x"/>
                                          </p:val>
                                        </p:tav>
                                      </p:tavLst>
                                    </p:anim>
                                    <p:anim calcmode="lin" valueType="num">
                                      <p:cBhvr>
                                        <p:cTn id="123" dur="1000" fill="hold"/>
                                        <p:tgtEl>
                                          <p:spTgt spid="75"/>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76"/>
                                        </p:tgtEl>
                                        <p:attrNameLst>
                                          <p:attrName>style.visibility</p:attrName>
                                        </p:attrNameLst>
                                      </p:cBhvr>
                                      <p:to>
                                        <p:strVal val="visible"/>
                                      </p:to>
                                    </p:set>
                                    <p:animEffect transition="in" filter="fade">
                                      <p:cBhvr>
                                        <p:cTn id="126" dur="1000"/>
                                        <p:tgtEl>
                                          <p:spTgt spid="76"/>
                                        </p:tgtEl>
                                      </p:cBhvr>
                                    </p:animEffect>
                                    <p:anim calcmode="lin" valueType="num">
                                      <p:cBhvr>
                                        <p:cTn id="127" dur="1000" fill="hold"/>
                                        <p:tgtEl>
                                          <p:spTgt spid="76"/>
                                        </p:tgtEl>
                                        <p:attrNameLst>
                                          <p:attrName>ppt_x</p:attrName>
                                        </p:attrNameLst>
                                      </p:cBhvr>
                                      <p:tavLst>
                                        <p:tav tm="0">
                                          <p:val>
                                            <p:strVal val="#ppt_x"/>
                                          </p:val>
                                        </p:tav>
                                        <p:tav tm="100000">
                                          <p:val>
                                            <p:strVal val="#ppt_x"/>
                                          </p:val>
                                        </p:tav>
                                      </p:tavLst>
                                    </p:anim>
                                    <p:anim calcmode="lin" valueType="num">
                                      <p:cBhvr>
                                        <p:cTn id="128" dur="1000" fill="hold"/>
                                        <p:tgtEl>
                                          <p:spTgt spid="76"/>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77"/>
                                        </p:tgtEl>
                                        <p:attrNameLst>
                                          <p:attrName>style.visibility</p:attrName>
                                        </p:attrNameLst>
                                      </p:cBhvr>
                                      <p:to>
                                        <p:strVal val="visible"/>
                                      </p:to>
                                    </p:set>
                                    <p:animEffect transition="in" filter="fade">
                                      <p:cBhvr>
                                        <p:cTn id="131" dur="1000"/>
                                        <p:tgtEl>
                                          <p:spTgt spid="77"/>
                                        </p:tgtEl>
                                      </p:cBhvr>
                                    </p:animEffect>
                                    <p:anim calcmode="lin" valueType="num">
                                      <p:cBhvr>
                                        <p:cTn id="132" dur="1000" fill="hold"/>
                                        <p:tgtEl>
                                          <p:spTgt spid="77"/>
                                        </p:tgtEl>
                                        <p:attrNameLst>
                                          <p:attrName>ppt_x</p:attrName>
                                        </p:attrNameLst>
                                      </p:cBhvr>
                                      <p:tavLst>
                                        <p:tav tm="0">
                                          <p:val>
                                            <p:strVal val="#ppt_x"/>
                                          </p:val>
                                        </p:tav>
                                        <p:tav tm="100000">
                                          <p:val>
                                            <p:strVal val="#ppt_x"/>
                                          </p:val>
                                        </p:tav>
                                      </p:tavLst>
                                    </p:anim>
                                    <p:anim calcmode="lin" valueType="num">
                                      <p:cBhvr>
                                        <p:cTn id="133" dur="1000" fill="hold"/>
                                        <p:tgtEl>
                                          <p:spTgt spid="7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p:bldP spid="72" grpId="0"/>
      <p:bldP spid="73" grpId="0"/>
      <p:bldP spid="74" grpId="0"/>
      <p:bldP spid="75" grpId="0"/>
      <p:bldP spid="76" grpId="0"/>
      <p:bldP spid="77"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427bb3c-c702-4556-83c9-7375f3216755"/>
          <p:cNvGrpSpPr>
            <a:grpSpLocks noChangeAspect="1"/>
          </p:cNvGrpSpPr>
          <p:nvPr/>
        </p:nvGrpSpPr>
        <p:grpSpPr>
          <a:xfrm>
            <a:off x="1968316" y="2153867"/>
            <a:ext cx="4117767" cy="3906012"/>
            <a:chOff x="4250448" y="2373756"/>
            <a:chExt cx="3904467" cy="3703681"/>
          </a:xfrm>
        </p:grpSpPr>
        <p:grpSp>
          <p:nvGrpSpPr>
            <p:cNvPr id="5" name="Group 41"/>
            <p:cNvGrpSpPr/>
            <p:nvPr/>
          </p:nvGrpSpPr>
          <p:grpSpPr>
            <a:xfrm>
              <a:off x="4250448" y="2373756"/>
              <a:ext cx="3904467" cy="3703681"/>
              <a:chOff x="3882406" y="907348"/>
              <a:chExt cx="4763194" cy="4518250"/>
            </a:xfrm>
          </p:grpSpPr>
          <p:sp>
            <p:nvSpPr>
              <p:cNvPr id="22" name="is1ide-Isosceles Triangle 24"/>
              <p:cNvSpPr/>
              <p:nvPr/>
            </p:nvSpPr>
            <p:spPr>
              <a:xfrm>
                <a:off x="7418780" y="4017012"/>
                <a:ext cx="1226820" cy="1057603"/>
              </a:xfrm>
              <a:prstGeom prst="triangle">
                <a:avLst/>
              </a:prstGeom>
              <a:solidFill>
                <a:schemeClr val="accent1"/>
              </a:solidFill>
              <a:ln w="762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3" name="is1ide-Parallelogram 25"/>
              <p:cNvSpPr/>
              <p:nvPr/>
            </p:nvSpPr>
            <p:spPr>
              <a:xfrm>
                <a:off x="4847030" y="4017011"/>
                <a:ext cx="3185160" cy="1057603"/>
              </a:xfrm>
              <a:prstGeom prst="parallelogram">
                <a:avLst>
                  <a:gd name="adj" fmla="val 57722"/>
                </a:avLst>
              </a:prstGeom>
              <a:solidFill>
                <a:schemeClr val="bg1">
                  <a:lumMod val="9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4" name="is1ide-Isosceles Triangle 28"/>
              <p:cNvSpPr/>
              <p:nvPr/>
            </p:nvSpPr>
            <p:spPr>
              <a:xfrm rot="7176267">
                <a:off x="3798188" y="4283776"/>
                <a:ext cx="1226040" cy="1057603"/>
              </a:xfrm>
              <a:prstGeom prst="triangle">
                <a:avLst/>
              </a:prstGeom>
              <a:solidFill>
                <a:schemeClr val="accent4"/>
              </a:solidFill>
              <a:ln w="762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5" name="is1ide-Parallelogram 29"/>
              <p:cNvSpPr/>
              <p:nvPr/>
            </p:nvSpPr>
            <p:spPr>
              <a:xfrm rot="7176267">
                <a:off x="3599284" y="2888630"/>
                <a:ext cx="3209239" cy="1057603"/>
              </a:xfrm>
              <a:prstGeom prst="parallelogram">
                <a:avLst>
                  <a:gd name="adj" fmla="val 57327"/>
                </a:avLst>
              </a:prstGeom>
              <a:solidFill>
                <a:schemeClr val="bg1">
                  <a:lumMod val="9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6" name="is1ide-Isosceles Triangle 39"/>
              <p:cNvSpPr/>
              <p:nvPr/>
            </p:nvSpPr>
            <p:spPr>
              <a:xfrm rot="14409079">
                <a:off x="5375029" y="991566"/>
                <a:ext cx="1226040" cy="1057603"/>
              </a:xfrm>
              <a:prstGeom prst="triangl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7" name="ïşḻïďê-Parallelogram 40"/>
              <p:cNvSpPr/>
              <p:nvPr/>
            </p:nvSpPr>
            <p:spPr>
              <a:xfrm rot="14409079">
                <a:off x="5188621" y="2372001"/>
                <a:ext cx="3183135" cy="1057603"/>
              </a:xfrm>
              <a:prstGeom prst="parallelogram">
                <a:avLst>
                  <a:gd name="adj" fmla="val 57327"/>
                </a:avLst>
              </a:prstGeom>
              <a:solidFill>
                <a:schemeClr val="bg1">
                  <a:lumMod val="9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6" name="ïşḻïďê-Freeform: Shape 17"/>
            <p:cNvSpPr>
              <a:spLocks/>
            </p:cNvSpPr>
            <p:nvPr/>
          </p:nvSpPr>
          <p:spPr bwMode="auto">
            <a:xfrm>
              <a:off x="7428016" y="5329619"/>
              <a:ext cx="446169" cy="366714"/>
            </a:xfrm>
            <a:custGeom>
              <a:avLst/>
              <a:gdLst>
                <a:gd name="T0" fmla="*/ 285 w 293"/>
                <a:gd name="T1" fmla="*/ 32 h 238"/>
                <a:gd name="T2" fmla="*/ 259 w 293"/>
                <a:gd name="T3" fmla="*/ 38 h 238"/>
                <a:gd name="T4" fmla="*/ 275 w 293"/>
                <a:gd name="T5" fmla="*/ 24 h 238"/>
                <a:gd name="T6" fmla="*/ 285 w 293"/>
                <a:gd name="T7" fmla="*/ 4 h 238"/>
                <a:gd name="T8" fmla="*/ 257 w 293"/>
                <a:gd name="T9" fmla="*/ 16 h 238"/>
                <a:gd name="T10" fmla="*/ 237 w 293"/>
                <a:gd name="T11" fmla="*/ 11 h 238"/>
                <a:gd name="T12" fmla="*/ 216 w 293"/>
                <a:gd name="T13" fmla="*/ 1 h 238"/>
                <a:gd name="T14" fmla="*/ 203 w 293"/>
                <a:gd name="T15" fmla="*/ 0 h 238"/>
                <a:gd name="T16" fmla="*/ 179 w 293"/>
                <a:gd name="T17" fmla="*/ 5 h 238"/>
                <a:gd name="T18" fmla="*/ 154 w 293"/>
                <a:gd name="T19" fmla="*/ 27 h 238"/>
                <a:gd name="T20" fmla="*/ 143 w 293"/>
                <a:gd name="T21" fmla="*/ 54 h 238"/>
                <a:gd name="T22" fmla="*/ 143 w 293"/>
                <a:gd name="T23" fmla="*/ 67 h 238"/>
                <a:gd name="T24" fmla="*/ 126 w 293"/>
                <a:gd name="T25" fmla="*/ 72 h 238"/>
                <a:gd name="T26" fmla="*/ 75 w 293"/>
                <a:gd name="T27" fmla="*/ 55 h 238"/>
                <a:gd name="T28" fmla="*/ 33 w 293"/>
                <a:gd name="T29" fmla="*/ 24 h 238"/>
                <a:gd name="T30" fmla="*/ 17 w 293"/>
                <a:gd name="T31" fmla="*/ 17 h 238"/>
                <a:gd name="T32" fmla="*/ 12 w 293"/>
                <a:gd name="T33" fmla="*/ 41 h 238"/>
                <a:gd name="T34" fmla="*/ 14 w 293"/>
                <a:gd name="T35" fmla="*/ 57 h 238"/>
                <a:gd name="T36" fmla="*/ 23 w 293"/>
                <a:gd name="T37" fmla="*/ 76 h 238"/>
                <a:gd name="T38" fmla="*/ 39 w 293"/>
                <a:gd name="T39" fmla="*/ 91 h 238"/>
                <a:gd name="T40" fmla="*/ 25 w 293"/>
                <a:gd name="T41" fmla="*/ 89 h 238"/>
                <a:gd name="T42" fmla="*/ 12 w 293"/>
                <a:gd name="T43" fmla="*/ 84 h 238"/>
                <a:gd name="T44" fmla="*/ 13 w 293"/>
                <a:gd name="T45" fmla="*/ 95 h 238"/>
                <a:gd name="T46" fmla="*/ 25 w 293"/>
                <a:gd name="T47" fmla="*/ 123 h 238"/>
                <a:gd name="T48" fmla="*/ 50 w 293"/>
                <a:gd name="T49" fmla="*/ 140 h 238"/>
                <a:gd name="T50" fmla="*/ 52 w 293"/>
                <a:gd name="T51" fmla="*/ 145 h 238"/>
                <a:gd name="T52" fmla="*/ 33 w 293"/>
                <a:gd name="T53" fmla="*/ 145 h 238"/>
                <a:gd name="T54" fmla="*/ 41 w 293"/>
                <a:gd name="T55" fmla="*/ 161 h 238"/>
                <a:gd name="T56" fmla="*/ 62 w 293"/>
                <a:gd name="T57" fmla="*/ 179 h 238"/>
                <a:gd name="T58" fmla="*/ 89 w 293"/>
                <a:gd name="T59" fmla="*/ 186 h 238"/>
                <a:gd name="T60" fmla="*/ 73 w 293"/>
                <a:gd name="T61" fmla="*/ 197 h 238"/>
                <a:gd name="T62" fmla="*/ 45 w 293"/>
                <a:gd name="T63" fmla="*/ 208 h 238"/>
                <a:gd name="T64" fmla="*/ 14 w 293"/>
                <a:gd name="T65" fmla="*/ 212 h 238"/>
                <a:gd name="T66" fmla="*/ 0 w 293"/>
                <a:gd name="T67" fmla="*/ 211 h 238"/>
                <a:gd name="T68" fmla="*/ 32 w 293"/>
                <a:gd name="T69" fmla="*/ 227 h 238"/>
                <a:gd name="T70" fmla="*/ 68 w 293"/>
                <a:gd name="T71" fmla="*/ 237 h 238"/>
                <a:gd name="T72" fmla="*/ 93 w 293"/>
                <a:gd name="T73" fmla="*/ 238 h 238"/>
                <a:gd name="T74" fmla="*/ 149 w 293"/>
                <a:gd name="T75" fmla="*/ 229 h 238"/>
                <a:gd name="T76" fmla="*/ 195 w 293"/>
                <a:gd name="T77" fmla="*/ 205 h 238"/>
                <a:gd name="T78" fmla="*/ 229 w 293"/>
                <a:gd name="T79" fmla="*/ 169 h 238"/>
                <a:gd name="T80" fmla="*/ 252 w 293"/>
                <a:gd name="T81" fmla="*/ 127 h 238"/>
                <a:gd name="T82" fmla="*/ 262 w 293"/>
                <a:gd name="T83" fmla="*/ 82 h 238"/>
                <a:gd name="T84" fmla="*/ 263 w 293"/>
                <a:gd name="T85" fmla="*/ 59 h 238"/>
                <a:gd name="T86" fmla="*/ 280 w 293"/>
                <a:gd name="T87" fmla="*/ 45 h 238"/>
                <a:gd name="T88" fmla="*/ 293 w 293"/>
                <a:gd name="T89" fmla="*/ 2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3" h="238">
                  <a:moveTo>
                    <a:pt x="293" y="28"/>
                  </a:moveTo>
                  <a:lnTo>
                    <a:pt x="293" y="28"/>
                  </a:lnTo>
                  <a:lnTo>
                    <a:pt x="285" y="32"/>
                  </a:lnTo>
                  <a:lnTo>
                    <a:pt x="277" y="34"/>
                  </a:lnTo>
                  <a:lnTo>
                    <a:pt x="267" y="36"/>
                  </a:lnTo>
                  <a:lnTo>
                    <a:pt x="259" y="38"/>
                  </a:lnTo>
                  <a:lnTo>
                    <a:pt x="259" y="38"/>
                  </a:lnTo>
                  <a:lnTo>
                    <a:pt x="267" y="31"/>
                  </a:lnTo>
                  <a:lnTo>
                    <a:pt x="275" y="24"/>
                  </a:lnTo>
                  <a:lnTo>
                    <a:pt x="281" y="14"/>
                  </a:lnTo>
                  <a:lnTo>
                    <a:pt x="285" y="4"/>
                  </a:lnTo>
                  <a:lnTo>
                    <a:pt x="285" y="4"/>
                  </a:lnTo>
                  <a:lnTo>
                    <a:pt x="277" y="9"/>
                  </a:lnTo>
                  <a:lnTo>
                    <a:pt x="266" y="13"/>
                  </a:lnTo>
                  <a:lnTo>
                    <a:pt x="257" y="16"/>
                  </a:lnTo>
                  <a:lnTo>
                    <a:pt x="247" y="18"/>
                  </a:lnTo>
                  <a:lnTo>
                    <a:pt x="247" y="18"/>
                  </a:lnTo>
                  <a:lnTo>
                    <a:pt x="237" y="11"/>
                  </a:lnTo>
                  <a:lnTo>
                    <a:pt x="227" y="5"/>
                  </a:lnTo>
                  <a:lnTo>
                    <a:pt x="222" y="3"/>
                  </a:lnTo>
                  <a:lnTo>
                    <a:pt x="216" y="1"/>
                  </a:lnTo>
                  <a:lnTo>
                    <a:pt x="209" y="0"/>
                  </a:lnTo>
                  <a:lnTo>
                    <a:pt x="203" y="0"/>
                  </a:lnTo>
                  <a:lnTo>
                    <a:pt x="203" y="0"/>
                  </a:lnTo>
                  <a:lnTo>
                    <a:pt x="197" y="0"/>
                  </a:lnTo>
                  <a:lnTo>
                    <a:pt x="191" y="1"/>
                  </a:lnTo>
                  <a:lnTo>
                    <a:pt x="179" y="5"/>
                  </a:lnTo>
                  <a:lnTo>
                    <a:pt x="169" y="10"/>
                  </a:lnTo>
                  <a:lnTo>
                    <a:pt x="161" y="17"/>
                  </a:lnTo>
                  <a:lnTo>
                    <a:pt x="154" y="27"/>
                  </a:lnTo>
                  <a:lnTo>
                    <a:pt x="147" y="37"/>
                  </a:lnTo>
                  <a:lnTo>
                    <a:pt x="144" y="48"/>
                  </a:lnTo>
                  <a:lnTo>
                    <a:pt x="143" y="54"/>
                  </a:lnTo>
                  <a:lnTo>
                    <a:pt x="143" y="60"/>
                  </a:lnTo>
                  <a:lnTo>
                    <a:pt x="143" y="60"/>
                  </a:lnTo>
                  <a:lnTo>
                    <a:pt x="143" y="67"/>
                  </a:lnTo>
                  <a:lnTo>
                    <a:pt x="144" y="74"/>
                  </a:lnTo>
                  <a:lnTo>
                    <a:pt x="144" y="74"/>
                  </a:lnTo>
                  <a:lnTo>
                    <a:pt x="126" y="72"/>
                  </a:lnTo>
                  <a:lnTo>
                    <a:pt x="108" y="68"/>
                  </a:lnTo>
                  <a:lnTo>
                    <a:pt x="92" y="63"/>
                  </a:lnTo>
                  <a:lnTo>
                    <a:pt x="75" y="55"/>
                  </a:lnTo>
                  <a:lnTo>
                    <a:pt x="59" y="46"/>
                  </a:lnTo>
                  <a:lnTo>
                    <a:pt x="45" y="36"/>
                  </a:lnTo>
                  <a:lnTo>
                    <a:pt x="33" y="24"/>
                  </a:lnTo>
                  <a:lnTo>
                    <a:pt x="20" y="11"/>
                  </a:lnTo>
                  <a:lnTo>
                    <a:pt x="20" y="11"/>
                  </a:lnTo>
                  <a:lnTo>
                    <a:pt x="17" y="17"/>
                  </a:lnTo>
                  <a:lnTo>
                    <a:pt x="15" y="26"/>
                  </a:lnTo>
                  <a:lnTo>
                    <a:pt x="13" y="33"/>
                  </a:lnTo>
                  <a:lnTo>
                    <a:pt x="12" y="41"/>
                  </a:lnTo>
                  <a:lnTo>
                    <a:pt x="12" y="41"/>
                  </a:lnTo>
                  <a:lnTo>
                    <a:pt x="13" y="48"/>
                  </a:lnTo>
                  <a:lnTo>
                    <a:pt x="14" y="57"/>
                  </a:lnTo>
                  <a:lnTo>
                    <a:pt x="17" y="63"/>
                  </a:lnTo>
                  <a:lnTo>
                    <a:pt x="20" y="70"/>
                  </a:lnTo>
                  <a:lnTo>
                    <a:pt x="23" y="76"/>
                  </a:lnTo>
                  <a:lnTo>
                    <a:pt x="28" y="81"/>
                  </a:lnTo>
                  <a:lnTo>
                    <a:pt x="34" y="87"/>
                  </a:lnTo>
                  <a:lnTo>
                    <a:pt x="39" y="91"/>
                  </a:lnTo>
                  <a:lnTo>
                    <a:pt x="39" y="91"/>
                  </a:lnTo>
                  <a:lnTo>
                    <a:pt x="32" y="91"/>
                  </a:lnTo>
                  <a:lnTo>
                    <a:pt x="25" y="89"/>
                  </a:lnTo>
                  <a:lnTo>
                    <a:pt x="18" y="87"/>
                  </a:lnTo>
                  <a:lnTo>
                    <a:pt x="12" y="84"/>
                  </a:lnTo>
                  <a:lnTo>
                    <a:pt x="12" y="84"/>
                  </a:lnTo>
                  <a:lnTo>
                    <a:pt x="12" y="85"/>
                  </a:lnTo>
                  <a:lnTo>
                    <a:pt x="12" y="85"/>
                  </a:lnTo>
                  <a:lnTo>
                    <a:pt x="13" y="95"/>
                  </a:lnTo>
                  <a:lnTo>
                    <a:pt x="16" y="105"/>
                  </a:lnTo>
                  <a:lnTo>
                    <a:pt x="20" y="115"/>
                  </a:lnTo>
                  <a:lnTo>
                    <a:pt x="25" y="123"/>
                  </a:lnTo>
                  <a:lnTo>
                    <a:pt x="33" y="130"/>
                  </a:lnTo>
                  <a:lnTo>
                    <a:pt x="41" y="136"/>
                  </a:lnTo>
                  <a:lnTo>
                    <a:pt x="50" y="140"/>
                  </a:lnTo>
                  <a:lnTo>
                    <a:pt x="60" y="143"/>
                  </a:lnTo>
                  <a:lnTo>
                    <a:pt x="60" y="143"/>
                  </a:lnTo>
                  <a:lnTo>
                    <a:pt x="52" y="145"/>
                  </a:lnTo>
                  <a:lnTo>
                    <a:pt x="44" y="146"/>
                  </a:lnTo>
                  <a:lnTo>
                    <a:pt x="44" y="146"/>
                  </a:lnTo>
                  <a:lnTo>
                    <a:pt x="33" y="145"/>
                  </a:lnTo>
                  <a:lnTo>
                    <a:pt x="33" y="145"/>
                  </a:lnTo>
                  <a:lnTo>
                    <a:pt x="37" y="153"/>
                  </a:lnTo>
                  <a:lnTo>
                    <a:pt x="41" y="161"/>
                  </a:lnTo>
                  <a:lnTo>
                    <a:pt x="47" y="168"/>
                  </a:lnTo>
                  <a:lnTo>
                    <a:pt x="54" y="175"/>
                  </a:lnTo>
                  <a:lnTo>
                    <a:pt x="62" y="179"/>
                  </a:lnTo>
                  <a:lnTo>
                    <a:pt x="71" y="183"/>
                  </a:lnTo>
                  <a:lnTo>
                    <a:pt x="79" y="185"/>
                  </a:lnTo>
                  <a:lnTo>
                    <a:pt x="89" y="186"/>
                  </a:lnTo>
                  <a:lnTo>
                    <a:pt x="89" y="186"/>
                  </a:lnTo>
                  <a:lnTo>
                    <a:pt x="81" y="192"/>
                  </a:lnTo>
                  <a:lnTo>
                    <a:pt x="73" y="197"/>
                  </a:lnTo>
                  <a:lnTo>
                    <a:pt x="64" y="201"/>
                  </a:lnTo>
                  <a:lnTo>
                    <a:pt x="54" y="206"/>
                  </a:lnTo>
                  <a:lnTo>
                    <a:pt x="45" y="208"/>
                  </a:lnTo>
                  <a:lnTo>
                    <a:pt x="35" y="210"/>
                  </a:lnTo>
                  <a:lnTo>
                    <a:pt x="25" y="212"/>
                  </a:lnTo>
                  <a:lnTo>
                    <a:pt x="14" y="212"/>
                  </a:lnTo>
                  <a:lnTo>
                    <a:pt x="14" y="212"/>
                  </a:lnTo>
                  <a:lnTo>
                    <a:pt x="0" y="211"/>
                  </a:lnTo>
                  <a:lnTo>
                    <a:pt x="0" y="211"/>
                  </a:lnTo>
                  <a:lnTo>
                    <a:pt x="10" y="217"/>
                  </a:lnTo>
                  <a:lnTo>
                    <a:pt x="21" y="222"/>
                  </a:lnTo>
                  <a:lnTo>
                    <a:pt x="32" y="227"/>
                  </a:lnTo>
                  <a:lnTo>
                    <a:pt x="44" y="231"/>
                  </a:lnTo>
                  <a:lnTo>
                    <a:pt x="55" y="235"/>
                  </a:lnTo>
                  <a:lnTo>
                    <a:pt x="68" y="237"/>
                  </a:lnTo>
                  <a:lnTo>
                    <a:pt x="80" y="238"/>
                  </a:lnTo>
                  <a:lnTo>
                    <a:pt x="93" y="238"/>
                  </a:lnTo>
                  <a:lnTo>
                    <a:pt x="93" y="238"/>
                  </a:lnTo>
                  <a:lnTo>
                    <a:pt x="112" y="237"/>
                  </a:lnTo>
                  <a:lnTo>
                    <a:pt x="132" y="233"/>
                  </a:lnTo>
                  <a:lnTo>
                    <a:pt x="149" y="229"/>
                  </a:lnTo>
                  <a:lnTo>
                    <a:pt x="166" y="222"/>
                  </a:lnTo>
                  <a:lnTo>
                    <a:pt x="180" y="215"/>
                  </a:lnTo>
                  <a:lnTo>
                    <a:pt x="195" y="205"/>
                  </a:lnTo>
                  <a:lnTo>
                    <a:pt x="207" y="194"/>
                  </a:lnTo>
                  <a:lnTo>
                    <a:pt x="220" y="183"/>
                  </a:lnTo>
                  <a:lnTo>
                    <a:pt x="229" y="169"/>
                  </a:lnTo>
                  <a:lnTo>
                    <a:pt x="238" y="156"/>
                  </a:lnTo>
                  <a:lnTo>
                    <a:pt x="246" y="141"/>
                  </a:lnTo>
                  <a:lnTo>
                    <a:pt x="252" y="127"/>
                  </a:lnTo>
                  <a:lnTo>
                    <a:pt x="257" y="112"/>
                  </a:lnTo>
                  <a:lnTo>
                    <a:pt x="260" y="97"/>
                  </a:lnTo>
                  <a:lnTo>
                    <a:pt x="262" y="82"/>
                  </a:lnTo>
                  <a:lnTo>
                    <a:pt x="263" y="67"/>
                  </a:lnTo>
                  <a:lnTo>
                    <a:pt x="263" y="67"/>
                  </a:lnTo>
                  <a:lnTo>
                    <a:pt x="263" y="59"/>
                  </a:lnTo>
                  <a:lnTo>
                    <a:pt x="263" y="59"/>
                  </a:lnTo>
                  <a:lnTo>
                    <a:pt x="271" y="52"/>
                  </a:lnTo>
                  <a:lnTo>
                    <a:pt x="280" y="45"/>
                  </a:lnTo>
                  <a:lnTo>
                    <a:pt x="287" y="37"/>
                  </a:lnTo>
                  <a:lnTo>
                    <a:pt x="293" y="28"/>
                  </a:lnTo>
                  <a:lnTo>
                    <a:pt x="293" y="28"/>
                  </a:lnTo>
                  <a:close/>
                </a:path>
              </a:pathLst>
            </a:custGeom>
            <a:solidFill>
              <a:schemeClr val="bg1"/>
            </a:solidFill>
            <a:ln>
              <a:noFill/>
            </a:ln>
          </p:spPr>
          <p:txBody>
            <a:bodyPr anchor="ctr"/>
            <a:lstStyle/>
            <a:p>
              <a:pPr algn="ctr"/>
              <a:endParaRPr/>
            </a:p>
          </p:txBody>
        </p:sp>
        <p:sp>
          <p:nvSpPr>
            <p:cNvPr id="7" name="ïşḻïďê-Freeform: Shape 18"/>
            <p:cNvSpPr>
              <a:spLocks noChangeAspect="1"/>
            </p:cNvSpPr>
            <p:nvPr/>
          </p:nvSpPr>
          <p:spPr bwMode="auto">
            <a:xfrm>
              <a:off x="5897308" y="2560659"/>
              <a:ext cx="401262" cy="400840"/>
            </a:xfrm>
            <a:custGeom>
              <a:avLst/>
              <a:gdLst>
                <a:gd name="T0" fmla="*/ 374 w 400"/>
                <a:gd name="T1" fmla="*/ 100 h 400"/>
                <a:gd name="T2" fmla="*/ 301 w 400"/>
                <a:gd name="T3" fmla="*/ 27 h 400"/>
                <a:gd name="T4" fmla="*/ 200 w 400"/>
                <a:gd name="T5" fmla="*/ 0 h 400"/>
                <a:gd name="T6" fmla="*/ 100 w 400"/>
                <a:gd name="T7" fmla="*/ 27 h 400"/>
                <a:gd name="T8" fmla="*/ 27 w 400"/>
                <a:gd name="T9" fmla="*/ 100 h 400"/>
                <a:gd name="T10" fmla="*/ 0 w 400"/>
                <a:gd name="T11" fmla="*/ 200 h 400"/>
                <a:gd name="T12" fmla="*/ 27 w 400"/>
                <a:gd name="T13" fmla="*/ 301 h 400"/>
                <a:gd name="T14" fmla="*/ 100 w 400"/>
                <a:gd name="T15" fmla="*/ 374 h 400"/>
                <a:gd name="T16" fmla="*/ 200 w 400"/>
                <a:gd name="T17" fmla="*/ 400 h 400"/>
                <a:gd name="T18" fmla="*/ 301 w 400"/>
                <a:gd name="T19" fmla="*/ 374 h 400"/>
                <a:gd name="T20" fmla="*/ 374 w 400"/>
                <a:gd name="T21" fmla="*/ 301 h 400"/>
                <a:gd name="T22" fmla="*/ 400 w 400"/>
                <a:gd name="T23" fmla="*/ 200 h 400"/>
                <a:gd name="T24" fmla="*/ 374 w 400"/>
                <a:gd name="T25" fmla="*/ 100 h 400"/>
                <a:gd name="T26" fmla="*/ 330 w 400"/>
                <a:gd name="T27" fmla="*/ 170 h 400"/>
                <a:gd name="T28" fmla="*/ 188 w 400"/>
                <a:gd name="T29" fmla="*/ 311 h 400"/>
                <a:gd name="T30" fmla="*/ 176 w 400"/>
                <a:gd name="T31" fmla="*/ 316 h 400"/>
                <a:gd name="T32" fmla="*/ 165 w 400"/>
                <a:gd name="T33" fmla="*/ 311 h 400"/>
                <a:gd name="T34" fmla="*/ 70 w 400"/>
                <a:gd name="T35" fmla="*/ 217 h 400"/>
                <a:gd name="T36" fmla="*/ 66 w 400"/>
                <a:gd name="T37" fmla="*/ 205 h 400"/>
                <a:gd name="T38" fmla="*/ 70 w 400"/>
                <a:gd name="T39" fmla="*/ 193 h 400"/>
                <a:gd name="T40" fmla="*/ 94 w 400"/>
                <a:gd name="T41" fmla="*/ 170 h 400"/>
                <a:gd name="T42" fmla="*/ 106 w 400"/>
                <a:gd name="T43" fmla="*/ 165 h 400"/>
                <a:gd name="T44" fmla="*/ 118 w 400"/>
                <a:gd name="T45" fmla="*/ 170 h 400"/>
                <a:gd name="T46" fmla="*/ 176 w 400"/>
                <a:gd name="T47" fmla="*/ 229 h 400"/>
                <a:gd name="T48" fmla="*/ 283 w 400"/>
                <a:gd name="T49" fmla="*/ 123 h 400"/>
                <a:gd name="T50" fmla="*/ 295 w 400"/>
                <a:gd name="T51" fmla="*/ 118 h 400"/>
                <a:gd name="T52" fmla="*/ 306 w 400"/>
                <a:gd name="T53" fmla="*/ 123 h 400"/>
                <a:gd name="T54" fmla="*/ 330 w 400"/>
                <a:gd name="T55" fmla="*/ 146 h 400"/>
                <a:gd name="T56" fmla="*/ 335 w 400"/>
                <a:gd name="T57" fmla="*/ 158 h 400"/>
                <a:gd name="T58" fmla="*/ 330 w 400"/>
                <a:gd name="T59" fmla="*/ 170 h 400"/>
                <a:gd name="T60" fmla="*/ 330 w 400"/>
                <a:gd name="T61" fmla="*/ 170 h 400"/>
                <a:gd name="T62" fmla="*/ 330 w 400"/>
                <a:gd name="T63" fmla="*/ 17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400">
                  <a:moveTo>
                    <a:pt x="374" y="100"/>
                  </a:moveTo>
                  <a:cubicBezTo>
                    <a:pt x="356" y="69"/>
                    <a:pt x="331" y="45"/>
                    <a:pt x="301" y="27"/>
                  </a:cubicBezTo>
                  <a:cubicBezTo>
                    <a:pt x="270" y="9"/>
                    <a:pt x="237" y="0"/>
                    <a:pt x="200" y="0"/>
                  </a:cubicBezTo>
                  <a:cubicBezTo>
                    <a:pt x="164" y="0"/>
                    <a:pt x="130" y="9"/>
                    <a:pt x="100" y="27"/>
                  </a:cubicBezTo>
                  <a:cubicBezTo>
                    <a:pt x="69" y="45"/>
                    <a:pt x="45" y="69"/>
                    <a:pt x="27" y="100"/>
                  </a:cubicBezTo>
                  <a:cubicBezTo>
                    <a:pt x="9" y="130"/>
                    <a:pt x="0" y="164"/>
                    <a:pt x="0" y="200"/>
                  </a:cubicBezTo>
                  <a:cubicBezTo>
                    <a:pt x="0" y="237"/>
                    <a:pt x="9" y="270"/>
                    <a:pt x="27" y="301"/>
                  </a:cubicBezTo>
                  <a:cubicBezTo>
                    <a:pt x="45" y="331"/>
                    <a:pt x="69" y="356"/>
                    <a:pt x="100" y="374"/>
                  </a:cubicBezTo>
                  <a:cubicBezTo>
                    <a:pt x="130" y="391"/>
                    <a:pt x="164" y="400"/>
                    <a:pt x="200" y="400"/>
                  </a:cubicBezTo>
                  <a:cubicBezTo>
                    <a:pt x="237" y="400"/>
                    <a:pt x="270" y="391"/>
                    <a:pt x="301" y="374"/>
                  </a:cubicBezTo>
                  <a:cubicBezTo>
                    <a:pt x="331" y="356"/>
                    <a:pt x="356" y="331"/>
                    <a:pt x="374" y="301"/>
                  </a:cubicBezTo>
                  <a:cubicBezTo>
                    <a:pt x="392" y="270"/>
                    <a:pt x="400" y="237"/>
                    <a:pt x="400" y="200"/>
                  </a:cubicBezTo>
                  <a:cubicBezTo>
                    <a:pt x="400" y="164"/>
                    <a:pt x="392" y="130"/>
                    <a:pt x="374" y="100"/>
                  </a:cubicBezTo>
                  <a:close/>
                  <a:moveTo>
                    <a:pt x="330" y="170"/>
                  </a:moveTo>
                  <a:cubicBezTo>
                    <a:pt x="188" y="311"/>
                    <a:pt x="188" y="311"/>
                    <a:pt x="188" y="311"/>
                  </a:cubicBezTo>
                  <a:cubicBezTo>
                    <a:pt x="185" y="315"/>
                    <a:pt x="181" y="316"/>
                    <a:pt x="176" y="316"/>
                  </a:cubicBezTo>
                  <a:cubicBezTo>
                    <a:pt x="172" y="316"/>
                    <a:pt x="168" y="315"/>
                    <a:pt x="165" y="311"/>
                  </a:cubicBezTo>
                  <a:cubicBezTo>
                    <a:pt x="70" y="217"/>
                    <a:pt x="70" y="217"/>
                    <a:pt x="70" y="217"/>
                  </a:cubicBezTo>
                  <a:cubicBezTo>
                    <a:pt x="67" y="214"/>
                    <a:pt x="66" y="210"/>
                    <a:pt x="66" y="205"/>
                  </a:cubicBezTo>
                  <a:cubicBezTo>
                    <a:pt x="66" y="200"/>
                    <a:pt x="67" y="196"/>
                    <a:pt x="70" y="193"/>
                  </a:cubicBezTo>
                  <a:cubicBezTo>
                    <a:pt x="94" y="170"/>
                    <a:pt x="94" y="170"/>
                    <a:pt x="94" y="170"/>
                  </a:cubicBezTo>
                  <a:cubicBezTo>
                    <a:pt x="97" y="166"/>
                    <a:pt x="101" y="165"/>
                    <a:pt x="106" y="165"/>
                  </a:cubicBezTo>
                  <a:cubicBezTo>
                    <a:pt x="110" y="165"/>
                    <a:pt x="114" y="166"/>
                    <a:pt x="118" y="170"/>
                  </a:cubicBezTo>
                  <a:cubicBezTo>
                    <a:pt x="176" y="229"/>
                    <a:pt x="176" y="229"/>
                    <a:pt x="176" y="229"/>
                  </a:cubicBezTo>
                  <a:cubicBezTo>
                    <a:pt x="283" y="123"/>
                    <a:pt x="283" y="123"/>
                    <a:pt x="283" y="123"/>
                  </a:cubicBezTo>
                  <a:cubicBezTo>
                    <a:pt x="286" y="119"/>
                    <a:pt x="290" y="118"/>
                    <a:pt x="295" y="118"/>
                  </a:cubicBezTo>
                  <a:cubicBezTo>
                    <a:pt x="299" y="118"/>
                    <a:pt x="303" y="119"/>
                    <a:pt x="306" y="123"/>
                  </a:cubicBezTo>
                  <a:cubicBezTo>
                    <a:pt x="330" y="146"/>
                    <a:pt x="330" y="146"/>
                    <a:pt x="330" y="146"/>
                  </a:cubicBezTo>
                  <a:cubicBezTo>
                    <a:pt x="333" y="149"/>
                    <a:pt x="335" y="153"/>
                    <a:pt x="335" y="158"/>
                  </a:cubicBezTo>
                  <a:cubicBezTo>
                    <a:pt x="335" y="163"/>
                    <a:pt x="333" y="167"/>
                    <a:pt x="330" y="170"/>
                  </a:cubicBezTo>
                  <a:close/>
                  <a:moveTo>
                    <a:pt x="330" y="170"/>
                  </a:moveTo>
                  <a:cubicBezTo>
                    <a:pt x="330" y="170"/>
                    <a:pt x="330" y="170"/>
                    <a:pt x="330" y="170"/>
                  </a:cubicBezTo>
                </a:path>
              </a:pathLst>
            </a:custGeom>
            <a:solidFill>
              <a:schemeClr val="bg1"/>
            </a:solidFill>
            <a:ln>
              <a:noFill/>
            </a:ln>
          </p:spPr>
          <p:txBody>
            <a:bodyPr anchor="ctr"/>
            <a:lstStyle/>
            <a:p>
              <a:pPr algn="ctr"/>
              <a:endParaRPr/>
            </a:p>
          </p:txBody>
        </p:sp>
        <p:sp>
          <p:nvSpPr>
            <p:cNvPr id="8" name="ïşḻïďê-Freeform: Shape 19"/>
            <p:cNvSpPr>
              <a:spLocks/>
            </p:cNvSpPr>
            <p:nvPr/>
          </p:nvSpPr>
          <p:spPr bwMode="auto">
            <a:xfrm>
              <a:off x="4367298" y="5329619"/>
              <a:ext cx="361663" cy="360992"/>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bg1"/>
            </a:solidFill>
            <a:ln>
              <a:noFill/>
            </a:ln>
          </p:spPr>
          <p:txBody>
            <a:bodyPr anchor="ctr"/>
            <a:lstStyle/>
            <a:p>
              <a:pPr algn="ctr"/>
              <a:endParaRPr/>
            </a:p>
          </p:txBody>
        </p:sp>
        <p:sp>
          <p:nvSpPr>
            <p:cNvPr id="9" name="ïşḻïďê-Freeform: Shape 22"/>
            <p:cNvSpPr>
              <a:spLocks/>
            </p:cNvSpPr>
            <p:nvPr/>
          </p:nvSpPr>
          <p:spPr bwMode="auto">
            <a:xfrm>
              <a:off x="5846028" y="4290046"/>
              <a:ext cx="451952" cy="576726"/>
            </a:xfrm>
            <a:custGeom>
              <a:avLst/>
              <a:gdLst>
                <a:gd name="connsiteX0" fmla="*/ 43815 w 258763"/>
                <a:gd name="connsiteY0" fmla="*/ 130175 h 330201"/>
                <a:gd name="connsiteX1" fmla="*/ 28575 w 258763"/>
                <a:gd name="connsiteY1" fmla="*/ 147060 h 330201"/>
                <a:gd name="connsiteX2" fmla="*/ 28575 w 258763"/>
                <a:gd name="connsiteY2" fmla="*/ 227590 h 330201"/>
                <a:gd name="connsiteX3" fmla="*/ 43815 w 258763"/>
                <a:gd name="connsiteY3" fmla="*/ 244475 h 330201"/>
                <a:gd name="connsiteX4" fmla="*/ 60325 w 258763"/>
                <a:gd name="connsiteY4" fmla="*/ 227590 h 330201"/>
                <a:gd name="connsiteX5" fmla="*/ 60325 w 258763"/>
                <a:gd name="connsiteY5" fmla="*/ 147060 h 330201"/>
                <a:gd name="connsiteX6" fmla="*/ 43815 w 258763"/>
                <a:gd name="connsiteY6" fmla="*/ 130175 h 330201"/>
                <a:gd name="connsiteX7" fmla="*/ 221457 w 258763"/>
                <a:gd name="connsiteY7" fmla="*/ 98425 h 330201"/>
                <a:gd name="connsiteX8" fmla="*/ 211138 w 258763"/>
                <a:gd name="connsiteY8" fmla="*/ 110021 h 330201"/>
                <a:gd name="connsiteX9" fmla="*/ 211138 w 258763"/>
                <a:gd name="connsiteY9" fmla="*/ 265918 h 330201"/>
                <a:gd name="connsiteX10" fmla="*/ 221457 w 258763"/>
                <a:gd name="connsiteY10" fmla="*/ 276225 h 330201"/>
                <a:gd name="connsiteX11" fmla="*/ 231776 w 258763"/>
                <a:gd name="connsiteY11" fmla="*/ 265918 h 330201"/>
                <a:gd name="connsiteX12" fmla="*/ 231776 w 258763"/>
                <a:gd name="connsiteY12" fmla="*/ 110021 h 330201"/>
                <a:gd name="connsiteX13" fmla="*/ 221457 w 258763"/>
                <a:gd name="connsiteY13" fmla="*/ 98425 h 330201"/>
                <a:gd name="connsiteX14" fmla="*/ 80216 w 258763"/>
                <a:gd name="connsiteY14" fmla="*/ 71438 h 330201"/>
                <a:gd name="connsiteX15" fmla="*/ 236768 w 258763"/>
                <a:gd name="connsiteY15" fmla="*/ 71438 h 330201"/>
                <a:gd name="connsiteX16" fmla="*/ 258763 w 258763"/>
                <a:gd name="connsiteY16" fmla="*/ 93324 h 330201"/>
                <a:gd name="connsiteX17" fmla="*/ 258763 w 258763"/>
                <a:gd name="connsiteY17" fmla="*/ 274844 h 330201"/>
                <a:gd name="connsiteX18" fmla="*/ 204423 w 258763"/>
                <a:gd name="connsiteY18" fmla="*/ 330201 h 330201"/>
                <a:gd name="connsiteX19" fmla="*/ 113856 w 258763"/>
                <a:gd name="connsiteY19" fmla="*/ 330201 h 330201"/>
                <a:gd name="connsiteX20" fmla="*/ 59515 w 258763"/>
                <a:gd name="connsiteY20" fmla="*/ 274844 h 330201"/>
                <a:gd name="connsiteX21" fmla="*/ 59515 w 258763"/>
                <a:gd name="connsiteY21" fmla="*/ 267120 h 330201"/>
                <a:gd name="connsiteX22" fmla="*/ 42696 w 258763"/>
                <a:gd name="connsiteY22" fmla="*/ 270982 h 330201"/>
                <a:gd name="connsiteX23" fmla="*/ 0 w 258763"/>
                <a:gd name="connsiteY23" fmla="*/ 227211 h 330201"/>
                <a:gd name="connsiteX24" fmla="*/ 0 w 258763"/>
                <a:gd name="connsiteY24" fmla="*/ 147394 h 330201"/>
                <a:gd name="connsiteX25" fmla="*/ 42696 w 258763"/>
                <a:gd name="connsiteY25" fmla="*/ 103623 h 330201"/>
                <a:gd name="connsiteX26" fmla="*/ 59515 w 258763"/>
                <a:gd name="connsiteY26" fmla="*/ 107485 h 330201"/>
                <a:gd name="connsiteX27" fmla="*/ 59515 w 258763"/>
                <a:gd name="connsiteY27" fmla="*/ 93324 h 330201"/>
                <a:gd name="connsiteX28" fmla="*/ 80216 w 258763"/>
                <a:gd name="connsiteY28" fmla="*/ 71438 h 330201"/>
                <a:gd name="connsiteX29" fmla="*/ 107950 w 258763"/>
                <a:gd name="connsiteY29" fmla="*/ 0 h 330201"/>
                <a:gd name="connsiteX30" fmla="*/ 109247 w 258763"/>
                <a:gd name="connsiteY30" fmla="*/ 1290 h 330201"/>
                <a:gd name="connsiteX31" fmla="*/ 113139 w 258763"/>
                <a:gd name="connsiteY31" fmla="*/ 2580 h 330201"/>
                <a:gd name="connsiteX32" fmla="*/ 119624 w 258763"/>
                <a:gd name="connsiteY32" fmla="*/ 5160 h 330201"/>
                <a:gd name="connsiteX33" fmla="*/ 126110 w 258763"/>
                <a:gd name="connsiteY33" fmla="*/ 7739 h 330201"/>
                <a:gd name="connsiteX34" fmla="*/ 144269 w 258763"/>
                <a:gd name="connsiteY34" fmla="*/ 12899 h 330201"/>
                <a:gd name="connsiteX35" fmla="*/ 145566 w 258763"/>
                <a:gd name="connsiteY35" fmla="*/ 12899 h 330201"/>
                <a:gd name="connsiteX36" fmla="*/ 146863 w 258763"/>
                <a:gd name="connsiteY36" fmla="*/ 14189 h 330201"/>
                <a:gd name="connsiteX37" fmla="*/ 148161 w 258763"/>
                <a:gd name="connsiteY37" fmla="*/ 14189 h 330201"/>
                <a:gd name="connsiteX38" fmla="*/ 149458 w 258763"/>
                <a:gd name="connsiteY38" fmla="*/ 14189 h 330201"/>
                <a:gd name="connsiteX39" fmla="*/ 152052 w 258763"/>
                <a:gd name="connsiteY39" fmla="*/ 14189 h 330201"/>
                <a:gd name="connsiteX40" fmla="*/ 154646 w 258763"/>
                <a:gd name="connsiteY40" fmla="*/ 15478 h 330201"/>
                <a:gd name="connsiteX41" fmla="*/ 155943 w 258763"/>
                <a:gd name="connsiteY41" fmla="*/ 15478 h 330201"/>
                <a:gd name="connsiteX42" fmla="*/ 157240 w 258763"/>
                <a:gd name="connsiteY42" fmla="*/ 15478 h 330201"/>
                <a:gd name="connsiteX43" fmla="*/ 158537 w 258763"/>
                <a:gd name="connsiteY43" fmla="*/ 16768 h 330201"/>
                <a:gd name="connsiteX44" fmla="*/ 159835 w 258763"/>
                <a:gd name="connsiteY44" fmla="*/ 16768 h 330201"/>
                <a:gd name="connsiteX45" fmla="*/ 162429 w 258763"/>
                <a:gd name="connsiteY45" fmla="*/ 16768 h 330201"/>
                <a:gd name="connsiteX46" fmla="*/ 165023 w 258763"/>
                <a:gd name="connsiteY46" fmla="*/ 18058 h 330201"/>
                <a:gd name="connsiteX47" fmla="*/ 166320 w 258763"/>
                <a:gd name="connsiteY47" fmla="*/ 18058 h 330201"/>
                <a:gd name="connsiteX48" fmla="*/ 167617 w 258763"/>
                <a:gd name="connsiteY48" fmla="*/ 18058 h 330201"/>
                <a:gd name="connsiteX49" fmla="*/ 168914 w 258763"/>
                <a:gd name="connsiteY49" fmla="*/ 18058 h 330201"/>
                <a:gd name="connsiteX50" fmla="*/ 170211 w 258763"/>
                <a:gd name="connsiteY50" fmla="*/ 18058 h 330201"/>
                <a:gd name="connsiteX51" fmla="*/ 176697 w 258763"/>
                <a:gd name="connsiteY51" fmla="*/ 20638 h 330201"/>
                <a:gd name="connsiteX52" fmla="*/ 188371 w 258763"/>
                <a:gd name="connsiteY52" fmla="*/ 24507 h 330201"/>
                <a:gd name="connsiteX53" fmla="*/ 193559 w 258763"/>
                <a:gd name="connsiteY53" fmla="*/ 27087 h 330201"/>
                <a:gd name="connsiteX54" fmla="*/ 194856 w 258763"/>
                <a:gd name="connsiteY54" fmla="*/ 28377 h 330201"/>
                <a:gd name="connsiteX55" fmla="*/ 196154 w 258763"/>
                <a:gd name="connsiteY55" fmla="*/ 29667 h 330201"/>
                <a:gd name="connsiteX56" fmla="*/ 197451 w 258763"/>
                <a:gd name="connsiteY56" fmla="*/ 29667 h 330201"/>
                <a:gd name="connsiteX57" fmla="*/ 198748 w 258763"/>
                <a:gd name="connsiteY57" fmla="*/ 30957 h 330201"/>
                <a:gd name="connsiteX58" fmla="*/ 207828 w 258763"/>
                <a:gd name="connsiteY58" fmla="*/ 38696 h 330201"/>
                <a:gd name="connsiteX59" fmla="*/ 213016 w 258763"/>
                <a:gd name="connsiteY59" fmla="*/ 47725 h 330201"/>
                <a:gd name="connsiteX60" fmla="*/ 214313 w 258763"/>
                <a:gd name="connsiteY60" fmla="*/ 55464 h 330201"/>
                <a:gd name="connsiteX61" fmla="*/ 214313 w 258763"/>
                <a:gd name="connsiteY61" fmla="*/ 58044 h 330201"/>
                <a:gd name="connsiteX62" fmla="*/ 213016 w 258763"/>
                <a:gd name="connsiteY62" fmla="*/ 59334 h 330201"/>
                <a:gd name="connsiteX63" fmla="*/ 213016 w 258763"/>
                <a:gd name="connsiteY63" fmla="*/ 60623 h 330201"/>
                <a:gd name="connsiteX64" fmla="*/ 213016 w 258763"/>
                <a:gd name="connsiteY64" fmla="*/ 61913 h 330201"/>
                <a:gd name="connsiteX65" fmla="*/ 211719 w 258763"/>
                <a:gd name="connsiteY65" fmla="*/ 60623 h 330201"/>
                <a:gd name="connsiteX66" fmla="*/ 210422 w 258763"/>
                <a:gd name="connsiteY66" fmla="*/ 59334 h 330201"/>
                <a:gd name="connsiteX67" fmla="*/ 209125 w 258763"/>
                <a:gd name="connsiteY67" fmla="*/ 58044 h 330201"/>
                <a:gd name="connsiteX68" fmla="*/ 203936 w 258763"/>
                <a:gd name="connsiteY68" fmla="*/ 54174 h 330201"/>
                <a:gd name="connsiteX69" fmla="*/ 197451 w 258763"/>
                <a:gd name="connsiteY69" fmla="*/ 51594 h 330201"/>
                <a:gd name="connsiteX70" fmla="*/ 189668 w 258763"/>
                <a:gd name="connsiteY70" fmla="*/ 50305 h 330201"/>
                <a:gd name="connsiteX71" fmla="*/ 187074 w 258763"/>
                <a:gd name="connsiteY71" fmla="*/ 50305 h 330201"/>
                <a:gd name="connsiteX72" fmla="*/ 184480 w 258763"/>
                <a:gd name="connsiteY72" fmla="*/ 49015 h 330201"/>
                <a:gd name="connsiteX73" fmla="*/ 180588 w 258763"/>
                <a:gd name="connsiteY73" fmla="*/ 47725 h 330201"/>
                <a:gd name="connsiteX74" fmla="*/ 170211 w 258763"/>
                <a:gd name="connsiteY74" fmla="*/ 46435 h 330201"/>
                <a:gd name="connsiteX75" fmla="*/ 165023 w 258763"/>
                <a:gd name="connsiteY75" fmla="*/ 45145 h 330201"/>
                <a:gd name="connsiteX76" fmla="*/ 163726 w 258763"/>
                <a:gd name="connsiteY76" fmla="*/ 45145 h 330201"/>
                <a:gd name="connsiteX77" fmla="*/ 162429 w 258763"/>
                <a:gd name="connsiteY77" fmla="*/ 45145 h 330201"/>
                <a:gd name="connsiteX78" fmla="*/ 159835 w 258763"/>
                <a:gd name="connsiteY78" fmla="*/ 43855 h 330201"/>
                <a:gd name="connsiteX79" fmla="*/ 158537 w 258763"/>
                <a:gd name="connsiteY79" fmla="*/ 43855 h 330201"/>
                <a:gd name="connsiteX80" fmla="*/ 155943 w 258763"/>
                <a:gd name="connsiteY80" fmla="*/ 42565 h 330201"/>
                <a:gd name="connsiteX81" fmla="*/ 152052 w 258763"/>
                <a:gd name="connsiteY81" fmla="*/ 42565 h 330201"/>
                <a:gd name="connsiteX82" fmla="*/ 149458 w 258763"/>
                <a:gd name="connsiteY82" fmla="*/ 41276 h 330201"/>
                <a:gd name="connsiteX83" fmla="*/ 146863 w 258763"/>
                <a:gd name="connsiteY83" fmla="*/ 39986 h 330201"/>
                <a:gd name="connsiteX84" fmla="*/ 135189 w 258763"/>
                <a:gd name="connsiteY84" fmla="*/ 34826 h 330201"/>
                <a:gd name="connsiteX85" fmla="*/ 124813 w 258763"/>
                <a:gd name="connsiteY85" fmla="*/ 27087 h 330201"/>
                <a:gd name="connsiteX86" fmla="*/ 117030 w 258763"/>
                <a:gd name="connsiteY86" fmla="*/ 19348 h 330201"/>
                <a:gd name="connsiteX87" fmla="*/ 111841 w 258763"/>
                <a:gd name="connsiteY87" fmla="*/ 12899 h 330201"/>
                <a:gd name="connsiteX88" fmla="*/ 109247 w 258763"/>
                <a:gd name="connsiteY88" fmla="*/ 6450 h 330201"/>
                <a:gd name="connsiteX89" fmla="*/ 107950 w 258763"/>
                <a:gd name="connsiteY89" fmla="*/ 1290 h 330201"/>
                <a:gd name="connsiteX90" fmla="*/ 107950 w 258763"/>
                <a:gd name="connsiteY90" fmla="*/ 0 h 330201"/>
                <a:gd name="connsiteX91" fmla="*/ 9525 w 258763"/>
                <a:gd name="connsiteY91" fmla="*/ 0 h 330201"/>
                <a:gd name="connsiteX92" fmla="*/ 10822 w 258763"/>
                <a:gd name="connsiteY92" fmla="*/ 1290 h 330201"/>
                <a:gd name="connsiteX93" fmla="*/ 14713 w 258763"/>
                <a:gd name="connsiteY93" fmla="*/ 2580 h 330201"/>
                <a:gd name="connsiteX94" fmla="*/ 19902 w 258763"/>
                <a:gd name="connsiteY94" fmla="*/ 5160 h 330201"/>
                <a:gd name="connsiteX95" fmla="*/ 27684 w 258763"/>
                <a:gd name="connsiteY95" fmla="*/ 7739 h 330201"/>
                <a:gd name="connsiteX96" fmla="*/ 45844 w 258763"/>
                <a:gd name="connsiteY96" fmla="*/ 12899 h 330201"/>
                <a:gd name="connsiteX97" fmla="*/ 47141 w 258763"/>
                <a:gd name="connsiteY97" fmla="*/ 12899 h 330201"/>
                <a:gd name="connsiteX98" fmla="*/ 48438 w 258763"/>
                <a:gd name="connsiteY98" fmla="*/ 12899 h 330201"/>
                <a:gd name="connsiteX99" fmla="*/ 48438 w 258763"/>
                <a:gd name="connsiteY99" fmla="*/ 14189 h 330201"/>
                <a:gd name="connsiteX100" fmla="*/ 49735 w 258763"/>
                <a:gd name="connsiteY100" fmla="*/ 14189 h 330201"/>
                <a:gd name="connsiteX101" fmla="*/ 52329 w 258763"/>
                <a:gd name="connsiteY101" fmla="*/ 14189 h 330201"/>
                <a:gd name="connsiteX102" fmla="*/ 54924 w 258763"/>
                <a:gd name="connsiteY102" fmla="*/ 15478 h 330201"/>
                <a:gd name="connsiteX103" fmla="*/ 56221 w 258763"/>
                <a:gd name="connsiteY103" fmla="*/ 15478 h 330201"/>
                <a:gd name="connsiteX104" fmla="*/ 57518 w 258763"/>
                <a:gd name="connsiteY104" fmla="*/ 15478 h 330201"/>
                <a:gd name="connsiteX105" fmla="*/ 58815 w 258763"/>
                <a:gd name="connsiteY105" fmla="*/ 15478 h 330201"/>
                <a:gd name="connsiteX106" fmla="*/ 60112 w 258763"/>
                <a:gd name="connsiteY106" fmla="*/ 16768 h 330201"/>
                <a:gd name="connsiteX107" fmla="*/ 62706 w 258763"/>
                <a:gd name="connsiteY107" fmla="*/ 16768 h 330201"/>
                <a:gd name="connsiteX108" fmla="*/ 65301 w 258763"/>
                <a:gd name="connsiteY108" fmla="*/ 18058 h 330201"/>
                <a:gd name="connsiteX109" fmla="*/ 66598 w 258763"/>
                <a:gd name="connsiteY109" fmla="*/ 18058 h 330201"/>
                <a:gd name="connsiteX110" fmla="*/ 69192 w 258763"/>
                <a:gd name="connsiteY110" fmla="*/ 18058 h 330201"/>
                <a:gd name="connsiteX111" fmla="*/ 70489 w 258763"/>
                <a:gd name="connsiteY111" fmla="*/ 18058 h 330201"/>
                <a:gd name="connsiteX112" fmla="*/ 71786 w 258763"/>
                <a:gd name="connsiteY112" fmla="*/ 18058 h 330201"/>
                <a:gd name="connsiteX113" fmla="*/ 76975 w 258763"/>
                <a:gd name="connsiteY113" fmla="*/ 20638 h 330201"/>
                <a:gd name="connsiteX114" fmla="*/ 89946 w 258763"/>
                <a:gd name="connsiteY114" fmla="*/ 24507 h 330201"/>
                <a:gd name="connsiteX115" fmla="*/ 95134 w 258763"/>
                <a:gd name="connsiteY115" fmla="*/ 27087 h 330201"/>
                <a:gd name="connsiteX116" fmla="*/ 96431 w 258763"/>
                <a:gd name="connsiteY116" fmla="*/ 28377 h 330201"/>
                <a:gd name="connsiteX117" fmla="*/ 97728 w 258763"/>
                <a:gd name="connsiteY117" fmla="*/ 28377 h 330201"/>
                <a:gd name="connsiteX118" fmla="*/ 99025 w 258763"/>
                <a:gd name="connsiteY118" fmla="*/ 29667 h 330201"/>
                <a:gd name="connsiteX119" fmla="*/ 100323 w 258763"/>
                <a:gd name="connsiteY119" fmla="*/ 30957 h 330201"/>
                <a:gd name="connsiteX120" fmla="*/ 108105 w 258763"/>
                <a:gd name="connsiteY120" fmla="*/ 38696 h 330201"/>
                <a:gd name="connsiteX121" fmla="*/ 113294 w 258763"/>
                <a:gd name="connsiteY121" fmla="*/ 47725 h 330201"/>
                <a:gd name="connsiteX122" fmla="*/ 114591 w 258763"/>
                <a:gd name="connsiteY122" fmla="*/ 55464 h 330201"/>
                <a:gd name="connsiteX123" fmla="*/ 114591 w 258763"/>
                <a:gd name="connsiteY123" fmla="*/ 58044 h 330201"/>
                <a:gd name="connsiteX124" fmla="*/ 114591 w 258763"/>
                <a:gd name="connsiteY124" fmla="*/ 59334 h 330201"/>
                <a:gd name="connsiteX125" fmla="*/ 114591 w 258763"/>
                <a:gd name="connsiteY125" fmla="*/ 60623 h 330201"/>
                <a:gd name="connsiteX126" fmla="*/ 113294 w 258763"/>
                <a:gd name="connsiteY126" fmla="*/ 61913 h 330201"/>
                <a:gd name="connsiteX127" fmla="*/ 111997 w 258763"/>
                <a:gd name="connsiteY127" fmla="*/ 60623 h 330201"/>
                <a:gd name="connsiteX128" fmla="*/ 111997 w 258763"/>
                <a:gd name="connsiteY128" fmla="*/ 59334 h 330201"/>
                <a:gd name="connsiteX129" fmla="*/ 110700 w 258763"/>
                <a:gd name="connsiteY129" fmla="*/ 58044 h 330201"/>
                <a:gd name="connsiteX130" fmla="*/ 109403 w 258763"/>
                <a:gd name="connsiteY130" fmla="*/ 58044 h 330201"/>
                <a:gd name="connsiteX131" fmla="*/ 104214 w 258763"/>
                <a:gd name="connsiteY131" fmla="*/ 54174 h 330201"/>
                <a:gd name="connsiteX132" fmla="*/ 97728 w 258763"/>
                <a:gd name="connsiteY132" fmla="*/ 51594 h 330201"/>
                <a:gd name="connsiteX133" fmla="*/ 89946 w 258763"/>
                <a:gd name="connsiteY133" fmla="*/ 50305 h 330201"/>
                <a:gd name="connsiteX134" fmla="*/ 88649 w 258763"/>
                <a:gd name="connsiteY134" fmla="*/ 50305 h 330201"/>
                <a:gd name="connsiteX135" fmla="*/ 86054 w 258763"/>
                <a:gd name="connsiteY135" fmla="*/ 49015 h 330201"/>
                <a:gd name="connsiteX136" fmla="*/ 80866 w 258763"/>
                <a:gd name="connsiteY136" fmla="*/ 47725 h 330201"/>
                <a:gd name="connsiteX137" fmla="*/ 71786 w 258763"/>
                <a:gd name="connsiteY137" fmla="*/ 46435 h 330201"/>
                <a:gd name="connsiteX138" fmla="*/ 66598 w 258763"/>
                <a:gd name="connsiteY138" fmla="*/ 45145 h 330201"/>
                <a:gd name="connsiteX139" fmla="*/ 65301 w 258763"/>
                <a:gd name="connsiteY139" fmla="*/ 45145 h 330201"/>
                <a:gd name="connsiteX140" fmla="*/ 64003 w 258763"/>
                <a:gd name="connsiteY140" fmla="*/ 45145 h 330201"/>
                <a:gd name="connsiteX141" fmla="*/ 62706 w 258763"/>
                <a:gd name="connsiteY141" fmla="*/ 45145 h 330201"/>
                <a:gd name="connsiteX142" fmla="*/ 61409 w 258763"/>
                <a:gd name="connsiteY142" fmla="*/ 43855 h 330201"/>
                <a:gd name="connsiteX143" fmla="*/ 60112 w 258763"/>
                <a:gd name="connsiteY143" fmla="*/ 43855 h 330201"/>
                <a:gd name="connsiteX144" fmla="*/ 56221 w 258763"/>
                <a:gd name="connsiteY144" fmla="*/ 42565 h 330201"/>
                <a:gd name="connsiteX145" fmla="*/ 53627 w 258763"/>
                <a:gd name="connsiteY145" fmla="*/ 42565 h 330201"/>
                <a:gd name="connsiteX146" fmla="*/ 51032 w 258763"/>
                <a:gd name="connsiteY146" fmla="*/ 41276 h 330201"/>
                <a:gd name="connsiteX147" fmla="*/ 47141 w 258763"/>
                <a:gd name="connsiteY147" fmla="*/ 39986 h 330201"/>
                <a:gd name="connsiteX148" fmla="*/ 36764 w 258763"/>
                <a:gd name="connsiteY148" fmla="*/ 34826 h 330201"/>
                <a:gd name="connsiteX149" fmla="*/ 26387 w 258763"/>
                <a:gd name="connsiteY149" fmla="*/ 27087 h 330201"/>
                <a:gd name="connsiteX150" fmla="*/ 18605 w 258763"/>
                <a:gd name="connsiteY150" fmla="*/ 19348 h 330201"/>
                <a:gd name="connsiteX151" fmla="*/ 13416 w 258763"/>
                <a:gd name="connsiteY151" fmla="*/ 12899 h 330201"/>
                <a:gd name="connsiteX152" fmla="*/ 10822 w 258763"/>
                <a:gd name="connsiteY152" fmla="*/ 6450 h 330201"/>
                <a:gd name="connsiteX153" fmla="*/ 9525 w 258763"/>
                <a:gd name="connsiteY153" fmla="*/ 1290 h 330201"/>
                <a:gd name="connsiteX154" fmla="*/ 9525 w 258763"/>
                <a:gd name="connsiteY154" fmla="*/ 0 h 330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258763" h="330201">
                  <a:moveTo>
                    <a:pt x="43815" y="130175"/>
                  </a:moveTo>
                  <a:cubicBezTo>
                    <a:pt x="34925" y="130175"/>
                    <a:pt x="28575" y="137968"/>
                    <a:pt x="28575" y="147060"/>
                  </a:cubicBezTo>
                  <a:cubicBezTo>
                    <a:pt x="28575" y="147060"/>
                    <a:pt x="28575" y="147060"/>
                    <a:pt x="28575" y="227590"/>
                  </a:cubicBezTo>
                  <a:cubicBezTo>
                    <a:pt x="28575" y="236682"/>
                    <a:pt x="34925" y="244475"/>
                    <a:pt x="43815" y="244475"/>
                  </a:cubicBezTo>
                  <a:cubicBezTo>
                    <a:pt x="52705" y="244475"/>
                    <a:pt x="60325" y="236682"/>
                    <a:pt x="60325" y="227590"/>
                  </a:cubicBezTo>
                  <a:cubicBezTo>
                    <a:pt x="60325" y="227590"/>
                    <a:pt x="60325" y="227590"/>
                    <a:pt x="60325" y="147060"/>
                  </a:cubicBezTo>
                  <a:cubicBezTo>
                    <a:pt x="60325" y="137968"/>
                    <a:pt x="52705" y="130175"/>
                    <a:pt x="43815" y="130175"/>
                  </a:cubicBezTo>
                  <a:close/>
                  <a:moveTo>
                    <a:pt x="221457" y="98425"/>
                  </a:moveTo>
                  <a:cubicBezTo>
                    <a:pt x="215008" y="98425"/>
                    <a:pt x="211138" y="103579"/>
                    <a:pt x="211138" y="110021"/>
                  </a:cubicBezTo>
                  <a:lnTo>
                    <a:pt x="211138" y="265918"/>
                  </a:lnTo>
                  <a:cubicBezTo>
                    <a:pt x="211138" y="271072"/>
                    <a:pt x="215008" y="276225"/>
                    <a:pt x="221457" y="276225"/>
                  </a:cubicBezTo>
                  <a:cubicBezTo>
                    <a:pt x="227907" y="276225"/>
                    <a:pt x="231776" y="271072"/>
                    <a:pt x="231776" y="265918"/>
                  </a:cubicBezTo>
                  <a:cubicBezTo>
                    <a:pt x="231776" y="265918"/>
                    <a:pt x="231776" y="265918"/>
                    <a:pt x="231776" y="110021"/>
                  </a:cubicBezTo>
                  <a:cubicBezTo>
                    <a:pt x="231776" y="103579"/>
                    <a:pt x="227907" y="98425"/>
                    <a:pt x="221457" y="98425"/>
                  </a:cubicBezTo>
                  <a:close/>
                  <a:moveTo>
                    <a:pt x="80216" y="71438"/>
                  </a:moveTo>
                  <a:cubicBezTo>
                    <a:pt x="80216" y="71438"/>
                    <a:pt x="80216" y="71438"/>
                    <a:pt x="236768" y="71438"/>
                  </a:cubicBezTo>
                  <a:cubicBezTo>
                    <a:pt x="258763" y="71438"/>
                    <a:pt x="258763" y="71438"/>
                    <a:pt x="258763" y="93324"/>
                  </a:cubicBezTo>
                  <a:cubicBezTo>
                    <a:pt x="258763" y="93324"/>
                    <a:pt x="258763" y="93324"/>
                    <a:pt x="258763" y="274844"/>
                  </a:cubicBezTo>
                  <a:cubicBezTo>
                    <a:pt x="258763" y="330201"/>
                    <a:pt x="258763" y="330201"/>
                    <a:pt x="204423" y="330201"/>
                  </a:cubicBezTo>
                  <a:cubicBezTo>
                    <a:pt x="204423" y="330201"/>
                    <a:pt x="204423" y="330201"/>
                    <a:pt x="113856" y="330201"/>
                  </a:cubicBezTo>
                  <a:cubicBezTo>
                    <a:pt x="59515" y="330201"/>
                    <a:pt x="59515" y="330201"/>
                    <a:pt x="59515" y="274844"/>
                  </a:cubicBezTo>
                  <a:cubicBezTo>
                    <a:pt x="59515" y="274844"/>
                    <a:pt x="59515" y="274844"/>
                    <a:pt x="59515" y="267120"/>
                  </a:cubicBezTo>
                  <a:cubicBezTo>
                    <a:pt x="54340" y="269694"/>
                    <a:pt x="49165" y="270982"/>
                    <a:pt x="42696" y="270982"/>
                  </a:cubicBezTo>
                  <a:cubicBezTo>
                    <a:pt x="19407" y="270982"/>
                    <a:pt x="0" y="251671"/>
                    <a:pt x="0" y="227211"/>
                  </a:cubicBezTo>
                  <a:cubicBezTo>
                    <a:pt x="0" y="227211"/>
                    <a:pt x="0" y="227211"/>
                    <a:pt x="0" y="147394"/>
                  </a:cubicBezTo>
                  <a:cubicBezTo>
                    <a:pt x="0" y="122933"/>
                    <a:pt x="19407" y="103623"/>
                    <a:pt x="42696" y="103623"/>
                  </a:cubicBezTo>
                  <a:cubicBezTo>
                    <a:pt x="49165" y="103623"/>
                    <a:pt x="54340" y="104910"/>
                    <a:pt x="59515" y="107485"/>
                  </a:cubicBezTo>
                  <a:cubicBezTo>
                    <a:pt x="59515" y="107485"/>
                    <a:pt x="59515" y="107485"/>
                    <a:pt x="59515" y="93324"/>
                  </a:cubicBezTo>
                  <a:cubicBezTo>
                    <a:pt x="59515" y="71438"/>
                    <a:pt x="59515" y="71438"/>
                    <a:pt x="80216" y="71438"/>
                  </a:cubicBezTo>
                  <a:close/>
                  <a:moveTo>
                    <a:pt x="107950" y="0"/>
                  </a:moveTo>
                  <a:cubicBezTo>
                    <a:pt x="107950" y="0"/>
                    <a:pt x="107950" y="0"/>
                    <a:pt x="109247" y="1290"/>
                  </a:cubicBezTo>
                  <a:cubicBezTo>
                    <a:pt x="110544" y="1290"/>
                    <a:pt x="111841" y="2580"/>
                    <a:pt x="113139" y="2580"/>
                  </a:cubicBezTo>
                  <a:cubicBezTo>
                    <a:pt x="114436" y="3870"/>
                    <a:pt x="117030" y="3870"/>
                    <a:pt x="119624" y="5160"/>
                  </a:cubicBezTo>
                  <a:cubicBezTo>
                    <a:pt x="120921" y="6450"/>
                    <a:pt x="123515" y="6450"/>
                    <a:pt x="126110" y="7739"/>
                  </a:cubicBezTo>
                  <a:cubicBezTo>
                    <a:pt x="131298" y="10319"/>
                    <a:pt x="137784" y="11609"/>
                    <a:pt x="144269" y="12899"/>
                  </a:cubicBezTo>
                  <a:cubicBezTo>
                    <a:pt x="144269" y="12899"/>
                    <a:pt x="144269" y="12899"/>
                    <a:pt x="145566" y="12899"/>
                  </a:cubicBezTo>
                  <a:cubicBezTo>
                    <a:pt x="145566" y="12899"/>
                    <a:pt x="146863" y="12899"/>
                    <a:pt x="146863" y="14189"/>
                  </a:cubicBezTo>
                  <a:cubicBezTo>
                    <a:pt x="146863" y="14189"/>
                    <a:pt x="146863" y="14189"/>
                    <a:pt x="148161" y="14189"/>
                  </a:cubicBezTo>
                  <a:cubicBezTo>
                    <a:pt x="148161" y="14189"/>
                    <a:pt x="149458" y="14189"/>
                    <a:pt x="149458" y="14189"/>
                  </a:cubicBezTo>
                  <a:cubicBezTo>
                    <a:pt x="149458" y="14189"/>
                    <a:pt x="150755" y="14189"/>
                    <a:pt x="152052" y="14189"/>
                  </a:cubicBezTo>
                  <a:cubicBezTo>
                    <a:pt x="152052" y="15478"/>
                    <a:pt x="153349" y="15478"/>
                    <a:pt x="154646" y="15478"/>
                  </a:cubicBezTo>
                  <a:cubicBezTo>
                    <a:pt x="154646" y="15478"/>
                    <a:pt x="154646" y="15478"/>
                    <a:pt x="155943" y="15478"/>
                  </a:cubicBezTo>
                  <a:cubicBezTo>
                    <a:pt x="155943" y="15478"/>
                    <a:pt x="155943" y="15478"/>
                    <a:pt x="157240" y="15478"/>
                  </a:cubicBezTo>
                  <a:cubicBezTo>
                    <a:pt x="157240" y="15478"/>
                    <a:pt x="157240" y="15478"/>
                    <a:pt x="158537" y="16768"/>
                  </a:cubicBezTo>
                  <a:cubicBezTo>
                    <a:pt x="158537" y="16768"/>
                    <a:pt x="158537" y="16768"/>
                    <a:pt x="159835" y="16768"/>
                  </a:cubicBezTo>
                  <a:cubicBezTo>
                    <a:pt x="161132" y="16768"/>
                    <a:pt x="161132" y="16768"/>
                    <a:pt x="162429" y="16768"/>
                  </a:cubicBezTo>
                  <a:cubicBezTo>
                    <a:pt x="163726" y="16768"/>
                    <a:pt x="163726" y="16768"/>
                    <a:pt x="165023" y="18058"/>
                  </a:cubicBezTo>
                  <a:cubicBezTo>
                    <a:pt x="165023" y="18058"/>
                    <a:pt x="165023" y="18058"/>
                    <a:pt x="166320" y="18058"/>
                  </a:cubicBezTo>
                  <a:cubicBezTo>
                    <a:pt x="166320" y="18058"/>
                    <a:pt x="166320" y="18058"/>
                    <a:pt x="167617" y="18058"/>
                  </a:cubicBezTo>
                  <a:cubicBezTo>
                    <a:pt x="167617" y="18058"/>
                    <a:pt x="167617" y="18058"/>
                    <a:pt x="168914" y="18058"/>
                  </a:cubicBezTo>
                  <a:cubicBezTo>
                    <a:pt x="168914" y="18058"/>
                    <a:pt x="168914" y="18058"/>
                    <a:pt x="170211" y="18058"/>
                  </a:cubicBezTo>
                  <a:cubicBezTo>
                    <a:pt x="172806" y="19348"/>
                    <a:pt x="174103" y="19348"/>
                    <a:pt x="176697" y="20638"/>
                  </a:cubicBezTo>
                  <a:cubicBezTo>
                    <a:pt x="180588" y="21928"/>
                    <a:pt x="184480" y="23218"/>
                    <a:pt x="188371" y="24507"/>
                  </a:cubicBezTo>
                  <a:cubicBezTo>
                    <a:pt x="190965" y="25797"/>
                    <a:pt x="192262" y="25797"/>
                    <a:pt x="193559" y="27087"/>
                  </a:cubicBezTo>
                  <a:cubicBezTo>
                    <a:pt x="194856" y="28377"/>
                    <a:pt x="194856" y="28377"/>
                    <a:pt x="194856" y="28377"/>
                  </a:cubicBezTo>
                  <a:cubicBezTo>
                    <a:pt x="196154" y="28377"/>
                    <a:pt x="196154" y="28377"/>
                    <a:pt x="196154" y="29667"/>
                  </a:cubicBezTo>
                  <a:cubicBezTo>
                    <a:pt x="197451" y="29667"/>
                    <a:pt x="197451" y="29667"/>
                    <a:pt x="197451" y="29667"/>
                  </a:cubicBezTo>
                  <a:cubicBezTo>
                    <a:pt x="198748" y="29667"/>
                    <a:pt x="198748" y="30957"/>
                    <a:pt x="198748" y="30957"/>
                  </a:cubicBezTo>
                  <a:cubicBezTo>
                    <a:pt x="202639" y="33536"/>
                    <a:pt x="205233" y="36116"/>
                    <a:pt x="207828" y="38696"/>
                  </a:cubicBezTo>
                  <a:cubicBezTo>
                    <a:pt x="210422" y="41276"/>
                    <a:pt x="211719" y="45145"/>
                    <a:pt x="213016" y="47725"/>
                  </a:cubicBezTo>
                  <a:cubicBezTo>
                    <a:pt x="214313" y="50305"/>
                    <a:pt x="214313" y="52884"/>
                    <a:pt x="214313" y="55464"/>
                  </a:cubicBezTo>
                  <a:cubicBezTo>
                    <a:pt x="214313" y="56754"/>
                    <a:pt x="214313" y="56754"/>
                    <a:pt x="214313" y="58044"/>
                  </a:cubicBezTo>
                  <a:cubicBezTo>
                    <a:pt x="214313" y="58044"/>
                    <a:pt x="214313" y="59334"/>
                    <a:pt x="213016" y="59334"/>
                  </a:cubicBezTo>
                  <a:cubicBezTo>
                    <a:pt x="213016" y="59334"/>
                    <a:pt x="213016" y="59334"/>
                    <a:pt x="213016" y="60623"/>
                  </a:cubicBezTo>
                  <a:cubicBezTo>
                    <a:pt x="213016" y="61913"/>
                    <a:pt x="213016" y="61913"/>
                    <a:pt x="213016" y="61913"/>
                  </a:cubicBezTo>
                  <a:cubicBezTo>
                    <a:pt x="213016" y="61913"/>
                    <a:pt x="213016" y="61913"/>
                    <a:pt x="211719" y="60623"/>
                  </a:cubicBezTo>
                  <a:cubicBezTo>
                    <a:pt x="211719" y="60623"/>
                    <a:pt x="211719" y="59334"/>
                    <a:pt x="210422" y="59334"/>
                  </a:cubicBezTo>
                  <a:cubicBezTo>
                    <a:pt x="210422" y="59334"/>
                    <a:pt x="210422" y="58044"/>
                    <a:pt x="209125" y="58044"/>
                  </a:cubicBezTo>
                  <a:cubicBezTo>
                    <a:pt x="207828" y="56754"/>
                    <a:pt x="205233" y="55464"/>
                    <a:pt x="203936" y="54174"/>
                  </a:cubicBezTo>
                  <a:cubicBezTo>
                    <a:pt x="201342" y="54174"/>
                    <a:pt x="200045" y="52884"/>
                    <a:pt x="197451" y="51594"/>
                  </a:cubicBezTo>
                  <a:cubicBezTo>
                    <a:pt x="194856" y="51594"/>
                    <a:pt x="192262" y="50305"/>
                    <a:pt x="189668" y="50305"/>
                  </a:cubicBezTo>
                  <a:cubicBezTo>
                    <a:pt x="188371" y="50305"/>
                    <a:pt x="188371" y="50305"/>
                    <a:pt x="187074" y="50305"/>
                  </a:cubicBezTo>
                  <a:cubicBezTo>
                    <a:pt x="187074" y="49015"/>
                    <a:pt x="185777" y="49015"/>
                    <a:pt x="184480" y="49015"/>
                  </a:cubicBezTo>
                  <a:cubicBezTo>
                    <a:pt x="183182" y="49015"/>
                    <a:pt x="181885" y="49015"/>
                    <a:pt x="180588" y="47725"/>
                  </a:cubicBezTo>
                  <a:cubicBezTo>
                    <a:pt x="176697" y="47725"/>
                    <a:pt x="174103" y="47725"/>
                    <a:pt x="170211" y="46435"/>
                  </a:cubicBezTo>
                  <a:cubicBezTo>
                    <a:pt x="168914" y="46435"/>
                    <a:pt x="166320" y="45145"/>
                    <a:pt x="165023" y="45145"/>
                  </a:cubicBezTo>
                  <a:cubicBezTo>
                    <a:pt x="165023" y="45145"/>
                    <a:pt x="165023" y="45145"/>
                    <a:pt x="163726" y="45145"/>
                  </a:cubicBezTo>
                  <a:cubicBezTo>
                    <a:pt x="163726" y="45145"/>
                    <a:pt x="163726" y="45145"/>
                    <a:pt x="162429" y="45145"/>
                  </a:cubicBezTo>
                  <a:cubicBezTo>
                    <a:pt x="162429" y="45145"/>
                    <a:pt x="162429" y="45145"/>
                    <a:pt x="159835" y="43855"/>
                  </a:cubicBezTo>
                  <a:cubicBezTo>
                    <a:pt x="159835" y="43855"/>
                    <a:pt x="159835" y="43855"/>
                    <a:pt x="158537" y="43855"/>
                  </a:cubicBezTo>
                  <a:cubicBezTo>
                    <a:pt x="157240" y="43855"/>
                    <a:pt x="157240" y="43855"/>
                    <a:pt x="155943" y="42565"/>
                  </a:cubicBezTo>
                  <a:cubicBezTo>
                    <a:pt x="154646" y="42565"/>
                    <a:pt x="153349" y="42565"/>
                    <a:pt x="152052" y="42565"/>
                  </a:cubicBezTo>
                  <a:cubicBezTo>
                    <a:pt x="152052" y="41276"/>
                    <a:pt x="150755" y="41276"/>
                    <a:pt x="149458" y="41276"/>
                  </a:cubicBezTo>
                  <a:cubicBezTo>
                    <a:pt x="148161" y="41276"/>
                    <a:pt x="146863" y="39986"/>
                    <a:pt x="146863" y="39986"/>
                  </a:cubicBezTo>
                  <a:cubicBezTo>
                    <a:pt x="142972" y="38696"/>
                    <a:pt x="139081" y="36116"/>
                    <a:pt x="135189" y="34826"/>
                  </a:cubicBezTo>
                  <a:cubicBezTo>
                    <a:pt x="131298" y="32247"/>
                    <a:pt x="128704" y="29667"/>
                    <a:pt x="124813" y="27087"/>
                  </a:cubicBezTo>
                  <a:cubicBezTo>
                    <a:pt x="122218" y="24507"/>
                    <a:pt x="119624" y="21928"/>
                    <a:pt x="117030" y="19348"/>
                  </a:cubicBezTo>
                  <a:cubicBezTo>
                    <a:pt x="115733" y="16768"/>
                    <a:pt x="113139" y="15478"/>
                    <a:pt x="111841" y="12899"/>
                  </a:cubicBezTo>
                  <a:cubicBezTo>
                    <a:pt x="110544" y="10319"/>
                    <a:pt x="110544" y="7739"/>
                    <a:pt x="109247" y="6450"/>
                  </a:cubicBezTo>
                  <a:cubicBezTo>
                    <a:pt x="109247" y="3870"/>
                    <a:pt x="107950" y="2580"/>
                    <a:pt x="107950" y="1290"/>
                  </a:cubicBezTo>
                  <a:cubicBezTo>
                    <a:pt x="107950" y="1290"/>
                    <a:pt x="107950" y="0"/>
                    <a:pt x="107950" y="0"/>
                  </a:cubicBezTo>
                  <a:close/>
                  <a:moveTo>
                    <a:pt x="9525" y="0"/>
                  </a:moveTo>
                  <a:cubicBezTo>
                    <a:pt x="9525" y="0"/>
                    <a:pt x="9525" y="0"/>
                    <a:pt x="10822" y="1290"/>
                  </a:cubicBezTo>
                  <a:cubicBezTo>
                    <a:pt x="12119" y="1290"/>
                    <a:pt x="12119" y="2580"/>
                    <a:pt x="14713" y="2580"/>
                  </a:cubicBezTo>
                  <a:cubicBezTo>
                    <a:pt x="16010" y="3870"/>
                    <a:pt x="17308" y="3870"/>
                    <a:pt x="19902" y="5160"/>
                  </a:cubicBezTo>
                  <a:cubicBezTo>
                    <a:pt x="22496" y="6450"/>
                    <a:pt x="25090" y="6450"/>
                    <a:pt x="27684" y="7739"/>
                  </a:cubicBezTo>
                  <a:cubicBezTo>
                    <a:pt x="32873" y="9029"/>
                    <a:pt x="39358" y="11609"/>
                    <a:pt x="45844" y="12899"/>
                  </a:cubicBezTo>
                  <a:cubicBezTo>
                    <a:pt x="45844" y="12899"/>
                    <a:pt x="45844" y="12899"/>
                    <a:pt x="47141" y="12899"/>
                  </a:cubicBezTo>
                  <a:cubicBezTo>
                    <a:pt x="47141" y="12899"/>
                    <a:pt x="47141" y="12899"/>
                    <a:pt x="48438" y="12899"/>
                  </a:cubicBezTo>
                  <a:cubicBezTo>
                    <a:pt x="48438" y="12899"/>
                    <a:pt x="48438" y="12899"/>
                    <a:pt x="48438" y="14189"/>
                  </a:cubicBezTo>
                  <a:cubicBezTo>
                    <a:pt x="49735" y="14189"/>
                    <a:pt x="49735" y="14189"/>
                    <a:pt x="49735" y="14189"/>
                  </a:cubicBezTo>
                  <a:cubicBezTo>
                    <a:pt x="51032" y="14189"/>
                    <a:pt x="52329" y="14189"/>
                    <a:pt x="52329" y="14189"/>
                  </a:cubicBezTo>
                  <a:cubicBezTo>
                    <a:pt x="53627" y="15478"/>
                    <a:pt x="54924" y="15478"/>
                    <a:pt x="54924" y="15478"/>
                  </a:cubicBezTo>
                  <a:cubicBezTo>
                    <a:pt x="56221" y="15478"/>
                    <a:pt x="56221" y="15478"/>
                    <a:pt x="56221" y="15478"/>
                  </a:cubicBezTo>
                  <a:cubicBezTo>
                    <a:pt x="57518" y="15478"/>
                    <a:pt x="57518" y="15478"/>
                    <a:pt x="57518" y="15478"/>
                  </a:cubicBezTo>
                  <a:cubicBezTo>
                    <a:pt x="58815" y="15478"/>
                    <a:pt x="58815" y="15478"/>
                    <a:pt x="58815" y="15478"/>
                  </a:cubicBezTo>
                  <a:cubicBezTo>
                    <a:pt x="60112" y="16768"/>
                    <a:pt x="60112" y="16768"/>
                    <a:pt x="60112" y="16768"/>
                  </a:cubicBezTo>
                  <a:cubicBezTo>
                    <a:pt x="61409" y="16768"/>
                    <a:pt x="62706" y="16768"/>
                    <a:pt x="62706" y="16768"/>
                  </a:cubicBezTo>
                  <a:cubicBezTo>
                    <a:pt x="64003" y="16768"/>
                    <a:pt x="65301" y="16768"/>
                    <a:pt x="65301" y="18058"/>
                  </a:cubicBezTo>
                  <a:cubicBezTo>
                    <a:pt x="65301" y="18058"/>
                    <a:pt x="65301" y="18058"/>
                    <a:pt x="66598" y="18058"/>
                  </a:cubicBezTo>
                  <a:cubicBezTo>
                    <a:pt x="66598" y="18058"/>
                    <a:pt x="66598" y="18058"/>
                    <a:pt x="69192" y="18058"/>
                  </a:cubicBezTo>
                  <a:cubicBezTo>
                    <a:pt x="69192" y="18058"/>
                    <a:pt x="69192" y="18058"/>
                    <a:pt x="70489" y="18058"/>
                  </a:cubicBezTo>
                  <a:cubicBezTo>
                    <a:pt x="70489" y="18058"/>
                    <a:pt x="70489" y="18058"/>
                    <a:pt x="71786" y="18058"/>
                  </a:cubicBezTo>
                  <a:cubicBezTo>
                    <a:pt x="73083" y="19348"/>
                    <a:pt x="75677" y="19348"/>
                    <a:pt x="76975" y="20638"/>
                  </a:cubicBezTo>
                  <a:cubicBezTo>
                    <a:pt x="82163" y="20638"/>
                    <a:pt x="86054" y="23218"/>
                    <a:pt x="89946" y="24507"/>
                  </a:cubicBezTo>
                  <a:cubicBezTo>
                    <a:pt x="91243" y="25797"/>
                    <a:pt x="93837" y="25797"/>
                    <a:pt x="95134" y="27087"/>
                  </a:cubicBezTo>
                  <a:cubicBezTo>
                    <a:pt x="95134" y="27087"/>
                    <a:pt x="96431" y="28377"/>
                    <a:pt x="96431" y="28377"/>
                  </a:cubicBezTo>
                  <a:cubicBezTo>
                    <a:pt x="96431" y="28377"/>
                    <a:pt x="97728" y="28377"/>
                    <a:pt x="97728" y="28377"/>
                  </a:cubicBezTo>
                  <a:cubicBezTo>
                    <a:pt x="97728" y="29667"/>
                    <a:pt x="99025" y="29667"/>
                    <a:pt x="99025" y="29667"/>
                  </a:cubicBezTo>
                  <a:cubicBezTo>
                    <a:pt x="99025" y="29667"/>
                    <a:pt x="100323" y="30957"/>
                    <a:pt x="100323" y="30957"/>
                  </a:cubicBezTo>
                  <a:cubicBezTo>
                    <a:pt x="102917" y="33536"/>
                    <a:pt x="106808" y="36116"/>
                    <a:pt x="108105" y="38696"/>
                  </a:cubicBezTo>
                  <a:cubicBezTo>
                    <a:pt x="110700" y="41276"/>
                    <a:pt x="111997" y="45145"/>
                    <a:pt x="113294" y="47725"/>
                  </a:cubicBezTo>
                  <a:cubicBezTo>
                    <a:pt x="114591" y="50305"/>
                    <a:pt x="115888" y="52884"/>
                    <a:pt x="114591" y="55464"/>
                  </a:cubicBezTo>
                  <a:cubicBezTo>
                    <a:pt x="114591" y="56754"/>
                    <a:pt x="114591" y="56754"/>
                    <a:pt x="114591" y="58044"/>
                  </a:cubicBezTo>
                  <a:cubicBezTo>
                    <a:pt x="114591" y="58044"/>
                    <a:pt x="114591" y="59334"/>
                    <a:pt x="114591" y="59334"/>
                  </a:cubicBezTo>
                  <a:cubicBezTo>
                    <a:pt x="114591" y="59334"/>
                    <a:pt x="114591" y="59334"/>
                    <a:pt x="114591" y="60623"/>
                  </a:cubicBezTo>
                  <a:cubicBezTo>
                    <a:pt x="114591" y="60623"/>
                    <a:pt x="113294" y="60623"/>
                    <a:pt x="113294" y="61913"/>
                  </a:cubicBezTo>
                  <a:cubicBezTo>
                    <a:pt x="113294" y="60623"/>
                    <a:pt x="113294" y="60623"/>
                    <a:pt x="111997" y="60623"/>
                  </a:cubicBezTo>
                  <a:cubicBezTo>
                    <a:pt x="111997" y="60623"/>
                    <a:pt x="111997" y="59334"/>
                    <a:pt x="111997" y="59334"/>
                  </a:cubicBezTo>
                  <a:cubicBezTo>
                    <a:pt x="110700" y="59334"/>
                    <a:pt x="110700" y="58044"/>
                    <a:pt x="110700" y="58044"/>
                  </a:cubicBezTo>
                  <a:cubicBezTo>
                    <a:pt x="110700" y="58044"/>
                    <a:pt x="110700" y="58044"/>
                    <a:pt x="109403" y="58044"/>
                  </a:cubicBezTo>
                  <a:cubicBezTo>
                    <a:pt x="108105" y="56754"/>
                    <a:pt x="106808" y="55464"/>
                    <a:pt x="104214" y="54174"/>
                  </a:cubicBezTo>
                  <a:cubicBezTo>
                    <a:pt x="102917" y="54174"/>
                    <a:pt x="100323" y="52884"/>
                    <a:pt x="97728" y="51594"/>
                  </a:cubicBezTo>
                  <a:cubicBezTo>
                    <a:pt x="96431" y="51594"/>
                    <a:pt x="93837" y="50305"/>
                    <a:pt x="89946" y="50305"/>
                  </a:cubicBezTo>
                  <a:cubicBezTo>
                    <a:pt x="89946" y="50305"/>
                    <a:pt x="88649" y="50305"/>
                    <a:pt x="88649" y="50305"/>
                  </a:cubicBezTo>
                  <a:cubicBezTo>
                    <a:pt x="87351" y="49015"/>
                    <a:pt x="87351" y="49015"/>
                    <a:pt x="86054" y="49015"/>
                  </a:cubicBezTo>
                  <a:cubicBezTo>
                    <a:pt x="84757" y="49015"/>
                    <a:pt x="83460" y="49015"/>
                    <a:pt x="80866" y="47725"/>
                  </a:cubicBezTo>
                  <a:cubicBezTo>
                    <a:pt x="78272" y="47725"/>
                    <a:pt x="74380" y="47725"/>
                    <a:pt x="71786" y="46435"/>
                  </a:cubicBezTo>
                  <a:cubicBezTo>
                    <a:pt x="69192" y="46435"/>
                    <a:pt x="67895" y="45145"/>
                    <a:pt x="66598" y="45145"/>
                  </a:cubicBezTo>
                  <a:cubicBezTo>
                    <a:pt x="66598" y="45145"/>
                    <a:pt x="66598" y="45145"/>
                    <a:pt x="65301" y="45145"/>
                  </a:cubicBezTo>
                  <a:cubicBezTo>
                    <a:pt x="65301" y="45145"/>
                    <a:pt x="65301" y="45145"/>
                    <a:pt x="64003" y="45145"/>
                  </a:cubicBezTo>
                  <a:cubicBezTo>
                    <a:pt x="64003" y="45145"/>
                    <a:pt x="64003" y="45145"/>
                    <a:pt x="62706" y="45145"/>
                  </a:cubicBezTo>
                  <a:cubicBezTo>
                    <a:pt x="62706" y="45145"/>
                    <a:pt x="62706" y="45145"/>
                    <a:pt x="61409" y="43855"/>
                  </a:cubicBezTo>
                  <a:cubicBezTo>
                    <a:pt x="61409" y="43855"/>
                    <a:pt x="61409" y="43855"/>
                    <a:pt x="60112" y="43855"/>
                  </a:cubicBezTo>
                  <a:cubicBezTo>
                    <a:pt x="58815" y="43855"/>
                    <a:pt x="57518" y="43855"/>
                    <a:pt x="56221" y="42565"/>
                  </a:cubicBezTo>
                  <a:cubicBezTo>
                    <a:pt x="56221" y="42565"/>
                    <a:pt x="54924" y="42565"/>
                    <a:pt x="53627" y="42565"/>
                  </a:cubicBezTo>
                  <a:cubicBezTo>
                    <a:pt x="52329" y="41276"/>
                    <a:pt x="51032" y="41276"/>
                    <a:pt x="51032" y="41276"/>
                  </a:cubicBezTo>
                  <a:cubicBezTo>
                    <a:pt x="49735" y="41276"/>
                    <a:pt x="48438" y="39986"/>
                    <a:pt x="47141" y="39986"/>
                  </a:cubicBezTo>
                  <a:cubicBezTo>
                    <a:pt x="43250" y="38696"/>
                    <a:pt x="39358" y="36116"/>
                    <a:pt x="36764" y="34826"/>
                  </a:cubicBezTo>
                  <a:cubicBezTo>
                    <a:pt x="32873" y="32247"/>
                    <a:pt x="28982" y="29667"/>
                    <a:pt x="26387" y="27087"/>
                  </a:cubicBezTo>
                  <a:cubicBezTo>
                    <a:pt x="23793" y="24507"/>
                    <a:pt x="21199" y="21928"/>
                    <a:pt x="18605" y="19348"/>
                  </a:cubicBezTo>
                  <a:cubicBezTo>
                    <a:pt x="16010" y="18058"/>
                    <a:pt x="14713" y="15478"/>
                    <a:pt x="13416" y="12899"/>
                  </a:cubicBezTo>
                  <a:cubicBezTo>
                    <a:pt x="12119" y="10319"/>
                    <a:pt x="10822" y="7739"/>
                    <a:pt x="10822" y="6450"/>
                  </a:cubicBezTo>
                  <a:cubicBezTo>
                    <a:pt x="9525" y="3870"/>
                    <a:pt x="9525" y="2580"/>
                    <a:pt x="9525" y="1290"/>
                  </a:cubicBezTo>
                  <a:cubicBezTo>
                    <a:pt x="9525" y="0"/>
                    <a:pt x="9525" y="0"/>
                    <a:pt x="9525" y="0"/>
                  </a:cubicBezTo>
                  <a:close/>
                </a:path>
              </a:pathLst>
            </a:custGeom>
            <a:solidFill>
              <a:schemeClr val="tx2"/>
            </a:solidFill>
            <a:ln w="9525">
              <a:noFill/>
              <a:round/>
              <a:headEnd/>
              <a:tailEnd/>
            </a:ln>
          </p:spPr>
          <p:txBody>
            <a:bodyPr anchor="ctr"/>
            <a:lstStyle/>
            <a:p>
              <a:pPr algn="ctr"/>
              <a:endParaRPr/>
            </a:p>
          </p:txBody>
        </p:sp>
      </p:grpSp>
      <p:cxnSp>
        <p:nvCxnSpPr>
          <p:cNvPr id="32" name="直接连接符 31"/>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4" name="文本框 33"/>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35" name="文本框 34"/>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36" name="组合 35"/>
          <p:cNvGrpSpPr/>
          <p:nvPr/>
        </p:nvGrpSpPr>
        <p:grpSpPr>
          <a:xfrm>
            <a:off x="6588351" y="2216623"/>
            <a:ext cx="4743155" cy="929507"/>
            <a:chOff x="2677265" y="1996356"/>
            <a:chExt cx="4497460" cy="881358"/>
          </a:xfrm>
        </p:grpSpPr>
        <p:sp>
          <p:nvSpPr>
            <p:cNvPr id="37" name="矩形 36"/>
            <p:cNvSpPr/>
            <p:nvPr/>
          </p:nvSpPr>
          <p:spPr>
            <a:xfrm>
              <a:off x="2677265" y="2346820"/>
              <a:ext cx="4497460"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8" name="矩形 37"/>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9" name="组合 38"/>
          <p:cNvGrpSpPr/>
          <p:nvPr/>
        </p:nvGrpSpPr>
        <p:grpSpPr>
          <a:xfrm>
            <a:off x="6588351" y="3467074"/>
            <a:ext cx="4743155" cy="929507"/>
            <a:chOff x="2677265" y="1996356"/>
            <a:chExt cx="4497460" cy="881358"/>
          </a:xfrm>
        </p:grpSpPr>
        <p:sp>
          <p:nvSpPr>
            <p:cNvPr id="40" name="矩形 39"/>
            <p:cNvSpPr/>
            <p:nvPr/>
          </p:nvSpPr>
          <p:spPr>
            <a:xfrm>
              <a:off x="2677265" y="2346820"/>
              <a:ext cx="4497460"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1" name="矩形 40"/>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2" name="组合 41"/>
          <p:cNvGrpSpPr/>
          <p:nvPr/>
        </p:nvGrpSpPr>
        <p:grpSpPr>
          <a:xfrm>
            <a:off x="6588351" y="4717525"/>
            <a:ext cx="4743155" cy="929507"/>
            <a:chOff x="2677265" y="1996356"/>
            <a:chExt cx="4497460" cy="881358"/>
          </a:xfrm>
        </p:grpSpPr>
        <p:sp>
          <p:nvSpPr>
            <p:cNvPr id="43" name="矩形 42"/>
            <p:cNvSpPr/>
            <p:nvPr/>
          </p:nvSpPr>
          <p:spPr>
            <a:xfrm>
              <a:off x="2677265" y="2346820"/>
              <a:ext cx="4497460"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4" name="矩形 43"/>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
        <p:nvSpPr>
          <p:cNvPr id="45" name="矩形 44"/>
          <p:cNvSpPr/>
          <p:nvPr/>
        </p:nvSpPr>
        <p:spPr>
          <a:xfrm rot="17994369">
            <a:off x="1966096" y="4169717"/>
            <a:ext cx="2198256" cy="424732"/>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dirty="0">
                <a:solidFill>
                  <a:schemeClr val="accent2"/>
                </a:solidFill>
              </a:rPr>
              <a:t>标题文字添加</a:t>
            </a:r>
          </a:p>
        </p:txBody>
      </p:sp>
      <p:sp>
        <p:nvSpPr>
          <p:cNvPr id="46" name="矩形 45"/>
          <p:cNvSpPr/>
          <p:nvPr/>
        </p:nvSpPr>
        <p:spPr>
          <a:xfrm rot="3525414">
            <a:off x="3387111" y="3658845"/>
            <a:ext cx="2198256" cy="424732"/>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dirty="0">
                <a:solidFill>
                  <a:schemeClr val="accent2"/>
                </a:solidFill>
              </a:rPr>
              <a:t>标题文字添加</a:t>
            </a:r>
          </a:p>
        </p:txBody>
      </p:sp>
      <p:sp>
        <p:nvSpPr>
          <p:cNvPr id="47" name="矩形 46"/>
          <p:cNvSpPr/>
          <p:nvPr/>
        </p:nvSpPr>
        <p:spPr>
          <a:xfrm>
            <a:off x="3066315" y="5073701"/>
            <a:ext cx="2198256" cy="424732"/>
          </a:xfrm>
          <a:prstGeom prst="rect">
            <a:avLst/>
          </a:prstGeom>
        </p:spPr>
        <p:txBody>
          <a:bodyPr wrap="square">
            <a:spAutoFit/>
            <a:scene3d>
              <a:camera prst="orthographicFront"/>
              <a:lightRig rig="threePt" dir="t"/>
            </a:scene3d>
            <a:sp3d contourW="12700"/>
          </a:bodyPr>
          <a:lstStyle/>
          <a:p>
            <a:pPr algn="ctr">
              <a:lnSpc>
                <a:spcPct val="120000"/>
              </a:lnSpc>
            </a:pPr>
            <a:r>
              <a:rPr lang="zh-CN" altLang="en-US" dirty="0">
                <a:solidFill>
                  <a:schemeClr val="accent1"/>
                </a:solidFill>
              </a:rPr>
              <a:t>标题文字添加</a:t>
            </a:r>
          </a:p>
        </p:txBody>
      </p:sp>
    </p:spTree>
    <p:custDataLst>
      <p:tags r:id="rId1"/>
    </p:custDataLst>
    <p:extLst>
      <p:ext uri="{BB962C8B-B14F-4D97-AF65-F5344CB8AC3E}">
        <p14:creationId xmlns:p14="http://schemas.microsoft.com/office/powerpoint/2010/main" val="73945119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5"/>
                                        </p:tgtEl>
                                        <p:attrNameLst>
                                          <p:attrName>style.visibility</p:attrName>
                                        </p:attrNameLst>
                                      </p:cBhvr>
                                      <p:to>
                                        <p:strVal val="visible"/>
                                      </p:to>
                                    </p:set>
                                    <p:animEffect transition="in" filter="fade">
                                      <p:cBhvr>
                                        <p:cTn id="13" dur="500"/>
                                        <p:tgtEl>
                                          <p:spTgt spid="4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par>
                          <p:cTn id="20" fill="hold">
                            <p:stCondLst>
                              <p:cond delay="1000"/>
                            </p:stCondLst>
                            <p:childTnLst>
                              <p:par>
                                <p:cTn id="21" presetID="2" presetClass="entr" presetSubtype="2" fill="hold" nodeType="after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500" fill="hold"/>
                                        <p:tgtEl>
                                          <p:spTgt spid="36"/>
                                        </p:tgtEl>
                                        <p:attrNameLst>
                                          <p:attrName>ppt_x</p:attrName>
                                        </p:attrNameLst>
                                      </p:cBhvr>
                                      <p:tavLst>
                                        <p:tav tm="0">
                                          <p:val>
                                            <p:strVal val="1+#ppt_w/2"/>
                                          </p:val>
                                        </p:tav>
                                        <p:tav tm="100000">
                                          <p:val>
                                            <p:strVal val="#ppt_x"/>
                                          </p:val>
                                        </p:tav>
                                      </p:tavLst>
                                    </p:anim>
                                    <p:anim calcmode="lin" valueType="num">
                                      <p:cBhvr additive="base">
                                        <p:cTn id="24" dur="500" fill="hold"/>
                                        <p:tgtEl>
                                          <p:spTgt spid="36"/>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1+#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42"/>
                                        </p:tgtEl>
                                        <p:attrNameLst>
                                          <p:attrName>style.visibility</p:attrName>
                                        </p:attrNameLst>
                                      </p:cBhvr>
                                      <p:to>
                                        <p:strVal val="visible"/>
                                      </p:to>
                                    </p:set>
                                    <p:anim calcmode="lin" valueType="num">
                                      <p:cBhvr additive="base">
                                        <p:cTn id="31" dur="500" fill="hold"/>
                                        <p:tgtEl>
                                          <p:spTgt spid="42"/>
                                        </p:tgtEl>
                                        <p:attrNameLst>
                                          <p:attrName>ppt_x</p:attrName>
                                        </p:attrNameLst>
                                      </p:cBhvr>
                                      <p:tavLst>
                                        <p:tav tm="0">
                                          <p:val>
                                            <p:strVal val="1+#ppt_w/2"/>
                                          </p:val>
                                        </p:tav>
                                        <p:tav tm="100000">
                                          <p:val>
                                            <p:strVal val="#ppt_x"/>
                                          </p:val>
                                        </p:tav>
                                      </p:tavLst>
                                    </p:anim>
                                    <p:anim calcmode="lin" valueType="num">
                                      <p:cBhvr additive="base">
                                        <p:cTn id="32" dur="500" fill="hold"/>
                                        <p:tgtEl>
                                          <p:spTgt spid="4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120592" y="2188655"/>
            <a:ext cx="4178194" cy="3615438"/>
            <a:chOff x="6980556" y="1950610"/>
            <a:chExt cx="3961764" cy="3428159"/>
          </a:xfrm>
        </p:grpSpPr>
        <p:sp>
          <p:nvSpPr>
            <p:cNvPr id="19" name="íślíḋè-Freeform: Shape 3"/>
            <p:cNvSpPr>
              <a:spLocks/>
            </p:cNvSpPr>
            <p:nvPr/>
          </p:nvSpPr>
          <p:spPr bwMode="auto">
            <a:xfrm>
              <a:off x="7066133" y="2096595"/>
              <a:ext cx="3730200" cy="3196595"/>
            </a:xfrm>
            <a:custGeom>
              <a:avLst/>
              <a:gdLst>
                <a:gd name="T0" fmla="*/ 741 w 741"/>
                <a:gd name="T1" fmla="*/ 635 h 635"/>
                <a:gd name="T2" fmla="*/ 0 w 741"/>
                <a:gd name="T3" fmla="*/ 635 h 635"/>
                <a:gd name="T4" fmla="*/ 0 w 741"/>
                <a:gd name="T5" fmla="*/ 0 h 635"/>
                <a:gd name="T6" fmla="*/ 26 w 741"/>
                <a:gd name="T7" fmla="*/ 0 h 635"/>
                <a:gd name="T8" fmla="*/ 26 w 741"/>
                <a:gd name="T9" fmla="*/ 609 h 635"/>
                <a:gd name="T10" fmla="*/ 741 w 741"/>
                <a:gd name="T11" fmla="*/ 609 h 635"/>
                <a:gd name="T12" fmla="*/ 741 w 741"/>
                <a:gd name="T13" fmla="*/ 635 h 635"/>
              </a:gdLst>
              <a:ahLst/>
              <a:cxnLst>
                <a:cxn ang="0">
                  <a:pos x="T0" y="T1"/>
                </a:cxn>
                <a:cxn ang="0">
                  <a:pos x="T2" y="T3"/>
                </a:cxn>
                <a:cxn ang="0">
                  <a:pos x="T4" y="T5"/>
                </a:cxn>
                <a:cxn ang="0">
                  <a:pos x="T6" y="T7"/>
                </a:cxn>
                <a:cxn ang="0">
                  <a:pos x="T8" y="T9"/>
                </a:cxn>
                <a:cxn ang="0">
                  <a:pos x="T10" y="T11"/>
                </a:cxn>
                <a:cxn ang="0">
                  <a:pos x="T12" y="T13"/>
                </a:cxn>
              </a:cxnLst>
              <a:rect l="0" t="0" r="r" b="b"/>
              <a:pathLst>
                <a:path w="741" h="635">
                  <a:moveTo>
                    <a:pt x="741" y="635"/>
                  </a:moveTo>
                  <a:lnTo>
                    <a:pt x="0" y="635"/>
                  </a:lnTo>
                  <a:lnTo>
                    <a:pt x="0" y="0"/>
                  </a:lnTo>
                  <a:lnTo>
                    <a:pt x="26" y="0"/>
                  </a:lnTo>
                  <a:lnTo>
                    <a:pt x="26" y="609"/>
                  </a:lnTo>
                  <a:lnTo>
                    <a:pt x="741" y="609"/>
                  </a:lnTo>
                  <a:lnTo>
                    <a:pt x="741" y="635"/>
                  </a:lnTo>
                  <a:close/>
                </a:path>
              </a:pathLst>
            </a:custGeom>
            <a:solidFill>
              <a:schemeClr val="bg1">
                <a:lumMod val="85000"/>
              </a:schemeClr>
            </a:solidFill>
            <a:ln>
              <a:noFill/>
            </a:ln>
          </p:spPr>
          <p:txBody>
            <a:bodyPr anchor="ctr"/>
            <a:lstStyle/>
            <a:p>
              <a:pPr algn="ctr"/>
              <a:endParaRPr/>
            </a:p>
          </p:txBody>
        </p:sp>
        <p:sp>
          <p:nvSpPr>
            <p:cNvPr id="20" name="íślíḋè-Oval 4"/>
            <p:cNvSpPr>
              <a:spLocks/>
            </p:cNvSpPr>
            <p:nvPr/>
          </p:nvSpPr>
          <p:spPr bwMode="auto">
            <a:xfrm>
              <a:off x="6980556" y="1950610"/>
              <a:ext cx="297008" cy="297008"/>
            </a:xfrm>
            <a:prstGeom prst="ellipse">
              <a:avLst/>
            </a:prstGeom>
            <a:solidFill>
              <a:schemeClr val="bg1">
                <a:lumMod val="85000"/>
              </a:schemeClr>
            </a:solidFill>
            <a:ln>
              <a:noFill/>
            </a:ln>
          </p:spPr>
          <p:txBody>
            <a:bodyPr anchor="ctr"/>
            <a:lstStyle/>
            <a:p>
              <a:pPr algn="ctr"/>
              <a:endParaRPr/>
            </a:p>
          </p:txBody>
        </p:sp>
        <p:sp>
          <p:nvSpPr>
            <p:cNvPr id="21" name="íślíḋè-Oval 5"/>
            <p:cNvSpPr>
              <a:spLocks/>
            </p:cNvSpPr>
            <p:nvPr/>
          </p:nvSpPr>
          <p:spPr bwMode="auto">
            <a:xfrm>
              <a:off x="10635244" y="5081761"/>
              <a:ext cx="307076" cy="297008"/>
            </a:xfrm>
            <a:prstGeom prst="ellipse">
              <a:avLst/>
            </a:prstGeom>
            <a:solidFill>
              <a:schemeClr val="bg1">
                <a:lumMod val="85000"/>
              </a:schemeClr>
            </a:solidFill>
            <a:ln>
              <a:noFill/>
            </a:ln>
          </p:spPr>
          <p:txBody>
            <a:bodyPr anchor="ctr"/>
            <a:lstStyle/>
            <a:p>
              <a:pPr algn="ctr"/>
              <a:endParaRPr/>
            </a:p>
          </p:txBody>
        </p:sp>
        <p:sp>
          <p:nvSpPr>
            <p:cNvPr id="22" name="íślíḋè-Freeform: Shape 6"/>
            <p:cNvSpPr>
              <a:spLocks/>
            </p:cNvSpPr>
            <p:nvPr/>
          </p:nvSpPr>
          <p:spPr bwMode="auto">
            <a:xfrm>
              <a:off x="7353072" y="2267751"/>
              <a:ext cx="2758635" cy="332244"/>
            </a:xfrm>
            <a:custGeom>
              <a:avLst/>
              <a:gdLst>
                <a:gd name="T0" fmla="*/ 414 w 414"/>
                <a:gd name="T1" fmla="*/ 25 h 50"/>
                <a:gd name="T2" fmla="*/ 390 w 414"/>
                <a:gd name="T3" fmla="*/ 50 h 50"/>
                <a:gd name="T4" fmla="*/ 25 w 414"/>
                <a:gd name="T5" fmla="*/ 50 h 50"/>
                <a:gd name="T6" fmla="*/ 0 w 414"/>
                <a:gd name="T7" fmla="*/ 25 h 50"/>
                <a:gd name="T8" fmla="*/ 0 w 414"/>
                <a:gd name="T9" fmla="*/ 25 h 50"/>
                <a:gd name="T10" fmla="*/ 25 w 414"/>
                <a:gd name="T11" fmla="*/ 0 h 50"/>
                <a:gd name="T12" fmla="*/ 390 w 414"/>
                <a:gd name="T13" fmla="*/ 0 h 50"/>
                <a:gd name="T14" fmla="*/ 414 w 414"/>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4" h="50">
                  <a:moveTo>
                    <a:pt x="414" y="25"/>
                  </a:moveTo>
                  <a:cubicBezTo>
                    <a:pt x="414" y="39"/>
                    <a:pt x="403" y="50"/>
                    <a:pt x="390" y="50"/>
                  </a:cubicBezTo>
                  <a:cubicBezTo>
                    <a:pt x="25" y="50"/>
                    <a:pt x="25" y="50"/>
                    <a:pt x="25" y="50"/>
                  </a:cubicBezTo>
                  <a:cubicBezTo>
                    <a:pt x="11" y="50"/>
                    <a:pt x="0" y="39"/>
                    <a:pt x="0" y="25"/>
                  </a:cubicBezTo>
                  <a:cubicBezTo>
                    <a:pt x="0" y="25"/>
                    <a:pt x="0" y="25"/>
                    <a:pt x="0" y="25"/>
                  </a:cubicBezTo>
                  <a:cubicBezTo>
                    <a:pt x="0" y="11"/>
                    <a:pt x="11" y="0"/>
                    <a:pt x="25" y="0"/>
                  </a:cubicBezTo>
                  <a:cubicBezTo>
                    <a:pt x="390" y="0"/>
                    <a:pt x="390" y="0"/>
                    <a:pt x="390" y="0"/>
                  </a:cubicBezTo>
                  <a:cubicBezTo>
                    <a:pt x="403" y="0"/>
                    <a:pt x="414" y="11"/>
                    <a:pt x="414" y="25"/>
                  </a:cubicBezTo>
                  <a:close/>
                </a:path>
              </a:pathLst>
            </a:custGeom>
            <a:solidFill>
              <a:schemeClr val="accent2"/>
            </a:solidFill>
            <a:ln>
              <a:noFill/>
            </a:ln>
          </p:spPr>
          <p:txBody>
            <a:bodyPr anchor="ctr"/>
            <a:lstStyle/>
            <a:p>
              <a:pPr algn="ctr"/>
              <a:endParaRPr/>
            </a:p>
          </p:txBody>
        </p:sp>
        <p:sp>
          <p:nvSpPr>
            <p:cNvPr id="23" name="íślíḋè-Oval 7"/>
            <p:cNvSpPr>
              <a:spLocks/>
            </p:cNvSpPr>
            <p:nvPr/>
          </p:nvSpPr>
          <p:spPr bwMode="auto">
            <a:xfrm>
              <a:off x="9809667" y="2262718"/>
              <a:ext cx="342312" cy="347348"/>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 name="íślíḋè-Freeform: Shape 8"/>
            <p:cNvSpPr>
              <a:spLocks/>
            </p:cNvSpPr>
            <p:nvPr/>
          </p:nvSpPr>
          <p:spPr bwMode="auto">
            <a:xfrm>
              <a:off x="9754292" y="2207343"/>
              <a:ext cx="448028" cy="453060"/>
            </a:xfrm>
            <a:custGeom>
              <a:avLst/>
              <a:gdLst>
                <a:gd name="T0" fmla="*/ 34 w 67"/>
                <a:gd name="T1" fmla="*/ 68 h 68"/>
                <a:gd name="T2" fmla="*/ 0 w 67"/>
                <a:gd name="T3" fmla="*/ 34 h 68"/>
                <a:gd name="T4" fmla="*/ 34 w 67"/>
                <a:gd name="T5" fmla="*/ 0 h 68"/>
                <a:gd name="T6" fmla="*/ 67 w 67"/>
                <a:gd name="T7" fmla="*/ 34 h 68"/>
                <a:gd name="T8" fmla="*/ 34 w 67"/>
                <a:gd name="T9" fmla="*/ 68 h 68"/>
                <a:gd name="T10" fmla="*/ 34 w 67"/>
                <a:gd name="T11" fmla="*/ 16 h 68"/>
                <a:gd name="T12" fmla="*/ 16 w 67"/>
                <a:gd name="T13" fmla="*/ 34 h 68"/>
                <a:gd name="T14" fmla="*/ 34 w 67"/>
                <a:gd name="T15" fmla="*/ 52 h 68"/>
                <a:gd name="T16" fmla="*/ 51 w 67"/>
                <a:gd name="T17" fmla="*/ 34 h 68"/>
                <a:gd name="T18" fmla="*/ 34 w 67"/>
                <a:gd name="T19" fmla="*/ 1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8">
                  <a:moveTo>
                    <a:pt x="34" y="68"/>
                  </a:moveTo>
                  <a:cubicBezTo>
                    <a:pt x="15" y="68"/>
                    <a:pt x="0" y="52"/>
                    <a:pt x="0" y="34"/>
                  </a:cubicBezTo>
                  <a:cubicBezTo>
                    <a:pt x="0" y="15"/>
                    <a:pt x="15" y="0"/>
                    <a:pt x="34" y="0"/>
                  </a:cubicBezTo>
                  <a:cubicBezTo>
                    <a:pt x="52" y="0"/>
                    <a:pt x="67" y="15"/>
                    <a:pt x="67" y="34"/>
                  </a:cubicBezTo>
                  <a:cubicBezTo>
                    <a:pt x="67" y="52"/>
                    <a:pt x="52" y="68"/>
                    <a:pt x="34" y="68"/>
                  </a:cubicBezTo>
                  <a:close/>
                  <a:moveTo>
                    <a:pt x="34" y="16"/>
                  </a:moveTo>
                  <a:cubicBezTo>
                    <a:pt x="24" y="16"/>
                    <a:pt x="16" y="24"/>
                    <a:pt x="16" y="34"/>
                  </a:cubicBezTo>
                  <a:cubicBezTo>
                    <a:pt x="16" y="44"/>
                    <a:pt x="24" y="52"/>
                    <a:pt x="34" y="52"/>
                  </a:cubicBezTo>
                  <a:cubicBezTo>
                    <a:pt x="43" y="52"/>
                    <a:pt x="51" y="44"/>
                    <a:pt x="51" y="34"/>
                  </a:cubicBezTo>
                  <a:cubicBezTo>
                    <a:pt x="51" y="24"/>
                    <a:pt x="43" y="16"/>
                    <a:pt x="34" y="16"/>
                  </a:cubicBezTo>
                  <a:close/>
                </a:path>
              </a:pathLst>
            </a:custGeom>
            <a:solidFill>
              <a:schemeClr val="accent2"/>
            </a:solidFill>
            <a:ln>
              <a:noFill/>
            </a:ln>
          </p:spPr>
          <p:txBody>
            <a:bodyPr anchor="ctr"/>
            <a:lstStyle/>
            <a:p>
              <a:pPr algn="ctr"/>
              <a:endParaRPr/>
            </a:p>
          </p:txBody>
        </p:sp>
        <p:sp>
          <p:nvSpPr>
            <p:cNvPr id="25" name="íślíḋè-Freeform: Shape 9"/>
            <p:cNvSpPr>
              <a:spLocks/>
            </p:cNvSpPr>
            <p:nvPr/>
          </p:nvSpPr>
          <p:spPr bwMode="auto">
            <a:xfrm>
              <a:off x="7353072" y="3027887"/>
              <a:ext cx="2270338" cy="332244"/>
            </a:xfrm>
            <a:custGeom>
              <a:avLst/>
              <a:gdLst>
                <a:gd name="T0" fmla="*/ 341 w 341"/>
                <a:gd name="T1" fmla="*/ 25 h 50"/>
                <a:gd name="T2" fmla="*/ 316 w 341"/>
                <a:gd name="T3" fmla="*/ 50 h 50"/>
                <a:gd name="T4" fmla="*/ 25 w 341"/>
                <a:gd name="T5" fmla="*/ 50 h 50"/>
                <a:gd name="T6" fmla="*/ 0 w 341"/>
                <a:gd name="T7" fmla="*/ 25 h 50"/>
                <a:gd name="T8" fmla="*/ 0 w 341"/>
                <a:gd name="T9" fmla="*/ 25 h 50"/>
                <a:gd name="T10" fmla="*/ 25 w 341"/>
                <a:gd name="T11" fmla="*/ 0 h 50"/>
                <a:gd name="T12" fmla="*/ 316 w 341"/>
                <a:gd name="T13" fmla="*/ 0 h 50"/>
                <a:gd name="T14" fmla="*/ 341 w 341"/>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1" h="50">
                  <a:moveTo>
                    <a:pt x="341" y="25"/>
                  </a:moveTo>
                  <a:cubicBezTo>
                    <a:pt x="341" y="39"/>
                    <a:pt x="330" y="50"/>
                    <a:pt x="316" y="50"/>
                  </a:cubicBezTo>
                  <a:cubicBezTo>
                    <a:pt x="25" y="50"/>
                    <a:pt x="25" y="50"/>
                    <a:pt x="25" y="50"/>
                  </a:cubicBezTo>
                  <a:cubicBezTo>
                    <a:pt x="11" y="50"/>
                    <a:pt x="0" y="39"/>
                    <a:pt x="0" y="25"/>
                  </a:cubicBezTo>
                  <a:cubicBezTo>
                    <a:pt x="0" y="25"/>
                    <a:pt x="0" y="25"/>
                    <a:pt x="0" y="25"/>
                  </a:cubicBezTo>
                  <a:cubicBezTo>
                    <a:pt x="0" y="11"/>
                    <a:pt x="11" y="0"/>
                    <a:pt x="25" y="0"/>
                  </a:cubicBezTo>
                  <a:cubicBezTo>
                    <a:pt x="316" y="0"/>
                    <a:pt x="316" y="0"/>
                    <a:pt x="316" y="0"/>
                  </a:cubicBezTo>
                  <a:cubicBezTo>
                    <a:pt x="330" y="0"/>
                    <a:pt x="341" y="11"/>
                    <a:pt x="341" y="25"/>
                  </a:cubicBezTo>
                  <a:close/>
                </a:path>
              </a:pathLst>
            </a:custGeom>
            <a:solidFill>
              <a:schemeClr val="accent1"/>
            </a:solidFill>
            <a:ln>
              <a:noFill/>
            </a:ln>
          </p:spPr>
          <p:txBody>
            <a:bodyPr anchor="ctr"/>
            <a:lstStyle/>
            <a:p>
              <a:pPr algn="ctr"/>
              <a:endParaRPr/>
            </a:p>
          </p:txBody>
        </p:sp>
        <p:sp>
          <p:nvSpPr>
            <p:cNvPr id="26" name="íślíḋè-Oval 10"/>
            <p:cNvSpPr>
              <a:spLocks/>
            </p:cNvSpPr>
            <p:nvPr/>
          </p:nvSpPr>
          <p:spPr bwMode="auto">
            <a:xfrm>
              <a:off x="9371707" y="3012783"/>
              <a:ext cx="337280" cy="347348"/>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7" name="íślíḋè-Freeform: Shape 11"/>
            <p:cNvSpPr>
              <a:spLocks/>
            </p:cNvSpPr>
            <p:nvPr/>
          </p:nvSpPr>
          <p:spPr bwMode="auto">
            <a:xfrm>
              <a:off x="9316335" y="2962443"/>
              <a:ext cx="448028" cy="453060"/>
            </a:xfrm>
            <a:custGeom>
              <a:avLst/>
              <a:gdLst>
                <a:gd name="T0" fmla="*/ 33 w 67"/>
                <a:gd name="T1" fmla="*/ 68 h 68"/>
                <a:gd name="T2" fmla="*/ 0 w 67"/>
                <a:gd name="T3" fmla="*/ 34 h 68"/>
                <a:gd name="T4" fmla="*/ 33 w 67"/>
                <a:gd name="T5" fmla="*/ 0 h 68"/>
                <a:gd name="T6" fmla="*/ 67 w 67"/>
                <a:gd name="T7" fmla="*/ 34 h 68"/>
                <a:gd name="T8" fmla="*/ 33 w 67"/>
                <a:gd name="T9" fmla="*/ 68 h 68"/>
                <a:gd name="T10" fmla="*/ 33 w 67"/>
                <a:gd name="T11" fmla="*/ 16 h 68"/>
                <a:gd name="T12" fmla="*/ 16 w 67"/>
                <a:gd name="T13" fmla="*/ 34 h 68"/>
                <a:gd name="T14" fmla="*/ 33 w 67"/>
                <a:gd name="T15" fmla="*/ 52 h 68"/>
                <a:gd name="T16" fmla="*/ 51 w 67"/>
                <a:gd name="T17" fmla="*/ 34 h 68"/>
                <a:gd name="T18" fmla="*/ 33 w 67"/>
                <a:gd name="T19" fmla="*/ 1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8">
                  <a:moveTo>
                    <a:pt x="33" y="68"/>
                  </a:moveTo>
                  <a:cubicBezTo>
                    <a:pt x="15" y="68"/>
                    <a:pt x="0" y="53"/>
                    <a:pt x="0" y="34"/>
                  </a:cubicBezTo>
                  <a:cubicBezTo>
                    <a:pt x="0" y="15"/>
                    <a:pt x="15" y="0"/>
                    <a:pt x="33" y="0"/>
                  </a:cubicBezTo>
                  <a:cubicBezTo>
                    <a:pt x="52" y="0"/>
                    <a:pt x="67" y="15"/>
                    <a:pt x="67" y="34"/>
                  </a:cubicBezTo>
                  <a:cubicBezTo>
                    <a:pt x="67" y="53"/>
                    <a:pt x="52" y="68"/>
                    <a:pt x="33" y="68"/>
                  </a:cubicBezTo>
                  <a:close/>
                  <a:moveTo>
                    <a:pt x="33" y="16"/>
                  </a:moveTo>
                  <a:cubicBezTo>
                    <a:pt x="24" y="16"/>
                    <a:pt x="16" y="24"/>
                    <a:pt x="16" y="34"/>
                  </a:cubicBezTo>
                  <a:cubicBezTo>
                    <a:pt x="16" y="44"/>
                    <a:pt x="24" y="52"/>
                    <a:pt x="33" y="52"/>
                  </a:cubicBezTo>
                  <a:cubicBezTo>
                    <a:pt x="43" y="52"/>
                    <a:pt x="51" y="44"/>
                    <a:pt x="51" y="34"/>
                  </a:cubicBezTo>
                  <a:cubicBezTo>
                    <a:pt x="51" y="24"/>
                    <a:pt x="43" y="16"/>
                    <a:pt x="33" y="16"/>
                  </a:cubicBezTo>
                  <a:close/>
                </a:path>
              </a:pathLst>
            </a:custGeom>
            <a:solidFill>
              <a:schemeClr val="accent1"/>
            </a:solidFill>
            <a:ln>
              <a:noFill/>
            </a:ln>
          </p:spPr>
          <p:txBody>
            <a:bodyPr anchor="ctr"/>
            <a:lstStyle/>
            <a:p>
              <a:pPr algn="ctr"/>
              <a:endParaRPr/>
            </a:p>
          </p:txBody>
        </p:sp>
        <p:sp>
          <p:nvSpPr>
            <p:cNvPr id="28" name="íślíḋè-Freeform: Shape 12"/>
            <p:cNvSpPr>
              <a:spLocks/>
            </p:cNvSpPr>
            <p:nvPr/>
          </p:nvSpPr>
          <p:spPr bwMode="auto">
            <a:xfrm>
              <a:off x="7353072" y="3788020"/>
              <a:ext cx="1656189" cy="332244"/>
            </a:xfrm>
            <a:custGeom>
              <a:avLst/>
              <a:gdLst>
                <a:gd name="T0" fmla="*/ 249 w 249"/>
                <a:gd name="T1" fmla="*/ 25 h 50"/>
                <a:gd name="T2" fmla="*/ 224 w 249"/>
                <a:gd name="T3" fmla="*/ 50 h 50"/>
                <a:gd name="T4" fmla="*/ 25 w 249"/>
                <a:gd name="T5" fmla="*/ 50 h 50"/>
                <a:gd name="T6" fmla="*/ 0 w 249"/>
                <a:gd name="T7" fmla="*/ 25 h 50"/>
                <a:gd name="T8" fmla="*/ 0 w 249"/>
                <a:gd name="T9" fmla="*/ 25 h 50"/>
                <a:gd name="T10" fmla="*/ 25 w 249"/>
                <a:gd name="T11" fmla="*/ 0 h 50"/>
                <a:gd name="T12" fmla="*/ 224 w 249"/>
                <a:gd name="T13" fmla="*/ 0 h 50"/>
                <a:gd name="T14" fmla="*/ 249 w 249"/>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 h="50">
                  <a:moveTo>
                    <a:pt x="249" y="25"/>
                  </a:moveTo>
                  <a:cubicBezTo>
                    <a:pt x="249" y="38"/>
                    <a:pt x="238" y="50"/>
                    <a:pt x="224" y="50"/>
                  </a:cubicBezTo>
                  <a:cubicBezTo>
                    <a:pt x="25" y="50"/>
                    <a:pt x="25" y="50"/>
                    <a:pt x="25" y="50"/>
                  </a:cubicBezTo>
                  <a:cubicBezTo>
                    <a:pt x="11" y="50"/>
                    <a:pt x="0" y="38"/>
                    <a:pt x="0" y="25"/>
                  </a:cubicBezTo>
                  <a:cubicBezTo>
                    <a:pt x="0" y="25"/>
                    <a:pt x="0" y="25"/>
                    <a:pt x="0" y="25"/>
                  </a:cubicBezTo>
                  <a:cubicBezTo>
                    <a:pt x="0" y="11"/>
                    <a:pt x="11" y="0"/>
                    <a:pt x="25" y="0"/>
                  </a:cubicBezTo>
                  <a:cubicBezTo>
                    <a:pt x="224" y="0"/>
                    <a:pt x="224" y="0"/>
                    <a:pt x="224" y="0"/>
                  </a:cubicBezTo>
                  <a:cubicBezTo>
                    <a:pt x="238" y="0"/>
                    <a:pt x="249" y="11"/>
                    <a:pt x="249" y="25"/>
                  </a:cubicBezTo>
                  <a:close/>
                </a:path>
              </a:pathLst>
            </a:custGeom>
            <a:solidFill>
              <a:schemeClr val="accent2"/>
            </a:solidFill>
            <a:ln>
              <a:noFill/>
            </a:ln>
          </p:spPr>
          <p:txBody>
            <a:bodyPr anchor="ctr"/>
            <a:lstStyle/>
            <a:p>
              <a:pPr algn="ctr"/>
              <a:endParaRPr/>
            </a:p>
          </p:txBody>
        </p:sp>
        <p:sp>
          <p:nvSpPr>
            <p:cNvPr id="29" name="íślíḋè-Oval 13"/>
            <p:cNvSpPr>
              <a:spLocks/>
            </p:cNvSpPr>
            <p:nvPr/>
          </p:nvSpPr>
          <p:spPr bwMode="auto">
            <a:xfrm>
              <a:off x="8732390" y="3782988"/>
              <a:ext cx="342312" cy="337280"/>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0" name="íślíḋè-Freeform: Shape 14"/>
            <p:cNvSpPr>
              <a:spLocks/>
            </p:cNvSpPr>
            <p:nvPr/>
          </p:nvSpPr>
          <p:spPr bwMode="auto">
            <a:xfrm>
              <a:off x="8677014" y="3727612"/>
              <a:ext cx="453061" cy="448028"/>
            </a:xfrm>
            <a:custGeom>
              <a:avLst/>
              <a:gdLst>
                <a:gd name="T0" fmla="*/ 34 w 68"/>
                <a:gd name="T1" fmla="*/ 67 h 67"/>
                <a:gd name="T2" fmla="*/ 0 w 68"/>
                <a:gd name="T3" fmla="*/ 34 h 67"/>
                <a:gd name="T4" fmla="*/ 34 w 68"/>
                <a:gd name="T5" fmla="*/ 0 h 67"/>
                <a:gd name="T6" fmla="*/ 68 w 68"/>
                <a:gd name="T7" fmla="*/ 34 h 67"/>
                <a:gd name="T8" fmla="*/ 34 w 68"/>
                <a:gd name="T9" fmla="*/ 67 h 67"/>
                <a:gd name="T10" fmla="*/ 34 w 68"/>
                <a:gd name="T11" fmla="*/ 16 h 67"/>
                <a:gd name="T12" fmla="*/ 16 w 68"/>
                <a:gd name="T13" fmla="*/ 34 h 67"/>
                <a:gd name="T14" fmla="*/ 34 w 68"/>
                <a:gd name="T15" fmla="*/ 51 h 67"/>
                <a:gd name="T16" fmla="*/ 52 w 68"/>
                <a:gd name="T17" fmla="*/ 34 h 67"/>
                <a:gd name="T18" fmla="*/ 34 w 68"/>
                <a:gd name="T19"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7">
                  <a:moveTo>
                    <a:pt x="34" y="67"/>
                  </a:moveTo>
                  <a:cubicBezTo>
                    <a:pt x="15" y="67"/>
                    <a:pt x="0" y="52"/>
                    <a:pt x="0" y="34"/>
                  </a:cubicBezTo>
                  <a:cubicBezTo>
                    <a:pt x="0" y="15"/>
                    <a:pt x="15" y="0"/>
                    <a:pt x="34" y="0"/>
                  </a:cubicBezTo>
                  <a:cubicBezTo>
                    <a:pt x="53" y="0"/>
                    <a:pt x="68" y="15"/>
                    <a:pt x="68" y="34"/>
                  </a:cubicBezTo>
                  <a:cubicBezTo>
                    <a:pt x="68" y="52"/>
                    <a:pt x="53" y="67"/>
                    <a:pt x="34" y="67"/>
                  </a:cubicBezTo>
                  <a:close/>
                  <a:moveTo>
                    <a:pt x="34" y="16"/>
                  </a:moveTo>
                  <a:cubicBezTo>
                    <a:pt x="24" y="16"/>
                    <a:pt x="16" y="24"/>
                    <a:pt x="16" y="34"/>
                  </a:cubicBezTo>
                  <a:cubicBezTo>
                    <a:pt x="16" y="43"/>
                    <a:pt x="24" y="51"/>
                    <a:pt x="34" y="51"/>
                  </a:cubicBezTo>
                  <a:cubicBezTo>
                    <a:pt x="44" y="51"/>
                    <a:pt x="52" y="43"/>
                    <a:pt x="52" y="34"/>
                  </a:cubicBezTo>
                  <a:cubicBezTo>
                    <a:pt x="52" y="24"/>
                    <a:pt x="44" y="16"/>
                    <a:pt x="34" y="16"/>
                  </a:cubicBezTo>
                  <a:close/>
                </a:path>
              </a:pathLst>
            </a:custGeom>
            <a:solidFill>
              <a:schemeClr val="accent2"/>
            </a:solidFill>
            <a:ln>
              <a:noFill/>
            </a:ln>
          </p:spPr>
          <p:txBody>
            <a:bodyPr anchor="ctr"/>
            <a:lstStyle/>
            <a:p>
              <a:pPr algn="ctr"/>
              <a:endParaRPr/>
            </a:p>
          </p:txBody>
        </p:sp>
        <p:sp>
          <p:nvSpPr>
            <p:cNvPr id="31" name="íślíḋè-Freeform: Shape 15"/>
            <p:cNvSpPr>
              <a:spLocks/>
            </p:cNvSpPr>
            <p:nvPr/>
          </p:nvSpPr>
          <p:spPr bwMode="auto">
            <a:xfrm>
              <a:off x="7353072" y="4548157"/>
              <a:ext cx="3211696" cy="327212"/>
            </a:xfrm>
            <a:custGeom>
              <a:avLst/>
              <a:gdLst>
                <a:gd name="T0" fmla="*/ 482 w 482"/>
                <a:gd name="T1" fmla="*/ 25 h 49"/>
                <a:gd name="T2" fmla="*/ 457 w 482"/>
                <a:gd name="T3" fmla="*/ 49 h 49"/>
                <a:gd name="T4" fmla="*/ 25 w 482"/>
                <a:gd name="T5" fmla="*/ 49 h 49"/>
                <a:gd name="T6" fmla="*/ 0 w 482"/>
                <a:gd name="T7" fmla="*/ 25 h 49"/>
                <a:gd name="T8" fmla="*/ 0 w 482"/>
                <a:gd name="T9" fmla="*/ 25 h 49"/>
                <a:gd name="T10" fmla="*/ 25 w 482"/>
                <a:gd name="T11" fmla="*/ 0 h 49"/>
                <a:gd name="T12" fmla="*/ 457 w 482"/>
                <a:gd name="T13" fmla="*/ 0 h 49"/>
                <a:gd name="T14" fmla="*/ 482 w 482"/>
                <a:gd name="T15" fmla="*/ 2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2" h="49">
                  <a:moveTo>
                    <a:pt x="482" y="25"/>
                  </a:moveTo>
                  <a:cubicBezTo>
                    <a:pt x="482" y="38"/>
                    <a:pt x="471" y="49"/>
                    <a:pt x="457" y="49"/>
                  </a:cubicBezTo>
                  <a:cubicBezTo>
                    <a:pt x="25" y="49"/>
                    <a:pt x="25" y="49"/>
                    <a:pt x="25" y="49"/>
                  </a:cubicBezTo>
                  <a:cubicBezTo>
                    <a:pt x="11" y="49"/>
                    <a:pt x="0" y="38"/>
                    <a:pt x="0" y="25"/>
                  </a:cubicBezTo>
                  <a:cubicBezTo>
                    <a:pt x="0" y="25"/>
                    <a:pt x="0" y="25"/>
                    <a:pt x="0" y="25"/>
                  </a:cubicBezTo>
                  <a:cubicBezTo>
                    <a:pt x="0" y="11"/>
                    <a:pt x="11" y="0"/>
                    <a:pt x="25" y="0"/>
                  </a:cubicBezTo>
                  <a:cubicBezTo>
                    <a:pt x="457" y="0"/>
                    <a:pt x="457" y="0"/>
                    <a:pt x="457" y="0"/>
                  </a:cubicBezTo>
                  <a:cubicBezTo>
                    <a:pt x="471" y="0"/>
                    <a:pt x="482" y="11"/>
                    <a:pt x="482" y="25"/>
                  </a:cubicBezTo>
                  <a:close/>
                </a:path>
              </a:pathLst>
            </a:custGeom>
            <a:solidFill>
              <a:schemeClr val="accent1"/>
            </a:solidFill>
            <a:ln>
              <a:noFill/>
            </a:ln>
          </p:spPr>
          <p:txBody>
            <a:bodyPr anchor="ctr"/>
            <a:lstStyle/>
            <a:p>
              <a:pPr algn="ctr"/>
              <a:endParaRPr/>
            </a:p>
          </p:txBody>
        </p:sp>
        <p:sp>
          <p:nvSpPr>
            <p:cNvPr id="32" name="íślíḋè-Oval 16"/>
            <p:cNvSpPr>
              <a:spLocks/>
            </p:cNvSpPr>
            <p:nvPr/>
          </p:nvSpPr>
          <p:spPr bwMode="auto">
            <a:xfrm>
              <a:off x="10257692" y="4543121"/>
              <a:ext cx="347348" cy="337280"/>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3" name="íślíḋè-Freeform: Shape 17"/>
            <p:cNvSpPr>
              <a:spLocks/>
            </p:cNvSpPr>
            <p:nvPr/>
          </p:nvSpPr>
          <p:spPr bwMode="auto">
            <a:xfrm>
              <a:off x="10202320" y="4487749"/>
              <a:ext cx="453061" cy="448028"/>
            </a:xfrm>
            <a:custGeom>
              <a:avLst/>
              <a:gdLst>
                <a:gd name="T0" fmla="*/ 34 w 68"/>
                <a:gd name="T1" fmla="*/ 67 h 67"/>
                <a:gd name="T2" fmla="*/ 0 w 68"/>
                <a:gd name="T3" fmla="*/ 34 h 67"/>
                <a:gd name="T4" fmla="*/ 34 w 68"/>
                <a:gd name="T5" fmla="*/ 0 h 67"/>
                <a:gd name="T6" fmla="*/ 68 w 68"/>
                <a:gd name="T7" fmla="*/ 34 h 67"/>
                <a:gd name="T8" fmla="*/ 34 w 68"/>
                <a:gd name="T9" fmla="*/ 67 h 67"/>
                <a:gd name="T10" fmla="*/ 34 w 68"/>
                <a:gd name="T11" fmla="*/ 16 h 67"/>
                <a:gd name="T12" fmla="*/ 16 w 68"/>
                <a:gd name="T13" fmla="*/ 34 h 67"/>
                <a:gd name="T14" fmla="*/ 34 w 68"/>
                <a:gd name="T15" fmla="*/ 51 h 67"/>
                <a:gd name="T16" fmla="*/ 52 w 68"/>
                <a:gd name="T17" fmla="*/ 34 h 67"/>
                <a:gd name="T18" fmla="*/ 34 w 68"/>
                <a:gd name="T19"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7">
                  <a:moveTo>
                    <a:pt x="34" y="67"/>
                  </a:moveTo>
                  <a:cubicBezTo>
                    <a:pt x="15" y="67"/>
                    <a:pt x="0" y="52"/>
                    <a:pt x="0" y="34"/>
                  </a:cubicBezTo>
                  <a:cubicBezTo>
                    <a:pt x="0" y="15"/>
                    <a:pt x="15" y="0"/>
                    <a:pt x="34" y="0"/>
                  </a:cubicBezTo>
                  <a:cubicBezTo>
                    <a:pt x="52" y="0"/>
                    <a:pt x="68" y="15"/>
                    <a:pt x="68" y="34"/>
                  </a:cubicBezTo>
                  <a:cubicBezTo>
                    <a:pt x="68" y="52"/>
                    <a:pt x="52" y="67"/>
                    <a:pt x="34" y="67"/>
                  </a:cubicBezTo>
                  <a:close/>
                  <a:moveTo>
                    <a:pt x="34" y="16"/>
                  </a:moveTo>
                  <a:cubicBezTo>
                    <a:pt x="24" y="16"/>
                    <a:pt x="16" y="24"/>
                    <a:pt x="16" y="34"/>
                  </a:cubicBezTo>
                  <a:cubicBezTo>
                    <a:pt x="16" y="43"/>
                    <a:pt x="24" y="51"/>
                    <a:pt x="34" y="51"/>
                  </a:cubicBezTo>
                  <a:cubicBezTo>
                    <a:pt x="44" y="51"/>
                    <a:pt x="52" y="43"/>
                    <a:pt x="52" y="34"/>
                  </a:cubicBezTo>
                  <a:cubicBezTo>
                    <a:pt x="52" y="24"/>
                    <a:pt x="44" y="16"/>
                    <a:pt x="34" y="16"/>
                  </a:cubicBezTo>
                  <a:close/>
                </a:path>
              </a:pathLst>
            </a:custGeom>
            <a:solidFill>
              <a:schemeClr val="accent1"/>
            </a:solidFill>
            <a:ln>
              <a:noFill/>
            </a:ln>
          </p:spPr>
          <p:txBody>
            <a:bodyPr anchor="ctr"/>
            <a:lstStyle/>
            <a:p>
              <a:pPr algn="ctr"/>
              <a:endParaRPr/>
            </a:p>
          </p:txBody>
        </p:sp>
      </p:grpSp>
      <p:grpSp>
        <p:nvGrpSpPr>
          <p:cNvPr id="6" name="Group 21"/>
          <p:cNvGrpSpPr/>
          <p:nvPr/>
        </p:nvGrpSpPr>
        <p:grpSpPr>
          <a:xfrm>
            <a:off x="7204063" y="2419232"/>
            <a:ext cx="527846" cy="527846"/>
            <a:chOff x="1731021" y="1638788"/>
            <a:chExt cx="736375" cy="736375"/>
          </a:xfrm>
          <a:solidFill>
            <a:schemeClr val="accent2"/>
          </a:solidFill>
        </p:grpSpPr>
        <p:sp>
          <p:nvSpPr>
            <p:cNvPr id="17" name="íślíḋè-Oval 22"/>
            <p:cNvSpPr/>
            <p:nvPr/>
          </p:nvSpPr>
          <p:spPr>
            <a:xfrm>
              <a:off x="1731021" y="1638788"/>
              <a:ext cx="736375" cy="73637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8" name="íślíḋè-TextBox 23"/>
            <p:cNvSpPr txBox="1"/>
            <p:nvPr/>
          </p:nvSpPr>
          <p:spPr>
            <a:xfrm>
              <a:off x="1835353" y="1774998"/>
              <a:ext cx="527709" cy="461665"/>
            </a:xfrm>
            <a:prstGeom prst="rect">
              <a:avLst/>
            </a:prstGeom>
            <a:noFill/>
            <a:ln>
              <a:noFill/>
            </a:ln>
          </p:spPr>
          <p:txBody>
            <a:bodyPr wrap="none">
              <a:noAutofit/>
            </a:bodyPr>
            <a:lstStyle/>
            <a:p>
              <a:pPr algn="ctr"/>
              <a:r>
                <a:rPr lang="en-GB" sz="1687" dirty="0">
                  <a:solidFill>
                    <a:schemeClr val="bg1"/>
                  </a:solidFill>
                </a:rPr>
                <a:t>01</a:t>
              </a:r>
            </a:p>
          </p:txBody>
        </p:sp>
      </p:grpSp>
      <p:grpSp>
        <p:nvGrpSpPr>
          <p:cNvPr id="9" name="Group 27"/>
          <p:cNvGrpSpPr/>
          <p:nvPr/>
        </p:nvGrpSpPr>
        <p:grpSpPr>
          <a:xfrm>
            <a:off x="7204063" y="3726014"/>
            <a:ext cx="527846" cy="527846"/>
            <a:chOff x="1731021" y="2821439"/>
            <a:chExt cx="736375" cy="736375"/>
          </a:xfrm>
          <a:solidFill>
            <a:schemeClr val="accent3"/>
          </a:solidFill>
        </p:grpSpPr>
        <p:sp>
          <p:nvSpPr>
            <p:cNvPr id="15" name="íślíḋè-Oval 28"/>
            <p:cNvSpPr/>
            <p:nvPr/>
          </p:nvSpPr>
          <p:spPr>
            <a:xfrm>
              <a:off x="1731021" y="2821439"/>
              <a:ext cx="736375" cy="73637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6" name="íślíḋè-TextBox 29"/>
            <p:cNvSpPr txBox="1"/>
            <p:nvPr/>
          </p:nvSpPr>
          <p:spPr>
            <a:xfrm>
              <a:off x="1835353" y="2957649"/>
              <a:ext cx="527709" cy="461665"/>
            </a:xfrm>
            <a:prstGeom prst="rect">
              <a:avLst/>
            </a:prstGeom>
            <a:noFill/>
            <a:ln>
              <a:noFill/>
            </a:ln>
          </p:spPr>
          <p:txBody>
            <a:bodyPr wrap="none">
              <a:noAutofit/>
            </a:bodyPr>
            <a:lstStyle/>
            <a:p>
              <a:pPr algn="ctr"/>
              <a:r>
                <a:rPr lang="en-GB" sz="1687">
                  <a:solidFill>
                    <a:schemeClr val="bg1"/>
                  </a:solidFill>
                </a:rPr>
                <a:t>02</a:t>
              </a:r>
            </a:p>
          </p:txBody>
        </p:sp>
      </p:grpSp>
      <p:grpSp>
        <p:nvGrpSpPr>
          <p:cNvPr id="12" name="Group 33"/>
          <p:cNvGrpSpPr/>
          <p:nvPr/>
        </p:nvGrpSpPr>
        <p:grpSpPr>
          <a:xfrm>
            <a:off x="7204063" y="5032796"/>
            <a:ext cx="527846" cy="527846"/>
            <a:chOff x="1731021" y="4175657"/>
            <a:chExt cx="736375" cy="736375"/>
          </a:xfrm>
          <a:solidFill>
            <a:schemeClr val="accent4"/>
          </a:solidFill>
        </p:grpSpPr>
        <p:sp>
          <p:nvSpPr>
            <p:cNvPr id="13" name="íślíḋè-Oval 34"/>
            <p:cNvSpPr/>
            <p:nvPr/>
          </p:nvSpPr>
          <p:spPr>
            <a:xfrm>
              <a:off x="1731021" y="4175657"/>
              <a:ext cx="736375" cy="73637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4" name="íślíḋè-TextBox 35"/>
            <p:cNvSpPr txBox="1"/>
            <p:nvPr/>
          </p:nvSpPr>
          <p:spPr>
            <a:xfrm>
              <a:off x="1835353" y="4311867"/>
              <a:ext cx="527709" cy="461665"/>
            </a:xfrm>
            <a:prstGeom prst="rect">
              <a:avLst/>
            </a:prstGeom>
            <a:noFill/>
            <a:ln>
              <a:noFill/>
            </a:ln>
          </p:spPr>
          <p:txBody>
            <a:bodyPr wrap="none">
              <a:noAutofit/>
            </a:bodyPr>
            <a:lstStyle/>
            <a:p>
              <a:pPr algn="ctr"/>
              <a:r>
                <a:rPr lang="en-GB" sz="1687">
                  <a:solidFill>
                    <a:schemeClr val="bg1"/>
                  </a:solidFill>
                </a:rPr>
                <a:t>03</a:t>
              </a:r>
            </a:p>
          </p:txBody>
        </p:sp>
      </p:grpSp>
      <p:cxnSp>
        <p:nvCxnSpPr>
          <p:cNvPr id="34" name="直接连接符 33"/>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6" name="文本框 35"/>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37" name="文本框 36"/>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40" name="组合 39"/>
          <p:cNvGrpSpPr/>
          <p:nvPr/>
        </p:nvGrpSpPr>
        <p:grpSpPr>
          <a:xfrm>
            <a:off x="7854011" y="2204021"/>
            <a:ext cx="3567902" cy="929507"/>
            <a:chOff x="2677264" y="1996356"/>
            <a:chExt cx="3383085" cy="881358"/>
          </a:xfrm>
        </p:grpSpPr>
        <p:sp>
          <p:nvSpPr>
            <p:cNvPr id="38" name="矩形 37"/>
            <p:cNvSpPr/>
            <p:nvPr/>
          </p:nvSpPr>
          <p:spPr>
            <a:xfrm>
              <a:off x="2677264" y="2346820"/>
              <a:ext cx="338308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a:t>
              </a:r>
            </a:p>
          </p:txBody>
        </p:sp>
        <p:sp>
          <p:nvSpPr>
            <p:cNvPr id="39" name="矩形 38"/>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1" name="组合 40"/>
          <p:cNvGrpSpPr/>
          <p:nvPr/>
        </p:nvGrpSpPr>
        <p:grpSpPr>
          <a:xfrm>
            <a:off x="7854011" y="3499982"/>
            <a:ext cx="3567902" cy="929507"/>
            <a:chOff x="2677264" y="1996356"/>
            <a:chExt cx="3383085" cy="881358"/>
          </a:xfrm>
        </p:grpSpPr>
        <p:sp>
          <p:nvSpPr>
            <p:cNvPr id="42" name="矩形 41"/>
            <p:cNvSpPr/>
            <p:nvPr/>
          </p:nvSpPr>
          <p:spPr>
            <a:xfrm>
              <a:off x="2677264" y="2346820"/>
              <a:ext cx="338308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a:t>
              </a:r>
            </a:p>
          </p:txBody>
        </p:sp>
        <p:sp>
          <p:nvSpPr>
            <p:cNvPr id="43" name="矩形 42"/>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4" name="组合 43"/>
          <p:cNvGrpSpPr/>
          <p:nvPr/>
        </p:nvGrpSpPr>
        <p:grpSpPr>
          <a:xfrm>
            <a:off x="7854011" y="4805995"/>
            <a:ext cx="3567902" cy="929507"/>
            <a:chOff x="2677264" y="1996356"/>
            <a:chExt cx="3383085" cy="881358"/>
          </a:xfrm>
        </p:grpSpPr>
        <p:sp>
          <p:nvSpPr>
            <p:cNvPr id="45" name="矩形 44"/>
            <p:cNvSpPr/>
            <p:nvPr/>
          </p:nvSpPr>
          <p:spPr>
            <a:xfrm>
              <a:off x="2677264" y="2346820"/>
              <a:ext cx="3383085"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a:t>
              </a:r>
            </a:p>
          </p:txBody>
        </p:sp>
        <p:sp>
          <p:nvSpPr>
            <p:cNvPr id="46" name="矩形 45"/>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
        <p:nvSpPr>
          <p:cNvPr id="47" name="矩形 46"/>
          <p:cNvSpPr/>
          <p:nvPr/>
        </p:nvSpPr>
        <p:spPr>
          <a:xfrm>
            <a:off x="1065160" y="2449368"/>
            <a:ext cx="1079741" cy="403893"/>
          </a:xfrm>
          <a:prstGeom prst="rect">
            <a:avLst/>
          </a:prstGeom>
        </p:spPr>
        <p:txBody>
          <a:bodyPr wrap="square">
            <a:spAutoFit/>
            <a:scene3d>
              <a:camera prst="orthographicFront"/>
              <a:lightRig rig="threePt" dir="t"/>
            </a:scene3d>
            <a:sp3d contourW="12700"/>
          </a:bodyPr>
          <a:lstStyle/>
          <a:p>
            <a:pPr algn="r">
              <a:lnSpc>
                <a:spcPct val="120000"/>
              </a:lnSpc>
            </a:pPr>
            <a:r>
              <a:rPr lang="zh-CN" altLang="en-US" sz="1687" b="1" dirty="0">
                <a:solidFill>
                  <a:schemeClr val="accent2"/>
                </a:solidFill>
              </a:rPr>
              <a:t>文字添加</a:t>
            </a:r>
          </a:p>
        </p:txBody>
      </p:sp>
      <p:sp>
        <p:nvSpPr>
          <p:cNvPr id="48" name="矩形 47"/>
          <p:cNvSpPr/>
          <p:nvPr/>
        </p:nvSpPr>
        <p:spPr>
          <a:xfrm>
            <a:off x="1065160" y="3293040"/>
            <a:ext cx="1079741" cy="403893"/>
          </a:xfrm>
          <a:prstGeom prst="rect">
            <a:avLst/>
          </a:prstGeom>
        </p:spPr>
        <p:txBody>
          <a:bodyPr wrap="square">
            <a:spAutoFit/>
            <a:scene3d>
              <a:camera prst="orthographicFront"/>
              <a:lightRig rig="threePt" dir="t"/>
            </a:scene3d>
            <a:sp3d contourW="12700"/>
          </a:bodyPr>
          <a:lstStyle/>
          <a:p>
            <a:pPr algn="r">
              <a:lnSpc>
                <a:spcPct val="120000"/>
              </a:lnSpc>
            </a:pPr>
            <a:r>
              <a:rPr lang="zh-CN" altLang="en-US" sz="1687" b="1" dirty="0">
                <a:solidFill>
                  <a:schemeClr val="accent3"/>
                </a:solidFill>
              </a:rPr>
              <a:t>文字添加</a:t>
            </a:r>
          </a:p>
        </p:txBody>
      </p:sp>
      <p:sp>
        <p:nvSpPr>
          <p:cNvPr id="49" name="矩形 48"/>
          <p:cNvSpPr/>
          <p:nvPr/>
        </p:nvSpPr>
        <p:spPr>
          <a:xfrm>
            <a:off x="1065160" y="4065065"/>
            <a:ext cx="1079741" cy="403893"/>
          </a:xfrm>
          <a:prstGeom prst="rect">
            <a:avLst/>
          </a:prstGeom>
        </p:spPr>
        <p:txBody>
          <a:bodyPr wrap="square">
            <a:spAutoFit/>
            <a:scene3d>
              <a:camera prst="orthographicFront"/>
              <a:lightRig rig="threePt" dir="t"/>
            </a:scene3d>
            <a:sp3d contourW="12700"/>
          </a:bodyPr>
          <a:lstStyle/>
          <a:p>
            <a:pPr algn="r">
              <a:lnSpc>
                <a:spcPct val="120000"/>
              </a:lnSpc>
            </a:pPr>
            <a:r>
              <a:rPr lang="zh-CN" altLang="en-US" sz="1687" b="1" dirty="0">
                <a:solidFill>
                  <a:schemeClr val="accent2"/>
                </a:solidFill>
              </a:rPr>
              <a:t>文字添加</a:t>
            </a:r>
          </a:p>
        </p:txBody>
      </p:sp>
      <p:sp>
        <p:nvSpPr>
          <p:cNvPr id="50" name="矩形 49"/>
          <p:cNvSpPr/>
          <p:nvPr/>
        </p:nvSpPr>
        <p:spPr>
          <a:xfrm>
            <a:off x="1065160" y="4909577"/>
            <a:ext cx="1079741" cy="403893"/>
          </a:xfrm>
          <a:prstGeom prst="rect">
            <a:avLst/>
          </a:prstGeom>
        </p:spPr>
        <p:txBody>
          <a:bodyPr wrap="square">
            <a:spAutoFit/>
            <a:scene3d>
              <a:camera prst="orthographicFront"/>
              <a:lightRig rig="threePt" dir="t"/>
            </a:scene3d>
            <a:sp3d contourW="12700"/>
          </a:bodyPr>
          <a:lstStyle/>
          <a:p>
            <a:pPr algn="r">
              <a:lnSpc>
                <a:spcPct val="120000"/>
              </a:lnSpc>
            </a:pPr>
            <a:r>
              <a:rPr lang="zh-CN" altLang="en-US" sz="1687" b="1" dirty="0">
                <a:solidFill>
                  <a:schemeClr val="accent3"/>
                </a:solidFill>
              </a:rPr>
              <a:t>文字添加</a:t>
            </a:r>
          </a:p>
        </p:txBody>
      </p:sp>
    </p:spTree>
    <p:custDataLst>
      <p:tags r:id="rId1"/>
    </p:custDataLst>
    <p:extLst>
      <p:ext uri="{BB962C8B-B14F-4D97-AF65-F5344CB8AC3E}">
        <p14:creationId xmlns:p14="http://schemas.microsoft.com/office/powerpoint/2010/main" val="18574442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500"/>
                                        <p:tgtEl>
                                          <p:spTgt spid="4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Effect transition="in" filter="fade">
                                      <p:cBhvr>
                                        <p:cTn id="18" dur="500"/>
                                        <p:tgtEl>
                                          <p:spTgt spid="4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1000"/>
                            </p:stCondLst>
                            <p:childTnLst>
                              <p:par>
                                <p:cTn id="23" presetID="53" presetClass="entr" presetSubtype="16"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500" fill="hold"/>
                                        <p:tgtEl>
                                          <p:spTgt spid="6"/>
                                        </p:tgtEl>
                                        <p:attrNameLst>
                                          <p:attrName>ppt_w</p:attrName>
                                        </p:attrNameLst>
                                      </p:cBhvr>
                                      <p:tavLst>
                                        <p:tav tm="0">
                                          <p:val>
                                            <p:fltVal val="0"/>
                                          </p:val>
                                        </p:tav>
                                        <p:tav tm="100000">
                                          <p:val>
                                            <p:strVal val="#ppt_w"/>
                                          </p:val>
                                        </p:tav>
                                      </p:tavLst>
                                    </p:anim>
                                    <p:anim calcmode="lin" valueType="num">
                                      <p:cBhvr>
                                        <p:cTn id="26" dur="500" fill="hold"/>
                                        <p:tgtEl>
                                          <p:spTgt spid="6"/>
                                        </p:tgtEl>
                                        <p:attrNameLst>
                                          <p:attrName>ppt_h</p:attrName>
                                        </p:attrNameLst>
                                      </p:cBhvr>
                                      <p:tavLst>
                                        <p:tav tm="0">
                                          <p:val>
                                            <p:fltVal val="0"/>
                                          </p:val>
                                        </p:tav>
                                        <p:tav tm="100000">
                                          <p:val>
                                            <p:strVal val="#ppt_h"/>
                                          </p:val>
                                        </p:tav>
                                      </p:tavLst>
                                    </p:anim>
                                    <p:animEffect transition="in" filter="fade">
                                      <p:cBhvr>
                                        <p:cTn id="27" dur="500"/>
                                        <p:tgtEl>
                                          <p:spTgt spid="6"/>
                                        </p:tgtEl>
                                      </p:cBhvr>
                                    </p:animEffect>
                                  </p:childTnLst>
                                </p:cTn>
                              </p:par>
                              <p:par>
                                <p:cTn id="28" presetID="53" presetClass="entr" presetSubtype="16"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p:cTn id="30" dur="500" fill="hold"/>
                                        <p:tgtEl>
                                          <p:spTgt spid="9"/>
                                        </p:tgtEl>
                                        <p:attrNameLst>
                                          <p:attrName>ppt_w</p:attrName>
                                        </p:attrNameLst>
                                      </p:cBhvr>
                                      <p:tavLst>
                                        <p:tav tm="0">
                                          <p:val>
                                            <p:fltVal val="0"/>
                                          </p:val>
                                        </p:tav>
                                        <p:tav tm="100000">
                                          <p:val>
                                            <p:strVal val="#ppt_w"/>
                                          </p:val>
                                        </p:tav>
                                      </p:tavLst>
                                    </p:anim>
                                    <p:anim calcmode="lin" valueType="num">
                                      <p:cBhvr>
                                        <p:cTn id="31" dur="500" fill="hold"/>
                                        <p:tgtEl>
                                          <p:spTgt spid="9"/>
                                        </p:tgtEl>
                                        <p:attrNameLst>
                                          <p:attrName>ppt_h</p:attrName>
                                        </p:attrNameLst>
                                      </p:cBhvr>
                                      <p:tavLst>
                                        <p:tav tm="0">
                                          <p:val>
                                            <p:fltVal val="0"/>
                                          </p:val>
                                        </p:tav>
                                        <p:tav tm="100000">
                                          <p:val>
                                            <p:strVal val="#ppt_h"/>
                                          </p:val>
                                        </p:tav>
                                      </p:tavLst>
                                    </p:anim>
                                    <p:animEffect transition="in" filter="fade">
                                      <p:cBhvr>
                                        <p:cTn id="32" dur="500"/>
                                        <p:tgtEl>
                                          <p:spTgt spid="9"/>
                                        </p:tgtEl>
                                      </p:cBhvr>
                                    </p:animEffect>
                                  </p:childTnLst>
                                </p:cTn>
                              </p:par>
                              <p:par>
                                <p:cTn id="33" presetID="53" presetClass="entr" presetSubtype="16"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p:cTn id="35" dur="500" fill="hold"/>
                                        <p:tgtEl>
                                          <p:spTgt spid="12"/>
                                        </p:tgtEl>
                                        <p:attrNameLst>
                                          <p:attrName>ppt_w</p:attrName>
                                        </p:attrNameLst>
                                      </p:cBhvr>
                                      <p:tavLst>
                                        <p:tav tm="0">
                                          <p:val>
                                            <p:fltVal val="0"/>
                                          </p:val>
                                        </p:tav>
                                        <p:tav tm="100000">
                                          <p:val>
                                            <p:strVal val="#ppt_w"/>
                                          </p:val>
                                        </p:tav>
                                      </p:tavLst>
                                    </p:anim>
                                    <p:anim calcmode="lin" valueType="num">
                                      <p:cBhvr>
                                        <p:cTn id="36" dur="500" fill="hold"/>
                                        <p:tgtEl>
                                          <p:spTgt spid="12"/>
                                        </p:tgtEl>
                                        <p:attrNameLst>
                                          <p:attrName>ppt_h</p:attrName>
                                        </p:attrNameLst>
                                      </p:cBhvr>
                                      <p:tavLst>
                                        <p:tav tm="0">
                                          <p:val>
                                            <p:fltVal val="0"/>
                                          </p:val>
                                        </p:tav>
                                        <p:tav tm="100000">
                                          <p:val>
                                            <p:strVal val="#ppt_h"/>
                                          </p:val>
                                        </p:tav>
                                      </p:tavLst>
                                    </p:anim>
                                    <p:animEffect transition="in" filter="fade">
                                      <p:cBhvr>
                                        <p:cTn id="37" dur="500"/>
                                        <p:tgtEl>
                                          <p:spTgt spid="12"/>
                                        </p:tgtEl>
                                      </p:cBhvr>
                                    </p:animEffect>
                                  </p:childTnLst>
                                </p:cTn>
                              </p:par>
                            </p:childTnLst>
                          </p:cTn>
                        </p:par>
                        <p:par>
                          <p:cTn id="38" fill="hold">
                            <p:stCondLst>
                              <p:cond delay="1500"/>
                            </p:stCondLst>
                            <p:childTnLst>
                              <p:par>
                                <p:cTn id="39" presetID="2" presetClass="entr" presetSubtype="2" fill="hold"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additive="base">
                                        <p:cTn id="41" dur="500" fill="hold"/>
                                        <p:tgtEl>
                                          <p:spTgt spid="40"/>
                                        </p:tgtEl>
                                        <p:attrNameLst>
                                          <p:attrName>ppt_x</p:attrName>
                                        </p:attrNameLst>
                                      </p:cBhvr>
                                      <p:tavLst>
                                        <p:tav tm="0">
                                          <p:val>
                                            <p:strVal val="1+#ppt_w/2"/>
                                          </p:val>
                                        </p:tav>
                                        <p:tav tm="100000">
                                          <p:val>
                                            <p:strVal val="#ppt_x"/>
                                          </p:val>
                                        </p:tav>
                                      </p:tavLst>
                                    </p:anim>
                                    <p:anim calcmode="lin" valueType="num">
                                      <p:cBhvr additive="base">
                                        <p:cTn id="42" dur="500" fill="hold"/>
                                        <p:tgtEl>
                                          <p:spTgt spid="40"/>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2" fill="hold"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additive="base">
                                        <p:cTn id="46" dur="500" fill="hold"/>
                                        <p:tgtEl>
                                          <p:spTgt spid="41"/>
                                        </p:tgtEl>
                                        <p:attrNameLst>
                                          <p:attrName>ppt_x</p:attrName>
                                        </p:attrNameLst>
                                      </p:cBhvr>
                                      <p:tavLst>
                                        <p:tav tm="0">
                                          <p:val>
                                            <p:strVal val="1+#ppt_w/2"/>
                                          </p:val>
                                        </p:tav>
                                        <p:tav tm="100000">
                                          <p:val>
                                            <p:strVal val="#ppt_x"/>
                                          </p:val>
                                        </p:tav>
                                      </p:tavLst>
                                    </p:anim>
                                    <p:anim calcmode="lin" valueType="num">
                                      <p:cBhvr additive="base">
                                        <p:cTn id="47" dur="500" fill="hold"/>
                                        <p:tgtEl>
                                          <p:spTgt spid="41"/>
                                        </p:tgtEl>
                                        <p:attrNameLst>
                                          <p:attrName>ppt_y</p:attrName>
                                        </p:attrNameLst>
                                      </p:cBhvr>
                                      <p:tavLst>
                                        <p:tav tm="0">
                                          <p:val>
                                            <p:strVal val="#ppt_y"/>
                                          </p:val>
                                        </p:tav>
                                        <p:tav tm="100000">
                                          <p:val>
                                            <p:strVal val="#ppt_y"/>
                                          </p:val>
                                        </p:tav>
                                      </p:tavLst>
                                    </p:anim>
                                  </p:childTnLst>
                                </p:cTn>
                              </p:par>
                            </p:childTnLst>
                          </p:cTn>
                        </p:par>
                        <p:par>
                          <p:cTn id="48" fill="hold">
                            <p:stCondLst>
                              <p:cond delay="2500"/>
                            </p:stCondLst>
                            <p:childTnLst>
                              <p:par>
                                <p:cTn id="49" presetID="2" presetClass="entr" presetSubtype="2" fill="hold" nodeType="afterEffect">
                                  <p:stCondLst>
                                    <p:cond delay="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500" fill="hold"/>
                                        <p:tgtEl>
                                          <p:spTgt spid="44"/>
                                        </p:tgtEl>
                                        <p:attrNameLst>
                                          <p:attrName>ppt_x</p:attrName>
                                        </p:attrNameLst>
                                      </p:cBhvr>
                                      <p:tavLst>
                                        <p:tav tm="0">
                                          <p:val>
                                            <p:strVal val="1+#ppt_w/2"/>
                                          </p:val>
                                        </p:tav>
                                        <p:tav tm="100000">
                                          <p:val>
                                            <p:strVal val="#ppt_x"/>
                                          </p:val>
                                        </p:tav>
                                      </p:tavLst>
                                    </p:anim>
                                    <p:anim calcmode="lin" valueType="num">
                                      <p:cBhvr additive="base">
                                        <p:cTn id="52" dur="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P spid="5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664264" y="2319898"/>
            <a:ext cx="3530224" cy="3352952"/>
            <a:chOff x="4511824" y="2024845"/>
            <a:chExt cx="3347359" cy="3179270"/>
          </a:xfrm>
        </p:grpSpPr>
        <p:sp>
          <p:nvSpPr>
            <p:cNvPr id="16" name="îŝḷîḓé-Arrow: Up 52"/>
            <p:cNvSpPr/>
            <p:nvPr/>
          </p:nvSpPr>
          <p:spPr>
            <a:xfrm rot="18900000" flipH="1" flipV="1">
              <a:off x="7050815" y="4413706"/>
              <a:ext cx="808368" cy="772450"/>
            </a:xfrm>
            <a:prstGeom prst="upArrow">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7" name="îŝḷîḓé-Arrow: Up 53"/>
            <p:cNvSpPr/>
            <p:nvPr/>
          </p:nvSpPr>
          <p:spPr>
            <a:xfrm rot="2700000" flipV="1">
              <a:off x="4511824" y="4413706"/>
              <a:ext cx="808368" cy="772450"/>
            </a:xfrm>
            <a:prstGeom prst="upArrow">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8" name="îŝḷîḓé-Arrow: Up 54"/>
            <p:cNvSpPr/>
            <p:nvPr/>
          </p:nvSpPr>
          <p:spPr>
            <a:xfrm rot="2700000" flipH="1">
              <a:off x="7050815" y="2042804"/>
              <a:ext cx="808368" cy="772450"/>
            </a:xfrm>
            <a:prstGeom prst="upArrow">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9" name="îŝḷîḓé-Arrow: Up 55"/>
            <p:cNvSpPr/>
            <p:nvPr/>
          </p:nvSpPr>
          <p:spPr>
            <a:xfrm rot="18900000">
              <a:off x="4511824" y="2042804"/>
              <a:ext cx="808368" cy="772450"/>
            </a:xfrm>
            <a:prstGeom prst="upArrow">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0" name="îŝḷîḓé-Oval 56"/>
            <p:cNvSpPr/>
            <p:nvPr/>
          </p:nvSpPr>
          <p:spPr>
            <a:xfrm>
              <a:off x="4717231" y="2195767"/>
              <a:ext cx="2881002" cy="2881002"/>
            </a:xfrm>
            <a:prstGeom prst="ellipse">
              <a:avLst/>
            </a:prstGeom>
            <a:solidFill>
              <a:schemeClr val="bg1"/>
            </a:solidFill>
            <a:ln w="28575">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1" name="îŝḷîḓé-Partial Circle 58"/>
            <p:cNvSpPr/>
            <p:nvPr/>
          </p:nvSpPr>
          <p:spPr>
            <a:xfrm>
              <a:off x="4831488" y="2320279"/>
              <a:ext cx="1296303" cy="1296303"/>
            </a:xfrm>
            <a:prstGeom prst="pieWedge">
              <a:avLst/>
            </a:pr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nchor="ctr"/>
            <a:lstStyle/>
            <a:p>
              <a:pPr algn="ctr"/>
              <a:endParaRPr/>
            </a:p>
          </p:txBody>
        </p:sp>
        <p:sp>
          <p:nvSpPr>
            <p:cNvPr id="22" name="îŝḷîḓé-Freeform: Shape 59"/>
            <p:cNvSpPr>
              <a:spLocks/>
            </p:cNvSpPr>
            <p:nvPr/>
          </p:nvSpPr>
          <p:spPr bwMode="auto">
            <a:xfrm>
              <a:off x="5331209" y="2890277"/>
              <a:ext cx="473341" cy="473345"/>
            </a:xfrm>
            <a:custGeom>
              <a:avLst/>
              <a:gdLst/>
              <a:ahLst/>
              <a:cxnLst>
                <a:cxn ang="0">
                  <a:pos x="55" y="31"/>
                </a:cxn>
                <a:cxn ang="0">
                  <a:pos x="54" y="33"/>
                </a:cxn>
                <a:cxn ang="0">
                  <a:pos x="47" y="34"/>
                </a:cxn>
                <a:cxn ang="0">
                  <a:pos x="46" y="37"/>
                </a:cxn>
                <a:cxn ang="0">
                  <a:pos x="49" y="42"/>
                </a:cxn>
                <a:cxn ang="0">
                  <a:pos x="50" y="43"/>
                </a:cxn>
                <a:cxn ang="0">
                  <a:pos x="49" y="44"/>
                </a:cxn>
                <a:cxn ang="0">
                  <a:pos x="43" y="50"/>
                </a:cxn>
                <a:cxn ang="0">
                  <a:pos x="42" y="50"/>
                </a:cxn>
                <a:cxn ang="0">
                  <a:pos x="37" y="46"/>
                </a:cxn>
                <a:cxn ang="0">
                  <a:pos x="33" y="47"/>
                </a:cxn>
                <a:cxn ang="0">
                  <a:pos x="32" y="54"/>
                </a:cxn>
                <a:cxn ang="0">
                  <a:pos x="31" y="55"/>
                </a:cxn>
                <a:cxn ang="0">
                  <a:pos x="23" y="55"/>
                </a:cxn>
                <a:cxn ang="0">
                  <a:pos x="22" y="54"/>
                </a:cxn>
                <a:cxn ang="0">
                  <a:pos x="21" y="47"/>
                </a:cxn>
                <a:cxn ang="0">
                  <a:pos x="18" y="46"/>
                </a:cxn>
                <a:cxn ang="0">
                  <a:pos x="13" y="50"/>
                </a:cxn>
                <a:cxn ang="0">
                  <a:pos x="12" y="50"/>
                </a:cxn>
                <a:cxn ang="0">
                  <a:pos x="11" y="50"/>
                </a:cxn>
                <a:cxn ang="0">
                  <a:pos x="5" y="44"/>
                </a:cxn>
                <a:cxn ang="0">
                  <a:pos x="5" y="43"/>
                </a:cxn>
                <a:cxn ang="0">
                  <a:pos x="5" y="42"/>
                </a:cxn>
                <a:cxn ang="0">
                  <a:pos x="9" y="37"/>
                </a:cxn>
                <a:cxn ang="0">
                  <a:pos x="7" y="33"/>
                </a:cxn>
                <a:cxn ang="0">
                  <a:pos x="1" y="33"/>
                </a:cxn>
                <a:cxn ang="0">
                  <a:pos x="0" y="31"/>
                </a:cxn>
                <a:cxn ang="0">
                  <a:pos x="0" y="23"/>
                </a:cxn>
                <a:cxn ang="0">
                  <a:pos x="1" y="22"/>
                </a:cxn>
                <a:cxn ang="0">
                  <a:pos x="7" y="21"/>
                </a:cxn>
                <a:cxn ang="0">
                  <a:pos x="9" y="18"/>
                </a:cxn>
                <a:cxn ang="0">
                  <a:pos x="5" y="13"/>
                </a:cxn>
                <a:cxn ang="0">
                  <a:pos x="5" y="12"/>
                </a:cxn>
                <a:cxn ang="0">
                  <a:pos x="5" y="11"/>
                </a:cxn>
                <a:cxn ang="0">
                  <a:pos x="12" y="5"/>
                </a:cxn>
                <a:cxn ang="0">
                  <a:pos x="13" y="5"/>
                </a:cxn>
                <a:cxn ang="0">
                  <a:pos x="18" y="9"/>
                </a:cxn>
                <a:cxn ang="0">
                  <a:pos x="21" y="8"/>
                </a:cxn>
                <a:cxn ang="0">
                  <a:pos x="22" y="1"/>
                </a:cxn>
                <a:cxn ang="0">
                  <a:pos x="23" y="0"/>
                </a:cxn>
                <a:cxn ang="0">
                  <a:pos x="31" y="0"/>
                </a:cxn>
                <a:cxn ang="0">
                  <a:pos x="32" y="1"/>
                </a:cxn>
                <a:cxn ang="0">
                  <a:pos x="33" y="8"/>
                </a:cxn>
                <a:cxn ang="0">
                  <a:pos x="37" y="9"/>
                </a:cxn>
                <a:cxn ang="0">
                  <a:pos x="42" y="5"/>
                </a:cxn>
                <a:cxn ang="0">
                  <a:pos x="43" y="5"/>
                </a:cxn>
                <a:cxn ang="0">
                  <a:pos x="43" y="5"/>
                </a:cxn>
                <a:cxn ang="0">
                  <a:pos x="49" y="11"/>
                </a:cxn>
                <a:cxn ang="0">
                  <a:pos x="50" y="12"/>
                </a:cxn>
                <a:cxn ang="0">
                  <a:pos x="49" y="13"/>
                </a:cxn>
                <a:cxn ang="0">
                  <a:pos x="46" y="18"/>
                </a:cxn>
                <a:cxn ang="0">
                  <a:pos x="47" y="21"/>
                </a:cxn>
                <a:cxn ang="0">
                  <a:pos x="54" y="22"/>
                </a:cxn>
                <a:cxn ang="0">
                  <a:pos x="55" y="23"/>
                </a:cxn>
                <a:cxn ang="0">
                  <a:pos x="55" y="31"/>
                </a:cxn>
                <a:cxn ang="0">
                  <a:pos x="27" y="18"/>
                </a:cxn>
                <a:cxn ang="0">
                  <a:pos x="18" y="27"/>
                </a:cxn>
                <a:cxn ang="0">
                  <a:pos x="27" y="36"/>
                </a:cxn>
                <a:cxn ang="0">
                  <a:pos x="36" y="27"/>
                </a:cxn>
                <a:cxn ang="0">
                  <a:pos x="27" y="18"/>
                </a:cxn>
              </a:cxnLst>
              <a:rect l="0" t="0" r="r" b="b"/>
              <a:pathLst>
                <a:path w="55" h="55">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bg1"/>
            </a:solidFill>
            <a:ln w="9525">
              <a:noFill/>
              <a:round/>
              <a:headEnd/>
              <a:tailEnd/>
            </a:ln>
          </p:spPr>
          <p:txBody>
            <a:bodyPr anchor="ctr"/>
            <a:lstStyle/>
            <a:p>
              <a:pPr algn="ctr"/>
              <a:endParaRPr/>
            </a:p>
          </p:txBody>
        </p:sp>
        <p:sp>
          <p:nvSpPr>
            <p:cNvPr id="23" name="îŝḷîḓé-Partial Circle 61"/>
            <p:cNvSpPr/>
            <p:nvPr/>
          </p:nvSpPr>
          <p:spPr>
            <a:xfrm rot="5400000">
              <a:off x="6187668" y="2320280"/>
              <a:ext cx="1296303" cy="1296303"/>
            </a:xfrm>
            <a:prstGeom prst="pieWedg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nchor="ctr"/>
            <a:lstStyle/>
            <a:p>
              <a:pPr algn="ctr"/>
              <a:endParaRPr/>
            </a:p>
          </p:txBody>
        </p:sp>
        <p:sp>
          <p:nvSpPr>
            <p:cNvPr id="24" name="îŝḷîḓé-Freeform: Shape 62"/>
            <p:cNvSpPr>
              <a:spLocks/>
            </p:cNvSpPr>
            <p:nvPr/>
          </p:nvSpPr>
          <p:spPr bwMode="auto">
            <a:xfrm>
              <a:off x="6408472" y="2890135"/>
              <a:ext cx="628470" cy="433569"/>
            </a:xfrm>
            <a:custGeom>
              <a:avLst/>
              <a:gdLst/>
              <a:ahLst/>
              <a:cxnLst>
                <a:cxn ang="0">
                  <a:pos x="73" y="36"/>
                </a:cxn>
                <a:cxn ang="0">
                  <a:pos x="58" y="50"/>
                </a:cxn>
                <a:cxn ang="0">
                  <a:pos x="58" y="50"/>
                </a:cxn>
                <a:cxn ang="0">
                  <a:pos x="15" y="50"/>
                </a:cxn>
                <a:cxn ang="0">
                  <a:pos x="15" y="50"/>
                </a:cxn>
                <a:cxn ang="0">
                  <a:pos x="14" y="50"/>
                </a:cxn>
                <a:cxn ang="0">
                  <a:pos x="14" y="50"/>
                </a:cxn>
                <a:cxn ang="0">
                  <a:pos x="0" y="35"/>
                </a:cxn>
                <a:cxn ang="0">
                  <a:pos x="7" y="23"/>
                </a:cxn>
                <a:cxn ang="0">
                  <a:pos x="7" y="20"/>
                </a:cxn>
                <a:cxn ang="0">
                  <a:pos x="17" y="10"/>
                </a:cxn>
                <a:cxn ang="0">
                  <a:pos x="23" y="12"/>
                </a:cxn>
                <a:cxn ang="0">
                  <a:pos x="42" y="0"/>
                </a:cxn>
                <a:cxn ang="0">
                  <a:pos x="64" y="21"/>
                </a:cxn>
                <a:cxn ang="0">
                  <a:pos x="64" y="23"/>
                </a:cxn>
                <a:cxn ang="0">
                  <a:pos x="73" y="36"/>
                </a:cxn>
                <a:cxn ang="0">
                  <a:pos x="27" y="42"/>
                </a:cxn>
                <a:cxn ang="0">
                  <a:pos x="35" y="38"/>
                </a:cxn>
                <a:cxn ang="0">
                  <a:pos x="32" y="34"/>
                </a:cxn>
                <a:cxn ang="0">
                  <a:pos x="27" y="37"/>
                </a:cxn>
                <a:cxn ang="0">
                  <a:pos x="22" y="32"/>
                </a:cxn>
                <a:cxn ang="0">
                  <a:pos x="27" y="28"/>
                </a:cxn>
                <a:cxn ang="0">
                  <a:pos x="48" y="42"/>
                </a:cxn>
                <a:cxn ang="0">
                  <a:pos x="58" y="32"/>
                </a:cxn>
                <a:cxn ang="0">
                  <a:pos x="48" y="23"/>
                </a:cxn>
                <a:cxn ang="0">
                  <a:pos x="39" y="26"/>
                </a:cxn>
                <a:cxn ang="0">
                  <a:pos x="43" y="30"/>
                </a:cxn>
                <a:cxn ang="0">
                  <a:pos x="48" y="28"/>
                </a:cxn>
                <a:cxn ang="0">
                  <a:pos x="52" y="32"/>
                </a:cxn>
                <a:cxn ang="0">
                  <a:pos x="48" y="37"/>
                </a:cxn>
                <a:cxn ang="0">
                  <a:pos x="27" y="23"/>
                </a:cxn>
                <a:cxn ang="0">
                  <a:pos x="16" y="32"/>
                </a:cxn>
                <a:cxn ang="0">
                  <a:pos x="27" y="42"/>
                </a:cxn>
              </a:cxnLst>
              <a:rect l="0" t="0" r="r" b="b"/>
              <a:pathLst>
                <a:path w="73" h="50">
                  <a:moveTo>
                    <a:pt x="73" y="36"/>
                  </a:moveTo>
                  <a:cubicBezTo>
                    <a:pt x="73" y="44"/>
                    <a:pt x="66" y="50"/>
                    <a:pt x="58" y="50"/>
                  </a:cubicBezTo>
                  <a:cubicBezTo>
                    <a:pt x="58" y="50"/>
                    <a:pt x="58" y="50"/>
                    <a:pt x="58" y="50"/>
                  </a:cubicBezTo>
                  <a:cubicBezTo>
                    <a:pt x="15" y="50"/>
                    <a:pt x="15" y="50"/>
                    <a:pt x="15" y="50"/>
                  </a:cubicBezTo>
                  <a:cubicBezTo>
                    <a:pt x="15" y="50"/>
                    <a:pt x="15" y="50"/>
                    <a:pt x="15" y="50"/>
                  </a:cubicBezTo>
                  <a:cubicBezTo>
                    <a:pt x="14" y="50"/>
                    <a:pt x="14" y="50"/>
                    <a:pt x="14" y="50"/>
                  </a:cubicBezTo>
                  <a:cubicBezTo>
                    <a:pt x="14" y="50"/>
                    <a:pt x="14" y="50"/>
                    <a:pt x="14" y="50"/>
                  </a:cubicBezTo>
                  <a:cubicBezTo>
                    <a:pt x="6" y="50"/>
                    <a:pt x="0" y="43"/>
                    <a:pt x="0" y="35"/>
                  </a:cubicBezTo>
                  <a:cubicBezTo>
                    <a:pt x="0" y="30"/>
                    <a:pt x="3" y="26"/>
                    <a:pt x="7" y="23"/>
                  </a:cubicBezTo>
                  <a:cubicBezTo>
                    <a:pt x="7" y="22"/>
                    <a:pt x="7" y="21"/>
                    <a:pt x="7" y="20"/>
                  </a:cubicBezTo>
                  <a:cubicBezTo>
                    <a:pt x="7" y="15"/>
                    <a:pt x="11" y="10"/>
                    <a:pt x="17" y="10"/>
                  </a:cubicBezTo>
                  <a:cubicBezTo>
                    <a:pt x="19" y="10"/>
                    <a:pt x="21" y="11"/>
                    <a:pt x="23" y="12"/>
                  </a:cubicBezTo>
                  <a:cubicBezTo>
                    <a:pt x="26" y="5"/>
                    <a:pt x="34" y="0"/>
                    <a:pt x="42" y="0"/>
                  </a:cubicBezTo>
                  <a:cubicBezTo>
                    <a:pt x="54" y="0"/>
                    <a:pt x="64" y="10"/>
                    <a:pt x="64" y="21"/>
                  </a:cubicBezTo>
                  <a:cubicBezTo>
                    <a:pt x="64" y="22"/>
                    <a:pt x="64" y="22"/>
                    <a:pt x="64" y="23"/>
                  </a:cubicBezTo>
                  <a:cubicBezTo>
                    <a:pt x="69" y="25"/>
                    <a:pt x="73" y="30"/>
                    <a:pt x="73" y="36"/>
                  </a:cubicBezTo>
                  <a:close/>
                  <a:moveTo>
                    <a:pt x="27" y="42"/>
                  </a:moveTo>
                  <a:cubicBezTo>
                    <a:pt x="30" y="42"/>
                    <a:pt x="33" y="41"/>
                    <a:pt x="35" y="38"/>
                  </a:cubicBezTo>
                  <a:cubicBezTo>
                    <a:pt x="34" y="37"/>
                    <a:pt x="33" y="36"/>
                    <a:pt x="32" y="34"/>
                  </a:cubicBezTo>
                  <a:cubicBezTo>
                    <a:pt x="31" y="36"/>
                    <a:pt x="29" y="37"/>
                    <a:pt x="27" y="37"/>
                  </a:cubicBezTo>
                  <a:cubicBezTo>
                    <a:pt x="25" y="37"/>
                    <a:pt x="22" y="35"/>
                    <a:pt x="22" y="32"/>
                  </a:cubicBezTo>
                  <a:cubicBezTo>
                    <a:pt x="22" y="30"/>
                    <a:pt x="25" y="28"/>
                    <a:pt x="27" y="28"/>
                  </a:cubicBezTo>
                  <a:cubicBezTo>
                    <a:pt x="35" y="28"/>
                    <a:pt x="37" y="42"/>
                    <a:pt x="48" y="42"/>
                  </a:cubicBezTo>
                  <a:cubicBezTo>
                    <a:pt x="54" y="42"/>
                    <a:pt x="58" y="38"/>
                    <a:pt x="58" y="32"/>
                  </a:cubicBezTo>
                  <a:cubicBezTo>
                    <a:pt x="58" y="26"/>
                    <a:pt x="53" y="23"/>
                    <a:pt x="48" y="23"/>
                  </a:cubicBezTo>
                  <a:cubicBezTo>
                    <a:pt x="44" y="23"/>
                    <a:pt x="42" y="24"/>
                    <a:pt x="39" y="26"/>
                  </a:cubicBezTo>
                  <a:cubicBezTo>
                    <a:pt x="40" y="28"/>
                    <a:pt x="41" y="29"/>
                    <a:pt x="43" y="30"/>
                  </a:cubicBezTo>
                  <a:cubicBezTo>
                    <a:pt x="44" y="29"/>
                    <a:pt x="46" y="28"/>
                    <a:pt x="48" y="28"/>
                  </a:cubicBezTo>
                  <a:cubicBezTo>
                    <a:pt x="50" y="28"/>
                    <a:pt x="52" y="30"/>
                    <a:pt x="52" y="32"/>
                  </a:cubicBezTo>
                  <a:cubicBezTo>
                    <a:pt x="52" y="35"/>
                    <a:pt x="50" y="37"/>
                    <a:pt x="48" y="37"/>
                  </a:cubicBezTo>
                  <a:cubicBezTo>
                    <a:pt x="40" y="37"/>
                    <a:pt x="38" y="23"/>
                    <a:pt x="27" y="23"/>
                  </a:cubicBezTo>
                  <a:cubicBezTo>
                    <a:pt x="21" y="23"/>
                    <a:pt x="16" y="26"/>
                    <a:pt x="16" y="32"/>
                  </a:cubicBezTo>
                  <a:cubicBezTo>
                    <a:pt x="16" y="38"/>
                    <a:pt x="21" y="42"/>
                    <a:pt x="27" y="42"/>
                  </a:cubicBezTo>
                  <a:close/>
                </a:path>
              </a:pathLst>
            </a:custGeom>
            <a:solidFill>
              <a:schemeClr val="bg1"/>
            </a:solidFill>
            <a:ln w="9525">
              <a:noFill/>
              <a:round/>
              <a:headEnd/>
              <a:tailEnd/>
            </a:ln>
          </p:spPr>
          <p:txBody>
            <a:bodyPr anchor="ctr"/>
            <a:lstStyle/>
            <a:p>
              <a:pPr algn="ctr"/>
              <a:endParaRPr/>
            </a:p>
          </p:txBody>
        </p:sp>
        <p:sp>
          <p:nvSpPr>
            <p:cNvPr id="25" name="îŝḷîḓé-Partial Circle 64"/>
            <p:cNvSpPr/>
            <p:nvPr/>
          </p:nvSpPr>
          <p:spPr>
            <a:xfrm rot="16200000">
              <a:off x="4831489" y="3676454"/>
              <a:ext cx="1296303" cy="1296303"/>
            </a:xfrm>
            <a:prstGeom prst="pieWedge">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nchor="ctr"/>
            <a:lstStyle/>
            <a:p>
              <a:pPr algn="ctr"/>
              <a:endParaRPr/>
            </a:p>
          </p:txBody>
        </p:sp>
        <p:sp>
          <p:nvSpPr>
            <p:cNvPr id="26" name="îŝḷîḓé-Freeform: Shape 65"/>
            <p:cNvSpPr>
              <a:spLocks/>
            </p:cNvSpPr>
            <p:nvPr/>
          </p:nvSpPr>
          <p:spPr bwMode="auto">
            <a:xfrm>
              <a:off x="5252277" y="3935879"/>
              <a:ext cx="509139" cy="441523"/>
            </a:xfrm>
            <a:custGeom>
              <a:avLst/>
              <a:gdLst/>
              <a:ahLst/>
              <a:cxnLst>
                <a:cxn ang="0">
                  <a:pos x="59" y="26"/>
                </a:cxn>
                <a:cxn ang="0">
                  <a:pos x="57" y="28"/>
                </a:cxn>
                <a:cxn ang="0">
                  <a:pos x="20" y="32"/>
                </a:cxn>
                <a:cxn ang="0">
                  <a:pos x="20" y="35"/>
                </a:cxn>
                <a:cxn ang="0">
                  <a:pos x="19" y="37"/>
                </a:cxn>
                <a:cxn ang="0">
                  <a:pos x="52" y="37"/>
                </a:cxn>
                <a:cxn ang="0">
                  <a:pos x="55" y="39"/>
                </a:cxn>
                <a:cxn ang="0">
                  <a:pos x="52" y="42"/>
                </a:cxn>
                <a:cxn ang="0">
                  <a:pos x="16" y="42"/>
                </a:cxn>
                <a:cxn ang="0">
                  <a:pos x="13" y="39"/>
                </a:cxn>
                <a:cxn ang="0">
                  <a:pos x="16" y="34"/>
                </a:cxn>
                <a:cxn ang="0">
                  <a:pos x="9" y="5"/>
                </a:cxn>
                <a:cxn ang="0">
                  <a:pos x="2" y="5"/>
                </a:cxn>
                <a:cxn ang="0">
                  <a:pos x="0" y="3"/>
                </a:cxn>
                <a:cxn ang="0">
                  <a:pos x="2" y="0"/>
                </a:cxn>
                <a:cxn ang="0">
                  <a:pos x="11" y="0"/>
                </a:cxn>
                <a:cxn ang="0">
                  <a:pos x="14" y="5"/>
                </a:cxn>
                <a:cxn ang="0">
                  <a:pos x="57" y="5"/>
                </a:cxn>
                <a:cxn ang="0">
                  <a:pos x="59" y="7"/>
                </a:cxn>
                <a:cxn ang="0">
                  <a:pos x="59" y="26"/>
                </a:cxn>
                <a:cxn ang="0">
                  <a:pos x="18" y="51"/>
                </a:cxn>
                <a:cxn ang="0">
                  <a:pos x="13" y="46"/>
                </a:cxn>
                <a:cxn ang="0">
                  <a:pos x="18" y="42"/>
                </a:cxn>
                <a:cxn ang="0">
                  <a:pos x="23" y="46"/>
                </a:cxn>
                <a:cxn ang="0">
                  <a:pos x="18" y="51"/>
                </a:cxn>
                <a:cxn ang="0">
                  <a:pos x="50" y="51"/>
                </a:cxn>
                <a:cxn ang="0">
                  <a:pos x="45" y="46"/>
                </a:cxn>
                <a:cxn ang="0">
                  <a:pos x="50" y="42"/>
                </a:cxn>
                <a:cxn ang="0">
                  <a:pos x="55" y="46"/>
                </a:cxn>
                <a:cxn ang="0">
                  <a:pos x="50" y="51"/>
                </a:cxn>
              </a:cxnLst>
              <a:rect l="0" t="0" r="r" b="b"/>
              <a:pathLst>
                <a:path w="59" h="51">
                  <a:moveTo>
                    <a:pt x="59" y="26"/>
                  </a:moveTo>
                  <a:cubicBezTo>
                    <a:pt x="59" y="27"/>
                    <a:pt x="58" y="28"/>
                    <a:pt x="57" y="28"/>
                  </a:cubicBezTo>
                  <a:cubicBezTo>
                    <a:pt x="20" y="32"/>
                    <a:pt x="20" y="32"/>
                    <a:pt x="20" y="32"/>
                  </a:cubicBezTo>
                  <a:cubicBezTo>
                    <a:pt x="20" y="33"/>
                    <a:pt x="20" y="34"/>
                    <a:pt x="20" y="35"/>
                  </a:cubicBezTo>
                  <a:cubicBezTo>
                    <a:pt x="20" y="36"/>
                    <a:pt x="20" y="36"/>
                    <a:pt x="19" y="37"/>
                  </a:cubicBezTo>
                  <a:cubicBezTo>
                    <a:pt x="52" y="37"/>
                    <a:pt x="52" y="37"/>
                    <a:pt x="52" y="37"/>
                  </a:cubicBezTo>
                  <a:cubicBezTo>
                    <a:pt x="54" y="37"/>
                    <a:pt x="55" y="38"/>
                    <a:pt x="55" y="39"/>
                  </a:cubicBezTo>
                  <a:cubicBezTo>
                    <a:pt x="55" y="41"/>
                    <a:pt x="54" y="42"/>
                    <a:pt x="52" y="42"/>
                  </a:cubicBezTo>
                  <a:cubicBezTo>
                    <a:pt x="16" y="42"/>
                    <a:pt x="16" y="42"/>
                    <a:pt x="16" y="42"/>
                  </a:cubicBezTo>
                  <a:cubicBezTo>
                    <a:pt x="15" y="42"/>
                    <a:pt x="13" y="41"/>
                    <a:pt x="13" y="39"/>
                  </a:cubicBezTo>
                  <a:cubicBezTo>
                    <a:pt x="13" y="38"/>
                    <a:pt x="15" y="35"/>
                    <a:pt x="16" y="34"/>
                  </a:cubicBezTo>
                  <a:cubicBezTo>
                    <a:pt x="9" y="5"/>
                    <a:pt x="9" y="5"/>
                    <a:pt x="9" y="5"/>
                  </a:cubicBezTo>
                  <a:cubicBezTo>
                    <a:pt x="2" y="5"/>
                    <a:pt x="2" y="5"/>
                    <a:pt x="2" y="5"/>
                  </a:cubicBezTo>
                  <a:cubicBezTo>
                    <a:pt x="1" y="5"/>
                    <a:pt x="0" y="4"/>
                    <a:pt x="0" y="3"/>
                  </a:cubicBezTo>
                  <a:cubicBezTo>
                    <a:pt x="0" y="2"/>
                    <a:pt x="1" y="0"/>
                    <a:pt x="2" y="0"/>
                  </a:cubicBezTo>
                  <a:cubicBezTo>
                    <a:pt x="11" y="0"/>
                    <a:pt x="11" y="0"/>
                    <a:pt x="11" y="0"/>
                  </a:cubicBezTo>
                  <a:cubicBezTo>
                    <a:pt x="14" y="0"/>
                    <a:pt x="14" y="3"/>
                    <a:pt x="14" y="5"/>
                  </a:cubicBezTo>
                  <a:cubicBezTo>
                    <a:pt x="57" y="5"/>
                    <a:pt x="57" y="5"/>
                    <a:pt x="57" y="5"/>
                  </a:cubicBezTo>
                  <a:cubicBezTo>
                    <a:pt x="58" y="5"/>
                    <a:pt x="59" y="6"/>
                    <a:pt x="59" y="7"/>
                  </a:cubicBezTo>
                  <a:lnTo>
                    <a:pt x="59" y="26"/>
                  </a:lnTo>
                  <a:close/>
                  <a:moveTo>
                    <a:pt x="18" y="51"/>
                  </a:moveTo>
                  <a:cubicBezTo>
                    <a:pt x="16" y="51"/>
                    <a:pt x="13" y="49"/>
                    <a:pt x="13" y="46"/>
                  </a:cubicBezTo>
                  <a:cubicBezTo>
                    <a:pt x="13" y="44"/>
                    <a:pt x="16" y="42"/>
                    <a:pt x="18" y="42"/>
                  </a:cubicBezTo>
                  <a:cubicBezTo>
                    <a:pt x="21" y="42"/>
                    <a:pt x="23" y="44"/>
                    <a:pt x="23" y="46"/>
                  </a:cubicBezTo>
                  <a:cubicBezTo>
                    <a:pt x="23" y="49"/>
                    <a:pt x="21" y="51"/>
                    <a:pt x="18" y="51"/>
                  </a:cubicBezTo>
                  <a:close/>
                  <a:moveTo>
                    <a:pt x="50" y="51"/>
                  </a:moveTo>
                  <a:cubicBezTo>
                    <a:pt x="47" y="51"/>
                    <a:pt x="45" y="49"/>
                    <a:pt x="45" y="46"/>
                  </a:cubicBezTo>
                  <a:cubicBezTo>
                    <a:pt x="45" y="44"/>
                    <a:pt x="47" y="42"/>
                    <a:pt x="50" y="42"/>
                  </a:cubicBezTo>
                  <a:cubicBezTo>
                    <a:pt x="53" y="42"/>
                    <a:pt x="55" y="44"/>
                    <a:pt x="55" y="46"/>
                  </a:cubicBezTo>
                  <a:cubicBezTo>
                    <a:pt x="55" y="49"/>
                    <a:pt x="53" y="51"/>
                    <a:pt x="50" y="51"/>
                  </a:cubicBezTo>
                  <a:close/>
                </a:path>
              </a:pathLst>
            </a:custGeom>
            <a:solidFill>
              <a:schemeClr val="bg1"/>
            </a:solidFill>
            <a:ln w="9525">
              <a:noFill/>
              <a:round/>
              <a:headEnd/>
              <a:tailEnd/>
            </a:ln>
          </p:spPr>
          <p:txBody>
            <a:bodyPr anchor="ctr"/>
            <a:lstStyle/>
            <a:p>
              <a:pPr algn="ctr"/>
              <a:endParaRPr/>
            </a:p>
          </p:txBody>
        </p:sp>
        <p:sp>
          <p:nvSpPr>
            <p:cNvPr id="27" name="îŝḷîḓé-Partial Circle 67"/>
            <p:cNvSpPr/>
            <p:nvPr/>
          </p:nvSpPr>
          <p:spPr>
            <a:xfrm rot="10800000">
              <a:off x="6187669" y="3676455"/>
              <a:ext cx="1296303" cy="1296303"/>
            </a:xfrm>
            <a:prstGeom prst="pieWedge">
              <a:avLst/>
            </a:pr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nchor="ctr"/>
            <a:lstStyle/>
            <a:p>
              <a:pPr algn="ctr"/>
              <a:endParaRPr/>
            </a:p>
          </p:txBody>
        </p:sp>
        <p:sp>
          <p:nvSpPr>
            <p:cNvPr id="28" name="îŝḷîḓé-Freeform: Shape 68"/>
            <p:cNvSpPr>
              <a:spLocks/>
            </p:cNvSpPr>
            <p:nvPr/>
          </p:nvSpPr>
          <p:spPr bwMode="auto">
            <a:xfrm>
              <a:off x="6411053" y="3932495"/>
              <a:ext cx="548916" cy="473346"/>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bg1"/>
            </a:solidFill>
            <a:ln w="9525">
              <a:noFill/>
              <a:round/>
              <a:headEnd/>
              <a:tailEnd/>
            </a:ln>
          </p:spPr>
          <p:txBody>
            <a:bodyPr anchor="ctr"/>
            <a:lstStyle/>
            <a:p>
              <a:pPr algn="ctr"/>
              <a:endParaRPr/>
            </a:p>
          </p:txBody>
        </p:sp>
      </p:grpSp>
      <p:cxnSp>
        <p:nvCxnSpPr>
          <p:cNvPr id="29" name="直接连接符 28"/>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1" name="文本框 30"/>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32" name="文本框 31"/>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33" name="组合 32"/>
          <p:cNvGrpSpPr/>
          <p:nvPr/>
        </p:nvGrpSpPr>
        <p:grpSpPr>
          <a:xfrm>
            <a:off x="8398263" y="2110911"/>
            <a:ext cx="3204466" cy="1163289"/>
            <a:chOff x="2677264" y="1996356"/>
            <a:chExt cx="3038475" cy="1103031"/>
          </a:xfrm>
        </p:grpSpPr>
        <p:sp>
          <p:nvSpPr>
            <p:cNvPr id="34" name="矩形 33"/>
            <p:cNvSpPr/>
            <p:nvPr/>
          </p:nvSpPr>
          <p:spPr>
            <a:xfrm>
              <a:off x="2677264" y="2346820"/>
              <a:ext cx="3038475"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5" name="矩形 34"/>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6" name="组合 35"/>
          <p:cNvGrpSpPr/>
          <p:nvPr/>
        </p:nvGrpSpPr>
        <p:grpSpPr>
          <a:xfrm>
            <a:off x="8398263" y="4581365"/>
            <a:ext cx="3204466" cy="1163289"/>
            <a:chOff x="2677264" y="1996356"/>
            <a:chExt cx="3038475" cy="1103031"/>
          </a:xfrm>
        </p:grpSpPr>
        <p:sp>
          <p:nvSpPr>
            <p:cNvPr id="37" name="矩形 36"/>
            <p:cNvSpPr/>
            <p:nvPr/>
          </p:nvSpPr>
          <p:spPr>
            <a:xfrm>
              <a:off x="2677264" y="2346820"/>
              <a:ext cx="3038475"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8" name="矩形 37"/>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9" name="组合 38"/>
          <p:cNvGrpSpPr/>
          <p:nvPr/>
        </p:nvGrpSpPr>
        <p:grpSpPr>
          <a:xfrm>
            <a:off x="1204976" y="2110911"/>
            <a:ext cx="3204466" cy="1163289"/>
            <a:chOff x="2677264" y="1996356"/>
            <a:chExt cx="3038475" cy="1103031"/>
          </a:xfrm>
        </p:grpSpPr>
        <p:sp>
          <p:nvSpPr>
            <p:cNvPr id="40" name="矩形 39"/>
            <p:cNvSpPr/>
            <p:nvPr/>
          </p:nvSpPr>
          <p:spPr>
            <a:xfrm>
              <a:off x="2677264" y="2346820"/>
              <a:ext cx="3038475"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1" name="矩形 40"/>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42" name="组合 41"/>
          <p:cNvGrpSpPr/>
          <p:nvPr/>
        </p:nvGrpSpPr>
        <p:grpSpPr>
          <a:xfrm>
            <a:off x="1204976" y="4581365"/>
            <a:ext cx="3204466" cy="1163289"/>
            <a:chOff x="2677264" y="1996356"/>
            <a:chExt cx="3038475" cy="1103031"/>
          </a:xfrm>
        </p:grpSpPr>
        <p:sp>
          <p:nvSpPr>
            <p:cNvPr id="43" name="矩形 42"/>
            <p:cNvSpPr/>
            <p:nvPr/>
          </p:nvSpPr>
          <p:spPr>
            <a:xfrm>
              <a:off x="2677264" y="2346820"/>
              <a:ext cx="3038475" cy="752567"/>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4" name="矩形 43"/>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327560587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par>
                          <p:cTn id="11" fill="hold">
                            <p:stCondLst>
                              <p:cond delay="1000"/>
                            </p:stCondLst>
                            <p:childTnLst>
                              <p:par>
                                <p:cTn id="12" presetID="2" presetClass="entr" presetSubtype="8" fill="hold" nodeType="afterEffect">
                                  <p:stCondLst>
                                    <p:cond delay="0"/>
                                  </p:stCondLst>
                                  <p:childTnLst>
                                    <p:set>
                                      <p:cBhvr>
                                        <p:cTn id="13" dur="1" fill="hold">
                                          <p:stCondLst>
                                            <p:cond delay="0"/>
                                          </p:stCondLst>
                                        </p:cTn>
                                        <p:tgtEl>
                                          <p:spTgt spid="39"/>
                                        </p:tgtEl>
                                        <p:attrNameLst>
                                          <p:attrName>style.visibility</p:attrName>
                                        </p:attrNameLst>
                                      </p:cBhvr>
                                      <p:to>
                                        <p:strVal val="visible"/>
                                      </p:to>
                                    </p:set>
                                    <p:anim calcmode="lin" valueType="num">
                                      <p:cBhvr additive="base">
                                        <p:cTn id="14" dur="500" fill="hold"/>
                                        <p:tgtEl>
                                          <p:spTgt spid="39"/>
                                        </p:tgtEl>
                                        <p:attrNameLst>
                                          <p:attrName>ppt_x</p:attrName>
                                        </p:attrNameLst>
                                      </p:cBhvr>
                                      <p:tavLst>
                                        <p:tav tm="0">
                                          <p:val>
                                            <p:strVal val="0-#ppt_w/2"/>
                                          </p:val>
                                        </p:tav>
                                        <p:tav tm="100000">
                                          <p:val>
                                            <p:strVal val="#ppt_x"/>
                                          </p:val>
                                        </p:tav>
                                      </p:tavLst>
                                    </p:anim>
                                    <p:anim calcmode="lin" valueType="num">
                                      <p:cBhvr additive="base">
                                        <p:cTn id="15" dur="500" fill="hold"/>
                                        <p:tgtEl>
                                          <p:spTgt spid="39"/>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additive="base">
                                        <p:cTn id="18" dur="500" fill="hold"/>
                                        <p:tgtEl>
                                          <p:spTgt spid="42"/>
                                        </p:tgtEl>
                                        <p:attrNameLst>
                                          <p:attrName>ppt_x</p:attrName>
                                        </p:attrNameLst>
                                      </p:cBhvr>
                                      <p:tavLst>
                                        <p:tav tm="0">
                                          <p:val>
                                            <p:strVal val="0-#ppt_w/2"/>
                                          </p:val>
                                        </p:tav>
                                        <p:tav tm="100000">
                                          <p:val>
                                            <p:strVal val="#ppt_x"/>
                                          </p:val>
                                        </p:tav>
                                      </p:tavLst>
                                    </p:anim>
                                    <p:anim calcmode="lin" valueType="num">
                                      <p:cBhvr additive="base">
                                        <p:cTn id="19" dur="500" fill="hold"/>
                                        <p:tgtEl>
                                          <p:spTgt spid="42"/>
                                        </p:tgtEl>
                                        <p:attrNameLst>
                                          <p:attrName>ppt_y</p:attrName>
                                        </p:attrNameLst>
                                      </p:cBhvr>
                                      <p:tavLst>
                                        <p:tav tm="0">
                                          <p:val>
                                            <p:strVal val="#ppt_y"/>
                                          </p:val>
                                        </p:tav>
                                        <p:tav tm="100000">
                                          <p:val>
                                            <p:strVal val="#ppt_y"/>
                                          </p:val>
                                        </p:tav>
                                      </p:tavLst>
                                    </p:anim>
                                  </p:childTnLst>
                                </p:cTn>
                              </p:par>
                              <p:par>
                                <p:cTn id="20" presetID="2" presetClass="entr" presetSubtype="8" fill="hold" nodeType="with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500" fill="hold"/>
                                        <p:tgtEl>
                                          <p:spTgt spid="33"/>
                                        </p:tgtEl>
                                        <p:attrNameLst>
                                          <p:attrName>ppt_x</p:attrName>
                                        </p:attrNameLst>
                                      </p:cBhvr>
                                      <p:tavLst>
                                        <p:tav tm="0">
                                          <p:val>
                                            <p:strVal val="0-#ppt_w/2"/>
                                          </p:val>
                                        </p:tav>
                                        <p:tav tm="100000">
                                          <p:val>
                                            <p:strVal val="#ppt_x"/>
                                          </p:val>
                                        </p:tav>
                                      </p:tavLst>
                                    </p:anim>
                                    <p:anim calcmode="lin" valueType="num">
                                      <p:cBhvr additive="base">
                                        <p:cTn id="23" dur="500" fill="hold"/>
                                        <p:tgtEl>
                                          <p:spTgt spid="33"/>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0"/>
                                  </p:stCondLst>
                                  <p:childTnLst>
                                    <p:set>
                                      <p:cBhvr>
                                        <p:cTn id="25" dur="1" fill="hold">
                                          <p:stCondLst>
                                            <p:cond delay="0"/>
                                          </p:stCondLst>
                                        </p:cTn>
                                        <p:tgtEl>
                                          <p:spTgt spid="36"/>
                                        </p:tgtEl>
                                        <p:attrNameLst>
                                          <p:attrName>style.visibility</p:attrName>
                                        </p:attrNameLst>
                                      </p:cBhvr>
                                      <p:to>
                                        <p:strVal val="visible"/>
                                      </p:to>
                                    </p:set>
                                    <p:anim calcmode="lin" valueType="num">
                                      <p:cBhvr additive="base">
                                        <p:cTn id="26" dur="500" fill="hold"/>
                                        <p:tgtEl>
                                          <p:spTgt spid="36"/>
                                        </p:tgtEl>
                                        <p:attrNameLst>
                                          <p:attrName>ppt_x</p:attrName>
                                        </p:attrNameLst>
                                      </p:cBhvr>
                                      <p:tavLst>
                                        <p:tav tm="0">
                                          <p:val>
                                            <p:strVal val="0-#ppt_w/2"/>
                                          </p:val>
                                        </p:tav>
                                        <p:tav tm="100000">
                                          <p:val>
                                            <p:strVal val="#ppt_x"/>
                                          </p:val>
                                        </p:tav>
                                      </p:tavLst>
                                    </p:anim>
                                    <p:anim calcmode="lin" valueType="num">
                                      <p:cBhvr additive="base">
                                        <p:cTn id="27"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
          <p:cNvGrpSpPr/>
          <p:nvPr/>
        </p:nvGrpSpPr>
        <p:grpSpPr>
          <a:xfrm>
            <a:off x="4921517" y="1857907"/>
            <a:ext cx="3015717" cy="4225669"/>
            <a:chOff x="4557086" y="1557908"/>
            <a:chExt cx="3077827" cy="4312699"/>
          </a:xfrm>
        </p:grpSpPr>
        <p:sp>
          <p:nvSpPr>
            <p:cNvPr id="18" name="îṥļîḑé-Rectangle 10"/>
            <p:cNvSpPr/>
            <p:nvPr/>
          </p:nvSpPr>
          <p:spPr>
            <a:xfrm>
              <a:off x="4557087" y="1557908"/>
              <a:ext cx="3077826" cy="4312699"/>
            </a:xfrm>
            <a:prstGeom prst="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tIns="1898333" anchor="t" anchorCtr="1">
              <a:normAutofit/>
            </a:bodyPr>
            <a:lstStyle/>
            <a:p>
              <a:pPr algn="ctr">
                <a:lnSpc>
                  <a:spcPct val="120000"/>
                </a:lnSpc>
              </a:pPr>
              <a:endParaRPr lang="zh-CN" altLang="en-US" sz="1687" dirty="0">
                <a:solidFill>
                  <a:schemeClr val="dk1">
                    <a:lumMod val="100000"/>
                  </a:schemeClr>
                </a:solidFill>
                <a:latin typeface="Agency FB" panose="020B0503020202020204" pitchFamily="34" charset="0"/>
              </a:endParaRPr>
            </a:p>
          </p:txBody>
        </p:sp>
        <p:sp>
          <p:nvSpPr>
            <p:cNvPr id="19" name="îṥļîḑé-Right Triangle 11"/>
            <p:cNvSpPr/>
            <p:nvPr/>
          </p:nvSpPr>
          <p:spPr>
            <a:xfrm rot="5400000">
              <a:off x="4557086" y="1557908"/>
              <a:ext cx="1198892" cy="1198892"/>
            </a:xfrm>
            <a:prstGeom prst="rtTriangle">
              <a:avLst/>
            </a:pr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20" name="îṥļîḑé-Right Triangle 12"/>
            <p:cNvSpPr/>
            <p:nvPr/>
          </p:nvSpPr>
          <p:spPr>
            <a:xfrm rot="16200000">
              <a:off x="6341751" y="4577445"/>
              <a:ext cx="1293162" cy="1293162"/>
            </a:xfrm>
            <a:prstGeom prst="rtTriangle">
              <a:avLst/>
            </a:pr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22" name="îṥļîḑé-TextBox 26"/>
            <p:cNvSpPr txBox="1"/>
            <p:nvPr/>
          </p:nvSpPr>
          <p:spPr>
            <a:xfrm rot="18969360">
              <a:off x="4745431" y="1729163"/>
              <a:ext cx="470000" cy="400110"/>
            </a:xfrm>
            <a:prstGeom prst="rect">
              <a:avLst/>
            </a:prstGeom>
            <a:noFill/>
          </p:spPr>
          <p:txBody>
            <a:bodyPr wrap="none">
              <a:normAutofit fontScale="92500" lnSpcReduction="20000"/>
            </a:bodyPr>
            <a:lstStyle/>
            <a:p>
              <a:pPr algn="ctr"/>
              <a:r>
                <a:rPr lang="en-US" altLang="zh-CN" sz="2531" b="1">
                  <a:solidFill>
                    <a:schemeClr val="bg1"/>
                  </a:solidFill>
                  <a:latin typeface="Agency FB" panose="020B0503020202020204" pitchFamily="34" charset="0"/>
                </a:rPr>
                <a:t>02</a:t>
              </a:r>
            </a:p>
          </p:txBody>
        </p:sp>
        <p:sp>
          <p:nvSpPr>
            <p:cNvPr id="23" name="îṥļîḑé-Freeform: Shape 28"/>
            <p:cNvSpPr>
              <a:spLocks noChangeAspect="1"/>
            </p:cNvSpPr>
            <p:nvPr/>
          </p:nvSpPr>
          <p:spPr bwMode="auto">
            <a:xfrm>
              <a:off x="7019138" y="5381625"/>
              <a:ext cx="529992" cy="298880"/>
            </a:xfrm>
            <a:custGeom>
              <a:avLst/>
              <a:gdLst>
                <a:gd name="connsiteX0" fmla="*/ 423056 w 508000"/>
                <a:gd name="connsiteY0" fmla="*/ 218190 h 286478"/>
                <a:gd name="connsiteX1" fmla="*/ 474689 w 508000"/>
                <a:gd name="connsiteY1" fmla="*/ 218190 h 286478"/>
                <a:gd name="connsiteX2" fmla="*/ 474689 w 508000"/>
                <a:gd name="connsiteY2" fmla="*/ 286478 h 286478"/>
                <a:gd name="connsiteX3" fmla="*/ 423056 w 508000"/>
                <a:gd name="connsiteY3" fmla="*/ 286478 h 286478"/>
                <a:gd name="connsiteX4" fmla="*/ 39974 w 508000"/>
                <a:gd name="connsiteY4" fmla="*/ 213193 h 286478"/>
                <a:gd name="connsiteX5" fmla="*/ 96603 w 508000"/>
                <a:gd name="connsiteY5" fmla="*/ 213193 h 286478"/>
                <a:gd name="connsiteX6" fmla="*/ 96603 w 508000"/>
                <a:gd name="connsiteY6" fmla="*/ 283147 h 286478"/>
                <a:gd name="connsiteX7" fmla="*/ 39974 w 508000"/>
                <a:gd name="connsiteY7" fmla="*/ 283147 h 286478"/>
                <a:gd name="connsiteX8" fmla="*/ 124918 w 508000"/>
                <a:gd name="connsiteY8" fmla="*/ 209862 h 286478"/>
                <a:gd name="connsiteX9" fmla="*/ 398072 w 508000"/>
                <a:gd name="connsiteY9" fmla="*/ 209862 h 286478"/>
                <a:gd name="connsiteX10" fmla="*/ 398072 w 508000"/>
                <a:gd name="connsiteY10" fmla="*/ 241508 h 286478"/>
                <a:gd name="connsiteX11" fmla="*/ 124918 w 508000"/>
                <a:gd name="connsiteY11" fmla="*/ 241508 h 286478"/>
                <a:gd name="connsiteX12" fmla="*/ 333115 w 508000"/>
                <a:gd name="connsiteY12" fmla="*/ 131580 h 286478"/>
                <a:gd name="connsiteX13" fmla="*/ 451370 w 508000"/>
                <a:gd name="connsiteY13" fmla="*/ 131580 h 286478"/>
                <a:gd name="connsiteX14" fmla="*/ 451370 w 508000"/>
                <a:gd name="connsiteY14" fmla="*/ 176551 h 286478"/>
                <a:gd name="connsiteX15" fmla="*/ 366426 w 508000"/>
                <a:gd name="connsiteY15" fmla="*/ 176551 h 286478"/>
                <a:gd name="connsiteX16" fmla="*/ 68289 w 508000"/>
                <a:gd name="connsiteY16" fmla="*/ 131580 h 286478"/>
                <a:gd name="connsiteX17" fmla="*/ 179882 w 508000"/>
                <a:gd name="connsiteY17" fmla="*/ 131580 h 286478"/>
                <a:gd name="connsiteX18" fmla="*/ 148236 w 508000"/>
                <a:gd name="connsiteY18" fmla="*/ 176551 h 286478"/>
                <a:gd name="connsiteX19" fmla="*/ 68289 w 508000"/>
                <a:gd name="connsiteY19" fmla="*/ 176551 h 286478"/>
                <a:gd name="connsiteX20" fmla="*/ 54964 w 508000"/>
                <a:gd name="connsiteY20" fmla="*/ 123252 h 286478"/>
                <a:gd name="connsiteX21" fmla="*/ 54964 w 508000"/>
                <a:gd name="connsiteY21" fmla="*/ 179882 h 286478"/>
                <a:gd name="connsiteX22" fmla="*/ 459698 w 508000"/>
                <a:gd name="connsiteY22" fmla="*/ 179882 h 286478"/>
                <a:gd name="connsiteX23" fmla="*/ 459698 w 508000"/>
                <a:gd name="connsiteY23" fmla="*/ 123252 h 286478"/>
                <a:gd name="connsiteX24" fmla="*/ 159895 w 508000"/>
                <a:gd name="connsiteY24" fmla="*/ 16656 h 286478"/>
                <a:gd name="connsiteX25" fmla="*/ 116590 w 508000"/>
                <a:gd name="connsiteY25" fmla="*/ 78282 h 286478"/>
                <a:gd name="connsiteX26" fmla="*/ 398072 w 508000"/>
                <a:gd name="connsiteY26" fmla="*/ 78282 h 286478"/>
                <a:gd name="connsiteX27" fmla="*/ 354767 w 508000"/>
                <a:gd name="connsiteY27" fmla="*/ 16656 h 286478"/>
                <a:gd name="connsiteX28" fmla="*/ 153233 w 508000"/>
                <a:gd name="connsiteY28" fmla="*/ 0 h 286478"/>
                <a:gd name="connsiteX29" fmla="*/ 361430 w 508000"/>
                <a:gd name="connsiteY29" fmla="*/ 0 h 286478"/>
                <a:gd name="connsiteX30" fmla="*/ 423056 w 508000"/>
                <a:gd name="connsiteY30" fmla="*/ 86610 h 286478"/>
                <a:gd name="connsiteX31" fmla="*/ 443043 w 508000"/>
                <a:gd name="connsiteY31" fmla="*/ 86610 h 286478"/>
                <a:gd name="connsiteX32" fmla="*/ 443043 w 508000"/>
                <a:gd name="connsiteY32" fmla="*/ 49967 h 286478"/>
                <a:gd name="connsiteX33" fmla="*/ 508000 w 508000"/>
                <a:gd name="connsiteY33" fmla="*/ 49967 h 286478"/>
                <a:gd name="connsiteX34" fmla="*/ 508000 w 508000"/>
                <a:gd name="connsiteY34" fmla="*/ 86610 h 286478"/>
                <a:gd name="connsiteX35" fmla="*/ 466361 w 508000"/>
                <a:gd name="connsiteY35" fmla="*/ 86610 h 286478"/>
                <a:gd name="connsiteX36" fmla="*/ 466361 w 508000"/>
                <a:gd name="connsiteY36" fmla="*/ 106597 h 286478"/>
                <a:gd name="connsiteX37" fmla="*/ 474689 w 508000"/>
                <a:gd name="connsiteY37" fmla="*/ 106597 h 286478"/>
                <a:gd name="connsiteX38" fmla="*/ 474689 w 508000"/>
                <a:gd name="connsiteY38" fmla="*/ 201534 h 286478"/>
                <a:gd name="connsiteX39" fmla="*/ 39974 w 508000"/>
                <a:gd name="connsiteY39" fmla="*/ 201534 h 286478"/>
                <a:gd name="connsiteX40" fmla="*/ 39974 w 508000"/>
                <a:gd name="connsiteY40" fmla="*/ 106597 h 286478"/>
                <a:gd name="connsiteX41" fmla="*/ 48302 w 508000"/>
                <a:gd name="connsiteY41" fmla="*/ 106597 h 286478"/>
                <a:gd name="connsiteX42" fmla="*/ 48302 w 508000"/>
                <a:gd name="connsiteY42" fmla="*/ 86610 h 286478"/>
                <a:gd name="connsiteX43" fmla="*/ 0 w 508000"/>
                <a:gd name="connsiteY43" fmla="*/ 86610 h 286478"/>
                <a:gd name="connsiteX44" fmla="*/ 0 w 508000"/>
                <a:gd name="connsiteY44" fmla="*/ 49967 h 286478"/>
                <a:gd name="connsiteX45" fmla="*/ 63292 w 508000"/>
                <a:gd name="connsiteY45" fmla="*/ 49967 h 286478"/>
                <a:gd name="connsiteX46" fmla="*/ 63292 w 508000"/>
                <a:gd name="connsiteY46" fmla="*/ 86610 h 286478"/>
                <a:gd name="connsiteX47" fmla="*/ 91607 w 508000"/>
                <a:gd name="connsiteY47" fmla="*/ 86610 h 28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8000" h="286478">
                  <a:moveTo>
                    <a:pt x="423056" y="218190"/>
                  </a:moveTo>
                  <a:lnTo>
                    <a:pt x="474689" y="218190"/>
                  </a:lnTo>
                  <a:lnTo>
                    <a:pt x="474689" y="286478"/>
                  </a:lnTo>
                  <a:lnTo>
                    <a:pt x="423056" y="286478"/>
                  </a:lnTo>
                  <a:close/>
                  <a:moveTo>
                    <a:pt x="39974" y="213193"/>
                  </a:moveTo>
                  <a:lnTo>
                    <a:pt x="96603" y="213193"/>
                  </a:lnTo>
                  <a:lnTo>
                    <a:pt x="96603" y="283147"/>
                  </a:lnTo>
                  <a:lnTo>
                    <a:pt x="39974" y="283147"/>
                  </a:lnTo>
                  <a:close/>
                  <a:moveTo>
                    <a:pt x="124918" y="209862"/>
                  </a:moveTo>
                  <a:lnTo>
                    <a:pt x="398072" y="209862"/>
                  </a:lnTo>
                  <a:lnTo>
                    <a:pt x="398072" y="241508"/>
                  </a:lnTo>
                  <a:lnTo>
                    <a:pt x="124918" y="241508"/>
                  </a:lnTo>
                  <a:close/>
                  <a:moveTo>
                    <a:pt x="333115" y="131580"/>
                  </a:moveTo>
                  <a:lnTo>
                    <a:pt x="451370" y="131580"/>
                  </a:lnTo>
                  <a:lnTo>
                    <a:pt x="451370" y="176551"/>
                  </a:lnTo>
                  <a:lnTo>
                    <a:pt x="366426" y="176551"/>
                  </a:lnTo>
                  <a:close/>
                  <a:moveTo>
                    <a:pt x="68289" y="131580"/>
                  </a:moveTo>
                  <a:lnTo>
                    <a:pt x="179882" y="131580"/>
                  </a:lnTo>
                  <a:lnTo>
                    <a:pt x="148236" y="176551"/>
                  </a:lnTo>
                  <a:lnTo>
                    <a:pt x="68289" y="176551"/>
                  </a:lnTo>
                  <a:close/>
                  <a:moveTo>
                    <a:pt x="54964" y="123252"/>
                  </a:moveTo>
                  <a:lnTo>
                    <a:pt x="54964" y="179882"/>
                  </a:lnTo>
                  <a:lnTo>
                    <a:pt x="459698" y="179882"/>
                  </a:lnTo>
                  <a:lnTo>
                    <a:pt x="459698" y="123252"/>
                  </a:lnTo>
                  <a:close/>
                  <a:moveTo>
                    <a:pt x="159895" y="16656"/>
                  </a:moveTo>
                  <a:lnTo>
                    <a:pt x="116590" y="78282"/>
                  </a:lnTo>
                  <a:lnTo>
                    <a:pt x="398072" y="78282"/>
                  </a:lnTo>
                  <a:lnTo>
                    <a:pt x="354767" y="16656"/>
                  </a:lnTo>
                  <a:close/>
                  <a:moveTo>
                    <a:pt x="153233" y="0"/>
                  </a:moveTo>
                  <a:lnTo>
                    <a:pt x="361430" y="0"/>
                  </a:lnTo>
                  <a:lnTo>
                    <a:pt x="423056" y="86610"/>
                  </a:lnTo>
                  <a:lnTo>
                    <a:pt x="443043" y="86610"/>
                  </a:lnTo>
                  <a:lnTo>
                    <a:pt x="443043" y="49967"/>
                  </a:lnTo>
                  <a:lnTo>
                    <a:pt x="508000" y="49967"/>
                  </a:lnTo>
                  <a:lnTo>
                    <a:pt x="508000" y="86610"/>
                  </a:lnTo>
                  <a:lnTo>
                    <a:pt x="466361" y="86610"/>
                  </a:lnTo>
                  <a:lnTo>
                    <a:pt x="466361" y="106597"/>
                  </a:lnTo>
                  <a:lnTo>
                    <a:pt x="474689" y="106597"/>
                  </a:lnTo>
                  <a:lnTo>
                    <a:pt x="474689" y="201534"/>
                  </a:lnTo>
                  <a:lnTo>
                    <a:pt x="39974" y="201534"/>
                  </a:lnTo>
                  <a:lnTo>
                    <a:pt x="39974" y="106597"/>
                  </a:lnTo>
                  <a:lnTo>
                    <a:pt x="48302" y="106597"/>
                  </a:lnTo>
                  <a:lnTo>
                    <a:pt x="48302" y="86610"/>
                  </a:lnTo>
                  <a:lnTo>
                    <a:pt x="0" y="86610"/>
                  </a:lnTo>
                  <a:lnTo>
                    <a:pt x="0" y="49967"/>
                  </a:lnTo>
                  <a:lnTo>
                    <a:pt x="63292" y="49967"/>
                  </a:lnTo>
                  <a:lnTo>
                    <a:pt x="63292" y="86610"/>
                  </a:lnTo>
                  <a:lnTo>
                    <a:pt x="91607" y="86610"/>
                  </a:lnTo>
                  <a:close/>
                </a:path>
              </a:pathLst>
            </a:custGeom>
            <a:solidFill>
              <a:schemeClr val="bg1"/>
            </a:solidFill>
            <a:ln>
              <a:noFill/>
            </a:ln>
          </p:spPr>
          <p:txBody>
            <a:bodyPr anchor="ctr"/>
            <a:lstStyle/>
            <a:p>
              <a:pPr algn="ctr"/>
              <a:endParaRPr sz="2531">
                <a:latin typeface="Agency FB" panose="020B0503020202020204" pitchFamily="34" charset="0"/>
              </a:endParaRPr>
            </a:p>
          </p:txBody>
        </p:sp>
      </p:grpSp>
      <p:grpSp>
        <p:nvGrpSpPr>
          <p:cNvPr id="4" name="Group 6"/>
          <p:cNvGrpSpPr/>
          <p:nvPr/>
        </p:nvGrpSpPr>
        <p:grpSpPr>
          <a:xfrm>
            <a:off x="1299551" y="1857907"/>
            <a:ext cx="3015717" cy="4225669"/>
            <a:chOff x="860525" y="1557908"/>
            <a:chExt cx="3077827" cy="4312699"/>
          </a:xfrm>
        </p:grpSpPr>
        <p:sp>
          <p:nvSpPr>
            <p:cNvPr id="12" name="îṥļîḑé-Rectangle 3"/>
            <p:cNvSpPr/>
            <p:nvPr/>
          </p:nvSpPr>
          <p:spPr>
            <a:xfrm>
              <a:off x="860526" y="1557908"/>
              <a:ext cx="3077826" cy="4312699"/>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tIns="1898333" anchor="t" anchorCtr="1">
              <a:normAutofit/>
            </a:bodyPr>
            <a:lstStyle/>
            <a:p>
              <a:pPr algn="ctr">
                <a:lnSpc>
                  <a:spcPct val="120000"/>
                </a:lnSpc>
              </a:pPr>
              <a:endParaRPr lang="zh-CN" altLang="en-US" sz="1687" dirty="0">
                <a:solidFill>
                  <a:schemeClr val="dk1">
                    <a:lumMod val="100000"/>
                  </a:schemeClr>
                </a:solidFill>
                <a:latin typeface="Agency FB" panose="020B0503020202020204" pitchFamily="34" charset="0"/>
              </a:endParaRPr>
            </a:p>
          </p:txBody>
        </p:sp>
        <p:sp>
          <p:nvSpPr>
            <p:cNvPr id="13" name="ïşḻïďê-Right Triangle 4"/>
            <p:cNvSpPr/>
            <p:nvPr/>
          </p:nvSpPr>
          <p:spPr>
            <a:xfrm rot="5400000">
              <a:off x="860525" y="1557908"/>
              <a:ext cx="1198892" cy="1198892"/>
            </a:xfrm>
            <a:prstGeom prst="rtTriangle">
              <a:avLst/>
            </a:pr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14" name="ïşḻïďê-Right Triangle 5"/>
            <p:cNvSpPr/>
            <p:nvPr/>
          </p:nvSpPr>
          <p:spPr>
            <a:xfrm rot="16200000">
              <a:off x="2645190" y="4577445"/>
              <a:ext cx="1293162" cy="1293162"/>
            </a:xfrm>
            <a:prstGeom prst="rtTriangle">
              <a:avLst/>
            </a:pr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16" name="ïşḻïďê-TextBox 25"/>
            <p:cNvSpPr txBox="1"/>
            <p:nvPr/>
          </p:nvSpPr>
          <p:spPr>
            <a:xfrm rot="18969360">
              <a:off x="933595" y="1729163"/>
              <a:ext cx="470000" cy="400110"/>
            </a:xfrm>
            <a:prstGeom prst="rect">
              <a:avLst/>
            </a:prstGeom>
            <a:noFill/>
          </p:spPr>
          <p:txBody>
            <a:bodyPr wrap="none">
              <a:normAutofit fontScale="92500" lnSpcReduction="20000"/>
            </a:bodyPr>
            <a:lstStyle/>
            <a:p>
              <a:pPr algn="ctr"/>
              <a:r>
                <a:rPr lang="en-US" altLang="zh-CN" sz="2531" b="1">
                  <a:solidFill>
                    <a:schemeClr val="bg1"/>
                  </a:solidFill>
                  <a:latin typeface="Agency FB" panose="020B0503020202020204" pitchFamily="34" charset="0"/>
                </a:rPr>
                <a:t>01</a:t>
              </a:r>
            </a:p>
          </p:txBody>
        </p:sp>
        <p:sp>
          <p:nvSpPr>
            <p:cNvPr id="17" name="ïşḻïďê-Freeform: Shape 29"/>
            <p:cNvSpPr>
              <a:spLocks noChangeAspect="1"/>
            </p:cNvSpPr>
            <p:nvPr/>
          </p:nvSpPr>
          <p:spPr bwMode="auto">
            <a:xfrm>
              <a:off x="3222635" y="5362810"/>
              <a:ext cx="529992" cy="330302"/>
            </a:xfrm>
            <a:custGeom>
              <a:avLst/>
              <a:gdLst>
                <a:gd name="T0" fmla="*/ 320 w 1962"/>
                <a:gd name="T1" fmla="*/ 1189 h 1222"/>
                <a:gd name="T2" fmla="*/ 2 w 1962"/>
                <a:gd name="T3" fmla="*/ 1124 h 1222"/>
                <a:gd name="T4" fmla="*/ 24 w 1962"/>
                <a:gd name="T5" fmla="*/ 1071 h 1222"/>
                <a:gd name="T6" fmla="*/ 369 w 1962"/>
                <a:gd name="T7" fmla="*/ 1082 h 1222"/>
                <a:gd name="T8" fmla="*/ 231 w 1962"/>
                <a:gd name="T9" fmla="*/ 789 h 1222"/>
                <a:gd name="T10" fmla="*/ 190 w 1962"/>
                <a:gd name="T11" fmla="*/ 814 h 1222"/>
                <a:gd name="T12" fmla="*/ 369 w 1962"/>
                <a:gd name="T13" fmla="*/ 1082 h 1222"/>
                <a:gd name="T14" fmla="*/ 1738 w 1962"/>
                <a:gd name="T15" fmla="*/ 1220 h 1222"/>
                <a:gd name="T16" fmla="*/ 1694 w 1962"/>
                <a:gd name="T17" fmla="*/ 1132 h 1222"/>
                <a:gd name="T18" fmla="*/ 695 w 1962"/>
                <a:gd name="T19" fmla="*/ 1145 h 1222"/>
                <a:gd name="T20" fmla="*/ 656 w 1962"/>
                <a:gd name="T21" fmla="*/ 1220 h 1222"/>
                <a:gd name="T22" fmla="*/ 361 w 1962"/>
                <a:gd name="T23" fmla="*/ 1189 h 1222"/>
                <a:gd name="T24" fmla="*/ 433 w 1962"/>
                <a:gd name="T25" fmla="*/ 1162 h 1222"/>
                <a:gd name="T26" fmla="*/ 425 w 1962"/>
                <a:gd name="T27" fmla="*/ 676 h 1222"/>
                <a:gd name="T28" fmla="*/ 775 w 1962"/>
                <a:gd name="T29" fmla="*/ 55 h 1222"/>
                <a:gd name="T30" fmla="*/ 1612 w 1962"/>
                <a:gd name="T31" fmla="*/ 102 h 1222"/>
                <a:gd name="T32" fmla="*/ 1922 w 1962"/>
                <a:gd name="T33" fmla="*/ 693 h 1222"/>
                <a:gd name="T34" fmla="*/ 1960 w 1962"/>
                <a:gd name="T35" fmla="*/ 1167 h 1222"/>
                <a:gd name="T36" fmla="*/ 610 w 1962"/>
                <a:gd name="T37" fmla="*/ 646 h 1222"/>
                <a:gd name="T38" fmla="*/ 1515 w 1962"/>
                <a:gd name="T39" fmla="*/ 237 h 1222"/>
                <a:gd name="T40" fmla="*/ 1379 w 1962"/>
                <a:gd name="T41" fmla="*/ 168 h 1222"/>
                <a:gd name="T42" fmla="*/ 742 w 1962"/>
                <a:gd name="T43" fmla="*/ 298 h 1222"/>
                <a:gd name="T44" fmla="*/ 778 w 1962"/>
                <a:gd name="T45" fmla="*/ 877 h 1222"/>
                <a:gd name="T46" fmla="*/ 546 w 1962"/>
                <a:gd name="T47" fmla="*/ 897 h 1222"/>
                <a:gd name="T48" fmla="*/ 778 w 1962"/>
                <a:gd name="T49" fmla="*/ 877 h 1222"/>
                <a:gd name="T50" fmla="*/ 1672 w 1962"/>
                <a:gd name="T51" fmla="*/ 689 h 1222"/>
                <a:gd name="T52" fmla="*/ 1691 w 1962"/>
                <a:gd name="T53" fmla="*/ 924 h 1222"/>
                <a:gd name="T54" fmla="*/ 82 w 1962"/>
                <a:gd name="T55" fmla="*/ 847 h 1222"/>
                <a:gd name="T56" fmla="*/ 33 w 1962"/>
                <a:gd name="T57" fmla="*/ 888 h 1222"/>
                <a:gd name="T58" fmla="*/ 333 w 1962"/>
                <a:gd name="T59" fmla="*/ 1157 h 1222"/>
                <a:gd name="T60" fmla="*/ 82 w 1962"/>
                <a:gd name="T61" fmla="*/ 847 h 1222"/>
                <a:gd name="T62" fmla="*/ 82 w 1962"/>
                <a:gd name="T63" fmla="*/ 847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62" h="1222">
                  <a:moveTo>
                    <a:pt x="49" y="1079"/>
                  </a:moveTo>
                  <a:cubicBezTo>
                    <a:pt x="320" y="1189"/>
                    <a:pt x="320" y="1189"/>
                    <a:pt x="320" y="1189"/>
                  </a:cubicBezTo>
                  <a:cubicBezTo>
                    <a:pt x="30" y="1151"/>
                    <a:pt x="30" y="1151"/>
                    <a:pt x="30" y="1151"/>
                  </a:cubicBezTo>
                  <a:cubicBezTo>
                    <a:pt x="8" y="1149"/>
                    <a:pt x="0" y="1137"/>
                    <a:pt x="2" y="1124"/>
                  </a:cubicBezTo>
                  <a:cubicBezTo>
                    <a:pt x="13" y="1085"/>
                    <a:pt x="13" y="1085"/>
                    <a:pt x="13" y="1085"/>
                  </a:cubicBezTo>
                  <a:cubicBezTo>
                    <a:pt x="13" y="1077"/>
                    <a:pt x="19" y="1074"/>
                    <a:pt x="24" y="1071"/>
                  </a:cubicBezTo>
                  <a:cubicBezTo>
                    <a:pt x="33" y="1068"/>
                    <a:pt x="41" y="1071"/>
                    <a:pt x="49" y="1079"/>
                  </a:cubicBezTo>
                  <a:close/>
                  <a:moveTo>
                    <a:pt x="369" y="1082"/>
                  </a:moveTo>
                  <a:cubicBezTo>
                    <a:pt x="256" y="811"/>
                    <a:pt x="256" y="811"/>
                    <a:pt x="256" y="811"/>
                  </a:cubicBezTo>
                  <a:cubicBezTo>
                    <a:pt x="248" y="797"/>
                    <a:pt x="239" y="789"/>
                    <a:pt x="231" y="789"/>
                  </a:cubicBezTo>
                  <a:cubicBezTo>
                    <a:pt x="228" y="789"/>
                    <a:pt x="225" y="789"/>
                    <a:pt x="223" y="792"/>
                  </a:cubicBezTo>
                  <a:cubicBezTo>
                    <a:pt x="190" y="814"/>
                    <a:pt x="190" y="814"/>
                    <a:pt x="190" y="814"/>
                  </a:cubicBezTo>
                  <a:cubicBezTo>
                    <a:pt x="176" y="822"/>
                    <a:pt x="179" y="836"/>
                    <a:pt x="193" y="850"/>
                  </a:cubicBezTo>
                  <a:lnTo>
                    <a:pt x="369" y="1082"/>
                  </a:lnTo>
                  <a:close/>
                  <a:moveTo>
                    <a:pt x="1926" y="1206"/>
                  </a:moveTo>
                  <a:cubicBezTo>
                    <a:pt x="1738" y="1220"/>
                    <a:pt x="1738" y="1220"/>
                    <a:pt x="1738" y="1220"/>
                  </a:cubicBezTo>
                  <a:cubicBezTo>
                    <a:pt x="1716" y="1222"/>
                    <a:pt x="1702" y="1206"/>
                    <a:pt x="1700" y="1187"/>
                  </a:cubicBezTo>
                  <a:cubicBezTo>
                    <a:pt x="1694" y="1132"/>
                    <a:pt x="1694" y="1132"/>
                    <a:pt x="1694" y="1132"/>
                  </a:cubicBezTo>
                  <a:cubicBezTo>
                    <a:pt x="1689" y="1068"/>
                    <a:pt x="1689" y="1068"/>
                    <a:pt x="1689" y="1068"/>
                  </a:cubicBezTo>
                  <a:cubicBezTo>
                    <a:pt x="695" y="1145"/>
                    <a:pt x="695" y="1145"/>
                    <a:pt x="695" y="1145"/>
                  </a:cubicBezTo>
                  <a:cubicBezTo>
                    <a:pt x="698" y="1178"/>
                    <a:pt x="698" y="1178"/>
                    <a:pt x="698" y="1178"/>
                  </a:cubicBezTo>
                  <a:cubicBezTo>
                    <a:pt x="700" y="1214"/>
                    <a:pt x="681" y="1220"/>
                    <a:pt x="656" y="1220"/>
                  </a:cubicBezTo>
                  <a:cubicBezTo>
                    <a:pt x="388" y="1220"/>
                    <a:pt x="388" y="1220"/>
                    <a:pt x="388" y="1220"/>
                  </a:cubicBezTo>
                  <a:cubicBezTo>
                    <a:pt x="372" y="1220"/>
                    <a:pt x="361" y="1205"/>
                    <a:pt x="361" y="1189"/>
                  </a:cubicBezTo>
                  <a:cubicBezTo>
                    <a:pt x="361" y="1173"/>
                    <a:pt x="372" y="1162"/>
                    <a:pt x="388" y="1162"/>
                  </a:cubicBezTo>
                  <a:cubicBezTo>
                    <a:pt x="433" y="1162"/>
                    <a:pt x="433" y="1162"/>
                    <a:pt x="433" y="1162"/>
                  </a:cubicBezTo>
                  <a:cubicBezTo>
                    <a:pt x="405" y="806"/>
                    <a:pt x="405" y="806"/>
                    <a:pt x="405" y="806"/>
                  </a:cubicBezTo>
                  <a:cubicBezTo>
                    <a:pt x="402" y="762"/>
                    <a:pt x="405" y="726"/>
                    <a:pt x="425" y="676"/>
                  </a:cubicBezTo>
                  <a:cubicBezTo>
                    <a:pt x="621" y="171"/>
                    <a:pt x="621" y="171"/>
                    <a:pt x="621" y="171"/>
                  </a:cubicBezTo>
                  <a:cubicBezTo>
                    <a:pt x="643" y="113"/>
                    <a:pt x="712" y="61"/>
                    <a:pt x="775" y="55"/>
                  </a:cubicBezTo>
                  <a:cubicBezTo>
                    <a:pt x="1438" y="5"/>
                    <a:pt x="1438" y="5"/>
                    <a:pt x="1438" y="5"/>
                  </a:cubicBezTo>
                  <a:cubicBezTo>
                    <a:pt x="1502" y="0"/>
                    <a:pt x="1579" y="42"/>
                    <a:pt x="1612" y="102"/>
                  </a:cubicBezTo>
                  <a:cubicBezTo>
                    <a:pt x="1883" y="568"/>
                    <a:pt x="1883" y="568"/>
                    <a:pt x="1883" y="568"/>
                  </a:cubicBezTo>
                  <a:cubicBezTo>
                    <a:pt x="1908" y="613"/>
                    <a:pt x="1919" y="648"/>
                    <a:pt x="1922" y="693"/>
                  </a:cubicBezTo>
                  <a:cubicBezTo>
                    <a:pt x="1954" y="1112"/>
                    <a:pt x="1954" y="1112"/>
                    <a:pt x="1954" y="1112"/>
                  </a:cubicBezTo>
                  <a:cubicBezTo>
                    <a:pt x="1960" y="1167"/>
                    <a:pt x="1960" y="1167"/>
                    <a:pt x="1960" y="1167"/>
                  </a:cubicBezTo>
                  <a:cubicBezTo>
                    <a:pt x="1962" y="1187"/>
                    <a:pt x="1946" y="1203"/>
                    <a:pt x="1926" y="1206"/>
                  </a:cubicBezTo>
                  <a:close/>
                  <a:moveTo>
                    <a:pt x="610" y="646"/>
                  </a:moveTo>
                  <a:cubicBezTo>
                    <a:pt x="1700" y="560"/>
                    <a:pt x="1700" y="560"/>
                    <a:pt x="1700" y="560"/>
                  </a:cubicBezTo>
                  <a:cubicBezTo>
                    <a:pt x="1515" y="237"/>
                    <a:pt x="1515" y="237"/>
                    <a:pt x="1515" y="237"/>
                  </a:cubicBezTo>
                  <a:cubicBezTo>
                    <a:pt x="1482" y="182"/>
                    <a:pt x="1454" y="165"/>
                    <a:pt x="1402" y="165"/>
                  </a:cubicBezTo>
                  <a:cubicBezTo>
                    <a:pt x="1394" y="165"/>
                    <a:pt x="1385" y="165"/>
                    <a:pt x="1379" y="168"/>
                  </a:cubicBezTo>
                  <a:cubicBezTo>
                    <a:pt x="864" y="207"/>
                    <a:pt x="864" y="207"/>
                    <a:pt x="864" y="207"/>
                  </a:cubicBezTo>
                  <a:cubicBezTo>
                    <a:pt x="794" y="209"/>
                    <a:pt x="770" y="229"/>
                    <a:pt x="742" y="298"/>
                  </a:cubicBezTo>
                  <a:lnTo>
                    <a:pt x="610" y="646"/>
                  </a:lnTo>
                  <a:close/>
                  <a:moveTo>
                    <a:pt x="778" y="877"/>
                  </a:moveTo>
                  <a:cubicBezTo>
                    <a:pt x="772" y="814"/>
                    <a:pt x="714" y="764"/>
                    <a:pt x="651" y="770"/>
                  </a:cubicBezTo>
                  <a:cubicBezTo>
                    <a:pt x="585" y="772"/>
                    <a:pt x="538" y="830"/>
                    <a:pt x="546" y="897"/>
                  </a:cubicBezTo>
                  <a:cubicBezTo>
                    <a:pt x="551" y="960"/>
                    <a:pt x="607" y="1010"/>
                    <a:pt x="670" y="1005"/>
                  </a:cubicBezTo>
                  <a:cubicBezTo>
                    <a:pt x="734" y="999"/>
                    <a:pt x="783" y="941"/>
                    <a:pt x="778" y="877"/>
                  </a:cubicBezTo>
                  <a:close/>
                  <a:moveTo>
                    <a:pt x="1799" y="797"/>
                  </a:moveTo>
                  <a:cubicBezTo>
                    <a:pt x="1794" y="733"/>
                    <a:pt x="1736" y="684"/>
                    <a:pt x="1672" y="689"/>
                  </a:cubicBezTo>
                  <a:cubicBezTo>
                    <a:pt x="1609" y="695"/>
                    <a:pt x="1562" y="753"/>
                    <a:pt x="1567" y="816"/>
                  </a:cubicBezTo>
                  <a:cubicBezTo>
                    <a:pt x="1573" y="880"/>
                    <a:pt x="1628" y="930"/>
                    <a:pt x="1691" y="924"/>
                  </a:cubicBezTo>
                  <a:cubicBezTo>
                    <a:pt x="1755" y="919"/>
                    <a:pt x="1805" y="861"/>
                    <a:pt x="1799" y="797"/>
                  </a:cubicBezTo>
                  <a:close/>
                  <a:moveTo>
                    <a:pt x="82" y="847"/>
                  </a:moveTo>
                  <a:cubicBezTo>
                    <a:pt x="77" y="847"/>
                    <a:pt x="71" y="850"/>
                    <a:pt x="66" y="855"/>
                  </a:cubicBezTo>
                  <a:cubicBezTo>
                    <a:pt x="33" y="888"/>
                    <a:pt x="33" y="888"/>
                    <a:pt x="33" y="888"/>
                  </a:cubicBezTo>
                  <a:cubicBezTo>
                    <a:pt x="18" y="902"/>
                    <a:pt x="25" y="918"/>
                    <a:pt x="47" y="935"/>
                  </a:cubicBezTo>
                  <a:cubicBezTo>
                    <a:pt x="333" y="1157"/>
                    <a:pt x="333" y="1157"/>
                    <a:pt x="333" y="1157"/>
                  </a:cubicBezTo>
                  <a:cubicBezTo>
                    <a:pt x="112" y="870"/>
                    <a:pt x="112" y="870"/>
                    <a:pt x="112" y="870"/>
                  </a:cubicBezTo>
                  <a:cubicBezTo>
                    <a:pt x="102" y="855"/>
                    <a:pt x="93" y="847"/>
                    <a:pt x="82" y="847"/>
                  </a:cubicBezTo>
                  <a:close/>
                  <a:moveTo>
                    <a:pt x="82" y="847"/>
                  </a:moveTo>
                  <a:cubicBezTo>
                    <a:pt x="82" y="847"/>
                    <a:pt x="82" y="847"/>
                    <a:pt x="82" y="847"/>
                  </a:cubicBezTo>
                </a:path>
              </a:pathLst>
            </a:custGeom>
            <a:solidFill>
              <a:schemeClr val="bg1"/>
            </a:solidFill>
            <a:ln>
              <a:noFill/>
            </a:ln>
          </p:spPr>
          <p:txBody>
            <a:bodyPr anchor="ctr"/>
            <a:lstStyle/>
            <a:p>
              <a:pPr algn="ctr"/>
              <a:endParaRPr sz="2531">
                <a:latin typeface="Agency FB" panose="020B0503020202020204" pitchFamily="34" charset="0"/>
              </a:endParaRPr>
            </a:p>
          </p:txBody>
        </p:sp>
      </p:grpSp>
      <p:grpSp>
        <p:nvGrpSpPr>
          <p:cNvPr id="5" name="Group 2"/>
          <p:cNvGrpSpPr/>
          <p:nvPr/>
        </p:nvGrpSpPr>
        <p:grpSpPr>
          <a:xfrm>
            <a:off x="8543483" y="1857907"/>
            <a:ext cx="3015717" cy="4225669"/>
            <a:chOff x="8253648" y="1557908"/>
            <a:chExt cx="3077827" cy="4312699"/>
          </a:xfrm>
        </p:grpSpPr>
        <p:sp>
          <p:nvSpPr>
            <p:cNvPr id="6" name="ïşḻïďê-Rectangle 17"/>
            <p:cNvSpPr/>
            <p:nvPr/>
          </p:nvSpPr>
          <p:spPr>
            <a:xfrm>
              <a:off x="8253649" y="1557908"/>
              <a:ext cx="3077826" cy="4312699"/>
            </a:xfrm>
            <a:prstGeom prst="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tIns="1898333" anchor="t" anchorCtr="1">
              <a:normAutofit/>
            </a:bodyPr>
            <a:lstStyle/>
            <a:p>
              <a:pPr algn="ctr">
                <a:lnSpc>
                  <a:spcPct val="120000"/>
                </a:lnSpc>
              </a:pPr>
              <a:endParaRPr lang="zh-CN" altLang="en-US" sz="1687" dirty="0">
                <a:solidFill>
                  <a:schemeClr val="dk1">
                    <a:lumMod val="100000"/>
                  </a:schemeClr>
                </a:solidFill>
                <a:latin typeface="Agency FB" panose="020B0503020202020204" pitchFamily="34" charset="0"/>
              </a:endParaRPr>
            </a:p>
          </p:txBody>
        </p:sp>
        <p:sp>
          <p:nvSpPr>
            <p:cNvPr id="7" name="ïşḻïďê-Right Triangle 18"/>
            <p:cNvSpPr/>
            <p:nvPr/>
          </p:nvSpPr>
          <p:spPr>
            <a:xfrm rot="5400000">
              <a:off x="8253648" y="1557908"/>
              <a:ext cx="1198892" cy="1198892"/>
            </a:xfrm>
            <a:prstGeom prst="rtTriangle">
              <a:avLst/>
            </a:prstGeom>
            <a:solidFill>
              <a:schemeClr val="accent3"/>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8" name="ïşḻïďê-Right Triangle 19"/>
            <p:cNvSpPr/>
            <p:nvPr/>
          </p:nvSpPr>
          <p:spPr>
            <a:xfrm rot="16200000">
              <a:off x="10038313" y="4577445"/>
              <a:ext cx="1293162" cy="1293162"/>
            </a:xfrm>
            <a:prstGeom prst="rtTriangle">
              <a:avLst/>
            </a:prstGeom>
            <a:solidFill>
              <a:schemeClr val="accent3"/>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sz="2531">
                <a:latin typeface="Agency FB" panose="020B0503020202020204" pitchFamily="34" charset="0"/>
              </a:endParaRPr>
            </a:p>
          </p:txBody>
        </p:sp>
        <p:sp>
          <p:nvSpPr>
            <p:cNvPr id="10" name="ïşḻïďê-TextBox 27"/>
            <p:cNvSpPr txBox="1"/>
            <p:nvPr/>
          </p:nvSpPr>
          <p:spPr>
            <a:xfrm rot="18969360">
              <a:off x="8405276" y="1729162"/>
              <a:ext cx="470000" cy="400110"/>
            </a:xfrm>
            <a:prstGeom prst="rect">
              <a:avLst/>
            </a:prstGeom>
            <a:noFill/>
          </p:spPr>
          <p:txBody>
            <a:bodyPr wrap="none">
              <a:normAutofit fontScale="92500" lnSpcReduction="20000"/>
            </a:bodyPr>
            <a:lstStyle/>
            <a:p>
              <a:pPr algn="ctr"/>
              <a:r>
                <a:rPr lang="en-US" altLang="zh-CN" sz="2531" b="1">
                  <a:solidFill>
                    <a:schemeClr val="bg1"/>
                  </a:solidFill>
                  <a:latin typeface="Agency FB" panose="020B0503020202020204" pitchFamily="34" charset="0"/>
                </a:rPr>
                <a:t>03</a:t>
              </a:r>
            </a:p>
          </p:txBody>
        </p:sp>
        <p:sp>
          <p:nvSpPr>
            <p:cNvPr id="11" name="ïşḻïďê-Freeform: Shape 30"/>
            <p:cNvSpPr>
              <a:spLocks noChangeAspect="1"/>
            </p:cNvSpPr>
            <p:nvPr/>
          </p:nvSpPr>
          <p:spPr bwMode="auto">
            <a:xfrm>
              <a:off x="10713445" y="5224559"/>
              <a:ext cx="460464" cy="529992"/>
            </a:xfrm>
            <a:custGeom>
              <a:avLst/>
              <a:gdLst>
                <a:gd name="T0" fmla="*/ 1922 w 1958"/>
                <a:gd name="T1" fmla="*/ 1423 h 2254"/>
                <a:gd name="T2" fmla="*/ 1619 w 1958"/>
                <a:gd name="T3" fmla="*/ 791 h 2254"/>
                <a:gd name="T4" fmla="*/ 1541 w 1958"/>
                <a:gd name="T5" fmla="*/ 706 h 2254"/>
                <a:gd name="T6" fmla="*/ 1474 w 1958"/>
                <a:gd name="T7" fmla="*/ 957 h 2254"/>
                <a:gd name="T8" fmla="*/ 1482 w 1958"/>
                <a:gd name="T9" fmla="*/ 968 h 2254"/>
                <a:gd name="T10" fmla="*/ 1689 w 1958"/>
                <a:gd name="T11" fmla="*/ 1404 h 2254"/>
                <a:gd name="T12" fmla="*/ 274 w 1958"/>
                <a:gd name="T13" fmla="*/ 1404 h 2254"/>
                <a:gd name="T14" fmla="*/ 481 w 1958"/>
                <a:gd name="T15" fmla="*/ 968 h 2254"/>
                <a:gd name="T16" fmla="*/ 484 w 1958"/>
                <a:gd name="T17" fmla="*/ 957 h 2254"/>
                <a:gd name="T18" fmla="*/ 418 w 1958"/>
                <a:gd name="T19" fmla="*/ 706 h 2254"/>
                <a:gd name="T20" fmla="*/ 340 w 1958"/>
                <a:gd name="T21" fmla="*/ 791 h 2254"/>
                <a:gd name="T22" fmla="*/ 37 w 1958"/>
                <a:gd name="T23" fmla="*/ 1423 h 2254"/>
                <a:gd name="T24" fmla="*/ 0 w 1958"/>
                <a:gd name="T25" fmla="*/ 1589 h 2254"/>
                <a:gd name="T26" fmla="*/ 0 w 1958"/>
                <a:gd name="T27" fmla="*/ 2206 h 2254"/>
                <a:gd name="T28" fmla="*/ 48 w 1958"/>
                <a:gd name="T29" fmla="*/ 2254 h 2254"/>
                <a:gd name="T30" fmla="*/ 292 w 1958"/>
                <a:gd name="T31" fmla="*/ 2254 h 2254"/>
                <a:gd name="T32" fmla="*/ 336 w 1958"/>
                <a:gd name="T33" fmla="*/ 2206 h 2254"/>
                <a:gd name="T34" fmla="*/ 336 w 1958"/>
                <a:gd name="T35" fmla="*/ 2051 h 2254"/>
                <a:gd name="T36" fmla="*/ 1622 w 1958"/>
                <a:gd name="T37" fmla="*/ 2051 h 2254"/>
                <a:gd name="T38" fmla="*/ 1622 w 1958"/>
                <a:gd name="T39" fmla="*/ 2206 h 2254"/>
                <a:gd name="T40" fmla="*/ 1666 w 1958"/>
                <a:gd name="T41" fmla="*/ 2254 h 2254"/>
                <a:gd name="T42" fmla="*/ 1910 w 1958"/>
                <a:gd name="T43" fmla="*/ 2254 h 2254"/>
                <a:gd name="T44" fmla="*/ 1958 w 1958"/>
                <a:gd name="T45" fmla="*/ 2206 h 2254"/>
                <a:gd name="T46" fmla="*/ 1958 w 1958"/>
                <a:gd name="T47" fmla="*/ 1585 h 2254"/>
                <a:gd name="T48" fmla="*/ 1922 w 1958"/>
                <a:gd name="T49" fmla="*/ 1423 h 2254"/>
                <a:gd name="T50" fmla="*/ 318 w 1958"/>
                <a:gd name="T51" fmla="*/ 1866 h 2254"/>
                <a:gd name="T52" fmla="*/ 166 w 1958"/>
                <a:gd name="T53" fmla="*/ 1714 h 2254"/>
                <a:gd name="T54" fmla="*/ 318 w 1958"/>
                <a:gd name="T55" fmla="*/ 1563 h 2254"/>
                <a:gd name="T56" fmla="*/ 470 w 1958"/>
                <a:gd name="T57" fmla="*/ 1714 h 2254"/>
                <a:gd name="T58" fmla="*/ 318 w 1958"/>
                <a:gd name="T59" fmla="*/ 1866 h 2254"/>
                <a:gd name="T60" fmla="*/ 1640 w 1958"/>
                <a:gd name="T61" fmla="*/ 1866 h 2254"/>
                <a:gd name="T62" fmla="*/ 1489 w 1958"/>
                <a:gd name="T63" fmla="*/ 1714 h 2254"/>
                <a:gd name="T64" fmla="*/ 1640 w 1958"/>
                <a:gd name="T65" fmla="*/ 1563 h 2254"/>
                <a:gd name="T66" fmla="*/ 1792 w 1958"/>
                <a:gd name="T67" fmla="*/ 1714 h 2254"/>
                <a:gd name="T68" fmla="*/ 1640 w 1958"/>
                <a:gd name="T69" fmla="*/ 1866 h 2254"/>
                <a:gd name="T70" fmla="*/ 488 w 1958"/>
                <a:gd name="T71" fmla="*/ 684 h 2254"/>
                <a:gd name="T72" fmla="*/ 676 w 1958"/>
                <a:gd name="T73" fmla="*/ 303 h 2254"/>
                <a:gd name="T74" fmla="*/ 709 w 1958"/>
                <a:gd name="T75" fmla="*/ 314 h 2254"/>
                <a:gd name="T76" fmla="*/ 820 w 1958"/>
                <a:gd name="T77" fmla="*/ 717 h 2254"/>
                <a:gd name="T78" fmla="*/ 776 w 1958"/>
                <a:gd name="T79" fmla="*/ 410 h 2254"/>
                <a:gd name="T80" fmla="*/ 987 w 1958"/>
                <a:gd name="T81" fmla="*/ 15 h 2254"/>
                <a:gd name="T82" fmla="*/ 1016 w 1958"/>
                <a:gd name="T83" fmla="*/ 4 h 2254"/>
                <a:gd name="T84" fmla="*/ 1027 w 1958"/>
                <a:gd name="T85" fmla="*/ 23 h 2254"/>
                <a:gd name="T86" fmla="*/ 1009 w 1958"/>
                <a:gd name="T87" fmla="*/ 119 h 2254"/>
                <a:gd name="T88" fmla="*/ 1086 w 1958"/>
                <a:gd name="T89" fmla="*/ 492 h 2254"/>
                <a:gd name="T90" fmla="*/ 1231 w 1958"/>
                <a:gd name="T91" fmla="*/ 307 h 2254"/>
                <a:gd name="T92" fmla="*/ 1275 w 1958"/>
                <a:gd name="T93" fmla="*/ 300 h 2254"/>
                <a:gd name="T94" fmla="*/ 1474 w 1958"/>
                <a:gd name="T95" fmla="*/ 695 h 2254"/>
                <a:gd name="T96" fmla="*/ 987 w 1958"/>
                <a:gd name="T97" fmla="*/ 1187 h 2254"/>
                <a:gd name="T98" fmla="*/ 488 w 1958"/>
                <a:gd name="T99" fmla="*/ 684 h 2254"/>
                <a:gd name="T100" fmla="*/ 488 w 1958"/>
                <a:gd name="T101" fmla="*/ 684 h 2254"/>
                <a:gd name="T102" fmla="*/ 488 w 1958"/>
                <a:gd name="T103" fmla="*/ 684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58" h="2254">
                  <a:moveTo>
                    <a:pt x="1922" y="1423"/>
                  </a:moveTo>
                  <a:cubicBezTo>
                    <a:pt x="1619" y="791"/>
                    <a:pt x="1619" y="791"/>
                    <a:pt x="1619" y="791"/>
                  </a:cubicBezTo>
                  <a:cubicBezTo>
                    <a:pt x="1604" y="758"/>
                    <a:pt x="1574" y="728"/>
                    <a:pt x="1541" y="706"/>
                  </a:cubicBezTo>
                  <a:cubicBezTo>
                    <a:pt x="1537" y="794"/>
                    <a:pt x="1515" y="879"/>
                    <a:pt x="1474" y="957"/>
                  </a:cubicBezTo>
                  <a:cubicBezTo>
                    <a:pt x="1478" y="960"/>
                    <a:pt x="1478" y="964"/>
                    <a:pt x="1482" y="968"/>
                  </a:cubicBezTo>
                  <a:cubicBezTo>
                    <a:pt x="1689" y="1404"/>
                    <a:pt x="1689" y="1404"/>
                    <a:pt x="1689" y="1404"/>
                  </a:cubicBezTo>
                  <a:cubicBezTo>
                    <a:pt x="274" y="1404"/>
                    <a:pt x="274" y="1404"/>
                    <a:pt x="274" y="1404"/>
                  </a:cubicBezTo>
                  <a:cubicBezTo>
                    <a:pt x="481" y="968"/>
                    <a:pt x="481" y="968"/>
                    <a:pt x="481" y="968"/>
                  </a:cubicBezTo>
                  <a:cubicBezTo>
                    <a:pt x="481" y="964"/>
                    <a:pt x="484" y="960"/>
                    <a:pt x="484" y="957"/>
                  </a:cubicBezTo>
                  <a:cubicBezTo>
                    <a:pt x="444" y="883"/>
                    <a:pt x="418" y="798"/>
                    <a:pt x="418" y="706"/>
                  </a:cubicBezTo>
                  <a:cubicBezTo>
                    <a:pt x="384" y="728"/>
                    <a:pt x="358" y="758"/>
                    <a:pt x="340" y="791"/>
                  </a:cubicBezTo>
                  <a:cubicBezTo>
                    <a:pt x="37" y="1423"/>
                    <a:pt x="37" y="1423"/>
                    <a:pt x="37" y="1423"/>
                  </a:cubicBezTo>
                  <a:cubicBezTo>
                    <a:pt x="7" y="1486"/>
                    <a:pt x="0" y="1530"/>
                    <a:pt x="0" y="1589"/>
                  </a:cubicBezTo>
                  <a:cubicBezTo>
                    <a:pt x="0" y="2206"/>
                    <a:pt x="0" y="2206"/>
                    <a:pt x="0" y="2206"/>
                  </a:cubicBezTo>
                  <a:cubicBezTo>
                    <a:pt x="0" y="2232"/>
                    <a:pt x="22" y="2254"/>
                    <a:pt x="48" y="2254"/>
                  </a:cubicBezTo>
                  <a:cubicBezTo>
                    <a:pt x="292" y="2254"/>
                    <a:pt x="292" y="2254"/>
                    <a:pt x="292" y="2254"/>
                  </a:cubicBezTo>
                  <a:cubicBezTo>
                    <a:pt x="318" y="2254"/>
                    <a:pt x="336" y="2232"/>
                    <a:pt x="336" y="2206"/>
                  </a:cubicBezTo>
                  <a:cubicBezTo>
                    <a:pt x="336" y="2051"/>
                    <a:pt x="336" y="2051"/>
                    <a:pt x="336" y="2051"/>
                  </a:cubicBezTo>
                  <a:cubicBezTo>
                    <a:pt x="1622" y="2051"/>
                    <a:pt x="1622" y="2051"/>
                    <a:pt x="1622" y="2051"/>
                  </a:cubicBezTo>
                  <a:cubicBezTo>
                    <a:pt x="1622" y="2206"/>
                    <a:pt x="1622" y="2206"/>
                    <a:pt x="1622" y="2206"/>
                  </a:cubicBezTo>
                  <a:cubicBezTo>
                    <a:pt x="1622" y="2232"/>
                    <a:pt x="1641" y="2254"/>
                    <a:pt x="1666" y="2254"/>
                  </a:cubicBezTo>
                  <a:cubicBezTo>
                    <a:pt x="1910" y="2254"/>
                    <a:pt x="1910" y="2254"/>
                    <a:pt x="1910" y="2254"/>
                  </a:cubicBezTo>
                  <a:cubicBezTo>
                    <a:pt x="1936" y="2254"/>
                    <a:pt x="1958" y="2232"/>
                    <a:pt x="1958" y="2206"/>
                  </a:cubicBezTo>
                  <a:cubicBezTo>
                    <a:pt x="1958" y="1585"/>
                    <a:pt x="1958" y="1585"/>
                    <a:pt x="1958" y="1585"/>
                  </a:cubicBezTo>
                  <a:cubicBezTo>
                    <a:pt x="1958" y="1530"/>
                    <a:pt x="1951" y="1482"/>
                    <a:pt x="1922" y="1423"/>
                  </a:cubicBezTo>
                  <a:close/>
                  <a:moveTo>
                    <a:pt x="318" y="1866"/>
                  </a:moveTo>
                  <a:cubicBezTo>
                    <a:pt x="233" y="1866"/>
                    <a:pt x="166" y="1796"/>
                    <a:pt x="166" y="1714"/>
                  </a:cubicBezTo>
                  <a:cubicBezTo>
                    <a:pt x="166" y="1629"/>
                    <a:pt x="233" y="1563"/>
                    <a:pt x="318" y="1563"/>
                  </a:cubicBezTo>
                  <a:cubicBezTo>
                    <a:pt x="403" y="1563"/>
                    <a:pt x="470" y="1629"/>
                    <a:pt x="470" y="1714"/>
                  </a:cubicBezTo>
                  <a:cubicBezTo>
                    <a:pt x="469" y="1799"/>
                    <a:pt x="399" y="1866"/>
                    <a:pt x="318" y="1866"/>
                  </a:cubicBezTo>
                  <a:close/>
                  <a:moveTo>
                    <a:pt x="1640" y="1866"/>
                  </a:moveTo>
                  <a:cubicBezTo>
                    <a:pt x="1555" y="1866"/>
                    <a:pt x="1489" y="1796"/>
                    <a:pt x="1489" y="1714"/>
                  </a:cubicBezTo>
                  <a:cubicBezTo>
                    <a:pt x="1489" y="1629"/>
                    <a:pt x="1555" y="1563"/>
                    <a:pt x="1640" y="1563"/>
                  </a:cubicBezTo>
                  <a:cubicBezTo>
                    <a:pt x="1725" y="1563"/>
                    <a:pt x="1792" y="1629"/>
                    <a:pt x="1792" y="1714"/>
                  </a:cubicBezTo>
                  <a:cubicBezTo>
                    <a:pt x="1792" y="1799"/>
                    <a:pt x="1725" y="1866"/>
                    <a:pt x="1640" y="1866"/>
                  </a:cubicBezTo>
                  <a:close/>
                  <a:moveTo>
                    <a:pt x="488" y="684"/>
                  </a:moveTo>
                  <a:cubicBezTo>
                    <a:pt x="488" y="529"/>
                    <a:pt x="561" y="392"/>
                    <a:pt x="676" y="303"/>
                  </a:cubicBezTo>
                  <a:cubicBezTo>
                    <a:pt x="702" y="285"/>
                    <a:pt x="716" y="303"/>
                    <a:pt x="709" y="314"/>
                  </a:cubicBezTo>
                  <a:cubicBezTo>
                    <a:pt x="632" y="499"/>
                    <a:pt x="687" y="680"/>
                    <a:pt x="820" y="717"/>
                  </a:cubicBezTo>
                  <a:cubicBezTo>
                    <a:pt x="780" y="624"/>
                    <a:pt x="765" y="518"/>
                    <a:pt x="776" y="410"/>
                  </a:cubicBezTo>
                  <a:cubicBezTo>
                    <a:pt x="795" y="252"/>
                    <a:pt x="872" y="111"/>
                    <a:pt x="987" y="15"/>
                  </a:cubicBezTo>
                  <a:cubicBezTo>
                    <a:pt x="998" y="4"/>
                    <a:pt x="1009" y="0"/>
                    <a:pt x="1016" y="4"/>
                  </a:cubicBezTo>
                  <a:cubicBezTo>
                    <a:pt x="1024" y="4"/>
                    <a:pt x="1031" y="11"/>
                    <a:pt x="1027" y="23"/>
                  </a:cubicBezTo>
                  <a:cubicBezTo>
                    <a:pt x="1020" y="52"/>
                    <a:pt x="1013" y="85"/>
                    <a:pt x="1009" y="119"/>
                  </a:cubicBezTo>
                  <a:cubicBezTo>
                    <a:pt x="994" y="251"/>
                    <a:pt x="1023" y="381"/>
                    <a:pt x="1086" y="492"/>
                  </a:cubicBezTo>
                  <a:cubicBezTo>
                    <a:pt x="1179" y="492"/>
                    <a:pt x="1219" y="381"/>
                    <a:pt x="1231" y="307"/>
                  </a:cubicBezTo>
                  <a:cubicBezTo>
                    <a:pt x="1231" y="288"/>
                    <a:pt x="1245" y="278"/>
                    <a:pt x="1275" y="300"/>
                  </a:cubicBezTo>
                  <a:cubicBezTo>
                    <a:pt x="1397" y="388"/>
                    <a:pt x="1474" y="533"/>
                    <a:pt x="1474" y="695"/>
                  </a:cubicBezTo>
                  <a:cubicBezTo>
                    <a:pt x="1474" y="965"/>
                    <a:pt x="1256" y="1187"/>
                    <a:pt x="987" y="1187"/>
                  </a:cubicBezTo>
                  <a:cubicBezTo>
                    <a:pt x="717" y="1187"/>
                    <a:pt x="488" y="953"/>
                    <a:pt x="488" y="684"/>
                  </a:cubicBezTo>
                  <a:close/>
                  <a:moveTo>
                    <a:pt x="488" y="684"/>
                  </a:moveTo>
                  <a:cubicBezTo>
                    <a:pt x="488" y="684"/>
                    <a:pt x="488" y="684"/>
                    <a:pt x="488" y="684"/>
                  </a:cubicBezTo>
                </a:path>
              </a:pathLst>
            </a:custGeom>
            <a:solidFill>
              <a:schemeClr val="bg1"/>
            </a:solidFill>
            <a:ln>
              <a:noFill/>
            </a:ln>
          </p:spPr>
          <p:txBody>
            <a:bodyPr anchor="ctr"/>
            <a:lstStyle/>
            <a:p>
              <a:pPr algn="ctr"/>
              <a:endParaRPr sz="2531">
                <a:latin typeface="Agency FB" panose="020B0503020202020204" pitchFamily="34" charset="0"/>
              </a:endParaRPr>
            </a:p>
          </p:txBody>
        </p:sp>
      </p:grpSp>
      <p:cxnSp>
        <p:nvCxnSpPr>
          <p:cNvPr id="24" name="直接连接符 23"/>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6" name="文本框 25"/>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27" name="文本框 26"/>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28" name="组合 27"/>
          <p:cNvGrpSpPr/>
          <p:nvPr/>
        </p:nvGrpSpPr>
        <p:grpSpPr>
          <a:xfrm>
            <a:off x="1708281" y="2842237"/>
            <a:ext cx="2198257" cy="2098417"/>
            <a:chOff x="2677265" y="1996356"/>
            <a:chExt cx="2084388" cy="1989719"/>
          </a:xfrm>
        </p:grpSpPr>
        <p:sp>
          <p:nvSpPr>
            <p:cNvPr id="29" name="矩形 28"/>
            <p:cNvSpPr/>
            <p:nvPr/>
          </p:nvSpPr>
          <p:spPr>
            <a:xfrm>
              <a:off x="2677265" y="2346820"/>
              <a:ext cx="2084388" cy="1639255"/>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a:t>
              </a:r>
            </a:p>
          </p:txBody>
        </p:sp>
        <p:sp>
          <p:nvSpPr>
            <p:cNvPr id="30" name="矩形 29"/>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1" name="组合 30"/>
          <p:cNvGrpSpPr/>
          <p:nvPr/>
        </p:nvGrpSpPr>
        <p:grpSpPr>
          <a:xfrm>
            <a:off x="5395275" y="2842237"/>
            <a:ext cx="2198257" cy="2098417"/>
            <a:chOff x="2677265" y="1996356"/>
            <a:chExt cx="2084388" cy="1989719"/>
          </a:xfrm>
        </p:grpSpPr>
        <p:sp>
          <p:nvSpPr>
            <p:cNvPr id="32" name="矩形 31"/>
            <p:cNvSpPr/>
            <p:nvPr/>
          </p:nvSpPr>
          <p:spPr>
            <a:xfrm>
              <a:off x="2677265" y="2346820"/>
              <a:ext cx="2084388" cy="1639255"/>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a:t>
              </a:r>
            </a:p>
          </p:txBody>
        </p:sp>
        <p:sp>
          <p:nvSpPr>
            <p:cNvPr id="33" name="矩形 32"/>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4" name="组合 33"/>
          <p:cNvGrpSpPr/>
          <p:nvPr/>
        </p:nvGrpSpPr>
        <p:grpSpPr>
          <a:xfrm>
            <a:off x="8952213" y="2842237"/>
            <a:ext cx="2198257" cy="2098417"/>
            <a:chOff x="2677265" y="1996356"/>
            <a:chExt cx="2084388" cy="1989719"/>
          </a:xfrm>
        </p:grpSpPr>
        <p:sp>
          <p:nvSpPr>
            <p:cNvPr id="35" name="矩形 34"/>
            <p:cNvSpPr/>
            <p:nvPr/>
          </p:nvSpPr>
          <p:spPr>
            <a:xfrm>
              <a:off x="2677265" y="2346820"/>
              <a:ext cx="2084388" cy="1639255"/>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266" dirty="0">
                  <a:solidFill>
                    <a:schemeClr val="tx1">
                      <a:lumMod val="50000"/>
                      <a:lumOff val="50000"/>
                    </a:schemeClr>
                  </a:solidFill>
                </a:rPr>
                <a:t>Microsoft Office PowerPoint</a:t>
              </a:r>
              <a:r>
                <a:rPr lang="zh-CN" altLang="en-US" sz="1266" dirty="0">
                  <a:solidFill>
                    <a:schemeClr val="tx1">
                      <a:lumMod val="50000"/>
                      <a:lumOff val="50000"/>
                    </a:schemeClr>
                  </a:solidFill>
                </a:rPr>
                <a:t>不仅可以创建演示文稿</a:t>
              </a:r>
            </a:p>
          </p:txBody>
        </p:sp>
        <p:sp>
          <p:nvSpPr>
            <p:cNvPr id="36" name="矩形 35"/>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231041177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fade">
                                      <p:cBhvr>
                                        <p:cTn id="12" dur="1000"/>
                                        <p:tgtEl>
                                          <p:spTgt spid="28"/>
                                        </p:tgtEl>
                                      </p:cBhvr>
                                    </p:animEffect>
                                    <p:anim calcmode="lin" valueType="num">
                                      <p:cBhvr>
                                        <p:cTn id="13" dur="1000" fill="hold"/>
                                        <p:tgtEl>
                                          <p:spTgt spid="28"/>
                                        </p:tgtEl>
                                        <p:attrNameLst>
                                          <p:attrName>ppt_x</p:attrName>
                                        </p:attrNameLst>
                                      </p:cBhvr>
                                      <p:tavLst>
                                        <p:tav tm="0">
                                          <p:val>
                                            <p:strVal val="#ppt_x"/>
                                          </p:val>
                                        </p:tav>
                                        <p:tav tm="100000">
                                          <p:val>
                                            <p:strVal val="#ppt_x"/>
                                          </p:val>
                                        </p:tav>
                                      </p:tavLst>
                                    </p:anim>
                                    <p:anim calcmode="lin" valueType="num">
                                      <p:cBhvr>
                                        <p:cTn id="14" dur="1000" fill="hold"/>
                                        <p:tgtEl>
                                          <p:spTgt spid="28"/>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42"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1000"/>
                                        <p:tgtEl>
                                          <p:spTgt spid="31"/>
                                        </p:tgtEl>
                                      </p:cBhvr>
                                    </p:animEffect>
                                    <p:anim calcmode="lin" valueType="num">
                                      <p:cBhvr>
                                        <p:cTn id="24" dur="1000" fill="hold"/>
                                        <p:tgtEl>
                                          <p:spTgt spid="31"/>
                                        </p:tgtEl>
                                        <p:attrNameLst>
                                          <p:attrName>ppt_x</p:attrName>
                                        </p:attrNameLst>
                                      </p:cBhvr>
                                      <p:tavLst>
                                        <p:tav tm="0">
                                          <p:val>
                                            <p:strVal val="#ppt_x"/>
                                          </p:val>
                                        </p:tav>
                                        <p:tav tm="100000">
                                          <p:val>
                                            <p:strVal val="#ppt_x"/>
                                          </p:val>
                                        </p:tav>
                                      </p:tavLst>
                                    </p:anim>
                                    <p:anim calcmode="lin" valueType="num">
                                      <p:cBhvr>
                                        <p:cTn id="25" dur="1000" fill="hold"/>
                                        <p:tgtEl>
                                          <p:spTgt spid="31"/>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1000"/>
                                        <p:tgtEl>
                                          <p:spTgt spid="34"/>
                                        </p:tgtEl>
                                      </p:cBhvr>
                                    </p:animEffect>
                                    <p:anim calcmode="lin" valueType="num">
                                      <p:cBhvr>
                                        <p:cTn id="35" dur="1000" fill="hold"/>
                                        <p:tgtEl>
                                          <p:spTgt spid="34"/>
                                        </p:tgtEl>
                                        <p:attrNameLst>
                                          <p:attrName>ppt_x</p:attrName>
                                        </p:attrNameLst>
                                      </p:cBhvr>
                                      <p:tavLst>
                                        <p:tav tm="0">
                                          <p:val>
                                            <p:strVal val="#ppt_x"/>
                                          </p:val>
                                        </p:tav>
                                        <p:tav tm="100000">
                                          <p:val>
                                            <p:strVal val="#ppt_x"/>
                                          </p:val>
                                        </p:tav>
                                      </p:tavLst>
                                    </p:anim>
                                    <p:anim calcmode="lin" valueType="num">
                                      <p:cBhvr>
                                        <p:cTn id="36"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îṣļîḑé-任意多边形: 形状 2">
            <a:extLst>
              <a:ext uri="{FF2B5EF4-FFF2-40B4-BE49-F238E27FC236}">
                <a16:creationId xmlns:a16="http://schemas.microsoft.com/office/drawing/2014/main" id="{637AB5F1-5E4D-419D-8790-CF23187A62D8}"/>
              </a:ext>
            </a:extLst>
          </p:cNvPr>
          <p:cNvSpPr>
            <a:spLocks/>
          </p:cNvSpPr>
          <p:nvPr/>
        </p:nvSpPr>
        <p:spPr bwMode="auto">
          <a:xfrm rot="5400000">
            <a:off x="5670695" y="1907473"/>
            <a:ext cx="1418790" cy="1334017"/>
          </a:xfrm>
          <a:custGeom>
            <a:avLst/>
            <a:gdLst>
              <a:gd name="T0" fmla="*/ 188 w 215"/>
              <a:gd name="T1" fmla="*/ 67 h 202"/>
              <a:gd name="T2" fmla="*/ 200 w 215"/>
              <a:gd name="T3" fmla="*/ 54 h 202"/>
              <a:gd name="T4" fmla="*/ 208 w 215"/>
              <a:gd name="T5" fmla="*/ 49 h 202"/>
              <a:gd name="T6" fmla="*/ 215 w 215"/>
              <a:gd name="T7" fmla="*/ 52 h 202"/>
              <a:gd name="T8" fmla="*/ 188 w 215"/>
              <a:gd name="T9" fmla="*/ 25 h 202"/>
              <a:gd name="T10" fmla="*/ 191 w 215"/>
              <a:gd name="T11" fmla="*/ 32 h 202"/>
              <a:gd name="T12" fmla="*/ 185 w 215"/>
              <a:gd name="T13" fmla="*/ 43 h 202"/>
              <a:gd name="T14" fmla="*/ 173 w 215"/>
              <a:gd name="T15" fmla="*/ 56 h 202"/>
              <a:gd name="T16" fmla="*/ 168 w 215"/>
              <a:gd name="T17" fmla="*/ 57 h 202"/>
              <a:gd name="T18" fmla="*/ 163 w 215"/>
              <a:gd name="T19" fmla="*/ 56 h 202"/>
              <a:gd name="T20" fmla="*/ 111 w 215"/>
              <a:gd name="T21" fmla="*/ 6 h 202"/>
              <a:gd name="T22" fmla="*/ 87 w 215"/>
              <a:gd name="T23" fmla="*/ 7 h 202"/>
              <a:gd name="T24" fmla="*/ 6 w 215"/>
              <a:gd name="T25" fmla="*/ 91 h 202"/>
              <a:gd name="T26" fmla="*/ 7 w 215"/>
              <a:gd name="T27" fmla="*/ 115 h 202"/>
              <a:gd name="T28" fmla="*/ 91 w 215"/>
              <a:gd name="T29" fmla="*/ 196 h 202"/>
              <a:gd name="T30" fmla="*/ 115 w 215"/>
              <a:gd name="T31" fmla="*/ 195 h 202"/>
              <a:gd name="T32" fmla="*/ 196 w 215"/>
              <a:gd name="T33" fmla="*/ 111 h 202"/>
              <a:gd name="T34" fmla="*/ 195 w 215"/>
              <a:gd name="T35" fmla="*/ 87 h 202"/>
              <a:gd name="T36" fmla="*/ 186 w 215"/>
              <a:gd name="T37" fmla="*/ 78 h 202"/>
              <a:gd name="T38" fmla="*/ 185 w 215"/>
              <a:gd name="T39" fmla="*/ 74 h 202"/>
              <a:gd name="T40" fmla="*/ 188 w 215"/>
              <a:gd name="T41"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202">
                <a:moveTo>
                  <a:pt x="188" y="67"/>
                </a:moveTo>
                <a:cubicBezTo>
                  <a:pt x="200" y="54"/>
                  <a:pt x="200" y="54"/>
                  <a:pt x="200" y="54"/>
                </a:cubicBezTo>
                <a:cubicBezTo>
                  <a:pt x="201" y="53"/>
                  <a:pt x="206" y="49"/>
                  <a:pt x="208" y="49"/>
                </a:cubicBezTo>
                <a:cubicBezTo>
                  <a:pt x="211" y="49"/>
                  <a:pt x="214" y="50"/>
                  <a:pt x="215" y="52"/>
                </a:cubicBezTo>
                <a:cubicBezTo>
                  <a:pt x="188" y="25"/>
                  <a:pt x="188" y="25"/>
                  <a:pt x="188" y="25"/>
                </a:cubicBezTo>
                <a:cubicBezTo>
                  <a:pt x="190" y="27"/>
                  <a:pt x="191" y="30"/>
                  <a:pt x="191" y="32"/>
                </a:cubicBezTo>
                <a:cubicBezTo>
                  <a:pt x="192" y="35"/>
                  <a:pt x="187" y="41"/>
                  <a:pt x="185" y="43"/>
                </a:cubicBezTo>
                <a:cubicBezTo>
                  <a:pt x="173" y="56"/>
                  <a:pt x="173" y="56"/>
                  <a:pt x="173" y="56"/>
                </a:cubicBezTo>
                <a:cubicBezTo>
                  <a:pt x="172" y="57"/>
                  <a:pt x="170" y="57"/>
                  <a:pt x="168" y="57"/>
                </a:cubicBezTo>
                <a:cubicBezTo>
                  <a:pt x="166" y="57"/>
                  <a:pt x="164" y="57"/>
                  <a:pt x="163" y="56"/>
                </a:cubicBezTo>
                <a:cubicBezTo>
                  <a:pt x="111" y="6"/>
                  <a:pt x="111" y="6"/>
                  <a:pt x="111" y="6"/>
                </a:cubicBezTo>
                <a:cubicBezTo>
                  <a:pt x="104" y="0"/>
                  <a:pt x="93" y="0"/>
                  <a:pt x="87" y="7"/>
                </a:cubicBezTo>
                <a:cubicBezTo>
                  <a:pt x="6" y="91"/>
                  <a:pt x="6" y="91"/>
                  <a:pt x="6" y="91"/>
                </a:cubicBezTo>
                <a:cubicBezTo>
                  <a:pt x="0" y="98"/>
                  <a:pt x="0" y="109"/>
                  <a:pt x="7" y="115"/>
                </a:cubicBezTo>
                <a:cubicBezTo>
                  <a:pt x="91" y="196"/>
                  <a:pt x="91" y="196"/>
                  <a:pt x="91" y="196"/>
                </a:cubicBezTo>
                <a:cubicBezTo>
                  <a:pt x="98" y="202"/>
                  <a:pt x="109" y="202"/>
                  <a:pt x="115" y="195"/>
                </a:cubicBezTo>
                <a:cubicBezTo>
                  <a:pt x="196" y="111"/>
                  <a:pt x="196" y="111"/>
                  <a:pt x="196" y="111"/>
                </a:cubicBezTo>
                <a:cubicBezTo>
                  <a:pt x="202" y="104"/>
                  <a:pt x="202" y="93"/>
                  <a:pt x="195" y="87"/>
                </a:cubicBezTo>
                <a:cubicBezTo>
                  <a:pt x="186" y="78"/>
                  <a:pt x="186" y="78"/>
                  <a:pt x="186" y="78"/>
                </a:cubicBezTo>
                <a:cubicBezTo>
                  <a:pt x="185" y="77"/>
                  <a:pt x="185" y="75"/>
                  <a:pt x="185" y="74"/>
                </a:cubicBezTo>
                <a:cubicBezTo>
                  <a:pt x="185" y="71"/>
                  <a:pt x="186" y="68"/>
                  <a:pt x="188" y="67"/>
                </a:cubicBezTo>
                <a:close/>
              </a:path>
            </a:pathLst>
          </a:custGeom>
          <a:solidFill>
            <a:schemeClr val="accent1"/>
          </a:solidFill>
          <a:ln>
            <a:noFill/>
          </a:ln>
        </p:spPr>
        <p:txBody>
          <a:bodyPr anchor="ctr"/>
          <a:lstStyle/>
          <a:p>
            <a:pPr algn="ctr"/>
            <a:endParaRPr/>
          </a:p>
        </p:txBody>
      </p:sp>
      <p:sp>
        <p:nvSpPr>
          <p:cNvPr id="14" name="îṣļîḑé-Diamond 13">
            <a:extLst>
              <a:ext uri="{FF2B5EF4-FFF2-40B4-BE49-F238E27FC236}">
                <a16:creationId xmlns:a16="http://schemas.microsoft.com/office/drawing/2014/main" id="{87552515-5341-49C5-AA30-63CF28FC93B2}"/>
              </a:ext>
            </a:extLst>
          </p:cNvPr>
          <p:cNvSpPr/>
          <p:nvPr/>
        </p:nvSpPr>
        <p:spPr>
          <a:xfrm rot="5400000">
            <a:off x="5814092" y="1964525"/>
            <a:ext cx="1125300" cy="1125299"/>
          </a:xfrm>
          <a:prstGeom prst="diamond">
            <a:avLst/>
          </a:prstGeom>
          <a:solidFill>
            <a:schemeClr val="bg1"/>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5" name="îṣļîḑé-任意多边形: 形状 4">
            <a:extLst>
              <a:ext uri="{FF2B5EF4-FFF2-40B4-BE49-F238E27FC236}">
                <a16:creationId xmlns:a16="http://schemas.microsoft.com/office/drawing/2014/main" id="{A6DF94B8-90B1-4BBD-9B4F-FE9EEC81A425}"/>
              </a:ext>
            </a:extLst>
          </p:cNvPr>
          <p:cNvSpPr>
            <a:spLocks/>
          </p:cNvSpPr>
          <p:nvPr/>
        </p:nvSpPr>
        <p:spPr bwMode="auto">
          <a:xfrm rot="5400000">
            <a:off x="5202024" y="3755633"/>
            <a:ext cx="1365691" cy="1339606"/>
          </a:xfrm>
          <a:custGeom>
            <a:avLst/>
            <a:gdLst>
              <a:gd name="T0" fmla="*/ 177 w 207"/>
              <a:gd name="T1" fmla="*/ 70 h 203"/>
              <a:gd name="T2" fmla="*/ 176 w 207"/>
              <a:gd name="T3" fmla="*/ 66 h 203"/>
              <a:gd name="T4" fmla="*/ 179 w 207"/>
              <a:gd name="T5" fmla="*/ 58 h 203"/>
              <a:gd name="T6" fmla="*/ 191 w 207"/>
              <a:gd name="T7" fmla="*/ 46 h 203"/>
              <a:gd name="T8" fmla="*/ 200 w 207"/>
              <a:gd name="T9" fmla="*/ 41 h 203"/>
              <a:gd name="T10" fmla="*/ 207 w 207"/>
              <a:gd name="T11" fmla="*/ 43 h 203"/>
              <a:gd name="T12" fmla="*/ 180 w 207"/>
              <a:gd name="T13" fmla="*/ 17 h 203"/>
              <a:gd name="T14" fmla="*/ 183 w 207"/>
              <a:gd name="T15" fmla="*/ 24 h 203"/>
              <a:gd name="T16" fmla="*/ 177 w 207"/>
              <a:gd name="T17" fmla="*/ 35 h 203"/>
              <a:gd name="T18" fmla="*/ 165 w 207"/>
              <a:gd name="T19" fmla="*/ 48 h 203"/>
              <a:gd name="T20" fmla="*/ 159 w 207"/>
              <a:gd name="T21" fmla="*/ 49 h 203"/>
              <a:gd name="T22" fmla="*/ 154 w 207"/>
              <a:gd name="T23" fmla="*/ 48 h 203"/>
              <a:gd name="T24" fmla="*/ 111 w 207"/>
              <a:gd name="T25" fmla="*/ 7 h 203"/>
              <a:gd name="T26" fmla="*/ 87 w 207"/>
              <a:gd name="T27" fmla="*/ 7 h 203"/>
              <a:gd name="T28" fmla="*/ 7 w 207"/>
              <a:gd name="T29" fmla="*/ 92 h 203"/>
              <a:gd name="T30" fmla="*/ 7 w 207"/>
              <a:gd name="T31" fmla="*/ 116 h 203"/>
              <a:gd name="T32" fmla="*/ 92 w 207"/>
              <a:gd name="T33" fmla="*/ 196 h 203"/>
              <a:gd name="T34" fmla="*/ 116 w 207"/>
              <a:gd name="T35" fmla="*/ 196 h 203"/>
              <a:gd name="T36" fmla="*/ 196 w 207"/>
              <a:gd name="T37" fmla="*/ 111 h 203"/>
              <a:gd name="T38" fmla="*/ 195 w 207"/>
              <a:gd name="T39" fmla="*/ 87 h 203"/>
              <a:gd name="T40" fmla="*/ 177 w 207"/>
              <a:gd name="T41" fmla="*/ 7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7" h="203">
                <a:moveTo>
                  <a:pt x="177" y="70"/>
                </a:moveTo>
                <a:cubicBezTo>
                  <a:pt x="177" y="69"/>
                  <a:pt x="176" y="67"/>
                  <a:pt x="176" y="66"/>
                </a:cubicBezTo>
                <a:cubicBezTo>
                  <a:pt x="176" y="63"/>
                  <a:pt x="177" y="60"/>
                  <a:pt x="179" y="58"/>
                </a:cubicBezTo>
                <a:cubicBezTo>
                  <a:pt x="191" y="46"/>
                  <a:pt x="191" y="46"/>
                  <a:pt x="191" y="46"/>
                </a:cubicBezTo>
                <a:cubicBezTo>
                  <a:pt x="193" y="45"/>
                  <a:pt x="198" y="41"/>
                  <a:pt x="200" y="41"/>
                </a:cubicBezTo>
                <a:cubicBezTo>
                  <a:pt x="203" y="41"/>
                  <a:pt x="205" y="42"/>
                  <a:pt x="207" y="43"/>
                </a:cubicBezTo>
                <a:cubicBezTo>
                  <a:pt x="180" y="17"/>
                  <a:pt x="180" y="17"/>
                  <a:pt x="180" y="17"/>
                </a:cubicBezTo>
                <a:cubicBezTo>
                  <a:pt x="182" y="19"/>
                  <a:pt x="183" y="21"/>
                  <a:pt x="183" y="24"/>
                </a:cubicBezTo>
                <a:cubicBezTo>
                  <a:pt x="183" y="27"/>
                  <a:pt x="179" y="33"/>
                  <a:pt x="177" y="35"/>
                </a:cubicBezTo>
                <a:cubicBezTo>
                  <a:pt x="165" y="48"/>
                  <a:pt x="165" y="48"/>
                  <a:pt x="165" y="48"/>
                </a:cubicBezTo>
                <a:cubicBezTo>
                  <a:pt x="163" y="49"/>
                  <a:pt x="161" y="49"/>
                  <a:pt x="159" y="49"/>
                </a:cubicBezTo>
                <a:cubicBezTo>
                  <a:pt x="157" y="49"/>
                  <a:pt x="155" y="49"/>
                  <a:pt x="154" y="48"/>
                </a:cubicBezTo>
                <a:cubicBezTo>
                  <a:pt x="111" y="7"/>
                  <a:pt x="111" y="7"/>
                  <a:pt x="111" y="7"/>
                </a:cubicBezTo>
                <a:cubicBezTo>
                  <a:pt x="105" y="0"/>
                  <a:pt x="94" y="1"/>
                  <a:pt x="87" y="7"/>
                </a:cubicBezTo>
                <a:cubicBezTo>
                  <a:pt x="7" y="92"/>
                  <a:pt x="7" y="92"/>
                  <a:pt x="7" y="92"/>
                </a:cubicBezTo>
                <a:cubicBezTo>
                  <a:pt x="0" y="98"/>
                  <a:pt x="1" y="109"/>
                  <a:pt x="7" y="116"/>
                </a:cubicBezTo>
                <a:cubicBezTo>
                  <a:pt x="92" y="196"/>
                  <a:pt x="92" y="196"/>
                  <a:pt x="92" y="196"/>
                </a:cubicBezTo>
                <a:cubicBezTo>
                  <a:pt x="98" y="203"/>
                  <a:pt x="109" y="202"/>
                  <a:pt x="116" y="196"/>
                </a:cubicBezTo>
                <a:cubicBezTo>
                  <a:pt x="196" y="111"/>
                  <a:pt x="196" y="111"/>
                  <a:pt x="196" y="111"/>
                </a:cubicBezTo>
                <a:cubicBezTo>
                  <a:pt x="203" y="105"/>
                  <a:pt x="202" y="94"/>
                  <a:pt x="195" y="87"/>
                </a:cubicBezTo>
                <a:lnTo>
                  <a:pt x="177" y="70"/>
                </a:lnTo>
                <a:close/>
              </a:path>
            </a:pathLst>
          </a:custGeom>
          <a:solidFill>
            <a:schemeClr val="accent3"/>
          </a:solidFill>
          <a:ln>
            <a:noFill/>
          </a:ln>
        </p:spPr>
        <p:txBody>
          <a:bodyPr anchor="ctr"/>
          <a:lstStyle/>
          <a:p>
            <a:pPr algn="ctr"/>
            <a:endParaRPr/>
          </a:p>
        </p:txBody>
      </p:sp>
      <p:sp>
        <p:nvSpPr>
          <p:cNvPr id="16" name="îṣļîḑé-任意多边形: 形状 5">
            <a:extLst>
              <a:ext uri="{FF2B5EF4-FFF2-40B4-BE49-F238E27FC236}">
                <a16:creationId xmlns:a16="http://schemas.microsoft.com/office/drawing/2014/main" id="{FA9D6128-234E-46A0-8889-A1C478A40F8A}"/>
              </a:ext>
            </a:extLst>
          </p:cNvPr>
          <p:cNvSpPr>
            <a:spLocks/>
          </p:cNvSpPr>
          <p:nvPr/>
        </p:nvSpPr>
        <p:spPr bwMode="auto">
          <a:xfrm rot="5400000">
            <a:off x="5899560" y="4832783"/>
            <a:ext cx="1339606" cy="1334017"/>
          </a:xfrm>
          <a:custGeom>
            <a:avLst/>
            <a:gdLst>
              <a:gd name="T0" fmla="*/ 116 w 203"/>
              <a:gd name="T1" fmla="*/ 195 h 202"/>
              <a:gd name="T2" fmla="*/ 92 w 203"/>
              <a:gd name="T3" fmla="*/ 196 h 202"/>
              <a:gd name="T4" fmla="*/ 8 w 203"/>
              <a:gd name="T5" fmla="*/ 115 h 202"/>
              <a:gd name="T6" fmla="*/ 7 w 203"/>
              <a:gd name="T7" fmla="*/ 91 h 202"/>
              <a:gd name="T8" fmla="*/ 87 w 203"/>
              <a:gd name="T9" fmla="*/ 7 h 202"/>
              <a:gd name="T10" fmla="*/ 111 w 203"/>
              <a:gd name="T11" fmla="*/ 6 h 202"/>
              <a:gd name="T12" fmla="*/ 196 w 203"/>
              <a:gd name="T13" fmla="*/ 87 h 202"/>
              <a:gd name="T14" fmla="*/ 196 w 203"/>
              <a:gd name="T15" fmla="*/ 111 h 202"/>
              <a:gd name="T16" fmla="*/ 116 w 203"/>
              <a:gd name="T17"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2">
                <a:moveTo>
                  <a:pt x="116" y="195"/>
                </a:moveTo>
                <a:cubicBezTo>
                  <a:pt x="109" y="202"/>
                  <a:pt x="98" y="202"/>
                  <a:pt x="92" y="196"/>
                </a:cubicBezTo>
                <a:cubicBezTo>
                  <a:pt x="8" y="115"/>
                  <a:pt x="8" y="115"/>
                  <a:pt x="8" y="115"/>
                </a:cubicBezTo>
                <a:cubicBezTo>
                  <a:pt x="1" y="109"/>
                  <a:pt x="0" y="98"/>
                  <a:pt x="7" y="91"/>
                </a:cubicBezTo>
                <a:cubicBezTo>
                  <a:pt x="87" y="7"/>
                  <a:pt x="87" y="7"/>
                  <a:pt x="87" y="7"/>
                </a:cubicBezTo>
                <a:cubicBezTo>
                  <a:pt x="94" y="0"/>
                  <a:pt x="105" y="0"/>
                  <a:pt x="111" y="6"/>
                </a:cubicBezTo>
                <a:cubicBezTo>
                  <a:pt x="196" y="87"/>
                  <a:pt x="196" y="87"/>
                  <a:pt x="196" y="87"/>
                </a:cubicBezTo>
                <a:cubicBezTo>
                  <a:pt x="202" y="93"/>
                  <a:pt x="203" y="104"/>
                  <a:pt x="196" y="111"/>
                </a:cubicBezTo>
                <a:lnTo>
                  <a:pt x="116" y="195"/>
                </a:lnTo>
                <a:close/>
              </a:path>
            </a:pathLst>
          </a:custGeom>
          <a:solidFill>
            <a:schemeClr val="accent4"/>
          </a:solidFill>
          <a:ln>
            <a:noFill/>
          </a:ln>
        </p:spPr>
        <p:txBody>
          <a:bodyPr anchor="ctr"/>
          <a:lstStyle/>
          <a:p>
            <a:pPr algn="ctr"/>
            <a:endParaRPr/>
          </a:p>
        </p:txBody>
      </p:sp>
      <p:sp>
        <p:nvSpPr>
          <p:cNvPr id="17" name="îṣļîḑé-任意多边形: 形状 6">
            <a:extLst>
              <a:ext uri="{FF2B5EF4-FFF2-40B4-BE49-F238E27FC236}">
                <a16:creationId xmlns:a16="http://schemas.microsoft.com/office/drawing/2014/main" id="{02DF71D3-3EFA-4340-A0AC-130C8F60101E}"/>
              </a:ext>
            </a:extLst>
          </p:cNvPr>
          <p:cNvSpPr>
            <a:spLocks/>
          </p:cNvSpPr>
          <p:nvPr/>
        </p:nvSpPr>
        <p:spPr bwMode="auto">
          <a:xfrm rot="5400000">
            <a:off x="6257965" y="2996865"/>
            <a:ext cx="1333086" cy="1438353"/>
          </a:xfrm>
          <a:custGeom>
            <a:avLst/>
            <a:gdLst>
              <a:gd name="T0" fmla="*/ 195 w 202"/>
              <a:gd name="T1" fmla="*/ 87 h 218"/>
              <a:gd name="T2" fmla="*/ 111 w 202"/>
              <a:gd name="T3" fmla="*/ 7 h 218"/>
              <a:gd name="T4" fmla="*/ 87 w 202"/>
              <a:gd name="T5" fmla="*/ 7 h 218"/>
              <a:gd name="T6" fmla="*/ 7 w 202"/>
              <a:gd name="T7" fmla="*/ 91 h 218"/>
              <a:gd name="T8" fmla="*/ 7 w 202"/>
              <a:gd name="T9" fmla="*/ 115 h 218"/>
              <a:gd name="T10" fmla="*/ 91 w 202"/>
              <a:gd name="T11" fmla="*/ 196 h 218"/>
              <a:gd name="T12" fmla="*/ 116 w 202"/>
              <a:gd name="T13" fmla="*/ 195 h 218"/>
              <a:gd name="T14" fmla="*/ 121 w 202"/>
              <a:gd name="T15" fmla="*/ 189 h 218"/>
              <a:gd name="T16" fmla="*/ 127 w 202"/>
              <a:gd name="T17" fmla="*/ 187 h 218"/>
              <a:gd name="T18" fmla="*/ 134 w 202"/>
              <a:gd name="T19" fmla="*/ 190 h 218"/>
              <a:gd name="T20" fmla="*/ 147 w 202"/>
              <a:gd name="T21" fmla="*/ 202 h 218"/>
              <a:gd name="T22" fmla="*/ 152 w 202"/>
              <a:gd name="T23" fmla="*/ 211 h 218"/>
              <a:gd name="T24" fmla="*/ 149 w 202"/>
              <a:gd name="T25" fmla="*/ 218 h 218"/>
              <a:gd name="T26" fmla="*/ 175 w 202"/>
              <a:gd name="T27" fmla="*/ 191 h 218"/>
              <a:gd name="T28" fmla="*/ 168 w 202"/>
              <a:gd name="T29" fmla="*/ 194 h 218"/>
              <a:gd name="T30" fmla="*/ 158 w 202"/>
              <a:gd name="T31" fmla="*/ 188 h 218"/>
              <a:gd name="T32" fmla="*/ 145 w 202"/>
              <a:gd name="T33" fmla="*/ 176 h 218"/>
              <a:gd name="T34" fmla="*/ 143 w 202"/>
              <a:gd name="T35" fmla="*/ 170 h 218"/>
              <a:gd name="T36" fmla="*/ 145 w 202"/>
              <a:gd name="T37" fmla="*/ 164 h 218"/>
              <a:gd name="T38" fmla="*/ 129 w 202"/>
              <a:gd name="T39" fmla="*/ 181 h 218"/>
              <a:gd name="T40" fmla="*/ 196 w 202"/>
              <a:gd name="T41" fmla="*/ 111 h 218"/>
              <a:gd name="T42" fmla="*/ 195 w 202"/>
              <a:gd name="T43" fmla="*/ 8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2" h="218">
                <a:moveTo>
                  <a:pt x="195" y="87"/>
                </a:moveTo>
                <a:cubicBezTo>
                  <a:pt x="111" y="7"/>
                  <a:pt x="111" y="7"/>
                  <a:pt x="111" y="7"/>
                </a:cubicBezTo>
                <a:cubicBezTo>
                  <a:pt x="104" y="0"/>
                  <a:pt x="94" y="0"/>
                  <a:pt x="87" y="7"/>
                </a:cubicBezTo>
                <a:cubicBezTo>
                  <a:pt x="7" y="91"/>
                  <a:pt x="7" y="91"/>
                  <a:pt x="7" y="91"/>
                </a:cubicBezTo>
                <a:cubicBezTo>
                  <a:pt x="0" y="98"/>
                  <a:pt x="0" y="109"/>
                  <a:pt x="7" y="115"/>
                </a:cubicBezTo>
                <a:cubicBezTo>
                  <a:pt x="91" y="196"/>
                  <a:pt x="91" y="196"/>
                  <a:pt x="91" y="196"/>
                </a:cubicBezTo>
                <a:cubicBezTo>
                  <a:pt x="98" y="202"/>
                  <a:pt x="109" y="202"/>
                  <a:pt x="116" y="195"/>
                </a:cubicBezTo>
                <a:cubicBezTo>
                  <a:pt x="121" y="189"/>
                  <a:pt x="121" y="189"/>
                  <a:pt x="121" y="189"/>
                </a:cubicBezTo>
                <a:cubicBezTo>
                  <a:pt x="123" y="188"/>
                  <a:pt x="125" y="187"/>
                  <a:pt x="127" y="187"/>
                </a:cubicBezTo>
                <a:cubicBezTo>
                  <a:pt x="130" y="187"/>
                  <a:pt x="132" y="188"/>
                  <a:pt x="134" y="190"/>
                </a:cubicBezTo>
                <a:cubicBezTo>
                  <a:pt x="147" y="202"/>
                  <a:pt x="147" y="202"/>
                  <a:pt x="147" y="202"/>
                </a:cubicBezTo>
                <a:cubicBezTo>
                  <a:pt x="148" y="204"/>
                  <a:pt x="152" y="209"/>
                  <a:pt x="152" y="211"/>
                </a:cubicBezTo>
                <a:cubicBezTo>
                  <a:pt x="152" y="213"/>
                  <a:pt x="151" y="216"/>
                  <a:pt x="149" y="218"/>
                </a:cubicBezTo>
                <a:cubicBezTo>
                  <a:pt x="175" y="191"/>
                  <a:pt x="175" y="191"/>
                  <a:pt x="175" y="191"/>
                </a:cubicBezTo>
                <a:cubicBezTo>
                  <a:pt x="174" y="193"/>
                  <a:pt x="171" y="194"/>
                  <a:pt x="168" y="194"/>
                </a:cubicBezTo>
                <a:cubicBezTo>
                  <a:pt x="166" y="194"/>
                  <a:pt x="160" y="190"/>
                  <a:pt x="158" y="188"/>
                </a:cubicBezTo>
                <a:cubicBezTo>
                  <a:pt x="145" y="176"/>
                  <a:pt x="145" y="176"/>
                  <a:pt x="145" y="176"/>
                </a:cubicBezTo>
                <a:cubicBezTo>
                  <a:pt x="144" y="174"/>
                  <a:pt x="143" y="172"/>
                  <a:pt x="143" y="170"/>
                </a:cubicBezTo>
                <a:cubicBezTo>
                  <a:pt x="143" y="168"/>
                  <a:pt x="144" y="166"/>
                  <a:pt x="145" y="164"/>
                </a:cubicBezTo>
                <a:cubicBezTo>
                  <a:pt x="129" y="181"/>
                  <a:pt x="129" y="181"/>
                  <a:pt x="129" y="181"/>
                </a:cubicBezTo>
                <a:cubicBezTo>
                  <a:pt x="196" y="111"/>
                  <a:pt x="196" y="111"/>
                  <a:pt x="196" y="111"/>
                </a:cubicBezTo>
                <a:cubicBezTo>
                  <a:pt x="202" y="104"/>
                  <a:pt x="202" y="93"/>
                  <a:pt x="195" y="87"/>
                </a:cubicBezTo>
                <a:close/>
              </a:path>
            </a:pathLst>
          </a:custGeom>
          <a:solidFill>
            <a:schemeClr val="accent2"/>
          </a:solidFill>
          <a:ln>
            <a:noFill/>
          </a:ln>
        </p:spPr>
        <p:txBody>
          <a:bodyPr anchor="ctr"/>
          <a:lstStyle/>
          <a:p>
            <a:pPr algn="ctr"/>
            <a:endParaRPr/>
          </a:p>
        </p:txBody>
      </p:sp>
      <p:sp>
        <p:nvSpPr>
          <p:cNvPr id="18" name="îṣļîḑé-Diamond 17">
            <a:extLst>
              <a:ext uri="{FF2B5EF4-FFF2-40B4-BE49-F238E27FC236}">
                <a16:creationId xmlns:a16="http://schemas.microsoft.com/office/drawing/2014/main" id="{F8FF5415-8D0E-4970-B093-6573B20299D3}"/>
              </a:ext>
            </a:extLst>
          </p:cNvPr>
          <p:cNvSpPr/>
          <p:nvPr/>
        </p:nvSpPr>
        <p:spPr>
          <a:xfrm rot="5400000">
            <a:off x="6413598" y="3153392"/>
            <a:ext cx="1125300" cy="1125299"/>
          </a:xfrm>
          <a:prstGeom prst="diamond">
            <a:avLst/>
          </a:prstGeom>
          <a:solidFill>
            <a:schemeClr val="bg1"/>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9" name="îṣļîḑé-Diamond 18">
            <a:extLst>
              <a:ext uri="{FF2B5EF4-FFF2-40B4-BE49-F238E27FC236}">
                <a16:creationId xmlns:a16="http://schemas.microsoft.com/office/drawing/2014/main" id="{C9C93564-CAE4-4E4F-8FDB-F3154ECD066E}"/>
              </a:ext>
            </a:extLst>
          </p:cNvPr>
          <p:cNvSpPr/>
          <p:nvPr/>
        </p:nvSpPr>
        <p:spPr>
          <a:xfrm rot="5400000">
            <a:off x="5310272" y="3847734"/>
            <a:ext cx="1125300" cy="1125299"/>
          </a:xfrm>
          <a:prstGeom prst="diamond">
            <a:avLst/>
          </a:prstGeom>
          <a:solidFill>
            <a:schemeClr val="bg1"/>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0" name="îṣļîḑé-Diamond 19">
            <a:extLst>
              <a:ext uri="{FF2B5EF4-FFF2-40B4-BE49-F238E27FC236}">
                <a16:creationId xmlns:a16="http://schemas.microsoft.com/office/drawing/2014/main" id="{AEE18C28-C3CE-45ED-B9DD-239C7DD47E23}"/>
              </a:ext>
            </a:extLst>
          </p:cNvPr>
          <p:cNvSpPr/>
          <p:nvPr/>
        </p:nvSpPr>
        <p:spPr>
          <a:xfrm rot="5400000">
            <a:off x="6006712" y="4937142"/>
            <a:ext cx="1125300" cy="1125299"/>
          </a:xfrm>
          <a:prstGeom prst="diamond">
            <a:avLst/>
          </a:prstGeom>
          <a:solidFill>
            <a:schemeClr val="bg1"/>
          </a:solidFill>
          <a:ln w="635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1" name="îṣļîḑé-任意多边形: 形状 10">
            <a:extLst>
              <a:ext uri="{FF2B5EF4-FFF2-40B4-BE49-F238E27FC236}">
                <a16:creationId xmlns:a16="http://schemas.microsoft.com/office/drawing/2014/main" id="{C6B01FCD-2695-4107-A8BF-4F9C8C8D5934}"/>
              </a:ext>
            </a:extLst>
          </p:cNvPr>
          <p:cNvSpPr>
            <a:spLocks/>
          </p:cNvSpPr>
          <p:nvPr/>
        </p:nvSpPr>
        <p:spPr bwMode="auto">
          <a:xfrm>
            <a:off x="5714883" y="4216556"/>
            <a:ext cx="332519" cy="332055"/>
          </a:xfrm>
          <a:custGeom>
            <a:avLst/>
            <a:gdLst>
              <a:gd name="connsiteX0" fmla="*/ 126452 w 606933"/>
              <a:gd name="connsiteY0" fmla="*/ 239923 h 606087"/>
              <a:gd name="connsiteX1" fmla="*/ 191364 w 606933"/>
              <a:gd name="connsiteY1" fmla="*/ 239923 h 606087"/>
              <a:gd name="connsiteX2" fmla="*/ 289791 w 606933"/>
              <a:gd name="connsiteY2" fmla="*/ 336874 h 606087"/>
              <a:gd name="connsiteX3" fmla="*/ 303467 w 606933"/>
              <a:gd name="connsiteY3" fmla="*/ 345627 h 606087"/>
              <a:gd name="connsiteX4" fmla="*/ 317142 w 606933"/>
              <a:gd name="connsiteY4" fmla="*/ 336874 h 606087"/>
              <a:gd name="connsiteX5" fmla="*/ 415569 w 606933"/>
              <a:gd name="connsiteY5" fmla="*/ 239923 h 606087"/>
              <a:gd name="connsiteX6" fmla="*/ 480481 w 606933"/>
              <a:gd name="connsiteY6" fmla="*/ 239923 h 606087"/>
              <a:gd name="connsiteX7" fmla="*/ 480481 w 606933"/>
              <a:gd name="connsiteY7" fmla="*/ 404009 h 606087"/>
              <a:gd name="connsiteX8" fmla="*/ 316083 w 606933"/>
              <a:gd name="connsiteY8" fmla="*/ 404009 h 606087"/>
              <a:gd name="connsiteX9" fmla="*/ 316083 w 606933"/>
              <a:gd name="connsiteY9" fmla="*/ 441905 h 606087"/>
              <a:gd name="connsiteX10" fmla="*/ 568988 w 606933"/>
              <a:gd name="connsiteY10" fmla="*/ 441905 h 606087"/>
              <a:gd name="connsiteX11" fmla="*/ 568988 w 606933"/>
              <a:gd name="connsiteY11" fmla="*/ 505096 h 606087"/>
              <a:gd name="connsiteX12" fmla="*/ 606933 w 606933"/>
              <a:gd name="connsiteY12" fmla="*/ 505096 h 606087"/>
              <a:gd name="connsiteX13" fmla="*/ 606933 w 606933"/>
              <a:gd name="connsiteY13" fmla="*/ 606087 h 606087"/>
              <a:gd name="connsiteX14" fmla="*/ 505714 w 606933"/>
              <a:gd name="connsiteY14" fmla="*/ 606087 h 606087"/>
              <a:gd name="connsiteX15" fmla="*/ 505714 w 606933"/>
              <a:gd name="connsiteY15" fmla="*/ 505096 h 606087"/>
              <a:gd name="connsiteX16" fmla="*/ 543659 w 606933"/>
              <a:gd name="connsiteY16" fmla="*/ 505096 h 606087"/>
              <a:gd name="connsiteX17" fmla="*/ 543659 w 606933"/>
              <a:gd name="connsiteY17" fmla="*/ 467105 h 606087"/>
              <a:gd name="connsiteX18" fmla="*/ 316083 w 606933"/>
              <a:gd name="connsiteY18" fmla="*/ 467105 h 606087"/>
              <a:gd name="connsiteX19" fmla="*/ 316083 w 606933"/>
              <a:gd name="connsiteY19" fmla="*/ 505096 h 606087"/>
              <a:gd name="connsiteX20" fmla="*/ 354028 w 606933"/>
              <a:gd name="connsiteY20" fmla="*/ 505096 h 606087"/>
              <a:gd name="connsiteX21" fmla="*/ 354028 w 606933"/>
              <a:gd name="connsiteY21" fmla="*/ 606087 h 606087"/>
              <a:gd name="connsiteX22" fmla="*/ 252905 w 606933"/>
              <a:gd name="connsiteY22" fmla="*/ 606087 h 606087"/>
              <a:gd name="connsiteX23" fmla="*/ 252905 w 606933"/>
              <a:gd name="connsiteY23" fmla="*/ 505096 h 606087"/>
              <a:gd name="connsiteX24" fmla="*/ 290850 w 606933"/>
              <a:gd name="connsiteY24" fmla="*/ 505096 h 606087"/>
              <a:gd name="connsiteX25" fmla="*/ 290850 w 606933"/>
              <a:gd name="connsiteY25" fmla="*/ 467105 h 606087"/>
              <a:gd name="connsiteX26" fmla="*/ 63274 w 606933"/>
              <a:gd name="connsiteY26" fmla="*/ 467105 h 606087"/>
              <a:gd name="connsiteX27" fmla="*/ 63274 w 606933"/>
              <a:gd name="connsiteY27" fmla="*/ 505096 h 606087"/>
              <a:gd name="connsiteX28" fmla="*/ 101123 w 606933"/>
              <a:gd name="connsiteY28" fmla="*/ 505096 h 606087"/>
              <a:gd name="connsiteX29" fmla="*/ 101123 w 606933"/>
              <a:gd name="connsiteY29" fmla="*/ 606087 h 606087"/>
              <a:gd name="connsiteX30" fmla="*/ 0 w 606933"/>
              <a:gd name="connsiteY30" fmla="*/ 606087 h 606087"/>
              <a:gd name="connsiteX31" fmla="*/ 0 w 606933"/>
              <a:gd name="connsiteY31" fmla="*/ 505096 h 606087"/>
              <a:gd name="connsiteX32" fmla="*/ 37945 w 606933"/>
              <a:gd name="connsiteY32" fmla="*/ 505096 h 606087"/>
              <a:gd name="connsiteX33" fmla="*/ 37945 w 606933"/>
              <a:gd name="connsiteY33" fmla="*/ 441905 h 606087"/>
              <a:gd name="connsiteX34" fmla="*/ 290850 w 606933"/>
              <a:gd name="connsiteY34" fmla="*/ 441905 h 606087"/>
              <a:gd name="connsiteX35" fmla="*/ 290850 w 606933"/>
              <a:gd name="connsiteY35" fmla="*/ 404009 h 606087"/>
              <a:gd name="connsiteX36" fmla="*/ 126452 w 606933"/>
              <a:gd name="connsiteY36" fmla="*/ 404009 h 606087"/>
              <a:gd name="connsiteX37" fmla="*/ 303502 w 606933"/>
              <a:gd name="connsiteY37" fmla="*/ 71264 h 606087"/>
              <a:gd name="connsiteX38" fmla="*/ 250822 w 606933"/>
              <a:gd name="connsiteY38" fmla="*/ 122140 h 606087"/>
              <a:gd name="connsiteX39" fmla="*/ 303502 w 606933"/>
              <a:gd name="connsiteY39" fmla="*/ 173111 h 606087"/>
              <a:gd name="connsiteX40" fmla="*/ 356183 w 606933"/>
              <a:gd name="connsiteY40" fmla="*/ 122140 h 606087"/>
              <a:gd name="connsiteX41" fmla="*/ 303502 w 606933"/>
              <a:gd name="connsiteY41" fmla="*/ 71264 h 606087"/>
              <a:gd name="connsiteX42" fmla="*/ 303502 w 606933"/>
              <a:gd name="connsiteY42" fmla="*/ 0 h 606087"/>
              <a:gd name="connsiteX43" fmla="*/ 429955 w 606933"/>
              <a:gd name="connsiteY43" fmla="*/ 122140 h 606087"/>
              <a:gd name="connsiteX44" fmla="*/ 303502 w 606933"/>
              <a:gd name="connsiteY44" fmla="*/ 315639 h 606087"/>
              <a:gd name="connsiteX45" fmla="*/ 177049 w 606933"/>
              <a:gd name="connsiteY45" fmla="*/ 122140 h 606087"/>
              <a:gd name="connsiteX46" fmla="*/ 303502 w 606933"/>
              <a:gd name="connsiteY46" fmla="*/ 0 h 6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06933" h="606087">
                <a:moveTo>
                  <a:pt x="126452" y="239923"/>
                </a:moveTo>
                <a:lnTo>
                  <a:pt x="191364" y="239923"/>
                </a:lnTo>
                <a:cubicBezTo>
                  <a:pt x="230851" y="298209"/>
                  <a:pt x="286131" y="334566"/>
                  <a:pt x="289791" y="336874"/>
                </a:cubicBezTo>
                <a:lnTo>
                  <a:pt x="303467" y="345627"/>
                </a:lnTo>
                <a:lnTo>
                  <a:pt x="317142" y="336874"/>
                </a:lnTo>
                <a:cubicBezTo>
                  <a:pt x="320802" y="334566"/>
                  <a:pt x="376083" y="298209"/>
                  <a:pt x="415569" y="239923"/>
                </a:cubicBezTo>
                <a:lnTo>
                  <a:pt x="480481" y="239923"/>
                </a:lnTo>
                <a:lnTo>
                  <a:pt x="480481" y="404009"/>
                </a:lnTo>
                <a:lnTo>
                  <a:pt x="316083" y="404009"/>
                </a:lnTo>
                <a:lnTo>
                  <a:pt x="316083" y="441905"/>
                </a:lnTo>
                <a:lnTo>
                  <a:pt x="568988" y="441905"/>
                </a:lnTo>
                <a:lnTo>
                  <a:pt x="568988" y="505096"/>
                </a:lnTo>
                <a:lnTo>
                  <a:pt x="606933" y="505096"/>
                </a:lnTo>
                <a:lnTo>
                  <a:pt x="606933" y="606087"/>
                </a:lnTo>
                <a:lnTo>
                  <a:pt x="505714" y="606087"/>
                </a:lnTo>
                <a:lnTo>
                  <a:pt x="505714" y="505096"/>
                </a:lnTo>
                <a:lnTo>
                  <a:pt x="543659" y="505096"/>
                </a:lnTo>
                <a:lnTo>
                  <a:pt x="543659" y="467105"/>
                </a:lnTo>
                <a:lnTo>
                  <a:pt x="316083" y="467105"/>
                </a:lnTo>
                <a:lnTo>
                  <a:pt x="316083" y="505096"/>
                </a:lnTo>
                <a:lnTo>
                  <a:pt x="354028" y="505096"/>
                </a:lnTo>
                <a:lnTo>
                  <a:pt x="354028" y="606087"/>
                </a:lnTo>
                <a:lnTo>
                  <a:pt x="252905" y="606087"/>
                </a:lnTo>
                <a:lnTo>
                  <a:pt x="252905" y="505096"/>
                </a:lnTo>
                <a:lnTo>
                  <a:pt x="290850" y="505096"/>
                </a:lnTo>
                <a:lnTo>
                  <a:pt x="290850" y="467105"/>
                </a:lnTo>
                <a:lnTo>
                  <a:pt x="63274" y="467105"/>
                </a:lnTo>
                <a:lnTo>
                  <a:pt x="63274" y="505096"/>
                </a:lnTo>
                <a:lnTo>
                  <a:pt x="101123" y="505096"/>
                </a:lnTo>
                <a:lnTo>
                  <a:pt x="101123" y="606087"/>
                </a:lnTo>
                <a:lnTo>
                  <a:pt x="0" y="606087"/>
                </a:lnTo>
                <a:lnTo>
                  <a:pt x="0" y="505096"/>
                </a:lnTo>
                <a:lnTo>
                  <a:pt x="37945" y="505096"/>
                </a:lnTo>
                <a:lnTo>
                  <a:pt x="37945" y="441905"/>
                </a:lnTo>
                <a:lnTo>
                  <a:pt x="290850" y="441905"/>
                </a:lnTo>
                <a:lnTo>
                  <a:pt x="290850" y="404009"/>
                </a:lnTo>
                <a:lnTo>
                  <a:pt x="126452" y="404009"/>
                </a:lnTo>
                <a:close/>
                <a:moveTo>
                  <a:pt x="303502" y="71264"/>
                </a:moveTo>
                <a:cubicBezTo>
                  <a:pt x="274417" y="71264"/>
                  <a:pt x="250822" y="94057"/>
                  <a:pt x="250822" y="122140"/>
                </a:cubicBezTo>
                <a:cubicBezTo>
                  <a:pt x="250822" y="150318"/>
                  <a:pt x="274417" y="173111"/>
                  <a:pt x="303502" y="173111"/>
                </a:cubicBezTo>
                <a:cubicBezTo>
                  <a:pt x="332587" y="173111"/>
                  <a:pt x="356183" y="150318"/>
                  <a:pt x="356183" y="122140"/>
                </a:cubicBezTo>
                <a:cubicBezTo>
                  <a:pt x="356183" y="94057"/>
                  <a:pt x="332587" y="71264"/>
                  <a:pt x="303502" y="71264"/>
                </a:cubicBezTo>
                <a:close/>
                <a:moveTo>
                  <a:pt x="303502" y="0"/>
                </a:moveTo>
                <a:cubicBezTo>
                  <a:pt x="373326" y="0"/>
                  <a:pt x="429955" y="54723"/>
                  <a:pt x="429955" y="122140"/>
                </a:cubicBezTo>
                <a:cubicBezTo>
                  <a:pt x="429955" y="234181"/>
                  <a:pt x="303502" y="315639"/>
                  <a:pt x="303502" y="315639"/>
                </a:cubicBezTo>
                <a:cubicBezTo>
                  <a:pt x="303502" y="315639"/>
                  <a:pt x="177049" y="234181"/>
                  <a:pt x="177049" y="122140"/>
                </a:cubicBezTo>
                <a:cubicBezTo>
                  <a:pt x="177049" y="54723"/>
                  <a:pt x="233679" y="0"/>
                  <a:pt x="303502" y="0"/>
                </a:cubicBezTo>
                <a:close/>
              </a:path>
            </a:pathLst>
          </a:custGeom>
          <a:solidFill>
            <a:schemeClr val="accent3"/>
          </a:solidFill>
          <a:ln>
            <a:noFill/>
          </a:ln>
        </p:spPr>
        <p:txBody>
          <a:bodyPr anchor="ctr"/>
          <a:lstStyle/>
          <a:p>
            <a:pPr algn="ctr"/>
            <a:endParaRPr/>
          </a:p>
        </p:txBody>
      </p:sp>
      <p:sp>
        <p:nvSpPr>
          <p:cNvPr id="22" name="îṣļîḑé-任意多边形: 形状 11">
            <a:extLst>
              <a:ext uri="{FF2B5EF4-FFF2-40B4-BE49-F238E27FC236}">
                <a16:creationId xmlns:a16="http://schemas.microsoft.com/office/drawing/2014/main" id="{2F4D793A-591A-4941-A941-6407906D26D4}"/>
              </a:ext>
            </a:extLst>
          </p:cNvPr>
          <p:cNvSpPr>
            <a:spLocks/>
          </p:cNvSpPr>
          <p:nvPr/>
        </p:nvSpPr>
        <p:spPr bwMode="auto">
          <a:xfrm>
            <a:off x="6213399" y="2358147"/>
            <a:ext cx="346249" cy="330213"/>
          </a:xfrm>
          <a:custGeom>
            <a:avLst/>
            <a:gdLst>
              <a:gd name="connsiteX0" fmla="*/ 315778 w 607639"/>
              <a:gd name="connsiteY0" fmla="*/ 173080 h 579502"/>
              <a:gd name="connsiteX1" fmla="*/ 315778 w 607639"/>
              <a:gd name="connsiteY1" fmla="*/ 266058 h 579502"/>
              <a:gd name="connsiteX2" fmla="*/ 303493 w 607639"/>
              <a:gd name="connsiteY2" fmla="*/ 278325 h 579502"/>
              <a:gd name="connsiteX3" fmla="*/ 210375 w 607639"/>
              <a:gd name="connsiteY3" fmla="*/ 278325 h 579502"/>
              <a:gd name="connsiteX4" fmla="*/ 303493 w 607639"/>
              <a:gd name="connsiteY4" fmla="*/ 359925 h 579502"/>
              <a:gd name="connsiteX5" fmla="*/ 397500 w 607639"/>
              <a:gd name="connsiteY5" fmla="*/ 266058 h 579502"/>
              <a:gd name="connsiteX6" fmla="*/ 315778 w 607639"/>
              <a:gd name="connsiteY6" fmla="*/ 173080 h 579502"/>
              <a:gd name="connsiteX7" fmla="*/ 249814 w 607639"/>
              <a:gd name="connsiteY7" fmla="*/ 160816 h 579502"/>
              <a:gd name="connsiteX8" fmla="*/ 198110 w 607639"/>
              <a:gd name="connsiteY8" fmla="*/ 212449 h 579502"/>
              <a:gd name="connsiteX9" fmla="*/ 249814 w 607639"/>
              <a:gd name="connsiteY9" fmla="*/ 212449 h 579502"/>
              <a:gd name="connsiteX10" fmla="*/ 303493 w 607639"/>
              <a:gd name="connsiteY10" fmla="*/ 147835 h 579502"/>
              <a:gd name="connsiteX11" fmla="*/ 421981 w 607639"/>
              <a:gd name="connsiteY11" fmla="*/ 266058 h 579502"/>
              <a:gd name="connsiteX12" fmla="*/ 303493 w 607639"/>
              <a:gd name="connsiteY12" fmla="*/ 384370 h 579502"/>
              <a:gd name="connsiteX13" fmla="*/ 185093 w 607639"/>
              <a:gd name="connsiteY13" fmla="*/ 266058 h 579502"/>
              <a:gd name="connsiteX14" fmla="*/ 197289 w 607639"/>
              <a:gd name="connsiteY14" fmla="*/ 253880 h 579502"/>
              <a:gd name="connsiteX15" fmla="*/ 291297 w 607639"/>
              <a:gd name="connsiteY15" fmla="*/ 253880 h 579502"/>
              <a:gd name="connsiteX16" fmla="*/ 291297 w 607639"/>
              <a:gd name="connsiteY16" fmla="*/ 160013 h 579502"/>
              <a:gd name="connsiteX17" fmla="*/ 303493 w 607639"/>
              <a:gd name="connsiteY17" fmla="*/ 147835 h 579502"/>
              <a:gd name="connsiteX18" fmla="*/ 262095 w 607639"/>
              <a:gd name="connsiteY18" fmla="*/ 135133 h 579502"/>
              <a:gd name="connsiteX19" fmla="*/ 274287 w 607639"/>
              <a:gd name="connsiteY19" fmla="*/ 147397 h 579502"/>
              <a:gd name="connsiteX20" fmla="*/ 274287 w 607639"/>
              <a:gd name="connsiteY20" fmla="*/ 224713 h 579502"/>
              <a:gd name="connsiteX21" fmla="*/ 262095 w 607639"/>
              <a:gd name="connsiteY21" fmla="*/ 236888 h 579502"/>
              <a:gd name="connsiteX22" fmla="*/ 184672 w 607639"/>
              <a:gd name="connsiteY22" fmla="*/ 236888 h 579502"/>
              <a:gd name="connsiteX23" fmla="*/ 172391 w 607639"/>
              <a:gd name="connsiteY23" fmla="*/ 224713 h 579502"/>
              <a:gd name="connsiteX24" fmla="*/ 262095 w 607639"/>
              <a:gd name="connsiteY24" fmla="*/ 135133 h 579502"/>
              <a:gd name="connsiteX25" fmla="*/ 58120 w 607639"/>
              <a:gd name="connsiteY25" fmla="*/ 108514 h 579502"/>
              <a:gd name="connsiteX26" fmla="*/ 58120 w 607639"/>
              <a:gd name="connsiteY26" fmla="*/ 413970 h 579502"/>
              <a:gd name="connsiteX27" fmla="*/ 549430 w 607639"/>
              <a:gd name="connsiteY27" fmla="*/ 413970 h 579502"/>
              <a:gd name="connsiteX28" fmla="*/ 549430 w 607639"/>
              <a:gd name="connsiteY28" fmla="*/ 108514 h 579502"/>
              <a:gd name="connsiteX29" fmla="*/ 27236 w 607639"/>
              <a:gd name="connsiteY29" fmla="*/ 56079 h 579502"/>
              <a:gd name="connsiteX30" fmla="*/ 27236 w 607639"/>
              <a:gd name="connsiteY30" fmla="*/ 81319 h 579502"/>
              <a:gd name="connsiteX31" fmla="*/ 580403 w 607639"/>
              <a:gd name="connsiteY31" fmla="*/ 81319 h 579502"/>
              <a:gd name="connsiteX32" fmla="*/ 580403 w 607639"/>
              <a:gd name="connsiteY32" fmla="*/ 56079 h 579502"/>
              <a:gd name="connsiteX33" fmla="*/ 303775 w 607639"/>
              <a:gd name="connsiteY33" fmla="*/ 0 h 579502"/>
              <a:gd name="connsiteX34" fmla="*/ 317393 w 607639"/>
              <a:gd name="connsiteY34" fmla="*/ 13597 h 579502"/>
              <a:gd name="connsiteX35" fmla="*/ 317393 w 607639"/>
              <a:gd name="connsiteY35" fmla="*/ 28884 h 579502"/>
              <a:gd name="connsiteX36" fmla="*/ 580403 w 607639"/>
              <a:gd name="connsiteY36" fmla="*/ 28884 h 579502"/>
              <a:gd name="connsiteX37" fmla="*/ 607639 w 607639"/>
              <a:gd name="connsiteY37" fmla="*/ 56079 h 579502"/>
              <a:gd name="connsiteX38" fmla="*/ 607639 w 607639"/>
              <a:gd name="connsiteY38" fmla="*/ 81319 h 579502"/>
              <a:gd name="connsiteX39" fmla="*/ 580403 w 607639"/>
              <a:gd name="connsiteY39" fmla="*/ 108514 h 579502"/>
              <a:gd name="connsiteX40" fmla="*/ 576665 w 607639"/>
              <a:gd name="connsiteY40" fmla="*/ 108514 h 579502"/>
              <a:gd name="connsiteX41" fmla="*/ 576665 w 607639"/>
              <a:gd name="connsiteY41" fmla="*/ 413970 h 579502"/>
              <a:gd name="connsiteX42" fmla="*/ 549430 w 607639"/>
              <a:gd name="connsiteY42" fmla="*/ 441165 h 579502"/>
              <a:gd name="connsiteX43" fmla="*/ 317393 w 607639"/>
              <a:gd name="connsiteY43" fmla="*/ 441165 h 579502"/>
              <a:gd name="connsiteX44" fmla="*/ 317393 w 607639"/>
              <a:gd name="connsiteY44" fmla="*/ 481069 h 579502"/>
              <a:gd name="connsiteX45" fmla="*/ 418236 w 607639"/>
              <a:gd name="connsiteY45" fmla="*/ 554923 h 579502"/>
              <a:gd name="connsiteX46" fmla="*/ 421173 w 607639"/>
              <a:gd name="connsiteY46" fmla="*/ 573942 h 579502"/>
              <a:gd name="connsiteX47" fmla="*/ 410225 w 607639"/>
              <a:gd name="connsiteY47" fmla="*/ 579452 h 579502"/>
              <a:gd name="connsiteX48" fmla="*/ 402215 w 607639"/>
              <a:gd name="connsiteY48" fmla="*/ 576874 h 579502"/>
              <a:gd name="connsiteX49" fmla="*/ 317393 w 607639"/>
              <a:gd name="connsiteY49" fmla="*/ 514752 h 579502"/>
              <a:gd name="connsiteX50" fmla="*/ 317393 w 607639"/>
              <a:gd name="connsiteY50" fmla="*/ 565854 h 579502"/>
              <a:gd name="connsiteX51" fmla="*/ 303775 w 607639"/>
              <a:gd name="connsiteY51" fmla="*/ 579452 h 579502"/>
              <a:gd name="connsiteX52" fmla="*/ 290157 w 607639"/>
              <a:gd name="connsiteY52" fmla="*/ 565854 h 579502"/>
              <a:gd name="connsiteX53" fmla="*/ 290157 w 607639"/>
              <a:gd name="connsiteY53" fmla="*/ 514752 h 579502"/>
              <a:gd name="connsiteX54" fmla="*/ 205424 w 607639"/>
              <a:gd name="connsiteY54" fmla="*/ 576874 h 579502"/>
              <a:gd name="connsiteX55" fmla="*/ 186377 w 607639"/>
              <a:gd name="connsiteY55" fmla="*/ 573942 h 579502"/>
              <a:gd name="connsiteX56" fmla="*/ 189314 w 607639"/>
              <a:gd name="connsiteY56" fmla="*/ 554923 h 579502"/>
              <a:gd name="connsiteX57" fmla="*/ 290157 w 607639"/>
              <a:gd name="connsiteY57" fmla="*/ 481069 h 579502"/>
              <a:gd name="connsiteX58" fmla="*/ 290157 w 607639"/>
              <a:gd name="connsiteY58" fmla="*/ 441165 h 579502"/>
              <a:gd name="connsiteX59" fmla="*/ 58120 w 607639"/>
              <a:gd name="connsiteY59" fmla="*/ 441165 h 579502"/>
              <a:gd name="connsiteX60" fmla="*/ 30885 w 607639"/>
              <a:gd name="connsiteY60" fmla="*/ 413970 h 579502"/>
              <a:gd name="connsiteX61" fmla="*/ 30885 w 607639"/>
              <a:gd name="connsiteY61" fmla="*/ 108514 h 579502"/>
              <a:gd name="connsiteX62" fmla="*/ 27236 w 607639"/>
              <a:gd name="connsiteY62" fmla="*/ 108514 h 579502"/>
              <a:gd name="connsiteX63" fmla="*/ 0 w 607639"/>
              <a:gd name="connsiteY63" fmla="*/ 81319 h 579502"/>
              <a:gd name="connsiteX64" fmla="*/ 0 w 607639"/>
              <a:gd name="connsiteY64" fmla="*/ 56079 h 579502"/>
              <a:gd name="connsiteX65" fmla="*/ 27236 w 607639"/>
              <a:gd name="connsiteY65" fmla="*/ 28884 h 579502"/>
              <a:gd name="connsiteX66" fmla="*/ 290157 w 607639"/>
              <a:gd name="connsiteY66" fmla="*/ 28884 h 579502"/>
              <a:gd name="connsiteX67" fmla="*/ 290157 w 607639"/>
              <a:gd name="connsiteY67" fmla="*/ 13597 h 579502"/>
              <a:gd name="connsiteX68" fmla="*/ 303775 w 607639"/>
              <a:gd name="connsiteY68" fmla="*/ 0 h 5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07639" h="579502">
                <a:moveTo>
                  <a:pt x="315778" y="173080"/>
                </a:moveTo>
                <a:lnTo>
                  <a:pt x="315778" y="266058"/>
                </a:lnTo>
                <a:cubicBezTo>
                  <a:pt x="315778" y="272814"/>
                  <a:pt x="310258" y="278325"/>
                  <a:pt x="303493" y="278325"/>
                </a:cubicBezTo>
                <a:lnTo>
                  <a:pt x="210375" y="278325"/>
                </a:lnTo>
                <a:cubicBezTo>
                  <a:pt x="216429" y="324281"/>
                  <a:pt x="255866" y="359925"/>
                  <a:pt x="303493" y="359925"/>
                </a:cubicBezTo>
                <a:cubicBezTo>
                  <a:pt x="355303" y="359925"/>
                  <a:pt x="397500" y="317792"/>
                  <a:pt x="397500" y="266058"/>
                </a:cubicBezTo>
                <a:cubicBezTo>
                  <a:pt x="397500" y="218502"/>
                  <a:pt x="361802" y="179124"/>
                  <a:pt x="315778" y="173080"/>
                </a:cubicBezTo>
                <a:close/>
                <a:moveTo>
                  <a:pt x="249814" y="160816"/>
                </a:moveTo>
                <a:cubicBezTo>
                  <a:pt x="223740" y="165793"/>
                  <a:pt x="203093" y="186410"/>
                  <a:pt x="198110" y="212449"/>
                </a:cubicBezTo>
                <a:lnTo>
                  <a:pt x="249814" y="212449"/>
                </a:lnTo>
                <a:close/>
                <a:moveTo>
                  <a:pt x="303493" y="147835"/>
                </a:moveTo>
                <a:cubicBezTo>
                  <a:pt x="368835" y="147835"/>
                  <a:pt x="421981" y="200902"/>
                  <a:pt x="421981" y="266058"/>
                </a:cubicBezTo>
                <a:cubicBezTo>
                  <a:pt x="421981" y="331303"/>
                  <a:pt x="368835" y="384370"/>
                  <a:pt x="303493" y="384370"/>
                </a:cubicBezTo>
                <a:cubicBezTo>
                  <a:pt x="238239" y="384370"/>
                  <a:pt x="185093" y="331303"/>
                  <a:pt x="185093" y="266058"/>
                </a:cubicBezTo>
                <a:cubicBezTo>
                  <a:pt x="185093" y="259303"/>
                  <a:pt x="190523" y="253880"/>
                  <a:pt x="197289" y="253880"/>
                </a:cubicBezTo>
                <a:lnTo>
                  <a:pt x="291297" y="253880"/>
                </a:lnTo>
                <a:lnTo>
                  <a:pt x="291297" y="160013"/>
                </a:lnTo>
                <a:cubicBezTo>
                  <a:pt x="291297" y="153257"/>
                  <a:pt x="296727" y="147835"/>
                  <a:pt x="303493" y="147835"/>
                </a:cubicBezTo>
                <a:close/>
                <a:moveTo>
                  <a:pt x="262095" y="135133"/>
                </a:moveTo>
                <a:cubicBezTo>
                  <a:pt x="268859" y="135133"/>
                  <a:pt x="274287" y="140643"/>
                  <a:pt x="274287" y="147397"/>
                </a:cubicBezTo>
                <a:lnTo>
                  <a:pt x="274287" y="224713"/>
                </a:lnTo>
                <a:cubicBezTo>
                  <a:pt x="274287" y="231467"/>
                  <a:pt x="268859" y="236888"/>
                  <a:pt x="262095" y="236888"/>
                </a:cubicBezTo>
                <a:lnTo>
                  <a:pt x="184672" y="236888"/>
                </a:lnTo>
                <a:cubicBezTo>
                  <a:pt x="177909" y="236888"/>
                  <a:pt x="172391" y="231467"/>
                  <a:pt x="172391" y="224713"/>
                </a:cubicBezTo>
                <a:cubicBezTo>
                  <a:pt x="172391" y="175302"/>
                  <a:pt x="212616" y="135133"/>
                  <a:pt x="262095" y="135133"/>
                </a:cubicBezTo>
                <a:close/>
                <a:moveTo>
                  <a:pt x="58120" y="108514"/>
                </a:moveTo>
                <a:lnTo>
                  <a:pt x="58120" y="413970"/>
                </a:lnTo>
                <a:lnTo>
                  <a:pt x="549430" y="413970"/>
                </a:lnTo>
                <a:lnTo>
                  <a:pt x="549430" y="108514"/>
                </a:lnTo>
                <a:close/>
                <a:moveTo>
                  <a:pt x="27236" y="56079"/>
                </a:moveTo>
                <a:lnTo>
                  <a:pt x="27236" y="81319"/>
                </a:lnTo>
                <a:lnTo>
                  <a:pt x="580403" y="81319"/>
                </a:lnTo>
                <a:lnTo>
                  <a:pt x="580403" y="56079"/>
                </a:lnTo>
                <a:close/>
                <a:moveTo>
                  <a:pt x="303775" y="0"/>
                </a:moveTo>
                <a:cubicBezTo>
                  <a:pt x="311341" y="0"/>
                  <a:pt x="317393" y="6132"/>
                  <a:pt x="317393" y="13597"/>
                </a:cubicBezTo>
                <a:lnTo>
                  <a:pt x="317393" y="28884"/>
                </a:lnTo>
                <a:lnTo>
                  <a:pt x="580403" y="28884"/>
                </a:lnTo>
                <a:cubicBezTo>
                  <a:pt x="595356" y="28884"/>
                  <a:pt x="607639" y="41148"/>
                  <a:pt x="607639" y="56079"/>
                </a:cubicBezTo>
                <a:lnTo>
                  <a:pt x="607639" y="81319"/>
                </a:lnTo>
                <a:cubicBezTo>
                  <a:pt x="607639" y="96338"/>
                  <a:pt x="595356" y="108514"/>
                  <a:pt x="580403" y="108514"/>
                </a:cubicBezTo>
                <a:lnTo>
                  <a:pt x="576665" y="108514"/>
                </a:lnTo>
                <a:lnTo>
                  <a:pt x="576665" y="413970"/>
                </a:lnTo>
                <a:cubicBezTo>
                  <a:pt x="576665" y="428990"/>
                  <a:pt x="564472" y="441165"/>
                  <a:pt x="549430" y="441165"/>
                </a:cubicBezTo>
                <a:lnTo>
                  <a:pt x="317393" y="441165"/>
                </a:lnTo>
                <a:lnTo>
                  <a:pt x="317393" y="481069"/>
                </a:lnTo>
                <a:lnTo>
                  <a:pt x="418236" y="554923"/>
                </a:lnTo>
                <a:cubicBezTo>
                  <a:pt x="424377" y="559366"/>
                  <a:pt x="425623" y="567898"/>
                  <a:pt x="421173" y="573942"/>
                </a:cubicBezTo>
                <a:cubicBezTo>
                  <a:pt x="418503" y="577585"/>
                  <a:pt x="414409" y="579452"/>
                  <a:pt x="410225" y="579452"/>
                </a:cubicBezTo>
                <a:cubicBezTo>
                  <a:pt x="407466" y="579452"/>
                  <a:pt x="404618" y="578652"/>
                  <a:pt x="402215" y="576874"/>
                </a:cubicBezTo>
                <a:lnTo>
                  <a:pt x="317393" y="514752"/>
                </a:lnTo>
                <a:lnTo>
                  <a:pt x="317393" y="565854"/>
                </a:lnTo>
                <a:cubicBezTo>
                  <a:pt x="317393" y="573408"/>
                  <a:pt x="311341" y="579452"/>
                  <a:pt x="303775" y="579452"/>
                </a:cubicBezTo>
                <a:cubicBezTo>
                  <a:pt x="296299" y="579452"/>
                  <a:pt x="290157" y="573408"/>
                  <a:pt x="290157" y="565854"/>
                </a:cubicBezTo>
                <a:lnTo>
                  <a:pt x="290157" y="514752"/>
                </a:lnTo>
                <a:lnTo>
                  <a:pt x="205424" y="576874"/>
                </a:lnTo>
                <a:cubicBezTo>
                  <a:pt x="199372" y="581318"/>
                  <a:pt x="190827" y="579985"/>
                  <a:pt x="186377" y="573942"/>
                </a:cubicBezTo>
                <a:cubicBezTo>
                  <a:pt x="181927" y="567898"/>
                  <a:pt x="183262" y="559366"/>
                  <a:pt x="189314" y="554923"/>
                </a:cubicBezTo>
                <a:lnTo>
                  <a:pt x="290157" y="481069"/>
                </a:lnTo>
                <a:lnTo>
                  <a:pt x="290157" y="441165"/>
                </a:lnTo>
                <a:lnTo>
                  <a:pt x="58120" y="441165"/>
                </a:lnTo>
                <a:cubicBezTo>
                  <a:pt x="43167" y="441165"/>
                  <a:pt x="30885" y="428990"/>
                  <a:pt x="30885" y="413970"/>
                </a:cubicBezTo>
                <a:lnTo>
                  <a:pt x="30885" y="108514"/>
                </a:lnTo>
                <a:lnTo>
                  <a:pt x="27236" y="108514"/>
                </a:lnTo>
                <a:cubicBezTo>
                  <a:pt x="12194" y="108514"/>
                  <a:pt x="0" y="96338"/>
                  <a:pt x="0" y="81319"/>
                </a:cubicBezTo>
                <a:lnTo>
                  <a:pt x="0" y="56079"/>
                </a:lnTo>
                <a:cubicBezTo>
                  <a:pt x="0" y="41148"/>
                  <a:pt x="12194" y="28884"/>
                  <a:pt x="27236" y="28884"/>
                </a:cubicBezTo>
                <a:lnTo>
                  <a:pt x="290157" y="28884"/>
                </a:lnTo>
                <a:lnTo>
                  <a:pt x="290157" y="13597"/>
                </a:lnTo>
                <a:cubicBezTo>
                  <a:pt x="290157" y="6132"/>
                  <a:pt x="296299" y="0"/>
                  <a:pt x="303775" y="0"/>
                </a:cubicBezTo>
                <a:close/>
              </a:path>
            </a:pathLst>
          </a:custGeom>
          <a:solidFill>
            <a:schemeClr val="accent1"/>
          </a:solidFill>
          <a:ln w="9525">
            <a:noFill/>
            <a:round/>
            <a:headEnd/>
            <a:tailEnd/>
          </a:ln>
        </p:spPr>
        <p:txBody>
          <a:bodyPr anchor="ctr"/>
          <a:lstStyle/>
          <a:p>
            <a:pPr algn="ctr"/>
            <a:endParaRPr/>
          </a:p>
        </p:txBody>
      </p:sp>
      <p:sp>
        <p:nvSpPr>
          <p:cNvPr id="23" name="îṣļîḑé-任意多边形: 形状 12">
            <a:extLst>
              <a:ext uri="{FF2B5EF4-FFF2-40B4-BE49-F238E27FC236}">
                <a16:creationId xmlns:a16="http://schemas.microsoft.com/office/drawing/2014/main" id="{C9E7F81C-19CA-476C-8ABB-73B34EDF8E90}"/>
              </a:ext>
            </a:extLst>
          </p:cNvPr>
          <p:cNvSpPr>
            <a:spLocks/>
          </p:cNvSpPr>
          <p:nvPr/>
        </p:nvSpPr>
        <p:spPr bwMode="auto">
          <a:xfrm>
            <a:off x="6849801" y="3550640"/>
            <a:ext cx="346249" cy="345724"/>
          </a:xfrm>
          <a:custGeom>
            <a:avLst/>
            <a:gdLst>
              <a:gd name="connsiteX0" fmla="*/ 497095 w 607639"/>
              <a:gd name="connsiteY0" fmla="*/ 261992 h 606722"/>
              <a:gd name="connsiteX1" fmla="*/ 497095 w 607639"/>
              <a:gd name="connsiteY1" fmla="*/ 468794 h 606722"/>
              <a:gd name="connsiteX2" fmla="*/ 524775 w 607639"/>
              <a:gd name="connsiteY2" fmla="*/ 468794 h 606722"/>
              <a:gd name="connsiteX3" fmla="*/ 524775 w 607639"/>
              <a:gd name="connsiteY3" fmla="*/ 261992 h 606722"/>
              <a:gd name="connsiteX4" fmla="*/ 414320 w 607639"/>
              <a:gd name="connsiteY4" fmla="*/ 261992 h 606722"/>
              <a:gd name="connsiteX5" fmla="*/ 414320 w 607639"/>
              <a:gd name="connsiteY5" fmla="*/ 468794 h 606722"/>
              <a:gd name="connsiteX6" fmla="*/ 469503 w 607639"/>
              <a:gd name="connsiteY6" fmla="*/ 468794 h 606722"/>
              <a:gd name="connsiteX7" fmla="*/ 469503 w 607639"/>
              <a:gd name="connsiteY7" fmla="*/ 261992 h 606722"/>
              <a:gd name="connsiteX8" fmla="*/ 359047 w 607639"/>
              <a:gd name="connsiteY8" fmla="*/ 261992 h 606722"/>
              <a:gd name="connsiteX9" fmla="*/ 359047 w 607639"/>
              <a:gd name="connsiteY9" fmla="*/ 468794 h 606722"/>
              <a:gd name="connsiteX10" fmla="*/ 386639 w 607639"/>
              <a:gd name="connsiteY10" fmla="*/ 468794 h 606722"/>
              <a:gd name="connsiteX11" fmla="*/ 386639 w 607639"/>
              <a:gd name="connsiteY11" fmla="*/ 261992 h 606722"/>
              <a:gd name="connsiteX12" fmla="*/ 276183 w 607639"/>
              <a:gd name="connsiteY12" fmla="*/ 261992 h 606722"/>
              <a:gd name="connsiteX13" fmla="*/ 276183 w 607639"/>
              <a:gd name="connsiteY13" fmla="*/ 468794 h 606722"/>
              <a:gd name="connsiteX14" fmla="*/ 331456 w 607639"/>
              <a:gd name="connsiteY14" fmla="*/ 468794 h 606722"/>
              <a:gd name="connsiteX15" fmla="*/ 331456 w 607639"/>
              <a:gd name="connsiteY15" fmla="*/ 261992 h 606722"/>
              <a:gd name="connsiteX16" fmla="*/ 220911 w 607639"/>
              <a:gd name="connsiteY16" fmla="*/ 261992 h 606722"/>
              <a:gd name="connsiteX17" fmla="*/ 220911 w 607639"/>
              <a:gd name="connsiteY17" fmla="*/ 468794 h 606722"/>
              <a:gd name="connsiteX18" fmla="*/ 248592 w 607639"/>
              <a:gd name="connsiteY18" fmla="*/ 468794 h 606722"/>
              <a:gd name="connsiteX19" fmla="*/ 248592 w 607639"/>
              <a:gd name="connsiteY19" fmla="*/ 261992 h 606722"/>
              <a:gd name="connsiteX20" fmla="*/ 138136 w 607639"/>
              <a:gd name="connsiteY20" fmla="*/ 261992 h 606722"/>
              <a:gd name="connsiteX21" fmla="*/ 138136 w 607639"/>
              <a:gd name="connsiteY21" fmla="*/ 468794 h 606722"/>
              <a:gd name="connsiteX22" fmla="*/ 193319 w 607639"/>
              <a:gd name="connsiteY22" fmla="*/ 468794 h 606722"/>
              <a:gd name="connsiteX23" fmla="*/ 193319 w 607639"/>
              <a:gd name="connsiteY23" fmla="*/ 261992 h 606722"/>
              <a:gd name="connsiteX24" fmla="*/ 82864 w 607639"/>
              <a:gd name="connsiteY24" fmla="*/ 261992 h 606722"/>
              <a:gd name="connsiteX25" fmla="*/ 82864 w 607639"/>
              <a:gd name="connsiteY25" fmla="*/ 468794 h 606722"/>
              <a:gd name="connsiteX26" fmla="*/ 110455 w 607639"/>
              <a:gd name="connsiteY26" fmla="*/ 468794 h 606722"/>
              <a:gd name="connsiteX27" fmla="*/ 110455 w 607639"/>
              <a:gd name="connsiteY27" fmla="*/ 261992 h 606722"/>
              <a:gd name="connsiteX28" fmla="*/ 303820 w 607639"/>
              <a:gd name="connsiteY28" fmla="*/ 110294 h 606722"/>
              <a:gd name="connsiteX29" fmla="*/ 331447 w 607639"/>
              <a:gd name="connsiteY29" fmla="*/ 137885 h 606722"/>
              <a:gd name="connsiteX30" fmla="*/ 303820 w 607639"/>
              <a:gd name="connsiteY30" fmla="*/ 165476 h 606722"/>
              <a:gd name="connsiteX31" fmla="*/ 276193 w 607639"/>
              <a:gd name="connsiteY31" fmla="*/ 137885 h 606722"/>
              <a:gd name="connsiteX32" fmla="*/ 303820 w 607639"/>
              <a:gd name="connsiteY32" fmla="*/ 110294 h 606722"/>
              <a:gd name="connsiteX33" fmla="*/ 303775 w 607639"/>
              <a:gd name="connsiteY33" fmla="*/ 27550 h 606722"/>
              <a:gd name="connsiteX34" fmla="*/ 174005 w 607639"/>
              <a:gd name="connsiteY34" fmla="*/ 103446 h 606722"/>
              <a:gd name="connsiteX35" fmla="*/ 299681 w 607639"/>
              <a:gd name="connsiteY35" fmla="*/ 56522 h 606722"/>
              <a:gd name="connsiteX36" fmla="*/ 309293 w 607639"/>
              <a:gd name="connsiteY36" fmla="*/ 55189 h 606722"/>
              <a:gd name="connsiteX37" fmla="*/ 434969 w 607639"/>
              <a:gd name="connsiteY37" fmla="*/ 102024 h 606722"/>
              <a:gd name="connsiteX38" fmla="*/ 303775 w 607639"/>
              <a:gd name="connsiteY38" fmla="*/ 27550 h 606722"/>
              <a:gd name="connsiteX39" fmla="*/ 303775 w 607639"/>
              <a:gd name="connsiteY39" fmla="*/ 0 h 606722"/>
              <a:gd name="connsiteX40" fmla="*/ 470927 w 607639"/>
              <a:gd name="connsiteY40" fmla="*/ 115799 h 606722"/>
              <a:gd name="connsiteX41" fmla="*/ 570346 w 607639"/>
              <a:gd name="connsiteY41" fmla="*/ 153036 h 606722"/>
              <a:gd name="connsiteX42" fmla="*/ 579958 w 607639"/>
              <a:gd name="connsiteY42" fmla="*/ 165478 h 606722"/>
              <a:gd name="connsiteX43" fmla="*/ 579958 w 607639"/>
              <a:gd name="connsiteY43" fmla="*/ 193028 h 606722"/>
              <a:gd name="connsiteX44" fmla="*/ 579958 w 607639"/>
              <a:gd name="connsiteY44" fmla="*/ 248217 h 606722"/>
              <a:gd name="connsiteX45" fmla="*/ 566163 w 607639"/>
              <a:gd name="connsiteY45" fmla="*/ 261992 h 606722"/>
              <a:gd name="connsiteX46" fmla="*/ 552367 w 607639"/>
              <a:gd name="connsiteY46" fmla="*/ 261992 h 606722"/>
              <a:gd name="connsiteX47" fmla="*/ 552367 w 607639"/>
              <a:gd name="connsiteY47" fmla="*/ 468794 h 606722"/>
              <a:gd name="connsiteX48" fmla="*/ 566163 w 607639"/>
              <a:gd name="connsiteY48" fmla="*/ 468794 h 606722"/>
              <a:gd name="connsiteX49" fmla="*/ 579958 w 607639"/>
              <a:gd name="connsiteY49" fmla="*/ 482569 h 606722"/>
              <a:gd name="connsiteX50" fmla="*/ 566163 w 607639"/>
              <a:gd name="connsiteY50" fmla="*/ 496344 h 606722"/>
              <a:gd name="connsiteX51" fmla="*/ 538571 w 607639"/>
              <a:gd name="connsiteY51" fmla="*/ 496344 h 606722"/>
              <a:gd name="connsiteX52" fmla="*/ 483299 w 607639"/>
              <a:gd name="connsiteY52" fmla="*/ 496344 h 606722"/>
              <a:gd name="connsiteX53" fmla="*/ 400435 w 607639"/>
              <a:gd name="connsiteY53" fmla="*/ 496344 h 606722"/>
              <a:gd name="connsiteX54" fmla="*/ 345252 w 607639"/>
              <a:gd name="connsiteY54" fmla="*/ 496344 h 606722"/>
              <a:gd name="connsiteX55" fmla="*/ 262387 w 607639"/>
              <a:gd name="connsiteY55" fmla="*/ 496344 h 606722"/>
              <a:gd name="connsiteX56" fmla="*/ 207115 w 607639"/>
              <a:gd name="connsiteY56" fmla="*/ 496344 h 606722"/>
              <a:gd name="connsiteX57" fmla="*/ 124251 w 607639"/>
              <a:gd name="connsiteY57" fmla="*/ 496344 h 606722"/>
              <a:gd name="connsiteX58" fmla="*/ 69068 w 607639"/>
              <a:gd name="connsiteY58" fmla="*/ 496344 h 606722"/>
              <a:gd name="connsiteX59" fmla="*/ 55272 w 607639"/>
              <a:gd name="connsiteY59" fmla="*/ 496344 h 606722"/>
              <a:gd name="connsiteX60" fmla="*/ 55272 w 607639"/>
              <a:gd name="connsiteY60" fmla="*/ 537758 h 606722"/>
              <a:gd name="connsiteX61" fmla="*/ 41387 w 607639"/>
              <a:gd name="connsiteY61" fmla="*/ 551533 h 606722"/>
              <a:gd name="connsiteX62" fmla="*/ 27592 w 607639"/>
              <a:gd name="connsiteY62" fmla="*/ 551533 h 606722"/>
              <a:gd name="connsiteX63" fmla="*/ 27592 w 607639"/>
              <a:gd name="connsiteY63" fmla="*/ 579083 h 606722"/>
              <a:gd name="connsiteX64" fmla="*/ 579958 w 607639"/>
              <a:gd name="connsiteY64" fmla="*/ 579083 h 606722"/>
              <a:gd name="connsiteX65" fmla="*/ 579958 w 607639"/>
              <a:gd name="connsiteY65" fmla="*/ 551533 h 606722"/>
              <a:gd name="connsiteX66" fmla="*/ 96660 w 607639"/>
              <a:gd name="connsiteY66" fmla="*/ 551533 h 606722"/>
              <a:gd name="connsiteX67" fmla="*/ 82864 w 607639"/>
              <a:gd name="connsiteY67" fmla="*/ 537758 h 606722"/>
              <a:gd name="connsiteX68" fmla="*/ 96660 w 607639"/>
              <a:gd name="connsiteY68" fmla="*/ 523983 h 606722"/>
              <a:gd name="connsiteX69" fmla="*/ 593843 w 607639"/>
              <a:gd name="connsiteY69" fmla="*/ 523983 h 606722"/>
              <a:gd name="connsiteX70" fmla="*/ 607639 w 607639"/>
              <a:gd name="connsiteY70" fmla="*/ 537758 h 606722"/>
              <a:gd name="connsiteX71" fmla="*/ 607639 w 607639"/>
              <a:gd name="connsiteY71" fmla="*/ 592947 h 606722"/>
              <a:gd name="connsiteX72" fmla="*/ 593843 w 607639"/>
              <a:gd name="connsiteY72" fmla="*/ 606722 h 606722"/>
              <a:gd name="connsiteX73" fmla="*/ 13796 w 607639"/>
              <a:gd name="connsiteY73" fmla="*/ 606722 h 606722"/>
              <a:gd name="connsiteX74" fmla="*/ 0 w 607639"/>
              <a:gd name="connsiteY74" fmla="*/ 592947 h 606722"/>
              <a:gd name="connsiteX75" fmla="*/ 0 w 607639"/>
              <a:gd name="connsiteY75" fmla="*/ 537758 h 606722"/>
              <a:gd name="connsiteX76" fmla="*/ 13796 w 607639"/>
              <a:gd name="connsiteY76" fmla="*/ 523983 h 606722"/>
              <a:gd name="connsiteX77" fmla="*/ 27592 w 607639"/>
              <a:gd name="connsiteY77" fmla="*/ 523983 h 606722"/>
              <a:gd name="connsiteX78" fmla="*/ 27592 w 607639"/>
              <a:gd name="connsiteY78" fmla="*/ 482569 h 606722"/>
              <a:gd name="connsiteX79" fmla="*/ 41387 w 607639"/>
              <a:gd name="connsiteY79" fmla="*/ 468794 h 606722"/>
              <a:gd name="connsiteX80" fmla="*/ 55272 w 607639"/>
              <a:gd name="connsiteY80" fmla="*/ 468794 h 606722"/>
              <a:gd name="connsiteX81" fmla="*/ 55272 w 607639"/>
              <a:gd name="connsiteY81" fmla="*/ 261992 h 606722"/>
              <a:gd name="connsiteX82" fmla="*/ 41387 w 607639"/>
              <a:gd name="connsiteY82" fmla="*/ 261992 h 606722"/>
              <a:gd name="connsiteX83" fmla="*/ 27592 w 607639"/>
              <a:gd name="connsiteY83" fmla="*/ 248217 h 606722"/>
              <a:gd name="connsiteX84" fmla="*/ 41387 w 607639"/>
              <a:gd name="connsiteY84" fmla="*/ 234442 h 606722"/>
              <a:gd name="connsiteX85" fmla="*/ 69068 w 607639"/>
              <a:gd name="connsiteY85" fmla="*/ 234442 h 606722"/>
              <a:gd name="connsiteX86" fmla="*/ 124251 w 607639"/>
              <a:gd name="connsiteY86" fmla="*/ 234442 h 606722"/>
              <a:gd name="connsiteX87" fmla="*/ 207115 w 607639"/>
              <a:gd name="connsiteY87" fmla="*/ 234442 h 606722"/>
              <a:gd name="connsiteX88" fmla="*/ 262387 w 607639"/>
              <a:gd name="connsiteY88" fmla="*/ 234442 h 606722"/>
              <a:gd name="connsiteX89" fmla="*/ 345252 w 607639"/>
              <a:gd name="connsiteY89" fmla="*/ 234442 h 606722"/>
              <a:gd name="connsiteX90" fmla="*/ 400435 w 607639"/>
              <a:gd name="connsiteY90" fmla="*/ 234442 h 606722"/>
              <a:gd name="connsiteX91" fmla="*/ 483299 w 607639"/>
              <a:gd name="connsiteY91" fmla="*/ 234442 h 606722"/>
              <a:gd name="connsiteX92" fmla="*/ 538571 w 607639"/>
              <a:gd name="connsiteY92" fmla="*/ 234442 h 606722"/>
              <a:gd name="connsiteX93" fmla="*/ 552367 w 607639"/>
              <a:gd name="connsiteY93" fmla="*/ 234442 h 606722"/>
              <a:gd name="connsiteX94" fmla="*/ 552367 w 607639"/>
              <a:gd name="connsiteY94" fmla="*/ 193028 h 606722"/>
              <a:gd name="connsiteX95" fmla="*/ 552367 w 607639"/>
              <a:gd name="connsiteY95" fmla="*/ 175076 h 606722"/>
              <a:gd name="connsiteX96" fmla="*/ 303775 w 607639"/>
              <a:gd name="connsiteY96" fmla="*/ 84072 h 606722"/>
              <a:gd name="connsiteX97" fmla="*/ 55272 w 607639"/>
              <a:gd name="connsiteY97" fmla="*/ 175076 h 606722"/>
              <a:gd name="connsiteX98" fmla="*/ 55272 w 607639"/>
              <a:gd name="connsiteY98" fmla="*/ 179253 h 606722"/>
              <a:gd name="connsiteX99" fmla="*/ 510979 w 607639"/>
              <a:gd name="connsiteY99" fmla="*/ 179253 h 606722"/>
              <a:gd name="connsiteX100" fmla="*/ 524775 w 607639"/>
              <a:gd name="connsiteY100" fmla="*/ 193028 h 606722"/>
              <a:gd name="connsiteX101" fmla="*/ 510979 w 607639"/>
              <a:gd name="connsiteY101" fmla="*/ 206803 h 606722"/>
              <a:gd name="connsiteX102" fmla="*/ 41387 w 607639"/>
              <a:gd name="connsiteY102" fmla="*/ 206803 h 606722"/>
              <a:gd name="connsiteX103" fmla="*/ 27592 w 607639"/>
              <a:gd name="connsiteY103" fmla="*/ 193028 h 606722"/>
              <a:gd name="connsiteX104" fmla="*/ 27592 w 607639"/>
              <a:gd name="connsiteY104" fmla="*/ 165478 h 606722"/>
              <a:gd name="connsiteX105" fmla="*/ 37293 w 607639"/>
              <a:gd name="connsiteY105" fmla="*/ 153036 h 606722"/>
              <a:gd name="connsiteX106" fmla="*/ 136712 w 607639"/>
              <a:gd name="connsiteY106" fmla="*/ 115799 h 606722"/>
              <a:gd name="connsiteX107" fmla="*/ 303775 w 607639"/>
              <a:gd name="connsiteY107" fmla="*/ 0 h 60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07639" h="606722">
                <a:moveTo>
                  <a:pt x="497095" y="261992"/>
                </a:moveTo>
                <a:lnTo>
                  <a:pt x="497095" y="468794"/>
                </a:lnTo>
                <a:lnTo>
                  <a:pt x="524775" y="468794"/>
                </a:lnTo>
                <a:lnTo>
                  <a:pt x="524775" y="261992"/>
                </a:lnTo>
                <a:close/>
                <a:moveTo>
                  <a:pt x="414320" y="261992"/>
                </a:moveTo>
                <a:lnTo>
                  <a:pt x="414320" y="468794"/>
                </a:lnTo>
                <a:lnTo>
                  <a:pt x="469503" y="468794"/>
                </a:lnTo>
                <a:lnTo>
                  <a:pt x="469503" y="261992"/>
                </a:lnTo>
                <a:close/>
                <a:moveTo>
                  <a:pt x="359047" y="261992"/>
                </a:moveTo>
                <a:lnTo>
                  <a:pt x="359047" y="468794"/>
                </a:lnTo>
                <a:lnTo>
                  <a:pt x="386639" y="468794"/>
                </a:lnTo>
                <a:lnTo>
                  <a:pt x="386639" y="261992"/>
                </a:lnTo>
                <a:close/>
                <a:moveTo>
                  <a:pt x="276183" y="261992"/>
                </a:moveTo>
                <a:lnTo>
                  <a:pt x="276183" y="468794"/>
                </a:lnTo>
                <a:lnTo>
                  <a:pt x="331456" y="468794"/>
                </a:lnTo>
                <a:lnTo>
                  <a:pt x="331456" y="261992"/>
                </a:lnTo>
                <a:close/>
                <a:moveTo>
                  <a:pt x="220911" y="261992"/>
                </a:moveTo>
                <a:lnTo>
                  <a:pt x="220911" y="468794"/>
                </a:lnTo>
                <a:lnTo>
                  <a:pt x="248592" y="468794"/>
                </a:lnTo>
                <a:lnTo>
                  <a:pt x="248592" y="261992"/>
                </a:lnTo>
                <a:close/>
                <a:moveTo>
                  <a:pt x="138136" y="261992"/>
                </a:moveTo>
                <a:lnTo>
                  <a:pt x="138136" y="468794"/>
                </a:lnTo>
                <a:lnTo>
                  <a:pt x="193319" y="468794"/>
                </a:lnTo>
                <a:lnTo>
                  <a:pt x="193319" y="261992"/>
                </a:lnTo>
                <a:close/>
                <a:moveTo>
                  <a:pt x="82864" y="261992"/>
                </a:moveTo>
                <a:lnTo>
                  <a:pt x="82864" y="468794"/>
                </a:lnTo>
                <a:lnTo>
                  <a:pt x="110455" y="468794"/>
                </a:lnTo>
                <a:lnTo>
                  <a:pt x="110455" y="261992"/>
                </a:lnTo>
                <a:close/>
                <a:moveTo>
                  <a:pt x="303820" y="110294"/>
                </a:moveTo>
                <a:cubicBezTo>
                  <a:pt x="319078" y="110294"/>
                  <a:pt x="331447" y="122647"/>
                  <a:pt x="331447" y="137885"/>
                </a:cubicBezTo>
                <a:cubicBezTo>
                  <a:pt x="331447" y="153123"/>
                  <a:pt x="319078" y="165476"/>
                  <a:pt x="303820" y="165476"/>
                </a:cubicBezTo>
                <a:cubicBezTo>
                  <a:pt x="288562" y="165476"/>
                  <a:pt x="276193" y="153123"/>
                  <a:pt x="276193" y="137885"/>
                </a:cubicBezTo>
                <a:cubicBezTo>
                  <a:pt x="276193" y="122647"/>
                  <a:pt x="288562" y="110294"/>
                  <a:pt x="303820" y="110294"/>
                </a:cubicBezTo>
                <a:close/>
                <a:moveTo>
                  <a:pt x="303775" y="27550"/>
                </a:moveTo>
                <a:cubicBezTo>
                  <a:pt x="248592" y="27550"/>
                  <a:pt x="198838" y="57944"/>
                  <a:pt x="174005" y="103446"/>
                </a:cubicBezTo>
                <a:lnTo>
                  <a:pt x="299681" y="56522"/>
                </a:lnTo>
                <a:cubicBezTo>
                  <a:pt x="302440" y="55189"/>
                  <a:pt x="305199" y="55189"/>
                  <a:pt x="309293" y="55189"/>
                </a:cubicBezTo>
                <a:lnTo>
                  <a:pt x="434969" y="102024"/>
                </a:lnTo>
                <a:cubicBezTo>
                  <a:pt x="408712" y="57944"/>
                  <a:pt x="359047" y="27550"/>
                  <a:pt x="303775" y="27550"/>
                </a:cubicBezTo>
                <a:close/>
                <a:moveTo>
                  <a:pt x="303775" y="0"/>
                </a:moveTo>
                <a:cubicBezTo>
                  <a:pt x="379786" y="0"/>
                  <a:pt x="446006" y="48257"/>
                  <a:pt x="470927" y="115799"/>
                </a:cubicBezTo>
                <a:lnTo>
                  <a:pt x="570346" y="153036"/>
                </a:lnTo>
                <a:cubicBezTo>
                  <a:pt x="575864" y="154458"/>
                  <a:pt x="579958" y="159968"/>
                  <a:pt x="579958" y="165478"/>
                </a:cubicBezTo>
                <a:lnTo>
                  <a:pt x="579958" y="193028"/>
                </a:lnTo>
                <a:lnTo>
                  <a:pt x="579958" y="248217"/>
                </a:lnTo>
                <a:cubicBezTo>
                  <a:pt x="579958" y="256482"/>
                  <a:pt x="574440" y="261992"/>
                  <a:pt x="566163" y="261992"/>
                </a:cubicBezTo>
                <a:lnTo>
                  <a:pt x="552367" y="261992"/>
                </a:lnTo>
                <a:lnTo>
                  <a:pt x="552367" y="468794"/>
                </a:lnTo>
                <a:lnTo>
                  <a:pt x="566163" y="468794"/>
                </a:lnTo>
                <a:cubicBezTo>
                  <a:pt x="574440" y="468794"/>
                  <a:pt x="579958" y="474304"/>
                  <a:pt x="579958" y="482569"/>
                </a:cubicBezTo>
                <a:cubicBezTo>
                  <a:pt x="579958" y="490834"/>
                  <a:pt x="574440" y="496344"/>
                  <a:pt x="566163" y="496344"/>
                </a:cubicBezTo>
                <a:lnTo>
                  <a:pt x="538571" y="496344"/>
                </a:lnTo>
                <a:lnTo>
                  <a:pt x="483299" y="496344"/>
                </a:lnTo>
                <a:lnTo>
                  <a:pt x="400435" y="496344"/>
                </a:lnTo>
                <a:lnTo>
                  <a:pt x="345252" y="496344"/>
                </a:lnTo>
                <a:lnTo>
                  <a:pt x="262387" y="496344"/>
                </a:lnTo>
                <a:lnTo>
                  <a:pt x="207115" y="496344"/>
                </a:lnTo>
                <a:lnTo>
                  <a:pt x="124251" y="496344"/>
                </a:lnTo>
                <a:lnTo>
                  <a:pt x="69068" y="496344"/>
                </a:lnTo>
                <a:lnTo>
                  <a:pt x="55272" y="496344"/>
                </a:lnTo>
                <a:lnTo>
                  <a:pt x="55272" y="537758"/>
                </a:lnTo>
                <a:cubicBezTo>
                  <a:pt x="55272" y="546023"/>
                  <a:pt x="49754" y="551533"/>
                  <a:pt x="41387" y="551533"/>
                </a:cubicBezTo>
                <a:lnTo>
                  <a:pt x="27592" y="551533"/>
                </a:lnTo>
                <a:lnTo>
                  <a:pt x="27592" y="579083"/>
                </a:lnTo>
                <a:lnTo>
                  <a:pt x="579958" y="579083"/>
                </a:lnTo>
                <a:lnTo>
                  <a:pt x="579958" y="551533"/>
                </a:lnTo>
                <a:lnTo>
                  <a:pt x="96660" y="551533"/>
                </a:lnTo>
                <a:cubicBezTo>
                  <a:pt x="88382" y="551533"/>
                  <a:pt x="82864" y="546023"/>
                  <a:pt x="82864" y="537758"/>
                </a:cubicBezTo>
                <a:cubicBezTo>
                  <a:pt x="82864" y="529493"/>
                  <a:pt x="88382" y="523983"/>
                  <a:pt x="96660" y="523983"/>
                </a:cubicBezTo>
                <a:lnTo>
                  <a:pt x="593843" y="523983"/>
                </a:lnTo>
                <a:cubicBezTo>
                  <a:pt x="602121" y="523983"/>
                  <a:pt x="607639" y="529493"/>
                  <a:pt x="607639" y="537758"/>
                </a:cubicBezTo>
                <a:lnTo>
                  <a:pt x="607639" y="592947"/>
                </a:lnTo>
                <a:cubicBezTo>
                  <a:pt x="607639" y="601212"/>
                  <a:pt x="602121" y="606722"/>
                  <a:pt x="593843" y="606722"/>
                </a:cubicBezTo>
                <a:lnTo>
                  <a:pt x="13796" y="606722"/>
                </a:lnTo>
                <a:cubicBezTo>
                  <a:pt x="5518" y="606722"/>
                  <a:pt x="0" y="601212"/>
                  <a:pt x="0" y="592947"/>
                </a:cubicBezTo>
                <a:lnTo>
                  <a:pt x="0" y="537758"/>
                </a:lnTo>
                <a:cubicBezTo>
                  <a:pt x="0" y="529493"/>
                  <a:pt x="5518" y="523983"/>
                  <a:pt x="13796" y="523983"/>
                </a:cubicBezTo>
                <a:lnTo>
                  <a:pt x="27592" y="523983"/>
                </a:lnTo>
                <a:lnTo>
                  <a:pt x="27592" y="482569"/>
                </a:lnTo>
                <a:cubicBezTo>
                  <a:pt x="27592" y="474304"/>
                  <a:pt x="33110" y="468794"/>
                  <a:pt x="41387" y="468794"/>
                </a:cubicBezTo>
                <a:lnTo>
                  <a:pt x="55272" y="468794"/>
                </a:lnTo>
                <a:lnTo>
                  <a:pt x="55272" y="261992"/>
                </a:lnTo>
                <a:lnTo>
                  <a:pt x="41387" y="261992"/>
                </a:lnTo>
                <a:cubicBezTo>
                  <a:pt x="33110" y="261992"/>
                  <a:pt x="27592" y="256482"/>
                  <a:pt x="27592" y="248217"/>
                </a:cubicBezTo>
                <a:cubicBezTo>
                  <a:pt x="27592" y="239952"/>
                  <a:pt x="33110" y="234442"/>
                  <a:pt x="41387" y="234442"/>
                </a:cubicBezTo>
                <a:lnTo>
                  <a:pt x="69068" y="234442"/>
                </a:lnTo>
                <a:lnTo>
                  <a:pt x="124251" y="234442"/>
                </a:lnTo>
                <a:lnTo>
                  <a:pt x="207115" y="234442"/>
                </a:lnTo>
                <a:lnTo>
                  <a:pt x="262387" y="234442"/>
                </a:lnTo>
                <a:lnTo>
                  <a:pt x="345252" y="234442"/>
                </a:lnTo>
                <a:lnTo>
                  <a:pt x="400435" y="234442"/>
                </a:lnTo>
                <a:lnTo>
                  <a:pt x="483299" y="234442"/>
                </a:lnTo>
                <a:lnTo>
                  <a:pt x="538571" y="234442"/>
                </a:lnTo>
                <a:lnTo>
                  <a:pt x="552367" y="234442"/>
                </a:lnTo>
                <a:lnTo>
                  <a:pt x="552367" y="193028"/>
                </a:lnTo>
                <a:lnTo>
                  <a:pt x="552367" y="175076"/>
                </a:lnTo>
                <a:lnTo>
                  <a:pt x="303775" y="84072"/>
                </a:lnTo>
                <a:lnTo>
                  <a:pt x="55272" y="175076"/>
                </a:lnTo>
                <a:lnTo>
                  <a:pt x="55272" y="179253"/>
                </a:lnTo>
                <a:lnTo>
                  <a:pt x="510979" y="179253"/>
                </a:lnTo>
                <a:cubicBezTo>
                  <a:pt x="519257" y="179253"/>
                  <a:pt x="524775" y="184763"/>
                  <a:pt x="524775" y="193028"/>
                </a:cubicBezTo>
                <a:cubicBezTo>
                  <a:pt x="524775" y="201293"/>
                  <a:pt x="519257" y="206803"/>
                  <a:pt x="510979" y="206803"/>
                </a:cubicBezTo>
                <a:lnTo>
                  <a:pt x="41387" y="206803"/>
                </a:lnTo>
                <a:cubicBezTo>
                  <a:pt x="33110" y="206803"/>
                  <a:pt x="27592" y="201293"/>
                  <a:pt x="27592" y="193028"/>
                </a:cubicBezTo>
                <a:lnTo>
                  <a:pt x="27592" y="165478"/>
                </a:lnTo>
                <a:cubicBezTo>
                  <a:pt x="27592" y="159968"/>
                  <a:pt x="31775" y="154458"/>
                  <a:pt x="37293" y="153036"/>
                </a:cubicBezTo>
                <a:lnTo>
                  <a:pt x="136712" y="115799"/>
                </a:lnTo>
                <a:cubicBezTo>
                  <a:pt x="161545" y="48257"/>
                  <a:pt x="227853" y="0"/>
                  <a:pt x="303775" y="0"/>
                </a:cubicBezTo>
                <a:close/>
              </a:path>
            </a:pathLst>
          </a:custGeom>
          <a:solidFill>
            <a:schemeClr val="accent2"/>
          </a:solidFill>
          <a:ln w="9525">
            <a:noFill/>
            <a:round/>
            <a:headEnd/>
            <a:tailEnd/>
          </a:ln>
        </p:spPr>
        <p:txBody>
          <a:bodyPr anchor="ctr"/>
          <a:lstStyle/>
          <a:p>
            <a:pPr algn="ctr"/>
            <a:endParaRPr/>
          </a:p>
        </p:txBody>
      </p:sp>
      <p:sp>
        <p:nvSpPr>
          <p:cNvPr id="24" name="îṣļîḑé-任意多边形: 形状 13">
            <a:extLst>
              <a:ext uri="{FF2B5EF4-FFF2-40B4-BE49-F238E27FC236}">
                <a16:creationId xmlns:a16="http://schemas.microsoft.com/office/drawing/2014/main" id="{362622A8-36E3-4C33-A4B4-3456C7ECE834}"/>
              </a:ext>
            </a:extLst>
          </p:cNvPr>
          <p:cNvSpPr>
            <a:spLocks/>
          </p:cNvSpPr>
          <p:nvPr/>
        </p:nvSpPr>
        <p:spPr bwMode="auto">
          <a:xfrm>
            <a:off x="6474165" y="5341212"/>
            <a:ext cx="305385" cy="346247"/>
          </a:xfrm>
          <a:custGeom>
            <a:avLst/>
            <a:gdLst>
              <a:gd name="T0" fmla="*/ 2125 w 2288"/>
              <a:gd name="T1" fmla="*/ 924 h 2598"/>
              <a:gd name="T2" fmla="*/ 1863 w 2288"/>
              <a:gd name="T3" fmla="*/ 1258 h 2598"/>
              <a:gd name="T4" fmla="*/ 1848 w 2288"/>
              <a:gd name="T5" fmla="*/ 1586 h 2598"/>
              <a:gd name="T6" fmla="*/ 1899 w 2288"/>
              <a:gd name="T7" fmla="*/ 1716 h 2598"/>
              <a:gd name="T8" fmla="*/ 1211 w 2288"/>
              <a:gd name="T9" fmla="*/ 2079 h 2598"/>
              <a:gd name="T10" fmla="*/ 1176 w 2288"/>
              <a:gd name="T11" fmla="*/ 2038 h 2598"/>
              <a:gd name="T12" fmla="*/ 1200 w 2288"/>
              <a:gd name="T13" fmla="*/ 965 h 2598"/>
              <a:gd name="T14" fmla="*/ 1409 w 2288"/>
              <a:gd name="T15" fmla="*/ 1012 h 2598"/>
              <a:gd name="T16" fmla="*/ 1522 w 2288"/>
              <a:gd name="T17" fmla="*/ 978 h 2598"/>
              <a:gd name="T18" fmla="*/ 1526 w 2288"/>
              <a:gd name="T19" fmla="*/ 847 h 2598"/>
              <a:gd name="T20" fmla="*/ 1387 w 2288"/>
              <a:gd name="T21" fmla="*/ 828 h 2598"/>
              <a:gd name="T22" fmla="*/ 1193 w 2288"/>
              <a:gd name="T23" fmla="*/ 584 h 2598"/>
              <a:gd name="T24" fmla="*/ 1375 w 2288"/>
              <a:gd name="T25" fmla="*/ 124 h 2598"/>
              <a:gd name="T26" fmla="*/ 1109 w 2288"/>
              <a:gd name="T27" fmla="*/ 37 h 2598"/>
              <a:gd name="T28" fmla="*/ 1013 w 2288"/>
              <a:gd name="T29" fmla="*/ 570 h 2598"/>
              <a:gd name="T30" fmla="*/ 1056 w 2288"/>
              <a:gd name="T31" fmla="*/ 808 h 2598"/>
              <a:gd name="T32" fmla="*/ 891 w 2288"/>
              <a:gd name="T33" fmla="*/ 784 h 2598"/>
              <a:gd name="T34" fmla="*/ 748 w 2288"/>
              <a:gd name="T35" fmla="*/ 921 h 2598"/>
              <a:gd name="T36" fmla="*/ 899 w 2288"/>
              <a:gd name="T37" fmla="*/ 946 h 2598"/>
              <a:gd name="T38" fmla="*/ 1024 w 2288"/>
              <a:gd name="T39" fmla="*/ 1479 h 2598"/>
              <a:gd name="T40" fmla="*/ 1022 w 2288"/>
              <a:gd name="T41" fmla="*/ 2081 h 2598"/>
              <a:gd name="T42" fmla="*/ 434 w 2288"/>
              <a:gd name="T43" fmla="*/ 1569 h 2598"/>
              <a:gd name="T44" fmla="*/ 395 w 2288"/>
              <a:gd name="T45" fmla="*/ 1470 h 2598"/>
              <a:gd name="T46" fmla="*/ 88 w 2288"/>
              <a:gd name="T47" fmla="*/ 1148 h 2598"/>
              <a:gd name="T48" fmla="*/ 101 w 2288"/>
              <a:gd name="T49" fmla="*/ 1658 h 2598"/>
              <a:gd name="T50" fmla="*/ 906 w 2288"/>
              <a:gd name="T51" fmla="*/ 2228 h 2598"/>
              <a:gd name="T52" fmla="*/ 1177 w 2288"/>
              <a:gd name="T53" fmla="*/ 2500 h 2598"/>
              <a:gd name="T54" fmla="*/ 1223 w 2288"/>
              <a:gd name="T55" fmla="*/ 2405 h 2598"/>
              <a:gd name="T56" fmla="*/ 1273 w 2288"/>
              <a:gd name="T57" fmla="*/ 2328 h 2598"/>
              <a:gd name="T58" fmla="*/ 1280 w 2288"/>
              <a:gd name="T59" fmla="*/ 2234 h 2598"/>
              <a:gd name="T60" fmla="*/ 2094 w 2288"/>
              <a:gd name="T61" fmla="*/ 1624 h 2598"/>
              <a:gd name="T62" fmla="*/ 2274 w 2288"/>
              <a:gd name="T63" fmla="*/ 1517 h 2598"/>
              <a:gd name="T64" fmla="*/ 1065 w 2288"/>
              <a:gd name="T65" fmla="*/ 420 h 2598"/>
              <a:gd name="T66" fmla="*/ 1131 w 2288"/>
              <a:gd name="T67" fmla="*/ 148 h 2598"/>
              <a:gd name="T68" fmla="*/ 1165 w 2288"/>
              <a:gd name="T69" fmla="*/ 430 h 2598"/>
              <a:gd name="T70" fmla="*/ 1065 w 2288"/>
              <a:gd name="T71" fmla="*/ 420 h 2598"/>
              <a:gd name="T72" fmla="*/ 1040 w 2288"/>
              <a:gd name="T73" fmla="*/ 2287 h 2598"/>
              <a:gd name="T74" fmla="*/ 1032 w 2288"/>
              <a:gd name="T75" fmla="*/ 2241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88" h="2598">
                <a:moveTo>
                  <a:pt x="2281" y="1465"/>
                </a:moveTo>
                <a:cubicBezTo>
                  <a:pt x="2220" y="1286"/>
                  <a:pt x="2159" y="1111"/>
                  <a:pt x="2125" y="924"/>
                </a:cubicBezTo>
                <a:cubicBezTo>
                  <a:pt x="2112" y="850"/>
                  <a:pt x="2015" y="868"/>
                  <a:pt x="1992" y="924"/>
                </a:cubicBezTo>
                <a:cubicBezTo>
                  <a:pt x="1948" y="1035"/>
                  <a:pt x="1904" y="1146"/>
                  <a:pt x="1863" y="1258"/>
                </a:cubicBezTo>
                <a:cubicBezTo>
                  <a:pt x="1840" y="1319"/>
                  <a:pt x="1790" y="1411"/>
                  <a:pt x="1809" y="1480"/>
                </a:cubicBezTo>
                <a:cubicBezTo>
                  <a:pt x="1783" y="1516"/>
                  <a:pt x="1783" y="1565"/>
                  <a:pt x="1848" y="1586"/>
                </a:cubicBezTo>
                <a:cubicBezTo>
                  <a:pt x="1878" y="1596"/>
                  <a:pt x="1908" y="1602"/>
                  <a:pt x="1938" y="1607"/>
                </a:cubicBezTo>
                <a:cubicBezTo>
                  <a:pt x="1927" y="1644"/>
                  <a:pt x="1916" y="1681"/>
                  <a:pt x="1899" y="1716"/>
                </a:cubicBezTo>
                <a:cubicBezTo>
                  <a:pt x="1861" y="1789"/>
                  <a:pt x="1799" y="1850"/>
                  <a:pt x="1734" y="1899"/>
                </a:cubicBezTo>
                <a:cubicBezTo>
                  <a:pt x="1586" y="2012"/>
                  <a:pt x="1393" y="2062"/>
                  <a:pt x="1211" y="2079"/>
                </a:cubicBezTo>
                <a:cubicBezTo>
                  <a:pt x="1201" y="2080"/>
                  <a:pt x="1190" y="2080"/>
                  <a:pt x="1180" y="2081"/>
                </a:cubicBezTo>
                <a:cubicBezTo>
                  <a:pt x="1178" y="2066"/>
                  <a:pt x="1177" y="2052"/>
                  <a:pt x="1176" y="2038"/>
                </a:cubicBezTo>
                <a:cubicBezTo>
                  <a:pt x="1167" y="1852"/>
                  <a:pt x="1173" y="1665"/>
                  <a:pt x="1178" y="1479"/>
                </a:cubicBezTo>
                <a:cubicBezTo>
                  <a:pt x="1183" y="1309"/>
                  <a:pt x="1195" y="1137"/>
                  <a:pt x="1200" y="965"/>
                </a:cubicBezTo>
                <a:cubicBezTo>
                  <a:pt x="1262" y="972"/>
                  <a:pt x="1326" y="981"/>
                  <a:pt x="1388" y="979"/>
                </a:cubicBezTo>
                <a:cubicBezTo>
                  <a:pt x="1391" y="992"/>
                  <a:pt x="1399" y="1003"/>
                  <a:pt x="1409" y="1012"/>
                </a:cubicBezTo>
                <a:cubicBezTo>
                  <a:pt x="1434" y="1041"/>
                  <a:pt x="1476" y="1041"/>
                  <a:pt x="1501" y="1012"/>
                </a:cubicBezTo>
                <a:cubicBezTo>
                  <a:pt x="1511" y="1003"/>
                  <a:pt x="1519" y="991"/>
                  <a:pt x="1522" y="978"/>
                </a:cubicBezTo>
                <a:cubicBezTo>
                  <a:pt x="1528" y="956"/>
                  <a:pt x="1526" y="931"/>
                  <a:pt x="1526" y="908"/>
                </a:cubicBezTo>
                <a:lnTo>
                  <a:pt x="1526" y="847"/>
                </a:lnTo>
                <a:cubicBezTo>
                  <a:pt x="1526" y="809"/>
                  <a:pt x="1493" y="776"/>
                  <a:pt x="1455" y="776"/>
                </a:cubicBezTo>
                <a:cubicBezTo>
                  <a:pt x="1423" y="776"/>
                  <a:pt x="1395" y="799"/>
                  <a:pt x="1387" y="828"/>
                </a:cubicBezTo>
                <a:cubicBezTo>
                  <a:pt x="1327" y="813"/>
                  <a:pt x="1264" y="812"/>
                  <a:pt x="1202" y="810"/>
                </a:cubicBezTo>
                <a:cubicBezTo>
                  <a:pt x="1202" y="735"/>
                  <a:pt x="1199" y="659"/>
                  <a:pt x="1193" y="584"/>
                </a:cubicBezTo>
                <a:cubicBezTo>
                  <a:pt x="1297" y="558"/>
                  <a:pt x="1391" y="480"/>
                  <a:pt x="1431" y="385"/>
                </a:cubicBezTo>
                <a:cubicBezTo>
                  <a:pt x="1470" y="292"/>
                  <a:pt x="1441" y="197"/>
                  <a:pt x="1375" y="124"/>
                </a:cubicBezTo>
                <a:cubicBezTo>
                  <a:pt x="1315" y="57"/>
                  <a:pt x="1196" y="0"/>
                  <a:pt x="1109" y="37"/>
                </a:cubicBezTo>
                <a:cubicBezTo>
                  <a:pt x="1109" y="37"/>
                  <a:pt x="1109" y="37"/>
                  <a:pt x="1109" y="37"/>
                </a:cubicBezTo>
                <a:cubicBezTo>
                  <a:pt x="988" y="48"/>
                  <a:pt x="885" y="127"/>
                  <a:pt x="860" y="255"/>
                </a:cubicBezTo>
                <a:cubicBezTo>
                  <a:pt x="837" y="376"/>
                  <a:pt x="900" y="516"/>
                  <a:pt x="1013" y="570"/>
                </a:cubicBezTo>
                <a:cubicBezTo>
                  <a:pt x="1033" y="580"/>
                  <a:pt x="1055" y="586"/>
                  <a:pt x="1077" y="590"/>
                </a:cubicBezTo>
                <a:cubicBezTo>
                  <a:pt x="1068" y="662"/>
                  <a:pt x="1062" y="735"/>
                  <a:pt x="1056" y="808"/>
                </a:cubicBezTo>
                <a:cubicBezTo>
                  <a:pt x="1001" y="808"/>
                  <a:pt x="947" y="810"/>
                  <a:pt x="892" y="813"/>
                </a:cubicBezTo>
                <a:cubicBezTo>
                  <a:pt x="892" y="803"/>
                  <a:pt x="891" y="793"/>
                  <a:pt x="891" y="784"/>
                </a:cubicBezTo>
                <a:cubicBezTo>
                  <a:pt x="896" y="691"/>
                  <a:pt x="748" y="690"/>
                  <a:pt x="747" y="784"/>
                </a:cubicBezTo>
                <a:cubicBezTo>
                  <a:pt x="747" y="829"/>
                  <a:pt x="742" y="876"/>
                  <a:pt x="748" y="921"/>
                </a:cubicBezTo>
                <a:cubicBezTo>
                  <a:pt x="756" y="983"/>
                  <a:pt x="811" y="1002"/>
                  <a:pt x="851" y="981"/>
                </a:cubicBezTo>
                <a:cubicBezTo>
                  <a:pt x="872" y="980"/>
                  <a:pt x="891" y="967"/>
                  <a:pt x="899" y="946"/>
                </a:cubicBezTo>
                <a:cubicBezTo>
                  <a:pt x="948" y="949"/>
                  <a:pt x="998" y="951"/>
                  <a:pt x="1047" y="954"/>
                </a:cubicBezTo>
                <a:cubicBezTo>
                  <a:pt x="1037" y="1129"/>
                  <a:pt x="1031" y="1305"/>
                  <a:pt x="1024" y="1479"/>
                </a:cubicBezTo>
                <a:cubicBezTo>
                  <a:pt x="1017" y="1665"/>
                  <a:pt x="1014" y="1851"/>
                  <a:pt x="1021" y="2038"/>
                </a:cubicBezTo>
                <a:cubicBezTo>
                  <a:pt x="1022" y="2051"/>
                  <a:pt x="1022" y="2066"/>
                  <a:pt x="1022" y="2081"/>
                </a:cubicBezTo>
                <a:cubicBezTo>
                  <a:pt x="722" y="2061"/>
                  <a:pt x="421" y="1927"/>
                  <a:pt x="289" y="1649"/>
                </a:cubicBezTo>
                <a:cubicBezTo>
                  <a:pt x="342" y="1639"/>
                  <a:pt x="422" y="1633"/>
                  <a:pt x="434" y="1569"/>
                </a:cubicBezTo>
                <a:cubicBezTo>
                  <a:pt x="439" y="1539"/>
                  <a:pt x="429" y="1506"/>
                  <a:pt x="402" y="1492"/>
                </a:cubicBezTo>
                <a:cubicBezTo>
                  <a:pt x="401" y="1485"/>
                  <a:pt x="399" y="1478"/>
                  <a:pt x="395" y="1470"/>
                </a:cubicBezTo>
                <a:cubicBezTo>
                  <a:pt x="338" y="1362"/>
                  <a:pt x="258" y="1263"/>
                  <a:pt x="215" y="1148"/>
                </a:cubicBezTo>
                <a:cubicBezTo>
                  <a:pt x="192" y="1085"/>
                  <a:pt x="111" y="1085"/>
                  <a:pt x="88" y="1148"/>
                </a:cubicBezTo>
                <a:cubicBezTo>
                  <a:pt x="29" y="1306"/>
                  <a:pt x="0" y="1457"/>
                  <a:pt x="39" y="1624"/>
                </a:cubicBezTo>
                <a:cubicBezTo>
                  <a:pt x="45" y="1653"/>
                  <a:pt x="75" y="1663"/>
                  <a:pt x="101" y="1658"/>
                </a:cubicBezTo>
                <a:cubicBezTo>
                  <a:pt x="125" y="1661"/>
                  <a:pt x="149" y="1661"/>
                  <a:pt x="172" y="1661"/>
                </a:cubicBezTo>
                <a:cubicBezTo>
                  <a:pt x="253" y="2008"/>
                  <a:pt x="572" y="2179"/>
                  <a:pt x="906" y="2228"/>
                </a:cubicBezTo>
                <a:cubicBezTo>
                  <a:pt x="931" y="2337"/>
                  <a:pt x="982" y="2443"/>
                  <a:pt x="1043" y="2536"/>
                </a:cubicBezTo>
                <a:cubicBezTo>
                  <a:pt x="1083" y="2598"/>
                  <a:pt x="1172" y="2572"/>
                  <a:pt x="1177" y="2500"/>
                </a:cubicBezTo>
                <a:cubicBezTo>
                  <a:pt x="1177" y="2509"/>
                  <a:pt x="1185" y="2477"/>
                  <a:pt x="1189" y="2468"/>
                </a:cubicBezTo>
                <a:cubicBezTo>
                  <a:pt x="1199" y="2446"/>
                  <a:pt x="1211" y="2426"/>
                  <a:pt x="1223" y="2405"/>
                </a:cubicBezTo>
                <a:cubicBezTo>
                  <a:pt x="1234" y="2386"/>
                  <a:pt x="1247" y="2368"/>
                  <a:pt x="1259" y="2349"/>
                </a:cubicBezTo>
                <a:cubicBezTo>
                  <a:pt x="1264" y="2342"/>
                  <a:pt x="1268" y="2335"/>
                  <a:pt x="1273" y="2328"/>
                </a:cubicBezTo>
                <a:cubicBezTo>
                  <a:pt x="1277" y="2322"/>
                  <a:pt x="1293" y="2305"/>
                  <a:pt x="1277" y="2322"/>
                </a:cubicBezTo>
                <a:cubicBezTo>
                  <a:pt x="1304" y="2294"/>
                  <a:pt x="1300" y="2258"/>
                  <a:pt x="1280" y="2234"/>
                </a:cubicBezTo>
                <a:cubicBezTo>
                  <a:pt x="1483" y="2210"/>
                  <a:pt x="1683" y="2139"/>
                  <a:pt x="1845" y="2015"/>
                </a:cubicBezTo>
                <a:cubicBezTo>
                  <a:pt x="1948" y="1936"/>
                  <a:pt x="2086" y="1773"/>
                  <a:pt x="2094" y="1624"/>
                </a:cubicBezTo>
                <a:cubicBezTo>
                  <a:pt x="2146" y="1628"/>
                  <a:pt x="2201" y="1630"/>
                  <a:pt x="2245" y="1609"/>
                </a:cubicBezTo>
                <a:cubicBezTo>
                  <a:pt x="2278" y="1594"/>
                  <a:pt x="2287" y="1550"/>
                  <a:pt x="2274" y="1517"/>
                </a:cubicBezTo>
                <a:cubicBezTo>
                  <a:pt x="2284" y="1503"/>
                  <a:pt x="2288" y="1485"/>
                  <a:pt x="2281" y="1465"/>
                </a:cubicBezTo>
                <a:close/>
                <a:moveTo>
                  <a:pt x="1065" y="420"/>
                </a:moveTo>
                <a:cubicBezTo>
                  <a:pt x="1019" y="392"/>
                  <a:pt x="1002" y="323"/>
                  <a:pt x="1010" y="274"/>
                </a:cubicBezTo>
                <a:cubicBezTo>
                  <a:pt x="1021" y="207"/>
                  <a:pt x="1073" y="171"/>
                  <a:pt x="1131" y="148"/>
                </a:cubicBezTo>
                <a:cubicBezTo>
                  <a:pt x="1208" y="195"/>
                  <a:pt x="1340" y="234"/>
                  <a:pt x="1280" y="343"/>
                </a:cubicBezTo>
                <a:cubicBezTo>
                  <a:pt x="1258" y="383"/>
                  <a:pt x="1213" y="417"/>
                  <a:pt x="1165" y="430"/>
                </a:cubicBezTo>
                <a:cubicBezTo>
                  <a:pt x="1148" y="418"/>
                  <a:pt x="1121" y="420"/>
                  <a:pt x="1105" y="434"/>
                </a:cubicBezTo>
                <a:cubicBezTo>
                  <a:pt x="1091" y="432"/>
                  <a:pt x="1077" y="428"/>
                  <a:pt x="1065" y="420"/>
                </a:cubicBezTo>
                <a:close/>
                <a:moveTo>
                  <a:pt x="1032" y="2241"/>
                </a:moveTo>
                <a:cubicBezTo>
                  <a:pt x="1034" y="2257"/>
                  <a:pt x="1037" y="2272"/>
                  <a:pt x="1040" y="2287"/>
                </a:cubicBezTo>
                <a:cubicBezTo>
                  <a:pt x="1029" y="2271"/>
                  <a:pt x="1019" y="2255"/>
                  <a:pt x="1010" y="2239"/>
                </a:cubicBezTo>
                <a:cubicBezTo>
                  <a:pt x="1017" y="2240"/>
                  <a:pt x="1025" y="2241"/>
                  <a:pt x="1032" y="2241"/>
                </a:cubicBezTo>
                <a:close/>
              </a:path>
            </a:pathLst>
          </a:custGeom>
          <a:solidFill>
            <a:schemeClr val="accent4"/>
          </a:solidFill>
          <a:ln w="9525">
            <a:noFill/>
            <a:round/>
            <a:headEnd/>
            <a:tailEnd/>
          </a:ln>
        </p:spPr>
        <p:txBody>
          <a:bodyPr anchor="ctr"/>
          <a:lstStyle/>
          <a:p>
            <a:pPr algn="ctr"/>
            <a:endParaRPr/>
          </a:p>
        </p:txBody>
      </p:sp>
      <p:cxnSp>
        <p:nvCxnSpPr>
          <p:cNvPr id="25" name="直接连接符 24"/>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7" name="文本框 26"/>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28" name="文本框 27"/>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29" name="组合 28"/>
          <p:cNvGrpSpPr/>
          <p:nvPr/>
        </p:nvGrpSpPr>
        <p:grpSpPr>
          <a:xfrm>
            <a:off x="7236371" y="2063763"/>
            <a:ext cx="4699529" cy="929507"/>
            <a:chOff x="2677265" y="1996356"/>
            <a:chExt cx="4456094" cy="881358"/>
          </a:xfrm>
        </p:grpSpPr>
        <p:sp>
          <p:nvSpPr>
            <p:cNvPr id="30" name="矩形 29"/>
            <p:cNvSpPr/>
            <p:nvPr/>
          </p:nvSpPr>
          <p:spPr>
            <a:xfrm>
              <a:off x="2677265" y="2346820"/>
              <a:ext cx="4456094"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1" name="矩形 30"/>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2" name="组合 31"/>
          <p:cNvGrpSpPr/>
          <p:nvPr/>
        </p:nvGrpSpPr>
        <p:grpSpPr>
          <a:xfrm>
            <a:off x="7236371" y="4409282"/>
            <a:ext cx="4699529" cy="929507"/>
            <a:chOff x="2677265" y="1996356"/>
            <a:chExt cx="4456094" cy="881358"/>
          </a:xfrm>
        </p:grpSpPr>
        <p:sp>
          <p:nvSpPr>
            <p:cNvPr id="33" name="矩形 32"/>
            <p:cNvSpPr/>
            <p:nvPr/>
          </p:nvSpPr>
          <p:spPr>
            <a:xfrm>
              <a:off x="2677265" y="2346820"/>
              <a:ext cx="4456094"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4" name="矩形 33"/>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5" name="组合 34"/>
          <p:cNvGrpSpPr/>
          <p:nvPr/>
        </p:nvGrpSpPr>
        <p:grpSpPr>
          <a:xfrm>
            <a:off x="1073457" y="2484469"/>
            <a:ext cx="4699529" cy="929507"/>
            <a:chOff x="2677265" y="1996356"/>
            <a:chExt cx="4456094" cy="881358"/>
          </a:xfrm>
        </p:grpSpPr>
        <p:sp>
          <p:nvSpPr>
            <p:cNvPr id="36" name="矩形 35"/>
            <p:cNvSpPr/>
            <p:nvPr/>
          </p:nvSpPr>
          <p:spPr>
            <a:xfrm>
              <a:off x="2677265" y="2346820"/>
              <a:ext cx="4456094"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37" name="矩形 36"/>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grpSp>
        <p:nvGrpSpPr>
          <p:cNvPr id="38" name="组合 37"/>
          <p:cNvGrpSpPr/>
          <p:nvPr/>
        </p:nvGrpSpPr>
        <p:grpSpPr>
          <a:xfrm>
            <a:off x="1073457" y="4829989"/>
            <a:ext cx="4699529" cy="929507"/>
            <a:chOff x="2677265" y="1996356"/>
            <a:chExt cx="4456094" cy="881358"/>
          </a:xfrm>
        </p:grpSpPr>
        <p:sp>
          <p:nvSpPr>
            <p:cNvPr id="39" name="矩形 38"/>
            <p:cNvSpPr/>
            <p:nvPr/>
          </p:nvSpPr>
          <p:spPr>
            <a:xfrm>
              <a:off x="2677265" y="2346820"/>
              <a:ext cx="4456094" cy="530894"/>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266" dirty="0">
                  <a:solidFill>
                    <a:schemeClr val="tx1">
                      <a:lumMod val="50000"/>
                      <a:lumOff val="50000"/>
                    </a:schemeClr>
                  </a:solidFill>
                </a:rPr>
                <a:t>用户可以在投影仪或者计算机上进行演示，也可以将演示文稿打印出来，制作成胶片，以便应用到更广泛的领域中</a:t>
              </a:r>
            </a:p>
          </p:txBody>
        </p:sp>
        <p:sp>
          <p:nvSpPr>
            <p:cNvPr id="40" name="矩形 39"/>
            <p:cNvSpPr/>
            <p:nvPr/>
          </p:nvSpPr>
          <p:spPr>
            <a:xfrm>
              <a:off x="2677265" y="1996356"/>
              <a:ext cx="2084387" cy="40273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b="1" dirty="0"/>
                <a:t>标题文字添加</a:t>
              </a:r>
            </a:p>
          </p:txBody>
        </p:sp>
      </p:grpSp>
    </p:spTree>
    <p:custDataLst>
      <p:tags r:id="rId1"/>
    </p:custDataLst>
    <p:extLst>
      <p:ext uri="{BB962C8B-B14F-4D97-AF65-F5344CB8AC3E}">
        <p14:creationId xmlns:p14="http://schemas.microsoft.com/office/powerpoint/2010/main" val="12344437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ppt_x"/>
                                          </p:val>
                                        </p:tav>
                                        <p:tav tm="100000">
                                          <p:val>
                                            <p:strVal val="#ppt_x"/>
                                          </p:val>
                                        </p:tav>
                                      </p:tavLst>
                                    </p:anim>
                                    <p:anim calcmode="lin" valueType="num">
                                      <p:cBhvr additive="base">
                                        <p:cTn id="12" dur="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500" fill="hold"/>
                                        <p:tgtEl>
                                          <p:spTgt spid="17"/>
                                        </p:tgtEl>
                                        <p:attrNameLst>
                                          <p:attrName>ppt_x</p:attrName>
                                        </p:attrNameLst>
                                      </p:cBhvr>
                                      <p:tavLst>
                                        <p:tav tm="0">
                                          <p:val>
                                            <p:strVal val="#ppt_x"/>
                                          </p:val>
                                        </p:tav>
                                        <p:tav tm="100000">
                                          <p:val>
                                            <p:strVal val="#ppt_x"/>
                                          </p:val>
                                        </p:tav>
                                      </p:tavLst>
                                    </p:anim>
                                    <p:anim calcmode="lin" valueType="num">
                                      <p:cBhvr additive="base">
                                        <p:cTn id="24" dur="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ppt_x"/>
                                          </p:val>
                                        </p:tav>
                                        <p:tav tm="100000">
                                          <p:val>
                                            <p:strVal val="#ppt_x"/>
                                          </p:val>
                                        </p:tav>
                                      </p:tavLst>
                                    </p:anim>
                                    <p:anim calcmode="lin" valueType="num">
                                      <p:cBhvr additive="base">
                                        <p:cTn id="36" dur="500" fill="hold"/>
                                        <p:tgtEl>
                                          <p:spTgt spid="2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500" fill="hold"/>
                                        <p:tgtEl>
                                          <p:spTgt spid="21"/>
                                        </p:tgtEl>
                                        <p:attrNameLst>
                                          <p:attrName>ppt_x</p:attrName>
                                        </p:attrNameLst>
                                      </p:cBhvr>
                                      <p:tavLst>
                                        <p:tav tm="0">
                                          <p:val>
                                            <p:strVal val="#ppt_x"/>
                                          </p:val>
                                        </p:tav>
                                        <p:tav tm="100000">
                                          <p:val>
                                            <p:strVal val="#ppt_x"/>
                                          </p:val>
                                        </p:tav>
                                      </p:tavLst>
                                    </p:anim>
                                    <p:anim calcmode="lin" valueType="num">
                                      <p:cBhvr additive="base">
                                        <p:cTn id="40" dur="500" fill="hold"/>
                                        <p:tgtEl>
                                          <p:spTgt spid="2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500" fill="hold"/>
                                        <p:tgtEl>
                                          <p:spTgt spid="22"/>
                                        </p:tgtEl>
                                        <p:attrNameLst>
                                          <p:attrName>ppt_x</p:attrName>
                                        </p:attrNameLst>
                                      </p:cBhvr>
                                      <p:tavLst>
                                        <p:tav tm="0">
                                          <p:val>
                                            <p:strVal val="#ppt_x"/>
                                          </p:val>
                                        </p:tav>
                                        <p:tav tm="100000">
                                          <p:val>
                                            <p:strVal val="#ppt_x"/>
                                          </p:val>
                                        </p:tav>
                                      </p:tavLst>
                                    </p:anim>
                                    <p:anim calcmode="lin" valueType="num">
                                      <p:cBhvr additive="base">
                                        <p:cTn id="44" dur="500" fill="hold"/>
                                        <p:tgtEl>
                                          <p:spTgt spid="2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ppt_x"/>
                                          </p:val>
                                        </p:tav>
                                        <p:tav tm="100000">
                                          <p:val>
                                            <p:strVal val="#ppt_x"/>
                                          </p:val>
                                        </p:tav>
                                      </p:tavLst>
                                    </p:anim>
                                    <p:anim calcmode="lin" valueType="num">
                                      <p:cBhvr additive="base">
                                        <p:cTn id="48" dur="500" fill="hold"/>
                                        <p:tgtEl>
                                          <p:spTgt spid="2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500" fill="hold"/>
                                        <p:tgtEl>
                                          <p:spTgt spid="24"/>
                                        </p:tgtEl>
                                        <p:attrNameLst>
                                          <p:attrName>ppt_x</p:attrName>
                                        </p:attrNameLst>
                                      </p:cBhvr>
                                      <p:tavLst>
                                        <p:tav tm="0">
                                          <p:val>
                                            <p:strVal val="#ppt_x"/>
                                          </p:val>
                                        </p:tav>
                                        <p:tav tm="100000">
                                          <p:val>
                                            <p:strVal val="#ppt_x"/>
                                          </p:val>
                                        </p:tav>
                                      </p:tavLst>
                                    </p:anim>
                                    <p:anim calcmode="lin" valueType="num">
                                      <p:cBhvr additive="base">
                                        <p:cTn id="52" dur="500" fill="hold"/>
                                        <p:tgtEl>
                                          <p:spTgt spid="24"/>
                                        </p:tgtEl>
                                        <p:attrNameLst>
                                          <p:attrName>ppt_y</p:attrName>
                                        </p:attrNameLst>
                                      </p:cBhvr>
                                      <p:tavLst>
                                        <p:tav tm="0">
                                          <p:val>
                                            <p:strVal val="1+#ppt_h/2"/>
                                          </p:val>
                                        </p:tav>
                                        <p:tav tm="100000">
                                          <p:val>
                                            <p:strVal val="#ppt_y"/>
                                          </p:val>
                                        </p:tav>
                                      </p:tavLst>
                                    </p:anim>
                                  </p:childTnLst>
                                </p:cTn>
                              </p:par>
                            </p:childTnLst>
                          </p:cTn>
                        </p:par>
                        <p:par>
                          <p:cTn id="53" fill="hold">
                            <p:stCondLst>
                              <p:cond delay="500"/>
                            </p:stCondLst>
                            <p:childTnLst>
                              <p:par>
                                <p:cTn id="54" presetID="12" presetClass="entr" presetSubtype="8" fill="hold" nodeType="afterEffect">
                                  <p:stCondLst>
                                    <p:cond delay="0"/>
                                  </p:stCondLst>
                                  <p:childTnLst>
                                    <p:set>
                                      <p:cBhvr>
                                        <p:cTn id="55" dur="1" fill="hold">
                                          <p:stCondLst>
                                            <p:cond delay="0"/>
                                          </p:stCondLst>
                                        </p:cTn>
                                        <p:tgtEl>
                                          <p:spTgt spid="29"/>
                                        </p:tgtEl>
                                        <p:attrNameLst>
                                          <p:attrName>style.visibility</p:attrName>
                                        </p:attrNameLst>
                                      </p:cBhvr>
                                      <p:to>
                                        <p:strVal val="visible"/>
                                      </p:to>
                                    </p:set>
                                    <p:anim calcmode="lin" valueType="num">
                                      <p:cBhvr additive="base">
                                        <p:cTn id="56" dur="500"/>
                                        <p:tgtEl>
                                          <p:spTgt spid="29"/>
                                        </p:tgtEl>
                                        <p:attrNameLst>
                                          <p:attrName>ppt_x</p:attrName>
                                        </p:attrNameLst>
                                      </p:cBhvr>
                                      <p:tavLst>
                                        <p:tav tm="0">
                                          <p:val>
                                            <p:strVal val="#ppt_x-#ppt_w*1.125000"/>
                                          </p:val>
                                        </p:tav>
                                        <p:tav tm="100000">
                                          <p:val>
                                            <p:strVal val="#ppt_x"/>
                                          </p:val>
                                        </p:tav>
                                      </p:tavLst>
                                    </p:anim>
                                    <p:animEffect transition="in" filter="wipe(right)">
                                      <p:cBhvr>
                                        <p:cTn id="57" dur="500"/>
                                        <p:tgtEl>
                                          <p:spTgt spid="29"/>
                                        </p:tgtEl>
                                      </p:cBhvr>
                                    </p:animEffect>
                                  </p:childTnLst>
                                </p:cTn>
                              </p:par>
                            </p:childTnLst>
                          </p:cTn>
                        </p:par>
                        <p:par>
                          <p:cTn id="58" fill="hold">
                            <p:stCondLst>
                              <p:cond delay="1000"/>
                            </p:stCondLst>
                            <p:childTnLst>
                              <p:par>
                                <p:cTn id="59" presetID="12" presetClass="entr" presetSubtype="8" fill="hold" nodeType="afterEffect">
                                  <p:stCondLst>
                                    <p:cond delay="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500"/>
                                        <p:tgtEl>
                                          <p:spTgt spid="35"/>
                                        </p:tgtEl>
                                        <p:attrNameLst>
                                          <p:attrName>ppt_x</p:attrName>
                                        </p:attrNameLst>
                                      </p:cBhvr>
                                      <p:tavLst>
                                        <p:tav tm="0">
                                          <p:val>
                                            <p:strVal val="#ppt_x-#ppt_w*1.125000"/>
                                          </p:val>
                                        </p:tav>
                                        <p:tav tm="100000">
                                          <p:val>
                                            <p:strVal val="#ppt_x"/>
                                          </p:val>
                                        </p:tav>
                                      </p:tavLst>
                                    </p:anim>
                                    <p:animEffect transition="in" filter="wipe(right)">
                                      <p:cBhvr>
                                        <p:cTn id="62" dur="500"/>
                                        <p:tgtEl>
                                          <p:spTgt spid="35"/>
                                        </p:tgtEl>
                                      </p:cBhvr>
                                    </p:animEffect>
                                  </p:childTnLst>
                                </p:cTn>
                              </p:par>
                            </p:childTnLst>
                          </p:cTn>
                        </p:par>
                        <p:par>
                          <p:cTn id="63" fill="hold">
                            <p:stCondLst>
                              <p:cond delay="1500"/>
                            </p:stCondLst>
                            <p:childTnLst>
                              <p:par>
                                <p:cTn id="64" presetID="12" presetClass="entr" presetSubtype="8" fill="hold" nodeType="afterEffect">
                                  <p:stCondLst>
                                    <p:cond delay="0"/>
                                  </p:stCondLst>
                                  <p:childTnLst>
                                    <p:set>
                                      <p:cBhvr>
                                        <p:cTn id="65" dur="1" fill="hold">
                                          <p:stCondLst>
                                            <p:cond delay="0"/>
                                          </p:stCondLst>
                                        </p:cTn>
                                        <p:tgtEl>
                                          <p:spTgt spid="32"/>
                                        </p:tgtEl>
                                        <p:attrNameLst>
                                          <p:attrName>style.visibility</p:attrName>
                                        </p:attrNameLst>
                                      </p:cBhvr>
                                      <p:to>
                                        <p:strVal val="visible"/>
                                      </p:to>
                                    </p:set>
                                    <p:anim calcmode="lin" valueType="num">
                                      <p:cBhvr additive="base">
                                        <p:cTn id="66" dur="500"/>
                                        <p:tgtEl>
                                          <p:spTgt spid="32"/>
                                        </p:tgtEl>
                                        <p:attrNameLst>
                                          <p:attrName>ppt_x</p:attrName>
                                        </p:attrNameLst>
                                      </p:cBhvr>
                                      <p:tavLst>
                                        <p:tav tm="0">
                                          <p:val>
                                            <p:strVal val="#ppt_x-#ppt_w*1.125000"/>
                                          </p:val>
                                        </p:tav>
                                        <p:tav tm="100000">
                                          <p:val>
                                            <p:strVal val="#ppt_x"/>
                                          </p:val>
                                        </p:tav>
                                      </p:tavLst>
                                    </p:anim>
                                    <p:animEffect transition="in" filter="wipe(right)">
                                      <p:cBhvr>
                                        <p:cTn id="67" dur="500"/>
                                        <p:tgtEl>
                                          <p:spTgt spid="32"/>
                                        </p:tgtEl>
                                      </p:cBhvr>
                                    </p:animEffect>
                                  </p:childTnLst>
                                </p:cTn>
                              </p:par>
                            </p:childTnLst>
                          </p:cTn>
                        </p:par>
                        <p:par>
                          <p:cTn id="68" fill="hold">
                            <p:stCondLst>
                              <p:cond delay="2000"/>
                            </p:stCondLst>
                            <p:childTnLst>
                              <p:par>
                                <p:cTn id="69" presetID="12" presetClass="entr" presetSubtype="8" fill="hold"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500"/>
                                        <p:tgtEl>
                                          <p:spTgt spid="38"/>
                                        </p:tgtEl>
                                        <p:attrNameLst>
                                          <p:attrName>ppt_x</p:attrName>
                                        </p:attrNameLst>
                                      </p:cBhvr>
                                      <p:tavLst>
                                        <p:tav tm="0">
                                          <p:val>
                                            <p:strVal val="#ppt_x-#ppt_w*1.125000"/>
                                          </p:val>
                                        </p:tav>
                                        <p:tav tm="100000">
                                          <p:val>
                                            <p:strVal val="#ppt_x"/>
                                          </p:val>
                                        </p:tav>
                                      </p:tavLst>
                                    </p:anim>
                                    <p:animEffect transition="in" filter="wipe(right)">
                                      <p:cBhvr>
                                        <p:cTn id="7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3" name="直接连接符 42"/>
          <p:cNvCxnSpPr/>
          <p:nvPr/>
        </p:nvCxnSpPr>
        <p:spPr>
          <a:xfrm>
            <a:off x="353" y="669690"/>
            <a:ext cx="4460134" cy="0"/>
          </a:xfrm>
          <a:prstGeom prst="line">
            <a:avLst/>
          </a:prstGeom>
          <a:ln>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8398263" y="669690"/>
            <a:ext cx="4460134" cy="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5" name="文本框 44"/>
          <p:cNvSpPr txBox="1"/>
          <p:nvPr/>
        </p:nvSpPr>
        <p:spPr>
          <a:xfrm>
            <a:off x="4605800" y="364155"/>
            <a:ext cx="3647152" cy="611706"/>
          </a:xfrm>
          <a:prstGeom prst="rect">
            <a:avLst/>
          </a:prstGeom>
          <a:noFill/>
        </p:spPr>
        <p:txBody>
          <a:bodyPr wrap="none" rtlCol="0">
            <a:spAutoFit/>
            <a:scene3d>
              <a:camera prst="orthographicFront"/>
              <a:lightRig rig="threePt" dir="t"/>
            </a:scene3d>
            <a:sp3d contourW="12700"/>
          </a:bodyPr>
          <a:lstStyle/>
          <a:p>
            <a:pPr algn="ctr"/>
            <a:r>
              <a:rPr lang="zh-CN" altLang="en-US" sz="3375" dirty="0">
                <a:latin typeface="Agency FB" panose="020B0503020202020204" pitchFamily="34" charset="0"/>
              </a:rPr>
              <a:t>标题文字添加此处</a:t>
            </a:r>
          </a:p>
        </p:txBody>
      </p:sp>
      <p:sp>
        <p:nvSpPr>
          <p:cNvPr id="46" name="文本框 45"/>
          <p:cNvSpPr txBox="1"/>
          <p:nvPr/>
        </p:nvSpPr>
        <p:spPr>
          <a:xfrm>
            <a:off x="2652323" y="923828"/>
            <a:ext cx="7580891" cy="287130"/>
          </a:xfrm>
          <a:prstGeom prst="rect">
            <a:avLst/>
          </a:prstGeom>
          <a:noFill/>
        </p:spPr>
        <p:txBody>
          <a:bodyPr wrap="square" rtlCol="0">
            <a:spAutoFit/>
            <a:scene3d>
              <a:camera prst="orthographicFront"/>
              <a:lightRig rig="threePt" dir="t"/>
            </a:scene3d>
            <a:sp3d contourW="12700"/>
          </a:bodyPr>
          <a:lstStyle/>
          <a:p>
            <a:pPr algn="ctr"/>
            <a:r>
              <a:rPr lang="en-US" altLang="zh-CN" sz="1266" dirty="0">
                <a:solidFill>
                  <a:schemeClr val="tx1">
                    <a:lumMod val="50000"/>
                    <a:lumOff val="50000"/>
                  </a:schemeClr>
                </a:solidFill>
                <a:latin typeface="Agency FB" panose="020B0503020202020204" pitchFamily="34" charset="0"/>
              </a:rPr>
              <a:t>The user can demonstrate on a projector or computer, or print the presentation and make it into a film to be used in a wider field</a:t>
            </a:r>
          </a:p>
        </p:txBody>
      </p:sp>
      <p:grpSp>
        <p:nvGrpSpPr>
          <p:cNvPr id="63" name="组合 62"/>
          <p:cNvGrpSpPr/>
          <p:nvPr/>
        </p:nvGrpSpPr>
        <p:grpSpPr>
          <a:xfrm>
            <a:off x="1060139" y="2188887"/>
            <a:ext cx="2527690" cy="3584362"/>
            <a:chOff x="1004890" y="2075502"/>
            <a:chExt cx="2396756" cy="3398693"/>
          </a:xfrm>
        </p:grpSpPr>
        <p:sp>
          <p:nvSpPr>
            <p:cNvPr id="25" name="ïṧḷïḓê-矩形: 圆角 2"/>
            <p:cNvSpPr/>
            <p:nvPr/>
          </p:nvSpPr>
          <p:spPr>
            <a:xfrm>
              <a:off x="1004890" y="2075502"/>
              <a:ext cx="2396756" cy="3398693"/>
            </a:xfrm>
            <a:prstGeom prst="roundRect">
              <a:avLst>
                <a:gd name="adj" fmla="val 424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1" name="椭圆 30"/>
            <p:cNvSpPr/>
            <p:nvPr/>
          </p:nvSpPr>
          <p:spPr>
            <a:xfrm>
              <a:off x="1822268" y="2316802"/>
              <a:ext cx="762000" cy="762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椭圆 31"/>
            <p:cNvSpPr/>
            <p:nvPr/>
          </p:nvSpPr>
          <p:spPr>
            <a:xfrm>
              <a:off x="2033405" y="2563197"/>
              <a:ext cx="339726" cy="269210"/>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6435" tIns="48218" rIns="96435" bIns="48218"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898"/>
            </a:p>
          </p:txBody>
        </p:sp>
        <p:grpSp>
          <p:nvGrpSpPr>
            <p:cNvPr id="51" name="组合 50"/>
            <p:cNvGrpSpPr/>
            <p:nvPr/>
          </p:nvGrpSpPr>
          <p:grpSpPr>
            <a:xfrm>
              <a:off x="1161074" y="3320102"/>
              <a:ext cx="2084388" cy="1656785"/>
              <a:chOff x="2677265" y="1996356"/>
              <a:chExt cx="2084388" cy="1656785"/>
            </a:xfrm>
          </p:grpSpPr>
          <p:sp>
            <p:nvSpPr>
              <p:cNvPr id="52" name="矩形 51"/>
              <p:cNvSpPr/>
              <p:nvPr/>
            </p:nvSpPr>
            <p:spPr>
              <a:xfrm>
                <a:off x="2677265" y="2346820"/>
                <a:ext cx="2084388" cy="130632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160"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160" dirty="0">
                    <a:solidFill>
                      <a:schemeClr val="tx1">
                        <a:lumMod val="50000"/>
                        <a:lumOff val="50000"/>
                      </a:schemeClr>
                    </a:solidFill>
                  </a:rPr>
                  <a:t>Microsoft Office PowerPoint</a:t>
                </a:r>
                <a:r>
                  <a:rPr lang="zh-CN" altLang="en-US" sz="1160" dirty="0">
                    <a:solidFill>
                      <a:schemeClr val="tx1">
                        <a:lumMod val="50000"/>
                        <a:lumOff val="50000"/>
                      </a:schemeClr>
                    </a:solidFill>
                  </a:rPr>
                  <a:t>不仅可以创建演示文稿</a:t>
                </a:r>
              </a:p>
            </p:txBody>
          </p:sp>
          <p:sp>
            <p:nvSpPr>
              <p:cNvPr id="53" name="矩形 52"/>
              <p:cNvSpPr/>
              <p:nvPr/>
            </p:nvSpPr>
            <p:spPr>
              <a:xfrm>
                <a:off x="2677265" y="1996356"/>
                <a:ext cx="2084387" cy="382972"/>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687" b="1" dirty="0"/>
                  <a:t>标题文字添加</a:t>
                </a:r>
              </a:p>
            </p:txBody>
          </p:sp>
        </p:grpSp>
      </p:grpSp>
      <p:grpSp>
        <p:nvGrpSpPr>
          <p:cNvPr id="64" name="组合 63"/>
          <p:cNvGrpSpPr/>
          <p:nvPr/>
        </p:nvGrpSpPr>
        <p:grpSpPr>
          <a:xfrm>
            <a:off x="3807113" y="2188887"/>
            <a:ext cx="2527690" cy="3584362"/>
            <a:chOff x="3609571" y="2075502"/>
            <a:chExt cx="2396756" cy="3398693"/>
          </a:xfrm>
        </p:grpSpPr>
        <p:sp>
          <p:nvSpPr>
            <p:cNvPr id="19" name="ïṧḷïḓê-矩形: 圆角 12"/>
            <p:cNvSpPr/>
            <p:nvPr/>
          </p:nvSpPr>
          <p:spPr>
            <a:xfrm>
              <a:off x="3609571" y="2075502"/>
              <a:ext cx="2396756" cy="3398693"/>
            </a:xfrm>
            <a:prstGeom prst="roundRect">
              <a:avLst>
                <a:gd name="adj" fmla="val 424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5" name="椭圆 34"/>
            <p:cNvSpPr/>
            <p:nvPr/>
          </p:nvSpPr>
          <p:spPr>
            <a:xfrm>
              <a:off x="4426949" y="2316802"/>
              <a:ext cx="762000" cy="762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椭圆 35"/>
            <p:cNvSpPr/>
            <p:nvPr/>
          </p:nvSpPr>
          <p:spPr>
            <a:xfrm>
              <a:off x="4643053" y="2527939"/>
              <a:ext cx="329791" cy="339726"/>
            </a:xfrm>
            <a:custGeom>
              <a:avLst/>
              <a:gdLst>
                <a:gd name="connsiteX0" fmla="*/ 288471 w 590280"/>
                <a:gd name="connsiteY0" fmla="*/ 493393 h 608062"/>
                <a:gd name="connsiteX1" fmla="*/ 301667 w 590280"/>
                <a:gd name="connsiteY1" fmla="*/ 493393 h 608062"/>
                <a:gd name="connsiteX2" fmla="*/ 311369 w 590280"/>
                <a:gd name="connsiteY2" fmla="*/ 499110 h 608062"/>
                <a:gd name="connsiteX3" fmla="*/ 311078 w 590280"/>
                <a:gd name="connsiteY3" fmla="*/ 510446 h 608062"/>
                <a:gd name="connsiteX4" fmla="*/ 307876 w 590280"/>
                <a:gd name="connsiteY4" fmla="*/ 515485 h 608062"/>
                <a:gd name="connsiteX5" fmla="*/ 302249 w 590280"/>
                <a:gd name="connsiteY5" fmla="*/ 518585 h 608062"/>
                <a:gd name="connsiteX6" fmla="*/ 287889 w 590280"/>
                <a:gd name="connsiteY6" fmla="*/ 518585 h 608062"/>
                <a:gd name="connsiteX7" fmla="*/ 282261 w 590280"/>
                <a:gd name="connsiteY7" fmla="*/ 515485 h 608062"/>
                <a:gd name="connsiteX8" fmla="*/ 279059 w 590280"/>
                <a:gd name="connsiteY8" fmla="*/ 510446 h 608062"/>
                <a:gd name="connsiteX9" fmla="*/ 278768 w 590280"/>
                <a:gd name="connsiteY9" fmla="*/ 499110 h 608062"/>
                <a:gd name="connsiteX10" fmla="*/ 288471 w 590280"/>
                <a:gd name="connsiteY10" fmla="*/ 493393 h 608062"/>
                <a:gd name="connsiteX11" fmla="*/ 253371 w 590280"/>
                <a:gd name="connsiteY11" fmla="*/ 486196 h 608062"/>
                <a:gd name="connsiteX12" fmla="*/ 282769 w 590280"/>
                <a:gd name="connsiteY12" fmla="*/ 557899 h 608062"/>
                <a:gd name="connsiteX13" fmla="*/ 282769 w 590280"/>
                <a:gd name="connsiteY13" fmla="*/ 535807 h 608062"/>
                <a:gd name="connsiteX14" fmla="*/ 290337 w 590280"/>
                <a:gd name="connsiteY14" fmla="*/ 528249 h 608062"/>
                <a:gd name="connsiteX15" fmla="*/ 300039 w 590280"/>
                <a:gd name="connsiteY15" fmla="*/ 528249 h 608062"/>
                <a:gd name="connsiteX16" fmla="*/ 307607 w 590280"/>
                <a:gd name="connsiteY16" fmla="*/ 535807 h 608062"/>
                <a:gd name="connsiteX17" fmla="*/ 307607 w 590280"/>
                <a:gd name="connsiteY17" fmla="*/ 557608 h 608062"/>
                <a:gd name="connsiteX18" fmla="*/ 336810 w 590280"/>
                <a:gd name="connsiteY18" fmla="*/ 486196 h 608062"/>
                <a:gd name="connsiteX19" fmla="*/ 357767 w 590280"/>
                <a:gd name="connsiteY19" fmla="*/ 500634 h 608062"/>
                <a:gd name="connsiteX20" fmla="*/ 372417 w 590280"/>
                <a:gd name="connsiteY20" fmla="*/ 538907 h 608062"/>
                <a:gd name="connsiteX21" fmla="*/ 374843 w 590280"/>
                <a:gd name="connsiteY21" fmla="*/ 545109 h 608062"/>
                <a:gd name="connsiteX22" fmla="*/ 300039 w 590280"/>
                <a:gd name="connsiteY22" fmla="*/ 576987 h 608062"/>
                <a:gd name="connsiteX23" fmla="*/ 295188 w 590280"/>
                <a:gd name="connsiteY23" fmla="*/ 577084 h 608062"/>
                <a:gd name="connsiteX24" fmla="*/ 291016 w 590280"/>
                <a:gd name="connsiteY24" fmla="*/ 576987 h 608062"/>
                <a:gd name="connsiteX25" fmla="*/ 215436 w 590280"/>
                <a:gd name="connsiteY25" fmla="*/ 545109 h 608062"/>
                <a:gd name="connsiteX26" fmla="*/ 217764 w 590280"/>
                <a:gd name="connsiteY26" fmla="*/ 538907 h 608062"/>
                <a:gd name="connsiteX27" fmla="*/ 232221 w 590280"/>
                <a:gd name="connsiteY27" fmla="*/ 500827 h 608062"/>
                <a:gd name="connsiteX28" fmla="*/ 253371 w 590280"/>
                <a:gd name="connsiteY28" fmla="*/ 486196 h 608062"/>
                <a:gd name="connsiteX29" fmla="*/ 295188 w 590280"/>
                <a:gd name="connsiteY29" fmla="*/ 366279 h 608062"/>
                <a:gd name="connsiteX30" fmla="*/ 262960 w 590280"/>
                <a:gd name="connsiteY30" fmla="*/ 414607 h 608062"/>
                <a:gd name="connsiteX31" fmla="*/ 295188 w 590280"/>
                <a:gd name="connsiteY31" fmla="*/ 462839 h 608062"/>
                <a:gd name="connsiteX32" fmla="*/ 327320 w 590280"/>
                <a:gd name="connsiteY32" fmla="*/ 414607 h 608062"/>
                <a:gd name="connsiteX33" fmla="*/ 295188 w 590280"/>
                <a:gd name="connsiteY33" fmla="*/ 366279 h 608062"/>
                <a:gd name="connsiteX34" fmla="*/ 295188 w 590280"/>
                <a:gd name="connsiteY34" fmla="*/ 351557 h 608062"/>
                <a:gd name="connsiteX35" fmla="*/ 342172 w 590280"/>
                <a:gd name="connsiteY35" fmla="*/ 414607 h 608062"/>
                <a:gd name="connsiteX36" fmla="*/ 322757 w 590280"/>
                <a:gd name="connsiteY36" fmla="*/ 465551 h 608062"/>
                <a:gd name="connsiteX37" fmla="*/ 295188 w 590280"/>
                <a:gd name="connsiteY37" fmla="*/ 477657 h 608062"/>
                <a:gd name="connsiteX38" fmla="*/ 267522 w 590280"/>
                <a:gd name="connsiteY38" fmla="*/ 465551 h 608062"/>
                <a:gd name="connsiteX39" fmla="*/ 248108 w 590280"/>
                <a:gd name="connsiteY39" fmla="*/ 414607 h 608062"/>
                <a:gd name="connsiteX40" fmla="*/ 295188 w 590280"/>
                <a:gd name="connsiteY40" fmla="*/ 351557 h 608062"/>
                <a:gd name="connsiteX41" fmla="*/ 295188 w 590280"/>
                <a:gd name="connsiteY41" fmla="*/ 336295 h 608062"/>
                <a:gd name="connsiteX42" fmla="*/ 169427 w 590280"/>
                <a:gd name="connsiteY42" fmla="*/ 461860 h 608062"/>
                <a:gd name="connsiteX43" fmla="*/ 295188 w 590280"/>
                <a:gd name="connsiteY43" fmla="*/ 587425 h 608062"/>
                <a:gd name="connsiteX44" fmla="*/ 420852 w 590280"/>
                <a:gd name="connsiteY44" fmla="*/ 461860 h 608062"/>
                <a:gd name="connsiteX45" fmla="*/ 295188 w 590280"/>
                <a:gd name="connsiteY45" fmla="*/ 336295 h 608062"/>
                <a:gd name="connsiteX46" fmla="*/ 426654 w 590280"/>
                <a:gd name="connsiteY46" fmla="*/ 149810 h 608062"/>
                <a:gd name="connsiteX47" fmla="*/ 461485 w 590280"/>
                <a:gd name="connsiteY47" fmla="*/ 179065 h 608062"/>
                <a:gd name="connsiteX48" fmla="*/ 496315 w 590280"/>
                <a:gd name="connsiteY48" fmla="*/ 149810 h 608062"/>
                <a:gd name="connsiteX49" fmla="*/ 512615 w 590280"/>
                <a:gd name="connsiteY49" fmla="*/ 162500 h 608062"/>
                <a:gd name="connsiteX50" fmla="*/ 523966 w 590280"/>
                <a:gd name="connsiteY50" fmla="*/ 192142 h 608062"/>
                <a:gd name="connsiteX51" fmla="*/ 526974 w 590280"/>
                <a:gd name="connsiteY51" fmla="*/ 200086 h 608062"/>
                <a:gd name="connsiteX52" fmla="*/ 522899 w 590280"/>
                <a:gd name="connsiteY52" fmla="*/ 212679 h 608062"/>
                <a:gd name="connsiteX53" fmla="*/ 461485 w 590280"/>
                <a:gd name="connsiteY53" fmla="*/ 230890 h 608062"/>
                <a:gd name="connsiteX54" fmla="*/ 400070 w 590280"/>
                <a:gd name="connsiteY54" fmla="*/ 212679 h 608062"/>
                <a:gd name="connsiteX55" fmla="*/ 395995 w 590280"/>
                <a:gd name="connsiteY55" fmla="*/ 200086 h 608062"/>
                <a:gd name="connsiteX56" fmla="*/ 399003 w 590280"/>
                <a:gd name="connsiteY56" fmla="*/ 192239 h 608062"/>
                <a:gd name="connsiteX57" fmla="*/ 410451 w 590280"/>
                <a:gd name="connsiteY57" fmla="*/ 162500 h 608062"/>
                <a:gd name="connsiteX58" fmla="*/ 426654 w 590280"/>
                <a:gd name="connsiteY58" fmla="*/ 149810 h 608062"/>
                <a:gd name="connsiteX59" fmla="*/ 94788 w 590280"/>
                <a:gd name="connsiteY59" fmla="*/ 142613 h 608062"/>
                <a:gd name="connsiteX60" fmla="*/ 107988 w 590280"/>
                <a:gd name="connsiteY60" fmla="*/ 174970 h 608062"/>
                <a:gd name="connsiteX61" fmla="*/ 130991 w 590280"/>
                <a:gd name="connsiteY61" fmla="*/ 190374 h 608062"/>
                <a:gd name="connsiteX62" fmla="*/ 153994 w 590280"/>
                <a:gd name="connsiteY62" fmla="*/ 174970 h 608062"/>
                <a:gd name="connsiteX63" fmla="*/ 167194 w 590280"/>
                <a:gd name="connsiteY63" fmla="*/ 142613 h 608062"/>
                <a:gd name="connsiteX64" fmla="*/ 179229 w 590280"/>
                <a:gd name="connsiteY64" fmla="*/ 150848 h 608062"/>
                <a:gd name="connsiteX65" fmla="*/ 193788 w 590280"/>
                <a:gd name="connsiteY65" fmla="*/ 188145 h 608062"/>
                <a:gd name="connsiteX66" fmla="*/ 196894 w 590280"/>
                <a:gd name="connsiteY66" fmla="*/ 196186 h 608062"/>
                <a:gd name="connsiteX67" fmla="*/ 193011 w 590280"/>
                <a:gd name="connsiteY67" fmla="*/ 208393 h 608062"/>
                <a:gd name="connsiteX68" fmla="*/ 130991 w 590280"/>
                <a:gd name="connsiteY68" fmla="*/ 227574 h 608062"/>
                <a:gd name="connsiteX69" fmla="*/ 68970 w 590280"/>
                <a:gd name="connsiteY69" fmla="*/ 208393 h 608062"/>
                <a:gd name="connsiteX70" fmla="*/ 65088 w 590280"/>
                <a:gd name="connsiteY70" fmla="*/ 196186 h 608062"/>
                <a:gd name="connsiteX71" fmla="*/ 68194 w 590280"/>
                <a:gd name="connsiteY71" fmla="*/ 188145 h 608062"/>
                <a:gd name="connsiteX72" fmla="*/ 81200 w 590280"/>
                <a:gd name="connsiteY72" fmla="*/ 154723 h 608062"/>
                <a:gd name="connsiteX73" fmla="*/ 94788 w 590280"/>
                <a:gd name="connsiteY73" fmla="*/ 142613 h 608062"/>
                <a:gd name="connsiteX74" fmla="*/ 131088 w 590280"/>
                <a:gd name="connsiteY74" fmla="*/ 70440 h 608062"/>
                <a:gd name="connsiteX75" fmla="*/ 105944 w 590280"/>
                <a:gd name="connsiteY75" fmla="*/ 87488 h 608062"/>
                <a:gd name="connsiteX76" fmla="*/ 130991 w 590280"/>
                <a:gd name="connsiteY76" fmla="*/ 123329 h 608062"/>
                <a:gd name="connsiteX77" fmla="*/ 156038 w 590280"/>
                <a:gd name="connsiteY77" fmla="*/ 86907 h 608062"/>
                <a:gd name="connsiteX78" fmla="*/ 131088 w 590280"/>
                <a:gd name="connsiteY78" fmla="*/ 70440 h 608062"/>
                <a:gd name="connsiteX79" fmla="*/ 461485 w 590280"/>
                <a:gd name="connsiteY79" fmla="*/ 52732 h 608062"/>
                <a:gd name="connsiteX80" fmla="*/ 435473 w 590280"/>
                <a:gd name="connsiteY80" fmla="*/ 91685 h 608062"/>
                <a:gd name="connsiteX81" fmla="*/ 461485 w 590280"/>
                <a:gd name="connsiteY81" fmla="*/ 130735 h 608062"/>
                <a:gd name="connsiteX82" fmla="*/ 487498 w 590280"/>
                <a:gd name="connsiteY82" fmla="*/ 91685 h 608062"/>
                <a:gd name="connsiteX83" fmla="*/ 461485 w 590280"/>
                <a:gd name="connsiteY83" fmla="*/ 52732 h 608062"/>
                <a:gd name="connsiteX84" fmla="*/ 461485 w 590280"/>
                <a:gd name="connsiteY84" fmla="*/ 40716 h 608062"/>
                <a:gd name="connsiteX85" fmla="*/ 499533 w 590280"/>
                <a:gd name="connsiteY85" fmla="*/ 91685 h 608062"/>
                <a:gd name="connsiteX86" fmla="*/ 479539 w 590280"/>
                <a:gd name="connsiteY86" fmla="*/ 136355 h 608062"/>
                <a:gd name="connsiteX87" fmla="*/ 479539 w 590280"/>
                <a:gd name="connsiteY87" fmla="*/ 149631 h 608062"/>
                <a:gd name="connsiteX88" fmla="*/ 483809 w 590280"/>
                <a:gd name="connsiteY88" fmla="*/ 149631 h 608062"/>
                <a:gd name="connsiteX89" fmla="*/ 461485 w 590280"/>
                <a:gd name="connsiteY89" fmla="*/ 167169 h 608062"/>
                <a:gd name="connsiteX90" fmla="*/ 439161 w 590280"/>
                <a:gd name="connsiteY90" fmla="*/ 149631 h 608062"/>
                <a:gd name="connsiteX91" fmla="*/ 443529 w 590280"/>
                <a:gd name="connsiteY91" fmla="*/ 149631 h 608062"/>
                <a:gd name="connsiteX92" fmla="*/ 443529 w 590280"/>
                <a:gd name="connsiteY92" fmla="*/ 136355 h 608062"/>
                <a:gd name="connsiteX93" fmla="*/ 423534 w 590280"/>
                <a:gd name="connsiteY93" fmla="*/ 91685 h 608062"/>
                <a:gd name="connsiteX94" fmla="*/ 461485 w 590280"/>
                <a:gd name="connsiteY94" fmla="*/ 40716 h 608062"/>
                <a:gd name="connsiteX95" fmla="*/ 130991 w 590280"/>
                <a:gd name="connsiteY95" fmla="*/ 32178 h 608062"/>
                <a:gd name="connsiteX96" fmla="*/ 173416 w 590280"/>
                <a:gd name="connsiteY96" fmla="*/ 86326 h 608062"/>
                <a:gd name="connsiteX97" fmla="*/ 185162 w 590280"/>
                <a:gd name="connsiteY97" fmla="*/ 114611 h 608062"/>
                <a:gd name="connsiteX98" fmla="*/ 185648 w 590280"/>
                <a:gd name="connsiteY98" fmla="*/ 120810 h 608062"/>
                <a:gd name="connsiteX99" fmla="*/ 180405 w 590280"/>
                <a:gd name="connsiteY99" fmla="*/ 124007 h 608062"/>
                <a:gd name="connsiteX100" fmla="*/ 154582 w 590280"/>
                <a:gd name="connsiteY100" fmla="*/ 124007 h 608062"/>
                <a:gd name="connsiteX101" fmla="*/ 148563 w 590280"/>
                <a:gd name="connsiteY101" fmla="*/ 129431 h 608062"/>
                <a:gd name="connsiteX102" fmla="*/ 148563 w 590280"/>
                <a:gd name="connsiteY102" fmla="*/ 142024 h 608062"/>
                <a:gd name="connsiteX103" fmla="*/ 154194 w 590280"/>
                <a:gd name="connsiteY103" fmla="*/ 142024 h 608062"/>
                <a:gd name="connsiteX104" fmla="*/ 142641 w 590280"/>
                <a:gd name="connsiteY104" fmla="*/ 170308 h 608062"/>
                <a:gd name="connsiteX105" fmla="*/ 119341 w 590280"/>
                <a:gd name="connsiteY105" fmla="*/ 170308 h 608062"/>
                <a:gd name="connsiteX106" fmla="*/ 107692 w 590280"/>
                <a:gd name="connsiteY106" fmla="*/ 142024 h 608062"/>
                <a:gd name="connsiteX107" fmla="*/ 113420 w 590280"/>
                <a:gd name="connsiteY107" fmla="*/ 142024 h 608062"/>
                <a:gd name="connsiteX108" fmla="*/ 113420 w 590280"/>
                <a:gd name="connsiteY108" fmla="*/ 129431 h 608062"/>
                <a:gd name="connsiteX109" fmla="*/ 107401 w 590280"/>
                <a:gd name="connsiteY109" fmla="*/ 124007 h 608062"/>
                <a:gd name="connsiteX110" fmla="*/ 81674 w 590280"/>
                <a:gd name="connsiteY110" fmla="*/ 124007 h 608062"/>
                <a:gd name="connsiteX111" fmla="*/ 76335 w 590280"/>
                <a:gd name="connsiteY111" fmla="*/ 120810 h 608062"/>
                <a:gd name="connsiteX112" fmla="*/ 76820 w 590280"/>
                <a:gd name="connsiteY112" fmla="*/ 114611 h 608062"/>
                <a:gd name="connsiteX113" fmla="*/ 88567 w 590280"/>
                <a:gd name="connsiteY113" fmla="*/ 86520 h 608062"/>
                <a:gd name="connsiteX114" fmla="*/ 130991 w 590280"/>
                <a:gd name="connsiteY114" fmla="*/ 32178 h 608062"/>
                <a:gd name="connsiteX115" fmla="*/ 461996 w 590280"/>
                <a:gd name="connsiteY115" fmla="*/ 27613 h 608062"/>
                <a:gd name="connsiteX116" fmla="*/ 354284 w 590280"/>
                <a:gd name="connsiteY116" fmla="*/ 135061 h 608062"/>
                <a:gd name="connsiteX117" fmla="*/ 461996 w 590280"/>
                <a:gd name="connsiteY117" fmla="*/ 242508 h 608062"/>
                <a:gd name="connsiteX118" fmla="*/ 569611 w 590280"/>
                <a:gd name="connsiteY118" fmla="*/ 135061 h 608062"/>
                <a:gd name="connsiteX119" fmla="*/ 461996 w 590280"/>
                <a:gd name="connsiteY119" fmla="*/ 27613 h 608062"/>
                <a:gd name="connsiteX120" fmla="*/ 130224 w 590280"/>
                <a:gd name="connsiteY120" fmla="*/ 20637 h 608062"/>
                <a:gd name="connsiteX121" fmla="*/ 20669 w 590280"/>
                <a:gd name="connsiteY121" fmla="*/ 130022 h 608062"/>
                <a:gd name="connsiteX122" fmla="*/ 130224 w 590280"/>
                <a:gd name="connsiteY122" fmla="*/ 239408 h 608062"/>
                <a:gd name="connsiteX123" fmla="*/ 239877 w 590280"/>
                <a:gd name="connsiteY123" fmla="*/ 130022 h 608062"/>
                <a:gd name="connsiteX124" fmla="*/ 130224 w 590280"/>
                <a:gd name="connsiteY124" fmla="*/ 20637 h 608062"/>
                <a:gd name="connsiteX125" fmla="*/ 130224 w 590280"/>
                <a:gd name="connsiteY125" fmla="*/ 0 h 608062"/>
                <a:gd name="connsiteX126" fmla="*/ 260546 w 590280"/>
                <a:gd name="connsiteY126" fmla="*/ 130022 h 608062"/>
                <a:gd name="connsiteX127" fmla="*/ 235316 w 590280"/>
                <a:gd name="connsiteY127" fmla="*/ 206854 h 608062"/>
                <a:gd name="connsiteX128" fmla="*/ 295188 w 590280"/>
                <a:gd name="connsiteY128" fmla="*/ 266536 h 608062"/>
                <a:gd name="connsiteX129" fmla="*/ 355449 w 590280"/>
                <a:gd name="connsiteY129" fmla="*/ 206369 h 608062"/>
                <a:gd name="connsiteX130" fmla="*/ 333615 w 590280"/>
                <a:gd name="connsiteY130" fmla="*/ 135061 h 608062"/>
                <a:gd name="connsiteX131" fmla="*/ 461996 w 590280"/>
                <a:gd name="connsiteY131" fmla="*/ 6976 h 608062"/>
                <a:gd name="connsiteX132" fmla="*/ 590280 w 590280"/>
                <a:gd name="connsiteY132" fmla="*/ 135061 h 608062"/>
                <a:gd name="connsiteX133" fmla="*/ 461996 w 590280"/>
                <a:gd name="connsiteY133" fmla="*/ 263145 h 608062"/>
                <a:gd name="connsiteX134" fmla="*/ 383687 w 590280"/>
                <a:gd name="connsiteY134" fmla="*/ 236501 h 608062"/>
                <a:gd name="connsiteX135" fmla="*/ 315760 w 590280"/>
                <a:gd name="connsiteY135" fmla="*/ 304322 h 608062"/>
                <a:gd name="connsiteX136" fmla="*/ 315760 w 590280"/>
                <a:gd name="connsiteY136" fmla="*/ 317111 h 608062"/>
                <a:gd name="connsiteX137" fmla="*/ 441522 w 590280"/>
                <a:gd name="connsiteY137" fmla="*/ 461860 h 608062"/>
                <a:gd name="connsiteX138" fmla="*/ 295188 w 590280"/>
                <a:gd name="connsiteY138" fmla="*/ 608062 h 608062"/>
                <a:gd name="connsiteX139" fmla="*/ 148758 w 590280"/>
                <a:gd name="connsiteY139" fmla="*/ 461860 h 608062"/>
                <a:gd name="connsiteX140" fmla="*/ 274422 w 590280"/>
                <a:gd name="connsiteY140" fmla="*/ 317111 h 608062"/>
                <a:gd name="connsiteX141" fmla="*/ 274422 w 590280"/>
                <a:gd name="connsiteY141" fmla="*/ 304322 h 608062"/>
                <a:gd name="connsiteX142" fmla="*/ 205914 w 590280"/>
                <a:gd name="connsiteY142" fmla="*/ 235823 h 608062"/>
                <a:gd name="connsiteX143" fmla="*/ 130224 w 590280"/>
                <a:gd name="connsiteY143" fmla="*/ 260141 h 608062"/>
                <a:gd name="connsiteX144" fmla="*/ 0 w 590280"/>
                <a:gd name="connsiteY144" fmla="*/ 130022 h 608062"/>
                <a:gd name="connsiteX145" fmla="*/ 130224 w 590280"/>
                <a:gd name="connsiteY145" fmla="*/ 0 h 60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590280" h="608062">
                  <a:moveTo>
                    <a:pt x="288471" y="493393"/>
                  </a:moveTo>
                  <a:lnTo>
                    <a:pt x="301667" y="493393"/>
                  </a:lnTo>
                  <a:cubicBezTo>
                    <a:pt x="305742" y="493393"/>
                    <a:pt x="309429" y="495622"/>
                    <a:pt x="311369" y="499110"/>
                  </a:cubicBezTo>
                  <a:cubicBezTo>
                    <a:pt x="313310" y="502695"/>
                    <a:pt x="313213" y="506958"/>
                    <a:pt x="311078" y="510446"/>
                  </a:cubicBezTo>
                  <a:lnTo>
                    <a:pt x="307876" y="515485"/>
                  </a:lnTo>
                  <a:cubicBezTo>
                    <a:pt x="306712" y="517423"/>
                    <a:pt x="304577" y="518585"/>
                    <a:pt x="302249" y="518585"/>
                  </a:cubicBezTo>
                  <a:lnTo>
                    <a:pt x="287889" y="518585"/>
                  </a:lnTo>
                  <a:cubicBezTo>
                    <a:pt x="285560" y="518585"/>
                    <a:pt x="283523" y="517423"/>
                    <a:pt x="282261" y="515485"/>
                  </a:cubicBezTo>
                  <a:lnTo>
                    <a:pt x="279059" y="510446"/>
                  </a:lnTo>
                  <a:cubicBezTo>
                    <a:pt x="276925" y="506958"/>
                    <a:pt x="276828" y="502695"/>
                    <a:pt x="278768" y="499110"/>
                  </a:cubicBezTo>
                  <a:cubicBezTo>
                    <a:pt x="280709" y="495622"/>
                    <a:pt x="284493" y="493393"/>
                    <a:pt x="288471" y="493393"/>
                  </a:cubicBezTo>
                  <a:close/>
                  <a:moveTo>
                    <a:pt x="253371" y="486196"/>
                  </a:moveTo>
                  <a:lnTo>
                    <a:pt x="282769" y="557899"/>
                  </a:lnTo>
                  <a:lnTo>
                    <a:pt x="282769" y="535807"/>
                  </a:lnTo>
                  <a:cubicBezTo>
                    <a:pt x="282769" y="531640"/>
                    <a:pt x="286068" y="528249"/>
                    <a:pt x="290337" y="528249"/>
                  </a:cubicBezTo>
                  <a:lnTo>
                    <a:pt x="300039" y="528249"/>
                  </a:lnTo>
                  <a:cubicBezTo>
                    <a:pt x="304211" y="528249"/>
                    <a:pt x="307607" y="531640"/>
                    <a:pt x="307607" y="535807"/>
                  </a:cubicBezTo>
                  <a:lnTo>
                    <a:pt x="307607" y="557608"/>
                  </a:lnTo>
                  <a:lnTo>
                    <a:pt x="336810" y="486196"/>
                  </a:lnTo>
                  <a:cubicBezTo>
                    <a:pt x="346124" y="486196"/>
                    <a:pt x="354468" y="491913"/>
                    <a:pt x="357767" y="500634"/>
                  </a:cubicBezTo>
                  <a:lnTo>
                    <a:pt x="372417" y="538907"/>
                  </a:lnTo>
                  <a:lnTo>
                    <a:pt x="374843" y="545109"/>
                  </a:lnTo>
                  <a:cubicBezTo>
                    <a:pt x="355147" y="563906"/>
                    <a:pt x="328951" y="575825"/>
                    <a:pt x="300039" y="576987"/>
                  </a:cubicBezTo>
                  <a:cubicBezTo>
                    <a:pt x="298389" y="577084"/>
                    <a:pt x="296740" y="577084"/>
                    <a:pt x="295188" y="577084"/>
                  </a:cubicBezTo>
                  <a:cubicBezTo>
                    <a:pt x="293732" y="577084"/>
                    <a:pt x="292374" y="577084"/>
                    <a:pt x="291016" y="576987"/>
                  </a:cubicBezTo>
                  <a:cubicBezTo>
                    <a:pt x="261715" y="575921"/>
                    <a:pt x="235228" y="564003"/>
                    <a:pt x="215436" y="545109"/>
                  </a:cubicBezTo>
                  <a:lnTo>
                    <a:pt x="217764" y="538907"/>
                  </a:lnTo>
                  <a:lnTo>
                    <a:pt x="232221" y="500827"/>
                  </a:lnTo>
                  <a:cubicBezTo>
                    <a:pt x="235519" y="492010"/>
                    <a:pt x="243960" y="486196"/>
                    <a:pt x="253371" y="486196"/>
                  </a:cubicBezTo>
                  <a:close/>
                  <a:moveTo>
                    <a:pt x="295188" y="366279"/>
                  </a:moveTo>
                  <a:cubicBezTo>
                    <a:pt x="277715" y="366279"/>
                    <a:pt x="262960" y="388457"/>
                    <a:pt x="262960" y="414607"/>
                  </a:cubicBezTo>
                  <a:cubicBezTo>
                    <a:pt x="262960" y="440757"/>
                    <a:pt x="277715" y="462839"/>
                    <a:pt x="295188" y="462839"/>
                  </a:cubicBezTo>
                  <a:cubicBezTo>
                    <a:pt x="312564" y="462839"/>
                    <a:pt x="327320" y="440757"/>
                    <a:pt x="327320" y="414607"/>
                  </a:cubicBezTo>
                  <a:cubicBezTo>
                    <a:pt x="327320" y="388457"/>
                    <a:pt x="312564" y="366279"/>
                    <a:pt x="295188" y="366279"/>
                  </a:cubicBezTo>
                  <a:close/>
                  <a:moveTo>
                    <a:pt x="295188" y="351557"/>
                  </a:moveTo>
                  <a:cubicBezTo>
                    <a:pt x="321107" y="351557"/>
                    <a:pt x="342172" y="379838"/>
                    <a:pt x="342172" y="414607"/>
                  </a:cubicBezTo>
                  <a:cubicBezTo>
                    <a:pt x="342172" y="435527"/>
                    <a:pt x="334503" y="454026"/>
                    <a:pt x="322757" y="465551"/>
                  </a:cubicBezTo>
                  <a:cubicBezTo>
                    <a:pt x="314991" y="473105"/>
                    <a:pt x="305478" y="477657"/>
                    <a:pt x="295188" y="477657"/>
                  </a:cubicBezTo>
                  <a:cubicBezTo>
                    <a:pt x="284801" y="477657"/>
                    <a:pt x="275288" y="473105"/>
                    <a:pt x="267522" y="465551"/>
                  </a:cubicBezTo>
                  <a:cubicBezTo>
                    <a:pt x="255777" y="454026"/>
                    <a:pt x="248108" y="435527"/>
                    <a:pt x="248108" y="414607"/>
                  </a:cubicBezTo>
                  <a:cubicBezTo>
                    <a:pt x="248108" y="379838"/>
                    <a:pt x="269173" y="351557"/>
                    <a:pt x="295188" y="351557"/>
                  </a:cubicBezTo>
                  <a:close/>
                  <a:moveTo>
                    <a:pt x="295188" y="336295"/>
                  </a:moveTo>
                  <a:cubicBezTo>
                    <a:pt x="225806" y="336295"/>
                    <a:pt x="169427" y="392586"/>
                    <a:pt x="169427" y="461860"/>
                  </a:cubicBezTo>
                  <a:cubicBezTo>
                    <a:pt x="169427" y="531037"/>
                    <a:pt x="225806" y="587425"/>
                    <a:pt x="295188" y="587425"/>
                  </a:cubicBezTo>
                  <a:cubicBezTo>
                    <a:pt x="364473" y="587425"/>
                    <a:pt x="420852" y="531037"/>
                    <a:pt x="420852" y="461860"/>
                  </a:cubicBezTo>
                  <a:cubicBezTo>
                    <a:pt x="420852" y="392586"/>
                    <a:pt x="364473" y="336295"/>
                    <a:pt x="295188" y="336295"/>
                  </a:cubicBezTo>
                  <a:close/>
                  <a:moveTo>
                    <a:pt x="426654" y="149810"/>
                  </a:moveTo>
                  <a:cubicBezTo>
                    <a:pt x="429565" y="166375"/>
                    <a:pt x="444021" y="179065"/>
                    <a:pt x="461485" y="179065"/>
                  </a:cubicBezTo>
                  <a:cubicBezTo>
                    <a:pt x="478948" y="179065"/>
                    <a:pt x="493405" y="166375"/>
                    <a:pt x="496315" y="149810"/>
                  </a:cubicBezTo>
                  <a:cubicBezTo>
                    <a:pt x="503689" y="150682"/>
                    <a:pt x="509995" y="155622"/>
                    <a:pt x="512615" y="162500"/>
                  </a:cubicBezTo>
                  <a:lnTo>
                    <a:pt x="523966" y="192142"/>
                  </a:lnTo>
                  <a:lnTo>
                    <a:pt x="526974" y="200086"/>
                  </a:lnTo>
                  <a:cubicBezTo>
                    <a:pt x="528817" y="204735"/>
                    <a:pt x="527071" y="209966"/>
                    <a:pt x="522899" y="212679"/>
                  </a:cubicBezTo>
                  <a:cubicBezTo>
                    <a:pt x="505144" y="224206"/>
                    <a:pt x="484091" y="230890"/>
                    <a:pt x="461485" y="230890"/>
                  </a:cubicBezTo>
                  <a:cubicBezTo>
                    <a:pt x="438879" y="230890"/>
                    <a:pt x="417825" y="224206"/>
                    <a:pt x="400070" y="212679"/>
                  </a:cubicBezTo>
                  <a:cubicBezTo>
                    <a:pt x="395898" y="209966"/>
                    <a:pt x="394249" y="204735"/>
                    <a:pt x="395995" y="200086"/>
                  </a:cubicBezTo>
                  <a:lnTo>
                    <a:pt x="399003" y="192239"/>
                  </a:lnTo>
                  <a:lnTo>
                    <a:pt x="410451" y="162500"/>
                  </a:lnTo>
                  <a:cubicBezTo>
                    <a:pt x="413071" y="155622"/>
                    <a:pt x="419280" y="150682"/>
                    <a:pt x="426654" y="149810"/>
                  </a:cubicBezTo>
                  <a:close/>
                  <a:moveTo>
                    <a:pt x="94788" y="142613"/>
                  </a:moveTo>
                  <a:lnTo>
                    <a:pt x="107988" y="174970"/>
                  </a:lnTo>
                  <a:cubicBezTo>
                    <a:pt x="111870" y="184367"/>
                    <a:pt x="120897" y="190374"/>
                    <a:pt x="130991" y="190374"/>
                  </a:cubicBezTo>
                  <a:cubicBezTo>
                    <a:pt x="141085" y="190374"/>
                    <a:pt x="150111" y="184367"/>
                    <a:pt x="153994" y="174970"/>
                  </a:cubicBezTo>
                  <a:lnTo>
                    <a:pt x="167194" y="142613"/>
                  </a:lnTo>
                  <a:cubicBezTo>
                    <a:pt x="172532" y="142613"/>
                    <a:pt x="177288" y="145907"/>
                    <a:pt x="179229" y="150848"/>
                  </a:cubicBezTo>
                  <a:lnTo>
                    <a:pt x="193788" y="188145"/>
                  </a:lnTo>
                  <a:lnTo>
                    <a:pt x="196894" y="196186"/>
                  </a:lnTo>
                  <a:cubicBezTo>
                    <a:pt x="198641" y="200642"/>
                    <a:pt x="196991" y="205777"/>
                    <a:pt x="193011" y="208393"/>
                  </a:cubicBezTo>
                  <a:cubicBezTo>
                    <a:pt x="175347" y="220502"/>
                    <a:pt x="153994" y="227574"/>
                    <a:pt x="130991" y="227574"/>
                  </a:cubicBezTo>
                  <a:cubicBezTo>
                    <a:pt x="107988" y="227574"/>
                    <a:pt x="86635" y="220502"/>
                    <a:pt x="68970" y="208393"/>
                  </a:cubicBezTo>
                  <a:cubicBezTo>
                    <a:pt x="64991" y="205680"/>
                    <a:pt x="63438" y="200642"/>
                    <a:pt x="65088" y="196186"/>
                  </a:cubicBezTo>
                  <a:lnTo>
                    <a:pt x="68194" y="188145"/>
                  </a:lnTo>
                  <a:lnTo>
                    <a:pt x="81200" y="154723"/>
                  </a:lnTo>
                  <a:cubicBezTo>
                    <a:pt x="83529" y="148813"/>
                    <a:pt x="88576" y="144260"/>
                    <a:pt x="94788" y="142613"/>
                  </a:cubicBezTo>
                  <a:close/>
                  <a:moveTo>
                    <a:pt x="131088" y="70440"/>
                  </a:moveTo>
                  <a:cubicBezTo>
                    <a:pt x="117400" y="70440"/>
                    <a:pt x="106333" y="77996"/>
                    <a:pt x="105944" y="87488"/>
                  </a:cubicBezTo>
                  <a:cubicBezTo>
                    <a:pt x="106721" y="107055"/>
                    <a:pt x="117788" y="123329"/>
                    <a:pt x="130991" y="123329"/>
                  </a:cubicBezTo>
                  <a:cubicBezTo>
                    <a:pt x="144291" y="123329"/>
                    <a:pt x="155553" y="106765"/>
                    <a:pt x="156038" y="86907"/>
                  </a:cubicBezTo>
                  <a:cubicBezTo>
                    <a:pt x="155164" y="77705"/>
                    <a:pt x="144485" y="70440"/>
                    <a:pt x="131088" y="70440"/>
                  </a:cubicBezTo>
                  <a:close/>
                  <a:moveTo>
                    <a:pt x="461485" y="52732"/>
                  </a:moveTo>
                  <a:cubicBezTo>
                    <a:pt x="447411" y="52732"/>
                    <a:pt x="435473" y="70561"/>
                    <a:pt x="435473" y="91685"/>
                  </a:cubicBezTo>
                  <a:cubicBezTo>
                    <a:pt x="435473" y="112906"/>
                    <a:pt x="447411" y="130735"/>
                    <a:pt x="461485" y="130735"/>
                  </a:cubicBezTo>
                  <a:cubicBezTo>
                    <a:pt x="475559" y="130735"/>
                    <a:pt x="487498" y="112906"/>
                    <a:pt x="487498" y="91685"/>
                  </a:cubicBezTo>
                  <a:cubicBezTo>
                    <a:pt x="487498" y="70561"/>
                    <a:pt x="475559" y="52732"/>
                    <a:pt x="461485" y="52732"/>
                  </a:cubicBezTo>
                  <a:close/>
                  <a:moveTo>
                    <a:pt x="461485" y="40716"/>
                  </a:moveTo>
                  <a:cubicBezTo>
                    <a:pt x="482450" y="40716"/>
                    <a:pt x="499533" y="63584"/>
                    <a:pt x="499533" y="91685"/>
                  </a:cubicBezTo>
                  <a:cubicBezTo>
                    <a:pt x="499533" y="111065"/>
                    <a:pt x="491380" y="127731"/>
                    <a:pt x="479539" y="136355"/>
                  </a:cubicBezTo>
                  <a:lnTo>
                    <a:pt x="479539" y="149631"/>
                  </a:lnTo>
                  <a:lnTo>
                    <a:pt x="483809" y="149631"/>
                  </a:lnTo>
                  <a:cubicBezTo>
                    <a:pt x="481092" y="159611"/>
                    <a:pt x="472356" y="167169"/>
                    <a:pt x="461485" y="167169"/>
                  </a:cubicBezTo>
                  <a:cubicBezTo>
                    <a:pt x="450614" y="167169"/>
                    <a:pt x="441879" y="159611"/>
                    <a:pt x="439161" y="149631"/>
                  </a:cubicBezTo>
                  <a:lnTo>
                    <a:pt x="443529" y="149631"/>
                  </a:lnTo>
                  <a:lnTo>
                    <a:pt x="443529" y="136355"/>
                  </a:lnTo>
                  <a:cubicBezTo>
                    <a:pt x="431687" y="127731"/>
                    <a:pt x="423534" y="111065"/>
                    <a:pt x="423534" y="91685"/>
                  </a:cubicBezTo>
                  <a:cubicBezTo>
                    <a:pt x="423534" y="63584"/>
                    <a:pt x="440520" y="40716"/>
                    <a:pt x="461485" y="40716"/>
                  </a:cubicBezTo>
                  <a:close/>
                  <a:moveTo>
                    <a:pt x="130991" y="32178"/>
                  </a:moveTo>
                  <a:cubicBezTo>
                    <a:pt x="164193" y="32178"/>
                    <a:pt x="172639" y="81483"/>
                    <a:pt x="173416" y="86326"/>
                  </a:cubicBezTo>
                  <a:cubicBezTo>
                    <a:pt x="174678" y="95528"/>
                    <a:pt x="179241" y="106377"/>
                    <a:pt x="185162" y="114611"/>
                  </a:cubicBezTo>
                  <a:cubicBezTo>
                    <a:pt x="186522" y="116451"/>
                    <a:pt x="186716" y="118776"/>
                    <a:pt x="185648" y="120810"/>
                  </a:cubicBezTo>
                  <a:cubicBezTo>
                    <a:pt x="184677" y="122747"/>
                    <a:pt x="182541" y="124007"/>
                    <a:pt x="180405" y="124007"/>
                  </a:cubicBezTo>
                  <a:lnTo>
                    <a:pt x="154582" y="124007"/>
                  </a:lnTo>
                  <a:cubicBezTo>
                    <a:pt x="152737" y="126041"/>
                    <a:pt x="150699" y="127881"/>
                    <a:pt x="148563" y="129431"/>
                  </a:cubicBezTo>
                  <a:lnTo>
                    <a:pt x="148563" y="142024"/>
                  </a:lnTo>
                  <a:lnTo>
                    <a:pt x="154194" y="142024"/>
                  </a:lnTo>
                  <a:lnTo>
                    <a:pt x="142641" y="170308"/>
                  </a:lnTo>
                  <a:cubicBezTo>
                    <a:pt x="138758" y="179801"/>
                    <a:pt x="123225" y="179801"/>
                    <a:pt x="119341" y="170308"/>
                  </a:cubicBezTo>
                  <a:lnTo>
                    <a:pt x="107692" y="142024"/>
                  </a:lnTo>
                  <a:lnTo>
                    <a:pt x="113420" y="142024"/>
                  </a:lnTo>
                  <a:lnTo>
                    <a:pt x="113420" y="129431"/>
                  </a:lnTo>
                  <a:cubicBezTo>
                    <a:pt x="111284" y="127881"/>
                    <a:pt x="109245" y="126041"/>
                    <a:pt x="107401" y="124007"/>
                  </a:cubicBezTo>
                  <a:lnTo>
                    <a:pt x="81674" y="124007"/>
                  </a:lnTo>
                  <a:cubicBezTo>
                    <a:pt x="79441" y="124007"/>
                    <a:pt x="77402" y="122747"/>
                    <a:pt x="76335" y="120810"/>
                  </a:cubicBezTo>
                  <a:cubicBezTo>
                    <a:pt x="75364" y="118776"/>
                    <a:pt x="75558" y="116451"/>
                    <a:pt x="76820" y="114611"/>
                  </a:cubicBezTo>
                  <a:cubicBezTo>
                    <a:pt x="82742" y="106377"/>
                    <a:pt x="88567" y="95722"/>
                    <a:pt x="88567" y="86520"/>
                  </a:cubicBezTo>
                  <a:cubicBezTo>
                    <a:pt x="88567" y="72474"/>
                    <a:pt x="100896" y="32178"/>
                    <a:pt x="130991" y="32178"/>
                  </a:cubicBezTo>
                  <a:close/>
                  <a:moveTo>
                    <a:pt x="461996" y="27613"/>
                  </a:moveTo>
                  <a:cubicBezTo>
                    <a:pt x="402609" y="27613"/>
                    <a:pt x="354284" y="75766"/>
                    <a:pt x="354284" y="135061"/>
                  </a:cubicBezTo>
                  <a:cubicBezTo>
                    <a:pt x="354284" y="194355"/>
                    <a:pt x="402609" y="242508"/>
                    <a:pt x="461996" y="242508"/>
                  </a:cubicBezTo>
                  <a:cubicBezTo>
                    <a:pt x="521286" y="242508"/>
                    <a:pt x="569611" y="194355"/>
                    <a:pt x="569611" y="135061"/>
                  </a:cubicBezTo>
                  <a:cubicBezTo>
                    <a:pt x="569611" y="75766"/>
                    <a:pt x="521286" y="27613"/>
                    <a:pt x="461996" y="27613"/>
                  </a:cubicBezTo>
                  <a:close/>
                  <a:moveTo>
                    <a:pt x="130224" y="20637"/>
                  </a:moveTo>
                  <a:cubicBezTo>
                    <a:pt x="69867" y="20637"/>
                    <a:pt x="20669" y="69759"/>
                    <a:pt x="20669" y="130022"/>
                  </a:cubicBezTo>
                  <a:cubicBezTo>
                    <a:pt x="20669" y="190383"/>
                    <a:pt x="69867" y="239408"/>
                    <a:pt x="130224" y="239408"/>
                  </a:cubicBezTo>
                  <a:cubicBezTo>
                    <a:pt x="190679" y="239408"/>
                    <a:pt x="239877" y="190383"/>
                    <a:pt x="239877" y="130022"/>
                  </a:cubicBezTo>
                  <a:cubicBezTo>
                    <a:pt x="239877" y="69759"/>
                    <a:pt x="190679" y="20637"/>
                    <a:pt x="130224" y="20637"/>
                  </a:cubicBezTo>
                  <a:close/>
                  <a:moveTo>
                    <a:pt x="130224" y="0"/>
                  </a:moveTo>
                  <a:cubicBezTo>
                    <a:pt x="202032" y="0"/>
                    <a:pt x="260546" y="58326"/>
                    <a:pt x="260546" y="130022"/>
                  </a:cubicBezTo>
                  <a:cubicBezTo>
                    <a:pt x="260546" y="158701"/>
                    <a:pt x="251133" y="185248"/>
                    <a:pt x="235316" y="206854"/>
                  </a:cubicBezTo>
                  <a:lnTo>
                    <a:pt x="295188" y="266536"/>
                  </a:lnTo>
                  <a:lnTo>
                    <a:pt x="355449" y="206369"/>
                  </a:lnTo>
                  <a:cubicBezTo>
                    <a:pt x="341669" y="186023"/>
                    <a:pt x="333615" y="161414"/>
                    <a:pt x="333615" y="135061"/>
                  </a:cubicBezTo>
                  <a:cubicBezTo>
                    <a:pt x="333615" y="64430"/>
                    <a:pt x="391256" y="6976"/>
                    <a:pt x="461996" y="6976"/>
                  </a:cubicBezTo>
                  <a:cubicBezTo>
                    <a:pt x="532737" y="6976"/>
                    <a:pt x="590280" y="64430"/>
                    <a:pt x="590280" y="135061"/>
                  </a:cubicBezTo>
                  <a:cubicBezTo>
                    <a:pt x="590280" y="205691"/>
                    <a:pt x="532737" y="263145"/>
                    <a:pt x="461996" y="263145"/>
                  </a:cubicBezTo>
                  <a:cubicBezTo>
                    <a:pt x="432497" y="263145"/>
                    <a:pt x="405423" y="253263"/>
                    <a:pt x="383687" y="236501"/>
                  </a:cubicBezTo>
                  <a:lnTo>
                    <a:pt x="315760" y="304322"/>
                  </a:lnTo>
                  <a:lnTo>
                    <a:pt x="315760" y="317111"/>
                  </a:lnTo>
                  <a:cubicBezTo>
                    <a:pt x="386792" y="327187"/>
                    <a:pt x="441522" y="388226"/>
                    <a:pt x="441522" y="461860"/>
                  </a:cubicBezTo>
                  <a:cubicBezTo>
                    <a:pt x="441522" y="542470"/>
                    <a:pt x="375924" y="608062"/>
                    <a:pt x="295188" y="608062"/>
                  </a:cubicBezTo>
                  <a:cubicBezTo>
                    <a:pt x="214453" y="608062"/>
                    <a:pt x="148758" y="542470"/>
                    <a:pt x="148758" y="461860"/>
                  </a:cubicBezTo>
                  <a:cubicBezTo>
                    <a:pt x="148758" y="388226"/>
                    <a:pt x="203488" y="327187"/>
                    <a:pt x="274422" y="317111"/>
                  </a:cubicBezTo>
                  <a:lnTo>
                    <a:pt x="274422" y="304322"/>
                  </a:lnTo>
                  <a:lnTo>
                    <a:pt x="205914" y="235823"/>
                  </a:lnTo>
                  <a:cubicBezTo>
                    <a:pt x="184565" y="251131"/>
                    <a:pt x="158462" y="260141"/>
                    <a:pt x="130224" y="260141"/>
                  </a:cubicBezTo>
                  <a:cubicBezTo>
                    <a:pt x="58416" y="260141"/>
                    <a:pt x="0" y="201719"/>
                    <a:pt x="0" y="130022"/>
                  </a:cubicBezTo>
                  <a:cubicBezTo>
                    <a:pt x="0" y="58326"/>
                    <a:pt x="58416" y="0"/>
                    <a:pt x="13022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6435" tIns="48218" rIns="96435" bIns="48218"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898"/>
            </a:p>
          </p:txBody>
        </p:sp>
        <p:grpSp>
          <p:nvGrpSpPr>
            <p:cNvPr id="54" name="组合 53"/>
            <p:cNvGrpSpPr/>
            <p:nvPr/>
          </p:nvGrpSpPr>
          <p:grpSpPr>
            <a:xfrm>
              <a:off x="3765754" y="3320102"/>
              <a:ext cx="2084388" cy="1656785"/>
              <a:chOff x="2677265" y="1996356"/>
              <a:chExt cx="2084388" cy="1656785"/>
            </a:xfrm>
          </p:grpSpPr>
          <p:sp>
            <p:nvSpPr>
              <p:cNvPr id="55" name="矩形 54"/>
              <p:cNvSpPr/>
              <p:nvPr/>
            </p:nvSpPr>
            <p:spPr>
              <a:xfrm>
                <a:off x="2677265" y="2346820"/>
                <a:ext cx="2084388" cy="130632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160"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160" dirty="0">
                    <a:solidFill>
                      <a:schemeClr val="tx1">
                        <a:lumMod val="50000"/>
                        <a:lumOff val="50000"/>
                      </a:schemeClr>
                    </a:solidFill>
                  </a:rPr>
                  <a:t>Microsoft Office PowerPoint</a:t>
                </a:r>
                <a:r>
                  <a:rPr lang="zh-CN" altLang="en-US" sz="1160" dirty="0">
                    <a:solidFill>
                      <a:schemeClr val="tx1">
                        <a:lumMod val="50000"/>
                        <a:lumOff val="50000"/>
                      </a:schemeClr>
                    </a:solidFill>
                  </a:rPr>
                  <a:t>不仅可以创建演示文稿</a:t>
                </a:r>
              </a:p>
            </p:txBody>
          </p:sp>
          <p:sp>
            <p:nvSpPr>
              <p:cNvPr id="56" name="矩形 55"/>
              <p:cNvSpPr/>
              <p:nvPr/>
            </p:nvSpPr>
            <p:spPr>
              <a:xfrm>
                <a:off x="2677265" y="1996356"/>
                <a:ext cx="2084387" cy="382972"/>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687" b="1" dirty="0"/>
                  <a:t>标题文字添加</a:t>
                </a:r>
              </a:p>
            </p:txBody>
          </p:sp>
        </p:grpSp>
      </p:grpSp>
      <p:grpSp>
        <p:nvGrpSpPr>
          <p:cNvPr id="65" name="组合 64"/>
          <p:cNvGrpSpPr/>
          <p:nvPr/>
        </p:nvGrpSpPr>
        <p:grpSpPr>
          <a:xfrm>
            <a:off x="6554087" y="2188887"/>
            <a:ext cx="2527690" cy="3584362"/>
            <a:chOff x="6214252" y="2075502"/>
            <a:chExt cx="2396756" cy="3398693"/>
          </a:xfrm>
        </p:grpSpPr>
        <p:sp>
          <p:nvSpPr>
            <p:cNvPr id="13" name="ïṧḷïḓê-矩形: 圆角 13"/>
            <p:cNvSpPr/>
            <p:nvPr/>
          </p:nvSpPr>
          <p:spPr>
            <a:xfrm>
              <a:off x="6214252" y="2075502"/>
              <a:ext cx="2396756" cy="3398693"/>
            </a:xfrm>
            <a:prstGeom prst="roundRect">
              <a:avLst>
                <a:gd name="adj" fmla="val 424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8" name="椭圆 37"/>
            <p:cNvSpPr/>
            <p:nvPr/>
          </p:nvSpPr>
          <p:spPr>
            <a:xfrm>
              <a:off x="7031630" y="2316802"/>
              <a:ext cx="762000" cy="762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椭圆 38"/>
            <p:cNvSpPr/>
            <p:nvPr/>
          </p:nvSpPr>
          <p:spPr>
            <a:xfrm>
              <a:off x="7242767" y="2528195"/>
              <a:ext cx="339726" cy="339213"/>
            </a:xfrm>
            <a:custGeom>
              <a:avLst/>
              <a:gdLst>
                <a:gd name="connsiteX0" fmla="*/ 303775 w 607639"/>
                <a:gd name="connsiteY0" fmla="*/ 525007 h 606722"/>
                <a:gd name="connsiteX1" fmla="*/ 315710 w 607639"/>
                <a:gd name="connsiteY1" fmla="*/ 536902 h 606722"/>
                <a:gd name="connsiteX2" fmla="*/ 315710 w 607639"/>
                <a:gd name="connsiteY2" fmla="*/ 552347 h 606722"/>
                <a:gd name="connsiteX3" fmla="*/ 303775 w 607639"/>
                <a:gd name="connsiteY3" fmla="*/ 564241 h 606722"/>
                <a:gd name="connsiteX4" fmla="*/ 291929 w 607639"/>
                <a:gd name="connsiteY4" fmla="*/ 552347 h 606722"/>
                <a:gd name="connsiteX5" fmla="*/ 291929 w 607639"/>
                <a:gd name="connsiteY5" fmla="*/ 536902 h 606722"/>
                <a:gd name="connsiteX6" fmla="*/ 303775 w 607639"/>
                <a:gd name="connsiteY6" fmla="*/ 525007 h 606722"/>
                <a:gd name="connsiteX7" fmla="*/ 429885 w 607639"/>
                <a:gd name="connsiteY7" fmla="*/ 509483 h 606722"/>
                <a:gd name="connsiteX8" fmla="*/ 441811 w 607639"/>
                <a:gd name="connsiteY8" fmla="*/ 521409 h 606722"/>
                <a:gd name="connsiteX9" fmla="*/ 429885 w 607639"/>
                <a:gd name="connsiteY9" fmla="*/ 533335 h 606722"/>
                <a:gd name="connsiteX10" fmla="*/ 417959 w 607639"/>
                <a:gd name="connsiteY10" fmla="*/ 521409 h 606722"/>
                <a:gd name="connsiteX11" fmla="*/ 429885 w 607639"/>
                <a:gd name="connsiteY11" fmla="*/ 509483 h 606722"/>
                <a:gd name="connsiteX12" fmla="*/ 177720 w 607639"/>
                <a:gd name="connsiteY12" fmla="*/ 509483 h 606722"/>
                <a:gd name="connsiteX13" fmla="*/ 189611 w 607639"/>
                <a:gd name="connsiteY13" fmla="*/ 521409 h 606722"/>
                <a:gd name="connsiteX14" fmla="*/ 177720 w 607639"/>
                <a:gd name="connsiteY14" fmla="*/ 533335 h 606722"/>
                <a:gd name="connsiteX15" fmla="*/ 165829 w 607639"/>
                <a:gd name="connsiteY15" fmla="*/ 521409 h 606722"/>
                <a:gd name="connsiteX16" fmla="*/ 177720 w 607639"/>
                <a:gd name="connsiteY16" fmla="*/ 509483 h 606722"/>
                <a:gd name="connsiteX17" fmla="*/ 522185 w 607639"/>
                <a:gd name="connsiteY17" fmla="*/ 417324 h 606722"/>
                <a:gd name="connsiteX18" fmla="*/ 534111 w 607639"/>
                <a:gd name="connsiteY18" fmla="*/ 429250 h 606722"/>
                <a:gd name="connsiteX19" fmla="*/ 522185 w 607639"/>
                <a:gd name="connsiteY19" fmla="*/ 441176 h 606722"/>
                <a:gd name="connsiteX20" fmla="*/ 510259 w 607639"/>
                <a:gd name="connsiteY20" fmla="*/ 429250 h 606722"/>
                <a:gd name="connsiteX21" fmla="*/ 522185 w 607639"/>
                <a:gd name="connsiteY21" fmla="*/ 417324 h 606722"/>
                <a:gd name="connsiteX22" fmla="*/ 85420 w 607639"/>
                <a:gd name="connsiteY22" fmla="*/ 417324 h 606722"/>
                <a:gd name="connsiteX23" fmla="*/ 97311 w 607639"/>
                <a:gd name="connsiteY23" fmla="*/ 429250 h 606722"/>
                <a:gd name="connsiteX24" fmla="*/ 85420 w 607639"/>
                <a:gd name="connsiteY24" fmla="*/ 441176 h 606722"/>
                <a:gd name="connsiteX25" fmla="*/ 73529 w 607639"/>
                <a:gd name="connsiteY25" fmla="*/ 429250 h 606722"/>
                <a:gd name="connsiteX26" fmla="*/ 85420 w 607639"/>
                <a:gd name="connsiteY26" fmla="*/ 417324 h 606722"/>
                <a:gd name="connsiteX27" fmla="*/ 537643 w 607639"/>
                <a:gd name="connsiteY27" fmla="*/ 291506 h 606722"/>
                <a:gd name="connsiteX28" fmla="*/ 555628 w 607639"/>
                <a:gd name="connsiteY28" fmla="*/ 291506 h 606722"/>
                <a:gd name="connsiteX29" fmla="*/ 567558 w 607639"/>
                <a:gd name="connsiteY29" fmla="*/ 303316 h 606722"/>
                <a:gd name="connsiteX30" fmla="*/ 555628 w 607639"/>
                <a:gd name="connsiteY30" fmla="*/ 315216 h 606722"/>
                <a:gd name="connsiteX31" fmla="*/ 537643 w 607639"/>
                <a:gd name="connsiteY31" fmla="*/ 315216 h 606722"/>
                <a:gd name="connsiteX32" fmla="*/ 525713 w 607639"/>
                <a:gd name="connsiteY32" fmla="*/ 303316 h 606722"/>
                <a:gd name="connsiteX33" fmla="*/ 537643 w 607639"/>
                <a:gd name="connsiteY33" fmla="*/ 291506 h 606722"/>
                <a:gd name="connsiteX34" fmla="*/ 51991 w 607639"/>
                <a:gd name="connsiteY34" fmla="*/ 291506 h 606722"/>
                <a:gd name="connsiteX35" fmla="*/ 69946 w 607639"/>
                <a:gd name="connsiteY35" fmla="*/ 291506 h 606722"/>
                <a:gd name="connsiteX36" fmla="*/ 81856 w 607639"/>
                <a:gd name="connsiteY36" fmla="*/ 303316 h 606722"/>
                <a:gd name="connsiteX37" fmla="*/ 69946 w 607639"/>
                <a:gd name="connsiteY37" fmla="*/ 315216 h 606722"/>
                <a:gd name="connsiteX38" fmla="*/ 51991 w 607639"/>
                <a:gd name="connsiteY38" fmla="*/ 315216 h 606722"/>
                <a:gd name="connsiteX39" fmla="*/ 40081 w 607639"/>
                <a:gd name="connsiteY39" fmla="*/ 303316 h 606722"/>
                <a:gd name="connsiteX40" fmla="*/ 51991 w 607639"/>
                <a:gd name="connsiteY40" fmla="*/ 291506 h 606722"/>
                <a:gd name="connsiteX41" fmla="*/ 412608 w 607639"/>
                <a:gd name="connsiteY41" fmla="*/ 222096 h 606722"/>
                <a:gd name="connsiteX42" fmla="*/ 345491 w 607639"/>
                <a:gd name="connsiteY42" fmla="*/ 334245 h 606722"/>
                <a:gd name="connsiteX43" fmla="*/ 412608 w 607639"/>
                <a:gd name="connsiteY43" fmla="*/ 334245 h 606722"/>
                <a:gd name="connsiteX44" fmla="*/ 427651 w 607639"/>
                <a:gd name="connsiteY44" fmla="*/ 167533 h 606722"/>
                <a:gd name="connsiteX45" fmla="*/ 436375 w 607639"/>
                <a:gd name="connsiteY45" fmla="*/ 178996 h 606722"/>
                <a:gd name="connsiteX46" fmla="*/ 436375 w 607639"/>
                <a:gd name="connsiteY46" fmla="*/ 334245 h 606722"/>
                <a:gd name="connsiteX47" fmla="*/ 469399 w 607639"/>
                <a:gd name="connsiteY47" fmla="*/ 334245 h 606722"/>
                <a:gd name="connsiteX48" fmla="*/ 481327 w 607639"/>
                <a:gd name="connsiteY48" fmla="*/ 346153 h 606722"/>
                <a:gd name="connsiteX49" fmla="*/ 469399 w 607639"/>
                <a:gd name="connsiteY49" fmla="*/ 357973 h 606722"/>
                <a:gd name="connsiteX50" fmla="*/ 436375 w 607639"/>
                <a:gd name="connsiteY50" fmla="*/ 357973 h 606722"/>
                <a:gd name="connsiteX51" fmla="*/ 436375 w 607639"/>
                <a:gd name="connsiteY51" fmla="*/ 427733 h 606722"/>
                <a:gd name="connsiteX52" fmla="*/ 424536 w 607639"/>
                <a:gd name="connsiteY52" fmla="*/ 439552 h 606722"/>
                <a:gd name="connsiteX53" fmla="*/ 412608 w 607639"/>
                <a:gd name="connsiteY53" fmla="*/ 427733 h 606722"/>
                <a:gd name="connsiteX54" fmla="*/ 412608 w 607639"/>
                <a:gd name="connsiteY54" fmla="*/ 357973 h 606722"/>
                <a:gd name="connsiteX55" fmla="*/ 324573 w 607639"/>
                <a:gd name="connsiteY55" fmla="*/ 357973 h 606722"/>
                <a:gd name="connsiteX56" fmla="*/ 314158 w 607639"/>
                <a:gd name="connsiteY56" fmla="*/ 352019 h 606722"/>
                <a:gd name="connsiteX57" fmla="*/ 314336 w 607639"/>
                <a:gd name="connsiteY57" fmla="*/ 340022 h 606722"/>
                <a:gd name="connsiteX58" fmla="*/ 414299 w 607639"/>
                <a:gd name="connsiteY58" fmla="*/ 172953 h 606722"/>
                <a:gd name="connsiteX59" fmla="*/ 427651 w 607639"/>
                <a:gd name="connsiteY59" fmla="*/ 167533 h 606722"/>
                <a:gd name="connsiteX60" fmla="*/ 216270 w 607639"/>
                <a:gd name="connsiteY60" fmla="*/ 167099 h 606722"/>
                <a:gd name="connsiteX61" fmla="*/ 290518 w 607639"/>
                <a:gd name="connsiteY61" fmla="*/ 241210 h 606722"/>
                <a:gd name="connsiteX62" fmla="*/ 242978 w 607639"/>
                <a:gd name="connsiteY62" fmla="*/ 355754 h 606722"/>
                <a:gd name="connsiteX63" fmla="*/ 182707 w 607639"/>
                <a:gd name="connsiteY63" fmla="*/ 415825 h 606722"/>
                <a:gd name="connsiteX64" fmla="*/ 278588 w 607639"/>
                <a:gd name="connsiteY64" fmla="*/ 415825 h 606722"/>
                <a:gd name="connsiteX65" fmla="*/ 290518 w 607639"/>
                <a:gd name="connsiteY65" fmla="*/ 427734 h 606722"/>
                <a:gd name="connsiteX66" fmla="*/ 278588 w 607639"/>
                <a:gd name="connsiteY66" fmla="*/ 439552 h 606722"/>
                <a:gd name="connsiteX67" fmla="*/ 154040 w 607639"/>
                <a:gd name="connsiteY67" fmla="*/ 439552 h 606722"/>
                <a:gd name="connsiteX68" fmla="*/ 143001 w 607639"/>
                <a:gd name="connsiteY68" fmla="*/ 432265 h 606722"/>
                <a:gd name="connsiteX69" fmla="*/ 145582 w 607639"/>
                <a:gd name="connsiteY69" fmla="*/ 419292 h 606722"/>
                <a:gd name="connsiteX70" fmla="*/ 226152 w 607639"/>
                <a:gd name="connsiteY70" fmla="*/ 338959 h 606722"/>
                <a:gd name="connsiteX71" fmla="*/ 266659 w 607639"/>
                <a:gd name="connsiteY71" fmla="*/ 241210 h 606722"/>
                <a:gd name="connsiteX72" fmla="*/ 216270 w 607639"/>
                <a:gd name="connsiteY72" fmla="*/ 190914 h 606722"/>
                <a:gd name="connsiteX73" fmla="*/ 165880 w 607639"/>
                <a:gd name="connsiteY73" fmla="*/ 241210 h 606722"/>
                <a:gd name="connsiteX74" fmla="*/ 154040 w 607639"/>
                <a:gd name="connsiteY74" fmla="*/ 253029 h 606722"/>
                <a:gd name="connsiteX75" fmla="*/ 142110 w 607639"/>
                <a:gd name="connsiteY75" fmla="*/ 241210 h 606722"/>
                <a:gd name="connsiteX76" fmla="*/ 216270 w 607639"/>
                <a:gd name="connsiteY76" fmla="*/ 167099 h 606722"/>
                <a:gd name="connsiteX77" fmla="*/ 522185 w 607639"/>
                <a:gd name="connsiteY77" fmla="*/ 165547 h 606722"/>
                <a:gd name="connsiteX78" fmla="*/ 534111 w 607639"/>
                <a:gd name="connsiteY78" fmla="*/ 177438 h 606722"/>
                <a:gd name="connsiteX79" fmla="*/ 522185 w 607639"/>
                <a:gd name="connsiteY79" fmla="*/ 189329 h 606722"/>
                <a:gd name="connsiteX80" fmla="*/ 510259 w 607639"/>
                <a:gd name="connsiteY80" fmla="*/ 177438 h 606722"/>
                <a:gd name="connsiteX81" fmla="*/ 522185 w 607639"/>
                <a:gd name="connsiteY81" fmla="*/ 165547 h 606722"/>
                <a:gd name="connsiteX82" fmla="*/ 85420 w 607639"/>
                <a:gd name="connsiteY82" fmla="*/ 165547 h 606722"/>
                <a:gd name="connsiteX83" fmla="*/ 97311 w 607639"/>
                <a:gd name="connsiteY83" fmla="*/ 177438 h 606722"/>
                <a:gd name="connsiteX84" fmla="*/ 85420 w 607639"/>
                <a:gd name="connsiteY84" fmla="*/ 189329 h 606722"/>
                <a:gd name="connsiteX85" fmla="*/ 73529 w 607639"/>
                <a:gd name="connsiteY85" fmla="*/ 177438 h 606722"/>
                <a:gd name="connsiteX86" fmla="*/ 85420 w 607639"/>
                <a:gd name="connsiteY86" fmla="*/ 165547 h 606722"/>
                <a:gd name="connsiteX87" fmla="*/ 429885 w 607639"/>
                <a:gd name="connsiteY87" fmla="*/ 73388 h 606722"/>
                <a:gd name="connsiteX88" fmla="*/ 441811 w 607639"/>
                <a:gd name="connsiteY88" fmla="*/ 85279 h 606722"/>
                <a:gd name="connsiteX89" fmla="*/ 429885 w 607639"/>
                <a:gd name="connsiteY89" fmla="*/ 97170 h 606722"/>
                <a:gd name="connsiteX90" fmla="*/ 417959 w 607639"/>
                <a:gd name="connsiteY90" fmla="*/ 85279 h 606722"/>
                <a:gd name="connsiteX91" fmla="*/ 429885 w 607639"/>
                <a:gd name="connsiteY91" fmla="*/ 73388 h 606722"/>
                <a:gd name="connsiteX92" fmla="*/ 177720 w 607639"/>
                <a:gd name="connsiteY92" fmla="*/ 73388 h 606722"/>
                <a:gd name="connsiteX93" fmla="*/ 189611 w 607639"/>
                <a:gd name="connsiteY93" fmla="*/ 85279 h 606722"/>
                <a:gd name="connsiteX94" fmla="*/ 177720 w 607639"/>
                <a:gd name="connsiteY94" fmla="*/ 97170 h 606722"/>
                <a:gd name="connsiteX95" fmla="*/ 165829 w 607639"/>
                <a:gd name="connsiteY95" fmla="*/ 85279 h 606722"/>
                <a:gd name="connsiteX96" fmla="*/ 177720 w 607639"/>
                <a:gd name="connsiteY96" fmla="*/ 73388 h 606722"/>
                <a:gd name="connsiteX97" fmla="*/ 303775 w 607639"/>
                <a:gd name="connsiteY97" fmla="*/ 42480 h 606722"/>
                <a:gd name="connsiteX98" fmla="*/ 315710 w 607639"/>
                <a:gd name="connsiteY98" fmla="*/ 54396 h 606722"/>
                <a:gd name="connsiteX99" fmla="*/ 315710 w 607639"/>
                <a:gd name="connsiteY99" fmla="*/ 69869 h 606722"/>
                <a:gd name="connsiteX100" fmla="*/ 303775 w 607639"/>
                <a:gd name="connsiteY100" fmla="*/ 81785 h 606722"/>
                <a:gd name="connsiteX101" fmla="*/ 291929 w 607639"/>
                <a:gd name="connsiteY101" fmla="*/ 69869 h 606722"/>
                <a:gd name="connsiteX102" fmla="*/ 291929 w 607639"/>
                <a:gd name="connsiteY102" fmla="*/ 54396 h 606722"/>
                <a:gd name="connsiteX103" fmla="*/ 303775 w 607639"/>
                <a:gd name="connsiteY103" fmla="*/ 42480 h 606722"/>
                <a:gd name="connsiteX104" fmla="*/ 303775 w 607639"/>
                <a:gd name="connsiteY104" fmla="*/ 0 h 606722"/>
                <a:gd name="connsiteX105" fmla="*/ 537058 w 607639"/>
                <a:gd name="connsiteY105" fmla="*/ 108956 h 606722"/>
                <a:gd name="connsiteX106" fmla="*/ 537058 w 607639"/>
                <a:gd name="connsiteY106" fmla="*/ 93048 h 606722"/>
                <a:gd name="connsiteX107" fmla="*/ 548895 w 607639"/>
                <a:gd name="connsiteY107" fmla="*/ 81139 h 606722"/>
                <a:gd name="connsiteX108" fmla="*/ 560822 w 607639"/>
                <a:gd name="connsiteY108" fmla="*/ 93048 h 606722"/>
                <a:gd name="connsiteX109" fmla="*/ 560822 w 607639"/>
                <a:gd name="connsiteY109" fmla="*/ 138994 h 606722"/>
                <a:gd name="connsiteX110" fmla="*/ 548895 w 607639"/>
                <a:gd name="connsiteY110" fmla="*/ 150903 h 606722"/>
                <a:gd name="connsiteX111" fmla="*/ 502880 w 607639"/>
                <a:gd name="connsiteY111" fmla="*/ 150903 h 606722"/>
                <a:gd name="connsiteX112" fmla="*/ 490953 w 607639"/>
                <a:gd name="connsiteY112" fmla="*/ 138994 h 606722"/>
                <a:gd name="connsiteX113" fmla="*/ 502880 w 607639"/>
                <a:gd name="connsiteY113" fmla="*/ 127174 h 606722"/>
                <a:gd name="connsiteX114" fmla="*/ 521126 w 607639"/>
                <a:gd name="connsiteY114" fmla="*/ 127174 h 606722"/>
                <a:gd name="connsiteX115" fmla="*/ 303775 w 607639"/>
                <a:gd name="connsiteY115" fmla="*/ 23728 h 606722"/>
                <a:gd name="connsiteX116" fmla="*/ 23764 w 607639"/>
                <a:gd name="connsiteY116" fmla="*/ 303316 h 606722"/>
                <a:gd name="connsiteX117" fmla="*/ 303775 w 607639"/>
                <a:gd name="connsiteY117" fmla="*/ 582905 h 606722"/>
                <a:gd name="connsiteX118" fmla="*/ 583786 w 607639"/>
                <a:gd name="connsiteY118" fmla="*/ 303316 h 606722"/>
                <a:gd name="connsiteX119" fmla="*/ 573906 w 607639"/>
                <a:gd name="connsiteY119" fmla="*/ 229376 h 606722"/>
                <a:gd name="connsiteX120" fmla="*/ 582273 w 607639"/>
                <a:gd name="connsiteY120" fmla="*/ 214801 h 606722"/>
                <a:gd name="connsiteX121" fmla="*/ 596869 w 607639"/>
                <a:gd name="connsiteY121" fmla="*/ 223066 h 606722"/>
                <a:gd name="connsiteX122" fmla="*/ 607639 w 607639"/>
                <a:gd name="connsiteY122" fmla="*/ 303316 h 606722"/>
                <a:gd name="connsiteX123" fmla="*/ 303775 w 607639"/>
                <a:gd name="connsiteY123" fmla="*/ 606722 h 606722"/>
                <a:gd name="connsiteX124" fmla="*/ 0 w 607639"/>
                <a:gd name="connsiteY124" fmla="*/ 303316 h 606722"/>
                <a:gd name="connsiteX125" fmla="*/ 303775 w 607639"/>
                <a:gd name="connsiteY125" fmla="*/ 0 h 60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07639" h="606722">
                  <a:moveTo>
                    <a:pt x="303775" y="525007"/>
                  </a:moveTo>
                  <a:cubicBezTo>
                    <a:pt x="310366" y="525007"/>
                    <a:pt x="315710" y="530333"/>
                    <a:pt x="315710" y="536902"/>
                  </a:cubicBezTo>
                  <a:lnTo>
                    <a:pt x="315710" y="552347"/>
                  </a:lnTo>
                  <a:cubicBezTo>
                    <a:pt x="315710" y="558915"/>
                    <a:pt x="310366" y="564241"/>
                    <a:pt x="303775" y="564241"/>
                  </a:cubicBezTo>
                  <a:cubicBezTo>
                    <a:pt x="297184" y="564241"/>
                    <a:pt x="291929" y="558915"/>
                    <a:pt x="291929" y="552347"/>
                  </a:cubicBezTo>
                  <a:lnTo>
                    <a:pt x="291929" y="536902"/>
                  </a:lnTo>
                  <a:cubicBezTo>
                    <a:pt x="291929" y="530333"/>
                    <a:pt x="297184" y="525007"/>
                    <a:pt x="303775" y="525007"/>
                  </a:cubicBezTo>
                  <a:close/>
                  <a:moveTo>
                    <a:pt x="429885" y="509483"/>
                  </a:moveTo>
                  <a:cubicBezTo>
                    <a:pt x="436472" y="509483"/>
                    <a:pt x="441811" y="514822"/>
                    <a:pt x="441811" y="521409"/>
                  </a:cubicBezTo>
                  <a:cubicBezTo>
                    <a:pt x="441811" y="527996"/>
                    <a:pt x="436472" y="533335"/>
                    <a:pt x="429885" y="533335"/>
                  </a:cubicBezTo>
                  <a:cubicBezTo>
                    <a:pt x="423298" y="533335"/>
                    <a:pt x="417959" y="527996"/>
                    <a:pt x="417959" y="521409"/>
                  </a:cubicBezTo>
                  <a:cubicBezTo>
                    <a:pt x="417959" y="514822"/>
                    <a:pt x="423298" y="509483"/>
                    <a:pt x="429885" y="509483"/>
                  </a:cubicBezTo>
                  <a:close/>
                  <a:moveTo>
                    <a:pt x="177720" y="509483"/>
                  </a:moveTo>
                  <a:cubicBezTo>
                    <a:pt x="184287" y="509483"/>
                    <a:pt x="189611" y="514822"/>
                    <a:pt x="189611" y="521409"/>
                  </a:cubicBezTo>
                  <a:cubicBezTo>
                    <a:pt x="189611" y="527996"/>
                    <a:pt x="184287" y="533335"/>
                    <a:pt x="177720" y="533335"/>
                  </a:cubicBezTo>
                  <a:cubicBezTo>
                    <a:pt x="171153" y="533335"/>
                    <a:pt x="165829" y="527996"/>
                    <a:pt x="165829" y="521409"/>
                  </a:cubicBezTo>
                  <a:cubicBezTo>
                    <a:pt x="165829" y="514822"/>
                    <a:pt x="171153" y="509483"/>
                    <a:pt x="177720" y="509483"/>
                  </a:cubicBezTo>
                  <a:close/>
                  <a:moveTo>
                    <a:pt x="522185" y="417324"/>
                  </a:moveTo>
                  <a:cubicBezTo>
                    <a:pt x="528772" y="417324"/>
                    <a:pt x="534111" y="422663"/>
                    <a:pt x="534111" y="429250"/>
                  </a:cubicBezTo>
                  <a:cubicBezTo>
                    <a:pt x="534111" y="435837"/>
                    <a:pt x="528772" y="441176"/>
                    <a:pt x="522185" y="441176"/>
                  </a:cubicBezTo>
                  <a:cubicBezTo>
                    <a:pt x="515598" y="441176"/>
                    <a:pt x="510259" y="435837"/>
                    <a:pt x="510259" y="429250"/>
                  </a:cubicBezTo>
                  <a:cubicBezTo>
                    <a:pt x="510259" y="422663"/>
                    <a:pt x="515598" y="417324"/>
                    <a:pt x="522185" y="417324"/>
                  </a:cubicBezTo>
                  <a:close/>
                  <a:moveTo>
                    <a:pt x="85420" y="417324"/>
                  </a:moveTo>
                  <a:cubicBezTo>
                    <a:pt x="91987" y="417324"/>
                    <a:pt x="97311" y="422663"/>
                    <a:pt x="97311" y="429250"/>
                  </a:cubicBezTo>
                  <a:cubicBezTo>
                    <a:pt x="97311" y="435837"/>
                    <a:pt x="91987" y="441176"/>
                    <a:pt x="85420" y="441176"/>
                  </a:cubicBezTo>
                  <a:cubicBezTo>
                    <a:pt x="78853" y="441176"/>
                    <a:pt x="73529" y="435837"/>
                    <a:pt x="73529" y="429250"/>
                  </a:cubicBezTo>
                  <a:cubicBezTo>
                    <a:pt x="73529" y="422663"/>
                    <a:pt x="78853" y="417324"/>
                    <a:pt x="85420" y="417324"/>
                  </a:cubicBezTo>
                  <a:close/>
                  <a:moveTo>
                    <a:pt x="537643" y="291506"/>
                  </a:moveTo>
                  <a:lnTo>
                    <a:pt x="555628" y="291506"/>
                  </a:lnTo>
                  <a:cubicBezTo>
                    <a:pt x="562216" y="291506"/>
                    <a:pt x="567558" y="296745"/>
                    <a:pt x="567558" y="303316"/>
                  </a:cubicBezTo>
                  <a:cubicBezTo>
                    <a:pt x="567558" y="309888"/>
                    <a:pt x="562216" y="315216"/>
                    <a:pt x="555628" y="315216"/>
                  </a:cubicBezTo>
                  <a:lnTo>
                    <a:pt x="537643" y="315216"/>
                  </a:lnTo>
                  <a:cubicBezTo>
                    <a:pt x="531055" y="315216"/>
                    <a:pt x="525713" y="309888"/>
                    <a:pt x="525713" y="303316"/>
                  </a:cubicBezTo>
                  <a:cubicBezTo>
                    <a:pt x="525713" y="296745"/>
                    <a:pt x="531055" y="291506"/>
                    <a:pt x="537643" y="291506"/>
                  </a:cubicBezTo>
                  <a:close/>
                  <a:moveTo>
                    <a:pt x="51991" y="291506"/>
                  </a:moveTo>
                  <a:lnTo>
                    <a:pt x="69946" y="291506"/>
                  </a:lnTo>
                  <a:cubicBezTo>
                    <a:pt x="76523" y="291506"/>
                    <a:pt x="81856" y="296745"/>
                    <a:pt x="81856" y="303316"/>
                  </a:cubicBezTo>
                  <a:cubicBezTo>
                    <a:pt x="81856" y="309888"/>
                    <a:pt x="76523" y="315216"/>
                    <a:pt x="69946" y="315216"/>
                  </a:cubicBezTo>
                  <a:lnTo>
                    <a:pt x="51991" y="315216"/>
                  </a:lnTo>
                  <a:cubicBezTo>
                    <a:pt x="45414" y="315216"/>
                    <a:pt x="40081" y="309888"/>
                    <a:pt x="40081" y="303316"/>
                  </a:cubicBezTo>
                  <a:cubicBezTo>
                    <a:pt x="40081" y="296745"/>
                    <a:pt x="45414" y="291506"/>
                    <a:pt x="51991" y="291506"/>
                  </a:cubicBezTo>
                  <a:close/>
                  <a:moveTo>
                    <a:pt x="412608" y="222096"/>
                  </a:moveTo>
                  <a:lnTo>
                    <a:pt x="345491" y="334245"/>
                  </a:lnTo>
                  <a:lnTo>
                    <a:pt x="412608" y="334245"/>
                  </a:lnTo>
                  <a:close/>
                  <a:moveTo>
                    <a:pt x="427651" y="167533"/>
                  </a:moveTo>
                  <a:cubicBezTo>
                    <a:pt x="432814" y="168954"/>
                    <a:pt x="436375" y="173664"/>
                    <a:pt x="436375" y="178996"/>
                  </a:cubicBezTo>
                  <a:lnTo>
                    <a:pt x="436375" y="334245"/>
                  </a:lnTo>
                  <a:lnTo>
                    <a:pt x="469399" y="334245"/>
                  </a:lnTo>
                  <a:cubicBezTo>
                    <a:pt x="475986" y="334245"/>
                    <a:pt x="481327" y="339577"/>
                    <a:pt x="481327" y="346153"/>
                  </a:cubicBezTo>
                  <a:cubicBezTo>
                    <a:pt x="481327" y="352641"/>
                    <a:pt x="475986" y="357973"/>
                    <a:pt x="469399" y="357973"/>
                  </a:cubicBezTo>
                  <a:lnTo>
                    <a:pt x="436375" y="357973"/>
                  </a:lnTo>
                  <a:lnTo>
                    <a:pt x="436375" y="427733"/>
                  </a:lnTo>
                  <a:cubicBezTo>
                    <a:pt x="436375" y="434220"/>
                    <a:pt x="431123" y="439552"/>
                    <a:pt x="424536" y="439552"/>
                  </a:cubicBezTo>
                  <a:cubicBezTo>
                    <a:pt x="417949" y="439552"/>
                    <a:pt x="412608" y="434220"/>
                    <a:pt x="412608" y="427733"/>
                  </a:cubicBezTo>
                  <a:lnTo>
                    <a:pt x="412608" y="357973"/>
                  </a:lnTo>
                  <a:lnTo>
                    <a:pt x="324573" y="357973"/>
                  </a:lnTo>
                  <a:cubicBezTo>
                    <a:pt x="320300" y="357973"/>
                    <a:pt x="316295" y="355662"/>
                    <a:pt x="314158" y="352019"/>
                  </a:cubicBezTo>
                  <a:cubicBezTo>
                    <a:pt x="312111" y="348286"/>
                    <a:pt x="312111" y="343665"/>
                    <a:pt x="314336" y="340022"/>
                  </a:cubicBezTo>
                  <a:lnTo>
                    <a:pt x="414299" y="172953"/>
                  </a:lnTo>
                  <a:cubicBezTo>
                    <a:pt x="417059" y="168332"/>
                    <a:pt x="422489" y="166111"/>
                    <a:pt x="427651" y="167533"/>
                  </a:cubicBezTo>
                  <a:close/>
                  <a:moveTo>
                    <a:pt x="216270" y="167099"/>
                  </a:moveTo>
                  <a:cubicBezTo>
                    <a:pt x="257222" y="167099"/>
                    <a:pt x="290518" y="200333"/>
                    <a:pt x="290518" y="241210"/>
                  </a:cubicBezTo>
                  <a:cubicBezTo>
                    <a:pt x="290518" y="284486"/>
                    <a:pt x="273603" y="325097"/>
                    <a:pt x="242978" y="355754"/>
                  </a:cubicBezTo>
                  <a:lnTo>
                    <a:pt x="182707" y="415825"/>
                  </a:lnTo>
                  <a:lnTo>
                    <a:pt x="278588" y="415825"/>
                  </a:lnTo>
                  <a:cubicBezTo>
                    <a:pt x="285176" y="415825"/>
                    <a:pt x="290518" y="421158"/>
                    <a:pt x="290518" y="427734"/>
                  </a:cubicBezTo>
                  <a:cubicBezTo>
                    <a:pt x="290518" y="434220"/>
                    <a:pt x="285176" y="439552"/>
                    <a:pt x="278588" y="439552"/>
                  </a:cubicBezTo>
                  <a:lnTo>
                    <a:pt x="154040" y="439552"/>
                  </a:lnTo>
                  <a:cubicBezTo>
                    <a:pt x="149232" y="439552"/>
                    <a:pt x="144870" y="436709"/>
                    <a:pt x="143001" y="432265"/>
                  </a:cubicBezTo>
                  <a:cubicBezTo>
                    <a:pt x="141131" y="427822"/>
                    <a:pt x="142199" y="422668"/>
                    <a:pt x="145582" y="419292"/>
                  </a:cubicBezTo>
                  <a:lnTo>
                    <a:pt x="226152" y="338959"/>
                  </a:lnTo>
                  <a:cubicBezTo>
                    <a:pt x="252236" y="312834"/>
                    <a:pt x="266659" y="278088"/>
                    <a:pt x="266659" y="241210"/>
                  </a:cubicBezTo>
                  <a:cubicBezTo>
                    <a:pt x="266659" y="213485"/>
                    <a:pt x="244046" y="190914"/>
                    <a:pt x="216270" y="190914"/>
                  </a:cubicBezTo>
                  <a:cubicBezTo>
                    <a:pt x="188493" y="190914"/>
                    <a:pt x="165880" y="213485"/>
                    <a:pt x="165880" y="241210"/>
                  </a:cubicBezTo>
                  <a:cubicBezTo>
                    <a:pt x="165880" y="247786"/>
                    <a:pt x="160539" y="253029"/>
                    <a:pt x="154040" y="253029"/>
                  </a:cubicBezTo>
                  <a:cubicBezTo>
                    <a:pt x="147452" y="253029"/>
                    <a:pt x="142110" y="247786"/>
                    <a:pt x="142110" y="241210"/>
                  </a:cubicBezTo>
                  <a:cubicBezTo>
                    <a:pt x="142110" y="200333"/>
                    <a:pt x="175406" y="167099"/>
                    <a:pt x="216270" y="167099"/>
                  </a:cubicBezTo>
                  <a:close/>
                  <a:moveTo>
                    <a:pt x="522185" y="165547"/>
                  </a:moveTo>
                  <a:cubicBezTo>
                    <a:pt x="528772" y="165547"/>
                    <a:pt x="534111" y="170871"/>
                    <a:pt x="534111" y="177438"/>
                  </a:cubicBezTo>
                  <a:cubicBezTo>
                    <a:pt x="534111" y="184005"/>
                    <a:pt x="528772" y="189329"/>
                    <a:pt x="522185" y="189329"/>
                  </a:cubicBezTo>
                  <a:cubicBezTo>
                    <a:pt x="515598" y="189329"/>
                    <a:pt x="510259" y="184005"/>
                    <a:pt x="510259" y="177438"/>
                  </a:cubicBezTo>
                  <a:cubicBezTo>
                    <a:pt x="510259" y="170871"/>
                    <a:pt x="515598" y="165547"/>
                    <a:pt x="522185" y="165547"/>
                  </a:cubicBezTo>
                  <a:close/>
                  <a:moveTo>
                    <a:pt x="85420" y="165547"/>
                  </a:moveTo>
                  <a:cubicBezTo>
                    <a:pt x="91987" y="165547"/>
                    <a:pt x="97311" y="170871"/>
                    <a:pt x="97311" y="177438"/>
                  </a:cubicBezTo>
                  <a:cubicBezTo>
                    <a:pt x="97311" y="184005"/>
                    <a:pt x="91987" y="189329"/>
                    <a:pt x="85420" y="189329"/>
                  </a:cubicBezTo>
                  <a:cubicBezTo>
                    <a:pt x="78853" y="189329"/>
                    <a:pt x="73529" y="184005"/>
                    <a:pt x="73529" y="177438"/>
                  </a:cubicBezTo>
                  <a:cubicBezTo>
                    <a:pt x="73529" y="170871"/>
                    <a:pt x="78853" y="165547"/>
                    <a:pt x="85420" y="165547"/>
                  </a:cubicBezTo>
                  <a:close/>
                  <a:moveTo>
                    <a:pt x="429885" y="73388"/>
                  </a:moveTo>
                  <a:cubicBezTo>
                    <a:pt x="436472" y="73388"/>
                    <a:pt x="441811" y="78712"/>
                    <a:pt x="441811" y="85279"/>
                  </a:cubicBezTo>
                  <a:cubicBezTo>
                    <a:pt x="441811" y="91846"/>
                    <a:pt x="436472" y="97170"/>
                    <a:pt x="429885" y="97170"/>
                  </a:cubicBezTo>
                  <a:cubicBezTo>
                    <a:pt x="423298" y="97170"/>
                    <a:pt x="417959" y="91846"/>
                    <a:pt x="417959" y="85279"/>
                  </a:cubicBezTo>
                  <a:cubicBezTo>
                    <a:pt x="417959" y="78712"/>
                    <a:pt x="423298" y="73388"/>
                    <a:pt x="429885" y="73388"/>
                  </a:cubicBezTo>
                  <a:close/>
                  <a:moveTo>
                    <a:pt x="177720" y="73388"/>
                  </a:moveTo>
                  <a:cubicBezTo>
                    <a:pt x="184287" y="73388"/>
                    <a:pt x="189611" y="78712"/>
                    <a:pt x="189611" y="85279"/>
                  </a:cubicBezTo>
                  <a:cubicBezTo>
                    <a:pt x="189611" y="91846"/>
                    <a:pt x="184287" y="97170"/>
                    <a:pt x="177720" y="97170"/>
                  </a:cubicBezTo>
                  <a:cubicBezTo>
                    <a:pt x="171153" y="97170"/>
                    <a:pt x="165829" y="91846"/>
                    <a:pt x="165829" y="85279"/>
                  </a:cubicBezTo>
                  <a:cubicBezTo>
                    <a:pt x="165829" y="78712"/>
                    <a:pt x="171153" y="73388"/>
                    <a:pt x="177720" y="73388"/>
                  </a:cubicBezTo>
                  <a:close/>
                  <a:moveTo>
                    <a:pt x="303775" y="42480"/>
                  </a:moveTo>
                  <a:cubicBezTo>
                    <a:pt x="310366" y="42480"/>
                    <a:pt x="315710" y="47815"/>
                    <a:pt x="315710" y="54396"/>
                  </a:cubicBezTo>
                  <a:lnTo>
                    <a:pt x="315710" y="69869"/>
                  </a:lnTo>
                  <a:cubicBezTo>
                    <a:pt x="315710" y="76449"/>
                    <a:pt x="310366" y="81785"/>
                    <a:pt x="303775" y="81785"/>
                  </a:cubicBezTo>
                  <a:cubicBezTo>
                    <a:pt x="297184" y="81785"/>
                    <a:pt x="291929" y="76449"/>
                    <a:pt x="291929" y="69869"/>
                  </a:cubicBezTo>
                  <a:lnTo>
                    <a:pt x="291929" y="54396"/>
                  </a:lnTo>
                  <a:cubicBezTo>
                    <a:pt x="291929" y="47815"/>
                    <a:pt x="297184" y="42480"/>
                    <a:pt x="303775" y="42480"/>
                  </a:cubicBezTo>
                  <a:close/>
                  <a:moveTo>
                    <a:pt x="303775" y="0"/>
                  </a:moveTo>
                  <a:cubicBezTo>
                    <a:pt x="394204" y="0"/>
                    <a:pt x="479560" y="40347"/>
                    <a:pt x="537058" y="108956"/>
                  </a:cubicBezTo>
                  <a:lnTo>
                    <a:pt x="537058" y="93048"/>
                  </a:lnTo>
                  <a:cubicBezTo>
                    <a:pt x="537058" y="86471"/>
                    <a:pt x="542309" y="81139"/>
                    <a:pt x="548895" y="81139"/>
                  </a:cubicBezTo>
                  <a:cubicBezTo>
                    <a:pt x="555482" y="81139"/>
                    <a:pt x="560822" y="86471"/>
                    <a:pt x="560822" y="93048"/>
                  </a:cubicBezTo>
                  <a:lnTo>
                    <a:pt x="560822" y="138994"/>
                  </a:lnTo>
                  <a:cubicBezTo>
                    <a:pt x="560822" y="145570"/>
                    <a:pt x="555482" y="150903"/>
                    <a:pt x="548895" y="150903"/>
                  </a:cubicBezTo>
                  <a:lnTo>
                    <a:pt x="502880" y="150903"/>
                  </a:lnTo>
                  <a:cubicBezTo>
                    <a:pt x="496293" y="150903"/>
                    <a:pt x="490953" y="145570"/>
                    <a:pt x="490953" y="138994"/>
                  </a:cubicBezTo>
                  <a:cubicBezTo>
                    <a:pt x="490953" y="132417"/>
                    <a:pt x="496293" y="127174"/>
                    <a:pt x="502880" y="127174"/>
                  </a:cubicBezTo>
                  <a:lnTo>
                    <a:pt x="521126" y="127174"/>
                  </a:lnTo>
                  <a:cubicBezTo>
                    <a:pt x="468168" y="62032"/>
                    <a:pt x="388419" y="23728"/>
                    <a:pt x="303775" y="23728"/>
                  </a:cubicBezTo>
                  <a:cubicBezTo>
                    <a:pt x="149440" y="23728"/>
                    <a:pt x="23764" y="149214"/>
                    <a:pt x="23764" y="303316"/>
                  </a:cubicBezTo>
                  <a:cubicBezTo>
                    <a:pt x="23764" y="457508"/>
                    <a:pt x="149440" y="582905"/>
                    <a:pt x="303775" y="582905"/>
                  </a:cubicBezTo>
                  <a:cubicBezTo>
                    <a:pt x="458199" y="582905"/>
                    <a:pt x="583786" y="457508"/>
                    <a:pt x="583786" y="303316"/>
                  </a:cubicBezTo>
                  <a:cubicBezTo>
                    <a:pt x="583786" y="278255"/>
                    <a:pt x="580492" y="253371"/>
                    <a:pt x="573906" y="229376"/>
                  </a:cubicBezTo>
                  <a:cubicBezTo>
                    <a:pt x="572126" y="223066"/>
                    <a:pt x="575864" y="216489"/>
                    <a:pt x="582273" y="214801"/>
                  </a:cubicBezTo>
                  <a:cubicBezTo>
                    <a:pt x="588592" y="213023"/>
                    <a:pt x="595089" y="216756"/>
                    <a:pt x="596869" y="223066"/>
                  </a:cubicBezTo>
                  <a:cubicBezTo>
                    <a:pt x="603990" y="249194"/>
                    <a:pt x="607639" y="276122"/>
                    <a:pt x="607639" y="303316"/>
                  </a:cubicBezTo>
                  <a:cubicBezTo>
                    <a:pt x="607639" y="470572"/>
                    <a:pt x="471283" y="606722"/>
                    <a:pt x="303775" y="606722"/>
                  </a:cubicBezTo>
                  <a:cubicBezTo>
                    <a:pt x="136267" y="606722"/>
                    <a:pt x="0" y="470572"/>
                    <a:pt x="0" y="303316"/>
                  </a:cubicBezTo>
                  <a:cubicBezTo>
                    <a:pt x="0" y="136061"/>
                    <a:pt x="136267" y="0"/>
                    <a:pt x="303775"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6435" tIns="48218" rIns="96435" bIns="48218"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898"/>
            </a:p>
          </p:txBody>
        </p:sp>
        <p:grpSp>
          <p:nvGrpSpPr>
            <p:cNvPr id="57" name="组合 56"/>
            <p:cNvGrpSpPr/>
            <p:nvPr/>
          </p:nvGrpSpPr>
          <p:grpSpPr>
            <a:xfrm>
              <a:off x="6370434" y="3320102"/>
              <a:ext cx="2084388" cy="1656785"/>
              <a:chOff x="2677265" y="1996356"/>
              <a:chExt cx="2084388" cy="1656785"/>
            </a:xfrm>
          </p:grpSpPr>
          <p:sp>
            <p:nvSpPr>
              <p:cNvPr id="58" name="矩形 57"/>
              <p:cNvSpPr/>
              <p:nvPr/>
            </p:nvSpPr>
            <p:spPr>
              <a:xfrm>
                <a:off x="2677265" y="2346820"/>
                <a:ext cx="2084388" cy="130632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160"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160" dirty="0">
                    <a:solidFill>
                      <a:schemeClr val="tx1">
                        <a:lumMod val="50000"/>
                        <a:lumOff val="50000"/>
                      </a:schemeClr>
                    </a:solidFill>
                  </a:rPr>
                  <a:t>Microsoft Office PowerPoint</a:t>
                </a:r>
                <a:r>
                  <a:rPr lang="zh-CN" altLang="en-US" sz="1160" dirty="0">
                    <a:solidFill>
                      <a:schemeClr val="tx1">
                        <a:lumMod val="50000"/>
                        <a:lumOff val="50000"/>
                      </a:schemeClr>
                    </a:solidFill>
                  </a:rPr>
                  <a:t>不仅可以创建演示文稿</a:t>
                </a:r>
              </a:p>
            </p:txBody>
          </p:sp>
          <p:sp>
            <p:nvSpPr>
              <p:cNvPr id="59" name="矩形 58"/>
              <p:cNvSpPr/>
              <p:nvPr/>
            </p:nvSpPr>
            <p:spPr>
              <a:xfrm>
                <a:off x="2677265" y="1996356"/>
                <a:ext cx="2084387" cy="382972"/>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687" b="1" dirty="0"/>
                  <a:t>标题文字添加</a:t>
                </a:r>
              </a:p>
            </p:txBody>
          </p:sp>
        </p:grpSp>
      </p:grpSp>
      <p:grpSp>
        <p:nvGrpSpPr>
          <p:cNvPr id="66" name="组合 65"/>
          <p:cNvGrpSpPr/>
          <p:nvPr/>
        </p:nvGrpSpPr>
        <p:grpSpPr>
          <a:xfrm>
            <a:off x="9301062" y="2188887"/>
            <a:ext cx="2527690" cy="3584362"/>
            <a:chOff x="8818934" y="2075502"/>
            <a:chExt cx="2396756" cy="3398693"/>
          </a:xfrm>
        </p:grpSpPr>
        <p:sp>
          <p:nvSpPr>
            <p:cNvPr id="7" name="ïṧḷïḓê-矩形: 圆角 11"/>
            <p:cNvSpPr/>
            <p:nvPr/>
          </p:nvSpPr>
          <p:spPr>
            <a:xfrm>
              <a:off x="8818934" y="2075502"/>
              <a:ext cx="2396756" cy="3398693"/>
            </a:xfrm>
            <a:prstGeom prst="roundRect">
              <a:avLst>
                <a:gd name="adj" fmla="val 424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41" name="椭圆 40"/>
            <p:cNvSpPr/>
            <p:nvPr/>
          </p:nvSpPr>
          <p:spPr>
            <a:xfrm>
              <a:off x="9636312" y="2316802"/>
              <a:ext cx="762000" cy="762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1"/>
            <p:cNvSpPr/>
            <p:nvPr/>
          </p:nvSpPr>
          <p:spPr>
            <a:xfrm>
              <a:off x="9847449" y="2528200"/>
              <a:ext cx="339726" cy="339205"/>
            </a:xfrm>
            <a:custGeom>
              <a:avLst/>
              <a:gdLst>
                <a:gd name="connsiteX0" fmla="*/ 325000 h 606722"/>
                <a:gd name="connsiteY0" fmla="*/ 325000 h 606722"/>
                <a:gd name="connsiteX1" fmla="*/ 325000 h 606722"/>
                <a:gd name="connsiteY1" fmla="*/ 325000 h 606722"/>
                <a:gd name="connsiteX2" fmla="*/ 325000 h 606722"/>
                <a:gd name="connsiteY2" fmla="*/ 325000 h 606722"/>
                <a:gd name="connsiteX3" fmla="*/ 325000 h 606722"/>
                <a:gd name="connsiteY3" fmla="*/ 325000 h 606722"/>
                <a:gd name="connsiteX4" fmla="*/ 325000 h 606722"/>
                <a:gd name="connsiteY4" fmla="*/ 325000 h 606722"/>
                <a:gd name="connsiteX5" fmla="*/ 325000 h 606722"/>
                <a:gd name="connsiteY5" fmla="*/ 325000 h 606722"/>
                <a:gd name="connsiteX6" fmla="*/ 325000 h 606722"/>
                <a:gd name="connsiteY6" fmla="*/ 325000 h 606722"/>
                <a:gd name="connsiteX7" fmla="*/ 325000 h 606722"/>
                <a:gd name="connsiteY7" fmla="*/ 325000 h 606722"/>
                <a:gd name="connsiteX8" fmla="*/ 325000 h 606722"/>
                <a:gd name="connsiteY8" fmla="*/ 325000 h 606722"/>
                <a:gd name="connsiteX9" fmla="*/ 325000 h 606722"/>
                <a:gd name="connsiteY9" fmla="*/ 325000 h 606722"/>
                <a:gd name="connsiteX10" fmla="*/ 325000 h 606722"/>
                <a:gd name="connsiteY10" fmla="*/ 325000 h 606722"/>
                <a:gd name="connsiteX11" fmla="*/ 325000 h 606722"/>
                <a:gd name="connsiteY11" fmla="*/ 325000 h 606722"/>
                <a:gd name="connsiteX12" fmla="*/ 325000 h 606722"/>
                <a:gd name="connsiteY12" fmla="*/ 325000 h 606722"/>
                <a:gd name="connsiteX13" fmla="*/ 325000 h 606722"/>
                <a:gd name="connsiteY13" fmla="*/ 325000 h 606722"/>
                <a:gd name="connsiteX14" fmla="*/ 325000 h 606722"/>
                <a:gd name="connsiteY14" fmla="*/ 325000 h 606722"/>
                <a:gd name="connsiteX15" fmla="*/ 325000 h 606722"/>
                <a:gd name="connsiteY15" fmla="*/ 325000 h 606722"/>
                <a:gd name="connsiteX16" fmla="*/ 325000 h 606722"/>
                <a:gd name="connsiteY16" fmla="*/ 325000 h 606722"/>
                <a:gd name="connsiteX17" fmla="*/ 325000 h 606722"/>
                <a:gd name="connsiteY17" fmla="*/ 325000 h 606722"/>
                <a:gd name="connsiteX18" fmla="*/ 325000 h 606722"/>
                <a:gd name="connsiteY18" fmla="*/ 325000 h 606722"/>
                <a:gd name="connsiteX19" fmla="*/ 325000 h 606722"/>
                <a:gd name="connsiteY19" fmla="*/ 325000 h 606722"/>
                <a:gd name="connsiteX20" fmla="*/ 325000 h 606722"/>
                <a:gd name="connsiteY20" fmla="*/ 325000 h 606722"/>
                <a:gd name="connsiteX21" fmla="*/ 325000 h 606722"/>
                <a:gd name="connsiteY21" fmla="*/ 325000 h 606722"/>
                <a:gd name="connsiteX22" fmla="*/ 325000 h 606722"/>
                <a:gd name="connsiteY22" fmla="*/ 325000 h 606722"/>
                <a:gd name="connsiteX23" fmla="*/ 325000 h 606722"/>
                <a:gd name="connsiteY23" fmla="*/ 325000 h 606722"/>
                <a:gd name="connsiteX24" fmla="*/ 325000 h 606722"/>
                <a:gd name="connsiteY24" fmla="*/ 325000 h 606722"/>
                <a:gd name="connsiteX25" fmla="*/ 325000 h 606722"/>
                <a:gd name="connsiteY25" fmla="*/ 325000 h 606722"/>
                <a:gd name="connsiteX26" fmla="*/ 325000 h 606722"/>
                <a:gd name="connsiteY26" fmla="*/ 325000 h 606722"/>
                <a:gd name="connsiteX27" fmla="*/ 325000 h 606722"/>
                <a:gd name="connsiteY27" fmla="*/ 325000 h 606722"/>
                <a:gd name="connsiteX28" fmla="*/ 325000 h 606722"/>
                <a:gd name="connsiteY28" fmla="*/ 325000 h 606722"/>
                <a:gd name="connsiteX29" fmla="*/ 325000 h 606722"/>
                <a:gd name="connsiteY29" fmla="*/ 325000 h 606722"/>
                <a:gd name="connsiteX30" fmla="*/ 325000 h 606722"/>
                <a:gd name="connsiteY30" fmla="*/ 325000 h 606722"/>
                <a:gd name="connsiteX31" fmla="*/ 325000 h 606722"/>
                <a:gd name="connsiteY31" fmla="*/ 325000 h 606722"/>
                <a:gd name="connsiteX32" fmla="*/ 325000 h 606722"/>
                <a:gd name="connsiteY32" fmla="*/ 325000 h 606722"/>
                <a:gd name="connsiteX33" fmla="*/ 325000 h 606722"/>
                <a:gd name="connsiteY33" fmla="*/ 325000 h 606722"/>
                <a:gd name="connsiteX34" fmla="*/ 325000 h 606722"/>
                <a:gd name="connsiteY34" fmla="*/ 325000 h 606722"/>
                <a:gd name="connsiteX35" fmla="*/ 325000 h 606722"/>
                <a:gd name="connsiteY35" fmla="*/ 325000 h 606722"/>
                <a:gd name="connsiteX36" fmla="*/ 325000 h 606722"/>
                <a:gd name="connsiteY36" fmla="*/ 325000 h 606722"/>
                <a:gd name="connsiteX37" fmla="*/ 325000 h 606722"/>
                <a:gd name="connsiteY37" fmla="*/ 325000 h 606722"/>
                <a:gd name="connsiteX38" fmla="*/ 325000 h 606722"/>
                <a:gd name="connsiteY38" fmla="*/ 325000 h 606722"/>
                <a:gd name="connsiteX39" fmla="*/ 325000 h 606722"/>
                <a:gd name="connsiteY39" fmla="*/ 325000 h 606722"/>
                <a:gd name="connsiteX40" fmla="*/ 325000 h 606722"/>
                <a:gd name="connsiteY40" fmla="*/ 325000 h 606722"/>
                <a:gd name="connsiteX41" fmla="*/ 325000 h 606722"/>
                <a:gd name="connsiteY41" fmla="*/ 325000 h 606722"/>
                <a:gd name="connsiteX42" fmla="*/ 325000 h 606722"/>
                <a:gd name="connsiteY42" fmla="*/ 325000 h 606722"/>
                <a:gd name="connsiteX43" fmla="*/ 325000 h 606722"/>
                <a:gd name="connsiteY43" fmla="*/ 325000 h 606722"/>
                <a:gd name="connsiteX44" fmla="*/ 325000 h 606722"/>
                <a:gd name="connsiteY44" fmla="*/ 325000 h 606722"/>
                <a:gd name="connsiteX45" fmla="*/ 325000 h 606722"/>
                <a:gd name="connsiteY45" fmla="*/ 325000 h 606722"/>
                <a:gd name="connsiteX46" fmla="*/ 325000 h 606722"/>
                <a:gd name="connsiteY46" fmla="*/ 325000 h 606722"/>
                <a:gd name="connsiteX47" fmla="*/ 325000 h 606722"/>
                <a:gd name="connsiteY47" fmla="*/ 325000 h 606722"/>
                <a:gd name="connsiteX48" fmla="*/ 325000 h 606722"/>
                <a:gd name="connsiteY48" fmla="*/ 325000 h 606722"/>
                <a:gd name="connsiteX49" fmla="*/ 325000 h 606722"/>
                <a:gd name="connsiteY49" fmla="*/ 325000 h 606722"/>
                <a:gd name="connsiteX50" fmla="*/ 325000 h 606722"/>
                <a:gd name="connsiteY50" fmla="*/ 325000 h 606722"/>
                <a:gd name="connsiteX51" fmla="*/ 325000 h 606722"/>
                <a:gd name="connsiteY51" fmla="*/ 325000 h 606722"/>
                <a:gd name="connsiteX52" fmla="*/ 325000 h 606722"/>
                <a:gd name="connsiteY52" fmla="*/ 325000 h 606722"/>
                <a:gd name="connsiteX53" fmla="*/ 325000 h 606722"/>
                <a:gd name="connsiteY53" fmla="*/ 325000 h 606722"/>
                <a:gd name="connsiteX54" fmla="*/ 325000 h 606722"/>
                <a:gd name="connsiteY54" fmla="*/ 325000 h 606722"/>
                <a:gd name="connsiteX55" fmla="*/ 325000 h 606722"/>
                <a:gd name="connsiteY55" fmla="*/ 325000 h 606722"/>
                <a:gd name="connsiteX56" fmla="*/ 325000 h 606722"/>
                <a:gd name="connsiteY56" fmla="*/ 325000 h 606722"/>
                <a:gd name="connsiteX57" fmla="*/ 325000 h 606722"/>
                <a:gd name="connsiteY57" fmla="*/ 325000 h 606722"/>
                <a:gd name="connsiteX58" fmla="*/ 325000 h 606722"/>
                <a:gd name="connsiteY58" fmla="*/ 325000 h 606722"/>
                <a:gd name="connsiteX59" fmla="*/ 325000 h 606722"/>
                <a:gd name="connsiteY59" fmla="*/ 325000 h 606722"/>
                <a:gd name="connsiteX60" fmla="*/ 325000 h 606722"/>
                <a:gd name="connsiteY60" fmla="*/ 325000 h 606722"/>
                <a:gd name="connsiteX61" fmla="*/ 325000 h 606722"/>
                <a:gd name="connsiteY61" fmla="*/ 325000 h 606722"/>
                <a:gd name="connsiteX62" fmla="*/ 325000 h 606722"/>
                <a:gd name="connsiteY62" fmla="*/ 325000 h 606722"/>
                <a:gd name="connsiteX63" fmla="*/ 325000 h 606722"/>
                <a:gd name="connsiteY63" fmla="*/ 325000 h 606722"/>
                <a:gd name="connsiteX64" fmla="*/ 325000 h 606722"/>
                <a:gd name="connsiteY64" fmla="*/ 325000 h 606722"/>
                <a:gd name="connsiteX65" fmla="*/ 325000 h 606722"/>
                <a:gd name="connsiteY65" fmla="*/ 325000 h 606722"/>
                <a:gd name="connsiteX66" fmla="*/ 325000 h 606722"/>
                <a:gd name="connsiteY66" fmla="*/ 325000 h 606722"/>
                <a:gd name="connsiteX67" fmla="*/ 325000 h 606722"/>
                <a:gd name="connsiteY67" fmla="*/ 325000 h 60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07535" h="606604">
                  <a:moveTo>
                    <a:pt x="394900" y="353768"/>
                  </a:moveTo>
                  <a:cubicBezTo>
                    <a:pt x="400507" y="353768"/>
                    <a:pt x="405045" y="358301"/>
                    <a:pt x="405045" y="363900"/>
                  </a:cubicBezTo>
                  <a:lnTo>
                    <a:pt x="405045" y="515616"/>
                  </a:lnTo>
                  <a:cubicBezTo>
                    <a:pt x="405045" y="543435"/>
                    <a:pt x="382353" y="566099"/>
                    <a:pt x="354410" y="566099"/>
                  </a:cubicBezTo>
                  <a:lnTo>
                    <a:pt x="212649" y="566099"/>
                  </a:lnTo>
                  <a:cubicBezTo>
                    <a:pt x="207131" y="566099"/>
                    <a:pt x="202593" y="561566"/>
                    <a:pt x="202593" y="556056"/>
                  </a:cubicBezTo>
                  <a:cubicBezTo>
                    <a:pt x="202593" y="550457"/>
                    <a:pt x="207131" y="545924"/>
                    <a:pt x="212649" y="545924"/>
                  </a:cubicBezTo>
                  <a:lnTo>
                    <a:pt x="354410" y="545924"/>
                  </a:lnTo>
                  <a:cubicBezTo>
                    <a:pt x="371140" y="545924"/>
                    <a:pt x="384845" y="532325"/>
                    <a:pt x="384845" y="515616"/>
                  </a:cubicBezTo>
                  <a:lnTo>
                    <a:pt x="384845" y="363900"/>
                  </a:lnTo>
                  <a:cubicBezTo>
                    <a:pt x="384845" y="358301"/>
                    <a:pt x="389294" y="353768"/>
                    <a:pt x="394900" y="353768"/>
                  </a:cubicBezTo>
                  <a:close/>
                  <a:moveTo>
                    <a:pt x="131640" y="262739"/>
                  </a:moveTo>
                  <a:cubicBezTo>
                    <a:pt x="137236" y="262739"/>
                    <a:pt x="141766" y="267271"/>
                    <a:pt x="141766" y="272870"/>
                  </a:cubicBezTo>
                  <a:lnTo>
                    <a:pt x="141766" y="333565"/>
                  </a:lnTo>
                  <a:cubicBezTo>
                    <a:pt x="141766" y="339075"/>
                    <a:pt x="137236" y="343607"/>
                    <a:pt x="131640" y="343607"/>
                  </a:cubicBezTo>
                  <a:cubicBezTo>
                    <a:pt x="126044" y="343607"/>
                    <a:pt x="121514" y="339075"/>
                    <a:pt x="121514" y="333565"/>
                  </a:cubicBezTo>
                  <a:lnTo>
                    <a:pt x="121514" y="272870"/>
                  </a:lnTo>
                  <a:cubicBezTo>
                    <a:pt x="121514" y="267271"/>
                    <a:pt x="126044" y="262739"/>
                    <a:pt x="131640" y="262739"/>
                  </a:cubicBezTo>
                  <a:close/>
                  <a:moveTo>
                    <a:pt x="489057" y="194973"/>
                  </a:moveTo>
                  <a:cubicBezTo>
                    <a:pt x="492973" y="190974"/>
                    <a:pt x="499381" y="190974"/>
                    <a:pt x="503386" y="194973"/>
                  </a:cubicBezTo>
                  <a:lnTo>
                    <a:pt x="604576" y="296095"/>
                  </a:lnTo>
                  <a:cubicBezTo>
                    <a:pt x="605555" y="296983"/>
                    <a:pt x="606267" y="298138"/>
                    <a:pt x="606801" y="299383"/>
                  </a:cubicBezTo>
                  <a:cubicBezTo>
                    <a:pt x="607780" y="301871"/>
                    <a:pt x="607780" y="304625"/>
                    <a:pt x="606801" y="307113"/>
                  </a:cubicBezTo>
                  <a:cubicBezTo>
                    <a:pt x="606267" y="308357"/>
                    <a:pt x="605555" y="309424"/>
                    <a:pt x="604576" y="310401"/>
                  </a:cubicBezTo>
                  <a:lnTo>
                    <a:pt x="503386" y="411434"/>
                  </a:lnTo>
                  <a:cubicBezTo>
                    <a:pt x="501339" y="413478"/>
                    <a:pt x="498758" y="414455"/>
                    <a:pt x="496177" y="414455"/>
                  </a:cubicBezTo>
                  <a:cubicBezTo>
                    <a:pt x="493596" y="414455"/>
                    <a:pt x="491015" y="413478"/>
                    <a:pt x="489057" y="411434"/>
                  </a:cubicBezTo>
                  <a:cubicBezTo>
                    <a:pt x="485052" y="407524"/>
                    <a:pt x="485052" y="401126"/>
                    <a:pt x="489057" y="397217"/>
                  </a:cubicBezTo>
                  <a:lnTo>
                    <a:pt x="572982" y="313333"/>
                  </a:lnTo>
                  <a:lnTo>
                    <a:pt x="232921" y="313333"/>
                  </a:lnTo>
                  <a:cubicBezTo>
                    <a:pt x="227314" y="313333"/>
                    <a:pt x="222775" y="308802"/>
                    <a:pt x="222775" y="303203"/>
                  </a:cubicBezTo>
                  <a:cubicBezTo>
                    <a:pt x="222775" y="297605"/>
                    <a:pt x="227314" y="293074"/>
                    <a:pt x="232921" y="293074"/>
                  </a:cubicBezTo>
                  <a:lnTo>
                    <a:pt x="572982" y="293074"/>
                  </a:lnTo>
                  <a:lnTo>
                    <a:pt x="489057" y="209279"/>
                  </a:lnTo>
                  <a:cubicBezTo>
                    <a:pt x="485052" y="205281"/>
                    <a:pt x="485052" y="198883"/>
                    <a:pt x="489057" y="194973"/>
                  </a:cubicBezTo>
                  <a:close/>
                  <a:moveTo>
                    <a:pt x="211398" y="40317"/>
                  </a:moveTo>
                  <a:lnTo>
                    <a:pt x="354409" y="40317"/>
                  </a:lnTo>
                  <a:cubicBezTo>
                    <a:pt x="382353" y="40317"/>
                    <a:pt x="405046" y="62981"/>
                    <a:pt x="405046" y="90889"/>
                  </a:cubicBezTo>
                  <a:lnTo>
                    <a:pt x="405046" y="242605"/>
                  </a:lnTo>
                  <a:cubicBezTo>
                    <a:pt x="405046" y="248115"/>
                    <a:pt x="400508" y="252648"/>
                    <a:pt x="394901" y="252648"/>
                  </a:cubicBezTo>
                  <a:cubicBezTo>
                    <a:pt x="389295" y="252648"/>
                    <a:pt x="384845" y="248115"/>
                    <a:pt x="384845" y="242605"/>
                  </a:cubicBezTo>
                  <a:lnTo>
                    <a:pt x="384845" y="90889"/>
                  </a:lnTo>
                  <a:cubicBezTo>
                    <a:pt x="384845" y="74180"/>
                    <a:pt x="371140" y="60581"/>
                    <a:pt x="354409" y="60581"/>
                  </a:cubicBezTo>
                  <a:lnTo>
                    <a:pt x="211398" y="60581"/>
                  </a:lnTo>
                  <a:cubicBezTo>
                    <a:pt x="205791" y="60581"/>
                    <a:pt x="201253" y="56048"/>
                    <a:pt x="201253" y="50449"/>
                  </a:cubicBezTo>
                  <a:cubicBezTo>
                    <a:pt x="201253" y="44850"/>
                    <a:pt x="205791" y="40317"/>
                    <a:pt x="211398" y="40317"/>
                  </a:cubicBezTo>
                  <a:close/>
                  <a:moveTo>
                    <a:pt x="147115" y="20146"/>
                  </a:moveTo>
                  <a:cubicBezTo>
                    <a:pt x="144890" y="20146"/>
                    <a:pt x="142576" y="20590"/>
                    <a:pt x="140084" y="21568"/>
                  </a:cubicBezTo>
                  <a:lnTo>
                    <a:pt x="44232" y="59782"/>
                  </a:lnTo>
                  <a:cubicBezTo>
                    <a:pt x="24919" y="66981"/>
                    <a:pt x="20292" y="73024"/>
                    <a:pt x="20292" y="90887"/>
                  </a:cubicBezTo>
                  <a:lnTo>
                    <a:pt x="20292" y="515689"/>
                  </a:lnTo>
                  <a:cubicBezTo>
                    <a:pt x="20292" y="533464"/>
                    <a:pt x="24919" y="539596"/>
                    <a:pt x="44054" y="546616"/>
                  </a:cubicBezTo>
                  <a:lnTo>
                    <a:pt x="140262" y="585098"/>
                  </a:lnTo>
                  <a:cubicBezTo>
                    <a:pt x="142576" y="585897"/>
                    <a:pt x="144890" y="586431"/>
                    <a:pt x="147115" y="586431"/>
                  </a:cubicBezTo>
                  <a:cubicBezTo>
                    <a:pt x="156015" y="586431"/>
                    <a:pt x="161978" y="578254"/>
                    <a:pt x="161978" y="566257"/>
                  </a:cubicBezTo>
                  <a:lnTo>
                    <a:pt x="161978" y="40319"/>
                  </a:lnTo>
                  <a:cubicBezTo>
                    <a:pt x="161978" y="28233"/>
                    <a:pt x="156015" y="20146"/>
                    <a:pt x="147115" y="20146"/>
                  </a:cubicBezTo>
                  <a:close/>
                  <a:moveTo>
                    <a:pt x="151669" y="315"/>
                  </a:moveTo>
                  <a:cubicBezTo>
                    <a:pt x="169354" y="2727"/>
                    <a:pt x="182270" y="18724"/>
                    <a:pt x="182270" y="40319"/>
                  </a:cubicBezTo>
                  <a:lnTo>
                    <a:pt x="182270" y="566257"/>
                  </a:lnTo>
                  <a:cubicBezTo>
                    <a:pt x="182270" y="589630"/>
                    <a:pt x="167496" y="606604"/>
                    <a:pt x="147115" y="606604"/>
                  </a:cubicBezTo>
                  <a:cubicBezTo>
                    <a:pt x="142487" y="606604"/>
                    <a:pt x="137681" y="605716"/>
                    <a:pt x="132964" y="603938"/>
                  </a:cubicBezTo>
                  <a:lnTo>
                    <a:pt x="36756" y="565457"/>
                  </a:lnTo>
                  <a:cubicBezTo>
                    <a:pt x="10057" y="555592"/>
                    <a:pt x="0" y="542084"/>
                    <a:pt x="0" y="515689"/>
                  </a:cubicBezTo>
                  <a:lnTo>
                    <a:pt x="0" y="90887"/>
                  </a:lnTo>
                  <a:cubicBezTo>
                    <a:pt x="0" y="64492"/>
                    <a:pt x="10057" y="50895"/>
                    <a:pt x="37023" y="40942"/>
                  </a:cubicBezTo>
                  <a:lnTo>
                    <a:pt x="132697" y="2727"/>
                  </a:lnTo>
                  <a:cubicBezTo>
                    <a:pt x="139350" y="217"/>
                    <a:pt x="145774" y="-489"/>
                    <a:pt x="151669" y="31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6435" tIns="48218" rIns="96435" bIns="48218"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sz="1898"/>
            </a:p>
          </p:txBody>
        </p:sp>
        <p:grpSp>
          <p:nvGrpSpPr>
            <p:cNvPr id="60" name="组合 59"/>
            <p:cNvGrpSpPr/>
            <p:nvPr/>
          </p:nvGrpSpPr>
          <p:grpSpPr>
            <a:xfrm>
              <a:off x="8975114" y="3320102"/>
              <a:ext cx="2084388" cy="1656785"/>
              <a:chOff x="2677265" y="1996356"/>
              <a:chExt cx="2084388" cy="1656785"/>
            </a:xfrm>
          </p:grpSpPr>
          <p:sp>
            <p:nvSpPr>
              <p:cNvPr id="61" name="矩形 60"/>
              <p:cNvSpPr/>
              <p:nvPr/>
            </p:nvSpPr>
            <p:spPr>
              <a:xfrm>
                <a:off x="2677265" y="2346820"/>
                <a:ext cx="2084388" cy="1306321"/>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160" dirty="0">
                    <a:solidFill>
                      <a:schemeClr val="tx1">
                        <a:lumMod val="50000"/>
                        <a:lumOff val="50000"/>
                      </a:schemeClr>
                    </a:solidFill>
                  </a:rPr>
                  <a:t>用户可以在投影仪或者计算机上进行演示，也可以将演示文稿打印出来，制作成胶片，以便应用到更广泛的领域中。利用</a:t>
                </a:r>
                <a:r>
                  <a:rPr lang="en-US" altLang="zh-CN" sz="1160" dirty="0">
                    <a:solidFill>
                      <a:schemeClr val="tx1">
                        <a:lumMod val="50000"/>
                        <a:lumOff val="50000"/>
                      </a:schemeClr>
                    </a:solidFill>
                  </a:rPr>
                  <a:t>Microsoft Office PowerPoint</a:t>
                </a:r>
                <a:r>
                  <a:rPr lang="zh-CN" altLang="en-US" sz="1160" dirty="0">
                    <a:solidFill>
                      <a:schemeClr val="tx1">
                        <a:lumMod val="50000"/>
                        <a:lumOff val="50000"/>
                      </a:schemeClr>
                    </a:solidFill>
                  </a:rPr>
                  <a:t>不仅可以创建演示文稿</a:t>
                </a:r>
              </a:p>
            </p:txBody>
          </p:sp>
          <p:sp>
            <p:nvSpPr>
              <p:cNvPr id="62" name="矩形 61"/>
              <p:cNvSpPr/>
              <p:nvPr/>
            </p:nvSpPr>
            <p:spPr>
              <a:xfrm>
                <a:off x="2677265" y="1996356"/>
                <a:ext cx="2084387" cy="382972"/>
              </a:xfrm>
              <a:prstGeom prst="rect">
                <a:avLst/>
              </a:prstGeom>
            </p:spPr>
            <p:txBody>
              <a:bodyPr wrap="square">
                <a:spAutoFit/>
                <a:scene3d>
                  <a:camera prst="orthographicFront"/>
                  <a:lightRig rig="threePt" dir="t"/>
                </a:scene3d>
                <a:sp3d contourW="12700"/>
              </a:bodyPr>
              <a:lstStyle/>
              <a:p>
                <a:pPr algn="just">
                  <a:lnSpc>
                    <a:spcPct val="120000"/>
                  </a:lnSpc>
                </a:pPr>
                <a:r>
                  <a:rPr lang="zh-CN" altLang="en-US" sz="1687" b="1" dirty="0"/>
                  <a:t>标题文字添加</a:t>
                </a:r>
              </a:p>
            </p:txBody>
          </p:sp>
        </p:grpSp>
      </p:grpSp>
    </p:spTree>
    <p:custDataLst>
      <p:tags r:id="rId1"/>
    </p:custDataLst>
    <p:extLst>
      <p:ext uri="{BB962C8B-B14F-4D97-AF65-F5344CB8AC3E}">
        <p14:creationId xmlns:p14="http://schemas.microsoft.com/office/powerpoint/2010/main" val="4277550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p:tgtEl>
                                          <p:spTgt spid="63"/>
                                        </p:tgtEl>
                                        <p:attrNameLst>
                                          <p:attrName>ppt_y</p:attrName>
                                        </p:attrNameLst>
                                      </p:cBhvr>
                                      <p:tavLst>
                                        <p:tav tm="0">
                                          <p:val>
                                            <p:strVal val="#ppt_y-#ppt_h*1.125000"/>
                                          </p:val>
                                        </p:tav>
                                        <p:tav tm="100000">
                                          <p:val>
                                            <p:strVal val="#ppt_y"/>
                                          </p:val>
                                        </p:tav>
                                      </p:tavLst>
                                    </p:anim>
                                    <p:animEffect transition="in" filter="wipe(down)">
                                      <p:cBhvr>
                                        <p:cTn id="8" dur="500"/>
                                        <p:tgtEl>
                                          <p:spTgt spid="63"/>
                                        </p:tgtEl>
                                      </p:cBhvr>
                                    </p:animEffect>
                                  </p:childTnLst>
                                </p:cTn>
                              </p:par>
                            </p:childTnLst>
                          </p:cTn>
                        </p:par>
                        <p:par>
                          <p:cTn id="9" fill="hold">
                            <p:stCondLst>
                              <p:cond delay="500"/>
                            </p:stCondLst>
                            <p:childTnLst>
                              <p:par>
                                <p:cTn id="10" presetID="12" presetClass="entr" presetSubtype="1"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additive="base">
                                        <p:cTn id="12" dur="500"/>
                                        <p:tgtEl>
                                          <p:spTgt spid="64"/>
                                        </p:tgtEl>
                                        <p:attrNameLst>
                                          <p:attrName>ppt_y</p:attrName>
                                        </p:attrNameLst>
                                      </p:cBhvr>
                                      <p:tavLst>
                                        <p:tav tm="0">
                                          <p:val>
                                            <p:strVal val="#ppt_y-#ppt_h*1.125000"/>
                                          </p:val>
                                        </p:tav>
                                        <p:tav tm="100000">
                                          <p:val>
                                            <p:strVal val="#ppt_y"/>
                                          </p:val>
                                        </p:tav>
                                      </p:tavLst>
                                    </p:anim>
                                    <p:animEffect transition="in" filter="wipe(down)">
                                      <p:cBhvr>
                                        <p:cTn id="13" dur="500"/>
                                        <p:tgtEl>
                                          <p:spTgt spid="64"/>
                                        </p:tgtEl>
                                      </p:cBhvr>
                                    </p:animEffect>
                                  </p:childTnLst>
                                </p:cTn>
                              </p:par>
                            </p:childTnLst>
                          </p:cTn>
                        </p:par>
                        <p:par>
                          <p:cTn id="14" fill="hold">
                            <p:stCondLst>
                              <p:cond delay="1000"/>
                            </p:stCondLst>
                            <p:childTnLst>
                              <p:par>
                                <p:cTn id="15" presetID="12" presetClass="entr" presetSubtype="1" fill="hold" nodeType="afterEffect">
                                  <p:stCondLst>
                                    <p:cond delay="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500"/>
                                        <p:tgtEl>
                                          <p:spTgt spid="65"/>
                                        </p:tgtEl>
                                        <p:attrNameLst>
                                          <p:attrName>ppt_y</p:attrName>
                                        </p:attrNameLst>
                                      </p:cBhvr>
                                      <p:tavLst>
                                        <p:tav tm="0">
                                          <p:val>
                                            <p:strVal val="#ppt_y-#ppt_h*1.125000"/>
                                          </p:val>
                                        </p:tav>
                                        <p:tav tm="100000">
                                          <p:val>
                                            <p:strVal val="#ppt_y"/>
                                          </p:val>
                                        </p:tav>
                                      </p:tavLst>
                                    </p:anim>
                                    <p:animEffect transition="in" filter="wipe(down)">
                                      <p:cBhvr>
                                        <p:cTn id="18" dur="500"/>
                                        <p:tgtEl>
                                          <p:spTgt spid="6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6"/>
                                        </p:tgtEl>
                                        <p:attrNameLst>
                                          <p:attrName>style.visibility</p:attrName>
                                        </p:attrNameLst>
                                      </p:cBhvr>
                                      <p:to>
                                        <p:strVal val="visible"/>
                                      </p:to>
                                    </p:set>
                                    <p:anim calcmode="lin" valueType="num">
                                      <p:cBhvr additive="base">
                                        <p:cTn id="22" dur="500"/>
                                        <p:tgtEl>
                                          <p:spTgt spid="66"/>
                                        </p:tgtEl>
                                        <p:attrNameLst>
                                          <p:attrName>ppt_y</p:attrName>
                                        </p:attrNameLst>
                                      </p:cBhvr>
                                      <p:tavLst>
                                        <p:tav tm="0">
                                          <p:val>
                                            <p:strVal val="#ppt_y-#ppt_h*1.125000"/>
                                          </p:val>
                                        </p:tav>
                                        <p:tav tm="100000">
                                          <p:val>
                                            <p:strVal val="#ppt_y"/>
                                          </p:val>
                                        </p:tav>
                                      </p:tavLst>
                                    </p:anim>
                                    <p:animEffect transition="in" filter="wipe(down)">
                                      <p:cBhvr>
                                        <p:cTn id="23"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857372FF-4C98-4E69-8312-4BAE940E57BF}"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89</a:t>
            </a:fld>
            <a:endParaRPr lang="zh-CN" altLang="en-US" sz="1266">
              <a:solidFill>
                <a:schemeClr val="bg1"/>
              </a:solidFill>
              <a:latin typeface="Century Gothic" pitchFamily="34" charset="0"/>
              <a:ea typeface="微软雅黑" pitchFamily="34" charset="-122"/>
            </a:endParaRPr>
          </a:p>
        </p:txBody>
      </p:sp>
      <p:sp>
        <p:nvSpPr>
          <p:cNvPr id="3" name="矩形 2"/>
          <p:cNvSpPr/>
          <p:nvPr/>
        </p:nvSpPr>
        <p:spPr bwMode="auto">
          <a:xfrm>
            <a:off x="353" y="256157"/>
            <a:ext cx="423579" cy="48719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19" name="组合 18"/>
          <p:cNvGrpSpPr>
            <a:grpSpLocks/>
          </p:cNvGrpSpPr>
          <p:nvPr/>
        </p:nvGrpSpPr>
        <p:grpSpPr bwMode="auto">
          <a:xfrm>
            <a:off x="1066835" y="1868435"/>
            <a:ext cx="1823230" cy="1823231"/>
            <a:chOff x="1011953" y="1914525"/>
            <a:chExt cx="1728787" cy="1728787"/>
          </a:xfrm>
        </p:grpSpPr>
        <p:sp>
          <p:nvSpPr>
            <p:cNvPr id="5" name="椭圆 4"/>
            <p:cNvSpPr/>
            <p:nvPr/>
          </p:nvSpPr>
          <p:spPr>
            <a:xfrm>
              <a:off x="1011953" y="1914525"/>
              <a:ext cx="1728787" cy="172878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306" name="Freeform 101"/>
            <p:cNvSpPr>
              <a:spLocks noEditPoints="1"/>
            </p:cNvSpPr>
            <p:nvPr/>
          </p:nvSpPr>
          <p:spPr bwMode="auto">
            <a:xfrm>
              <a:off x="1580991" y="2424188"/>
              <a:ext cx="590710" cy="709460"/>
            </a:xfrm>
            <a:custGeom>
              <a:avLst/>
              <a:gdLst>
                <a:gd name="T0" fmla="*/ 1491964171 w 164"/>
                <a:gd name="T1" fmla="*/ 1491493797 h 197"/>
                <a:gd name="T2" fmla="*/ 1401149712 w 164"/>
                <a:gd name="T3" fmla="*/ 1452585137 h 197"/>
                <a:gd name="T4" fmla="*/ 1284387236 w 164"/>
                <a:gd name="T5" fmla="*/ 1426644831 h 197"/>
                <a:gd name="T6" fmla="*/ 1258439219 w 164"/>
                <a:gd name="T7" fmla="*/ 1426644831 h 197"/>
                <a:gd name="T8" fmla="*/ 1206546786 w 164"/>
                <a:gd name="T9" fmla="*/ 1413676478 h 197"/>
                <a:gd name="T10" fmla="*/ 1206546786 w 164"/>
                <a:gd name="T11" fmla="*/ 1413676478 h 197"/>
                <a:gd name="T12" fmla="*/ 1128702734 w 164"/>
                <a:gd name="T13" fmla="*/ 1400708126 h 197"/>
                <a:gd name="T14" fmla="*/ 973021834 w 164"/>
                <a:gd name="T15" fmla="*/ 1400708126 h 197"/>
                <a:gd name="T16" fmla="*/ 947073817 w 164"/>
                <a:gd name="T17" fmla="*/ 1413676478 h 197"/>
                <a:gd name="T18" fmla="*/ 895177782 w 164"/>
                <a:gd name="T19" fmla="*/ 1413676478 h 197"/>
                <a:gd name="T20" fmla="*/ 830311341 w 164"/>
                <a:gd name="T21" fmla="*/ 1426644831 h 197"/>
                <a:gd name="T22" fmla="*/ 713548865 w 164"/>
                <a:gd name="T23" fmla="*/ 1452585137 h 197"/>
                <a:gd name="T24" fmla="*/ 609760398 w 164"/>
                <a:gd name="T25" fmla="*/ 1504462149 h 197"/>
                <a:gd name="T26" fmla="*/ 596786389 w 164"/>
                <a:gd name="T27" fmla="*/ 1504462149 h 197"/>
                <a:gd name="T28" fmla="*/ 0 w 164"/>
                <a:gd name="T29" fmla="*/ 2147483646 h 197"/>
                <a:gd name="T30" fmla="*/ 2114698577 w 164"/>
                <a:gd name="T31" fmla="*/ 2147483646 h 197"/>
                <a:gd name="T32" fmla="*/ 2127672586 w 164"/>
                <a:gd name="T33" fmla="*/ 2147483646 h 197"/>
                <a:gd name="T34" fmla="*/ 103788467 w 164"/>
                <a:gd name="T35" fmla="*/ 2147483646 h 197"/>
                <a:gd name="T36" fmla="*/ 661652830 w 164"/>
                <a:gd name="T37" fmla="*/ 1595247820 h 197"/>
                <a:gd name="T38" fmla="*/ 739496882 w 164"/>
                <a:gd name="T39" fmla="*/ 1556339161 h 197"/>
                <a:gd name="T40" fmla="*/ 791389315 w 164"/>
                <a:gd name="T41" fmla="*/ 1543370808 h 197"/>
                <a:gd name="T42" fmla="*/ 882207376 w 164"/>
                <a:gd name="T43" fmla="*/ 1517430502 h 197"/>
                <a:gd name="T44" fmla="*/ 908151791 w 164"/>
                <a:gd name="T45" fmla="*/ 1517430502 h 197"/>
                <a:gd name="T46" fmla="*/ 985995843 w 164"/>
                <a:gd name="T47" fmla="*/ 1504462149 h 197"/>
                <a:gd name="T48" fmla="*/ 1154650752 w 164"/>
                <a:gd name="T49" fmla="*/ 1504462149 h 197"/>
                <a:gd name="T50" fmla="*/ 1193572778 w 164"/>
                <a:gd name="T51" fmla="*/ 1517430502 h 197"/>
                <a:gd name="T52" fmla="*/ 1245465210 w 164"/>
                <a:gd name="T53" fmla="*/ 1517430502 h 197"/>
                <a:gd name="T54" fmla="*/ 1323309262 w 164"/>
                <a:gd name="T55" fmla="*/ 1543370808 h 197"/>
                <a:gd name="T56" fmla="*/ 1414123721 w 164"/>
                <a:gd name="T57" fmla="*/ 1569311115 h 197"/>
                <a:gd name="T58" fmla="*/ 1453045747 w 164"/>
                <a:gd name="T59" fmla="*/ 1595247820 h 197"/>
                <a:gd name="T60" fmla="*/ 103788467 w 164"/>
                <a:gd name="T61" fmla="*/ 2147483646 h 197"/>
                <a:gd name="T62" fmla="*/ 830311341 w 164"/>
                <a:gd name="T63" fmla="*/ 1283982149 h 197"/>
                <a:gd name="T64" fmla="*/ 856259358 w 164"/>
                <a:gd name="T65" fmla="*/ 1296950501 h 197"/>
                <a:gd name="T66" fmla="*/ 1063836293 w 164"/>
                <a:gd name="T67" fmla="*/ 1322890808 h 197"/>
                <a:gd name="T68" fmla="*/ 1154650752 w 164"/>
                <a:gd name="T69" fmla="*/ 1309918854 h 197"/>
                <a:gd name="T70" fmla="*/ 1193572778 w 164"/>
                <a:gd name="T71" fmla="*/ 1309918854 h 197"/>
                <a:gd name="T72" fmla="*/ 1232494804 w 164"/>
                <a:gd name="T73" fmla="*/ 1296950501 h 197"/>
                <a:gd name="T74" fmla="*/ 1271413228 w 164"/>
                <a:gd name="T75" fmla="*/ 1283982149 h 197"/>
                <a:gd name="T76" fmla="*/ 1323309262 w 164"/>
                <a:gd name="T77" fmla="*/ 1271010195 h 197"/>
                <a:gd name="T78" fmla="*/ 1336283271 w 164"/>
                <a:gd name="T79" fmla="*/ 1258041842 h 197"/>
                <a:gd name="T80" fmla="*/ 1388175704 w 164"/>
                <a:gd name="T81" fmla="*/ 1232101536 h 197"/>
                <a:gd name="T82" fmla="*/ 1453045747 w 164"/>
                <a:gd name="T83" fmla="*/ 1193192876 h 197"/>
                <a:gd name="T84" fmla="*/ 1725489123 w 164"/>
                <a:gd name="T85" fmla="*/ 661443603 h 197"/>
                <a:gd name="T86" fmla="*/ 1063836293 w 164"/>
                <a:gd name="T87" fmla="*/ 0 h 197"/>
                <a:gd name="T88" fmla="*/ 402183463 w 164"/>
                <a:gd name="T89" fmla="*/ 622534944 h 197"/>
                <a:gd name="T90" fmla="*/ 804363324 w 164"/>
                <a:gd name="T91" fmla="*/ 1271010195 h 197"/>
                <a:gd name="T92" fmla="*/ 505971930 w 164"/>
                <a:gd name="T93" fmla="*/ 622534944 h 197"/>
                <a:gd name="T94" fmla="*/ 1621700656 w 164"/>
                <a:gd name="T95" fmla="*/ 661443603 h 197"/>
                <a:gd name="T96" fmla="*/ 1414123721 w 164"/>
                <a:gd name="T97" fmla="*/ 1089438853 h 197"/>
                <a:gd name="T98" fmla="*/ 1375201695 w 164"/>
                <a:gd name="T99" fmla="*/ 1128347512 h 197"/>
                <a:gd name="T100" fmla="*/ 1323309262 w 164"/>
                <a:gd name="T101" fmla="*/ 1154284217 h 197"/>
                <a:gd name="T102" fmla="*/ 1271413228 w 164"/>
                <a:gd name="T103" fmla="*/ 1180224524 h 197"/>
                <a:gd name="T104" fmla="*/ 1232494804 w 164"/>
                <a:gd name="T105" fmla="*/ 1193192876 h 197"/>
                <a:gd name="T106" fmla="*/ 1206546786 w 164"/>
                <a:gd name="T107" fmla="*/ 1193192876 h 197"/>
                <a:gd name="T108" fmla="*/ 1167624760 w 164"/>
                <a:gd name="T109" fmla="*/ 1206164830 h 197"/>
                <a:gd name="T110" fmla="*/ 1128702734 w 164"/>
                <a:gd name="T111" fmla="*/ 1219133183 h 197"/>
                <a:gd name="T112" fmla="*/ 1063836293 w 164"/>
                <a:gd name="T113" fmla="*/ 1219133183 h 197"/>
                <a:gd name="T114" fmla="*/ 1063836293 w 164"/>
                <a:gd name="T115" fmla="*/ 1219133183 h 197"/>
                <a:gd name="T116" fmla="*/ 882207376 w 164"/>
                <a:gd name="T117" fmla="*/ 1193192876 h 197"/>
                <a:gd name="T118" fmla="*/ 843285350 w 164"/>
                <a:gd name="T119" fmla="*/ 1180224524 h 197"/>
                <a:gd name="T120" fmla="*/ 505971930 w 164"/>
                <a:gd name="T121" fmla="*/ 635506898 h 1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4" h="197">
                  <a:moveTo>
                    <a:pt x="116" y="116"/>
                  </a:moveTo>
                  <a:cubicBezTo>
                    <a:pt x="115" y="115"/>
                    <a:pt x="115" y="115"/>
                    <a:pt x="115" y="115"/>
                  </a:cubicBezTo>
                  <a:cubicBezTo>
                    <a:pt x="114" y="115"/>
                    <a:pt x="113" y="114"/>
                    <a:pt x="112" y="114"/>
                  </a:cubicBezTo>
                  <a:cubicBezTo>
                    <a:pt x="110" y="113"/>
                    <a:pt x="109" y="113"/>
                    <a:pt x="108" y="112"/>
                  </a:cubicBezTo>
                  <a:cubicBezTo>
                    <a:pt x="106" y="112"/>
                    <a:pt x="105" y="112"/>
                    <a:pt x="104" y="111"/>
                  </a:cubicBezTo>
                  <a:cubicBezTo>
                    <a:pt x="103" y="111"/>
                    <a:pt x="101" y="110"/>
                    <a:pt x="99" y="110"/>
                  </a:cubicBezTo>
                  <a:cubicBezTo>
                    <a:pt x="98" y="110"/>
                    <a:pt x="98" y="110"/>
                    <a:pt x="97" y="110"/>
                  </a:cubicBezTo>
                  <a:cubicBezTo>
                    <a:pt x="97" y="110"/>
                    <a:pt x="97" y="110"/>
                    <a:pt x="97" y="110"/>
                  </a:cubicBezTo>
                  <a:cubicBezTo>
                    <a:pt x="96" y="109"/>
                    <a:pt x="95" y="109"/>
                    <a:pt x="94" y="109"/>
                  </a:cubicBezTo>
                  <a:cubicBezTo>
                    <a:pt x="93" y="109"/>
                    <a:pt x="93" y="109"/>
                    <a:pt x="93" y="109"/>
                  </a:cubicBezTo>
                  <a:cubicBezTo>
                    <a:pt x="93" y="109"/>
                    <a:pt x="93" y="109"/>
                    <a:pt x="93" y="109"/>
                  </a:cubicBezTo>
                  <a:cubicBezTo>
                    <a:pt x="93" y="109"/>
                    <a:pt x="93" y="109"/>
                    <a:pt x="93" y="109"/>
                  </a:cubicBezTo>
                  <a:cubicBezTo>
                    <a:pt x="92" y="109"/>
                    <a:pt x="91" y="109"/>
                    <a:pt x="90" y="109"/>
                  </a:cubicBezTo>
                  <a:cubicBezTo>
                    <a:pt x="87" y="108"/>
                    <a:pt x="87" y="108"/>
                    <a:pt x="87" y="108"/>
                  </a:cubicBezTo>
                  <a:cubicBezTo>
                    <a:pt x="83" y="108"/>
                    <a:pt x="79" y="108"/>
                    <a:pt x="76" y="108"/>
                  </a:cubicBezTo>
                  <a:cubicBezTo>
                    <a:pt x="75" y="108"/>
                    <a:pt x="75" y="108"/>
                    <a:pt x="75" y="108"/>
                  </a:cubicBezTo>
                  <a:cubicBezTo>
                    <a:pt x="74" y="108"/>
                    <a:pt x="74" y="108"/>
                    <a:pt x="74" y="108"/>
                  </a:cubicBezTo>
                  <a:cubicBezTo>
                    <a:pt x="73" y="109"/>
                    <a:pt x="73" y="109"/>
                    <a:pt x="73" y="109"/>
                  </a:cubicBezTo>
                  <a:cubicBezTo>
                    <a:pt x="72" y="109"/>
                    <a:pt x="70" y="109"/>
                    <a:pt x="69" y="109"/>
                  </a:cubicBezTo>
                  <a:cubicBezTo>
                    <a:pt x="69" y="109"/>
                    <a:pt x="69" y="109"/>
                    <a:pt x="69" y="109"/>
                  </a:cubicBezTo>
                  <a:cubicBezTo>
                    <a:pt x="68" y="109"/>
                    <a:pt x="67" y="109"/>
                    <a:pt x="67" y="109"/>
                  </a:cubicBezTo>
                  <a:cubicBezTo>
                    <a:pt x="66" y="110"/>
                    <a:pt x="65" y="110"/>
                    <a:pt x="64" y="110"/>
                  </a:cubicBezTo>
                  <a:cubicBezTo>
                    <a:pt x="62" y="110"/>
                    <a:pt x="61" y="111"/>
                    <a:pt x="59" y="111"/>
                  </a:cubicBezTo>
                  <a:cubicBezTo>
                    <a:pt x="58" y="112"/>
                    <a:pt x="56" y="112"/>
                    <a:pt x="55" y="112"/>
                  </a:cubicBezTo>
                  <a:cubicBezTo>
                    <a:pt x="54" y="113"/>
                    <a:pt x="54" y="113"/>
                    <a:pt x="54" y="113"/>
                  </a:cubicBezTo>
                  <a:cubicBezTo>
                    <a:pt x="52" y="114"/>
                    <a:pt x="49" y="115"/>
                    <a:pt x="47" y="116"/>
                  </a:cubicBezTo>
                  <a:cubicBezTo>
                    <a:pt x="46" y="116"/>
                    <a:pt x="46" y="116"/>
                    <a:pt x="46" y="116"/>
                  </a:cubicBezTo>
                  <a:cubicBezTo>
                    <a:pt x="46" y="116"/>
                    <a:pt x="46" y="116"/>
                    <a:pt x="46" y="116"/>
                  </a:cubicBezTo>
                  <a:cubicBezTo>
                    <a:pt x="18" y="130"/>
                    <a:pt x="0" y="159"/>
                    <a:pt x="0" y="190"/>
                  </a:cubicBezTo>
                  <a:cubicBezTo>
                    <a:pt x="0" y="191"/>
                    <a:pt x="0" y="191"/>
                    <a:pt x="0" y="192"/>
                  </a:cubicBezTo>
                  <a:cubicBezTo>
                    <a:pt x="0" y="197"/>
                    <a:pt x="0" y="197"/>
                    <a:pt x="0" y="197"/>
                  </a:cubicBezTo>
                  <a:cubicBezTo>
                    <a:pt x="163" y="197"/>
                    <a:pt x="163" y="197"/>
                    <a:pt x="163" y="197"/>
                  </a:cubicBezTo>
                  <a:cubicBezTo>
                    <a:pt x="163" y="192"/>
                    <a:pt x="163" y="192"/>
                    <a:pt x="163" y="192"/>
                  </a:cubicBezTo>
                  <a:cubicBezTo>
                    <a:pt x="163" y="191"/>
                    <a:pt x="164" y="191"/>
                    <a:pt x="164" y="190"/>
                  </a:cubicBezTo>
                  <a:cubicBezTo>
                    <a:pt x="164" y="158"/>
                    <a:pt x="145" y="129"/>
                    <a:pt x="116" y="116"/>
                  </a:cubicBezTo>
                  <a:close/>
                  <a:moveTo>
                    <a:pt x="8" y="189"/>
                  </a:moveTo>
                  <a:cubicBezTo>
                    <a:pt x="8" y="161"/>
                    <a:pt x="25" y="135"/>
                    <a:pt x="50" y="123"/>
                  </a:cubicBezTo>
                  <a:cubicBezTo>
                    <a:pt x="51" y="123"/>
                    <a:pt x="51" y="123"/>
                    <a:pt x="51" y="123"/>
                  </a:cubicBezTo>
                  <a:cubicBezTo>
                    <a:pt x="51" y="123"/>
                    <a:pt x="51" y="123"/>
                    <a:pt x="51" y="123"/>
                  </a:cubicBezTo>
                  <a:cubicBezTo>
                    <a:pt x="53" y="122"/>
                    <a:pt x="55" y="121"/>
                    <a:pt x="57" y="120"/>
                  </a:cubicBezTo>
                  <a:cubicBezTo>
                    <a:pt x="58" y="120"/>
                    <a:pt x="58" y="120"/>
                    <a:pt x="58" y="120"/>
                  </a:cubicBezTo>
                  <a:cubicBezTo>
                    <a:pt x="59" y="120"/>
                    <a:pt x="60" y="119"/>
                    <a:pt x="61" y="119"/>
                  </a:cubicBezTo>
                  <a:cubicBezTo>
                    <a:pt x="63" y="119"/>
                    <a:pt x="64" y="118"/>
                    <a:pt x="66" y="118"/>
                  </a:cubicBezTo>
                  <a:cubicBezTo>
                    <a:pt x="66" y="118"/>
                    <a:pt x="67" y="117"/>
                    <a:pt x="68" y="117"/>
                  </a:cubicBezTo>
                  <a:cubicBezTo>
                    <a:pt x="69" y="117"/>
                    <a:pt x="69" y="117"/>
                    <a:pt x="70" y="117"/>
                  </a:cubicBezTo>
                  <a:cubicBezTo>
                    <a:pt x="70" y="117"/>
                    <a:pt x="70" y="117"/>
                    <a:pt x="70" y="117"/>
                  </a:cubicBezTo>
                  <a:cubicBezTo>
                    <a:pt x="71" y="117"/>
                    <a:pt x="73" y="117"/>
                    <a:pt x="74" y="116"/>
                  </a:cubicBezTo>
                  <a:cubicBezTo>
                    <a:pt x="76" y="116"/>
                    <a:pt x="76" y="116"/>
                    <a:pt x="76" y="116"/>
                  </a:cubicBezTo>
                  <a:cubicBezTo>
                    <a:pt x="80" y="116"/>
                    <a:pt x="83" y="116"/>
                    <a:pt x="87" y="116"/>
                  </a:cubicBezTo>
                  <a:cubicBezTo>
                    <a:pt x="89" y="116"/>
                    <a:pt x="89" y="116"/>
                    <a:pt x="89" y="116"/>
                  </a:cubicBezTo>
                  <a:cubicBezTo>
                    <a:pt x="90" y="117"/>
                    <a:pt x="91" y="117"/>
                    <a:pt x="91" y="117"/>
                  </a:cubicBezTo>
                  <a:cubicBezTo>
                    <a:pt x="92" y="117"/>
                    <a:pt x="92" y="117"/>
                    <a:pt x="92" y="117"/>
                  </a:cubicBezTo>
                  <a:cubicBezTo>
                    <a:pt x="93" y="117"/>
                    <a:pt x="94" y="117"/>
                    <a:pt x="95" y="117"/>
                  </a:cubicBezTo>
                  <a:cubicBezTo>
                    <a:pt x="96" y="117"/>
                    <a:pt x="96" y="117"/>
                    <a:pt x="96" y="117"/>
                  </a:cubicBezTo>
                  <a:cubicBezTo>
                    <a:pt x="96" y="118"/>
                    <a:pt x="97" y="118"/>
                    <a:pt x="97" y="118"/>
                  </a:cubicBezTo>
                  <a:cubicBezTo>
                    <a:pt x="99" y="118"/>
                    <a:pt x="100" y="119"/>
                    <a:pt x="102" y="119"/>
                  </a:cubicBezTo>
                  <a:cubicBezTo>
                    <a:pt x="103" y="119"/>
                    <a:pt x="104" y="120"/>
                    <a:pt x="105" y="120"/>
                  </a:cubicBezTo>
                  <a:cubicBezTo>
                    <a:pt x="106" y="120"/>
                    <a:pt x="107" y="121"/>
                    <a:pt x="109" y="121"/>
                  </a:cubicBezTo>
                  <a:cubicBezTo>
                    <a:pt x="110" y="122"/>
                    <a:pt x="111" y="122"/>
                    <a:pt x="112" y="123"/>
                  </a:cubicBezTo>
                  <a:cubicBezTo>
                    <a:pt x="112" y="123"/>
                    <a:pt x="112" y="123"/>
                    <a:pt x="112" y="123"/>
                  </a:cubicBezTo>
                  <a:cubicBezTo>
                    <a:pt x="138" y="135"/>
                    <a:pt x="155" y="161"/>
                    <a:pt x="156" y="189"/>
                  </a:cubicBezTo>
                  <a:lnTo>
                    <a:pt x="8" y="189"/>
                  </a:lnTo>
                  <a:close/>
                  <a:moveTo>
                    <a:pt x="62" y="98"/>
                  </a:moveTo>
                  <a:cubicBezTo>
                    <a:pt x="62" y="98"/>
                    <a:pt x="63" y="98"/>
                    <a:pt x="64" y="99"/>
                  </a:cubicBezTo>
                  <a:cubicBezTo>
                    <a:pt x="65" y="99"/>
                    <a:pt x="65" y="99"/>
                    <a:pt x="65" y="99"/>
                  </a:cubicBezTo>
                  <a:cubicBezTo>
                    <a:pt x="65" y="99"/>
                    <a:pt x="66" y="100"/>
                    <a:pt x="66" y="100"/>
                  </a:cubicBezTo>
                  <a:cubicBezTo>
                    <a:pt x="71" y="101"/>
                    <a:pt x="76" y="102"/>
                    <a:pt x="81" y="102"/>
                  </a:cubicBezTo>
                  <a:cubicBezTo>
                    <a:pt x="82" y="102"/>
                    <a:pt x="82" y="102"/>
                    <a:pt x="82" y="102"/>
                  </a:cubicBezTo>
                  <a:cubicBezTo>
                    <a:pt x="83" y="102"/>
                    <a:pt x="85" y="102"/>
                    <a:pt x="87" y="102"/>
                  </a:cubicBezTo>
                  <a:cubicBezTo>
                    <a:pt x="87" y="102"/>
                    <a:pt x="88" y="102"/>
                    <a:pt x="89" y="101"/>
                  </a:cubicBezTo>
                  <a:cubicBezTo>
                    <a:pt x="90" y="101"/>
                    <a:pt x="90" y="101"/>
                    <a:pt x="90" y="101"/>
                  </a:cubicBezTo>
                  <a:cubicBezTo>
                    <a:pt x="91" y="101"/>
                    <a:pt x="91" y="101"/>
                    <a:pt x="92" y="101"/>
                  </a:cubicBezTo>
                  <a:cubicBezTo>
                    <a:pt x="92" y="101"/>
                    <a:pt x="93" y="101"/>
                    <a:pt x="93" y="101"/>
                  </a:cubicBezTo>
                  <a:cubicBezTo>
                    <a:pt x="95" y="100"/>
                    <a:pt x="95" y="100"/>
                    <a:pt x="95" y="100"/>
                  </a:cubicBezTo>
                  <a:cubicBezTo>
                    <a:pt x="96" y="100"/>
                    <a:pt x="96" y="100"/>
                    <a:pt x="97" y="100"/>
                  </a:cubicBezTo>
                  <a:cubicBezTo>
                    <a:pt x="97" y="100"/>
                    <a:pt x="98" y="99"/>
                    <a:pt x="98" y="99"/>
                  </a:cubicBezTo>
                  <a:cubicBezTo>
                    <a:pt x="99" y="99"/>
                    <a:pt x="99" y="99"/>
                    <a:pt x="99" y="99"/>
                  </a:cubicBezTo>
                  <a:cubicBezTo>
                    <a:pt x="100" y="99"/>
                    <a:pt x="101" y="98"/>
                    <a:pt x="102" y="98"/>
                  </a:cubicBezTo>
                  <a:cubicBezTo>
                    <a:pt x="102" y="98"/>
                    <a:pt x="102" y="98"/>
                    <a:pt x="102" y="98"/>
                  </a:cubicBezTo>
                  <a:cubicBezTo>
                    <a:pt x="103" y="97"/>
                    <a:pt x="103" y="97"/>
                    <a:pt x="103" y="97"/>
                  </a:cubicBezTo>
                  <a:cubicBezTo>
                    <a:pt x="104" y="97"/>
                    <a:pt x="105" y="96"/>
                    <a:pt x="106" y="96"/>
                  </a:cubicBezTo>
                  <a:cubicBezTo>
                    <a:pt x="107" y="95"/>
                    <a:pt x="107" y="95"/>
                    <a:pt x="107" y="95"/>
                  </a:cubicBezTo>
                  <a:cubicBezTo>
                    <a:pt x="108" y="95"/>
                    <a:pt x="109" y="94"/>
                    <a:pt x="110" y="93"/>
                  </a:cubicBezTo>
                  <a:cubicBezTo>
                    <a:pt x="111" y="93"/>
                    <a:pt x="112" y="92"/>
                    <a:pt x="112" y="92"/>
                  </a:cubicBezTo>
                  <a:cubicBezTo>
                    <a:pt x="114" y="90"/>
                    <a:pt x="114" y="90"/>
                    <a:pt x="114" y="90"/>
                  </a:cubicBezTo>
                  <a:cubicBezTo>
                    <a:pt x="126" y="80"/>
                    <a:pt x="133" y="66"/>
                    <a:pt x="133" y="51"/>
                  </a:cubicBezTo>
                  <a:cubicBezTo>
                    <a:pt x="133" y="51"/>
                    <a:pt x="133" y="51"/>
                    <a:pt x="133" y="51"/>
                  </a:cubicBezTo>
                  <a:cubicBezTo>
                    <a:pt x="133" y="23"/>
                    <a:pt x="110" y="0"/>
                    <a:pt x="82" y="0"/>
                  </a:cubicBezTo>
                  <a:cubicBezTo>
                    <a:pt x="55" y="0"/>
                    <a:pt x="32" y="21"/>
                    <a:pt x="31" y="48"/>
                  </a:cubicBezTo>
                  <a:cubicBezTo>
                    <a:pt x="31" y="48"/>
                    <a:pt x="31" y="48"/>
                    <a:pt x="31" y="48"/>
                  </a:cubicBezTo>
                  <a:cubicBezTo>
                    <a:pt x="31" y="49"/>
                    <a:pt x="31" y="50"/>
                    <a:pt x="31" y="51"/>
                  </a:cubicBezTo>
                  <a:cubicBezTo>
                    <a:pt x="31" y="71"/>
                    <a:pt x="43" y="90"/>
                    <a:pt x="62" y="98"/>
                  </a:cubicBezTo>
                  <a:close/>
                  <a:moveTo>
                    <a:pt x="39" y="49"/>
                  </a:moveTo>
                  <a:cubicBezTo>
                    <a:pt x="39" y="48"/>
                    <a:pt x="39" y="48"/>
                    <a:pt x="39" y="48"/>
                  </a:cubicBezTo>
                  <a:cubicBezTo>
                    <a:pt x="40" y="26"/>
                    <a:pt x="59" y="8"/>
                    <a:pt x="82" y="8"/>
                  </a:cubicBezTo>
                  <a:cubicBezTo>
                    <a:pt x="105" y="8"/>
                    <a:pt x="125" y="27"/>
                    <a:pt x="125" y="51"/>
                  </a:cubicBezTo>
                  <a:cubicBezTo>
                    <a:pt x="125" y="51"/>
                    <a:pt x="125" y="51"/>
                    <a:pt x="125" y="51"/>
                  </a:cubicBezTo>
                  <a:cubicBezTo>
                    <a:pt x="125" y="64"/>
                    <a:pt x="119" y="76"/>
                    <a:pt x="109" y="84"/>
                  </a:cubicBezTo>
                  <a:cubicBezTo>
                    <a:pt x="107" y="86"/>
                    <a:pt x="107" y="86"/>
                    <a:pt x="107" y="86"/>
                  </a:cubicBezTo>
                  <a:cubicBezTo>
                    <a:pt x="107" y="86"/>
                    <a:pt x="106" y="86"/>
                    <a:pt x="106" y="87"/>
                  </a:cubicBezTo>
                  <a:cubicBezTo>
                    <a:pt x="105" y="87"/>
                    <a:pt x="104" y="88"/>
                    <a:pt x="103" y="88"/>
                  </a:cubicBezTo>
                  <a:cubicBezTo>
                    <a:pt x="102" y="89"/>
                    <a:pt x="102" y="89"/>
                    <a:pt x="102" y="89"/>
                  </a:cubicBezTo>
                  <a:cubicBezTo>
                    <a:pt x="101" y="89"/>
                    <a:pt x="100" y="90"/>
                    <a:pt x="99" y="90"/>
                  </a:cubicBezTo>
                  <a:cubicBezTo>
                    <a:pt x="98" y="91"/>
                    <a:pt x="98" y="91"/>
                    <a:pt x="98" y="91"/>
                  </a:cubicBezTo>
                  <a:cubicBezTo>
                    <a:pt x="98" y="91"/>
                    <a:pt x="97" y="91"/>
                    <a:pt x="97" y="91"/>
                  </a:cubicBezTo>
                  <a:cubicBezTo>
                    <a:pt x="95" y="92"/>
                    <a:pt x="95" y="92"/>
                    <a:pt x="95" y="92"/>
                  </a:cubicBezTo>
                  <a:cubicBezTo>
                    <a:pt x="95" y="92"/>
                    <a:pt x="95" y="92"/>
                    <a:pt x="94" y="92"/>
                  </a:cubicBezTo>
                  <a:cubicBezTo>
                    <a:pt x="94" y="92"/>
                    <a:pt x="93" y="92"/>
                    <a:pt x="93" y="92"/>
                  </a:cubicBezTo>
                  <a:cubicBezTo>
                    <a:pt x="91" y="93"/>
                    <a:pt x="91" y="93"/>
                    <a:pt x="91" y="93"/>
                  </a:cubicBezTo>
                  <a:cubicBezTo>
                    <a:pt x="91" y="93"/>
                    <a:pt x="91" y="93"/>
                    <a:pt x="90" y="93"/>
                  </a:cubicBezTo>
                  <a:cubicBezTo>
                    <a:pt x="90" y="93"/>
                    <a:pt x="89" y="93"/>
                    <a:pt x="89" y="93"/>
                  </a:cubicBezTo>
                  <a:cubicBezTo>
                    <a:pt x="87" y="94"/>
                    <a:pt x="87" y="94"/>
                    <a:pt x="87" y="94"/>
                  </a:cubicBezTo>
                  <a:cubicBezTo>
                    <a:pt x="87" y="94"/>
                    <a:pt x="87" y="94"/>
                    <a:pt x="86" y="94"/>
                  </a:cubicBezTo>
                  <a:cubicBezTo>
                    <a:pt x="85" y="94"/>
                    <a:pt x="83" y="94"/>
                    <a:pt x="82" y="94"/>
                  </a:cubicBezTo>
                  <a:cubicBezTo>
                    <a:pt x="82" y="94"/>
                    <a:pt x="82" y="94"/>
                    <a:pt x="82" y="94"/>
                  </a:cubicBezTo>
                  <a:cubicBezTo>
                    <a:pt x="82" y="94"/>
                    <a:pt x="82" y="94"/>
                    <a:pt x="82" y="94"/>
                  </a:cubicBezTo>
                  <a:cubicBezTo>
                    <a:pt x="77" y="94"/>
                    <a:pt x="73" y="93"/>
                    <a:pt x="69" y="92"/>
                  </a:cubicBezTo>
                  <a:cubicBezTo>
                    <a:pt x="69" y="92"/>
                    <a:pt x="68" y="92"/>
                    <a:pt x="68" y="92"/>
                  </a:cubicBezTo>
                  <a:cubicBezTo>
                    <a:pt x="66" y="91"/>
                    <a:pt x="66" y="91"/>
                    <a:pt x="66" y="91"/>
                  </a:cubicBezTo>
                  <a:cubicBezTo>
                    <a:pt x="66" y="91"/>
                    <a:pt x="65" y="91"/>
                    <a:pt x="65" y="91"/>
                  </a:cubicBezTo>
                  <a:cubicBezTo>
                    <a:pt x="49" y="84"/>
                    <a:pt x="39" y="68"/>
                    <a:pt x="39" y="51"/>
                  </a:cubicBezTo>
                  <a:cubicBezTo>
                    <a:pt x="39" y="50"/>
                    <a:pt x="39" y="50"/>
                    <a:pt x="39" y="4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7" name="组合 16"/>
          <p:cNvGrpSpPr>
            <a:grpSpLocks/>
          </p:cNvGrpSpPr>
          <p:nvPr/>
        </p:nvGrpSpPr>
        <p:grpSpPr bwMode="auto">
          <a:xfrm>
            <a:off x="6611867" y="1868435"/>
            <a:ext cx="1823230" cy="1823231"/>
            <a:chOff x="6269753" y="1914525"/>
            <a:chExt cx="1728787" cy="1728787"/>
          </a:xfrm>
        </p:grpSpPr>
        <p:sp>
          <p:nvSpPr>
            <p:cNvPr id="7" name="椭圆 6"/>
            <p:cNvSpPr/>
            <p:nvPr/>
          </p:nvSpPr>
          <p:spPr>
            <a:xfrm>
              <a:off x="6269753" y="1914525"/>
              <a:ext cx="1728787" cy="172878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304" name="Freeform 139"/>
            <p:cNvSpPr>
              <a:spLocks noEditPoints="1"/>
            </p:cNvSpPr>
            <p:nvPr/>
          </p:nvSpPr>
          <p:spPr bwMode="auto">
            <a:xfrm>
              <a:off x="6734050" y="2493018"/>
              <a:ext cx="800192" cy="571800"/>
            </a:xfrm>
            <a:custGeom>
              <a:avLst/>
              <a:gdLst>
                <a:gd name="T0" fmla="*/ 2147483646 w 206"/>
                <a:gd name="T1" fmla="*/ 1724879433 h 147"/>
                <a:gd name="T2" fmla="*/ 2147483646 w 206"/>
                <a:gd name="T3" fmla="*/ 242089229 h 147"/>
                <a:gd name="T4" fmla="*/ 2147483646 w 206"/>
                <a:gd name="T5" fmla="*/ 0 h 147"/>
                <a:gd name="T6" fmla="*/ 482842068 w 206"/>
                <a:gd name="T7" fmla="*/ 0 h 147"/>
                <a:gd name="T8" fmla="*/ 241421034 w 206"/>
                <a:gd name="T9" fmla="*/ 242089229 h 147"/>
                <a:gd name="T10" fmla="*/ 241421034 w 206"/>
                <a:gd name="T11" fmla="*/ 1724879433 h 147"/>
                <a:gd name="T12" fmla="*/ 0 w 206"/>
                <a:gd name="T13" fmla="*/ 1724879433 h 147"/>
                <a:gd name="T14" fmla="*/ 0 w 206"/>
                <a:gd name="T15" fmla="*/ 1997227384 h 147"/>
                <a:gd name="T16" fmla="*/ 241421034 w 206"/>
                <a:gd name="T17" fmla="*/ 2147483646 h 147"/>
                <a:gd name="T18" fmla="*/ 2147483646 w 206"/>
                <a:gd name="T19" fmla="*/ 2147483646 h 147"/>
                <a:gd name="T20" fmla="*/ 2147483646 w 206"/>
                <a:gd name="T21" fmla="*/ 1997227384 h 147"/>
                <a:gd name="T22" fmla="*/ 2147483646 w 206"/>
                <a:gd name="T23" fmla="*/ 1724879433 h 147"/>
                <a:gd name="T24" fmla="*/ 2147483646 w 206"/>
                <a:gd name="T25" fmla="*/ 1724879433 h 147"/>
                <a:gd name="T26" fmla="*/ 362129609 w 206"/>
                <a:gd name="T27" fmla="*/ 242089229 h 147"/>
                <a:gd name="T28" fmla="*/ 482842068 w 206"/>
                <a:gd name="T29" fmla="*/ 121042669 h 147"/>
                <a:gd name="T30" fmla="*/ 2147483646 w 206"/>
                <a:gd name="T31" fmla="*/ 121042669 h 147"/>
                <a:gd name="T32" fmla="*/ 2147483646 w 206"/>
                <a:gd name="T33" fmla="*/ 242089229 h 147"/>
                <a:gd name="T34" fmla="*/ 2147483646 w 206"/>
                <a:gd name="T35" fmla="*/ 1724879433 h 147"/>
                <a:gd name="T36" fmla="*/ 362129609 w 206"/>
                <a:gd name="T37" fmla="*/ 1724879433 h 147"/>
                <a:gd name="T38" fmla="*/ 362129609 w 206"/>
                <a:gd name="T39" fmla="*/ 242089229 h 147"/>
                <a:gd name="T40" fmla="*/ 2147483646 w 206"/>
                <a:gd name="T41" fmla="*/ 1997227384 h 147"/>
                <a:gd name="T42" fmla="*/ 2147483646 w 206"/>
                <a:gd name="T43" fmla="*/ 2103142637 h 147"/>
                <a:gd name="T44" fmla="*/ 241421034 w 206"/>
                <a:gd name="T45" fmla="*/ 2103142637 h 147"/>
                <a:gd name="T46" fmla="*/ 120708575 w 206"/>
                <a:gd name="T47" fmla="*/ 1997227384 h 147"/>
                <a:gd name="T48" fmla="*/ 120708575 w 206"/>
                <a:gd name="T49" fmla="*/ 1845922102 h 147"/>
                <a:gd name="T50" fmla="*/ 241421034 w 206"/>
                <a:gd name="T51" fmla="*/ 1845922102 h 147"/>
                <a:gd name="T52" fmla="*/ 995858366 w 206"/>
                <a:gd name="T53" fmla="*/ 1845922102 h 147"/>
                <a:gd name="T54" fmla="*/ 1131657941 w 206"/>
                <a:gd name="T55" fmla="*/ 1936706049 h 147"/>
                <a:gd name="T56" fmla="*/ 1991716732 w 206"/>
                <a:gd name="T57" fmla="*/ 1936706049 h 147"/>
                <a:gd name="T58" fmla="*/ 2127516307 w 206"/>
                <a:gd name="T59" fmla="*/ 1845922102 h 147"/>
                <a:gd name="T60" fmla="*/ 2147483646 w 206"/>
                <a:gd name="T61" fmla="*/ 1845922102 h 147"/>
                <a:gd name="T62" fmla="*/ 2147483646 w 206"/>
                <a:gd name="T63" fmla="*/ 1845922102 h 147"/>
                <a:gd name="T64" fmla="*/ 2147483646 w 206"/>
                <a:gd name="T65" fmla="*/ 1997227384 h 1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6" h="147">
                  <a:moveTo>
                    <a:pt x="191" y="114"/>
                  </a:moveTo>
                  <a:cubicBezTo>
                    <a:pt x="191" y="16"/>
                    <a:pt x="191" y="16"/>
                    <a:pt x="191" y="16"/>
                  </a:cubicBezTo>
                  <a:cubicBezTo>
                    <a:pt x="191" y="8"/>
                    <a:pt x="184" y="0"/>
                    <a:pt x="175" y="0"/>
                  </a:cubicBezTo>
                  <a:cubicBezTo>
                    <a:pt x="32" y="0"/>
                    <a:pt x="32" y="0"/>
                    <a:pt x="32" y="0"/>
                  </a:cubicBezTo>
                  <a:cubicBezTo>
                    <a:pt x="23" y="0"/>
                    <a:pt x="16" y="8"/>
                    <a:pt x="16" y="16"/>
                  </a:cubicBezTo>
                  <a:cubicBezTo>
                    <a:pt x="16" y="114"/>
                    <a:pt x="16" y="114"/>
                    <a:pt x="16" y="114"/>
                  </a:cubicBezTo>
                  <a:cubicBezTo>
                    <a:pt x="0" y="114"/>
                    <a:pt x="0" y="114"/>
                    <a:pt x="0" y="114"/>
                  </a:cubicBezTo>
                  <a:cubicBezTo>
                    <a:pt x="0" y="132"/>
                    <a:pt x="0" y="132"/>
                    <a:pt x="0" y="132"/>
                  </a:cubicBezTo>
                  <a:cubicBezTo>
                    <a:pt x="0" y="140"/>
                    <a:pt x="7" y="147"/>
                    <a:pt x="16" y="147"/>
                  </a:cubicBezTo>
                  <a:cubicBezTo>
                    <a:pt x="191" y="147"/>
                    <a:pt x="191" y="147"/>
                    <a:pt x="191" y="147"/>
                  </a:cubicBezTo>
                  <a:cubicBezTo>
                    <a:pt x="199" y="147"/>
                    <a:pt x="206" y="140"/>
                    <a:pt x="206" y="132"/>
                  </a:cubicBezTo>
                  <a:cubicBezTo>
                    <a:pt x="206" y="114"/>
                    <a:pt x="206" y="114"/>
                    <a:pt x="206" y="114"/>
                  </a:cubicBezTo>
                  <a:lnTo>
                    <a:pt x="191" y="114"/>
                  </a:lnTo>
                  <a:close/>
                  <a:moveTo>
                    <a:pt x="24" y="16"/>
                  </a:moveTo>
                  <a:cubicBezTo>
                    <a:pt x="24" y="12"/>
                    <a:pt x="27" y="8"/>
                    <a:pt x="32" y="8"/>
                  </a:cubicBezTo>
                  <a:cubicBezTo>
                    <a:pt x="175" y="8"/>
                    <a:pt x="175" y="8"/>
                    <a:pt x="175" y="8"/>
                  </a:cubicBezTo>
                  <a:cubicBezTo>
                    <a:pt x="179" y="8"/>
                    <a:pt x="183" y="12"/>
                    <a:pt x="183" y="16"/>
                  </a:cubicBezTo>
                  <a:cubicBezTo>
                    <a:pt x="183" y="114"/>
                    <a:pt x="183" y="114"/>
                    <a:pt x="183" y="114"/>
                  </a:cubicBezTo>
                  <a:cubicBezTo>
                    <a:pt x="24" y="114"/>
                    <a:pt x="24" y="114"/>
                    <a:pt x="24" y="114"/>
                  </a:cubicBezTo>
                  <a:lnTo>
                    <a:pt x="24" y="16"/>
                  </a:lnTo>
                  <a:close/>
                  <a:moveTo>
                    <a:pt x="198" y="132"/>
                  </a:moveTo>
                  <a:cubicBezTo>
                    <a:pt x="198" y="136"/>
                    <a:pt x="195" y="139"/>
                    <a:pt x="191" y="139"/>
                  </a:cubicBezTo>
                  <a:cubicBezTo>
                    <a:pt x="16" y="139"/>
                    <a:pt x="16" y="139"/>
                    <a:pt x="16" y="139"/>
                  </a:cubicBezTo>
                  <a:cubicBezTo>
                    <a:pt x="11" y="139"/>
                    <a:pt x="8" y="136"/>
                    <a:pt x="8" y="132"/>
                  </a:cubicBezTo>
                  <a:cubicBezTo>
                    <a:pt x="8" y="122"/>
                    <a:pt x="8" y="122"/>
                    <a:pt x="8" y="122"/>
                  </a:cubicBezTo>
                  <a:cubicBezTo>
                    <a:pt x="16" y="122"/>
                    <a:pt x="16" y="122"/>
                    <a:pt x="16" y="122"/>
                  </a:cubicBezTo>
                  <a:cubicBezTo>
                    <a:pt x="66" y="122"/>
                    <a:pt x="66" y="122"/>
                    <a:pt x="66" y="122"/>
                  </a:cubicBezTo>
                  <a:cubicBezTo>
                    <a:pt x="67" y="126"/>
                    <a:pt x="71" y="128"/>
                    <a:pt x="75" y="128"/>
                  </a:cubicBezTo>
                  <a:cubicBezTo>
                    <a:pt x="132" y="128"/>
                    <a:pt x="132" y="128"/>
                    <a:pt x="132" y="128"/>
                  </a:cubicBezTo>
                  <a:cubicBezTo>
                    <a:pt x="136" y="128"/>
                    <a:pt x="140" y="126"/>
                    <a:pt x="141" y="122"/>
                  </a:cubicBezTo>
                  <a:cubicBezTo>
                    <a:pt x="191" y="122"/>
                    <a:pt x="191" y="122"/>
                    <a:pt x="191" y="122"/>
                  </a:cubicBezTo>
                  <a:cubicBezTo>
                    <a:pt x="198" y="122"/>
                    <a:pt x="198" y="122"/>
                    <a:pt x="198" y="122"/>
                  </a:cubicBezTo>
                  <a:lnTo>
                    <a:pt x="198" y="1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6" name="组合 15"/>
          <p:cNvGrpSpPr>
            <a:grpSpLocks/>
          </p:cNvGrpSpPr>
          <p:nvPr/>
        </p:nvGrpSpPr>
        <p:grpSpPr bwMode="auto">
          <a:xfrm>
            <a:off x="9384382" y="1868435"/>
            <a:ext cx="1823230" cy="1823231"/>
            <a:chOff x="8898653" y="1914525"/>
            <a:chExt cx="1728787" cy="1728787"/>
          </a:xfrm>
        </p:grpSpPr>
        <p:sp>
          <p:nvSpPr>
            <p:cNvPr id="8" name="椭圆 7"/>
            <p:cNvSpPr/>
            <p:nvPr/>
          </p:nvSpPr>
          <p:spPr>
            <a:xfrm>
              <a:off x="8898653" y="1914525"/>
              <a:ext cx="1728787" cy="172878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302" name="Freeform 21"/>
            <p:cNvSpPr>
              <a:spLocks noEditPoints="1"/>
            </p:cNvSpPr>
            <p:nvPr/>
          </p:nvSpPr>
          <p:spPr bwMode="auto">
            <a:xfrm>
              <a:off x="9393974" y="2418097"/>
              <a:ext cx="738144" cy="721642"/>
            </a:xfrm>
            <a:custGeom>
              <a:avLst/>
              <a:gdLst>
                <a:gd name="T0" fmla="*/ 2147483646 w 208"/>
                <a:gd name="T1" fmla="*/ 1251085496 h 203"/>
                <a:gd name="T2" fmla="*/ 1612000033 w 208"/>
                <a:gd name="T3" fmla="*/ 568675225 h 203"/>
                <a:gd name="T4" fmla="*/ 843783762 w 208"/>
                <a:gd name="T5" fmla="*/ 404389691 h 203"/>
                <a:gd name="T6" fmla="*/ 264468478 w 208"/>
                <a:gd name="T7" fmla="*/ 745594827 h 203"/>
                <a:gd name="T8" fmla="*/ 214093699 w 208"/>
                <a:gd name="T9" fmla="*/ 1251085496 h 203"/>
                <a:gd name="T10" fmla="*/ 0 w 208"/>
                <a:gd name="T11" fmla="*/ 1857670033 h 203"/>
                <a:gd name="T12" fmla="*/ 617095482 w 208"/>
                <a:gd name="T13" fmla="*/ 2147483646 h 203"/>
                <a:gd name="T14" fmla="*/ 906749575 w 208"/>
                <a:gd name="T15" fmla="*/ 2147483646 h 203"/>
                <a:gd name="T16" fmla="*/ 1460875695 w 208"/>
                <a:gd name="T17" fmla="*/ 2147483646 h 203"/>
                <a:gd name="T18" fmla="*/ 1763127919 w 208"/>
                <a:gd name="T19" fmla="*/ 2147483646 h 203"/>
                <a:gd name="T20" fmla="*/ 2147483646 w 208"/>
                <a:gd name="T21" fmla="*/ 1465917964 h 203"/>
                <a:gd name="T22" fmla="*/ 2147483646 w 208"/>
                <a:gd name="T23" fmla="*/ 1263723118 h 203"/>
                <a:gd name="T24" fmla="*/ 2147483646 w 208"/>
                <a:gd name="T25" fmla="*/ 1402729853 h 203"/>
                <a:gd name="T26" fmla="*/ 2147483646 w 208"/>
                <a:gd name="T27" fmla="*/ 1326907674 h 203"/>
                <a:gd name="T28" fmla="*/ 2147483646 w 208"/>
                <a:gd name="T29" fmla="*/ 1314270052 h 203"/>
                <a:gd name="T30" fmla="*/ 1498659441 w 208"/>
                <a:gd name="T31" fmla="*/ 568675225 h 203"/>
                <a:gd name="T32" fmla="*/ 1473470277 w 208"/>
                <a:gd name="T33" fmla="*/ 593950470 h 203"/>
                <a:gd name="T34" fmla="*/ 1448281113 w 208"/>
                <a:gd name="T35" fmla="*/ 631859782 h 203"/>
                <a:gd name="T36" fmla="*/ 1360126137 w 208"/>
                <a:gd name="T37" fmla="*/ 682410270 h 203"/>
                <a:gd name="T38" fmla="*/ 1309751358 w 208"/>
                <a:gd name="T39" fmla="*/ 695047893 h 203"/>
                <a:gd name="T40" fmla="*/ 1246781996 w 208"/>
                <a:gd name="T41" fmla="*/ 707685515 h 203"/>
                <a:gd name="T42" fmla="*/ 1171221602 w 208"/>
                <a:gd name="T43" fmla="*/ 695047893 h 203"/>
                <a:gd name="T44" fmla="*/ 1133437856 w 208"/>
                <a:gd name="T45" fmla="*/ 682410270 h 203"/>
                <a:gd name="T46" fmla="*/ 1007502682 w 208"/>
                <a:gd name="T47" fmla="*/ 581312848 h 203"/>
                <a:gd name="T48" fmla="*/ 944533321 w 208"/>
                <a:gd name="T49" fmla="*/ 404389691 h 203"/>
                <a:gd name="T50" fmla="*/ 1763127919 w 208"/>
                <a:gd name="T51" fmla="*/ 2147483646 h 203"/>
                <a:gd name="T52" fmla="*/ 1574219836 w 208"/>
                <a:gd name="T53" fmla="*/ 2147483646 h 203"/>
                <a:gd name="T54" fmla="*/ 1498659441 w 208"/>
                <a:gd name="T55" fmla="*/ 2147483646 h 203"/>
                <a:gd name="T56" fmla="*/ 919344157 w 208"/>
                <a:gd name="T57" fmla="*/ 2147483646 h 203"/>
                <a:gd name="T58" fmla="*/ 717845040 w 208"/>
                <a:gd name="T59" fmla="*/ 2147483646 h 203"/>
                <a:gd name="T60" fmla="*/ 692655876 w 208"/>
                <a:gd name="T61" fmla="*/ 2147483646 h 203"/>
                <a:gd name="T62" fmla="*/ 151124338 w 208"/>
                <a:gd name="T63" fmla="*/ 1920858144 h 203"/>
                <a:gd name="T64" fmla="*/ 151124338 w 208"/>
                <a:gd name="T65" fmla="*/ 1352182919 h 203"/>
                <a:gd name="T66" fmla="*/ 453376562 w 208"/>
                <a:gd name="T67" fmla="*/ 985702539 h 203"/>
                <a:gd name="T68" fmla="*/ 541531538 w 208"/>
                <a:gd name="T69" fmla="*/ 846692249 h 203"/>
                <a:gd name="T70" fmla="*/ 944533321 w 208"/>
                <a:gd name="T71" fmla="*/ 669772648 h 203"/>
                <a:gd name="T72" fmla="*/ 969718936 w 208"/>
                <a:gd name="T73" fmla="*/ 695047893 h 203"/>
                <a:gd name="T74" fmla="*/ 1020093715 w 208"/>
                <a:gd name="T75" fmla="*/ 732957204 h 203"/>
                <a:gd name="T76" fmla="*/ 881563960 w 208"/>
                <a:gd name="T77" fmla="*/ 897242738 h 203"/>
                <a:gd name="T78" fmla="*/ 1674969394 w 208"/>
                <a:gd name="T79" fmla="*/ 909880361 h 203"/>
                <a:gd name="T80" fmla="*/ 1473470277 w 208"/>
                <a:gd name="T81" fmla="*/ 732957204 h 203"/>
                <a:gd name="T82" fmla="*/ 1511250474 w 208"/>
                <a:gd name="T83" fmla="*/ 695047893 h 203"/>
                <a:gd name="T84" fmla="*/ 1549034220 w 208"/>
                <a:gd name="T85" fmla="*/ 657135026 h 203"/>
                <a:gd name="T86" fmla="*/ 2147483646 w 208"/>
                <a:gd name="T87" fmla="*/ 1352182919 h 203"/>
                <a:gd name="T88" fmla="*/ 2147483646 w 208"/>
                <a:gd name="T89" fmla="*/ 1314270052 h 203"/>
                <a:gd name="T90" fmla="*/ 2147483646 w 208"/>
                <a:gd name="T91" fmla="*/ 1352182919 h 203"/>
                <a:gd name="T92" fmla="*/ 528936956 w 208"/>
                <a:gd name="T93" fmla="*/ 1301632430 h 2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08" h="203">
                  <a:moveTo>
                    <a:pt x="207" y="104"/>
                  </a:moveTo>
                  <a:cubicBezTo>
                    <a:pt x="206" y="103"/>
                    <a:pt x="204" y="102"/>
                    <a:pt x="201" y="101"/>
                  </a:cubicBezTo>
                  <a:cubicBezTo>
                    <a:pt x="201" y="100"/>
                    <a:pt x="200" y="99"/>
                    <a:pt x="200" y="99"/>
                  </a:cubicBezTo>
                  <a:cubicBezTo>
                    <a:pt x="199" y="96"/>
                    <a:pt x="197" y="95"/>
                    <a:pt x="195" y="95"/>
                  </a:cubicBezTo>
                  <a:cubicBezTo>
                    <a:pt x="190" y="94"/>
                    <a:pt x="185" y="96"/>
                    <a:pt x="182" y="98"/>
                  </a:cubicBezTo>
                  <a:cubicBezTo>
                    <a:pt x="175" y="74"/>
                    <a:pt x="155" y="54"/>
                    <a:pt x="128" y="45"/>
                  </a:cubicBezTo>
                  <a:cubicBezTo>
                    <a:pt x="130" y="41"/>
                    <a:pt x="131" y="37"/>
                    <a:pt x="131" y="32"/>
                  </a:cubicBezTo>
                  <a:cubicBezTo>
                    <a:pt x="131" y="14"/>
                    <a:pt x="117" y="0"/>
                    <a:pt x="99" y="0"/>
                  </a:cubicBezTo>
                  <a:cubicBezTo>
                    <a:pt x="81" y="0"/>
                    <a:pt x="67" y="14"/>
                    <a:pt x="67" y="32"/>
                  </a:cubicBezTo>
                  <a:cubicBezTo>
                    <a:pt x="67" y="37"/>
                    <a:pt x="68" y="42"/>
                    <a:pt x="70" y="46"/>
                  </a:cubicBezTo>
                  <a:cubicBezTo>
                    <a:pt x="61" y="49"/>
                    <a:pt x="52" y="53"/>
                    <a:pt x="45" y="59"/>
                  </a:cubicBezTo>
                  <a:cubicBezTo>
                    <a:pt x="36" y="54"/>
                    <a:pt x="27" y="54"/>
                    <a:pt x="21" y="59"/>
                  </a:cubicBezTo>
                  <a:cubicBezTo>
                    <a:pt x="18" y="62"/>
                    <a:pt x="18" y="62"/>
                    <a:pt x="18" y="62"/>
                  </a:cubicBezTo>
                  <a:cubicBezTo>
                    <a:pt x="28" y="76"/>
                    <a:pt x="28" y="76"/>
                    <a:pt x="28" y="76"/>
                  </a:cubicBezTo>
                  <a:cubicBezTo>
                    <a:pt x="23" y="83"/>
                    <a:pt x="19" y="91"/>
                    <a:pt x="17" y="99"/>
                  </a:cubicBezTo>
                  <a:cubicBezTo>
                    <a:pt x="12" y="99"/>
                    <a:pt x="12" y="99"/>
                    <a:pt x="12" y="99"/>
                  </a:cubicBezTo>
                  <a:cubicBezTo>
                    <a:pt x="6" y="99"/>
                    <a:pt x="0" y="105"/>
                    <a:pt x="0" y="112"/>
                  </a:cubicBezTo>
                  <a:cubicBezTo>
                    <a:pt x="0" y="147"/>
                    <a:pt x="0" y="147"/>
                    <a:pt x="0" y="147"/>
                  </a:cubicBezTo>
                  <a:cubicBezTo>
                    <a:pt x="0" y="154"/>
                    <a:pt x="6" y="160"/>
                    <a:pt x="12" y="160"/>
                  </a:cubicBezTo>
                  <a:cubicBezTo>
                    <a:pt x="30" y="160"/>
                    <a:pt x="30" y="160"/>
                    <a:pt x="30" y="160"/>
                  </a:cubicBezTo>
                  <a:cubicBezTo>
                    <a:pt x="35" y="166"/>
                    <a:pt x="42" y="172"/>
                    <a:pt x="49" y="177"/>
                  </a:cubicBezTo>
                  <a:cubicBezTo>
                    <a:pt x="49" y="194"/>
                    <a:pt x="49" y="194"/>
                    <a:pt x="49" y="194"/>
                  </a:cubicBezTo>
                  <a:cubicBezTo>
                    <a:pt x="49" y="199"/>
                    <a:pt x="53" y="203"/>
                    <a:pt x="57" y="203"/>
                  </a:cubicBezTo>
                  <a:cubicBezTo>
                    <a:pt x="72" y="203"/>
                    <a:pt x="72" y="203"/>
                    <a:pt x="72" y="203"/>
                  </a:cubicBezTo>
                  <a:cubicBezTo>
                    <a:pt x="77" y="203"/>
                    <a:pt x="81" y="199"/>
                    <a:pt x="81" y="194"/>
                  </a:cubicBezTo>
                  <a:cubicBezTo>
                    <a:pt x="81" y="190"/>
                    <a:pt x="81" y="190"/>
                    <a:pt x="81" y="190"/>
                  </a:cubicBezTo>
                  <a:cubicBezTo>
                    <a:pt x="92" y="192"/>
                    <a:pt x="104" y="193"/>
                    <a:pt x="116" y="190"/>
                  </a:cubicBezTo>
                  <a:cubicBezTo>
                    <a:pt x="116" y="194"/>
                    <a:pt x="116" y="194"/>
                    <a:pt x="116" y="194"/>
                  </a:cubicBezTo>
                  <a:cubicBezTo>
                    <a:pt x="116" y="199"/>
                    <a:pt x="120" y="203"/>
                    <a:pt x="125" y="203"/>
                  </a:cubicBezTo>
                  <a:cubicBezTo>
                    <a:pt x="140" y="203"/>
                    <a:pt x="140" y="203"/>
                    <a:pt x="140" y="203"/>
                  </a:cubicBezTo>
                  <a:cubicBezTo>
                    <a:pt x="144" y="203"/>
                    <a:pt x="148" y="199"/>
                    <a:pt x="148" y="194"/>
                  </a:cubicBezTo>
                  <a:cubicBezTo>
                    <a:pt x="148" y="178"/>
                    <a:pt x="148" y="178"/>
                    <a:pt x="148" y="178"/>
                  </a:cubicBezTo>
                  <a:cubicBezTo>
                    <a:pt x="171" y="164"/>
                    <a:pt x="185" y="141"/>
                    <a:pt x="185" y="116"/>
                  </a:cubicBezTo>
                  <a:cubicBezTo>
                    <a:pt x="185" y="112"/>
                    <a:pt x="184" y="107"/>
                    <a:pt x="183" y="102"/>
                  </a:cubicBezTo>
                  <a:cubicBezTo>
                    <a:pt x="186" y="100"/>
                    <a:pt x="191" y="98"/>
                    <a:pt x="194" y="98"/>
                  </a:cubicBezTo>
                  <a:cubicBezTo>
                    <a:pt x="195" y="99"/>
                    <a:pt x="196" y="99"/>
                    <a:pt x="196" y="100"/>
                  </a:cubicBezTo>
                  <a:cubicBezTo>
                    <a:pt x="194" y="100"/>
                    <a:pt x="192" y="100"/>
                    <a:pt x="191" y="101"/>
                  </a:cubicBezTo>
                  <a:cubicBezTo>
                    <a:pt x="189" y="102"/>
                    <a:pt x="188" y="105"/>
                    <a:pt x="189" y="107"/>
                  </a:cubicBezTo>
                  <a:cubicBezTo>
                    <a:pt x="189" y="109"/>
                    <a:pt x="191" y="111"/>
                    <a:pt x="194" y="111"/>
                  </a:cubicBezTo>
                  <a:cubicBezTo>
                    <a:pt x="194" y="111"/>
                    <a:pt x="195" y="111"/>
                    <a:pt x="195" y="111"/>
                  </a:cubicBezTo>
                  <a:cubicBezTo>
                    <a:pt x="196" y="111"/>
                    <a:pt x="198" y="110"/>
                    <a:pt x="199" y="109"/>
                  </a:cubicBezTo>
                  <a:cubicBezTo>
                    <a:pt x="200" y="108"/>
                    <a:pt x="200" y="107"/>
                    <a:pt x="201" y="105"/>
                  </a:cubicBezTo>
                  <a:cubicBezTo>
                    <a:pt x="202" y="106"/>
                    <a:pt x="204" y="106"/>
                    <a:pt x="204" y="107"/>
                  </a:cubicBezTo>
                  <a:cubicBezTo>
                    <a:pt x="205" y="108"/>
                    <a:pt x="206" y="108"/>
                    <a:pt x="207" y="107"/>
                  </a:cubicBezTo>
                  <a:cubicBezTo>
                    <a:pt x="208" y="106"/>
                    <a:pt x="208" y="105"/>
                    <a:pt x="207" y="104"/>
                  </a:cubicBezTo>
                  <a:close/>
                  <a:moveTo>
                    <a:pt x="99" y="8"/>
                  </a:moveTo>
                  <a:cubicBezTo>
                    <a:pt x="112" y="8"/>
                    <a:pt x="123" y="18"/>
                    <a:pt x="123" y="32"/>
                  </a:cubicBezTo>
                  <a:cubicBezTo>
                    <a:pt x="123" y="37"/>
                    <a:pt x="121" y="41"/>
                    <a:pt x="119" y="45"/>
                  </a:cubicBezTo>
                  <a:cubicBezTo>
                    <a:pt x="119" y="45"/>
                    <a:pt x="119" y="45"/>
                    <a:pt x="119" y="45"/>
                  </a:cubicBezTo>
                  <a:cubicBezTo>
                    <a:pt x="119" y="45"/>
                    <a:pt x="119" y="46"/>
                    <a:pt x="118" y="46"/>
                  </a:cubicBezTo>
                  <a:cubicBezTo>
                    <a:pt x="118" y="46"/>
                    <a:pt x="117" y="47"/>
                    <a:pt x="117" y="47"/>
                  </a:cubicBezTo>
                  <a:cubicBezTo>
                    <a:pt x="117" y="48"/>
                    <a:pt x="117" y="48"/>
                    <a:pt x="117" y="48"/>
                  </a:cubicBezTo>
                  <a:cubicBezTo>
                    <a:pt x="116" y="48"/>
                    <a:pt x="115" y="49"/>
                    <a:pt x="115" y="50"/>
                  </a:cubicBezTo>
                  <a:cubicBezTo>
                    <a:pt x="115" y="50"/>
                    <a:pt x="115" y="50"/>
                    <a:pt x="115" y="50"/>
                  </a:cubicBezTo>
                  <a:cubicBezTo>
                    <a:pt x="113" y="51"/>
                    <a:pt x="112" y="52"/>
                    <a:pt x="110" y="53"/>
                  </a:cubicBezTo>
                  <a:cubicBezTo>
                    <a:pt x="110" y="53"/>
                    <a:pt x="110" y="53"/>
                    <a:pt x="110" y="53"/>
                  </a:cubicBezTo>
                  <a:cubicBezTo>
                    <a:pt x="109" y="53"/>
                    <a:pt x="108" y="54"/>
                    <a:pt x="108" y="54"/>
                  </a:cubicBezTo>
                  <a:cubicBezTo>
                    <a:pt x="107" y="54"/>
                    <a:pt x="107" y="54"/>
                    <a:pt x="107" y="54"/>
                  </a:cubicBezTo>
                  <a:cubicBezTo>
                    <a:pt x="106" y="54"/>
                    <a:pt x="106" y="55"/>
                    <a:pt x="105" y="55"/>
                  </a:cubicBezTo>
                  <a:cubicBezTo>
                    <a:pt x="105" y="55"/>
                    <a:pt x="105" y="55"/>
                    <a:pt x="104" y="55"/>
                  </a:cubicBezTo>
                  <a:cubicBezTo>
                    <a:pt x="104" y="55"/>
                    <a:pt x="103" y="55"/>
                    <a:pt x="102" y="55"/>
                  </a:cubicBezTo>
                  <a:cubicBezTo>
                    <a:pt x="102" y="55"/>
                    <a:pt x="102" y="55"/>
                    <a:pt x="102" y="56"/>
                  </a:cubicBezTo>
                  <a:cubicBezTo>
                    <a:pt x="101" y="56"/>
                    <a:pt x="100" y="56"/>
                    <a:pt x="99" y="56"/>
                  </a:cubicBezTo>
                  <a:cubicBezTo>
                    <a:pt x="98" y="56"/>
                    <a:pt x="97" y="56"/>
                    <a:pt x="96" y="56"/>
                  </a:cubicBezTo>
                  <a:cubicBezTo>
                    <a:pt x="96" y="55"/>
                    <a:pt x="96" y="55"/>
                    <a:pt x="96" y="55"/>
                  </a:cubicBezTo>
                  <a:cubicBezTo>
                    <a:pt x="95" y="55"/>
                    <a:pt x="94" y="55"/>
                    <a:pt x="93" y="55"/>
                  </a:cubicBezTo>
                  <a:cubicBezTo>
                    <a:pt x="93" y="55"/>
                    <a:pt x="93" y="55"/>
                    <a:pt x="93" y="55"/>
                  </a:cubicBezTo>
                  <a:cubicBezTo>
                    <a:pt x="92" y="55"/>
                    <a:pt x="92" y="54"/>
                    <a:pt x="91" y="54"/>
                  </a:cubicBezTo>
                  <a:cubicBezTo>
                    <a:pt x="91" y="54"/>
                    <a:pt x="91" y="54"/>
                    <a:pt x="90" y="54"/>
                  </a:cubicBezTo>
                  <a:cubicBezTo>
                    <a:pt x="87" y="53"/>
                    <a:pt x="84" y="51"/>
                    <a:pt x="81" y="48"/>
                  </a:cubicBezTo>
                  <a:cubicBezTo>
                    <a:pt x="81" y="48"/>
                    <a:pt x="81" y="48"/>
                    <a:pt x="81" y="48"/>
                  </a:cubicBezTo>
                  <a:cubicBezTo>
                    <a:pt x="81" y="47"/>
                    <a:pt x="80" y="47"/>
                    <a:pt x="80" y="46"/>
                  </a:cubicBezTo>
                  <a:cubicBezTo>
                    <a:pt x="79" y="46"/>
                    <a:pt x="79" y="45"/>
                    <a:pt x="79" y="45"/>
                  </a:cubicBezTo>
                  <a:cubicBezTo>
                    <a:pt x="79" y="45"/>
                    <a:pt x="79" y="45"/>
                    <a:pt x="79" y="45"/>
                  </a:cubicBezTo>
                  <a:cubicBezTo>
                    <a:pt x="76" y="41"/>
                    <a:pt x="75" y="37"/>
                    <a:pt x="75" y="32"/>
                  </a:cubicBezTo>
                  <a:cubicBezTo>
                    <a:pt x="75" y="18"/>
                    <a:pt x="86" y="8"/>
                    <a:pt x="99" y="8"/>
                  </a:cubicBezTo>
                  <a:close/>
                  <a:moveTo>
                    <a:pt x="142" y="173"/>
                  </a:moveTo>
                  <a:cubicBezTo>
                    <a:pt x="140" y="174"/>
                    <a:pt x="140" y="174"/>
                    <a:pt x="140" y="174"/>
                  </a:cubicBezTo>
                  <a:cubicBezTo>
                    <a:pt x="140" y="194"/>
                    <a:pt x="140" y="194"/>
                    <a:pt x="140" y="194"/>
                  </a:cubicBezTo>
                  <a:cubicBezTo>
                    <a:pt x="140" y="195"/>
                    <a:pt x="140" y="195"/>
                    <a:pt x="140" y="195"/>
                  </a:cubicBezTo>
                  <a:cubicBezTo>
                    <a:pt x="125" y="195"/>
                    <a:pt x="125" y="195"/>
                    <a:pt x="125" y="195"/>
                  </a:cubicBezTo>
                  <a:cubicBezTo>
                    <a:pt x="125" y="195"/>
                    <a:pt x="124" y="195"/>
                    <a:pt x="124" y="194"/>
                  </a:cubicBezTo>
                  <a:cubicBezTo>
                    <a:pt x="124" y="180"/>
                    <a:pt x="124" y="180"/>
                    <a:pt x="124" y="180"/>
                  </a:cubicBezTo>
                  <a:cubicBezTo>
                    <a:pt x="119" y="182"/>
                    <a:pt x="119" y="182"/>
                    <a:pt x="119" y="182"/>
                  </a:cubicBezTo>
                  <a:cubicBezTo>
                    <a:pt x="105" y="185"/>
                    <a:pt x="91" y="185"/>
                    <a:pt x="78" y="181"/>
                  </a:cubicBezTo>
                  <a:cubicBezTo>
                    <a:pt x="73" y="180"/>
                    <a:pt x="73" y="180"/>
                    <a:pt x="73" y="180"/>
                  </a:cubicBezTo>
                  <a:cubicBezTo>
                    <a:pt x="73" y="194"/>
                    <a:pt x="73" y="194"/>
                    <a:pt x="73" y="194"/>
                  </a:cubicBezTo>
                  <a:cubicBezTo>
                    <a:pt x="73" y="194"/>
                    <a:pt x="72" y="195"/>
                    <a:pt x="72" y="195"/>
                  </a:cubicBezTo>
                  <a:cubicBezTo>
                    <a:pt x="57" y="195"/>
                    <a:pt x="57" y="195"/>
                    <a:pt x="57" y="195"/>
                  </a:cubicBezTo>
                  <a:cubicBezTo>
                    <a:pt x="57" y="195"/>
                    <a:pt x="57" y="194"/>
                    <a:pt x="57" y="194"/>
                  </a:cubicBezTo>
                  <a:cubicBezTo>
                    <a:pt x="57" y="176"/>
                    <a:pt x="57" y="176"/>
                    <a:pt x="57" y="176"/>
                  </a:cubicBezTo>
                  <a:cubicBezTo>
                    <a:pt x="58" y="173"/>
                    <a:pt x="58" y="173"/>
                    <a:pt x="58" y="173"/>
                  </a:cubicBezTo>
                  <a:cubicBezTo>
                    <a:pt x="55" y="171"/>
                    <a:pt x="55" y="171"/>
                    <a:pt x="55" y="171"/>
                  </a:cubicBezTo>
                  <a:cubicBezTo>
                    <a:pt x="47" y="167"/>
                    <a:pt x="41" y="161"/>
                    <a:pt x="35" y="153"/>
                  </a:cubicBezTo>
                  <a:cubicBezTo>
                    <a:pt x="34" y="152"/>
                    <a:pt x="34" y="152"/>
                    <a:pt x="34" y="152"/>
                  </a:cubicBezTo>
                  <a:cubicBezTo>
                    <a:pt x="12" y="152"/>
                    <a:pt x="12" y="152"/>
                    <a:pt x="12" y="152"/>
                  </a:cubicBezTo>
                  <a:cubicBezTo>
                    <a:pt x="10" y="152"/>
                    <a:pt x="8" y="150"/>
                    <a:pt x="8" y="147"/>
                  </a:cubicBezTo>
                  <a:cubicBezTo>
                    <a:pt x="8" y="112"/>
                    <a:pt x="8" y="112"/>
                    <a:pt x="8" y="112"/>
                  </a:cubicBezTo>
                  <a:cubicBezTo>
                    <a:pt x="8" y="109"/>
                    <a:pt x="10" y="107"/>
                    <a:pt x="12" y="107"/>
                  </a:cubicBezTo>
                  <a:cubicBezTo>
                    <a:pt x="23" y="107"/>
                    <a:pt x="23" y="107"/>
                    <a:pt x="23" y="107"/>
                  </a:cubicBezTo>
                  <a:cubicBezTo>
                    <a:pt x="24" y="104"/>
                    <a:pt x="24" y="104"/>
                    <a:pt x="24" y="104"/>
                  </a:cubicBezTo>
                  <a:cubicBezTo>
                    <a:pt x="26" y="95"/>
                    <a:pt x="30" y="86"/>
                    <a:pt x="36" y="78"/>
                  </a:cubicBezTo>
                  <a:cubicBezTo>
                    <a:pt x="38" y="76"/>
                    <a:pt x="38" y="76"/>
                    <a:pt x="38" y="76"/>
                  </a:cubicBezTo>
                  <a:cubicBezTo>
                    <a:pt x="29" y="64"/>
                    <a:pt x="29" y="64"/>
                    <a:pt x="29" y="64"/>
                  </a:cubicBezTo>
                  <a:cubicBezTo>
                    <a:pt x="33" y="63"/>
                    <a:pt x="38" y="64"/>
                    <a:pt x="43" y="67"/>
                  </a:cubicBezTo>
                  <a:cubicBezTo>
                    <a:pt x="46" y="69"/>
                    <a:pt x="46" y="69"/>
                    <a:pt x="46" y="69"/>
                  </a:cubicBezTo>
                  <a:cubicBezTo>
                    <a:pt x="48" y="67"/>
                    <a:pt x="48" y="67"/>
                    <a:pt x="48" y="67"/>
                  </a:cubicBezTo>
                  <a:cubicBezTo>
                    <a:pt x="56" y="60"/>
                    <a:pt x="65" y="56"/>
                    <a:pt x="75" y="53"/>
                  </a:cubicBezTo>
                  <a:cubicBezTo>
                    <a:pt x="75" y="53"/>
                    <a:pt x="75" y="53"/>
                    <a:pt x="75" y="53"/>
                  </a:cubicBezTo>
                  <a:cubicBezTo>
                    <a:pt x="76" y="54"/>
                    <a:pt x="76" y="54"/>
                    <a:pt x="77" y="55"/>
                  </a:cubicBezTo>
                  <a:cubicBezTo>
                    <a:pt x="77" y="55"/>
                    <a:pt x="77" y="55"/>
                    <a:pt x="77" y="55"/>
                  </a:cubicBezTo>
                  <a:cubicBezTo>
                    <a:pt x="78" y="56"/>
                    <a:pt x="79" y="57"/>
                    <a:pt x="80" y="57"/>
                  </a:cubicBezTo>
                  <a:cubicBezTo>
                    <a:pt x="80" y="57"/>
                    <a:pt x="80" y="57"/>
                    <a:pt x="80" y="57"/>
                  </a:cubicBezTo>
                  <a:cubicBezTo>
                    <a:pt x="80" y="58"/>
                    <a:pt x="81" y="58"/>
                    <a:pt x="81" y="58"/>
                  </a:cubicBezTo>
                  <a:cubicBezTo>
                    <a:pt x="76" y="59"/>
                    <a:pt x="71" y="61"/>
                    <a:pt x="66" y="64"/>
                  </a:cubicBezTo>
                  <a:cubicBezTo>
                    <a:pt x="64" y="65"/>
                    <a:pt x="63" y="67"/>
                    <a:pt x="64" y="69"/>
                  </a:cubicBezTo>
                  <a:cubicBezTo>
                    <a:pt x="65" y="71"/>
                    <a:pt x="68" y="72"/>
                    <a:pt x="70" y="71"/>
                  </a:cubicBezTo>
                  <a:cubicBezTo>
                    <a:pt x="79" y="66"/>
                    <a:pt x="89" y="64"/>
                    <a:pt x="100" y="64"/>
                  </a:cubicBezTo>
                  <a:cubicBezTo>
                    <a:pt x="111" y="64"/>
                    <a:pt x="122" y="67"/>
                    <a:pt x="131" y="72"/>
                  </a:cubicBezTo>
                  <a:cubicBezTo>
                    <a:pt x="132" y="72"/>
                    <a:pt x="132" y="72"/>
                    <a:pt x="133" y="72"/>
                  </a:cubicBezTo>
                  <a:cubicBezTo>
                    <a:pt x="135" y="72"/>
                    <a:pt x="136" y="71"/>
                    <a:pt x="137" y="70"/>
                  </a:cubicBezTo>
                  <a:cubicBezTo>
                    <a:pt x="138" y="68"/>
                    <a:pt x="137" y="66"/>
                    <a:pt x="135" y="65"/>
                  </a:cubicBezTo>
                  <a:cubicBezTo>
                    <a:pt x="129" y="62"/>
                    <a:pt x="123" y="59"/>
                    <a:pt x="117" y="58"/>
                  </a:cubicBezTo>
                  <a:cubicBezTo>
                    <a:pt x="117" y="58"/>
                    <a:pt x="118" y="58"/>
                    <a:pt x="118" y="57"/>
                  </a:cubicBezTo>
                  <a:cubicBezTo>
                    <a:pt x="118" y="57"/>
                    <a:pt x="118" y="57"/>
                    <a:pt x="119" y="57"/>
                  </a:cubicBezTo>
                  <a:cubicBezTo>
                    <a:pt x="119" y="56"/>
                    <a:pt x="120" y="56"/>
                    <a:pt x="120" y="55"/>
                  </a:cubicBezTo>
                  <a:cubicBezTo>
                    <a:pt x="121" y="55"/>
                    <a:pt x="121" y="55"/>
                    <a:pt x="121" y="55"/>
                  </a:cubicBezTo>
                  <a:cubicBezTo>
                    <a:pt x="122" y="54"/>
                    <a:pt x="122" y="53"/>
                    <a:pt x="123" y="53"/>
                  </a:cubicBezTo>
                  <a:cubicBezTo>
                    <a:pt x="123" y="53"/>
                    <a:pt x="123" y="52"/>
                    <a:pt x="123" y="52"/>
                  </a:cubicBezTo>
                  <a:cubicBezTo>
                    <a:pt x="155" y="61"/>
                    <a:pt x="177" y="87"/>
                    <a:pt x="177" y="116"/>
                  </a:cubicBezTo>
                  <a:cubicBezTo>
                    <a:pt x="177" y="139"/>
                    <a:pt x="164" y="160"/>
                    <a:pt x="142" y="173"/>
                  </a:cubicBezTo>
                  <a:close/>
                  <a:moveTo>
                    <a:pt x="196" y="107"/>
                  </a:moveTo>
                  <a:cubicBezTo>
                    <a:pt x="195" y="107"/>
                    <a:pt x="195" y="107"/>
                    <a:pt x="195" y="107"/>
                  </a:cubicBezTo>
                  <a:cubicBezTo>
                    <a:pt x="194" y="107"/>
                    <a:pt x="193" y="107"/>
                    <a:pt x="193" y="106"/>
                  </a:cubicBezTo>
                  <a:cubicBezTo>
                    <a:pt x="192" y="105"/>
                    <a:pt x="193" y="104"/>
                    <a:pt x="193" y="104"/>
                  </a:cubicBezTo>
                  <a:cubicBezTo>
                    <a:pt x="193" y="104"/>
                    <a:pt x="194" y="104"/>
                    <a:pt x="194" y="104"/>
                  </a:cubicBezTo>
                  <a:cubicBezTo>
                    <a:pt x="195" y="104"/>
                    <a:pt x="196" y="104"/>
                    <a:pt x="197" y="104"/>
                  </a:cubicBezTo>
                  <a:cubicBezTo>
                    <a:pt x="196" y="105"/>
                    <a:pt x="196" y="106"/>
                    <a:pt x="196" y="107"/>
                  </a:cubicBezTo>
                  <a:close/>
                  <a:moveTo>
                    <a:pt x="55" y="103"/>
                  </a:moveTo>
                  <a:cubicBezTo>
                    <a:pt x="55" y="107"/>
                    <a:pt x="52" y="110"/>
                    <a:pt x="49" y="110"/>
                  </a:cubicBezTo>
                  <a:cubicBezTo>
                    <a:pt x="45" y="110"/>
                    <a:pt x="42" y="107"/>
                    <a:pt x="42" y="103"/>
                  </a:cubicBezTo>
                  <a:cubicBezTo>
                    <a:pt x="42" y="99"/>
                    <a:pt x="45" y="96"/>
                    <a:pt x="49" y="96"/>
                  </a:cubicBezTo>
                  <a:cubicBezTo>
                    <a:pt x="52" y="96"/>
                    <a:pt x="55" y="99"/>
                    <a:pt x="55" y="10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8" name="组合 17"/>
          <p:cNvGrpSpPr>
            <a:grpSpLocks/>
          </p:cNvGrpSpPr>
          <p:nvPr/>
        </p:nvGrpSpPr>
        <p:grpSpPr bwMode="auto">
          <a:xfrm>
            <a:off x="3839351" y="1868435"/>
            <a:ext cx="1823230" cy="1823231"/>
            <a:chOff x="3640853" y="1914525"/>
            <a:chExt cx="1728787" cy="1728787"/>
          </a:xfrm>
        </p:grpSpPr>
        <p:sp>
          <p:nvSpPr>
            <p:cNvPr id="6" name="椭圆 5"/>
            <p:cNvSpPr/>
            <p:nvPr/>
          </p:nvSpPr>
          <p:spPr>
            <a:xfrm>
              <a:off x="3640853" y="1914525"/>
              <a:ext cx="1728787" cy="172878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300" name="Freeform 133"/>
            <p:cNvSpPr>
              <a:spLocks noEditPoints="1"/>
            </p:cNvSpPr>
            <p:nvPr/>
          </p:nvSpPr>
          <p:spPr bwMode="auto">
            <a:xfrm>
              <a:off x="4112754" y="2386427"/>
              <a:ext cx="784984" cy="784982"/>
            </a:xfrm>
            <a:custGeom>
              <a:avLst/>
              <a:gdLst>
                <a:gd name="T0" fmla="*/ 0 w 80"/>
                <a:gd name="T1" fmla="*/ 2147483646 h 80"/>
                <a:gd name="T2" fmla="*/ 2147483646 w 80"/>
                <a:gd name="T3" fmla="*/ 2147483646 h 80"/>
                <a:gd name="T4" fmla="*/ 2147483646 w 80"/>
                <a:gd name="T5" fmla="*/ 2147483646 h 80"/>
                <a:gd name="T6" fmla="*/ 2147483646 w 80"/>
                <a:gd name="T7" fmla="*/ 2147483646 h 80"/>
                <a:gd name="T8" fmla="*/ 2147483646 w 80"/>
                <a:gd name="T9" fmla="*/ 2147483646 h 80"/>
                <a:gd name="T10" fmla="*/ 1733058238 w 80"/>
                <a:gd name="T11" fmla="*/ 2147483646 h 80"/>
                <a:gd name="T12" fmla="*/ 770245925 w 80"/>
                <a:gd name="T13" fmla="*/ 2147483646 h 80"/>
                <a:gd name="T14" fmla="*/ 2147483646 w 80"/>
                <a:gd name="T15" fmla="*/ 1829331865 h 80"/>
                <a:gd name="T16" fmla="*/ 2147483646 w 80"/>
                <a:gd name="T17" fmla="*/ 288843939 h 80"/>
                <a:gd name="T18" fmla="*/ 2147483646 w 80"/>
                <a:gd name="T19" fmla="*/ 1829331865 h 80"/>
                <a:gd name="T20" fmla="*/ 2147483646 w 80"/>
                <a:gd name="T21" fmla="*/ 2147483646 h 80"/>
                <a:gd name="T22" fmla="*/ 2147483646 w 80"/>
                <a:gd name="T23" fmla="*/ 2118175804 h 80"/>
                <a:gd name="T24" fmla="*/ 2147483646 w 80"/>
                <a:gd name="T25" fmla="*/ 1829331865 h 80"/>
                <a:gd name="T26" fmla="*/ 2147483646 w 80"/>
                <a:gd name="T27" fmla="*/ 288843939 h 80"/>
                <a:gd name="T28" fmla="*/ 2147483646 w 80"/>
                <a:gd name="T29" fmla="*/ 1829331865 h 80"/>
                <a:gd name="T30" fmla="*/ 2147483646 w 80"/>
                <a:gd name="T31" fmla="*/ 2147483646 h 80"/>
                <a:gd name="T32" fmla="*/ 2147483646 w 80"/>
                <a:gd name="T33" fmla="*/ 2118175804 h 80"/>
                <a:gd name="T34" fmla="*/ 1733058238 w 80"/>
                <a:gd name="T35" fmla="*/ 2147483646 h 80"/>
                <a:gd name="T36" fmla="*/ 770245925 w 80"/>
                <a:gd name="T37" fmla="*/ 2118175804 h 80"/>
                <a:gd name="T38" fmla="*/ 1733058238 w 80"/>
                <a:gd name="T39" fmla="*/ 2147483646 h 80"/>
                <a:gd name="T40" fmla="*/ 2147483646 w 80"/>
                <a:gd name="T41" fmla="*/ 2147483646 h 80"/>
                <a:gd name="T42" fmla="*/ 2147483646 w 80"/>
                <a:gd name="T43" fmla="*/ 2147483646 h 80"/>
                <a:gd name="T44" fmla="*/ 2147483646 w 80"/>
                <a:gd name="T45" fmla="*/ 2147483646 h 80"/>
                <a:gd name="T46" fmla="*/ 2147483646 w 80"/>
                <a:gd name="T47" fmla="*/ 2147483646 h 80"/>
                <a:gd name="T48" fmla="*/ 2147483646 w 80"/>
                <a:gd name="T49" fmla="*/ 2147483646 h 80"/>
                <a:gd name="T50" fmla="*/ 2147483646 w 80"/>
                <a:gd name="T51" fmla="*/ 2147483646 h 80"/>
                <a:gd name="T52" fmla="*/ 2147483646 w 80"/>
                <a:gd name="T53" fmla="*/ 2147483646 h 80"/>
                <a:gd name="T54" fmla="*/ 2147483646 w 80"/>
                <a:gd name="T55" fmla="*/ 2147483646 h 80"/>
                <a:gd name="T56" fmla="*/ 2147483646 w 80"/>
                <a:gd name="T57" fmla="*/ 2147483646 h 80"/>
                <a:gd name="T58" fmla="*/ 2147483646 w 80"/>
                <a:gd name="T59" fmla="*/ 2147483646 h 80"/>
                <a:gd name="T60" fmla="*/ 2147483646 w 80"/>
                <a:gd name="T61" fmla="*/ 2147483646 h 80"/>
                <a:gd name="T62" fmla="*/ 2147483646 w 80"/>
                <a:gd name="T63" fmla="*/ 2118175804 h 80"/>
                <a:gd name="T64" fmla="*/ 2147483646 w 80"/>
                <a:gd name="T65" fmla="*/ 2147483646 h 80"/>
                <a:gd name="T66" fmla="*/ 2147483646 w 80"/>
                <a:gd name="T67" fmla="*/ 1829331865 h 80"/>
                <a:gd name="T68" fmla="*/ 2147483646 w 80"/>
                <a:gd name="T69" fmla="*/ 1251653799 h 80"/>
                <a:gd name="T70" fmla="*/ 1347935276 w 80"/>
                <a:gd name="T71" fmla="*/ 1251653799 h 80"/>
                <a:gd name="T72" fmla="*/ 2118191013 w 80"/>
                <a:gd name="T73" fmla="*/ 1829331865 h 80"/>
                <a:gd name="T74" fmla="*/ 1347935276 w 80"/>
                <a:gd name="T75" fmla="*/ 1251653799 h 80"/>
                <a:gd name="T76" fmla="*/ 2118191013 w 80"/>
                <a:gd name="T77" fmla="*/ 2147483646 h 80"/>
                <a:gd name="T78" fmla="*/ 1347935276 w 80"/>
                <a:gd name="T79" fmla="*/ 2147483646 h 80"/>
                <a:gd name="T80" fmla="*/ 2147483646 w 80"/>
                <a:gd name="T81" fmla="*/ 2147483646 h 80"/>
                <a:gd name="T82" fmla="*/ 2147483646 w 80"/>
                <a:gd name="T83" fmla="*/ 2147483646 h 80"/>
                <a:gd name="T84" fmla="*/ 2147483646 w 80"/>
                <a:gd name="T85" fmla="*/ 2147483646 h 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0" h="80">
                  <a:moveTo>
                    <a:pt x="40" y="0"/>
                  </a:moveTo>
                  <a:cubicBezTo>
                    <a:pt x="18" y="0"/>
                    <a:pt x="0" y="18"/>
                    <a:pt x="0" y="40"/>
                  </a:cubicBezTo>
                  <a:cubicBezTo>
                    <a:pt x="0" y="62"/>
                    <a:pt x="18" y="80"/>
                    <a:pt x="40" y="80"/>
                  </a:cubicBezTo>
                  <a:cubicBezTo>
                    <a:pt x="62" y="80"/>
                    <a:pt x="80" y="62"/>
                    <a:pt x="80" y="40"/>
                  </a:cubicBezTo>
                  <a:cubicBezTo>
                    <a:pt x="80" y="18"/>
                    <a:pt x="62" y="0"/>
                    <a:pt x="40" y="0"/>
                  </a:cubicBezTo>
                  <a:close/>
                  <a:moveTo>
                    <a:pt x="33" y="76"/>
                  </a:moveTo>
                  <a:cubicBezTo>
                    <a:pt x="30" y="72"/>
                    <a:pt x="27" y="67"/>
                    <a:pt x="25" y="61"/>
                  </a:cubicBezTo>
                  <a:cubicBezTo>
                    <a:pt x="39" y="61"/>
                    <a:pt x="39" y="61"/>
                    <a:pt x="39" y="61"/>
                  </a:cubicBezTo>
                  <a:cubicBezTo>
                    <a:pt x="39" y="77"/>
                    <a:pt x="39" y="77"/>
                    <a:pt x="39" y="77"/>
                  </a:cubicBezTo>
                  <a:cubicBezTo>
                    <a:pt x="37" y="77"/>
                    <a:pt x="35" y="77"/>
                    <a:pt x="33" y="76"/>
                  </a:cubicBezTo>
                  <a:close/>
                  <a:moveTo>
                    <a:pt x="3" y="41"/>
                  </a:moveTo>
                  <a:cubicBezTo>
                    <a:pt x="18" y="41"/>
                    <a:pt x="18" y="41"/>
                    <a:pt x="18" y="41"/>
                  </a:cubicBezTo>
                  <a:cubicBezTo>
                    <a:pt x="19" y="47"/>
                    <a:pt x="19" y="53"/>
                    <a:pt x="21" y="58"/>
                  </a:cubicBezTo>
                  <a:cubicBezTo>
                    <a:pt x="8" y="58"/>
                    <a:pt x="8" y="58"/>
                    <a:pt x="8" y="58"/>
                  </a:cubicBezTo>
                  <a:cubicBezTo>
                    <a:pt x="5" y="53"/>
                    <a:pt x="3" y="47"/>
                    <a:pt x="3" y="41"/>
                  </a:cubicBezTo>
                  <a:close/>
                  <a:moveTo>
                    <a:pt x="42" y="19"/>
                  </a:moveTo>
                  <a:cubicBezTo>
                    <a:pt x="42" y="3"/>
                    <a:pt x="42" y="3"/>
                    <a:pt x="42" y="3"/>
                  </a:cubicBezTo>
                  <a:cubicBezTo>
                    <a:pt x="43" y="3"/>
                    <a:pt x="45" y="3"/>
                    <a:pt x="46" y="3"/>
                  </a:cubicBezTo>
                  <a:cubicBezTo>
                    <a:pt x="50" y="8"/>
                    <a:pt x="53" y="13"/>
                    <a:pt x="55" y="19"/>
                  </a:cubicBezTo>
                  <a:lnTo>
                    <a:pt x="42" y="19"/>
                  </a:lnTo>
                  <a:close/>
                  <a:moveTo>
                    <a:pt x="56" y="22"/>
                  </a:moveTo>
                  <a:cubicBezTo>
                    <a:pt x="58" y="27"/>
                    <a:pt x="58" y="33"/>
                    <a:pt x="59" y="38"/>
                  </a:cubicBezTo>
                  <a:cubicBezTo>
                    <a:pt x="42" y="38"/>
                    <a:pt x="42" y="38"/>
                    <a:pt x="42" y="38"/>
                  </a:cubicBezTo>
                  <a:cubicBezTo>
                    <a:pt x="42" y="22"/>
                    <a:pt x="42" y="22"/>
                    <a:pt x="42" y="22"/>
                  </a:cubicBezTo>
                  <a:lnTo>
                    <a:pt x="56" y="22"/>
                  </a:lnTo>
                  <a:close/>
                  <a:moveTo>
                    <a:pt x="39" y="19"/>
                  </a:moveTo>
                  <a:cubicBezTo>
                    <a:pt x="25" y="19"/>
                    <a:pt x="25" y="19"/>
                    <a:pt x="25" y="19"/>
                  </a:cubicBezTo>
                  <a:cubicBezTo>
                    <a:pt x="27" y="13"/>
                    <a:pt x="30" y="8"/>
                    <a:pt x="33" y="3"/>
                  </a:cubicBezTo>
                  <a:cubicBezTo>
                    <a:pt x="35" y="3"/>
                    <a:pt x="37" y="3"/>
                    <a:pt x="39" y="3"/>
                  </a:cubicBezTo>
                  <a:lnTo>
                    <a:pt x="39" y="19"/>
                  </a:lnTo>
                  <a:close/>
                  <a:moveTo>
                    <a:pt x="39" y="22"/>
                  </a:moveTo>
                  <a:cubicBezTo>
                    <a:pt x="39" y="38"/>
                    <a:pt x="39" y="38"/>
                    <a:pt x="39" y="38"/>
                  </a:cubicBezTo>
                  <a:cubicBezTo>
                    <a:pt x="21" y="38"/>
                    <a:pt x="21" y="38"/>
                    <a:pt x="21" y="38"/>
                  </a:cubicBezTo>
                  <a:cubicBezTo>
                    <a:pt x="21" y="33"/>
                    <a:pt x="22" y="27"/>
                    <a:pt x="24" y="22"/>
                  </a:cubicBezTo>
                  <a:lnTo>
                    <a:pt x="39" y="22"/>
                  </a:lnTo>
                  <a:close/>
                  <a:moveTo>
                    <a:pt x="18" y="38"/>
                  </a:moveTo>
                  <a:cubicBezTo>
                    <a:pt x="3" y="38"/>
                    <a:pt x="3" y="38"/>
                    <a:pt x="3" y="38"/>
                  </a:cubicBezTo>
                  <a:cubicBezTo>
                    <a:pt x="3" y="32"/>
                    <a:pt x="5" y="27"/>
                    <a:pt x="8" y="22"/>
                  </a:cubicBezTo>
                  <a:cubicBezTo>
                    <a:pt x="21" y="22"/>
                    <a:pt x="21" y="22"/>
                    <a:pt x="21" y="22"/>
                  </a:cubicBezTo>
                  <a:cubicBezTo>
                    <a:pt x="19" y="27"/>
                    <a:pt x="19" y="33"/>
                    <a:pt x="18" y="38"/>
                  </a:cubicBezTo>
                  <a:close/>
                  <a:moveTo>
                    <a:pt x="21" y="41"/>
                  </a:moveTo>
                  <a:cubicBezTo>
                    <a:pt x="39" y="41"/>
                    <a:pt x="39" y="41"/>
                    <a:pt x="39" y="41"/>
                  </a:cubicBezTo>
                  <a:cubicBezTo>
                    <a:pt x="39" y="58"/>
                    <a:pt x="39" y="58"/>
                    <a:pt x="39" y="58"/>
                  </a:cubicBezTo>
                  <a:cubicBezTo>
                    <a:pt x="24" y="58"/>
                    <a:pt x="24" y="58"/>
                    <a:pt x="24" y="58"/>
                  </a:cubicBezTo>
                  <a:cubicBezTo>
                    <a:pt x="22" y="53"/>
                    <a:pt x="21" y="47"/>
                    <a:pt x="21" y="41"/>
                  </a:cubicBezTo>
                  <a:close/>
                  <a:moveTo>
                    <a:pt x="42" y="61"/>
                  </a:moveTo>
                  <a:cubicBezTo>
                    <a:pt x="55" y="61"/>
                    <a:pt x="55" y="61"/>
                    <a:pt x="55" y="61"/>
                  </a:cubicBezTo>
                  <a:cubicBezTo>
                    <a:pt x="53" y="67"/>
                    <a:pt x="50" y="72"/>
                    <a:pt x="46" y="77"/>
                  </a:cubicBezTo>
                  <a:cubicBezTo>
                    <a:pt x="45" y="77"/>
                    <a:pt x="43" y="77"/>
                    <a:pt x="42" y="77"/>
                  </a:cubicBezTo>
                  <a:lnTo>
                    <a:pt x="42" y="61"/>
                  </a:lnTo>
                  <a:close/>
                  <a:moveTo>
                    <a:pt x="42" y="58"/>
                  </a:moveTo>
                  <a:cubicBezTo>
                    <a:pt x="42" y="41"/>
                    <a:pt x="42" y="41"/>
                    <a:pt x="42" y="41"/>
                  </a:cubicBezTo>
                  <a:cubicBezTo>
                    <a:pt x="59" y="41"/>
                    <a:pt x="59" y="41"/>
                    <a:pt x="59" y="41"/>
                  </a:cubicBezTo>
                  <a:cubicBezTo>
                    <a:pt x="58" y="47"/>
                    <a:pt x="58" y="53"/>
                    <a:pt x="56" y="58"/>
                  </a:cubicBezTo>
                  <a:lnTo>
                    <a:pt x="42" y="58"/>
                  </a:lnTo>
                  <a:close/>
                  <a:moveTo>
                    <a:pt x="61" y="41"/>
                  </a:moveTo>
                  <a:cubicBezTo>
                    <a:pt x="78" y="41"/>
                    <a:pt x="78" y="41"/>
                    <a:pt x="78" y="41"/>
                  </a:cubicBezTo>
                  <a:cubicBezTo>
                    <a:pt x="77" y="47"/>
                    <a:pt x="76" y="53"/>
                    <a:pt x="73" y="58"/>
                  </a:cubicBezTo>
                  <a:cubicBezTo>
                    <a:pt x="73" y="58"/>
                    <a:pt x="73" y="58"/>
                    <a:pt x="73" y="58"/>
                  </a:cubicBezTo>
                  <a:cubicBezTo>
                    <a:pt x="59" y="58"/>
                    <a:pt x="59" y="58"/>
                    <a:pt x="59" y="58"/>
                  </a:cubicBezTo>
                  <a:cubicBezTo>
                    <a:pt x="60" y="53"/>
                    <a:pt x="61" y="47"/>
                    <a:pt x="61" y="41"/>
                  </a:cubicBezTo>
                  <a:close/>
                  <a:moveTo>
                    <a:pt x="61" y="38"/>
                  </a:moveTo>
                  <a:cubicBezTo>
                    <a:pt x="61" y="33"/>
                    <a:pt x="60" y="27"/>
                    <a:pt x="59" y="22"/>
                  </a:cubicBezTo>
                  <a:cubicBezTo>
                    <a:pt x="73" y="22"/>
                    <a:pt x="73" y="22"/>
                    <a:pt x="73" y="22"/>
                  </a:cubicBezTo>
                  <a:cubicBezTo>
                    <a:pt x="76" y="27"/>
                    <a:pt x="77" y="32"/>
                    <a:pt x="78" y="38"/>
                  </a:cubicBezTo>
                  <a:lnTo>
                    <a:pt x="61" y="38"/>
                  </a:lnTo>
                  <a:close/>
                  <a:moveTo>
                    <a:pt x="71" y="19"/>
                  </a:moveTo>
                  <a:cubicBezTo>
                    <a:pt x="58" y="19"/>
                    <a:pt x="58" y="19"/>
                    <a:pt x="58" y="19"/>
                  </a:cubicBezTo>
                  <a:cubicBezTo>
                    <a:pt x="56" y="13"/>
                    <a:pt x="54" y="8"/>
                    <a:pt x="50" y="4"/>
                  </a:cubicBezTo>
                  <a:cubicBezTo>
                    <a:pt x="57" y="6"/>
                    <a:pt x="62" y="9"/>
                    <a:pt x="67" y="13"/>
                  </a:cubicBezTo>
                  <a:cubicBezTo>
                    <a:pt x="68" y="15"/>
                    <a:pt x="70" y="17"/>
                    <a:pt x="71" y="19"/>
                  </a:cubicBezTo>
                  <a:close/>
                  <a:moveTo>
                    <a:pt x="14" y="13"/>
                  </a:moveTo>
                  <a:cubicBezTo>
                    <a:pt x="18" y="9"/>
                    <a:pt x="23" y="6"/>
                    <a:pt x="29" y="4"/>
                  </a:cubicBezTo>
                  <a:cubicBezTo>
                    <a:pt x="26" y="9"/>
                    <a:pt x="24" y="14"/>
                    <a:pt x="22" y="19"/>
                  </a:cubicBezTo>
                  <a:cubicBezTo>
                    <a:pt x="9" y="19"/>
                    <a:pt x="9" y="19"/>
                    <a:pt x="9" y="19"/>
                  </a:cubicBezTo>
                  <a:cubicBezTo>
                    <a:pt x="11" y="17"/>
                    <a:pt x="12" y="15"/>
                    <a:pt x="14" y="13"/>
                  </a:cubicBezTo>
                  <a:close/>
                  <a:moveTo>
                    <a:pt x="9" y="61"/>
                  </a:moveTo>
                  <a:cubicBezTo>
                    <a:pt x="22" y="61"/>
                    <a:pt x="22" y="61"/>
                    <a:pt x="22" y="61"/>
                  </a:cubicBezTo>
                  <a:cubicBezTo>
                    <a:pt x="24" y="66"/>
                    <a:pt x="26" y="71"/>
                    <a:pt x="29" y="75"/>
                  </a:cubicBezTo>
                  <a:cubicBezTo>
                    <a:pt x="23" y="74"/>
                    <a:pt x="18" y="70"/>
                    <a:pt x="14" y="66"/>
                  </a:cubicBezTo>
                  <a:cubicBezTo>
                    <a:pt x="12" y="65"/>
                    <a:pt x="11" y="63"/>
                    <a:pt x="9" y="61"/>
                  </a:cubicBezTo>
                  <a:close/>
                  <a:moveTo>
                    <a:pt x="67" y="66"/>
                  </a:moveTo>
                  <a:cubicBezTo>
                    <a:pt x="62" y="71"/>
                    <a:pt x="57" y="74"/>
                    <a:pt x="50" y="76"/>
                  </a:cubicBezTo>
                  <a:cubicBezTo>
                    <a:pt x="54" y="71"/>
                    <a:pt x="56" y="66"/>
                    <a:pt x="58" y="61"/>
                  </a:cubicBezTo>
                  <a:cubicBezTo>
                    <a:pt x="71" y="61"/>
                    <a:pt x="71" y="61"/>
                    <a:pt x="71" y="61"/>
                  </a:cubicBezTo>
                  <a:cubicBezTo>
                    <a:pt x="70" y="63"/>
                    <a:pt x="68" y="65"/>
                    <a:pt x="67" y="6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3" name="右箭头 12"/>
          <p:cNvSpPr/>
          <p:nvPr/>
        </p:nvSpPr>
        <p:spPr>
          <a:xfrm>
            <a:off x="3090971" y="2576632"/>
            <a:ext cx="549146" cy="406836"/>
          </a:xfrm>
          <a:prstGeom prst="rightArrow">
            <a:avLst>
              <a:gd name="adj1" fmla="val 50000"/>
              <a:gd name="adj2" fmla="val 64815"/>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 name="右箭头 13"/>
          <p:cNvSpPr/>
          <p:nvPr/>
        </p:nvSpPr>
        <p:spPr>
          <a:xfrm>
            <a:off x="5863487" y="2576632"/>
            <a:ext cx="549146" cy="406836"/>
          </a:xfrm>
          <a:prstGeom prst="rightArrow">
            <a:avLst>
              <a:gd name="adj1" fmla="val 50000"/>
              <a:gd name="adj2" fmla="val 64815"/>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 name="右箭头 14"/>
          <p:cNvSpPr/>
          <p:nvPr/>
        </p:nvSpPr>
        <p:spPr>
          <a:xfrm>
            <a:off x="8636003" y="2576632"/>
            <a:ext cx="549146" cy="406836"/>
          </a:xfrm>
          <a:prstGeom prst="rightArrow">
            <a:avLst>
              <a:gd name="adj1" fmla="val 50000"/>
              <a:gd name="adj2" fmla="val 64815"/>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27" name="组合 26"/>
          <p:cNvGrpSpPr>
            <a:grpSpLocks/>
          </p:cNvGrpSpPr>
          <p:nvPr/>
        </p:nvGrpSpPr>
        <p:grpSpPr bwMode="auto">
          <a:xfrm>
            <a:off x="896064" y="3807188"/>
            <a:ext cx="2099478" cy="2785372"/>
            <a:chOff x="940651" y="3609990"/>
            <a:chExt cx="1989370" cy="2641244"/>
          </a:xfrm>
        </p:grpSpPr>
        <p:sp>
          <p:nvSpPr>
            <p:cNvPr id="20" name="文本框 19"/>
            <p:cNvSpPr txBox="1"/>
            <p:nvPr/>
          </p:nvSpPr>
          <p:spPr>
            <a:xfrm>
              <a:off x="1334445" y="3609990"/>
              <a:ext cx="1201780" cy="395336"/>
            </a:xfrm>
            <a:prstGeom prst="rect">
              <a:avLst/>
            </a:prstGeom>
            <a:noFill/>
          </p:spPr>
          <p:txBody>
            <a:bodyPr wrap="none">
              <a:spAutoFit/>
            </a:bodyPr>
            <a:lstStyle/>
            <a:p>
              <a:pPr algn="ctr" fontAlgn="auto">
                <a:spcBef>
                  <a:spcPts val="0"/>
                </a:spcBef>
                <a:spcAft>
                  <a:spcPts val="0"/>
                </a:spcAft>
                <a:defRPr/>
              </a:pPr>
              <a:r>
                <a:rPr lang="zh-CN" altLang="en-US" sz="2109" dirty="0">
                  <a:solidFill>
                    <a:schemeClr val="tx1">
                      <a:lumMod val="65000"/>
                      <a:lumOff val="35000"/>
                    </a:schemeClr>
                  </a:solidFill>
                  <a:latin typeface="微软雅黑 Light" panose="020B0502040204020203" pitchFamily="34" charset="-122"/>
                  <a:ea typeface="微软雅黑 Light" panose="020B0502040204020203" pitchFamily="34" charset="-122"/>
                </a:rPr>
                <a:t>文字内容</a:t>
              </a:r>
            </a:p>
          </p:txBody>
        </p:sp>
        <p:sp>
          <p:nvSpPr>
            <p:cNvPr id="26" name="矩形 25"/>
            <p:cNvSpPr/>
            <p:nvPr/>
          </p:nvSpPr>
          <p:spPr>
            <a:xfrm>
              <a:off x="940651" y="4010063"/>
              <a:ext cx="1989370" cy="2241171"/>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  </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 </a:t>
              </a:r>
            </a:p>
          </p:txBody>
        </p:sp>
      </p:grpSp>
      <p:grpSp>
        <p:nvGrpSpPr>
          <p:cNvPr id="28" name="组合 27"/>
          <p:cNvGrpSpPr>
            <a:grpSpLocks/>
          </p:cNvGrpSpPr>
          <p:nvPr/>
        </p:nvGrpSpPr>
        <p:grpSpPr bwMode="auto">
          <a:xfrm>
            <a:off x="3702064" y="3807188"/>
            <a:ext cx="2099478" cy="2785372"/>
            <a:chOff x="3510560" y="3609990"/>
            <a:chExt cx="1989370" cy="2641244"/>
          </a:xfrm>
        </p:grpSpPr>
        <p:sp>
          <p:nvSpPr>
            <p:cNvPr id="21" name="文本框 20"/>
            <p:cNvSpPr txBox="1"/>
            <p:nvPr/>
          </p:nvSpPr>
          <p:spPr>
            <a:xfrm>
              <a:off x="3904354" y="3609990"/>
              <a:ext cx="1201780" cy="395336"/>
            </a:xfrm>
            <a:prstGeom prst="rect">
              <a:avLst/>
            </a:prstGeom>
            <a:noFill/>
          </p:spPr>
          <p:txBody>
            <a:bodyPr wrap="none">
              <a:spAutoFit/>
            </a:bodyPr>
            <a:lstStyle/>
            <a:p>
              <a:pPr algn="ctr" fontAlgn="auto">
                <a:spcBef>
                  <a:spcPts val="0"/>
                </a:spcBef>
                <a:spcAft>
                  <a:spcPts val="0"/>
                </a:spcAft>
                <a:defRPr/>
              </a:pPr>
              <a:r>
                <a:rPr lang="zh-CN" altLang="en-US" sz="2109" dirty="0">
                  <a:solidFill>
                    <a:schemeClr val="tx1">
                      <a:lumMod val="65000"/>
                      <a:lumOff val="35000"/>
                    </a:schemeClr>
                  </a:solidFill>
                  <a:latin typeface="微软雅黑 Light" panose="020B0502040204020203" pitchFamily="34" charset="-122"/>
                  <a:ea typeface="微软雅黑 Light" panose="020B0502040204020203" pitchFamily="34" charset="-122"/>
                </a:rPr>
                <a:t>文字内容</a:t>
              </a:r>
            </a:p>
          </p:txBody>
        </p:sp>
        <p:sp>
          <p:nvSpPr>
            <p:cNvPr id="29" name="矩形 28"/>
            <p:cNvSpPr/>
            <p:nvPr/>
          </p:nvSpPr>
          <p:spPr>
            <a:xfrm>
              <a:off x="3510560" y="4010063"/>
              <a:ext cx="1989370" cy="2241171"/>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  </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 </a:t>
              </a:r>
            </a:p>
          </p:txBody>
        </p:sp>
      </p:grpSp>
      <p:grpSp>
        <p:nvGrpSpPr>
          <p:cNvPr id="33" name="组合 32"/>
          <p:cNvGrpSpPr>
            <a:grpSpLocks/>
          </p:cNvGrpSpPr>
          <p:nvPr/>
        </p:nvGrpSpPr>
        <p:grpSpPr bwMode="auto">
          <a:xfrm>
            <a:off x="6474580" y="3807188"/>
            <a:ext cx="2099478" cy="2785372"/>
            <a:chOff x="6139463" y="3609990"/>
            <a:chExt cx="1989370" cy="2641244"/>
          </a:xfrm>
        </p:grpSpPr>
        <p:sp>
          <p:nvSpPr>
            <p:cNvPr id="22" name="文本框 21"/>
            <p:cNvSpPr txBox="1"/>
            <p:nvPr/>
          </p:nvSpPr>
          <p:spPr>
            <a:xfrm>
              <a:off x="6533257" y="3609990"/>
              <a:ext cx="1201780" cy="395336"/>
            </a:xfrm>
            <a:prstGeom prst="rect">
              <a:avLst/>
            </a:prstGeom>
            <a:noFill/>
          </p:spPr>
          <p:txBody>
            <a:bodyPr wrap="none">
              <a:spAutoFit/>
            </a:bodyPr>
            <a:lstStyle/>
            <a:p>
              <a:pPr algn="ctr" fontAlgn="auto">
                <a:spcBef>
                  <a:spcPts val="0"/>
                </a:spcBef>
                <a:spcAft>
                  <a:spcPts val="0"/>
                </a:spcAft>
                <a:defRPr/>
              </a:pPr>
              <a:r>
                <a:rPr lang="zh-CN" altLang="en-US" sz="2109" dirty="0">
                  <a:solidFill>
                    <a:schemeClr val="tx1">
                      <a:lumMod val="65000"/>
                      <a:lumOff val="35000"/>
                    </a:schemeClr>
                  </a:solidFill>
                  <a:latin typeface="微软雅黑 Light" panose="020B0502040204020203" pitchFamily="34" charset="-122"/>
                  <a:ea typeface="微软雅黑 Light" panose="020B0502040204020203" pitchFamily="34" charset="-122"/>
                </a:rPr>
                <a:t>文字内容</a:t>
              </a:r>
            </a:p>
          </p:txBody>
        </p:sp>
        <p:sp>
          <p:nvSpPr>
            <p:cNvPr id="30" name="矩形 29"/>
            <p:cNvSpPr/>
            <p:nvPr/>
          </p:nvSpPr>
          <p:spPr>
            <a:xfrm>
              <a:off x="6139463" y="4010063"/>
              <a:ext cx="1989370" cy="2241171"/>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  </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 </a:t>
              </a:r>
            </a:p>
          </p:txBody>
        </p:sp>
      </p:grpSp>
      <p:grpSp>
        <p:nvGrpSpPr>
          <p:cNvPr id="35" name="组合 34"/>
          <p:cNvGrpSpPr>
            <a:grpSpLocks/>
          </p:cNvGrpSpPr>
          <p:nvPr/>
        </p:nvGrpSpPr>
        <p:grpSpPr bwMode="auto">
          <a:xfrm>
            <a:off x="9185149" y="3807187"/>
            <a:ext cx="2097804" cy="2785373"/>
            <a:chOff x="8709372" y="3609990"/>
            <a:chExt cx="1989370" cy="2642335"/>
          </a:xfrm>
        </p:grpSpPr>
        <p:sp>
          <p:nvSpPr>
            <p:cNvPr id="23" name="文本框 22"/>
            <p:cNvSpPr txBox="1"/>
            <p:nvPr/>
          </p:nvSpPr>
          <p:spPr>
            <a:xfrm>
              <a:off x="9161433" y="3609990"/>
              <a:ext cx="1202739" cy="395499"/>
            </a:xfrm>
            <a:prstGeom prst="rect">
              <a:avLst/>
            </a:prstGeom>
            <a:noFill/>
          </p:spPr>
          <p:txBody>
            <a:bodyPr wrap="none">
              <a:spAutoFit/>
            </a:bodyPr>
            <a:lstStyle/>
            <a:p>
              <a:pPr algn="ctr" fontAlgn="auto">
                <a:spcBef>
                  <a:spcPts val="0"/>
                </a:spcBef>
                <a:spcAft>
                  <a:spcPts val="0"/>
                </a:spcAft>
                <a:defRPr/>
              </a:pPr>
              <a:r>
                <a:rPr lang="zh-CN" altLang="en-US" sz="2109" dirty="0">
                  <a:solidFill>
                    <a:schemeClr val="tx1">
                      <a:lumMod val="65000"/>
                      <a:lumOff val="35000"/>
                    </a:schemeClr>
                  </a:solidFill>
                  <a:latin typeface="微软雅黑 Light" panose="020B0502040204020203" pitchFamily="34" charset="-122"/>
                  <a:ea typeface="微软雅黑 Light" panose="020B0502040204020203" pitchFamily="34" charset="-122"/>
                </a:rPr>
                <a:t>文字内容</a:t>
              </a:r>
            </a:p>
          </p:txBody>
        </p:sp>
        <p:sp>
          <p:nvSpPr>
            <p:cNvPr id="31" name="矩形 30"/>
            <p:cNvSpPr/>
            <p:nvPr/>
          </p:nvSpPr>
          <p:spPr>
            <a:xfrm>
              <a:off x="8709372" y="4010228"/>
              <a:ext cx="1989370" cy="2242097"/>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  </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 </a:t>
              </a:r>
            </a:p>
          </p:txBody>
        </p:sp>
      </p:grpSp>
      <p:sp>
        <p:nvSpPr>
          <p:cNvPr id="32" name="椭圆 31"/>
          <p:cNvSpPr/>
          <p:nvPr/>
        </p:nvSpPr>
        <p:spPr>
          <a:xfrm>
            <a:off x="994843" y="1911965"/>
            <a:ext cx="244437" cy="2461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9" name="椭圆 38"/>
          <p:cNvSpPr/>
          <p:nvPr/>
        </p:nvSpPr>
        <p:spPr>
          <a:xfrm>
            <a:off x="643255" y="2698850"/>
            <a:ext cx="162400" cy="162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0" name="椭圆 39"/>
          <p:cNvSpPr/>
          <p:nvPr/>
        </p:nvSpPr>
        <p:spPr>
          <a:xfrm>
            <a:off x="2809702" y="3413745"/>
            <a:ext cx="162400" cy="1640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3" name="椭圆 42"/>
          <p:cNvSpPr/>
          <p:nvPr/>
        </p:nvSpPr>
        <p:spPr>
          <a:xfrm>
            <a:off x="4053651" y="1911965"/>
            <a:ext cx="244437" cy="2461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4" name="椭圆 43"/>
          <p:cNvSpPr/>
          <p:nvPr/>
        </p:nvSpPr>
        <p:spPr>
          <a:xfrm>
            <a:off x="5749640" y="3278132"/>
            <a:ext cx="110499" cy="11049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5" name="椭圆 44"/>
          <p:cNvSpPr/>
          <p:nvPr/>
        </p:nvSpPr>
        <p:spPr>
          <a:xfrm>
            <a:off x="5500182" y="3413745"/>
            <a:ext cx="162399" cy="1640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0" name="椭圆 49"/>
          <p:cNvSpPr/>
          <p:nvPr/>
        </p:nvSpPr>
        <p:spPr>
          <a:xfrm rot="10800000">
            <a:off x="8060070" y="3366866"/>
            <a:ext cx="244437" cy="24611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1" name="椭圆 50"/>
          <p:cNvSpPr/>
          <p:nvPr/>
        </p:nvSpPr>
        <p:spPr>
          <a:xfrm rot="10800000">
            <a:off x="6498019" y="2136311"/>
            <a:ext cx="110499" cy="11049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2" name="椭圆 51"/>
          <p:cNvSpPr/>
          <p:nvPr/>
        </p:nvSpPr>
        <p:spPr>
          <a:xfrm rot="10800000">
            <a:off x="8435097" y="3212838"/>
            <a:ext cx="164074" cy="16239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4" name="椭圆 53"/>
          <p:cNvSpPr/>
          <p:nvPr/>
        </p:nvSpPr>
        <p:spPr>
          <a:xfrm rot="10800000">
            <a:off x="11408519" y="2906454"/>
            <a:ext cx="244437" cy="2444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5" name="椭圆 54"/>
          <p:cNvSpPr/>
          <p:nvPr/>
        </p:nvSpPr>
        <p:spPr>
          <a:xfrm rot="10800000">
            <a:off x="10807473" y="3333382"/>
            <a:ext cx="333170" cy="333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6" name="椭圆 55"/>
          <p:cNvSpPr/>
          <p:nvPr/>
        </p:nvSpPr>
        <p:spPr>
          <a:xfrm rot="10800000">
            <a:off x="11306392" y="2616814"/>
            <a:ext cx="162399" cy="16239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6" name="文本框 45"/>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2663397659"/>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p:cTn id="11" dur="500" fill="hold"/>
                                        <p:tgtEl>
                                          <p:spTgt spid="32"/>
                                        </p:tgtEl>
                                        <p:attrNameLst>
                                          <p:attrName>ppt_w</p:attrName>
                                        </p:attrNameLst>
                                      </p:cBhvr>
                                      <p:tavLst>
                                        <p:tav tm="0">
                                          <p:val>
                                            <p:fltVal val="0"/>
                                          </p:val>
                                        </p:tav>
                                        <p:tav tm="100000">
                                          <p:val>
                                            <p:strVal val="#ppt_w"/>
                                          </p:val>
                                        </p:tav>
                                      </p:tavLst>
                                    </p:anim>
                                    <p:anim calcmode="lin" valueType="num">
                                      <p:cBhvr>
                                        <p:cTn id="12" dur="500" fill="hold"/>
                                        <p:tgtEl>
                                          <p:spTgt spid="32"/>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p:cTn id="15" dur="500" fill="hold"/>
                                        <p:tgtEl>
                                          <p:spTgt spid="39"/>
                                        </p:tgtEl>
                                        <p:attrNameLst>
                                          <p:attrName>ppt_w</p:attrName>
                                        </p:attrNameLst>
                                      </p:cBhvr>
                                      <p:tavLst>
                                        <p:tav tm="0">
                                          <p:val>
                                            <p:fltVal val="0"/>
                                          </p:val>
                                        </p:tav>
                                        <p:tav tm="100000">
                                          <p:val>
                                            <p:strVal val="#ppt_w"/>
                                          </p:val>
                                        </p:tav>
                                      </p:tavLst>
                                    </p:anim>
                                    <p:anim calcmode="lin" valueType="num">
                                      <p:cBhvr>
                                        <p:cTn id="16" dur="500" fill="hold"/>
                                        <p:tgtEl>
                                          <p:spTgt spid="39"/>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p:cTn id="19" dur="500" fill="hold"/>
                                        <p:tgtEl>
                                          <p:spTgt spid="40"/>
                                        </p:tgtEl>
                                        <p:attrNameLst>
                                          <p:attrName>ppt_w</p:attrName>
                                        </p:attrNameLst>
                                      </p:cBhvr>
                                      <p:tavLst>
                                        <p:tav tm="0">
                                          <p:val>
                                            <p:fltVal val="0"/>
                                          </p:val>
                                        </p:tav>
                                        <p:tav tm="100000">
                                          <p:val>
                                            <p:strVal val="#ppt_w"/>
                                          </p:val>
                                        </p:tav>
                                      </p:tavLst>
                                    </p:anim>
                                    <p:anim calcmode="lin" valueType="num">
                                      <p:cBhvr>
                                        <p:cTn id="20" dur="500" fill="hold"/>
                                        <p:tgtEl>
                                          <p:spTgt spid="40"/>
                                        </p:tgtEl>
                                        <p:attrNameLst>
                                          <p:attrName>ppt_h</p:attrName>
                                        </p:attrNameLst>
                                      </p:cBhvr>
                                      <p:tavLst>
                                        <p:tav tm="0">
                                          <p:val>
                                            <p:fltVal val="0"/>
                                          </p:val>
                                        </p:tav>
                                        <p:tav tm="100000">
                                          <p:val>
                                            <p:strVal val="#ppt_h"/>
                                          </p:val>
                                        </p:tav>
                                      </p:tavLst>
                                    </p:anim>
                                  </p:childTnLst>
                                </p:cTn>
                              </p:par>
                              <p:par>
                                <p:cTn id="21" presetID="12" presetClass="entr" presetSubtype="1" fill="hold" nodeType="withEffect">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p:tgtEl>
                                          <p:spTgt spid="27"/>
                                        </p:tgtEl>
                                        <p:attrNameLst>
                                          <p:attrName>ppt_y</p:attrName>
                                        </p:attrNameLst>
                                      </p:cBhvr>
                                      <p:tavLst>
                                        <p:tav tm="0">
                                          <p:val>
                                            <p:strVal val="#ppt_y-#ppt_h*1.125000"/>
                                          </p:val>
                                        </p:tav>
                                        <p:tav tm="100000">
                                          <p:val>
                                            <p:strVal val="#ppt_y"/>
                                          </p:val>
                                        </p:tav>
                                      </p:tavLst>
                                    </p:anim>
                                    <p:animEffect transition="in" filter="wipe(down)">
                                      <p:cBhvr>
                                        <p:cTn id="24" dur="500"/>
                                        <p:tgtEl>
                                          <p:spTgt spid="27"/>
                                        </p:tgtEl>
                                      </p:cBhvr>
                                    </p:animEffect>
                                  </p:childTnLst>
                                </p:cTn>
                              </p:par>
                              <p:par>
                                <p:cTn id="25" presetID="10" presetClass="entr" presetSubtype="0" fill="hold" grpId="0" nodeType="withEffect">
                                  <p:stCondLst>
                                    <p:cond delay="90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childTnLst>
                                </p:cTn>
                              </p:par>
                            </p:childTnLst>
                          </p:cTn>
                        </p:par>
                        <p:par>
                          <p:cTn id="28" fill="hold" nodeType="afterGroup">
                            <p:stCondLst>
                              <p:cond delay="1150"/>
                            </p:stCondLst>
                            <p:childTnLst>
                              <p:par>
                                <p:cTn id="29" presetID="53" presetClass="entr" presetSubtype="16"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500" fill="hold"/>
                                        <p:tgtEl>
                                          <p:spTgt spid="18"/>
                                        </p:tgtEl>
                                        <p:attrNameLst>
                                          <p:attrName>ppt_w</p:attrName>
                                        </p:attrNameLst>
                                      </p:cBhvr>
                                      <p:tavLst>
                                        <p:tav tm="0">
                                          <p:val>
                                            <p:fltVal val="0"/>
                                          </p:val>
                                        </p:tav>
                                        <p:tav tm="100000">
                                          <p:val>
                                            <p:strVal val="#ppt_w"/>
                                          </p:val>
                                        </p:tav>
                                      </p:tavLst>
                                    </p:anim>
                                    <p:anim calcmode="lin" valueType="num">
                                      <p:cBhvr>
                                        <p:cTn id="32" dur="500" fill="hold"/>
                                        <p:tgtEl>
                                          <p:spTgt spid="18"/>
                                        </p:tgtEl>
                                        <p:attrNameLst>
                                          <p:attrName>ppt_h</p:attrName>
                                        </p:attrNameLst>
                                      </p:cBhvr>
                                      <p:tavLst>
                                        <p:tav tm="0">
                                          <p:val>
                                            <p:fltVal val="0"/>
                                          </p:val>
                                        </p:tav>
                                        <p:tav tm="100000">
                                          <p:val>
                                            <p:strVal val="#ppt_h"/>
                                          </p:val>
                                        </p:tav>
                                      </p:tavLst>
                                    </p:anim>
                                    <p:animEffect transition="in" filter="fade">
                                      <p:cBhvr>
                                        <p:cTn id="33" dur="500"/>
                                        <p:tgtEl>
                                          <p:spTgt spid="18"/>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43"/>
                                        </p:tgtEl>
                                        <p:attrNameLst>
                                          <p:attrName>style.visibility</p:attrName>
                                        </p:attrNameLst>
                                      </p:cBhvr>
                                      <p:to>
                                        <p:strVal val="visible"/>
                                      </p:to>
                                    </p:set>
                                    <p:anim calcmode="lin" valueType="num">
                                      <p:cBhvr>
                                        <p:cTn id="36" dur="500" fill="hold"/>
                                        <p:tgtEl>
                                          <p:spTgt spid="43"/>
                                        </p:tgtEl>
                                        <p:attrNameLst>
                                          <p:attrName>ppt_w</p:attrName>
                                        </p:attrNameLst>
                                      </p:cBhvr>
                                      <p:tavLst>
                                        <p:tav tm="0">
                                          <p:val>
                                            <p:fltVal val="0"/>
                                          </p:val>
                                        </p:tav>
                                        <p:tav tm="100000">
                                          <p:val>
                                            <p:strVal val="#ppt_w"/>
                                          </p:val>
                                        </p:tav>
                                      </p:tavLst>
                                    </p:anim>
                                    <p:anim calcmode="lin" valueType="num">
                                      <p:cBhvr>
                                        <p:cTn id="37" dur="500" fill="hold"/>
                                        <p:tgtEl>
                                          <p:spTgt spid="43"/>
                                        </p:tgtEl>
                                        <p:attrNameLst>
                                          <p:attrName>ppt_h</p:attrName>
                                        </p:attrNameLst>
                                      </p:cBhvr>
                                      <p:tavLst>
                                        <p:tav tm="0">
                                          <p:val>
                                            <p:fltVal val="0"/>
                                          </p:val>
                                        </p:tav>
                                        <p:tav tm="100000">
                                          <p:val>
                                            <p:strVal val="#ppt_h"/>
                                          </p:val>
                                        </p:tav>
                                      </p:tavLst>
                                    </p:anim>
                                    <p:animEffect transition="in" filter="fade">
                                      <p:cBhvr>
                                        <p:cTn id="38" dur="500"/>
                                        <p:tgtEl>
                                          <p:spTgt spid="43"/>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 calcmode="lin" valueType="num">
                                      <p:cBhvr>
                                        <p:cTn id="41" dur="500" fill="hold"/>
                                        <p:tgtEl>
                                          <p:spTgt spid="44"/>
                                        </p:tgtEl>
                                        <p:attrNameLst>
                                          <p:attrName>ppt_w</p:attrName>
                                        </p:attrNameLst>
                                      </p:cBhvr>
                                      <p:tavLst>
                                        <p:tav tm="0">
                                          <p:val>
                                            <p:fltVal val="0"/>
                                          </p:val>
                                        </p:tav>
                                        <p:tav tm="100000">
                                          <p:val>
                                            <p:strVal val="#ppt_w"/>
                                          </p:val>
                                        </p:tav>
                                      </p:tavLst>
                                    </p:anim>
                                    <p:anim calcmode="lin" valueType="num">
                                      <p:cBhvr>
                                        <p:cTn id="42" dur="500" fill="hold"/>
                                        <p:tgtEl>
                                          <p:spTgt spid="44"/>
                                        </p:tgtEl>
                                        <p:attrNameLst>
                                          <p:attrName>ppt_h</p:attrName>
                                        </p:attrNameLst>
                                      </p:cBhvr>
                                      <p:tavLst>
                                        <p:tav tm="0">
                                          <p:val>
                                            <p:fltVal val="0"/>
                                          </p:val>
                                        </p:tav>
                                        <p:tav tm="100000">
                                          <p:val>
                                            <p:strVal val="#ppt_h"/>
                                          </p:val>
                                        </p:tav>
                                      </p:tavLst>
                                    </p:anim>
                                    <p:animEffect transition="in" filter="fade">
                                      <p:cBhvr>
                                        <p:cTn id="43" dur="500"/>
                                        <p:tgtEl>
                                          <p:spTgt spid="44"/>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45"/>
                                        </p:tgtEl>
                                        <p:attrNameLst>
                                          <p:attrName>style.visibility</p:attrName>
                                        </p:attrNameLst>
                                      </p:cBhvr>
                                      <p:to>
                                        <p:strVal val="visible"/>
                                      </p:to>
                                    </p:set>
                                    <p:anim calcmode="lin" valueType="num">
                                      <p:cBhvr>
                                        <p:cTn id="46" dur="500" fill="hold"/>
                                        <p:tgtEl>
                                          <p:spTgt spid="45"/>
                                        </p:tgtEl>
                                        <p:attrNameLst>
                                          <p:attrName>ppt_w</p:attrName>
                                        </p:attrNameLst>
                                      </p:cBhvr>
                                      <p:tavLst>
                                        <p:tav tm="0">
                                          <p:val>
                                            <p:fltVal val="0"/>
                                          </p:val>
                                        </p:tav>
                                        <p:tav tm="100000">
                                          <p:val>
                                            <p:strVal val="#ppt_w"/>
                                          </p:val>
                                        </p:tav>
                                      </p:tavLst>
                                    </p:anim>
                                    <p:anim calcmode="lin" valueType="num">
                                      <p:cBhvr>
                                        <p:cTn id="47" dur="500" fill="hold"/>
                                        <p:tgtEl>
                                          <p:spTgt spid="45"/>
                                        </p:tgtEl>
                                        <p:attrNameLst>
                                          <p:attrName>ppt_h</p:attrName>
                                        </p:attrNameLst>
                                      </p:cBhvr>
                                      <p:tavLst>
                                        <p:tav tm="0">
                                          <p:val>
                                            <p:fltVal val="0"/>
                                          </p:val>
                                        </p:tav>
                                        <p:tav tm="100000">
                                          <p:val>
                                            <p:strVal val="#ppt_h"/>
                                          </p:val>
                                        </p:tav>
                                      </p:tavLst>
                                    </p:anim>
                                    <p:animEffect transition="in" filter="fade">
                                      <p:cBhvr>
                                        <p:cTn id="48" dur="500"/>
                                        <p:tgtEl>
                                          <p:spTgt spid="45"/>
                                        </p:tgtEl>
                                      </p:cBhvr>
                                    </p:animEffect>
                                  </p:childTnLst>
                                </p:cTn>
                              </p:par>
                              <p:par>
                                <p:cTn id="49" presetID="12" presetClass="entr" presetSubtype="1" fill="hold" nodeType="withEffect">
                                  <p:stCondLst>
                                    <p:cond delay="400"/>
                                  </p:stCondLst>
                                  <p:childTnLst>
                                    <p:set>
                                      <p:cBhvr>
                                        <p:cTn id="50" dur="1" fill="hold">
                                          <p:stCondLst>
                                            <p:cond delay="0"/>
                                          </p:stCondLst>
                                        </p:cTn>
                                        <p:tgtEl>
                                          <p:spTgt spid="28"/>
                                        </p:tgtEl>
                                        <p:attrNameLst>
                                          <p:attrName>style.visibility</p:attrName>
                                        </p:attrNameLst>
                                      </p:cBhvr>
                                      <p:to>
                                        <p:strVal val="visible"/>
                                      </p:to>
                                    </p:set>
                                    <p:anim calcmode="lin" valueType="num">
                                      <p:cBhvr additive="base">
                                        <p:cTn id="51" dur="500"/>
                                        <p:tgtEl>
                                          <p:spTgt spid="28"/>
                                        </p:tgtEl>
                                        <p:attrNameLst>
                                          <p:attrName>ppt_y</p:attrName>
                                        </p:attrNameLst>
                                      </p:cBhvr>
                                      <p:tavLst>
                                        <p:tav tm="0">
                                          <p:val>
                                            <p:strVal val="#ppt_y-#ppt_h*1.125000"/>
                                          </p:val>
                                        </p:tav>
                                        <p:tav tm="100000">
                                          <p:val>
                                            <p:strVal val="#ppt_y"/>
                                          </p:val>
                                        </p:tav>
                                      </p:tavLst>
                                    </p:anim>
                                    <p:animEffect transition="in" filter="wipe(down)">
                                      <p:cBhvr>
                                        <p:cTn id="52" dur="500"/>
                                        <p:tgtEl>
                                          <p:spTgt spid="28"/>
                                        </p:tgtEl>
                                      </p:cBhvr>
                                    </p:animEffect>
                                  </p:childTnLst>
                                </p:cTn>
                              </p:par>
                            </p:childTnLst>
                          </p:cTn>
                        </p:par>
                        <p:par>
                          <p:cTn id="53" fill="hold" nodeType="afterGroup">
                            <p:stCondLst>
                              <p:cond delay="2050"/>
                            </p:stCondLst>
                            <p:childTnLst>
                              <p:par>
                                <p:cTn id="54" presetID="10" presetClass="entr" presetSubtype="0" fill="hold" grpId="0"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250"/>
                                        <p:tgtEl>
                                          <p:spTgt spid="14"/>
                                        </p:tgtEl>
                                      </p:cBhvr>
                                    </p:animEffect>
                                  </p:childTnLst>
                                </p:cTn>
                              </p:par>
                            </p:childTnLst>
                          </p:cTn>
                        </p:par>
                        <p:par>
                          <p:cTn id="57" fill="hold" nodeType="afterGroup">
                            <p:stCondLst>
                              <p:cond delay="2300"/>
                            </p:stCondLst>
                            <p:childTnLst>
                              <p:par>
                                <p:cTn id="58" presetID="53" presetClass="entr" presetSubtype="16" fill="hold" nodeType="afterEffect">
                                  <p:stCondLst>
                                    <p:cond delay="0"/>
                                  </p:stCondLst>
                                  <p:childTnLst>
                                    <p:set>
                                      <p:cBhvr>
                                        <p:cTn id="59" dur="1" fill="hold">
                                          <p:stCondLst>
                                            <p:cond delay="0"/>
                                          </p:stCondLst>
                                        </p:cTn>
                                        <p:tgtEl>
                                          <p:spTgt spid="17"/>
                                        </p:tgtEl>
                                        <p:attrNameLst>
                                          <p:attrName>style.visibility</p:attrName>
                                        </p:attrNameLst>
                                      </p:cBhvr>
                                      <p:to>
                                        <p:strVal val="visible"/>
                                      </p:to>
                                    </p:set>
                                    <p:anim calcmode="lin" valueType="num">
                                      <p:cBhvr>
                                        <p:cTn id="60" dur="500" fill="hold"/>
                                        <p:tgtEl>
                                          <p:spTgt spid="17"/>
                                        </p:tgtEl>
                                        <p:attrNameLst>
                                          <p:attrName>ppt_w</p:attrName>
                                        </p:attrNameLst>
                                      </p:cBhvr>
                                      <p:tavLst>
                                        <p:tav tm="0">
                                          <p:val>
                                            <p:fltVal val="0"/>
                                          </p:val>
                                        </p:tav>
                                        <p:tav tm="100000">
                                          <p:val>
                                            <p:strVal val="#ppt_w"/>
                                          </p:val>
                                        </p:tav>
                                      </p:tavLst>
                                    </p:anim>
                                    <p:anim calcmode="lin" valueType="num">
                                      <p:cBhvr>
                                        <p:cTn id="61" dur="500" fill="hold"/>
                                        <p:tgtEl>
                                          <p:spTgt spid="17"/>
                                        </p:tgtEl>
                                        <p:attrNameLst>
                                          <p:attrName>ppt_h</p:attrName>
                                        </p:attrNameLst>
                                      </p:cBhvr>
                                      <p:tavLst>
                                        <p:tav tm="0">
                                          <p:val>
                                            <p:fltVal val="0"/>
                                          </p:val>
                                        </p:tav>
                                        <p:tav tm="100000">
                                          <p:val>
                                            <p:strVal val="#ppt_h"/>
                                          </p:val>
                                        </p:tav>
                                      </p:tavLst>
                                    </p:anim>
                                    <p:animEffect transition="in" filter="fade">
                                      <p:cBhvr>
                                        <p:cTn id="62" dur="500"/>
                                        <p:tgtEl>
                                          <p:spTgt spid="17"/>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50"/>
                                        </p:tgtEl>
                                        <p:attrNameLst>
                                          <p:attrName>style.visibility</p:attrName>
                                        </p:attrNameLst>
                                      </p:cBhvr>
                                      <p:to>
                                        <p:strVal val="visible"/>
                                      </p:to>
                                    </p:set>
                                    <p:anim calcmode="lin" valueType="num">
                                      <p:cBhvr>
                                        <p:cTn id="65" dur="500" fill="hold"/>
                                        <p:tgtEl>
                                          <p:spTgt spid="50"/>
                                        </p:tgtEl>
                                        <p:attrNameLst>
                                          <p:attrName>ppt_w</p:attrName>
                                        </p:attrNameLst>
                                      </p:cBhvr>
                                      <p:tavLst>
                                        <p:tav tm="0">
                                          <p:val>
                                            <p:fltVal val="0"/>
                                          </p:val>
                                        </p:tav>
                                        <p:tav tm="100000">
                                          <p:val>
                                            <p:strVal val="#ppt_w"/>
                                          </p:val>
                                        </p:tav>
                                      </p:tavLst>
                                    </p:anim>
                                    <p:anim calcmode="lin" valueType="num">
                                      <p:cBhvr>
                                        <p:cTn id="66" dur="500" fill="hold"/>
                                        <p:tgtEl>
                                          <p:spTgt spid="50"/>
                                        </p:tgtEl>
                                        <p:attrNameLst>
                                          <p:attrName>ppt_h</p:attrName>
                                        </p:attrNameLst>
                                      </p:cBhvr>
                                      <p:tavLst>
                                        <p:tav tm="0">
                                          <p:val>
                                            <p:fltVal val="0"/>
                                          </p:val>
                                        </p:tav>
                                        <p:tav tm="100000">
                                          <p:val>
                                            <p:strVal val="#ppt_h"/>
                                          </p:val>
                                        </p:tav>
                                      </p:tavLst>
                                    </p:anim>
                                    <p:animEffect transition="in" filter="fade">
                                      <p:cBhvr>
                                        <p:cTn id="67" dur="500"/>
                                        <p:tgtEl>
                                          <p:spTgt spid="50"/>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51"/>
                                        </p:tgtEl>
                                        <p:attrNameLst>
                                          <p:attrName>style.visibility</p:attrName>
                                        </p:attrNameLst>
                                      </p:cBhvr>
                                      <p:to>
                                        <p:strVal val="visible"/>
                                      </p:to>
                                    </p:set>
                                    <p:anim calcmode="lin" valueType="num">
                                      <p:cBhvr>
                                        <p:cTn id="70" dur="500" fill="hold"/>
                                        <p:tgtEl>
                                          <p:spTgt spid="51"/>
                                        </p:tgtEl>
                                        <p:attrNameLst>
                                          <p:attrName>ppt_w</p:attrName>
                                        </p:attrNameLst>
                                      </p:cBhvr>
                                      <p:tavLst>
                                        <p:tav tm="0">
                                          <p:val>
                                            <p:fltVal val="0"/>
                                          </p:val>
                                        </p:tav>
                                        <p:tav tm="100000">
                                          <p:val>
                                            <p:strVal val="#ppt_w"/>
                                          </p:val>
                                        </p:tav>
                                      </p:tavLst>
                                    </p:anim>
                                    <p:anim calcmode="lin" valueType="num">
                                      <p:cBhvr>
                                        <p:cTn id="71" dur="500" fill="hold"/>
                                        <p:tgtEl>
                                          <p:spTgt spid="51"/>
                                        </p:tgtEl>
                                        <p:attrNameLst>
                                          <p:attrName>ppt_h</p:attrName>
                                        </p:attrNameLst>
                                      </p:cBhvr>
                                      <p:tavLst>
                                        <p:tav tm="0">
                                          <p:val>
                                            <p:fltVal val="0"/>
                                          </p:val>
                                        </p:tav>
                                        <p:tav tm="100000">
                                          <p:val>
                                            <p:strVal val="#ppt_h"/>
                                          </p:val>
                                        </p:tav>
                                      </p:tavLst>
                                    </p:anim>
                                    <p:animEffect transition="in" filter="fade">
                                      <p:cBhvr>
                                        <p:cTn id="72" dur="500"/>
                                        <p:tgtEl>
                                          <p:spTgt spid="51"/>
                                        </p:tgtEl>
                                      </p:cBhvr>
                                    </p:animEffect>
                                  </p:childTnLst>
                                </p:cTn>
                              </p:par>
                              <p:par>
                                <p:cTn id="73" presetID="53" presetClass="entr" presetSubtype="16" fill="hold" grpId="0" nodeType="withEffect">
                                  <p:stCondLst>
                                    <p:cond delay="0"/>
                                  </p:stCondLst>
                                  <p:childTnLst>
                                    <p:set>
                                      <p:cBhvr>
                                        <p:cTn id="74" dur="1" fill="hold">
                                          <p:stCondLst>
                                            <p:cond delay="0"/>
                                          </p:stCondLst>
                                        </p:cTn>
                                        <p:tgtEl>
                                          <p:spTgt spid="52"/>
                                        </p:tgtEl>
                                        <p:attrNameLst>
                                          <p:attrName>style.visibility</p:attrName>
                                        </p:attrNameLst>
                                      </p:cBhvr>
                                      <p:to>
                                        <p:strVal val="visible"/>
                                      </p:to>
                                    </p:set>
                                    <p:anim calcmode="lin" valueType="num">
                                      <p:cBhvr>
                                        <p:cTn id="75" dur="500" fill="hold"/>
                                        <p:tgtEl>
                                          <p:spTgt spid="52"/>
                                        </p:tgtEl>
                                        <p:attrNameLst>
                                          <p:attrName>ppt_w</p:attrName>
                                        </p:attrNameLst>
                                      </p:cBhvr>
                                      <p:tavLst>
                                        <p:tav tm="0">
                                          <p:val>
                                            <p:fltVal val="0"/>
                                          </p:val>
                                        </p:tav>
                                        <p:tav tm="100000">
                                          <p:val>
                                            <p:strVal val="#ppt_w"/>
                                          </p:val>
                                        </p:tav>
                                      </p:tavLst>
                                    </p:anim>
                                    <p:anim calcmode="lin" valueType="num">
                                      <p:cBhvr>
                                        <p:cTn id="76" dur="500" fill="hold"/>
                                        <p:tgtEl>
                                          <p:spTgt spid="52"/>
                                        </p:tgtEl>
                                        <p:attrNameLst>
                                          <p:attrName>ppt_h</p:attrName>
                                        </p:attrNameLst>
                                      </p:cBhvr>
                                      <p:tavLst>
                                        <p:tav tm="0">
                                          <p:val>
                                            <p:fltVal val="0"/>
                                          </p:val>
                                        </p:tav>
                                        <p:tav tm="100000">
                                          <p:val>
                                            <p:strVal val="#ppt_h"/>
                                          </p:val>
                                        </p:tav>
                                      </p:tavLst>
                                    </p:anim>
                                    <p:animEffect transition="in" filter="fade">
                                      <p:cBhvr>
                                        <p:cTn id="77" dur="500"/>
                                        <p:tgtEl>
                                          <p:spTgt spid="52"/>
                                        </p:tgtEl>
                                      </p:cBhvr>
                                    </p:animEffect>
                                  </p:childTnLst>
                                </p:cTn>
                              </p:par>
                              <p:par>
                                <p:cTn id="78" presetID="12" presetClass="entr" presetSubtype="1" fill="hold" nodeType="withEffect">
                                  <p:stCondLst>
                                    <p:cond delay="400"/>
                                  </p:stCondLst>
                                  <p:childTnLst>
                                    <p:set>
                                      <p:cBhvr>
                                        <p:cTn id="79" dur="1" fill="hold">
                                          <p:stCondLst>
                                            <p:cond delay="0"/>
                                          </p:stCondLst>
                                        </p:cTn>
                                        <p:tgtEl>
                                          <p:spTgt spid="33"/>
                                        </p:tgtEl>
                                        <p:attrNameLst>
                                          <p:attrName>style.visibility</p:attrName>
                                        </p:attrNameLst>
                                      </p:cBhvr>
                                      <p:to>
                                        <p:strVal val="visible"/>
                                      </p:to>
                                    </p:set>
                                    <p:anim calcmode="lin" valueType="num">
                                      <p:cBhvr additive="base">
                                        <p:cTn id="80" dur="500"/>
                                        <p:tgtEl>
                                          <p:spTgt spid="33"/>
                                        </p:tgtEl>
                                        <p:attrNameLst>
                                          <p:attrName>ppt_y</p:attrName>
                                        </p:attrNameLst>
                                      </p:cBhvr>
                                      <p:tavLst>
                                        <p:tav tm="0">
                                          <p:val>
                                            <p:strVal val="#ppt_y-#ppt_h*1.125000"/>
                                          </p:val>
                                        </p:tav>
                                        <p:tav tm="100000">
                                          <p:val>
                                            <p:strVal val="#ppt_y"/>
                                          </p:val>
                                        </p:tav>
                                      </p:tavLst>
                                    </p:anim>
                                    <p:animEffect transition="in" filter="wipe(down)">
                                      <p:cBhvr>
                                        <p:cTn id="81" dur="500"/>
                                        <p:tgtEl>
                                          <p:spTgt spid="33"/>
                                        </p:tgtEl>
                                      </p:cBhvr>
                                    </p:animEffect>
                                  </p:childTnLst>
                                </p:cTn>
                              </p:par>
                            </p:childTnLst>
                          </p:cTn>
                        </p:par>
                        <p:par>
                          <p:cTn id="82" fill="hold" nodeType="afterGroup">
                            <p:stCondLst>
                              <p:cond delay="3200"/>
                            </p:stCondLst>
                            <p:childTnLst>
                              <p:par>
                                <p:cTn id="83" presetID="10" presetClass="entr" presetSubtype="0" fill="hold" grpId="0" nodeType="afterEffect">
                                  <p:stCondLst>
                                    <p:cond delay="0"/>
                                  </p:stCondLst>
                                  <p:childTnLst>
                                    <p:set>
                                      <p:cBhvr>
                                        <p:cTn id="84" dur="1" fill="hold">
                                          <p:stCondLst>
                                            <p:cond delay="0"/>
                                          </p:stCondLst>
                                        </p:cTn>
                                        <p:tgtEl>
                                          <p:spTgt spid="15"/>
                                        </p:tgtEl>
                                        <p:attrNameLst>
                                          <p:attrName>style.visibility</p:attrName>
                                        </p:attrNameLst>
                                      </p:cBhvr>
                                      <p:to>
                                        <p:strVal val="visible"/>
                                      </p:to>
                                    </p:set>
                                    <p:animEffect transition="in" filter="fade">
                                      <p:cBhvr>
                                        <p:cTn id="85" dur="250"/>
                                        <p:tgtEl>
                                          <p:spTgt spid="15"/>
                                        </p:tgtEl>
                                      </p:cBhvr>
                                    </p:animEffect>
                                  </p:childTnLst>
                                </p:cTn>
                              </p:par>
                            </p:childTnLst>
                          </p:cTn>
                        </p:par>
                        <p:par>
                          <p:cTn id="86" fill="hold" nodeType="afterGroup">
                            <p:stCondLst>
                              <p:cond delay="3450"/>
                            </p:stCondLst>
                            <p:childTnLst>
                              <p:par>
                                <p:cTn id="87" presetID="53" presetClass="entr" presetSubtype="16" fill="hold" nodeType="afterEffect">
                                  <p:stCondLst>
                                    <p:cond delay="0"/>
                                  </p:stCondLst>
                                  <p:childTnLst>
                                    <p:set>
                                      <p:cBhvr>
                                        <p:cTn id="88" dur="1" fill="hold">
                                          <p:stCondLst>
                                            <p:cond delay="0"/>
                                          </p:stCondLst>
                                        </p:cTn>
                                        <p:tgtEl>
                                          <p:spTgt spid="16"/>
                                        </p:tgtEl>
                                        <p:attrNameLst>
                                          <p:attrName>style.visibility</p:attrName>
                                        </p:attrNameLst>
                                      </p:cBhvr>
                                      <p:to>
                                        <p:strVal val="visible"/>
                                      </p:to>
                                    </p:set>
                                    <p:anim calcmode="lin" valueType="num">
                                      <p:cBhvr>
                                        <p:cTn id="89" dur="500" fill="hold"/>
                                        <p:tgtEl>
                                          <p:spTgt spid="16"/>
                                        </p:tgtEl>
                                        <p:attrNameLst>
                                          <p:attrName>ppt_w</p:attrName>
                                        </p:attrNameLst>
                                      </p:cBhvr>
                                      <p:tavLst>
                                        <p:tav tm="0">
                                          <p:val>
                                            <p:fltVal val="0"/>
                                          </p:val>
                                        </p:tav>
                                        <p:tav tm="100000">
                                          <p:val>
                                            <p:strVal val="#ppt_w"/>
                                          </p:val>
                                        </p:tav>
                                      </p:tavLst>
                                    </p:anim>
                                    <p:anim calcmode="lin" valueType="num">
                                      <p:cBhvr>
                                        <p:cTn id="90" dur="500" fill="hold"/>
                                        <p:tgtEl>
                                          <p:spTgt spid="16"/>
                                        </p:tgtEl>
                                        <p:attrNameLst>
                                          <p:attrName>ppt_h</p:attrName>
                                        </p:attrNameLst>
                                      </p:cBhvr>
                                      <p:tavLst>
                                        <p:tav tm="0">
                                          <p:val>
                                            <p:fltVal val="0"/>
                                          </p:val>
                                        </p:tav>
                                        <p:tav tm="100000">
                                          <p:val>
                                            <p:strVal val="#ppt_h"/>
                                          </p:val>
                                        </p:tav>
                                      </p:tavLst>
                                    </p:anim>
                                    <p:animEffect transition="in" filter="fade">
                                      <p:cBhvr>
                                        <p:cTn id="91" dur="500"/>
                                        <p:tgtEl>
                                          <p:spTgt spid="16"/>
                                        </p:tgtEl>
                                      </p:cBhvr>
                                    </p:animEffect>
                                  </p:childTnLst>
                                </p:cTn>
                              </p:par>
                              <p:par>
                                <p:cTn id="92" presetID="53" presetClass="entr" presetSubtype="16" fill="hold" grpId="0" nodeType="withEffect">
                                  <p:stCondLst>
                                    <p:cond delay="0"/>
                                  </p:stCondLst>
                                  <p:childTnLst>
                                    <p:set>
                                      <p:cBhvr>
                                        <p:cTn id="93" dur="1" fill="hold">
                                          <p:stCondLst>
                                            <p:cond delay="0"/>
                                          </p:stCondLst>
                                        </p:cTn>
                                        <p:tgtEl>
                                          <p:spTgt spid="54"/>
                                        </p:tgtEl>
                                        <p:attrNameLst>
                                          <p:attrName>style.visibility</p:attrName>
                                        </p:attrNameLst>
                                      </p:cBhvr>
                                      <p:to>
                                        <p:strVal val="visible"/>
                                      </p:to>
                                    </p:set>
                                    <p:anim calcmode="lin" valueType="num">
                                      <p:cBhvr>
                                        <p:cTn id="94" dur="500" fill="hold"/>
                                        <p:tgtEl>
                                          <p:spTgt spid="54"/>
                                        </p:tgtEl>
                                        <p:attrNameLst>
                                          <p:attrName>ppt_w</p:attrName>
                                        </p:attrNameLst>
                                      </p:cBhvr>
                                      <p:tavLst>
                                        <p:tav tm="0">
                                          <p:val>
                                            <p:fltVal val="0"/>
                                          </p:val>
                                        </p:tav>
                                        <p:tav tm="100000">
                                          <p:val>
                                            <p:strVal val="#ppt_w"/>
                                          </p:val>
                                        </p:tav>
                                      </p:tavLst>
                                    </p:anim>
                                    <p:anim calcmode="lin" valueType="num">
                                      <p:cBhvr>
                                        <p:cTn id="95" dur="500" fill="hold"/>
                                        <p:tgtEl>
                                          <p:spTgt spid="54"/>
                                        </p:tgtEl>
                                        <p:attrNameLst>
                                          <p:attrName>ppt_h</p:attrName>
                                        </p:attrNameLst>
                                      </p:cBhvr>
                                      <p:tavLst>
                                        <p:tav tm="0">
                                          <p:val>
                                            <p:fltVal val="0"/>
                                          </p:val>
                                        </p:tav>
                                        <p:tav tm="100000">
                                          <p:val>
                                            <p:strVal val="#ppt_h"/>
                                          </p:val>
                                        </p:tav>
                                      </p:tavLst>
                                    </p:anim>
                                    <p:animEffect transition="in" filter="fade">
                                      <p:cBhvr>
                                        <p:cTn id="96" dur="500"/>
                                        <p:tgtEl>
                                          <p:spTgt spid="54"/>
                                        </p:tgtEl>
                                      </p:cBhvr>
                                    </p:animEffect>
                                  </p:childTnLst>
                                </p:cTn>
                              </p:par>
                              <p:par>
                                <p:cTn id="97" presetID="53" presetClass="entr" presetSubtype="16" fill="hold" grpId="0" nodeType="withEffect">
                                  <p:stCondLst>
                                    <p:cond delay="0"/>
                                  </p:stCondLst>
                                  <p:childTnLst>
                                    <p:set>
                                      <p:cBhvr>
                                        <p:cTn id="98" dur="1" fill="hold">
                                          <p:stCondLst>
                                            <p:cond delay="0"/>
                                          </p:stCondLst>
                                        </p:cTn>
                                        <p:tgtEl>
                                          <p:spTgt spid="55"/>
                                        </p:tgtEl>
                                        <p:attrNameLst>
                                          <p:attrName>style.visibility</p:attrName>
                                        </p:attrNameLst>
                                      </p:cBhvr>
                                      <p:to>
                                        <p:strVal val="visible"/>
                                      </p:to>
                                    </p:set>
                                    <p:anim calcmode="lin" valueType="num">
                                      <p:cBhvr>
                                        <p:cTn id="99" dur="500" fill="hold"/>
                                        <p:tgtEl>
                                          <p:spTgt spid="55"/>
                                        </p:tgtEl>
                                        <p:attrNameLst>
                                          <p:attrName>ppt_w</p:attrName>
                                        </p:attrNameLst>
                                      </p:cBhvr>
                                      <p:tavLst>
                                        <p:tav tm="0">
                                          <p:val>
                                            <p:fltVal val="0"/>
                                          </p:val>
                                        </p:tav>
                                        <p:tav tm="100000">
                                          <p:val>
                                            <p:strVal val="#ppt_w"/>
                                          </p:val>
                                        </p:tav>
                                      </p:tavLst>
                                    </p:anim>
                                    <p:anim calcmode="lin" valueType="num">
                                      <p:cBhvr>
                                        <p:cTn id="100" dur="500" fill="hold"/>
                                        <p:tgtEl>
                                          <p:spTgt spid="55"/>
                                        </p:tgtEl>
                                        <p:attrNameLst>
                                          <p:attrName>ppt_h</p:attrName>
                                        </p:attrNameLst>
                                      </p:cBhvr>
                                      <p:tavLst>
                                        <p:tav tm="0">
                                          <p:val>
                                            <p:fltVal val="0"/>
                                          </p:val>
                                        </p:tav>
                                        <p:tav tm="100000">
                                          <p:val>
                                            <p:strVal val="#ppt_h"/>
                                          </p:val>
                                        </p:tav>
                                      </p:tavLst>
                                    </p:anim>
                                    <p:animEffect transition="in" filter="fade">
                                      <p:cBhvr>
                                        <p:cTn id="101" dur="500"/>
                                        <p:tgtEl>
                                          <p:spTgt spid="55"/>
                                        </p:tgtEl>
                                      </p:cBhvr>
                                    </p:animEffect>
                                  </p:childTnLst>
                                </p:cTn>
                              </p:par>
                              <p:par>
                                <p:cTn id="102" presetID="53" presetClass="entr" presetSubtype="16" fill="hold" grpId="0" nodeType="withEffect">
                                  <p:stCondLst>
                                    <p:cond delay="0"/>
                                  </p:stCondLst>
                                  <p:childTnLst>
                                    <p:set>
                                      <p:cBhvr>
                                        <p:cTn id="103" dur="1" fill="hold">
                                          <p:stCondLst>
                                            <p:cond delay="0"/>
                                          </p:stCondLst>
                                        </p:cTn>
                                        <p:tgtEl>
                                          <p:spTgt spid="56"/>
                                        </p:tgtEl>
                                        <p:attrNameLst>
                                          <p:attrName>style.visibility</p:attrName>
                                        </p:attrNameLst>
                                      </p:cBhvr>
                                      <p:to>
                                        <p:strVal val="visible"/>
                                      </p:to>
                                    </p:set>
                                    <p:anim calcmode="lin" valueType="num">
                                      <p:cBhvr>
                                        <p:cTn id="104" dur="500" fill="hold"/>
                                        <p:tgtEl>
                                          <p:spTgt spid="56"/>
                                        </p:tgtEl>
                                        <p:attrNameLst>
                                          <p:attrName>ppt_w</p:attrName>
                                        </p:attrNameLst>
                                      </p:cBhvr>
                                      <p:tavLst>
                                        <p:tav tm="0">
                                          <p:val>
                                            <p:fltVal val="0"/>
                                          </p:val>
                                        </p:tav>
                                        <p:tav tm="100000">
                                          <p:val>
                                            <p:strVal val="#ppt_w"/>
                                          </p:val>
                                        </p:tav>
                                      </p:tavLst>
                                    </p:anim>
                                    <p:anim calcmode="lin" valueType="num">
                                      <p:cBhvr>
                                        <p:cTn id="105" dur="500" fill="hold"/>
                                        <p:tgtEl>
                                          <p:spTgt spid="56"/>
                                        </p:tgtEl>
                                        <p:attrNameLst>
                                          <p:attrName>ppt_h</p:attrName>
                                        </p:attrNameLst>
                                      </p:cBhvr>
                                      <p:tavLst>
                                        <p:tav tm="0">
                                          <p:val>
                                            <p:fltVal val="0"/>
                                          </p:val>
                                        </p:tav>
                                        <p:tav tm="100000">
                                          <p:val>
                                            <p:strVal val="#ppt_h"/>
                                          </p:val>
                                        </p:tav>
                                      </p:tavLst>
                                    </p:anim>
                                    <p:animEffect transition="in" filter="fade">
                                      <p:cBhvr>
                                        <p:cTn id="106" dur="500"/>
                                        <p:tgtEl>
                                          <p:spTgt spid="56"/>
                                        </p:tgtEl>
                                      </p:cBhvr>
                                    </p:animEffect>
                                  </p:childTnLst>
                                </p:cTn>
                              </p:par>
                              <p:par>
                                <p:cTn id="107" presetID="12" presetClass="entr" presetSubtype="1" fill="hold" nodeType="withEffect">
                                  <p:stCondLst>
                                    <p:cond delay="400"/>
                                  </p:stCondLst>
                                  <p:childTnLst>
                                    <p:set>
                                      <p:cBhvr>
                                        <p:cTn id="108" dur="1" fill="hold">
                                          <p:stCondLst>
                                            <p:cond delay="0"/>
                                          </p:stCondLst>
                                        </p:cTn>
                                        <p:tgtEl>
                                          <p:spTgt spid="35"/>
                                        </p:tgtEl>
                                        <p:attrNameLst>
                                          <p:attrName>style.visibility</p:attrName>
                                        </p:attrNameLst>
                                      </p:cBhvr>
                                      <p:to>
                                        <p:strVal val="visible"/>
                                      </p:to>
                                    </p:set>
                                    <p:anim calcmode="lin" valueType="num">
                                      <p:cBhvr additive="base">
                                        <p:cTn id="109" dur="500"/>
                                        <p:tgtEl>
                                          <p:spTgt spid="35"/>
                                        </p:tgtEl>
                                        <p:attrNameLst>
                                          <p:attrName>ppt_y</p:attrName>
                                        </p:attrNameLst>
                                      </p:cBhvr>
                                      <p:tavLst>
                                        <p:tav tm="0">
                                          <p:val>
                                            <p:strVal val="#ppt_y-#ppt_h*1.125000"/>
                                          </p:val>
                                        </p:tav>
                                        <p:tav tm="100000">
                                          <p:val>
                                            <p:strVal val="#ppt_y"/>
                                          </p:val>
                                        </p:tav>
                                      </p:tavLst>
                                    </p:anim>
                                    <p:animEffect transition="in" filter="wipe(down)">
                                      <p:cBhvr>
                                        <p:cTn id="11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32" grpId="0" animBg="1"/>
      <p:bldP spid="39" grpId="0" animBg="1"/>
      <p:bldP spid="40" grpId="0" animBg="1"/>
      <p:bldP spid="43" grpId="0" animBg="1"/>
      <p:bldP spid="44" grpId="0" animBg="1"/>
      <p:bldP spid="45" grpId="0" animBg="1"/>
      <p:bldP spid="50" grpId="0" animBg="1"/>
      <p:bldP spid="51" grpId="0" animBg="1"/>
      <p:bldP spid="52" grpId="0" animBg="1"/>
      <p:bldP spid="54" grpId="0" animBg="1"/>
      <p:bldP spid="55" grpId="0" animBg="1"/>
      <p:bldP spid="56"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4E8276AB-F8FF-4B9B-B06B-AF11592B9CF9}"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90</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41" name="组合 40"/>
          <p:cNvGrpSpPr/>
          <p:nvPr/>
        </p:nvGrpSpPr>
        <p:grpSpPr>
          <a:xfrm>
            <a:off x="423933" y="1092933"/>
            <a:ext cx="6390298" cy="5285495"/>
            <a:chOff x="401638" y="982315"/>
            <a:chExt cx="6124575" cy="5065712"/>
          </a:xfrm>
          <a:solidFill>
            <a:schemeClr val="accent4"/>
          </a:solidFill>
        </p:grpSpPr>
        <p:sp>
          <p:nvSpPr>
            <p:cNvPr id="9" name="Freeform 5"/>
            <p:cNvSpPr>
              <a:spLocks/>
            </p:cNvSpPr>
            <p:nvPr/>
          </p:nvSpPr>
          <p:spPr bwMode="auto">
            <a:xfrm>
              <a:off x="2971801" y="1047402"/>
              <a:ext cx="2682875" cy="2287588"/>
            </a:xfrm>
            <a:custGeom>
              <a:avLst/>
              <a:gdLst>
                <a:gd name="T0" fmla="*/ 673 w 714"/>
                <a:gd name="T1" fmla="*/ 51 h 609"/>
                <a:gd name="T2" fmla="*/ 632 w 714"/>
                <a:gd name="T3" fmla="*/ 59 h 609"/>
                <a:gd name="T4" fmla="*/ 609 w 714"/>
                <a:gd name="T5" fmla="*/ 28 h 609"/>
                <a:gd name="T6" fmla="*/ 584 w 714"/>
                <a:gd name="T7" fmla="*/ 30 h 609"/>
                <a:gd name="T8" fmla="*/ 564 w 714"/>
                <a:gd name="T9" fmla="*/ 11 h 609"/>
                <a:gd name="T10" fmla="*/ 570 w 714"/>
                <a:gd name="T11" fmla="*/ 22 h 609"/>
                <a:gd name="T12" fmla="*/ 575 w 714"/>
                <a:gd name="T13" fmla="*/ 42 h 609"/>
                <a:gd name="T14" fmla="*/ 553 w 714"/>
                <a:gd name="T15" fmla="*/ 122 h 609"/>
                <a:gd name="T16" fmla="*/ 491 w 714"/>
                <a:gd name="T17" fmla="*/ 157 h 609"/>
                <a:gd name="T18" fmla="*/ 522 w 714"/>
                <a:gd name="T19" fmla="*/ 214 h 609"/>
                <a:gd name="T20" fmla="*/ 568 w 714"/>
                <a:gd name="T21" fmla="*/ 214 h 609"/>
                <a:gd name="T22" fmla="*/ 509 w 714"/>
                <a:gd name="T23" fmla="*/ 270 h 609"/>
                <a:gd name="T24" fmla="*/ 455 w 714"/>
                <a:gd name="T25" fmla="*/ 332 h 609"/>
                <a:gd name="T26" fmla="*/ 393 w 714"/>
                <a:gd name="T27" fmla="*/ 364 h 609"/>
                <a:gd name="T28" fmla="*/ 353 w 714"/>
                <a:gd name="T29" fmla="*/ 422 h 609"/>
                <a:gd name="T30" fmla="*/ 215 w 714"/>
                <a:gd name="T31" fmla="*/ 465 h 609"/>
                <a:gd name="T32" fmla="*/ 101 w 714"/>
                <a:gd name="T33" fmla="*/ 427 h 609"/>
                <a:gd name="T34" fmla="*/ 1 w 714"/>
                <a:gd name="T35" fmla="*/ 422 h 609"/>
                <a:gd name="T36" fmla="*/ 12 w 714"/>
                <a:gd name="T37" fmla="*/ 454 h 609"/>
                <a:gd name="T38" fmla="*/ 23 w 714"/>
                <a:gd name="T39" fmla="*/ 494 h 609"/>
                <a:gd name="T40" fmla="*/ 69 w 714"/>
                <a:gd name="T41" fmla="*/ 483 h 609"/>
                <a:gd name="T42" fmla="*/ 69 w 714"/>
                <a:gd name="T43" fmla="*/ 522 h 609"/>
                <a:gd name="T44" fmla="*/ 95 w 714"/>
                <a:gd name="T45" fmla="*/ 541 h 609"/>
                <a:gd name="T46" fmla="*/ 109 w 714"/>
                <a:gd name="T47" fmla="*/ 559 h 609"/>
                <a:gd name="T48" fmla="*/ 121 w 714"/>
                <a:gd name="T49" fmla="*/ 556 h 609"/>
                <a:gd name="T50" fmla="*/ 180 w 714"/>
                <a:gd name="T51" fmla="*/ 535 h 609"/>
                <a:gd name="T52" fmla="*/ 191 w 714"/>
                <a:gd name="T53" fmla="*/ 562 h 609"/>
                <a:gd name="T54" fmla="*/ 167 w 714"/>
                <a:gd name="T55" fmla="*/ 581 h 609"/>
                <a:gd name="T56" fmla="*/ 209 w 714"/>
                <a:gd name="T57" fmla="*/ 605 h 609"/>
                <a:gd name="T58" fmla="*/ 237 w 714"/>
                <a:gd name="T59" fmla="*/ 553 h 609"/>
                <a:gd name="T60" fmla="*/ 261 w 714"/>
                <a:gd name="T61" fmla="*/ 546 h 609"/>
                <a:gd name="T62" fmla="*/ 270 w 714"/>
                <a:gd name="T63" fmla="*/ 590 h 609"/>
                <a:gd name="T64" fmla="*/ 307 w 714"/>
                <a:gd name="T65" fmla="*/ 608 h 609"/>
                <a:gd name="T66" fmla="*/ 333 w 714"/>
                <a:gd name="T67" fmla="*/ 564 h 609"/>
                <a:gd name="T68" fmla="*/ 367 w 714"/>
                <a:gd name="T69" fmla="*/ 538 h 609"/>
                <a:gd name="T70" fmla="*/ 377 w 714"/>
                <a:gd name="T71" fmla="*/ 533 h 609"/>
                <a:gd name="T72" fmla="*/ 403 w 714"/>
                <a:gd name="T73" fmla="*/ 526 h 609"/>
                <a:gd name="T74" fmla="*/ 425 w 714"/>
                <a:gd name="T75" fmla="*/ 503 h 609"/>
                <a:gd name="T76" fmla="*/ 457 w 714"/>
                <a:gd name="T77" fmla="*/ 492 h 609"/>
                <a:gd name="T78" fmla="*/ 456 w 714"/>
                <a:gd name="T79" fmla="*/ 462 h 609"/>
                <a:gd name="T80" fmla="*/ 479 w 714"/>
                <a:gd name="T81" fmla="*/ 420 h 609"/>
                <a:gd name="T82" fmla="*/ 494 w 714"/>
                <a:gd name="T83" fmla="*/ 448 h 609"/>
                <a:gd name="T84" fmla="*/ 506 w 714"/>
                <a:gd name="T85" fmla="*/ 432 h 609"/>
                <a:gd name="T86" fmla="*/ 537 w 714"/>
                <a:gd name="T87" fmla="*/ 403 h 609"/>
                <a:gd name="T88" fmla="*/ 562 w 714"/>
                <a:gd name="T89" fmla="*/ 398 h 609"/>
                <a:gd name="T90" fmla="*/ 572 w 714"/>
                <a:gd name="T91" fmla="*/ 417 h 609"/>
                <a:gd name="T92" fmla="*/ 601 w 714"/>
                <a:gd name="T93" fmla="*/ 444 h 609"/>
                <a:gd name="T94" fmla="*/ 613 w 714"/>
                <a:gd name="T95" fmla="*/ 436 h 609"/>
                <a:gd name="T96" fmla="*/ 633 w 714"/>
                <a:gd name="T97" fmla="*/ 416 h 609"/>
                <a:gd name="T98" fmla="*/ 677 w 714"/>
                <a:gd name="T99" fmla="*/ 385 h 609"/>
                <a:gd name="T100" fmla="*/ 712 w 714"/>
                <a:gd name="T101" fmla="*/ 354 h 609"/>
                <a:gd name="T102" fmla="*/ 699 w 714"/>
                <a:gd name="T103" fmla="*/ 324 h 609"/>
                <a:gd name="T104" fmla="*/ 674 w 714"/>
                <a:gd name="T105" fmla="*/ 322 h 609"/>
                <a:gd name="T106" fmla="*/ 657 w 714"/>
                <a:gd name="T107" fmla="*/ 295 h 609"/>
                <a:gd name="T108" fmla="*/ 637 w 714"/>
                <a:gd name="T109" fmla="*/ 263 h 609"/>
                <a:gd name="T110" fmla="*/ 652 w 714"/>
                <a:gd name="T111" fmla="*/ 254 h 609"/>
                <a:gd name="T112" fmla="*/ 662 w 714"/>
                <a:gd name="T113" fmla="*/ 226 h 609"/>
                <a:gd name="T114" fmla="*/ 657 w 714"/>
                <a:gd name="T115" fmla="*/ 190 h 609"/>
                <a:gd name="T116" fmla="*/ 672 w 714"/>
                <a:gd name="T117" fmla="*/ 168 h 609"/>
                <a:gd name="T118" fmla="*/ 691 w 714"/>
                <a:gd name="T119" fmla="*/ 163 h 609"/>
                <a:gd name="T120" fmla="*/ 699 w 714"/>
                <a:gd name="T121" fmla="*/ 125 h 609"/>
                <a:gd name="T122" fmla="*/ 701 w 714"/>
                <a:gd name="T123" fmla="*/ 84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4" h="609">
                  <a:moveTo>
                    <a:pt x="699" y="64"/>
                  </a:moveTo>
                  <a:cubicBezTo>
                    <a:pt x="697" y="56"/>
                    <a:pt x="697" y="56"/>
                    <a:pt x="697" y="56"/>
                  </a:cubicBezTo>
                  <a:cubicBezTo>
                    <a:pt x="689" y="43"/>
                    <a:pt x="689" y="43"/>
                    <a:pt x="689" y="43"/>
                  </a:cubicBezTo>
                  <a:cubicBezTo>
                    <a:pt x="683" y="40"/>
                    <a:pt x="683" y="40"/>
                    <a:pt x="683" y="40"/>
                  </a:cubicBezTo>
                  <a:cubicBezTo>
                    <a:pt x="677" y="43"/>
                    <a:pt x="677" y="43"/>
                    <a:pt x="677" y="43"/>
                  </a:cubicBezTo>
                  <a:cubicBezTo>
                    <a:pt x="674" y="50"/>
                    <a:pt x="674" y="50"/>
                    <a:pt x="674" y="50"/>
                  </a:cubicBezTo>
                  <a:cubicBezTo>
                    <a:pt x="673" y="51"/>
                    <a:pt x="673" y="51"/>
                    <a:pt x="673" y="51"/>
                  </a:cubicBezTo>
                  <a:cubicBezTo>
                    <a:pt x="673" y="51"/>
                    <a:pt x="673" y="51"/>
                    <a:pt x="673" y="51"/>
                  </a:cubicBezTo>
                  <a:cubicBezTo>
                    <a:pt x="672" y="51"/>
                    <a:pt x="672" y="51"/>
                    <a:pt x="672" y="51"/>
                  </a:cubicBezTo>
                  <a:cubicBezTo>
                    <a:pt x="661" y="53"/>
                    <a:pt x="661" y="53"/>
                    <a:pt x="661" y="53"/>
                  </a:cubicBezTo>
                  <a:cubicBezTo>
                    <a:pt x="660" y="54"/>
                    <a:pt x="659" y="54"/>
                    <a:pt x="658" y="56"/>
                  </a:cubicBezTo>
                  <a:cubicBezTo>
                    <a:pt x="655" y="58"/>
                    <a:pt x="655" y="58"/>
                    <a:pt x="655" y="58"/>
                  </a:cubicBezTo>
                  <a:cubicBezTo>
                    <a:pt x="649" y="63"/>
                    <a:pt x="649" y="63"/>
                    <a:pt x="649" y="63"/>
                  </a:cubicBezTo>
                  <a:cubicBezTo>
                    <a:pt x="648" y="64"/>
                    <a:pt x="648" y="64"/>
                    <a:pt x="648" y="64"/>
                  </a:cubicBezTo>
                  <a:cubicBezTo>
                    <a:pt x="643" y="65"/>
                    <a:pt x="643" y="65"/>
                    <a:pt x="643" y="65"/>
                  </a:cubicBezTo>
                  <a:cubicBezTo>
                    <a:pt x="640" y="64"/>
                    <a:pt x="637" y="62"/>
                    <a:pt x="632" y="59"/>
                  </a:cubicBezTo>
                  <a:cubicBezTo>
                    <a:pt x="631" y="58"/>
                    <a:pt x="631" y="58"/>
                    <a:pt x="631" y="58"/>
                  </a:cubicBezTo>
                  <a:cubicBezTo>
                    <a:pt x="623" y="50"/>
                    <a:pt x="619" y="45"/>
                    <a:pt x="619" y="42"/>
                  </a:cubicBezTo>
                  <a:cubicBezTo>
                    <a:pt x="619" y="31"/>
                    <a:pt x="619" y="31"/>
                    <a:pt x="619" y="31"/>
                  </a:cubicBezTo>
                  <a:cubicBezTo>
                    <a:pt x="619" y="31"/>
                    <a:pt x="619" y="31"/>
                    <a:pt x="619" y="31"/>
                  </a:cubicBezTo>
                  <a:cubicBezTo>
                    <a:pt x="619" y="30"/>
                    <a:pt x="619" y="30"/>
                    <a:pt x="619" y="30"/>
                  </a:cubicBezTo>
                  <a:cubicBezTo>
                    <a:pt x="621" y="28"/>
                    <a:pt x="621" y="28"/>
                    <a:pt x="621" y="28"/>
                  </a:cubicBezTo>
                  <a:cubicBezTo>
                    <a:pt x="609" y="24"/>
                    <a:pt x="609" y="24"/>
                    <a:pt x="609" y="24"/>
                  </a:cubicBezTo>
                  <a:cubicBezTo>
                    <a:pt x="609" y="28"/>
                    <a:pt x="609" y="28"/>
                    <a:pt x="609" y="28"/>
                  </a:cubicBezTo>
                  <a:cubicBezTo>
                    <a:pt x="609" y="30"/>
                    <a:pt x="607" y="31"/>
                    <a:pt x="605" y="32"/>
                  </a:cubicBezTo>
                  <a:cubicBezTo>
                    <a:pt x="601" y="34"/>
                    <a:pt x="601" y="34"/>
                    <a:pt x="601" y="34"/>
                  </a:cubicBezTo>
                  <a:cubicBezTo>
                    <a:pt x="600" y="34"/>
                    <a:pt x="600" y="34"/>
                    <a:pt x="600" y="34"/>
                  </a:cubicBezTo>
                  <a:cubicBezTo>
                    <a:pt x="600" y="33"/>
                    <a:pt x="600" y="33"/>
                    <a:pt x="600" y="33"/>
                  </a:cubicBezTo>
                  <a:cubicBezTo>
                    <a:pt x="594" y="32"/>
                    <a:pt x="594" y="32"/>
                    <a:pt x="594" y="32"/>
                  </a:cubicBezTo>
                  <a:cubicBezTo>
                    <a:pt x="595" y="36"/>
                    <a:pt x="595" y="36"/>
                    <a:pt x="595" y="36"/>
                  </a:cubicBezTo>
                  <a:cubicBezTo>
                    <a:pt x="585" y="30"/>
                    <a:pt x="585" y="30"/>
                    <a:pt x="585" y="30"/>
                  </a:cubicBezTo>
                  <a:cubicBezTo>
                    <a:pt x="584" y="30"/>
                    <a:pt x="584" y="30"/>
                    <a:pt x="584" y="30"/>
                  </a:cubicBezTo>
                  <a:cubicBezTo>
                    <a:pt x="584" y="29"/>
                    <a:pt x="584" y="29"/>
                    <a:pt x="584" y="29"/>
                  </a:cubicBezTo>
                  <a:cubicBezTo>
                    <a:pt x="584" y="29"/>
                    <a:pt x="584" y="29"/>
                    <a:pt x="584" y="29"/>
                  </a:cubicBezTo>
                  <a:cubicBezTo>
                    <a:pt x="582" y="25"/>
                    <a:pt x="581" y="20"/>
                    <a:pt x="581" y="16"/>
                  </a:cubicBezTo>
                  <a:cubicBezTo>
                    <a:pt x="581" y="12"/>
                    <a:pt x="582" y="9"/>
                    <a:pt x="583" y="8"/>
                  </a:cubicBezTo>
                  <a:cubicBezTo>
                    <a:pt x="586" y="3"/>
                    <a:pt x="586" y="3"/>
                    <a:pt x="586" y="3"/>
                  </a:cubicBezTo>
                  <a:cubicBezTo>
                    <a:pt x="585" y="0"/>
                    <a:pt x="585" y="0"/>
                    <a:pt x="585" y="0"/>
                  </a:cubicBezTo>
                  <a:cubicBezTo>
                    <a:pt x="575" y="1"/>
                    <a:pt x="575" y="1"/>
                    <a:pt x="575" y="1"/>
                  </a:cubicBezTo>
                  <a:cubicBezTo>
                    <a:pt x="569" y="2"/>
                    <a:pt x="566" y="5"/>
                    <a:pt x="564" y="11"/>
                  </a:cubicBezTo>
                  <a:cubicBezTo>
                    <a:pt x="564" y="11"/>
                    <a:pt x="564" y="11"/>
                    <a:pt x="564" y="11"/>
                  </a:cubicBezTo>
                  <a:cubicBezTo>
                    <a:pt x="564" y="11"/>
                    <a:pt x="564" y="11"/>
                    <a:pt x="564" y="11"/>
                  </a:cubicBezTo>
                  <a:cubicBezTo>
                    <a:pt x="558" y="20"/>
                    <a:pt x="558" y="20"/>
                    <a:pt x="558" y="20"/>
                  </a:cubicBezTo>
                  <a:cubicBezTo>
                    <a:pt x="564" y="20"/>
                    <a:pt x="564" y="20"/>
                    <a:pt x="564" y="20"/>
                  </a:cubicBezTo>
                  <a:cubicBezTo>
                    <a:pt x="564" y="20"/>
                    <a:pt x="564" y="20"/>
                    <a:pt x="564" y="20"/>
                  </a:cubicBezTo>
                  <a:cubicBezTo>
                    <a:pt x="565" y="20"/>
                    <a:pt x="565" y="20"/>
                    <a:pt x="565" y="20"/>
                  </a:cubicBezTo>
                  <a:cubicBezTo>
                    <a:pt x="565" y="20"/>
                    <a:pt x="565" y="20"/>
                    <a:pt x="565" y="20"/>
                  </a:cubicBezTo>
                  <a:cubicBezTo>
                    <a:pt x="570" y="22"/>
                    <a:pt x="570" y="22"/>
                    <a:pt x="570" y="22"/>
                  </a:cubicBezTo>
                  <a:cubicBezTo>
                    <a:pt x="571" y="22"/>
                    <a:pt x="571" y="22"/>
                    <a:pt x="571" y="22"/>
                  </a:cubicBezTo>
                  <a:cubicBezTo>
                    <a:pt x="571" y="23"/>
                    <a:pt x="571" y="23"/>
                    <a:pt x="571" y="23"/>
                  </a:cubicBezTo>
                  <a:cubicBezTo>
                    <a:pt x="571" y="24"/>
                    <a:pt x="571" y="24"/>
                    <a:pt x="571" y="24"/>
                  </a:cubicBezTo>
                  <a:cubicBezTo>
                    <a:pt x="572" y="32"/>
                    <a:pt x="572" y="32"/>
                    <a:pt x="572" y="32"/>
                  </a:cubicBezTo>
                  <a:cubicBezTo>
                    <a:pt x="575" y="40"/>
                    <a:pt x="575" y="40"/>
                    <a:pt x="575" y="40"/>
                  </a:cubicBezTo>
                  <a:cubicBezTo>
                    <a:pt x="575" y="41"/>
                    <a:pt x="575" y="41"/>
                    <a:pt x="575" y="41"/>
                  </a:cubicBezTo>
                  <a:cubicBezTo>
                    <a:pt x="575" y="41"/>
                    <a:pt x="575" y="41"/>
                    <a:pt x="575" y="41"/>
                  </a:cubicBezTo>
                  <a:cubicBezTo>
                    <a:pt x="575" y="42"/>
                    <a:pt x="575" y="42"/>
                    <a:pt x="575" y="42"/>
                  </a:cubicBezTo>
                  <a:cubicBezTo>
                    <a:pt x="561" y="68"/>
                    <a:pt x="561" y="68"/>
                    <a:pt x="561" y="68"/>
                  </a:cubicBezTo>
                  <a:cubicBezTo>
                    <a:pt x="559" y="71"/>
                    <a:pt x="558" y="81"/>
                    <a:pt x="557" y="95"/>
                  </a:cubicBezTo>
                  <a:cubicBezTo>
                    <a:pt x="557" y="96"/>
                    <a:pt x="557" y="96"/>
                    <a:pt x="557" y="96"/>
                  </a:cubicBezTo>
                  <a:cubicBezTo>
                    <a:pt x="552" y="106"/>
                    <a:pt x="552" y="106"/>
                    <a:pt x="552" y="106"/>
                  </a:cubicBezTo>
                  <a:cubicBezTo>
                    <a:pt x="555" y="110"/>
                    <a:pt x="555" y="110"/>
                    <a:pt x="555" y="110"/>
                  </a:cubicBezTo>
                  <a:cubicBezTo>
                    <a:pt x="555" y="111"/>
                    <a:pt x="555" y="111"/>
                    <a:pt x="555" y="111"/>
                  </a:cubicBezTo>
                  <a:cubicBezTo>
                    <a:pt x="556" y="117"/>
                    <a:pt x="555" y="121"/>
                    <a:pt x="554" y="122"/>
                  </a:cubicBezTo>
                  <a:cubicBezTo>
                    <a:pt x="553" y="122"/>
                    <a:pt x="553" y="122"/>
                    <a:pt x="553" y="122"/>
                  </a:cubicBezTo>
                  <a:cubicBezTo>
                    <a:pt x="550" y="124"/>
                    <a:pt x="541" y="133"/>
                    <a:pt x="526" y="151"/>
                  </a:cubicBezTo>
                  <a:cubicBezTo>
                    <a:pt x="525" y="152"/>
                    <a:pt x="525" y="152"/>
                    <a:pt x="525" y="152"/>
                  </a:cubicBezTo>
                  <a:cubicBezTo>
                    <a:pt x="524" y="152"/>
                    <a:pt x="524" y="152"/>
                    <a:pt x="524" y="152"/>
                  </a:cubicBezTo>
                  <a:cubicBezTo>
                    <a:pt x="523" y="151"/>
                    <a:pt x="523" y="151"/>
                    <a:pt x="523" y="151"/>
                  </a:cubicBezTo>
                  <a:cubicBezTo>
                    <a:pt x="517" y="148"/>
                    <a:pt x="513" y="144"/>
                    <a:pt x="510" y="141"/>
                  </a:cubicBezTo>
                  <a:cubicBezTo>
                    <a:pt x="507" y="140"/>
                    <a:pt x="501" y="138"/>
                    <a:pt x="491" y="138"/>
                  </a:cubicBezTo>
                  <a:cubicBezTo>
                    <a:pt x="491" y="157"/>
                    <a:pt x="491" y="157"/>
                    <a:pt x="491" y="157"/>
                  </a:cubicBezTo>
                  <a:cubicBezTo>
                    <a:pt x="491" y="157"/>
                    <a:pt x="491" y="157"/>
                    <a:pt x="491" y="157"/>
                  </a:cubicBezTo>
                  <a:cubicBezTo>
                    <a:pt x="483" y="192"/>
                    <a:pt x="483" y="192"/>
                    <a:pt x="483" y="192"/>
                  </a:cubicBezTo>
                  <a:cubicBezTo>
                    <a:pt x="482" y="196"/>
                    <a:pt x="481" y="204"/>
                    <a:pt x="481" y="216"/>
                  </a:cubicBezTo>
                  <a:cubicBezTo>
                    <a:pt x="484" y="220"/>
                    <a:pt x="484" y="220"/>
                    <a:pt x="484" y="220"/>
                  </a:cubicBezTo>
                  <a:cubicBezTo>
                    <a:pt x="487" y="215"/>
                    <a:pt x="487" y="215"/>
                    <a:pt x="487" y="215"/>
                  </a:cubicBezTo>
                  <a:cubicBezTo>
                    <a:pt x="487" y="215"/>
                    <a:pt x="487" y="215"/>
                    <a:pt x="487" y="215"/>
                  </a:cubicBezTo>
                  <a:cubicBezTo>
                    <a:pt x="487" y="214"/>
                    <a:pt x="487" y="214"/>
                    <a:pt x="487" y="214"/>
                  </a:cubicBezTo>
                  <a:cubicBezTo>
                    <a:pt x="497" y="210"/>
                    <a:pt x="497" y="210"/>
                    <a:pt x="497" y="210"/>
                  </a:cubicBezTo>
                  <a:cubicBezTo>
                    <a:pt x="522" y="214"/>
                    <a:pt x="522" y="214"/>
                    <a:pt x="522" y="214"/>
                  </a:cubicBezTo>
                  <a:cubicBezTo>
                    <a:pt x="525" y="210"/>
                    <a:pt x="525" y="210"/>
                    <a:pt x="525" y="210"/>
                  </a:cubicBezTo>
                  <a:cubicBezTo>
                    <a:pt x="529" y="204"/>
                    <a:pt x="529" y="204"/>
                    <a:pt x="529" y="204"/>
                  </a:cubicBezTo>
                  <a:cubicBezTo>
                    <a:pt x="529" y="204"/>
                    <a:pt x="529" y="204"/>
                    <a:pt x="529" y="204"/>
                  </a:cubicBezTo>
                  <a:cubicBezTo>
                    <a:pt x="529" y="204"/>
                    <a:pt x="529" y="204"/>
                    <a:pt x="529" y="204"/>
                  </a:cubicBezTo>
                  <a:cubicBezTo>
                    <a:pt x="530" y="203"/>
                    <a:pt x="530" y="203"/>
                    <a:pt x="530" y="203"/>
                  </a:cubicBezTo>
                  <a:cubicBezTo>
                    <a:pt x="540" y="201"/>
                    <a:pt x="540" y="201"/>
                    <a:pt x="540" y="201"/>
                  </a:cubicBezTo>
                  <a:cubicBezTo>
                    <a:pt x="553" y="200"/>
                    <a:pt x="553" y="200"/>
                    <a:pt x="553" y="200"/>
                  </a:cubicBezTo>
                  <a:cubicBezTo>
                    <a:pt x="557" y="201"/>
                    <a:pt x="562" y="206"/>
                    <a:pt x="568" y="214"/>
                  </a:cubicBezTo>
                  <a:cubicBezTo>
                    <a:pt x="584" y="222"/>
                    <a:pt x="593" y="230"/>
                    <a:pt x="595" y="236"/>
                  </a:cubicBezTo>
                  <a:cubicBezTo>
                    <a:pt x="596" y="239"/>
                    <a:pt x="596" y="242"/>
                    <a:pt x="595" y="244"/>
                  </a:cubicBezTo>
                  <a:cubicBezTo>
                    <a:pt x="593" y="247"/>
                    <a:pt x="591" y="249"/>
                    <a:pt x="587" y="249"/>
                  </a:cubicBezTo>
                  <a:cubicBezTo>
                    <a:pt x="586" y="249"/>
                    <a:pt x="586" y="249"/>
                    <a:pt x="586" y="249"/>
                  </a:cubicBezTo>
                  <a:cubicBezTo>
                    <a:pt x="567" y="248"/>
                    <a:pt x="555" y="248"/>
                    <a:pt x="551" y="250"/>
                  </a:cubicBezTo>
                  <a:cubicBezTo>
                    <a:pt x="542" y="256"/>
                    <a:pt x="542" y="256"/>
                    <a:pt x="542" y="256"/>
                  </a:cubicBezTo>
                  <a:cubicBezTo>
                    <a:pt x="530" y="265"/>
                    <a:pt x="522" y="269"/>
                    <a:pt x="517" y="269"/>
                  </a:cubicBezTo>
                  <a:cubicBezTo>
                    <a:pt x="509" y="270"/>
                    <a:pt x="509" y="270"/>
                    <a:pt x="509" y="270"/>
                  </a:cubicBezTo>
                  <a:cubicBezTo>
                    <a:pt x="505" y="290"/>
                    <a:pt x="505" y="290"/>
                    <a:pt x="505" y="290"/>
                  </a:cubicBezTo>
                  <a:cubicBezTo>
                    <a:pt x="503" y="296"/>
                    <a:pt x="501" y="300"/>
                    <a:pt x="498" y="303"/>
                  </a:cubicBezTo>
                  <a:cubicBezTo>
                    <a:pt x="495" y="306"/>
                    <a:pt x="490" y="308"/>
                    <a:pt x="483" y="310"/>
                  </a:cubicBezTo>
                  <a:cubicBezTo>
                    <a:pt x="476" y="311"/>
                    <a:pt x="469" y="314"/>
                    <a:pt x="463" y="317"/>
                  </a:cubicBezTo>
                  <a:cubicBezTo>
                    <a:pt x="457" y="332"/>
                    <a:pt x="457" y="332"/>
                    <a:pt x="457" y="332"/>
                  </a:cubicBezTo>
                  <a:cubicBezTo>
                    <a:pt x="456" y="332"/>
                    <a:pt x="456" y="332"/>
                    <a:pt x="456" y="332"/>
                  </a:cubicBezTo>
                  <a:cubicBezTo>
                    <a:pt x="456" y="332"/>
                    <a:pt x="456" y="332"/>
                    <a:pt x="456" y="332"/>
                  </a:cubicBezTo>
                  <a:cubicBezTo>
                    <a:pt x="455" y="332"/>
                    <a:pt x="455" y="332"/>
                    <a:pt x="455" y="332"/>
                  </a:cubicBezTo>
                  <a:cubicBezTo>
                    <a:pt x="437" y="340"/>
                    <a:pt x="437" y="340"/>
                    <a:pt x="437" y="340"/>
                  </a:cubicBezTo>
                  <a:cubicBezTo>
                    <a:pt x="436" y="340"/>
                    <a:pt x="436" y="340"/>
                    <a:pt x="436" y="340"/>
                  </a:cubicBezTo>
                  <a:cubicBezTo>
                    <a:pt x="427" y="338"/>
                    <a:pt x="427" y="338"/>
                    <a:pt x="427" y="338"/>
                  </a:cubicBezTo>
                  <a:cubicBezTo>
                    <a:pt x="419" y="336"/>
                    <a:pt x="414" y="334"/>
                    <a:pt x="410" y="332"/>
                  </a:cubicBezTo>
                  <a:cubicBezTo>
                    <a:pt x="405" y="330"/>
                    <a:pt x="400" y="329"/>
                    <a:pt x="395" y="331"/>
                  </a:cubicBezTo>
                  <a:cubicBezTo>
                    <a:pt x="390" y="338"/>
                    <a:pt x="387" y="346"/>
                    <a:pt x="388" y="355"/>
                  </a:cubicBezTo>
                  <a:cubicBezTo>
                    <a:pt x="388" y="360"/>
                    <a:pt x="389" y="363"/>
                    <a:pt x="391" y="364"/>
                  </a:cubicBezTo>
                  <a:cubicBezTo>
                    <a:pt x="393" y="364"/>
                    <a:pt x="393" y="364"/>
                    <a:pt x="393" y="364"/>
                  </a:cubicBezTo>
                  <a:cubicBezTo>
                    <a:pt x="397" y="362"/>
                    <a:pt x="397" y="362"/>
                    <a:pt x="397" y="362"/>
                  </a:cubicBezTo>
                  <a:cubicBezTo>
                    <a:pt x="397" y="374"/>
                    <a:pt x="397" y="374"/>
                    <a:pt x="397" y="374"/>
                  </a:cubicBezTo>
                  <a:cubicBezTo>
                    <a:pt x="397" y="379"/>
                    <a:pt x="396" y="382"/>
                    <a:pt x="393" y="384"/>
                  </a:cubicBezTo>
                  <a:cubicBezTo>
                    <a:pt x="391" y="386"/>
                    <a:pt x="387" y="388"/>
                    <a:pt x="382" y="389"/>
                  </a:cubicBezTo>
                  <a:cubicBezTo>
                    <a:pt x="379" y="390"/>
                    <a:pt x="379" y="390"/>
                    <a:pt x="379" y="390"/>
                  </a:cubicBezTo>
                  <a:cubicBezTo>
                    <a:pt x="375" y="392"/>
                    <a:pt x="366" y="402"/>
                    <a:pt x="354" y="422"/>
                  </a:cubicBezTo>
                  <a:cubicBezTo>
                    <a:pt x="354" y="422"/>
                    <a:pt x="354" y="422"/>
                    <a:pt x="354" y="422"/>
                  </a:cubicBezTo>
                  <a:cubicBezTo>
                    <a:pt x="353" y="422"/>
                    <a:pt x="353" y="422"/>
                    <a:pt x="353" y="422"/>
                  </a:cubicBezTo>
                  <a:cubicBezTo>
                    <a:pt x="341" y="430"/>
                    <a:pt x="341" y="430"/>
                    <a:pt x="341" y="430"/>
                  </a:cubicBezTo>
                  <a:cubicBezTo>
                    <a:pt x="343" y="430"/>
                    <a:pt x="345" y="430"/>
                    <a:pt x="344" y="432"/>
                  </a:cubicBezTo>
                  <a:cubicBezTo>
                    <a:pt x="344" y="434"/>
                    <a:pt x="343" y="434"/>
                    <a:pt x="339" y="434"/>
                  </a:cubicBezTo>
                  <a:cubicBezTo>
                    <a:pt x="305" y="434"/>
                    <a:pt x="305" y="434"/>
                    <a:pt x="305" y="434"/>
                  </a:cubicBezTo>
                  <a:cubicBezTo>
                    <a:pt x="267" y="432"/>
                    <a:pt x="238" y="443"/>
                    <a:pt x="217" y="464"/>
                  </a:cubicBezTo>
                  <a:cubicBezTo>
                    <a:pt x="216" y="465"/>
                    <a:pt x="216" y="465"/>
                    <a:pt x="216" y="465"/>
                  </a:cubicBezTo>
                  <a:cubicBezTo>
                    <a:pt x="215" y="465"/>
                    <a:pt x="215" y="465"/>
                    <a:pt x="215" y="465"/>
                  </a:cubicBezTo>
                  <a:cubicBezTo>
                    <a:pt x="215" y="465"/>
                    <a:pt x="215" y="465"/>
                    <a:pt x="215" y="465"/>
                  </a:cubicBezTo>
                  <a:cubicBezTo>
                    <a:pt x="201" y="467"/>
                    <a:pt x="201" y="467"/>
                    <a:pt x="201" y="467"/>
                  </a:cubicBezTo>
                  <a:cubicBezTo>
                    <a:pt x="200" y="467"/>
                    <a:pt x="200" y="467"/>
                    <a:pt x="200" y="467"/>
                  </a:cubicBezTo>
                  <a:cubicBezTo>
                    <a:pt x="199" y="467"/>
                    <a:pt x="199" y="467"/>
                    <a:pt x="199" y="467"/>
                  </a:cubicBezTo>
                  <a:cubicBezTo>
                    <a:pt x="195" y="458"/>
                    <a:pt x="195" y="458"/>
                    <a:pt x="195" y="458"/>
                  </a:cubicBezTo>
                  <a:cubicBezTo>
                    <a:pt x="181" y="461"/>
                    <a:pt x="181" y="461"/>
                    <a:pt x="181" y="461"/>
                  </a:cubicBezTo>
                  <a:cubicBezTo>
                    <a:pt x="173" y="462"/>
                    <a:pt x="163" y="460"/>
                    <a:pt x="152" y="454"/>
                  </a:cubicBezTo>
                  <a:cubicBezTo>
                    <a:pt x="142" y="450"/>
                    <a:pt x="133" y="444"/>
                    <a:pt x="123" y="436"/>
                  </a:cubicBezTo>
                  <a:cubicBezTo>
                    <a:pt x="117" y="432"/>
                    <a:pt x="110" y="428"/>
                    <a:pt x="101" y="427"/>
                  </a:cubicBezTo>
                  <a:cubicBezTo>
                    <a:pt x="88" y="426"/>
                    <a:pt x="88" y="426"/>
                    <a:pt x="88" y="426"/>
                  </a:cubicBezTo>
                  <a:cubicBezTo>
                    <a:pt x="74" y="428"/>
                    <a:pt x="74" y="428"/>
                    <a:pt x="74" y="428"/>
                  </a:cubicBezTo>
                  <a:cubicBezTo>
                    <a:pt x="63" y="429"/>
                    <a:pt x="53" y="429"/>
                    <a:pt x="43" y="428"/>
                  </a:cubicBezTo>
                  <a:cubicBezTo>
                    <a:pt x="32" y="428"/>
                    <a:pt x="18" y="424"/>
                    <a:pt x="1" y="419"/>
                  </a:cubicBezTo>
                  <a:cubicBezTo>
                    <a:pt x="0" y="422"/>
                    <a:pt x="0" y="422"/>
                    <a:pt x="0" y="422"/>
                  </a:cubicBezTo>
                  <a:cubicBezTo>
                    <a:pt x="0" y="422"/>
                    <a:pt x="0" y="422"/>
                    <a:pt x="0" y="422"/>
                  </a:cubicBezTo>
                  <a:cubicBezTo>
                    <a:pt x="1" y="422"/>
                    <a:pt x="1" y="422"/>
                    <a:pt x="1" y="422"/>
                  </a:cubicBezTo>
                  <a:cubicBezTo>
                    <a:pt x="1" y="422"/>
                    <a:pt x="1" y="422"/>
                    <a:pt x="1" y="422"/>
                  </a:cubicBezTo>
                  <a:cubicBezTo>
                    <a:pt x="1" y="422"/>
                    <a:pt x="1" y="422"/>
                    <a:pt x="1" y="422"/>
                  </a:cubicBezTo>
                  <a:cubicBezTo>
                    <a:pt x="1" y="426"/>
                    <a:pt x="1" y="426"/>
                    <a:pt x="1" y="426"/>
                  </a:cubicBezTo>
                  <a:cubicBezTo>
                    <a:pt x="5" y="434"/>
                    <a:pt x="5" y="434"/>
                    <a:pt x="5" y="434"/>
                  </a:cubicBezTo>
                  <a:cubicBezTo>
                    <a:pt x="13" y="444"/>
                    <a:pt x="13" y="444"/>
                    <a:pt x="13" y="444"/>
                  </a:cubicBezTo>
                  <a:cubicBezTo>
                    <a:pt x="14" y="446"/>
                    <a:pt x="14" y="446"/>
                    <a:pt x="14" y="446"/>
                  </a:cubicBezTo>
                  <a:cubicBezTo>
                    <a:pt x="12" y="453"/>
                    <a:pt x="12" y="453"/>
                    <a:pt x="12" y="453"/>
                  </a:cubicBezTo>
                  <a:cubicBezTo>
                    <a:pt x="12" y="454"/>
                    <a:pt x="12" y="454"/>
                    <a:pt x="12" y="454"/>
                  </a:cubicBezTo>
                  <a:cubicBezTo>
                    <a:pt x="12" y="454"/>
                    <a:pt x="12" y="454"/>
                    <a:pt x="12" y="454"/>
                  </a:cubicBezTo>
                  <a:cubicBezTo>
                    <a:pt x="7" y="460"/>
                    <a:pt x="7" y="460"/>
                    <a:pt x="7" y="460"/>
                  </a:cubicBezTo>
                  <a:cubicBezTo>
                    <a:pt x="12" y="465"/>
                    <a:pt x="12" y="465"/>
                    <a:pt x="12" y="465"/>
                  </a:cubicBezTo>
                  <a:cubicBezTo>
                    <a:pt x="14" y="467"/>
                    <a:pt x="15" y="469"/>
                    <a:pt x="15" y="470"/>
                  </a:cubicBezTo>
                  <a:cubicBezTo>
                    <a:pt x="17" y="478"/>
                    <a:pt x="17" y="478"/>
                    <a:pt x="17" y="478"/>
                  </a:cubicBezTo>
                  <a:cubicBezTo>
                    <a:pt x="23" y="484"/>
                    <a:pt x="23" y="484"/>
                    <a:pt x="23" y="484"/>
                  </a:cubicBezTo>
                  <a:cubicBezTo>
                    <a:pt x="23" y="485"/>
                    <a:pt x="23" y="485"/>
                    <a:pt x="23" y="485"/>
                  </a:cubicBezTo>
                  <a:cubicBezTo>
                    <a:pt x="23" y="490"/>
                    <a:pt x="23" y="490"/>
                    <a:pt x="23" y="490"/>
                  </a:cubicBezTo>
                  <a:cubicBezTo>
                    <a:pt x="23" y="494"/>
                    <a:pt x="23" y="494"/>
                    <a:pt x="23" y="494"/>
                  </a:cubicBezTo>
                  <a:cubicBezTo>
                    <a:pt x="27" y="497"/>
                    <a:pt x="27" y="497"/>
                    <a:pt x="27" y="497"/>
                  </a:cubicBezTo>
                  <a:cubicBezTo>
                    <a:pt x="29" y="496"/>
                    <a:pt x="29" y="496"/>
                    <a:pt x="29" y="496"/>
                  </a:cubicBezTo>
                  <a:cubicBezTo>
                    <a:pt x="30" y="495"/>
                    <a:pt x="30" y="495"/>
                    <a:pt x="30" y="495"/>
                  </a:cubicBezTo>
                  <a:cubicBezTo>
                    <a:pt x="31" y="492"/>
                    <a:pt x="33" y="490"/>
                    <a:pt x="36" y="490"/>
                  </a:cubicBezTo>
                  <a:cubicBezTo>
                    <a:pt x="39" y="488"/>
                    <a:pt x="39" y="488"/>
                    <a:pt x="39" y="488"/>
                  </a:cubicBezTo>
                  <a:cubicBezTo>
                    <a:pt x="60" y="486"/>
                    <a:pt x="60" y="486"/>
                    <a:pt x="60" y="486"/>
                  </a:cubicBezTo>
                  <a:cubicBezTo>
                    <a:pt x="69" y="483"/>
                    <a:pt x="69" y="483"/>
                    <a:pt x="69" y="483"/>
                  </a:cubicBezTo>
                  <a:cubicBezTo>
                    <a:pt x="69" y="483"/>
                    <a:pt x="69" y="483"/>
                    <a:pt x="69" y="483"/>
                  </a:cubicBezTo>
                  <a:cubicBezTo>
                    <a:pt x="71" y="482"/>
                    <a:pt x="71" y="482"/>
                    <a:pt x="71" y="482"/>
                  </a:cubicBezTo>
                  <a:cubicBezTo>
                    <a:pt x="75" y="492"/>
                    <a:pt x="75" y="492"/>
                    <a:pt x="75" y="492"/>
                  </a:cubicBezTo>
                  <a:cubicBezTo>
                    <a:pt x="75" y="492"/>
                    <a:pt x="75" y="492"/>
                    <a:pt x="75" y="492"/>
                  </a:cubicBezTo>
                  <a:cubicBezTo>
                    <a:pt x="75" y="492"/>
                    <a:pt x="75" y="492"/>
                    <a:pt x="75" y="492"/>
                  </a:cubicBezTo>
                  <a:cubicBezTo>
                    <a:pt x="76" y="494"/>
                    <a:pt x="75" y="496"/>
                    <a:pt x="74" y="498"/>
                  </a:cubicBezTo>
                  <a:cubicBezTo>
                    <a:pt x="63" y="514"/>
                    <a:pt x="63" y="514"/>
                    <a:pt x="63" y="514"/>
                  </a:cubicBezTo>
                  <a:cubicBezTo>
                    <a:pt x="63" y="517"/>
                    <a:pt x="63" y="517"/>
                    <a:pt x="63" y="517"/>
                  </a:cubicBezTo>
                  <a:cubicBezTo>
                    <a:pt x="69" y="522"/>
                    <a:pt x="69" y="522"/>
                    <a:pt x="69" y="522"/>
                  </a:cubicBezTo>
                  <a:cubicBezTo>
                    <a:pt x="74" y="526"/>
                    <a:pt x="74" y="526"/>
                    <a:pt x="74" y="526"/>
                  </a:cubicBezTo>
                  <a:cubicBezTo>
                    <a:pt x="74" y="526"/>
                    <a:pt x="74" y="526"/>
                    <a:pt x="74" y="526"/>
                  </a:cubicBezTo>
                  <a:cubicBezTo>
                    <a:pt x="77" y="529"/>
                    <a:pt x="79" y="531"/>
                    <a:pt x="81" y="532"/>
                  </a:cubicBezTo>
                  <a:cubicBezTo>
                    <a:pt x="84" y="532"/>
                    <a:pt x="87" y="535"/>
                    <a:pt x="89" y="538"/>
                  </a:cubicBezTo>
                  <a:cubicBezTo>
                    <a:pt x="89" y="539"/>
                    <a:pt x="89" y="539"/>
                    <a:pt x="89" y="539"/>
                  </a:cubicBezTo>
                  <a:cubicBezTo>
                    <a:pt x="93" y="541"/>
                    <a:pt x="93" y="541"/>
                    <a:pt x="93" y="541"/>
                  </a:cubicBezTo>
                  <a:cubicBezTo>
                    <a:pt x="95" y="541"/>
                    <a:pt x="95" y="541"/>
                    <a:pt x="95" y="541"/>
                  </a:cubicBezTo>
                  <a:cubicBezTo>
                    <a:pt x="95" y="541"/>
                    <a:pt x="95" y="541"/>
                    <a:pt x="95" y="541"/>
                  </a:cubicBezTo>
                  <a:cubicBezTo>
                    <a:pt x="96" y="546"/>
                    <a:pt x="96" y="546"/>
                    <a:pt x="96" y="546"/>
                  </a:cubicBezTo>
                  <a:cubicBezTo>
                    <a:pt x="96" y="546"/>
                    <a:pt x="96" y="546"/>
                    <a:pt x="96" y="546"/>
                  </a:cubicBezTo>
                  <a:cubicBezTo>
                    <a:pt x="97" y="550"/>
                    <a:pt x="97" y="550"/>
                    <a:pt x="97" y="550"/>
                  </a:cubicBezTo>
                  <a:cubicBezTo>
                    <a:pt x="98" y="556"/>
                    <a:pt x="98" y="556"/>
                    <a:pt x="98" y="556"/>
                  </a:cubicBezTo>
                  <a:cubicBezTo>
                    <a:pt x="108" y="558"/>
                    <a:pt x="108" y="558"/>
                    <a:pt x="108" y="558"/>
                  </a:cubicBezTo>
                  <a:cubicBezTo>
                    <a:pt x="109" y="558"/>
                    <a:pt x="109" y="558"/>
                    <a:pt x="109" y="558"/>
                  </a:cubicBezTo>
                  <a:cubicBezTo>
                    <a:pt x="109" y="558"/>
                    <a:pt x="109" y="558"/>
                    <a:pt x="109" y="558"/>
                  </a:cubicBezTo>
                  <a:cubicBezTo>
                    <a:pt x="109" y="559"/>
                    <a:pt x="109" y="559"/>
                    <a:pt x="109" y="559"/>
                  </a:cubicBezTo>
                  <a:cubicBezTo>
                    <a:pt x="110" y="560"/>
                    <a:pt x="110" y="560"/>
                    <a:pt x="110" y="560"/>
                  </a:cubicBezTo>
                  <a:cubicBezTo>
                    <a:pt x="113" y="565"/>
                    <a:pt x="113" y="565"/>
                    <a:pt x="113" y="565"/>
                  </a:cubicBezTo>
                  <a:cubicBezTo>
                    <a:pt x="121" y="568"/>
                    <a:pt x="121" y="568"/>
                    <a:pt x="121" y="568"/>
                  </a:cubicBezTo>
                  <a:cubicBezTo>
                    <a:pt x="126" y="565"/>
                    <a:pt x="126" y="565"/>
                    <a:pt x="126" y="565"/>
                  </a:cubicBezTo>
                  <a:cubicBezTo>
                    <a:pt x="125" y="562"/>
                    <a:pt x="125" y="562"/>
                    <a:pt x="125" y="562"/>
                  </a:cubicBezTo>
                  <a:cubicBezTo>
                    <a:pt x="120" y="557"/>
                    <a:pt x="120" y="557"/>
                    <a:pt x="120" y="557"/>
                  </a:cubicBezTo>
                  <a:cubicBezTo>
                    <a:pt x="121" y="556"/>
                    <a:pt x="121" y="556"/>
                    <a:pt x="121" y="556"/>
                  </a:cubicBezTo>
                  <a:cubicBezTo>
                    <a:pt x="121" y="556"/>
                    <a:pt x="121" y="556"/>
                    <a:pt x="121" y="556"/>
                  </a:cubicBezTo>
                  <a:cubicBezTo>
                    <a:pt x="125" y="547"/>
                    <a:pt x="125" y="547"/>
                    <a:pt x="125" y="547"/>
                  </a:cubicBezTo>
                  <a:cubicBezTo>
                    <a:pt x="135" y="547"/>
                    <a:pt x="135" y="547"/>
                    <a:pt x="135" y="547"/>
                  </a:cubicBezTo>
                  <a:cubicBezTo>
                    <a:pt x="135" y="548"/>
                    <a:pt x="135" y="548"/>
                    <a:pt x="135" y="548"/>
                  </a:cubicBezTo>
                  <a:cubicBezTo>
                    <a:pt x="149" y="552"/>
                    <a:pt x="149" y="552"/>
                    <a:pt x="149" y="552"/>
                  </a:cubicBezTo>
                  <a:cubicBezTo>
                    <a:pt x="157" y="551"/>
                    <a:pt x="157" y="551"/>
                    <a:pt x="157" y="551"/>
                  </a:cubicBezTo>
                  <a:cubicBezTo>
                    <a:pt x="163" y="546"/>
                    <a:pt x="163" y="546"/>
                    <a:pt x="163" y="546"/>
                  </a:cubicBezTo>
                  <a:cubicBezTo>
                    <a:pt x="169" y="537"/>
                    <a:pt x="174" y="534"/>
                    <a:pt x="177" y="536"/>
                  </a:cubicBezTo>
                  <a:cubicBezTo>
                    <a:pt x="180" y="535"/>
                    <a:pt x="180" y="535"/>
                    <a:pt x="180" y="535"/>
                  </a:cubicBezTo>
                  <a:cubicBezTo>
                    <a:pt x="183" y="535"/>
                    <a:pt x="185" y="536"/>
                    <a:pt x="187" y="536"/>
                  </a:cubicBezTo>
                  <a:cubicBezTo>
                    <a:pt x="187" y="537"/>
                    <a:pt x="187" y="538"/>
                    <a:pt x="187" y="538"/>
                  </a:cubicBezTo>
                  <a:cubicBezTo>
                    <a:pt x="187" y="540"/>
                    <a:pt x="189" y="543"/>
                    <a:pt x="191" y="548"/>
                  </a:cubicBezTo>
                  <a:cubicBezTo>
                    <a:pt x="191" y="548"/>
                    <a:pt x="191" y="548"/>
                    <a:pt x="191" y="548"/>
                  </a:cubicBezTo>
                  <a:cubicBezTo>
                    <a:pt x="191" y="548"/>
                    <a:pt x="191" y="548"/>
                    <a:pt x="191" y="548"/>
                  </a:cubicBezTo>
                  <a:cubicBezTo>
                    <a:pt x="193" y="554"/>
                    <a:pt x="193" y="554"/>
                    <a:pt x="193" y="554"/>
                  </a:cubicBezTo>
                  <a:cubicBezTo>
                    <a:pt x="193" y="555"/>
                    <a:pt x="193" y="555"/>
                    <a:pt x="193" y="555"/>
                  </a:cubicBezTo>
                  <a:cubicBezTo>
                    <a:pt x="191" y="562"/>
                    <a:pt x="191" y="562"/>
                    <a:pt x="191" y="562"/>
                  </a:cubicBezTo>
                  <a:cubicBezTo>
                    <a:pt x="191" y="562"/>
                    <a:pt x="191" y="562"/>
                    <a:pt x="191" y="562"/>
                  </a:cubicBezTo>
                  <a:cubicBezTo>
                    <a:pt x="191" y="562"/>
                    <a:pt x="191" y="562"/>
                    <a:pt x="191" y="562"/>
                  </a:cubicBezTo>
                  <a:cubicBezTo>
                    <a:pt x="191" y="562"/>
                    <a:pt x="191" y="562"/>
                    <a:pt x="191" y="562"/>
                  </a:cubicBezTo>
                  <a:cubicBezTo>
                    <a:pt x="184" y="570"/>
                    <a:pt x="184" y="570"/>
                    <a:pt x="184" y="570"/>
                  </a:cubicBezTo>
                  <a:cubicBezTo>
                    <a:pt x="183" y="571"/>
                    <a:pt x="183" y="571"/>
                    <a:pt x="183" y="571"/>
                  </a:cubicBezTo>
                  <a:cubicBezTo>
                    <a:pt x="183" y="571"/>
                    <a:pt x="183" y="571"/>
                    <a:pt x="183" y="571"/>
                  </a:cubicBezTo>
                  <a:cubicBezTo>
                    <a:pt x="169" y="577"/>
                    <a:pt x="169" y="577"/>
                    <a:pt x="169" y="577"/>
                  </a:cubicBezTo>
                  <a:cubicBezTo>
                    <a:pt x="167" y="581"/>
                    <a:pt x="167" y="581"/>
                    <a:pt x="167" y="581"/>
                  </a:cubicBezTo>
                  <a:cubicBezTo>
                    <a:pt x="165" y="593"/>
                    <a:pt x="165" y="593"/>
                    <a:pt x="165" y="593"/>
                  </a:cubicBezTo>
                  <a:cubicBezTo>
                    <a:pt x="166" y="598"/>
                    <a:pt x="166" y="598"/>
                    <a:pt x="166" y="598"/>
                  </a:cubicBezTo>
                  <a:cubicBezTo>
                    <a:pt x="170" y="604"/>
                    <a:pt x="170" y="604"/>
                    <a:pt x="170" y="604"/>
                  </a:cubicBezTo>
                  <a:cubicBezTo>
                    <a:pt x="171" y="606"/>
                    <a:pt x="171" y="606"/>
                    <a:pt x="171" y="606"/>
                  </a:cubicBezTo>
                  <a:cubicBezTo>
                    <a:pt x="176" y="609"/>
                    <a:pt x="176" y="609"/>
                    <a:pt x="176" y="609"/>
                  </a:cubicBezTo>
                  <a:cubicBezTo>
                    <a:pt x="193" y="609"/>
                    <a:pt x="193" y="609"/>
                    <a:pt x="193" y="609"/>
                  </a:cubicBezTo>
                  <a:cubicBezTo>
                    <a:pt x="207" y="607"/>
                    <a:pt x="207" y="607"/>
                    <a:pt x="207" y="607"/>
                  </a:cubicBezTo>
                  <a:cubicBezTo>
                    <a:pt x="209" y="605"/>
                    <a:pt x="209" y="605"/>
                    <a:pt x="209" y="605"/>
                  </a:cubicBezTo>
                  <a:cubicBezTo>
                    <a:pt x="211" y="602"/>
                    <a:pt x="213" y="602"/>
                    <a:pt x="214" y="602"/>
                  </a:cubicBezTo>
                  <a:cubicBezTo>
                    <a:pt x="224" y="603"/>
                    <a:pt x="224" y="603"/>
                    <a:pt x="224" y="603"/>
                  </a:cubicBezTo>
                  <a:cubicBezTo>
                    <a:pt x="225" y="602"/>
                    <a:pt x="225" y="602"/>
                    <a:pt x="225" y="602"/>
                  </a:cubicBezTo>
                  <a:cubicBezTo>
                    <a:pt x="224" y="599"/>
                    <a:pt x="224" y="596"/>
                    <a:pt x="225" y="594"/>
                  </a:cubicBezTo>
                  <a:cubicBezTo>
                    <a:pt x="229" y="587"/>
                    <a:pt x="229" y="587"/>
                    <a:pt x="229" y="587"/>
                  </a:cubicBezTo>
                  <a:cubicBezTo>
                    <a:pt x="229" y="574"/>
                    <a:pt x="229" y="574"/>
                    <a:pt x="229" y="574"/>
                  </a:cubicBezTo>
                  <a:cubicBezTo>
                    <a:pt x="229" y="574"/>
                    <a:pt x="229" y="574"/>
                    <a:pt x="229" y="574"/>
                  </a:cubicBezTo>
                  <a:cubicBezTo>
                    <a:pt x="237" y="553"/>
                    <a:pt x="237" y="553"/>
                    <a:pt x="237" y="553"/>
                  </a:cubicBezTo>
                  <a:cubicBezTo>
                    <a:pt x="237" y="553"/>
                    <a:pt x="237" y="553"/>
                    <a:pt x="237" y="553"/>
                  </a:cubicBezTo>
                  <a:cubicBezTo>
                    <a:pt x="237" y="552"/>
                    <a:pt x="237" y="552"/>
                    <a:pt x="237" y="552"/>
                  </a:cubicBezTo>
                  <a:cubicBezTo>
                    <a:pt x="237" y="552"/>
                    <a:pt x="237" y="552"/>
                    <a:pt x="237" y="552"/>
                  </a:cubicBezTo>
                  <a:cubicBezTo>
                    <a:pt x="237" y="552"/>
                    <a:pt x="237" y="552"/>
                    <a:pt x="237" y="552"/>
                  </a:cubicBezTo>
                  <a:cubicBezTo>
                    <a:pt x="250" y="542"/>
                    <a:pt x="250" y="542"/>
                    <a:pt x="250" y="542"/>
                  </a:cubicBezTo>
                  <a:cubicBezTo>
                    <a:pt x="251" y="541"/>
                    <a:pt x="251" y="541"/>
                    <a:pt x="251" y="541"/>
                  </a:cubicBezTo>
                  <a:cubicBezTo>
                    <a:pt x="261" y="546"/>
                    <a:pt x="261" y="546"/>
                    <a:pt x="261" y="546"/>
                  </a:cubicBezTo>
                  <a:cubicBezTo>
                    <a:pt x="261" y="546"/>
                    <a:pt x="261" y="546"/>
                    <a:pt x="261" y="546"/>
                  </a:cubicBezTo>
                  <a:cubicBezTo>
                    <a:pt x="267" y="550"/>
                    <a:pt x="270" y="553"/>
                    <a:pt x="270" y="555"/>
                  </a:cubicBezTo>
                  <a:cubicBezTo>
                    <a:pt x="269" y="564"/>
                    <a:pt x="269" y="564"/>
                    <a:pt x="269" y="564"/>
                  </a:cubicBezTo>
                  <a:cubicBezTo>
                    <a:pt x="265" y="570"/>
                    <a:pt x="265" y="570"/>
                    <a:pt x="265" y="570"/>
                  </a:cubicBezTo>
                  <a:cubicBezTo>
                    <a:pt x="263" y="578"/>
                    <a:pt x="263" y="578"/>
                    <a:pt x="263" y="578"/>
                  </a:cubicBezTo>
                  <a:cubicBezTo>
                    <a:pt x="263" y="586"/>
                    <a:pt x="263" y="586"/>
                    <a:pt x="263" y="586"/>
                  </a:cubicBezTo>
                  <a:cubicBezTo>
                    <a:pt x="265" y="590"/>
                    <a:pt x="265" y="590"/>
                    <a:pt x="265" y="590"/>
                  </a:cubicBezTo>
                  <a:cubicBezTo>
                    <a:pt x="269" y="590"/>
                    <a:pt x="269" y="590"/>
                    <a:pt x="269" y="590"/>
                  </a:cubicBezTo>
                  <a:cubicBezTo>
                    <a:pt x="270" y="590"/>
                    <a:pt x="270" y="590"/>
                    <a:pt x="270" y="590"/>
                  </a:cubicBezTo>
                  <a:cubicBezTo>
                    <a:pt x="276" y="590"/>
                    <a:pt x="276" y="590"/>
                    <a:pt x="276" y="590"/>
                  </a:cubicBezTo>
                  <a:cubicBezTo>
                    <a:pt x="279" y="592"/>
                    <a:pt x="281" y="594"/>
                    <a:pt x="283" y="598"/>
                  </a:cubicBezTo>
                  <a:cubicBezTo>
                    <a:pt x="286" y="600"/>
                    <a:pt x="286" y="600"/>
                    <a:pt x="286" y="600"/>
                  </a:cubicBezTo>
                  <a:cubicBezTo>
                    <a:pt x="287" y="600"/>
                    <a:pt x="287" y="600"/>
                    <a:pt x="287" y="600"/>
                  </a:cubicBezTo>
                  <a:cubicBezTo>
                    <a:pt x="287" y="600"/>
                    <a:pt x="287" y="600"/>
                    <a:pt x="287" y="600"/>
                  </a:cubicBezTo>
                  <a:cubicBezTo>
                    <a:pt x="287" y="600"/>
                    <a:pt x="287" y="600"/>
                    <a:pt x="287" y="600"/>
                  </a:cubicBezTo>
                  <a:cubicBezTo>
                    <a:pt x="301" y="606"/>
                    <a:pt x="301" y="606"/>
                    <a:pt x="301" y="606"/>
                  </a:cubicBezTo>
                  <a:cubicBezTo>
                    <a:pt x="307" y="608"/>
                    <a:pt x="307" y="608"/>
                    <a:pt x="307" y="608"/>
                  </a:cubicBezTo>
                  <a:cubicBezTo>
                    <a:pt x="315" y="607"/>
                    <a:pt x="315" y="607"/>
                    <a:pt x="315" y="607"/>
                  </a:cubicBezTo>
                  <a:cubicBezTo>
                    <a:pt x="319" y="602"/>
                    <a:pt x="319" y="602"/>
                    <a:pt x="319" y="602"/>
                  </a:cubicBezTo>
                  <a:cubicBezTo>
                    <a:pt x="323" y="582"/>
                    <a:pt x="323" y="582"/>
                    <a:pt x="323" y="582"/>
                  </a:cubicBezTo>
                  <a:cubicBezTo>
                    <a:pt x="324" y="572"/>
                    <a:pt x="324" y="572"/>
                    <a:pt x="324" y="572"/>
                  </a:cubicBezTo>
                  <a:cubicBezTo>
                    <a:pt x="324" y="571"/>
                    <a:pt x="324" y="571"/>
                    <a:pt x="324" y="571"/>
                  </a:cubicBezTo>
                  <a:cubicBezTo>
                    <a:pt x="325" y="570"/>
                    <a:pt x="325" y="570"/>
                    <a:pt x="325" y="570"/>
                  </a:cubicBezTo>
                  <a:cubicBezTo>
                    <a:pt x="325" y="570"/>
                    <a:pt x="325" y="570"/>
                    <a:pt x="325" y="570"/>
                  </a:cubicBezTo>
                  <a:cubicBezTo>
                    <a:pt x="333" y="564"/>
                    <a:pt x="333" y="564"/>
                    <a:pt x="333" y="564"/>
                  </a:cubicBezTo>
                  <a:cubicBezTo>
                    <a:pt x="337" y="558"/>
                    <a:pt x="337" y="558"/>
                    <a:pt x="337" y="558"/>
                  </a:cubicBezTo>
                  <a:cubicBezTo>
                    <a:pt x="337" y="558"/>
                    <a:pt x="337" y="558"/>
                    <a:pt x="337" y="558"/>
                  </a:cubicBezTo>
                  <a:cubicBezTo>
                    <a:pt x="345" y="554"/>
                    <a:pt x="345" y="554"/>
                    <a:pt x="345" y="554"/>
                  </a:cubicBezTo>
                  <a:cubicBezTo>
                    <a:pt x="350" y="551"/>
                    <a:pt x="350" y="551"/>
                    <a:pt x="350" y="551"/>
                  </a:cubicBezTo>
                  <a:cubicBezTo>
                    <a:pt x="356" y="549"/>
                    <a:pt x="356" y="549"/>
                    <a:pt x="356" y="549"/>
                  </a:cubicBezTo>
                  <a:cubicBezTo>
                    <a:pt x="353" y="537"/>
                    <a:pt x="353" y="537"/>
                    <a:pt x="353" y="537"/>
                  </a:cubicBezTo>
                  <a:cubicBezTo>
                    <a:pt x="367" y="538"/>
                    <a:pt x="367" y="538"/>
                    <a:pt x="367" y="538"/>
                  </a:cubicBezTo>
                  <a:cubicBezTo>
                    <a:pt x="367" y="538"/>
                    <a:pt x="367" y="538"/>
                    <a:pt x="367" y="538"/>
                  </a:cubicBezTo>
                  <a:cubicBezTo>
                    <a:pt x="367" y="539"/>
                    <a:pt x="367" y="539"/>
                    <a:pt x="367" y="539"/>
                  </a:cubicBezTo>
                  <a:cubicBezTo>
                    <a:pt x="367" y="539"/>
                    <a:pt x="367" y="539"/>
                    <a:pt x="367" y="539"/>
                  </a:cubicBezTo>
                  <a:cubicBezTo>
                    <a:pt x="374" y="542"/>
                    <a:pt x="374" y="542"/>
                    <a:pt x="374" y="542"/>
                  </a:cubicBezTo>
                  <a:cubicBezTo>
                    <a:pt x="374" y="542"/>
                    <a:pt x="374" y="542"/>
                    <a:pt x="374" y="542"/>
                  </a:cubicBezTo>
                  <a:cubicBezTo>
                    <a:pt x="374" y="541"/>
                    <a:pt x="374" y="541"/>
                    <a:pt x="374" y="541"/>
                  </a:cubicBezTo>
                  <a:cubicBezTo>
                    <a:pt x="376" y="534"/>
                    <a:pt x="376" y="534"/>
                    <a:pt x="376" y="534"/>
                  </a:cubicBezTo>
                  <a:cubicBezTo>
                    <a:pt x="376" y="532"/>
                    <a:pt x="376" y="532"/>
                    <a:pt x="376" y="532"/>
                  </a:cubicBezTo>
                  <a:cubicBezTo>
                    <a:pt x="377" y="533"/>
                    <a:pt x="377" y="533"/>
                    <a:pt x="377" y="533"/>
                  </a:cubicBezTo>
                  <a:cubicBezTo>
                    <a:pt x="378" y="533"/>
                    <a:pt x="378" y="533"/>
                    <a:pt x="378" y="533"/>
                  </a:cubicBezTo>
                  <a:cubicBezTo>
                    <a:pt x="384" y="534"/>
                    <a:pt x="384" y="534"/>
                    <a:pt x="384" y="534"/>
                  </a:cubicBezTo>
                  <a:cubicBezTo>
                    <a:pt x="387" y="534"/>
                    <a:pt x="387" y="534"/>
                    <a:pt x="387" y="534"/>
                  </a:cubicBezTo>
                  <a:cubicBezTo>
                    <a:pt x="393" y="528"/>
                    <a:pt x="393" y="528"/>
                    <a:pt x="393" y="528"/>
                  </a:cubicBezTo>
                  <a:cubicBezTo>
                    <a:pt x="394" y="528"/>
                    <a:pt x="394" y="528"/>
                    <a:pt x="394" y="528"/>
                  </a:cubicBezTo>
                  <a:cubicBezTo>
                    <a:pt x="394" y="527"/>
                    <a:pt x="394" y="527"/>
                    <a:pt x="394" y="527"/>
                  </a:cubicBezTo>
                  <a:cubicBezTo>
                    <a:pt x="395" y="527"/>
                    <a:pt x="395" y="527"/>
                    <a:pt x="395" y="527"/>
                  </a:cubicBezTo>
                  <a:cubicBezTo>
                    <a:pt x="403" y="526"/>
                    <a:pt x="403" y="526"/>
                    <a:pt x="403" y="526"/>
                  </a:cubicBezTo>
                  <a:cubicBezTo>
                    <a:pt x="409" y="519"/>
                    <a:pt x="409" y="519"/>
                    <a:pt x="409" y="519"/>
                  </a:cubicBezTo>
                  <a:cubicBezTo>
                    <a:pt x="413" y="514"/>
                    <a:pt x="413" y="514"/>
                    <a:pt x="413" y="514"/>
                  </a:cubicBezTo>
                  <a:cubicBezTo>
                    <a:pt x="413" y="508"/>
                    <a:pt x="413" y="508"/>
                    <a:pt x="413" y="508"/>
                  </a:cubicBezTo>
                  <a:cubicBezTo>
                    <a:pt x="413" y="505"/>
                    <a:pt x="414" y="504"/>
                    <a:pt x="417" y="502"/>
                  </a:cubicBezTo>
                  <a:cubicBezTo>
                    <a:pt x="417" y="502"/>
                    <a:pt x="417" y="502"/>
                    <a:pt x="417" y="502"/>
                  </a:cubicBezTo>
                  <a:cubicBezTo>
                    <a:pt x="417" y="502"/>
                    <a:pt x="417" y="502"/>
                    <a:pt x="417" y="502"/>
                  </a:cubicBezTo>
                  <a:cubicBezTo>
                    <a:pt x="418" y="502"/>
                    <a:pt x="418" y="502"/>
                    <a:pt x="418" y="502"/>
                  </a:cubicBezTo>
                  <a:cubicBezTo>
                    <a:pt x="425" y="503"/>
                    <a:pt x="425" y="503"/>
                    <a:pt x="425" y="503"/>
                  </a:cubicBezTo>
                  <a:cubicBezTo>
                    <a:pt x="429" y="501"/>
                    <a:pt x="429" y="501"/>
                    <a:pt x="429" y="501"/>
                  </a:cubicBezTo>
                  <a:cubicBezTo>
                    <a:pt x="430" y="496"/>
                    <a:pt x="430" y="496"/>
                    <a:pt x="430" y="496"/>
                  </a:cubicBezTo>
                  <a:cubicBezTo>
                    <a:pt x="438" y="493"/>
                    <a:pt x="438" y="493"/>
                    <a:pt x="438" y="493"/>
                  </a:cubicBezTo>
                  <a:cubicBezTo>
                    <a:pt x="438" y="493"/>
                    <a:pt x="438" y="493"/>
                    <a:pt x="438" y="493"/>
                  </a:cubicBezTo>
                  <a:cubicBezTo>
                    <a:pt x="439" y="493"/>
                    <a:pt x="439" y="493"/>
                    <a:pt x="439" y="493"/>
                  </a:cubicBezTo>
                  <a:cubicBezTo>
                    <a:pt x="439" y="493"/>
                    <a:pt x="439" y="493"/>
                    <a:pt x="439" y="493"/>
                  </a:cubicBezTo>
                  <a:cubicBezTo>
                    <a:pt x="449" y="494"/>
                    <a:pt x="449" y="494"/>
                    <a:pt x="449" y="494"/>
                  </a:cubicBezTo>
                  <a:cubicBezTo>
                    <a:pt x="457" y="492"/>
                    <a:pt x="457" y="492"/>
                    <a:pt x="457" y="492"/>
                  </a:cubicBezTo>
                  <a:cubicBezTo>
                    <a:pt x="461" y="488"/>
                    <a:pt x="461" y="488"/>
                    <a:pt x="461" y="488"/>
                  </a:cubicBezTo>
                  <a:cubicBezTo>
                    <a:pt x="465" y="481"/>
                    <a:pt x="465" y="481"/>
                    <a:pt x="465" y="481"/>
                  </a:cubicBezTo>
                  <a:cubicBezTo>
                    <a:pt x="459" y="475"/>
                    <a:pt x="459" y="475"/>
                    <a:pt x="459" y="475"/>
                  </a:cubicBezTo>
                  <a:cubicBezTo>
                    <a:pt x="459" y="474"/>
                    <a:pt x="459" y="474"/>
                    <a:pt x="459" y="474"/>
                  </a:cubicBezTo>
                  <a:cubicBezTo>
                    <a:pt x="459" y="474"/>
                    <a:pt x="459" y="474"/>
                    <a:pt x="459" y="474"/>
                  </a:cubicBezTo>
                  <a:cubicBezTo>
                    <a:pt x="457" y="470"/>
                    <a:pt x="457" y="470"/>
                    <a:pt x="457" y="470"/>
                  </a:cubicBezTo>
                  <a:cubicBezTo>
                    <a:pt x="457" y="470"/>
                    <a:pt x="457" y="470"/>
                    <a:pt x="457" y="470"/>
                  </a:cubicBezTo>
                  <a:cubicBezTo>
                    <a:pt x="456" y="462"/>
                    <a:pt x="456" y="462"/>
                    <a:pt x="456" y="462"/>
                  </a:cubicBezTo>
                  <a:cubicBezTo>
                    <a:pt x="456" y="462"/>
                    <a:pt x="456" y="462"/>
                    <a:pt x="456" y="462"/>
                  </a:cubicBezTo>
                  <a:cubicBezTo>
                    <a:pt x="459" y="456"/>
                    <a:pt x="459" y="456"/>
                    <a:pt x="459" y="456"/>
                  </a:cubicBezTo>
                  <a:cubicBezTo>
                    <a:pt x="459" y="454"/>
                    <a:pt x="461" y="451"/>
                    <a:pt x="464" y="448"/>
                  </a:cubicBezTo>
                  <a:cubicBezTo>
                    <a:pt x="468" y="439"/>
                    <a:pt x="468" y="439"/>
                    <a:pt x="468" y="439"/>
                  </a:cubicBezTo>
                  <a:cubicBezTo>
                    <a:pt x="468" y="438"/>
                    <a:pt x="468" y="438"/>
                    <a:pt x="468" y="438"/>
                  </a:cubicBezTo>
                  <a:cubicBezTo>
                    <a:pt x="469" y="438"/>
                    <a:pt x="469" y="438"/>
                    <a:pt x="469" y="438"/>
                  </a:cubicBezTo>
                  <a:cubicBezTo>
                    <a:pt x="473" y="432"/>
                    <a:pt x="473" y="432"/>
                    <a:pt x="473" y="432"/>
                  </a:cubicBezTo>
                  <a:cubicBezTo>
                    <a:pt x="479" y="420"/>
                    <a:pt x="479" y="420"/>
                    <a:pt x="479" y="420"/>
                  </a:cubicBezTo>
                  <a:cubicBezTo>
                    <a:pt x="484" y="428"/>
                    <a:pt x="484" y="428"/>
                    <a:pt x="484" y="428"/>
                  </a:cubicBezTo>
                  <a:cubicBezTo>
                    <a:pt x="485" y="428"/>
                    <a:pt x="485" y="428"/>
                    <a:pt x="485" y="428"/>
                  </a:cubicBezTo>
                  <a:cubicBezTo>
                    <a:pt x="485" y="429"/>
                    <a:pt x="485" y="429"/>
                    <a:pt x="485" y="429"/>
                  </a:cubicBezTo>
                  <a:cubicBezTo>
                    <a:pt x="487" y="437"/>
                    <a:pt x="487" y="437"/>
                    <a:pt x="487" y="437"/>
                  </a:cubicBezTo>
                  <a:cubicBezTo>
                    <a:pt x="487" y="437"/>
                    <a:pt x="487" y="437"/>
                    <a:pt x="487" y="437"/>
                  </a:cubicBezTo>
                  <a:cubicBezTo>
                    <a:pt x="488" y="445"/>
                    <a:pt x="488" y="445"/>
                    <a:pt x="488" y="445"/>
                  </a:cubicBezTo>
                  <a:cubicBezTo>
                    <a:pt x="493" y="448"/>
                    <a:pt x="493" y="448"/>
                    <a:pt x="493" y="448"/>
                  </a:cubicBezTo>
                  <a:cubicBezTo>
                    <a:pt x="494" y="448"/>
                    <a:pt x="494" y="448"/>
                    <a:pt x="494" y="448"/>
                  </a:cubicBezTo>
                  <a:cubicBezTo>
                    <a:pt x="494" y="448"/>
                    <a:pt x="494" y="448"/>
                    <a:pt x="494" y="448"/>
                  </a:cubicBezTo>
                  <a:cubicBezTo>
                    <a:pt x="494" y="448"/>
                    <a:pt x="494" y="448"/>
                    <a:pt x="494" y="448"/>
                  </a:cubicBezTo>
                  <a:cubicBezTo>
                    <a:pt x="495" y="448"/>
                    <a:pt x="495" y="448"/>
                    <a:pt x="495" y="448"/>
                  </a:cubicBezTo>
                  <a:cubicBezTo>
                    <a:pt x="496" y="448"/>
                    <a:pt x="496" y="448"/>
                    <a:pt x="496" y="448"/>
                  </a:cubicBezTo>
                  <a:cubicBezTo>
                    <a:pt x="501" y="440"/>
                    <a:pt x="501" y="440"/>
                    <a:pt x="501" y="440"/>
                  </a:cubicBezTo>
                  <a:cubicBezTo>
                    <a:pt x="503" y="432"/>
                    <a:pt x="503" y="432"/>
                    <a:pt x="503" y="432"/>
                  </a:cubicBezTo>
                  <a:cubicBezTo>
                    <a:pt x="505" y="432"/>
                    <a:pt x="505" y="432"/>
                    <a:pt x="505" y="432"/>
                  </a:cubicBezTo>
                  <a:cubicBezTo>
                    <a:pt x="506" y="432"/>
                    <a:pt x="506" y="432"/>
                    <a:pt x="506" y="432"/>
                  </a:cubicBezTo>
                  <a:cubicBezTo>
                    <a:pt x="517" y="436"/>
                    <a:pt x="517" y="436"/>
                    <a:pt x="517" y="436"/>
                  </a:cubicBezTo>
                  <a:cubicBezTo>
                    <a:pt x="523" y="432"/>
                    <a:pt x="523" y="432"/>
                    <a:pt x="523" y="432"/>
                  </a:cubicBezTo>
                  <a:cubicBezTo>
                    <a:pt x="523" y="432"/>
                    <a:pt x="523" y="432"/>
                    <a:pt x="523" y="432"/>
                  </a:cubicBezTo>
                  <a:cubicBezTo>
                    <a:pt x="524" y="432"/>
                    <a:pt x="524" y="432"/>
                    <a:pt x="524" y="432"/>
                  </a:cubicBezTo>
                  <a:cubicBezTo>
                    <a:pt x="530" y="431"/>
                    <a:pt x="530" y="431"/>
                    <a:pt x="530" y="431"/>
                  </a:cubicBezTo>
                  <a:cubicBezTo>
                    <a:pt x="534" y="424"/>
                    <a:pt x="534" y="424"/>
                    <a:pt x="534" y="424"/>
                  </a:cubicBezTo>
                  <a:cubicBezTo>
                    <a:pt x="534" y="416"/>
                    <a:pt x="534" y="416"/>
                    <a:pt x="534" y="416"/>
                  </a:cubicBezTo>
                  <a:cubicBezTo>
                    <a:pt x="537" y="403"/>
                    <a:pt x="537" y="403"/>
                    <a:pt x="537" y="403"/>
                  </a:cubicBezTo>
                  <a:cubicBezTo>
                    <a:pt x="537" y="404"/>
                    <a:pt x="537" y="404"/>
                    <a:pt x="537" y="404"/>
                  </a:cubicBezTo>
                  <a:cubicBezTo>
                    <a:pt x="539" y="404"/>
                    <a:pt x="539" y="404"/>
                    <a:pt x="539" y="404"/>
                  </a:cubicBezTo>
                  <a:cubicBezTo>
                    <a:pt x="547" y="406"/>
                    <a:pt x="547" y="406"/>
                    <a:pt x="547" y="406"/>
                  </a:cubicBezTo>
                  <a:cubicBezTo>
                    <a:pt x="551" y="398"/>
                    <a:pt x="551" y="398"/>
                    <a:pt x="551" y="398"/>
                  </a:cubicBezTo>
                  <a:cubicBezTo>
                    <a:pt x="552" y="398"/>
                    <a:pt x="552" y="398"/>
                    <a:pt x="552" y="398"/>
                  </a:cubicBezTo>
                  <a:cubicBezTo>
                    <a:pt x="553" y="398"/>
                    <a:pt x="553" y="398"/>
                    <a:pt x="553" y="398"/>
                  </a:cubicBezTo>
                  <a:cubicBezTo>
                    <a:pt x="561" y="398"/>
                    <a:pt x="561" y="398"/>
                    <a:pt x="561" y="398"/>
                  </a:cubicBezTo>
                  <a:cubicBezTo>
                    <a:pt x="562" y="398"/>
                    <a:pt x="562" y="398"/>
                    <a:pt x="562" y="398"/>
                  </a:cubicBezTo>
                  <a:cubicBezTo>
                    <a:pt x="562" y="398"/>
                    <a:pt x="562" y="398"/>
                    <a:pt x="562" y="398"/>
                  </a:cubicBezTo>
                  <a:cubicBezTo>
                    <a:pt x="563" y="398"/>
                    <a:pt x="563" y="398"/>
                    <a:pt x="563" y="398"/>
                  </a:cubicBezTo>
                  <a:cubicBezTo>
                    <a:pt x="567" y="404"/>
                    <a:pt x="567" y="404"/>
                    <a:pt x="567" y="404"/>
                  </a:cubicBezTo>
                  <a:cubicBezTo>
                    <a:pt x="567" y="404"/>
                    <a:pt x="567" y="404"/>
                    <a:pt x="567" y="404"/>
                  </a:cubicBezTo>
                  <a:cubicBezTo>
                    <a:pt x="567" y="405"/>
                    <a:pt x="567" y="405"/>
                    <a:pt x="567" y="405"/>
                  </a:cubicBezTo>
                  <a:cubicBezTo>
                    <a:pt x="567" y="406"/>
                    <a:pt x="567" y="406"/>
                    <a:pt x="567" y="406"/>
                  </a:cubicBezTo>
                  <a:cubicBezTo>
                    <a:pt x="568" y="414"/>
                    <a:pt x="568" y="414"/>
                    <a:pt x="568" y="414"/>
                  </a:cubicBezTo>
                  <a:cubicBezTo>
                    <a:pt x="572" y="417"/>
                    <a:pt x="572" y="417"/>
                    <a:pt x="572" y="417"/>
                  </a:cubicBezTo>
                  <a:cubicBezTo>
                    <a:pt x="577" y="412"/>
                    <a:pt x="577" y="412"/>
                    <a:pt x="577" y="412"/>
                  </a:cubicBezTo>
                  <a:cubicBezTo>
                    <a:pt x="579" y="414"/>
                    <a:pt x="579" y="414"/>
                    <a:pt x="579" y="414"/>
                  </a:cubicBezTo>
                  <a:cubicBezTo>
                    <a:pt x="581" y="416"/>
                    <a:pt x="581" y="418"/>
                    <a:pt x="581" y="420"/>
                  </a:cubicBezTo>
                  <a:cubicBezTo>
                    <a:pt x="581" y="427"/>
                    <a:pt x="581" y="427"/>
                    <a:pt x="581" y="427"/>
                  </a:cubicBezTo>
                  <a:cubicBezTo>
                    <a:pt x="579" y="434"/>
                    <a:pt x="579" y="434"/>
                    <a:pt x="579" y="434"/>
                  </a:cubicBezTo>
                  <a:cubicBezTo>
                    <a:pt x="581" y="438"/>
                    <a:pt x="581" y="438"/>
                    <a:pt x="581" y="438"/>
                  </a:cubicBezTo>
                  <a:cubicBezTo>
                    <a:pt x="585" y="442"/>
                    <a:pt x="585" y="442"/>
                    <a:pt x="585" y="442"/>
                  </a:cubicBezTo>
                  <a:cubicBezTo>
                    <a:pt x="601" y="444"/>
                    <a:pt x="601" y="444"/>
                    <a:pt x="601" y="444"/>
                  </a:cubicBezTo>
                  <a:cubicBezTo>
                    <a:pt x="602" y="445"/>
                    <a:pt x="602" y="445"/>
                    <a:pt x="602" y="445"/>
                  </a:cubicBezTo>
                  <a:cubicBezTo>
                    <a:pt x="602" y="445"/>
                    <a:pt x="602" y="445"/>
                    <a:pt x="602" y="445"/>
                  </a:cubicBezTo>
                  <a:cubicBezTo>
                    <a:pt x="603" y="445"/>
                    <a:pt x="603" y="445"/>
                    <a:pt x="603" y="445"/>
                  </a:cubicBezTo>
                  <a:cubicBezTo>
                    <a:pt x="603" y="445"/>
                    <a:pt x="603" y="445"/>
                    <a:pt x="603" y="445"/>
                  </a:cubicBezTo>
                  <a:cubicBezTo>
                    <a:pt x="604" y="446"/>
                    <a:pt x="604" y="446"/>
                    <a:pt x="604" y="446"/>
                  </a:cubicBezTo>
                  <a:cubicBezTo>
                    <a:pt x="609" y="440"/>
                    <a:pt x="609" y="440"/>
                    <a:pt x="609" y="440"/>
                  </a:cubicBezTo>
                  <a:cubicBezTo>
                    <a:pt x="609" y="440"/>
                    <a:pt x="609" y="440"/>
                    <a:pt x="609" y="440"/>
                  </a:cubicBezTo>
                  <a:cubicBezTo>
                    <a:pt x="613" y="436"/>
                    <a:pt x="613" y="436"/>
                    <a:pt x="613" y="436"/>
                  </a:cubicBezTo>
                  <a:cubicBezTo>
                    <a:pt x="611" y="430"/>
                    <a:pt x="611" y="430"/>
                    <a:pt x="611" y="430"/>
                  </a:cubicBezTo>
                  <a:cubicBezTo>
                    <a:pt x="607" y="404"/>
                    <a:pt x="607" y="404"/>
                    <a:pt x="607" y="404"/>
                  </a:cubicBezTo>
                  <a:cubicBezTo>
                    <a:pt x="619" y="410"/>
                    <a:pt x="619" y="410"/>
                    <a:pt x="619" y="410"/>
                  </a:cubicBezTo>
                  <a:cubicBezTo>
                    <a:pt x="619" y="410"/>
                    <a:pt x="619" y="410"/>
                    <a:pt x="619" y="410"/>
                  </a:cubicBezTo>
                  <a:cubicBezTo>
                    <a:pt x="619" y="410"/>
                    <a:pt x="619" y="410"/>
                    <a:pt x="619" y="410"/>
                  </a:cubicBezTo>
                  <a:cubicBezTo>
                    <a:pt x="625" y="416"/>
                    <a:pt x="625" y="416"/>
                    <a:pt x="625" y="416"/>
                  </a:cubicBezTo>
                  <a:cubicBezTo>
                    <a:pt x="628" y="419"/>
                    <a:pt x="628" y="419"/>
                    <a:pt x="628" y="419"/>
                  </a:cubicBezTo>
                  <a:cubicBezTo>
                    <a:pt x="633" y="416"/>
                    <a:pt x="633" y="416"/>
                    <a:pt x="633" y="416"/>
                  </a:cubicBezTo>
                  <a:cubicBezTo>
                    <a:pt x="649" y="398"/>
                    <a:pt x="649" y="398"/>
                    <a:pt x="649" y="398"/>
                  </a:cubicBezTo>
                  <a:cubicBezTo>
                    <a:pt x="649" y="398"/>
                    <a:pt x="649" y="398"/>
                    <a:pt x="649" y="398"/>
                  </a:cubicBezTo>
                  <a:cubicBezTo>
                    <a:pt x="650" y="398"/>
                    <a:pt x="650" y="398"/>
                    <a:pt x="650" y="398"/>
                  </a:cubicBezTo>
                  <a:cubicBezTo>
                    <a:pt x="656" y="393"/>
                    <a:pt x="656" y="393"/>
                    <a:pt x="656" y="393"/>
                  </a:cubicBezTo>
                  <a:cubicBezTo>
                    <a:pt x="663" y="384"/>
                    <a:pt x="663" y="384"/>
                    <a:pt x="663" y="384"/>
                  </a:cubicBezTo>
                  <a:cubicBezTo>
                    <a:pt x="663" y="383"/>
                    <a:pt x="663" y="383"/>
                    <a:pt x="663" y="383"/>
                  </a:cubicBezTo>
                  <a:cubicBezTo>
                    <a:pt x="672" y="385"/>
                    <a:pt x="672" y="385"/>
                    <a:pt x="672" y="385"/>
                  </a:cubicBezTo>
                  <a:cubicBezTo>
                    <a:pt x="677" y="385"/>
                    <a:pt x="677" y="385"/>
                    <a:pt x="677" y="385"/>
                  </a:cubicBezTo>
                  <a:cubicBezTo>
                    <a:pt x="677" y="382"/>
                    <a:pt x="677" y="379"/>
                    <a:pt x="678" y="378"/>
                  </a:cubicBezTo>
                  <a:cubicBezTo>
                    <a:pt x="685" y="370"/>
                    <a:pt x="685" y="370"/>
                    <a:pt x="685" y="370"/>
                  </a:cubicBezTo>
                  <a:cubicBezTo>
                    <a:pt x="687" y="368"/>
                    <a:pt x="687" y="368"/>
                    <a:pt x="687" y="368"/>
                  </a:cubicBezTo>
                  <a:cubicBezTo>
                    <a:pt x="695" y="371"/>
                    <a:pt x="695" y="371"/>
                    <a:pt x="695" y="371"/>
                  </a:cubicBezTo>
                  <a:cubicBezTo>
                    <a:pt x="704" y="370"/>
                    <a:pt x="704" y="370"/>
                    <a:pt x="704" y="370"/>
                  </a:cubicBezTo>
                  <a:cubicBezTo>
                    <a:pt x="711" y="363"/>
                    <a:pt x="711" y="363"/>
                    <a:pt x="711" y="363"/>
                  </a:cubicBezTo>
                  <a:cubicBezTo>
                    <a:pt x="714" y="357"/>
                    <a:pt x="714" y="357"/>
                    <a:pt x="714" y="357"/>
                  </a:cubicBezTo>
                  <a:cubicBezTo>
                    <a:pt x="712" y="354"/>
                    <a:pt x="712" y="354"/>
                    <a:pt x="712" y="354"/>
                  </a:cubicBezTo>
                  <a:cubicBezTo>
                    <a:pt x="706" y="357"/>
                    <a:pt x="706" y="357"/>
                    <a:pt x="706" y="357"/>
                  </a:cubicBezTo>
                  <a:cubicBezTo>
                    <a:pt x="706" y="356"/>
                    <a:pt x="706" y="356"/>
                    <a:pt x="706" y="356"/>
                  </a:cubicBezTo>
                  <a:cubicBezTo>
                    <a:pt x="705" y="356"/>
                    <a:pt x="705" y="356"/>
                    <a:pt x="705" y="356"/>
                  </a:cubicBezTo>
                  <a:cubicBezTo>
                    <a:pt x="698" y="350"/>
                    <a:pt x="698" y="350"/>
                    <a:pt x="698" y="350"/>
                  </a:cubicBezTo>
                  <a:cubicBezTo>
                    <a:pt x="698" y="349"/>
                    <a:pt x="698" y="349"/>
                    <a:pt x="698" y="349"/>
                  </a:cubicBezTo>
                  <a:cubicBezTo>
                    <a:pt x="701" y="338"/>
                    <a:pt x="701" y="338"/>
                    <a:pt x="701" y="338"/>
                  </a:cubicBezTo>
                  <a:cubicBezTo>
                    <a:pt x="701" y="330"/>
                    <a:pt x="701" y="330"/>
                    <a:pt x="701" y="330"/>
                  </a:cubicBezTo>
                  <a:cubicBezTo>
                    <a:pt x="699" y="324"/>
                    <a:pt x="699" y="324"/>
                    <a:pt x="699" y="324"/>
                  </a:cubicBezTo>
                  <a:cubicBezTo>
                    <a:pt x="694" y="322"/>
                    <a:pt x="694" y="322"/>
                    <a:pt x="694" y="322"/>
                  </a:cubicBezTo>
                  <a:cubicBezTo>
                    <a:pt x="694" y="321"/>
                    <a:pt x="694" y="321"/>
                    <a:pt x="694" y="321"/>
                  </a:cubicBezTo>
                  <a:cubicBezTo>
                    <a:pt x="693" y="321"/>
                    <a:pt x="693" y="321"/>
                    <a:pt x="693" y="321"/>
                  </a:cubicBezTo>
                  <a:cubicBezTo>
                    <a:pt x="693" y="320"/>
                    <a:pt x="693" y="320"/>
                    <a:pt x="693" y="320"/>
                  </a:cubicBezTo>
                  <a:cubicBezTo>
                    <a:pt x="688" y="311"/>
                    <a:pt x="688" y="311"/>
                    <a:pt x="688" y="311"/>
                  </a:cubicBezTo>
                  <a:cubicBezTo>
                    <a:pt x="687" y="310"/>
                    <a:pt x="687" y="310"/>
                    <a:pt x="687" y="310"/>
                  </a:cubicBezTo>
                  <a:cubicBezTo>
                    <a:pt x="681" y="318"/>
                    <a:pt x="681" y="318"/>
                    <a:pt x="681" y="318"/>
                  </a:cubicBezTo>
                  <a:cubicBezTo>
                    <a:pt x="674" y="322"/>
                    <a:pt x="674" y="322"/>
                    <a:pt x="674" y="322"/>
                  </a:cubicBezTo>
                  <a:cubicBezTo>
                    <a:pt x="672" y="323"/>
                    <a:pt x="672" y="323"/>
                    <a:pt x="672" y="323"/>
                  </a:cubicBezTo>
                  <a:cubicBezTo>
                    <a:pt x="672" y="322"/>
                    <a:pt x="672" y="322"/>
                    <a:pt x="672" y="322"/>
                  </a:cubicBezTo>
                  <a:cubicBezTo>
                    <a:pt x="671" y="322"/>
                    <a:pt x="671" y="322"/>
                    <a:pt x="671" y="322"/>
                  </a:cubicBezTo>
                  <a:cubicBezTo>
                    <a:pt x="664" y="315"/>
                    <a:pt x="664" y="315"/>
                    <a:pt x="664" y="315"/>
                  </a:cubicBezTo>
                  <a:cubicBezTo>
                    <a:pt x="664" y="314"/>
                    <a:pt x="664" y="314"/>
                    <a:pt x="664" y="314"/>
                  </a:cubicBezTo>
                  <a:cubicBezTo>
                    <a:pt x="659" y="303"/>
                    <a:pt x="659" y="303"/>
                    <a:pt x="659" y="303"/>
                  </a:cubicBezTo>
                  <a:cubicBezTo>
                    <a:pt x="659" y="303"/>
                    <a:pt x="659" y="303"/>
                    <a:pt x="659" y="303"/>
                  </a:cubicBezTo>
                  <a:cubicBezTo>
                    <a:pt x="657" y="295"/>
                    <a:pt x="657" y="295"/>
                    <a:pt x="657" y="295"/>
                  </a:cubicBezTo>
                  <a:cubicBezTo>
                    <a:pt x="657" y="294"/>
                    <a:pt x="657" y="294"/>
                    <a:pt x="657" y="294"/>
                  </a:cubicBezTo>
                  <a:cubicBezTo>
                    <a:pt x="657" y="294"/>
                    <a:pt x="657" y="294"/>
                    <a:pt x="657" y="294"/>
                  </a:cubicBezTo>
                  <a:cubicBezTo>
                    <a:pt x="657" y="282"/>
                    <a:pt x="657" y="282"/>
                    <a:pt x="657" y="282"/>
                  </a:cubicBezTo>
                  <a:cubicBezTo>
                    <a:pt x="656" y="275"/>
                    <a:pt x="656" y="275"/>
                    <a:pt x="656" y="275"/>
                  </a:cubicBezTo>
                  <a:cubicBezTo>
                    <a:pt x="650" y="273"/>
                    <a:pt x="650" y="273"/>
                    <a:pt x="650" y="273"/>
                  </a:cubicBezTo>
                  <a:cubicBezTo>
                    <a:pt x="650" y="273"/>
                    <a:pt x="650" y="273"/>
                    <a:pt x="650" y="273"/>
                  </a:cubicBezTo>
                  <a:cubicBezTo>
                    <a:pt x="650" y="273"/>
                    <a:pt x="650" y="273"/>
                    <a:pt x="650" y="273"/>
                  </a:cubicBezTo>
                  <a:cubicBezTo>
                    <a:pt x="637" y="263"/>
                    <a:pt x="637" y="263"/>
                    <a:pt x="637" y="263"/>
                  </a:cubicBezTo>
                  <a:cubicBezTo>
                    <a:pt x="638" y="262"/>
                    <a:pt x="638" y="262"/>
                    <a:pt x="638" y="262"/>
                  </a:cubicBezTo>
                  <a:cubicBezTo>
                    <a:pt x="644" y="255"/>
                    <a:pt x="644" y="255"/>
                    <a:pt x="644" y="255"/>
                  </a:cubicBezTo>
                  <a:cubicBezTo>
                    <a:pt x="644" y="255"/>
                    <a:pt x="644" y="255"/>
                    <a:pt x="644" y="255"/>
                  </a:cubicBezTo>
                  <a:cubicBezTo>
                    <a:pt x="644" y="254"/>
                    <a:pt x="644" y="254"/>
                    <a:pt x="644" y="254"/>
                  </a:cubicBezTo>
                  <a:cubicBezTo>
                    <a:pt x="645" y="254"/>
                    <a:pt x="645" y="254"/>
                    <a:pt x="645" y="254"/>
                  </a:cubicBezTo>
                  <a:cubicBezTo>
                    <a:pt x="645" y="254"/>
                    <a:pt x="645" y="254"/>
                    <a:pt x="645" y="254"/>
                  </a:cubicBezTo>
                  <a:cubicBezTo>
                    <a:pt x="651" y="254"/>
                    <a:pt x="651" y="254"/>
                    <a:pt x="651" y="254"/>
                  </a:cubicBezTo>
                  <a:cubicBezTo>
                    <a:pt x="652" y="254"/>
                    <a:pt x="652" y="254"/>
                    <a:pt x="652" y="254"/>
                  </a:cubicBezTo>
                  <a:cubicBezTo>
                    <a:pt x="654" y="254"/>
                    <a:pt x="656" y="255"/>
                    <a:pt x="657" y="257"/>
                  </a:cubicBezTo>
                  <a:cubicBezTo>
                    <a:pt x="663" y="261"/>
                    <a:pt x="663" y="261"/>
                    <a:pt x="663" y="261"/>
                  </a:cubicBezTo>
                  <a:cubicBezTo>
                    <a:pt x="669" y="256"/>
                    <a:pt x="669" y="256"/>
                    <a:pt x="669" y="256"/>
                  </a:cubicBezTo>
                  <a:cubicBezTo>
                    <a:pt x="673" y="250"/>
                    <a:pt x="673" y="250"/>
                    <a:pt x="673" y="250"/>
                  </a:cubicBezTo>
                  <a:cubicBezTo>
                    <a:pt x="673" y="245"/>
                    <a:pt x="673" y="245"/>
                    <a:pt x="673" y="245"/>
                  </a:cubicBezTo>
                  <a:cubicBezTo>
                    <a:pt x="672" y="232"/>
                    <a:pt x="672" y="232"/>
                    <a:pt x="672" y="232"/>
                  </a:cubicBezTo>
                  <a:cubicBezTo>
                    <a:pt x="671" y="227"/>
                    <a:pt x="671" y="227"/>
                    <a:pt x="671" y="227"/>
                  </a:cubicBezTo>
                  <a:cubicBezTo>
                    <a:pt x="662" y="226"/>
                    <a:pt x="662" y="226"/>
                    <a:pt x="662" y="226"/>
                  </a:cubicBezTo>
                  <a:cubicBezTo>
                    <a:pt x="662" y="220"/>
                    <a:pt x="662" y="220"/>
                    <a:pt x="662" y="220"/>
                  </a:cubicBezTo>
                  <a:cubicBezTo>
                    <a:pt x="654" y="210"/>
                    <a:pt x="654" y="210"/>
                    <a:pt x="654" y="210"/>
                  </a:cubicBezTo>
                  <a:cubicBezTo>
                    <a:pt x="653" y="210"/>
                    <a:pt x="653" y="210"/>
                    <a:pt x="653" y="210"/>
                  </a:cubicBezTo>
                  <a:cubicBezTo>
                    <a:pt x="649" y="203"/>
                    <a:pt x="649" y="203"/>
                    <a:pt x="649" y="203"/>
                  </a:cubicBezTo>
                  <a:cubicBezTo>
                    <a:pt x="649" y="202"/>
                    <a:pt x="649" y="202"/>
                    <a:pt x="649" y="202"/>
                  </a:cubicBezTo>
                  <a:cubicBezTo>
                    <a:pt x="649" y="201"/>
                    <a:pt x="649" y="201"/>
                    <a:pt x="649" y="201"/>
                  </a:cubicBezTo>
                  <a:cubicBezTo>
                    <a:pt x="649" y="201"/>
                    <a:pt x="649" y="201"/>
                    <a:pt x="649" y="201"/>
                  </a:cubicBezTo>
                  <a:cubicBezTo>
                    <a:pt x="657" y="190"/>
                    <a:pt x="657" y="190"/>
                    <a:pt x="657" y="190"/>
                  </a:cubicBezTo>
                  <a:cubicBezTo>
                    <a:pt x="657" y="189"/>
                    <a:pt x="657" y="189"/>
                    <a:pt x="657" y="189"/>
                  </a:cubicBezTo>
                  <a:cubicBezTo>
                    <a:pt x="658" y="189"/>
                    <a:pt x="658" y="189"/>
                    <a:pt x="658" y="189"/>
                  </a:cubicBezTo>
                  <a:cubicBezTo>
                    <a:pt x="658" y="188"/>
                    <a:pt x="658" y="188"/>
                    <a:pt x="658" y="188"/>
                  </a:cubicBezTo>
                  <a:cubicBezTo>
                    <a:pt x="659" y="188"/>
                    <a:pt x="659" y="188"/>
                    <a:pt x="659" y="188"/>
                  </a:cubicBezTo>
                  <a:cubicBezTo>
                    <a:pt x="662" y="188"/>
                    <a:pt x="662" y="188"/>
                    <a:pt x="662" y="188"/>
                  </a:cubicBezTo>
                  <a:cubicBezTo>
                    <a:pt x="667" y="184"/>
                    <a:pt x="667" y="184"/>
                    <a:pt x="667" y="184"/>
                  </a:cubicBezTo>
                  <a:cubicBezTo>
                    <a:pt x="672" y="168"/>
                    <a:pt x="672" y="168"/>
                    <a:pt x="672" y="168"/>
                  </a:cubicBezTo>
                  <a:cubicBezTo>
                    <a:pt x="672" y="168"/>
                    <a:pt x="672" y="168"/>
                    <a:pt x="672" y="168"/>
                  </a:cubicBezTo>
                  <a:cubicBezTo>
                    <a:pt x="672" y="168"/>
                    <a:pt x="672" y="168"/>
                    <a:pt x="672" y="168"/>
                  </a:cubicBezTo>
                  <a:cubicBezTo>
                    <a:pt x="679" y="161"/>
                    <a:pt x="679" y="161"/>
                    <a:pt x="679" y="161"/>
                  </a:cubicBezTo>
                  <a:cubicBezTo>
                    <a:pt x="679" y="160"/>
                    <a:pt x="679" y="160"/>
                    <a:pt x="679" y="160"/>
                  </a:cubicBezTo>
                  <a:cubicBezTo>
                    <a:pt x="679" y="160"/>
                    <a:pt x="679" y="160"/>
                    <a:pt x="679" y="160"/>
                  </a:cubicBezTo>
                  <a:cubicBezTo>
                    <a:pt x="679" y="160"/>
                    <a:pt x="679" y="160"/>
                    <a:pt x="679" y="160"/>
                  </a:cubicBezTo>
                  <a:cubicBezTo>
                    <a:pt x="687" y="158"/>
                    <a:pt x="687" y="158"/>
                    <a:pt x="687" y="158"/>
                  </a:cubicBezTo>
                  <a:cubicBezTo>
                    <a:pt x="687" y="159"/>
                    <a:pt x="687" y="159"/>
                    <a:pt x="687" y="159"/>
                  </a:cubicBezTo>
                  <a:cubicBezTo>
                    <a:pt x="691" y="163"/>
                    <a:pt x="691" y="163"/>
                    <a:pt x="691" y="163"/>
                  </a:cubicBezTo>
                  <a:cubicBezTo>
                    <a:pt x="693" y="164"/>
                    <a:pt x="693" y="164"/>
                    <a:pt x="693" y="164"/>
                  </a:cubicBezTo>
                  <a:cubicBezTo>
                    <a:pt x="696" y="151"/>
                    <a:pt x="696" y="151"/>
                    <a:pt x="696" y="151"/>
                  </a:cubicBezTo>
                  <a:cubicBezTo>
                    <a:pt x="693" y="142"/>
                    <a:pt x="693" y="142"/>
                    <a:pt x="693" y="142"/>
                  </a:cubicBezTo>
                  <a:cubicBezTo>
                    <a:pt x="693" y="142"/>
                    <a:pt x="693" y="142"/>
                    <a:pt x="693" y="142"/>
                  </a:cubicBezTo>
                  <a:cubicBezTo>
                    <a:pt x="693" y="141"/>
                    <a:pt x="693" y="141"/>
                    <a:pt x="693" y="141"/>
                  </a:cubicBezTo>
                  <a:cubicBezTo>
                    <a:pt x="694" y="131"/>
                    <a:pt x="694" y="131"/>
                    <a:pt x="694" y="131"/>
                  </a:cubicBezTo>
                  <a:cubicBezTo>
                    <a:pt x="694" y="130"/>
                    <a:pt x="694" y="130"/>
                    <a:pt x="694" y="130"/>
                  </a:cubicBezTo>
                  <a:cubicBezTo>
                    <a:pt x="699" y="125"/>
                    <a:pt x="699" y="125"/>
                    <a:pt x="699" y="125"/>
                  </a:cubicBezTo>
                  <a:cubicBezTo>
                    <a:pt x="702" y="120"/>
                    <a:pt x="702" y="120"/>
                    <a:pt x="702" y="120"/>
                  </a:cubicBezTo>
                  <a:cubicBezTo>
                    <a:pt x="702" y="115"/>
                    <a:pt x="702" y="115"/>
                    <a:pt x="702" y="115"/>
                  </a:cubicBezTo>
                  <a:cubicBezTo>
                    <a:pt x="702" y="112"/>
                    <a:pt x="701" y="108"/>
                    <a:pt x="699" y="102"/>
                  </a:cubicBezTo>
                  <a:cubicBezTo>
                    <a:pt x="699" y="102"/>
                    <a:pt x="699" y="102"/>
                    <a:pt x="699" y="102"/>
                  </a:cubicBezTo>
                  <a:cubicBezTo>
                    <a:pt x="699" y="102"/>
                    <a:pt x="699" y="102"/>
                    <a:pt x="699" y="102"/>
                  </a:cubicBezTo>
                  <a:cubicBezTo>
                    <a:pt x="699" y="93"/>
                    <a:pt x="699" y="93"/>
                    <a:pt x="699" y="93"/>
                  </a:cubicBezTo>
                  <a:cubicBezTo>
                    <a:pt x="699" y="92"/>
                    <a:pt x="699" y="92"/>
                    <a:pt x="699" y="92"/>
                  </a:cubicBezTo>
                  <a:cubicBezTo>
                    <a:pt x="701" y="84"/>
                    <a:pt x="701" y="84"/>
                    <a:pt x="701" y="84"/>
                  </a:cubicBezTo>
                  <a:cubicBezTo>
                    <a:pt x="699" y="80"/>
                    <a:pt x="698" y="78"/>
                    <a:pt x="698" y="76"/>
                  </a:cubicBezTo>
                  <a:lnTo>
                    <a:pt x="699" y="6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6"/>
            <p:cNvSpPr>
              <a:spLocks/>
            </p:cNvSpPr>
            <p:nvPr/>
          </p:nvSpPr>
          <p:spPr bwMode="auto">
            <a:xfrm>
              <a:off x="2455863" y="2595215"/>
              <a:ext cx="1714500" cy="1449388"/>
            </a:xfrm>
            <a:custGeom>
              <a:avLst/>
              <a:gdLst>
                <a:gd name="T0" fmla="*/ 268 w 456"/>
                <a:gd name="T1" fmla="*/ 154 h 386"/>
                <a:gd name="T2" fmla="*/ 258 w 456"/>
                <a:gd name="T3" fmla="*/ 160 h 386"/>
                <a:gd name="T4" fmla="*/ 222 w 456"/>
                <a:gd name="T5" fmla="*/ 128 h 386"/>
                <a:gd name="T6" fmla="*/ 196 w 456"/>
                <a:gd name="T7" fmla="*/ 107 h 386"/>
                <a:gd name="T8" fmla="*/ 199 w 456"/>
                <a:gd name="T9" fmla="*/ 78 h 386"/>
                <a:gd name="T10" fmla="*/ 170 w 456"/>
                <a:gd name="T11" fmla="*/ 86 h 386"/>
                <a:gd name="T12" fmla="*/ 148 w 456"/>
                <a:gd name="T13" fmla="*/ 58 h 386"/>
                <a:gd name="T14" fmla="*/ 138 w 456"/>
                <a:gd name="T15" fmla="*/ 24 h 386"/>
                <a:gd name="T16" fmla="*/ 128 w 456"/>
                <a:gd name="T17" fmla="*/ 7 h 386"/>
                <a:gd name="T18" fmla="*/ 105 w 456"/>
                <a:gd name="T19" fmla="*/ 15 h 386"/>
                <a:gd name="T20" fmla="*/ 89 w 456"/>
                <a:gd name="T21" fmla="*/ 32 h 386"/>
                <a:gd name="T22" fmla="*/ 49 w 456"/>
                <a:gd name="T23" fmla="*/ 44 h 386"/>
                <a:gd name="T24" fmla="*/ 25 w 456"/>
                <a:gd name="T25" fmla="*/ 73 h 386"/>
                <a:gd name="T26" fmla="*/ 2 w 456"/>
                <a:gd name="T27" fmla="*/ 92 h 386"/>
                <a:gd name="T28" fmla="*/ 33 w 456"/>
                <a:gd name="T29" fmla="*/ 119 h 386"/>
                <a:gd name="T30" fmla="*/ 56 w 456"/>
                <a:gd name="T31" fmla="*/ 127 h 386"/>
                <a:gd name="T32" fmla="*/ 112 w 456"/>
                <a:gd name="T33" fmla="*/ 150 h 386"/>
                <a:gd name="T34" fmla="*/ 152 w 456"/>
                <a:gd name="T35" fmla="*/ 142 h 386"/>
                <a:gd name="T36" fmla="*/ 186 w 456"/>
                <a:gd name="T37" fmla="*/ 156 h 386"/>
                <a:gd name="T38" fmla="*/ 216 w 456"/>
                <a:gd name="T39" fmla="*/ 168 h 386"/>
                <a:gd name="T40" fmla="*/ 262 w 456"/>
                <a:gd name="T41" fmla="*/ 203 h 386"/>
                <a:gd name="T42" fmla="*/ 274 w 456"/>
                <a:gd name="T43" fmla="*/ 220 h 386"/>
                <a:gd name="T44" fmla="*/ 271 w 456"/>
                <a:gd name="T45" fmla="*/ 288 h 386"/>
                <a:gd name="T46" fmla="*/ 252 w 456"/>
                <a:gd name="T47" fmla="*/ 322 h 386"/>
                <a:gd name="T48" fmla="*/ 224 w 456"/>
                <a:gd name="T49" fmla="*/ 333 h 386"/>
                <a:gd name="T50" fmla="*/ 250 w 456"/>
                <a:gd name="T51" fmla="*/ 352 h 386"/>
                <a:gd name="T52" fmla="*/ 262 w 456"/>
                <a:gd name="T53" fmla="*/ 348 h 386"/>
                <a:gd name="T54" fmla="*/ 263 w 456"/>
                <a:gd name="T55" fmla="*/ 335 h 386"/>
                <a:gd name="T56" fmla="*/ 276 w 456"/>
                <a:gd name="T57" fmla="*/ 322 h 386"/>
                <a:gd name="T58" fmla="*/ 288 w 456"/>
                <a:gd name="T59" fmla="*/ 332 h 386"/>
                <a:gd name="T60" fmla="*/ 322 w 456"/>
                <a:gd name="T61" fmla="*/ 346 h 386"/>
                <a:gd name="T62" fmla="*/ 334 w 456"/>
                <a:gd name="T63" fmla="*/ 366 h 386"/>
                <a:gd name="T64" fmla="*/ 364 w 456"/>
                <a:gd name="T65" fmla="*/ 375 h 386"/>
                <a:gd name="T66" fmla="*/ 364 w 456"/>
                <a:gd name="T67" fmla="*/ 357 h 386"/>
                <a:gd name="T68" fmla="*/ 368 w 456"/>
                <a:gd name="T69" fmla="*/ 350 h 386"/>
                <a:gd name="T70" fmla="*/ 383 w 456"/>
                <a:gd name="T71" fmla="*/ 324 h 386"/>
                <a:gd name="T72" fmla="*/ 385 w 456"/>
                <a:gd name="T73" fmla="*/ 307 h 386"/>
                <a:gd name="T74" fmla="*/ 400 w 456"/>
                <a:gd name="T75" fmla="*/ 290 h 386"/>
                <a:gd name="T76" fmla="*/ 423 w 456"/>
                <a:gd name="T77" fmla="*/ 286 h 386"/>
                <a:gd name="T78" fmla="*/ 446 w 456"/>
                <a:gd name="T79" fmla="*/ 278 h 386"/>
                <a:gd name="T80" fmla="*/ 453 w 456"/>
                <a:gd name="T81" fmla="*/ 244 h 386"/>
                <a:gd name="T82" fmla="*/ 412 w 456"/>
                <a:gd name="T83" fmla="*/ 218 h 386"/>
                <a:gd name="T84" fmla="*/ 396 w 456"/>
                <a:gd name="T85" fmla="*/ 246 h 386"/>
                <a:gd name="T86" fmla="*/ 408 w 456"/>
                <a:gd name="T87" fmla="*/ 255 h 386"/>
                <a:gd name="T88" fmla="*/ 406 w 456"/>
                <a:gd name="T89" fmla="*/ 270 h 386"/>
                <a:gd name="T90" fmla="*/ 389 w 456"/>
                <a:gd name="T91" fmla="*/ 275 h 386"/>
                <a:gd name="T92" fmla="*/ 374 w 456"/>
                <a:gd name="T93" fmla="*/ 284 h 386"/>
                <a:gd name="T94" fmla="*/ 363 w 456"/>
                <a:gd name="T95" fmla="*/ 273 h 386"/>
                <a:gd name="T96" fmla="*/ 356 w 456"/>
                <a:gd name="T97" fmla="*/ 256 h 386"/>
                <a:gd name="T98" fmla="*/ 350 w 456"/>
                <a:gd name="T99" fmla="*/ 238 h 386"/>
                <a:gd name="T100" fmla="*/ 326 w 456"/>
                <a:gd name="T101" fmla="*/ 208 h 386"/>
                <a:gd name="T102" fmla="*/ 299 w 456"/>
                <a:gd name="T103" fmla="*/ 188 h 386"/>
                <a:gd name="T104" fmla="*/ 300 w 456"/>
                <a:gd name="T105" fmla="*/ 168 h 386"/>
                <a:gd name="T106" fmla="*/ 325 w 456"/>
                <a:gd name="T107" fmla="*/ 142 h 386"/>
                <a:gd name="T108" fmla="*/ 296 w 456"/>
                <a:gd name="T109" fmla="*/ 14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6" h="386">
                  <a:moveTo>
                    <a:pt x="271" y="140"/>
                  </a:moveTo>
                  <a:cubicBezTo>
                    <a:pt x="265" y="140"/>
                    <a:pt x="265" y="140"/>
                    <a:pt x="265" y="140"/>
                  </a:cubicBezTo>
                  <a:cubicBezTo>
                    <a:pt x="263" y="144"/>
                    <a:pt x="263" y="144"/>
                    <a:pt x="263" y="144"/>
                  </a:cubicBezTo>
                  <a:cubicBezTo>
                    <a:pt x="266" y="148"/>
                    <a:pt x="266" y="148"/>
                    <a:pt x="266" y="148"/>
                  </a:cubicBezTo>
                  <a:cubicBezTo>
                    <a:pt x="266" y="148"/>
                    <a:pt x="266" y="148"/>
                    <a:pt x="266" y="148"/>
                  </a:cubicBezTo>
                  <a:cubicBezTo>
                    <a:pt x="266" y="148"/>
                    <a:pt x="266" y="148"/>
                    <a:pt x="266" y="148"/>
                  </a:cubicBezTo>
                  <a:cubicBezTo>
                    <a:pt x="268" y="154"/>
                    <a:pt x="268" y="154"/>
                    <a:pt x="268" y="154"/>
                  </a:cubicBezTo>
                  <a:cubicBezTo>
                    <a:pt x="268" y="154"/>
                    <a:pt x="268" y="154"/>
                    <a:pt x="268" y="154"/>
                  </a:cubicBezTo>
                  <a:cubicBezTo>
                    <a:pt x="268" y="155"/>
                    <a:pt x="268" y="155"/>
                    <a:pt x="268" y="155"/>
                  </a:cubicBezTo>
                  <a:cubicBezTo>
                    <a:pt x="268" y="156"/>
                    <a:pt x="268" y="156"/>
                    <a:pt x="268" y="156"/>
                  </a:cubicBezTo>
                  <a:cubicBezTo>
                    <a:pt x="259" y="160"/>
                    <a:pt x="259" y="160"/>
                    <a:pt x="259" y="160"/>
                  </a:cubicBezTo>
                  <a:cubicBezTo>
                    <a:pt x="258" y="160"/>
                    <a:pt x="258" y="160"/>
                    <a:pt x="258" y="160"/>
                  </a:cubicBezTo>
                  <a:cubicBezTo>
                    <a:pt x="258" y="160"/>
                    <a:pt x="258" y="160"/>
                    <a:pt x="258" y="160"/>
                  </a:cubicBezTo>
                  <a:cubicBezTo>
                    <a:pt x="258" y="160"/>
                    <a:pt x="258" y="160"/>
                    <a:pt x="258" y="160"/>
                  </a:cubicBezTo>
                  <a:cubicBezTo>
                    <a:pt x="258" y="160"/>
                    <a:pt x="258" y="160"/>
                    <a:pt x="258" y="160"/>
                  </a:cubicBezTo>
                  <a:cubicBezTo>
                    <a:pt x="251" y="160"/>
                    <a:pt x="247" y="158"/>
                    <a:pt x="246" y="155"/>
                  </a:cubicBezTo>
                  <a:cubicBezTo>
                    <a:pt x="244" y="150"/>
                    <a:pt x="244" y="150"/>
                    <a:pt x="244" y="150"/>
                  </a:cubicBezTo>
                  <a:cubicBezTo>
                    <a:pt x="232" y="148"/>
                    <a:pt x="232" y="148"/>
                    <a:pt x="232" y="148"/>
                  </a:cubicBezTo>
                  <a:cubicBezTo>
                    <a:pt x="228" y="132"/>
                    <a:pt x="228" y="132"/>
                    <a:pt x="228" y="132"/>
                  </a:cubicBezTo>
                  <a:cubicBezTo>
                    <a:pt x="226" y="132"/>
                    <a:pt x="224" y="131"/>
                    <a:pt x="223" y="129"/>
                  </a:cubicBezTo>
                  <a:cubicBezTo>
                    <a:pt x="222" y="128"/>
                    <a:pt x="222" y="128"/>
                    <a:pt x="222" y="128"/>
                  </a:cubicBezTo>
                  <a:cubicBezTo>
                    <a:pt x="220" y="126"/>
                    <a:pt x="219" y="124"/>
                    <a:pt x="216" y="124"/>
                  </a:cubicBezTo>
                  <a:cubicBezTo>
                    <a:pt x="213" y="122"/>
                    <a:pt x="210" y="120"/>
                    <a:pt x="208" y="116"/>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196" y="107"/>
                    <a:pt x="196" y="107"/>
                    <a:pt x="196" y="107"/>
                  </a:cubicBezTo>
                  <a:cubicBezTo>
                    <a:pt x="196" y="107"/>
                    <a:pt x="196" y="107"/>
                    <a:pt x="196" y="107"/>
                  </a:cubicBezTo>
                  <a:cubicBezTo>
                    <a:pt x="195" y="102"/>
                    <a:pt x="195" y="102"/>
                    <a:pt x="195" y="102"/>
                  </a:cubicBezTo>
                  <a:cubicBezTo>
                    <a:pt x="195" y="101"/>
                    <a:pt x="195" y="101"/>
                    <a:pt x="195" y="101"/>
                  </a:cubicBezTo>
                  <a:cubicBezTo>
                    <a:pt x="208" y="84"/>
                    <a:pt x="208" y="84"/>
                    <a:pt x="208" y="84"/>
                  </a:cubicBezTo>
                  <a:cubicBezTo>
                    <a:pt x="208" y="82"/>
                    <a:pt x="208" y="82"/>
                    <a:pt x="208" y="81"/>
                  </a:cubicBezTo>
                  <a:cubicBezTo>
                    <a:pt x="206" y="76"/>
                    <a:pt x="206" y="76"/>
                    <a:pt x="206" y="76"/>
                  </a:cubicBezTo>
                  <a:cubicBezTo>
                    <a:pt x="199" y="78"/>
                    <a:pt x="199" y="78"/>
                    <a:pt x="199" y="78"/>
                  </a:cubicBezTo>
                  <a:cubicBezTo>
                    <a:pt x="198" y="78"/>
                    <a:pt x="198" y="78"/>
                    <a:pt x="198" y="78"/>
                  </a:cubicBezTo>
                  <a:cubicBezTo>
                    <a:pt x="198" y="79"/>
                    <a:pt x="198" y="79"/>
                    <a:pt x="198" y="79"/>
                  </a:cubicBezTo>
                  <a:cubicBezTo>
                    <a:pt x="198" y="79"/>
                    <a:pt x="198" y="79"/>
                    <a:pt x="198" y="79"/>
                  </a:cubicBezTo>
                  <a:cubicBezTo>
                    <a:pt x="180" y="80"/>
                    <a:pt x="180" y="80"/>
                    <a:pt x="180" y="80"/>
                  </a:cubicBezTo>
                  <a:cubicBezTo>
                    <a:pt x="174" y="82"/>
                    <a:pt x="174" y="82"/>
                    <a:pt x="174" y="82"/>
                  </a:cubicBezTo>
                  <a:cubicBezTo>
                    <a:pt x="171" y="84"/>
                    <a:pt x="171" y="84"/>
                    <a:pt x="171" y="84"/>
                  </a:cubicBezTo>
                  <a:cubicBezTo>
                    <a:pt x="170" y="86"/>
                    <a:pt x="170" y="86"/>
                    <a:pt x="170" y="86"/>
                  </a:cubicBezTo>
                  <a:cubicBezTo>
                    <a:pt x="168" y="88"/>
                    <a:pt x="166" y="90"/>
                    <a:pt x="162" y="89"/>
                  </a:cubicBezTo>
                  <a:cubicBezTo>
                    <a:pt x="162" y="89"/>
                    <a:pt x="162" y="89"/>
                    <a:pt x="162" y="89"/>
                  </a:cubicBezTo>
                  <a:cubicBezTo>
                    <a:pt x="162" y="88"/>
                    <a:pt x="162" y="88"/>
                    <a:pt x="162" y="88"/>
                  </a:cubicBezTo>
                  <a:cubicBezTo>
                    <a:pt x="156" y="84"/>
                    <a:pt x="156" y="84"/>
                    <a:pt x="156" y="84"/>
                  </a:cubicBezTo>
                  <a:cubicBezTo>
                    <a:pt x="156" y="74"/>
                    <a:pt x="156" y="74"/>
                    <a:pt x="156" y="74"/>
                  </a:cubicBezTo>
                  <a:cubicBezTo>
                    <a:pt x="152" y="72"/>
                    <a:pt x="150" y="69"/>
                    <a:pt x="150" y="67"/>
                  </a:cubicBezTo>
                  <a:cubicBezTo>
                    <a:pt x="148" y="58"/>
                    <a:pt x="148" y="58"/>
                    <a:pt x="148" y="58"/>
                  </a:cubicBezTo>
                  <a:cubicBezTo>
                    <a:pt x="144" y="54"/>
                    <a:pt x="144" y="54"/>
                    <a:pt x="144" y="54"/>
                  </a:cubicBezTo>
                  <a:cubicBezTo>
                    <a:pt x="140" y="50"/>
                    <a:pt x="140" y="50"/>
                    <a:pt x="140" y="50"/>
                  </a:cubicBezTo>
                  <a:cubicBezTo>
                    <a:pt x="138" y="49"/>
                    <a:pt x="138" y="49"/>
                    <a:pt x="138" y="49"/>
                  </a:cubicBezTo>
                  <a:cubicBezTo>
                    <a:pt x="145" y="40"/>
                    <a:pt x="145" y="40"/>
                    <a:pt x="145" y="40"/>
                  </a:cubicBezTo>
                  <a:cubicBezTo>
                    <a:pt x="146" y="34"/>
                    <a:pt x="146" y="34"/>
                    <a:pt x="146" y="34"/>
                  </a:cubicBezTo>
                  <a:cubicBezTo>
                    <a:pt x="138" y="24"/>
                    <a:pt x="138" y="24"/>
                    <a:pt x="138" y="24"/>
                  </a:cubicBezTo>
                  <a:cubicBezTo>
                    <a:pt x="138" y="24"/>
                    <a:pt x="138" y="24"/>
                    <a:pt x="138" y="24"/>
                  </a:cubicBezTo>
                  <a:cubicBezTo>
                    <a:pt x="138" y="24"/>
                    <a:pt x="138" y="24"/>
                    <a:pt x="138" y="24"/>
                  </a:cubicBezTo>
                  <a:cubicBezTo>
                    <a:pt x="134" y="16"/>
                    <a:pt x="134" y="16"/>
                    <a:pt x="134" y="16"/>
                  </a:cubicBezTo>
                  <a:cubicBezTo>
                    <a:pt x="134" y="16"/>
                    <a:pt x="134" y="16"/>
                    <a:pt x="134" y="16"/>
                  </a:cubicBezTo>
                  <a:cubicBezTo>
                    <a:pt x="134" y="16"/>
                    <a:pt x="134" y="16"/>
                    <a:pt x="134" y="16"/>
                  </a:cubicBezTo>
                  <a:cubicBezTo>
                    <a:pt x="134" y="12"/>
                    <a:pt x="134" y="12"/>
                    <a:pt x="134" y="12"/>
                  </a:cubicBezTo>
                  <a:cubicBezTo>
                    <a:pt x="128" y="8"/>
                    <a:pt x="128" y="8"/>
                    <a:pt x="128" y="8"/>
                  </a:cubicBezTo>
                  <a:cubicBezTo>
                    <a:pt x="128" y="7"/>
                    <a:pt x="128" y="7"/>
                    <a:pt x="128" y="7"/>
                  </a:cubicBezTo>
                  <a:cubicBezTo>
                    <a:pt x="128" y="7"/>
                    <a:pt x="128" y="7"/>
                    <a:pt x="128" y="7"/>
                  </a:cubicBezTo>
                  <a:cubicBezTo>
                    <a:pt x="128" y="7"/>
                    <a:pt x="128" y="7"/>
                    <a:pt x="128" y="7"/>
                  </a:cubicBezTo>
                  <a:cubicBezTo>
                    <a:pt x="123" y="1"/>
                    <a:pt x="123" y="1"/>
                    <a:pt x="123" y="1"/>
                  </a:cubicBezTo>
                  <a:cubicBezTo>
                    <a:pt x="116" y="0"/>
                    <a:pt x="116" y="0"/>
                    <a:pt x="116" y="0"/>
                  </a:cubicBezTo>
                  <a:cubicBezTo>
                    <a:pt x="108" y="2"/>
                    <a:pt x="108" y="2"/>
                    <a:pt x="108" y="2"/>
                  </a:cubicBezTo>
                  <a:cubicBezTo>
                    <a:pt x="106" y="4"/>
                    <a:pt x="106" y="4"/>
                    <a:pt x="106" y="4"/>
                  </a:cubicBezTo>
                  <a:cubicBezTo>
                    <a:pt x="105" y="15"/>
                    <a:pt x="105" y="15"/>
                    <a:pt x="105" y="15"/>
                  </a:cubicBezTo>
                  <a:cubicBezTo>
                    <a:pt x="105" y="28"/>
                    <a:pt x="105" y="28"/>
                    <a:pt x="105" y="28"/>
                  </a:cubicBezTo>
                  <a:cubicBezTo>
                    <a:pt x="104" y="28"/>
                    <a:pt x="104" y="28"/>
                    <a:pt x="104" y="28"/>
                  </a:cubicBezTo>
                  <a:cubicBezTo>
                    <a:pt x="96" y="31"/>
                    <a:pt x="96" y="31"/>
                    <a:pt x="96" y="31"/>
                  </a:cubicBezTo>
                  <a:cubicBezTo>
                    <a:pt x="96" y="31"/>
                    <a:pt x="96" y="31"/>
                    <a:pt x="96" y="31"/>
                  </a:cubicBezTo>
                  <a:cubicBezTo>
                    <a:pt x="96" y="31"/>
                    <a:pt x="96" y="31"/>
                    <a:pt x="96" y="31"/>
                  </a:cubicBezTo>
                  <a:cubicBezTo>
                    <a:pt x="96" y="31"/>
                    <a:pt x="96" y="31"/>
                    <a:pt x="96" y="31"/>
                  </a:cubicBezTo>
                  <a:cubicBezTo>
                    <a:pt x="89" y="32"/>
                    <a:pt x="89" y="32"/>
                    <a:pt x="89" y="32"/>
                  </a:cubicBezTo>
                  <a:cubicBezTo>
                    <a:pt x="86" y="34"/>
                    <a:pt x="82" y="36"/>
                    <a:pt x="77" y="37"/>
                  </a:cubicBezTo>
                  <a:cubicBezTo>
                    <a:pt x="76" y="38"/>
                    <a:pt x="76" y="38"/>
                    <a:pt x="76" y="38"/>
                  </a:cubicBezTo>
                  <a:cubicBezTo>
                    <a:pt x="76" y="38"/>
                    <a:pt x="76" y="38"/>
                    <a:pt x="76" y="38"/>
                  </a:cubicBezTo>
                  <a:cubicBezTo>
                    <a:pt x="76" y="38"/>
                    <a:pt x="76" y="38"/>
                    <a:pt x="76" y="38"/>
                  </a:cubicBezTo>
                  <a:cubicBezTo>
                    <a:pt x="62" y="34"/>
                    <a:pt x="62" y="34"/>
                    <a:pt x="62" y="34"/>
                  </a:cubicBezTo>
                  <a:cubicBezTo>
                    <a:pt x="57" y="40"/>
                    <a:pt x="57" y="40"/>
                    <a:pt x="57" y="40"/>
                  </a:cubicBezTo>
                  <a:cubicBezTo>
                    <a:pt x="56" y="42"/>
                    <a:pt x="53" y="44"/>
                    <a:pt x="49" y="44"/>
                  </a:cubicBezTo>
                  <a:cubicBezTo>
                    <a:pt x="41" y="51"/>
                    <a:pt x="41" y="51"/>
                    <a:pt x="41" y="51"/>
                  </a:cubicBezTo>
                  <a:cubicBezTo>
                    <a:pt x="36" y="58"/>
                    <a:pt x="36" y="58"/>
                    <a:pt x="36" y="58"/>
                  </a:cubicBezTo>
                  <a:cubicBezTo>
                    <a:pt x="36" y="58"/>
                    <a:pt x="36" y="58"/>
                    <a:pt x="36" y="58"/>
                  </a:cubicBezTo>
                  <a:cubicBezTo>
                    <a:pt x="36" y="59"/>
                    <a:pt x="36" y="59"/>
                    <a:pt x="36" y="59"/>
                  </a:cubicBezTo>
                  <a:cubicBezTo>
                    <a:pt x="34" y="62"/>
                    <a:pt x="32" y="65"/>
                    <a:pt x="30" y="66"/>
                  </a:cubicBezTo>
                  <a:cubicBezTo>
                    <a:pt x="25" y="72"/>
                    <a:pt x="25" y="72"/>
                    <a:pt x="25" y="72"/>
                  </a:cubicBezTo>
                  <a:cubicBezTo>
                    <a:pt x="25" y="73"/>
                    <a:pt x="25" y="73"/>
                    <a:pt x="25" y="73"/>
                  </a:cubicBezTo>
                  <a:cubicBezTo>
                    <a:pt x="25" y="73"/>
                    <a:pt x="25" y="73"/>
                    <a:pt x="25" y="73"/>
                  </a:cubicBezTo>
                  <a:cubicBezTo>
                    <a:pt x="22" y="75"/>
                    <a:pt x="22" y="75"/>
                    <a:pt x="22" y="75"/>
                  </a:cubicBezTo>
                  <a:cubicBezTo>
                    <a:pt x="20" y="76"/>
                    <a:pt x="18" y="76"/>
                    <a:pt x="16" y="76"/>
                  </a:cubicBezTo>
                  <a:cubicBezTo>
                    <a:pt x="6" y="76"/>
                    <a:pt x="6" y="76"/>
                    <a:pt x="6" y="76"/>
                  </a:cubicBezTo>
                  <a:cubicBezTo>
                    <a:pt x="4" y="79"/>
                    <a:pt x="4" y="79"/>
                    <a:pt x="4" y="79"/>
                  </a:cubicBezTo>
                  <a:cubicBezTo>
                    <a:pt x="0" y="86"/>
                    <a:pt x="0" y="86"/>
                    <a:pt x="0" y="86"/>
                  </a:cubicBezTo>
                  <a:cubicBezTo>
                    <a:pt x="2" y="92"/>
                    <a:pt x="2" y="92"/>
                    <a:pt x="2" y="92"/>
                  </a:cubicBezTo>
                  <a:cubicBezTo>
                    <a:pt x="1" y="108"/>
                    <a:pt x="1" y="108"/>
                    <a:pt x="1" y="108"/>
                  </a:cubicBezTo>
                  <a:cubicBezTo>
                    <a:pt x="4" y="112"/>
                    <a:pt x="4" y="112"/>
                    <a:pt x="4" y="112"/>
                  </a:cubicBezTo>
                  <a:cubicBezTo>
                    <a:pt x="4" y="113"/>
                    <a:pt x="4" y="113"/>
                    <a:pt x="4" y="113"/>
                  </a:cubicBezTo>
                  <a:cubicBezTo>
                    <a:pt x="5" y="116"/>
                    <a:pt x="5" y="116"/>
                    <a:pt x="5" y="116"/>
                  </a:cubicBezTo>
                  <a:cubicBezTo>
                    <a:pt x="11" y="116"/>
                    <a:pt x="11" y="116"/>
                    <a:pt x="11" y="116"/>
                  </a:cubicBezTo>
                  <a:cubicBezTo>
                    <a:pt x="20" y="118"/>
                    <a:pt x="20" y="118"/>
                    <a:pt x="20" y="118"/>
                  </a:cubicBezTo>
                  <a:cubicBezTo>
                    <a:pt x="33" y="119"/>
                    <a:pt x="33" y="119"/>
                    <a:pt x="33" y="119"/>
                  </a:cubicBezTo>
                  <a:cubicBezTo>
                    <a:pt x="38" y="118"/>
                    <a:pt x="38" y="118"/>
                    <a:pt x="38" y="118"/>
                  </a:cubicBezTo>
                  <a:cubicBezTo>
                    <a:pt x="39" y="118"/>
                    <a:pt x="39" y="118"/>
                    <a:pt x="39" y="118"/>
                  </a:cubicBezTo>
                  <a:cubicBezTo>
                    <a:pt x="40" y="118"/>
                    <a:pt x="40" y="118"/>
                    <a:pt x="40" y="118"/>
                  </a:cubicBezTo>
                  <a:cubicBezTo>
                    <a:pt x="50" y="122"/>
                    <a:pt x="50" y="122"/>
                    <a:pt x="50" y="122"/>
                  </a:cubicBezTo>
                  <a:cubicBezTo>
                    <a:pt x="50" y="122"/>
                    <a:pt x="50" y="122"/>
                    <a:pt x="50" y="122"/>
                  </a:cubicBezTo>
                  <a:cubicBezTo>
                    <a:pt x="51" y="122"/>
                    <a:pt x="51" y="122"/>
                    <a:pt x="51" y="122"/>
                  </a:cubicBezTo>
                  <a:cubicBezTo>
                    <a:pt x="56" y="127"/>
                    <a:pt x="56" y="127"/>
                    <a:pt x="56" y="127"/>
                  </a:cubicBezTo>
                  <a:cubicBezTo>
                    <a:pt x="68" y="131"/>
                    <a:pt x="68" y="131"/>
                    <a:pt x="68" y="131"/>
                  </a:cubicBezTo>
                  <a:cubicBezTo>
                    <a:pt x="69" y="131"/>
                    <a:pt x="69" y="131"/>
                    <a:pt x="69" y="131"/>
                  </a:cubicBezTo>
                  <a:cubicBezTo>
                    <a:pt x="77" y="136"/>
                    <a:pt x="77" y="136"/>
                    <a:pt x="77" y="136"/>
                  </a:cubicBezTo>
                  <a:cubicBezTo>
                    <a:pt x="96" y="154"/>
                    <a:pt x="96" y="154"/>
                    <a:pt x="96" y="154"/>
                  </a:cubicBezTo>
                  <a:cubicBezTo>
                    <a:pt x="105" y="158"/>
                    <a:pt x="105" y="158"/>
                    <a:pt x="105" y="158"/>
                  </a:cubicBezTo>
                  <a:cubicBezTo>
                    <a:pt x="109" y="156"/>
                    <a:pt x="109" y="156"/>
                    <a:pt x="109" y="156"/>
                  </a:cubicBezTo>
                  <a:cubicBezTo>
                    <a:pt x="112" y="150"/>
                    <a:pt x="112" y="150"/>
                    <a:pt x="112" y="150"/>
                  </a:cubicBezTo>
                  <a:cubicBezTo>
                    <a:pt x="110" y="139"/>
                    <a:pt x="110" y="139"/>
                    <a:pt x="110" y="139"/>
                  </a:cubicBezTo>
                  <a:cubicBezTo>
                    <a:pt x="110" y="136"/>
                    <a:pt x="113" y="134"/>
                    <a:pt x="118" y="132"/>
                  </a:cubicBezTo>
                  <a:cubicBezTo>
                    <a:pt x="118" y="131"/>
                    <a:pt x="118" y="131"/>
                    <a:pt x="118" y="131"/>
                  </a:cubicBezTo>
                  <a:cubicBezTo>
                    <a:pt x="143" y="146"/>
                    <a:pt x="143" y="146"/>
                    <a:pt x="143" y="146"/>
                  </a:cubicBezTo>
                  <a:cubicBezTo>
                    <a:pt x="146" y="145"/>
                    <a:pt x="146" y="145"/>
                    <a:pt x="146" y="145"/>
                  </a:cubicBezTo>
                  <a:cubicBezTo>
                    <a:pt x="151" y="142"/>
                    <a:pt x="151" y="142"/>
                    <a:pt x="151" y="142"/>
                  </a:cubicBezTo>
                  <a:cubicBezTo>
                    <a:pt x="152" y="142"/>
                    <a:pt x="152" y="142"/>
                    <a:pt x="152" y="142"/>
                  </a:cubicBezTo>
                  <a:cubicBezTo>
                    <a:pt x="155" y="142"/>
                    <a:pt x="155" y="142"/>
                    <a:pt x="155" y="142"/>
                  </a:cubicBezTo>
                  <a:cubicBezTo>
                    <a:pt x="160" y="138"/>
                    <a:pt x="160" y="138"/>
                    <a:pt x="160" y="138"/>
                  </a:cubicBezTo>
                  <a:cubicBezTo>
                    <a:pt x="161" y="138"/>
                    <a:pt x="161" y="138"/>
                    <a:pt x="161" y="138"/>
                  </a:cubicBezTo>
                  <a:cubicBezTo>
                    <a:pt x="162" y="138"/>
                    <a:pt x="162" y="138"/>
                    <a:pt x="162" y="138"/>
                  </a:cubicBezTo>
                  <a:cubicBezTo>
                    <a:pt x="176" y="148"/>
                    <a:pt x="176" y="148"/>
                    <a:pt x="176" y="148"/>
                  </a:cubicBezTo>
                  <a:cubicBezTo>
                    <a:pt x="177" y="149"/>
                    <a:pt x="177" y="149"/>
                    <a:pt x="177" y="149"/>
                  </a:cubicBezTo>
                  <a:cubicBezTo>
                    <a:pt x="186" y="156"/>
                    <a:pt x="186" y="156"/>
                    <a:pt x="186" y="156"/>
                  </a:cubicBezTo>
                  <a:cubicBezTo>
                    <a:pt x="188" y="158"/>
                    <a:pt x="192" y="161"/>
                    <a:pt x="194" y="165"/>
                  </a:cubicBezTo>
                  <a:cubicBezTo>
                    <a:pt x="199" y="170"/>
                    <a:pt x="199" y="170"/>
                    <a:pt x="199" y="170"/>
                  </a:cubicBezTo>
                  <a:cubicBezTo>
                    <a:pt x="202" y="169"/>
                    <a:pt x="202" y="169"/>
                    <a:pt x="202" y="169"/>
                  </a:cubicBezTo>
                  <a:cubicBezTo>
                    <a:pt x="206" y="162"/>
                    <a:pt x="206" y="162"/>
                    <a:pt x="206" y="162"/>
                  </a:cubicBezTo>
                  <a:cubicBezTo>
                    <a:pt x="215" y="168"/>
                    <a:pt x="215" y="168"/>
                    <a:pt x="215" y="168"/>
                  </a:cubicBezTo>
                  <a:cubicBezTo>
                    <a:pt x="215" y="168"/>
                    <a:pt x="215" y="168"/>
                    <a:pt x="215" y="168"/>
                  </a:cubicBezTo>
                  <a:cubicBezTo>
                    <a:pt x="216" y="168"/>
                    <a:pt x="216" y="168"/>
                    <a:pt x="216" y="168"/>
                  </a:cubicBezTo>
                  <a:cubicBezTo>
                    <a:pt x="216" y="168"/>
                    <a:pt x="216" y="168"/>
                    <a:pt x="216" y="168"/>
                  </a:cubicBezTo>
                  <a:cubicBezTo>
                    <a:pt x="222" y="176"/>
                    <a:pt x="222" y="176"/>
                    <a:pt x="222" y="176"/>
                  </a:cubicBezTo>
                  <a:cubicBezTo>
                    <a:pt x="240" y="190"/>
                    <a:pt x="240" y="190"/>
                    <a:pt x="240" y="190"/>
                  </a:cubicBezTo>
                  <a:cubicBezTo>
                    <a:pt x="240" y="190"/>
                    <a:pt x="240" y="190"/>
                    <a:pt x="240" y="190"/>
                  </a:cubicBezTo>
                  <a:cubicBezTo>
                    <a:pt x="246" y="196"/>
                    <a:pt x="246" y="196"/>
                    <a:pt x="246" y="196"/>
                  </a:cubicBezTo>
                  <a:cubicBezTo>
                    <a:pt x="261" y="191"/>
                    <a:pt x="261" y="191"/>
                    <a:pt x="261" y="191"/>
                  </a:cubicBezTo>
                  <a:cubicBezTo>
                    <a:pt x="262" y="203"/>
                    <a:pt x="262" y="203"/>
                    <a:pt x="262" y="203"/>
                  </a:cubicBezTo>
                  <a:cubicBezTo>
                    <a:pt x="269" y="210"/>
                    <a:pt x="269" y="210"/>
                    <a:pt x="269" y="210"/>
                  </a:cubicBezTo>
                  <a:cubicBezTo>
                    <a:pt x="269" y="210"/>
                    <a:pt x="269" y="210"/>
                    <a:pt x="269" y="210"/>
                  </a:cubicBezTo>
                  <a:cubicBezTo>
                    <a:pt x="269" y="210"/>
                    <a:pt x="269" y="210"/>
                    <a:pt x="269" y="210"/>
                  </a:cubicBezTo>
                  <a:cubicBezTo>
                    <a:pt x="274" y="218"/>
                    <a:pt x="274" y="218"/>
                    <a:pt x="274" y="218"/>
                  </a:cubicBezTo>
                  <a:cubicBezTo>
                    <a:pt x="274" y="219"/>
                    <a:pt x="274" y="219"/>
                    <a:pt x="274" y="219"/>
                  </a:cubicBezTo>
                  <a:cubicBezTo>
                    <a:pt x="274" y="219"/>
                    <a:pt x="274" y="219"/>
                    <a:pt x="274" y="219"/>
                  </a:cubicBezTo>
                  <a:cubicBezTo>
                    <a:pt x="274" y="220"/>
                    <a:pt x="274" y="220"/>
                    <a:pt x="274" y="220"/>
                  </a:cubicBezTo>
                  <a:cubicBezTo>
                    <a:pt x="280" y="247"/>
                    <a:pt x="280" y="247"/>
                    <a:pt x="280" y="247"/>
                  </a:cubicBezTo>
                  <a:cubicBezTo>
                    <a:pt x="286" y="258"/>
                    <a:pt x="286" y="258"/>
                    <a:pt x="286" y="258"/>
                  </a:cubicBezTo>
                  <a:cubicBezTo>
                    <a:pt x="278" y="279"/>
                    <a:pt x="278" y="279"/>
                    <a:pt x="278" y="279"/>
                  </a:cubicBezTo>
                  <a:cubicBezTo>
                    <a:pt x="278" y="280"/>
                    <a:pt x="278" y="280"/>
                    <a:pt x="278" y="280"/>
                  </a:cubicBezTo>
                  <a:cubicBezTo>
                    <a:pt x="272" y="282"/>
                    <a:pt x="272" y="282"/>
                    <a:pt x="272" y="282"/>
                  </a:cubicBezTo>
                  <a:cubicBezTo>
                    <a:pt x="272" y="288"/>
                    <a:pt x="272" y="288"/>
                    <a:pt x="272" y="288"/>
                  </a:cubicBezTo>
                  <a:cubicBezTo>
                    <a:pt x="271" y="288"/>
                    <a:pt x="271" y="288"/>
                    <a:pt x="271" y="288"/>
                  </a:cubicBezTo>
                  <a:cubicBezTo>
                    <a:pt x="264" y="299"/>
                    <a:pt x="264" y="299"/>
                    <a:pt x="264" y="299"/>
                  </a:cubicBezTo>
                  <a:cubicBezTo>
                    <a:pt x="264" y="299"/>
                    <a:pt x="264" y="299"/>
                    <a:pt x="264" y="299"/>
                  </a:cubicBezTo>
                  <a:cubicBezTo>
                    <a:pt x="254" y="300"/>
                    <a:pt x="254" y="300"/>
                    <a:pt x="254" y="300"/>
                  </a:cubicBezTo>
                  <a:cubicBezTo>
                    <a:pt x="244" y="308"/>
                    <a:pt x="244" y="308"/>
                    <a:pt x="244" y="308"/>
                  </a:cubicBezTo>
                  <a:cubicBezTo>
                    <a:pt x="246" y="309"/>
                    <a:pt x="247" y="310"/>
                    <a:pt x="250" y="311"/>
                  </a:cubicBezTo>
                  <a:cubicBezTo>
                    <a:pt x="254" y="312"/>
                    <a:pt x="254" y="316"/>
                    <a:pt x="252" y="321"/>
                  </a:cubicBezTo>
                  <a:cubicBezTo>
                    <a:pt x="252" y="322"/>
                    <a:pt x="252" y="322"/>
                    <a:pt x="252" y="322"/>
                  </a:cubicBezTo>
                  <a:cubicBezTo>
                    <a:pt x="246" y="328"/>
                    <a:pt x="246" y="328"/>
                    <a:pt x="246" y="328"/>
                  </a:cubicBezTo>
                  <a:cubicBezTo>
                    <a:pt x="245" y="328"/>
                    <a:pt x="245" y="328"/>
                    <a:pt x="245" y="328"/>
                  </a:cubicBezTo>
                  <a:cubicBezTo>
                    <a:pt x="245" y="329"/>
                    <a:pt x="245" y="329"/>
                    <a:pt x="245" y="329"/>
                  </a:cubicBezTo>
                  <a:cubicBezTo>
                    <a:pt x="244" y="329"/>
                    <a:pt x="244" y="329"/>
                    <a:pt x="244" y="329"/>
                  </a:cubicBezTo>
                  <a:cubicBezTo>
                    <a:pt x="244" y="329"/>
                    <a:pt x="244" y="329"/>
                    <a:pt x="244" y="329"/>
                  </a:cubicBezTo>
                  <a:cubicBezTo>
                    <a:pt x="225" y="326"/>
                    <a:pt x="225" y="326"/>
                    <a:pt x="225" y="326"/>
                  </a:cubicBezTo>
                  <a:cubicBezTo>
                    <a:pt x="224" y="333"/>
                    <a:pt x="224" y="333"/>
                    <a:pt x="224" y="333"/>
                  </a:cubicBezTo>
                  <a:cubicBezTo>
                    <a:pt x="226" y="348"/>
                    <a:pt x="226" y="348"/>
                    <a:pt x="226" y="348"/>
                  </a:cubicBezTo>
                  <a:cubicBezTo>
                    <a:pt x="242" y="354"/>
                    <a:pt x="242" y="354"/>
                    <a:pt x="242" y="354"/>
                  </a:cubicBezTo>
                  <a:cubicBezTo>
                    <a:pt x="242" y="355"/>
                    <a:pt x="242" y="355"/>
                    <a:pt x="242" y="355"/>
                  </a:cubicBezTo>
                  <a:cubicBezTo>
                    <a:pt x="242" y="355"/>
                    <a:pt x="242" y="355"/>
                    <a:pt x="242" y="355"/>
                  </a:cubicBezTo>
                  <a:cubicBezTo>
                    <a:pt x="248" y="353"/>
                    <a:pt x="248" y="353"/>
                    <a:pt x="248" y="353"/>
                  </a:cubicBezTo>
                  <a:cubicBezTo>
                    <a:pt x="249" y="353"/>
                    <a:pt x="249" y="353"/>
                    <a:pt x="249" y="353"/>
                  </a:cubicBezTo>
                  <a:cubicBezTo>
                    <a:pt x="250" y="352"/>
                    <a:pt x="250" y="352"/>
                    <a:pt x="250" y="352"/>
                  </a:cubicBezTo>
                  <a:cubicBezTo>
                    <a:pt x="250" y="353"/>
                    <a:pt x="250" y="353"/>
                    <a:pt x="250" y="353"/>
                  </a:cubicBezTo>
                  <a:cubicBezTo>
                    <a:pt x="250" y="353"/>
                    <a:pt x="250" y="353"/>
                    <a:pt x="250" y="353"/>
                  </a:cubicBezTo>
                  <a:cubicBezTo>
                    <a:pt x="255" y="356"/>
                    <a:pt x="255" y="356"/>
                    <a:pt x="255" y="356"/>
                  </a:cubicBezTo>
                  <a:cubicBezTo>
                    <a:pt x="262" y="356"/>
                    <a:pt x="262" y="356"/>
                    <a:pt x="262" y="356"/>
                  </a:cubicBezTo>
                  <a:cubicBezTo>
                    <a:pt x="264" y="355"/>
                    <a:pt x="264" y="355"/>
                    <a:pt x="264" y="355"/>
                  </a:cubicBezTo>
                  <a:cubicBezTo>
                    <a:pt x="262" y="348"/>
                    <a:pt x="262" y="348"/>
                    <a:pt x="262" y="348"/>
                  </a:cubicBezTo>
                  <a:cubicBezTo>
                    <a:pt x="262" y="348"/>
                    <a:pt x="262" y="348"/>
                    <a:pt x="262" y="348"/>
                  </a:cubicBezTo>
                  <a:cubicBezTo>
                    <a:pt x="262" y="348"/>
                    <a:pt x="262" y="348"/>
                    <a:pt x="262" y="348"/>
                  </a:cubicBezTo>
                  <a:cubicBezTo>
                    <a:pt x="260" y="340"/>
                    <a:pt x="260" y="340"/>
                    <a:pt x="260" y="340"/>
                  </a:cubicBezTo>
                  <a:cubicBezTo>
                    <a:pt x="260" y="339"/>
                    <a:pt x="260" y="339"/>
                    <a:pt x="260" y="339"/>
                  </a:cubicBezTo>
                  <a:cubicBezTo>
                    <a:pt x="260" y="338"/>
                    <a:pt x="260" y="338"/>
                    <a:pt x="260" y="338"/>
                  </a:cubicBezTo>
                  <a:cubicBezTo>
                    <a:pt x="260" y="338"/>
                    <a:pt x="260" y="338"/>
                    <a:pt x="260" y="338"/>
                  </a:cubicBezTo>
                  <a:cubicBezTo>
                    <a:pt x="260" y="338"/>
                    <a:pt x="260" y="338"/>
                    <a:pt x="260" y="338"/>
                  </a:cubicBezTo>
                  <a:cubicBezTo>
                    <a:pt x="263" y="335"/>
                    <a:pt x="263" y="335"/>
                    <a:pt x="263" y="335"/>
                  </a:cubicBezTo>
                  <a:cubicBezTo>
                    <a:pt x="264" y="334"/>
                    <a:pt x="264" y="334"/>
                    <a:pt x="264" y="334"/>
                  </a:cubicBezTo>
                  <a:cubicBezTo>
                    <a:pt x="264" y="334"/>
                    <a:pt x="264" y="334"/>
                    <a:pt x="264" y="334"/>
                  </a:cubicBezTo>
                  <a:cubicBezTo>
                    <a:pt x="264" y="334"/>
                    <a:pt x="264" y="334"/>
                    <a:pt x="264" y="334"/>
                  </a:cubicBezTo>
                  <a:cubicBezTo>
                    <a:pt x="268" y="328"/>
                    <a:pt x="268" y="328"/>
                    <a:pt x="268" y="328"/>
                  </a:cubicBezTo>
                  <a:cubicBezTo>
                    <a:pt x="269" y="327"/>
                    <a:pt x="269" y="327"/>
                    <a:pt x="269" y="327"/>
                  </a:cubicBezTo>
                  <a:cubicBezTo>
                    <a:pt x="276" y="322"/>
                    <a:pt x="276" y="322"/>
                    <a:pt x="276" y="322"/>
                  </a:cubicBezTo>
                  <a:cubicBezTo>
                    <a:pt x="276" y="322"/>
                    <a:pt x="276" y="322"/>
                    <a:pt x="276" y="322"/>
                  </a:cubicBezTo>
                  <a:cubicBezTo>
                    <a:pt x="276" y="321"/>
                    <a:pt x="276" y="321"/>
                    <a:pt x="276" y="321"/>
                  </a:cubicBezTo>
                  <a:cubicBezTo>
                    <a:pt x="277" y="321"/>
                    <a:pt x="277" y="321"/>
                    <a:pt x="277" y="321"/>
                  </a:cubicBezTo>
                  <a:cubicBezTo>
                    <a:pt x="277" y="321"/>
                    <a:pt x="277" y="321"/>
                    <a:pt x="277" y="321"/>
                  </a:cubicBezTo>
                  <a:cubicBezTo>
                    <a:pt x="286" y="320"/>
                    <a:pt x="286" y="320"/>
                    <a:pt x="286" y="320"/>
                  </a:cubicBezTo>
                  <a:cubicBezTo>
                    <a:pt x="286" y="322"/>
                    <a:pt x="286" y="322"/>
                    <a:pt x="286" y="322"/>
                  </a:cubicBezTo>
                  <a:cubicBezTo>
                    <a:pt x="286" y="325"/>
                    <a:pt x="286" y="327"/>
                    <a:pt x="286" y="328"/>
                  </a:cubicBezTo>
                  <a:cubicBezTo>
                    <a:pt x="288" y="332"/>
                    <a:pt x="288" y="332"/>
                    <a:pt x="288" y="332"/>
                  </a:cubicBezTo>
                  <a:cubicBezTo>
                    <a:pt x="290" y="337"/>
                    <a:pt x="290" y="337"/>
                    <a:pt x="290" y="337"/>
                  </a:cubicBezTo>
                  <a:cubicBezTo>
                    <a:pt x="298" y="342"/>
                    <a:pt x="298" y="342"/>
                    <a:pt x="298" y="342"/>
                  </a:cubicBezTo>
                  <a:cubicBezTo>
                    <a:pt x="320" y="344"/>
                    <a:pt x="320" y="344"/>
                    <a:pt x="320" y="344"/>
                  </a:cubicBezTo>
                  <a:cubicBezTo>
                    <a:pt x="321" y="344"/>
                    <a:pt x="321" y="344"/>
                    <a:pt x="321" y="344"/>
                  </a:cubicBezTo>
                  <a:cubicBezTo>
                    <a:pt x="322" y="344"/>
                    <a:pt x="322" y="344"/>
                    <a:pt x="322" y="344"/>
                  </a:cubicBezTo>
                  <a:cubicBezTo>
                    <a:pt x="322" y="345"/>
                    <a:pt x="322" y="345"/>
                    <a:pt x="322" y="345"/>
                  </a:cubicBezTo>
                  <a:cubicBezTo>
                    <a:pt x="322" y="346"/>
                    <a:pt x="322" y="346"/>
                    <a:pt x="322" y="346"/>
                  </a:cubicBezTo>
                  <a:cubicBezTo>
                    <a:pt x="322" y="353"/>
                    <a:pt x="322" y="353"/>
                    <a:pt x="322" y="353"/>
                  </a:cubicBezTo>
                  <a:cubicBezTo>
                    <a:pt x="328" y="360"/>
                    <a:pt x="328" y="360"/>
                    <a:pt x="328" y="360"/>
                  </a:cubicBezTo>
                  <a:cubicBezTo>
                    <a:pt x="333" y="362"/>
                    <a:pt x="333" y="362"/>
                    <a:pt x="333" y="362"/>
                  </a:cubicBezTo>
                  <a:cubicBezTo>
                    <a:pt x="334" y="362"/>
                    <a:pt x="334" y="362"/>
                    <a:pt x="334" y="362"/>
                  </a:cubicBezTo>
                  <a:cubicBezTo>
                    <a:pt x="334" y="362"/>
                    <a:pt x="334" y="362"/>
                    <a:pt x="334" y="362"/>
                  </a:cubicBezTo>
                  <a:cubicBezTo>
                    <a:pt x="334" y="363"/>
                    <a:pt x="334" y="363"/>
                    <a:pt x="334" y="363"/>
                  </a:cubicBezTo>
                  <a:cubicBezTo>
                    <a:pt x="334" y="366"/>
                    <a:pt x="334" y="366"/>
                    <a:pt x="334" y="366"/>
                  </a:cubicBezTo>
                  <a:cubicBezTo>
                    <a:pt x="334" y="370"/>
                    <a:pt x="334" y="370"/>
                    <a:pt x="334" y="370"/>
                  </a:cubicBezTo>
                  <a:cubicBezTo>
                    <a:pt x="332" y="378"/>
                    <a:pt x="332" y="378"/>
                    <a:pt x="332" y="378"/>
                  </a:cubicBezTo>
                  <a:cubicBezTo>
                    <a:pt x="335" y="380"/>
                    <a:pt x="335" y="380"/>
                    <a:pt x="335" y="380"/>
                  </a:cubicBezTo>
                  <a:cubicBezTo>
                    <a:pt x="338" y="380"/>
                    <a:pt x="341" y="380"/>
                    <a:pt x="344" y="382"/>
                  </a:cubicBezTo>
                  <a:cubicBezTo>
                    <a:pt x="353" y="386"/>
                    <a:pt x="353" y="386"/>
                    <a:pt x="353" y="386"/>
                  </a:cubicBezTo>
                  <a:cubicBezTo>
                    <a:pt x="358" y="382"/>
                    <a:pt x="358" y="382"/>
                    <a:pt x="358" y="382"/>
                  </a:cubicBezTo>
                  <a:cubicBezTo>
                    <a:pt x="364" y="375"/>
                    <a:pt x="364" y="375"/>
                    <a:pt x="364" y="375"/>
                  </a:cubicBezTo>
                  <a:cubicBezTo>
                    <a:pt x="365" y="372"/>
                    <a:pt x="365" y="372"/>
                    <a:pt x="365" y="372"/>
                  </a:cubicBezTo>
                  <a:cubicBezTo>
                    <a:pt x="365" y="372"/>
                    <a:pt x="365" y="372"/>
                    <a:pt x="365" y="372"/>
                  </a:cubicBezTo>
                  <a:cubicBezTo>
                    <a:pt x="366" y="371"/>
                    <a:pt x="366" y="371"/>
                    <a:pt x="366" y="371"/>
                  </a:cubicBezTo>
                  <a:cubicBezTo>
                    <a:pt x="367" y="370"/>
                    <a:pt x="367" y="370"/>
                    <a:pt x="367" y="370"/>
                  </a:cubicBezTo>
                  <a:cubicBezTo>
                    <a:pt x="367" y="370"/>
                    <a:pt x="367" y="370"/>
                    <a:pt x="367" y="370"/>
                  </a:cubicBezTo>
                  <a:cubicBezTo>
                    <a:pt x="365" y="361"/>
                    <a:pt x="365" y="361"/>
                    <a:pt x="365" y="361"/>
                  </a:cubicBezTo>
                  <a:cubicBezTo>
                    <a:pt x="364" y="357"/>
                    <a:pt x="364" y="357"/>
                    <a:pt x="364" y="357"/>
                  </a:cubicBezTo>
                  <a:cubicBezTo>
                    <a:pt x="364" y="356"/>
                    <a:pt x="364" y="356"/>
                    <a:pt x="364" y="356"/>
                  </a:cubicBezTo>
                  <a:cubicBezTo>
                    <a:pt x="364" y="356"/>
                    <a:pt x="364" y="356"/>
                    <a:pt x="364" y="356"/>
                  </a:cubicBezTo>
                  <a:cubicBezTo>
                    <a:pt x="364" y="356"/>
                    <a:pt x="364" y="356"/>
                    <a:pt x="364" y="356"/>
                  </a:cubicBezTo>
                  <a:cubicBezTo>
                    <a:pt x="364" y="355"/>
                    <a:pt x="364" y="355"/>
                    <a:pt x="364" y="355"/>
                  </a:cubicBezTo>
                  <a:cubicBezTo>
                    <a:pt x="368" y="350"/>
                    <a:pt x="368" y="350"/>
                    <a:pt x="368" y="350"/>
                  </a:cubicBezTo>
                  <a:cubicBezTo>
                    <a:pt x="368" y="350"/>
                    <a:pt x="368" y="350"/>
                    <a:pt x="368" y="350"/>
                  </a:cubicBezTo>
                  <a:cubicBezTo>
                    <a:pt x="368" y="350"/>
                    <a:pt x="368" y="350"/>
                    <a:pt x="368" y="350"/>
                  </a:cubicBezTo>
                  <a:cubicBezTo>
                    <a:pt x="374" y="345"/>
                    <a:pt x="374" y="345"/>
                    <a:pt x="374" y="345"/>
                  </a:cubicBezTo>
                  <a:cubicBezTo>
                    <a:pt x="375" y="345"/>
                    <a:pt x="375" y="345"/>
                    <a:pt x="375" y="345"/>
                  </a:cubicBezTo>
                  <a:cubicBezTo>
                    <a:pt x="388" y="345"/>
                    <a:pt x="388" y="345"/>
                    <a:pt x="388" y="345"/>
                  </a:cubicBezTo>
                  <a:cubicBezTo>
                    <a:pt x="390" y="344"/>
                    <a:pt x="390" y="344"/>
                    <a:pt x="390" y="344"/>
                  </a:cubicBezTo>
                  <a:cubicBezTo>
                    <a:pt x="390" y="338"/>
                    <a:pt x="390" y="338"/>
                    <a:pt x="390" y="338"/>
                  </a:cubicBezTo>
                  <a:cubicBezTo>
                    <a:pt x="388" y="332"/>
                    <a:pt x="388" y="332"/>
                    <a:pt x="388" y="332"/>
                  </a:cubicBezTo>
                  <a:cubicBezTo>
                    <a:pt x="383" y="324"/>
                    <a:pt x="383" y="324"/>
                    <a:pt x="383" y="324"/>
                  </a:cubicBezTo>
                  <a:cubicBezTo>
                    <a:pt x="383" y="324"/>
                    <a:pt x="383" y="324"/>
                    <a:pt x="383" y="324"/>
                  </a:cubicBezTo>
                  <a:cubicBezTo>
                    <a:pt x="383" y="324"/>
                    <a:pt x="383" y="324"/>
                    <a:pt x="383" y="324"/>
                  </a:cubicBezTo>
                  <a:cubicBezTo>
                    <a:pt x="383" y="314"/>
                    <a:pt x="383" y="314"/>
                    <a:pt x="383" y="314"/>
                  </a:cubicBezTo>
                  <a:cubicBezTo>
                    <a:pt x="383" y="313"/>
                    <a:pt x="383" y="313"/>
                    <a:pt x="383" y="313"/>
                  </a:cubicBezTo>
                  <a:cubicBezTo>
                    <a:pt x="383" y="313"/>
                    <a:pt x="383" y="313"/>
                    <a:pt x="383" y="313"/>
                  </a:cubicBezTo>
                  <a:cubicBezTo>
                    <a:pt x="385" y="307"/>
                    <a:pt x="385" y="307"/>
                    <a:pt x="385" y="307"/>
                  </a:cubicBezTo>
                  <a:cubicBezTo>
                    <a:pt x="385" y="307"/>
                    <a:pt x="385" y="307"/>
                    <a:pt x="385" y="307"/>
                  </a:cubicBezTo>
                  <a:cubicBezTo>
                    <a:pt x="386" y="307"/>
                    <a:pt x="386" y="307"/>
                    <a:pt x="386" y="307"/>
                  </a:cubicBezTo>
                  <a:cubicBezTo>
                    <a:pt x="386" y="307"/>
                    <a:pt x="386" y="307"/>
                    <a:pt x="386" y="307"/>
                  </a:cubicBezTo>
                  <a:cubicBezTo>
                    <a:pt x="396" y="291"/>
                    <a:pt x="396" y="291"/>
                    <a:pt x="396" y="291"/>
                  </a:cubicBezTo>
                  <a:cubicBezTo>
                    <a:pt x="397" y="291"/>
                    <a:pt x="397" y="291"/>
                    <a:pt x="397" y="291"/>
                  </a:cubicBezTo>
                  <a:cubicBezTo>
                    <a:pt x="397" y="291"/>
                    <a:pt x="397" y="291"/>
                    <a:pt x="397" y="291"/>
                  </a:cubicBezTo>
                  <a:cubicBezTo>
                    <a:pt x="398" y="290"/>
                    <a:pt x="398" y="290"/>
                    <a:pt x="398" y="290"/>
                  </a:cubicBezTo>
                  <a:cubicBezTo>
                    <a:pt x="400" y="290"/>
                    <a:pt x="400" y="290"/>
                    <a:pt x="400" y="290"/>
                  </a:cubicBezTo>
                  <a:cubicBezTo>
                    <a:pt x="404" y="291"/>
                    <a:pt x="404" y="291"/>
                    <a:pt x="404" y="291"/>
                  </a:cubicBezTo>
                  <a:cubicBezTo>
                    <a:pt x="414" y="296"/>
                    <a:pt x="414" y="296"/>
                    <a:pt x="414" y="296"/>
                  </a:cubicBezTo>
                  <a:cubicBezTo>
                    <a:pt x="420" y="298"/>
                    <a:pt x="420" y="298"/>
                    <a:pt x="420" y="298"/>
                  </a:cubicBezTo>
                  <a:cubicBezTo>
                    <a:pt x="420" y="295"/>
                    <a:pt x="420" y="295"/>
                    <a:pt x="420" y="295"/>
                  </a:cubicBezTo>
                  <a:cubicBezTo>
                    <a:pt x="419" y="294"/>
                    <a:pt x="419" y="294"/>
                    <a:pt x="419" y="294"/>
                  </a:cubicBezTo>
                  <a:cubicBezTo>
                    <a:pt x="419" y="293"/>
                    <a:pt x="419" y="293"/>
                    <a:pt x="419" y="293"/>
                  </a:cubicBezTo>
                  <a:cubicBezTo>
                    <a:pt x="419" y="290"/>
                    <a:pt x="420" y="288"/>
                    <a:pt x="423" y="286"/>
                  </a:cubicBezTo>
                  <a:cubicBezTo>
                    <a:pt x="430" y="281"/>
                    <a:pt x="430" y="281"/>
                    <a:pt x="430" y="281"/>
                  </a:cubicBezTo>
                  <a:cubicBezTo>
                    <a:pt x="430" y="281"/>
                    <a:pt x="430" y="281"/>
                    <a:pt x="430" y="281"/>
                  </a:cubicBezTo>
                  <a:cubicBezTo>
                    <a:pt x="430" y="281"/>
                    <a:pt x="430" y="281"/>
                    <a:pt x="430" y="281"/>
                  </a:cubicBezTo>
                  <a:cubicBezTo>
                    <a:pt x="430" y="280"/>
                    <a:pt x="430" y="280"/>
                    <a:pt x="430" y="280"/>
                  </a:cubicBezTo>
                  <a:cubicBezTo>
                    <a:pt x="434" y="279"/>
                    <a:pt x="437" y="278"/>
                    <a:pt x="438" y="278"/>
                  </a:cubicBezTo>
                  <a:cubicBezTo>
                    <a:pt x="445" y="278"/>
                    <a:pt x="445" y="278"/>
                    <a:pt x="445" y="278"/>
                  </a:cubicBezTo>
                  <a:cubicBezTo>
                    <a:pt x="446" y="278"/>
                    <a:pt x="446" y="278"/>
                    <a:pt x="446" y="278"/>
                  </a:cubicBezTo>
                  <a:cubicBezTo>
                    <a:pt x="446" y="278"/>
                    <a:pt x="446" y="278"/>
                    <a:pt x="446" y="278"/>
                  </a:cubicBezTo>
                  <a:cubicBezTo>
                    <a:pt x="450" y="278"/>
                    <a:pt x="450" y="278"/>
                    <a:pt x="450" y="278"/>
                  </a:cubicBezTo>
                  <a:cubicBezTo>
                    <a:pt x="452" y="268"/>
                    <a:pt x="452" y="268"/>
                    <a:pt x="452" y="268"/>
                  </a:cubicBezTo>
                  <a:cubicBezTo>
                    <a:pt x="452" y="262"/>
                    <a:pt x="452" y="262"/>
                    <a:pt x="452" y="262"/>
                  </a:cubicBezTo>
                  <a:cubicBezTo>
                    <a:pt x="452" y="257"/>
                    <a:pt x="452" y="254"/>
                    <a:pt x="454" y="254"/>
                  </a:cubicBezTo>
                  <a:cubicBezTo>
                    <a:pt x="456" y="248"/>
                    <a:pt x="456" y="248"/>
                    <a:pt x="456" y="248"/>
                  </a:cubicBezTo>
                  <a:cubicBezTo>
                    <a:pt x="453" y="244"/>
                    <a:pt x="453" y="244"/>
                    <a:pt x="453" y="244"/>
                  </a:cubicBezTo>
                  <a:cubicBezTo>
                    <a:pt x="448" y="240"/>
                    <a:pt x="448" y="240"/>
                    <a:pt x="448" y="240"/>
                  </a:cubicBezTo>
                  <a:cubicBezTo>
                    <a:pt x="438" y="238"/>
                    <a:pt x="438" y="238"/>
                    <a:pt x="438" y="238"/>
                  </a:cubicBezTo>
                  <a:cubicBezTo>
                    <a:pt x="436" y="238"/>
                    <a:pt x="432" y="236"/>
                    <a:pt x="426" y="230"/>
                  </a:cubicBezTo>
                  <a:cubicBezTo>
                    <a:pt x="420" y="228"/>
                    <a:pt x="420" y="228"/>
                    <a:pt x="420" y="228"/>
                  </a:cubicBezTo>
                  <a:cubicBezTo>
                    <a:pt x="420" y="228"/>
                    <a:pt x="420" y="228"/>
                    <a:pt x="420" y="228"/>
                  </a:cubicBezTo>
                  <a:cubicBezTo>
                    <a:pt x="420" y="227"/>
                    <a:pt x="420" y="227"/>
                    <a:pt x="420" y="227"/>
                  </a:cubicBezTo>
                  <a:cubicBezTo>
                    <a:pt x="412" y="218"/>
                    <a:pt x="412" y="218"/>
                    <a:pt x="412" y="218"/>
                  </a:cubicBezTo>
                  <a:cubicBezTo>
                    <a:pt x="406" y="218"/>
                    <a:pt x="406" y="218"/>
                    <a:pt x="406" y="218"/>
                  </a:cubicBezTo>
                  <a:cubicBezTo>
                    <a:pt x="405" y="218"/>
                    <a:pt x="405" y="218"/>
                    <a:pt x="405" y="218"/>
                  </a:cubicBezTo>
                  <a:cubicBezTo>
                    <a:pt x="405" y="218"/>
                    <a:pt x="405" y="218"/>
                    <a:pt x="405" y="218"/>
                  </a:cubicBezTo>
                  <a:cubicBezTo>
                    <a:pt x="399" y="215"/>
                    <a:pt x="399" y="215"/>
                    <a:pt x="399" y="215"/>
                  </a:cubicBezTo>
                  <a:cubicBezTo>
                    <a:pt x="395" y="220"/>
                    <a:pt x="395" y="220"/>
                    <a:pt x="395" y="220"/>
                  </a:cubicBezTo>
                  <a:cubicBezTo>
                    <a:pt x="394" y="238"/>
                    <a:pt x="394" y="238"/>
                    <a:pt x="394" y="238"/>
                  </a:cubicBezTo>
                  <a:cubicBezTo>
                    <a:pt x="396" y="246"/>
                    <a:pt x="396" y="246"/>
                    <a:pt x="396" y="246"/>
                  </a:cubicBezTo>
                  <a:cubicBezTo>
                    <a:pt x="398" y="246"/>
                    <a:pt x="398" y="246"/>
                    <a:pt x="398" y="246"/>
                  </a:cubicBezTo>
                  <a:cubicBezTo>
                    <a:pt x="399" y="246"/>
                    <a:pt x="399" y="246"/>
                    <a:pt x="399" y="246"/>
                  </a:cubicBezTo>
                  <a:cubicBezTo>
                    <a:pt x="404" y="248"/>
                    <a:pt x="404" y="248"/>
                    <a:pt x="404" y="248"/>
                  </a:cubicBezTo>
                  <a:cubicBezTo>
                    <a:pt x="404" y="248"/>
                    <a:pt x="404" y="248"/>
                    <a:pt x="404" y="248"/>
                  </a:cubicBezTo>
                  <a:cubicBezTo>
                    <a:pt x="404" y="248"/>
                    <a:pt x="404" y="248"/>
                    <a:pt x="404" y="248"/>
                  </a:cubicBezTo>
                  <a:cubicBezTo>
                    <a:pt x="407" y="255"/>
                    <a:pt x="407" y="255"/>
                    <a:pt x="407" y="255"/>
                  </a:cubicBezTo>
                  <a:cubicBezTo>
                    <a:pt x="408" y="255"/>
                    <a:pt x="408" y="255"/>
                    <a:pt x="408" y="255"/>
                  </a:cubicBezTo>
                  <a:cubicBezTo>
                    <a:pt x="408" y="256"/>
                    <a:pt x="408" y="256"/>
                    <a:pt x="408" y="256"/>
                  </a:cubicBezTo>
                  <a:cubicBezTo>
                    <a:pt x="408" y="256"/>
                    <a:pt x="408" y="256"/>
                    <a:pt x="408" y="256"/>
                  </a:cubicBezTo>
                  <a:cubicBezTo>
                    <a:pt x="408" y="256"/>
                    <a:pt x="408" y="256"/>
                    <a:pt x="408" y="256"/>
                  </a:cubicBezTo>
                  <a:cubicBezTo>
                    <a:pt x="406" y="268"/>
                    <a:pt x="406" y="268"/>
                    <a:pt x="406" y="268"/>
                  </a:cubicBezTo>
                  <a:cubicBezTo>
                    <a:pt x="406" y="269"/>
                    <a:pt x="406" y="269"/>
                    <a:pt x="406" y="269"/>
                  </a:cubicBezTo>
                  <a:cubicBezTo>
                    <a:pt x="406" y="270"/>
                    <a:pt x="406" y="270"/>
                    <a:pt x="406" y="270"/>
                  </a:cubicBezTo>
                  <a:cubicBezTo>
                    <a:pt x="406" y="270"/>
                    <a:pt x="406" y="270"/>
                    <a:pt x="406" y="270"/>
                  </a:cubicBezTo>
                  <a:cubicBezTo>
                    <a:pt x="404" y="271"/>
                    <a:pt x="402" y="272"/>
                    <a:pt x="400" y="273"/>
                  </a:cubicBezTo>
                  <a:cubicBezTo>
                    <a:pt x="399" y="274"/>
                    <a:pt x="399" y="274"/>
                    <a:pt x="399" y="274"/>
                  </a:cubicBezTo>
                  <a:cubicBezTo>
                    <a:pt x="399" y="273"/>
                    <a:pt x="399" y="273"/>
                    <a:pt x="399" y="273"/>
                  </a:cubicBezTo>
                  <a:cubicBezTo>
                    <a:pt x="398" y="273"/>
                    <a:pt x="398" y="273"/>
                    <a:pt x="398" y="273"/>
                  </a:cubicBezTo>
                  <a:cubicBezTo>
                    <a:pt x="396" y="272"/>
                    <a:pt x="396" y="272"/>
                    <a:pt x="396" y="272"/>
                  </a:cubicBezTo>
                  <a:cubicBezTo>
                    <a:pt x="389" y="275"/>
                    <a:pt x="389" y="275"/>
                    <a:pt x="389" y="275"/>
                  </a:cubicBezTo>
                  <a:cubicBezTo>
                    <a:pt x="389" y="275"/>
                    <a:pt x="389" y="275"/>
                    <a:pt x="389" y="275"/>
                  </a:cubicBezTo>
                  <a:cubicBezTo>
                    <a:pt x="389" y="276"/>
                    <a:pt x="389" y="276"/>
                    <a:pt x="389" y="276"/>
                  </a:cubicBezTo>
                  <a:cubicBezTo>
                    <a:pt x="390" y="276"/>
                    <a:pt x="390" y="276"/>
                    <a:pt x="390" y="276"/>
                  </a:cubicBezTo>
                  <a:cubicBezTo>
                    <a:pt x="391" y="287"/>
                    <a:pt x="391" y="287"/>
                    <a:pt x="391" y="287"/>
                  </a:cubicBezTo>
                  <a:cubicBezTo>
                    <a:pt x="391" y="289"/>
                    <a:pt x="390" y="290"/>
                    <a:pt x="388" y="290"/>
                  </a:cubicBezTo>
                  <a:cubicBezTo>
                    <a:pt x="384" y="290"/>
                    <a:pt x="384" y="290"/>
                    <a:pt x="384" y="290"/>
                  </a:cubicBezTo>
                  <a:cubicBezTo>
                    <a:pt x="381" y="290"/>
                    <a:pt x="380" y="289"/>
                    <a:pt x="379" y="288"/>
                  </a:cubicBezTo>
                  <a:cubicBezTo>
                    <a:pt x="374" y="284"/>
                    <a:pt x="374" y="284"/>
                    <a:pt x="374" y="284"/>
                  </a:cubicBezTo>
                  <a:cubicBezTo>
                    <a:pt x="374" y="284"/>
                    <a:pt x="374" y="284"/>
                    <a:pt x="374" y="284"/>
                  </a:cubicBezTo>
                  <a:cubicBezTo>
                    <a:pt x="373" y="284"/>
                    <a:pt x="373" y="284"/>
                    <a:pt x="373" y="284"/>
                  </a:cubicBezTo>
                  <a:cubicBezTo>
                    <a:pt x="373" y="283"/>
                    <a:pt x="373" y="283"/>
                    <a:pt x="373" y="283"/>
                  </a:cubicBezTo>
                  <a:cubicBezTo>
                    <a:pt x="370" y="276"/>
                    <a:pt x="370" y="276"/>
                    <a:pt x="370" y="276"/>
                  </a:cubicBezTo>
                  <a:cubicBezTo>
                    <a:pt x="370" y="276"/>
                    <a:pt x="368" y="274"/>
                    <a:pt x="364" y="273"/>
                  </a:cubicBezTo>
                  <a:cubicBezTo>
                    <a:pt x="363" y="273"/>
                    <a:pt x="363" y="273"/>
                    <a:pt x="363" y="273"/>
                  </a:cubicBezTo>
                  <a:cubicBezTo>
                    <a:pt x="363" y="273"/>
                    <a:pt x="363" y="273"/>
                    <a:pt x="363" y="273"/>
                  </a:cubicBezTo>
                  <a:cubicBezTo>
                    <a:pt x="357" y="269"/>
                    <a:pt x="357" y="269"/>
                    <a:pt x="357" y="269"/>
                  </a:cubicBezTo>
                  <a:cubicBezTo>
                    <a:pt x="356" y="269"/>
                    <a:pt x="356" y="269"/>
                    <a:pt x="356" y="269"/>
                  </a:cubicBezTo>
                  <a:cubicBezTo>
                    <a:pt x="356" y="268"/>
                    <a:pt x="356" y="268"/>
                    <a:pt x="356" y="268"/>
                  </a:cubicBezTo>
                  <a:cubicBezTo>
                    <a:pt x="356" y="268"/>
                    <a:pt x="356" y="268"/>
                    <a:pt x="356" y="268"/>
                  </a:cubicBezTo>
                  <a:cubicBezTo>
                    <a:pt x="355" y="262"/>
                    <a:pt x="355" y="262"/>
                    <a:pt x="355" y="262"/>
                  </a:cubicBezTo>
                  <a:cubicBezTo>
                    <a:pt x="356" y="256"/>
                    <a:pt x="356" y="256"/>
                    <a:pt x="356" y="256"/>
                  </a:cubicBezTo>
                  <a:cubicBezTo>
                    <a:pt x="356" y="256"/>
                    <a:pt x="356" y="256"/>
                    <a:pt x="356" y="256"/>
                  </a:cubicBezTo>
                  <a:cubicBezTo>
                    <a:pt x="356" y="256"/>
                    <a:pt x="356" y="256"/>
                    <a:pt x="356" y="256"/>
                  </a:cubicBezTo>
                  <a:cubicBezTo>
                    <a:pt x="356" y="256"/>
                    <a:pt x="356" y="256"/>
                    <a:pt x="356" y="256"/>
                  </a:cubicBezTo>
                  <a:cubicBezTo>
                    <a:pt x="358" y="253"/>
                    <a:pt x="358" y="253"/>
                    <a:pt x="358" y="253"/>
                  </a:cubicBezTo>
                  <a:cubicBezTo>
                    <a:pt x="358" y="251"/>
                    <a:pt x="358" y="251"/>
                    <a:pt x="358" y="251"/>
                  </a:cubicBezTo>
                  <a:cubicBezTo>
                    <a:pt x="356" y="244"/>
                    <a:pt x="356" y="244"/>
                    <a:pt x="356" y="244"/>
                  </a:cubicBezTo>
                  <a:cubicBezTo>
                    <a:pt x="350" y="239"/>
                    <a:pt x="350" y="239"/>
                    <a:pt x="350" y="239"/>
                  </a:cubicBezTo>
                  <a:cubicBezTo>
                    <a:pt x="350" y="238"/>
                    <a:pt x="350" y="238"/>
                    <a:pt x="350" y="238"/>
                  </a:cubicBezTo>
                  <a:cubicBezTo>
                    <a:pt x="349" y="222"/>
                    <a:pt x="349" y="222"/>
                    <a:pt x="349" y="222"/>
                  </a:cubicBezTo>
                  <a:cubicBezTo>
                    <a:pt x="345" y="218"/>
                    <a:pt x="345" y="218"/>
                    <a:pt x="345" y="218"/>
                  </a:cubicBezTo>
                  <a:cubicBezTo>
                    <a:pt x="344" y="218"/>
                    <a:pt x="344" y="218"/>
                    <a:pt x="344" y="218"/>
                  </a:cubicBezTo>
                  <a:cubicBezTo>
                    <a:pt x="344" y="217"/>
                    <a:pt x="344" y="217"/>
                    <a:pt x="344" y="217"/>
                  </a:cubicBezTo>
                  <a:cubicBezTo>
                    <a:pt x="344" y="217"/>
                    <a:pt x="344" y="217"/>
                    <a:pt x="344" y="217"/>
                  </a:cubicBezTo>
                  <a:cubicBezTo>
                    <a:pt x="341" y="210"/>
                    <a:pt x="341" y="210"/>
                    <a:pt x="341" y="210"/>
                  </a:cubicBezTo>
                  <a:cubicBezTo>
                    <a:pt x="326" y="208"/>
                    <a:pt x="326" y="208"/>
                    <a:pt x="326" y="208"/>
                  </a:cubicBezTo>
                  <a:cubicBezTo>
                    <a:pt x="323" y="207"/>
                    <a:pt x="320" y="204"/>
                    <a:pt x="319" y="201"/>
                  </a:cubicBezTo>
                  <a:cubicBezTo>
                    <a:pt x="312" y="201"/>
                    <a:pt x="312" y="201"/>
                    <a:pt x="312" y="201"/>
                  </a:cubicBezTo>
                  <a:cubicBezTo>
                    <a:pt x="310" y="200"/>
                    <a:pt x="308" y="199"/>
                    <a:pt x="305" y="196"/>
                  </a:cubicBezTo>
                  <a:cubicBezTo>
                    <a:pt x="304" y="195"/>
                    <a:pt x="304" y="195"/>
                    <a:pt x="304" y="195"/>
                  </a:cubicBezTo>
                  <a:cubicBezTo>
                    <a:pt x="302" y="194"/>
                    <a:pt x="301" y="191"/>
                    <a:pt x="299" y="188"/>
                  </a:cubicBezTo>
                  <a:cubicBezTo>
                    <a:pt x="299" y="188"/>
                    <a:pt x="299" y="188"/>
                    <a:pt x="299" y="188"/>
                  </a:cubicBezTo>
                  <a:cubicBezTo>
                    <a:pt x="299" y="188"/>
                    <a:pt x="299" y="188"/>
                    <a:pt x="299" y="188"/>
                  </a:cubicBezTo>
                  <a:cubicBezTo>
                    <a:pt x="298" y="181"/>
                    <a:pt x="298" y="181"/>
                    <a:pt x="298" y="181"/>
                  </a:cubicBezTo>
                  <a:cubicBezTo>
                    <a:pt x="298" y="181"/>
                    <a:pt x="298" y="181"/>
                    <a:pt x="298" y="181"/>
                  </a:cubicBezTo>
                  <a:cubicBezTo>
                    <a:pt x="298" y="181"/>
                    <a:pt x="298" y="181"/>
                    <a:pt x="298" y="181"/>
                  </a:cubicBezTo>
                  <a:cubicBezTo>
                    <a:pt x="298" y="180"/>
                    <a:pt x="298" y="180"/>
                    <a:pt x="298" y="180"/>
                  </a:cubicBezTo>
                  <a:cubicBezTo>
                    <a:pt x="298" y="180"/>
                    <a:pt x="298" y="180"/>
                    <a:pt x="298" y="180"/>
                  </a:cubicBezTo>
                  <a:cubicBezTo>
                    <a:pt x="300" y="168"/>
                    <a:pt x="300" y="168"/>
                    <a:pt x="300" y="168"/>
                  </a:cubicBezTo>
                  <a:cubicBezTo>
                    <a:pt x="300" y="168"/>
                    <a:pt x="300" y="168"/>
                    <a:pt x="300" y="168"/>
                  </a:cubicBezTo>
                  <a:cubicBezTo>
                    <a:pt x="302" y="162"/>
                    <a:pt x="302" y="162"/>
                    <a:pt x="302" y="162"/>
                  </a:cubicBezTo>
                  <a:cubicBezTo>
                    <a:pt x="302" y="162"/>
                    <a:pt x="302" y="162"/>
                    <a:pt x="302" y="162"/>
                  </a:cubicBezTo>
                  <a:cubicBezTo>
                    <a:pt x="302" y="162"/>
                    <a:pt x="302" y="162"/>
                    <a:pt x="302" y="162"/>
                  </a:cubicBezTo>
                  <a:cubicBezTo>
                    <a:pt x="303" y="162"/>
                    <a:pt x="303" y="162"/>
                    <a:pt x="303" y="162"/>
                  </a:cubicBezTo>
                  <a:cubicBezTo>
                    <a:pt x="318" y="155"/>
                    <a:pt x="318" y="155"/>
                    <a:pt x="318" y="155"/>
                  </a:cubicBezTo>
                  <a:cubicBezTo>
                    <a:pt x="324" y="148"/>
                    <a:pt x="324" y="148"/>
                    <a:pt x="324" y="148"/>
                  </a:cubicBezTo>
                  <a:cubicBezTo>
                    <a:pt x="325" y="142"/>
                    <a:pt x="325" y="142"/>
                    <a:pt x="325" y="142"/>
                  </a:cubicBezTo>
                  <a:cubicBezTo>
                    <a:pt x="324" y="138"/>
                    <a:pt x="324" y="138"/>
                    <a:pt x="324" y="138"/>
                  </a:cubicBezTo>
                  <a:cubicBezTo>
                    <a:pt x="322" y="132"/>
                    <a:pt x="320" y="129"/>
                    <a:pt x="320" y="127"/>
                  </a:cubicBezTo>
                  <a:cubicBezTo>
                    <a:pt x="317" y="128"/>
                    <a:pt x="317" y="128"/>
                    <a:pt x="317" y="128"/>
                  </a:cubicBezTo>
                  <a:cubicBezTo>
                    <a:pt x="312" y="127"/>
                    <a:pt x="312" y="127"/>
                    <a:pt x="312" y="127"/>
                  </a:cubicBezTo>
                  <a:cubicBezTo>
                    <a:pt x="310" y="128"/>
                    <a:pt x="307" y="131"/>
                    <a:pt x="303" y="136"/>
                  </a:cubicBezTo>
                  <a:cubicBezTo>
                    <a:pt x="296" y="143"/>
                    <a:pt x="296" y="143"/>
                    <a:pt x="296" y="143"/>
                  </a:cubicBezTo>
                  <a:cubicBezTo>
                    <a:pt x="296" y="143"/>
                    <a:pt x="296" y="143"/>
                    <a:pt x="296" y="143"/>
                  </a:cubicBezTo>
                  <a:cubicBezTo>
                    <a:pt x="295" y="143"/>
                    <a:pt x="295" y="143"/>
                    <a:pt x="295" y="143"/>
                  </a:cubicBezTo>
                  <a:cubicBezTo>
                    <a:pt x="290" y="144"/>
                    <a:pt x="286" y="145"/>
                    <a:pt x="284" y="144"/>
                  </a:cubicBezTo>
                  <a:lnTo>
                    <a:pt x="271" y="14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7"/>
            <p:cNvSpPr>
              <a:spLocks/>
            </p:cNvSpPr>
            <p:nvPr/>
          </p:nvSpPr>
          <p:spPr bwMode="auto">
            <a:xfrm>
              <a:off x="3673476" y="3098452"/>
              <a:ext cx="346075" cy="571500"/>
            </a:xfrm>
            <a:custGeom>
              <a:avLst/>
              <a:gdLst>
                <a:gd name="T0" fmla="*/ 46 w 92"/>
                <a:gd name="T1" fmla="*/ 29 h 152"/>
                <a:gd name="T2" fmla="*/ 46 w 92"/>
                <a:gd name="T3" fmla="*/ 43 h 152"/>
                <a:gd name="T4" fmla="*/ 42 w 92"/>
                <a:gd name="T5" fmla="*/ 54 h 152"/>
                <a:gd name="T6" fmla="*/ 38 w 92"/>
                <a:gd name="T7" fmla="*/ 62 h 152"/>
                <a:gd name="T8" fmla="*/ 37 w 92"/>
                <a:gd name="T9" fmla="*/ 61 h 152"/>
                <a:gd name="T10" fmla="*/ 22 w 92"/>
                <a:gd name="T11" fmla="*/ 65 h 152"/>
                <a:gd name="T12" fmla="*/ 6 w 92"/>
                <a:gd name="T13" fmla="*/ 67 h 152"/>
                <a:gd name="T14" fmla="*/ 4 w 92"/>
                <a:gd name="T15" fmla="*/ 70 h 152"/>
                <a:gd name="T16" fmla="*/ 19 w 92"/>
                <a:gd name="T17" fmla="*/ 72 h 152"/>
                <a:gd name="T18" fmla="*/ 20 w 92"/>
                <a:gd name="T19" fmla="*/ 72 h 152"/>
                <a:gd name="T20" fmla="*/ 24 w 92"/>
                <a:gd name="T21" fmla="*/ 81 h 152"/>
                <a:gd name="T22" fmla="*/ 30 w 92"/>
                <a:gd name="T23" fmla="*/ 92 h 152"/>
                <a:gd name="T24" fmla="*/ 35 w 92"/>
                <a:gd name="T25" fmla="*/ 108 h 152"/>
                <a:gd name="T26" fmla="*/ 36 w 92"/>
                <a:gd name="T27" fmla="*/ 108 h 152"/>
                <a:gd name="T28" fmla="*/ 38 w 92"/>
                <a:gd name="T29" fmla="*/ 116 h 152"/>
                <a:gd name="T30" fmla="*/ 36 w 92"/>
                <a:gd name="T31" fmla="*/ 124 h 152"/>
                <a:gd name="T32" fmla="*/ 36 w 92"/>
                <a:gd name="T33" fmla="*/ 132 h 152"/>
                <a:gd name="T34" fmla="*/ 50 w 92"/>
                <a:gd name="T35" fmla="*/ 140 h 152"/>
                <a:gd name="T36" fmla="*/ 58 w 92"/>
                <a:gd name="T37" fmla="*/ 151 h 152"/>
                <a:gd name="T38" fmla="*/ 62 w 92"/>
                <a:gd name="T39" fmla="*/ 152 h 152"/>
                <a:gd name="T40" fmla="*/ 61 w 92"/>
                <a:gd name="T41" fmla="*/ 139 h 152"/>
                <a:gd name="T42" fmla="*/ 70 w 92"/>
                <a:gd name="T43" fmla="*/ 134 h 152"/>
                <a:gd name="T44" fmla="*/ 71 w 92"/>
                <a:gd name="T45" fmla="*/ 134 h 152"/>
                <a:gd name="T46" fmla="*/ 72 w 92"/>
                <a:gd name="T47" fmla="*/ 134 h 152"/>
                <a:gd name="T48" fmla="*/ 78 w 92"/>
                <a:gd name="T49" fmla="*/ 133 h 152"/>
                <a:gd name="T50" fmla="*/ 79 w 92"/>
                <a:gd name="T51" fmla="*/ 122 h 152"/>
                <a:gd name="T52" fmla="*/ 74 w 92"/>
                <a:gd name="T53" fmla="*/ 116 h 152"/>
                <a:gd name="T54" fmla="*/ 69 w 92"/>
                <a:gd name="T55" fmla="*/ 116 h 152"/>
                <a:gd name="T56" fmla="*/ 66 w 92"/>
                <a:gd name="T57" fmla="*/ 105 h 152"/>
                <a:gd name="T58" fmla="*/ 68 w 92"/>
                <a:gd name="T59" fmla="*/ 84 h 152"/>
                <a:gd name="T60" fmla="*/ 82 w 92"/>
                <a:gd name="T61" fmla="*/ 80 h 152"/>
                <a:gd name="T62" fmla="*/ 92 w 92"/>
                <a:gd name="T63" fmla="*/ 54 h 152"/>
                <a:gd name="T64" fmla="*/ 84 w 92"/>
                <a:gd name="T65" fmla="*/ 48 h 152"/>
                <a:gd name="T66" fmla="*/ 83 w 92"/>
                <a:gd name="T67" fmla="*/ 48 h 152"/>
                <a:gd name="T68" fmla="*/ 76 w 92"/>
                <a:gd name="T69" fmla="*/ 48 h 152"/>
                <a:gd name="T70" fmla="*/ 72 w 92"/>
                <a:gd name="T71" fmla="*/ 42 h 152"/>
                <a:gd name="T72" fmla="*/ 71 w 92"/>
                <a:gd name="T73" fmla="*/ 42 h 152"/>
                <a:gd name="T74" fmla="*/ 73 w 92"/>
                <a:gd name="T75" fmla="*/ 26 h 152"/>
                <a:gd name="T76" fmla="*/ 76 w 92"/>
                <a:gd name="T77" fmla="*/ 18 h 152"/>
                <a:gd name="T78" fmla="*/ 78 w 92"/>
                <a:gd name="T79" fmla="*/ 10 h 152"/>
                <a:gd name="T80" fmla="*/ 64 w 92"/>
                <a:gd name="T8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 h="152">
                  <a:moveTo>
                    <a:pt x="54" y="9"/>
                  </a:moveTo>
                  <a:cubicBezTo>
                    <a:pt x="46" y="29"/>
                    <a:pt x="46" y="29"/>
                    <a:pt x="46" y="29"/>
                  </a:cubicBezTo>
                  <a:cubicBezTo>
                    <a:pt x="46" y="42"/>
                    <a:pt x="46" y="42"/>
                    <a:pt x="46" y="42"/>
                  </a:cubicBezTo>
                  <a:cubicBezTo>
                    <a:pt x="46" y="43"/>
                    <a:pt x="46" y="43"/>
                    <a:pt x="46" y="43"/>
                  </a:cubicBezTo>
                  <a:cubicBezTo>
                    <a:pt x="42" y="50"/>
                    <a:pt x="42" y="50"/>
                    <a:pt x="42" y="50"/>
                  </a:cubicBezTo>
                  <a:cubicBezTo>
                    <a:pt x="42" y="54"/>
                    <a:pt x="42" y="54"/>
                    <a:pt x="42" y="54"/>
                  </a:cubicBezTo>
                  <a:cubicBezTo>
                    <a:pt x="42" y="57"/>
                    <a:pt x="41" y="60"/>
                    <a:pt x="38" y="61"/>
                  </a:cubicBezTo>
                  <a:cubicBezTo>
                    <a:pt x="38" y="62"/>
                    <a:pt x="38" y="62"/>
                    <a:pt x="38" y="62"/>
                  </a:cubicBezTo>
                  <a:cubicBezTo>
                    <a:pt x="37" y="62"/>
                    <a:pt x="37" y="62"/>
                    <a:pt x="37" y="62"/>
                  </a:cubicBezTo>
                  <a:cubicBezTo>
                    <a:pt x="37" y="61"/>
                    <a:pt x="37" y="61"/>
                    <a:pt x="37" y="61"/>
                  </a:cubicBezTo>
                  <a:cubicBezTo>
                    <a:pt x="27" y="60"/>
                    <a:pt x="27" y="60"/>
                    <a:pt x="27" y="60"/>
                  </a:cubicBezTo>
                  <a:cubicBezTo>
                    <a:pt x="22" y="65"/>
                    <a:pt x="22" y="65"/>
                    <a:pt x="22" y="65"/>
                  </a:cubicBezTo>
                  <a:cubicBezTo>
                    <a:pt x="6" y="67"/>
                    <a:pt x="6" y="67"/>
                    <a:pt x="6" y="67"/>
                  </a:cubicBezTo>
                  <a:cubicBezTo>
                    <a:pt x="6" y="67"/>
                    <a:pt x="6" y="67"/>
                    <a:pt x="6" y="67"/>
                  </a:cubicBezTo>
                  <a:cubicBezTo>
                    <a:pt x="0" y="67"/>
                    <a:pt x="0" y="67"/>
                    <a:pt x="0" y="67"/>
                  </a:cubicBezTo>
                  <a:cubicBezTo>
                    <a:pt x="4" y="70"/>
                    <a:pt x="4" y="70"/>
                    <a:pt x="4" y="70"/>
                  </a:cubicBezTo>
                  <a:cubicBezTo>
                    <a:pt x="18" y="72"/>
                    <a:pt x="18" y="72"/>
                    <a:pt x="18" y="72"/>
                  </a:cubicBezTo>
                  <a:cubicBezTo>
                    <a:pt x="19" y="72"/>
                    <a:pt x="19" y="72"/>
                    <a:pt x="19" y="72"/>
                  </a:cubicBezTo>
                  <a:cubicBezTo>
                    <a:pt x="20" y="72"/>
                    <a:pt x="20" y="72"/>
                    <a:pt x="20" y="72"/>
                  </a:cubicBezTo>
                  <a:cubicBezTo>
                    <a:pt x="20" y="72"/>
                    <a:pt x="20" y="72"/>
                    <a:pt x="20" y="72"/>
                  </a:cubicBezTo>
                  <a:cubicBezTo>
                    <a:pt x="20" y="72"/>
                    <a:pt x="20" y="72"/>
                    <a:pt x="20" y="72"/>
                  </a:cubicBezTo>
                  <a:cubicBezTo>
                    <a:pt x="24" y="81"/>
                    <a:pt x="24" y="81"/>
                    <a:pt x="24" y="81"/>
                  </a:cubicBezTo>
                  <a:cubicBezTo>
                    <a:pt x="28" y="84"/>
                    <a:pt x="28" y="84"/>
                    <a:pt x="28" y="84"/>
                  </a:cubicBezTo>
                  <a:cubicBezTo>
                    <a:pt x="29" y="86"/>
                    <a:pt x="30" y="88"/>
                    <a:pt x="30" y="92"/>
                  </a:cubicBezTo>
                  <a:cubicBezTo>
                    <a:pt x="30" y="103"/>
                    <a:pt x="30" y="103"/>
                    <a:pt x="30" y="103"/>
                  </a:cubicBezTo>
                  <a:cubicBezTo>
                    <a:pt x="35" y="108"/>
                    <a:pt x="35" y="108"/>
                    <a:pt x="35" y="108"/>
                  </a:cubicBezTo>
                  <a:cubicBezTo>
                    <a:pt x="36" y="108"/>
                    <a:pt x="36" y="108"/>
                    <a:pt x="36" y="108"/>
                  </a:cubicBezTo>
                  <a:cubicBezTo>
                    <a:pt x="36" y="108"/>
                    <a:pt x="36" y="108"/>
                    <a:pt x="36" y="108"/>
                  </a:cubicBezTo>
                  <a:cubicBezTo>
                    <a:pt x="36" y="108"/>
                    <a:pt x="36" y="108"/>
                    <a:pt x="36" y="108"/>
                  </a:cubicBezTo>
                  <a:cubicBezTo>
                    <a:pt x="38" y="116"/>
                    <a:pt x="38" y="116"/>
                    <a:pt x="38" y="116"/>
                  </a:cubicBezTo>
                  <a:cubicBezTo>
                    <a:pt x="38" y="120"/>
                    <a:pt x="38" y="120"/>
                    <a:pt x="38" y="120"/>
                  </a:cubicBezTo>
                  <a:cubicBezTo>
                    <a:pt x="36" y="124"/>
                    <a:pt x="36" y="124"/>
                    <a:pt x="36" y="124"/>
                  </a:cubicBezTo>
                  <a:cubicBezTo>
                    <a:pt x="35" y="128"/>
                    <a:pt x="35" y="128"/>
                    <a:pt x="35" y="128"/>
                  </a:cubicBezTo>
                  <a:cubicBezTo>
                    <a:pt x="36" y="132"/>
                    <a:pt x="36" y="132"/>
                    <a:pt x="36" y="132"/>
                  </a:cubicBezTo>
                  <a:cubicBezTo>
                    <a:pt x="41" y="135"/>
                    <a:pt x="41" y="135"/>
                    <a:pt x="41" y="135"/>
                  </a:cubicBezTo>
                  <a:cubicBezTo>
                    <a:pt x="46" y="137"/>
                    <a:pt x="49" y="138"/>
                    <a:pt x="50" y="140"/>
                  </a:cubicBezTo>
                  <a:cubicBezTo>
                    <a:pt x="53" y="146"/>
                    <a:pt x="53" y="146"/>
                    <a:pt x="53" y="146"/>
                  </a:cubicBezTo>
                  <a:cubicBezTo>
                    <a:pt x="56" y="148"/>
                    <a:pt x="58" y="150"/>
                    <a:pt x="58" y="151"/>
                  </a:cubicBezTo>
                  <a:cubicBezTo>
                    <a:pt x="62" y="152"/>
                    <a:pt x="62" y="152"/>
                    <a:pt x="62" y="152"/>
                  </a:cubicBezTo>
                  <a:cubicBezTo>
                    <a:pt x="62" y="152"/>
                    <a:pt x="62" y="152"/>
                    <a:pt x="62" y="152"/>
                  </a:cubicBezTo>
                  <a:cubicBezTo>
                    <a:pt x="61" y="144"/>
                    <a:pt x="61" y="144"/>
                    <a:pt x="61" y="144"/>
                  </a:cubicBezTo>
                  <a:cubicBezTo>
                    <a:pt x="60" y="142"/>
                    <a:pt x="60" y="140"/>
                    <a:pt x="61" y="139"/>
                  </a:cubicBezTo>
                  <a:cubicBezTo>
                    <a:pt x="62" y="138"/>
                    <a:pt x="63" y="137"/>
                    <a:pt x="64" y="136"/>
                  </a:cubicBezTo>
                  <a:cubicBezTo>
                    <a:pt x="70" y="134"/>
                    <a:pt x="70" y="134"/>
                    <a:pt x="70" y="134"/>
                  </a:cubicBezTo>
                  <a:cubicBezTo>
                    <a:pt x="70" y="134"/>
                    <a:pt x="70" y="134"/>
                    <a:pt x="70" y="134"/>
                  </a:cubicBezTo>
                  <a:cubicBezTo>
                    <a:pt x="71" y="134"/>
                    <a:pt x="71" y="134"/>
                    <a:pt x="71" y="134"/>
                  </a:cubicBezTo>
                  <a:cubicBezTo>
                    <a:pt x="71" y="134"/>
                    <a:pt x="71" y="134"/>
                    <a:pt x="71" y="134"/>
                  </a:cubicBezTo>
                  <a:cubicBezTo>
                    <a:pt x="72" y="134"/>
                    <a:pt x="72" y="134"/>
                    <a:pt x="72" y="134"/>
                  </a:cubicBezTo>
                  <a:cubicBezTo>
                    <a:pt x="74" y="135"/>
                    <a:pt x="74" y="135"/>
                    <a:pt x="74" y="135"/>
                  </a:cubicBezTo>
                  <a:cubicBezTo>
                    <a:pt x="78" y="133"/>
                    <a:pt x="78" y="133"/>
                    <a:pt x="78" y="133"/>
                  </a:cubicBezTo>
                  <a:cubicBezTo>
                    <a:pt x="78" y="132"/>
                    <a:pt x="78" y="132"/>
                    <a:pt x="78" y="132"/>
                  </a:cubicBezTo>
                  <a:cubicBezTo>
                    <a:pt x="79" y="122"/>
                    <a:pt x="79" y="122"/>
                    <a:pt x="79" y="122"/>
                  </a:cubicBezTo>
                  <a:cubicBezTo>
                    <a:pt x="77" y="118"/>
                    <a:pt x="77" y="118"/>
                    <a:pt x="77" y="118"/>
                  </a:cubicBezTo>
                  <a:cubicBezTo>
                    <a:pt x="74" y="116"/>
                    <a:pt x="74" y="116"/>
                    <a:pt x="74" y="116"/>
                  </a:cubicBezTo>
                  <a:cubicBezTo>
                    <a:pt x="70" y="116"/>
                    <a:pt x="70" y="116"/>
                    <a:pt x="70" y="116"/>
                  </a:cubicBezTo>
                  <a:cubicBezTo>
                    <a:pt x="69" y="116"/>
                    <a:pt x="69" y="116"/>
                    <a:pt x="69" y="116"/>
                  </a:cubicBezTo>
                  <a:cubicBezTo>
                    <a:pt x="68" y="115"/>
                    <a:pt x="68" y="115"/>
                    <a:pt x="68" y="115"/>
                  </a:cubicBezTo>
                  <a:cubicBezTo>
                    <a:pt x="66" y="105"/>
                    <a:pt x="66" y="105"/>
                    <a:pt x="66" y="105"/>
                  </a:cubicBezTo>
                  <a:cubicBezTo>
                    <a:pt x="67" y="84"/>
                    <a:pt x="67" y="84"/>
                    <a:pt x="67" y="84"/>
                  </a:cubicBezTo>
                  <a:cubicBezTo>
                    <a:pt x="68" y="84"/>
                    <a:pt x="68" y="84"/>
                    <a:pt x="68" y="84"/>
                  </a:cubicBezTo>
                  <a:cubicBezTo>
                    <a:pt x="74" y="75"/>
                    <a:pt x="74" y="75"/>
                    <a:pt x="74" y="75"/>
                  </a:cubicBezTo>
                  <a:cubicBezTo>
                    <a:pt x="82" y="80"/>
                    <a:pt x="82" y="80"/>
                    <a:pt x="82" y="80"/>
                  </a:cubicBezTo>
                  <a:cubicBezTo>
                    <a:pt x="88" y="80"/>
                    <a:pt x="88" y="80"/>
                    <a:pt x="88" y="80"/>
                  </a:cubicBezTo>
                  <a:cubicBezTo>
                    <a:pt x="92" y="54"/>
                    <a:pt x="92" y="54"/>
                    <a:pt x="92" y="54"/>
                  </a:cubicBezTo>
                  <a:cubicBezTo>
                    <a:pt x="90" y="51"/>
                    <a:pt x="89" y="49"/>
                    <a:pt x="87" y="48"/>
                  </a:cubicBezTo>
                  <a:cubicBezTo>
                    <a:pt x="84" y="48"/>
                    <a:pt x="84" y="48"/>
                    <a:pt x="84" y="48"/>
                  </a:cubicBezTo>
                  <a:cubicBezTo>
                    <a:pt x="84" y="48"/>
                    <a:pt x="84" y="48"/>
                    <a:pt x="84" y="48"/>
                  </a:cubicBezTo>
                  <a:cubicBezTo>
                    <a:pt x="83" y="48"/>
                    <a:pt x="83" y="48"/>
                    <a:pt x="83" y="48"/>
                  </a:cubicBezTo>
                  <a:cubicBezTo>
                    <a:pt x="77" y="49"/>
                    <a:pt x="77" y="49"/>
                    <a:pt x="77" y="49"/>
                  </a:cubicBezTo>
                  <a:cubicBezTo>
                    <a:pt x="76" y="48"/>
                    <a:pt x="76" y="48"/>
                    <a:pt x="76" y="48"/>
                  </a:cubicBezTo>
                  <a:cubicBezTo>
                    <a:pt x="76" y="48"/>
                    <a:pt x="76" y="48"/>
                    <a:pt x="76" y="48"/>
                  </a:cubicBezTo>
                  <a:cubicBezTo>
                    <a:pt x="72" y="42"/>
                    <a:pt x="72" y="42"/>
                    <a:pt x="72" y="42"/>
                  </a:cubicBezTo>
                  <a:cubicBezTo>
                    <a:pt x="72" y="42"/>
                    <a:pt x="72" y="42"/>
                    <a:pt x="72" y="42"/>
                  </a:cubicBezTo>
                  <a:cubicBezTo>
                    <a:pt x="71" y="42"/>
                    <a:pt x="71" y="42"/>
                    <a:pt x="71" y="42"/>
                  </a:cubicBezTo>
                  <a:cubicBezTo>
                    <a:pt x="71" y="32"/>
                    <a:pt x="71" y="32"/>
                    <a:pt x="71" y="32"/>
                  </a:cubicBezTo>
                  <a:cubicBezTo>
                    <a:pt x="73" y="26"/>
                    <a:pt x="73" y="26"/>
                    <a:pt x="73" y="26"/>
                  </a:cubicBezTo>
                  <a:cubicBezTo>
                    <a:pt x="74" y="24"/>
                    <a:pt x="74" y="24"/>
                    <a:pt x="74" y="24"/>
                  </a:cubicBezTo>
                  <a:cubicBezTo>
                    <a:pt x="74" y="22"/>
                    <a:pt x="75" y="20"/>
                    <a:pt x="76" y="18"/>
                  </a:cubicBezTo>
                  <a:cubicBezTo>
                    <a:pt x="78" y="16"/>
                    <a:pt x="78" y="16"/>
                    <a:pt x="78" y="16"/>
                  </a:cubicBezTo>
                  <a:cubicBezTo>
                    <a:pt x="78" y="10"/>
                    <a:pt x="78" y="10"/>
                    <a:pt x="78" y="10"/>
                  </a:cubicBezTo>
                  <a:cubicBezTo>
                    <a:pt x="72" y="4"/>
                    <a:pt x="72" y="4"/>
                    <a:pt x="72" y="4"/>
                  </a:cubicBezTo>
                  <a:cubicBezTo>
                    <a:pt x="64" y="0"/>
                    <a:pt x="64" y="0"/>
                    <a:pt x="64" y="0"/>
                  </a:cubicBezTo>
                  <a:lnTo>
                    <a:pt x="54" y="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8"/>
            <p:cNvSpPr>
              <a:spLocks/>
            </p:cNvSpPr>
            <p:nvPr/>
          </p:nvSpPr>
          <p:spPr bwMode="auto">
            <a:xfrm>
              <a:off x="401638" y="1595090"/>
              <a:ext cx="2449513" cy="1852613"/>
            </a:xfrm>
            <a:custGeom>
              <a:avLst/>
              <a:gdLst>
                <a:gd name="T0" fmla="*/ 639 w 652"/>
                <a:gd name="T1" fmla="*/ 228 h 493"/>
                <a:gd name="T2" fmla="*/ 612 w 652"/>
                <a:gd name="T3" fmla="*/ 204 h 493"/>
                <a:gd name="T4" fmla="*/ 596 w 652"/>
                <a:gd name="T5" fmla="*/ 184 h 493"/>
                <a:gd name="T6" fmla="*/ 520 w 652"/>
                <a:gd name="T7" fmla="*/ 166 h 493"/>
                <a:gd name="T8" fmla="*/ 524 w 652"/>
                <a:gd name="T9" fmla="*/ 90 h 493"/>
                <a:gd name="T10" fmla="*/ 470 w 652"/>
                <a:gd name="T11" fmla="*/ 25 h 493"/>
                <a:gd name="T12" fmla="*/ 443 w 652"/>
                <a:gd name="T13" fmla="*/ 7 h 493"/>
                <a:gd name="T14" fmla="*/ 401 w 652"/>
                <a:gd name="T15" fmla="*/ 61 h 493"/>
                <a:gd name="T16" fmla="*/ 309 w 652"/>
                <a:gd name="T17" fmla="*/ 112 h 493"/>
                <a:gd name="T18" fmla="*/ 291 w 652"/>
                <a:gd name="T19" fmla="*/ 115 h 493"/>
                <a:gd name="T20" fmla="*/ 237 w 652"/>
                <a:gd name="T21" fmla="*/ 110 h 493"/>
                <a:gd name="T22" fmla="*/ 245 w 652"/>
                <a:gd name="T23" fmla="*/ 168 h 493"/>
                <a:gd name="T24" fmla="*/ 234 w 652"/>
                <a:gd name="T25" fmla="*/ 198 h 493"/>
                <a:gd name="T26" fmla="*/ 226 w 652"/>
                <a:gd name="T27" fmla="*/ 196 h 493"/>
                <a:gd name="T28" fmla="*/ 202 w 652"/>
                <a:gd name="T29" fmla="*/ 224 h 493"/>
                <a:gd name="T30" fmla="*/ 165 w 652"/>
                <a:gd name="T31" fmla="*/ 234 h 493"/>
                <a:gd name="T32" fmla="*/ 92 w 652"/>
                <a:gd name="T33" fmla="*/ 253 h 493"/>
                <a:gd name="T34" fmla="*/ 53 w 652"/>
                <a:gd name="T35" fmla="*/ 247 h 493"/>
                <a:gd name="T36" fmla="*/ 33 w 652"/>
                <a:gd name="T37" fmla="*/ 240 h 493"/>
                <a:gd name="T38" fmla="*/ 5 w 652"/>
                <a:gd name="T39" fmla="*/ 284 h 493"/>
                <a:gd name="T40" fmla="*/ 27 w 652"/>
                <a:gd name="T41" fmla="*/ 303 h 493"/>
                <a:gd name="T42" fmla="*/ 21 w 652"/>
                <a:gd name="T43" fmla="*/ 356 h 493"/>
                <a:gd name="T44" fmla="*/ 21 w 652"/>
                <a:gd name="T45" fmla="*/ 367 h 493"/>
                <a:gd name="T46" fmla="*/ 60 w 652"/>
                <a:gd name="T47" fmla="*/ 417 h 493"/>
                <a:gd name="T48" fmla="*/ 85 w 652"/>
                <a:gd name="T49" fmla="*/ 443 h 493"/>
                <a:gd name="T50" fmla="*/ 105 w 652"/>
                <a:gd name="T51" fmla="*/ 490 h 493"/>
                <a:gd name="T52" fmla="*/ 130 w 652"/>
                <a:gd name="T53" fmla="*/ 493 h 493"/>
                <a:gd name="T54" fmla="*/ 145 w 652"/>
                <a:gd name="T55" fmla="*/ 466 h 493"/>
                <a:gd name="T56" fmla="*/ 165 w 652"/>
                <a:gd name="T57" fmla="*/ 468 h 493"/>
                <a:gd name="T58" fmla="*/ 230 w 652"/>
                <a:gd name="T59" fmla="*/ 465 h 493"/>
                <a:gd name="T60" fmla="*/ 251 w 652"/>
                <a:gd name="T61" fmla="*/ 480 h 493"/>
                <a:gd name="T62" fmla="*/ 285 w 652"/>
                <a:gd name="T63" fmla="*/ 480 h 493"/>
                <a:gd name="T64" fmla="*/ 360 w 652"/>
                <a:gd name="T65" fmla="*/ 470 h 493"/>
                <a:gd name="T66" fmla="*/ 413 w 652"/>
                <a:gd name="T67" fmla="*/ 472 h 493"/>
                <a:gd name="T68" fmla="*/ 446 w 652"/>
                <a:gd name="T69" fmla="*/ 484 h 493"/>
                <a:gd name="T70" fmla="*/ 473 w 652"/>
                <a:gd name="T71" fmla="*/ 491 h 493"/>
                <a:gd name="T72" fmla="*/ 469 w 652"/>
                <a:gd name="T73" fmla="*/ 470 h 493"/>
                <a:gd name="T74" fmla="*/ 477 w 652"/>
                <a:gd name="T75" fmla="*/ 460 h 493"/>
                <a:gd name="T76" fmla="*/ 479 w 652"/>
                <a:gd name="T77" fmla="*/ 446 h 493"/>
                <a:gd name="T78" fmla="*/ 461 w 652"/>
                <a:gd name="T79" fmla="*/ 428 h 493"/>
                <a:gd name="T80" fmla="*/ 462 w 652"/>
                <a:gd name="T81" fmla="*/ 414 h 493"/>
                <a:gd name="T82" fmla="*/ 494 w 652"/>
                <a:gd name="T83" fmla="*/ 396 h 493"/>
                <a:gd name="T84" fmla="*/ 527 w 652"/>
                <a:gd name="T85" fmla="*/ 390 h 493"/>
                <a:gd name="T86" fmla="*/ 544 w 652"/>
                <a:gd name="T87" fmla="*/ 375 h 493"/>
                <a:gd name="T88" fmla="*/ 545 w 652"/>
                <a:gd name="T89" fmla="*/ 367 h 493"/>
                <a:gd name="T90" fmla="*/ 547 w 652"/>
                <a:gd name="T91" fmla="*/ 343 h 493"/>
                <a:gd name="T92" fmla="*/ 585 w 652"/>
                <a:gd name="T93" fmla="*/ 314 h 493"/>
                <a:gd name="T94" fmla="*/ 603 w 652"/>
                <a:gd name="T95" fmla="*/ 302 h 493"/>
                <a:gd name="T96" fmla="*/ 635 w 652"/>
                <a:gd name="T97" fmla="*/ 294 h 493"/>
                <a:gd name="T98" fmla="*/ 648 w 652"/>
                <a:gd name="T99" fmla="*/ 281 h 493"/>
                <a:gd name="T100" fmla="*/ 651 w 652"/>
                <a:gd name="T101" fmla="*/ 266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2" h="493">
                  <a:moveTo>
                    <a:pt x="651" y="265"/>
                  </a:moveTo>
                  <a:cubicBezTo>
                    <a:pt x="652" y="265"/>
                    <a:pt x="652" y="265"/>
                    <a:pt x="652" y="265"/>
                  </a:cubicBezTo>
                  <a:cubicBezTo>
                    <a:pt x="652" y="265"/>
                    <a:pt x="652" y="265"/>
                    <a:pt x="652" y="265"/>
                  </a:cubicBezTo>
                  <a:cubicBezTo>
                    <a:pt x="652" y="264"/>
                    <a:pt x="652" y="264"/>
                    <a:pt x="652" y="264"/>
                  </a:cubicBezTo>
                  <a:cubicBezTo>
                    <a:pt x="639" y="228"/>
                    <a:pt x="639" y="228"/>
                    <a:pt x="639" y="228"/>
                  </a:cubicBezTo>
                  <a:cubicBezTo>
                    <a:pt x="631" y="222"/>
                    <a:pt x="631" y="222"/>
                    <a:pt x="631" y="222"/>
                  </a:cubicBezTo>
                  <a:cubicBezTo>
                    <a:pt x="631" y="221"/>
                    <a:pt x="631" y="221"/>
                    <a:pt x="631" y="221"/>
                  </a:cubicBezTo>
                  <a:cubicBezTo>
                    <a:pt x="629" y="206"/>
                    <a:pt x="629" y="206"/>
                    <a:pt x="629" y="206"/>
                  </a:cubicBezTo>
                  <a:cubicBezTo>
                    <a:pt x="613" y="204"/>
                    <a:pt x="613" y="204"/>
                    <a:pt x="613" y="204"/>
                  </a:cubicBezTo>
                  <a:cubicBezTo>
                    <a:pt x="612" y="204"/>
                    <a:pt x="612" y="204"/>
                    <a:pt x="612" y="204"/>
                  </a:cubicBezTo>
                  <a:cubicBezTo>
                    <a:pt x="611" y="204"/>
                    <a:pt x="611" y="204"/>
                    <a:pt x="611" y="204"/>
                  </a:cubicBezTo>
                  <a:cubicBezTo>
                    <a:pt x="611" y="203"/>
                    <a:pt x="611" y="203"/>
                    <a:pt x="611" y="203"/>
                  </a:cubicBezTo>
                  <a:cubicBezTo>
                    <a:pt x="611" y="202"/>
                    <a:pt x="611" y="202"/>
                    <a:pt x="611" y="202"/>
                  </a:cubicBezTo>
                  <a:cubicBezTo>
                    <a:pt x="611" y="202"/>
                    <a:pt x="611" y="202"/>
                    <a:pt x="611" y="202"/>
                  </a:cubicBezTo>
                  <a:cubicBezTo>
                    <a:pt x="609" y="196"/>
                    <a:pt x="604" y="190"/>
                    <a:pt x="596" y="184"/>
                  </a:cubicBezTo>
                  <a:cubicBezTo>
                    <a:pt x="591" y="180"/>
                    <a:pt x="587" y="178"/>
                    <a:pt x="583" y="177"/>
                  </a:cubicBezTo>
                  <a:cubicBezTo>
                    <a:pt x="581" y="176"/>
                    <a:pt x="578" y="174"/>
                    <a:pt x="576" y="173"/>
                  </a:cubicBezTo>
                  <a:cubicBezTo>
                    <a:pt x="571" y="169"/>
                    <a:pt x="553" y="166"/>
                    <a:pt x="521" y="166"/>
                  </a:cubicBezTo>
                  <a:cubicBezTo>
                    <a:pt x="520" y="166"/>
                    <a:pt x="520" y="166"/>
                    <a:pt x="520" y="166"/>
                  </a:cubicBezTo>
                  <a:cubicBezTo>
                    <a:pt x="520" y="166"/>
                    <a:pt x="520" y="166"/>
                    <a:pt x="520" y="166"/>
                  </a:cubicBezTo>
                  <a:cubicBezTo>
                    <a:pt x="516" y="160"/>
                    <a:pt x="516" y="160"/>
                    <a:pt x="516" y="160"/>
                  </a:cubicBezTo>
                  <a:cubicBezTo>
                    <a:pt x="515" y="156"/>
                    <a:pt x="513" y="153"/>
                    <a:pt x="513" y="150"/>
                  </a:cubicBezTo>
                  <a:cubicBezTo>
                    <a:pt x="513" y="145"/>
                    <a:pt x="518" y="131"/>
                    <a:pt x="529" y="107"/>
                  </a:cubicBezTo>
                  <a:cubicBezTo>
                    <a:pt x="524" y="90"/>
                    <a:pt x="524" y="90"/>
                    <a:pt x="524" y="90"/>
                  </a:cubicBezTo>
                  <a:cubicBezTo>
                    <a:pt x="524" y="90"/>
                    <a:pt x="524" y="90"/>
                    <a:pt x="524" y="90"/>
                  </a:cubicBezTo>
                  <a:cubicBezTo>
                    <a:pt x="518" y="62"/>
                    <a:pt x="518" y="62"/>
                    <a:pt x="518" y="62"/>
                  </a:cubicBezTo>
                  <a:cubicBezTo>
                    <a:pt x="517" y="58"/>
                    <a:pt x="510" y="54"/>
                    <a:pt x="498" y="50"/>
                  </a:cubicBezTo>
                  <a:cubicBezTo>
                    <a:pt x="496" y="50"/>
                    <a:pt x="493" y="49"/>
                    <a:pt x="491" y="47"/>
                  </a:cubicBezTo>
                  <a:cubicBezTo>
                    <a:pt x="487" y="45"/>
                    <a:pt x="483" y="42"/>
                    <a:pt x="482" y="37"/>
                  </a:cubicBezTo>
                  <a:cubicBezTo>
                    <a:pt x="479" y="32"/>
                    <a:pt x="475" y="28"/>
                    <a:pt x="470" y="25"/>
                  </a:cubicBezTo>
                  <a:cubicBezTo>
                    <a:pt x="469" y="25"/>
                    <a:pt x="469" y="25"/>
                    <a:pt x="469" y="25"/>
                  </a:cubicBezTo>
                  <a:cubicBezTo>
                    <a:pt x="469" y="24"/>
                    <a:pt x="469" y="24"/>
                    <a:pt x="469" y="24"/>
                  </a:cubicBezTo>
                  <a:cubicBezTo>
                    <a:pt x="464" y="0"/>
                    <a:pt x="464" y="0"/>
                    <a:pt x="464" y="0"/>
                  </a:cubicBezTo>
                  <a:cubicBezTo>
                    <a:pt x="445" y="2"/>
                    <a:pt x="445" y="2"/>
                    <a:pt x="445" y="2"/>
                  </a:cubicBezTo>
                  <a:cubicBezTo>
                    <a:pt x="443" y="7"/>
                    <a:pt x="443" y="7"/>
                    <a:pt x="443" y="7"/>
                  </a:cubicBezTo>
                  <a:cubicBezTo>
                    <a:pt x="441" y="15"/>
                    <a:pt x="438" y="19"/>
                    <a:pt x="435" y="19"/>
                  </a:cubicBezTo>
                  <a:cubicBezTo>
                    <a:pt x="423" y="23"/>
                    <a:pt x="423" y="23"/>
                    <a:pt x="423" y="23"/>
                  </a:cubicBezTo>
                  <a:cubicBezTo>
                    <a:pt x="415" y="26"/>
                    <a:pt x="411" y="29"/>
                    <a:pt x="408" y="33"/>
                  </a:cubicBezTo>
                  <a:cubicBezTo>
                    <a:pt x="407" y="34"/>
                    <a:pt x="406" y="39"/>
                    <a:pt x="405" y="46"/>
                  </a:cubicBezTo>
                  <a:cubicBezTo>
                    <a:pt x="404" y="53"/>
                    <a:pt x="403" y="58"/>
                    <a:pt x="401" y="61"/>
                  </a:cubicBezTo>
                  <a:cubicBezTo>
                    <a:pt x="399" y="66"/>
                    <a:pt x="395" y="70"/>
                    <a:pt x="389" y="72"/>
                  </a:cubicBezTo>
                  <a:cubicBezTo>
                    <a:pt x="379" y="76"/>
                    <a:pt x="361" y="70"/>
                    <a:pt x="337" y="52"/>
                  </a:cubicBezTo>
                  <a:cubicBezTo>
                    <a:pt x="304" y="94"/>
                    <a:pt x="304" y="94"/>
                    <a:pt x="304" y="94"/>
                  </a:cubicBezTo>
                  <a:cubicBezTo>
                    <a:pt x="308" y="112"/>
                    <a:pt x="308" y="112"/>
                    <a:pt x="308" y="112"/>
                  </a:cubicBezTo>
                  <a:cubicBezTo>
                    <a:pt x="309" y="112"/>
                    <a:pt x="309" y="112"/>
                    <a:pt x="309" y="112"/>
                  </a:cubicBezTo>
                  <a:cubicBezTo>
                    <a:pt x="309" y="112"/>
                    <a:pt x="309" y="112"/>
                    <a:pt x="309" y="112"/>
                  </a:cubicBezTo>
                  <a:cubicBezTo>
                    <a:pt x="308" y="113"/>
                    <a:pt x="308" y="113"/>
                    <a:pt x="308" y="113"/>
                  </a:cubicBezTo>
                  <a:cubicBezTo>
                    <a:pt x="308" y="113"/>
                    <a:pt x="308" y="113"/>
                    <a:pt x="308" y="113"/>
                  </a:cubicBezTo>
                  <a:cubicBezTo>
                    <a:pt x="307" y="116"/>
                    <a:pt x="304" y="117"/>
                    <a:pt x="301" y="118"/>
                  </a:cubicBezTo>
                  <a:cubicBezTo>
                    <a:pt x="298" y="118"/>
                    <a:pt x="295" y="117"/>
                    <a:pt x="291" y="115"/>
                  </a:cubicBezTo>
                  <a:cubicBezTo>
                    <a:pt x="288" y="112"/>
                    <a:pt x="279" y="110"/>
                    <a:pt x="264" y="110"/>
                  </a:cubicBezTo>
                  <a:cubicBezTo>
                    <a:pt x="257" y="109"/>
                    <a:pt x="257" y="109"/>
                    <a:pt x="257" y="109"/>
                  </a:cubicBezTo>
                  <a:cubicBezTo>
                    <a:pt x="257" y="109"/>
                    <a:pt x="257" y="109"/>
                    <a:pt x="257" y="109"/>
                  </a:cubicBezTo>
                  <a:cubicBezTo>
                    <a:pt x="247" y="108"/>
                    <a:pt x="247" y="108"/>
                    <a:pt x="247" y="108"/>
                  </a:cubicBezTo>
                  <a:cubicBezTo>
                    <a:pt x="237" y="110"/>
                    <a:pt x="237" y="110"/>
                    <a:pt x="237" y="110"/>
                  </a:cubicBezTo>
                  <a:cubicBezTo>
                    <a:pt x="241" y="117"/>
                    <a:pt x="241" y="117"/>
                    <a:pt x="241" y="117"/>
                  </a:cubicBezTo>
                  <a:cubicBezTo>
                    <a:pt x="245" y="122"/>
                    <a:pt x="247" y="126"/>
                    <a:pt x="247" y="128"/>
                  </a:cubicBezTo>
                  <a:cubicBezTo>
                    <a:pt x="242" y="154"/>
                    <a:pt x="242" y="154"/>
                    <a:pt x="242" y="154"/>
                  </a:cubicBezTo>
                  <a:cubicBezTo>
                    <a:pt x="244" y="168"/>
                    <a:pt x="244" y="168"/>
                    <a:pt x="244" y="168"/>
                  </a:cubicBezTo>
                  <a:cubicBezTo>
                    <a:pt x="245" y="168"/>
                    <a:pt x="245" y="168"/>
                    <a:pt x="245" y="168"/>
                  </a:cubicBezTo>
                  <a:cubicBezTo>
                    <a:pt x="245" y="168"/>
                    <a:pt x="245" y="168"/>
                    <a:pt x="245" y="168"/>
                  </a:cubicBezTo>
                  <a:cubicBezTo>
                    <a:pt x="244" y="168"/>
                    <a:pt x="244" y="168"/>
                    <a:pt x="244" y="168"/>
                  </a:cubicBezTo>
                  <a:cubicBezTo>
                    <a:pt x="244" y="168"/>
                    <a:pt x="244" y="168"/>
                    <a:pt x="244" y="168"/>
                  </a:cubicBezTo>
                  <a:cubicBezTo>
                    <a:pt x="236" y="194"/>
                    <a:pt x="236" y="194"/>
                    <a:pt x="236" y="194"/>
                  </a:cubicBezTo>
                  <a:cubicBezTo>
                    <a:pt x="236" y="197"/>
                    <a:pt x="235" y="198"/>
                    <a:pt x="234" y="198"/>
                  </a:cubicBezTo>
                  <a:cubicBezTo>
                    <a:pt x="233" y="198"/>
                    <a:pt x="233" y="198"/>
                    <a:pt x="233" y="198"/>
                  </a:cubicBezTo>
                  <a:cubicBezTo>
                    <a:pt x="233" y="197"/>
                    <a:pt x="233" y="197"/>
                    <a:pt x="233" y="197"/>
                  </a:cubicBezTo>
                  <a:cubicBezTo>
                    <a:pt x="232" y="195"/>
                    <a:pt x="232" y="195"/>
                    <a:pt x="232" y="195"/>
                  </a:cubicBezTo>
                  <a:cubicBezTo>
                    <a:pt x="231" y="192"/>
                    <a:pt x="230" y="190"/>
                    <a:pt x="229" y="191"/>
                  </a:cubicBezTo>
                  <a:cubicBezTo>
                    <a:pt x="228" y="191"/>
                    <a:pt x="227" y="193"/>
                    <a:pt x="226" y="196"/>
                  </a:cubicBezTo>
                  <a:cubicBezTo>
                    <a:pt x="225" y="204"/>
                    <a:pt x="220" y="210"/>
                    <a:pt x="213" y="216"/>
                  </a:cubicBezTo>
                  <a:cubicBezTo>
                    <a:pt x="206" y="222"/>
                    <a:pt x="206" y="222"/>
                    <a:pt x="206" y="222"/>
                  </a:cubicBezTo>
                  <a:cubicBezTo>
                    <a:pt x="203" y="224"/>
                    <a:pt x="203" y="224"/>
                    <a:pt x="203" y="224"/>
                  </a:cubicBezTo>
                  <a:cubicBezTo>
                    <a:pt x="203" y="224"/>
                    <a:pt x="203" y="224"/>
                    <a:pt x="203" y="224"/>
                  </a:cubicBezTo>
                  <a:cubicBezTo>
                    <a:pt x="202" y="224"/>
                    <a:pt x="202" y="224"/>
                    <a:pt x="202" y="224"/>
                  </a:cubicBezTo>
                  <a:cubicBezTo>
                    <a:pt x="176" y="224"/>
                    <a:pt x="176" y="224"/>
                    <a:pt x="176" y="224"/>
                  </a:cubicBezTo>
                  <a:cubicBezTo>
                    <a:pt x="166" y="234"/>
                    <a:pt x="166" y="234"/>
                    <a:pt x="166" y="234"/>
                  </a:cubicBezTo>
                  <a:cubicBezTo>
                    <a:pt x="166" y="234"/>
                    <a:pt x="166" y="234"/>
                    <a:pt x="166" y="234"/>
                  </a:cubicBezTo>
                  <a:cubicBezTo>
                    <a:pt x="165" y="234"/>
                    <a:pt x="165" y="234"/>
                    <a:pt x="165" y="234"/>
                  </a:cubicBezTo>
                  <a:cubicBezTo>
                    <a:pt x="165" y="234"/>
                    <a:pt x="165" y="234"/>
                    <a:pt x="165" y="234"/>
                  </a:cubicBezTo>
                  <a:cubicBezTo>
                    <a:pt x="137" y="230"/>
                    <a:pt x="137" y="230"/>
                    <a:pt x="137" y="230"/>
                  </a:cubicBezTo>
                  <a:cubicBezTo>
                    <a:pt x="133" y="234"/>
                    <a:pt x="128" y="236"/>
                    <a:pt x="124" y="235"/>
                  </a:cubicBezTo>
                  <a:cubicBezTo>
                    <a:pt x="120" y="234"/>
                    <a:pt x="113" y="236"/>
                    <a:pt x="103" y="239"/>
                  </a:cubicBezTo>
                  <a:cubicBezTo>
                    <a:pt x="92" y="252"/>
                    <a:pt x="92" y="252"/>
                    <a:pt x="92" y="252"/>
                  </a:cubicBezTo>
                  <a:cubicBezTo>
                    <a:pt x="92" y="253"/>
                    <a:pt x="92" y="253"/>
                    <a:pt x="92" y="253"/>
                  </a:cubicBezTo>
                  <a:cubicBezTo>
                    <a:pt x="74" y="254"/>
                    <a:pt x="74" y="254"/>
                    <a:pt x="74" y="254"/>
                  </a:cubicBezTo>
                  <a:cubicBezTo>
                    <a:pt x="74" y="239"/>
                    <a:pt x="74" y="239"/>
                    <a:pt x="74" y="239"/>
                  </a:cubicBezTo>
                  <a:cubicBezTo>
                    <a:pt x="63" y="239"/>
                    <a:pt x="63" y="239"/>
                    <a:pt x="63" y="239"/>
                  </a:cubicBezTo>
                  <a:cubicBezTo>
                    <a:pt x="61" y="245"/>
                    <a:pt x="61" y="245"/>
                    <a:pt x="61" y="245"/>
                  </a:cubicBezTo>
                  <a:cubicBezTo>
                    <a:pt x="53" y="247"/>
                    <a:pt x="53" y="247"/>
                    <a:pt x="53" y="247"/>
                  </a:cubicBezTo>
                  <a:cubicBezTo>
                    <a:pt x="52" y="247"/>
                    <a:pt x="52" y="247"/>
                    <a:pt x="52" y="247"/>
                  </a:cubicBezTo>
                  <a:cubicBezTo>
                    <a:pt x="52" y="247"/>
                    <a:pt x="52" y="247"/>
                    <a:pt x="52" y="247"/>
                  </a:cubicBezTo>
                  <a:cubicBezTo>
                    <a:pt x="51" y="247"/>
                    <a:pt x="51" y="247"/>
                    <a:pt x="51" y="247"/>
                  </a:cubicBezTo>
                  <a:cubicBezTo>
                    <a:pt x="51" y="247"/>
                    <a:pt x="51" y="247"/>
                    <a:pt x="51" y="247"/>
                  </a:cubicBezTo>
                  <a:cubicBezTo>
                    <a:pt x="46" y="244"/>
                    <a:pt x="39" y="241"/>
                    <a:pt x="33" y="240"/>
                  </a:cubicBezTo>
                  <a:cubicBezTo>
                    <a:pt x="29" y="240"/>
                    <a:pt x="25" y="242"/>
                    <a:pt x="19" y="248"/>
                  </a:cubicBezTo>
                  <a:cubicBezTo>
                    <a:pt x="12" y="254"/>
                    <a:pt x="7" y="259"/>
                    <a:pt x="5" y="264"/>
                  </a:cubicBezTo>
                  <a:cubicBezTo>
                    <a:pt x="6" y="264"/>
                    <a:pt x="7" y="266"/>
                    <a:pt x="7" y="268"/>
                  </a:cubicBezTo>
                  <a:cubicBezTo>
                    <a:pt x="7" y="271"/>
                    <a:pt x="8" y="274"/>
                    <a:pt x="8" y="277"/>
                  </a:cubicBezTo>
                  <a:cubicBezTo>
                    <a:pt x="7" y="280"/>
                    <a:pt x="6" y="282"/>
                    <a:pt x="5" y="284"/>
                  </a:cubicBezTo>
                  <a:cubicBezTo>
                    <a:pt x="3" y="285"/>
                    <a:pt x="1" y="288"/>
                    <a:pt x="0" y="295"/>
                  </a:cubicBezTo>
                  <a:cubicBezTo>
                    <a:pt x="7" y="299"/>
                    <a:pt x="7" y="299"/>
                    <a:pt x="7" y="299"/>
                  </a:cubicBezTo>
                  <a:cubicBezTo>
                    <a:pt x="15" y="290"/>
                    <a:pt x="15" y="290"/>
                    <a:pt x="15" y="290"/>
                  </a:cubicBezTo>
                  <a:cubicBezTo>
                    <a:pt x="27" y="302"/>
                    <a:pt x="27" y="302"/>
                    <a:pt x="27" y="302"/>
                  </a:cubicBezTo>
                  <a:cubicBezTo>
                    <a:pt x="27" y="303"/>
                    <a:pt x="27" y="303"/>
                    <a:pt x="27" y="303"/>
                  </a:cubicBezTo>
                  <a:cubicBezTo>
                    <a:pt x="29" y="325"/>
                    <a:pt x="29" y="325"/>
                    <a:pt x="29" y="325"/>
                  </a:cubicBezTo>
                  <a:cubicBezTo>
                    <a:pt x="29" y="326"/>
                    <a:pt x="29" y="326"/>
                    <a:pt x="29" y="326"/>
                  </a:cubicBezTo>
                  <a:cubicBezTo>
                    <a:pt x="29" y="326"/>
                    <a:pt x="29" y="326"/>
                    <a:pt x="29" y="326"/>
                  </a:cubicBezTo>
                  <a:cubicBezTo>
                    <a:pt x="22" y="356"/>
                    <a:pt x="22" y="356"/>
                    <a:pt x="22" y="356"/>
                  </a:cubicBezTo>
                  <a:cubicBezTo>
                    <a:pt x="21" y="356"/>
                    <a:pt x="21" y="356"/>
                    <a:pt x="21" y="356"/>
                  </a:cubicBezTo>
                  <a:cubicBezTo>
                    <a:pt x="11" y="356"/>
                    <a:pt x="5" y="356"/>
                    <a:pt x="3" y="358"/>
                  </a:cubicBezTo>
                  <a:cubicBezTo>
                    <a:pt x="3" y="360"/>
                    <a:pt x="7" y="363"/>
                    <a:pt x="14" y="368"/>
                  </a:cubicBezTo>
                  <a:cubicBezTo>
                    <a:pt x="20" y="367"/>
                    <a:pt x="20" y="367"/>
                    <a:pt x="20" y="367"/>
                  </a:cubicBezTo>
                  <a:cubicBezTo>
                    <a:pt x="21" y="367"/>
                    <a:pt x="21" y="367"/>
                    <a:pt x="21" y="367"/>
                  </a:cubicBezTo>
                  <a:cubicBezTo>
                    <a:pt x="21" y="367"/>
                    <a:pt x="21" y="367"/>
                    <a:pt x="21" y="367"/>
                  </a:cubicBezTo>
                  <a:cubicBezTo>
                    <a:pt x="35" y="380"/>
                    <a:pt x="35" y="380"/>
                    <a:pt x="35" y="380"/>
                  </a:cubicBezTo>
                  <a:cubicBezTo>
                    <a:pt x="40" y="384"/>
                    <a:pt x="39" y="392"/>
                    <a:pt x="33" y="403"/>
                  </a:cubicBezTo>
                  <a:cubicBezTo>
                    <a:pt x="35" y="416"/>
                    <a:pt x="35" y="416"/>
                    <a:pt x="35" y="416"/>
                  </a:cubicBezTo>
                  <a:cubicBezTo>
                    <a:pt x="40" y="417"/>
                    <a:pt x="40" y="417"/>
                    <a:pt x="40" y="417"/>
                  </a:cubicBezTo>
                  <a:cubicBezTo>
                    <a:pt x="60" y="417"/>
                    <a:pt x="60" y="417"/>
                    <a:pt x="60" y="417"/>
                  </a:cubicBezTo>
                  <a:cubicBezTo>
                    <a:pt x="50" y="426"/>
                    <a:pt x="50" y="426"/>
                    <a:pt x="50" y="426"/>
                  </a:cubicBezTo>
                  <a:cubicBezTo>
                    <a:pt x="56" y="430"/>
                    <a:pt x="56" y="430"/>
                    <a:pt x="56" y="430"/>
                  </a:cubicBezTo>
                  <a:cubicBezTo>
                    <a:pt x="56" y="430"/>
                    <a:pt x="56" y="430"/>
                    <a:pt x="56" y="430"/>
                  </a:cubicBezTo>
                  <a:cubicBezTo>
                    <a:pt x="64" y="434"/>
                    <a:pt x="64" y="434"/>
                    <a:pt x="64" y="434"/>
                  </a:cubicBezTo>
                  <a:cubicBezTo>
                    <a:pt x="85" y="443"/>
                    <a:pt x="85" y="443"/>
                    <a:pt x="85" y="443"/>
                  </a:cubicBezTo>
                  <a:cubicBezTo>
                    <a:pt x="86" y="444"/>
                    <a:pt x="86" y="444"/>
                    <a:pt x="86" y="444"/>
                  </a:cubicBezTo>
                  <a:cubicBezTo>
                    <a:pt x="87" y="444"/>
                    <a:pt x="87" y="444"/>
                    <a:pt x="87" y="444"/>
                  </a:cubicBezTo>
                  <a:cubicBezTo>
                    <a:pt x="89" y="476"/>
                    <a:pt x="89" y="476"/>
                    <a:pt x="89" y="476"/>
                  </a:cubicBezTo>
                  <a:cubicBezTo>
                    <a:pt x="89" y="483"/>
                    <a:pt x="94" y="488"/>
                    <a:pt x="103" y="491"/>
                  </a:cubicBezTo>
                  <a:cubicBezTo>
                    <a:pt x="105" y="490"/>
                    <a:pt x="105" y="490"/>
                    <a:pt x="105" y="490"/>
                  </a:cubicBezTo>
                  <a:cubicBezTo>
                    <a:pt x="105" y="490"/>
                    <a:pt x="105" y="490"/>
                    <a:pt x="105" y="490"/>
                  </a:cubicBezTo>
                  <a:cubicBezTo>
                    <a:pt x="106" y="490"/>
                    <a:pt x="106" y="490"/>
                    <a:pt x="106" y="490"/>
                  </a:cubicBezTo>
                  <a:cubicBezTo>
                    <a:pt x="128" y="493"/>
                    <a:pt x="128" y="493"/>
                    <a:pt x="128" y="493"/>
                  </a:cubicBezTo>
                  <a:cubicBezTo>
                    <a:pt x="130" y="493"/>
                    <a:pt x="130" y="493"/>
                    <a:pt x="130" y="493"/>
                  </a:cubicBezTo>
                  <a:cubicBezTo>
                    <a:pt x="130" y="493"/>
                    <a:pt x="130" y="493"/>
                    <a:pt x="130" y="493"/>
                  </a:cubicBezTo>
                  <a:cubicBezTo>
                    <a:pt x="130" y="492"/>
                    <a:pt x="130" y="492"/>
                    <a:pt x="130" y="492"/>
                  </a:cubicBezTo>
                  <a:cubicBezTo>
                    <a:pt x="133" y="488"/>
                    <a:pt x="134" y="484"/>
                    <a:pt x="134" y="484"/>
                  </a:cubicBezTo>
                  <a:cubicBezTo>
                    <a:pt x="134" y="483"/>
                    <a:pt x="134" y="483"/>
                    <a:pt x="134" y="483"/>
                  </a:cubicBezTo>
                  <a:cubicBezTo>
                    <a:pt x="134" y="479"/>
                    <a:pt x="135" y="476"/>
                    <a:pt x="139" y="474"/>
                  </a:cubicBezTo>
                  <a:cubicBezTo>
                    <a:pt x="142" y="471"/>
                    <a:pt x="144" y="469"/>
                    <a:pt x="145" y="466"/>
                  </a:cubicBezTo>
                  <a:cubicBezTo>
                    <a:pt x="145" y="466"/>
                    <a:pt x="145" y="466"/>
                    <a:pt x="145" y="466"/>
                  </a:cubicBezTo>
                  <a:cubicBezTo>
                    <a:pt x="147" y="462"/>
                    <a:pt x="151" y="462"/>
                    <a:pt x="157" y="464"/>
                  </a:cubicBezTo>
                  <a:cubicBezTo>
                    <a:pt x="158" y="464"/>
                    <a:pt x="158" y="464"/>
                    <a:pt x="158" y="464"/>
                  </a:cubicBezTo>
                  <a:cubicBezTo>
                    <a:pt x="158" y="464"/>
                    <a:pt x="158" y="464"/>
                    <a:pt x="158" y="464"/>
                  </a:cubicBezTo>
                  <a:cubicBezTo>
                    <a:pt x="165" y="468"/>
                    <a:pt x="165" y="468"/>
                    <a:pt x="165" y="468"/>
                  </a:cubicBezTo>
                  <a:cubicBezTo>
                    <a:pt x="191" y="473"/>
                    <a:pt x="191" y="473"/>
                    <a:pt x="191" y="473"/>
                  </a:cubicBezTo>
                  <a:cubicBezTo>
                    <a:pt x="206" y="472"/>
                    <a:pt x="206" y="472"/>
                    <a:pt x="206" y="472"/>
                  </a:cubicBezTo>
                  <a:cubicBezTo>
                    <a:pt x="217" y="467"/>
                    <a:pt x="217" y="467"/>
                    <a:pt x="217" y="467"/>
                  </a:cubicBezTo>
                  <a:cubicBezTo>
                    <a:pt x="219" y="464"/>
                    <a:pt x="221" y="463"/>
                    <a:pt x="222" y="462"/>
                  </a:cubicBezTo>
                  <a:cubicBezTo>
                    <a:pt x="224" y="462"/>
                    <a:pt x="227" y="462"/>
                    <a:pt x="230" y="465"/>
                  </a:cubicBezTo>
                  <a:cubicBezTo>
                    <a:pt x="232" y="466"/>
                    <a:pt x="232" y="466"/>
                    <a:pt x="232" y="466"/>
                  </a:cubicBezTo>
                  <a:cubicBezTo>
                    <a:pt x="233" y="467"/>
                    <a:pt x="235" y="470"/>
                    <a:pt x="236" y="474"/>
                  </a:cubicBezTo>
                  <a:cubicBezTo>
                    <a:pt x="244" y="480"/>
                    <a:pt x="244" y="480"/>
                    <a:pt x="244" y="480"/>
                  </a:cubicBezTo>
                  <a:cubicBezTo>
                    <a:pt x="250" y="480"/>
                    <a:pt x="250" y="480"/>
                    <a:pt x="250" y="480"/>
                  </a:cubicBezTo>
                  <a:cubicBezTo>
                    <a:pt x="251" y="480"/>
                    <a:pt x="251" y="480"/>
                    <a:pt x="251" y="480"/>
                  </a:cubicBezTo>
                  <a:cubicBezTo>
                    <a:pt x="251" y="480"/>
                    <a:pt x="251" y="480"/>
                    <a:pt x="251" y="480"/>
                  </a:cubicBezTo>
                  <a:cubicBezTo>
                    <a:pt x="252" y="480"/>
                    <a:pt x="252" y="480"/>
                    <a:pt x="252" y="480"/>
                  </a:cubicBezTo>
                  <a:cubicBezTo>
                    <a:pt x="260" y="484"/>
                    <a:pt x="260" y="484"/>
                    <a:pt x="260" y="484"/>
                  </a:cubicBezTo>
                  <a:cubicBezTo>
                    <a:pt x="276" y="482"/>
                    <a:pt x="276" y="482"/>
                    <a:pt x="276" y="482"/>
                  </a:cubicBezTo>
                  <a:cubicBezTo>
                    <a:pt x="285" y="480"/>
                    <a:pt x="285" y="480"/>
                    <a:pt x="285" y="480"/>
                  </a:cubicBezTo>
                  <a:cubicBezTo>
                    <a:pt x="307" y="482"/>
                    <a:pt x="307" y="482"/>
                    <a:pt x="307" y="482"/>
                  </a:cubicBezTo>
                  <a:cubicBezTo>
                    <a:pt x="317" y="479"/>
                    <a:pt x="317" y="479"/>
                    <a:pt x="317" y="479"/>
                  </a:cubicBezTo>
                  <a:cubicBezTo>
                    <a:pt x="329" y="474"/>
                    <a:pt x="329" y="474"/>
                    <a:pt x="329" y="474"/>
                  </a:cubicBezTo>
                  <a:cubicBezTo>
                    <a:pt x="331" y="472"/>
                    <a:pt x="334" y="471"/>
                    <a:pt x="338" y="470"/>
                  </a:cubicBezTo>
                  <a:cubicBezTo>
                    <a:pt x="360" y="470"/>
                    <a:pt x="360" y="470"/>
                    <a:pt x="360" y="470"/>
                  </a:cubicBezTo>
                  <a:cubicBezTo>
                    <a:pt x="368" y="467"/>
                    <a:pt x="368" y="467"/>
                    <a:pt x="368" y="467"/>
                  </a:cubicBezTo>
                  <a:cubicBezTo>
                    <a:pt x="371" y="465"/>
                    <a:pt x="374" y="464"/>
                    <a:pt x="377" y="464"/>
                  </a:cubicBezTo>
                  <a:cubicBezTo>
                    <a:pt x="389" y="464"/>
                    <a:pt x="389" y="464"/>
                    <a:pt x="389" y="464"/>
                  </a:cubicBezTo>
                  <a:cubicBezTo>
                    <a:pt x="395" y="468"/>
                    <a:pt x="395" y="468"/>
                    <a:pt x="395" y="468"/>
                  </a:cubicBezTo>
                  <a:cubicBezTo>
                    <a:pt x="413" y="472"/>
                    <a:pt x="413" y="472"/>
                    <a:pt x="413" y="472"/>
                  </a:cubicBezTo>
                  <a:cubicBezTo>
                    <a:pt x="415" y="472"/>
                    <a:pt x="417" y="474"/>
                    <a:pt x="421" y="478"/>
                  </a:cubicBezTo>
                  <a:cubicBezTo>
                    <a:pt x="429" y="482"/>
                    <a:pt x="429" y="482"/>
                    <a:pt x="429" y="482"/>
                  </a:cubicBezTo>
                  <a:cubicBezTo>
                    <a:pt x="429" y="483"/>
                    <a:pt x="429" y="483"/>
                    <a:pt x="429" y="483"/>
                  </a:cubicBezTo>
                  <a:cubicBezTo>
                    <a:pt x="446" y="484"/>
                    <a:pt x="446" y="484"/>
                    <a:pt x="446" y="484"/>
                  </a:cubicBezTo>
                  <a:cubicBezTo>
                    <a:pt x="446" y="484"/>
                    <a:pt x="446" y="484"/>
                    <a:pt x="446" y="484"/>
                  </a:cubicBezTo>
                  <a:cubicBezTo>
                    <a:pt x="446" y="484"/>
                    <a:pt x="446" y="484"/>
                    <a:pt x="446" y="484"/>
                  </a:cubicBezTo>
                  <a:cubicBezTo>
                    <a:pt x="454" y="488"/>
                    <a:pt x="454" y="488"/>
                    <a:pt x="454" y="488"/>
                  </a:cubicBezTo>
                  <a:cubicBezTo>
                    <a:pt x="464" y="490"/>
                    <a:pt x="464" y="490"/>
                    <a:pt x="464" y="490"/>
                  </a:cubicBezTo>
                  <a:cubicBezTo>
                    <a:pt x="464" y="490"/>
                    <a:pt x="464" y="490"/>
                    <a:pt x="464" y="490"/>
                  </a:cubicBezTo>
                  <a:cubicBezTo>
                    <a:pt x="473" y="491"/>
                    <a:pt x="473" y="491"/>
                    <a:pt x="473" y="491"/>
                  </a:cubicBezTo>
                  <a:cubicBezTo>
                    <a:pt x="475" y="486"/>
                    <a:pt x="475" y="486"/>
                    <a:pt x="475" y="486"/>
                  </a:cubicBezTo>
                  <a:cubicBezTo>
                    <a:pt x="471" y="478"/>
                    <a:pt x="471" y="478"/>
                    <a:pt x="471" y="478"/>
                  </a:cubicBezTo>
                  <a:cubicBezTo>
                    <a:pt x="470" y="470"/>
                    <a:pt x="470" y="470"/>
                    <a:pt x="470" y="470"/>
                  </a:cubicBezTo>
                  <a:cubicBezTo>
                    <a:pt x="470" y="470"/>
                    <a:pt x="470" y="470"/>
                    <a:pt x="470" y="470"/>
                  </a:cubicBezTo>
                  <a:cubicBezTo>
                    <a:pt x="469" y="470"/>
                    <a:pt x="469" y="470"/>
                    <a:pt x="469" y="470"/>
                  </a:cubicBezTo>
                  <a:cubicBezTo>
                    <a:pt x="471" y="468"/>
                    <a:pt x="471" y="468"/>
                    <a:pt x="471" y="468"/>
                  </a:cubicBezTo>
                  <a:cubicBezTo>
                    <a:pt x="476" y="461"/>
                    <a:pt x="476" y="461"/>
                    <a:pt x="476" y="461"/>
                  </a:cubicBezTo>
                  <a:cubicBezTo>
                    <a:pt x="476" y="460"/>
                    <a:pt x="476" y="460"/>
                    <a:pt x="476" y="460"/>
                  </a:cubicBezTo>
                  <a:cubicBezTo>
                    <a:pt x="476" y="460"/>
                    <a:pt x="476" y="460"/>
                    <a:pt x="476" y="460"/>
                  </a:cubicBezTo>
                  <a:cubicBezTo>
                    <a:pt x="477" y="460"/>
                    <a:pt x="477" y="460"/>
                    <a:pt x="477" y="460"/>
                  </a:cubicBezTo>
                  <a:cubicBezTo>
                    <a:pt x="477" y="460"/>
                    <a:pt x="477" y="460"/>
                    <a:pt x="477" y="460"/>
                  </a:cubicBezTo>
                  <a:cubicBezTo>
                    <a:pt x="482" y="456"/>
                    <a:pt x="482" y="456"/>
                    <a:pt x="482" y="456"/>
                  </a:cubicBezTo>
                  <a:cubicBezTo>
                    <a:pt x="482" y="456"/>
                    <a:pt x="482" y="456"/>
                    <a:pt x="482" y="456"/>
                  </a:cubicBezTo>
                  <a:cubicBezTo>
                    <a:pt x="481" y="454"/>
                    <a:pt x="481" y="454"/>
                    <a:pt x="481" y="454"/>
                  </a:cubicBezTo>
                  <a:cubicBezTo>
                    <a:pt x="479" y="446"/>
                    <a:pt x="479" y="446"/>
                    <a:pt x="479" y="446"/>
                  </a:cubicBezTo>
                  <a:cubicBezTo>
                    <a:pt x="479" y="444"/>
                    <a:pt x="477" y="444"/>
                    <a:pt x="475" y="442"/>
                  </a:cubicBezTo>
                  <a:cubicBezTo>
                    <a:pt x="475" y="442"/>
                    <a:pt x="475" y="442"/>
                    <a:pt x="475" y="442"/>
                  </a:cubicBezTo>
                  <a:cubicBezTo>
                    <a:pt x="469" y="436"/>
                    <a:pt x="469" y="436"/>
                    <a:pt x="469" y="436"/>
                  </a:cubicBezTo>
                  <a:cubicBezTo>
                    <a:pt x="461" y="429"/>
                    <a:pt x="461" y="429"/>
                    <a:pt x="461" y="429"/>
                  </a:cubicBezTo>
                  <a:cubicBezTo>
                    <a:pt x="461" y="428"/>
                    <a:pt x="461" y="428"/>
                    <a:pt x="461" y="428"/>
                  </a:cubicBezTo>
                  <a:cubicBezTo>
                    <a:pt x="460" y="428"/>
                    <a:pt x="460" y="428"/>
                    <a:pt x="460" y="428"/>
                  </a:cubicBezTo>
                  <a:cubicBezTo>
                    <a:pt x="461" y="428"/>
                    <a:pt x="461" y="428"/>
                    <a:pt x="461" y="428"/>
                  </a:cubicBezTo>
                  <a:cubicBezTo>
                    <a:pt x="461" y="427"/>
                    <a:pt x="461" y="427"/>
                    <a:pt x="461" y="427"/>
                  </a:cubicBezTo>
                  <a:cubicBezTo>
                    <a:pt x="462" y="419"/>
                    <a:pt x="462" y="419"/>
                    <a:pt x="462" y="419"/>
                  </a:cubicBezTo>
                  <a:cubicBezTo>
                    <a:pt x="462" y="414"/>
                    <a:pt x="462" y="414"/>
                    <a:pt x="462" y="414"/>
                  </a:cubicBezTo>
                  <a:cubicBezTo>
                    <a:pt x="458" y="404"/>
                    <a:pt x="458" y="404"/>
                    <a:pt x="458" y="404"/>
                  </a:cubicBezTo>
                  <a:cubicBezTo>
                    <a:pt x="467" y="402"/>
                    <a:pt x="467" y="402"/>
                    <a:pt x="467" y="402"/>
                  </a:cubicBezTo>
                  <a:cubicBezTo>
                    <a:pt x="472" y="398"/>
                    <a:pt x="472" y="398"/>
                    <a:pt x="472" y="398"/>
                  </a:cubicBezTo>
                  <a:cubicBezTo>
                    <a:pt x="483" y="398"/>
                    <a:pt x="483" y="398"/>
                    <a:pt x="483" y="398"/>
                  </a:cubicBezTo>
                  <a:cubicBezTo>
                    <a:pt x="494" y="396"/>
                    <a:pt x="494" y="396"/>
                    <a:pt x="494" y="396"/>
                  </a:cubicBezTo>
                  <a:cubicBezTo>
                    <a:pt x="495" y="396"/>
                    <a:pt x="495" y="396"/>
                    <a:pt x="495" y="396"/>
                  </a:cubicBezTo>
                  <a:cubicBezTo>
                    <a:pt x="502" y="397"/>
                    <a:pt x="502" y="397"/>
                    <a:pt x="502" y="397"/>
                  </a:cubicBezTo>
                  <a:cubicBezTo>
                    <a:pt x="511" y="394"/>
                    <a:pt x="511" y="394"/>
                    <a:pt x="511" y="394"/>
                  </a:cubicBezTo>
                  <a:cubicBezTo>
                    <a:pt x="521" y="392"/>
                    <a:pt x="521" y="392"/>
                    <a:pt x="521" y="392"/>
                  </a:cubicBezTo>
                  <a:cubicBezTo>
                    <a:pt x="527" y="390"/>
                    <a:pt x="527" y="390"/>
                    <a:pt x="527" y="390"/>
                  </a:cubicBezTo>
                  <a:cubicBezTo>
                    <a:pt x="528" y="390"/>
                    <a:pt x="528" y="390"/>
                    <a:pt x="528" y="390"/>
                  </a:cubicBezTo>
                  <a:cubicBezTo>
                    <a:pt x="545" y="386"/>
                    <a:pt x="545" y="386"/>
                    <a:pt x="545" y="386"/>
                  </a:cubicBezTo>
                  <a:cubicBezTo>
                    <a:pt x="548" y="384"/>
                    <a:pt x="548" y="384"/>
                    <a:pt x="548" y="384"/>
                  </a:cubicBezTo>
                  <a:cubicBezTo>
                    <a:pt x="547" y="380"/>
                    <a:pt x="547" y="380"/>
                    <a:pt x="547" y="380"/>
                  </a:cubicBezTo>
                  <a:cubicBezTo>
                    <a:pt x="544" y="375"/>
                    <a:pt x="544" y="375"/>
                    <a:pt x="544" y="375"/>
                  </a:cubicBezTo>
                  <a:cubicBezTo>
                    <a:pt x="544" y="374"/>
                    <a:pt x="544" y="374"/>
                    <a:pt x="544" y="374"/>
                  </a:cubicBezTo>
                  <a:cubicBezTo>
                    <a:pt x="543" y="374"/>
                    <a:pt x="543" y="374"/>
                    <a:pt x="543" y="374"/>
                  </a:cubicBezTo>
                  <a:cubicBezTo>
                    <a:pt x="543" y="374"/>
                    <a:pt x="543" y="374"/>
                    <a:pt x="543" y="374"/>
                  </a:cubicBezTo>
                  <a:cubicBezTo>
                    <a:pt x="544" y="368"/>
                    <a:pt x="544" y="368"/>
                    <a:pt x="544" y="368"/>
                  </a:cubicBezTo>
                  <a:cubicBezTo>
                    <a:pt x="545" y="367"/>
                    <a:pt x="545" y="367"/>
                    <a:pt x="545" y="367"/>
                  </a:cubicBezTo>
                  <a:cubicBezTo>
                    <a:pt x="545" y="359"/>
                    <a:pt x="545" y="359"/>
                    <a:pt x="545" y="359"/>
                  </a:cubicBezTo>
                  <a:cubicBezTo>
                    <a:pt x="543" y="352"/>
                    <a:pt x="543" y="352"/>
                    <a:pt x="543" y="352"/>
                  </a:cubicBezTo>
                  <a:cubicBezTo>
                    <a:pt x="543" y="352"/>
                    <a:pt x="543" y="352"/>
                    <a:pt x="543" y="352"/>
                  </a:cubicBezTo>
                  <a:cubicBezTo>
                    <a:pt x="543" y="351"/>
                    <a:pt x="543" y="351"/>
                    <a:pt x="543" y="351"/>
                  </a:cubicBezTo>
                  <a:cubicBezTo>
                    <a:pt x="547" y="343"/>
                    <a:pt x="547" y="343"/>
                    <a:pt x="547" y="343"/>
                  </a:cubicBezTo>
                  <a:cubicBezTo>
                    <a:pt x="549" y="340"/>
                    <a:pt x="551" y="338"/>
                    <a:pt x="553" y="338"/>
                  </a:cubicBezTo>
                  <a:cubicBezTo>
                    <a:pt x="563" y="338"/>
                    <a:pt x="563" y="338"/>
                    <a:pt x="563" y="338"/>
                  </a:cubicBezTo>
                  <a:cubicBezTo>
                    <a:pt x="565" y="338"/>
                    <a:pt x="567" y="338"/>
                    <a:pt x="569" y="336"/>
                  </a:cubicBezTo>
                  <a:cubicBezTo>
                    <a:pt x="585" y="315"/>
                    <a:pt x="585" y="315"/>
                    <a:pt x="585" y="315"/>
                  </a:cubicBezTo>
                  <a:cubicBezTo>
                    <a:pt x="585" y="314"/>
                    <a:pt x="585" y="314"/>
                    <a:pt x="585" y="314"/>
                  </a:cubicBezTo>
                  <a:cubicBezTo>
                    <a:pt x="585" y="314"/>
                    <a:pt x="585" y="314"/>
                    <a:pt x="585" y="314"/>
                  </a:cubicBezTo>
                  <a:cubicBezTo>
                    <a:pt x="593" y="307"/>
                    <a:pt x="593" y="307"/>
                    <a:pt x="593" y="307"/>
                  </a:cubicBezTo>
                  <a:cubicBezTo>
                    <a:pt x="594" y="306"/>
                    <a:pt x="594" y="306"/>
                    <a:pt x="594" y="306"/>
                  </a:cubicBezTo>
                  <a:cubicBezTo>
                    <a:pt x="597" y="306"/>
                    <a:pt x="599" y="304"/>
                    <a:pt x="601" y="304"/>
                  </a:cubicBezTo>
                  <a:cubicBezTo>
                    <a:pt x="603" y="302"/>
                    <a:pt x="603" y="302"/>
                    <a:pt x="603" y="302"/>
                  </a:cubicBezTo>
                  <a:cubicBezTo>
                    <a:pt x="605" y="298"/>
                    <a:pt x="608" y="296"/>
                    <a:pt x="609" y="296"/>
                  </a:cubicBezTo>
                  <a:cubicBezTo>
                    <a:pt x="623" y="299"/>
                    <a:pt x="623" y="299"/>
                    <a:pt x="623" y="299"/>
                  </a:cubicBezTo>
                  <a:cubicBezTo>
                    <a:pt x="635" y="294"/>
                    <a:pt x="635" y="294"/>
                    <a:pt x="635" y="294"/>
                  </a:cubicBezTo>
                  <a:cubicBezTo>
                    <a:pt x="635" y="294"/>
                    <a:pt x="635" y="294"/>
                    <a:pt x="635" y="294"/>
                  </a:cubicBezTo>
                  <a:cubicBezTo>
                    <a:pt x="635" y="294"/>
                    <a:pt x="635" y="294"/>
                    <a:pt x="635" y="294"/>
                  </a:cubicBezTo>
                  <a:cubicBezTo>
                    <a:pt x="635" y="294"/>
                    <a:pt x="635" y="294"/>
                    <a:pt x="635" y="294"/>
                  </a:cubicBezTo>
                  <a:cubicBezTo>
                    <a:pt x="635" y="294"/>
                    <a:pt x="635" y="294"/>
                    <a:pt x="635" y="294"/>
                  </a:cubicBezTo>
                  <a:cubicBezTo>
                    <a:pt x="642" y="293"/>
                    <a:pt x="642" y="293"/>
                    <a:pt x="642" y="293"/>
                  </a:cubicBezTo>
                  <a:cubicBezTo>
                    <a:pt x="648" y="290"/>
                    <a:pt x="648" y="290"/>
                    <a:pt x="648" y="290"/>
                  </a:cubicBezTo>
                  <a:cubicBezTo>
                    <a:pt x="648" y="281"/>
                    <a:pt x="648" y="281"/>
                    <a:pt x="648" y="281"/>
                  </a:cubicBezTo>
                  <a:cubicBezTo>
                    <a:pt x="649" y="270"/>
                    <a:pt x="649" y="270"/>
                    <a:pt x="649" y="270"/>
                  </a:cubicBezTo>
                  <a:cubicBezTo>
                    <a:pt x="649" y="269"/>
                    <a:pt x="649" y="269"/>
                    <a:pt x="649" y="269"/>
                  </a:cubicBezTo>
                  <a:cubicBezTo>
                    <a:pt x="649" y="269"/>
                    <a:pt x="649" y="269"/>
                    <a:pt x="649" y="269"/>
                  </a:cubicBezTo>
                  <a:cubicBezTo>
                    <a:pt x="649" y="269"/>
                    <a:pt x="649" y="269"/>
                    <a:pt x="649" y="269"/>
                  </a:cubicBezTo>
                  <a:cubicBezTo>
                    <a:pt x="651" y="266"/>
                    <a:pt x="651" y="266"/>
                    <a:pt x="651" y="266"/>
                  </a:cubicBezTo>
                  <a:lnTo>
                    <a:pt x="651" y="26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9"/>
            <p:cNvSpPr>
              <a:spLocks/>
            </p:cNvSpPr>
            <p:nvPr/>
          </p:nvSpPr>
          <p:spPr bwMode="auto">
            <a:xfrm>
              <a:off x="1990726" y="3049240"/>
              <a:ext cx="1525588" cy="1093788"/>
            </a:xfrm>
            <a:custGeom>
              <a:avLst/>
              <a:gdLst>
                <a:gd name="T0" fmla="*/ 241 w 406"/>
                <a:gd name="T1" fmla="*/ 29 h 291"/>
                <a:gd name="T2" fmla="*/ 228 w 406"/>
                <a:gd name="T3" fmla="*/ 42 h 291"/>
                <a:gd name="T4" fmla="*/ 190 w 406"/>
                <a:gd name="T5" fmla="*/ 14 h 291"/>
                <a:gd name="T6" fmla="*/ 178 w 406"/>
                <a:gd name="T7" fmla="*/ 9 h 291"/>
                <a:gd name="T8" fmla="*/ 144 w 406"/>
                <a:gd name="T9" fmla="*/ 2 h 291"/>
                <a:gd name="T10" fmla="*/ 114 w 406"/>
                <a:gd name="T11" fmla="*/ 5 h 291"/>
                <a:gd name="T12" fmla="*/ 98 w 406"/>
                <a:gd name="T13" fmla="*/ 10 h 291"/>
                <a:gd name="T14" fmla="*/ 72 w 406"/>
                <a:gd name="T15" fmla="*/ 13 h 291"/>
                <a:gd name="T16" fmla="*/ 41 w 406"/>
                <a:gd name="T17" fmla="*/ 20 h 291"/>
                <a:gd name="T18" fmla="*/ 49 w 406"/>
                <a:gd name="T19" fmla="*/ 45 h 291"/>
                <a:gd name="T20" fmla="*/ 62 w 406"/>
                <a:gd name="T21" fmla="*/ 65 h 291"/>
                <a:gd name="T22" fmla="*/ 52 w 406"/>
                <a:gd name="T23" fmla="*/ 89 h 291"/>
                <a:gd name="T24" fmla="*/ 56 w 406"/>
                <a:gd name="T25" fmla="*/ 102 h 291"/>
                <a:gd name="T26" fmla="*/ 30 w 406"/>
                <a:gd name="T27" fmla="*/ 105 h 291"/>
                <a:gd name="T28" fmla="*/ 10 w 406"/>
                <a:gd name="T29" fmla="*/ 121 h 291"/>
                <a:gd name="T30" fmla="*/ 2 w 406"/>
                <a:gd name="T31" fmla="*/ 136 h 291"/>
                <a:gd name="T32" fmla="*/ 5 w 406"/>
                <a:gd name="T33" fmla="*/ 169 h 291"/>
                <a:gd name="T34" fmla="*/ 8 w 406"/>
                <a:gd name="T35" fmla="*/ 197 h 291"/>
                <a:gd name="T36" fmla="*/ 38 w 406"/>
                <a:gd name="T37" fmla="*/ 209 h 291"/>
                <a:gd name="T38" fmla="*/ 50 w 406"/>
                <a:gd name="T39" fmla="*/ 217 h 291"/>
                <a:gd name="T40" fmla="*/ 63 w 406"/>
                <a:gd name="T41" fmla="*/ 229 h 291"/>
                <a:gd name="T42" fmla="*/ 93 w 406"/>
                <a:gd name="T43" fmla="*/ 241 h 291"/>
                <a:gd name="T44" fmla="*/ 136 w 406"/>
                <a:gd name="T45" fmla="*/ 250 h 291"/>
                <a:gd name="T46" fmla="*/ 158 w 406"/>
                <a:gd name="T47" fmla="*/ 256 h 291"/>
                <a:gd name="T48" fmla="*/ 170 w 406"/>
                <a:gd name="T49" fmla="*/ 268 h 291"/>
                <a:gd name="T50" fmla="*/ 174 w 406"/>
                <a:gd name="T51" fmla="*/ 277 h 291"/>
                <a:gd name="T52" fmla="*/ 183 w 406"/>
                <a:gd name="T53" fmla="*/ 289 h 291"/>
                <a:gd name="T54" fmla="*/ 195 w 406"/>
                <a:gd name="T55" fmla="*/ 284 h 291"/>
                <a:gd name="T56" fmla="*/ 210 w 406"/>
                <a:gd name="T57" fmla="*/ 279 h 291"/>
                <a:gd name="T58" fmla="*/ 222 w 406"/>
                <a:gd name="T59" fmla="*/ 276 h 291"/>
                <a:gd name="T60" fmla="*/ 226 w 406"/>
                <a:gd name="T61" fmla="*/ 261 h 291"/>
                <a:gd name="T62" fmla="*/ 242 w 406"/>
                <a:gd name="T63" fmla="*/ 235 h 291"/>
                <a:gd name="T64" fmla="*/ 239 w 406"/>
                <a:gd name="T65" fmla="*/ 210 h 291"/>
                <a:gd name="T66" fmla="*/ 246 w 406"/>
                <a:gd name="T67" fmla="*/ 203 h 291"/>
                <a:gd name="T68" fmla="*/ 278 w 406"/>
                <a:gd name="T69" fmla="*/ 213 h 291"/>
                <a:gd name="T70" fmla="*/ 284 w 406"/>
                <a:gd name="T71" fmla="*/ 231 h 291"/>
                <a:gd name="T72" fmla="*/ 299 w 406"/>
                <a:gd name="T73" fmla="*/ 249 h 291"/>
                <a:gd name="T74" fmla="*/ 325 w 406"/>
                <a:gd name="T75" fmla="*/ 259 h 291"/>
                <a:gd name="T76" fmla="*/ 332 w 406"/>
                <a:gd name="T77" fmla="*/ 261 h 291"/>
                <a:gd name="T78" fmla="*/ 350 w 406"/>
                <a:gd name="T79" fmla="*/ 254 h 291"/>
                <a:gd name="T80" fmla="*/ 361 w 406"/>
                <a:gd name="T81" fmla="*/ 236 h 291"/>
                <a:gd name="T82" fmla="*/ 346 w 406"/>
                <a:gd name="T83" fmla="*/ 229 h 291"/>
                <a:gd name="T84" fmla="*/ 367 w 406"/>
                <a:gd name="T85" fmla="*/ 203 h 291"/>
                <a:gd name="T86" fmla="*/ 376 w 406"/>
                <a:gd name="T87" fmla="*/ 175 h 291"/>
                <a:gd name="T88" fmla="*/ 402 w 406"/>
                <a:gd name="T89" fmla="*/ 145 h 291"/>
                <a:gd name="T90" fmla="*/ 400 w 406"/>
                <a:gd name="T91" fmla="*/ 127 h 291"/>
                <a:gd name="T92" fmla="*/ 382 w 406"/>
                <a:gd name="T93" fmla="*/ 84 h 291"/>
                <a:gd name="T94" fmla="*/ 368 w 406"/>
                <a:gd name="T95" fmla="*/ 79 h 291"/>
                <a:gd name="T96" fmla="*/ 336 w 406"/>
                <a:gd name="T97" fmla="*/ 50 h 291"/>
                <a:gd name="T98" fmla="*/ 328 w 406"/>
                <a:gd name="T99" fmla="*/ 53 h 291"/>
                <a:gd name="T100" fmla="*/ 308 w 406"/>
                <a:gd name="T101" fmla="*/ 39 h 291"/>
                <a:gd name="T102" fmla="*/ 281 w 406"/>
                <a:gd name="T103" fmla="*/ 25 h 291"/>
                <a:gd name="T104" fmla="*/ 272 w 406"/>
                <a:gd name="T105" fmla="*/ 27 h 291"/>
                <a:gd name="T106" fmla="*/ 242 w 406"/>
                <a:gd name="T107" fmla="*/ 1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6" h="291">
                  <a:moveTo>
                    <a:pt x="242" y="15"/>
                  </a:moveTo>
                  <a:cubicBezTo>
                    <a:pt x="238" y="18"/>
                    <a:pt x="238" y="18"/>
                    <a:pt x="238" y="18"/>
                  </a:cubicBezTo>
                  <a:cubicBezTo>
                    <a:pt x="238" y="19"/>
                    <a:pt x="239" y="23"/>
                    <a:pt x="240" y="28"/>
                  </a:cubicBezTo>
                  <a:cubicBezTo>
                    <a:pt x="240" y="29"/>
                    <a:pt x="240" y="29"/>
                    <a:pt x="240" y="29"/>
                  </a:cubicBezTo>
                  <a:cubicBezTo>
                    <a:pt x="241" y="29"/>
                    <a:pt x="241" y="29"/>
                    <a:pt x="241" y="29"/>
                  </a:cubicBezTo>
                  <a:cubicBezTo>
                    <a:pt x="240" y="29"/>
                    <a:pt x="240" y="29"/>
                    <a:pt x="240" y="29"/>
                  </a:cubicBezTo>
                  <a:cubicBezTo>
                    <a:pt x="236" y="39"/>
                    <a:pt x="236" y="39"/>
                    <a:pt x="236" y="39"/>
                  </a:cubicBezTo>
                  <a:cubicBezTo>
                    <a:pt x="230" y="41"/>
                    <a:pt x="230" y="41"/>
                    <a:pt x="230" y="41"/>
                  </a:cubicBezTo>
                  <a:cubicBezTo>
                    <a:pt x="229" y="42"/>
                    <a:pt x="229" y="42"/>
                    <a:pt x="229" y="42"/>
                  </a:cubicBezTo>
                  <a:cubicBezTo>
                    <a:pt x="228" y="42"/>
                    <a:pt x="228" y="42"/>
                    <a:pt x="228" y="42"/>
                  </a:cubicBezTo>
                  <a:cubicBezTo>
                    <a:pt x="218" y="37"/>
                    <a:pt x="218" y="37"/>
                    <a:pt x="218" y="37"/>
                  </a:cubicBezTo>
                  <a:cubicBezTo>
                    <a:pt x="218" y="37"/>
                    <a:pt x="218" y="37"/>
                    <a:pt x="218" y="37"/>
                  </a:cubicBezTo>
                  <a:cubicBezTo>
                    <a:pt x="218" y="37"/>
                    <a:pt x="218" y="37"/>
                    <a:pt x="218" y="37"/>
                  </a:cubicBezTo>
                  <a:cubicBezTo>
                    <a:pt x="198" y="19"/>
                    <a:pt x="198" y="19"/>
                    <a:pt x="198" y="19"/>
                  </a:cubicBezTo>
                  <a:cubicBezTo>
                    <a:pt x="190" y="14"/>
                    <a:pt x="190" y="14"/>
                    <a:pt x="190" y="14"/>
                  </a:cubicBezTo>
                  <a:cubicBezTo>
                    <a:pt x="178" y="10"/>
                    <a:pt x="178" y="10"/>
                    <a:pt x="178" y="10"/>
                  </a:cubicBezTo>
                  <a:cubicBezTo>
                    <a:pt x="178" y="9"/>
                    <a:pt x="178" y="9"/>
                    <a:pt x="178" y="9"/>
                  </a:cubicBezTo>
                  <a:cubicBezTo>
                    <a:pt x="178" y="9"/>
                    <a:pt x="178" y="9"/>
                    <a:pt x="178" y="9"/>
                  </a:cubicBezTo>
                  <a:cubicBezTo>
                    <a:pt x="178" y="9"/>
                    <a:pt x="178" y="9"/>
                    <a:pt x="178" y="9"/>
                  </a:cubicBezTo>
                  <a:cubicBezTo>
                    <a:pt x="178" y="9"/>
                    <a:pt x="178" y="9"/>
                    <a:pt x="178" y="9"/>
                  </a:cubicBezTo>
                  <a:cubicBezTo>
                    <a:pt x="172" y="5"/>
                    <a:pt x="172" y="5"/>
                    <a:pt x="172" y="5"/>
                  </a:cubicBezTo>
                  <a:cubicBezTo>
                    <a:pt x="162" y="2"/>
                    <a:pt x="162" y="2"/>
                    <a:pt x="162" y="2"/>
                  </a:cubicBezTo>
                  <a:cubicBezTo>
                    <a:pt x="157" y="3"/>
                    <a:pt x="157" y="3"/>
                    <a:pt x="157" y="3"/>
                  </a:cubicBezTo>
                  <a:cubicBezTo>
                    <a:pt x="156" y="3"/>
                    <a:pt x="156" y="3"/>
                    <a:pt x="156" y="3"/>
                  </a:cubicBezTo>
                  <a:cubicBezTo>
                    <a:pt x="144" y="2"/>
                    <a:pt x="144" y="2"/>
                    <a:pt x="144" y="2"/>
                  </a:cubicBezTo>
                  <a:cubicBezTo>
                    <a:pt x="143" y="2"/>
                    <a:pt x="143" y="2"/>
                    <a:pt x="143" y="2"/>
                  </a:cubicBezTo>
                  <a:cubicBezTo>
                    <a:pt x="134" y="0"/>
                    <a:pt x="134" y="0"/>
                    <a:pt x="134" y="0"/>
                  </a:cubicBezTo>
                  <a:cubicBezTo>
                    <a:pt x="128" y="0"/>
                    <a:pt x="128" y="0"/>
                    <a:pt x="128" y="0"/>
                  </a:cubicBezTo>
                  <a:cubicBezTo>
                    <a:pt x="124" y="3"/>
                    <a:pt x="124" y="3"/>
                    <a:pt x="124" y="3"/>
                  </a:cubicBezTo>
                  <a:cubicBezTo>
                    <a:pt x="122" y="4"/>
                    <a:pt x="118" y="5"/>
                    <a:pt x="114" y="5"/>
                  </a:cubicBezTo>
                  <a:cubicBezTo>
                    <a:pt x="106" y="7"/>
                    <a:pt x="106" y="7"/>
                    <a:pt x="106" y="7"/>
                  </a:cubicBezTo>
                  <a:cubicBezTo>
                    <a:pt x="99" y="9"/>
                    <a:pt x="99" y="9"/>
                    <a:pt x="99" y="9"/>
                  </a:cubicBezTo>
                  <a:cubicBezTo>
                    <a:pt x="98" y="10"/>
                    <a:pt x="98" y="10"/>
                    <a:pt x="98" y="10"/>
                  </a:cubicBezTo>
                  <a:cubicBezTo>
                    <a:pt x="98" y="10"/>
                    <a:pt x="98" y="10"/>
                    <a:pt x="98" y="10"/>
                  </a:cubicBezTo>
                  <a:cubicBezTo>
                    <a:pt x="98" y="10"/>
                    <a:pt x="98" y="10"/>
                    <a:pt x="98" y="10"/>
                  </a:cubicBezTo>
                  <a:cubicBezTo>
                    <a:pt x="90" y="11"/>
                    <a:pt x="90" y="11"/>
                    <a:pt x="90" y="11"/>
                  </a:cubicBezTo>
                  <a:cubicBezTo>
                    <a:pt x="80" y="14"/>
                    <a:pt x="80" y="14"/>
                    <a:pt x="80" y="14"/>
                  </a:cubicBezTo>
                  <a:cubicBezTo>
                    <a:pt x="80" y="14"/>
                    <a:pt x="80" y="14"/>
                    <a:pt x="80" y="14"/>
                  </a:cubicBezTo>
                  <a:cubicBezTo>
                    <a:pt x="79" y="14"/>
                    <a:pt x="79" y="14"/>
                    <a:pt x="79" y="14"/>
                  </a:cubicBezTo>
                  <a:cubicBezTo>
                    <a:pt x="72" y="13"/>
                    <a:pt x="72" y="13"/>
                    <a:pt x="72" y="13"/>
                  </a:cubicBezTo>
                  <a:cubicBezTo>
                    <a:pt x="60" y="15"/>
                    <a:pt x="60" y="15"/>
                    <a:pt x="60" y="15"/>
                  </a:cubicBezTo>
                  <a:cubicBezTo>
                    <a:pt x="50" y="15"/>
                    <a:pt x="50" y="15"/>
                    <a:pt x="50" y="15"/>
                  </a:cubicBezTo>
                  <a:cubicBezTo>
                    <a:pt x="46" y="19"/>
                    <a:pt x="46" y="19"/>
                    <a:pt x="46" y="19"/>
                  </a:cubicBezTo>
                  <a:cubicBezTo>
                    <a:pt x="46" y="19"/>
                    <a:pt x="46" y="19"/>
                    <a:pt x="46" y="19"/>
                  </a:cubicBezTo>
                  <a:cubicBezTo>
                    <a:pt x="41" y="20"/>
                    <a:pt x="41" y="20"/>
                    <a:pt x="41" y="20"/>
                  </a:cubicBezTo>
                  <a:cubicBezTo>
                    <a:pt x="43" y="25"/>
                    <a:pt x="43" y="25"/>
                    <a:pt x="43" y="25"/>
                  </a:cubicBezTo>
                  <a:cubicBezTo>
                    <a:pt x="43" y="33"/>
                    <a:pt x="43" y="33"/>
                    <a:pt x="43" y="33"/>
                  </a:cubicBezTo>
                  <a:cubicBezTo>
                    <a:pt x="42" y="39"/>
                    <a:pt x="42" y="39"/>
                    <a:pt x="42" y="39"/>
                  </a:cubicBezTo>
                  <a:cubicBezTo>
                    <a:pt x="49" y="45"/>
                    <a:pt x="49" y="45"/>
                    <a:pt x="49" y="45"/>
                  </a:cubicBezTo>
                  <a:cubicBezTo>
                    <a:pt x="49" y="45"/>
                    <a:pt x="49" y="45"/>
                    <a:pt x="49" y="45"/>
                  </a:cubicBezTo>
                  <a:cubicBezTo>
                    <a:pt x="49" y="45"/>
                    <a:pt x="49" y="45"/>
                    <a:pt x="49" y="45"/>
                  </a:cubicBezTo>
                  <a:cubicBezTo>
                    <a:pt x="49" y="45"/>
                    <a:pt x="49" y="45"/>
                    <a:pt x="49" y="45"/>
                  </a:cubicBezTo>
                  <a:cubicBezTo>
                    <a:pt x="55" y="51"/>
                    <a:pt x="55" y="51"/>
                    <a:pt x="55" y="51"/>
                  </a:cubicBezTo>
                  <a:cubicBezTo>
                    <a:pt x="58" y="54"/>
                    <a:pt x="60" y="56"/>
                    <a:pt x="60" y="59"/>
                  </a:cubicBezTo>
                  <a:cubicBezTo>
                    <a:pt x="62" y="65"/>
                    <a:pt x="62" y="65"/>
                    <a:pt x="62" y="65"/>
                  </a:cubicBezTo>
                  <a:cubicBezTo>
                    <a:pt x="65" y="71"/>
                    <a:pt x="65" y="71"/>
                    <a:pt x="65" y="71"/>
                  </a:cubicBezTo>
                  <a:cubicBezTo>
                    <a:pt x="64" y="71"/>
                    <a:pt x="64" y="71"/>
                    <a:pt x="64" y="71"/>
                  </a:cubicBezTo>
                  <a:cubicBezTo>
                    <a:pt x="56" y="77"/>
                    <a:pt x="56" y="77"/>
                    <a:pt x="56" y="77"/>
                  </a:cubicBezTo>
                  <a:cubicBezTo>
                    <a:pt x="51" y="83"/>
                    <a:pt x="51" y="83"/>
                    <a:pt x="51" y="83"/>
                  </a:cubicBezTo>
                  <a:cubicBezTo>
                    <a:pt x="52" y="89"/>
                    <a:pt x="52" y="89"/>
                    <a:pt x="52" y="89"/>
                  </a:cubicBezTo>
                  <a:cubicBezTo>
                    <a:pt x="56" y="98"/>
                    <a:pt x="56" y="98"/>
                    <a:pt x="56" y="98"/>
                  </a:cubicBezTo>
                  <a:cubicBezTo>
                    <a:pt x="56" y="99"/>
                    <a:pt x="56" y="99"/>
                    <a:pt x="56" y="99"/>
                  </a:cubicBezTo>
                  <a:cubicBezTo>
                    <a:pt x="56" y="99"/>
                    <a:pt x="56" y="99"/>
                    <a:pt x="56" y="99"/>
                  </a:cubicBezTo>
                  <a:cubicBezTo>
                    <a:pt x="56" y="99"/>
                    <a:pt x="56" y="99"/>
                    <a:pt x="56" y="99"/>
                  </a:cubicBezTo>
                  <a:cubicBezTo>
                    <a:pt x="56" y="102"/>
                    <a:pt x="56" y="102"/>
                    <a:pt x="56" y="102"/>
                  </a:cubicBezTo>
                  <a:cubicBezTo>
                    <a:pt x="55" y="104"/>
                    <a:pt x="54" y="106"/>
                    <a:pt x="53" y="107"/>
                  </a:cubicBezTo>
                  <a:cubicBezTo>
                    <a:pt x="50" y="109"/>
                    <a:pt x="46" y="109"/>
                    <a:pt x="40" y="107"/>
                  </a:cubicBezTo>
                  <a:cubicBezTo>
                    <a:pt x="30" y="105"/>
                    <a:pt x="30" y="105"/>
                    <a:pt x="30" y="105"/>
                  </a:cubicBezTo>
                  <a:cubicBezTo>
                    <a:pt x="30" y="105"/>
                    <a:pt x="30" y="105"/>
                    <a:pt x="30" y="105"/>
                  </a:cubicBezTo>
                  <a:cubicBezTo>
                    <a:pt x="30" y="105"/>
                    <a:pt x="30" y="105"/>
                    <a:pt x="30" y="105"/>
                  </a:cubicBezTo>
                  <a:cubicBezTo>
                    <a:pt x="29" y="105"/>
                    <a:pt x="29" y="105"/>
                    <a:pt x="29" y="105"/>
                  </a:cubicBezTo>
                  <a:cubicBezTo>
                    <a:pt x="22" y="101"/>
                    <a:pt x="22" y="101"/>
                    <a:pt x="22" y="101"/>
                  </a:cubicBezTo>
                  <a:cubicBezTo>
                    <a:pt x="10" y="101"/>
                    <a:pt x="10" y="101"/>
                    <a:pt x="10" y="101"/>
                  </a:cubicBezTo>
                  <a:cubicBezTo>
                    <a:pt x="11" y="101"/>
                    <a:pt x="11" y="101"/>
                    <a:pt x="11" y="101"/>
                  </a:cubicBezTo>
                  <a:cubicBezTo>
                    <a:pt x="10" y="121"/>
                    <a:pt x="10" y="121"/>
                    <a:pt x="10" y="121"/>
                  </a:cubicBezTo>
                  <a:cubicBezTo>
                    <a:pt x="9" y="124"/>
                    <a:pt x="7" y="125"/>
                    <a:pt x="4" y="125"/>
                  </a:cubicBezTo>
                  <a:cubicBezTo>
                    <a:pt x="3" y="126"/>
                    <a:pt x="2" y="127"/>
                    <a:pt x="3" y="131"/>
                  </a:cubicBezTo>
                  <a:cubicBezTo>
                    <a:pt x="3" y="131"/>
                    <a:pt x="3" y="131"/>
                    <a:pt x="3" y="131"/>
                  </a:cubicBezTo>
                  <a:cubicBezTo>
                    <a:pt x="2" y="131"/>
                    <a:pt x="2" y="131"/>
                    <a:pt x="2" y="131"/>
                  </a:cubicBezTo>
                  <a:cubicBezTo>
                    <a:pt x="2" y="136"/>
                    <a:pt x="2" y="136"/>
                    <a:pt x="2" y="136"/>
                  </a:cubicBezTo>
                  <a:cubicBezTo>
                    <a:pt x="4" y="139"/>
                    <a:pt x="6" y="141"/>
                    <a:pt x="7" y="142"/>
                  </a:cubicBezTo>
                  <a:cubicBezTo>
                    <a:pt x="9" y="152"/>
                    <a:pt x="9" y="152"/>
                    <a:pt x="9" y="152"/>
                  </a:cubicBezTo>
                  <a:cubicBezTo>
                    <a:pt x="9" y="155"/>
                    <a:pt x="9" y="155"/>
                    <a:pt x="9" y="155"/>
                  </a:cubicBezTo>
                  <a:cubicBezTo>
                    <a:pt x="9" y="157"/>
                    <a:pt x="8" y="159"/>
                    <a:pt x="8" y="161"/>
                  </a:cubicBezTo>
                  <a:cubicBezTo>
                    <a:pt x="5" y="169"/>
                    <a:pt x="5" y="169"/>
                    <a:pt x="5" y="169"/>
                  </a:cubicBezTo>
                  <a:cubicBezTo>
                    <a:pt x="0" y="179"/>
                    <a:pt x="0" y="179"/>
                    <a:pt x="0" y="179"/>
                  </a:cubicBezTo>
                  <a:cubicBezTo>
                    <a:pt x="0" y="181"/>
                    <a:pt x="0" y="181"/>
                    <a:pt x="0" y="181"/>
                  </a:cubicBezTo>
                  <a:cubicBezTo>
                    <a:pt x="0" y="185"/>
                    <a:pt x="0" y="185"/>
                    <a:pt x="0" y="185"/>
                  </a:cubicBezTo>
                  <a:cubicBezTo>
                    <a:pt x="6" y="192"/>
                    <a:pt x="6" y="192"/>
                    <a:pt x="6" y="192"/>
                  </a:cubicBezTo>
                  <a:cubicBezTo>
                    <a:pt x="7" y="194"/>
                    <a:pt x="8" y="195"/>
                    <a:pt x="8" y="197"/>
                  </a:cubicBezTo>
                  <a:cubicBezTo>
                    <a:pt x="13" y="203"/>
                    <a:pt x="13" y="203"/>
                    <a:pt x="13" y="203"/>
                  </a:cubicBezTo>
                  <a:cubicBezTo>
                    <a:pt x="20" y="211"/>
                    <a:pt x="20" y="211"/>
                    <a:pt x="20" y="211"/>
                  </a:cubicBezTo>
                  <a:cubicBezTo>
                    <a:pt x="23" y="214"/>
                    <a:pt x="25" y="215"/>
                    <a:pt x="26" y="215"/>
                  </a:cubicBezTo>
                  <a:cubicBezTo>
                    <a:pt x="34" y="211"/>
                    <a:pt x="34" y="211"/>
                    <a:pt x="34" y="211"/>
                  </a:cubicBezTo>
                  <a:cubicBezTo>
                    <a:pt x="35" y="209"/>
                    <a:pt x="36" y="209"/>
                    <a:pt x="38" y="209"/>
                  </a:cubicBezTo>
                  <a:cubicBezTo>
                    <a:pt x="40" y="209"/>
                    <a:pt x="42" y="210"/>
                    <a:pt x="46" y="212"/>
                  </a:cubicBezTo>
                  <a:cubicBezTo>
                    <a:pt x="46" y="212"/>
                    <a:pt x="46" y="212"/>
                    <a:pt x="46" y="212"/>
                  </a:cubicBezTo>
                  <a:cubicBezTo>
                    <a:pt x="46" y="212"/>
                    <a:pt x="46" y="212"/>
                    <a:pt x="46" y="212"/>
                  </a:cubicBezTo>
                  <a:cubicBezTo>
                    <a:pt x="46" y="213"/>
                    <a:pt x="46" y="213"/>
                    <a:pt x="46" y="213"/>
                  </a:cubicBezTo>
                  <a:cubicBezTo>
                    <a:pt x="50" y="217"/>
                    <a:pt x="50" y="217"/>
                    <a:pt x="50" y="217"/>
                  </a:cubicBezTo>
                  <a:cubicBezTo>
                    <a:pt x="52" y="222"/>
                    <a:pt x="52" y="222"/>
                    <a:pt x="52" y="222"/>
                  </a:cubicBezTo>
                  <a:cubicBezTo>
                    <a:pt x="54" y="224"/>
                    <a:pt x="54" y="224"/>
                    <a:pt x="54" y="224"/>
                  </a:cubicBezTo>
                  <a:cubicBezTo>
                    <a:pt x="55" y="225"/>
                    <a:pt x="55" y="225"/>
                    <a:pt x="55" y="225"/>
                  </a:cubicBezTo>
                  <a:cubicBezTo>
                    <a:pt x="60" y="229"/>
                    <a:pt x="60" y="229"/>
                    <a:pt x="60" y="229"/>
                  </a:cubicBezTo>
                  <a:cubicBezTo>
                    <a:pt x="63" y="229"/>
                    <a:pt x="63" y="229"/>
                    <a:pt x="63" y="229"/>
                  </a:cubicBezTo>
                  <a:cubicBezTo>
                    <a:pt x="65" y="229"/>
                    <a:pt x="66" y="231"/>
                    <a:pt x="68" y="232"/>
                  </a:cubicBezTo>
                  <a:cubicBezTo>
                    <a:pt x="68" y="233"/>
                    <a:pt x="73" y="235"/>
                    <a:pt x="80" y="237"/>
                  </a:cubicBezTo>
                  <a:cubicBezTo>
                    <a:pt x="81" y="237"/>
                    <a:pt x="81" y="237"/>
                    <a:pt x="81" y="237"/>
                  </a:cubicBezTo>
                  <a:cubicBezTo>
                    <a:pt x="93" y="241"/>
                    <a:pt x="93" y="241"/>
                    <a:pt x="93" y="241"/>
                  </a:cubicBezTo>
                  <a:cubicBezTo>
                    <a:pt x="93" y="241"/>
                    <a:pt x="93" y="241"/>
                    <a:pt x="93" y="241"/>
                  </a:cubicBezTo>
                  <a:cubicBezTo>
                    <a:pt x="94" y="241"/>
                    <a:pt x="94" y="241"/>
                    <a:pt x="94" y="241"/>
                  </a:cubicBezTo>
                  <a:cubicBezTo>
                    <a:pt x="102" y="245"/>
                    <a:pt x="102" y="245"/>
                    <a:pt x="102" y="245"/>
                  </a:cubicBezTo>
                  <a:cubicBezTo>
                    <a:pt x="116" y="249"/>
                    <a:pt x="116" y="249"/>
                    <a:pt x="116" y="249"/>
                  </a:cubicBezTo>
                  <a:cubicBezTo>
                    <a:pt x="117" y="249"/>
                    <a:pt x="117" y="249"/>
                    <a:pt x="117" y="249"/>
                  </a:cubicBezTo>
                  <a:cubicBezTo>
                    <a:pt x="136" y="250"/>
                    <a:pt x="136" y="250"/>
                    <a:pt x="136" y="250"/>
                  </a:cubicBezTo>
                  <a:cubicBezTo>
                    <a:pt x="144" y="247"/>
                    <a:pt x="144" y="247"/>
                    <a:pt x="144" y="247"/>
                  </a:cubicBezTo>
                  <a:cubicBezTo>
                    <a:pt x="152" y="247"/>
                    <a:pt x="152" y="247"/>
                    <a:pt x="152" y="247"/>
                  </a:cubicBezTo>
                  <a:cubicBezTo>
                    <a:pt x="152" y="247"/>
                    <a:pt x="152" y="247"/>
                    <a:pt x="152" y="247"/>
                  </a:cubicBezTo>
                  <a:cubicBezTo>
                    <a:pt x="152" y="248"/>
                    <a:pt x="152" y="248"/>
                    <a:pt x="152" y="248"/>
                  </a:cubicBezTo>
                  <a:cubicBezTo>
                    <a:pt x="158" y="256"/>
                    <a:pt x="158" y="256"/>
                    <a:pt x="158" y="256"/>
                  </a:cubicBezTo>
                  <a:cubicBezTo>
                    <a:pt x="158" y="256"/>
                    <a:pt x="158" y="256"/>
                    <a:pt x="158" y="256"/>
                  </a:cubicBezTo>
                  <a:cubicBezTo>
                    <a:pt x="158" y="256"/>
                    <a:pt x="158" y="256"/>
                    <a:pt x="158" y="256"/>
                  </a:cubicBezTo>
                  <a:cubicBezTo>
                    <a:pt x="162" y="263"/>
                    <a:pt x="162" y="263"/>
                    <a:pt x="162" y="263"/>
                  </a:cubicBezTo>
                  <a:cubicBezTo>
                    <a:pt x="166" y="266"/>
                    <a:pt x="166" y="266"/>
                    <a:pt x="166" y="266"/>
                  </a:cubicBezTo>
                  <a:cubicBezTo>
                    <a:pt x="170" y="268"/>
                    <a:pt x="170" y="268"/>
                    <a:pt x="170" y="268"/>
                  </a:cubicBezTo>
                  <a:cubicBezTo>
                    <a:pt x="170" y="269"/>
                    <a:pt x="170" y="269"/>
                    <a:pt x="170" y="269"/>
                  </a:cubicBezTo>
                  <a:cubicBezTo>
                    <a:pt x="170" y="269"/>
                    <a:pt x="170" y="269"/>
                    <a:pt x="170" y="269"/>
                  </a:cubicBezTo>
                  <a:cubicBezTo>
                    <a:pt x="171" y="269"/>
                    <a:pt x="171" y="269"/>
                    <a:pt x="171" y="269"/>
                  </a:cubicBezTo>
                  <a:cubicBezTo>
                    <a:pt x="174" y="277"/>
                    <a:pt x="174" y="277"/>
                    <a:pt x="174" y="277"/>
                  </a:cubicBezTo>
                  <a:cubicBezTo>
                    <a:pt x="174" y="277"/>
                    <a:pt x="174" y="277"/>
                    <a:pt x="174" y="277"/>
                  </a:cubicBezTo>
                  <a:cubicBezTo>
                    <a:pt x="175" y="277"/>
                    <a:pt x="175" y="277"/>
                    <a:pt x="175" y="277"/>
                  </a:cubicBezTo>
                  <a:cubicBezTo>
                    <a:pt x="175" y="278"/>
                    <a:pt x="175" y="278"/>
                    <a:pt x="175" y="278"/>
                  </a:cubicBezTo>
                  <a:cubicBezTo>
                    <a:pt x="177" y="287"/>
                    <a:pt x="177" y="287"/>
                    <a:pt x="177" y="287"/>
                  </a:cubicBezTo>
                  <a:cubicBezTo>
                    <a:pt x="182" y="289"/>
                    <a:pt x="182" y="289"/>
                    <a:pt x="182" y="289"/>
                  </a:cubicBezTo>
                  <a:cubicBezTo>
                    <a:pt x="183" y="289"/>
                    <a:pt x="183" y="289"/>
                    <a:pt x="183" y="289"/>
                  </a:cubicBezTo>
                  <a:cubicBezTo>
                    <a:pt x="183" y="289"/>
                    <a:pt x="183" y="289"/>
                    <a:pt x="183" y="289"/>
                  </a:cubicBezTo>
                  <a:cubicBezTo>
                    <a:pt x="183" y="289"/>
                    <a:pt x="183" y="289"/>
                    <a:pt x="183" y="289"/>
                  </a:cubicBezTo>
                  <a:cubicBezTo>
                    <a:pt x="188" y="291"/>
                    <a:pt x="188" y="291"/>
                    <a:pt x="188" y="291"/>
                  </a:cubicBezTo>
                  <a:cubicBezTo>
                    <a:pt x="194" y="290"/>
                    <a:pt x="194" y="290"/>
                    <a:pt x="194" y="290"/>
                  </a:cubicBezTo>
                  <a:cubicBezTo>
                    <a:pt x="195" y="284"/>
                    <a:pt x="195" y="284"/>
                    <a:pt x="195" y="284"/>
                  </a:cubicBezTo>
                  <a:cubicBezTo>
                    <a:pt x="195" y="284"/>
                    <a:pt x="195" y="284"/>
                    <a:pt x="195" y="284"/>
                  </a:cubicBezTo>
                  <a:cubicBezTo>
                    <a:pt x="196" y="283"/>
                    <a:pt x="196" y="283"/>
                    <a:pt x="196" y="283"/>
                  </a:cubicBezTo>
                  <a:cubicBezTo>
                    <a:pt x="202" y="277"/>
                    <a:pt x="202" y="277"/>
                    <a:pt x="202" y="277"/>
                  </a:cubicBezTo>
                  <a:cubicBezTo>
                    <a:pt x="210" y="279"/>
                    <a:pt x="210" y="279"/>
                    <a:pt x="210" y="279"/>
                  </a:cubicBezTo>
                  <a:cubicBezTo>
                    <a:pt x="210" y="279"/>
                    <a:pt x="210" y="279"/>
                    <a:pt x="210" y="279"/>
                  </a:cubicBezTo>
                  <a:cubicBezTo>
                    <a:pt x="214" y="287"/>
                    <a:pt x="214" y="287"/>
                    <a:pt x="214" y="287"/>
                  </a:cubicBezTo>
                  <a:cubicBezTo>
                    <a:pt x="221" y="285"/>
                    <a:pt x="221" y="285"/>
                    <a:pt x="221" y="285"/>
                  </a:cubicBezTo>
                  <a:cubicBezTo>
                    <a:pt x="222" y="277"/>
                    <a:pt x="222" y="277"/>
                    <a:pt x="222" y="277"/>
                  </a:cubicBezTo>
                  <a:cubicBezTo>
                    <a:pt x="222" y="277"/>
                    <a:pt x="222" y="277"/>
                    <a:pt x="222" y="277"/>
                  </a:cubicBezTo>
                  <a:cubicBezTo>
                    <a:pt x="222" y="276"/>
                    <a:pt x="222" y="276"/>
                    <a:pt x="222" y="276"/>
                  </a:cubicBezTo>
                  <a:cubicBezTo>
                    <a:pt x="222" y="276"/>
                    <a:pt x="222" y="276"/>
                    <a:pt x="222" y="276"/>
                  </a:cubicBezTo>
                  <a:cubicBezTo>
                    <a:pt x="228" y="273"/>
                    <a:pt x="228" y="273"/>
                    <a:pt x="228" y="273"/>
                  </a:cubicBezTo>
                  <a:cubicBezTo>
                    <a:pt x="226" y="262"/>
                    <a:pt x="226" y="262"/>
                    <a:pt x="226" y="262"/>
                  </a:cubicBezTo>
                  <a:cubicBezTo>
                    <a:pt x="226" y="261"/>
                    <a:pt x="226" y="261"/>
                    <a:pt x="226" y="261"/>
                  </a:cubicBezTo>
                  <a:cubicBezTo>
                    <a:pt x="226" y="261"/>
                    <a:pt x="226" y="261"/>
                    <a:pt x="226" y="261"/>
                  </a:cubicBezTo>
                  <a:cubicBezTo>
                    <a:pt x="226" y="261"/>
                    <a:pt x="226" y="261"/>
                    <a:pt x="226" y="261"/>
                  </a:cubicBezTo>
                  <a:cubicBezTo>
                    <a:pt x="232" y="248"/>
                    <a:pt x="232" y="248"/>
                    <a:pt x="232" y="248"/>
                  </a:cubicBezTo>
                  <a:cubicBezTo>
                    <a:pt x="238" y="246"/>
                    <a:pt x="238" y="246"/>
                    <a:pt x="238" y="246"/>
                  </a:cubicBezTo>
                  <a:cubicBezTo>
                    <a:pt x="236" y="235"/>
                    <a:pt x="236" y="235"/>
                    <a:pt x="236" y="235"/>
                  </a:cubicBezTo>
                  <a:cubicBezTo>
                    <a:pt x="242" y="235"/>
                    <a:pt x="242" y="235"/>
                    <a:pt x="242" y="235"/>
                  </a:cubicBezTo>
                  <a:cubicBezTo>
                    <a:pt x="242" y="229"/>
                    <a:pt x="242" y="229"/>
                    <a:pt x="242" y="229"/>
                  </a:cubicBezTo>
                  <a:cubicBezTo>
                    <a:pt x="238" y="219"/>
                    <a:pt x="238" y="219"/>
                    <a:pt x="238" y="219"/>
                  </a:cubicBezTo>
                  <a:cubicBezTo>
                    <a:pt x="238" y="219"/>
                    <a:pt x="238" y="219"/>
                    <a:pt x="238" y="219"/>
                  </a:cubicBezTo>
                  <a:cubicBezTo>
                    <a:pt x="238" y="218"/>
                    <a:pt x="238" y="218"/>
                    <a:pt x="238" y="218"/>
                  </a:cubicBezTo>
                  <a:cubicBezTo>
                    <a:pt x="239" y="210"/>
                    <a:pt x="239" y="210"/>
                    <a:pt x="239" y="210"/>
                  </a:cubicBezTo>
                  <a:cubicBezTo>
                    <a:pt x="239" y="209"/>
                    <a:pt x="239" y="209"/>
                    <a:pt x="239" y="209"/>
                  </a:cubicBezTo>
                  <a:cubicBezTo>
                    <a:pt x="240" y="209"/>
                    <a:pt x="240" y="209"/>
                    <a:pt x="240" y="209"/>
                  </a:cubicBezTo>
                  <a:cubicBezTo>
                    <a:pt x="244" y="203"/>
                    <a:pt x="244" y="203"/>
                    <a:pt x="244" y="203"/>
                  </a:cubicBezTo>
                  <a:cubicBezTo>
                    <a:pt x="245" y="203"/>
                    <a:pt x="245" y="203"/>
                    <a:pt x="245" y="203"/>
                  </a:cubicBezTo>
                  <a:cubicBezTo>
                    <a:pt x="246" y="203"/>
                    <a:pt x="246" y="203"/>
                    <a:pt x="246" y="203"/>
                  </a:cubicBezTo>
                  <a:cubicBezTo>
                    <a:pt x="257" y="205"/>
                    <a:pt x="257" y="205"/>
                    <a:pt x="257" y="205"/>
                  </a:cubicBezTo>
                  <a:cubicBezTo>
                    <a:pt x="257" y="205"/>
                    <a:pt x="257" y="205"/>
                    <a:pt x="257" y="205"/>
                  </a:cubicBezTo>
                  <a:cubicBezTo>
                    <a:pt x="266" y="207"/>
                    <a:pt x="266" y="207"/>
                    <a:pt x="266" y="207"/>
                  </a:cubicBezTo>
                  <a:cubicBezTo>
                    <a:pt x="274" y="205"/>
                    <a:pt x="274" y="205"/>
                    <a:pt x="274" y="205"/>
                  </a:cubicBezTo>
                  <a:cubicBezTo>
                    <a:pt x="278" y="213"/>
                    <a:pt x="278" y="213"/>
                    <a:pt x="278" y="213"/>
                  </a:cubicBezTo>
                  <a:cubicBezTo>
                    <a:pt x="278" y="214"/>
                    <a:pt x="278" y="214"/>
                    <a:pt x="278" y="214"/>
                  </a:cubicBezTo>
                  <a:cubicBezTo>
                    <a:pt x="278" y="220"/>
                    <a:pt x="278" y="220"/>
                    <a:pt x="278" y="220"/>
                  </a:cubicBezTo>
                  <a:cubicBezTo>
                    <a:pt x="280" y="226"/>
                    <a:pt x="280" y="226"/>
                    <a:pt x="280" y="226"/>
                  </a:cubicBezTo>
                  <a:cubicBezTo>
                    <a:pt x="280" y="229"/>
                    <a:pt x="282" y="230"/>
                    <a:pt x="284" y="231"/>
                  </a:cubicBezTo>
                  <a:cubicBezTo>
                    <a:pt x="284" y="231"/>
                    <a:pt x="284" y="231"/>
                    <a:pt x="284" y="231"/>
                  </a:cubicBezTo>
                  <a:cubicBezTo>
                    <a:pt x="288" y="231"/>
                    <a:pt x="290" y="233"/>
                    <a:pt x="290" y="235"/>
                  </a:cubicBezTo>
                  <a:cubicBezTo>
                    <a:pt x="291" y="237"/>
                    <a:pt x="292" y="240"/>
                    <a:pt x="295" y="243"/>
                  </a:cubicBezTo>
                  <a:cubicBezTo>
                    <a:pt x="299" y="249"/>
                    <a:pt x="299" y="249"/>
                    <a:pt x="299" y="249"/>
                  </a:cubicBezTo>
                  <a:cubicBezTo>
                    <a:pt x="299" y="249"/>
                    <a:pt x="299" y="249"/>
                    <a:pt x="299" y="249"/>
                  </a:cubicBezTo>
                  <a:cubicBezTo>
                    <a:pt x="299" y="249"/>
                    <a:pt x="299" y="249"/>
                    <a:pt x="299" y="249"/>
                  </a:cubicBezTo>
                  <a:cubicBezTo>
                    <a:pt x="301" y="253"/>
                    <a:pt x="301" y="253"/>
                    <a:pt x="301" y="253"/>
                  </a:cubicBezTo>
                  <a:cubicBezTo>
                    <a:pt x="305" y="253"/>
                    <a:pt x="305" y="253"/>
                    <a:pt x="305" y="253"/>
                  </a:cubicBezTo>
                  <a:cubicBezTo>
                    <a:pt x="312" y="247"/>
                    <a:pt x="312" y="247"/>
                    <a:pt x="312" y="247"/>
                  </a:cubicBezTo>
                  <a:cubicBezTo>
                    <a:pt x="316" y="256"/>
                    <a:pt x="316" y="256"/>
                    <a:pt x="316" y="256"/>
                  </a:cubicBezTo>
                  <a:cubicBezTo>
                    <a:pt x="325" y="259"/>
                    <a:pt x="325" y="259"/>
                    <a:pt x="325" y="259"/>
                  </a:cubicBezTo>
                  <a:cubicBezTo>
                    <a:pt x="325" y="259"/>
                    <a:pt x="325" y="259"/>
                    <a:pt x="325" y="259"/>
                  </a:cubicBezTo>
                  <a:cubicBezTo>
                    <a:pt x="326" y="259"/>
                    <a:pt x="326" y="259"/>
                    <a:pt x="326" y="259"/>
                  </a:cubicBezTo>
                  <a:cubicBezTo>
                    <a:pt x="330" y="267"/>
                    <a:pt x="330" y="267"/>
                    <a:pt x="330" y="267"/>
                  </a:cubicBezTo>
                  <a:cubicBezTo>
                    <a:pt x="332" y="269"/>
                    <a:pt x="332" y="269"/>
                    <a:pt x="332" y="269"/>
                  </a:cubicBezTo>
                  <a:cubicBezTo>
                    <a:pt x="332" y="261"/>
                    <a:pt x="332" y="261"/>
                    <a:pt x="332" y="261"/>
                  </a:cubicBezTo>
                  <a:cubicBezTo>
                    <a:pt x="332" y="261"/>
                    <a:pt x="332" y="261"/>
                    <a:pt x="332" y="261"/>
                  </a:cubicBezTo>
                  <a:cubicBezTo>
                    <a:pt x="332" y="259"/>
                    <a:pt x="332" y="259"/>
                    <a:pt x="332" y="259"/>
                  </a:cubicBezTo>
                  <a:cubicBezTo>
                    <a:pt x="350" y="259"/>
                    <a:pt x="350" y="259"/>
                    <a:pt x="350" y="259"/>
                  </a:cubicBezTo>
                  <a:cubicBezTo>
                    <a:pt x="350" y="257"/>
                    <a:pt x="350" y="257"/>
                    <a:pt x="350" y="257"/>
                  </a:cubicBezTo>
                  <a:cubicBezTo>
                    <a:pt x="351" y="257"/>
                    <a:pt x="351" y="255"/>
                    <a:pt x="350" y="254"/>
                  </a:cubicBezTo>
                  <a:cubicBezTo>
                    <a:pt x="349" y="251"/>
                    <a:pt x="348" y="249"/>
                    <a:pt x="348" y="247"/>
                  </a:cubicBezTo>
                  <a:cubicBezTo>
                    <a:pt x="348" y="243"/>
                    <a:pt x="348" y="241"/>
                    <a:pt x="349" y="240"/>
                  </a:cubicBezTo>
                  <a:cubicBezTo>
                    <a:pt x="350" y="239"/>
                    <a:pt x="351" y="239"/>
                    <a:pt x="353" y="239"/>
                  </a:cubicBezTo>
                  <a:cubicBezTo>
                    <a:pt x="360" y="241"/>
                    <a:pt x="360" y="241"/>
                    <a:pt x="360" y="241"/>
                  </a:cubicBezTo>
                  <a:cubicBezTo>
                    <a:pt x="361" y="236"/>
                    <a:pt x="361" y="236"/>
                    <a:pt x="361" y="236"/>
                  </a:cubicBezTo>
                  <a:cubicBezTo>
                    <a:pt x="348" y="230"/>
                    <a:pt x="348" y="230"/>
                    <a:pt x="348" y="230"/>
                  </a:cubicBezTo>
                  <a:cubicBezTo>
                    <a:pt x="347" y="230"/>
                    <a:pt x="347" y="230"/>
                    <a:pt x="347" y="230"/>
                  </a:cubicBezTo>
                  <a:cubicBezTo>
                    <a:pt x="346" y="229"/>
                    <a:pt x="346" y="229"/>
                    <a:pt x="346" y="229"/>
                  </a:cubicBezTo>
                  <a:cubicBezTo>
                    <a:pt x="346" y="229"/>
                    <a:pt x="346" y="229"/>
                    <a:pt x="346" y="229"/>
                  </a:cubicBezTo>
                  <a:cubicBezTo>
                    <a:pt x="346" y="229"/>
                    <a:pt x="346" y="229"/>
                    <a:pt x="346" y="229"/>
                  </a:cubicBezTo>
                  <a:cubicBezTo>
                    <a:pt x="344" y="213"/>
                    <a:pt x="344" y="213"/>
                    <a:pt x="344" y="213"/>
                  </a:cubicBezTo>
                  <a:cubicBezTo>
                    <a:pt x="345" y="203"/>
                    <a:pt x="345" y="203"/>
                    <a:pt x="345" y="203"/>
                  </a:cubicBezTo>
                  <a:cubicBezTo>
                    <a:pt x="345" y="201"/>
                    <a:pt x="345" y="201"/>
                    <a:pt x="345" y="201"/>
                  </a:cubicBezTo>
                  <a:cubicBezTo>
                    <a:pt x="345" y="201"/>
                    <a:pt x="345" y="201"/>
                    <a:pt x="345" y="201"/>
                  </a:cubicBezTo>
                  <a:cubicBezTo>
                    <a:pt x="367" y="203"/>
                    <a:pt x="367" y="203"/>
                    <a:pt x="367" y="203"/>
                  </a:cubicBezTo>
                  <a:cubicBezTo>
                    <a:pt x="372" y="198"/>
                    <a:pt x="372" y="198"/>
                    <a:pt x="372" y="198"/>
                  </a:cubicBezTo>
                  <a:cubicBezTo>
                    <a:pt x="374" y="196"/>
                    <a:pt x="373" y="195"/>
                    <a:pt x="372" y="194"/>
                  </a:cubicBezTo>
                  <a:cubicBezTo>
                    <a:pt x="367" y="192"/>
                    <a:pt x="364" y="190"/>
                    <a:pt x="364" y="187"/>
                  </a:cubicBezTo>
                  <a:cubicBezTo>
                    <a:pt x="364" y="186"/>
                    <a:pt x="364" y="185"/>
                    <a:pt x="366" y="184"/>
                  </a:cubicBezTo>
                  <a:cubicBezTo>
                    <a:pt x="376" y="175"/>
                    <a:pt x="376" y="175"/>
                    <a:pt x="376" y="175"/>
                  </a:cubicBezTo>
                  <a:cubicBezTo>
                    <a:pt x="386" y="174"/>
                    <a:pt x="386" y="174"/>
                    <a:pt x="386" y="174"/>
                  </a:cubicBezTo>
                  <a:cubicBezTo>
                    <a:pt x="391" y="165"/>
                    <a:pt x="391" y="165"/>
                    <a:pt x="391" y="165"/>
                  </a:cubicBezTo>
                  <a:cubicBezTo>
                    <a:pt x="391" y="157"/>
                    <a:pt x="391" y="157"/>
                    <a:pt x="391" y="157"/>
                  </a:cubicBezTo>
                  <a:cubicBezTo>
                    <a:pt x="398" y="155"/>
                    <a:pt x="398" y="155"/>
                    <a:pt x="398" y="155"/>
                  </a:cubicBezTo>
                  <a:cubicBezTo>
                    <a:pt x="400" y="149"/>
                    <a:pt x="402" y="146"/>
                    <a:pt x="402" y="145"/>
                  </a:cubicBezTo>
                  <a:cubicBezTo>
                    <a:pt x="406" y="138"/>
                    <a:pt x="406" y="138"/>
                    <a:pt x="406" y="138"/>
                  </a:cubicBezTo>
                  <a:cubicBezTo>
                    <a:pt x="400" y="128"/>
                    <a:pt x="400" y="128"/>
                    <a:pt x="400" y="128"/>
                  </a:cubicBezTo>
                  <a:cubicBezTo>
                    <a:pt x="400" y="128"/>
                    <a:pt x="400" y="128"/>
                    <a:pt x="400" y="128"/>
                  </a:cubicBezTo>
                  <a:cubicBezTo>
                    <a:pt x="400" y="128"/>
                    <a:pt x="400" y="128"/>
                    <a:pt x="400" y="128"/>
                  </a:cubicBezTo>
                  <a:cubicBezTo>
                    <a:pt x="400" y="127"/>
                    <a:pt x="400" y="127"/>
                    <a:pt x="400" y="127"/>
                  </a:cubicBezTo>
                  <a:cubicBezTo>
                    <a:pt x="396" y="114"/>
                    <a:pt x="396" y="114"/>
                    <a:pt x="396" y="114"/>
                  </a:cubicBezTo>
                  <a:cubicBezTo>
                    <a:pt x="396" y="113"/>
                    <a:pt x="396" y="113"/>
                    <a:pt x="396" y="113"/>
                  </a:cubicBezTo>
                  <a:cubicBezTo>
                    <a:pt x="394" y="99"/>
                    <a:pt x="394" y="99"/>
                    <a:pt x="394" y="99"/>
                  </a:cubicBezTo>
                  <a:cubicBezTo>
                    <a:pt x="389" y="91"/>
                    <a:pt x="389" y="91"/>
                    <a:pt x="389" y="91"/>
                  </a:cubicBezTo>
                  <a:cubicBezTo>
                    <a:pt x="382" y="84"/>
                    <a:pt x="382" y="84"/>
                    <a:pt x="382" y="84"/>
                  </a:cubicBezTo>
                  <a:cubicBezTo>
                    <a:pt x="382" y="84"/>
                    <a:pt x="382" y="84"/>
                    <a:pt x="382" y="84"/>
                  </a:cubicBezTo>
                  <a:cubicBezTo>
                    <a:pt x="382" y="83"/>
                    <a:pt x="382" y="83"/>
                    <a:pt x="382" y="83"/>
                  </a:cubicBezTo>
                  <a:cubicBezTo>
                    <a:pt x="382" y="83"/>
                    <a:pt x="382" y="83"/>
                    <a:pt x="382" y="83"/>
                  </a:cubicBezTo>
                  <a:cubicBezTo>
                    <a:pt x="381" y="75"/>
                    <a:pt x="381" y="75"/>
                    <a:pt x="381" y="75"/>
                  </a:cubicBezTo>
                  <a:cubicBezTo>
                    <a:pt x="368" y="79"/>
                    <a:pt x="368" y="79"/>
                    <a:pt x="368" y="79"/>
                  </a:cubicBezTo>
                  <a:cubicBezTo>
                    <a:pt x="368" y="79"/>
                    <a:pt x="368" y="79"/>
                    <a:pt x="368" y="79"/>
                  </a:cubicBezTo>
                  <a:cubicBezTo>
                    <a:pt x="362" y="72"/>
                    <a:pt x="362" y="72"/>
                    <a:pt x="362" y="72"/>
                  </a:cubicBezTo>
                  <a:cubicBezTo>
                    <a:pt x="344" y="59"/>
                    <a:pt x="344" y="59"/>
                    <a:pt x="344" y="59"/>
                  </a:cubicBezTo>
                  <a:cubicBezTo>
                    <a:pt x="343" y="59"/>
                    <a:pt x="343" y="59"/>
                    <a:pt x="343" y="59"/>
                  </a:cubicBezTo>
                  <a:cubicBezTo>
                    <a:pt x="336" y="50"/>
                    <a:pt x="336" y="50"/>
                    <a:pt x="336" y="50"/>
                  </a:cubicBezTo>
                  <a:cubicBezTo>
                    <a:pt x="332" y="47"/>
                    <a:pt x="332" y="47"/>
                    <a:pt x="332" y="47"/>
                  </a:cubicBezTo>
                  <a:cubicBezTo>
                    <a:pt x="329" y="51"/>
                    <a:pt x="329" y="51"/>
                    <a:pt x="329" y="51"/>
                  </a:cubicBezTo>
                  <a:cubicBezTo>
                    <a:pt x="329" y="52"/>
                    <a:pt x="329" y="52"/>
                    <a:pt x="329" y="52"/>
                  </a:cubicBezTo>
                  <a:cubicBezTo>
                    <a:pt x="329" y="53"/>
                    <a:pt x="329" y="53"/>
                    <a:pt x="329" y="53"/>
                  </a:cubicBezTo>
                  <a:cubicBezTo>
                    <a:pt x="328" y="53"/>
                    <a:pt x="328" y="53"/>
                    <a:pt x="328" y="53"/>
                  </a:cubicBezTo>
                  <a:cubicBezTo>
                    <a:pt x="328" y="53"/>
                    <a:pt x="328" y="53"/>
                    <a:pt x="328" y="53"/>
                  </a:cubicBezTo>
                  <a:cubicBezTo>
                    <a:pt x="322" y="53"/>
                    <a:pt x="322" y="53"/>
                    <a:pt x="322" y="53"/>
                  </a:cubicBezTo>
                  <a:cubicBezTo>
                    <a:pt x="321" y="53"/>
                    <a:pt x="321" y="53"/>
                    <a:pt x="321" y="53"/>
                  </a:cubicBezTo>
                  <a:cubicBezTo>
                    <a:pt x="321" y="53"/>
                    <a:pt x="321" y="53"/>
                    <a:pt x="321" y="53"/>
                  </a:cubicBezTo>
                  <a:cubicBezTo>
                    <a:pt x="308" y="39"/>
                    <a:pt x="308" y="39"/>
                    <a:pt x="308" y="39"/>
                  </a:cubicBezTo>
                  <a:cubicBezTo>
                    <a:pt x="305" y="38"/>
                    <a:pt x="302" y="35"/>
                    <a:pt x="298" y="31"/>
                  </a:cubicBezTo>
                  <a:cubicBezTo>
                    <a:pt x="292" y="27"/>
                    <a:pt x="292" y="27"/>
                    <a:pt x="292" y="27"/>
                  </a:cubicBezTo>
                  <a:cubicBezTo>
                    <a:pt x="292" y="26"/>
                    <a:pt x="292" y="26"/>
                    <a:pt x="292" y="26"/>
                  </a:cubicBezTo>
                  <a:cubicBezTo>
                    <a:pt x="285" y="22"/>
                    <a:pt x="285" y="22"/>
                    <a:pt x="285" y="22"/>
                  </a:cubicBezTo>
                  <a:cubicBezTo>
                    <a:pt x="281" y="25"/>
                    <a:pt x="281" y="25"/>
                    <a:pt x="281" y="25"/>
                  </a:cubicBezTo>
                  <a:cubicBezTo>
                    <a:pt x="280" y="26"/>
                    <a:pt x="280" y="26"/>
                    <a:pt x="280" y="26"/>
                  </a:cubicBezTo>
                  <a:cubicBezTo>
                    <a:pt x="280" y="26"/>
                    <a:pt x="280" y="26"/>
                    <a:pt x="280" y="26"/>
                  </a:cubicBezTo>
                  <a:cubicBezTo>
                    <a:pt x="280" y="26"/>
                    <a:pt x="280" y="26"/>
                    <a:pt x="280" y="26"/>
                  </a:cubicBezTo>
                  <a:cubicBezTo>
                    <a:pt x="276" y="25"/>
                    <a:pt x="276" y="25"/>
                    <a:pt x="276" y="25"/>
                  </a:cubicBezTo>
                  <a:cubicBezTo>
                    <a:pt x="272" y="27"/>
                    <a:pt x="272" y="27"/>
                    <a:pt x="272" y="27"/>
                  </a:cubicBezTo>
                  <a:cubicBezTo>
                    <a:pt x="272" y="27"/>
                    <a:pt x="272" y="27"/>
                    <a:pt x="272" y="27"/>
                  </a:cubicBezTo>
                  <a:cubicBezTo>
                    <a:pt x="271" y="28"/>
                    <a:pt x="271" y="28"/>
                    <a:pt x="271" y="28"/>
                  </a:cubicBezTo>
                  <a:cubicBezTo>
                    <a:pt x="271" y="28"/>
                    <a:pt x="271" y="28"/>
                    <a:pt x="271" y="28"/>
                  </a:cubicBezTo>
                  <a:cubicBezTo>
                    <a:pt x="265" y="29"/>
                    <a:pt x="265" y="29"/>
                    <a:pt x="265" y="29"/>
                  </a:cubicBezTo>
                  <a:cubicBezTo>
                    <a:pt x="258" y="24"/>
                    <a:pt x="250" y="20"/>
                    <a:pt x="24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0"/>
            <p:cNvSpPr>
              <a:spLocks/>
            </p:cNvSpPr>
            <p:nvPr/>
          </p:nvSpPr>
          <p:spPr bwMode="auto">
            <a:xfrm>
              <a:off x="2865438" y="3816002"/>
              <a:ext cx="1319213" cy="1157288"/>
            </a:xfrm>
            <a:custGeom>
              <a:avLst/>
              <a:gdLst>
                <a:gd name="T0" fmla="*/ 10 w 351"/>
                <a:gd name="T1" fmla="*/ 14 h 308"/>
                <a:gd name="T2" fmla="*/ 9 w 351"/>
                <a:gd name="T3" fmla="*/ 35 h 308"/>
                <a:gd name="T4" fmla="*/ 5 w 351"/>
                <a:gd name="T5" fmla="*/ 57 h 308"/>
                <a:gd name="T6" fmla="*/ 19 w 351"/>
                <a:gd name="T7" fmla="*/ 69 h 308"/>
                <a:gd name="T8" fmla="*/ 35 w 351"/>
                <a:gd name="T9" fmla="*/ 97 h 308"/>
                <a:gd name="T10" fmla="*/ 37 w 351"/>
                <a:gd name="T11" fmla="*/ 122 h 308"/>
                <a:gd name="T12" fmla="*/ 45 w 351"/>
                <a:gd name="T13" fmla="*/ 143 h 308"/>
                <a:gd name="T14" fmla="*/ 50 w 351"/>
                <a:gd name="T15" fmla="*/ 175 h 308"/>
                <a:gd name="T16" fmla="*/ 47 w 351"/>
                <a:gd name="T17" fmla="*/ 218 h 308"/>
                <a:gd name="T18" fmla="*/ 55 w 351"/>
                <a:gd name="T19" fmla="*/ 231 h 308"/>
                <a:gd name="T20" fmla="*/ 62 w 351"/>
                <a:gd name="T21" fmla="*/ 213 h 308"/>
                <a:gd name="T22" fmla="*/ 78 w 351"/>
                <a:gd name="T23" fmla="*/ 220 h 308"/>
                <a:gd name="T24" fmla="*/ 85 w 351"/>
                <a:gd name="T25" fmla="*/ 237 h 308"/>
                <a:gd name="T26" fmla="*/ 102 w 351"/>
                <a:gd name="T27" fmla="*/ 239 h 308"/>
                <a:gd name="T28" fmla="*/ 119 w 351"/>
                <a:gd name="T29" fmla="*/ 279 h 308"/>
                <a:gd name="T30" fmla="*/ 123 w 351"/>
                <a:gd name="T31" fmla="*/ 299 h 308"/>
                <a:gd name="T32" fmla="*/ 131 w 351"/>
                <a:gd name="T33" fmla="*/ 308 h 308"/>
                <a:gd name="T34" fmla="*/ 153 w 351"/>
                <a:gd name="T35" fmla="*/ 293 h 308"/>
                <a:gd name="T36" fmla="*/ 164 w 351"/>
                <a:gd name="T37" fmla="*/ 268 h 308"/>
                <a:gd name="T38" fmla="*/ 173 w 351"/>
                <a:gd name="T39" fmla="*/ 255 h 308"/>
                <a:gd name="T40" fmla="*/ 187 w 351"/>
                <a:gd name="T41" fmla="*/ 235 h 308"/>
                <a:gd name="T42" fmla="*/ 195 w 351"/>
                <a:gd name="T43" fmla="*/ 218 h 308"/>
                <a:gd name="T44" fmla="*/ 221 w 351"/>
                <a:gd name="T45" fmla="*/ 225 h 308"/>
                <a:gd name="T46" fmla="*/ 229 w 351"/>
                <a:gd name="T47" fmla="*/ 236 h 308"/>
                <a:gd name="T48" fmla="*/ 240 w 351"/>
                <a:gd name="T49" fmla="*/ 233 h 308"/>
                <a:gd name="T50" fmla="*/ 255 w 351"/>
                <a:gd name="T51" fmla="*/ 249 h 308"/>
                <a:gd name="T52" fmla="*/ 275 w 351"/>
                <a:gd name="T53" fmla="*/ 233 h 308"/>
                <a:gd name="T54" fmla="*/ 264 w 351"/>
                <a:gd name="T55" fmla="*/ 229 h 308"/>
                <a:gd name="T56" fmla="*/ 259 w 351"/>
                <a:gd name="T57" fmla="*/ 210 h 308"/>
                <a:gd name="T58" fmla="*/ 275 w 351"/>
                <a:gd name="T59" fmla="*/ 209 h 308"/>
                <a:gd name="T60" fmla="*/ 259 w 351"/>
                <a:gd name="T61" fmla="*/ 187 h 308"/>
                <a:gd name="T62" fmla="*/ 255 w 351"/>
                <a:gd name="T63" fmla="*/ 163 h 308"/>
                <a:gd name="T64" fmla="*/ 303 w 351"/>
                <a:gd name="T65" fmla="*/ 143 h 308"/>
                <a:gd name="T66" fmla="*/ 327 w 351"/>
                <a:gd name="T67" fmla="*/ 121 h 308"/>
                <a:gd name="T68" fmla="*/ 333 w 351"/>
                <a:gd name="T69" fmla="*/ 111 h 308"/>
                <a:gd name="T70" fmla="*/ 343 w 351"/>
                <a:gd name="T71" fmla="*/ 85 h 308"/>
                <a:gd name="T72" fmla="*/ 325 w 351"/>
                <a:gd name="T73" fmla="*/ 78 h 308"/>
                <a:gd name="T74" fmla="*/ 315 w 351"/>
                <a:gd name="T75" fmla="*/ 68 h 308"/>
                <a:gd name="T76" fmla="*/ 304 w 351"/>
                <a:gd name="T77" fmla="*/ 73 h 308"/>
                <a:gd name="T78" fmla="*/ 298 w 351"/>
                <a:gd name="T79" fmla="*/ 63 h 308"/>
                <a:gd name="T80" fmla="*/ 287 w 351"/>
                <a:gd name="T81" fmla="*/ 62 h 308"/>
                <a:gd name="T82" fmla="*/ 263 w 351"/>
                <a:gd name="T83" fmla="*/ 58 h 308"/>
                <a:gd name="T84" fmla="*/ 253 w 351"/>
                <a:gd name="T85" fmla="*/ 59 h 308"/>
                <a:gd name="T86" fmla="*/ 219 w 351"/>
                <a:gd name="T87" fmla="*/ 55 h 308"/>
                <a:gd name="T88" fmla="*/ 217 w 351"/>
                <a:gd name="T89" fmla="*/ 39 h 308"/>
                <a:gd name="T90" fmla="*/ 180 w 351"/>
                <a:gd name="T91" fmla="*/ 16 h 308"/>
                <a:gd name="T92" fmla="*/ 163 w 351"/>
                <a:gd name="T93" fmla="*/ 5 h 308"/>
                <a:gd name="T94" fmla="*/ 160 w 351"/>
                <a:gd name="T95" fmla="*/ 31 h 308"/>
                <a:gd name="T96" fmla="*/ 140 w 351"/>
                <a:gd name="T97" fmla="*/ 33 h 308"/>
                <a:gd name="T98" fmla="*/ 131 w 351"/>
                <a:gd name="T99" fmla="*/ 41 h 308"/>
                <a:gd name="T100" fmla="*/ 122 w 351"/>
                <a:gd name="T101" fmla="*/ 55 h 308"/>
                <a:gd name="T102" fmla="*/ 95 w 351"/>
                <a:gd name="T103" fmla="*/ 67 h 308"/>
                <a:gd name="T104" fmla="*/ 77 w 351"/>
                <a:gd name="T105" fmla="*/ 50 h 308"/>
                <a:gd name="T106" fmla="*/ 63 w 351"/>
                <a:gd name="T107" fmla="*/ 47 h 308"/>
                <a:gd name="T108" fmla="*/ 49 w 351"/>
                <a:gd name="T109" fmla="*/ 31 h 308"/>
                <a:gd name="T110" fmla="*/ 34 w 351"/>
                <a:gd name="T111" fmla="*/ 7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1" h="308">
                  <a:moveTo>
                    <a:pt x="33" y="7"/>
                  </a:moveTo>
                  <a:cubicBezTo>
                    <a:pt x="23" y="5"/>
                    <a:pt x="23" y="5"/>
                    <a:pt x="23" y="5"/>
                  </a:cubicBezTo>
                  <a:cubicBezTo>
                    <a:pt x="14" y="3"/>
                    <a:pt x="14" y="3"/>
                    <a:pt x="14" y="3"/>
                  </a:cubicBezTo>
                  <a:cubicBezTo>
                    <a:pt x="11" y="7"/>
                    <a:pt x="11" y="7"/>
                    <a:pt x="11" y="7"/>
                  </a:cubicBezTo>
                  <a:cubicBezTo>
                    <a:pt x="10" y="14"/>
                    <a:pt x="10" y="14"/>
                    <a:pt x="10" y="14"/>
                  </a:cubicBezTo>
                  <a:cubicBezTo>
                    <a:pt x="10" y="14"/>
                    <a:pt x="10" y="14"/>
                    <a:pt x="10" y="14"/>
                  </a:cubicBezTo>
                  <a:cubicBezTo>
                    <a:pt x="13" y="25"/>
                    <a:pt x="13" y="25"/>
                    <a:pt x="13" y="25"/>
                  </a:cubicBezTo>
                  <a:cubicBezTo>
                    <a:pt x="13" y="33"/>
                    <a:pt x="13" y="33"/>
                    <a:pt x="13" y="33"/>
                  </a:cubicBezTo>
                  <a:cubicBezTo>
                    <a:pt x="13" y="35"/>
                    <a:pt x="13" y="35"/>
                    <a:pt x="13" y="35"/>
                  </a:cubicBezTo>
                  <a:cubicBezTo>
                    <a:pt x="9" y="35"/>
                    <a:pt x="9" y="35"/>
                    <a:pt x="9" y="35"/>
                  </a:cubicBezTo>
                  <a:cubicBezTo>
                    <a:pt x="11" y="45"/>
                    <a:pt x="11" y="45"/>
                    <a:pt x="11" y="45"/>
                  </a:cubicBezTo>
                  <a:cubicBezTo>
                    <a:pt x="3" y="47"/>
                    <a:pt x="3" y="47"/>
                    <a:pt x="3" y="47"/>
                  </a:cubicBezTo>
                  <a:cubicBezTo>
                    <a:pt x="0" y="53"/>
                    <a:pt x="0" y="53"/>
                    <a:pt x="0" y="53"/>
                  </a:cubicBezTo>
                  <a:cubicBezTo>
                    <a:pt x="4" y="57"/>
                    <a:pt x="4" y="57"/>
                    <a:pt x="4" y="57"/>
                  </a:cubicBezTo>
                  <a:cubicBezTo>
                    <a:pt x="5" y="57"/>
                    <a:pt x="5" y="57"/>
                    <a:pt x="5" y="57"/>
                  </a:cubicBezTo>
                  <a:cubicBezTo>
                    <a:pt x="5" y="57"/>
                    <a:pt x="5" y="57"/>
                    <a:pt x="5" y="57"/>
                  </a:cubicBezTo>
                  <a:cubicBezTo>
                    <a:pt x="19" y="68"/>
                    <a:pt x="19" y="68"/>
                    <a:pt x="19" y="68"/>
                  </a:cubicBezTo>
                  <a:cubicBezTo>
                    <a:pt x="19" y="69"/>
                    <a:pt x="19" y="69"/>
                    <a:pt x="19" y="69"/>
                  </a:cubicBezTo>
                  <a:cubicBezTo>
                    <a:pt x="19" y="69"/>
                    <a:pt x="19" y="69"/>
                    <a:pt x="19" y="69"/>
                  </a:cubicBezTo>
                  <a:cubicBezTo>
                    <a:pt x="19" y="69"/>
                    <a:pt x="19" y="69"/>
                    <a:pt x="19" y="69"/>
                  </a:cubicBezTo>
                  <a:cubicBezTo>
                    <a:pt x="19" y="69"/>
                    <a:pt x="19" y="69"/>
                    <a:pt x="19" y="69"/>
                  </a:cubicBezTo>
                  <a:cubicBezTo>
                    <a:pt x="21" y="79"/>
                    <a:pt x="21" y="79"/>
                    <a:pt x="21" y="79"/>
                  </a:cubicBezTo>
                  <a:cubicBezTo>
                    <a:pt x="28" y="89"/>
                    <a:pt x="28" y="89"/>
                    <a:pt x="28" y="89"/>
                  </a:cubicBezTo>
                  <a:cubicBezTo>
                    <a:pt x="29" y="91"/>
                    <a:pt x="31" y="93"/>
                    <a:pt x="35" y="97"/>
                  </a:cubicBezTo>
                  <a:cubicBezTo>
                    <a:pt x="35" y="97"/>
                    <a:pt x="35" y="97"/>
                    <a:pt x="35" y="97"/>
                  </a:cubicBezTo>
                  <a:cubicBezTo>
                    <a:pt x="36" y="97"/>
                    <a:pt x="36" y="97"/>
                    <a:pt x="36" y="97"/>
                  </a:cubicBezTo>
                  <a:cubicBezTo>
                    <a:pt x="36" y="97"/>
                    <a:pt x="36" y="97"/>
                    <a:pt x="36" y="97"/>
                  </a:cubicBezTo>
                  <a:cubicBezTo>
                    <a:pt x="35" y="98"/>
                    <a:pt x="35" y="98"/>
                    <a:pt x="35" y="98"/>
                  </a:cubicBezTo>
                  <a:cubicBezTo>
                    <a:pt x="35" y="107"/>
                    <a:pt x="35" y="107"/>
                    <a:pt x="35" y="107"/>
                  </a:cubicBezTo>
                  <a:cubicBezTo>
                    <a:pt x="37" y="109"/>
                    <a:pt x="37" y="115"/>
                    <a:pt x="37" y="122"/>
                  </a:cubicBezTo>
                  <a:cubicBezTo>
                    <a:pt x="41" y="127"/>
                    <a:pt x="42" y="131"/>
                    <a:pt x="42" y="133"/>
                  </a:cubicBezTo>
                  <a:cubicBezTo>
                    <a:pt x="42" y="135"/>
                    <a:pt x="43" y="138"/>
                    <a:pt x="45" y="143"/>
                  </a:cubicBezTo>
                  <a:cubicBezTo>
                    <a:pt x="45" y="143"/>
                    <a:pt x="45" y="143"/>
                    <a:pt x="45" y="143"/>
                  </a:cubicBezTo>
                  <a:cubicBezTo>
                    <a:pt x="45" y="143"/>
                    <a:pt x="45" y="143"/>
                    <a:pt x="45" y="143"/>
                  </a:cubicBezTo>
                  <a:cubicBezTo>
                    <a:pt x="45" y="143"/>
                    <a:pt x="45" y="143"/>
                    <a:pt x="45" y="143"/>
                  </a:cubicBezTo>
                  <a:cubicBezTo>
                    <a:pt x="46" y="149"/>
                    <a:pt x="46" y="153"/>
                    <a:pt x="45" y="157"/>
                  </a:cubicBezTo>
                  <a:cubicBezTo>
                    <a:pt x="43" y="160"/>
                    <a:pt x="45" y="165"/>
                    <a:pt x="49" y="173"/>
                  </a:cubicBezTo>
                  <a:cubicBezTo>
                    <a:pt x="50" y="173"/>
                    <a:pt x="50" y="173"/>
                    <a:pt x="50" y="173"/>
                  </a:cubicBezTo>
                  <a:cubicBezTo>
                    <a:pt x="50" y="174"/>
                    <a:pt x="50" y="174"/>
                    <a:pt x="50" y="174"/>
                  </a:cubicBezTo>
                  <a:cubicBezTo>
                    <a:pt x="50" y="175"/>
                    <a:pt x="50" y="175"/>
                    <a:pt x="50" y="175"/>
                  </a:cubicBezTo>
                  <a:cubicBezTo>
                    <a:pt x="43" y="189"/>
                    <a:pt x="43" y="189"/>
                    <a:pt x="43" y="189"/>
                  </a:cubicBezTo>
                  <a:cubicBezTo>
                    <a:pt x="45" y="192"/>
                    <a:pt x="45" y="194"/>
                    <a:pt x="45" y="196"/>
                  </a:cubicBezTo>
                  <a:cubicBezTo>
                    <a:pt x="43" y="209"/>
                    <a:pt x="43" y="209"/>
                    <a:pt x="43" y="209"/>
                  </a:cubicBezTo>
                  <a:cubicBezTo>
                    <a:pt x="43" y="213"/>
                    <a:pt x="43" y="216"/>
                    <a:pt x="45" y="217"/>
                  </a:cubicBezTo>
                  <a:cubicBezTo>
                    <a:pt x="47" y="218"/>
                    <a:pt x="47" y="218"/>
                    <a:pt x="47" y="218"/>
                  </a:cubicBezTo>
                  <a:cubicBezTo>
                    <a:pt x="51" y="220"/>
                    <a:pt x="52" y="222"/>
                    <a:pt x="52" y="224"/>
                  </a:cubicBezTo>
                  <a:cubicBezTo>
                    <a:pt x="51" y="231"/>
                    <a:pt x="51" y="231"/>
                    <a:pt x="51" y="231"/>
                  </a:cubicBezTo>
                  <a:cubicBezTo>
                    <a:pt x="53" y="231"/>
                    <a:pt x="53" y="231"/>
                    <a:pt x="53" y="231"/>
                  </a:cubicBezTo>
                  <a:cubicBezTo>
                    <a:pt x="54" y="232"/>
                    <a:pt x="54" y="232"/>
                    <a:pt x="54" y="232"/>
                  </a:cubicBezTo>
                  <a:cubicBezTo>
                    <a:pt x="55" y="231"/>
                    <a:pt x="55" y="231"/>
                    <a:pt x="55" y="231"/>
                  </a:cubicBezTo>
                  <a:cubicBezTo>
                    <a:pt x="56" y="229"/>
                    <a:pt x="57" y="228"/>
                    <a:pt x="58" y="226"/>
                  </a:cubicBezTo>
                  <a:cubicBezTo>
                    <a:pt x="59" y="225"/>
                    <a:pt x="59" y="225"/>
                    <a:pt x="59" y="225"/>
                  </a:cubicBezTo>
                  <a:cubicBezTo>
                    <a:pt x="59" y="224"/>
                    <a:pt x="59" y="224"/>
                    <a:pt x="59" y="224"/>
                  </a:cubicBezTo>
                  <a:cubicBezTo>
                    <a:pt x="61" y="223"/>
                    <a:pt x="61" y="222"/>
                    <a:pt x="63" y="220"/>
                  </a:cubicBezTo>
                  <a:cubicBezTo>
                    <a:pt x="63" y="218"/>
                    <a:pt x="63" y="215"/>
                    <a:pt x="62" y="213"/>
                  </a:cubicBezTo>
                  <a:cubicBezTo>
                    <a:pt x="61" y="211"/>
                    <a:pt x="61" y="211"/>
                    <a:pt x="61" y="211"/>
                  </a:cubicBezTo>
                  <a:cubicBezTo>
                    <a:pt x="63" y="210"/>
                    <a:pt x="63" y="210"/>
                    <a:pt x="63" y="210"/>
                  </a:cubicBezTo>
                  <a:cubicBezTo>
                    <a:pt x="70" y="209"/>
                    <a:pt x="73" y="209"/>
                    <a:pt x="75" y="212"/>
                  </a:cubicBezTo>
                  <a:cubicBezTo>
                    <a:pt x="78" y="220"/>
                    <a:pt x="78" y="220"/>
                    <a:pt x="78" y="220"/>
                  </a:cubicBezTo>
                  <a:cubicBezTo>
                    <a:pt x="78" y="220"/>
                    <a:pt x="78" y="220"/>
                    <a:pt x="78" y="220"/>
                  </a:cubicBezTo>
                  <a:cubicBezTo>
                    <a:pt x="78" y="221"/>
                    <a:pt x="78" y="221"/>
                    <a:pt x="78" y="221"/>
                  </a:cubicBezTo>
                  <a:cubicBezTo>
                    <a:pt x="79" y="234"/>
                    <a:pt x="79" y="234"/>
                    <a:pt x="79" y="234"/>
                  </a:cubicBezTo>
                  <a:cubicBezTo>
                    <a:pt x="85" y="237"/>
                    <a:pt x="85" y="237"/>
                    <a:pt x="85" y="237"/>
                  </a:cubicBezTo>
                  <a:cubicBezTo>
                    <a:pt x="85" y="237"/>
                    <a:pt x="85" y="237"/>
                    <a:pt x="85" y="237"/>
                  </a:cubicBezTo>
                  <a:cubicBezTo>
                    <a:pt x="85" y="237"/>
                    <a:pt x="85" y="237"/>
                    <a:pt x="85" y="237"/>
                  </a:cubicBezTo>
                  <a:cubicBezTo>
                    <a:pt x="89" y="239"/>
                    <a:pt x="89" y="239"/>
                    <a:pt x="89" y="239"/>
                  </a:cubicBezTo>
                  <a:cubicBezTo>
                    <a:pt x="92" y="236"/>
                    <a:pt x="92" y="236"/>
                    <a:pt x="92" y="236"/>
                  </a:cubicBezTo>
                  <a:cubicBezTo>
                    <a:pt x="95" y="233"/>
                    <a:pt x="95" y="233"/>
                    <a:pt x="95" y="233"/>
                  </a:cubicBezTo>
                  <a:cubicBezTo>
                    <a:pt x="97" y="233"/>
                    <a:pt x="97" y="233"/>
                    <a:pt x="97" y="233"/>
                  </a:cubicBezTo>
                  <a:cubicBezTo>
                    <a:pt x="99" y="234"/>
                    <a:pt x="101" y="236"/>
                    <a:pt x="102" y="239"/>
                  </a:cubicBezTo>
                  <a:cubicBezTo>
                    <a:pt x="103" y="249"/>
                    <a:pt x="103" y="249"/>
                    <a:pt x="103" y="249"/>
                  </a:cubicBezTo>
                  <a:cubicBezTo>
                    <a:pt x="104" y="251"/>
                    <a:pt x="104" y="251"/>
                    <a:pt x="104" y="251"/>
                  </a:cubicBezTo>
                  <a:cubicBezTo>
                    <a:pt x="115" y="274"/>
                    <a:pt x="115" y="274"/>
                    <a:pt x="115" y="274"/>
                  </a:cubicBezTo>
                  <a:cubicBezTo>
                    <a:pt x="119" y="278"/>
                    <a:pt x="119" y="278"/>
                    <a:pt x="119" y="278"/>
                  </a:cubicBezTo>
                  <a:cubicBezTo>
                    <a:pt x="119" y="279"/>
                    <a:pt x="119" y="279"/>
                    <a:pt x="119" y="279"/>
                  </a:cubicBezTo>
                  <a:cubicBezTo>
                    <a:pt x="119" y="279"/>
                    <a:pt x="119" y="279"/>
                    <a:pt x="119" y="279"/>
                  </a:cubicBezTo>
                  <a:cubicBezTo>
                    <a:pt x="121" y="289"/>
                    <a:pt x="121" y="289"/>
                    <a:pt x="121" y="289"/>
                  </a:cubicBezTo>
                  <a:cubicBezTo>
                    <a:pt x="121" y="289"/>
                    <a:pt x="121" y="289"/>
                    <a:pt x="121" y="289"/>
                  </a:cubicBezTo>
                  <a:cubicBezTo>
                    <a:pt x="122" y="298"/>
                    <a:pt x="122" y="298"/>
                    <a:pt x="122" y="298"/>
                  </a:cubicBezTo>
                  <a:cubicBezTo>
                    <a:pt x="123" y="299"/>
                    <a:pt x="123" y="299"/>
                    <a:pt x="123" y="299"/>
                  </a:cubicBezTo>
                  <a:cubicBezTo>
                    <a:pt x="125" y="295"/>
                    <a:pt x="128" y="293"/>
                    <a:pt x="129" y="293"/>
                  </a:cubicBezTo>
                  <a:cubicBezTo>
                    <a:pt x="131" y="294"/>
                    <a:pt x="131" y="295"/>
                    <a:pt x="131" y="296"/>
                  </a:cubicBezTo>
                  <a:cubicBezTo>
                    <a:pt x="131" y="299"/>
                    <a:pt x="131" y="299"/>
                    <a:pt x="131" y="299"/>
                  </a:cubicBezTo>
                  <a:cubicBezTo>
                    <a:pt x="131" y="306"/>
                    <a:pt x="131" y="306"/>
                    <a:pt x="131" y="306"/>
                  </a:cubicBezTo>
                  <a:cubicBezTo>
                    <a:pt x="131" y="308"/>
                    <a:pt x="131" y="308"/>
                    <a:pt x="131" y="308"/>
                  </a:cubicBezTo>
                  <a:cubicBezTo>
                    <a:pt x="133" y="308"/>
                    <a:pt x="135" y="308"/>
                    <a:pt x="135" y="307"/>
                  </a:cubicBezTo>
                  <a:cubicBezTo>
                    <a:pt x="139" y="301"/>
                    <a:pt x="139" y="301"/>
                    <a:pt x="139" y="301"/>
                  </a:cubicBezTo>
                  <a:cubicBezTo>
                    <a:pt x="144" y="297"/>
                    <a:pt x="144" y="297"/>
                    <a:pt x="144" y="297"/>
                  </a:cubicBezTo>
                  <a:cubicBezTo>
                    <a:pt x="147" y="295"/>
                    <a:pt x="149" y="293"/>
                    <a:pt x="153" y="293"/>
                  </a:cubicBezTo>
                  <a:cubicBezTo>
                    <a:pt x="153" y="293"/>
                    <a:pt x="153" y="293"/>
                    <a:pt x="153" y="293"/>
                  </a:cubicBezTo>
                  <a:cubicBezTo>
                    <a:pt x="161" y="295"/>
                    <a:pt x="161" y="295"/>
                    <a:pt x="161" y="295"/>
                  </a:cubicBezTo>
                  <a:cubicBezTo>
                    <a:pt x="164" y="294"/>
                    <a:pt x="164" y="294"/>
                    <a:pt x="164" y="294"/>
                  </a:cubicBezTo>
                  <a:cubicBezTo>
                    <a:pt x="168" y="288"/>
                    <a:pt x="168" y="288"/>
                    <a:pt x="168" y="288"/>
                  </a:cubicBezTo>
                  <a:cubicBezTo>
                    <a:pt x="167" y="279"/>
                    <a:pt x="167" y="279"/>
                    <a:pt x="167" y="279"/>
                  </a:cubicBezTo>
                  <a:cubicBezTo>
                    <a:pt x="165" y="275"/>
                    <a:pt x="163" y="271"/>
                    <a:pt x="164" y="268"/>
                  </a:cubicBezTo>
                  <a:cubicBezTo>
                    <a:pt x="165" y="261"/>
                    <a:pt x="165" y="261"/>
                    <a:pt x="165" y="261"/>
                  </a:cubicBezTo>
                  <a:cubicBezTo>
                    <a:pt x="165" y="260"/>
                    <a:pt x="165" y="260"/>
                    <a:pt x="165" y="260"/>
                  </a:cubicBezTo>
                  <a:cubicBezTo>
                    <a:pt x="166" y="259"/>
                    <a:pt x="166" y="259"/>
                    <a:pt x="166" y="259"/>
                  </a:cubicBezTo>
                  <a:cubicBezTo>
                    <a:pt x="166" y="259"/>
                    <a:pt x="166" y="259"/>
                    <a:pt x="166" y="259"/>
                  </a:cubicBezTo>
                  <a:cubicBezTo>
                    <a:pt x="173" y="255"/>
                    <a:pt x="173" y="255"/>
                    <a:pt x="173" y="255"/>
                  </a:cubicBezTo>
                  <a:cubicBezTo>
                    <a:pt x="174" y="255"/>
                    <a:pt x="174" y="255"/>
                    <a:pt x="174" y="255"/>
                  </a:cubicBezTo>
                  <a:cubicBezTo>
                    <a:pt x="174" y="255"/>
                    <a:pt x="174" y="255"/>
                    <a:pt x="174" y="255"/>
                  </a:cubicBezTo>
                  <a:cubicBezTo>
                    <a:pt x="179" y="251"/>
                    <a:pt x="179" y="251"/>
                    <a:pt x="179" y="251"/>
                  </a:cubicBezTo>
                  <a:cubicBezTo>
                    <a:pt x="186" y="242"/>
                    <a:pt x="186" y="242"/>
                    <a:pt x="186" y="242"/>
                  </a:cubicBezTo>
                  <a:cubicBezTo>
                    <a:pt x="187" y="235"/>
                    <a:pt x="187" y="235"/>
                    <a:pt x="187" y="235"/>
                  </a:cubicBezTo>
                  <a:cubicBezTo>
                    <a:pt x="179" y="218"/>
                    <a:pt x="179" y="218"/>
                    <a:pt x="179" y="218"/>
                  </a:cubicBezTo>
                  <a:cubicBezTo>
                    <a:pt x="195" y="225"/>
                    <a:pt x="195" y="225"/>
                    <a:pt x="195" y="225"/>
                  </a:cubicBezTo>
                  <a:cubicBezTo>
                    <a:pt x="195" y="219"/>
                    <a:pt x="195" y="219"/>
                    <a:pt x="195" y="219"/>
                  </a:cubicBezTo>
                  <a:cubicBezTo>
                    <a:pt x="195" y="219"/>
                    <a:pt x="195" y="219"/>
                    <a:pt x="195" y="219"/>
                  </a:cubicBezTo>
                  <a:cubicBezTo>
                    <a:pt x="195" y="218"/>
                    <a:pt x="195" y="218"/>
                    <a:pt x="195" y="218"/>
                  </a:cubicBezTo>
                  <a:cubicBezTo>
                    <a:pt x="201" y="213"/>
                    <a:pt x="201" y="213"/>
                    <a:pt x="201" y="213"/>
                  </a:cubicBezTo>
                  <a:cubicBezTo>
                    <a:pt x="213" y="210"/>
                    <a:pt x="213" y="210"/>
                    <a:pt x="213" y="210"/>
                  </a:cubicBezTo>
                  <a:cubicBezTo>
                    <a:pt x="214" y="210"/>
                    <a:pt x="214" y="210"/>
                    <a:pt x="214" y="210"/>
                  </a:cubicBezTo>
                  <a:cubicBezTo>
                    <a:pt x="221" y="225"/>
                    <a:pt x="221" y="225"/>
                    <a:pt x="221" y="225"/>
                  </a:cubicBezTo>
                  <a:cubicBezTo>
                    <a:pt x="221" y="225"/>
                    <a:pt x="221" y="225"/>
                    <a:pt x="221" y="225"/>
                  </a:cubicBezTo>
                  <a:cubicBezTo>
                    <a:pt x="220" y="231"/>
                    <a:pt x="220" y="231"/>
                    <a:pt x="220" y="231"/>
                  </a:cubicBezTo>
                  <a:cubicBezTo>
                    <a:pt x="221" y="236"/>
                    <a:pt x="221" y="236"/>
                    <a:pt x="221" y="236"/>
                  </a:cubicBezTo>
                  <a:cubicBezTo>
                    <a:pt x="221" y="239"/>
                    <a:pt x="223" y="240"/>
                    <a:pt x="224" y="240"/>
                  </a:cubicBezTo>
                  <a:cubicBezTo>
                    <a:pt x="226" y="240"/>
                    <a:pt x="227" y="239"/>
                    <a:pt x="229" y="237"/>
                  </a:cubicBezTo>
                  <a:cubicBezTo>
                    <a:pt x="229" y="236"/>
                    <a:pt x="229" y="236"/>
                    <a:pt x="229" y="236"/>
                  </a:cubicBezTo>
                  <a:cubicBezTo>
                    <a:pt x="229" y="236"/>
                    <a:pt x="229" y="236"/>
                    <a:pt x="229" y="236"/>
                  </a:cubicBezTo>
                  <a:cubicBezTo>
                    <a:pt x="230" y="236"/>
                    <a:pt x="230" y="236"/>
                    <a:pt x="230" y="236"/>
                  </a:cubicBezTo>
                  <a:cubicBezTo>
                    <a:pt x="239" y="233"/>
                    <a:pt x="239" y="233"/>
                    <a:pt x="239" y="233"/>
                  </a:cubicBezTo>
                  <a:cubicBezTo>
                    <a:pt x="239" y="233"/>
                    <a:pt x="239" y="233"/>
                    <a:pt x="239" y="233"/>
                  </a:cubicBezTo>
                  <a:cubicBezTo>
                    <a:pt x="240" y="233"/>
                    <a:pt x="240" y="233"/>
                    <a:pt x="240" y="233"/>
                  </a:cubicBezTo>
                  <a:cubicBezTo>
                    <a:pt x="245" y="233"/>
                    <a:pt x="247" y="234"/>
                    <a:pt x="249" y="236"/>
                  </a:cubicBezTo>
                  <a:cubicBezTo>
                    <a:pt x="249" y="247"/>
                    <a:pt x="249" y="247"/>
                    <a:pt x="249" y="247"/>
                  </a:cubicBezTo>
                  <a:cubicBezTo>
                    <a:pt x="249" y="247"/>
                    <a:pt x="249" y="247"/>
                    <a:pt x="249" y="247"/>
                  </a:cubicBezTo>
                  <a:cubicBezTo>
                    <a:pt x="251" y="248"/>
                    <a:pt x="251" y="248"/>
                    <a:pt x="251" y="248"/>
                  </a:cubicBezTo>
                  <a:cubicBezTo>
                    <a:pt x="255" y="249"/>
                    <a:pt x="255" y="249"/>
                    <a:pt x="255" y="249"/>
                  </a:cubicBezTo>
                  <a:cubicBezTo>
                    <a:pt x="261" y="249"/>
                    <a:pt x="261" y="249"/>
                    <a:pt x="261" y="249"/>
                  </a:cubicBezTo>
                  <a:cubicBezTo>
                    <a:pt x="271" y="246"/>
                    <a:pt x="271" y="246"/>
                    <a:pt x="271" y="246"/>
                  </a:cubicBezTo>
                  <a:cubicBezTo>
                    <a:pt x="277" y="241"/>
                    <a:pt x="277" y="241"/>
                    <a:pt x="277" y="241"/>
                  </a:cubicBezTo>
                  <a:cubicBezTo>
                    <a:pt x="278" y="236"/>
                    <a:pt x="278" y="236"/>
                    <a:pt x="278" y="236"/>
                  </a:cubicBezTo>
                  <a:cubicBezTo>
                    <a:pt x="275" y="233"/>
                    <a:pt x="275" y="233"/>
                    <a:pt x="275" y="233"/>
                  </a:cubicBezTo>
                  <a:cubicBezTo>
                    <a:pt x="265" y="229"/>
                    <a:pt x="265" y="229"/>
                    <a:pt x="265" y="229"/>
                  </a:cubicBezTo>
                  <a:cubicBezTo>
                    <a:pt x="265" y="229"/>
                    <a:pt x="265" y="229"/>
                    <a:pt x="265" y="229"/>
                  </a:cubicBezTo>
                  <a:cubicBezTo>
                    <a:pt x="264" y="229"/>
                    <a:pt x="264" y="229"/>
                    <a:pt x="264" y="229"/>
                  </a:cubicBezTo>
                  <a:cubicBezTo>
                    <a:pt x="264" y="229"/>
                    <a:pt x="264" y="229"/>
                    <a:pt x="264" y="229"/>
                  </a:cubicBezTo>
                  <a:cubicBezTo>
                    <a:pt x="264" y="229"/>
                    <a:pt x="264" y="229"/>
                    <a:pt x="264" y="229"/>
                  </a:cubicBezTo>
                  <a:cubicBezTo>
                    <a:pt x="252" y="217"/>
                    <a:pt x="252" y="217"/>
                    <a:pt x="252" y="217"/>
                  </a:cubicBezTo>
                  <a:cubicBezTo>
                    <a:pt x="253" y="216"/>
                    <a:pt x="253" y="216"/>
                    <a:pt x="253" y="216"/>
                  </a:cubicBezTo>
                  <a:cubicBezTo>
                    <a:pt x="259" y="211"/>
                    <a:pt x="259" y="211"/>
                    <a:pt x="259" y="211"/>
                  </a:cubicBezTo>
                  <a:cubicBezTo>
                    <a:pt x="259" y="210"/>
                    <a:pt x="259" y="210"/>
                    <a:pt x="259" y="210"/>
                  </a:cubicBezTo>
                  <a:cubicBezTo>
                    <a:pt x="259" y="210"/>
                    <a:pt x="259" y="210"/>
                    <a:pt x="259" y="210"/>
                  </a:cubicBezTo>
                  <a:cubicBezTo>
                    <a:pt x="265" y="208"/>
                    <a:pt x="265" y="208"/>
                    <a:pt x="265" y="208"/>
                  </a:cubicBezTo>
                  <a:cubicBezTo>
                    <a:pt x="265" y="208"/>
                    <a:pt x="265" y="208"/>
                    <a:pt x="265" y="208"/>
                  </a:cubicBezTo>
                  <a:cubicBezTo>
                    <a:pt x="267" y="208"/>
                    <a:pt x="267" y="208"/>
                    <a:pt x="267" y="208"/>
                  </a:cubicBezTo>
                  <a:cubicBezTo>
                    <a:pt x="275" y="209"/>
                    <a:pt x="275" y="209"/>
                    <a:pt x="275" y="209"/>
                  </a:cubicBezTo>
                  <a:cubicBezTo>
                    <a:pt x="275" y="209"/>
                    <a:pt x="275" y="209"/>
                    <a:pt x="275" y="209"/>
                  </a:cubicBezTo>
                  <a:cubicBezTo>
                    <a:pt x="275" y="210"/>
                    <a:pt x="275" y="210"/>
                    <a:pt x="275" y="210"/>
                  </a:cubicBezTo>
                  <a:cubicBezTo>
                    <a:pt x="275" y="207"/>
                    <a:pt x="275" y="207"/>
                    <a:pt x="275" y="207"/>
                  </a:cubicBezTo>
                  <a:cubicBezTo>
                    <a:pt x="272" y="201"/>
                    <a:pt x="272" y="201"/>
                    <a:pt x="272" y="201"/>
                  </a:cubicBezTo>
                  <a:cubicBezTo>
                    <a:pt x="266" y="198"/>
                    <a:pt x="266" y="198"/>
                    <a:pt x="266" y="198"/>
                  </a:cubicBezTo>
                  <a:cubicBezTo>
                    <a:pt x="259" y="187"/>
                    <a:pt x="259" y="187"/>
                    <a:pt x="259" y="187"/>
                  </a:cubicBezTo>
                  <a:cubicBezTo>
                    <a:pt x="259" y="187"/>
                    <a:pt x="259" y="187"/>
                    <a:pt x="259" y="187"/>
                  </a:cubicBezTo>
                  <a:cubicBezTo>
                    <a:pt x="258" y="186"/>
                    <a:pt x="258" y="186"/>
                    <a:pt x="258" y="186"/>
                  </a:cubicBezTo>
                  <a:cubicBezTo>
                    <a:pt x="258" y="186"/>
                    <a:pt x="258" y="186"/>
                    <a:pt x="258" y="186"/>
                  </a:cubicBezTo>
                  <a:cubicBezTo>
                    <a:pt x="255" y="173"/>
                    <a:pt x="255" y="173"/>
                    <a:pt x="255" y="173"/>
                  </a:cubicBezTo>
                  <a:cubicBezTo>
                    <a:pt x="255" y="163"/>
                    <a:pt x="255" y="163"/>
                    <a:pt x="255" y="163"/>
                  </a:cubicBezTo>
                  <a:cubicBezTo>
                    <a:pt x="261" y="157"/>
                    <a:pt x="261" y="157"/>
                    <a:pt x="261" y="157"/>
                  </a:cubicBezTo>
                  <a:cubicBezTo>
                    <a:pt x="271" y="157"/>
                    <a:pt x="271" y="157"/>
                    <a:pt x="271" y="157"/>
                  </a:cubicBezTo>
                  <a:cubicBezTo>
                    <a:pt x="293" y="159"/>
                    <a:pt x="293" y="159"/>
                    <a:pt x="293" y="159"/>
                  </a:cubicBezTo>
                  <a:cubicBezTo>
                    <a:pt x="303" y="144"/>
                    <a:pt x="303" y="144"/>
                    <a:pt x="303" y="144"/>
                  </a:cubicBezTo>
                  <a:cubicBezTo>
                    <a:pt x="303" y="143"/>
                    <a:pt x="303" y="143"/>
                    <a:pt x="303" y="143"/>
                  </a:cubicBezTo>
                  <a:cubicBezTo>
                    <a:pt x="304" y="143"/>
                    <a:pt x="304" y="143"/>
                    <a:pt x="304" y="143"/>
                  </a:cubicBezTo>
                  <a:cubicBezTo>
                    <a:pt x="313" y="139"/>
                    <a:pt x="313" y="139"/>
                    <a:pt x="313" y="139"/>
                  </a:cubicBezTo>
                  <a:cubicBezTo>
                    <a:pt x="317" y="130"/>
                    <a:pt x="317" y="130"/>
                    <a:pt x="317" y="130"/>
                  </a:cubicBezTo>
                  <a:cubicBezTo>
                    <a:pt x="317" y="129"/>
                    <a:pt x="317" y="129"/>
                    <a:pt x="317" y="129"/>
                  </a:cubicBezTo>
                  <a:cubicBezTo>
                    <a:pt x="327" y="121"/>
                    <a:pt x="327" y="121"/>
                    <a:pt x="327" y="121"/>
                  </a:cubicBezTo>
                  <a:cubicBezTo>
                    <a:pt x="332" y="112"/>
                    <a:pt x="332" y="112"/>
                    <a:pt x="332" y="112"/>
                  </a:cubicBezTo>
                  <a:cubicBezTo>
                    <a:pt x="332" y="112"/>
                    <a:pt x="332" y="112"/>
                    <a:pt x="332" y="112"/>
                  </a:cubicBezTo>
                  <a:cubicBezTo>
                    <a:pt x="333" y="112"/>
                    <a:pt x="333" y="112"/>
                    <a:pt x="333" y="112"/>
                  </a:cubicBezTo>
                  <a:cubicBezTo>
                    <a:pt x="333" y="111"/>
                    <a:pt x="333" y="111"/>
                    <a:pt x="333" y="111"/>
                  </a:cubicBezTo>
                  <a:cubicBezTo>
                    <a:pt x="333" y="111"/>
                    <a:pt x="333" y="111"/>
                    <a:pt x="333" y="111"/>
                  </a:cubicBezTo>
                  <a:cubicBezTo>
                    <a:pt x="337" y="107"/>
                    <a:pt x="337" y="107"/>
                    <a:pt x="337" y="107"/>
                  </a:cubicBezTo>
                  <a:cubicBezTo>
                    <a:pt x="341" y="99"/>
                    <a:pt x="341" y="99"/>
                    <a:pt x="341" y="99"/>
                  </a:cubicBezTo>
                  <a:cubicBezTo>
                    <a:pt x="343" y="87"/>
                    <a:pt x="343" y="87"/>
                    <a:pt x="343" y="87"/>
                  </a:cubicBezTo>
                  <a:cubicBezTo>
                    <a:pt x="343" y="86"/>
                    <a:pt x="343" y="86"/>
                    <a:pt x="343" y="86"/>
                  </a:cubicBezTo>
                  <a:cubicBezTo>
                    <a:pt x="343" y="85"/>
                    <a:pt x="343" y="85"/>
                    <a:pt x="343" y="85"/>
                  </a:cubicBezTo>
                  <a:cubicBezTo>
                    <a:pt x="350" y="81"/>
                    <a:pt x="350" y="81"/>
                    <a:pt x="350" y="81"/>
                  </a:cubicBezTo>
                  <a:cubicBezTo>
                    <a:pt x="351" y="79"/>
                    <a:pt x="351" y="79"/>
                    <a:pt x="351" y="79"/>
                  </a:cubicBezTo>
                  <a:cubicBezTo>
                    <a:pt x="342" y="78"/>
                    <a:pt x="342" y="78"/>
                    <a:pt x="342" y="78"/>
                  </a:cubicBezTo>
                  <a:cubicBezTo>
                    <a:pt x="326" y="79"/>
                    <a:pt x="326" y="79"/>
                    <a:pt x="326" y="79"/>
                  </a:cubicBezTo>
                  <a:cubicBezTo>
                    <a:pt x="325" y="78"/>
                    <a:pt x="325" y="78"/>
                    <a:pt x="325" y="78"/>
                  </a:cubicBezTo>
                  <a:cubicBezTo>
                    <a:pt x="319" y="73"/>
                    <a:pt x="319" y="73"/>
                    <a:pt x="319" y="73"/>
                  </a:cubicBezTo>
                  <a:cubicBezTo>
                    <a:pt x="319" y="73"/>
                    <a:pt x="319" y="73"/>
                    <a:pt x="319" y="73"/>
                  </a:cubicBezTo>
                  <a:cubicBezTo>
                    <a:pt x="319" y="73"/>
                    <a:pt x="319" y="73"/>
                    <a:pt x="319" y="73"/>
                  </a:cubicBezTo>
                  <a:cubicBezTo>
                    <a:pt x="319" y="73"/>
                    <a:pt x="319" y="73"/>
                    <a:pt x="319" y="73"/>
                  </a:cubicBezTo>
                  <a:cubicBezTo>
                    <a:pt x="315" y="68"/>
                    <a:pt x="315" y="68"/>
                    <a:pt x="315" y="68"/>
                  </a:cubicBezTo>
                  <a:cubicBezTo>
                    <a:pt x="315" y="69"/>
                    <a:pt x="315" y="69"/>
                    <a:pt x="315" y="69"/>
                  </a:cubicBezTo>
                  <a:cubicBezTo>
                    <a:pt x="314" y="69"/>
                    <a:pt x="314" y="69"/>
                    <a:pt x="314" y="69"/>
                  </a:cubicBezTo>
                  <a:cubicBezTo>
                    <a:pt x="313" y="71"/>
                    <a:pt x="311" y="71"/>
                    <a:pt x="309" y="71"/>
                  </a:cubicBezTo>
                  <a:cubicBezTo>
                    <a:pt x="307" y="72"/>
                    <a:pt x="307" y="72"/>
                    <a:pt x="307" y="72"/>
                  </a:cubicBezTo>
                  <a:cubicBezTo>
                    <a:pt x="306" y="73"/>
                    <a:pt x="305" y="73"/>
                    <a:pt x="304" y="73"/>
                  </a:cubicBezTo>
                  <a:cubicBezTo>
                    <a:pt x="303" y="73"/>
                    <a:pt x="303" y="71"/>
                    <a:pt x="302" y="69"/>
                  </a:cubicBezTo>
                  <a:cubicBezTo>
                    <a:pt x="302" y="67"/>
                    <a:pt x="301" y="65"/>
                    <a:pt x="299" y="63"/>
                  </a:cubicBezTo>
                  <a:cubicBezTo>
                    <a:pt x="298" y="63"/>
                    <a:pt x="298" y="63"/>
                    <a:pt x="298" y="63"/>
                  </a:cubicBezTo>
                  <a:cubicBezTo>
                    <a:pt x="298" y="63"/>
                    <a:pt x="298" y="63"/>
                    <a:pt x="298" y="63"/>
                  </a:cubicBezTo>
                  <a:cubicBezTo>
                    <a:pt x="298" y="63"/>
                    <a:pt x="298" y="63"/>
                    <a:pt x="298" y="63"/>
                  </a:cubicBezTo>
                  <a:cubicBezTo>
                    <a:pt x="296" y="57"/>
                    <a:pt x="296" y="57"/>
                    <a:pt x="296" y="57"/>
                  </a:cubicBezTo>
                  <a:cubicBezTo>
                    <a:pt x="294" y="57"/>
                    <a:pt x="294" y="57"/>
                    <a:pt x="294" y="57"/>
                  </a:cubicBezTo>
                  <a:cubicBezTo>
                    <a:pt x="288" y="61"/>
                    <a:pt x="288" y="61"/>
                    <a:pt x="288" y="61"/>
                  </a:cubicBezTo>
                  <a:cubicBezTo>
                    <a:pt x="288" y="62"/>
                    <a:pt x="288" y="62"/>
                    <a:pt x="288" y="62"/>
                  </a:cubicBezTo>
                  <a:cubicBezTo>
                    <a:pt x="287" y="62"/>
                    <a:pt x="287" y="62"/>
                    <a:pt x="287" y="62"/>
                  </a:cubicBezTo>
                  <a:cubicBezTo>
                    <a:pt x="273" y="65"/>
                    <a:pt x="273" y="65"/>
                    <a:pt x="273" y="65"/>
                  </a:cubicBezTo>
                  <a:cubicBezTo>
                    <a:pt x="273" y="65"/>
                    <a:pt x="273" y="65"/>
                    <a:pt x="273" y="65"/>
                  </a:cubicBezTo>
                  <a:cubicBezTo>
                    <a:pt x="272" y="64"/>
                    <a:pt x="272" y="64"/>
                    <a:pt x="272" y="64"/>
                  </a:cubicBezTo>
                  <a:cubicBezTo>
                    <a:pt x="263" y="58"/>
                    <a:pt x="263" y="58"/>
                    <a:pt x="263" y="58"/>
                  </a:cubicBezTo>
                  <a:cubicBezTo>
                    <a:pt x="263" y="58"/>
                    <a:pt x="263" y="58"/>
                    <a:pt x="263" y="58"/>
                  </a:cubicBezTo>
                  <a:cubicBezTo>
                    <a:pt x="262" y="57"/>
                    <a:pt x="262" y="57"/>
                    <a:pt x="262" y="57"/>
                  </a:cubicBezTo>
                  <a:cubicBezTo>
                    <a:pt x="262" y="57"/>
                    <a:pt x="262" y="57"/>
                    <a:pt x="262" y="57"/>
                  </a:cubicBezTo>
                  <a:cubicBezTo>
                    <a:pt x="262" y="57"/>
                    <a:pt x="262" y="57"/>
                    <a:pt x="262" y="57"/>
                  </a:cubicBezTo>
                  <a:cubicBezTo>
                    <a:pt x="259" y="52"/>
                    <a:pt x="259" y="52"/>
                    <a:pt x="259" y="52"/>
                  </a:cubicBezTo>
                  <a:cubicBezTo>
                    <a:pt x="253" y="59"/>
                    <a:pt x="253" y="59"/>
                    <a:pt x="253" y="59"/>
                  </a:cubicBezTo>
                  <a:cubicBezTo>
                    <a:pt x="248" y="65"/>
                    <a:pt x="244" y="67"/>
                    <a:pt x="242" y="65"/>
                  </a:cubicBezTo>
                  <a:cubicBezTo>
                    <a:pt x="233" y="60"/>
                    <a:pt x="233" y="60"/>
                    <a:pt x="233" y="60"/>
                  </a:cubicBezTo>
                  <a:cubicBezTo>
                    <a:pt x="226" y="59"/>
                    <a:pt x="226" y="59"/>
                    <a:pt x="226" y="59"/>
                  </a:cubicBezTo>
                  <a:cubicBezTo>
                    <a:pt x="225" y="60"/>
                    <a:pt x="225" y="60"/>
                    <a:pt x="225" y="60"/>
                  </a:cubicBezTo>
                  <a:cubicBezTo>
                    <a:pt x="219" y="55"/>
                    <a:pt x="219" y="55"/>
                    <a:pt x="219" y="55"/>
                  </a:cubicBezTo>
                  <a:cubicBezTo>
                    <a:pt x="219" y="55"/>
                    <a:pt x="219" y="55"/>
                    <a:pt x="219" y="55"/>
                  </a:cubicBezTo>
                  <a:cubicBezTo>
                    <a:pt x="218" y="55"/>
                    <a:pt x="218" y="55"/>
                    <a:pt x="218" y="55"/>
                  </a:cubicBezTo>
                  <a:cubicBezTo>
                    <a:pt x="221" y="44"/>
                    <a:pt x="221" y="44"/>
                    <a:pt x="221" y="44"/>
                  </a:cubicBezTo>
                  <a:cubicBezTo>
                    <a:pt x="221" y="40"/>
                    <a:pt x="221" y="40"/>
                    <a:pt x="221" y="40"/>
                  </a:cubicBezTo>
                  <a:cubicBezTo>
                    <a:pt x="217" y="39"/>
                    <a:pt x="217" y="39"/>
                    <a:pt x="217" y="39"/>
                  </a:cubicBezTo>
                  <a:cubicBezTo>
                    <a:pt x="217" y="39"/>
                    <a:pt x="217" y="39"/>
                    <a:pt x="217" y="39"/>
                  </a:cubicBezTo>
                  <a:cubicBezTo>
                    <a:pt x="208" y="29"/>
                    <a:pt x="208" y="29"/>
                    <a:pt x="208" y="29"/>
                  </a:cubicBezTo>
                  <a:cubicBezTo>
                    <a:pt x="209" y="23"/>
                    <a:pt x="209" y="23"/>
                    <a:pt x="209" y="23"/>
                  </a:cubicBezTo>
                  <a:cubicBezTo>
                    <a:pt x="188" y="21"/>
                    <a:pt x="188" y="21"/>
                    <a:pt x="188" y="21"/>
                  </a:cubicBezTo>
                  <a:cubicBezTo>
                    <a:pt x="180" y="16"/>
                    <a:pt x="180" y="16"/>
                    <a:pt x="180" y="16"/>
                  </a:cubicBezTo>
                  <a:cubicBezTo>
                    <a:pt x="178" y="15"/>
                    <a:pt x="176" y="13"/>
                    <a:pt x="175" y="9"/>
                  </a:cubicBezTo>
                  <a:cubicBezTo>
                    <a:pt x="174" y="6"/>
                    <a:pt x="174" y="6"/>
                    <a:pt x="174" y="6"/>
                  </a:cubicBezTo>
                  <a:cubicBezTo>
                    <a:pt x="172" y="0"/>
                    <a:pt x="172" y="0"/>
                    <a:pt x="172" y="0"/>
                  </a:cubicBezTo>
                  <a:cubicBezTo>
                    <a:pt x="169" y="0"/>
                    <a:pt x="169" y="0"/>
                    <a:pt x="169" y="0"/>
                  </a:cubicBezTo>
                  <a:cubicBezTo>
                    <a:pt x="163" y="5"/>
                    <a:pt x="163" y="5"/>
                    <a:pt x="163" y="5"/>
                  </a:cubicBezTo>
                  <a:cubicBezTo>
                    <a:pt x="155" y="15"/>
                    <a:pt x="155" y="15"/>
                    <a:pt x="155" y="15"/>
                  </a:cubicBezTo>
                  <a:cubicBezTo>
                    <a:pt x="157" y="21"/>
                    <a:pt x="157" y="21"/>
                    <a:pt x="157" y="21"/>
                  </a:cubicBezTo>
                  <a:cubicBezTo>
                    <a:pt x="159" y="30"/>
                    <a:pt x="159" y="30"/>
                    <a:pt x="159" y="30"/>
                  </a:cubicBezTo>
                  <a:cubicBezTo>
                    <a:pt x="159" y="31"/>
                    <a:pt x="159" y="31"/>
                    <a:pt x="159" y="31"/>
                  </a:cubicBezTo>
                  <a:cubicBezTo>
                    <a:pt x="160" y="31"/>
                    <a:pt x="160" y="31"/>
                    <a:pt x="160" y="31"/>
                  </a:cubicBezTo>
                  <a:cubicBezTo>
                    <a:pt x="159" y="31"/>
                    <a:pt x="159" y="31"/>
                    <a:pt x="159" y="31"/>
                  </a:cubicBezTo>
                  <a:cubicBezTo>
                    <a:pt x="159" y="31"/>
                    <a:pt x="159" y="31"/>
                    <a:pt x="159" y="31"/>
                  </a:cubicBezTo>
                  <a:cubicBezTo>
                    <a:pt x="159" y="34"/>
                    <a:pt x="156" y="35"/>
                    <a:pt x="153" y="35"/>
                  </a:cubicBezTo>
                  <a:cubicBezTo>
                    <a:pt x="145" y="35"/>
                    <a:pt x="145" y="35"/>
                    <a:pt x="145" y="35"/>
                  </a:cubicBezTo>
                  <a:cubicBezTo>
                    <a:pt x="140" y="33"/>
                    <a:pt x="140" y="33"/>
                    <a:pt x="140" y="33"/>
                  </a:cubicBezTo>
                  <a:cubicBezTo>
                    <a:pt x="134" y="35"/>
                    <a:pt x="134" y="35"/>
                    <a:pt x="134" y="35"/>
                  </a:cubicBezTo>
                  <a:cubicBezTo>
                    <a:pt x="133" y="35"/>
                    <a:pt x="133" y="35"/>
                    <a:pt x="133" y="35"/>
                  </a:cubicBezTo>
                  <a:cubicBezTo>
                    <a:pt x="132" y="35"/>
                    <a:pt x="132" y="35"/>
                    <a:pt x="132" y="35"/>
                  </a:cubicBezTo>
                  <a:cubicBezTo>
                    <a:pt x="131" y="41"/>
                    <a:pt x="131" y="41"/>
                    <a:pt x="131" y="41"/>
                  </a:cubicBezTo>
                  <a:cubicBezTo>
                    <a:pt x="131" y="41"/>
                    <a:pt x="131" y="41"/>
                    <a:pt x="131" y="41"/>
                  </a:cubicBezTo>
                  <a:cubicBezTo>
                    <a:pt x="131" y="43"/>
                    <a:pt x="131" y="43"/>
                    <a:pt x="131" y="43"/>
                  </a:cubicBezTo>
                  <a:cubicBezTo>
                    <a:pt x="129" y="43"/>
                    <a:pt x="129" y="43"/>
                    <a:pt x="129" y="43"/>
                  </a:cubicBezTo>
                  <a:cubicBezTo>
                    <a:pt x="119" y="39"/>
                    <a:pt x="119" y="39"/>
                    <a:pt x="119" y="39"/>
                  </a:cubicBezTo>
                  <a:cubicBezTo>
                    <a:pt x="119" y="43"/>
                    <a:pt x="120" y="45"/>
                    <a:pt x="121" y="48"/>
                  </a:cubicBezTo>
                  <a:cubicBezTo>
                    <a:pt x="123" y="51"/>
                    <a:pt x="123" y="53"/>
                    <a:pt x="122" y="55"/>
                  </a:cubicBezTo>
                  <a:cubicBezTo>
                    <a:pt x="121" y="58"/>
                    <a:pt x="121" y="58"/>
                    <a:pt x="121" y="58"/>
                  </a:cubicBezTo>
                  <a:cubicBezTo>
                    <a:pt x="119" y="59"/>
                    <a:pt x="116" y="60"/>
                    <a:pt x="111" y="59"/>
                  </a:cubicBezTo>
                  <a:cubicBezTo>
                    <a:pt x="104" y="59"/>
                    <a:pt x="104" y="59"/>
                    <a:pt x="104" y="59"/>
                  </a:cubicBezTo>
                  <a:cubicBezTo>
                    <a:pt x="103" y="71"/>
                    <a:pt x="103" y="71"/>
                    <a:pt x="103" y="71"/>
                  </a:cubicBezTo>
                  <a:cubicBezTo>
                    <a:pt x="95" y="67"/>
                    <a:pt x="95" y="67"/>
                    <a:pt x="95" y="67"/>
                  </a:cubicBezTo>
                  <a:cubicBezTo>
                    <a:pt x="94" y="67"/>
                    <a:pt x="94" y="67"/>
                    <a:pt x="94" y="67"/>
                  </a:cubicBezTo>
                  <a:cubicBezTo>
                    <a:pt x="94" y="67"/>
                    <a:pt x="94" y="67"/>
                    <a:pt x="94" y="67"/>
                  </a:cubicBezTo>
                  <a:cubicBezTo>
                    <a:pt x="89" y="59"/>
                    <a:pt x="89" y="59"/>
                    <a:pt x="89" y="59"/>
                  </a:cubicBezTo>
                  <a:cubicBezTo>
                    <a:pt x="80" y="55"/>
                    <a:pt x="80" y="55"/>
                    <a:pt x="80" y="55"/>
                  </a:cubicBezTo>
                  <a:cubicBezTo>
                    <a:pt x="77" y="50"/>
                    <a:pt x="77" y="50"/>
                    <a:pt x="77" y="50"/>
                  </a:cubicBezTo>
                  <a:cubicBezTo>
                    <a:pt x="74" y="53"/>
                    <a:pt x="74" y="53"/>
                    <a:pt x="74" y="53"/>
                  </a:cubicBezTo>
                  <a:cubicBezTo>
                    <a:pt x="73" y="53"/>
                    <a:pt x="73" y="53"/>
                    <a:pt x="73" y="53"/>
                  </a:cubicBezTo>
                  <a:cubicBezTo>
                    <a:pt x="67" y="54"/>
                    <a:pt x="67" y="54"/>
                    <a:pt x="67" y="54"/>
                  </a:cubicBezTo>
                  <a:cubicBezTo>
                    <a:pt x="66" y="54"/>
                    <a:pt x="66" y="54"/>
                    <a:pt x="66" y="54"/>
                  </a:cubicBezTo>
                  <a:cubicBezTo>
                    <a:pt x="63" y="47"/>
                    <a:pt x="63" y="47"/>
                    <a:pt x="63" y="47"/>
                  </a:cubicBezTo>
                  <a:cubicBezTo>
                    <a:pt x="59" y="43"/>
                    <a:pt x="59" y="43"/>
                    <a:pt x="59" y="43"/>
                  </a:cubicBezTo>
                  <a:cubicBezTo>
                    <a:pt x="59" y="42"/>
                    <a:pt x="59" y="42"/>
                    <a:pt x="59" y="42"/>
                  </a:cubicBezTo>
                  <a:cubicBezTo>
                    <a:pt x="56" y="38"/>
                    <a:pt x="54" y="35"/>
                    <a:pt x="53" y="33"/>
                  </a:cubicBezTo>
                  <a:cubicBezTo>
                    <a:pt x="53" y="32"/>
                    <a:pt x="53" y="31"/>
                    <a:pt x="51" y="31"/>
                  </a:cubicBezTo>
                  <a:cubicBezTo>
                    <a:pt x="49" y="31"/>
                    <a:pt x="49" y="31"/>
                    <a:pt x="49" y="31"/>
                  </a:cubicBezTo>
                  <a:cubicBezTo>
                    <a:pt x="46" y="29"/>
                    <a:pt x="44" y="27"/>
                    <a:pt x="43" y="23"/>
                  </a:cubicBezTo>
                  <a:cubicBezTo>
                    <a:pt x="41" y="17"/>
                    <a:pt x="41" y="17"/>
                    <a:pt x="41" y="17"/>
                  </a:cubicBezTo>
                  <a:cubicBezTo>
                    <a:pt x="41" y="11"/>
                    <a:pt x="41" y="11"/>
                    <a:pt x="41" y="11"/>
                  </a:cubicBezTo>
                  <a:cubicBezTo>
                    <a:pt x="39" y="6"/>
                    <a:pt x="39" y="6"/>
                    <a:pt x="39" y="6"/>
                  </a:cubicBezTo>
                  <a:cubicBezTo>
                    <a:pt x="34" y="7"/>
                    <a:pt x="34" y="7"/>
                    <a:pt x="34" y="7"/>
                  </a:cubicBezTo>
                  <a:cubicBezTo>
                    <a:pt x="33" y="7"/>
                    <a:pt x="33" y="7"/>
                    <a:pt x="33" y="7"/>
                  </a:cubicBezTo>
                  <a:cubicBezTo>
                    <a:pt x="33" y="7"/>
                    <a:pt x="33" y="7"/>
                    <a:pt x="33"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1"/>
            <p:cNvSpPr>
              <a:spLocks/>
            </p:cNvSpPr>
            <p:nvPr/>
          </p:nvSpPr>
          <p:spPr bwMode="auto">
            <a:xfrm>
              <a:off x="671513" y="3346102"/>
              <a:ext cx="2363788" cy="1435100"/>
            </a:xfrm>
            <a:custGeom>
              <a:avLst/>
              <a:gdLst>
                <a:gd name="T0" fmla="*/ 67 w 629"/>
                <a:gd name="T1" fmla="*/ 18 h 382"/>
                <a:gd name="T2" fmla="*/ 34 w 629"/>
                <a:gd name="T3" fmla="*/ 29 h 382"/>
                <a:gd name="T4" fmla="*/ 21 w 629"/>
                <a:gd name="T5" fmla="*/ 54 h 382"/>
                <a:gd name="T6" fmla="*/ 10 w 629"/>
                <a:gd name="T7" fmla="*/ 105 h 382"/>
                <a:gd name="T8" fmla="*/ 9 w 629"/>
                <a:gd name="T9" fmla="*/ 119 h 382"/>
                <a:gd name="T10" fmla="*/ 31 w 629"/>
                <a:gd name="T11" fmla="*/ 166 h 382"/>
                <a:gd name="T12" fmla="*/ 65 w 629"/>
                <a:gd name="T13" fmla="*/ 204 h 382"/>
                <a:gd name="T14" fmla="*/ 92 w 629"/>
                <a:gd name="T15" fmla="*/ 196 h 382"/>
                <a:gd name="T16" fmla="*/ 118 w 629"/>
                <a:gd name="T17" fmla="*/ 230 h 382"/>
                <a:gd name="T18" fmla="*/ 145 w 629"/>
                <a:gd name="T19" fmla="*/ 250 h 382"/>
                <a:gd name="T20" fmla="*/ 157 w 629"/>
                <a:gd name="T21" fmla="*/ 271 h 382"/>
                <a:gd name="T22" fmla="*/ 189 w 629"/>
                <a:gd name="T23" fmla="*/ 293 h 382"/>
                <a:gd name="T24" fmla="*/ 204 w 629"/>
                <a:gd name="T25" fmla="*/ 302 h 382"/>
                <a:gd name="T26" fmla="*/ 236 w 629"/>
                <a:gd name="T27" fmla="*/ 314 h 382"/>
                <a:gd name="T28" fmla="*/ 299 w 629"/>
                <a:gd name="T29" fmla="*/ 324 h 382"/>
                <a:gd name="T30" fmla="*/ 297 w 629"/>
                <a:gd name="T31" fmla="*/ 350 h 382"/>
                <a:gd name="T32" fmla="*/ 387 w 629"/>
                <a:gd name="T33" fmla="*/ 339 h 382"/>
                <a:gd name="T34" fmla="*/ 397 w 629"/>
                <a:gd name="T35" fmla="*/ 369 h 382"/>
                <a:gd name="T36" fmla="*/ 479 w 629"/>
                <a:gd name="T37" fmla="*/ 357 h 382"/>
                <a:gd name="T38" fmla="*/ 513 w 629"/>
                <a:gd name="T39" fmla="*/ 340 h 382"/>
                <a:gd name="T40" fmla="*/ 569 w 629"/>
                <a:gd name="T41" fmla="*/ 360 h 382"/>
                <a:gd name="T42" fmla="*/ 570 w 629"/>
                <a:gd name="T43" fmla="*/ 358 h 382"/>
                <a:gd name="T44" fmla="*/ 597 w 629"/>
                <a:gd name="T45" fmla="*/ 348 h 382"/>
                <a:gd name="T46" fmla="*/ 608 w 629"/>
                <a:gd name="T47" fmla="*/ 332 h 382"/>
                <a:gd name="T48" fmla="*/ 624 w 629"/>
                <a:gd name="T49" fmla="*/ 281 h 382"/>
                <a:gd name="T50" fmla="*/ 617 w 629"/>
                <a:gd name="T51" fmla="*/ 248 h 382"/>
                <a:gd name="T52" fmla="*/ 601 w 629"/>
                <a:gd name="T53" fmla="*/ 207 h 382"/>
                <a:gd name="T54" fmla="*/ 593 w 629"/>
                <a:gd name="T55" fmla="*/ 192 h 382"/>
                <a:gd name="T56" fmla="*/ 583 w 629"/>
                <a:gd name="T57" fmla="*/ 197 h 382"/>
                <a:gd name="T58" fmla="*/ 558 w 629"/>
                <a:gd name="T59" fmla="*/ 203 h 382"/>
                <a:gd name="T60" fmla="*/ 532 w 629"/>
                <a:gd name="T61" fmla="*/ 214 h 382"/>
                <a:gd name="T62" fmla="*/ 513 w 629"/>
                <a:gd name="T63" fmla="*/ 190 h 382"/>
                <a:gd name="T64" fmla="*/ 496 w 629"/>
                <a:gd name="T65" fmla="*/ 172 h 382"/>
                <a:gd name="T66" fmla="*/ 443 w 629"/>
                <a:gd name="T67" fmla="*/ 166 h 382"/>
                <a:gd name="T68" fmla="*/ 403 w 629"/>
                <a:gd name="T69" fmla="*/ 150 h 382"/>
                <a:gd name="T70" fmla="*/ 389 w 629"/>
                <a:gd name="T71" fmla="*/ 134 h 382"/>
                <a:gd name="T72" fmla="*/ 369 w 629"/>
                <a:gd name="T73" fmla="*/ 136 h 382"/>
                <a:gd name="T74" fmla="*/ 347 w 629"/>
                <a:gd name="T75" fmla="*/ 98 h 382"/>
                <a:gd name="T76" fmla="*/ 356 w 629"/>
                <a:gd name="T77" fmla="*/ 74 h 382"/>
                <a:gd name="T78" fmla="*/ 357 w 629"/>
                <a:gd name="T79" fmla="*/ 40 h 382"/>
                <a:gd name="T80" fmla="*/ 357 w 629"/>
                <a:gd name="T81" fmla="*/ 22 h 382"/>
                <a:gd name="T82" fmla="*/ 355 w 629"/>
                <a:gd name="T83" fmla="*/ 20 h 382"/>
                <a:gd name="T84" fmla="*/ 347 w 629"/>
                <a:gd name="T85" fmla="*/ 15 h 382"/>
                <a:gd name="T86" fmla="*/ 305 w 629"/>
                <a:gd name="T87" fmla="*/ 2 h 382"/>
                <a:gd name="T88" fmla="*/ 260 w 629"/>
                <a:gd name="T89" fmla="*/ 12 h 382"/>
                <a:gd name="T90" fmla="*/ 221 w 629"/>
                <a:gd name="T91" fmla="*/ 18 h 382"/>
                <a:gd name="T92" fmla="*/ 206 w 629"/>
                <a:gd name="T93" fmla="*/ 20 h 382"/>
                <a:gd name="T94" fmla="*/ 171 w 629"/>
                <a:gd name="T95" fmla="*/ 18 h 382"/>
                <a:gd name="T96" fmla="*/ 152 w 629"/>
                <a:gd name="T97" fmla="*/ 0 h 382"/>
                <a:gd name="T98" fmla="*/ 135 w 629"/>
                <a:gd name="T99" fmla="*/ 10 h 382"/>
                <a:gd name="T100" fmla="*/ 92 w 629"/>
                <a:gd name="T101" fmla="*/ 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9" h="382">
                  <a:moveTo>
                    <a:pt x="77" y="2"/>
                  </a:moveTo>
                  <a:cubicBezTo>
                    <a:pt x="77" y="2"/>
                    <a:pt x="77" y="2"/>
                    <a:pt x="77" y="2"/>
                  </a:cubicBezTo>
                  <a:cubicBezTo>
                    <a:pt x="76" y="6"/>
                    <a:pt x="73" y="8"/>
                    <a:pt x="70" y="11"/>
                  </a:cubicBezTo>
                  <a:cubicBezTo>
                    <a:pt x="67" y="12"/>
                    <a:pt x="67" y="14"/>
                    <a:pt x="67" y="16"/>
                  </a:cubicBezTo>
                  <a:cubicBezTo>
                    <a:pt x="67" y="18"/>
                    <a:pt x="67" y="18"/>
                    <a:pt x="67" y="18"/>
                  </a:cubicBezTo>
                  <a:cubicBezTo>
                    <a:pt x="67" y="20"/>
                    <a:pt x="65" y="23"/>
                    <a:pt x="62" y="28"/>
                  </a:cubicBezTo>
                  <a:cubicBezTo>
                    <a:pt x="62" y="30"/>
                    <a:pt x="62" y="30"/>
                    <a:pt x="62" y="30"/>
                  </a:cubicBezTo>
                  <a:cubicBezTo>
                    <a:pt x="61" y="31"/>
                    <a:pt x="59" y="32"/>
                    <a:pt x="57" y="32"/>
                  </a:cubicBezTo>
                  <a:cubicBezTo>
                    <a:pt x="34" y="29"/>
                    <a:pt x="34" y="29"/>
                    <a:pt x="34" y="29"/>
                  </a:cubicBezTo>
                  <a:cubicBezTo>
                    <a:pt x="34" y="29"/>
                    <a:pt x="34" y="29"/>
                    <a:pt x="34" y="29"/>
                  </a:cubicBezTo>
                  <a:cubicBezTo>
                    <a:pt x="32" y="34"/>
                    <a:pt x="32" y="34"/>
                    <a:pt x="32" y="34"/>
                  </a:cubicBezTo>
                  <a:cubicBezTo>
                    <a:pt x="32" y="35"/>
                    <a:pt x="32" y="35"/>
                    <a:pt x="32" y="35"/>
                  </a:cubicBezTo>
                  <a:cubicBezTo>
                    <a:pt x="32" y="35"/>
                    <a:pt x="32" y="35"/>
                    <a:pt x="32" y="35"/>
                  </a:cubicBezTo>
                  <a:cubicBezTo>
                    <a:pt x="32" y="35"/>
                    <a:pt x="32" y="35"/>
                    <a:pt x="32" y="35"/>
                  </a:cubicBezTo>
                  <a:cubicBezTo>
                    <a:pt x="26" y="44"/>
                    <a:pt x="22" y="50"/>
                    <a:pt x="21" y="54"/>
                  </a:cubicBezTo>
                  <a:cubicBezTo>
                    <a:pt x="21" y="56"/>
                    <a:pt x="23" y="63"/>
                    <a:pt x="29" y="75"/>
                  </a:cubicBezTo>
                  <a:cubicBezTo>
                    <a:pt x="32" y="84"/>
                    <a:pt x="32" y="84"/>
                    <a:pt x="32" y="84"/>
                  </a:cubicBezTo>
                  <a:cubicBezTo>
                    <a:pt x="34" y="88"/>
                    <a:pt x="33" y="92"/>
                    <a:pt x="29" y="98"/>
                  </a:cubicBezTo>
                  <a:cubicBezTo>
                    <a:pt x="22" y="105"/>
                    <a:pt x="22" y="105"/>
                    <a:pt x="22" y="105"/>
                  </a:cubicBezTo>
                  <a:cubicBezTo>
                    <a:pt x="10" y="105"/>
                    <a:pt x="10" y="105"/>
                    <a:pt x="10" y="105"/>
                  </a:cubicBezTo>
                  <a:cubicBezTo>
                    <a:pt x="7" y="92"/>
                    <a:pt x="7" y="92"/>
                    <a:pt x="7" y="92"/>
                  </a:cubicBezTo>
                  <a:cubicBezTo>
                    <a:pt x="4" y="108"/>
                    <a:pt x="4" y="108"/>
                    <a:pt x="4" y="108"/>
                  </a:cubicBezTo>
                  <a:cubicBezTo>
                    <a:pt x="9" y="116"/>
                    <a:pt x="9" y="116"/>
                    <a:pt x="9" y="116"/>
                  </a:cubicBezTo>
                  <a:cubicBezTo>
                    <a:pt x="10" y="117"/>
                    <a:pt x="10" y="118"/>
                    <a:pt x="9" y="118"/>
                  </a:cubicBezTo>
                  <a:cubicBezTo>
                    <a:pt x="9" y="119"/>
                    <a:pt x="9" y="119"/>
                    <a:pt x="9" y="119"/>
                  </a:cubicBezTo>
                  <a:cubicBezTo>
                    <a:pt x="7" y="120"/>
                    <a:pt x="5" y="124"/>
                    <a:pt x="2" y="131"/>
                  </a:cubicBezTo>
                  <a:cubicBezTo>
                    <a:pt x="0" y="137"/>
                    <a:pt x="1" y="143"/>
                    <a:pt x="6" y="150"/>
                  </a:cubicBezTo>
                  <a:cubicBezTo>
                    <a:pt x="15" y="150"/>
                    <a:pt x="15" y="150"/>
                    <a:pt x="15" y="150"/>
                  </a:cubicBezTo>
                  <a:cubicBezTo>
                    <a:pt x="19" y="150"/>
                    <a:pt x="23" y="156"/>
                    <a:pt x="30" y="165"/>
                  </a:cubicBezTo>
                  <a:cubicBezTo>
                    <a:pt x="31" y="166"/>
                    <a:pt x="31" y="166"/>
                    <a:pt x="31" y="166"/>
                  </a:cubicBezTo>
                  <a:cubicBezTo>
                    <a:pt x="31" y="166"/>
                    <a:pt x="31" y="166"/>
                    <a:pt x="31" y="166"/>
                  </a:cubicBezTo>
                  <a:cubicBezTo>
                    <a:pt x="31" y="168"/>
                    <a:pt x="32" y="170"/>
                    <a:pt x="34" y="172"/>
                  </a:cubicBezTo>
                  <a:cubicBezTo>
                    <a:pt x="55" y="192"/>
                    <a:pt x="55" y="192"/>
                    <a:pt x="55" y="192"/>
                  </a:cubicBezTo>
                  <a:cubicBezTo>
                    <a:pt x="55" y="192"/>
                    <a:pt x="55" y="192"/>
                    <a:pt x="55" y="192"/>
                  </a:cubicBezTo>
                  <a:cubicBezTo>
                    <a:pt x="65" y="204"/>
                    <a:pt x="65" y="204"/>
                    <a:pt x="65" y="204"/>
                  </a:cubicBezTo>
                  <a:cubicBezTo>
                    <a:pt x="70" y="204"/>
                    <a:pt x="70" y="204"/>
                    <a:pt x="70" y="204"/>
                  </a:cubicBezTo>
                  <a:cubicBezTo>
                    <a:pt x="76" y="193"/>
                    <a:pt x="76" y="193"/>
                    <a:pt x="76" y="193"/>
                  </a:cubicBezTo>
                  <a:cubicBezTo>
                    <a:pt x="77" y="192"/>
                    <a:pt x="77" y="192"/>
                    <a:pt x="77" y="192"/>
                  </a:cubicBezTo>
                  <a:cubicBezTo>
                    <a:pt x="77" y="192"/>
                    <a:pt x="77" y="192"/>
                    <a:pt x="77" y="192"/>
                  </a:cubicBezTo>
                  <a:cubicBezTo>
                    <a:pt x="92" y="196"/>
                    <a:pt x="92" y="196"/>
                    <a:pt x="92" y="196"/>
                  </a:cubicBezTo>
                  <a:cubicBezTo>
                    <a:pt x="92" y="196"/>
                    <a:pt x="92" y="196"/>
                    <a:pt x="92" y="196"/>
                  </a:cubicBezTo>
                  <a:cubicBezTo>
                    <a:pt x="92" y="197"/>
                    <a:pt x="92" y="197"/>
                    <a:pt x="92" y="197"/>
                  </a:cubicBezTo>
                  <a:cubicBezTo>
                    <a:pt x="94" y="207"/>
                    <a:pt x="94" y="207"/>
                    <a:pt x="94" y="207"/>
                  </a:cubicBezTo>
                  <a:cubicBezTo>
                    <a:pt x="112" y="227"/>
                    <a:pt x="112" y="227"/>
                    <a:pt x="112" y="227"/>
                  </a:cubicBezTo>
                  <a:cubicBezTo>
                    <a:pt x="118" y="230"/>
                    <a:pt x="118" y="230"/>
                    <a:pt x="118" y="230"/>
                  </a:cubicBezTo>
                  <a:cubicBezTo>
                    <a:pt x="118" y="230"/>
                    <a:pt x="118" y="230"/>
                    <a:pt x="118" y="230"/>
                  </a:cubicBezTo>
                  <a:cubicBezTo>
                    <a:pt x="121" y="232"/>
                    <a:pt x="121" y="232"/>
                    <a:pt x="121" y="232"/>
                  </a:cubicBezTo>
                  <a:cubicBezTo>
                    <a:pt x="121" y="232"/>
                    <a:pt x="121" y="232"/>
                    <a:pt x="121" y="232"/>
                  </a:cubicBezTo>
                  <a:cubicBezTo>
                    <a:pt x="135" y="252"/>
                    <a:pt x="135" y="252"/>
                    <a:pt x="135" y="252"/>
                  </a:cubicBezTo>
                  <a:cubicBezTo>
                    <a:pt x="145" y="250"/>
                    <a:pt x="145" y="250"/>
                    <a:pt x="145" y="250"/>
                  </a:cubicBezTo>
                  <a:cubicBezTo>
                    <a:pt x="146" y="250"/>
                    <a:pt x="146" y="250"/>
                    <a:pt x="146" y="250"/>
                  </a:cubicBezTo>
                  <a:cubicBezTo>
                    <a:pt x="147" y="250"/>
                    <a:pt x="147" y="250"/>
                    <a:pt x="147" y="250"/>
                  </a:cubicBezTo>
                  <a:cubicBezTo>
                    <a:pt x="147" y="251"/>
                    <a:pt x="147" y="251"/>
                    <a:pt x="147" y="251"/>
                  </a:cubicBezTo>
                  <a:cubicBezTo>
                    <a:pt x="148" y="252"/>
                    <a:pt x="148" y="252"/>
                    <a:pt x="148" y="252"/>
                  </a:cubicBezTo>
                  <a:cubicBezTo>
                    <a:pt x="157" y="271"/>
                    <a:pt x="157" y="271"/>
                    <a:pt x="157" y="271"/>
                  </a:cubicBezTo>
                  <a:cubicBezTo>
                    <a:pt x="168" y="278"/>
                    <a:pt x="168" y="278"/>
                    <a:pt x="168" y="278"/>
                  </a:cubicBezTo>
                  <a:cubicBezTo>
                    <a:pt x="177" y="280"/>
                    <a:pt x="177" y="280"/>
                    <a:pt x="177" y="280"/>
                  </a:cubicBezTo>
                  <a:cubicBezTo>
                    <a:pt x="182" y="292"/>
                    <a:pt x="182" y="292"/>
                    <a:pt x="182" y="292"/>
                  </a:cubicBezTo>
                  <a:cubicBezTo>
                    <a:pt x="189" y="292"/>
                    <a:pt x="189" y="292"/>
                    <a:pt x="189" y="292"/>
                  </a:cubicBezTo>
                  <a:cubicBezTo>
                    <a:pt x="189" y="293"/>
                    <a:pt x="189" y="293"/>
                    <a:pt x="189" y="293"/>
                  </a:cubicBezTo>
                  <a:cubicBezTo>
                    <a:pt x="189" y="293"/>
                    <a:pt x="189" y="293"/>
                    <a:pt x="189" y="293"/>
                  </a:cubicBezTo>
                  <a:cubicBezTo>
                    <a:pt x="203" y="301"/>
                    <a:pt x="203" y="301"/>
                    <a:pt x="203" y="301"/>
                  </a:cubicBezTo>
                  <a:cubicBezTo>
                    <a:pt x="203" y="301"/>
                    <a:pt x="203" y="301"/>
                    <a:pt x="203" y="301"/>
                  </a:cubicBezTo>
                  <a:cubicBezTo>
                    <a:pt x="203" y="301"/>
                    <a:pt x="203" y="301"/>
                    <a:pt x="203" y="301"/>
                  </a:cubicBezTo>
                  <a:cubicBezTo>
                    <a:pt x="204" y="302"/>
                    <a:pt x="204" y="302"/>
                    <a:pt x="204" y="302"/>
                  </a:cubicBezTo>
                  <a:cubicBezTo>
                    <a:pt x="214" y="314"/>
                    <a:pt x="214" y="314"/>
                    <a:pt x="214" y="314"/>
                  </a:cubicBezTo>
                  <a:cubicBezTo>
                    <a:pt x="229" y="312"/>
                    <a:pt x="229" y="312"/>
                    <a:pt x="229" y="312"/>
                  </a:cubicBezTo>
                  <a:cubicBezTo>
                    <a:pt x="230" y="312"/>
                    <a:pt x="230" y="312"/>
                    <a:pt x="230" y="312"/>
                  </a:cubicBezTo>
                  <a:cubicBezTo>
                    <a:pt x="236" y="314"/>
                    <a:pt x="236" y="314"/>
                    <a:pt x="236" y="314"/>
                  </a:cubicBezTo>
                  <a:cubicBezTo>
                    <a:pt x="236" y="314"/>
                    <a:pt x="236" y="314"/>
                    <a:pt x="236" y="314"/>
                  </a:cubicBezTo>
                  <a:cubicBezTo>
                    <a:pt x="246" y="322"/>
                    <a:pt x="246" y="322"/>
                    <a:pt x="246" y="322"/>
                  </a:cubicBezTo>
                  <a:cubicBezTo>
                    <a:pt x="263" y="324"/>
                    <a:pt x="263" y="324"/>
                    <a:pt x="263" y="324"/>
                  </a:cubicBezTo>
                  <a:cubicBezTo>
                    <a:pt x="273" y="322"/>
                    <a:pt x="273" y="322"/>
                    <a:pt x="273" y="322"/>
                  </a:cubicBezTo>
                  <a:cubicBezTo>
                    <a:pt x="273" y="322"/>
                    <a:pt x="273" y="322"/>
                    <a:pt x="273" y="322"/>
                  </a:cubicBezTo>
                  <a:cubicBezTo>
                    <a:pt x="287" y="320"/>
                    <a:pt x="296" y="321"/>
                    <a:pt x="299" y="324"/>
                  </a:cubicBezTo>
                  <a:cubicBezTo>
                    <a:pt x="301" y="328"/>
                    <a:pt x="300" y="331"/>
                    <a:pt x="295" y="335"/>
                  </a:cubicBezTo>
                  <a:cubicBezTo>
                    <a:pt x="291" y="339"/>
                    <a:pt x="291" y="339"/>
                    <a:pt x="291" y="339"/>
                  </a:cubicBezTo>
                  <a:cubicBezTo>
                    <a:pt x="290" y="341"/>
                    <a:pt x="292" y="344"/>
                    <a:pt x="297" y="349"/>
                  </a:cubicBezTo>
                  <a:cubicBezTo>
                    <a:pt x="297" y="350"/>
                    <a:pt x="297" y="350"/>
                    <a:pt x="297" y="350"/>
                  </a:cubicBezTo>
                  <a:cubicBezTo>
                    <a:pt x="297" y="350"/>
                    <a:pt x="297" y="350"/>
                    <a:pt x="297" y="350"/>
                  </a:cubicBezTo>
                  <a:cubicBezTo>
                    <a:pt x="300" y="352"/>
                    <a:pt x="300" y="352"/>
                    <a:pt x="300" y="352"/>
                  </a:cubicBezTo>
                  <a:cubicBezTo>
                    <a:pt x="301" y="351"/>
                    <a:pt x="301" y="351"/>
                    <a:pt x="301" y="351"/>
                  </a:cubicBezTo>
                  <a:cubicBezTo>
                    <a:pt x="311" y="332"/>
                    <a:pt x="319" y="322"/>
                    <a:pt x="325" y="320"/>
                  </a:cubicBezTo>
                  <a:cubicBezTo>
                    <a:pt x="331" y="318"/>
                    <a:pt x="343" y="323"/>
                    <a:pt x="363" y="335"/>
                  </a:cubicBezTo>
                  <a:cubicBezTo>
                    <a:pt x="387" y="339"/>
                    <a:pt x="387" y="339"/>
                    <a:pt x="387" y="339"/>
                  </a:cubicBezTo>
                  <a:cubicBezTo>
                    <a:pt x="387" y="340"/>
                    <a:pt x="387" y="340"/>
                    <a:pt x="387" y="340"/>
                  </a:cubicBezTo>
                  <a:cubicBezTo>
                    <a:pt x="387" y="341"/>
                    <a:pt x="387" y="341"/>
                    <a:pt x="387" y="341"/>
                  </a:cubicBezTo>
                  <a:cubicBezTo>
                    <a:pt x="385" y="352"/>
                    <a:pt x="385" y="352"/>
                    <a:pt x="385" y="352"/>
                  </a:cubicBezTo>
                  <a:cubicBezTo>
                    <a:pt x="397" y="354"/>
                    <a:pt x="397" y="354"/>
                    <a:pt x="397" y="354"/>
                  </a:cubicBezTo>
                  <a:cubicBezTo>
                    <a:pt x="397" y="369"/>
                    <a:pt x="397" y="369"/>
                    <a:pt x="397" y="369"/>
                  </a:cubicBezTo>
                  <a:cubicBezTo>
                    <a:pt x="401" y="376"/>
                    <a:pt x="403" y="380"/>
                    <a:pt x="405" y="381"/>
                  </a:cubicBezTo>
                  <a:cubicBezTo>
                    <a:pt x="407" y="382"/>
                    <a:pt x="419" y="382"/>
                    <a:pt x="441" y="381"/>
                  </a:cubicBezTo>
                  <a:cubicBezTo>
                    <a:pt x="453" y="374"/>
                    <a:pt x="453" y="374"/>
                    <a:pt x="453" y="374"/>
                  </a:cubicBezTo>
                  <a:cubicBezTo>
                    <a:pt x="465" y="358"/>
                    <a:pt x="465" y="358"/>
                    <a:pt x="465" y="358"/>
                  </a:cubicBezTo>
                  <a:cubicBezTo>
                    <a:pt x="479" y="357"/>
                    <a:pt x="479" y="357"/>
                    <a:pt x="479" y="357"/>
                  </a:cubicBezTo>
                  <a:cubicBezTo>
                    <a:pt x="486" y="355"/>
                    <a:pt x="486" y="355"/>
                    <a:pt x="486" y="355"/>
                  </a:cubicBezTo>
                  <a:cubicBezTo>
                    <a:pt x="512" y="340"/>
                    <a:pt x="512" y="340"/>
                    <a:pt x="512" y="340"/>
                  </a:cubicBezTo>
                  <a:cubicBezTo>
                    <a:pt x="513" y="340"/>
                    <a:pt x="513" y="340"/>
                    <a:pt x="513" y="340"/>
                  </a:cubicBezTo>
                  <a:cubicBezTo>
                    <a:pt x="513" y="340"/>
                    <a:pt x="513" y="340"/>
                    <a:pt x="513" y="340"/>
                  </a:cubicBezTo>
                  <a:cubicBezTo>
                    <a:pt x="513" y="340"/>
                    <a:pt x="513" y="340"/>
                    <a:pt x="513" y="340"/>
                  </a:cubicBezTo>
                  <a:cubicBezTo>
                    <a:pt x="528" y="338"/>
                    <a:pt x="537" y="338"/>
                    <a:pt x="539" y="340"/>
                  </a:cubicBezTo>
                  <a:cubicBezTo>
                    <a:pt x="557" y="354"/>
                    <a:pt x="557" y="354"/>
                    <a:pt x="557" y="354"/>
                  </a:cubicBezTo>
                  <a:cubicBezTo>
                    <a:pt x="562" y="356"/>
                    <a:pt x="562" y="356"/>
                    <a:pt x="562" y="356"/>
                  </a:cubicBezTo>
                  <a:cubicBezTo>
                    <a:pt x="563" y="357"/>
                    <a:pt x="563" y="357"/>
                    <a:pt x="563" y="357"/>
                  </a:cubicBezTo>
                  <a:cubicBezTo>
                    <a:pt x="569" y="360"/>
                    <a:pt x="569" y="360"/>
                    <a:pt x="569" y="360"/>
                  </a:cubicBezTo>
                  <a:cubicBezTo>
                    <a:pt x="570" y="360"/>
                    <a:pt x="570" y="360"/>
                    <a:pt x="570" y="360"/>
                  </a:cubicBezTo>
                  <a:cubicBezTo>
                    <a:pt x="570" y="359"/>
                    <a:pt x="570" y="359"/>
                    <a:pt x="570" y="359"/>
                  </a:cubicBezTo>
                  <a:cubicBezTo>
                    <a:pt x="570" y="358"/>
                    <a:pt x="570" y="358"/>
                    <a:pt x="570" y="358"/>
                  </a:cubicBezTo>
                  <a:cubicBezTo>
                    <a:pt x="570" y="358"/>
                    <a:pt x="570" y="358"/>
                    <a:pt x="570" y="358"/>
                  </a:cubicBezTo>
                  <a:cubicBezTo>
                    <a:pt x="570" y="358"/>
                    <a:pt x="570" y="358"/>
                    <a:pt x="570" y="358"/>
                  </a:cubicBezTo>
                  <a:cubicBezTo>
                    <a:pt x="573" y="346"/>
                    <a:pt x="573" y="346"/>
                    <a:pt x="573" y="346"/>
                  </a:cubicBezTo>
                  <a:cubicBezTo>
                    <a:pt x="571" y="342"/>
                    <a:pt x="571" y="339"/>
                    <a:pt x="573" y="337"/>
                  </a:cubicBezTo>
                  <a:cubicBezTo>
                    <a:pt x="573" y="335"/>
                    <a:pt x="575" y="334"/>
                    <a:pt x="579" y="333"/>
                  </a:cubicBezTo>
                  <a:cubicBezTo>
                    <a:pt x="585" y="332"/>
                    <a:pt x="590" y="337"/>
                    <a:pt x="596" y="348"/>
                  </a:cubicBezTo>
                  <a:cubicBezTo>
                    <a:pt x="597" y="348"/>
                    <a:pt x="597" y="348"/>
                    <a:pt x="597" y="348"/>
                  </a:cubicBezTo>
                  <a:cubicBezTo>
                    <a:pt x="597" y="348"/>
                    <a:pt x="597" y="348"/>
                    <a:pt x="597" y="348"/>
                  </a:cubicBezTo>
                  <a:cubicBezTo>
                    <a:pt x="607" y="344"/>
                    <a:pt x="607" y="344"/>
                    <a:pt x="607" y="344"/>
                  </a:cubicBezTo>
                  <a:cubicBezTo>
                    <a:pt x="609" y="344"/>
                    <a:pt x="610" y="342"/>
                    <a:pt x="610" y="340"/>
                  </a:cubicBezTo>
                  <a:cubicBezTo>
                    <a:pt x="608" y="332"/>
                    <a:pt x="608" y="332"/>
                    <a:pt x="608" y="332"/>
                  </a:cubicBezTo>
                  <a:cubicBezTo>
                    <a:pt x="608" y="332"/>
                    <a:pt x="608" y="332"/>
                    <a:pt x="608" y="332"/>
                  </a:cubicBezTo>
                  <a:cubicBezTo>
                    <a:pt x="607" y="329"/>
                    <a:pt x="608" y="326"/>
                    <a:pt x="611" y="325"/>
                  </a:cubicBezTo>
                  <a:cubicBezTo>
                    <a:pt x="615" y="322"/>
                    <a:pt x="615" y="322"/>
                    <a:pt x="615" y="322"/>
                  </a:cubicBezTo>
                  <a:cubicBezTo>
                    <a:pt x="623" y="312"/>
                    <a:pt x="623" y="312"/>
                    <a:pt x="623" y="312"/>
                  </a:cubicBezTo>
                  <a:cubicBezTo>
                    <a:pt x="629" y="299"/>
                    <a:pt x="629" y="299"/>
                    <a:pt x="629" y="299"/>
                  </a:cubicBezTo>
                  <a:cubicBezTo>
                    <a:pt x="624" y="291"/>
                    <a:pt x="623" y="285"/>
                    <a:pt x="624" y="281"/>
                  </a:cubicBezTo>
                  <a:cubicBezTo>
                    <a:pt x="625" y="270"/>
                    <a:pt x="625" y="270"/>
                    <a:pt x="625" y="270"/>
                  </a:cubicBezTo>
                  <a:cubicBezTo>
                    <a:pt x="623" y="265"/>
                    <a:pt x="622" y="262"/>
                    <a:pt x="622" y="259"/>
                  </a:cubicBezTo>
                  <a:cubicBezTo>
                    <a:pt x="622" y="258"/>
                    <a:pt x="620" y="254"/>
                    <a:pt x="617" y="249"/>
                  </a:cubicBezTo>
                  <a:cubicBezTo>
                    <a:pt x="617" y="249"/>
                    <a:pt x="617" y="249"/>
                    <a:pt x="617" y="249"/>
                  </a:cubicBezTo>
                  <a:cubicBezTo>
                    <a:pt x="617" y="248"/>
                    <a:pt x="617" y="248"/>
                    <a:pt x="617" y="248"/>
                  </a:cubicBezTo>
                  <a:cubicBezTo>
                    <a:pt x="615" y="234"/>
                    <a:pt x="615" y="234"/>
                    <a:pt x="615" y="234"/>
                  </a:cubicBezTo>
                  <a:cubicBezTo>
                    <a:pt x="615" y="231"/>
                    <a:pt x="615" y="228"/>
                    <a:pt x="615" y="224"/>
                  </a:cubicBezTo>
                  <a:cubicBezTo>
                    <a:pt x="612" y="221"/>
                    <a:pt x="609" y="218"/>
                    <a:pt x="608" y="216"/>
                  </a:cubicBezTo>
                  <a:cubicBezTo>
                    <a:pt x="602" y="208"/>
                    <a:pt x="602" y="208"/>
                    <a:pt x="602" y="208"/>
                  </a:cubicBezTo>
                  <a:cubicBezTo>
                    <a:pt x="601" y="207"/>
                    <a:pt x="601" y="207"/>
                    <a:pt x="601" y="207"/>
                  </a:cubicBezTo>
                  <a:cubicBezTo>
                    <a:pt x="601" y="206"/>
                    <a:pt x="601" y="206"/>
                    <a:pt x="601" y="206"/>
                  </a:cubicBezTo>
                  <a:cubicBezTo>
                    <a:pt x="601" y="206"/>
                    <a:pt x="601" y="206"/>
                    <a:pt x="601" y="206"/>
                  </a:cubicBezTo>
                  <a:cubicBezTo>
                    <a:pt x="599" y="196"/>
                    <a:pt x="599" y="196"/>
                    <a:pt x="599" y="196"/>
                  </a:cubicBezTo>
                  <a:cubicBezTo>
                    <a:pt x="593" y="191"/>
                    <a:pt x="593" y="191"/>
                    <a:pt x="593" y="191"/>
                  </a:cubicBezTo>
                  <a:cubicBezTo>
                    <a:pt x="593" y="192"/>
                    <a:pt x="593" y="192"/>
                    <a:pt x="593" y="192"/>
                  </a:cubicBezTo>
                  <a:cubicBezTo>
                    <a:pt x="582" y="182"/>
                    <a:pt x="582" y="182"/>
                    <a:pt x="582" y="182"/>
                  </a:cubicBezTo>
                  <a:cubicBezTo>
                    <a:pt x="582" y="183"/>
                    <a:pt x="582" y="183"/>
                    <a:pt x="582" y="183"/>
                  </a:cubicBezTo>
                  <a:cubicBezTo>
                    <a:pt x="583" y="196"/>
                    <a:pt x="583" y="196"/>
                    <a:pt x="583" y="196"/>
                  </a:cubicBezTo>
                  <a:cubicBezTo>
                    <a:pt x="583" y="196"/>
                    <a:pt x="583" y="196"/>
                    <a:pt x="583" y="196"/>
                  </a:cubicBezTo>
                  <a:cubicBezTo>
                    <a:pt x="583" y="197"/>
                    <a:pt x="583" y="197"/>
                    <a:pt x="583" y="197"/>
                  </a:cubicBezTo>
                  <a:cubicBezTo>
                    <a:pt x="577" y="200"/>
                    <a:pt x="577" y="200"/>
                    <a:pt x="577" y="200"/>
                  </a:cubicBezTo>
                  <a:cubicBezTo>
                    <a:pt x="577" y="208"/>
                    <a:pt x="577" y="208"/>
                    <a:pt x="577" y="208"/>
                  </a:cubicBezTo>
                  <a:cubicBezTo>
                    <a:pt x="577" y="209"/>
                    <a:pt x="577" y="209"/>
                    <a:pt x="577" y="209"/>
                  </a:cubicBezTo>
                  <a:cubicBezTo>
                    <a:pt x="563" y="214"/>
                    <a:pt x="563" y="214"/>
                    <a:pt x="563" y="214"/>
                  </a:cubicBezTo>
                  <a:cubicBezTo>
                    <a:pt x="558" y="203"/>
                    <a:pt x="558" y="203"/>
                    <a:pt x="558" y="203"/>
                  </a:cubicBezTo>
                  <a:cubicBezTo>
                    <a:pt x="555" y="202"/>
                    <a:pt x="555" y="202"/>
                    <a:pt x="555" y="202"/>
                  </a:cubicBezTo>
                  <a:cubicBezTo>
                    <a:pt x="551" y="207"/>
                    <a:pt x="551" y="207"/>
                    <a:pt x="551" y="207"/>
                  </a:cubicBezTo>
                  <a:cubicBezTo>
                    <a:pt x="548" y="215"/>
                    <a:pt x="548" y="215"/>
                    <a:pt x="548" y="215"/>
                  </a:cubicBezTo>
                  <a:cubicBezTo>
                    <a:pt x="538" y="218"/>
                    <a:pt x="538" y="218"/>
                    <a:pt x="538" y="218"/>
                  </a:cubicBezTo>
                  <a:cubicBezTo>
                    <a:pt x="532" y="214"/>
                    <a:pt x="532" y="214"/>
                    <a:pt x="532" y="214"/>
                  </a:cubicBezTo>
                  <a:cubicBezTo>
                    <a:pt x="524" y="211"/>
                    <a:pt x="524" y="211"/>
                    <a:pt x="524" y="211"/>
                  </a:cubicBezTo>
                  <a:cubicBezTo>
                    <a:pt x="522" y="200"/>
                    <a:pt x="522" y="200"/>
                    <a:pt x="522" y="200"/>
                  </a:cubicBezTo>
                  <a:cubicBezTo>
                    <a:pt x="519" y="193"/>
                    <a:pt x="519" y="193"/>
                    <a:pt x="519" y="193"/>
                  </a:cubicBezTo>
                  <a:cubicBezTo>
                    <a:pt x="514" y="191"/>
                    <a:pt x="514" y="191"/>
                    <a:pt x="514" y="191"/>
                  </a:cubicBezTo>
                  <a:cubicBezTo>
                    <a:pt x="513" y="190"/>
                    <a:pt x="513" y="190"/>
                    <a:pt x="513" y="190"/>
                  </a:cubicBezTo>
                  <a:cubicBezTo>
                    <a:pt x="510" y="186"/>
                    <a:pt x="510" y="186"/>
                    <a:pt x="510" y="186"/>
                  </a:cubicBezTo>
                  <a:cubicBezTo>
                    <a:pt x="510" y="186"/>
                    <a:pt x="510" y="186"/>
                    <a:pt x="510" y="186"/>
                  </a:cubicBezTo>
                  <a:cubicBezTo>
                    <a:pt x="506" y="180"/>
                    <a:pt x="506" y="180"/>
                    <a:pt x="506" y="180"/>
                  </a:cubicBezTo>
                  <a:cubicBezTo>
                    <a:pt x="501" y="172"/>
                    <a:pt x="501" y="172"/>
                    <a:pt x="501" y="172"/>
                  </a:cubicBezTo>
                  <a:cubicBezTo>
                    <a:pt x="496" y="172"/>
                    <a:pt x="496" y="172"/>
                    <a:pt x="496" y="172"/>
                  </a:cubicBezTo>
                  <a:cubicBezTo>
                    <a:pt x="488" y="175"/>
                    <a:pt x="488" y="175"/>
                    <a:pt x="488" y="175"/>
                  </a:cubicBezTo>
                  <a:cubicBezTo>
                    <a:pt x="487" y="176"/>
                    <a:pt x="487" y="176"/>
                    <a:pt x="487" y="176"/>
                  </a:cubicBezTo>
                  <a:cubicBezTo>
                    <a:pt x="467" y="174"/>
                    <a:pt x="467" y="174"/>
                    <a:pt x="467" y="174"/>
                  </a:cubicBezTo>
                  <a:cubicBezTo>
                    <a:pt x="451" y="171"/>
                    <a:pt x="451" y="171"/>
                    <a:pt x="451" y="171"/>
                  </a:cubicBezTo>
                  <a:cubicBezTo>
                    <a:pt x="450" y="170"/>
                    <a:pt x="447" y="169"/>
                    <a:pt x="443" y="166"/>
                  </a:cubicBezTo>
                  <a:cubicBezTo>
                    <a:pt x="431" y="162"/>
                    <a:pt x="431" y="162"/>
                    <a:pt x="431" y="162"/>
                  </a:cubicBezTo>
                  <a:cubicBezTo>
                    <a:pt x="422" y="160"/>
                    <a:pt x="417" y="158"/>
                    <a:pt x="415" y="156"/>
                  </a:cubicBezTo>
                  <a:cubicBezTo>
                    <a:pt x="413" y="154"/>
                    <a:pt x="413" y="154"/>
                    <a:pt x="413" y="154"/>
                  </a:cubicBezTo>
                  <a:cubicBezTo>
                    <a:pt x="411" y="154"/>
                    <a:pt x="411" y="154"/>
                    <a:pt x="411" y="154"/>
                  </a:cubicBezTo>
                  <a:cubicBezTo>
                    <a:pt x="403" y="150"/>
                    <a:pt x="403" y="150"/>
                    <a:pt x="403" y="150"/>
                  </a:cubicBezTo>
                  <a:cubicBezTo>
                    <a:pt x="403" y="149"/>
                    <a:pt x="403" y="149"/>
                    <a:pt x="403" y="149"/>
                  </a:cubicBezTo>
                  <a:cubicBezTo>
                    <a:pt x="401" y="148"/>
                    <a:pt x="400" y="146"/>
                    <a:pt x="399" y="145"/>
                  </a:cubicBezTo>
                  <a:cubicBezTo>
                    <a:pt x="398" y="141"/>
                    <a:pt x="398" y="141"/>
                    <a:pt x="398" y="141"/>
                  </a:cubicBezTo>
                  <a:cubicBezTo>
                    <a:pt x="395" y="136"/>
                    <a:pt x="395" y="136"/>
                    <a:pt x="395" y="136"/>
                  </a:cubicBezTo>
                  <a:cubicBezTo>
                    <a:pt x="389" y="134"/>
                    <a:pt x="389" y="134"/>
                    <a:pt x="389" y="134"/>
                  </a:cubicBezTo>
                  <a:cubicBezTo>
                    <a:pt x="387" y="135"/>
                    <a:pt x="387" y="135"/>
                    <a:pt x="387" y="135"/>
                  </a:cubicBezTo>
                  <a:cubicBezTo>
                    <a:pt x="385" y="137"/>
                    <a:pt x="385" y="137"/>
                    <a:pt x="385" y="137"/>
                  </a:cubicBezTo>
                  <a:cubicBezTo>
                    <a:pt x="384" y="138"/>
                    <a:pt x="384" y="138"/>
                    <a:pt x="384" y="138"/>
                  </a:cubicBezTo>
                  <a:cubicBezTo>
                    <a:pt x="382" y="139"/>
                    <a:pt x="380" y="140"/>
                    <a:pt x="379" y="140"/>
                  </a:cubicBezTo>
                  <a:cubicBezTo>
                    <a:pt x="375" y="141"/>
                    <a:pt x="372" y="140"/>
                    <a:pt x="369" y="136"/>
                  </a:cubicBezTo>
                  <a:cubicBezTo>
                    <a:pt x="361" y="128"/>
                    <a:pt x="361" y="128"/>
                    <a:pt x="361" y="128"/>
                  </a:cubicBezTo>
                  <a:cubicBezTo>
                    <a:pt x="358" y="124"/>
                    <a:pt x="356" y="121"/>
                    <a:pt x="355" y="119"/>
                  </a:cubicBezTo>
                  <a:cubicBezTo>
                    <a:pt x="353" y="116"/>
                    <a:pt x="353" y="116"/>
                    <a:pt x="353" y="116"/>
                  </a:cubicBezTo>
                  <a:cubicBezTo>
                    <a:pt x="351" y="113"/>
                    <a:pt x="349" y="110"/>
                    <a:pt x="347" y="108"/>
                  </a:cubicBezTo>
                  <a:cubicBezTo>
                    <a:pt x="346" y="104"/>
                    <a:pt x="346" y="101"/>
                    <a:pt x="347" y="98"/>
                  </a:cubicBezTo>
                  <a:cubicBezTo>
                    <a:pt x="347" y="98"/>
                    <a:pt x="347" y="98"/>
                    <a:pt x="347" y="98"/>
                  </a:cubicBezTo>
                  <a:cubicBezTo>
                    <a:pt x="347" y="98"/>
                    <a:pt x="347" y="98"/>
                    <a:pt x="347" y="98"/>
                  </a:cubicBezTo>
                  <a:cubicBezTo>
                    <a:pt x="352" y="89"/>
                    <a:pt x="352" y="89"/>
                    <a:pt x="352" y="89"/>
                  </a:cubicBezTo>
                  <a:cubicBezTo>
                    <a:pt x="355" y="80"/>
                    <a:pt x="355" y="80"/>
                    <a:pt x="355" y="80"/>
                  </a:cubicBezTo>
                  <a:cubicBezTo>
                    <a:pt x="356" y="74"/>
                    <a:pt x="356" y="74"/>
                    <a:pt x="356" y="74"/>
                  </a:cubicBezTo>
                  <a:cubicBezTo>
                    <a:pt x="354" y="64"/>
                    <a:pt x="354" y="64"/>
                    <a:pt x="354" y="64"/>
                  </a:cubicBezTo>
                  <a:cubicBezTo>
                    <a:pt x="348" y="59"/>
                    <a:pt x="348" y="59"/>
                    <a:pt x="348" y="59"/>
                  </a:cubicBezTo>
                  <a:cubicBezTo>
                    <a:pt x="349" y="52"/>
                    <a:pt x="349" y="52"/>
                    <a:pt x="349" y="52"/>
                  </a:cubicBezTo>
                  <a:cubicBezTo>
                    <a:pt x="349" y="46"/>
                    <a:pt x="351" y="43"/>
                    <a:pt x="355" y="42"/>
                  </a:cubicBezTo>
                  <a:cubicBezTo>
                    <a:pt x="357" y="42"/>
                    <a:pt x="357" y="41"/>
                    <a:pt x="357" y="40"/>
                  </a:cubicBezTo>
                  <a:cubicBezTo>
                    <a:pt x="357" y="39"/>
                    <a:pt x="357" y="39"/>
                    <a:pt x="357" y="39"/>
                  </a:cubicBezTo>
                  <a:cubicBezTo>
                    <a:pt x="357" y="31"/>
                    <a:pt x="357" y="31"/>
                    <a:pt x="357" y="31"/>
                  </a:cubicBezTo>
                  <a:cubicBezTo>
                    <a:pt x="357" y="31"/>
                    <a:pt x="357" y="31"/>
                    <a:pt x="357" y="31"/>
                  </a:cubicBezTo>
                  <a:cubicBezTo>
                    <a:pt x="357" y="31"/>
                    <a:pt x="357" y="31"/>
                    <a:pt x="357" y="31"/>
                  </a:cubicBezTo>
                  <a:cubicBezTo>
                    <a:pt x="357" y="22"/>
                    <a:pt x="357" y="22"/>
                    <a:pt x="357" y="22"/>
                  </a:cubicBezTo>
                  <a:cubicBezTo>
                    <a:pt x="357" y="22"/>
                    <a:pt x="357" y="22"/>
                    <a:pt x="357" y="22"/>
                  </a:cubicBezTo>
                  <a:cubicBezTo>
                    <a:pt x="356" y="21"/>
                    <a:pt x="356" y="21"/>
                    <a:pt x="356" y="21"/>
                  </a:cubicBezTo>
                  <a:cubicBezTo>
                    <a:pt x="356" y="21"/>
                    <a:pt x="356" y="21"/>
                    <a:pt x="356" y="21"/>
                  </a:cubicBezTo>
                  <a:cubicBezTo>
                    <a:pt x="356" y="21"/>
                    <a:pt x="356" y="21"/>
                    <a:pt x="356" y="21"/>
                  </a:cubicBezTo>
                  <a:cubicBezTo>
                    <a:pt x="355" y="20"/>
                    <a:pt x="355" y="20"/>
                    <a:pt x="355" y="20"/>
                  </a:cubicBezTo>
                  <a:cubicBezTo>
                    <a:pt x="355" y="20"/>
                    <a:pt x="355" y="20"/>
                    <a:pt x="355" y="20"/>
                  </a:cubicBezTo>
                  <a:cubicBezTo>
                    <a:pt x="354" y="20"/>
                    <a:pt x="354" y="20"/>
                    <a:pt x="354" y="20"/>
                  </a:cubicBezTo>
                  <a:cubicBezTo>
                    <a:pt x="347" y="15"/>
                    <a:pt x="347" y="15"/>
                    <a:pt x="347" y="15"/>
                  </a:cubicBezTo>
                  <a:cubicBezTo>
                    <a:pt x="347" y="15"/>
                    <a:pt x="347" y="15"/>
                    <a:pt x="347" y="15"/>
                  </a:cubicBezTo>
                  <a:cubicBezTo>
                    <a:pt x="347" y="15"/>
                    <a:pt x="347" y="15"/>
                    <a:pt x="347" y="15"/>
                  </a:cubicBezTo>
                  <a:cubicBezTo>
                    <a:pt x="341" y="10"/>
                    <a:pt x="341" y="10"/>
                    <a:pt x="341" y="10"/>
                  </a:cubicBezTo>
                  <a:cubicBezTo>
                    <a:pt x="322" y="7"/>
                    <a:pt x="322" y="7"/>
                    <a:pt x="322" y="7"/>
                  </a:cubicBezTo>
                  <a:cubicBezTo>
                    <a:pt x="322" y="7"/>
                    <a:pt x="322" y="7"/>
                    <a:pt x="322" y="7"/>
                  </a:cubicBezTo>
                  <a:cubicBezTo>
                    <a:pt x="316" y="2"/>
                    <a:pt x="316" y="2"/>
                    <a:pt x="316" y="2"/>
                  </a:cubicBezTo>
                  <a:cubicBezTo>
                    <a:pt x="305" y="2"/>
                    <a:pt x="305" y="2"/>
                    <a:pt x="305" y="2"/>
                  </a:cubicBezTo>
                  <a:cubicBezTo>
                    <a:pt x="303" y="2"/>
                    <a:pt x="301" y="4"/>
                    <a:pt x="299" y="5"/>
                  </a:cubicBezTo>
                  <a:cubicBezTo>
                    <a:pt x="298" y="5"/>
                    <a:pt x="298" y="5"/>
                    <a:pt x="298" y="5"/>
                  </a:cubicBezTo>
                  <a:cubicBezTo>
                    <a:pt x="289" y="8"/>
                    <a:pt x="289" y="8"/>
                    <a:pt x="289" y="8"/>
                  </a:cubicBezTo>
                  <a:cubicBezTo>
                    <a:pt x="267" y="8"/>
                    <a:pt x="267" y="8"/>
                    <a:pt x="267" y="8"/>
                  </a:cubicBezTo>
                  <a:cubicBezTo>
                    <a:pt x="264" y="9"/>
                    <a:pt x="261" y="10"/>
                    <a:pt x="260" y="12"/>
                  </a:cubicBezTo>
                  <a:cubicBezTo>
                    <a:pt x="257" y="14"/>
                    <a:pt x="253" y="15"/>
                    <a:pt x="247" y="17"/>
                  </a:cubicBezTo>
                  <a:cubicBezTo>
                    <a:pt x="237" y="20"/>
                    <a:pt x="237" y="20"/>
                    <a:pt x="237" y="20"/>
                  </a:cubicBezTo>
                  <a:cubicBezTo>
                    <a:pt x="237" y="20"/>
                    <a:pt x="237" y="20"/>
                    <a:pt x="237" y="20"/>
                  </a:cubicBezTo>
                  <a:cubicBezTo>
                    <a:pt x="236" y="20"/>
                    <a:pt x="236" y="20"/>
                    <a:pt x="236" y="20"/>
                  </a:cubicBezTo>
                  <a:cubicBezTo>
                    <a:pt x="221" y="18"/>
                    <a:pt x="221" y="18"/>
                    <a:pt x="221" y="18"/>
                  </a:cubicBezTo>
                  <a:cubicBezTo>
                    <a:pt x="220" y="18"/>
                    <a:pt x="220" y="18"/>
                    <a:pt x="220" y="18"/>
                  </a:cubicBezTo>
                  <a:cubicBezTo>
                    <a:pt x="220" y="18"/>
                    <a:pt x="220" y="18"/>
                    <a:pt x="220" y="18"/>
                  </a:cubicBezTo>
                  <a:cubicBezTo>
                    <a:pt x="220" y="18"/>
                    <a:pt x="220" y="18"/>
                    <a:pt x="220" y="18"/>
                  </a:cubicBezTo>
                  <a:cubicBezTo>
                    <a:pt x="215" y="18"/>
                    <a:pt x="215" y="18"/>
                    <a:pt x="215" y="18"/>
                  </a:cubicBezTo>
                  <a:cubicBezTo>
                    <a:pt x="206" y="20"/>
                    <a:pt x="206" y="20"/>
                    <a:pt x="206" y="20"/>
                  </a:cubicBezTo>
                  <a:cubicBezTo>
                    <a:pt x="188" y="22"/>
                    <a:pt x="188" y="22"/>
                    <a:pt x="188" y="22"/>
                  </a:cubicBezTo>
                  <a:cubicBezTo>
                    <a:pt x="188" y="22"/>
                    <a:pt x="188" y="22"/>
                    <a:pt x="188" y="22"/>
                  </a:cubicBezTo>
                  <a:cubicBezTo>
                    <a:pt x="187" y="22"/>
                    <a:pt x="187" y="22"/>
                    <a:pt x="187" y="22"/>
                  </a:cubicBezTo>
                  <a:cubicBezTo>
                    <a:pt x="179" y="18"/>
                    <a:pt x="179" y="18"/>
                    <a:pt x="179" y="18"/>
                  </a:cubicBezTo>
                  <a:cubicBezTo>
                    <a:pt x="171" y="18"/>
                    <a:pt x="171" y="18"/>
                    <a:pt x="171" y="18"/>
                  </a:cubicBezTo>
                  <a:cubicBezTo>
                    <a:pt x="168" y="18"/>
                    <a:pt x="165" y="15"/>
                    <a:pt x="161" y="10"/>
                  </a:cubicBezTo>
                  <a:cubicBezTo>
                    <a:pt x="160" y="10"/>
                    <a:pt x="160" y="10"/>
                    <a:pt x="160" y="10"/>
                  </a:cubicBezTo>
                  <a:cubicBezTo>
                    <a:pt x="159" y="6"/>
                    <a:pt x="158" y="4"/>
                    <a:pt x="158" y="4"/>
                  </a:cubicBezTo>
                  <a:cubicBezTo>
                    <a:pt x="156" y="2"/>
                    <a:pt x="156" y="2"/>
                    <a:pt x="156" y="2"/>
                  </a:cubicBezTo>
                  <a:cubicBezTo>
                    <a:pt x="152" y="0"/>
                    <a:pt x="152" y="0"/>
                    <a:pt x="152" y="0"/>
                  </a:cubicBezTo>
                  <a:cubicBezTo>
                    <a:pt x="149" y="4"/>
                    <a:pt x="149" y="4"/>
                    <a:pt x="149" y="4"/>
                  </a:cubicBezTo>
                  <a:cubicBezTo>
                    <a:pt x="149" y="4"/>
                    <a:pt x="149" y="4"/>
                    <a:pt x="149" y="4"/>
                  </a:cubicBezTo>
                  <a:cubicBezTo>
                    <a:pt x="136" y="10"/>
                    <a:pt x="136" y="10"/>
                    <a:pt x="136" y="10"/>
                  </a:cubicBezTo>
                  <a:cubicBezTo>
                    <a:pt x="135" y="10"/>
                    <a:pt x="135" y="10"/>
                    <a:pt x="135" y="10"/>
                  </a:cubicBezTo>
                  <a:cubicBezTo>
                    <a:pt x="135" y="10"/>
                    <a:pt x="135" y="10"/>
                    <a:pt x="135" y="10"/>
                  </a:cubicBezTo>
                  <a:cubicBezTo>
                    <a:pt x="119" y="11"/>
                    <a:pt x="119" y="11"/>
                    <a:pt x="119" y="11"/>
                  </a:cubicBezTo>
                  <a:cubicBezTo>
                    <a:pt x="117" y="11"/>
                    <a:pt x="112" y="10"/>
                    <a:pt x="106" y="8"/>
                  </a:cubicBezTo>
                  <a:cubicBezTo>
                    <a:pt x="93" y="6"/>
                    <a:pt x="93" y="6"/>
                    <a:pt x="93" y="6"/>
                  </a:cubicBezTo>
                  <a:cubicBezTo>
                    <a:pt x="92" y="6"/>
                    <a:pt x="92" y="6"/>
                    <a:pt x="92" y="6"/>
                  </a:cubicBezTo>
                  <a:cubicBezTo>
                    <a:pt x="92" y="6"/>
                    <a:pt x="92" y="6"/>
                    <a:pt x="92" y="6"/>
                  </a:cubicBezTo>
                  <a:cubicBezTo>
                    <a:pt x="84" y="2"/>
                    <a:pt x="84" y="2"/>
                    <a:pt x="84" y="2"/>
                  </a:cubicBezTo>
                  <a:lnTo>
                    <a:pt x="77" y="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2"/>
            <p:cNvSpPr>
              <a:spLocks/>
            </p:cNvSpPr>
            <p:nvPr/>
          </p:nvSpPr>
          <p:spPr bwMode="auto">
            <a:xfrm>
              <a:off x="2824163" y="4541490"/>
              <a:ext cx="1068388" cy="1111250"/>
            </a:xfrm>
            <a:custGeom>
              <a:avLst/>
              <a:gdLst>
                <a:gd name="T0" fmla="*/ 10 w 284"/>
                <a:gd name="T1" fmla="*/ 182 h 296"/>
                <a:gd name="T2" fmla="*/ 41 w 284"/>
                <a:gd name="T3" fmla="*/ 181 h 296"/>
                <a:gd name="T4" fmla="*/ 42 w 284"/>
                <a:gd name="T5" fmla="*/ 195 h 296"/>
                <a:gd name="T6" fmla="*/ 68 w 284"/>
                <a:gd name="T7" fmla="*/ 221 h 296"/>
                <a:gd name="T8" fmla="*/ 72 w 284"/>
                <a:gd name="T9" fmla="*/ 260 h 296"/>
                <a:gd name="T10" fmla="*/ 110 w 284"/>
                <a:gd name="T11" fmla="*/ 270 h 296"/>
                <a:gd name="T12" fmla="*/ 118 w 284"/>
                <a:gd name="T13" fmla="*/ 282 h 296"/>
                <a:gd name="T14" fmla="*/ 136 w 284"/>
                <a:gd name="T15" fmla="*/ 296 h 296"/>
                <a:gd name="T16" fmla="*/ 136 w 284"/>
                <a:gd name="T17" fmla="*/ 284 h 296"/>
                <a:gd name="T18" fmla="*/ 135 w 284"/>
                <a:gd name="T19" fmla="*/ 244 h 296"/>
                <a:gd name="T20" fmla="*/ 162 w 284"/>
                <a:gd name="T21" fmla="*/ 236 h 296"/>
                <a:gd name="T22" fmla="*/ 190 w 284"/>
                <a:gd name="T23" fmla="*/ 236 h 296"/>
                <a:gd name="T24" fmla="*/ 220 w 284"/>
                <a:gd name="T25" fmla="*/ 233 h 296"/>
                <a:gd name="T26" fmla="*/ 256 w 284"/>
                <a:gd name="T27" fmla="*/ 211 h 296"/>
                <a:gd name="T28" fmla="*/ 265 w 284"/>
                <a:gd name="T29" fmla="*/ 214 h 296"/>
                <a:gd name="T30" fmla="*/ 270 w 284"/>
                <a:gd name="T31" fmla="*/ 216 h 296"/>
                <a:gd name="T32" fmla="*/ 284 w 284"/>
                <a:gd name="T33" fmla="*/ 205 h 296"/>
                <a:gd name="T34" fmla="*/ 274 w 284"/>
                <a:gd name="T35" fmla="*/ 194 h 296"/>
                <a:gd name="T36" fmla="*/ 252 w 284"/>
                <a:gd name="T37" fmla="*/ 180 h 296"/>
                <a:gd name="T38" fmla="*/ 236 w 284"/>
                <a:gd name="T39" fmla="*/ 182 h 296"/>
                <a:gd name="T40" fmla="*/ 230 w 284"/>
                <a:gd name="T41" fmla="*/ 170 h 296"/>
                <a:gd name="T42" fmla="*/ 234 w 284"/>
                <a:gd name="T43" fmla="*/ 155 h 296"/>
                <a:gd name="T44" fmla="*/ 226 w 284"/>
                <a:gd name="T45" fmla="*/ 136 h 296"/>
                <a:gd name="T46" fmla="*/ 232 w 284"/>
                <a:gd name="T47" fmla="*/ 106 h 296"/>
                <a:gd name="T48" fmla="*/ 216 w 284"/>
                <a:gd name="T49" fmla="*/ 102 h 296"/>
                <a:gd name="T50" fmla="*/ 200 w 284"/>
                <a:gd name="T51" fmla="*/ 84 h 296"/>
                <a:gd name="T52" fmla="*/ 198 w 284"/>
                <a:gd name="T53" fmla="*/ 74 h 296"/>
                <a:gd name="T54" fmla="*/ 206 w 284"/>
                <a:gd name="T55" fmla="*/ 66 h 296"/>
                <a:gd name="T56" fmla="*/ 236 w 284"/>
                <a:gd name="T57" fmla="*/ 63 h 296"/>
                <a:gd name="T58" fmla="*/ 243 w 284"/>
                <a:gd name="T59" fmla="*/ 66 h 296"/>
                <a:gd name="T60" fmla="*/ 256 w 284"/>
                <a:gd name="T61" fmla="*/ 54 h 296"/>
                <a:gd name="T62" fmla="*/ 235 w 284"/>
                <a:gd name="T63" fmla="*/ 52 h 296"/>
                <a:gd name="T64" fmla="*/ 227 w 284"/>
                <a:gd name="T65" fmla="*/ 44 h 296"/>
                <a:gd name="T66" fmla="*/ 222 w 284"/>
                <a:gd name="T67" fmla="*/ 22 h 296"/>
                <a:gd name="T68" fmla="*/ 198 w 284"/>
                <a:gd name="T69" fmla="*/ 34 h 296"/>
                <a:gd name="T70" fmla="*/ 201 w 284"/>
                <a:gd name="T71" fmla="*/ 50 h 296"/>
                <a:gd name="T72" fmla="*/ 193 w 284"/>
                <a:gd name="T73" fmla="*/ 62 h 296"/>
                <a:gd name="T74" fmla="*/ 183 w 284"/>
                <a:gd name="T75" fmla="*/ 85 h 296"/>
                <a:gd name="T76" fmla="*/ 183 w 284"/>
                <a:gd name="T77" fmla="*/ 98 h 296"/>
                <a:gd name="T78" fmla="*/ 178 w 284"/>
                <a:gd name="T79" fmla="*/ 104 h 296"/>
                <a:gd name="T80" fmla="*/ 173 w 284"/>
                <a:gd name="T81" fmla="*/ 107 h 296"/>
                <a:gd name="T82" fmla="*/ 154 w 284"/>
                <a:gd name="T83" fmla="*/ 112 h 296"/>
                <a:gd name="T84" fmla="*/ 138 w 284"/>
                <a:gd name="T85" fmla="*/ 110 h 296"/>
                <a:gd name="T86" fmla="*/ 129 w 284"/>
                <a:gd name="T87" fmla="*/ 106 h 296"/>
                <a:gd name="T88" fmla="*/ 122 w 284"/>
                <a:gd name="T89" fmla="*/ 84 h 296"/>
                <a:gd name="T90" fmla="*/ 113 w 284"/>
                <a:gd name="T91" fmla="*/ 64 h 296"/>
                <a:gd name="T92" fmla="*/ 110 w 284"/>
                <a:gd name="T93" fmla="*/ 57 h 296"/>
                <a:gd name="T94" fmla="*/ 100 w 284"/>
                <a:gd name="T95" fmla="*/ 52 h 296"/>
                <a:gd name="T96" fmla="*/ 86 w 284"/>
                <a:gd name="T97" fmla="*/ 44 h 296"/>
                <a:gd name="T98" fmla="*/ 86 w 284"/>
                <a:gd name="T99" fmla="*/ 35 h 296"/>
                <a:gd name="T100" fmla="*/ 77 w 284"/>
                <a:gd name="T101" fmla="*/ 29 h 296"/>
                <a:gd name="T102" fmla="*/ 61 w 284"/>
                <a:gd name="T103" fmla="*/ 42 h 296"/>
                <a:gd name="T104" fmla="*/ 50 w 284"/>
                <a:gd name="T105" fmla="*/ 21 h 296"/>
                <a:gd name="T106" fmla="*/ 40 w 284"/>
                <a:gd name="T107" fmla="*/ 10 h 296"/>
                <a:gd name="T108" fmla="*/ 28 w 284"/>
                <a:gd name="T109" fmla="*/ 33 h 296"/>
                <a:gd name="T110" fmla="*/ 28 w 284"/>
                <a:gd name="T111" fmla="*/ 54 h 296"/>
                <a:gd name="T112" fmla="*/ 46 w 284"/>
                <a:gd name="T113" fmla="*/ 70 h 296"/>
                <a:gd name="T114" fmla="*/ 31 w 284"/>
                <a:gd name="T115" fmla="*/ 128 h 296"/>
                <a:gd name="T116" fmla="*/ 2 w 284"/>
                <a:gd name="T117" fmla="*/ 174 h 296"/>
                <a:gd name="T118" fmla="*/ 2 w 284"/>
                <a:gd name="T119" fmla="*/ 18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4" h="296">
                  <a:moveTo>
                    <a:pt x="2" y="182"/>
                  </a:moveTo>
                  <a:cubicBezTo>
                    <a:pt x="0" y="187"/>
                    <a:pt x="0" y="187"/>
                    <a:pt x="0" y="187"/>
                  </a:cubicBezTo>
                  <a:cubicBezTo>
                    <a:pt x="3" y="187"/>
                    <a:pt x="6" y="185"/>
                    <a:pt x="9" y="183"/>
                  </a:cubicBezTo>
                  <a:cubicBezTo>
                    <a:pt x="10" y="182"/>
                    <a:pt x="10" y="182"/>
                    <a:pt x="10" y="182"/>
                  </a:cubicBezTo>
                  <a:cubicBezTo>
                    <a:pt x="10" y="182"/>
                    <a:pt x="10" y="182"/>
                    <a:pt x="10" y="182"/>
                  </a:cubicBezTo>
                  <a:cubicBezTo>
                    <a:pt x="26" y="180"/>
                    <a:pt x="26" y="180"/>
                    <a:pt x="26" y="180"/>
                  </a:cubicBezTo>
                  <a:cubicBezTo>
                    <a:pt x="37" y="175"/>
                    <a:pt x="37" y="175"/>
                    <a:pt x="37" y="175"/>
                  </a:cubicBezTo>
                  <a:cubicBezTo>
                    <a:pt x="41" y="181"/>
                    <a:pt x="41" y="181"/>
                    <a:pt x="41" y="181"/>
                  </a:cubicBezTo>
                  <a:cubicBezTo>
                    <a:pt x="42" y="181"/>
                    <a:pt x="42" y="181"/>
                    <a:pt x="42" y="181"/>
                  </a:cubicBezTo>
                  <a:cubicBezTo>
                    <a:pt x="37" y="189"/>
                    <a:pt x="37" y="189"/>
                    <a:pt x="37" y="189"/>
                  </a:cubicBezTo>
                  <a:cubicBezTo>
                    <a:pt x="42" y="194"/>
                    <a:pt x="42" y="194"/>
                    <a:pt x="42" y="194"/>
                  </a:cubicBezTo>
                  <a:cubicBezTo>
                    <a:pt x="42" y="195"/>
                    <a:pt x="42" y="195"/>
                    <a:pt x="42" y="195"/>
                  </a:cubicBezTo>
                  <a:cubicBezTo>
                    <a:pt x="42" y="196"/>
                    <a:pt x="42" y="196"/>
                    <a:pt x="42" y="196"/>
                  </a:cubicBezTo>
                  <a:cubicBezTo>
                    <a:pt x="38" y="213"/>
                    <a:pt x="38" y="213"/>
                    <a:pt x="38" y="213"/>
                  </a:cubicBezTo>
                  <a:cubicBezTo>
                    <a:pt x="49" y="220"/>
                    <a:pt x="49" y="220"/>
                    <a:pt x="49" y="220"/>
                  </a:cubicBezTo>
                  <a:cubicBezTo>
                    <a:pt x="68" y="221"/>
                    <a:pt x="68" y="221"/>
                    <a:pt x="68" y="221"/>
                  </a:cubicBezTo>
                  <a:cubicBezTo>
                    <a:pt x="65" y="225"/>
                    <a:pt x="65" y="225"/>
                    <a:pt x="65" y="225"/>
                  </a:cubicBezTo>
                  <a:cubicBezTo>
                    <a:pt x="53" y="240"/>
                    <a:pt x="47" y="248"/>
                    <a:pt x="48" y="251"/>
                  </a:cubicBezTo>
                  <a:cubicBezTo>
                    <a:pt x="55" y="253"/>
                    <a:pt x="55" y="253"/>
                    <a:pt x="55" y="253"/>
                  </a:cubicBezTo>
                  <a:cubicBezTo>
                    <a:pt x="64" y="254"/>
                    <a:pt x="70" y="256"/>
                    <a:pt x="72" y="260"/>
                  </a:cubicBezTo>
                  <a:cubicBezTo>
                    <a:pt x="74" y="265"/>
                    <a:pt x="77" y="270"/>
                    <a:pt x="79" y="275"/>
                  </a:cubicBezTo>
                  <a:cubicBezTo>
                    <a:pt x="90" y="281"/>
                    <a:pt x="90" y="281"/>
                    <a:pt x="90" y="281"/>
                  </a:cubicBezTo>
                  <a:cubicBezTo>
                    <a:pt x="96" y="282"/>
                    <a:pt x="96" y="282"/>
                    <a:pt x="96" y="282"/>
                  </a:cubicBezTo>
                  <a:cubicBezTo>
                    <a:pt x="110" y="270"/>
                    <a:pt x="110" y="270"/>
                    <a:pt x="110" y="270"/>
                  </a:cubicBezTo>
                  <a:cubicBezTo>
                    <a:pt x="118" y="281"/>
                    <a:pt x="118" y="281"/>
                    <a:pt x="118" y="281"/>
                  </a:cubicBezTo>
                  <a:cubicBezTo>
                    <a:pt x="118" y="282"/>
                    <a:pt x="118" y="282"/>
                    <a:pt x="118" y="282"/>
                  </a:cubicBezTo>
                  <a:cubicBezTo>
                    <a:pt x="118" y="282"/>
                    <a:pt x="118" y="282"/>
                    <a:pt x="118" y="282"/>
                  </a:cubicBezTo>
                  <a:cubicBezTo>
                    <a:pt x="118" y="282"/>
                    <a:pt x="118" y="282"/>
                    <a:pt x="118" y="282"/>
                  </a:cubicBezTo>
                  <a:cubicBezTo>
                    <a:pt x="120" y="292"/>
                    <a:pt x="120" y="292"/>
                    <a:pt x="120" y="292"/>
                  </a:cubicBezTo>
                  <a:cubicBezTo>
                    <a:pt x="126" y="293"/>
                    <a:pt x="126" y="293"/>
                    <a:pt x="126" y="293"/>
                  </a:cubicBezTo>
                  <a:cubicBezTo>
                    <a:pt x="126" y="293"/>
                    <a:pt x="126" y="293"/>
                    <a:pt x="126" y="293"/>
                  </a:cubicBezTo>
                  <a:cubicBezTo>
                    <a:pt x="136" y="296"/>
                    <a:pt x="136" y="296"/>
                    <a:pt x="136" y="296"/>
                  </a:cubicBezTo>
                  <a:cubicBezTo>
                    <a:pt x="138" y="296"/>
                    <a:pt x="138" y="296"/>
                    <a:pt x="138" y="296"/>
                  </a:cubicBezTo>
                  <a:cubicBezTo>
                    <a:pt x="138" y="295"/>
                    <a:pt x="138" y="295"/>
                    <a:pt x="138" y="295"/>
                  </a:cubicBezTo>
                  <a:cubicBezTo>
                    <a:pt x="136" y="285"/>
                    <a:pt x="136" y="285"/>
                    <a:pt x="136" y="285"/>
                  </a:cubicBezTo>
                  <a:cubicBezTo>
                    <a:pt x="136" y="284"/>
                    <a:pt x="136" y="284"/>
                    <a:pt x="136" y="284"/>
                  </a:cubicBezTo>
                  <a:cubicBezTo>
                    <a:pt x="131" y="261"/>
                    <a:pt x="131" y="261"/>
                    <a:pt x="131" y="261"/>
                  </a:cubicBezTo>
                  <a:cubicBezTo>
                    <a:pt x="131" y="260"/>
                    <a:pt x="131" y="260"/>
                    <a:pt x="131" y="260"/>
                  </a:cubicBezTo>
                  <a:cubicBezTo>
                    <a:pt x="134" y="244"/>
                    <a:pt x="134" y="244"/>
                    <a:pt x="134" y="244"/>
                  </a:cubicBezTo>
                  <a:cubicBezTo>
                    <a:pt x="135" y="244"/>
                    <a:pt x="135" y="244"/>
                    <a:pt x="135" y="244"/>
                  </a:cubicBezTo>
                  <a:cubicBezTo>
                    <a:pt x="136" y="244"/>
                    <a:pt x="136" y="244"/>
                    <a:pt x="136" y="244"/>
                  </a:cubicBezTo>
                  <a:cubicBezTo>
                    <a:pt x="147" y="245"/>
                    <a:pt x="147" y="245"/>
                    <a:pt x="147" y="245"/>
                  </a:cubicBezTo>
                  <a:cubicBezTo>
                    <a:pt x="160" y="235"/>
                    <a:pt x="160" y="235"/>
                    <a:pt x="160" y="235"/>
                  </a:cubicBezTo>
                  <a:cubicBezTo>
                    <a:pt x="162" y="236"/>
                    <a:pt x="162" y="236"/>
                    <a:pt x="162" y="236"/>
                  </a:cubicBezTo>
                  <a:cubicBezTo>
                    <a:pt x="169" y="241"/>
                    <a:pt x="174" y="246"/>
                    <a:pt x="176" y="249"/>
                  </a:cubicBezTo>
                  <a:cubicBezTo>
                    <a:pt x="178" y="248"/>
                    <a:pt x="183" y="244"/>
                    <a:pt x="189" y="237"/>
                  </a:cubicBezTo>
                  <a:cubicBezTo>
                    <a:pt x="189" y="236"/>
                    <a:pt x="189" y="236"/>
                    <a:pt x="189" y="236"/>
                  </a:cubicBezTo>
                  <a:cubicBezTo>
                    <a:pt x="190" y="236"/>
                    <a:pt x="190" y="236"/>
                    <a:pt x="190" y="236"/>
                  </a:cubicBezTo>
                  <a:cubicBezTo>
                    <a:pt x="210" y="241"/>
                    <a:pt x="210" y="241"/>
                    <a:pt x="210" y="241"/>
                  </a:cubicBezTo>
                  <a:cubicBezTo>
                    <a:pt x="219" y="234"/>
                    <a:pt x="219" y="234"/>
                    <a:pt x="219" y="234"/>
                  </a:cubicBezTo>
                  <a:cubicBezTo>
                    <a:pt x="219" y="233"/>
                    <a:pt x="219" y="233"/>
                    <a:pt x="219" y="233"/>
                  </a:cubicBezTo>
                  <a:cubicBezTo>
                    <a:pt x="220" y="233"/>
                    <a:pt x="220" y="233"/>
                    <a:pt x="220" y="233"/>
                  </a:cubicBezTo>
                  <a:cubicBezTo>
                    <a:pt x="220" y="233"/>
                    <a:pt x="220" y="233"/>
                    <a:pt x="220" y="233"/>
                  </a:cubicBezTo>
                  <a:cubicBezTo>
                    <a:pt x="220" y="233"/>
                    <a:pt x="220" y="233"/>
                    <a:pt x="220" y="233"/>
                  </a:cubicBezTo>
                  <a:cubicBezTo>
                    <a:pt x="229" y="235"/>
                    <a:pt x="229" y="235"/>
                    <a:pt x="229" y="235"/>
                  </a:cubicBezTo>
                  <a:cubicBezTo>
                    <a:pt x="256" y="211"/>
                    <a:pt x="256" y="211"/>
                    <a:pt x="256" y="211"/>
                  </a:cubicBezTo>
                  <a:cubicBezTo>
                    <a:pt x="264" y="213"/>
                    <a:pt x="264" y="213"/>
                    <a:pt x="264" y="213"/>
                  </a:cubicBezTo>
                  <a:cubicBezTo>
                    <a:pt x="264" y="213"/>
                    <a:pt x="264" y="213"/>
                    <a:pt x="264" y="213"/>
                  </a:cubicBezTo>
                  <a:cubicBezTo>
                    <a:pt x="265" y="214"/>
                    <a:pt x="265" y="214"/>
                    <a:pt x="265" y="214"/>
                  </a:cubicBezTo>
                  <a:cubicBezTo>
                    <a:pt x="265" y="214"/>
                    <a:pt x="265" y="214"/>
                    <a:pt x="265" y="214"/>
                  </a:cubicBezTo>
                  <a:cubicBezTo>
                    <a:pt x="266" y="214"/>
                    <a:pt x="266" y="214"/>
                    <a:pt x="266" y="214"/>
                  </a:cubicBezTo>
                  <a:cubicBezTo>
                    <a:pt x="268" y="218"/>
                    <a:pt x="268" y="218"/>
                    <a:pt x="268" y="218"/>
                  </a:cubicBezTo>
                  <a:cubicBezTo>
                    <a:pt x="270" y="216"/>
                    <a:pt x="270" y="216"/>
                    <a:pt x="270" y="216"/>
                  </a:cubicBezTo>
                  <a:cubicBezTo>
                    <a:pt x="270" y="216"/>
                    <a:pt x="270" y="216"/>
                    <a:pt x="270" y="216"/>
                  </a:cubicBezTo>
                  <a:cubicBezTo>
                    <a:pt x="270" y="215"/>
                    <a:pt x="270" y="215"/>
                    <a:pt x="270" y="215"/>
                  </a:cubicBezTo>
                  <a:cubicBezTo>
                    <a:pt x="270" y="215"/>
                    <a:pt x="270" y="215"/>
                    <a:pt x="270" y="215"/>
                  </a:cubicBezTo>
                  <a:cubicBezTo>
                    <a:pt x="278" y="211"/>
                    <a:pt x="278" y="211"/>
                    <a:pt x="278" y="211"/>
                  </a:cubicBezTo>
                  <a:cubicBezTo>
                    <a:pt x="284" y="205"/>
                    <a:pt x="284" y="205"/>
                    <a:pt x="284" y="205"/>
                  </a:cubicBezTo>
                  <a:cubicBezTo>
                    <a:pt x="283" y="193"/>
                    <a:pt x="283" y="193"/>
                    <a:pt x="283" y="193"/>
                  </a:cubicBezTo>
                  <a:cubicBezTo>
                    <a:pt x="282" y="191"/>
                    <a:pt x="282" y="191"/>
                    <a:pt x="282" y="191"/>
                  </a:cubicBezTo>
                  <a:cubicBezTo>
                    <a:pt x="274" y="194"/>
                    <a:pt x="274" y="194"/>
                    <a:pt x="274" y="194"/>
                  </a:cubicBezTo>
                  <a:cubicBezTo>
                    <a:pt x="274" y="194"/>
                    <a:pt x="274" y="194"/>
                    <a:pt x="274" y="194"/>
                  </a:cubicBezTo>
                  <a:cubicBezTo>
                    <a:pt x="272" y="195"/>
                    <a:pt x="270" y="196"/>
                    <a:pt x="267" y="196"/>
                  </a:cubicBezTo>
                  <a:cubicBezTo>
                    <a:pt x="258" y="196"/>
                    <a:pt x="258" y="196"/>
                    <a:pt x="258" y="196"/>
                  </a:cubicBezTo>
                  <a:cubicBezTo>
                    <a:pt x="255" y="196"/>
                    <a:pt x="254" y="195"/>
                    <a:pt x="252" y="193"/>
                  </a:cubicBezTo>
                  <a:cubicBezTo>
                    <a:pt x="252" y="180"/>
                    <a:pt x="252" y="180"/>
                    <a:pt x="252" y="180"/>
                  </a:cubicBezTo>
                  <a:cubicBezTo>
                    <a:pt x="249" y="179"/>
                    <a:pt x="248" y="178"/>
                    <a:pt x="246" y="178"/>
                  </a:cubicBezTo>
                  <a:cubicBezTo>
                    <a:pt x="244" y="179"/>
                    <a:pt x="244" y="179"/>
                    <a:pt x="244" y="179"/>
                  </a:cubicBezTo>
                  <a:cubicBezTo>
                    <a:pt x="242" y="180"/>
                    <a:pt x="242" y="180"/>
                    <a:pt x="242" y="180"/>
                  </a:cubicBezTo>
                  <a:cubicBezTo>
                    <a:pt x="236" y="182"/>
                    <a:pt x="236" y="182"/>
                    <a:pt x="236" y="182"/>
                  </a:cubicBezTo>
                  <a:cubicBezTo>
                    <a:pt x="234" y="182"/>
                    <a:pt x="234" y="182"/>
                    <a:pt x="234" y="182"/>
                  </a:cubicBezTo>
                  <a:cubicBezTo>
                    <a:pt x="234" y="181"/>
                    <a:pt x="234" y="181"/>
                    <a:pt x="234" y="181"/>
                  </a:cubicBezTo>
                  <a:cubicBezTo>
                    <a:pt x="231" y="175"/>
                    <a:pt x="231" y="175"/>
                    <a:pt x="231" y="175"/>
                  </a:cubicBezTo>
                  <a:cubicBezTo>
                    <a:pt x="230" y="170"/>
                    <a:pt x="230" y="170"/>
                    <a:pt x="230" y="170"/>
                  </a:cubicBezTo>
                  <a:cubicBezTo>
                    <a:pt x="230" y="170"/>
                    <a:pt x="230" y="170"/>
                    <a:pt x="230" y="170"/>
                  </a:cubicBezTo>
                  <a:cubicBezTo>
                    <a:pt x="234" y="155"/>
                    <a:pt x="234" y="155"/>
                    <a:pt x="234" y="155"/>
                  </a:cubicBezTo>
                  <a:cubicBezTo>
                    <a:pt x="234" y="155"/>
                    <a:pt x="234" y="155"/>
                    <a:pt x="234" y="155"/>
                  </a:cubicBezTo>
                  <a:cubicBezTo>
                    <a:pt x="234" y="155"/>
                    <a:pt x="234" y="155"/>
                    <a:pt x="234" y="155"/>
                  </a:cubicBezTo>
                  <a:cubicBezTo>
                    <a:pt x="234" y="154"/>
                    <a:pt x="234" y="154"/>
                    <a:pt x="234" y="154"/>
                  </a:cubicBezTo>
                  <a:cubicBezTo>
                    <a:pt x="238" y="147"/>
                    <a:pt x="238" y="147"/>
                    <a:pt x="238" y="147"/>
                  </a:cubicBezTo>
                  <a:cubicBezTo>
                    <a:pt x="226" y="137"/>
                    <a:pt x="226" y="137"/>
                    <a:pt x="226" y="137"/>
                  </a:cubicBezTo>
                  <a:cubicBezTo>
                    <a:pt x="226" y="136"/>
                    <a:pt x="226" y="136"/>
                    <a:pt x="226" y="136"/>
                  </a:cubicBezTo>
                  <a:cubicBezTo>
                    <a:pt x="226" y="136"/>
                    <a:pt x="226" y="136"/>
                    <a:pt x="226" y="136"/>
                  </a:cubicBezTo>
                  <a:cubicBezTo>
                    <a:pt x="226" y="124"/>
                    <a:pt x="226" y="124"/>
                    <a:pt x="226" y="124"/>
                  </a:cubicBezTo>
                  <a:cubicBezTo>
                    <a:pt x="226" y="124"/>
                    <a:pt x="226" y="124"/>
                    <a:pt x="226" y="124"/>
                  </a:cubicBezTo>
                  <a:cubicBezTo>
                    <a:pt x="232" y="106"/>
                    <a:pt x="232" y="106"/>
                    <a:pt x="232" y="106"/>
                  </a:cubicBezTo>
                  <a:cubicBezTo>
                    <a:pt x="228" y="96"/>
                    <a:pt x="228" y="96"/>
                    <a:pt x="228" y="96"/>
                  </a:cubicBezTo>
                  <a:cubicBezTo>
                    <a:pt x="225" y="95"/>
                    <a:pt x="225" y="95"/>
                    <a:pt x="225" y="95"/>
                  </a:cubicBezTo>
                  <a:cubicBezTo>
                    <a:pt x="220" y="95"/>
                    <a:pt x="220" y="95"/>
                    <a:pt x="220" y="95"/>
                  </a:cubicBezTo>
                  <a:cubicBezTo>
                    <a:pt x="216" y="102"/>
                    <a:pt x="216" y="102"/>
                    <a:pt x="216" y="102"/>
                  </a:cubicBezTo>
                  <a:cubicBezTo>
                    <a:pt x="210" y="98"/>
                    <a:pt x="210" y="98"/>
                    <a:pt x="210" y="98"/>
                  </a:cubicBezTo>
                  <a:cubicBezTo>
                    <a:pt x="205" y="95"/>
                    <a:pt x="205" y="95"/>
                    <a:pt x="205" y="95"/>
                  </a:cubicBezTo>
                  <a:cubicBezTo>
                    <a:pt x="200" y="84"/>
                    <a:pt x="200" y="84"/>
                    <a:pt x="200" y="84"/>
                  </a:cubicBezTo>
                  <a:cubicBezTo>
                    <a:pt x="200" y="84"/>
                    <a:pt x="200" y="84"/>
                    <a:pt x="200" y="84"/>
                  </a:cubicBezTo>
                  <a:cubicBezTo>
                    <a:pt x="200" y="84"/>
                    <a:pt x="200" y="84"/>
                    <a:pt x="200" y="84"/>
                  </a:cubicBezTo>
                  <a:cubicBezTo>
                    <a:pt x="199" y="76"/>
                    <a:pt x="199" y="76"/>
                    <a:pt x="199" y="76"/>
                  </a:cubicBezTo>
                  <a:cubicBezTo>
                    <a:pt x="199" y="75"/>
                    <a:pt x="199" y="75"/>
                    <a:pt x="199" y="75"/>
                  </a:cubicBezTo>
                  <a:cubicBezTo>
                    <a:pt x="198" y="74"/>
                    <a:pt x="198" y="74"/>
                    <a:pt x="198" y="74"/>
                  </a:cubicBezTo>
                  <a:cubicBezTo>
                    <a:pt x="200" y="74"/>
                    <a:pt x="200" y="74"/>
                    <a:pt x="200" y="74"/>
                  </a:cubicBezTo>
                  <a:cubicBezTo>
                    <a:pt x="205" y="66"/>
                    <a:pt x="205" y="66"/>
                    <a:pt x="205" y="66"/>
                  </a:cubicBezTo>
                  <a:cubicBezTo>
                    <a:pt x="206" y="66"/>
                    <a:pt x="206" y="66"/>
                    <a:pt x="206" y="66"/>
                  </a:cubicBezTo>
                  <a:cubicBezTo>
                    <a:pt x="206" y="66"/>
                    <a:pt x="206" y="66"/>
                    <a:pt x="206" y="66"/>
                  </a:cubicBezTo>
                  <a:cubicBezTo>
                    <a:pt x="206" y="66"/>
                    <a:pt x="206" y="66"/>
                    <a:pt x="206" y="66"/>
                  </a:cubicBezTo>
                  <a:cubicBezTo>
                    <a:pt x="210" y="65"/>
                    <a:pt x="210" y="65"/>
                    <a:pt x="210" y="65"/>
                  </a:cubicBezTo>
                  <a:cubicBezTo>
                    <a:pt x="215" y="64"/>
                    <a:pt x="215" y="64"/>
                    <a:pt x="215" y="64"/>
                  </a:cubicBezTo>
                  <a:cubicBezTo>
                    <a:pt x="236" y="63"/>
                    <a:pt x="236" y="63"/>
                    <a:pt x="236" y="63"/>
                  </a:cubicBezTo>
                  <a:cubicBezTo>
                    <a:pt x="236" y="63"/>
                    <a:pt x="236" y="63"/>
                    <a:pt x="236" y="63"/>
                  </a:cubicBezTo>
                  <a:cubicBezTo>
                    <a:pt x="239" y="64"/>
                    <a:pt x="239" y="64"/>
                    <a:pt x="239" y="64"/>
                  </a:cubicBezTo>
                  <a:cubicBezTo>
                    <a:pt x="240" y="64"/>
                    <a:pt x="240" y="64"/>
                    <a:pt x="240" y="64"/>
                  </a:cubicBezTo>
                  <a:cubicBezTo>
                    <a:pt x="243" y="66"/>
                    <a:pt x="243" y="66"/>
                    <a:pt x="243" y="66"/>
                  </a:cubicBezTo>
                  <a:cubicBezTo>
                    <a:pt x="248" y="63"/>
                    <a:pt x="248" y="63"/>
                    <a:pt x="248" y="63"/>
                  </a:cubicBezTo>
                  <a:cubicBezTo>
                    <a:pt x="253" y="60"/>
                    <a:pt x="253" y="60"/>
                    <a:pt x="253" y="60"/>
                  </a:cubicBezTo>
                  <a:cubicBezTo>
                    <a:pt x="256" y="56"/>
                    <a:pt x="256" y="56"/>
                    <a:pt x="256" y="56"/>
                  </a:cubicBezTo>
                  <a:cubicBezTo>
                    <a:pt x="256" y="54"/>
                    <a:pt x="256" y="54"/>
                    <a:pt x="256" y="54"/>
                  </a:cubicBezTo>
                  <a:cubicBezTo>
                    <a:pt x="256" y="45"/>
                    <a:pt x="256" y="45"/>
                    <a:pt x="256" y="45"/>
                  </a:cubicBezTo>
                  <a:cubicBezTo>
                    <a:pt x="251" y="44"/>
                    <a:pt x="251" y="44"/>
                    <a:pt x="251" y="44"/>
                  </a:cubicBezTo>
                  <a:cubicBezTo>
                    <a:pt x="243" y="47"/>
                    <a:pt x="243" y="47"/>
                    <a:pt x="243" y="47"/>
                  </a:cubicBezTo>
                  <a:cubicBezTo>
                    <a:pt x="240" y="50"/>
                    <a:pt x="238" y="52"/>
                    <a:pt x="235" y="52"/>
                  </a:cubicBezTo>
                  <a:cubicBezTo>
                    <a:pt x="232" y="52"/>
                    <a:pt x="230" y="49"/>
                    <a:pt x="227" y="45"/>
                  </a:cubicBezTo>
                  <a:cubicBezTo>
                    <a:pt x="227" y="45"/>
                    <a:pt x="227" y="45"/>
                    <a:pt x="227" y="45"/>
                  </a:cubicBezTo>
                  <a:cubicBezTo>
                    <a:pt x="227" y="45"/>
                    <a:pt x="227" y="45"/>
                    <a:pt x="227" y="45"/>
                  </a:cubicBezTo>
                  <a:cubicBezTo>
                    <a:pt x="227" y="44"/>
                    <a:pt x="227" y="44"/>
                    <a:pt x="227" y="44"/>
                  </a:cubicBezTo>
                  <a:cubicBezTo>
                    <a:pt x="226" y="39"/>
                    <a:pt x="226" y="39"/>
                    <a:pt x="226" y="39"/>
                  </a:cubicBezTo>
                  <a:cubicBezTo>
                    <a:pt x="226" y="38"/>
                    <a:pt x="226" y="38"/>
                    <a:pt x="226" y="38"/>
                  </a:cubicBezTo>
                  <a:cubicBezTo>
                    <a:pt x="227" y="33"/>
                    <a:pt x="227" y="33"/>
                    <a:pt x="227" y="33"/>
                  </a:cubicBezTo>
                  <a:cubicBezTo>
                    <a:pt x="222" y="22"/>
                    <a:pt x="222" y="22"/>
                    <a:pt x="222" y="22"/>
                  </a:cubicBezTo>
                  <a:cubicBezTo>
                    <a:pt x="214" y="24"/>
                    <a:pt x="214" y="24"/>
                    <a:pt x="214" y="24"/>
                  </a:cubicBezTo>
                  <a:cubicBezTo>
                    <a:pt x="210" y="28"/>
                    <a:pt x="210" y="28"/>
                    <a:pt x="210" y="28"/>
                  </a:cubicBezTo>
                  <a:cubicBezTo>
                    <a:pt x="212" y="40"/>
                    <a:pt x="212" y="40"/>
                    <a:pt x="212" y="40"/>
                  </a:cubicBezTo>
                  <a:cubicBezTo>
                    <a:pt x="198" y="34"/>
                    <a:pt x="198" y="34"/>
                    <a:pt x="198" y="34"/>
                  </a:cubicBezTo>
                  <a:cubicBezTo>
                    <a:pt x="202" y="41"/>
                    <a:pt x="202" y="41"/>
                    <a:pt x="202" y="41"/>
                  </a:cubicBezTo>
                  <a:cubicBezTo>
                    <a:pt x="202" y="41"/>
                    <a:pt x="202" y="41"/>
                    <a:pt x="202" y="41"/>
                  </a:cubicBezTo>
                  <a:cubicBezTo>
                    <a:pt x="202" y="42"/>
                    <a:pt x="202" y="42"/>
                    <a:pt x="202" y="42"/>
                  </a:cubicBezTo>
                  <a:cubicBezTo>
                    <a:pt x="201" y="50"/>
                    <a:pt x="201" y="50"/>
                    <a:pt x="201" y="50"/>
                  </a:cubicBezTo>
                  <a:cubicBezTo>
                    <a:pt x="201" y="51"/>
                    <a:pt x="201" y="51"/>
                    <a:pt x="201" y="51"/>
                  </a:cubicBezTo>
                  <a:cubicBezTo>
                    <a:pt x="200" y="51"/>
                    <a:pt x="200" y="51"/>
                    <a:pt x="200" y="51"/>
                  </a:cubicBezTo>
                  <a:cubicBezTo>
                    <a:pt x="193" y="62"/>
                    <a:pt x="193" y="62"/>
                    <a:pt x="193" y="62"/>
                  </a:cubicBezTo>
                  <a:cubicBezTo>
                    <a:pt x="193" y="62"/>
                    <a:pt x="193" y="62"/>
                    <a:pt x="193" y="62"/>
                  </a:cubicBezTo>
                  <a:cubicBezTo>
                    <a:pt x="180" y="69"/>
                    <a:pt x="180" y="69"/>
                    <a:pt x="180" y="69"/>
                  </a:cubicBezTo>
                  <a:cubicBezTo>
                    <a:pt x="179" y="76"/>
                    <a:pt x="179" y="76"/>
                    <a:pt x="179" y="76"/>
                  </a:cubicBezTo>
                  <a:cubicBezTo>
                    <a:pt x="179" y="78"/>
                    <a:pt x="180" y="81"/>
                    <a:pt x="182" y="85"/>
                  </a:cubicBezTo>
                  <a:cubicBezTo>
                    <a:pt x="183" y="85"/>
                    <a:pt x="183" y="85"/>
                    <a:pt x="183" y="85"/>
                  </a:cubicBezTo>
                  <a:cubicBezTo>
                    <a:pt x="183" y="86"/>
                    <a:pt x="183" y="86"/>
                    <a:pt x="183" y="86"/>
                  </a:cubicBezTo>
                  <a:cubicBezTo>
                    <a:pt x="184" y="96"/>
                    <a:pt x="184" y="96"/>
                    <a:pt x="184" y="96"/>
                  </a:cubicBezTo>
                  <a:cubicBezTo>
                    <a:pt x="184" y="97"/>
                    <a:pt x="184" y="97"/>
                    <a:pt x="184" y="97"/>
                  </a:cubicBezTo>
                  <a:cubicBezTo>
                    <a:pt x="183" y="98"/>
                    <a:pt x="183" y="98"/>
                    <a:pt x="183" y="98"/>
                  </a:cubicBezTo>
                  <a:cubicBezTo>
                    <a:pt x="178" y="104"/>
                    <a:pt x="178" y="104"/>
                    <a:pt x="178" y="104"/>
                  </a:cubicBezTo>
                  <a:cubicBezTo>
                    <a:pt x="178" y="104"/>
                    <a:pt x="178" y="104"/>
                    <a:pt x="178" y="104"/>
                  </a:cubicBezTo>
                  <a:cubicBezTo>
                    <a:pt x="178" y="104"/>
                    <a:pt x="178" y="104"/>
                    <a:pt x="178" y="104"/>
                  </a:cubicBezTo>
                  <a:cubicBezTo>
                    <a:pt x="178" y="104"/>
                    <a:pt x="178" y="104"/>
                    <a:pt x="178" y="104"/>
                  </a:cubicBezTo>
                  <a:cubicBezTo>
                    <a:pt x="174" y="107"/>
                    <a:pt x="174" y="107"/>
                    <a:pt x="174" y="107"/>
                  </a:cubicBezTo>
                  <a:cubicBezTo>
                    <a:pt x="174" y="107"/>
                    <a:pt x="174" y="107"/>
                    <a:pt x="174" y="107"/>
                  </a:cubicBezTo>
                  <a:cubicBezTo>
                    <a:pt x="173" y="107"/>
                    <a:pt x="173" y="107"/>
                    <a:pt x="173" y="107"/>
                  </a:cubicBezTo>
                  <a:cubicBezTo>
                    <a:pt x="173" y="107"/>
                    <a:pt x="173" y="107"/>
                    <a:pt x="173" y="107"/>
                  </a:cubicBezTo>
                  <a:cubicBezTo>
                    <a:pt x="172" y="107"/>
                    <a:pt x="172" y="107"/>
                    <a:pt x="172" y="107"/>
                  </a:cubicBezTo>
                  <a:cubicBezTo>
                    <a:pt x="163" y="105"/>
                    <a:pt x="163" y="105"/>
                    <a:pt x="163" y="105"/>
                  </a:cubicBezTo>
                  <a:cubicBezTo>
                    <a:pt x="162" y="105"/>
                    <a:pt x="160" y="106"/>
                    <a:pt x="158" y="107"/>
                  </a:cubicBezTo>
                  <a:cubicBezTo>
                    <a:pt x="154" y="112"/>
                    <a:pt x="154" y="112"/>
                    <a:pt x="154" y="112"/>
                  </a:cubicBezTo>
                  <a:cubicBezTo>
                    <a:pt x="150" y="116"/>
                    <a:pt x="150" y="116"/>
                    <a:pt x="150" y="116"/>
                  </a:cubicBezTo>
                  <a:cubicBezTo>
                    <a:pt x="148" y="119"/>
                    <a:pt x="146" y="120"/>
                    <a:pt x="141" y="119"/>
                  </a:cubicBezTo>
                  <a:cubicBezTo>
                    <a:pt x="138" y="119"/>
                    <a:pt x="138" y="116"/>
                    <a:pt x="138" y="112"/>
                  </a:cubicBezTo>
                  <a:cubicBezTo>
                    <a:pt x="138" y="110"/>
                    <a:pt x="138" y="110"/>
                    <a:pt x="138" y="110"/>
                  </a:cubicBezTo>
                  <a:cubicBezTo>
                    <a:pt x="138" y="107"/>
                    <a:pt x="138" y="107"/>
                    <a:pt x="138" y="107"/>
                  </a:cubicBezTo>
                  <a:cubicBezTo>
                    <a:pt x="136" y="109"/>
                    <a:pt x="136" y="109"/>
                    <a:pt x="136" y="109"/>
                  </a:cubicBezTo>
                  <a:cubicBezTo>
                    <a:pt x="135" y="110"/>
                    <a:pt x="134" y="111"/>
                    <a:pt x="132" y="111"/>
                  </a:cubicBezTo>
                  <a:cubicBezTo>
                    <a:pt x="131" y="110"/>
                    <a:pt x="130" y="109"/>
                    <a:pt x="129" y="106"/>
                  </a:cubicBezTo>
                  <a:cubicBezTo>
                    <a:pt x="129" y="106"/>
                    <a:pt x="129" y="106"/>
                    <a:pt x="129" y="106"/>
                  </a:cubicBezTo>
                  <a:cubicBezTo>
                    <a:pt x="128" y="96"/>
                    <a:pt x="128" y="96"/>
                    <a:pt x="128" y="96"/>
                  </a:cubicBezTo>
                  <a:cubicBezTo>
                    <a:pt x="126" y="88"/>
                    <a:pt x="126" y="88"/>
                    <a:pt x="126" y="88"/>
                  </a:cubicBezTo>
                  <a:cubicBezTo>
                    <a:pt x="122" y="84"/>
                    <a:pt x="122" y="84"/>
                    <a:pt x="122" y="84"/>
                  </a:cubicBezTo>
                  <a:cubicBezTo>
                    <a:pt x="122" y="84"/>
                    <a:pt x="122" y="84"/>
                    <a:pt x="122" y="84"/>
                  </a:cubicBezTo>
                  <a:cubicBezTo>
                    <a:pt x="122" y="83"/>
                    <a:pt x="122" y="83"/>
                    <a:pt x="122" y="83"/>
                  </a:cubicBezTo>
                  <a:cubicBezTo>
                    <a:pt x="113" y="64"/>
                    <a:pt x="113" y="64"/>
                    <a:pt x="113" y="64"/>
                  </a:cubicBezTo>
                  <a:cubicBezTo>
                    <a:pt x="113" y="64"/>
                    <a:pt x="113" y="64"/>
                    <a:pt x="113" y="64"/>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08" y="47"/>
                    <a:pt x="108" y="47"/>
                    <a:pt x="108" y="47"/>
                  </a:cubicBezTo>
                  <a:cubicBezTo>
                    <a:pt x="107" y="45"/>
                    <a:pt x="107" y="45"/>
                    <a:pt x="107" y="45"/>
                  </a:cubicBezTo>
                  <a:cubicBezTo>
                    <a:pt x="106" y="46"/>
                    <a:pt x="106" y="46"/>
                    <a:pt x="106" y="46"/>
                  </a:cubicBezTo>
                  <a:cubicBezTo>
                    <a:pt x="103" y="50"/>
                    <a:pt x="101" y="52"/>
                    <a:pt x="100" y="52"/>
                  </a:cubicBezTo>
                  <a:cubicBezTo>
                    <a:pt x="99" y="52"/>
                    <a:pt x="97" y="50"/>
                    <a:pt x="94" y="48"/>
                  </a:cubicBezTo>
                  <a:cubicBezTo>
                    <a:pt x="88" y="45"/>
                    <a:pt x="88" y="45"/>
                    <a:pt x="88" y="45"/>
                  </a:cubicBezTo>
                  <a:cubicBezTo>
                    <a:pt x="87" y="44"/>
                    <a:pt x="87" y="44"/>
                    <a:pt x="87" y="44"/>
                  </a:cubicBezTo>
                  <a:cubicBezTo>
                    <a:pt x="86" y="44"/>
                    <a:pt x="86" y="44"/>
                    <a:pt x="86" y="44"/>
                  </a:cubicBezTo>
                  <a:cubicBezTo>
                    <a:pt x="86" y="44"/>
                    <a:pt x="86" y="44"/>
                    <a:pt x="86" y="44"/>
                  </a:cubicBezTo>
                  <a:cubicBezTo>
                    <a:pt x="86" y="43"/>
                    <a:pt x="86" y="43"/>
                    <a:pt x="86" y="43"/>
                  </a:cubicBezTo>
                  <a:cubicBezTo>
                    <a:pt x="86" y="35"/>
                    <a:pt x="86" y="35"/>
                    <a:pt x="86" y="35"/>
                  </a:cubicBezTo>
                  <a:cubicBezTo>
                    <a:pt x="86" y="35"/>
                    <a:pt x="86" y="35"/>
                    <a:pt x="86" y="35"/>
                  </a:cubicBezTo>
                  <a:cubicBezTo>
                    <a:pt x="84" y="29"/>
                    <a:pt x="84" y="29"/>
                    <a:pt x="84" y="29"/>
                  </a:cubicBezTo>
                  <a:cubicBezTo>
                    <a:pt x="81" y="21"/>
                    <a:pt x="81" y="21"/>
                    <a:pt x="81" y="21"/>
                  </a:cubicBezTo>
                  <a:cubicBezTo>
                    <a:pt x="78" y="21"/>
                    <a:pt x="78" y="21"/>
                    <a:pt x="78" y="21"/>
                  </a:cubicBezTo>
                  <a:cubicBezTo>
                    <a:pt x="78" y="24"/>
                    <a:pt x="78" y="27"/>
                    <a:pt x="77" y="29"/>
                  </a:cubicBezTo>
                  <a:cubicBezTo>
                    <a:pt x="76" y="31"/>
                    <a:pt x="75" y="33"/>
                    <a:pt x="72" y="35"/>
                  </a:cubicBezTo>
                  <a:cubicBezTo>
                    <a:pt x="72" y="38"/>
                    <a:pt x="70" y="40"/>
                    <a:pt x="69" y="41"/>
                  </a:cubicBezTo>
                  <a:cubicBezTo>
                    <a:pt x="66" y="44"/>
                    <a:pt x="64" y="44"/>
                    <a:pt x="62" y="42"/>
                  </a:cubicBezTo>
                  <a:cubicBezTo>
                    <a:pt x="61" y="42"/>
                    <a:pt x="61" y="42"/>
                    <a:pt x="61" y="42"/>
                  </a:cubicBezTo>
                  <a:cubicBezTo>
                    <a:pt x="58" y="41"/>
                    <a:pt x="58" y="38"/>
                    <a:pt x="58" y="33"/>
                  </a:cubicBezTo>
                  <a:cubicBezTo>
                    <a:pt x="58" y="31"/>
                    <a:pt x="58" y="31"/>
                    <a:pt x="58" y="31"/>
                  </a:cubicBezTo>
                  <a:cubicBezTo>
                    <a:pt x="53" y="28"/>
                    <a:pt x="53" y="28"/>
                    <a:pt x="53" y="28"/>
                  </a:cubicBezTo>
                  <a:cubicBezTo>
                    <a:pt x="51" y="27"/>
                    <a:pt x="50" y="24"/>
                    <a:pt x="50" y="21"/>
                  </a:cubicBezTo>
                  <a:cubicBezTo>
                    <a:pt x="52" y="3"/>
                    <a:pt x="52" y="3"/>
                    <a:pt x="52" y="3"/>
                  </a:cubicBezTo>
                  <a:cubicBezTo>
                    <a:pt x="51" y="0"/>
                    <a:pt x="51" y="0"/>
                    <a:pt x="51" y="0"/>
                  </a:cubicBezTo>
                  <a:cubicBezTo>
                    <a:pt x="44" y="7"/>
                    <a:pt x="44" y="7"/>
                    <a:pt x="44" y="7"/>
                  </a:cubicBezTo>
                  <a:cubicBezTo>
                    <a:pt x="40" y="10"/>
                    <a:pt x="40" y="10"/>
                    <a:pt x="40" y="10"/>
                  </a:cubicBezTo>
                  <a:cubicBezTo>
                    <a:pt x="39" y="13"/>
                    <a:pt x="39" y="13"/>
                    <a:pt x="39" y="13"/>
                  </a:cubicBezTo>
                  <a:cubicBezTo>
                    <a:pt x="40" y="17"/>
                    <a:pt x="41" y="20"/>
                    <a:pt x="41" y="22"/>
                  </a:cubicBezTo>
                  <a:cubicBezTo>
                    <a:pt x="41" y="26"/>
                    <a:pt x="39" y="29"/>
                    <a:pt x="36" y="30"/>
                  </a:cubicBezTo>
                  <a:cubicBezTo>
                    <a:pt x="28" y="33"/>
                    <a:pt x="28" y="33"/>
                    <a:pt x="28" y="33"/>
                  </a:cubicBezTo>
                  <a:cubicBezTo>
                    <a:pt x="26" y="34"/>
                    <a:pt x="26" y="34"/>
                    <a:pt x="26" y="34"/>
                  </a:cubicBezTo>
                  <a:cubicBezTo>
                    <a:pt x="26" y="37"/>
                    <a:pt x="26" y="37"/>
                    <a:pt x="26" y="37"/>
                  </a:cubicBezTo>
                  <a:cubicBezTo>
                    <a:pt x="26" y="48"/>
                    <a:pt x="26" y="48"/>
                    <a:pt x="26" y="48"/>
                  </a:cubicBezTo>
                  <a:cubicBezTo>
                    <a:pt x="26" y="52"/>
                    <a:pt x="27" y="54"/>
                    <a:pt x="28" y="54"/>
                  </a:cubicBezTo>
                  <a:cubicBezTo>
                    <a:pt x="30" y="55"/>
                    <a:pt x="33" y="55"/>
                    <a:pt x="36" y="53"/>
                  </a:cubicBezTo>
                  <a:cubicBezTo>
                    <a:pt x="38" y="52"/>
                    <a:pt x="38" y="52"/>
                    <a:pt x="38" y="52"/>
                  </a:cubicBezTo>
                  <a:cubicBezTo>
                    <a:pt x="46" y="69"/>
                    <a:pt x="46" y="69"/>
                    <a:pt x="46" y="69"/>
                  </a:cubicBezTo>
                  <a:cubicBezTo>
                    <a:pt x="46" y="70"/>
                    <a:pt x="46" y="70"/>
                    <a:pt x="46" y="70"/>
                  </a:cubicBezTo>
                  <a:cubicBezTo>
                    <a:pt x="46" y="70"/>
                    <a:pt x="46" y="70"/>
                    <a:pt x="46" y="70"/>
                  </a:cubicBezTo>
                  <a:cubicBezTo>
                    <a:pt x="46" y="70"/>
                    <a:pt x="46" y="70"/>
                    <a:pt x="46" y="70"/>
                  </a:cubicBezTo>
                  <a:cubicBezTo>
                    <a:pt x="43" y="102"/>
                    <a:pt x="40" y="120"/>
                    <a:pt x="36" y="125"/>
                  </a:cubicBezTo>
                  <a:cubicBezTo>
                    <a:pt x="35" y="126"/>
                    <a:pt x="34" y="127"/>
                    <a:pt x="31" y="128"/>
                  </a:cubicBezTo>
                  <a:cubicBezTo>
                    <a:pt x="28" y="128"/>
                    <a:pt x="26" y="127"/>
                    <a:pt x="24" y="126"/>
                  </a:cubicBezTo>
                  <a:cubicBezTo>
                    <a:pt x="13" y="146"/>
                    <a:pt x="6" y="157"/>
                    <a:pt x="3" y="159"/>
                  </a:cubicBezTo>
                  <a:cubicBezTo>
                    <a:pt x="4" y="159"/>
                    <a:pt x="4" y="159"/>
                    <a:pt x="4" y="159"/>
                  </a:cubicBezTo>
                  <a:cubicBezTo>
                    <a:pt x="2" y="159"/>
                    <a:pt x="1" y="164"/>
                    <a:pt x="2" y="174"/>
                  </a:cubicBezTo>
                  <a:cubicBezTo>
                    <a:pt x="4" y="176"/>
                    <a:pt x="4" y="176"/>
                    <a:pt x="4" y="176"/>
                  </a:cubicBezTo>
                  <a:cubicBezTo>
                    <a:pt x="5" y="176"/>
                    <a:pt x="5" y="176"/>
                    <a:pt x="5" y="176"/>
                  </a:cubicBezTo>
                  <a:cubicBezTo>
                    <a:pt x="6" y="177"/>
                    <a:pt x="6" y="177"/>
                    <a:pt x="6" y="177"/>
                  </a:cubicBezTo>
                  <a:lnTo>
                    <a:pt x="2" y="18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3"/>
            <p:cNvSpPr>
              <a:spLocks/>
            </p:cNvSpPr>
            <p:nvPr/>
          </p:nvSpPr>
          <p:spPr bwMode="auto">
            <a:xfrm>
              <a:off x="3590926" y="4525615"/>
              <a:ext cx="722313" cy="623888"/>
            </a:xfrm>
            <a:custGeom>
              <a:avLst/>
              <a:gdLst>
                <a:gd name="T0" fmla="*/ 142 w 192"/>
                <a:gd name="T1" fmla="*/ 7 h 166"/>
                <a:gd name="T2" fmla="*/ 131 w 192"/>
                <a:gd name="T3" fmla="*/ 10 h 166"/>
                <a:gd name="T4" fmla="*/ 129 w 192"/>
                <a:gd name="T5" fmla="*/ 0 h 166"/>
                <a:gd name="T6" fmla="*/ 125 w 192"/>
                <a:gd name="T7" fmla="*/ 10 h 166"/>
                <a:gd name="T8" fmla="*/ 119 w 192"/>
                <a:gd name="T9" fmla="*/ 18 h 166"/>
                <a:gd name="T10" fmla="*/ 108 w 192"/>
                <a:gd name="T11" fmla="*/ 17 h 166"/>
                <a:gd name="T12" fmla="*/ 106 w 192"/>
                <a:gd name="T13" fmla="*/ 25 h 166"/>
                <a:gd name="T14" fmla="*/ 94 w 192"/>
                <a:gd name="T15" fmla="*/ 28 h 166"/>
                <a:gd name="T16" fmla="*/ 90 w 192"/>
                <a:gd name="T17" fmla="*/ 30 h 166"/>
                <a:gd name="T18" fmla="*/ 80 w 192"/>
                <a:gd name="T19" fmla="*/ 26 h 166"/>
                <a:gd name="T20" fmla="*/ 73 w 192"/>
                <a:gd name="T21" fmla="*/ 24 h 166"/>
                <a:gd name="T22" fmla="*/ 84 w 192"/>
                <a:gd name="T23" fmla="*/ 40 h 166"/>
                <a:gd name="T24" fmla="*/ 90 w 192"/>
                <a:gd name="T25" fmla="*/ 46 h 166"/>
                <a:gd name="T26" fmla="*/ 88 w 192"/>
                <a:gd name="T27" fmla="*/ 55 h 166"/>
                <a:gd name="T28" fmla="*/ 69 w 192"/>
                <a:gd name="T29" fmla="*/ 64 h 166"/>
                <a:gd name="T30" fmla="*/ 62 w 192"/>
                <a:gd name="T31" fmla="*/ 65 h 166"/>
                <a:gd name="T32" fmla="*/ 55 w 192"/>
                <a:gd name="T33" fmla="*/ 63 h 166"/>
                <a:gd name="T34" fmla="*/ 47 w 192"/>
                <a:gd name="T35" fmla="*/ 71 h 166"/>
                <a:gd name="T36" fmla="*/ 39 w 192"/>
                <a:gd name="T37" fmla="*/ 74 h 166"/>
                <a:gd name="T38" fmla="*/ 8 w 192"/>
                <a:gd name="T39" fmla="*/ 74 h 166"/>
                <a:gd name="T40" fmla="*/ 4 w 192"/>
                <a:gd name="T41" fmla="*/ 96 h 166"/>
                <a:gd name="T42" fmla="*/ 11 w 192"/>
                <a:gd name="T43" fmla="*/ 100 h 166"/>
                <a:gd name="T44" fmla="*/ 15 w 192"/>
                <a:gd name="T45" fmla="*/ 95 h 166"/>
                <a:gd name="T46" fmla="*/ 28 w 192"/>
                <a:gd name="T47" fmla="*/ 96 h 166"/>
                <a:gd name="T48" fmla="*/ 31 w 192"/>
                <a:gd name="T49" fmla="*/ 118 h 166"/>
                <a:gd name="T50" fmla="*/ 26 w 192"/>
                <a:gd name="T51" fmla="*/ 130 h 166"/>
                <a:gd name="T52" fmla="*/ 38 w 192"/>
                <a:gd name="T53" fmla="*/ 148 h 166"/>
                <a:gd name="T54" fmla="*/ 33 w 192"/>
                <a:gd name="T55" fmla="*/ 166 h 166"/>
                <a:gd name="T56" fmla="*/ 46 w 192"/>
                <a:gd name="T57" fmla="*/ 159 h 166"/>
                <a:gd name="T58" fmla="*/ 55 w 192"/>
                <a:gd name="T59" fmla="*/ 160 h 166"/>
                <a:gd name="T60" fmla="*/ 84 w 192"/>
                <a:gd name="T61" fmla="*/ 160 h 166"/>
                <a:gd name="T62" fmla="*/ 98 w 192"/>
                <a:gd name="T63" fmla="*/ 150 h 166"/>
                <a:gd name="T64" fmla="*/ 114 w 192"/>
                <a:gd name="T65" fmla="*/ 137 h 166"/>
                <a:gd name="T66" fmla="*/ 124 w 192"/>
                <a:gd name="T67" fmla="*/ 141 h 166"/>
                <a:gd name="T68" fmla="*/ 137 w 192"/>
                <a:gd name="T69" fmla="*/ 146 h 166"/>
                <a:gd name="T70" fmla="*/ 146 w 192"/>
                <a:gd name="T71" fmla="*/ 149 h 166"/>
                <a:gd name="T72" fmla="*/ 148 w 192"/>
                <a:gd name="T73" fmla="*/ 144 h 166"/>
                <a:gd name="T74" fmla="*/ 151 w 192"/>
                <a:gd name="T75" fmla="*/ 142 h 166"/>
                <a:gd name="T76" fmla="*/ 157 w 192"/>
                <a:gd name="T77" fmla="*/ 138 h 166"/>
                <a:gd name="T78" fmla="*/ 173 w 192"/>
                <a:gd name="T79" fmla="*/ 126 h 166"/>
                <a:gd name="T80" fmla="*/ 176 w 192"/>
                <a:gd name="T81" fmla="*/ 124 h 166"/>
                <a:gd name="T82" fmla="*/ 183 w 192"/>
                <a:gd name="T83" fmla="*/ 122 h 166"/>
                <a:gd name="T84" fmla="*/ 190 w 192"/>
                <a:gd name="T85" fmla="*/ 118 h 166"/>
                <a:gd name="T86" fmla="*/ 186 w 192"/>
                <a:gd name="T87" fmla="*/ 103 h 166"/>
                <a:gd name="T88" fmla="*/ 188 w 192"/>
                <a:gd name="T89" fmla="*/ 94 h 166"/>
                <a:gd name="T90" fmla="*/ 174 w 192"/>
                <a:gd name="T91" fmla="*/ 83 h 166"/>
                <a:gd name="T92" fmla="*/ 186 w 192"/>
                <a:gd name="T93" fmla="*/ 34 h 166"/>
                <a:gd name="T94" fmla="*/ 178 w 192"/>
                <a:gd name="T95" fmla="*/ 38 h 166"/>
                <a:gd name="T96" fmla="*/ 168 w 192"/>
                <a:gd name="T97" fmla="*/ 38 h 166"/>
                <a:gd name="T98" fmla="*/ 167 w 192"/>
                <a:gd name="T99" fmla="*/ 34 h 166"/>
                <a:gd name="T100" fmla="*/ 166 w 192"/>
                <a:gd name="T101" fmla="*/ 32 h 166"/>
                <a:gd name="T102" fmla="*/ 156 w 192"/>
                <a:gd name="T103" fmla="*/ 2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 h="166">
                  <a:moveTo>
                    <a:pt x="150" y="3"/>
                  </a:moveTo>
                  <a:cubicBezTo>
                    <a:pt x="148" y="2"/>
                    <a:pt x="148" y="2"/>
                    <a:pt x="148" y="2"/>
                  </a:cubicBezTo>
                  <a:cubicBezTo>
                    <a:pt x="144" y="4"/>
                    <a:pt x="144" y="4"/>
                    <a:pt x="144" y="4"/>
                  </a:cubicBezTo>
                  <a:cubicBezTo>
                    <a:pt x="142" y="7"/>
                    <a:pt x="142" y="7"/>
                    <a:pt x="142" y="7"/>
                  </a:cubicBezTo>
                  <a:cubicBezTo>
                    <a:pt x="141" y="11"/>
                    <a:pt x="139" y="13"/>
                    <a:pt x="136" y="13"/>
                  </a:cubicBezTo>
                  <a:cubicBezTo>
                    <a:pt x="135" y="13"/>
                    <a:pt x="133" y="12"/>
                    <a:pt x="132" y="10"/>
                  </a:cubicBezTo>
                  <a:cubicBezTo>
                    <a:pt x="131" y="10"/>
                    <a:pt x="131" y="10"/>
                    <a:pt x="131" y="10"/>
                  </a:cubicBezTo>
                  <a:cubicBezTo>
                    <a:pt x="131" y="10"/>
                    <a:pt x="131" y="10"/>
                    <a:pt x="131" y="10"/>
                  </a:cubicBezTo>
                  <a:cubicBezTo>
                    <a:pt x="131" y="10"/>
                    <a:pt x="131" y="10"/>
                    <a:pt x="131" y="10"/>
                  </a:cubicBezTo>
                  <a:cubicBezTo>
                    <a:pt x="130" y="6"/>
                    <a:pt x="130" y="6"/>
                    <a:pt x="130" y="6"/>
                  </a:cubicBezTo>
                  <a:cubicBezTo>
                    <a:pt x="130" y="5"/>
                    <a:pt x="130" y="5"/>
                    <a:pt x="130" y="5"/>
                  </a:cubicBezTo>
                  <a:cubicBezTo>
                    <a:pt x="129" y="0"/>
                    <a:pt x="129" y="0"/>
                    <a:pt x="129" y="0"/>
                  </a:cubicBezTo>
                  <a:cubicBezTo>
                    <a:pt x="127" y="0"/>
                    <a:pt x="127" y="0"/>
                    <a:pt x="127" y="0"/>
                  </a:cubicBezTo>
                  <a:cubicBezTo>
                    <a:pt x="126" y="0"/>
                    <a:pt x="126" y="0"/>
                    <a:pt x="126" y="0"/>
                  </a:cubicBezTo>
                  <a:cubicBezTo>
                    <a:pt x="125" y="4"/>
                    <a:pt x="125" y="4"/>
                    <a:pt x="125" y="4"/>
                  </a:cubicBezTo>
                  <a:cubicBezTo>
                    <a:pt x="125" y="10"/>
                    <a:pt x="125" y="10"/>
                    <a:pt x="125" y="10"/>
                  </a:cubicBezTo>
                  <a:cubicBezTo>
                    <a:pt x="125" y="10"/>
                    <a:pt x="125" y="10"/>
                    <a:pt x="125" y="10"/>
                  </a:cubicBezTo>
                  <a:cubicBezTo>
                    <a:pt x="124" y="10"/>
                    <a:pt x="124" y="10"/>
                    <a:pt x="124" y="10"/>
                  </a:cubicBezTo>
                  <a:cubicBezTo>
                    <a:pt x="120" y="17"/>
                    <a:pt x="120" y="17"/>
                    <a:pt x="120" y="17"/>
                  </a:cubicBezTo>
                  <a:cubicBezTo>
                    <a:pt x="119" y="18"/>
                    <a:pt x="119" y="18"/>
                    <a:pt x="119" y="18"/>
                  </a:cubicBezTo>
                  <a:cubicBezTo>
                    <a:pt x="118" y="18"/>
                    <a:pt x="118" y="18"/>
                    <a:pt x="118" y="18"/>
                  </a:cubicBezTo>
                  <a:cubicBezTo>
                    <a:pt x="108" y="17"/>
                    <a:pt x="108" y="17"/>
                    <a:pt x="108" y="17"/>
                  </a:cubicBezTo>
                  <a:cubicBezTo>
                    <a:pt x="108" y="17"/>
                    <a:pt x="108" y="17"/>
                    <a:pt x="108" y="17"/>
                  </a:cubicBezTo>
                  <a:cubicBezTo>
                    <a:pt x="108" y="17"/>
                    <a:pt x="108" y="17"/>
                    <a:pt x="108" y="17"/>
                  </a:cubicBezTo>
                  <a:cubicBezTo>
                    <a:pt x="108" y="17"/>
                    <a:pt x="108" y="17"/>
                    <a:pt x="108" y="17"/>
                  </a:cubicBezTo>
                  <a:cubicBezTo>
                    <a:pt x="108" y="18"/>
                    <a:pt x="108" y="18"/>
                    <a:pt x="108" y="18"/>
                  </a:cubicBezTo>
                  <a:cubicBezTo>
                    <a:pt x="104" y="22"/>
                    <a:pt x="104" y="22"/>
                    <a:pt x="104" y="22"/>
                  </a:cubicBezTo>
                  <a:cubicBezTo>
                    <a:pt x="106" y="25"/>
                    <a:pt x="106" y="25"/>
                    <a:pt x="106" y="25"/>
                  </a:cubicBezTo>
                  <a:cubicBezTo>
                    <a:pt x="106" y="25"/>
                    <a:pt x="106" y="25"/>
                    <a:pt x="106" y="25"/>
                  </a:cubicBezTo>
                  <a:cubicBezTo>
                    <a:pt x="103" y="29"/>
                    <a:pt x="103" y="29"/>
                    <a:pt x="103" y="29"/>
                  </a:cubicBezTo>
                  <a:cubicBezTo>
                    <a:pt x="94" y="29"/>
                    <a:pt x="94" y="29"/>
                    <a:pt x="94" y="29"/>
                  </a:cubicBezTo>
                  <a:cubicBezTo>
                    <a:pt x="94" y="28"/>
                    <a:pt x="94" y="28"/>
                    <a:pt x="94" y="28"/>
                  </a:cubicBezTo>
                  <a:cubicBezTo>
                    <a:pt x="94" y="27"/>
                    <a:pt x="94" y="27"/>
                    <a:pt x="94" y="27"/>
                  </a:cubicBezTo>
                  <a:cubicBezTo>
                    <a:pt x="92" y="26"/>
                    <a:pt x="92" y="26"/>
                    <a:pt x="92" y="26"/>
                  </a:cubicBezTo>
                  <a:cubicBezTo>
                    <a:pt x="91" y="29"/>
                    <a:pt x="91" y="29"/>
                    <a:pt x="91" y="29"/>
                  </a:cubicBezTo>
                  <a:cubicBezTo>
                    <a:pt x="90" y="30"/>
                    <a:pt x="90" y="30"/>
                    <a:pt x="90" y="30"/>
                  </a:cubicBezTo>
                  <a:cubicBezTo>
                    <a:pt x="84" y="30"/>
                    <a:pt x="84" y="30"/>
                    <a:pt x="84" y="30"/>
                  </a:cubicBezTo>
                  <a:cubicBezTo>
                    <a:pt x="84" y="30"/>
                    <a:pt x="84" y="30"/>
                    <a:pt x="84" y="30"/>
                  </a:cubicBezTo>
                  <a:cubicBezTo>
                    <a:pt x="80" y="27"/>
                    <a:pt x="80" y="27"/>
                    <a:pt x="80" y="27"/>
                  </a:cubicBezTo>
                  <a:cubicBezTo>
                    <a:pt x="80" y="26"/>
                    <a:pt x="80" y="26"/>
                    <a:pt x="80" y="26"/>
                  </a:cubicBezTo>
                  <a:cubicBezTo>
                    <a:pt x="80" y="26"/>
                    <a:pt x="80" y="26"/>
                    <a:pt x="80" y="26"/>
                  </a:cubicBezTo>
                  <a:cubicBezTo>
                    <a:pt x="80" y="26"/>
                    <a:pt x="80" y="26"/>
                    <a:pt x="80" y="26"/>
                  </a:cubicBezTo>
                  <a:cubicBezTo>
                    <a:pt x="80" y="25"/>
                    <a:pt x="80" y="25"/>
                    <a:pt x="80" y="25"/>
                  </a:cubicBezTo>
                  <a:cubicBezTo>
                    <a:pt x="73" y="24"/>
                    <a:pt x="73" y="24"/>
                    <a:pt x="73" y="24"/>
                  </a:cubicBezTo>
                  <a:cubicBezTo>
                    <a:pt x="68" y="26"/>
                    <a:pt x="68" y="26"/>
                    <a:pt x="68" y="26"/>
                  </a:cubicBezTo>
                  <a:cubicBezTo>
                    <a:pt x="66" y="28"/>
                    <a:pt x="66" y="28"/>
                    <a:pt x="66" y="28"/>
                  </a:cubicBezTo>
                  <a:cubicBezTo>
                    <a:pt x="74" y="37"/>
                    <a:pt x="74" y="37"/>
                    <a:pt x="74" y="37"/>
                  </a:cubicBezTo>
                  <a:cubicBezTo>
                    <a:pt x="84" y="40"/>
                    <a:pt x="84" y="40"/>
                    <a:pt x="84" y="40"/>
                  </a:cubicBezTo>
                  <a:cubicBezTo>
                    <a:pt x="84" y="40"/>
                    <a:pt x="84" y="40"/>
                    <a:pt x="84" y="40"/>
                  </a:cubicBezTo>
                  <a:cubicBezTo>
                    <a:pt x="84" y="40"/>
                    <a:pt x="84" y="40"/>
                    <a:pt x="84" y="40"/>
                  </a:cubicBezTo>
                  <a:cubicBezTo>
                    <a:pt x="85" y="41"/>
                    <a:pt x="85" y="41"/>
                    <a:pt x="85" y="41"/>
                  </a:cubicBezTo>
                  <a:cubicBezTo>
                    <a:pt x="90" y="46"/>
                    <a:pt x="90" y="46"/>
                    <a:pt x="90" y="46"/>
                  </a:cubicBezTo>
                  <a:cubicBezTo>
                    <a:pt x="88" y="54"/>
                    <a:pt x="88" y="54"/>
                    <a:pt x="88" y="54"/>
                  </a:cubicBezTo>
                  <a:cubicBezTo>
                    <a:pt x="88" y="54"/>
                    <a:pt x="88" y="54"/>
                    <a:pt x="88" y="54"/>
                  </a:cubicBezTo>
                  <a:cubicBezTo>
                    <a:pt x="88" y="55"/>
                    <a:pt x="88" y="55"/>
                    <a:pt x="88" y="55"/>
                  </a:cubicBezTo>
                  <a:cubicBezTo>
                    <a:pt x="88" y="55"/>
                    <a:pt x="88" y="55"/>
                    <a:pt x="88" y="55"/>
                  </a:cubicBezTo>
                  <a:cubicBezTo>
                    <a:pt x="81" y="60"/>
                    <a:pt x="81" y="60"/>
                    <a:pt x="81" y="60"/>
                  </a:cubicBezTo>
                  <a:cubicBezTo>
                    <a:pt x="81" y="61"/>
                    <a:pt x="81" y="61"/>
                    <a:pt x="81" y="61"/>
                  </a:cubicBezTo>
                  <a:cubicBezTo>
                    <a:pt x="80" y="61"/>
                    <a:pt x="80" y="61"/>
                    <a:pt x="80" y="61"/>
                  </a:cubicBezTo>
                  <a:cubicBezTo>
                    <a:pt x="69" y="64"/>
                    <a:pt x="69" y="64"/>
                    <a:pt x="69" y="64"/>
                  </a:cubicBezTo>
                  <a:cubicBezTo>
                    <a:pt x="69" y="64"/>
                    <a:pt x="69" y="64"/>
                    <a:pt x="69" y="64"/>
                  </a:cubicBezTo>
                  <a:cubicBezTo>
                    <a:pt x="62" y="65"/>
                    <a:pt x="62" y="65"/>
                    <a:pt x="62" y="65"/>
                  </a:cubicBezTo>
                  <a:cubicBezTo>
                    <a:pt x="62" y="65"/>
                    <a:pt x="62" y="65"/>
                    <a:pt x="62" y="65"/>
                  </a:cubicBezTo>
                  <a:cubicBezTo>
                    <a:pt x="62" y="65"/>
                    <a:pt x="62" y="65"/>
                    <a:pt x="62" y="65"/>
                  </a:cubicBezTo>
                  <a:cubicBezTo>
                    <a:pt x="62" y="65"/>
                    <a:pt x="62" y="65"/>
                    <a:pt x="62" y="65"/>
                  </a:cubicBezTo>
                  <a:cubicBezTo>
                    <a:pt x="62" y="65"/>
                    <a:pt x="62" y="65"/>
                    <a:pt x="62" y="65"/>
                  </a:cubicBezTo>
                  <a:cubicBezTo>
                    <a:pt x="57" y="63"/>
                    <a:pt x="57" y="63"/>
                    <a:pt x="57" y="63"/>
                  </a:cubicBezTo>
                  <a:cubicBezTo>
                    <a:pt x="55" y="63"/>
                    <a:pt x="55" y="63"/>
                    <a:pt x="55" y="63"/>
                  </a:cubicBezTo>
                  <a:cubicBezTo>
                    <a:pt x="52" y="67"/>
                    <a:pt x="52" y="67"/>
                    <a:pt x="52" y="67"/>
                  </a:cubicBezTo>
                  <a:cubicBezTo>
                    <a:pt x="52" y="67"/>
                    <a:pt x="52" y="67"/>
                    <a:pt x="52" y="67"/>
                  </a:cubicBezTo>
                  <a:cubicBezTo>
                    <a:pt x="52" y="67"/>
                    <a:pt x="52" y="67"/>
                    <a:pt x="52" y="67"/>
                  </a:cubicBezTo>
                  <a:cubicBezTo>
                    <a:pt x="47" y="71"/>
                    <a:pt x="47" y="71"/>
                    <a:pt x="47" y="71"/>
                  </a:cubicBezTo>
                  <a:cubicBezTo>
                    <a:pt x="46" y="71"/>
                    <a:pt x="46" y="71"/>
                    <a:pt x="46" y="71"/>
                  </a:cubicBezTo>
                  <a:cubicBezTo>
                    <a:pt x="46" y="71"/>
                    <a:pt x="46" y="71"/>
                    <a:pt x="46" y="71"/>
                  </a:cubicBezTo>
                  <a:cubicBezTo>
                    <a:pt x="39" y="74"/>
                    <a:pt x="39" y="74"/>
                    <a:pt x="39" y="74"/>
                  </a:cubicBezTo>
                  <a:cubicBezTo>
                    <a:pt x="39" y="74"/>
                    <a:pt x="39" y="74"/>
                    <a:pt x="39" y="74"/>
                  </a:cubicBezTo>
                  <a:cubicBezTo>
                    <a:pt x="30" y="71"/>
                    <a:pt x="30" y="71"/>
                    <a:pt x="30" y="71"/>
                  </a:cubicBezTo>
                  <a:cubicBezTo>
                    <a:pt x="12" y="72"/>
                    <a:pt x="12" y="72"/>
                    <a:pt x="12" y="72"/>
                  </a:cubicBezTo>
                  <a:cubicBezTo>
                    <a:pt x="8" y="73"/>
                    <a:pt x="8" y="73"/>
                    <a:pt x="8" y="73"/>
                  </a:cubicBezTo>
                  <a:cubicBezTo>
                    <a:pt x="8" y="74"/>
                    <a:pt x="8" y="74"/>
                    <a:pt x="8" y="74"/>
                  </a:cubicBezTo>
                  <a:cubicBezTo>
                    <a:pt x="4" y="74"/>
                    <a:pt x="4" y="74"/>
                    <a:pt x="4" y="74"/>
                  </a:cubicBezTo>
                  <a:cubicBezTo>
                    <a:pt x="0" y="80"/>
                    <a:pt x="0" y="80"/>
                    <a:pt x="0" y="80"/>
                  </a:cubicBezTo>
                  <a:cubicBezTo>
                    <a:pt x="0" y="86"/>
                    <a:pt x="0" y="86"/>
                    <a:pt x="0" y="86"/>
                  </a:cubicBezTo>
                  <a:cubicBezTo>
                    <a:pt x="4" y="96"/>
                    <a:pt x="4" y="96"/>
                    <a:pt x="4" y="96"/>
                  </a:cubicBezTo>
                  <a:cubicBezTo>
                    <a:pt x="9" y="98"/>
                    <a:pt x="9" y="98"/>
                    <a:pt x="9" y="98"/>
                  </a:cubicBezTo>
                  <a:cubicBezTo>
                    <a:pt x="9" y="98"/>
                    <a:pt x="9" y="98"/>
                    <a:pt x="9" y="98"/>
                  </a:cubicBezTo>
                  <a:cubicBezTo>
                    <a:pt x="9" y="98"/>
                    <a:pt x="9" y="98"/>
                    <a:pt x="9" y="98"/>
                  </a:cubicBezTo>
                  <a:cubicBezTo>
                    <a:pt x="11" y="100"/>
                    <a:pt x="11" y="100"/>
                    <a:pt x="11" y="100"/>
                  </a:cubicBezTo>
                  <a:cubicBezTo>
                    <a:pt x="14" y="96"/>
                    <a:pt x="14" y="96"/>
                    <a:pt x="14" y="96"/>
                  </a:cubicBezTo>
                  <a:cubicBezTo>
                    <a:pt x="14" y="95"/>
                    <a:pt x="14" y="95"/>
                    <a:pt x="14" y="95"/>
                  </a:cubicBezTo>
                  <a:cubicBezTo>
                    <a:pt x="14" y="95"/>
                    <a:pt x="14" y="95"/>
                    <a:pt x="14" y="95"/>
                  </a:cubicBezTo>
                  <a:cubicBezTo>
                    <a:pt x="15" y="95"/>
                    <a:pt x="15" y="95"/>
                    <a:pt x="15" y="95"/>
                  </a:cubicBezTo>
                  <a:cubicBezTo>
                    <a:pt x="21" y="94"/>
                    <a:pt x="21" y="94"/>
                    <a:pt x="21" y="94"/>
                  </a:cubicBezTo>
                  <a:cubicBezTo>
                    <a:pt x="22" y="94"/>
                    <a:pt x="22" y="94"/>
                    <a:pt x="22" y="94"/>
                  </a:cubicBezTo>
                  <a:cubicBezTo>
                    <a:pt x="22" y="94"/>
                    <a:pt x="22" y="94"/>
                    <a:pt x="22" y="94"/>
                  </a:cubicBezTo>
                  <a:cubicBezTo>
                    <a:pt x="28" y="96"/>
                    <a:pt x="28" y="96"/>
                    <a:pt x="28" y="96"/>
                  </a:cubicBezTo>
                  <a:cubicBezTo>
                    <a:pt x="34" y="110"/>
                    <a:pt x="34" y="110"/>
                    <a:pt x="34" y="110"/>
                  </a:cubicBezTo>
                  <a:cubicBezTo>
                    <a:pt x="33" y="110"/>
                    <a:pt x="33" y="110"/>
                    <a:pt x="33" y="110"/>
                  </a:cubicBezTo>
                  <a:cubicBezTo>
                    <a:pt x="33" y="110"/>
                    <a:pt x="33" y="110"/>
                    <a:pt x="33" y="110"/>
                  </a:cubicBezTo>
                  <a:cubicBezTo>
                    <a:pt x="31" y="118"/>
                    <a:pt x="31" y="118"/>
                    <a:pt x="31" y="118"/>
                  </a:cubicBezTo>
                  <a:cubicBezTo>
                    <a:pt x="31" y="118"/>
                    <a:pt x="31" y="118"/>
                    <a:pt x="31" y="118"/>
                  </a:cubicBezTo>
                  <a:cubicBezTo>
                    <a:pt x="29" y="122"/>
                    <a:pt x="29" y="122"/>
                    <a:pt x="29" y="122"/>
                  </a:cubicBezTo>
                  <a:cubicBezTo>
                    <a:pt x="29" y="123"/>
                    <a:pt x="29" y="123"/>
                    <a:pt x="29" y="123"/>
                  </a:cubicBezTo>
                  <a:cubicBezTo>
                    <a:pt x="26" y="130"/>
                    <a:pt x="26" y="130"/>
                    <a:pt x="26" y="130"/>
                  </a:cubicBezTo>
                  <a:cubicBezTo>
                    <a:pt x="26" y="138"/>
                    <a:pt x="26" y="138"/>
                    <a:pt x="26" y="138"/>
                  </a:cubicBezTo>
                  <a:cubicBezTo>
                    <a:pt x="31" y="143"/>
                    <a:pt x="31" y="143"/>
                    <a:pt x="31" y="143"/>
                  </a:cubicBezTo>
                  <a:cubicBezTo>
                    <a:pt x="31" y="143"/>
                    <a:pt x="31" y="143"/>
                    <a:pt x="31" y="143"/>
                  </a:cubicBezTo>
                  <a:cubicBezTo>
                    <a:pt x="38" y="148"/>
                    <a:pt x="38" y="148"/>
                    <a:pt x="38" y="148"/>
                  </a:cubicBezTo>
                  <a:cubicBezTo>
                    <a:pt x="38" y="149"/>
                    <a:pt x="38" y="149"/>
                    <a:pt x="38" y="149"/>
                  </a:cubicBezTo>
                  <a:cubicBezTo>
                    <a:pt x="39" y="149"/>
                    <a:pt x="39" y="149"/>
                    <a:pt x="39" y="149"/>
                  </a:cubicBezTo>
                  <a:cubicBezTo>
                    <a:pt x="34" y="160"/>
                    <a:pt x="34" y="160"/>
                    <a:pt x="34" y="160"/>
                  </a:cubicBezTo>
                  <a:cubicBezTo>
                    <a:pt x="33" y="166"/>
                    <a:pt x="33" y="166"/>
                    <a:pt x="33" y="166"/>
                  </a:cubicBezTo>
                  <a:cubicBezTo>
                    <a:pt x="34" y="165"/>
                    <a:pt x="34" y="165"/>
                    <a:pt x="34" y="165"/>
                  </a:cubicBezTo>
                  <a:cubicBezTo>
                    <a:pt x="35" y="165"/>
                    <a:pt x="35" y="165"/>
                    <a:pt x="35" y="165"/>
                  </a:cubicBezTo>
                  <a:cubicBezTo>
                    <a:pt x="39" y="163"/>
                    <a:pt x="39" y="163"/>
                    <a:pt x="39" y="163"/>
                  </a:cubicBezTo>
                  <a:cubicBezTo>
                    <a:pt x="46" y="159"/>
                    <a:pt x="46" y="159"/>
                    <a:pt x="46" y="159"/>
                  </a:cubicBezTo>
                  <a:cubicBezTo>
                    <a:pt x="46" y="159"/>
                    <a:pt x="46" y="159"/>
                    <a:pt x="46" y="159"/>
                  </a:cubicBezTo>
                  <a:cubicBezTo>
                    <a:pt x="54" y="160"/>
                    <a:pt x="54" y="160"/>
                    <a:pt x="54" y="160"/>
                  </a:cubicBezTo>
                  <a:cubicBezTo>
                    <a:pt x="55" y="160"/>
                    <a:pt x="55" y="160"/>
                    <a:pt x="55" y="160"/>
                  </a:cubicBezTo>
                  <a:cubicBezTo>
                    <a:pt x="55" y="160"/>
                    <a:pt x="55" y="160"/>
                    <a:pt x="55" y="160"/>
                  </a:cubicBezTo>
                  <a:cubicBezTo>
                    <a:pt x="67" y="165"/>
                    <a:pt x="67" y="165"/>
                    <a:pt x="67" y="165"/>
                  </a:cubicBezTo>
                  <a:cubicBezTo>
                    <a:pt x="80" y="165"/>
                    <a:pt x="80" y="165"/>
                    <a:pt x="80" y="165"/>
                  </a:cubicBezTo>
                  <a:cubicBezTo>
                    <a:pt x="84" y="160"/>
                    <a:pt x="84" y="160"/>
                    <a:pt x="84" y="160"/>
                  </a:cubicBezTo>
                  <a:cubicBezTo>
                    <a:pt x="84" y="160"/>
                    <a:pt x="84" y="160"/>
                    <a:pt x="84" y="160"/>
                  </a:cubicBezTo>
                  <a:cubicBezTo>
                    <a:pt x="84" y="160"/>
                    <a:pt x="84" y="160"/>
                    <a:pt x="84" y="160"/>
                  </a:cubicBezTo>
                  <a:cubicBezTo>
                    <a:pt x="91" y="156"/>
                    <a:pt x="91" y="156"/>
                    <a:pt x="91" y="156"/>
                  </a:cubicBezTo>
                  <a:cubicBezTo>
                    <a:pt x="98" y="151"/>
                    <a:pt x="98" y="151"/>
                    <a:pt x="98" y="151"/>
                  </a:cubicBezTo>
                  <a:cubicBezTo>
                    <a:pt x="98" y="150"/>
                    <a:pt x="98" y="150"/>
                    <a:pt x="98" y="150"/>
                  </a:cubicBezTo>
                  <a:cubicBezTo>
                    <a:pt x="98" y="150"/>
                    <a:pt x="98" y="150"/>
                    <a:pt x="98" y="150"/>
                  </a:cubicBezTo>
                  <a:cubicBezTo>
                    <a:pt x="103" y="149"/>
                    <a:pt x="103" y="149"/>
                    <a:pt x="103" y="149"/>
                  </a:cubicBezTo>
                  <a:cubicBezTo>
                    <a:pt x="108" y="145"/>
                    <a:pt x="108" y="145"/>
                    <a:pt x="108" y="145"/>
                  </a:cubicBezTo>
                  <a:cubicBezTo>
                    <a:pt x="114" y="137"/>
                    <a:pt x="114" y="137"/>
                    <a:pt x="114" y="137"/>
                  </a:cubicBezTo>
                  <a:cubicBezTo>
                    <a:pt x="123" y="140"/>
                    <a:pt x="123" y="140"/>
                    <a:pt x="123" y="140"/>
                  </a:cubicBezTo>
                  <a:cubicBezTo>
                    <a:pt x="124" y="140"/>
                    <a:pt x="124" y="140"/>
                    <a:pt x="124" y="140"/>
                  </a:cubicBezTo>
                  <a:cubicBezTo>
                    <a:pt x="124" y="141"/>
                    <a:pt x="124" y="141"/>
                    <a:pt x="124" y="141"/>
                  </a:cubicBezTo>
                  <a:cubicBezTo>
                    <a:pt x="124" y="141"/>
                    <a:pt x="124" y="141"/>
                    <a:pt x="124" y="141"/>
                  </a:cubicBezTo>
                  <a:cubicBezTo>
                    <a:pt x="126" y="144"/>
                    <a:pt x="127" y="146"/>
                    <a:pt x="128" y="146"/>
                  </a:cubicBezTo>
                  <a:cubicBezTo>
                    <a:pt x="133" y="146"/>
                    <a:pt x="133" y="146"/>
                    <a:pt x="133" y="146"/>
                  </a:cubicBezTo>
                  <a:cubicBezTo>
                    <a:pt x="134" y="146"/>
                    <a:pt x="134" y="146"/>
                    <a:pt x="134" y="146"/>
                  </a:cubicBezTo>
                  <a:cubicBezTo>
                    <a:pt x="137" y="146"/>
                    <a:pt x="137" y="146"/>
                    <a:pt x="137" y="146"/>
                  </a:cubicBezTo>
                  <a:cubicBezTo>
                    <a:pt x="138" y="146"/>
                    <a:pt x="138" y="146"/>
                    <a:pt x="138" y="146"/>
                  </a:cubicBezTo>
                  <a:cubicBezTo>
                    <a:pt x="138" y="147"/>
                    <a:pt x="138" y="147"/>
                    <a:pt x="138" y="147"/>
                  </a:cubicBezTo>
                  <a:cubicBezTo>
                    <a:pt x="144" y="149"/>
                    <a:pt x="144" y="149"/>
                    <a:pt x="144" y="149"/>
                  </a:cubicBezTo>
                  <a:cubicBezTo>
                    <a:pt x="146" y="149"/>
                    <a:pt x="146" y="149"/>
                    <a:pt x="146" y="149"/>
                  </a:cubicBezTo>
                  <a:cubicBezTo>
                    <a:pt x="147" y="148"/>
                    <a:pt x="147" y="148"/>
                    <a:pt x="147" y="148"/>
                  </a:cubicBezTo>
                  <a:cubicBezTo>
                    <a:pt x="148" y="145"/>
                    <a:pt x="148" y="145"/>
                    <a:pt x="148" y="145"/>
                  </a:cubicBezTo>
                  <a:cubicBezTo>
                    <a:pt x="148" y="145"/>
                    <a:pt x="148" y="145"/>
                    <a:pt x="148" y="145"/>
                  </a:cubicBezTo>
                  <a:cubicBezTo>
                    <a:pt x="148" y="144"/>
                    <a:pt x="148" y="144"/>
                    <a:pt x="148" y="144"/>
                  </a:cubicBezTo>
                  <a:cubicBezTo>
                    <a:pt x="148" y="144"/>
                    <a:pt x="148" y="144"/>
                    <a:pt x="148" y="144"/>
                  </a:cubicBezTo>
                  <a:cubicBezTo>
                    <a:pt x="148" y="144"/>
                    <a:pt x="148" y="144"/>
                    <a:pt x="148" y="144"/>
                  </a:cubicBezTo>
                  <a:cubicBezTo>
                    <a:pt x="151" y="142"/>
                    <a:pt x="151" y="142"/>
                    <a:pt x="151" y="142"/>
                  </a:cubicBezTo>
                  <a:cubicBezTo>
                    <a:pt x="151" y="142"/>
                    <a:pt x="151" y="142"/>
                    <a:pt x="151" y="142"/>
                  </a:cubicBezTo>
                  <a:cubicBezTo>
                    <a:pt x="156" y="138"/>
                    <a:pt x="156" y="138"/>
                    <a:pt x="156" y="138"/>
                  </a:cubicBezTo>
                  <a:cubicBezTo>
                    <a:pt x="156" y="138"/>
                    <a:pt x="156" y="138"/>
                    <a:pt x="156" y="138"/>
                  </a:cubicBezTo>
                  <a:cubicBezTo>
                    <a:pt x="156" y="138"/>
                    <a:pt x="156" y="138"/>
                    <a:pt x="156" y="138"/>
                  </a:cubicBezTo>
                  <a:cubicBezTo>
                    <a:pt x="157" y="138"/>
                    <a:pt x="157" y="138"/>
                    <a:pt x="157" y="138"/>
                  </a:cubicBezTo>
                  <a:cubicBezTo>
                    <a:pt x="161" y="138"/>
                    <a:pt x="161" y="138"/>
                    <a:pt x="161" y="138"/>
                  </a:cubicBezTo>
                  <a:cubicBezTo>
                    <a:pt x="161" y="136"/>
                    <a:pt x="162" y="133"/>
                    <a:pt x="165" y="131"/>
                  </a:cubicBezTo>
                  <a:cubicBezTo>
                    <a:pt x="168" y="129"/>
                    <a:pt x="170" y="128"/>
                    <a:pt x="171" y="128"/>
                  </a:cubicBezTo>
                  <a:cubicBezTo>
                    <a:pt x="173" y="126"/>
                    <a:pt x="173" y="126"/>
                    <a:pt x="173" y="126"/>
                  </a:cubicBezTo>
                  <a:cubicBezTo>
                    <a:pt x="174" y="126"/>
                    <a:pt x="174" y="126"/>
                    <a:pt x="174" y="126"/>
                  </a:cubicBezTo>
                  <a:cubicBezTo>
                    <a:pt x="174" y="126"/>
                    <a:pt x="174" y="126"/>
                    <a:pt x="174" y="126"/>
                  </a:cubicBezTo>
                  <a:cubicBezTo>
                    <a:pt x="176" y="124"/>
                    <a:pt x="176" y="124"/>
                    <a:pt x="176" y="124"/>
                  </a:cubicBezTo>
                  <a:cubicBezTo>
                    <a:pt x="176" y="124"/>
                    <a:pt x="176" y="124"/>
                    <a:pt x="176" y="124"/>
                  </a:cubicBezTo>
                  <a:cubicBezTo>
                    <a:pt x="176" y="124"/>
                    <a:pt x="176" y="124"/>
                    <a:pt x="176" y="124"/>
                  </a:cubicBezTo>
                  <a:cubicBezTo>
                    <a:pt x="176" y="123"/>
                    <a:pt x="176" y="123"/>
                    <a:pt x="176" y="123"/>
                  </a:cubicBezTo>
                  <a:cubicBezTo>
                    <a:pt x="177" y="123"/>
                    <a:pt x="177" y="123"/>
                    <a:pt x="177" y="123"/>
                  </a:cubicBezTo>
                  <a:cubicBezTo>
                    <a:pt x="183" y="122"/>
                    <a:pt x="183" y="122"/>
                    <a:pt x="183" y="122"/>
                  </a:cubicBezTo>
                  <a:cubicBezTo>
                    <a:pt x="187" y="122"/>
                    <a:pt x="187" y="122"/>
                    <a:pt x="187" y="122"/>
                  </a:cubicBezTo>
                  <a:cubicBezTo>
                    <a:pt x="188" y="120"/>
                    <a:pt x="188" y="120"/>
                    <a:pt x="188" y="120"/>
                  </a:cubicBezTo>
                  <a:cubicBezTo>
                    <a:pt x="190" y="118"/>
                    <a:pt x="190" y="118"/>
                    <a:pt x="190" y="118"/>
                  </a:cubicBezTo>
                  <a:cubicBezTo>
                    <a:pt x="190" y="118"/>
                    <a:pt x="190" y="118"/>
                    <a:pt x="190" y="118"/>
                  </a:cubicBezTo>
                  <a:cubicBezTo>
                    <a:pt x="192" y="114"/>
                    <a:pt x="192" y="114"/>
                    <a:pt x="192" y="114"/>
                  </a:cubicBezTo>
                  <a:cubicBezTo>
                    <a:pt x="191" y="114"/>
                    <a:pt x="191" y="114"/>
                    <a:pt x="191" y="114"/>
                  </a:cubicBezTo>
                  <a:cubicBezTo>
                    <a:pt x="188" y="111"/>
                    <a:pt x="187" y="108"/>
                    <a:pt x="186" y="103"/>
                  </a:cubicBezTo>
                  <a:cubicBezTo>
                    <a:pt x="186" y="103"/>
                    <a:pt x="186" y="103"/>
                    <a:pt x="186" y="103"/>
                  </a:cubicBezTo>
                  <a:cubicBezTo>
                    <a:pt x="186" y="103"/>
                    <a:pt x="186" y="103"/>
                    <a:pt x="186" y="103"/>
                  </a:cubicBezTo>
                  <a:cubicBezTo>
                    <a:pt x="186" y="103"/>
                    <a:pt x="186" y="103"/>
                    <a:pt x="186" y="103"/>
                  </a:cubicBezTo>
                  <a:cubicBezTo>
                    <a:pt x="186" y="102"/>
                    <a:pt x="186" y="102"/>
                    <a:pt x="186" y="102"/>
                  </a:cubicBezTo>
                  <a:cubicBezTo>
                    <a:pt x="188" y="94"/>
                    <a:pt x="188" y="94"/>
                    <a:pt x="188" y="94"/>
                  </a:cubicBezTo>
                  <a:cubicBezTo>
                    <a:pt x="188" y="91"/>
                    <a:pt x="188" y="89"/>
                    <a:pt x="190" y="87"/>
                  </a:cubicBezTo>
                  <a:cubicBezTo>
                    <a:pt x="190" y="80"/>
                    <a:pt x="190" y="80"/>
                    <a:pt x="190" y="80"/>
                  </a:cubicBezTo>
                  <a:cubicBezTo>
                    <a:pt x="189" y="79"/>
                    <a:pt x="188" y="78"/>
                    <a:pt x="186" y="78"/>
                  </a:cubicBezTo>
                  <a:cubicBezTo>
                    <a:pt x="174" y="83"/>
                    <a:pt x="174" y="83"/>
                    <a:pt x="174" y="83"/>
                  </a:cubicBezTo>
                  <a:cubicBezTo>
                    <a:pt x="174" y="70"/>
                    <a:pt x="174" y="70"/>
                    <a:pt x="174" y="70"/>
                  </a:cubicBezTo>
                  <a:cubicBezTo>
                    <a:pt x="175" y="68"/>
                    <a:pt x="179" y="64"/>
                    <a:pt x="186" y="60"/>
                  </a:cubicBezTo>
                  <a:cubicBezTo>
                    <a:pt x="183" y="46"/>
                    <a:pt x="183" y="46"/>
                    <a:pt x="183" y="46"/>
                  </a:cubicBezTo>
                  <a:cubicBezTo>
                    <a:pt x="182" y="41"/>
                    <a:pt x="183" y="37"/>
                    <a:pt x="186" y="34"/>
                  </a:cubicBezTo>
                  <a:cubicBezTo>
                    <a:pt x="186" y="32"/>
                    <a:pt x="186" y="32"/>
                    <a:pt x="186" y="32"/>
                  </a:cubicBezTo>
                  <a:cubicBezTo>
                    <a:pt x="182" y="32"/>
                    <a:pt x="182" y="32"/>
                    <a:pt x="182" y="32"/>
                  </a:cubicBezTo>
                  <a:cubicBezTo>
                    <a:pt x="180" y="32"/>
                    <a:pt x="180" y="32"/>
                    <a:pt x="180" y="32"/>
                  </a:cubicBezTo>
                  <a:cubicBezTo>
                    <a:pt x="178" y="38"/>
                    <a:pt x="178" y="38"/>
                    <a:pt x="178" y="38"/>
                  </a:cubicBezTo>
                  <a:cubicBezTo>
                    <a:pt x="177" y="40"/>
                    <a:pt x="175" y="41"/>
                    <a:pt x="174" y="41"/>
                  </a:cubicBezTo>
                  <a:cubicBezTo>
                    <a:pt x="173" y="41"/>
                    <a:pt x="173" y="41"/>
                    <a:pt x="173" y="41"/>
                  </a:cubicBezTo>
                  <a:cubicBezTo>
                    <a:pt x="169" y="38"/>
                    <a:pt x="169" y="38"/>
                    <a:pt x="169" y="38"/>
                  </a:cubicBezTo>
                  <a:cubicBezTo>
                    <a:pt x="168" y="38"/>
                    <a:pt x="168" y="38"/>
                    <a:pt x="168" y="38"/>
                  </a:cubicBezTo>
                  <a:cubicBezTo>
                    <a:pt x="168" y="38"/>
                    <a:pt x="168" y="38"/>
                    <a:pt x="168" y="38"/>
                  </a:cubicBezTo>
                  <a:cubicBezTo>
                    <a:pt x="168" y="38"/>
                    <a:pt x="168" y="38"/>
                    <a:pt x="168" y="38"/>
                  </a:cubicBezTo>
                  <a:cubicBezTo>
                    <a:pt x="168" y="37"/>
                    <a:pt x="168" y="37"/>
                    <a:pt x="168" y="37"/>
                  </a:cubicBezTo>
                  <a:cubicBezTo>
                    <a:pt x="167" y="34"/>
                    <a:pt x="167" y="34"/>
                    <a:pt x="167" y="34"/>
                  </a:cubicBezTo>
                  <a:cubicBezTo>
                    <a:pt x="166" y="30"/>
                    <a:pt x="166" y="30"/>
                    <a:pt x="166" y="30"/>
                  </a:cubicBezTo>
                  <a:cubicBezTo>
                    <a:pt x="166" y="30"/>
                    <a:pt x="166" y="30"/>
                    <a:pt x="166" y="30"/>
                  </a:cubicBezTo>
                  <a:cubicBezTo>
                    <a:pt x="166" y="30"/>
                    <a:pt x="166" y="30"/>
                    <a:pt x="166" y="30"/>
                  </a:cubicBezTo>
                  <a:cubicBezTo>
                    <a:pt x="166" y="32"/>
                    <a:pt x="166" y="32"/>
                    <a:pt x="166" y="32"/>
                  </a:cubicBezTo>
                  <a:cubicBezTo>
                    <a:pt x="158" y="32"/>
                    <a:pt x="158" y="32"/>
                    <a:pt x="158" y="32"/>
                  </a:cubicBezTo>
                  <a:cubicBezTo>
                    <a:pt x="158" y="30"/>
                    <a:pt x="158" y="30"/>
                    <a:pt x="158" y="30"/>
                  </a:cubicBezTo>
                  <a:cubicBezTo>
                    <a:pt x="156" y="26"/>
                    <a:pt x="156" y="26"/>
                    <a:pt x="156" y="26"/>
                  </a:cubicBezTo>
                  <a:cubicBezTo>
                    <a:pt x="156" y="20"/>
                    <a:pt x="156" y="20"/>
                    <a:pt x="156" y="20"/>
                  </a:cubicBezTo>
                  <a:cubicBezTo>
                    <a:pt x="152" y="12"/>
                    <a:pt x="152" y="12"/>
                    <a:pt x="152" y="12"/>
                  </a:cubicBezTo>
                  <a:cubicBezTo>
                    <a:pt x="152" y="6"/>
                    <a:pt x="152" y="6"/>
                    <a:pt x="152" y="6"/>
                  </a:cubicBezTo>
                  <a:lnTo>
                    <a:pt x="150" y="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4"/>
            <p:cNvSpPr>
              <a:spLocks/>
            </p:cNvSpPr>
            <p:nvPr/>
          </p:nvSpPr>
          <p:spPr bwMode="auto">
            <a:xfrm>
              <a:off x="3708401" y="4909790"/>
              <a:ext cx="942975" cy="717550"/>
            </a:xfrm>
            <a:custGeom>
              <a:avLst/>
              <a:gdLst>
                <a:gd name="T0" fmla="*/ 202 w 251"/>
                <a:gd name="T1" fmla="*/ 6 h 191"/>
                <a:gd name="T2" fmla="*/ 188 w 251"/>
                <a:gd name="T3" fmla="*/ 18 h 191"/>
                <a:gd name="T4" fmla="*/ 172 w 251"/>
                <a:gd name="T5" fmla="*/ 22 h 191"/>
                <a:gd name="T6" fmla="*/ 161 w 251"/>
                <a:gd name="T7" fmla="*/ 21 h 191"/>
                <a:gd name="T8" fmla="*/ 161 w 251"/>
                <a:gd name="T9" fmla="*/ 21 h 191"/>
                <a:gd name="T10" fmla="*/ 147 w 251"/>
                <a:gd name="T11" fmla="*/ 26 h 191"/>
                <a:gd name="T12" fmla="*/ 137 w 251"/>
                <a:gd name="T13" fmla="*/ 32 h 191"/>
                <a:gd name="T14" fmla="*/ 127 w 251"/>
                <a:gd name="T15" fmla="*/ 40 h 191"/>
                <a:gd name="T16" fmla="*/ 120 w 251"/>
                <a:gd name="T17" fmla="*/ 47 h 191"/>
                <a:gd name="T18" fmla="*/ 118 w 251"/>
                <a:gd name="T19" fmla="*/ 51 h 191"/>
                <a:gd name="T20" fmla="*/ 103 w 251"/>
                <a:gd name="T21" fmla="*/ 48 h 191"/>
                <a:gd name="T22" fmla="*/ 85 w 251"/>
                <a:gd name="T23" fmla="*/ 40 h 191"/>
                <a:gd name="T24" fmla="*/ 80 w 251"/>
                <a:gd name="T25" fmla="*/ 46 h 191"/>
                <a:gd name="T26" fmla="*/ 74 w 251"/>
                <a:gd name="T27" fmla="*/ 51 h 191"/>
                <a:gd name="T28" fmla="*/ 63 w 251"/>
                <a:gd name="T29" fmla="*/ 58 h 191"/>
                <a:gd name="T30" fmla="*/ 51 w 251"/>
                <a:gd name="T31" fmla="*/ 67 h 191"/>
                <a:gd name="T32" fmla="*/ 23 w 251"/>
                <a:gd name="T33" fmla="*/ 62 h 191"/>
                <a:gd name="T34" fmla="*/ 9 w 251"/>
                <a:gd name="T35" fmla="*/ 65 h 191"/>
                <a:gd name="T36" fmla="*/ 1 w 251"/>
                <a:gd name="T37" fmla="*/ 69 h 191"/>
                <a:gd name="T38" fmla="*/ 2 w 251"/>
                <a:gd name="T39" fmla="*/ 79 h 191"/>
                <a:gd name="T40" fmla="*/ 21 w 251"/>
                <a:gd name="T41" fmla="*/ 79 h 191"/>
                <a:gd name="T42" fmla="*/ 23 w 251"/>
                <a:gd name="T43" fmla="*/ 94 h 191"/>
                <a:gd name="T44" fmla="*/ 38 w 251"/>
                <a:gd name="T45" fmla="*/ 92 h 191"/>
                <a:gd name="T46" fmla="*/ 50 w 251"/>
                <a:gd name="T47" fmla="*/ 89 h 191"/>
                <a:gd name="T48" fmla="*/ 53 w 251"/>
                <a:gd name="T49" fmla="*/ 108 h 191"/>
                <a:gd name="T50" fmla="*/ 46 w 251"/>
                <a:gd name="T51" fmla="*/ 116 h 191"/>
                <a:gd name="T52" fmla="*/ 35 w 251"/>
                <a:gd name="T53" fmla="*/ 124 h 191"/>
                <a:gd name="T54" fmla="*/ 53 w 251"/>
                <a:gd name="T55" fmla="*/ 128 h 191"/>
                <a:gd name="T56" fmla="*/ 61 w 251"/>
                <a:gd name="T57" fmla="*/ 133 h 191"/>
                <a:gd name="T58" fmla="*/ 77 w 251"/>
                <a:gd name="T59" fmla="*/ 142 h 191"/>
                <a:gd name="T60" fmla="*/ 70 w 251"/>
                <a:gd name="T61" fmla="*/ 150 h 191"/>
                <a:gd name="T62" fmla="*/ 97 w 251"/>
                <a:gd name="T63" fmla="*/ 178 h 191"/>
                <a:gd name="T64" fmla="*/ 107 w 251"/>
                <a:gd name="T65" fmla="*/ 174 h 191"/>
                <a:gd name="T66" fmla="*/ 123 w 251"/>
                <a:gd name="T67" fmla="*/ 184 h 191"/>
                <a:gd name="T68" fmla="*/ 127 w 251"/>
                <a:gd name="T69" fmla="*/ 179 h 191"/>
                <a:gd name="T70" fmla="*/ 135 w 251"/>
                <a:gd name="T71" fmla="*/ 180 h 191"/>
                <a:gd name="T72" fmla="*/ 155 w 251"/>
                <a:gd name="T73" fmla="*/ 185 h 191"/>
                <a:gd name="T74" fmla="*/ 157 w 251"/>
                <a:gd name="T75" fmla="*/ 186 h 191"/>
                <a:gd name="T76" fmla="*/ 173 w 251"/>
                <a:gd name="T77" fmla="*/ 173 h 191"/>
                <a:gd name="T78" fmla="*/ 179 w 251"/>
                <a:gd name="T79" fmla="*/ 178 h 191"/>
                <a:gd name="T80" fmla="*/ 183 w 251"/>
                <a:gd name="T81" fmla="*/ 170 h 191"/>
                <a:gd name="T82" fmla="*/ 198 w 251"/>
                <a:gd name="T83" fmla="*/ 152 h 191"/>
                <a:gd name="T84" fmla="*/ 207 w 251"/>
                <a:gd name="T85" fmla="*/ 154 h 191"/>
                <a:gd name="T86" fmla="*/ 205 w 251"/>
                <a:gd name="T87" fmla="*/ 143 h 191"/>
                <a:gd name="T88" fmla="*/ 207 w 251"/>
                <a:gd name="T89" fmla="*/ 137 h 191"/>
                <a:gd name="T90" fmla="*/ 229 w 251"/>
                <a:gd name="T91" fmla="*/ 126 h 191"/>
                <a:gd name="T92" fmla="*/ 228 w 251"/>
                <a:gd name="T93" fmla="*/ 114 h 191"/>
                <a:gd name="T94" fmla="*/ 233 w 251"/>
                <a:gd name="T95" fmla="*/ 105 h 191"/>
                <a:gd name="T96" fmla="*/ 239 w 251"/>
                <a:gd name="T97" fmla="*/ 90 h 191"/>
                <a:gd name="T98" fmla="*/ 248 w 251"/>
                <a:gd name="T99" fmla="*/ 78 h 191"/>
                <a:gd name="T100" fmla="*/ 248 w 251"/>
                <a:gd name="T101" fmla="*/ 67 h 191"/>
                <a:gd name="T102" fmla="*/ 248 w 251"/>
                <a:gd name="T103" fmla="*/ 60 h 191"/>
                <a:gd name="T104" fmla="*/ 227 w 251"/>
                <a:gd name="T105" fmla="*/ 61 h 191"/>
                <a:gd name="T106" fmla="*/ 221 w 251"/>
                <a:gd name="T107" fmla="*/ 51 h 191"/>
                <a:gd name="T108" fmla="*/ 211 w 251"/>
                <a:gd name="T109" fmla="*/ 50 h 191"/>
                <a:gd name="T110" fmla="*/ 222 w 251"/>
                <a:gd name="T111" fmla="*/ 29 h 191"/>
                <a:gd name="T112" fmla="*/ 221 w 251"/>
                <a:gd name="T113" fmla="*/ 14 h 191"/>
                <a:gd name="T114" fmla="*/ 217 w 251"/>
                <a:gd name="T115" fmla="*/ 0 h 191"/>
                <a:gd name="T116" fmla="*/ 208 w 251"/>
                <a:gd name="T1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 h="191">
                  <a:moveTo>
                    <a:pt x="201" y="4"/>
                  </a:moveTo>
                  <a:cubicBezTo>
                    <a:pt x="201" y="5"/>
                    <a:pt x="201" y="5"/>
                    <a:pt x="201" y="5"/>
                  </a:cubicBezTo>
                  <a:cubicBezTo>
                    <a:pt x="202" y="6"/>
                    <a:pt x="202" y="6"/>
                    <a:pt x="202" y="6"/>
                  </a:cubicBezTo>
                  <a:cubicBezTo>
                    <a:pt x="197" y="14"/>
                    <a:pt x="197" y="14"/>
                    <a:pt x="197" y="14"/>
                  </a:cubicBezTo>
                  <a:cubicBezTo>
                    <a:pt x="195" y="16"/>
                    <a:pt x="192" y="18"/>
                    <a:pt x="189" y="18"/>
                  </a:cubicBezTo>
                  <a:cubicBezTo>
                    <a:pt x="188" y="18"/>
                    <a:pt x="188" y="18"/>
                    <a:pt x="188" y="18"/>
                  </a:cubicBezTo>
                  <a:cubicBezTo>
                    <a:pt x="184" y="15"/>
                    <a:pt x="184" y="15"/>
                    <a:pt x="184" y="15"/>
                  </a:cubicBezTo>
                  <a:cubicBezTo>
                    <a:pt x="180" y="16"/>
                    <a:pt x="180" y="16"/>
                    <a:pt x="180" y="16"/>
                  </a:cubicBezTo>
                  <a:cubicBezTo>
                    <a:pt x="172" y="22"/>
                    <a:pt x="172" y="22"/>
                    <a:pt x="172" y="22"/>
                  </a:cubicBezTo>
                  <a:cubicBezTo>
                    <a:pt x="170" y="22"/>
                    <a:pt x="167" y="20"/>
                    <a:pt x="164" y="16"/>
                  </a:cubicBezTo>
                  <a:cubicBezTo>
                    <a:pt x="161" y="21"/>
                    <a:pt x="161" y="21"/>
                    <a:pt x="161" y="21"/>
                  </a:cubicBezTo>
                  <a:cubicBezTo>
                    <a:pt x="161" y="21"/>
                    <a:pt x="161" y="21"/>
                    <a:pt x="161" y="21"/>
                  </a:cubicBezTo>
                  <a:cubicBezTo>
                    <a:pt x="161" y="21"/>
                    <a:pt x="161" y="21"/>
                    <a:pt x="161" y="21"/>
                  </a:cubicBezTo>
                  <a:cubicBezTo>
                    <a:pt x="161" y="21"/>
                    <a:pt x="161" y="21"/>
                    <a:pt x="161" y="21"/>
                  </a:cubicBezTo>
                  <a:cubicBezTo>
                    <a:pt x="161" y="21"/>
                    <a:pt x="161" y="21"/>
                    <a:pt x="161" y="21"/>
                  </a:cubicBezTo>
                  <a:cubicBezTo>
                    <a:pt x="158" y="24"/>
                    <a:pt x="158" y="24"/>
                    <a:pt x="158" y="24"/>
                  </a:cubicBezTo>
                  <a:cubicBezTo>
                    <a:pt x="153" y="24"/>
                    <a:pt x="153" y="24"/>
                    <a:pt x="153" y="24"/>
                  </a:cubicBezTo>
                  <a:cubicBezTo>
                    <a:pt x="147" y="26"/>
                    <a:pt x="147" y="26"/>
                    <a:pt x="147" y="26"/>
                  </a:cubicBezTo>
                  <a:cubicBezTo>
                    <a:pt x="141" y="30"/>
                    <a:pt x="141" y="30"/>
                    <a:pt x="141" y="30"/>
                  </a:cubicBezTo>
                  <a:cubicBezTo>
                    <a:pt x="139" y="30"/>
                    <a:pt x="139" y="30"/>
                    <a:pt x="139" y="30"/>
                  </a:cubicBezTo>
                  <a:cubicBezTo>
                    <a:pt x="137" y="32"/>
                    <a:pt x="137" y="32"/>
                    <a:pt x="137" y="32"/>
                  </a:cubicBezTo>
                  <a:cubicBezTo>
                    <a:pt x="135" y="34"/>
                    <a:pt x="134" y="36"/>
                    <a:pt x="135" y="37"/>
                  </a:cubicBezTo>
                  <a:cubicBezTo>
                    <a:pt x="138" y="41"/>
                    <a:pt x="138" y="41"/>
                    <a:pt x="138" y="41"/>
                  </a:cubicBezTo>
                  <a:cubicBezTo>
                    <a:pt x="127" y="40"/>
                    <a:pt x="127" y="40"/>
                    <a:pt x="127" y="40"/>
                  </a:cubicBezTo>
                  <a:cubicBezTo>
                    <a:pt x="121" y="45"/>
                    <a:pt x="121" y="45"/>
                    <a:pt x="121" y="45"/>
                  </a:cubicBezTo>
                  <a:cubicBezTo>
                    <a:pt x="120" y="47"/>
                    <a:pt x="120" y="47"/>
                    <a:pt x="120" y="47"/>
                  </a:cubicBezTo>
                  <a:cubicBezTo>
                    <a:pt x="120" y="47"/>
                    <a:pt x="120" y="47"/>
                    <a:pt x="120" y="47"/>
                  </a:cubicBezTo>
                  <a:cubicBezTo>
                    <a:pt x="119" y="50"/>
                    <a:pt x="119" y="50"/>
                    <a:pt x="119" y="50"/>
                  </a:cubicBezTo>
                  <a:cubicBezTo>
                    <a:pt x="118" y="51"/>
                    <a:pt x="118" y="51"/>
                    <a:pt x="118" y="51"/>
                  </a:cubicBezTo>
                  <a:cubicBezTo>
                    <a:pt x="118" y="51"/>
                    <a:pt x="118" y="51"/>
                    <a:pt x="118" y="51"/>
                  </a:cubicBezTo>
                  <a:cubicBezTo>
                    <a:pt x="112" y="51"/>
                    <a:pt x="112" y="51"/>
                    <a:pt x="112" y="51"/>
                  </a:cubicBezTo>
                  <a:cubicBezTo>
                    <a:pt x="105" y="48"/>
                    <a:pt x="105" y="48"/>
                    <a:pt x="105" y="48"/>
                  </a:cubicBezTo>
                  <a:cubicBezTo>
                    <a:pt x="103" y="48"/>
                    <a:pt x="103" y="48"/>
                    <a:pt x="103" y="48"/>
                  </a:cubicBezTo>
                  <a:cubicBezTo>
                    <a:pt x="97" y="49"/>
                    <a:pt x="97" y="49"/>
                    <a:pt x="97" y="49"/>
                  </a:cubicBezTo>
                  <a:cubicBezTo>
                    <a:pt x="95" y="49"/>
                    <a:pt x="92" y="46"/>
                    <a:pt x="89" y="42"/>
                  </a:cubicBezTo>
                  <a:cubicBezTo>
                    <a:pt x="85" y="40"/>
                    <a:pt x="85" y="40"/>
                    <a:pt x="85" y="40"/>
                  </a:cubicBezTo>
                  <a:cubicBezTo>
                    <a:pt x="81" y="46"/>
                    <a:pt x="81" y="46"/>
                    <a:pt x="81" y="46"/>
                  </a:cubicBezTo>
                  <a:cubicBezTo>
                    <a:pt x="81" y="46"/>
                    <a:pt x="81" y="46"/>
                    <a:pt x="81" y="46"/>
                  </a:cubicBezTo>
                  <a:cubicBezTo>
                    <a:pt x="80" y="46"/>
                    <a:pt x="80" y="46"/>
                    <a:pt x="80" y="46"/>
                  </a:cubicBezTo>
                  <a:cubicBezTo>
                    <a:pt x="75" y="50"/>
                    <a:pt x="75" y="50"/>
                    <a:pt x="75" y="50"/>
                  </a:cubicBezTo>
                  <a:cubicBezTo>
                    <a:pt x="74" y="50"/>
                    <a:pt x="74" y="50"/>
                    <a:pt x="74" y="50"/>
                  </a:cubicBezTo>
                  <a:cubicBezTo>
                    <a:pt x="74" y="51"/>
                    <a:pt x="74" y="51"/>
                    <a:pt x="74" y="51"/>
                  </a:cubicBezTo>
                  <a:cubicBezTo>
                    <a:pt x="73" y="51"/>
                    <a:pt x="73" y="51"/>
                    <a:pt x="73" y="51"/>
                  </a:cubicBezTo>
                  <a:cubicBezTo>
                    <a:pt x="69" y="52"/>
                    <a:pt x="69" y="52"/>
                    <a:pt x="69" y="52"/>
                  </a:cubicBezTo>
                  <a:cubicBezTo>
                    <a:pt x="63" y="58"/>
                    <a:pt x="63" y="58"/>
                    <a:pt x="63" y="58"/>
                  </a:cubicBezTo>
                  <a:cubicBezTo>
                    <a:pt x="63" y="58"/>
                    <a:pt x="63" y="58"/>
                    <a:pt x="63" y="58"/>
                  </a:cubicBezTo>
                  <a:cubicBezTo>
                    <a:pt x="56" y="61"/>
                    <a:pt x="56" y="61"/>
                    <a:pt x="56" y="61"/>
                  </a:cubicBezTo>
                  <a:cubicBezTo>
                    <a:pt x="51" y="67"/>
                    <a:pt x="51" y="67"/>
                    <a:pt x="51" y="67"/>
                  </a:cubicBezTo>
                  <a:cubicBezTo>
                    <a:pt x="35" y="67"/>
                    <a:pt x="35" y="67"/>
                    <a:pt x="35" y="67"/>
                  </a:cubicBezTo>
                  <a:cubicBezTo>
                    <a:pt x="35" y="67"/>
                    <a:pt x="35" y="67"/>
                    <a:pt x="35" y="67"/>
                  </a:cubicBezTo>
                  <a:cubicBezTo>
                    <a:pt x="23" y="62"/>
                    <a:pt x="23" y="62"/>
                    <a:pt x="23" y="62"/>
                  </a:cubicBezTo>
                  <a:cubicBezTo>
                    <a:pt x="16" y="62"/>
                    <a:pt x="16" y="62"/>
                    <a:pt x="16" y="62"/>
                  </a:cubicBezTo>
                  <a:cubicBezTo>
                    <a:pt x="10" y="65"/>
                    <a:pt x="10" y="65"/>
                    <a:pt x="10" y="65"/>
                  </a:cubicBezTo>
                  <a:cubicBezTo>
                    <a:pt x="9" y="65"/>
                    <a:pt x="9" y="65"/>
                    <a:pt x="9" y="65"/>
                  </a:cubicBezTo>
                  <a:cubicBezTo>
                    <a:pt x="9" y="65"/>
                    <a:pt x="9" y="65"/>
                    <a:pt x="9" y="65"/>
                  </a:cubicBezTo>
                  <a:cubicBezTo>
                    <a:pt x="5" y="66"/>
                    <a:pt x="5" y="66"/>
                    <a:pt x="5" y="66"/>
                  </a:cubicBezTo>
                  <a:cubicBezTo>
                    <a:pt x="3" y="67"/>
                    <a:pt x="2" y="68"/>
                    <a:pt x="1" y="69"/>
                  </a:cubicBezTo>
                  <a:cubicBezTo>
                    <a:pt x="0" y="71"/>
                    <a:pt x="0" y="71"/>
                    <a:pt x="0" y="71"/>
                  </a:cubicBezTo>
                  <a:cubicBezTo>
                    <a:pt x="0" y="76"/>
                    <a:pt x="0" y="76"/>
                    <a:pt x="0" y="76"/>
                  </a:cubicBezTo>
                  <a:cubicBezTo>
                    <a:pt x="2" y="79"/>
                    <a:pt x="2" y="79"/>
                    <a:pt x="2" y="79"/>
                  </a:cubicBezTo>
                  <a:cubicBezTo>
                    <a:pt x="11" y="76"/>
                    <a:pt x="11" y="76"/>
                    <a:pt x="11" y="76"/>
                  </a:cubicBezTo>
                  <a:cubicBezTo>
                    <a:pt x="13" y="76"/>
                    <a:pt x="16" y="77"/>
                    <a:pt x="20" y="79"/>
                  </a:cubicBezTo>
                  <a:cubicBezTo>
                    <a:pt x="21" y="79"/>
                    <a:pt x="21" y="79"/>
                    <a:pt x="21" y="79"/>
                  </a:cubicBezTo>
                  <a:cubicBezTo>
                    <a:pt x="21" y="80"/>
                    <a:pt x="21" y="80"/>
                    <a:pt x="21" y="80"/>
                  </a:cubicBezTo>
                  <a:cubicBezTo>
                    <a:pt x="21" y="93"/>
                    <a:pt x="21" y="93"/>
                    <a:pt x="21" y="93"/>
                  </a:cubicBezTo>
                  <a:cubicBezTo>
                    <a:pt x="23" y="94"/>
                    <a:pt x="23" y="94"/>
                    <a:pt x="23" y="94"/>
                  </a:cubicBezTo>
                  <a:cubicBezTo>
                    <a:pt x="32" y="94"/>
                    <a:pt x="32" y="94"/>
                    <a:pt x="32" y="94"/>
                  </a:cubicBezTo>
                  <a:cubicBezTo>
                    <a:pt x="37" y="92"/>
                    <a:pt x="37" y="92"/>
                    <a:pt x="37" y="92"/>
                  </a:cubicBezTo>
                  <a:cubicBezTo>
                    <a:pt x="38" y="92"/>
                    <a:pt x="38" y="92"/>
                    <a:pt x="38" y="92"/>
                  </a:cubicBezTo>
                  <a:cubicBezTo>
                    <a:pt x="41" y="90"/>
                    <a:pt x="44" y="89"/>
                    <a:pt x="47" y="88"/>
                  </a:cubicBezTo>
                  <a:cubicBezTo>
                    <a:pt x="49" y="88"/>
                    <a:pt x="49" y="88"/>
                    <a:pt x="49" y="88"/>
                  </a:cubicBezTo>
                  <a:cubicBezTo>
                    <a:pt x="50" y="89"/>
                    <a:pt x="50" y="89"/>
                    <a:pt x="50" y="89"/>
                  </a:cubicBezTo>
                  <a:cubicBezTo>
                    <a:pt x="52" y="94"/>
                    <a:pt x="52" y="94"/>
                    <a:pt x="52" y="94"/>
                  </a:cubicBezTo>
                  <a:cubicBezTo>
                    <a:pt x="52" y="94"/>
                    <a:pt x="52" y="94"/>
                    <a:pt x="52" y="94"/>
                  </a:cubicBezTo>
                  <a:cubicBezTo>
                    <a:pt x="53" y="108"/>
                    <a:pt x="53" y="108"/>
                    <a:pt x="53" y="108"/>
                  </a:cubicBezTo>
                  <a:cubicBezTo>
                    <a:pt x="53" y="109"/>
                    <a:pt x="53" y="109"/>
                    <a:pt x="53" y="109"/>
                  </a:cubicBezTo>
                  <a:cubicBezTo>
                    <a:pt x="46" y="116"/>
                    <a:pt x="46" y="116"/>
                    <a:pt x="46" y="116"/>
                  </a:cubicBezTo>
                  <a:cubicBezTo>
                    <a:pt x="46" y="116"/>
                    <a:pt x="46" y="116"/>
                    <a:pt x="46" y="116"/>
                  </a:cubicBezTo>
                  <a:cubicBezTo>
                    <a:pt x="46" y="117"/>
                    <a:pt x="46" y="117"/>
                    <a:pt x="46" y="117"/>
                  </a:cubicBezTo>
                  <a:cubicBezTo>
                    <a:pt x="37" y="121"/>
                    <a:pt x="37" y="121"/>
                    <a:pt x="37" y="121"/>
                  </a:cubicBezTo>
                  <a:cubicBezTo>
                    <a:pt x="35" y="124"/>
                    <a:pt x="35" y="124"/>
                    <a:pt x="35" y="124"/>
                  </a:cubicBezTo>
                  <a:cubicBezTo>
                    <a:pt x="36" y="126"/>
                    <a:pt x="36" y="126"/>
                    <a:pt x="36" y="126"/>
                  </a:cubicBezTo>
                  <a:cubicBezTo>
                    <a:pt x="53" y="128"/>
                    <a:pt x="53" y="128"/>
                    <a:pt x="53" y="128"/>
                  </a:cubicBezTo>
                  <a:cubicBezTo>
                    <a:pt x="53" y="128"/>
                    <a:pt x="53" y="128"/>
                    <a:pt x="53" y="128"/>
                  </a:cubicBezTo>
                  <a:cubicBezTo>
                    <a:pt x="53" y="128"/>
                    <a:pt x="53" y="128"/>
                    <a:pt x="53" y="128"/>
                  </a:cubicBezTo>
                  <a:cubicBezTo>
                    <a:pt x="54" y="129"/>
                    <a:pt x="54" y="129"/>
                    <a:pt x="54" y="129"/>
                  </a:cubicBezTo>
                  <a:cubicBezTo>
                    <a:pt x="61" y="133"/>
                    <a:pt x="61" y="133"/>
                    <a:pt x="61" y="133"/>
                  </a:cubicBezTo>
                  <a:cubicBezTo>
                    <a:pt x="76" y="132"/>
                    <a:pt x="76" y="132"/>
                    <a:pt x="76" y="132"/>
                  </a:cubicBezTo>
                  <a:cubicBezTo>
                    <a:pt x="76" y="134"/>
                    <a:pt x="76" y="134"/>
                    <a:pt x="76" y="134"/>
                  </a:cubicBezTo>
                  <a:cubicBezTo>
                    <a:pt x="77" y="142"/>
                    <a:pt x="77" y="142"/>
                    <a:pt x="77" y="142"/>
                  </a:cubicBezTo>
                  <a:cubicBezTo>
                    <a:pt x="77" y="143"/>
                    <a:pt x="77" y="143"/>
                    <a:pt x="77" y="143"/>
                  </a:cubicBezTo>
                  <a:cubicBezTo>
                    <a:pt x="77" y="143"/>
                    <a:pt x="77" y="143"/>
                    <a:pt x="77" y="143"/>
                  </a:cubicBezTo>
                  <a:cubicBezTo>
                    <a:pt x="70" y="150"/>
                    <a:pt x="70" y="150"/>
                    <a:pt x="70" y="150"/>
                  </a:cubicBezTo>
                  <a:cubicBezTo>
                    <a:pt x="69" y="158"/>
                    <a:pt x="71" y="164"/>
                    <a:pt x="75" y="165"/>
                  </a:cubicBezTo>
                  <a:cubicBezTo>
                    <a:pt x="87" y="172"/>
                    <a:pt x="87" y="172"/>
                    <a:pt x="87" y="172"/>
                  </a:cubicBezTo>
                  <a:cubicBezTo>
                    <a:pt x="97" y="178"/>
                    <a:pt x="97" y="178"/>
                    <a:pt x="97" y="178"/>
                  </a:cubicBezTo>
                  <a:cubicBezTo>
                    <a:pt x="106" y="174"/>
                    <a:pt x="106" y="174"/>
                    <a:pt x="106" y="174"/>
                  </a:cubicBezTo>
                  <a:cubicBezTo>
                    <a:pt x="107" y="174"/>
                    <a:pt x="107" y="174"/>
                    <a:pt x="107" y="174"/>
                  </a:cubicBezTo>
                  <a:cubicBezTo>
                    <a:pt x="107" y="174"/>
                    <a:pt x="107" y="174"/>
                    <a:pt x="107" y="174"/>
                  </a:cubicBezTo>
                  <a:cubicBezTo>
                    <a:pt x="108" y="174"/>
                    <a:pt x="108" y="174"/>
                    <a:pt x="108" y="174"/>
                  </a:cubicBezTo>
                  <a:cubicBezTo>
                    <a:pt x="121" y="184"/>
                    <a:pt x="121" y="184"/>
                    <a:pt x="121" y="184"/>
                  </a:cubicBezTo>
                  <a:cubicBezTo>
                    <a:pt x="123" y="184"/>
                    <a:pt x="123" y="184"/>
                    <a:pt x="123" y="184"/>
                  </a:cubicBezTo>
                  <a:cubicBezTo>
                    <a:pt x="126" y="180"/>
                    <a:pt x="126" y="180"/>
                    <a:pt x="126" y="180"/>
                  </a:cubicBezTo>
                  <a:cubicBezTo>
                    <a:pt x="127" y="180"/>
                    <a:pt x="127" y="180"/>
                    <a:pt x="127" y="180"/>
                  </a:cubicBezTo>
                  <a:cubicBezTo>
                    <a:pt x="127" y="179"/>
                    <a:pt x="127" y="179"/>
                    <a:pt x="127" y="179"/>
                  </a:cubicBezTo>
                  <a:cubicBezTo>
                    <a:pt x="127" y="179"/>
                    <a:pt x="127" y="179"/>
                    <a:pt x="127" y="179"/>
                  </a:cubicBezTo>
                  <a:cubicBezTo>
                    <a:pt x="128" y="179"/>
                    <a:pt x="128" y="179"/>
                    <a:pt x="128" y="179"/>
                  </a:cubicBezTo>
                  <a:cubicBezTo>
                    <a:pt x="135" y="180"/>
                    <a:pt x="135" y="180"/>
                    <a:pt x="135" y="180"/>
                  </a:cubicBezTo>
                  <a:cubicBezTo>
                    <a:pt x="137" y="167"/>
                    <a:pt x="137" y="167"/>
                    <a:pt x="137" y="167"/>
                  </a:cubicBezTo>
                  <a:cubicBezTo>
                    <a:pt x="147" y="184"/>
                    <a:pt x="147" y="184"/>
                    <a:pt x="147" y="184"/>
                  </a:cubicBezTo>
                  <a:cubicBezTo>
                    <a:pt x="155" y="185"/>
                    <a:pt x="155" y="185"/>
                    <a:pt x="155" y="185"/>
                  </a:cubicBezTo>
                  <a:cubicBezTo>
                    <a:pt x="156" y="185"/>
                    <a:pt x="156" y="185"/>
                    <a:pt x="156" y="185"/>
                  </a:cubicBezTo>
                  <a:cubicBezTo>
                    <a:pt x="157" y="185"/>
                    <a:pt x="157" y="185"/>
                    <a:pt x="157" y="185"/>
                  </a:cubicBezTo>
                  <a:cubicBezTo>
                    <a:pt x="157" y="186"/>
                    <a:pt x="157" y="186"/>
                    <a:pt x="157" y="186"/>
                  </a:cubicBezTo>
                  <a:cubicBezTo>
                    <a:pt x="157" y="191"/>
                    <a:pt x="157" y="191"/>
                    <a:pt x="157" y="191"/>
                  </a:cubicBezTo>
                  <a:cubicBezTo>
                    <a:pt x="160" y="190"/>
                    <a:pt x="160" y="190"/>
                    <a:pt x="160" y="190"/>
                  </a:cubicBezTo>
                  <a:cubicBezTo>
                    <a:pt x="173" y="173"/>
                    <a:pt x="173" y="173"/>
                    <a:pt x="173" y="173"/>
                  </a:cubicBezTo>
                  <a:cubicBezTo>
                    <a:pt x="179" y="181"/>
                    <a:pt x="179" y="181"/>
                    <a:pt x="179" y="181"/>
                  </a:cubicBezTo>
                  <a:cubicBezTo>
                    <a:pt x="179" y="178"/>
                    <a:pt x="179" y="178"/>
                    <a:pt x="179" y="178"/>
                  </a:cubicBezTo>
                  <a:cubicBezTo>
                    <a:pt x="179" y="178"/>
                    <a:pt x="179" y="178"/>
                    <a:pt x="179" y="178"/>
                  </a:cubicBezTo>
                  <a:cubicBezTo>
                    <a:pt x="179" y="178"/>
                    <a:pt x="179" y="178"/>
                    <a:pt x="179" y="178"/>
                  </a:cubicBezTo>
                  <a:cubicBezTo>
                    <a:pt x="179" y="178"/>
                    <a:pt x="179" y="178"/>
                    <a:pt x="179" y="178"/>
                  </a:cubicBezTo>
                  <a:cubicBezTo>
                    <a:pt x="183" y="170"/>
                    <a:pt x="183" y="170"/>
                    <a:pt x="183" y="170"/>
                  </a:cubicBezTo>
                  <a:cubicBezTo>
                    <a:pt x="186" y="164"/>
                    <a:pt x="186" y="164"/>
                    <a:pt x="186" y="164"/>
                  </a:cubicBezTo>
                  <a:cubicBezTo>
                    <a:pt x="196" y="164"/>
                    <a:pt x="196" y="164"/>
                    <a:pt x="196" y="164"/>
                  </a:cubicBezTo>
                  <a:cubicBezTo>
                    <a:pt x="198" y="152"/>
                    <a:pt x="198" y="152"/>
                    <a:pt x="198" y="152"/>
                  </a:cubicBezTo>
                  <a:cubicBezTo>
                    <a:pt x="199" y="152"/>
                    <a:pt x="199" y="152"/>
                    <a:pt x="199" y="152"/>
                  </a:cubicBezTo>
                  <a:cubicBezTo>
                    <a:pt x="200" y="153"/>
                    <a:pt x="200" y="153"/>
                    <a:pt x="200" y="153"/>
                  </a:cubicBezTo>
                  <a:cubicBezTo>
                    <a:pt x="207" y="154"/>
                    <a:pt x="207" y="154"/>
                    <a:pt x="207" y="154"/>
                  </a:cubicBezTo>
                  <a:cubicBezTo>
                    <a:pt x="208" y="150"/>
                    <a:pt x="208" y="150"/>
                    <a:pt x="208" y="150"/>
                  </a:cubicBezTo>
                  <a:cubicBezTo>
                    <a:pt x="205" y="144"/>
                    <a:pt x="205" y="144"/>
                    <a:pt x="205" y="144"/>
                  </a:cubicBezTo>
                  <a:cubicBezTo>
                    <a:pt x="205" y="143"/>
                    <a:pt x="205" y="143"/>
                    <a:pt x="205" y="143"/>
                  </a:cubicBezTo>
                  <a:cubicBezTo>
                    <a:pt x="207" y="138"/>
                    <a:pt x="207" y="138"/>
                    <a:pt x="207" y="138"/>
                  </a:cubicBezTo>
                  <a:cubicBezTo>
                    <a:pt x="207" y="138"/>
                    <a:pt x="207" y="138"/>
                    <a:pt x="207" y="138"/>
                  </a:cubicBezTo>
                  <a:cubicBezTo>
                    <a:pt x="207" y="137"/>
                    <a:pt x="207" y="137"/>
                    <a:pt x="207" y="137"/>
                  </a:cubicBezTo>
                  <a:cubicBezTo>
                    <a:pt x="208" y="137"/>
                    <a:pt x="208" y="137"/>
                    <a:pt x="208" y="137"/>
                  </a:cubicBezTo>
                  <a:cubicBezTo>
                    <a:pt x="208" y="137"/>
                    <a:pt x="208" y="137"/>
                    <a:pt x="208" y="137"/>
                  </a:cubicBezTo>
                  <a:cubicBezTo>
                    <a:pt x="229" y="126"/>
                    <a:pt x="229" y="126"/>
                    <a:pt x="229" y="126"/>
                  </a:cubicBezTo>
                  <a:cubicBezTo>
                    <a:pt x="228" y="115"/>
                    <a:pt x="228" y="115"/>
                    <a:pt x="228" y="115"/>
                  </a:cubicBezTo>
                  <a:cubicBezTo>
                    <a:pt x="228" y="115"/>
                    <a:pt x="228" y="115"/>
                    <a:pt x="228" y="115"/>
                  </a:cubicBezTo>
                  <a:cubicBezTo>
                    <a:pt x="228" y="114"/>
                    <a:pt x="228" y="114"/>
                    <a:pt x="228" y="114"/>
                  </a:cubicBezTo>
                  <a:cubicBezTo>
                    <a:pt x="232" y="106"/>
                    <a:pt x="232" y="106"/>
                    <a:pt x="232" y="106"/>
                  </a:cubicBezTo>
                  <a:cubicBezTo>
                    <a:pt x="233" y="105"/>
                    <a:pt x="233" y="105"/>
                    <a:pt x="233" y="105"/>
                  </a:cubicBezTo>
                  <a:cubicBezTo>
                    <a:pt x="233" y="105"/>
                    <a:pt x="233" y="105"/>
                    <a:pt x="233" y="105"/>
                  </a:cubicBezTo>
                  <a:cubicBezTo>
                    <a:pt x="239" y="90"/>
                    <a:pt x="239" y="90"/>
                    <a:pt x="239" y="90"/>
                  </a:cubicBezTo>
                  <a:cubicBezTo>
                    <a:pt x="239" y="90"/>
                    <a:pt x="239" y="90"/>
                    <a:pt x="239" y="90"/>
                  </a:cubicBezTo>
                  <a:cubicBezTo>
                    <a:pt x="239" y="90"/>
                    <a:pt x="239" y="90"/>
                    <a:pt x="239" y="90"/>
                  </a:cubicBezTo>
                  <a:cubicBezTo>
                    <a:pt x="245" y="84"/>
                    <a:pt x="245" y="84"/>
                    <a:pt x="245" y="84"/>
                  </a:cubicBezTo>
                  <a:cubicBezTo>
                    <a:pt x="248" y="78"/>
                    <a:pt x="248" y="78"/>
                    <a:pt x="248" y="78"/>
                  </a:cubicBezTo>
                  <a:cubicBezTo>
                    <a:pt x="248" y="78"/>
                    <a:pt x="248" y="78"/>
                    <a:pt x="248" y="78"/>
                  </a:cubicBezTo>
                  <a:cubicBezTo>
                    <a:pt x="248" y="78"/>
                    <a:pt x="248" y="78"/>
                    <a:pt x="248" y="78"/>
                  </a:cubicBezTo>
                  <a:cubicBezTo>
                    <a:pt x="251" y="73"/>
                    <a:pt x="251" y="73"/>
                    <a:pt x="251" y="73"/>
                  </a:cubicBezTo>
                  <a:cubicBezTo>
                    <a:pt x="248" y="67"/>
                    <a:pt x="248" y="67"/>
                    <a:pt x="248" y="67"/>
                  </a:cubicBezTo>
                  <a:cubicBezTo>
                    <a:pt x="248" y="66"/>
                    <a:pt x="248" y="66"/>
                    <a:pt x="248" y="66"/>
                  </a:cubicBezTo>
                  <a:cubicBezTo>
                    <a:pt x="248" y="66"/>
                    <a:pt x="248" y="66"/>
                    <a:pt x="248" y="66"/>
                  </a:cubicBezTo>
                  <a:cubicBezTo>
                    <a:pt x="248" y="60"/>
                    <a:pt x="248" y="60"/>
                    <a:pt x="248" y="60"/>
                  </a:cubicBezTo>
                  <a:cubicBezTo>
                    <a:pt x="245" y="60"/>
                    <a:pt x="245" y="60"/>
                    <a:pt x="245" y="60"/>
                  </a:cubicBezTo>
                  <a:cubicBezTo>
                    <a:pt x="239" y="63"/>
                    <a:pt x="239" y="63"/>
                    <a:pt x="239" y="63"/>
                  </a:cubicBezTo>
                  <a:cubicBezTo>
                    <a:pt x="236" y="65"/>
                    <a:pt x="232" y="64"/>
                    <a:pt x="227" y="61"/>
                  </a:cubicBezTo>
                  <a:cubicBezTo>
                    <a:pt x="225" y="59"/>
                    <a:pt x="225" y="55"/>
                    <a:pt x="226" y="49"/>
                  </a:cubicBezTo>
                  <a:cubicBezTo>
                    <a:pt x="223" y="49"/>
                    <a:pt x="223" y="49"/>
                    <a:pt x="223" y="49"/>
                  </a:cubicBezTo>
                  <a:cubicBezTo>
                    <a:pt x="221" y="51"/>
                    <a:pt x="221" y="51"/>
                    <a:pt x="221" y="51"/>
                  </a:cubicBezTo>
                  <a:cubicBezTo>
                    <a:pt x="217" y="55"/>
                    <a:pt x="215" y="57"/>
                    <a:pt x="214" y="57"/>
                  </a:cubicBezTo>
                  <a:cubicBezTo>
                    <a:pt x="213" y="57"/>
                    <a:pt x="213" y="57"/>
                    <a:pt x="212" y="57"/>
                  </a:cubicBezTo>
                  <a:cubicBezTo>
                    <a:pt x="211" y="56"/>
                    <a:pt x="211" y="54"/>
                    <a:pt x="211" y="50"/>
                  </a:cubicBezTo>
                  <a:cubicBezTo>
                    <a:pt x="211" y="47"/>
                    <a:pt x="211" y="44"/>
                    <a:pt x="212" y="44"/>
                  </a:cubicBezTo>
                  <a:cubicBezTo>
                    <a:pt x="213" y="42"/>
                    <a:pt x="213" y="42"/>
                    <a:pt x="214" y="43"/>
                  </a:cubicBezTo>
                  <a:cubicBezTo>
                    <a:pt x="222" y="29"/>
                    <a:pt x="222" y="29"/>
                    <a:pt x="222" y="29"/>
                  </a:cubicBezTo>
                  <a:cubicBezTo>
                    <a:pt x="224" y="24"/>
                    <a:pt x="224" y="24"/>
                    <a:pt x="224" y="24"/>
                  </a:cubicBezTo>
                  <a:cubicBezTo>
                    <a:pt x="225" y="18"/>
                    <a:pt x="225" y="18"/>
                    <a:pt x="225" y="18"/>
                  </a:cubicBezTo>
                  <a:cubicBezTo>
                    <a:pt x="221" y="14"/>
                    <a:pt x="221" y="14"/>
                    <a:pt x="221" y="14"/>
                  </a:cubicBezTo>
                  <a:cubicBezTo>
                    <a:pt x="219" y="13"/>
                    <a:pt x="219" y="10"/>
                    <a:pt x="220" y="6"/>
                  </a:cubicBezTo>
                  <a:cubicBezTo>
                    <a:pt x="220" y="4"/>
                    <a:pt x="220" y="4"/>
                    <a:pt x="220" y="4"/>
                  </a:cubicBezTo>
                  <a:cubicBezTo>
                    <a:pt x="220" y="2"/>
                    <a:pt x="219" y="1"/>
                    <a:pt x="217" y="0"/>
                  </a:cubicBezTo>
                  <a:cubicBezTo>
                    <a:pt x="217" y="0"/>
                    <a:pt x="217" y="0"/>
                    <a:pt x="217" y="0"/>
                  </a:cubicBezTo>
                  <a:cubicBezTo>
                    <a:pt x="216" y="1"/>
                    <a:pt x="216" y="1"/>
                    <a:pt x="216" y="1"/>
                  </a:cubicBezTo>
                  <a:cubicBezTo>
                    <a:pt x="215" y="4"/>
                    <a:pt x="212" y="6"/>
                    <a:pt x="208" y="4"/>
                  </a:cubicBezTo>
                  <a:cubicBezTo>
                    <a:pt x="206" y="4"/>
                    <a:pt x="203" y="4"/>
                    <a:pt x="201" y="4"/>
                  </a:cubicBezTo>
                  <a:close/>
                </a:path>
              </a:pathLst>
            </a:custGeom>
            <a:solidFill>
              <a:schemeClr val="accent4"/>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5"/>
            <p:cNvSpPr>
              <a:spLocks/>
            </p:cNvSpPr>
            <p:nvPr/>
          </p:nvSpPr>
          <p:spPr bwMode="auto">
            <a:xfrm>
              <a:off x="3840163" y="4120802"/>
              <a:ext cx="533400" cy="539750"/>
            </a:xfrm>
            <a:custGeom>
              <a:avLst/>
              <a:gdLst>
                <a:gd name="T0" fmla="*/ 134 w 142"/>
                <a:gd name="T1" fmla="*/ 16 h 144"/>
                <a:gd name="T2" fmla="*/ 129 w 142"/>
                <a:gd name="T3" fmla="*/ 14 h 144"/>
                <a:gd name="T4" fmla="*/ 125 w 142"/>
                <a:gd name="T5" fmla="*/ 12 h 144"/>
                <a:gd name="T6" fmla="*/ 117 w 142"/>
                <a:gd name="T7" fmla="*/ 14 h 144"/>
                <a:gd name="T8" fmla="*/ 111 w 142"/>
                <a:gd name="T9" fmla="*/ 11 h 144"/>
                <a:gd name="T10" fmla="*/ 110 w 142"/>
                <a:gd name="T11" fmla="*/ 10 h 144"/>
                <a:gd name="T12" fmla="*/ 102 w 142"/>
                <a:gd name="T13" fmla="*/ 2 h 144"/>
                <a:gd name="T14" fmla="*/ 88 w 142"/>
                <a:gd name="T15" fmla="*/ 8 h 144"/>
                <a:gd name="T16" fmla="*/ 86 w 142"/>
                <a:gd name="T17" fmla="*/ 20 h 144"/>
                <a:gd name="T18" fmla="*/ 81 w 142"/>
                <a:gd name="T19" fmla="*/ 30 h 144"/>
                <a:gd name="T20" fmla="*/ 72 w 142"/>
                <a:gd name="T21" fmla="*/ 43 h 144"/>
                <a:gd name="T22" fmla="*/ 58 w 142"/>
                <a:gd name="T23" fmla="*/ 59 h 144"/>
                <a:gd name="T24" fmla="*/ 44 w 142"/>
                <a:gd name="T25" fmla="*/ 72 h 144"/>
                <a:gd name="T26" fmla="*/ 36 w 142"/>
                <a:gd name="T27" fmla="*/ 82 h 144"/>
                <a:gd name="T28" fmla="*/ 0 w 142"/>
                <a:gd name="T29" fmla="*/ 84 h 144"/>
                <a:gd name="T30" fmla="*/ 10 w 142"/>
                <a:gd name="T31" fmla="*/ 113 h 144"/>
                <a:gd name="T32" fmla="*/ 16 w 142"/>
                <a:gd name="T33" fmla="*/ 117 h 144"/>
                <a:gd name="T34" fmla="*/ 21 w 142"/>
                <a:gd name="T35" fmla="*/ 131 h 144"/>
                <a:gd name="T36" fmla="*/ 22 w 142"/>
                <a:gd name="T37" fmla="*/ 134 h 144"/>
                <a:gd name="T38" fmla="*/ 31 w 142"/>
                <a:gd name="T39" fmla="*/ 131 h 144"/>
                <a:gd name="T40" fmla="*/ 35 w 142"/>
                <a:gd name="T41" fmla="*/ 133 h 144"/>
                <a:gd name="T42" fmla="*/ 38 w 142"/>
                <a:gd name="T43" fmla="*/ 123 h 144"/>
                <a:gd name="T44" fmla="*/ 55 w 142"/>
                <a:gd name="T45" fmla="*/ 116 h 144"/>
                <a:gd name="T46" fmla="*/ 56 w 142"/>
                <a:gd name="T47" fmla="*/ 106 h 144"/>
                <a:gd name="T48" fmla="*/ 60 w 142"/>
                <a:gd name="T49" fmla="*/ 103 h 144"/>
                <a:gd name="T50" fmla="*/ 61 w 142"/>
                <a:gd name="T51" fmla="*/ 103 h 144"/>
                <a:gd name="T52" fmla="*/ 68 w 142"/>
                <a:gd name="T53" fmla="*/ 110 h 144"/>
                <a:gd name="T54" fmla="*/ 70 w 142"/>
                <a:gd name="T55" fmla="*/ 116 h 144"/>
                <a:gd name="T56" fmla="*/ 76 w 142"/>
                <a:gd name="T57" fmla="*/ 108 h 144"/>
                <a:gd name="T58" fmla="*/ 81 w 142"/>
                <a:gd name="T59" fmla="*/ 106 h 144"/>
                <a:gd name="T60" fmla="*/ 87 w 142"/>
                <a:gd name="T61" fmla="*/ 107 h 144"/>
                <a:gd name="T62" fmla="*/ 90 w 142"/>
                <a:gd name="T63" fmla="*/ 118 h 144"/>
                <a:gd name="T64" fmla="*/ 94 w 142"/>
                <a:gd name="T65" fmla="*/ 127 h 144"/>
                <a:gd name="T66" fmla="*/ 97 w 142"/>
                <a:gd name="T67" fmla="*/ 135 h 144"/>
                <a:gd name="T68" fmla="*/ 104 w 142"/>
                <a:gd name="T69" fmla="*/ 135 h 144"/>
                <a:gd name="T70" fmla="*/ 104 w 142"/>
                <a:gd name="T71" fmla="*/ 136 h 144"/>
                <a:gd name="T72" fmla="*/ 108 w 142"/>
                <a:gd name="T73" fmla="*/ 144 h 144"/>
                <a:gd name="T74" fmla="*/ 110 w 142"/>
                <a:gd name="T75" fmla="*/ 138 h 144"/>
                <a:gd name="T76" fmla="*/ 112 w 142"/>
                <a:gd name="T77" fmla="*/ 137 h 144"/>
                <a:gd name="T78" fmla="*/ 115 w 142"/>
                <a:gd name="T79" fmla="*/ 135 h 144"/>
                <a:gd name="T80" fmla="*/ 118 w 142"/>
                <a:gd name="T81" fmla="*/ 132 h 144"/>
                <a:gd name="T82" fmla="*/ 94 w 142"/>
                <a:gd name="T83" fmla="*/ 84 h 144"/>
                <a:gd name="T84" fmla="*/ 88 w 142"/>
                <a:gd name="T85" fmla="*/ 64 h 144"/>
                <a:gd name="T86" fmla="*/ 87 w 142"/>
                <a:gd name="T87" fmla="*/ 64 h 144"/>
                <a:gd name="T88" fmla="*/ 91 w 142"/>
                <a:gd name="T89" fmla="*/ 52 h 144"/>
                <a:gd name="T90" fmla="*/ 130 w 142"/>
                <a:gd name="T91" fmla="*/ 44 h 144"/>
                <a:gd name="T92" fmla="*/ 140 w 142"/>
                <a:gd name="T93" fmla="*/ 3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2" h="144">
                  <a:moveTo>
                    <a:pt x="142" y="29"/>
                  </a:moveTo>
                  <a:cubicBezTo>
                    <a:pt x="139" y="22"/>
                    <a:pt x="139" y="22"/>
                    <a:pt x="139" y="22"/>
                  </a:cubicBezTo>
                  <a:cubicBezTo>
                    <a:pt x="134" y="16"/>
                    <a:pt x="134" y="16"/>
                    <a:pt x="134" y="16"/>
                  </a:cubicBezTo>
                  <a:cubicBezTo>
                    <a:pt x="130" y="15"/>
                    <a:pt x="130" y="15"/>
                    <a:pt x="130" y="15"/>
                  </a:cubicBezTo>
                  <a:cubicBezTo>
                    <a:pt x="129" y="15"/>
                    <a:pt x="129" y="15"/>
                    <a:pt x="129" y="15"/>
                  </a:cubicBezTo>
                  <a:cubicBezTo>
                    <a:pt x="129" y="14"/>
                    <a:pt x="129" y="14"/>
                    <a:pt x="129" y="14"/>
                  </a:cubicBezTo>
                  <a:cubicBezTo>
                    <a:pt x="129" y="14"/>
                    <a:pt x="129" y="14"/>
                    <a:pt x="129" y="14"/>
                  </a:cubicBezTo>
                  <a:cubicBezTo>
                    <a:pt x="125" y="12"/>
                    <a:pt x="125" y="12"/>
                    <a:pt x="125" y="12"/>
                  </a:cubicBezTo>
                  <a:cubicBezTo>
                    <a:pt x="125" y="12"/>
                    <a:pt x="125" y="12"/>
                    <a:pt x="125" y="12"/>
                  </a:cubicBezTo>
                  <a:cubicBezTo>
                    <a:pt x="124" y="12"/>
                    <a:pt x="124" y="12"/>
                    <a:pt x="124" y="12"/>
                  </a:cubicBezTo>
                  <a:cubicBezTo>
                    <a:pt x="122" y="13"/>
                    <a:pt x="122" y="13"/>
                    <a:pt x="122" y="13"/>
                  </a:cubicBezTo>
                  <a:cubicBezTo>
                    <a:pt x="117" y="14"/>
                    <a:pt x="117" y="14"/>
                    <a:pt x="117" y="14"/>
                  </a:cubicBezTo>
                  <a:cubicBezTo>
                    <a:pt x="117" y="14"/>
                    <a:pt x="117" y="14"/>
                    <a:pt x="117" y="14"/>
                  </a:cubicBezTo>
                  <a:cubicBezTo>
                    <a:pt x="116" y="13"/>
                    <a:pt x="116" y="13"/>
                    <a:pt x="116" y="13"/>
                  </a:cubicBezTo>
                  <a:cubicBezTo>
                    <a:pt x="111" y="11"/>
                    <a:pt x="111" y="11"/>
                    <a:pt x="111" y="11"/>
                  </a:cubicBezTo>
                  <a:cubicBezTo>
                    <a:pt x="111" y="11"/>
                    <a:pt x="111" y="11"/>
                    <a:pt x="111" y="11"/>
                  </a:cubicBezTo>
                  <a:cubicBezTo>
                    <a:pt x="110" y="11"/>
                    <a:pt x="110" y="11"/>
                    <a:pt x="110" y="11"/>
                  </a:cubicBezTo>
                  <a:cubicBezTo>
                    <a:pt x="110" y="10"/>
                    <a:pt x="110" y="10"/>
                    <a:pt x="110" y="10"/>
                  </a:cubicBezTo>
                  <a:cubicBezTo>
                    <a:pt x="110" y="10"/>
                    <a:pt x="110" y="10"/>
                    <a:pt x="110" y="10"/>
                  </a:cubicBezTo>
                  <a:cubicBezTo>
                    <a:pt x="106" y="6"/>
                    <a:pt x="106" y="6"/>
                    <a:pt x="106" y="6"/>
                  </a:cubicBezTo>
                  <a:cubicBezTo>
                    <a:pt x="102" y="2"/>
                    <a:pt x="102" y="2"/>
                    <a:pt x="102" y="2"/>
                  </a:cubicBezTo>
                  <a:cubicBezTo>
                    <a:pt x="98" y="0"/>
                    <a:pt x="98" y="0"/>
                    <a:pt x="98" y="0"/>
                  </a:cubicBezTo>
                  <a:cubicBezTo>
                    <a:pt x="94" y="4"/>
                    <a:pt x="94" y="4"/>
                    <a:pt x="94" y="4"/>
                  </a:cubicBezTo>
                  <a:cubicBezTo>
                    <a:pt x="88" y="8"/>
                    <a:pt x="88" y="8"/>
                    <a:pt x="88" y="8"/>
                  </a:cubicBezTo>
                  <a:cubicBezTo>
                    <a:pt x="86" y="20"/>
                    <a:pt x="86" y="20"/>
                    <a:pt x="86" y="20"/>
                  </a:cubicBezTo>
                  <a:cubicBezTo>
                    <a:pt x="86" y="20"/>
                    <a:pt x="86" y="20"/>
                    <a:pt x="86" y="20"/>
                  </a:cubicBezTo>
                  <a:cubicBezTo>
                    <a:pt x="86" y="20"/>
                    <a:pt x="86" y="20"/>
                    <a:pt x="86" y="20"/>
                  </a:cubicBezTo>
                  <a:cubicBezTo>
                    <a:pt x="81" y="29"/>
                    <a:pt x="81" y="29"/>
                    <a:pt x="81" y="29"/>
                  </a:cubicBezTo>
                  <a:cubicBezTo>
                    <a:pt x="81" y="30"/>
                    <a:pt x="81" y="30"/>
                    <a:pt x="81" y="30"/>
                  </a:cubicBezTo>
                  <a:cubicBezTo>
                    <a:pt x="81" y="30"/>
                    <a:pt x="81" y="30"/>
                    <a:pt x="81" y="30"/>
                  </a:cubicBezTo>
                  <a:cubicBezTo>
                    <a:pt x="77" y="34"/>
                    <a:pt x="77" y="34"/>
                    <a:pt x="77" y="34"/>
                  </a:cubicBezTo>
                  <a:cubicBezTo>
                    <a:pt x="72" y="43"/>
                    <a:pt x="72" y="43"/>
                    <a:pt x="72" y="43"/>
                  </a:cubicBezTo>
                  <a:cubicBezTo>
                    <a:pt x="72" y="43"/>
                    <a:pt x="72" y="43"/>
                    <a:pt x="72" y="43"/>
                  </a:cubicBezTo>
                  <a:cubicBezTo>
                    <a:pt x="72" y="44"/>
                    <a:pt x="72" y="44"/>
                    <a:pt x="72" y="44"/>
                  </a:cubicBezTo>
                  <a:cubicBezTo>
                    <a:pt x="68" y="46"/>
                    <a:pt x="65" y="49"/>
                    <a:pt x="62" y="52"/>
                  </a:cubicBezTo>
                  <a:cubicBezTo>
                    <a:pt x="58" y="59"/>
                    <a:pt x="58" y="59"/>
                    <a:pt x="58" y="59"/>
                  </a:cubicBezTo>
                  <a:cubicBezTo>
                    <a:pt x="57" y="61"/>
                    <a:pt x="54" y="63"/>
                    <a:pt x="48" y="66"/>
                  </a:cubicBezTo>
                  <a:cubicBezTo>
                    <a:pt x="44" y="72"/>
                    <a:pt x="44" y="72"/>
                    <a:pt x="44" y="72"/>
                  </a:cubicBezTo>
                  <a:cubicBezTo>
                    <a:pt x="44" y="72"/>
                    <a:pt x="44" y="72"/>
                    <a:pt x="44" y="72"/>
                  </a:cubicBezTo>
                  <a:cubicBezTo>
                    <a:pt x="37" y="82"/>
                    <a:pt x="37" y="82"/>
                    <a:pt x="37" y="82"/>
                  </a:cubicBezTo>
                  <a:cubicBezTo>
                    <a:pt x="36" y="82"/>
                    <a:pt x="36" y="82"/>
                    <a:pt x="36" y="82"/>
                  </a:cubicBezTo>
                  <a:cubicBezTo>
                    <a:pt x="36" y="82"/>
                    <a:pt x="36" y="82"/>
                    <a:pt x="36" y="82"/>
                  </a:cubicBezTo>
                  <a:cubicBezTo>
                    <a:pt x="36" y="82"/>
                    <a:pt x="36" y="82"/>
                    <a:pt x="36" y="82"/>
                  </a:cubicBezTo>
                  <a:cubicBezTo>
                    <a:pt x="4" y="80"/>
                    <a:pt x="4" y="80"/>
                    <a:pt x="4" y="80"/>
                  </a:cubicBezTo>
                  <a:cubicBezTo>
                    <a:pt x="0" y="84"/>
                    <a:pt x="0" y="84"/>
                    <a:pt x="0" y="84"/>
                  </a:cubicBezTo>
                  <a:cubicBezTo>
                    <a:pt x="0" y="90"/>
                    <a:pt x="0" y="90"/>
                    <a:pt x="0" y="90"/>
                  </a:cubicBezTo>
                  <a:cubicBezTo>
                    <a:pt x="3" y="104"/>
                    <a:pt x="3" y="104"/>
                    <a:pt x="3" y="104"/>
                  </a:cubicBezTo>
                  <a:cubicBezTo>
                    <a:pt x="10" y="113"/>
                    <a:pt x="10" y="113"/>
                    <a:pt x="10" y="113"/>
                  </a:cubicBezTo>
                  <a:cubicBezTo>
                    <a:pt x="16" y="116"/>
                    <a:pt x="16" y="116"/>
                    <a:pt x="16" y="116"/>
                  </a:cubicBezTo>
                  <a:cubicBezTo>
                    <a:pt x="16" y="117"/>
                    <a:pt x="16" y="117"/>
                    <a:pt x="16" y="117"/>
                  </a:cubicBezTo>
                  <a:cubicBezTo>
                    <a:pt x="16" y="117"/>
                    <a:pt x="16" y="117"/>
                    <a:pt x="16" y="117"/>
                  </a:cubicBezTo>
                  <a:cubicBezTo>
                    <a:pt x="16" y="117"/>
                    <a:pt x="16" y="117"/>
                    <a:pt x="16" y="117"/>
                  </a:cubicBezTo>
                  <a:cubicBezTo>
                    <a:pt x="19" y="121"/>
                    <a:pt x="21" y="124"/>
                    <a:pt x="21" y="126"/>
                  </a:cubicBezTo>
                  <a:cubicBezTo>
                    <a:pt x="21" y="131"/>
                    <a:pt x="21" y="131"/>
                    <a:pt x="21" y="131"/>
                  </a:cubicBezTo>
                  <a:cubicBezTo>
                    <a:pt x="19" y="133"/>
                    <a:pt x="19" y="133"/>
                    <a:pt x="19" y="133"/>
                  </a:cubicBezTo>
                  <a:cubicBezTo>
                    <a:pt x="20" y="134"/>
                    <a:pt x="20" y="134"/>
                    <a:pt x="20" y="134"/>
                  </a:cubicBezTo>
                  <a:cubicBezTo>
                    <a:pt x="22" y="134"/>
                    <a:pt x="22" y="134"/>
                    <a:pt x="22" y="134"/>
                  </a:cubicBezTo>
                  <a:cubicBezTo>
                    <a:pt x="24" y="129"/>
                    <a:pt x="24" y="129"/>
                    <a:pt x="24" y="129"/>
                  </a:cubicBezTo>
                  <a:cubicBezTo>
                    <a:pt x="25" y="129"/>
                    <a:pt x="25" y="129"/>
                    <a:pt x="25" y="129"/>
                  </a:cubicBezTo>
                  <a:cubicBezTo>
                    <a:pt x="31" y="131"/>
                    <a:pt x="31" y="131"/>
                    <a:pt x="31" y="131"/>
                  </a:cubicBezTo>
                  <a:cubicBezTo>
                    <a:pt x="32" y="133"/>
                    <a:pt x="32" y="133"/>
                    <a:pt x="32" y="133"/>
                  </a:cubicBezTo>
                  <a:cubicBezTo>
                    <a:pt x="35" y="133"/>
                    <a:pt x="35" y="133"/>
                    <a:pt x="35" y="133"/>
                  </a:cubicBezTo>
                  <a:cubicBezTo>
                    <a:pt x="35" y="133"/>
                    <a:pt x="35" y="133"/>
                    <a:pt x="35" y="133"/>
                  </a:cubicBezTo>
                  <a:cubicBezTo>
                    <a:pt x="34" y="130"/>
                    <a:pt x="34" y="130"/>
                    <a:pt x="34" y="130"/>
                  </a:cubicBezTo>
                  <a:cubicBezTo>
                    <a:pt x="34" y="130"/>
                    <a:pt x="34" y="130"/>
                    <a:pt x="34" y="130"/>
                  </a:cubicBezTo>
                  <a:cubicBezTo>
                    <a:pt x="38" y="123"/>
                    <a:pt x="38" y="123"/>
                    <a:pt x="38" y="123"/>
                  </a:cubicBezTo>
                  <a:cubicBezTo>
                    <a:pt x="39" y="121"/>
                    <a:pt x="41" y="120"/>
                    <a:pt x="44" y="121"/>
                  </a:cubicBezTo>
                  <a:cubicBezTo>
                    <a:pt x="51" y="121"/>
                    <a:pt x="51" y="121"/>
                    <a:pt x="51" y="121"/>
                  </a:cubicBezTo>
                  <a:cubicBezTo>
                    <a:pt x="55" y="116"/>
                    <a:pt x="55" y="116"/>
                    <a:pt x="55" y="116"/>
                  </a:cubicBezTo>
                  <a:cubicBezTo>
                    <a:pt x="55" y="111"/>
                    <a:pt x="55" y="111"/>
                    <a:pt x="55" y="111"/>
                  </a:cubicBezTo>
                  <a:cubicBezTo>
                    <a:pt x="56" y="106"/>
                    <a:pt x="56" y="106"/>
                    <a:pt x="56" y="106"/>
                  </a:cubicBezTo>
                  <a:cubicBezTo>
                    <a:pt x="56" y="106"/>
                    <a:pt x="56" y="106"/>
                    <a:pt x="56" y="106"/>
                  </a:cubicBezTo>
                  <a:cubicBezTo>
                    <a:pt x="57" y="105"/>
                    <a:pt x="57" y="105"/>
                    <a:pt x="57" y="105"/>
                  </a:cubicBezTo>
                  <a:cubicBezTo>
                    <a:pt x="57" y="105"/>
                    <a:pt x="57" y="105"/>
                    <a:pt x="57" y="105"/>
                  </a:cubicBezTo>
                  <a:cubicBezTo>
                    <a:pt x="60" y="103"/>
                    <a:pt x="60" y="103"/>
                    <a:pt x="60" y="103"/>
                  </a:cubicBezTo>
                  <a:cubicBezTo>
                    <a:pt x="60" y="103"/>
                    <a:pt x="60" y="103"/>
                    <a:pt x="60" y="103"/>
                  </a:cubicBezTo>
                  <a:cubicBezTo>
                    <a:pt x="60" y="103"/>
                    <a:pt x="60" y="103"/>
                    <a:pt x="60" y="103"/>
                  </a:cubicBezTo>
                  <a:cubicBezTo>
                    <a:pt x="61" y="103"/>
                    <a:pt x="61" y="103"/>
                    <a:pt x="61" y="103"/>
                  </a:cubicBezTo>
                  <a:cubicBezTo>
                    <a:pt x="67" y="104"/>
                    <a:pt x="67" y="104"/>
                    <a:pt x="67" y="104"/>
                  </a:cubicBezTo>
                  <a:cubicBezTo>
                    <a:pt x="67" y="105"/>
                    <a:pt x="67" y="105"/>
                    <a:pt x="67" y="105"/>
                  </a:cubicBezTo>
                  <a:cubicBezTo>
                    <a:pt x="68" y="110"/>
                    <a:pt x="68" y="110"/>
                    <a:pt x="68" y="110"/>
                  </a:cubicBezTo>
                  <a:cubicBezTo>
                    <a:pt x="68" y="112"/>
                    <a:pt x="68" y="112"/>
                    <a:pt x="68" y="112"/>
                  </a:cubicBezTo>
                  <a:cubicBezTo>
                    <a:pt x="69" y="116"/>
                    <a:pt x="69" y="116"/>
                    <a:pt x="69" y="116"/>
                  </a:cubicBezTo>
                  <a:cubicBezTo>
                    <a:pt x="70" y="116"/>
                    <a:pt x="70" y="116"/>
                    <a:pt x="70" y="116"/>
                  </a:cubicBezTo>
                  <a:cubicBezTo>
                    <a:pt x="72" y="113"/>
                    <a:pt x="72" y="113"/>
                    <a:pt x="72" y="113"/>
                  </a:cubicBezTo>
                  <a:cubicBezTo>
                    <a:pt x="72" y="113"/>
                    <a:pt x="72" y="113"/>
                    <a:pt x="72" y="113"/>
                  </a:cubicBezTo>
                  <a:cubicBezTo>
                    <a:pt x="76" y="108"/>
                    <a:pt x="76" y="108"/>
                    <a:pt x="76" y="108"/>
                  </a:cubicBezTo>
                  <a:cubicBezTo>
                    <a:pt x="76" y="108"/>
                    <a:pt x="76" y="108"/>
                    <a:pt x="76" y="108"/>
                  </a:cubicBezTo>
                  <a:cubicBezTo>
                    <a:pt x="80" y="106"/>
                    <a:pt x="80" y="106"/>
                    <a:pt x="80" y="106"/>
                  </a:cubicBezTo>
                  <a:cubicBezTo>
                    <a:pt x="81" y="106"/>
                    <a:pt x="81" y="106"/>
                    <a:pt x="81" y="106"/>
                  </a:cubicBezTo>
                  <a:cubicBezTo>
                    <a:pt x="81" y="105"/>
                    <a:pt x="81" y="105"/>
                    <a:pt x="81" y="105"/>
                  </a:cubicBezTo>
                  <a:cubicBezTo>
                    <a:pt x="86" y="107"/>
                    <a:pt x="86" y="107"/>
                    <a:pt x="86" y="107"/>
                  </a:cubicBezTo>
                  <a:cubicBezTo>
                    <a:pt x="87" y="107"/>
                    <a:pt x="87" y="107"/>
                    <a:pt x="87" y="107"/>
                  </a:cubicBezTo>
                  <a:cubicBezTo>
                    <a:pt x="88" y="107"/>
                    <a:pt x="88" y="107"/>
                    <a:pt x="88" y="107"/>
                  </a:cubicBezTo>
                  <a:cubicBezTo>
                    <a:pt x="90" y="113"/>
                    <a:pt x="90" y="113"/>
                    <a:pt x="90" y="113"/>
                  </a:cubicBezTo>
                  <a:cubicBezTo>
                    <a:pt x="90" y="118"/>
                    <a:pt x="90" y="118"/>
                    <a:pt x="90" y="118"/>
                  </a:cubicBezTo>
                  <a:cubicBezTo>
                    <a:pt x="94" y="126"/>
                    <a:pt x="94" y="126"/>
                    <a:pt x="94" y="126"/>
                  </a:cubicBezTo>
                  <a:cubicBezTo>
                    <a:pt x="94" y="126"/>
                    <a:pt x="94" y="126"/>
                    <a:pt x="94" y="126"/>
                  </a:cubicBezTo>
                  <a:cubicBezTo>
                    <a:pt x="94" y="127"/>
                    <a:pt x="94" y="127"/>
                    <a:pt x="94" y="127"/>
                  </a:cubicBezTo>
                  <a:cubicBezTo>
                    <a:pt x="94" y="132"/>
                    <a:pt x="94" y="132"/>
                    <a:pt x="94" y="132"/>
                  </a:cubicBezTo>
                  <a:cubicBezTo>
                    <a:pt x="96" y="135"/>
                    <a:pt x="96" y="135"/>
                    <a:pt x="96" y="135"/>
                  </a:cubicBezTo>
                  <a:cubicBezTo>
                    <a:pt x="97" y="135"/>
                    <a:pt x="97" y="135"/>
                    <a:pt x="97" y="135"/>
                  </a:cubicBezTo>
                  <a:cubicBezTo>
                    <a:pt x="98" y="133"/>
                    <a:pt x="98" y="133"/>
                    <a:pt x="98" y="133"/>
                  </a:cubicBezTo>
                  <a:cubicBezTo>
                    <a:pt x="99" y="132"/>
                    <a:pt x="99" y="132"/>
                    <a:pt x="99" y="132"/>
                  </a:cubicBezTo>
                  <a:cubicBezTo>
                    <a:pt x="104" y="135"/>
                    <a:pt x="104" y="135"/>
                    <a:pt x="104" y="135"/>
                  </a:cubicBezTo>
                  <a:cubicBezTo>
                    <a:pt x="104" y="135"/>
                    <a:pt x="104" y="135"/>
                    <a:pt x="104" y="135"/>
                  </a:cubicBezTo>
                  <a:cubicBezTo>
                    <a:pt x="104" y="135"/>
                    <a:pt x="104" y="135"/>
                    <a:pt x="104" y="135"/>
                  </a:cubicBezTo>
                  <a:cubicBezTo>
                    <a:pt x="104" y="136"/>
                    <a:pt x="104" y="136"/>
                    <a:pt x="104" y="136"/>
                  </a:cubicBezTo>
                  <a:cubicBezTo>
                    <a:pt x="104" y="136"/>
                    <a:pt x="104" y="136"/>
                    <a:pt x="104" y="136"/>
                  </a:cubicBezTo>
                  <a:cubicBezTo>
                    <a:pt x="106" y="143"/>
                    <a:pt x="106" y="143"/>
                    <a:pt x="106" y="143"/>
                  </a:cubicBezTo>
                  <a:cubicBezTo>
                    <a:pt x="108" y="144"/>
                    <a:pt x="108" y="144"/>
                    <a:pt x="108" y="144"/>
                  </a:cubicBezTo>
                  <a:cubicBezTo>
                    <a:pt x="108" y="143"/>
                    <a:pt x="108" y="143"/>
                    <a:pt x="108" y="143"/>
                  </a:cubicBezTo>
                  <a:cubicBezTo>
                    <a:pt x="110" y="138"/>
                    <a:pt x="110" y="138"/>
                    <a:pt x="110" y="138"/>
                  </a:cubicBezTo>
                  <a:cubicBezTo>
                    <a:pt x="110" y="138"/>
                    <a:pt x="110" y="138"/>
                    <a:pt x="110" y="138"/>
                  </a:cubicBezTo>
                  <a:cubicBezTo>
                    <a:pt x="111" y="137"/>
                    <a:pt x="111" y="137"/>
                    <a:pt x="111" y="137"/>
                  </a:cubicBezTo>
                  <a:cubicBezTo>
                    <a:pt x="111" y="137"/>
                    <a:pt x="111" y="137"/>
                    <a:pt x="111" y="137"/>
                  </a:cubicBezTo>
                  <a:cubicBezTo>
                    <a:pt x="112" y="137"/>
                    <a:pt x="112" y="137"/>
                    <a:pt x="112" y="137"/>
                  </a:cubicBezTo>
                  <a:cubicBezTo>
                    <a:pt x="114" y="135"/>
                    <a:pt x="114" y="135"/>
                    <a:pt x="114" y="135"/>
                  </a:cubicBezTo>
                  <a:cubicBezTo>
                    <a:pt x="115" y="135"/>
                    <a:pt x="115" y="135"/>
                    <a:pt x="115" y="135"/>
                  </a:cubicBezTo>
                  <a:cubicBezTo>
                    <a:pt x="115" y="135"/>
                    <a:pt x="115" y="135"/>
                    <a:pt x="115" y="135"/>
                  </a:cubicBezTo>
                  <a:cubicBezTo>
                    <a:pt x="118" y="135"/>
                    <a:pt x="118" y="135"/>
                    <a:pt x="118" y="135"/>
                  </a:cubicBezTo>
                  <a:cubicBezTo>
                    <a:pt x="118" y="133"/>
                    <a:pt x="118" y="133"/>
                    <a:pt x="118" y="133"/>
                  </a:cubicBezTo>
                  <a:cubicBezTo>
                    <a:pt x="118" y="132"/>
                    <a:pt x="118" y="132"/>
                    <a:pt x="118" y="132"/>
                  </a:cubicBezTo>
                  <a:cubicBezTo>
                    <a:pt x="116" y="113"/>
                    <a:pt x="116" y="113"/>
                    <a:pt x="116" y="113"/>
                  </a:cubicBezTo>
                  <a:cubicBezTo>
                    <a:pt x="108" y="101"/>
                    <a:pt x="108" y="101"/>
                    <a:pt x="108" y="101"/>
                  </a:cubicBezTo>
                  <a:cubicBezTo>
                    <a:pt x="94" y="84"/>
                    <a:pt x="94" y="84"/>
                    <a:pt x="94" y="84"/>
                  </a:cubicBezTo>
                  <a:cubicBezTo>
                    <a:pt x="93" y="84"/>
                    <a:pt x="93" y="84"/>
                    <a:pt x="93" y="84"/>
                  </a:cubicBezTo>
                  <a:cubicBezTo>
                    <a:pt x="92" y="73"/>
                    <a:pt x="92" y="73"/>
                    <a:pt x="92" y="73"/>
                  </a:cubicBezTo>
                  <a:cubicBezTo>
                    <a:pt x="88" y="64"/>
                    <a:pt x="88" y="64"/>
                    <a:pt x="88" y="64"/>
                  </a:cubicBezTo>
                  <a:cubicBezTo>
                    <a:pt x="88" y="64"/>
                    <a:pt x="88" y="64"/>
                    <a:pt x="88" y="64"/>
                  </a:cubicBezTo>
                  <a:cubicBezTo>
                    <a:pt x="87" y="64"/>
                    <a:pt x="87" y="64"/>
                    <a:pt x="87" y="64"/>
                  </a:cubicBezTo>
                  <a:cubicBezTo>
                    <a:pt x="87" y="64"/>
                    <a:pt x="87" y="64"/>
                    <a:pt x="87" y="64"/>
                  </a:cubicBezTo>
                  <a:cubicBezTo>
                    <a:pt x="88" y="63"/>
                    <a:pt x="88" y="63"/>
                    <a:pt x="88" y="63"/>
                  </a:cubicBezTo>
                  <a:cubicBezTo>
                    <a:pt x="90" y="52"/>
                    <a:pt x="90" y="52"/>
                    <a:pt x="90" y="52"/>
                  </a:cubicBezTo>
                  <a:cubicBezTo>
                    <a:pt x="91" y="52"/>
                    <a:pt x="91" y="52"/>
                    <a:pt x="91" y="52"/>
                  </a:cubicBezTo>
                  <a:cubicBezTo>
                    <a:pt x="92" y="52"/>
                    <a:pt x="92" y="52"/>
                    <a:pt x="92" y="52"/>
                  </a:cubicBezTo>
                  <a:cubicBezTo>
                    <a:pt x="117" y="51"/>
                    <a:pt x="117" y="51"/>
                    <a:pt x="117" y="51"/>
                  </a:cubicBezTo>
                  <a:cubicBezTo>
                    <a:pt x="130" y="44"/>
                    <a:pt x="130" y="44"/>
                    <a:pt x="130" y="44"/>
                  </a:cubicBezTo>
                  <a:cubicBezTo>
                    <a:pt x="130" y="44"/>
                    <a:pt x="130" y="44"/>
                    <a:pt x="130" y="44"/>
                  </a:cubicBezTo>
                  <a:cubicBezTo>
                    <a:pt x="131" y="43"/>
                    <a:pt x="131" y="43"/>
                    <a:pt x="131" y="43"/>
                  </a:cubicBezTo>
                  <a:cubicBezTo>
                    <a:pt x="136" y="42"/>
                    <a:pt x="139" y="40"/>
                    <a:pt x="140" y="38"/>
                  </a:cubicBezTo>
                  <a:cubicBezTo>
                    <a:pt x="141" y="36"/>
                    <a:pt x="142" y="33"/>
                    <a:pt x="142" y="2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6"/>
            <p:cNvSpPr>
              <a:spLocks/>
            </p:cNvSpPr>
            <p:nvPr/>
          </p:nvSpPr>
          <p:spPr bwMode="auto">
            <a:xfrm>
              <a:off x="3840163" y="3068290"/>
              <a:ext cx="608013" cy="1085850"/>
            </a:xfrm>
            <a:custGeom>
              <a:avLst/>
              <a:gdLst>
                <a:gd name="T0" fmla="*/ 48 w 162"/>
                <a:gd name="T1" fmla="*/ 90 h 289"/>
                <a:gd name="T2" fmla="*/ 61 w 162"/>
                <a:gd name="T3" fmla="*/ 100 h 289"/>
                <a:gd name="T4" fmla="*/ 70 w 162"/>
                <a:gd name="T5" fmla="*/ 108 h 289"/>
                <a:gd name="T6" fmla="*/ 88 w 162"/>
                <a:gd name="T7" fmla="*/ 114 h 289"/>
                <a:gd name="T8" fmla="*/ 88 w 162"/>
                <a:gd name="T9" fmla="*/ 115 h 289"/>
                <a:gd name="T10" fmla="*/ 93 w 162"/>
                <a:gd name="T11" fmla="*/ 123 h 289"/>
                <a:gd name="T12" fmla="*/ 89 w 162"/>
                <a:gd name="T13" fmla="*/ 136 h 289"/>
                <a:gd name="T14" fmla="*/ 88 w 162"/>
                <a:gd name="T15" fmla="*/ 144 h 289"/>
                <a:gd name="T16" fmla="*/ 84 w 162"/>
                <a:gd name="T17" fmla="*/ 158 h 289"/>
                <a:gd name="T18" fmla="*/ 70 w 162"/>
                <a:gd name="T19" fmla="*/ 156 h 289"/>
                <a:gd name="T20" fmla="*/ 56 w 162"/>
                <a:gd name="T21" fmla="*/ 166 h 289"/>
                <a:gd name="T22" fmla="*/ 58 w 162"/>
                <a:gd name="T23" fmla="*/ 177 h 289"/>
                <a:gd name="T24" fmla="*/ 44 w 162"/>
                <a:gd name="T25" fmla="*/ 174 h 289"/>
                <a:gd name="T26" fmla="*/ 32 w 162"/>
                <a:gd name="T27" fmla="*/ 169 h 289"/>
                <a:gd name="T28" fmla="*/ 20 w 162"/>
                <a:gd name="T29" fmla="*/ 196 h 289"/>
                <a:gd name="T30" fmla="*/ 24 w 162"/>
                <a:gd name="T31" fmla="*/ 204 h 289"/>
                <a:gd name="T32" fmla="*/ 26 w 162"/>
                <a:gd name="T33" fmla="*/ 211 h 289"/>
                <a:gd name="T34" fmla="*/ 27 w 162"/>
                <a:gd name="T35" fmla="*/ 222 h 289"/>
                <a:gd name="T36" fmla="*/ 3 w 162"/>
                <a:gd name="T37" fmla="*/ 227 h 289"/>
                <a:gd name="T38" fmla="*/ 3 w 162"/>
                <a:gd name="T39" fmla="*/ 243 h 289"/>
                <a:gd name="T40" fmla="*/ 6 w 162"/>
                <a:gd name="T41" fmla="*/ 254 h 289"/>
                <a:gd name="T42" fmla="*/ 33 w 162"/>
                <a:gd name="T43" fmla="*/ 252 h 289"/>
                <a:gd name="T44" fmla="*/ 43 w 162"/>
                <a:gd name="T45" fmla="*/ 260 h 289"/>
                <a:gd name="T46" fmla="*/ 51 w 162"/>
                <a:gd name="T47" fmla="*/ 266 h 289"/>
                <a:gd name="T48" fmla="*/ 58 w 162"/>
                <a:gd name="T49" fmla="*/ 260 h 289"/>
                <a:gd name="T50" fmla="*/ 76 w 162"/>
                <a:gd name="T51" fmla="*/ 273 h 289"/>
                <a:gd name="T52" fmla="*/ 98 w 162"/>
                <a:gd name="T53" fmla="*/ 274 h 289"/>
                <a:gd name="T54" fmla="*/ 104 w 162"/>
                <a:gd name="T55" fmla="*/ 278 h 289"/>
                <a:gd name="T56" fmla="*/ 104 w 162"/>
                <a:gd name="T57" fmla="*/ 279 h 289"/>
                <a:gd name="T58" fmla="*/ 113 w 162"/>
                <a:gd name="T59" fmla="*/ 287 h 289"/>
                <a:gd name="T60" fmla="*/ 124 w 162"/>
                <a:gd name="T61" fmla="*/ 280 h 289"/>
                <a:gd name="T62" fmla="*/ 120 w 162"/>
                <a:gd name="T63" fmla="*/ 274 h 289"/>
                <a:gd name="T64" fmla="*/ 124 w 162"/>
                <a:gd name="T65" fmla="*/ 257 h 289"/>
                <a:gd name="T66" fmla="*/ 134 w 162"/>
                <a:gd name="T67" fmla="*/ 256 h 289"/>
                <a:gd name="T68" fmla="*/ 121 w 162"/>
                <a:gd name="T69" fmla="*/ 242 h 289"/>
                <a:gd name="T70" fmla="*/ 117 w 162"/>
                <a:gd name="T71" fmla="*/ 237 h 289"/>
                <a:gd name="T72" fmla="*/ 122 w 162"/>
                <a:gd name="T73" fmla="*/ 231 h 289"/>
                <a:gd name="T74" fmla="*/ 151 w 162"/>
                <a:gd name="T75" fmla="*/ 233 h 289"/>
                <a:gd name="T76" fmla="*/ 162 w 162"/>
                <a:gd name="T77" fmla="*/ 231 h 289"/>
                <a:gd name="T78" fmla="*/ 145 w 162"/>
                <a:gd name="T79" fmla="*/ 187 h 289"/>
                <a:gd name="T80" fmla="*/ 137 w 162"/>
                <a:gd name="T81" fmla="*/ 184 h 289"/>
                <a:gd name="T82" fmla="*/ 136 w 162"/>
                <a:gd name="T83" fmla="*/ 172 h 289"/>
                <a:gd name="T84" fmla="*/ 138 w 162"/>
                <a:gd name="T85" fmla="*/ 95 h 289"/>
                <a:gd name="T86" fmla="*/ 140 w 162"/>
                <a:gd name="T87" fmla="*/ 80 h 289"/>
                <a:gd name="T88" fmla="*/ 148 w 162"/>
                <a:gd name="T89" fmla="*/ 68 h 289"/>
                <a:gd name="T90" fmla="*/ 139 w 162"/>
                <a:gd name="T91" fmla="*/ 55 h 289"/>
                <a:gd name="T92" fmla="*/ 138 w 162"/>
                <a:gd name="T93" fmla="*/ 44 h 289"/>
                <a:gd name="T94" fmla="*/ 138 w 162"/>
                <a:gd name="T95" fmla="*/ 43 h 289"/>
                <a:gd name="T96" fmla="*/ 146 w 162"/>
                <a:gd name="T97" fmla="*/ 18 h 289"/>
                <a:gd name="T98" fmla="*/ 150 w 162"/>
                <a:gd name="T99" fmla="*/ 10 h 289"/>
                <a:gd name="T100" fmla="*/ 156 w 162"/>
                <a:gd name="T101" fmla="*/ 6 h 289"/>
                <a:gd name="T102" fmla="*/ 148 w 162"/>
                <a:gd name="T103" fmla="*/ 0 h 289"/>
                <a:gd name="T104" fmla="*/ 134 w 162"/>
                <a:gd name="T105" fmla="*/ 5 h 289"/>
                <a:gd name="T106" fmla="*/ 122 w 162"/>
                <a:gd name="T107" fmla="*/ 16 h 289"/>
                <a:gd name="T108" fmla="*/ 105 w 162"/>
                <a:gd name="T109" fmla="*/ 28 h 289"/>
                <a:gd name="T110" fmla="*/ 98 w 162"/>
                <a:gd name="T111" fmla="*/ 35 h 289"/>
                <a:gd name="T112" fmla="*/ 93 w 162"/>
                <a:gd name="T113" fmla="*/ 59 h 289"/>
                <a:gd name="T114" fmla="*/ 92 w 162"/>
                <a:gd name="T115" fmla="*/ 66 h 289"/>
                <a:gd name="T116" fmla="*/ 87 w 162"/>
                <a:gd name="T117" fmla="*/ 72 h 289"/>
                <a:gd name="T118" fmla="*/ 86 w 162"/>
                <a:gd name="T119" fmla="*/ 73 h 289"/>
                <a:gd name="T120" fmla="*/ 76 w 162"/>
                <a:gd name="T121" fmla="*/ 74 h 289"/>
                <a:gd name="T122" fmla="*/ 76 w 162"/>
                <a:gd name="T123" fmla="*/ 74 h 289"/>
                <a:gd name="T124" fmla="*/ 54 w 162"/>
                <a:gd name="T125" fmla="*/ 66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 h="289">
                  <a:moveTo>
                    <a:pt x="54" y="66"/>
                  </a:moveTo>
                  <a:cubicBezTo>
                    <a:pt x="52" y="65"/>
                    <a:pt x="52" y="65"/>
                    <a:pt x="52" y="65"/>
                  </a:cubicBezTo>
                  <a:cubicBezTo>
                    <a:pt x="48" y="90"/>
                    <a:pt x="48" y="90"/>
                    <a:pt x="48" y="90"/>
                  </a:cubicBezTo>
                  <a:cubicBezTo>
                    <a:pt x="54" y="98"/>
                    <a:pt x="54" y="98"/>
                    <a:pt x="54" y="98"/>
                  </a:cubicBezTo>
                  <a:cubicBezTo>
                    <a:pt x="61" y="100"/>
                    <a:pt x="61" y="100"/>
                    <a:pt x="61" y="100"/>
                  </a:cubicBezTo>
                  <a:cubicBezTo>
                    <a:pt x="61" y="100"/>
                    <a:pt x="61" y="100"/>
                    <a:pt x="61" y="100"/>
                  </a:cubicBezTo>
                  <a:cubicBezTo>
                    <a:pt x="61" y="100"/>
                    <a:pt x="61" y="100"/>
                    <a:pt x="61" y="100"/>
                  </a:cubicBezTo>
                  <a:cubicBezTo>
                    <a:pt x="62" y="101"/>
                    <a:pt x="62" y="101"/>
                    <a:pt x="62" y="101"/>
                  </a:cubicBezTo>
                  <a:cubicBezTo>
                    <a:pt x="70" y="108"/>
                    <a:pt x="70" y="108"/>
                    <a:pt x="70" y="108"/>
                  </a:cubicBezTo>
                  <a:cubicBezTo>
                    <a:pt x="82" y="110"/>
                    <a:pt x="82" y="110"/>
                    <a:pt x="82" y="110"/>
                  </a:cubicBezTo>
                  <a:cubicBezTo>
                    <a:pt x="82" y="110"/>
                    <a:pt x="82" y="110"/>
                    <a:pt x="82" y="110"/>
                  </a:cubicBezTo>
                  <a:cubicBezTo>
                    <a:pt x="88" y="114"/>
                    <a:pt x="88" y="114"/>
                    <a:pt x="88" y="114"/>
                  </a:cubicBezTo>
                  <a:cubicBezTo>
                    <a:pt x="88" y="114"/>
                    <a:pt x="88" y="114"/>
                    <a:pt x="88" y="114"/>
                  </a:cubicBezTo>
                  <a:cubicBezTo>
                    <a:pt x="88" y="114"/>
                    <a:pt x="88" y="114"/>
                    <a:pt x="88" y="114"/>
                  </a:cubicBezTo>
                  <a:cubicBezTo>
                    <a:pt x="88" y="115"/>
                    <a:pt x="88" y="115"/>
                    <a:pt x="88" y="115"/>
                  </a:cubicBezTo>
                  <a:cubicBezTo>
                    <a:pt x="93" y="122"/>
                    <a:pt x="93" y="122"/>
                    <a:pt x="93" y="122"/>
                  </a:cubicBezTo>
                  <a:cubicBezTo>
                    <a:pt x="94" y="122"/>
                    <a:pt x="94" y="122"/>
                    <a:pt x="94" y="122"/>
                  </a:cubicBezTo>
                  <a:cubicBezTo>
                    <a:pt x="93" y="123"/>
                    <a:pt x="93" y="123"/>
                    <a:pt x="93" y="123"/>
                  </a:cubicBezTo>
                  <a:cubicBezTo>
                    <a:pt x="89" y="130"/>
                    <a:pt x="89" y="130"/>
                    <a:pt x="89" y="130"/>
                  </a:cubicBezTo>
                  <a:cubicBezTo>
                    <a:pt x="88" y="130"/>
                    <a:pt x="88" y="132"/>
                    <a:pt x="88" y="136"/>
                  </a:cubicBezTo>
                  <a:cubicBezTo>
                    <a:pt x="89" y="136"/>
                    <a:pt x="89" y="136"/>
                    <a:pt x="89" y="136"/>
                  </a:cubicBezTo>
                  <a:cubicBezTo>
                    <a:pt x="89" y="143"/>
                    <a:pt x="89" y="143"/>
                    <a:pt x="89" y="143"/>
                  </a:cubicBezTo>
                  <a:cubicBezTo>
                    <a:pt x="88" y="144"/>
                    <a:pt x="88" y="144"/>
                    <a:pt x="88" y="144"/>
                  </a:cubicBezTo>
                  <a:cubicBezTo>
                    <a:pt x="88" y="144"/>
                    <a:pt x="88" y="144"/>
                    <a:pt x="88" y="144"/>
                  </a:cubicBezTo>
                  <a:cubicBezTo>
                    <a:pt x="85" y="156"/>
                    <a:pt x="85" y="156"/>
                    <a:pt x="85" y="156"/>
                  </a:cubicBezTo>
                  <a:cubicBezTo>
                    <a:pt x="84" y="158"/>
                    <a:pt x="84" y="158"/>
                    <a:pt x="84" y="158"/>
                  </a:cubicBezTo>
                  <a:cubicBezTo>
                    <a:pt x="84" y="158"/>
                    <a:pt x="84" y="158"/>
                    <a:pt x="84" y="158"/>
                  </a:cubicBezTo>
                  <a:cubicBezTo>
                    <a:pt x="82" y="157"/>
                    <a:pt x="82" y="157"/>
                    <a:pt x="82" y="157"/>
                  </a:cubicBezTo>
                  <a:cubicBezTo>
                    <a:pt x="77" y="156"/>
                    <a:pt x="77" y="156"/>
                    <a:pt x="77" y="156"/>
                  </a:cubicBezTo>
                  <a:cubicBezTo>
                    <a:pt x="70" y="156"/>
                    <a:pt x="70" y="156"/>
                    <a:pt x="70" y="156"/>
                  </a:cubicBezTo>
                  <a:cubicBezTo>
                    <a:pt x="64" y="158"/>
                    <a:pt x="64" y="158"/>
                    <a:pt x="64" y="158"/>
                  </a:cubicBezTo>
                  <a:cubicBezTo>
                    <a:pt x="58" y="164"/>
                    <a:pt x="58" y="164"/>
                    <a:pt x="58" y="164"/>
                  </a:cubicBezTo>
                  <a:cubicBezTo>
                    <a:pt x="56" y="166"/>
                    <a:pt x="56" y="166"/>
                    <a:pt x="56" y="166"/>
                  </a:cubicBezTo>
                  <a:cubicBezTo>
                    <a:pt x="65" y="170"/>
                    <a:pt x="65" y="170"/>
                    <a:pt x="65" y="170"/>
                  </a:cubicBezTo>
                  <a:cubicBezTo>
                    <a:pt x="64" y="172"/>
                    <a:pt x="64" y="172"/>
                    <a:pt x="64" y="172"/>
                  </a:cubicBezTo>
                  <a:cubicBezTo>
                    <a:pt x="64" y="174"/>
                    <a:pt x="62" y="176"/>
                    <a:pt x="58" y="177"/>
                  </a:cubicBezTo>
                  <a:cubicBezTo>
                    <a:pt x="53" y="177"/>
                    <a:pt x="53" y="177"/>
                    <a:pt x="53" y="177"/>
                  </a:cubicBezTo>
                  <a:cubicBezTo>
                    <a:pt x="44" y="174"/>
                    <a:pt x="44" y="174"/>
                    <a:pt x="44" y="174"/>
                  </a:cubicBezTo>
                  <a:cubicBezTo>
                    <a:pt x="44" y="174"/>
                    <a:pt x="44" y="174"/>
                    <a:pt x="44" y="174"/>
                  </a:cubicBezTo>
                  <a:cubicBezTo>
                    <a:pt x="44" y="174"/>
                    <a:pt x="44" y="174"/>
                    <a:pt x="44" y="174"/>
                  </a:cubicBezTo>
                  <a:cubicBezTo>
                    <a:pt x="35" y="169"/>
                    <a:pt x="35" y="169"/>
                    <a:pt x="35" y="169"/>
                  </a:cubicBezTo>
                  <a:cubicBezTo>
                    <a:pt x="32" y="169"/>
                    <a:pt x="32" y="169"/>
                    <a:pt x="32" y="169"/>
                  </a:cubicBezTo>
                  <a:cubicBezTo>
                    <a:pt x="22" y="183"/>
                    <a:pt x="22" y="183"/>
                    <a:pt x="22" y="183"/>
                  </a:cubicBezTo>
                  <a:cubicBezTo>
                    <a:pt x="20" y="188"/>
                    <a:pt x="20" y="188"/>
                    <a:pt x="20" y="188"/>
                  </a:cubicBezTo>
                  <a:cubicBezTo>
                    <a:pt x="20" y="196"/>
                    <a:pt x="20" y="196"/>
                    <a:pt x="20" y="196"/>
                  </a:cubicBezTo>
                  <a:cubicBezTo>
                    <a:pt x="24" y="203"/>
                    <a:pt x="24" y="203"/>
                    <a:pt x="24" y="203"/>
                  </a:cubicBezTo>
                  <a:cubicBezTo>
                    <a:pt x="24" y="204"/>
                    <a:pt x="24" y="204"/>
                    <a:pt x="24" y="204"/>
                  </a:cubicBezTo>
                  <a:cubicBezTo>
                    <a:pt x="24" y="204"/>
                    <a:pt x="24" y="204"/>
                    <a:pt x="24" y="204"/>
                  </a:cubicBezTo>
                  <a:cubicBezTo>
                    <a:pt x="24" y="204"/>
                    <a:pt x="24" y="204"/>
                    <a:pt x="24" y="204"/>
                  </a:cubicBezTo>
                  <a:cubicBezTo>
                    <a:pt x="26" y="210"/>
                    <a:pt x="26" y="210"/>
                    <a:pt x="26" y="210"/>
                  </a:cubicBezTo>
                  <a:cubicBezTo>
                    <a:pt x="26" y="211"/>
                    <a:pt x="26" y="211"/>
                    <a:pt x="26" y="211"/>
                  </a:cubicBezTo>
                  <a:cubicBezTo>
                    <a:pt x="26" y="220"/>
                    <a:pt x="26" y="220"/>
                    <a:pt x="26" y="220"/>
                  </a:cubicBezTo>
                  <a:cubicBezTo>
                    <a:pt x="26" y="221"/>
                    <a:pt x="26" y="221"/>
                    <a:pt x="26" y="221"/>
                  </a:cubicBezTo>
                  <a:cubicBezTo>
                    <a:pt x="27" y="222"/>
                    <a:pt x="27" y="222"/>
                    <a:pt x="27" y="222"/>
                  </a:cubicBezTo>
                  <a:cubicBezTo>
                    <a:pt x="20" y="223"/>
                    <a:pt x="20" y="223"/>
                    <a:pt x="20" y="223"/>
                  </a:cubicBezTo>
                  <a:cubicBezTo>
                    <a:pt x="8" y="223"/>
                    <a:pt x="8" y="223"/>
                    <a:pt x="8" y="223"/>
                  </a:cubicBezTo>
                  <a:cubicBezTo>
                    <a:pt x="3" y="227"/>
                    <a:pt x="3" y="227"/>
                    <a:pt x="3" y="227"/>
                  </a:cubicBezTo>
                  <a:cubicBezTo>
                    <a:pt x="0" y="231"/>
                    <a:pt x="0" y="231"/>
                    <a:pt x="0" y="231"/>
                  </a:cubicBezTo>
                  <a:cubicBezTo>
                    <a:pt x="1" y="231"/>
                    <a:pt x="1" y="231"/>
                    <a:pt x="1" y="231"/>
                  </a:cubicBezTo>
                  <a:cubicBezTo>
                    <a:pt x="3" y="243"/>
                    <a:pt x="3" y="243"/>
                    <a:pt x="3" y="243"/>
                  </a:cubicBezTo>
                  <a:cubicBezTo>
                    <a:pt x="4" y="243"/>
                    <a:pt x="4" y="243"/>
                    <a:pt x="4" y="243"/>
                  </a:cubicBezTo>
                  <a:cubicBezTo>
                    <a:pt x="4" y="248"/>
                    <a:pt x="4" y="248"/>
                    <a:pt x="4" y="248"/>
                  </a:cubicBezTo>
                  <a:cubicBezTo>
                    <a:pt x="6" y="254"/>
                    <a:pt x="6" y="254"/>
                    <a:pt x="6" y="254"/>
                  </a:cubicBezTo>
                  <a:cubicBezTo>
                    <a:pt x="15" y="259"/>
                    <a:pt x="15" y="259"/>
                    <a:pt x="15" y="259"/>
                  </a:cubicBezTo>
                  <a:cubicBezTo>
                    <a:pt x="27" y="256"/>
                    <a:pt x="27" y="256"/>
                    <a:pt x="27" y="256"/>
                  </a:cubicBezTo>
                  <a:cubicBezTo>
                    <a:pt x="33" y="252"/>
                    <a:pt x="33" y="252"/>
                    <a:pt x="33" y="252"/>
                  </a:cubicBezTo>
                  <a:cubicBezTo>
                    <a:pt x="34" y="252"/>
                    <a:pt x="34" y="252"/>
                    <a:pt x="34" y="252"/>
                  </a:cubicBezTo>
                  <a:cubicBezTo>
                    <a:pt x="40" y="252"/>
                    <a:pt x="40" y="252"/>
                    <a:pt x="40" y="252"/>
                  </a:cubicBezTo>
                  <a:cubicBezTo>
                    <a:pt x="43" y="260"/>
                    <a:pt x="43" y="260"/>
                    <a:pt x="43" y="260"/>
                  </a:cubicBezTo>
                  <a:cubicBezTo>
                    <a:pt x="45" y="262"/>
                    <a:pt x="46" y="264"/>
                    <a:pt x="47" y="266"/>
                  </a:cubicBezTo>
                  <a:cubicBezTo>
                    <a:pt x="50" y="266"/>
                    <a:pt x="50" y="266"/>
                    <a:pt x="50" y="266"/>
                  </a:cubicBezTo>
                  <a:cubicBezTo>
                    <a:pt x="51" y="266"/>
                    <a:pt x="51" y="266"/>
                    <a:pt x="51" y="266"/>
                  </a:cubicBezTo>
                  <a:cubicBezTo>
                    <a:pt x="52" y="266"/>
                    <a:pt x="52" y="266"/>
                    <a:pt x="52" y="266"/>
                  </a:cubicBezTo>
                  <a:cubicBezTo>
                    <a:pt x="52" y="265"/>
                    <a:pt x="52" y="265"/>
                    <a:pt x="52" y="265"/>
                  </a:cubicBezTo>
                  <a:cubicBezTo>
                    <a:pt x="58" y="260"/>
                    <a:pt x="58" y="260"/>
                    <a:pt x="58" y="260"/>
                  </a:cubicBezTo>
                  <a:cubicBezTo>
                    <a:pt x="63" y="270"/>
                    <a:pt x="63" y="270"/>
                    <a:pt x="63" y="270"/>
                  </a:cubicBezTo>
                  <a:cubicBezTo>
                    <a:pt x="68" y="273"/>
                    <a:pt x="68" y="273"/>
                    <a:pt x="68" y="273"/>
                  </a:cubicBezTo>
                  <a:cubicBezTo>
                    <a:pt x="76" y="273"/>
                    <a:pt x="76" y="273"/>
                    <a:pt x="76" y="273"/>
                  </a:cubicBezTo>
                  <a:cubicBezTo>
                    <a:pt x="82" y="272"/>
                    <a:pt x="82" y="272"/>
                    <a:pt x="82" y="272"/>
                  </a:cubicBezTo>
                  <a:cubicBezTo>
                    <a:pt x="84" y="272"/>
                    <a:pt x="84" y="272"/>
                    <a:pt x="84" y="272"/>
                  </a:cubicBezTo>
                  <a:cubicBezTo>
                    <a:pt x="98" y="274"/>
                    <a:pt x="98" y="274"/>
                    <a:pt x="98" y="274"/>
                  </a:cubicBezTo>
                  <a:cubicBezTo>
                    <a:pt x="98" y="274"/>
                    <a:pt x="98" y="274"/>
                    <a:pt x="98" y="274"/>
                  </a:cubicBezTo>
                  <a:cubicBezTo>
                    <a:pt x="98" y="275"/>
                    <a:pt x="98" y="275"/>
                    <a:pt x="98" y="275"/>
                  </a:cubicBezTo>
                  <a:cubicBezTo>
                    <a:pt x="104" y="278"/>
                    <a:pt x="104" y="278"/>
                    <a:pt x="104" y="278"/>
                  </a:cubicBezTo>
                  <a:cubicBezTo>
                    <a:pt x="104" y="278"/>
                    <a:pt x="104" y="278"/>
                    <a:pt x="104" y="278"/>
                  </a:cubicBezTo>
                  <a:cubicBezTo>
                    <a:pt x="104" y="278"/>
                    <a:pt x="104" y="278"/>
                    <a:pt x="104" y="278"/>
                  </a:cubicBezTo>
                  <a:cubicBezTo>
                    <a:pt x="104" y="279"/>
                    <a:pt x="104" y="279"/>
                    <a:pt x="104" y="279"/>
                  </a:cubicBezTo>
                  <a:cubicBezTo>
                    <a:pt x="110" y="283"/>
                    <a:pt x="110" y="283"/>
                    <a:pt x="110" y="283"/>
                  </a:cubicBezTo>
                  <a:cubicBezTo>
                    <a:pt x="110" y="283"/>
                    <a:pt x="110" y="283"/>
                    <a:pt x="110" y="283"/>
                  </a:cubicBezTo>
                  <a:cubicBezTo>
                    <a:pt x="113" y="287"/>
                    <a:pt x="113" y="287"/>
                    <a:pt x="113" y="287"/>
                  </a:cubicBezTo>
                  <a:cubicBezTo>
                    <a:pt x="117" y="289"/>
                    <a:pt x="117" y="289"/>
                    <a:pt x="117" y="289"/>
                  </a:cubicBezTo>
                  <a:cubicBezTo>
                    <a:pt x="124" y="288"/>
                    <a:pt x="124" y="288"/>
                    <a:pt x="124" y="288"/>
                  </a:cubicBezTo>
                  <a:cubicBezTo>
                    <a:pt x="124" y="280"/>
                    <a:pt x="124" y="280"/>
                    <a:pt x="124" y="280"/>
                  </a:cubicBezTo>
                  <a:cubicBezTo>
                    <a:pt x="120" y="274"/>
                    <a:pt x="120" y="274"/>
                    <a:pt x="120" y="274"/>
                  </a:cubicBezTo>
                  <a:cubicBezTo>
                    <a:pt x="120" y="274"/>
                    <a:pt x="120" y="274"/>
                    <a:pt x="120" y="274"/>
                  </a:cubicBezTo>
                  <a:cubicBezTo>
                    <a:pt x="120" y="274"/>
                    <a:pt x="120" y="274"/>
                    <a:pt x="120" y="274"/>
                  </a:cubicBezTo>
                  <a:cubicBezTo>
                    <a:pt x="118" y="263"/>
                    <a:pt x="118" y="263"/>
                    <a:pt x="118" y="263"/>
                  </a:cubicBezTo>
                  <a:cubicBezTo>
                    <a:pt x="123" y="258"/>
                    <a:pt x="123" y="258"/>
                    <a:pt x="123" y="258"/>
                  </a:cubicBezTo>
                  <a:cubicBezTo>
                    <a:pt x="124" y="257"/>
                    <a:pt x="124" y="257"/>
                    <a:pt x="124" y="257"/>
                  </a:cubicBezTo>
                  <a:cubicBezTo>
                    <a:pt x="124" y="257"/>
                    <a:pt x="124" y="257"/>
                    <a:pt x="124" y="257"/>
                  </a:cubicBezTo>
                  <a:cubicBezTo>
                    <a:pt x="129" y="256"/>
                    <a:pt x="129" y="256"/>
                    <a:pt x="129" y="256"/>
                  </a:cubicBezTo>
                  <a:cubicBezTo>
                    <a:pt x="134" y="256"/>
                    <a:pt x="134" y="256"/>
                    <a:pt x="134" y="256"/>
                  </a:cubicBezTo>
                  <a:cubicBezTo>
                    <a:pt x="136" y="254"/>
                    <a:pt x="136" y="254"/>
                    <a:pt x="136" y="254"/>
                  </a:cubicBezTo>
                  <a:cubicBezTo>
                    <a:pt x="132" y="250"/>
                    <a:pt x="132" y="250"/>
                    <a:pt x="132" y="250"/>
                  </a:cubicBezTo>
                  <a:cubicBezTo>
                    <a:pt x="121" y="242"/>
                    <a:pt x="121" y="242"/>
                    <a:pt x="121" y="242"/>
                  </a:cubicBezTo>
                  <a:cubicBezTo>
                    <a:pt x="118" y="238"/>
                    <a:pt x="118" y="238"/>
                    <a:pt x="118" y="238"/>
                  </a:cubicBezTo>
                  <a:cubicBezTo>
                    <a:pt x="118" y="238"/>
                    <a:pt x="118" y="238"/>
                    <a:pt x="118" y="238"/>
                  </a:cubicBezTo>
                  <a:cubicBezTo>
                    <a:pt x="117" y="237"/>
                    <a:pt x="117" y="237"/>
                    <a:pt x="117" y="237"/>
                  </a:cubicBezTo>
                  <a:cubicBezTo>
                    <a:pt x="118" y="236"/>
                    <a:pt x="118" y="236"/>
                    <a:pt x="118" y="236"/>
                  </a:cubicBezTo>
                  <a:cubicBezTo>
                    <a:pt x="121" y="230"/>
                    <a:pt x="121" y="230"/>
                    <a:pt x="121" y="230"/>
                  </a:cubicBezTo>
                  <a:cubicBezTo>
                    <a:pt x="122" y="231"/>
                    <a:pt x="122" y="231"/>
                    <a:pt x="122" y="231"/>
                  </a:cubicBezTo>
                  <a:cubicBezTo>
                    <a:pt x="130" y="233"/>
                    <a:pt x="130" y="233"/>
                    <a:pt x="130" y="233"/>
                  </a:cubicBezTo>
                  <a:cubicBezTo>
                    <a:pt x="151" y="232"/>
                    <a:pt x="151" y="232"/>
                    <a:pt x="151" y="232"/>
                  </a:cubicBezTo>
                  <a:cubicBezTo>
                    <a:pt x="151" y="233"/>
                    <a:pt x="151" y="233"/>
                    <a:pt x="151" y="233"/>
                  </a:cubicBezTo>
                  <a:cubicBezTo>
                    <a:pt x="152" y="233"/>
                    <a:pt x="152" y="233"/>
                    <a:pt x="152" y="233"/>
                  </a:cubicBezTo>
                  <a:cubicBezTo>
                    <a:pt x="158" y="235"/>
                    <a:pt x="158" y="235"/>
                    <a:pt x="158" y="235"/>
                  </a:cubicBezTo>
                  <a:cubicBezTo>
                    <a:pt x="162" y="231"/>
                    <a:pt x="162" y="231"/>
                    <a:pt x="162" y="231"/>
                  </a:cubicBezTo>
                  <a:cubicBezTo>
                    <a:pt x="160" y="219"/>
                    <a:pt x="160" y="219"/>
                    <a:pt x="160" y="219"/>
                  </a:cubicBezTo>
                  <a:cubicBezTo>
                    <a:pt x="152" y="214"/>
                    <a:pt x="152" y="214"/>
                    <a:pt x="152" y="214"/>
                  </a:cubicBezTo>
                  <a:cubicBezTo>
                    <a:pt x="146" y="210"/>
                    <a:pt x="144" y="202"/>
                    <a:pt x="145" y="187"/>
                  </a:cubicBezTo>
                  <a:cubicBezTo>
                    <a:pt x="138" y="184"/>
                    <a:pt x="138" y="184"/>
                    <a:pt x="138" y="184"/>
                  </a:cubicBezTo>
                  <a:cubicBezTo>
                    <a:pt x="138" y="184"/>
                    <a:pt x="138" y="184"/>
                    <a:pt x="138" y="184"/>
                  </a:cubicBezTo>
                  <a:cubicBezTo>
                    <a:pt x="137" y="184"/>
                    <a:pt x="137" y="184"/>
                    <a:pt x="137" y="184"/>
                  </a:cubicBezTo>
                  <a:cubicBezTo>
                    <a:pt x="137" y="183"/>
                    <a:pt x="137" y="183"/>
                    <a:pt x="137" y="183"/>
                  </a:cubicBezTo>
                  <a:cubicBezTo>
                    <a:pt x="137" y="182"/>
                    <a:pt x="137" y="182"/>
                    <a:pt x="137" y="182"/>
                  </a:cubicBezTo>
                  <a:cubicBezTo>
                    <a:pt x="136" y="172"/>
                    <a:pt x="136" y="172"/>
                    <a:pt x="136" y="172"/>
                  </a:cubicBezTo>
                  <a:cubicBezTo>
                    <a:pt x="144" y="131"/>
                    <a:pt x="144" y="131"/>
                    <a:pt x="144" y="131"/>
                  </a:cubicBezTo>
                  <a:cubicBezTo>
                    <a:pt x="141" y="119"/>
                    <a:pt x="139" y="111"/>
                    <a:pt x="139" y="107"/>
                  </a:cubicBezTo>
                  <a:cubicBezTo>
                    <a:pt x="138" y="95"/>
                    <a:pt x="138" y="95"/>
                    <a:pt x="138" y="95"/>
                  </a:cubicBezTo>
                  <a:cubicBezTo>
                    <a:pt x="139" y="82"/>
                    <a:pt x="139" y="82"/>
                    <a:pt x="139" y="82"/>
                  </a:cubicBezTo>
                  <a:cubicBezTo>
                    <a:pt x="139" y="81"/>
                    <a:pt x="139" y="81"/>
                    <a:pt x="139" y="81"/>
                  </a:cubicBezTo>
                  <a:cubicBezTo>
                    <a:pt x="140" y="80"/>
                    <a:pt x="140" y="80"/>
                    <a:pt x="140" y="80"/>
                  </a:cubicBezTo>
                  <a:cubicBezTo>
                    <a:pt x="140" y="80"/>
                    <a:pt x="140" y="80"/>
                    <a:pt x="140" y="80"/>
                  </a:cubicBezTo>
                  <a:cubicBezTo>
                    <a:pt x="148" y="74"/>
                    <a:pt x="148" y="74"/>
                    <a:pt x="148" y="74"/>
                  </a:cubicBezTo>
                  <a:cubicBezTo>
                    <a:pt x="148" y="68"/>
                    <a:pt x="148" y="68"/>
                    <a:pt x="148" y="68"/>
                  </a:cubicBezTo>
                  <a:cubicBezTo>
                    <a:pt x="148" y="66"/>
                    <a:pt x="147" y="64"/>
                    <a:pt x="145" y="61"/>
                  </a:cubicBezTo>
                  <a:cubicBezTo>
                    <a:pt x="140" y="55"/>
                    <a:pt x="140" y="55"/>
                    <a:pt x="140" y="55"/>
                  </a:cubicBezTo>
                  <a:cubicBezTo>
                    <a:pt x="139" y="55"/>
                    <a:pt x="139" y="55"/>
                    <a:pt x="139" y="55"/>
                  </a:cubicBezTo>
                  <a:cubicBezTo>
                    <a:pt x="139" y="54"/>
                    <a:pt x="139" y="54"/>
                    <a:pt x="139" y="54"/>
                  </a:cubicBezTo>
                  <a:cubicBezTo>
                    <a:pt x="138" y="44"/>
                    <a:pt x="138" y="44"/>
                    <a:pt x="138" y="44"/>
                  </a:cubicBezTo>
                  <a:cubicBezTo>
                    <a:pt x="138" y="44"/>
                    <a:pt x="138" y="44"/>
                    <a:pt x="138" y="44"/>
                  </a:cubicBezTo>
                  <a:cubicBezTo>
                    <a:pt x="138" y="44"/>
                    <a:pt x="138" y="44"/>
                    <a:pt x="138" y="44"/>
                  </a:cubicBezTo>
                  <a:cubicBezTo>
                    <a:pt x="138" y="43"/>
                    <a:pt x="138" y="43"/>
                    <a:pt x="138" y="43"/>
                  </a:cubicBezTo>
                  <a:cubicBezTo>
                    <a:pt x="138" y="43"/>
                    <a:pt x="138" y="43"/>
                    <a:pt x="138" y="43"/>
                  </a:cubicBezTo>
                  <a:cubicBezTo>
                    <a:pt x="149" y="30"/>
                    <a:pt x="149" y="30"/>
                    <a:pt x="149" y="30"/>
                  </a:cubicBezTo>
                  <a:cubicBezTo>
                    <a:pt x="149" y="24"/>
                    <a:pt x="149" y="24"/>
                    <a:pt x="149" y="24"/>
                  </a:cubicBezTo>
                  <a:cubicBezTo>
                    <a:pt x="146" y="18"/>
                    <a:pt x="146" y="18"/>
                    <a:pt x="146" y="18"/>
                  </a:cubicBezTo>
                  <a:cubicBezTo>
                    <a:pt x="146" y="18"/>
                    <a:pt x="146" y="18"/>
                    <a:pt x="146" y="18"/>
                  </a:cubicBezTo>
                  <a:cubicBezTo>
                    <a:pt x="145" y="17"/>
                    <a:pt x="145" y="17"/>
                    <a:pt x="145" y="17"/>
                  </a:cubicBezTo>
                  <a:cubicBezTo>
                    <a:pt x="150" y="10"/>
                    <a:pt x="150" y="10"/>
                    <a:pt x="150" y="10"/>
                  </a:cubicBezTo>
                  <a:cubicBezTo>
                    <a:pt x="150" y="10"/>
                    <a:pt x="150" y="10"/>
                    <a:pt x="150" y="10"/>
                  </a:cubicBezTo>
                  <a:cubicBezTo>
                    <a:pt x="151" y="10"/>
                    <a:pt x="151" y="10"/>
                    <a:pt x="151" y="10"/>
                  </a:cubicBezTo>
                  <a:cubicBezTo>
                    <a:pt x="156" y="6"/>
                    <a:pt x="156" y="6"/>
                    <a:pt x="156" y="6"/>
                  </a:cubicBezTo>
                  <a:cubicBezTo>
                    <a:pt x="156" y="0"/>
                    <a:pt x="156" y="0"/>
                    <a:pt x="156" y="0"/>
                  </a:cubicBezTo>
                  <a:cubicBezTo>
                    <a:pt x="153" y="0"/>
                    <a:pt x="153" y="0"/>
                    <a:pt x="153" y="0"/>
                  </a:cubicBezTo>
                  <a:cubicBezTo>
                    <a:pt x="148" y="0"/>
                    <a:pt x="148" y="0"/>
                    <a:pt x="148" y="0"/>
                  </a:cubicBezTo>
                  <a:cubicBezTo>
                    <a:pt x="146" y="9"/>
                    <a:pt x="146" y="9"/>
                    <a:pt x="146" y="9"/>
                  </a:cubicBezTo>
                  <a:cubicBezTo>
                    <a:pt x="145" y="9"/>
                    <a:pt x="145" y="9"/>
                    <a:pt x="145" y="9"/>
                  </a:cubicBezTo>
                  <a:cubicBezTo>
                    <a:pt x="134" y="5"/>
                    <a:pt x="134" y="5"/>
                    <a:pt x="134" y="5"/>
                  </a:cubicBezTo>
                  <a:cubicBezTo>
                    <a:pt x="128" y="4"/>
                    <a:pt x="128" y="4"/>
                    <a:pt x="128" y="4"/>
                  </a:cubicBezTo>
                  <a:cubicBezTo>
                    <a:pt x="130" y="14"/>
                    <a:pt x="130" y="14"/>
                    <a:pt x="130" y="14"/>
                  </a:cubicBezTo>
                  <a:cubicBezTo>
                    <a:pt x="122" y="16"/>
                    <a:pt x="122" y="16"/>
                    <a:pt x="122" y="16"/>
                  </a:cubicBezTo>
                  <a:cubicBezTo>
                    <a:pt x="109" y="23"/>
                    <a:pt x="109" y="23"/>
                    <a:pt x="109" y="23"/>
                  </a:cubicBezTo>
                  <a:cubicBezTo>
                    <a:pt x="105" y="28"/>
                    <a:pt x="105" y="28"/>
                    <a:pt x="105" y="28"/>
                  </a:cubicBezTo>
                  <a:cubicBezTo>
                    <a:pt x="105" y="28"/>
                    <a:pt x="105" y="28"/>
                    <a:pt x="105" y="28"/>
                  </a:cubicBezTo>
                  <a:cubicBezTo>
                    <a:pt x="105" y="29"/>
                    <a:pt x="105" y="29"/>
                    <a:pt x="105" y="29"/>
                  </a:cubicBezTo>
                  <a:cubicBezTo>
                    <a:pt x="104" y="29"/>
                    <a:pt x="104" y="29"/>
                    <a:pt x="104" y="29"/>
                  </a:cubicBezTo>
                  <a:cubicBezTo>
                    <a:pt x="98" y="35"/>
                    <a:pt x="98" y="35"/>
                    <a:pt x="98" y="35"/>
                  </a:cubicBezTo>
                  <a:cubicBezTo>
                    <a:pt x="96" y="44"/>
                    <a:pt x="96" y="44"/>
                    <a:pt x="96" y="44"/>
                  </a:cubicBezTo>
                  <a:cubicBezTo>
                    <a:pt x="96" y="45"/>
                    <a:pt x="96" y="45"/>
                    <a:pt x="96" y="45"/>
                  </a:cubicBezTo>
                  <a:cubicBezTo>
                    <a:pt x="93" y="59"/>
                    <a:pt x="93" y="59"/>
                    <a:pt x="93" y="59"/>
                  </a:cubicBezTo>
                  <a:cubicBezTo>
                    <a:pt x="93" y="59"/>
                    <a:pt x="93" y="59"/>
                    <a:pt x="93" y="59"/>
                  </a:cubicBezTo>
                  <a:cubicBezTo>
                    <a:pt x="92" y="65"/>
                    <a:pt x="92" y="65"/>
                    <a:pt x="92" y="65"/>
                  </a:cubicBezTo>
                  <a:cubicBezTo>
                    <a:pt x="92" y="66"/>
                    <a:pt x="92" y="66"/>
                    <a:pt x="92" y="66"/>
                  </a:cubicBezTo>
                  <a:cubicBezTo>
                    <a:pt x="92" y="66"/>
                    <a:pt x="92" y="66"/>
                    <a:pt x="92" y="66"/>
                  </a:cubicBezTo>
                  <a:cubicBezTo>
                    <a:pt x="91" y="66"/>
                    <a:pt x="91" y="66"/>
                    <a:pt x="91" y="66"/>
                  </a:cubicBezTo>
                  <a:cubicBezTo>
                    <a:pt x="87" y="72"/>
                    <a:pt x="87" y="72"/>
                    <a:pt x="87" y="72"/>
                  </a:cubicBezTo>
                  <a:cubicBezTo>
                    <a:pt x="86" y="72"/>
                    <a:pt x="86" y="72"/>
                    <a:pt x="86" y="72"/>
                  </a:cubicBezTo>
                  <a:cubicBezTo>
                    <a:pt x="86" y="72"/>
                    <a:pt x="86" y="72"/>
                    <a:pt x="86" y="72"/>
                  </a:cubicBezTo>
                  <a:cubicBezTo>
                    <a:pt x="86" y="73"/>
                    <a:pt x="86" y="73"/>
                    <a:pt x="86" y="73"/>
                  </a:cubicBezTo>
                  <a:cubicBezTo>
                    <a:pt x="86" y="73"/>
                    <a:pt x="86" y="73"/>
                    <a:pt x="86" y="73"/>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61" y="69"/>
                    <a:pt x="61" y="69"/>
                    <a:pt x="61" y="69"/>
                  </a:cubicBezTo>
                  <a:cubicBezTo>
                    <a:pt x="61" y="69"/>
                    <a:pt x="61" y="69"/>
                    <a:pt x="61" y="69"/>
                  </a:cubicBezTo>
                  <a:lnTo>
                    <a:pt x="54" y="66"/>
                  </a:lnTo>
                  <a:close/>
                </a:path>
              </a:pathLst>
            </a:custGeom>
            <a:solidFill>
              <a:schemeClr val="accent4"/>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7"/>
            <p:cNvSpPr>
              <a:spLocks/>
            </p:cNvSpPr>
            <p:nvPr/>
          </p:nvSpPr>
          <p:spPr bwMode="auto">
            <a:xfrm>
              <a:off x="4365626" y="2865090"/>
              <a:ext cx="406400" cy="890588"/>
            </a:xfrm>
            <a:custGeom>
              <a:avLst/>
              <a:gdLst>
                <a:gd name="T0" fmla="*/ 100 w 108"/>
                <a:gd name="T1" fmla="*/ 4 h 237"/>
                <a:gd name="T2" fmla="*/ 94 w 108"/>
                <a:gd name="T3" fmla="*/ 6 h 237"/>
                <a:gd name="T4" fmla="*/ 88 w 108"/>
                <a:gd name="T5" fmla="*/ 12 h 237"/>
                <a:gd name="T6" fmla="*/ 87 w 108"/>
                <a:gd name="T7" fmla="*/ 12 h 237"/>
                <a:gd name="T8" fmla="*/ 68 w 108"/>
                <a:gd name="T9" fmla="*/ 14 h 237"/>
                <a:gd name="T10" fmla="*/ 61 w 108"/>
                <a:gd name="T11" fmla="*/ 20 h 237"/>
                <a:gd name="T12" fmla="*/ 56 w 108"/>
                <a:gd name="T13" fmla="*/ 24 h 237"/>
                <a:gd name="T14" fmla="*/ 46 w 108"/>
                <a:gd name="T15" fmla="*/ 24 h 237"/>
                <a:gd name="T16" fmla="*/ 42 w 108"/>
                <a:gd name="T17" fmla="*/ 38 h 237"/>
                <a:gd name="T18" fmla="*/ 41 w 108"/>
                <a:gd name="T19" fmla="*/ 38 h 237"/>
                <a:gd name="T20" fmla="*/ 33 w 108"/>
                <a:gd name="T21" fmla="*/ 46 h 237"/>
                <a:gd name="T22" fmla="*/ 21 w 108"/>
                <a:gd name="T23" fmla="*/ 60 h 237"/>
                <a:gd name="T24" fmla="*/ 14 w 108"/>
                <a:gd name="T25" fmla="*/ 68 h 237"/>
                <a:gd name="T26" fmla="*/ 13 w 108"/>
                <a:gd name="T27" fmla="*/ 77 h 237"/>
                <a:gd name="T28" fmla="*/ 13 w 108"/>
                <a:gd name="T29" fmla="*/ 85 h 237"/>
                <a:gd name="T30" fmla="*/ 8 w 108"/>
                <a:gd name="T31" fmla="*/ 92 h 237"/>
                <a:gd name="T32" fmla="*/ 8 w 108"/>
                <a:gd name="T33" fmla="*/ 112 h 237"/>
                <a:gd name="T34" fmla="*/ 12 w 108"/>
                <a:gd name="T35" fmla="*/ 122 h 237"/>
                <a:gd name="T36" fmla="*/ 11 w 108"/>
                <a:gd name="T37" fmla="*/ 132 h 237"/>
                <a:gd name="T38" fmla="*/ 3 w 108"/>
                <a:gd name="T39" fmla="*/ 162 h 237"/>
                <a:gd name="T40" fmla="*/ 9 w 108"/>
                <a:gd name="T41" fmla="*/ 186 h 237"/>
                <a:gd name="T42" fmla="*/ 7 w 108"/>
                <a:gd name="T43" fmla="*/ 237 h 237"/>
                <a:gd name="T44" fmla="*/ 17 w 108"/>
                <a:gd name="T45" fmla="*/ 228 h 237"/>
                <a:gd name="T46" fmla="*/ 56 w 108"/>
                <a:gd name="T47" fmla="*/ 208 h 237"/>
                <a:gd name="T48" fmla="*/ 75 w 108"/>
                <a:gd name="T49" fmla="*/ 210 h 237"/>
                <a:gd name="T50" fmla="*/ 91 w 108"/>
                <a:gd name="T51" fmla="*/ 196 h 237"/>
                <a:gd name="T52" fmla="*/ 95 w 108"/>
                <a:gd name="T53" fmla="*/ 186 h 237"/>
                <a:gd name="T54" fmla="*/ 95 w 108"/>
                <a:gd name="T55" fmla="*/ 184 h 237"/>
                <a:gd name="T56" fmla="*/ 97 w 108"/>
                <a:gd name="T57" fmla="*/ 170 h 237"/>
                <a:gd name="T58" fmla="*/ 98 w 108"/>
                <a:gd name="T59" fmla="*/ 162 h 237"/>
                <a:gd name="T60" fmla="*/ 95 w 108"/>
                <a:gd name="T61" fmla="*/ 140 h 237"/>
                <a:gd name="T62" fmla="*/ 96 w 108"/>
                <a:gd name="T63" fmla="*/ 134 h 237"/>
                <a:gd name="T64" fmla="*/ 108 w 108"/>
                <a:gd name="T65" fmla="*/ 108 h 237"/>
                <a:gd name="T66" fmla="*/ 91 w 108"/>
                <a:gd name="T67" fmla="*/ 92 h 237"/>
                <a:gd name="T68" fmla="*/ 88 w 108"/>
                <a:gd name="T69" fmla="*/ 85 h 237"/>
                <a:gd name="T70" fmla="*/ 90 w 108"/>
                <a:gd name="T71" fmla="*/ 73 h 237"/>
                <a:gd name="T72" fmla="*/ 92 w 108"/>
                <a:gd name="T73" fmla="*/ 65 h 237"/>
                <a:gd name="T74" fmla="*/ 104 w 108"/>
                <a:gd name="T75" fmla="*/ 56 h 237"/>
                <a:gd name="T76" fmla="*/ 107 w 108"/>
                <a:gd name="T77" fmla="*/ 33 h 237"/>
                <a:gd name="T78" fmla="*/ 100 w 108"/>
                <a:gd name="T79" fmla="*/ 32 h 237"/>
                <a:gd name="T80" fmla="*/ 91 w 108"/>
                <a:gd name="T81" fmla="*/ 26 h 237"/>
                <a:gd name="T82" fmla="*/ 90 w 108"/>
                <a:gd name="T83" fmla="*/ 1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237">
                  <a:moveTo>
                    <a:pt x="101" y="12"/>
                  </a:moveTo>
                  <a:cubicBezTo>
                    <a:pt x="102" y="10"/>
                    <a:pt x="102" y="10"/>
                    <a:pt x="102" y="10"/>
                  </a:cubicBezTo>
                  <a:cubicBezTo>
                    <a:pt x="100" y="4"/>
                    <a:pt x="100" y="4"/>
                    <a:pt x="100" y="4"/>
                  </a:cubicBezTo>
                  <a:cubicBezTo>
                    <a:pt x="97" y="0"/>
                    <a:pt x="97" y="0"/>
                    <a:pt x="97" y="0"/>
                  </a:cubicBezTo>
                  <a:cubicBezTo>
                    <a:pt x="94" y="6"/>
                    <a:pt x="94" y="6"/>
                    <a:pt x="94" y="6"/>
                  </a:cubicBezTo>
                  <a:cubicBezTo>
                    <a:pt x="94" y="6"/>
                    <a:pt x="94" y="6"/>
                    <a:pt x="94" y="6"/>
                  </a:cubicBezTo>
                  <a:cubicBezTo>
                    <a:pt x="94" y="6"/>
                    <a:pt x="94" y="6"/>
                    <a:pt x="94" y="6"/>
                  </a:cubicBezTo>
                  <a:cubicBezTo>
                    <a:pt x="94" y="6"/>
                    <a:pt x="94" y="6"/>
                    <a:pt x="94" y="6"/>
                  </a:cubicBezTo>
                  <a:cubicBezTo>
                    <a:pt x="88" y="12"/>
                    <a:pt x="88" y="12"/>
                    <a:pt x="88" y="12"/>
                  </a:cubicBezTo>
                  <a:cubicBezTo>
                    <a:pt x="88" y="12"/>
                    <a:pt x="88" y="12"/>
                    <a:pt x="88" y="12"/>
                  </a:cubicBezTo>
                  <a:cubicBezTo>
                    <a:pt x="88" y="12"/>
                    <a:pt x="88" y="12"/>
                    <a:pt x="88" y="12"/>
                  </a:cubicBezTo>
                  <a:cubicBezTo>
                    <a:pt x="87" y="12"/>
                    <a:pt x="87" y="12"/>
                    <a:pt x="87" y="12"/>
                  </a:cubicBezTo>
                  <a:cubicBezTo>
                    <a:pt x="78" y="15"/>
                    <a:pt x="78" y="15"/>
                    <a:pt x="78" y="15"/>
                  </a:cubicBezTo>
                  <a:cubicBezTo>
                    <a:pt x="77" y="15"/>
                    <a:pt x="77" y="15"/>
                    <a:pt x="77" y="15"/>
                  </a:cubicBezTo>
                  <a:cubicBezTo>
                    <a:pt x="68" y="14"/>
                    <a:pt x="68" y="14"/>
                    <a:pt x="68" y="14"/>
                  </a:cubicBezTo>
                  <a:cubicBezTo>
                    <a:pt x="62" y="15"/>
                    <a:pt x="62" y="15"/>
                    <a:pt x="62" y="15"/>
                  </a:cubicBezTo>
                  <a:cubicBezTo>
                    <a:pt x="61" y="20"/>
                    <a:pt x="61" y="20"/>
                    <a:pt x="61" y="20"/>
                  </a:cubicBezTo>
                  <a:cubicBezTo>
                    <a:pt x="61" y="20"/>
                    <a:pt x="61" y="20"/>
                    <a:pt x="61" y="20"/>
                  </a:cubicBezTo>
                  <a:cubicBezTo>
                    <a:pt x="61" y="20"/>
                    <a:pt x="61" y="20"/>
                    <a:pt x="61" y="20"/>
                  </a:cubicBezTo>
                  <a:cubicBezTo>
                    <a:pt x="56" y="23"/>
                    <a:pt x="56" y="23"/>
                    <a:pt x="56" y="23"/>
                  </a:cubicBezTo>
                  <a:cubicBezTo>
                    <a:pt x="56" y="24"/>
                    <a:pt x="56" y="24"/>
                    <a:pt x="56" y="24"/>
                  </a:cubicBezTo>
                  <a:cubicBezTo>
                    <a:pt x="55" y="24"/>
                    <a:pt x="55" y="24"/>
                    <a:pt x="55" y="24"/>
                  </a:cubicBezTo>
                  <a:cubicBezTo>
                    <a:pt x="47" y="23"/>
                    <a:pt x="47" y="23"/>
                    <a:pt x="47" y="23"/>
                  </a:cubicBezTo>
                  <a:cubicBezTo>
                    <a:pt x="46" y="24"/>
                    <a:pt x="46" y="24"/>
                    <a:pt x="46" y="24"/>
                  </a:cubicBezTo>
                  <a:cubicBezTo>
                    <a:pt x="46" y="32"/>
                    <a:pt x="46" y="32"/>
                    <a:pt x="46" y="32"/>
                  </a:cubicBezTo>
                  <a:cubicBezTo>
                    <a:pt x="46" y="32"/>
                    <a:pt x="46" y="32"/>
                    <a:pt x="46" y="32"/>
                  </a:cubicBezTo>
                  <a:cubicBezTo>
                    <a:pt x="42" y="38"/>
                    <a:pt x="42" y="38"/>
                    <a:pt x="42" y="38"/>
                  </a:cubicBezTo>
                  <a:cubicBezTo>
                    <a:pt x="42" y="38"/>
                    <a:pt x="42" y="38"/>
                    <a:pt x="42" y="38"/>
                  </a:cubicBezTo>
                  <a:cubicBezTo>
                    <a:pt x="42" y="38"/>
                    <a:pt x="42" y="38"/>
                    <a:pt x="42" y="38"/>
                  </a:cubicBezTo>
                  <a:cubicBezTo>
                    <a:pt x="41" y="38"/>
                    <a:pt x="41" y="38"/>
                    <a:pt x="41" y="38"/>
                  </a:cubicBezTo>
                  <a:cubicBezTo>
                    <a:pt x="34" y="46"/>
                    <a:pt x="34" y="46"/>
                    <a:pt x="34" y="46"/>
                  </a:cubicBezTo>
                  <a:cubicBezTo>
                    <a:pt x="33" y="46"/>
                    <a:pt x="33" y="46"/>
                    <a:pt x="33" y="46"/>
                  </a:cubicBezTo>
                  <a:cubicBezTo>
                    <a:pt x="33" y="46"/>
                    <a:pt x="33" y="46"/>
                    <a:pt x="33" y="46"/>
                  </a:cubicBezTo>
                  <a:cubicBezTo>
                    <a:pt x="25" y="48"/>
                    <a:pt x="25" y="48"/>
                    <a:pt x="25" y="48"/>
                  </a:cubicBezTo>
                  <a:cubicBezTo>
                    <a:pt x="20" y="53"/>
                    <a:pt x="20" y="53"/>
                    <a:pt x="20" y="53"/>
                  </a:cubicBezTo>
                  <a:cubicBezTo>
                    <a:pt x="21" y="60"/>
                    <a:pt x="21" y="60"/>
                    <a:pt x="21" y="60"/>
                  </a:cubicBezTo>
                  <a:cubicBezTo>
                    <a:pt x="21" y="62"/>
                    <a:pt x="21" y="62"/>
                    <a:pt x="21" y="62"/>
                  </a:cubicBezTo>
                  <a:cubicBezTo>
                    <a:pt x="20" y="62"/>
                    <a:pt x="20" y="62"/>
                    <a:pt x="20" y="62"/>
                  </a:cubicBezTo>
                  <a:cubicBezTo>
                    <a:pt x="14" y="68"/>
                    <a:pt x="14" y="68"/>
                    <a:pt x="14" y="68"/>
                  </a:cubicBezTo>
                  <a:cubicBezTo>
                    <a:pt x="10" y="72"/>
                    <a:pt x="10" y="72"/>
                    <a:pt x="10" y="72"/>
                  </a:cubicBezTo>
                  <a:cubicBezTo>
                    <a:pt x="13" y="77"/>
                    <a:pt x="13" y="77"/>
                    <a:pt x="13" y="77"/>
                  </a:cubicBezTo>
                  <a:cubicBezTo>
                    <a:pt x="13" y="77"/>
                    <a:pt x="13" y="77"/>
                    <a:pt x="13" y="77"/>
                  </a:cubicBezTo>
                  <a:cubicBezTo>
                    <a:pt x="13" y="78"/>
                    <a:pt x="13" y="78"/>
                    <a:pt x="13" y="78"/>
                  </a:cubicBezTo>
                  <a:cubicBezTo>
                    <a:pt x="13" y="85"/>
                    <a:pt x="13" y="85"/>
                    <a:pt x="13" y="85"/>
                  </a:cubicBezTo>
                  <a:cubicBezTo>
                    <a:pt x="13" y="85"/>
                    <a:pt x="13" y="85"/>
                    <a:pt x="13" y="85"/>
                  </a:cubicBezTo>
                  <a:cubicBezTo>
                    <a:pt x="13" y="86"/>
                    <a:pt x="13" y="86"/>
                    <a:pt x="13" y="86"/>
                  </a:cubicBezTo>
                  <a:cubicBezTo>
                    <a:pt x="8" y="92"/>
                    <a:pt x="8" y="92"/>
                    <a:pt x="8" y="92"/>
                  </a:cubicBezTo>
                  <a:cubicBezTo>
                    <a:pt x="8" y="92"/>
                    <a:pt x="8" y="92"/>
                    <a:pt x="8" y="92"/>
                  </a:cubicBezTo>
                  <a:cubicBezTo>
                    <a:pt x="2" y="99"/>
                    <a:pt x="2" y="99"/>
                    <a:pt x="2" y="99"/>
                  </a:cubicBezTo>
                  <a:cubicBezTo>
                    <a:pt x="3" y="107"/>
                    <a:pt x="3" y="107"/>
                    <a:pt x="3" y="107"/>
                  </a:cubicBezTo>
                  <a:cubicBezTo>
                    <a:pt x="8" y="112"/>
                    <a:pt x="8" y="112"/>
                    <a:pt x="8" y="112"/>
                  </a:cubicBezTo>
                  <a:cubicBezTo>
                    <a:pt x="8" y="112"/>
                    <a:pt x="8" y="112"/>
                    <a:pt x="8" y="112"/>
                  </a:cubicBezTo>
                  <a:cubicBezTo>
                    <a:pt x="8" y="112"/>
                    <a:pt x="8" y="112"/>
                    <a:pt x="8" y="112"/>
                  </a:cubicBezTo>
                  <a:cubicBezTo>
                    <a:pt x="11" y="116"/>
                    <a:pt x="12" y="120"/>
                    <a:pt x="12" y="122"/>
                  </a:cubicBezTo>
                  <a:cubicBezTo>
                    <a:pt x="12" y="131"/>
                    <a:pt x="12" y="131"/>
                    <a:pt x="12" y="131"/>
                  </a:cubicBezTo>
                  <a:cubicBezTo>
                    <a:pt x="12" y="131"/>
                    <a:pt x="12" y="131"/>
                    <a:pt x="12" y="131"/>
                  </a:cubicBezTo>
                  <a:cubicBezTo>
                    <a:pt x="11" y="132"/>
                    <a:pt x="11" y="132"/>
                    <a:pt x="11" y="132"/>
                  </a:cubicBezTo>
                  <a:cubicBezTo>
                    <a:pt x="3" y="138"/>
                    <a:pt x="3" y="138"/>
                    <a:pt x="3" y="138"/>
                  </a:cubicBezTo>
                  <a:cubicBezTo>
                    <a:pt x="2" y="150"/>
                    <a:pt x="2" y="150"/>
                    <a:pt x="2" y="150"/>
                  </a:cubicBezTo>
                  <a:cubicBezTo>
                    <a:pt x="3" y="162"/>
                    <a:pt x="3" y="162"/>
                    <a:pt x="3" y="162"/>
                  </a:cubicBezTo>
                  <a:cubicBezTo>
                    <a:pt x="3" y="166"/>
                    <a:pt x="5" y="173"/>
                    <a:pt x="9" y="184"/>
                  </a:cubicBezTo>
                  <a:cubicBezTo>
                    <a:pt x="9" y="185"/>
                    <a:pt x="9" y="185"/>
                    <a:pt x="9" y="185"/>
                  </a:cubicBezTo>
                  <a:cubicBezTo>
                    <a:pt x="9" y="186"/>
                    <a:pt x="9" y="186"/>
                    <a:pt x="9" y="186"/>
                  </a:cubicBezTo>
                  <a:cubicBezTo>
                    <a:pt x="0" y="226"/>
                    <a:pt x="0" y="226"/>
                    <a:pt x="0" y="226"/>
                  </a:cubicBezTo>
                  <a:cubicBezTo>
                    <a:pt x="1" y="234"/>
                    <a:pt x="1" y="234"/>
                    <a:pt x="1" y="234"/>
                  </a:cubicBezTo>
                  <a:cubicBezTo>
                    <a:pt x="7" y="237"/>
                    <a:pt x="7" y="237"/>
                    <a:pt x="7" y="237"/>
                  </a:cubicBezTo>
                  <a:cubicBezTo>
                    <a:pt x="16" y="228"/>
                    <a:pt x="16" y="228"/>
                    <a:pt x="16" y="228"/>
                  </a:cubicBezTo>
                  <a:cubicBezTo>
                    <a:pt x="16" y="228"/>
                    <a:pt x="16" y="228"/>
                    <a:pt x="16" y="228"/>
                  </a:cubicBezTo>
                  <a:cubicBezTo>
                    <a:pt x="17" y="228"/>
                    <a:pt x="17" y="228"/>
                    <a:pt x="17" y="228"/>
                  </a:cubicBezTo>
                  <a:cubicBezTo>
                    <a:pt x="48" y="216"/>
                    <a:pt x="48" y="216"/>
                    <a:pt x="48" y="216"/>
                  </a:cubicBezTo>
                  <a:cubicBezTo>
                    <a:pt x="56" y="208"/>
                    <a:pt x="56" y="208"/>
                    <a:pt x="56" y="208"/>
                  </a:cubicBezTo>
                  <a:cubicBezTo>
                    <a:pt x="56" y="208"/>
                    <a:pt x="56" y="208"/>
                    <a:pt x="56" y="208"/>
                  </a:cubicBezTo>
                  <a:cubicBezTo>
                    <a:pt x="57" y="208"/>
                    <a:pt x="57" y="208"/>
                    <a:pt x="57" y="208"/>
                  </a:cubicBezTo>
                  <a:cubicBezTo>
                    <a:pt x="58" y="208"/>
                    <a:pt x="58" y="208"/>
                    <a:pt x="58" y="208"/>
                  </a:cubicBezTo>
                  <a:cubicBezTo>
                    <a:pt x="75" y="210"/>
                    <a:pt x="75" y="210"/>
                    <a:pt x="75" y="210"/>
                  </a:cubicBezTo>
                  <a:cubicBezTo>
                    <a:pt x="78" y="210"/>
                    <a:pt x="83" y="208"/>
                    <a:pt x="90" y="204"/>
                  </a:cubicBezTo>
                  <a:cubicBezTo>
                    <a:pt x="90" y="196"/>
                    <a:pt x="90" y="196"/>
                    <a:pt x="90" y="196"/>
                  </a:cubicBezTo>
                  <a:cubicBezTo>
                    <a:pt x="91" y="196"/>
                    <a:pt x="91" y="196"/>
                    <a:pt x="91" y="196"/>
                  </a:cubicBezTo>
                  <a:cubicBezTo>
                    <a:pt x="91" y="196"/>
                    <a:pt x="91" y="196"/>
                    <a:pt x="91" y="196"/>
                  </a:cubicBezTo>
                  <a:cubicBezTo>
                    <a:pt x="96" y="191"/>
                    <a:pt x="96" y="191"/>
                    <a:pt x="96" y="191"/>
                  </a:cubicBezTo>
                  <a:cubicBezTo>
                    <a:pt x="95" y="186"/>
                    <a:pt x="95" y="186"/>
                    <a:pt x="95" y="186"/>
                  </a:cubicBezTo>
                  <a:cubicBezTo>
                    <a:pt x="95" y="186"/>
                    <a:pt x="95" y="186"/>
                    <a:pt x="95" y="186"/>
                  </a:cubicBezTo>
                  <a:cubicBezTo>
                    <a:pt x="95" y="185"/>
                    <a:pt x="95" y="185"/>
                    <a:pt x="95" y="185"/>
                  </a:cubicBezTo>
                  <a:cubicBezTo>
                    <a:pt x="95" y="184"/>
                    <a:pt x="95" y="184"/>
                    <a:pt x="95" y="184"/>
                  </a:cubicBezTo>
                  <a:cubicBezTo>
                    <a:pt x="95" y="184"/>
                    <a:pt x="95" y="184"/>
                    <a:pt x="95" y="184"/>
                  </a:cubicBezTo>
                  <a:cubicBezTo>
                    <a:pt x="97" y="182"/>
                    <a:pt x="97" y="181"/>
                    <a:pt x="96" y="180"/>
                  </a:cubicBezTo>
                  <a:cubicBezTo>
                    <a:pt x="94" y="177"/>
                    <a:pt x="95" y="174"/>
                    <a:pt x="97" y="170"/>
                  </a:cubicBezTo>
                  <a:cubicBezTo>
                    <a:pt x="99" y="168"/>
                    <a:pt x="99" y="168"/>
                    <a:pt x="99" y="168"/>
                  </a:cubicBezTo>
                  <a:cubicBezTo>
                    <a:pt x="99" y="168"/>
                    <a:pt x="99" y="168"/>
                    <a:pt x="99" y="168"/>
                  </a:cubicBezTo>
                  <a:cubicBezTo>
                    <a:pt x="98" y="162"/>
                    <a:pt x="98" y="162"/>
                    <a:pt x="98" y="162"/>
                  </a:cubicBezTo>
                  <a:cubicBezTo>
                    <a:pt x="92" y="155"/>
                    <a:pt x="92" y="155"/>
                    <a:pt x="92" y="155"/>
                  </a:cubicBezTo>
                  <a:cubicBezTo>
                    <a:pt x="90" y="153"/>
                    <a:pt x="89" y="150"/>
                    <a:pt x="91" y="147"/>
                  </a:cubicBezTo>
                  <a:cubicBezTo>
                    <a:pt x="92" y="145"/>
                    <a:pt x="93" y="142"/>
                    <a:pt x="95" y="140"/>
                  </a:cubicBezTo>
                  <a:cubicBezTo>
                    <a:pt x="96" y="134"/>
                    <a:pt x="96" y="134"/>
                    <a:pt x="96" y="134"/>
                  </a:cubicBezTo>
                  <a:cubicBezTo>
                    <a:pt x="96" y="134"/>
                    <a:pt x="96" y="134"/>
                    <a:pt x="96" y="134"/>
                  </a:cubicBezTo>
                  <a:cubicBezTo>
                    <a:pt x="96" y="134"/>
                    <a:pt x="96" y="134"/>
                    <a:pt x="96" y="134"/>
                  </a:cubicBezTo>
                  <a:cubicBezTo>
                    <a:pt x="101" y="124"/>
                    <a:pt x="101" y="124"/>
                    <a:pt x="101" y="124"/>
                  </a:cubicBezTo>
                  <a:cubicBezTo>
                    <a:pt x="102" y="120"/>
                    <a:pt x="102" y="120"/>
                    <a:pt x="102" y="120"/>
                  </a:cubicBezTo>
                  <a:cubicBezTo>
                    <a:pt x="108" y="108"/>
                    <a:pt x="108" y="108"/>
                    <a:pt x="108" y="108"/>
                  </a:cubicBezTo>
                  <a:cubicBezTo>
                    <a:pt x="104" y="100"/>
                    <a:pt x="104" y="100"/>
                    <a:pt x="104" y="100"/>
                  </a:cubicBezTo>
                  <a:cubicBezTo>
                    <a:pt x="92" y="92"/>
                    <a:pt x="92" y="92"/>
                    <a:pt x="92" y="92"/>
                  </a:cubicBezTo>
                  <a:cubicBezTo>
                    <a:pt x="91" y="92"/>
                    <a:pt x="91" y="92"/>
                    <a:pt x="91" y="92"/>
                  </a:cubicBezTo>
                  <a:cubicBezTo>
                    <a:pt x="91" y="92"/>
                    <a:pt x="91" y="92"/>
                    <a:pt x="91" y="92"/>
                  </a:cubicBezTo>
                  <a:cubicBezTo>
                    <a:pt x="91" y="92"/>
                    <a:pt x="91" y="92"/>
                    <a:pt x="91" y="92"/>
                  </a:cubicBezTo>
                  <a:cubicBezTo>
                    <a:pt x="88" y="85"/>
                    <a:pt x="88" y="85"/>
                    <a:pt x="88" y="85"/>
                  </a:cubicBezTo>
                  <a:cubicBezTo>
                    <a:pt x="88" y="85"/>
                    <a:pt x="88" y="85"/>
                    <a:pt x="88" y="85"/>
                  </a:cubicBezTo>
                  <a:cubicBezTo>
                    <a:pt x="88" y="84"/>
                    <a:pt x="88" y="84"/>
                    <a:pt x="88" y="84"/>
                  </a:cubicBezTo>
                  <a:cubicBezTo>
                    <a:pt x="90" y="73"/>
                    <a:pt x="90" y="73"/>
                    <a:pt x="90" y="73"/>
                  </a:cubicBezTo>
                  <a:cubicBezTo>
                    <a:pt x="90" y="73"/>
                    <a:pt x="90" y="73"/>
                    <a:pt x="90" y="73"/>
                  </a:cubicBezTo>
                  <a:cubicBezTo>
                    <a:pt x="90" y="73"/>
                    <a:pt x="90" y="73"/>
                    <a:pt x="90" y="73"/>
                  </a:cubicBezTo>
                  <a:cubicBezTo>
                    <a:pt x="92" y="65"/>
                    <a:pt x="92" y="65"/>
                    <a:pt x="92" y="65"/>
                  </a:cubicBezTo>
                  <a:cubicBezTo>
                    <a:pt x="92" y="62"/>
                    <a:pt x="92" y="60"/>
                    <a:pt x="94" y="58"/>
                  </a:cubicBezTo>
                  <a:cubicBezTo>
                    <a:pt x="94" y="58"/>
                    <a:pt x="96" y="57"/>
                    <a:pt x="97" y="57"/>
                  </a:cubicBezTo>
                  <a:cubicBezTo>
                    <a:pt x="104" y="56"/>
                    <a:pt x="104" y="56"/>
                    <a:pt x="104" y="56"/>
                  </a:cubicBezTo>
                  <a:cubicBezTo>
                    <a:pt x="106" y="51"/>
                    <a:pt x="106" y="51"/>
                    <a:pt x="106" y="51"/>
                  </a:cubicBezTo>
                  <a:cubicBezTo>
                    <a:pt x="108" y="38"/>
                    <a:pt x="108" y="38"/>
                    <a:pt x="108" y="38"/>
                  </a:cubicBezTo>
                  <a:cubicBezTo>
                    <a:pt x="107" y="33"/>
                    <a:pt x="107" y="33"/>
                    <a:pt x="107" y="33"/>
                  </a:cubicBezTo>
                  <a:cubicBezTo>
                    <a:pt x="100" y="32"/>
                    <a:pt x="100" y="32"/>
                    <a:pt x="100" y="32"/>
                  </a:cubicBezTo>
                  <a:cubicBezTo>
                    <a:pt x="100" y="32"/>
                    <a:pt x="100" y="32"/>
                    <a:pt x="100" y="32"/>
                  </a:cubicBezTo>
                  <a:cubicBezTo>
                    <a:pt x="100" y="32"/>
                    <a:pt x="100" y="32"/>
                    <a:pt x="100" y="32"/>
                  </a:cubicBezTo>
                  <a:cubicBezTo>
                    <a:pt x="92" y="28"/>
                    <a:pt x="92" y="28"/>
                    <a:pt x="92" y="28"/>
                  </a:cubicBezTo>
                  <a:cubicBezTo>
                    <a:pt x="91" y="27"/>
                    <a:pt x="91" y="27"/>
                    <a:pt x="91" y="27"/>
                  </a:cubicBezTo>
                  <a:cubicBezTo>
                    <a:pt x="91" y="26"/>
                    <a:pt x="91" y="26"/>
                    <a:pt x="91" y="26"/>
                  </a:cubicBezTo>
                  <a:cubicBezTo>
                    <a:pt x="91" y="26"/>
                    <a:pt x="91" y="26"/>
                    <a:pt x="91" y="26"/>
                  </a:cubicBezTo>
                  <a:cubicBezTo>
                    <a:pt x="90" y="16"/>
                    <a:pt x="90" y="16"/>
                    <a:pt x="90" y="16"/>
                  </a:cubicBezTo>
                  <a:cubicBezTo>
                    <a:pt x="90" y="16"/>
                    <a:pt x="90" y="16"/>
                    <a:pt x="90" y="16"/>
                  </a:cubicBezTo>
                  <a:cubicBezTo>
                    <a:pt x="90" y="14"/>
                    <a:pt x="90" y="14"/>
                    <a:pt x="90" y="14"/>
                  </a:cubicBezTo>
                  <a:lnTo>
                    <a:pt x="101" y="1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8"/>
            <p:cNvSpPr>
              <a:spLocks/>
            </p:cNvSpPr>
            <p:nvPr/>
          </p:nvSpPr>
          <p:spPr bwMode="auto">
            <a:xfrm>
              <a:off x="4260851" y="4382740"/>
              <a:ext cx="649288" cy="752475"/>
            </a:xfrm>
            <a:custGeom>
              <a:avLst/>
              <a:gdLst>
                <a:gd name="T0" fmla="*/ 150 w 173"/>
                <a:gd name="T1" fmla="*/ 34 h 200"/>
                <a:gd name="T2" fmla="*/ 146 w 173"/>
                <a:gd name="T3" fmla="*/ 26 h 200"/>
                <a:gd name="T4" fmla="*/ 143 w 173"/>
                <a:gd name="T5" fmla="*/ 12 h 200"/>
                <a:gd name="T6" fmla="*/ 136 w 173"/>
                <a:gd name="T7" fmla="*/ 17 h 200"/>
                <a:gd name="T8" fmla="*/ 125 w 173"/>
                <a:gd name="T9" fmla="*/ 15 h 200"/>
                <a:gd name="T10" fmla="*/ 125 w 173"/>
                <a:gd name="T11" fmla="*/ 7 h 200"/>
                <a:gd name="T12" fmla="*/ 122 w 173"/>
                <a:gd name="T13" fmla="*/ 10 h 200"/>
                <a:gd name="T14" fmla="*/ 109 w 173"/>
                <a:gd name="T15" fmla="*/ 22 h 200"/>
                <a:gd name="T16" fmla="*/ 107 w 173"/>
                <a:gd name="T17" fmla="*/ 22 h 200"/>
                <a:gd name="T18" fmla="*/ 99 w 173"/>
                <a:gd name="T19" fmla="*/ 16 h 200"/>
                <a:gd name="T20" fmla="*/ 92 w 173"/>
                <a:gd name="T21" fmla="*/ 13 h 200"/>
                <a:gd name="T22" fmla="*/ 75 w 173"/>
                <a:gd name="T23" fmla="*/ 8 h 200"/>
                <a:gd name="T24" fmla="*/ 66 w 173"/>
                <a:gd name="T25" fmla="*/ 4 h 200"/>
                <a:gd name="T26" fmla="*/ 47 w 173"/>
                <a:gd name="T27" fmla="*/ 0 h 200"/>
                <a:gd name="T28" fmla="*/ 40 w 173"/>
                <a:gd name="T29" fmla="*/ 16 h 200"/>
                <a:gd name="T30" fmla="*/ 34 w 173"/>
                <a:gd name="T31" fmla="*/ 16 h 200"/>
                <a:gd name="T32" fmla="*/ 14 w 173"/>
                <a:gd name="T33" fmla="*/ 26 h 200"/>
                <a:gd name="T34" fmla="*/ 13 w 173"/>
                <a:gd name="T35" fmla="*/ 72 h 200"/>
                <a:gd name="T36" fmla="*/ 9 w 173"/>
                <a:gd name="T37" fmla="*/ 83 h 200"/>
                <a:gd name="T38" fmla="*/ 1 w 173"/>
                <a:gd name="T39" fmla="*/ 109 h 200"/>
                <a:gd name="T40" fmla="*/ 7 w 173"/>
                <a:gd name="T41" fmla="*/ 111 h 200"/>
                <a:gd name="T42" fmla="*/ 17 w 173"/>
                <a:gd name="T43" fmla="*/ 126 h 200"/>
                <a:gd name="T44" fmla="*/ 14 w 173"/>
                <a:gd name="T45" fmla="*/ 132 h 200"/>
                <a:gd name="T46" fmla="*/ 24 w 173"/>
                <a:gd name="T47" fmla="*/ 158 h 200"/>
                <a:gd name="T48" fmla="*/ 38 w 173"/>
                <a:gd name="T49" fmla="*/ 151 h 200"/>
                <a:gd name="T50" fmla="*/ 46 w 173"/>
                <a:gd name="T51" fmla="*/ 151 h 200"/>
                <a:gd name="T52" fmla="*/ 52 w 173"/>
                <a:gd name="T53" fmla="*/ 140 h 200"/>
                <a:gd name="T54" fmla="*/ 68 w 173"/>
                <a:gd name="T55" fmla="*/ 135 h 200"/>
                <a:gd name="T56" fmla="*/ 77 w 173"/>
                <a:gd name="T57" fmla="*/ 151 h 200"/>
                <a:gd name="T58" fmla="*/ 81 w 173"/>
                <a:gd name="T59" fmla="*/ 165 h 200"/>
                <a:gd name="T60" fmla="*/ 71 w 173"/>
                <a:gd name="T61" fmla="*/ 185 h 200"/>
                <a:gd name="T62" fmla="*/ 84 w 173"/>
                <a:gd name="T63" fmla="*/ 187 h 200"/>
                <a:gd name="T64" fmla="*/ 89 w 173"/>
                <a:gd name="T65" fmla="*/ 199 h 200"/>
                <a:gd name="T66" fmla="*/ 102 w 173"/>
                <a:gd name="T67" fmla="*/ 196 h 200"/>
                <a:gd name="T68" fmla="*/ 108 w 173"/>
                <a:gd name="T69" fmla="*/ 178 h 200"/>
                <a:gd name="T70" fmla="*/ 135 w 173"/>
                <a:gd name="T71" fmla="*/ 189 h 200"/>
                <a:gd name="T72" fmla="*/ 128 w 173"/>
                <a:gd name="T73" fmla="*/ 172 h 200"/>
                <a:gd name="T74" fmla="*/ 128 w 173"/>
                <a:gd name="T75" fmla="*/ 170 h 200"/>
                <a:gd name="T76" fmla="*/ 166 w 173"/>
                <a:gd name="T77" fmla="*/ 166 h 200"/>
                <a:gd name="T78" fmla="*/ 167 w 173"/>
                <a:gd name="T79" fmla="*/ 165 h 200"/>
                <a:gd name="T80" fmla="*/ 167 w 173"/>
                <a:gd name="T81" fmla="*/ 163 h 200"/>
                <a:gd name="T82" fmla="*/ 166 w 173"/>
                <a:gd name="T83" fmla="*/ 142 h 200"/>
                <a:gd name="T84" fmla="*/ 170 w 173"/>
                <a:gd name="T85" fmla="*/ 134 h 200"/>
                <a:gd name="T86" fmla="*/ 163 w 173"/>
                <a:gd name="T87" fmla="*/ 126 h 200"/>
                <a:gd name="T88" fmla="*/ 158 w 173"/>
                <a:gd name="T89" fmla="*/ 98 h 200"/>
                <a:gd name="T90" fmla="*/ 151 w 173"/>
                <a:gd name="T91" fmla="*/ 102 h 200"/>
                <a:gd name="T92" fmla="*/ 150 w 173"/>
                <a:gd name="T93" fmla="*/ 84 h 200"/>
                <a:gd name="T94" fmla="*/ 163 w 173"/>
                <a:gd name="T95" fmla="*/ 50 h 200"/>
                <a:gd name="T96" fmla="*/ 150 w 173"/>
                <a:gd name="T97" fmla="*/ 3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3" h="200">
                  <a:moveTo>
                    <a:pt x="150" y="34"/>
                  </a:moveTo>
                  <a:cubicBezTo>
                    <a:pt x="150" y="34"/>
                    <a:pt x="150" y="34"/>
                    <a:pt x="150" y="34"/>
                  </a:cubicBezTo>
                  <a:cubicBezTo>
                    <a:pt x="150" y="34"/>
                    <a:pt x="150" y="34"/>
                    <a:pt x="150" y="34"/>
                  </a:cubicBezTo>
                  <a:cubicBezTo>
                    <a:pt x="150" y="33"/>
                    <a:pt x="150" y="33"/>
                    <a:pt x="150" y="33"/>
                  </a:cubicBezTo>
                  <a:cubicBezTo>
                    <a:pt x="146" y="27"/>
                    <a:pt x="146" y="27"/>
                    <a:pt x="146" y="27"/>
                  </a:cubicBezTo>
                  <a:cubicBezTo>
                    <a:pt x="146" y="26"/>
                    <a:pt x="146" y="26"/>
                    <a:pt x="146" y="26"/>
                  </a:cubicBezTo>
                  <a:cubicBezTo>
                    <a:pt x="146" y="26"/>
                    <a:pt x="146" y="26"/>
                    <a:pt x="146" y="26"/>
                  </a:cubicBezTo>
                  <a:cubicBezTo>
                    <a:pt x="147" y="16"/>
                    <a:pt x="147" y="16"/>
                    <a:pt x="147" y="16"/>
                  </a:cubicBezTo>
                  <a:cubicBezTo>
                    <a:pt x="147" y="15"/>
                    <a:pt x="146" y="14"/>
                    <a:pt x="143" y="12"/>
                  </a:cubicBezTo>
                  <a:cubicBezTo>
                    <a:pt x="141" y="12"/>
                    <a:pt x="141" y="12"/>
                    <a:pt x="141" y="12"/>
                  </a:cubicBezTo>
                  <a:cubicBezTo>
                    <a:pt x="137" y="17"/>
                    <a:pt x="137" y="17"/>
                    <a:pt x="137" y="17"/>
                  </a:cubicBezTo>
                  <a:cubicBezTo>
                    <a:pt x="136" y="17"/>
                    <a:pt x="136" y="17"/>
                    <a:pt x="136" y="17"/>
                  </a:cubicBezTo>
                  <a:cubicBezTo>
                    <a:pt x="136" y="17"/>
                    <a:pt x="136" y="17"/>
                    <a:pt x="136" y="17"/>
                  </a:cubicBezTo>
                  <a:cubicBezTo>
                    <a:pt x="126" y="22"/>
                    <a:pt x="126" y="22"/>
                    <a:pt x="126" y="22"/>
                  </a:cubicBezTo>
                  <a:cubicBezTo>
                    <a:pt x="125" y="15"/>
                    <a:pt x="125" y="15"/>
                    <a:pt x="125" y="15"/>
                  </a:cubicBezTo>
                  <a:cubicBezTo>
                    <a:pt x="125" y="14"/>
                    <a:pt x="125" y="14"/>
                    <a:pt x="125" y="14"/>
                  </a:cubicBezTo>
                  <a:cubicBezTo>
                    <a:pt x="126" y="11"/>
                    <a:pt x="126" y="11"/>
                    <a:pt x="126" y="11"/>
                  </a:cubicBezTo>
                  <a:cubicBezTo>
                    <a:pt x="125" y="7"/>
                    <a:pt x="125" y="7"/>
                    <a:pt x="125" y="7"/>
                  </a:cubicBezTo>
                  <a:cubicBezTo>
                    <a:pt x="124" y="6"/>
                    <a:pt x="124" y="6"/>
                    <a:pt x="124" y="6"/>
                  </a:cubicBezTo>
                  <a:cubicBezTo>
                    <a:pt x="122" y="10"/>
                    <a:pt x="122" y="10"/>
                    <a:pt x="122" y="10"/>
                  </a:cubicBezTo>
                  <a:cubicBezTo>
                    <a:pt x="122" y="10"/>
                    <a:pt x="122" y="10"/>
                    <a:pt x="122" y="10"/>
                  </a:cubicBezTo>
                  <a:cubicBezTo>
                    <a:pt x="122" y="10"/>
                    <a:pt x="122" y="10"/>
                    <a:pt x="122" y="10"/>
                  </a:cubicBezTo>
                  <a:cubicBezTo>
                    <a:pt x="109" y="21"/>
                    <a:pt x="109" y="21"/>
                    <a:pt x="109" y="21"/>
                  </a:cubicBezTo>
                  <a:cubicBezTo>
                    <a:pt x="109" y="22"/>
                    <a:pt x="109" y="22"/>
                    <a:pt x="109" y="22"/>
                  </a:cubicBezTo>
                  <a:cubicBezTo>
                    <a:pt x="108" y="22"/>
                    <a:pt x="108" y="22"/>
                    <a:pt x="108" y="22"/>
                  </a:cubicBezTo>
                  <a:cubicBezTo>
                    <a:pt x="108" y="22"/>
                    <a:pt x="108" y="22"/>
                    <a:pt x="108" y="22"/>
                  </a:cubicBezTo>
                  <a:cubicBezTo>
                    <a:pt x="107" y="22"/>
                    <a:pt x="107" y="22"/>
                    <a:pt x="107" y="22"/>
                  </a:cubicBezTo>
                  <a:cubicBezTo>
                    <a:pt x="103" y="20"/>
                    <a:pt x="103" y="20"/>
                    <a:pt x="103" y="20"/>
                  </a:cubicBezTo>
                  <a:cubicBezTo>
                    <a:pt x="103" y="20"/>
                    <a:pt x="103" y="20"/>
                    <a:pt x="103" y="20"/>
                  </a:cubicBezTo>
                  <a:cubicBezTo>
                    <a:pt x="99" y="16"/>
                    <a:pt x="99" y="16"/>
                    <a:pt x="99" y="16"/>
                  </a:cubicBezTo>
                  <a:cubicBezTo>
                    <a:pt x="92" y="14"/>
                    <a:pt x="92" y="14"/>
                    <a:pt x="92" y="14"/>
                  </a:cubicBezTo>
                  <a:cubicBezTo>
                    <a:pt x="92" y="14"/>
                    <a:pt x="92" y="14"/>
                    <a:pt x="92" y="14"/>
                  </a:cubicBezTo>
                  <a:cubicBezTo>
                    <a:pt x="92" y="13"/>
                    <a:pt x="92" y="13"/>
                    <a:pt x="92" y="13"/>
                  </a:cubicBezTo>
                  <a:cubicBezTo>
                    <a:pt x="88" y="10"/>
                    <a:pt x="88" y="10"/>
                    <a:pt x="88" y="10"/>
                  </a:cubicBezTo>
                  <a:cubicBezTo>
                    <a:pt x="75" y="8"/>
                    <a:pt x="75" y="8"/>
                    <a:pt x="75" y="8"/>
                  </a:cubicBezTo>
                  <a:cubicBezTo>
                    <a:pt x="75" y="8"/>
                    <a:pt x="75" y="8"/>
                    <a:pt x="75" y="8"/>
                  </a:cubicBezTo>
                  <a:cubicBezTo>
                    <a:pt x="74" y="8"/>
                    <a:pt x="74" y="8"/>
                    <a:pt x="74" y="8"/>
                  </a:cubicBezTo>
                  <a:cubicBezTo>
                    <a:pt x="66" y="3"/>
                    <a:pt x="66" y="3"/>
                    <a:pt x="66" y="3"/>
                  </a:cubicBezTo>
                  <a:cubicBezTo>
                    <a:pt x="66" y="4"/>
                    <a:pt x="66" y="4"/>
                    <a:pt x="66" y="4"/>
                  </a:cubicBezTo>
                  <a:cubicBezTo>
                    <a:pt x="59" y="0"/>
                    <a:pt x="59" y="0"/>
                    <a:pt x="59" y="0"/>
                  </a:cubicBezTo>
                  <a:cubicBezTo>
                    <a:pt x="50" y="0"/>
                    <a:pt x="50" y="0"/>
                    <a:pt x="50" y="0"/>
                  </a:cubicBezTo>
                  <a:cubicBezTo>
                    <a:pt x="47" y="0"/>
                    <a:pt x="47" y="0"/>
                    <a:pt x="47" y="0"/>
                  </a:cubicBezTo>
                  <a:cubicBezTo>
                    <a:pt x="50" y="15"/>
                    <a:pt x="50" y="15"/>
                    <a:pt x="50" y="15"/>
                  </a:cubicBezTo>
                  <a:cubicBezTo>
                    <a:pt x="48" y="15"/>
                    <a:pt x="48" y="15"/>
                    <a:pt x="48" y="15"/>
                  </a:cubicBezTo>
                  <a:cubicBezTo>
                    <a:pt x="40" y="16"/>
                    <a:pt x="40" y="16"/>
                    <a:pt x="40" y="16"/>
                  </a:cubicBezTo>
                  <a:cubicBezTo>
                    <a:pt x="35" y="16"/>
                    <a:pt x="35" y="16"/>
                    <a:pt x="35" y="16"/>
                  </a:cubicBezTo>
                  <a:cubicBezTo>
                    <a:pt x="34" y="16"/>
                    <a:pt x="34" y="16"/>
                    <a:pt x="34" y="16"/>
                  </a:cubicBezTo>
                  <a:cubicBezTo>
                    <a:pt x="34" y="16"/>
                    <a:pt x="34" y="16"/>
                    <a:pt x="34" y="16"/>
                  </a:cubicBezTo>
                  <a:cubicBezTo>
                    <a:pt x="30" y="12"/>
                    <a:pt x="30" y="12"/>
                    <a:pt x="30" y="12"/>
                  </a:cubicBezTo>
                  <a:cubicBezTo>
                    <a:pt x="22" y="16"/>
                    <a:pt x="22" y="16"/>
                    <a:pt x="22" y="16"/>
                  </a:cubicBezTo>
                  <a:cubicBezTo>
                    <a:pt x="14" y="26"/>
                    <a:pt x="14" y="26"/>
                    <a:pt x="14" y="26"/>
                  </a:cubicBezTo>
                  <a:cubicBezTo>
                    <a:pt x="8" y="43"/>
                    <a:pt x="8" y="43"/>
                    <a:pt x="8" y="43"/>
                  </a:cubicBezTo>
                  <a:cubicBezTo>
                    <a:pt x="10" y="62"/>
                    <a:pt x="10" y="62"/>
                    <a:pt x="10" y="62"/>
                  </a:cubicBezTo>
                  <a:cubicBezTo>
                    <a:pt x="13" y="72"/>
                    <a:pt x="13" y="72"/>
                    <a:pt x="13" y="72"/>
                  </a:cubicBezTo>
                  <a:cubicBezTo>
                    <a:pt x="13" y="74"/>
                    <a:pt x="13" y="74"/>
                    <a:pt x="13" y="74"/>
                  </a:cubicBezTo>
                  <a:cubicBezTo>
                    <a:pt x="12" y="75"/>
                    <a:pt x="12" y="75"/>
                    <a:pt x="12" y="75"/>
                  </a:cubicBezTo>
                  <a:cubicBezTo>
                    <a:pt x="10" y="76"/>
                    <a:pt x="9" y="79"/>
                    <a:pt x="9" y="83"/>
                  </a:cubicBezTo>
                  <a:cubicBezTo>
                    <a:pt x="13" y="99"/>
                    <a:pt x="13" y="99"/>
                    <a:pt x="13" y="99"/>
                  </a:cubicBezTo>
                  <a:cubicBezTo>
                    <a:pt x="12" y="100"/>
                    <a:pt x="12" y="100"/>
                    <a:pt x="12" y="100"/>
                  </a:cubicBezTo>
                  <a:cubicBezTo>
                    <a:pt x="5" y="104"/>
                    <a:pt x="1" y="107"/>
                    <a:pt x="1" y="109"/>
                  </a:cubicBezTo>
                  <a:cubicBezTo>
                    <a:pt x="0" y="114"/>
                    <a:pt x="0" y="114"/>
                    <a:pt x="0" y="114"/>
                  </a:cubicBezTo>
                  <a:cubicBezTo>
                    <a:pt x="7" y="112"/>
                    <a:pt x="7" y="112"/>
                    <a:pt x="7" y="112"/>
                  </a:cubicBezTo>
                  <a:cubicBezTo>
                    <a:pt x="7" y="111"/>
                    <a:pt x="7" y="111"/>
                    <a:pt x="7" y="111"/>
                  </a:cubicBezTo>
                  <a:cubicBezTo>
                    <a:pt x="8" y="111"/>
                    <a:pt x="8" y="111"/>
                    <a:pt x="8" y="111"/>
                  </a:cubicBezTo>
                  <a:cubicBezTo>
                    <a:pt x="12" y="111"/>
                    <a:pt x="15" y="113"/>
                    <a:pt x="16" y="117"/>
                  </a:cubicBezTo>
                  <a:cubicBezTo>
                    <a:pt x="17" y="126"/>
                    <a:pt x="17" y="126"/>
                    <a:pt x="17" y="126"/>
                  </a:cubicBezTo>
                  <a:cubicBezTo>
                    <a:pt x="16" y="127"/>
                    <a:pt x="16" y="127"/>
                    <a:pt x="16" y="127"/>
                  </a:cubicBezTo>
                  <a:cubicBezTo>
                    <a:pt x="16" y="128"/>
                    <a:pt x="16" y="128"/>
                    <a:pt x="16" y="128"/>
                  </a:cubicBezTo>
                  <a:cubicBezTo>
                    <a:pt x="14" y="129"/>
                    <a:pt x="14" y="130"/>
                    <a:pt x="14" y="132"/>
                  </a:cubicBezTo>
                  <a:cubicBezTo>
                    <a:pt x="12" y="141"/>
                    <a:pt x="12" y="141"/>
                    <a:pt x="12" y="141"/>
                  </a:cubicBezTo>
                  <a:cubicBezTo>
                    <a:pt x="13" y="144"/>
                    <a:pt x="14" y="146"/>
                    <a:pt x="16" y="148"/>
                  </a:cubicBezTo>
                  <a:cubicBezTo>
                    <a:pt x="24" y="158"/>
                    <a:pt x="24" y="158"/>
                    <a:pt x="24" y="158"/>
                  </a:cubicBezTo>
                  <a:cubicBezTo>
                    <a:pt x="32" y="152"/>
                    <a:pt x="32" y="152"/>
                    <a:pt x="32" y="152"/>
                  </a:cubicBezTo>
                  <a:cubicBezTo>
                    <a:pt x="38" y="151"/>
                    <a:pt x="38" y="151"/>
                    <a:pt x="38" y="151"/>
                  </a:cubicBezTo>
                  <a:cubicBezTo>
                    <a:pt x="38" y="151"/>
                    <a:pt x="38" y="151"/>
                    <a:pt x="38" y="151"/>
                  </a:cubicBezTo>
                  <a:cubicBezTo>
                    <a:pt x="38" y="152"/>
                    <a:pt x="38" y="152"/>
                    <a:pt x="38" y="152"/>
                  </a:cubicBezTo>
                  <a:cubicBezTo>
                    <a:pt x="42" y="153"/>
                    <a:pt x="42" y="153"/>
                    <a:pt x="42" y="153"/>
                  </a:cubicBezTo>
                  <a:cubicBezTo>
                    <a:pt x="44" y="153"/>
                    <a:pt x="45" y="152"/>
                    <a:pt x="46" y="151"/>
                  </a:cubicBezTo>
                  <a:cubicBezTo>
                    <a:pt x="50" y="146"/>
                    <a:pt x="50" y="146"/>
                    <a:pt x="50" y="146"/>
                  </a:cubicBezTo>
                  <a:cubicBezTo>
                    <a:pt x="49" y="143"/>
                    <a:pt x="49" y="143"/>
                    <a:pt x="49" y="143"/>
                  </a:cubicBezTo>
                  <a:cubicBezTo>
                    <a:pt x="50" y="142"/>
                    <a:pt x="51" y="141"/>
                    <a:pt x="52" y="140"/>
                  </a:cubicBezTo>
                  <a:cubicBezTo>
                    <a:pt x="62" y="140"/>
                    <a:pt x="62" y="140"/>
                    <a:pt x="62" y="140"/>
                  </a:cubicBezTo>
                  <a:cubicBezTo>
                    <a:pt x="64" y="141"/>
                    <a:pt x="65" y="140"/>
                    <a:pt x="65" y="140"/>
                  </a:cubicBezTo>
                  <a:cubicBezTo>
                    <a:pt x="66" y="137"/>
                    <a:pt x="67" y="136"/>
                    <a:pt x="68" y="135"/>
                  </a:cubicBezTo>
                  <a:cubicBezTo>
                    <a:pt x="70" y="135"/>
                    <a:pt x="72" y="135"/>
                    <a:pt x="73" y="136"/>
                  </a:cubicBezTo>
                  <a:cubicBezTo>
                    <a:pt x="76" y="139"/>
                    <a:pt x="78" y="141"/>
                    <a:pt x="78" y="144"/>
                  </a:cubicBezTo>
                  <a:cubicBezTo>
                    <a:pt x="77" y="151"/>
                    <a:pt x="77" y="151"/>
                    <a:pt x="77" y="151"/>
                  </a:cubicBezTo>
                  <a:cubicBezTo>
                    <a:pt x="78" y="152"/>
                    <a:pt x="78" y="152"/>
                    <a:pt x="78" y="152"/>
                  </a:cubicBezTo>
                  <a:cubicBezTo>
                    <a:pt x="81" y="154"/>
                    <a:pt x="82" y="156"/>
                    <a:pt x="82" y="158"/>
                  </a:cubicBezTo>
                  <a:cubicBezTo>
                    <a:pt x="81" y="165"/>
                    <a:pt x="81" y="165"/>
                    <a:pt x="81" y="165"/>
                  </a:cubicBezTo>
                  <a:cubicBezTo>
                    <a:pt x="80" y="169"/>
                    <a:pt x="78" y="172"/>
                    <a:pt x="77" y="172"/>
                  </a:cubicBezTo>
                  <a:cubicBezTo>
                    <a:pt x="77" y="172"/>
                    <a:pt x="77" y="172"/>
                    <a:pt x="77" y="172"/>
                  </a:cubicBezTo>
                  <a:cubicBezTo>
                    <a:pt x="71" y="185"/>
                    <a:pt x="71" y="185"/>
                    <a:pt x="71" y="185"/>
                  </a:cubicBezTo>
                  <a:cubicBezTo>
                    <a:pt x="73" y="186"/>
                    <a:pt x="73" y="186"/>
                    <a:pt x="73" y="186"/>
                  </a:cubicBezTo>
                  <a:cubicBezTo>
                    <a:pt x="82" y="186"/>
                    <a:pt x="82" y="186"/>
                    <a:pt x="82" y="186"/>
                  </a:cubicBezTo>
                  <a:cubicBezTo>
                    <a:pt x="84" y="187"/>
                    <a:pt x="84" y="187"/>
                    <a:pt x="84" y="187"/>
                  </a:cubicBezTo>
                  <a:cubicBezTo>
                    <a:pt x="84" y="188"/>
                    <a:pt x="84" y="188"/>
                    <a:pt x="84" y="188"/>
                  </a:cubicBezTo>
                  <a:cubicBezTo>
                    <a:pt x="82" y="192"/>
                    <a:pt x="82" y="195"/>
                    <a:pt x="82" y="197"/>
                  </a:cubicBezTo>
                  <a:cubicBezTo>
                    <a:pt x="86" y="199"/>
                    <a:pt x="88" y="200"/>
                    <a:pt x="89" y="199"/>
                  </a:cubicBezTo>
                  <a:cubicBezTo>
                    <a:pt x="94" y="197"/>
                    <a:pt x="94" y="197"/>
                    <a:pt x="94" y="197"/>
                  </a:cubicBezTo>
                  <a:cubicBezTo>
                    <a:pt x="97" y="196"/>
                    <a:pt x="97" y="196"/>
                    <a:pt x="97" y="196"/>
                  </a:cubicBezTo>
                  <a:cubicBezTo>
                    <a:pt x="102" y="196"/>
                    <a:pt x="102" y="196"/>
                    <a:pt x="102" y="196"/>
                  </a:cubicBezTo>
                  <a:cubicBezTo>
                    <a:pt x="108" y="190"/>
                    <a:pt x="108" y="190"/>
                    <a:pt x="108" y="190"/>
                  </a:cubicBezTo>
                  <a:cubicBezTo>
                    <a:pt x="108" y="183"/>
                    <a:pt x="108" y="183"/>
                    <a:pt x="108" y="183"/>
                  </a:cubicBezTo>
                  <a:cubicBezTo>
                    <a:pt x="107" y="181"/>
                    <a:pt x="108" y="179"/>
                    <a:pt x="108" y="178"/>
                  </a:cubicBezTo>
                  <a:cubicBezTo>
                    <a:pt x="110" y="177"/>
                    <a:pt x="113" y="177"/>
                    <a:pt x="118" y="180"/>
                  </a:cubicBezTo>
                  <a:cubicBezTo>
                    <a:pt x="128" y="186"/>
                    <a:pt x="128" y="186"/>
                    <a:pt x="128" y="186"/>
                  </a:cubicBezTo>
                  <a:cubicBezTo>
                    <a:pt x="131" y="188"/>
                    <a:pt x="133" y="189"/>
                    <a:pt x="135" y="189"/>
                  </a:cubicBezTo>
                  <a:cubicBezTo>
                    <a:pt x="135" y="188"/>
                    <a:pt x="135" y="188"/>
                    <a:pt x="135" y="188"/>
                  </a:cubicBezTo>
                  <a:cubicBezTo>
                    <a:pt x="136" y="187"/>
                    <a:pt x="135" y="184"/>
                    <a:pt x="133" y="180"/>
                  </a:cubicBezTo>
                  <a:cubicBezTo>
                    <a:pt x="128" y="172"/>
                    <a:pt x="128" y="172"/>
                    <a:pt x="128" y="172"/>
                  </a:cubicBezTo>
                  <a:cubicBezTo>
                    <a:pt x="128" y="171"/>
                    <a:pt x="128" y="171"/>
                    <a:pt x="128" y="171"/>
                  </a:cubicBezTo>
                  <a:cubicBezTo>
                    <a:pt x="128" y="171"/>
                    <a:pt x="128" y="171"/>
                    <a:pt x="128" y="171"/>
                  </a:cubicBezTo>
                  <a:cubicBezTo>
                    <a:pt x="128" y="170"/>
                    <a:pt x="128" y="170"/>
                    <a:pt x="128" y="170"/>
                  </a:cubicBezTo>
                  <a:cubicBezTo>
                    <a:pt x="134" y="163"/>
                    <a:pt x="139" y="160"/>
                    <a:pt x="146" y="163"/>
                  </a:cubicBezTo>
                  <a:cubicBezTo>
                    <a:pt x="160" y="170"/>
                    <a:pt x="160" y="170"/>
                    <a:pt x="160" y="170"/>
                  </a:cubicBezTo>
                  <a:cubicBezTo>
                    <a:pt x="166" y="166"/>
                    <a:pt x="166" y="166"/>
                    <a:pt x="166" y="166"/>
                  </a:cubicBezTo>
                  <a:cubicBezTo>
                    <a:pt x="167" y="166"/>
                    <a:pt x="167" y="166"/>
                    <a:pt x="167" y="166"/>
                  </a:cubicBezTo>
                  <a:cubicBezTo>
                    <a:pt x="167" y="165"/>
                    <a:pt x="167" y="165"/>
                    <a:pt x="167" y="165"/>
                  </a:cubicBezTo>
                  <a:cubicBezTo>
                    <a:pt x="167" y="165"/>
                    <a:pt x="167" y="165"/>
                    <a:pt x="167" y="165"/>
                  </a:cubicBezTo>
                  <a:cubicBezTo>
                    <a:pt x="166" y="164"/>
                    <a:pt x="166" y="164"/>
                    <a:pt x="166" y="164"/>
                  </a:cubicBezTo>
                  <a:cubicBezTo>
                    <a:pt x="166" y="164"/>
                    <a:pt x="166" y="164"/>
                    <a:pt x="166" y="164"/>
                  </a:cubicBezTo>
                  <a:cubicBezTo>
                    <a:pt x="167" y="163"/>
                    <a:pt x="167" y="163"/>
                    <a:pt x="167" y="163"/>
                  </a:cubicBezTo>
                  <a:cubicBezTo>
                    <a:pt x="172" y="155"/>
                    <a:pt x="173" y="149"/>
                    <a:pt x="172" y="146"/>
                  </a:cubicBezTo>
                  <a:cubicBezTo>
                    <a:pt x="170" y="143"/>
                    <a:pt x="168" y="142"/>
                    <a:pt x="167" y="142"/>
                  </a:cubicBezTo>
                  <a:cubicBezTo>
                    <a:pt x="166" y="142"/>
                    <a:pt x="166" y="142"/>
                    <a:pt x="166" y="142"/>
                  </a:cubicBezTo>
                  <a:cubicBezTo>
                    <a:pt x="165" y="138"/>
                    <a:pt x="165" y="138"/>
                    <a:pt x="165" y="138"/>
                  </a:cubicBezTo>
                  <a:cubicBezTo>
                    <a:pt x="166" y="138"/>
                    <a:pt x="166" y="138"/>
                    <a:pt x="166" y="138"/>
                  </a:cubicBezTo>
                  <a:cubicBezTo>
                    <a:pt x="168" y="136"/>
                    <a:pt x="170" y="135"/>
                    <a:pt x="170" y="134"/>
                  </a:cubicBezTo>
                  <a:cubicBezTo>
                    <a:pt x="169" y="132"/>
                    <a:pt x="169" y="132"/>
                    <a:pt x="169" y="132"/>
                  </a:cubicBezTo>
                  <a:cubicBezTo>
                    <a:pt x="163" y="126"/>
                    <a:pt x="163" y="126"/>
                    <a:pt x="163" y="126"/>
                  </a:cubicBezTo>
                  <a:cubicBezTo>
                    <a:pt x="163" y="126"/>
                    <a:pt x="163" y="126"/>
                    <a:pt x="163" y="126"/>
                  </a:cubicBezTo>
                  <a:cubicBezTo>
                    <a:pt x="163" y="125"/>
                    <a:pt x="163" y="125"/>
                    <a:pt x="163" y="125"/>
                  </a:cubicBezTo>
                  <a:cubicBezTo>
                    <a:pt x="160" y="116"/>
                    <a:pt x="160" y="116"/>
                    <a:pt x="160" y="116"/>
                  </a:cubicBezTo>
                  <a:cubicBezTo>
                    <a:pt x="158" y="110"/>
                    <a:pt x="158" y="104"/>
                    <a:pt x="158" y="98"/>
                  </a:cubicBezTo>
                  <a:cubicBezTo>
                    <a:pt x="158" y="94"/>
                    <a:pt x="158" y="94"/>
                    <a:pt x="158" y="94"/>
                  </a:cubicBezTo>
                  <a:cubicBezTo>
                    <a:pt x="154" y="98"/>
                    <a:pt x="154" y="98"/>
                    <a:pt x="154" y="98"/>
                  </a:cubicBezTo>
                  <a:cubicBezTo>
                    <a:pt x="151" y="102"/>
                    <a:pt x="151" y="102"/>
                    <a:pt x="151" y="102"/>
                  </a:cubicBezTo>
                  <a:cubicBezTo>
                    <a:pt x="150" y="85"/>
                    <a:pt x="150" y="85"/>
                    <a:pt x="150" y="85"/>
                  </a:cubicBezTo>
                  <a:cubicBezTo>
                    <a:pt x="150" y="85"/>
                    <a:pt x="150" y="85"/>
                    <a:pt x="150" y="85"/>
                  </a:cubicBezTo>
                  <a:cubicBezTo>
                    <a:pt x="150" y="84"/>
                    <a:pt x="150" y="84"/>
                    <a:pt x="150" y="84"/>
                  </a:cubicBezTo>
                  <a:cubicBezTo>
                    <a:pt x="150" y="84"/>
                    <a:pt x="150" y="84"/>
                    <a:pt x="150" y="84"/>
                  </a:cubicBezTo>
                  <a:cubicBezTo>
                    <a:pt x="159" y="71"/>
                    <a:pt x="165" y="64"/>
                    <a:pt x="167" y="62"/>
                  </a:cubicBezTo>
                  <a:cubicBezTo>
                    <a:pt x="163" y="50"/>
                    <a:pt x="163" y="50"/>
                    <a:pt x="163" y="50"/>
                  </a:cubicBezTo>
                  <a:cubicBezTo>
                    <a:pt x="162" y="44"/>
                    <a:pt x="161" y="40"/>
                    <a:pt x="161" y="38"/>
                  </a:cubicBezTo>
                  <a:cubicBezTo>
                    <a:pt x="154" y="35"/>
                    <a:pt x="154" y="35"/>
                    <a:pt x="154" y="35"/>
                  </a:cubicBezTo>
                  <a:lnTo>
                    <a:pt x="150" y="3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9"/>
            <p:cNvSpPr>
              <a:spLocks/>
            </p:cNvSpPr>
            <p:nvPr/>
          </p:nvSpPr>
          <p:spPr bwMode="auto">
            <a:xfrm>
              <a:off x="4184651" y="3950940"/>
              <a:ext cx="917575" cy="574675"/>
            </a:xfrm>
            <a:custGeom>
              <a:avLst/>
              <a:gdLst>
                <a:gd name="T0" fmla="*/ 32 w 244"/>
                <a:gd name="T1" fmla="*/ 5 h 153"/>
                <a:gd name="T2" fmla="*/ 43 w 244"/>
                <a:gd name="T3" fmla="*/ 12 h 153"/>
                <a:gd name="T4" fmla="*/ 49 w 244"/>
                <a:gd name="T5" fmla="*/ 20 h 153"/>
                <a:gd name="T6" fmla="*/ 44 w 244"/>
                <a:gd name="T7" fmla="*/ 26 h 153"/>
                <a:gd name="T8" fmla="*/ 30 w 244"/>
                <a:gd name="T9" fmla="*/ 29 h 153"/>
                <a:gd name="T10" fmla="*/ 32 w 244"/>
                <a:gd name="T11" fmla="*/ 37 h 153"/>
                <a:gd name="T12" fmla="*/ 36 w 244"/>
                <a:gd name="T13" fmla="*/ 54 h 153"/>
                <a:gd name="T14" fmla="*/ 45 w 244"/>
                <a:gd name="T15" fmla="*/ 57 h 153"/>
                <a:gd name="T16" fmla="*/ 46 w 244"/>
                <a:gd name="T17" fmla="*/ 58 h 153"/>
                <a:gd name="T18" fmla="*/ 51 w 244"/>
                <a:gd name="T19" fmla="*/ 65 h 153"/>
                <a:gd name="T20" fmla="*/ 54 w 244"/>
                <a:gd name="T21" fmla="*/ 73 h 153"/>
                <a:gd name="T22" fmla="*/ 40 w 244"/>
                <a:gd name="T23" fmla="*/ 92 h 153"/>
                <a:gd name="T24" fmla="*/ 2 w 244"/>
                <a:gd name="T25" fmla="*/ 102 h 153"/>
                <a:gd name="T26" fmla="*/ 4 w 244"/>
                <a:gd name="T27" fmla="*/ 116 h 153"/>
                <a:gd name="T28" fmla="*/ 19 w 244"/>
                <a:gd name="T29" fmla="*/ 143 h 153"/>
                <a:gd name="T30" fmla="*/ 20 w 244"/>
                <a:gd name="T31" fmla="*/ 143 h 153"/>
                <a:gd name="T32" fmla="*/ 26 w 244"/>
                <a:gd name="T33" fmla="*/ 151 h 153"/>
                <a:gd name="T34" fmla="*/ 30 w 244"/>
                <a:gd name="T35" fmla="*/ 138 h 153"/>
                <a:gd name="T36" fmla="*/ 39 w 244"/>
                <a:gd name="T37" fmla="*/ 127 h 153"/>
                <a:gd name="T38" fmla="*/ 56 w 244"/>
                <a:gd name="T39" fmla="*/ 127 h 153"/>
                <a:gd name="T40" fmla="*/ 63 w 244"/>
                <a:gd name="T41" fmla="*/ 111 h 153"/>
                <a:gd name="T42" fmla="*/ 80 w 244"/>
                <a:gd name="T43" fmla="*/ 111 h 153"/>
                <a:gd name="T44" fmla="*/ 109 w 244"/>
                <a:gd name="T45" fmla="*/ 121 h 153"/>
                <a:gd name="T46" fmla="*/ 110 w 244"/>
                <a:gd name="T47" fmla="*/ 121 h 153"/>
                <a:gd name="T48" fmla="*/ 121 w 244"/>
                <a:gd name="T49" fmla="*/ 127 h 153"/>
                <a:gd name="T50" fmla="*/ 121 w 244"/>
                <a:gd name="T51" fmla="*/ 127 h 153"/>
                <a:gd name="T52" fmla="*/ 132 w 244"/>
                <a:gd name="T53" fmla="*/ 128 h 153"/>
                <a:gd name="T54" fmla="*/ 142 w 244"/>
                <a:gd name="T55" fmla="*/ 115 h 153"/>
                <a:gd name="T56" fmla="*/ 148 w 244"/>
                <a:gd name="T57" fmla="*/ 120 h 153"/>
                <a:gd name="T58" fmla="*/ 149 w 244"/>
                <a:gd name="T59" fmla="*/ 129 h 153"/>
                <a:gd name="T60" fmla="*/ 159 w 244"/>
                <a:gd name="T61" fmla="*/ 123 h 153"/>
                <a:gd name="T62" fmla="*/ 165 w 244"/>
                <a:gd name="T63" fmla="*/ 123 h 153"/>
                <a:gd name="T64" fmla="*/ 170 w 244"/>
                <a:gd name="T65" fmla="*/ 141 h 153"/>
                <a:gd name="T66" fmla="*/ 194 w 244"/>
                <a:gd name="T67" fmla="*/ 130 h 153"/>
                <a:gd name="T68" fmla="*/ 215 w 244"/>
                <a:gd name="T69" fmla="*/ 121 h 153"/>
                <a:gd name="T70" fmla="*/ 237 w 244"/>
                <a:gd name="T71" fmla="*/ 114 h 153"/>
                <a:gd name="T72" fmla="*/ 242 w 244"/>
                <a:gd name="T73" fmla="*/ 111 h 153"/>
                <a:gd name="T74" fmla="*/ 230 w 244"/>
                <a:gd name="T75" fmla="*/ 77 h 153"/>
                <a:gd name="T76" fmla="*/ 236 w 244"/>
                <a:gd name="T77" fmla="*/ 67 h 153"/>
                <a:gd name="T78" fmla="*/ 222 w 244"/>
                <a:gd name="T79" fmla="*/ 63 h 153"/>
                <a:gd name="T80" fmla="*/ 215 w 244"/>
                <a:gd name="T81" fmla="*/ 55 h 153"/>
                <a:gd name="T82" fmla="*/ 214 w 244"/>
                <a:gd name="T83" fmla="*/ 54 h 153"/>
                <a:gd name="T84" fmla="*/ 186 w 244"/>
                <a:gd name="T85" fmla="*/ 47 h 153"/>
                <a:gd name="T86" fmla="*/ 162 w 244"/>
                <a:gd name="T87" fmla="*/ 47 h 153"/>
                <a:gd name="T88" fmla="*/ 108 w 244"/>
                <a:gd name="T89" fmla="*/ 25 h 153"/>
                <a:gd name="T90" fmla="*/ 72 w 244"/>
                <a:gd name="T91" fmla="*/ 0 h 153"/>
                <a:gd name="T92" fmla="*/ 37 w 244"/>
                <a:gd name="T93" fmla="*/ 3 h 153"/>
                <a:gd name="T94" fmla="*/ 31 w 244"/>
                <a:gd name="T95" fmla="*/ 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4" h="153">
                  <a:moveTo>
                    <a:pt x="31" y="1"/>
                  </a:moveTo>
                  <a:cubicBezTo>
                    <a:pt x="30" y="2"/>
                    <a:pt x="30" y="2"/>
                    <a:pt x="30" y="2"/>
                  </a:cubicBezTo>
                  <a:cubicBezTo>
                    <a:pt x="32" y="5"/>
                    <a:pt x="32" y="5"/>
                    <a:pt x="32" y="5"/>
                  </a:cubicBezTo>
                  <a:cubicBezTo>
                    <a:pt x="43" y="12"/>
                    <a:pt x="43" y="12"/>
                    <a:pt x="43" y="12"/>
                  </a:cubicBezTo>
                  <a:cubicBezTo>
                    <a:pt x="43" y="12"/>
                    <a:pt x="43" y="12"/>
                    <a:pt x="43" y="12"/>
                  </a:cubicBezTo>
                  <a:cubicBezTo>
                    <a:pt x="43" y="12"/>
                    <a:pt x="43" y="12"/>
                    <a:pt x="43" y="12"/>
                  </a:cubicBezTo>
                  <a:cubicBezTo>
                    <a:pt x="43" y="12"/>
                    <a:pt x="43" y="12"/>
                    <a:pt x="43" y="12"/>
                  </a:cubicBezTo>
                  <a:cubicBezTo>
                    <a:pt x="50" y="19"/>
                    <a:pt x="50" y="19"/>
                    <a:pt x="50" y="19"/>
                  </a:cubicBezTo>
                  <a:cubicBezTo>
                    <a:pt x="49" y="20"/>
                    <a:pt x="49" y="20"/>
                    <a:pt x="49" y="20"/>
                  </a:cubicBezTo>
                  <a:cubicBezTo>
                    <a:pt x="45" y="25"/>
                    <a:pt x="45" y="25"/>
                    <a:pt x="45" y="25"/>
                  </a:cubicBezTo>
                  <a:cubicBezTo>
                    <a:pt x="44" y="25"/>
                    <a:pt x="44" y="25"/>
                    <a:pt x="44" y="25"/>
                  </a:cubicBezTo>
                  <a:cubicBezTo>
                    <a:pt x="44" y="26"/>
                    <a:pt x="44" y="26"/>
                    <a:pt x="44" y="26"/>
                  </a:cubicBezTo>
                  <a:cubicBezTo>
                    <a:pt x="37" y="26"/>
                    <a:pt x="37" y="26"/>
                    <a:pt x="37" y="26"/>
                  </a:cubicBezTo>
                  <a:cubicBezTo>
                    <a:pt x="33" y="27"/>
                    <a:pt x="33" y="27"/>
                    <a:pt x="33" y="27"/>
                  </a:cubicBezTo>
                  <a:cubicBezTo>
                    <a:pt x="30" y="29"/>
                    <a:pt x="30" y="29"/>
                    <a:pt x="30" y="29"/>
                  </a:cubicBezTo>
                  <a:cubicBezTo>
                    <a:pt x="32" y="33"/>
                    <a:pt x="32" y="33"/>
                    <a:pt x="32" y="33"/>
                  </a:cubicBezTo>
                  <a:cubicBezTo>
                    <a:pt x="32" y="33"/>
                    <a:pt x="32" y="33"/>
                    <a:pt x="32" y="33"/>
                  </a:cubicBezTo>
                  <a:cubicBezTo>
                    <a:pt x="32" y="37"/>
                    <a:pt x="32" y="37"/>
                    <a:pt x="32" y="37"/>
                  </a:cubicBezTo>
                  <a:cubicBezTo>
                    <a:pt x="36" y="43"/>
                    <a:pt x="36" y="43"/>
                    <a:pt x="36" y="43"/>
                  </a:cubicBezTo>
                  <a:cubicBezTo>
                    <a:pt x="36" y="43"/>
                    <a:pt x="36" y="43"/>
                    <a:pt x="36" y="43"/>
                  </a:cubicBezTo>
                  <a:cubicBezTo>
                    <a:pt x="36" y="54"/>
                    <a:pt x="36" y="54"/>
                    <a:pt x="36" y="54"/>
                  </a:cubicBezTo>
                  <a:cubicBezTo>
                    <a:pt x="39" y="55"/>
                    <a:pt x="39" y="55"/>
                    <a:pt x="39" y="55"/>
                  </a:cubicBezTo>
                  <a:cubicBezTo>
                    <a:pt x="44" y="57"/>
                    <a:pt x="44" y="57"/>
                    <a:pt x="44" y="57"/>
                  </a:cubicBezTo>
                  <a:cubicBezTo>
                    <a:pt x="45" y="57"/>
                    <a:pt x="45" y="57"/>
                    <a:pt x="45" y="57"/>
                  </a:cubicBezTo>
                  <a:cubicBezTo>
                    <a:pt x="45" y="57"/>
                    <a:pt x="45" y="57"/>
                    <a:pt x="45" y="57"/>
                  </a:cubicBezTo>
                  <a:cubicBezTo>
                    <a:pt x="45" y="57"/>
                    <a:pt x="45" y="57"/>
                    <a:pt x="45" y="57"/>
                  </a:cubicBezTo>
                  <a:cubicBezTo>
                    <a:pt x="46" y="58"/>
                    <a:pt x="46" y="58"/>
                    <a:pt x="46" y="58"/>
                  </a:cubicBezTo>
                  <a:cubicBezTo>
                    <a:pt x="51" y="65"/>
                    <a:pt x="51" y="65"/>
                    <a:pt x="51" y="65"/>
                  </a:cubicBezTo>
                  <a:cubicBezTo>
                    <a:pt x="51" y="65"/>
                    <a:pt x="51" y="65"/>
                    <a:pt x="51" y="65"/>
                  </a:cubicBezTo>
                  <a:cubicBezTo>
                    <a:pt x="51" y="65"/>
                    <a:pt x="51" y="65"/>
                    <a:pt x="51" y="65"/>
                  </a:cubicBezTo>
                  <a:cubicBezTo>
                    <a:pt x="54" y="73"/>
                    <a:pt x="54" y="73"/>
                    <a:pt x="54" y="73"/>
                  </a:cubicBezTo>
                  <a:cubicBezTo>
                    <a:pt x="54" y="73"/>
                    <a:pt x="54" y="73"/>
                    <a:pt x="54" y="73"/>
                  </a:cubicBezTo>
                  <a:cubicBezTo>
                    <a:pt x="54" y="73"/>
                    <a:pt x="54" y="73"/>
                    <a:pt x="54" y="73"/>
                  </a:cubicBezTo>
                  <a:cubicBezTo>
                    <a:pt x="54" y="78"/>
                    <a:pt x="54" y="78"/>
                    <a:pt x="54" y="78"/>
                  </a:cubicBezTo>
                  <a:cubicBezTo>
                    <a:pt x="53" y="81"/>
                    <a:pt x="52" y="83"/>
                    <a:pt x="52" y="85"/>
                  </a:cubicBezTo>
                  <a:cubicBezTo>
                    <a:pt x="50" y="87"/>
                    <a:pt x="46" y="90"/>
                    <a:pt x="40" y="92"/>
                  </a:cubicBezTo>
                  <a:cubicBezTo>
                    <a:pt x="27" y="100"/>
                    <a:pt x="27" y="100"/>
                    <a:pt x="27" y="100"/>
                  </a:cubicBezTo>
                  <a:cubicBezTo>
                    <a:pt x="26" y="100"/>
                    <a:pt x="26" y="100"/>
                    <a:pt x="26" y="100"/>
                  </a:cubicBezTo>
                  <a:cubicBezTo>
                    <a:pt x="2" y="102"/>
                    <a:pt x="2" y="102"/>
                    <a:pt x="2" y="102"/>
                  </a:cubicBezTo>
                  <a:cubicBezTo>
                    <a:pt x="0" y="108"/>
                    <a:pt x="0" y="108"/>
                    <a:pt x="0" y="108"/>
                  </a:cubicBezTo>
                  <a:cubicBezTo>
                    <a:pt x="4" y="116"/>
                    <a:pt x="4" y="116"/>
                    <a:pt x="4" y="116"/>
                  </a:cubicBezTo>
                  <a:cubicBezTo>
                    <a:pt x="4" y="116"/>
                    <a:pt x="4" y="116"/>
                    <a:pt x="4" y="116"/>
                  </a:cubicBezTo>
                  <a:cubicBezTo>
                    <a:pt x="4" y="117"/>
                    <a:pt x="4" y="117"/>
                    <a:pt x="4" y="117"/>
                  </a:cubicBezTo>
                  <a:cubicBezTo>
                    <a:pt x="6" y="127"/>
                    <a:pt x="6" y="127"/>
                    <a:pt x="6" y="127"/>
                  </a:cubicBezTo>
                  <a:cubicBezTo>
                    <a:pt x="19" y="143"/>
                    <a:pt x="19" y="143"/>
                    <a:pt x="19" y="143"/>
                  </a:cubicBezTo>
                  <a:cubicBezTo>
                    <a:pt x="20" y="143"/>
                    <a:pt x="20" y="143"/>
                    <a:pt x="20" y="143"/>
                  </a:cubicBezTo>
                  <a:cubicBezTo>
                    <a:pt x="20" y="143"/>
                    <a:pt x="20" y="143"/>
                    <a:pt x="20" y="143"/>
                  </a:cubicBezTo>
                  <a:cubicBezTo>
                    <a:pt x="20" y="143"/>
                    <a:pt x="20" y="143"/>
                    <a:pt x="20" y="143"/>
                  </a:cubicBezTo>
                  <a:cubicBezTo>
                    <a:pt x="25" y="153"/>
                    <a:pt x="25" y="153"/>
                    <a:pt x="25" y="153"/>
                  </a:cubicBezTo>
                  <a:cubicBezTo>
                    <a:pt x="26" y="151"/>
                    <a:pt x="26" y="151"/>
                    <a:pt x="26" y="151"/>
                  </a:cubicBezTo>
                  <a:cubicBezTo>
                    <a:pt x="26" y="151"/>
                    <a:pt x="26" y="151"/>
                    <a:pt x="26" y="151"/>
                  </a:cubicBezTo>
                  <a:cubicBezTo>
                    <a:pt x="30" y="139"/>
                    <a:pt x="30" y="139"/>
                    <a:pt x="30" y="139"/>
                  </a:cubicBezTo>
                  <a:cubicBezTo>
                    <a:pt x="30" y="139"/>
                    <a:pt x="30" y="139"/>
                    <a:pt x="30" y="139"/>
                  </a:cubicBezTo>
                  <a:cubicBezTo>
                    <a:pt x="30" y="138"/>
                    <a:pt x="30" y="138"/>
                    <a:pt x="30" y="138"/>
                  </a:cubicBezTo>
                  <a:cubicBezTo>
                    <a:pt x="30" y="138"/>
                    <a:pt x="30" y="138"/>
                    <a:pt x="30" y="138"/>
                  </a:cubicBezTo>
                  <a:cubicBezTo>
                    <a:pt x="38" y="128"/>
                    <a:pt x="38" y="128"/>
                    <a:pt x="38" y="128"/>
                  </a:cubicBezTo>
                  <a:cubicBezTo>
                    <a:pt x="39" y="127"/>
                    <a:pt x="39" y="127"/>
                    <a:pt x="39" y="127"/>
                  </a:cubicBezTo>
                  <a:cubicBezTo>
                    <a:pt x="49" y="123"/>
                    <a:pt x="49" y="123"/>
                    <a:pt x="49" y="123"/>
                  </a:cubicBezTo>
                  <a:cubicBezTo>
                    <a:pt x="50" y="123"/>
                    <a:pt x="50" y="123"/>
                    <a:pt x="50" y="123"/>
                  </a:cubicBezTo>
                  <a:cubicBezTo>
                    <a:pt x="56" y="127"/>
                    <a:pt x="56" y="127"/>
                    <a:pt x="56" y="127"/>
                  </a:cubicBezTo>
                  <a:cubicBezTo>
                    <a:pt x="64" y="126"/>
                    <a:pt x="64" y="126"/>
                    <a:pt x="64" y="126"/>
                  </a:cubicBezTo>
                  <a:cubicBezTo>
                    <a:pt x="62" y="112"/>
                    <a:pt x="62" y="112"/>
                    <a:pt x="62" y="112"/>
                  </a:cubicBezTo>
                  <a:cubicBezTo>
                    <a:pt x="63" y="111"/>
                    <a:pt x="63" y="111"/>
                    <a:pt x="63" y="111"/>
                  </a:cubicBezTo>
                  <a:cubicBezTo>
                    <a:pt x="71" y="111"/>
                    <a:pt x="71" y="111"/>
                    <a:pt x="71" y="111"/>
                  </a:cubicBezTo>
                  <a:cubicBezTo>
                    <a:pt x="79" y="111"/>
                    <a:pt x="79" y="111"/>
                    <a:pt x="79" y="111"/>
                  </a:cubicBezTo>
                  <a:cubicBezTo>
                    <a:pt x="80" y="111"/>
                    <a:pt x="80" y="111"/>
                    <a:pt x="80" y="111"/>
                  </a:cubicBezTo>
                  <a:cubicBezTo>
                    <a:pt x="80" y="111"/>
                    <a:pt x="80" y="111"/>
                    <a:pt x="80" y="111"/>
                  </a:cubicBezTo>
                  <a:cubicBezTo>
                    <a:pt x="96" y="119"/>
                    <a:pt x="96" y="119"/>
                    <a:pt x="96" y="119"/>
                  </a:cubicBezTo>
                  <a:cubicBezTo>
                    <a:pt x="109" y="121"/>
                    <a:pt x="109" y="121"/>
                    <a:pt x="109" y="121"/>
                  </a:cubicBezTo>
                  <a:cubicBezTo>
                    <a:pt x="110" y="121"/>
                    <a:pt x="110" y="121"/>
                    <a:pt x="110" y="121"/>
                  </a:cubicBezTo>
                  <a:cubicBezTo>
                    <a:pt x="110" y="121"/>
                    <a:pt x="110" y="121"/>
                    <a:pt x="110" y="121"/>
                  </a:cubicBezTo>
                  <a:cubicBezTo>
                    <a:pt x="110" y="121"/>
                    <a:pt x="110" y="121"/>
                    <a:pt x="110" y="121"/>
                  </a:cubicBezTo>
                  <a:cubicBezTo>
                    <a:pt x="114" y="125"/>
                    <a:pt x="114" y="125"/>
                    <a:pt x="114" y="125"/>
                  </a:cubicBezTo>
                  <a:cubicBezTo>
                    <a:pt x="121" y="127"/>
                    <a:pt x="121" y="127"/>
                    <a:pt x="121" y="127"/>
                  </a:cubicBezTo>
                  <a:cubicBezTo>
                    <a:pt x="121" y="127"/>
                    <a:pt x="121" y="127"/>
                    <a:pt x="121" y="127"/>
                  </a:cubicBezTo>
                  <a:cubicBezTo>
                    <a:pt x="121" y="127"/>
                    <a:pt x="121" y="127"/>
                    <a:pt x="121" y="127"/>
                  </a:cubicBezTo>
                  <a:cubicBezTo>
                    <a:pt x="121" y="127"/>
                    <a:pt x="121" y="127"/>
                    <a:pt x="121" y="127"/>
                  </a:cubicBezTo>
                  <a:cubicBezTo>
                    <a:pt x="121" y="127"/>
                    <a:pt x="121" y="127"/>
                    <a:pt x="121" y="127"/>
                  </a:cubicBezTo>
                  <a:cubicBezTo>
                    <a:pt x="125" y="131"/>
                    <a:pt x="125" y="131"/>
                    <a:pt x="125" y="131"/>
                  </a:cubicBezTo>
                  <a:cubicBezTo>
                    <a:pt x="127" y="132"/>
                    <a:pt x="127" y="132"/>
                    <a:pt x="127" y="132"/>
                  </a:cubicBezTo>
                  <a:cubicBezTo>
                    <a:pt x="132" y="128"/>
                    <a:pt x="132" y="128"/>
                    <a:pt x="132" y="128"/>
                  </a:cubicBezTo>
                  <a:cubicBezTo>
                    <a:pt x="132" y="127"/>
                    <a:pt x="132" y="127"/>
                    <a:pt x="132" y="127"/>
                  </a:cubicBezTo>
                  <a:cubicBezTo>
                    <a:pt x="138" y="122"/>
                    <a:pt x="138" y="122"/>
                    <a:pt x="138" y="122"/>
                  </a:cubicBezTo>
                  <a:cubicBezTo>
                    <a:pt x="142" y="115"/>
                    <a:pt x="142" y="115"/>
                    <a:pt x="142" y="115"/>
                  </a:cubicBezTo>
                  <a:cubicBezTo>
                    <a:pt x="148" y="119"/>
                    <a:pt x="148" y="119"/>
                    <a:pt x="148" y="119"/>
                  </a:cubicBezTo>
                  <a:cubicBezTo>
                    <a:pt x="148" y="119"/>
                    <a:pt x="148" y="119"/>
                    <a:pt x="148" y="119"/>
                  </a:cubicBezTo>
                  <a:cubicBezTo>
                    <a:pt x="148" y="120"/>
                    <a:pt x="148" y="120"/>
                    <a:pt x="148" y="120"/>
                  </a:cubicBezTo>
                  <a:cubicBezTo>
                    <a:pt x="150" y="125"/>
                    <a:pt x="150" y="125"/>
                    <a:pt x="150" y="125"/>
                  </a:cubicBezTo>
                  <a:cubicBezTo>
                    <a:pt x="150" y="126"/>
                    <a:pt x="150" y="126"/>
                    <a:pt x="150" y="126"/>
                  </a:cubicBezTo>
                  <a:cubicBezTo>
                    <a:pt x="149" y="129"/>
                    <a:pt x="149" y="129"/>
                    <a:pt x="149" y="129"/>
                  </a:cubicBezTo>
                  <a:cubicBezTo>
                    <a:pt x="150" y="130"/>
                    <a:pt x="150" y="130"/>
                    <a:pt x="150" y="130"/>
                  </a:cubicBezTo>
                  <a:cubicBezTo>
                    <a:pt x="154" y="128"/>
                    <a:pt x="154" y="128"/>
                    <a:pt x="154" y="128"/>
                  </a:cubicBezTo>
                  <a:cubicBezTo>
                    <a:pt x="159" y="123"/>
                    <a:pt x="159" y="123"/>
                    <a:pt x="159" y="123"/>
                  </a:cubicBezTo>
                  <a:cubicBezTo>
                    <a:pt x="164" y="123"/>
                    <a:pt x="164" y="123"/>
                    <a:pt x="164" y="123"/>
                  </a:cubicBezTo>
                  <a:cubicBezTo>
                    <a:pt x="164" y="123"/>
                    <a:pt x="164" y="123"/>
                    <a:pt x="164" y="123"/>
                  </a:cubicBezTo>
                  <a:cubicBezTo>
                    <a:pt x="165" y="123"/>
                    <a:pt x="165" y="123"/>
                    <a:pt x="165" y="123"/>
                  </a:cubicBezTo>
                  <a:cubicBezTo>
                    <a:pt x="168" y="125"/>
                    <a:pt x="168" y="125"/>
                    <a:pt x="168" y="125"/>
                  </a:cubicBezTo>
                  <a:cubicBezTo>
                    <a:pt x="171" y="128"/>
                    <a:pt x="172" y="130"/>
                    <a:pt x="171" y="132"/>
                  </a:cubicBezTo>
                  <a:cubicBezTo>
                    <a:pt x="170" y="141"/>
                    <a:pt x="170" y="141"/>
                    <a:pt x="170" y="141"/>
                  </a:cubicBezTo>
                  <a:cubicBezTo>
                    <a:pt x="173" y="145"/>
                    <a:pt x="173" y="145"/>
                    <a:pt x="173" y="145"/>
                  </a:cubicBezTo>
                  <a:cubicBezTo>
                    <a:pt x="174" y="145"/>
                    <a:pt x="174" y="145"/>
                    <a:pt x="174" y="145"/>
                  </a:cubicBezTo>
                  <a:cubicBezTo>
                    <a:pt x="183" y="135"/>
                    <a:pt x="190" y="130"/>
                    <a:pt x="194" y="130"/>
                  </a:cubicBezTo>
                  <a:cubicBezTo>
                    <a:pt x="204" y="130"/>
                    <a:pt x="204" y="130"/>
                    <a:pt x="204" y="130"/>
                  </a:cubicBezTo>
                  <a:cubicBezTo>
                    <a:pt x="207" y="125"/>
                    <a:pt x="207" y="125"/>
                    <a:pt x="207" y="125"/>
                  </a:cubicBezTo>
                  <a:cubicBezTo>
                    <a:pt x="215" y="121"/>
                    <a:pt x="215" y="121"/>
                    <a:pt x="215" y="121"/>
                  </a:cubicBezTo>
                  <a:cubicBezTo>
                    <a:pt x="216" y="121"/>
                    <a:pt x="216" y="121"/>
                    <a:pt x="216" y="121"/>
                  </a:cubicBezTo>
                  <a:cubicBezTo>
                    <a:pt x="226" y="120"/>
                    <a:pt x="226" y="120"/>
                    <a:pt x="226" y="120"/>
                  </a:cubicBezTo>
                  <a:cubicBezTo>
                    <a:pt x="237" y="114"/>
                    <a:pt x="237" y="114"/>
                    <a:pt x="237" y="114"/>
                  </a:cubicBezTo>
                  <a:cubicBezTo>
                    <a:pt x="237" y="114"/>
                    <a:pt x="237" y="114"/>
                    <a:pt x="237" y="114"/>
                  </a:cubicBezTo>
                  <a:cubicBezTo>
                    <a:pt x="244" y="114"/>
                    <a:pt x="244" y="114"/>
                    <a:pt x="244" y="114"/>
                  </a:cubicBezTo>
                  <a:cubicBezTo>
                    <a:pt x="242" y="111"/>
                    <a:pt x="242" y="111"/>
                    <a:pt x="242" y="111"/>
                  </a:cubicBezTo>
                  <a:cubicBezTo>
                    <a:pt x="243" y="110"/>
                    <a:pt x="243" y="110"/>
                    <a:pt x="243" y="110"/>
                  </a:cubicBezTo>
                  <a:cubicBezTo>
                    <a:pt x="244" y="108"/>
                    <a:pt x="244" y="108"/>
                    <a:pt x="244" y="108"/>
                  </a:cubicBezTo>
                  <a:cubicBezTo>
                    <a:pt x="230" y="77"/>
                    <a:pt x="230" y="77"/>
                    <a:pt x="230" y="77"/>
                  </a:cubicBezTo>
                  <a:cubicBezTo>
                    <a:pt x="230" y="76"/>
                    <a:pt x="230" y="76"/>
                    <a:pt x="230" y="76"/>
                  </a:cubicBezTo>
                  <a:cubicBezTo>
                    <a:pt x="229" y="75"/>
                    <a:pt x="229" y="75"/>
                    <a:pt x="229" y="75"/>
                  </a:cubicBezTo>
                  <a:cubicBezTo>
                    <a:pt x="236" y="67"/>
                    <a:pt x="236" y="67"/>
                    <a:pt x="236" y="67"/>
                  </a:cubicBezTo>
                  <a:cubicBezTo>
                    <a:pt x="234" y="65"/>
                    <a:pt x="234" y="65"/>
                    <a:pt x="234" y="65"/>
                  </a:cubicBezTo>
                  <a:cubicBezTo>
                    <a:pt x="223" y="63"/>
                    <a:pt x="223" y="63"/>
                    <a:pt x="223" y="63"/>
                  </a:cubicBezTo>
                  <a:cubicBezTo>
                    <a:pt x="222" y="63"/>
                    <a:pt x="222" y="63"/>
                    <a:pt x="222" y="63"/>
                  </a:cubicBezTo>
                  <a:cubicBezTo>
                    <a:pt x="222" y="63"/>
                    <a:pt x="222" y="63"/>
                    <a:pt x="222" y="63"/>
                  </a:cubicBezTo>
                  <a:cubicBezTo>
                    <a:pt x="222" y="62"/>
                    <a:pt x="222" y="62"/>
                    <a:pt x="222" y="62"/>
                  </a:cubicBezTo>
                  <a:cubicBezTo>
                    <a:pt x="215" y="55"/>
                    <a:pt x="215" y="55"/>
                    <a:pt x="215" y="55"/>
                  </a:cubicBezTo>
                  <a:cubicBezTo>
                    <a:pt x="215" y="53"/>
                    <a:pt x="215" y="53"/>
                    <a:pt x="215" y="53"/>
                  </a:cubicBezTo>
                  <a:cubicBezTo>
                    <a:pt x="215" y="53"/>
                    <a:pt x="215" y="53"/>
                    <a:pt x="215" y="53"/>
                  </a:cubicBezTo>
                  <a:cubicBezTo>
                    <a:pt x="214" y="54"/>
                    <a:pt x="214" y="54"/>
                    <a:pt x="214" y="54"/>
                  </a:cubicBezTo>
                  <a:cubicBezTo>
                    <a:pt x="208" y="50"/>
                    <a:pt x="208" y="50"/>
                    <a:pt x="208" y="50"/>
                  </a:cubicBezTo>
                  <a:cubicBezTo>
                    <a:pt x="206" y="53"/>
                    <a:pt x="203" y="56"/>
                    <a:pt x="200" y="57"/>
                  </a:cubicBezTo>
                  <a:cubicBezTo>
                    <a:pt x="197" y="58"/>
                    <a:pt x="192" y="55"/>
                    <a:pt x="186" y="47"/>
                  </a:cubicBezTo>
                  <a:cubicBezTo>
                    <a:pt x="183" y="43"/>
                    <a:pt x="183" y="43"/>
                    <a:pt x="183" y="43"/>
                  </a:cubicBezTo>
                  <a:cubicBezTo>
                    <a:pt x="183" y="43"/>
                    <a:pt x="180" y="43"/>
                    <a:pt x="176" y="45"/>
                  </a:cubicBezTo>
                  <a:cubicBezTo>
                    <a:pt x="169" y="47"/>
                    <a:pt x="164" y="48"/>
                    <a:pt x="162" y="47"/>
                  </a:cubicBezTo>
                  <a:cubicBezTo>
                    <a:pt x="160" y="45"/>
                    <a:pt x="160" y="41"/>
                    <a:pt x="160" y="35"/>
                  </a:cubicBezTo>
                  <a:cubicBezTo>
                    <a:pt x="161" y="31"/>
                    <a:pt x="160" y="29"/>
                    <a:pt x="160" y="27"/>
                  </a:cubicBezTo>
                  <a:cubicBezTo>
                    <a:pt x="108" y="25"/>
                    <a:pt x="108" y="25"/>
                    <a:pt x="108" y="25"/>
                  </a:cubicBezTo>
                  <a:cubicBezTo>
                    <a:pt x="103" y="23"/>
                    <a:pt x="99" y="21"/>
                    <a:pt x="97" y="19"/>
                  </a:cubicBezTo>
                  <a:cubicBezTo>
                    <a:pt x="89" y="17"/>
                    <a:pt x="89" y="17"/>
                    <a:pt x="89" y="17"/>
                  </a:cubicBezTo>
                  <a:cubicBezTo>
                    <a:pt x="86" y="15"/>
                    <a:pt x="80" y="10"/>
                    <a:pt x="72" y="0"/>
                  </a:cubicBezTo>
                  <a:cubicBezTo>
                    <a:pt x="66" y="5"/>
                    <a:pt x="66" y="5"/>
                    <a:pt x="66" y="5"/>
                  </a:cubicBezTo>
                  <a:cubicBezTo>
                    <a:pt x="58" y="2"/>
                    <a:pt x="58" y="2"/>
                    <a:pt x="58" y="2"/>
                  </a:cubicBezTo>
                  <a:cubicBezTo>
                    <a:pt x="37" y="3"/>
                    <a:pt x="37" y="3"/>
                    <a:pt x="37" y="3"/>
                  </a:cubicBezTo>
                  <a:cubicBezTo>
                    <a:pt x="37" y="3"/>
                    <a:pt x="37" y="3"/>
                    <a:pt x="37" y="3"/>
                  </a:cubicBezTo>
                  <a:cubicBezTo>
                    <a:pt x="37" y="3"/>
                    <a:pt x="37" y="3"/>
                    <a:pt x="37" y="3"/>
                  </a:cubicBezTo>
                  <a:lnTo>
                    <a:pt x="31" y="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20"/>
            <p:cNvSpPr>
              <a:spLocks/>
            </p:cNvSpPr>
            <p:nvPr/>
          </p:nvSpPr>
          <p:spPr bwMode="auto">
            <a:xfrm>
              <a:off x="4387851" y="5006627"/>
              <a:ext cx="954088" cy="755650"/>
            </a:xfrm>
            <a:custGeom>
              <a:avLst/>
              <a:gdLst>
                <a:gd name="T0" fmla="*/ 244 w 254"/>
                <a:gd name="T1" fmla="*/ 64 h 201"/>
                <a:gd name="T2" fmla="*/ 254 w 254"/>
                <a:gd name="T3" fmla="*/ 63 h 201"/>
                <a:gd name="T4" fmla="*/ 236 w 254"/>
                <a:gd name="T5" fmla="*/ 44 h 201"/>
                <a:gd name="T6" fmla="*/ 223 w 254"/>
                <a:gd name="T7" fmla="*/ 22 h 201"/>
                <a:gd name="T8" fmla="*/ 202 w 254"/>
                <a:gd name="T9" fmla="*/ 27 h 201"/>
                <a:gd name="T10" fmla="*/ 200 w 254"/>
                <a:gd name="T11" fmla="*/ 29 h 201"/>
                <a:gd name="T12" fmla="*/ 182 w 254"/>
                <a:gd name="T13" fmla="*/ 25 h 201"/>
                <a:gd name="T14" fmla="*/ 150 w 254"/>
                <a:gd name="T15" fmla="*/ 40 h 201"/>
                <a:gd name="T16" fmla="*/ 150 w 254"/>
                <a:gd name="T17" fmla="*/ 19 h 201"/>
                <a:gd name="T18" fmla="*/ 149 w 254"/>
                <a:gd name="T19" fmla="*/ 10 h 201"/>
                <a:gd name="T20" fmla="*/ 138 w 254"/>
                <a:gd name="T21" fmla="*/ 10 h 201"/>
                <a:gd name="T22" fmla="*/ 126 w 254"/>
                <a:gd name="T23" fmla="*/ 9 h 201"/>
                <a:gd name="T24" fmla="*/ 110 w 254"/>
                <a:gd name="T25" fmla="*/ 1 h 201"/>
                <a:gd name="T26" fmla="*/ 105 w 254"/>
                <a:gd name="T27" fmla="*/ 24 h 201"/>
                <a:gd name="T28" fmla="*/ 82 w 254"/>
                <a:gd name="T29" fmla="*/ 18 h 201"/>
                <a:gd name="T30" fmla="*/ 78 w 254"/>
                <a:gd name="T31" fmla="*/ 16 h 201"/>
                <a:gd name="T32" fmla="*/ 72 w 254"/>
                <a:gd name="T33" fmla="*/ 33 h 201"/>
                <a:gd name="T34" fmla="*/ 75 w 254"/>
                <a:gd name="T35" fmla="*/ 47 h 201"/>
                <a:gd name="T36" fmla="*/ 68 w 254"/>
                <a:gd name="T37" fmla="*/ 61 h 201"/>
                <a:gd name="T38" fmla="*/ 52 w 254"/>
                <a:gd name="T39" fmla="*/ 102 h 201"/>
                <a:gd name="T40" fmla="*/ 29 w 254"/>
                <a:gd name="T41" fmla="*/ 117 h 201"/>
                <a:gd name="T42" fmla="*/ 32 w 254"/>
                <a:gd name="T43" fmla="*/ 124 h 201"/>
                <a:gd name="T44" fmla="*/ 19 w 254"/>
                <a:gd name="T45" fmla="*/ 142 h 201"/>
                <a:gd name="T46" fmla="*/ 5 w 254"/>
                <a:gd name="T47" fmla="*/ 146 h 201"/>
                <a:gd name="T48" fmla="*/ 2 w 254"/>
                <a:gd name="T49" fmla="*/ 184 h 201"/>
                <a:gd name="T50" fmla="*/ 8 w 254"/>
                <a:gd name="T51" fmla="*/ 196 h 201"/>
                <a:gd name="T52" fmla="*/ 21 w 254"/>
                <a:gd name="T53" fmla="*/ 200 h 201"/>
                <a:gd name="T54" fmla="*/ 22 w 254"/>
                <a:gd name="T55" fmla="*/ 199 h 201"/>
                <a:gd name="T56" fmla="*/ 18 w 254"/>
                <a:gd name="T57" fmla="*/ 186 h 201"/>
                <a:gd name="T58" fmla="*/ 12 w 254"/>
                <a:gd name="T59" fmla="*/ 182 h 201"/>
                <a:gd name="T60" fmla="*/ 18 w 254"/>
                <a:gd name="T61" fmla="*/ 173 h 201"/>
                <a:gd name="T62" fmla="*/ 32 w 254"/>
                <a:gd name="T63" fmla="*/ 162 h 201"/>
                <a:gd name="T64" fmla="*/ 64 w 254"/>
                <a:gd name="T65" fmla="*/ 141 h 201"/>
                <a:gd name="T66" fmla="*/ 70 w 254"/>
                <a:gd name="T67" fmla="*/ 145 h 201"/>
                <a:gd name="T68" fmla="*/ 75 w 254"/>
                <a:gd name="T69" fmla="*/ 141 h 201"/>
                <a:gd name="T70" fmla="*/ 96 w 254"/>
                <a:gd name="T71" fmla="*/ 137 h 201"/>
                <a:gd name="T72" fmla="*/ 98 w 254"/>
                <a:gd name="T73" fmla="*/ 136 h 201"/>
                <a:gd name="T74" fmla="*/ 119 w 254"/>
                <a:gd name="T75" fmla="*/ 128 h 201"/>
                <a:gd name="T76" fmla="*/ 124 w 254"/>
                <a:gd name="T77" fmla="*/ 96 h 201"/>
                <a:gd name="T78" fmla="*/ 130 w 254"/>
                <a:gd name="T79" fmla="*/ 94 h 201"/>
                <a:gd name="T80" fmla="*/ 132 w 254"/>
                <a:gd name="T81" fmla="*/ 95 h 201"/>
                <a:gd name="T82" fmla="*/ 159 w 254"/>
                <a:gd name="T83" fmla="*/ 112 h 201"/>
                <a:gd name="T84" fmla="*/ 156 w 254"/>
                <a:gd name="T85" fmla="*/ 103 h 201"/>
                <a:gd name="T86" fmla="*/ 166 w 254"/>
                <a:gd name="T87" fmla="*/ 99 h 201"/>
                <a:gd name="T88" fmla="*/ 173 w 254"/>
                <a:gd name="T89" fmla="*/ 95 h 201"/>
                <a:gd name="T90" fmla="*/ 193 w 254"/>
                <a:gd name="T91" fmla="*/ 101 h 201"/>
                <a:gd name="T92" fmla="*/ 206 w 254"/>
                <a:gd name="T93" fmla="*/ 92 h 201"/>
                <a:gd name="T94" fmla="*/ 207 w 254"/>
                <a:gd name="T95" fmla="*/ 94 h 201"/>
                <a:gd name="T96" fmla="*/ 238 w 254"/>
                <a:gd name="T97" fmla="*/ 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4" h="201">
                  <a:moveTo>
                    <a:pt x="238" y="69"/>
                  </a:moveTo>
                  <a:cubicBezTo>
                    <a:pt x="242" y="68"/>
                    <a:pt x="244" y="67"/>
                    <a:pt x="244" y="65"/>
                  </a:cubicBezTo>
                  <a:cubicBezTo>
                    <a:pt x="244" y="64"/>
                    <a:pt x="244" y="64"/>
                    <a:pt x="244" y="64"/>
                  </a:cubicBezTo>
                  <a:cubicBezTo>
                    <a:pt x="245" y="63"/>
                    <a:pt x="245" y="63"/>
                    <a:pt x="245" y="63"/>
                  </a:cubicBezTo>
                  <a:cubicBezTo>
                    <a:pt x="246" y="63"/>
                    <a:pt x="246" y="63"/>
                    <a:pt x="246" y="63"/>
                  </a:cubicBezTo>
                  <a:cubicBezTo>
                    <a:pt x="254" y="63"/>
                    <a:pt x="254" y="63"/>
                    <a:pt x="254" y="63"/>
                  </a:cubicBezTo>
                  <a:cubicBezTo>
                    <a:pt x="254" y="58"/>
                    <a:pt x="254" y="58"/>
                    <a:pt x="254" y="58"/>
                  </a:cubicBezTo>
                  <a:cubicBezTo>
                    <a:pt x="252" y="58"/>
                    <a:pt x="250" y="57"/>
                    <a:pt x="248" y="55"/>
                  </a:cubicBezTo>
                  <a:cubicBezTo>
                    <a:pt x="236" y="44"/>
                    <a:pt x="236" y="44"/>
                    <a:pt x="236" y="44"/>
                  </a:cubicBezTo>
                  <a:cubicBezTo>
                    <a:pt x="236" y="44"/>
                    <a:pt x="236" y="44"/>
                    <a:pt x="236" y="44"/>
                  </a:cubicBezTo>
                  <a:cubicBezTo>
                    <a:pt x="230" y="29"/>
                    <a:pt x="230" y="29"/>
                    <a:pt x="230" y="29"/>
                  </a:cubicBezTo>
                  <a:cubicBezTo>
                    <a:pt x="223" y="22"/>
                    <a:pt x="223" y="22"/>
                    <a:pt x="223" y="22"/>
                  </a:cubicBezTo>
                  <a:cubicBezTo>
                    <a:pt x="214" y="21"/>
                    <a:pt x="208" y="21"/>
                    <a:pt x="203" y="22"/>
                  </a:cubicBezTo>
                  <a:cubicBezTo>
                    <a:pt x="201" y="22"/>
                    <a:pt x="201" y="22"/>
                    <a:pt x="201" y="22"/>
                  </a:cubicBezTo>
                  <a:cubicBezTo>
                    <a:pt x="202" y="27"/>
                    <a:pt x="202" y="27"/>
                    <a:pt x="202" y="27"/>
                  </a:cubicBezTo>
                  <a:cubicBezTo>
                    <a:pt x="202" y="28"/>
                    <a:pt x="202" y="28"/>
                    <a:pt x="202" y="28"/>
                  </a:cubicBezTo>
                  <a:cubicBezTo>
                    <a:pt x="202" y="29"/>
                    <a:pt x="202" y="29"/>
                    <a:pt x="202" y="29"/>
                  </a:cubicBezTo>
                  <a:cubicBezTo>
                    <a:pt x="200" y="29"/>
                    <a:pt x="200" y="29"/>
                    <a:pt x="200" y="29"/>
                  </a:cubicBezTo>
                  <a:cubicBezTo>
                    <a:pt x="194" y="32"/>
                    <a:pt x="194" y="32"/>
                    <a:pt x="194" y="32"/>
                  </a:cubicBezTo>
                  <a:cubicBezTo>
                    <a:pt x="193" y="31"/>
                    <a:pt x="193" y="31"/>
                    <a:pt x="193" y="31"/>
                  </a:cubicBezTo>
                  <a:cubicBezTo>
                    <a:pt x="188" y="26"/>
                    <a:pt x="184" y="24"/>
                    <a:pt x="182" y="25"/>
                  </a:cubicBezTo>
                  <a:cubicBezTo>
                    <a:pt x="168" y="32"/>
                    <a:pt x="160" y="35"/>
                    <a:pt x="158" y="33"/>
                  </a:cubicBezTo>
                  <a:cubicBezTo>
                    <a:pt x="156" y="34"/>
                    <a:pt x="154" y="35"/>
                    <a:pt x="152" y="38"/>
                  </a:cubicBezTo>
                  <a:cubicBezTo>
                    <a:pt x="150" y="40"/>
                    <a:pt x="150" y="40"/>
                    <a:pt x="150" y="40"/>
                  </a:cubicBezTo>
                  <a:cubicBezTo>
                    <a:pt x="149" y="38"/>
                    <a:pt x="149" y="38"/>
                    <a:pt x="149" y="38"/>
                  </a:cubicBezTo>
                  <a:cubicBezTo>
                    <a:pt x="145" y="34"/>
                    <a:pt x="143" y="31"/>
                    <a:pt x="143" y="29"/>
                  </a:cubicBezTo>
                  <a:cubicBezTo>
                    <a:pt x="143" y="27"/>
                    <a:pt x="146" y="24"/>
                    <a:pt x="150" y="19"/>
                  </a:cubicBezTo>
                  <a:cubicBezTo>
                    <a:pt x="156" y="12"/>
                    <a:pt x="159" y="9"/>
                    <a:pt x="159" y="8"/>
                  </a:cubicBezTo>
                  <a:cubicBezTo>
                    <a:pt x="158" y="6"/>
                    <a:pt x="158" y="6"/>
                    <a:pt x="158" y="6"/>
                  </a:cubicBezTo>
                  <a:cubicBezTo>
                    <a:pt x="156" y="5"/>
                    <a:pt x="153" y="7"/>
                    <a:pt x="149" y="10"/>
                  </a:cubicBezTo>
                  <a:cubicBezTo>
                    <a:pt x="145" y="13"/>
                    <a:pt x="142" y="14"/>
                    <a:pt x="141" y="14"/>
                  </a:cubicBezTo>
                  <a:cubicBezTo>
                    <a:pt x="140" y="14"/>
                    <a:pt x="139" y="12"/>
                    <a:pt x="139" y="10"/>
                  </a:cubicBezTo>
                  <a:cubicBezTo>
                    <a:pt x="138" y="10"/>
                    <a:pt x="138" y="10"/>
                    <a:pt x="138" y="10"/>
                  </a:cubicBezTo>
                  <a:cubicBezTo>
                    <a:pt x="135" y="3"/>
                    <a:pt x="135" y="3"/>
                    <a:pt x="135" y="3"/>
                  </a:cubicBezTo>
                  <a:cubicBezTo>
                    <a:pt x="127" y="8"/>
                    <a:pt x="127" y="8"/>
                    <a:pt x="127" y="8"/>
                  </a:cubicBezTo>
                  <a:cubicBezTo>
                    <a:pt x="126" y="9"/>
                    <a:pt x="126" y="9"/>
                    <a:pt x="126" y="9"/>
                  </a:cubicBezTo>
                  <a:cubicBezTo>
                    <a:pt x="126" y="8"/>
                    <a:pt x="126" y="8"/>
                    <a:pt x="126" y="8"/>
                  </a:cubicBezTo>
                  <a:cubicBezTo>
                    <a:pt x="126" y="8"/>
                    <a:pt x="126" y="8"/>
                    <a:pt x="126" y="8"/>
                  </a:cubicBezTo>
                  <a:cubicBezTo>
                    <a:pt x="120" y="5"/>
                    <a:pt x="115" y="3"/>
                    <a:pt x="110" y="1"/>
                  </a:cubicBezTo>
                  <a:cubicBezTo>
                    <a:pt x="106" y="0"/>
                    <a:pt x="102" y="1"/>
                    <a:pt x="99" y="6"/>
                  </a:cubicBezTo>
                  <a:cubicBezTo>
                    <a:pt x="102" y="12"/>
                    <a:pt x="102" y="12"/>
                    <a:pt x="102" y="12"/>
                  </a:cubicBezTo>
                  <a:cubicBezTo>
                    <a:pt x="105" y="18"/>
                    <a:pt x="106" y="22"/>
                    <a:pt x="105" y="24"/>
                  </a:cubicBezTo>
                  <a:cubicBezTo>
                    <a:pt x="104" y="26"/>
                    <a:pt x="103" y="27"/>
                    <a:pt x="102" y="27"/>
                  </a:cubicBezTo>
                  <a:cubicBezTo>
                    <a:pt x="99" y="28"/>
                    <a:pt x="96" y="27"/>
                    <a:pt x="91" y="23"/>
                  </a:cubicBezTo>
                  <a:cubicBezTo>
                    <a:pt x="88" y="21"/>
                    <a:pt x="85" y="19"/>
                    <a:pt x="82" y="18"/>
                  </a:cubicBezTo>
                  <a:cubicBezTo>
                    <a:pt x="78" y="16"/>
                    <a:pt x="78" y="16"/>
                    <a:pt x="78" y="16"/>
                  </a:cubicBezTo>
                  <a:cubicBezTo>
                    <a:pt x="78" y="16"/>
                    <a:pt x="78" y="16"/>
                    <a:pt x="78" y="16"/>
                  </a:cubicBezTo>
                  <a:cubicBezTo>
                    <a:pt x="78" y="16"/>
                    <a:pt x="78" y="16"/>
                    <a:pt x="78" y="16"/>
                  </a:cubicBezTo>
                  <a:cubicBezTo>
                    <a:pt x="78" y="17"/>
                    <a:pt x="78" y="17"/>
                    <a:pt x="78" y="17"/>
                  </a:cubicBezTo>
                  <a:cubicBezTo>
                    <a:pt x="78" y="26"/>
                    <a:pt x="78" y="26"/>
                    <a:pt x="78" y="26"/>
                  </a:cubicBezTo>
                  <a:cubicBezTo>
                    <a:pt x="72" y="33"/>
                    <a:pt x="72" y="33"/>
                    <a:pt x="72" y="33"/>
                  </a:cubicBezTo>
                  <a:cubicBezTo>
                    <a:pt x="72" y="40"/>
                    <a:pt x="72" y="40"/>
                    <a:pt x="72" y="40"/>
                  </a:cubicBezTo>
                  <a:cubicBezTo>
                    <a:pt x="74" y="47"/>
                    <a:pt x="74" y="47"/>
                    <a:pt x="74" y="47"/>
                  </a:cubicBezTo>
                  <a:cubicBezTo>
                    <a:pt x="75" y="47"/>
                    <a:pt x="75" y="47"/>
                    <a:pt x="75" y="47"/>
                  </a:cubicBezTo>
                  <a:cubicBezTo>
                    <a:pt x="70" y="54"/>
                    <a:pt x="70" y="54"/>
                    <a:pt x="70" y="54"/>
                  </a:cubicBezTo>
                  <a:cubicBezTo>
                    <a:pt x="68" y="60"/>
                    <a:pt x="68" y="60"/>
                    <a:pt x="68" y="60"/>
                  </a:cubicBezTo>
                  <a:cubicBezTo>
                    <a:pt x="68" y="61"/>
                    <a:pt x="68" y="61"/>
                    <a:pt x="68" y="61"/>
                  </a:cubicBezTo>
                  <a:cubicBezTo>
                    <a:pt x="62" y="67"/>
                    <a:pt x="62" y="67"/>
                    <a:pt x="62" y="67"/>
                  </a:cubicBezTo>
                  <a:cubicBezTo>
                    <a:pt x="52" y="90"/>
                    <a:pt x="52" y="90"/>
                    <a:pt x="52" y="90"/>
                  </a:cubicBezTo>
                  <a:cubicBezTo>
                    <a:pt x="52" y="102"/>
                    <a:pt x="52" y="102"/>
                    <a:pt x="52" y="102"/>
                  </a:cubicBezTo>
                  <a:cubicBezTo>
                    <a:pt x="52" y="102"/>
                    <a:pt x="52" y="102"/>
                    <a:pt x="52" y="102"/>
                  </a:cubicBezTo>
                  <a:cubicBezTo>
                    <a:pt x="30" y="115"/>
                    <a:pt x="30" y="115"/>
                    <a:pt x="30" y="115"/>
                  </a:cubicBezTo>
                  <a:cubicBezTo>
                    <a:pt x="29" y="117"/>
                    <a:pt x="29" y="117"/>
                    <a:pt x="29" y="117"/>
                  </a:cubicBezTo>
                  <a:cubicBezTo>
                    <a:pt x="32" y="124"/>
                    <a:pt x="32" y="124"/>
                    <a:pt x="32" y="124"/>
                  </a:cubicBezTo>
                  <a:cubicBezTo>
                    <a:pt x="32" y="124"/>
                    <a:pt x="32" y="124"/>
                    <a:pt x="32" y="124"/>
                  </a:cubicBezTo>
                  <a:cubicBezTo>
                    <a:pt x="32" y="124"/>
                    <a:pt x="32" y="124"/>
                    <a:pt x="32" y="124"/>
                  </a:cubicBezTo>
                  <a:cubicBezTo>
                    <a:pt x="30" y="133"/>
                    <a:pt x="30" y="133"/>
                    <a:pt x="30" y="133"/>
                  </a:cubicBezTo>
                  <a:cubicBezTo>
                    <a:pt x="21" y="132"/>
                    <a:pt x="21" y="132"/>
                    <a:pt x="21" y="132"/>
                  </a:cubicBezTo>
                  <a:cubicBezTo>
                    <a:pt x="19" y="142"/>
                    <a:pt x="19" y="142"/>
                    <a:pt x="19" y="142"/>
                  </a:cubicBezTo>
                  <a:cubicBezTo>
                    <a:pt x="8" y="142"/>
                    <a:pt x="8" y="142"/>
                    <a:pt x="8" y="142"/>
                  </a:cubicBezTo>
                  <a:cubicBezTo>
                    <a:pt x="5" y="146"/>
                    <a:pt x="5" y="146"/>
                    <a:pt x="5" y="146"/>
                  </a:cubicBezTo>
                  <a:cubicBezTo>
                    <a:pt x="5" y="146"/>
                    <a:pt x="5" y="146"/>
                    <a:pt x="5" y="146"/>
                  </a:cubicBezTo>
                  <a:cubicBezTo>
                    <a:pt x="2" y="153"/>
                    <a:pt x="2" y="153"/>
                    <a:pt x="2" y="153"/>
                  </a:cubicBezTo>
                  <a:cubicBezTo>
                    <a:pt x="0" y="178"/>
                    <a:pt x="0" y="178"/>
                    <a:pt x="0" y="178"/>
                  </a:cubicBezTo>
                  <a:cubicBezTo>
                    <a:pt x="2" y="184"/>
                    <a:pt x="2" y="184"/>
                    <a:pt x="2" y="184"/>
                  </a:cubicBezTo>
                  <a:cubicBezTo>
                    <a:pt x="3" y="184"/>
                    <a:pt x="3" y="184"/>
                    <a:pt x="3" y="184"/>
                  </a:cubicBezTo>
                  <a:cubicBezTo>
                    <a:pt x="3" y="190"/>
                    <a:pt x="3" y="190"/>
                    <a:pt x="3" y="190"/>
                  </a:cubicBezTo>
                  <a:cubicBezTo>
                    <a:pt x="8" y="196"/>
                    <a:pt x="8" y="196"/>
                    <a:pt x="8" y="196"/>
                  </a:cubicBezTo>
                  <a:cubicBezTo>
                    <a:pt x="8" y="196"/>
                    <a:pt x="8" y="196"/>
                    <a:pt x="8" y="196"/>
                  </a:cubicBezTo>
                  <a:cubicBezTo>
                    <a:pt x="8" y="201"/>
                    <a:pt x="8" y="201"/>
                    <a:pt x="8" y="201"/>
                  </a:cubicBezTo>
                  <a:cubicBezTo>
                    <a:pt x="21" y="200"/>
                    <a:pt x="21" y="200"/>
                    <a:pt x="21" y="200"/>
                  </a:cubicBezTo>
                  <a:cubicBezTo>
                    <a:pt x="22" y="199"/>
                    <a:pt x="22" y="199"/>
                    <a:pt x="22" y="199"/>
                  </a:cubicBezTo>
                  <a:cubicBezTo>
                    <a:pt x="22" y="199"/>
                    <a:pt x="22" y="199"/>
                    <a:pt x="22" y="199"/>
                  </a:cubicBezTo>
                  <a:cubicBezTo>
                    <a:pt x="22" y="199"/>
                    <a:pt x="22" y="199"/>
                    <a:pt x="22" y="199"/>
                  </a:cubicBezTo>
                  <a:cubicBezTo>
                    <a:pt x="22" y="198"/>
                    <a:pt x="22" y="198"/>
                    <a:pt x="22" y="198"/>
                  </a:cubicBezTo>
                  <a:cubicBezTo>
                    <a:pt x="26" y="194"/>
                    <a:pt x="26" y="194"/>
                    <a:pt x="26" y="194"/>
                  </a:cubicBezTo>
                  <a:cubicBezTo>
                    <a:pt x="18" y="186"/>
                    <a:pt x="18" y="186"/>
                    <a:pt x="18" y="186"/>
                  </a:cubicBezTo>
                  <a:cubicBezTo>
                    <a:pt x="17" y="186"/>
                    <a:pt x="17" y="186"/>
                    <a:pt x="17" y="186"/>
                  </a:cubicBezTo>
                  <a:cubicBezTo>
                    <a:pt x="12" y="182"/>
                    <a:pt x="12" y="182"/>
                    <a:pt x="12" y="182"/>
                  </a:cubicBezTo>
                  <a:cubicBezTo>
                    <a:pt x="12" y="182"/>
                    <a:pt x="12" y="182"/>
                    <a:pt x="12" y="182"/>
                  </a:cubicBezTo>
                  <a:cubicBezTo>
                    <a:pt x="12" y="181"/>
                    <a:pt x="12" y="181"/>
                    <a:pt x="12" y="181"/>
                  </a:cubicBezTo>
                  <a:cubicBezTo>
                    <a:pt x="12" y="173"/>
                    <a:pt x="12" y="173"/>
                    <a:pt x="12" y="173"/>
                  </a:cubicBezTo>
                  <a:cubicBezTo>
                    <a:pt x="18" y="173"/>
                    <a:pt x="18" y="173"/>
                    <a:pt x="18" y="173"/>
                  </a:cubicBezTo>
                  <a:cubicBezTo>
                    <a:pt x="19" y="170"/>
                    <a:pt x="19" y="170"/>
                    <a:pt x="19" y="170"/>
                  </a:cubicBezTo>
                  <a:cubicBezTo>
                    <a:pt x="16" y="162"/>
                    <a:pt x="16" y="162"/>
                    <a:pt x="16" y="162"/>
                  </a:cubicBezTo>
                  <a:cubicBezTo>
                    <a:pt x="32" y="162"/>
                    <a:pt x="32" y="162"/>
                    <a:pt x="32" y="162"/>
                  </a:cubicBezTo>
                  <a:cubicBezTo>
                    <a:pt x="60" y="149"/>
                    <a:pt x="60" y="149"/>
                    <a:pt x="60" y="149"/>
                  </a:cubicBezTo>
                  <a:cubicBezTo>
                    <a:pt x="63" y="143"/>
                    <a:pt x="63" y="143"/>
                    <a:pt x="63" y="143"/>
                  </a:cubicBezTo>
                  <a:cubicBezTo>
                    <a:pt x="64" y="141"/>
                    <a:pt x="64" y="141"/>
                    <a:pt x="64" y="141"/>
                  </a:cubicBezTo>
                  <a:cubicBezTo>
                    <a:pt x="70" y="144"/>
                    <a:pt x="70" y="144"/>
                    <a:pt x="70" y="144"/>
                  </a:cubicBezTo>
                  <a:cubicBezTo>
                    <a:pt x="70" y="144"/>
                    <a:pt x="70" y="144"/>
                    <a:pt x="70" y="144"/>
                  </a:cubicBezTo>
                  <a:cubicBezTo>
                    <a:pt x="70" y="145"/>
                    <a:pt x="70" y="145"/>
                    <a:pt x="70" y="145"/>
                  </a:cubicBezTo>
                  <a:cubicBezTo>
                    <a:pt x="73" y="148"/>
                    <a:pt x="73" y="148"/>
                    <a:pt x="73" y="148"/>
                  </a:cubicBezTo>
                  <a:cubicBezTo>
                    <a:pt x="76" y="147"/>
                    <a:pt x="76" y="147"/>
                    <a:pt x="76" y="147"/>
                  </a:cubicBezTo>
                  <a:cubicBezTo>
                    <a:pt x="75" y="141"/>
                    <a:pt x="75" y="141"/>
                    <a:pt x="75" y="141"/>
                  </a:cubicBezTo>
                  <a:cubicBezTo>
                    <a:pt x="84" y="141"/>
                    <a:pt x="84" y="141"/>
                    <a:pt x="84" y="141"/>
                  </a:cubicBezTo>
                  <a:cubicBezTo>
                    <a:pt x="93" y="143"/>
                    <a:pt x="93" y="143"/>
                    <a:pt x="93" y="143"/>
                  </a:cubicBezTo>
                  <a:cubicBezTo>
                    <a:pt x="96" y="137"/>
                    <a:pt x="96" y="137"/>
                    <a:pt x="96" y="137"/>
                  </a:cubicBezTo>
                  <a:cubicBezTo>
                    <a:pt x="97" y="136"/>
                    <a:pt x="97" y="136"/>
                    <a:pt x="97" y="136"/>
                  </a:cubicBezTo>
                  <a:cubicBezTo>
                    <a:pt x="97" y="136"/>
                    <a:pt x="97" y="136"/>
                    <a:pt x="97" y="136"/>
                  </a:cubicBezTo>
                  <a:cubicBezTo>
                    <a:pt x="98" y="136"/>
                    <a:pt x="98" y="136"/>
                    <a:pt x="98" y="136"/>
                  </a:cubicBezTo>
                  <a:cubicBezTo>
                    <a:pt x="107" y="133"/>
                    <a:pt x="107" y="133"/>
                    <a:pt x="107" y="133"/>
                  </a:cubicBezTo>
                  <a:cubicBezTo>
                    <a:pt x="109" y="119"/>
                    <a:pt x="109" y="119"/>
                    <a:pt x="109" y="119"/>
                  </a:cubicBezTo>
                  <a:cubicBezTo>
                    <a:pt x="119" y="128"/>
                    <a:pt x="119" y="128"/>
                    <a:pt x="119" y="128"/>
                  </a:cubicBezTo>
                  <a:cubicBezTo>
                    <a:pt x="123" y="128"/>
                    <a:pt x="123" y="128"/>
                    <a:pt x="123" y="128"/>
                  </a:cubicBezTo>
                  <a:cubicBezTo>
                    <a:pt x="125" y="126"/>
                    <a:pt x="125" y="126"/>
                    <a:pt x="125" y="126"/>
                  </a:cubicBezTo>
                  <a:cubicBezTo>
                    <a:pt x="124" y="96"/>
                    <a:pt x="124" y="96"/>
                    <a:pt x="124" y="96"/>
                  </a:cubicBezTo>
                  <a:cubicBezTo>
                    <a:pt x="124" y="95"/>
                    <a:pt x="124" y="95"/>
                    <a:pt x="124" y="95"/>
                  </a:cubicBezTo>
                  <a:cubicBezTo>
                    <a:pt x="124" y="93"/>
                    <a:pt x="124" y="93"/>
                    <a:pt x="124" y="93"/>
                  </a:cubicBezTo>
                  <a:cubicBezTo>
                    <a:pt x="130" y="94"/>
                    <a:pt x="130" y="94"/>
                    <a:pt x="130" y="94"/>
                  </a:cubicBezTo>
                  <a:cubicBezTo>
                    <a:pt x="131" y="94"/>
                    <a:pt x="131" y="94"/>
                    <a:pt x="131" y="94"/>
                  </a:cubicBezTo>
                  <a:cubicBezTo>
                    <a:pt x="132" y="95"/>
                    <a:pt x="132" y="95"/>
                    <a:pt x="132" y="95"/>
                  </a:cubicBezTo>
                  <a:cubicBezTo>
                    <a:pt x="132" y="95"/>
                    <a:pt x="132" y="95"/>
                    <a:pt x="132" y="95"/>
                  </a:cubicBezTo>
                  <a:cubicBezTo>
                    <a:pt x="143" y="115"/>
                    <a:pt x="143" y="115"/>
                    <a:pt x="143" y="115"/>
                  </a:cubicBezTo>
                  <a:cubicBezTo>
                    <a:pt x="156" y="113"/>
                    <a:pt x="156" y="113"/>
                    <a:pt x="156" y="113"/>
                  </a:cubicBezTo>
                  <a:cubicBezTo>
                    <a:pt x="159" y="112"/>
                    <a:pt x="159" y="112"/>
                    <a:pt x="159" y="112"/>
                  </a:cubicBezTo>
                  <a:cubicBezTo>
                    <a:pt x="161" y="108"/>
                    <a:pt x="161" y="108"/>
                    <a:pt x="161" y="108"/>
                  </a:cubicBezTo>
                  <a:cubicBezTo>
                    <a:pt x="157" y="104"/>
                    <a:pt x="157" y="104"/>
                    <a:pt x="157" y="104"/>
                  </a:cubicBezTo>
                  <a:cubicBezTo>
                    <a:pt x="156" y="103"/>
                    <a:pt x="156" y="103"/>
                    <a:pt x="156" y="103"/>
                  </a:cubicBezTo>
                  <a:cubicBezTo>
                    <a:pt x="165" y="100"/>
                    <a:pt x="165" y="100"/>
                    <a:pt x="165" y="100"/>
                  </a:cubicBezTo>
                  <a:cubicBezTo>
                    <a:pt x="166" y="99"/>
                    <a:pt x="166" y="99"/>
                    <a:pt x="166" y="99"/>
                  </a:cubicBezTo>
                  <a:cubicBezTo>
                    <a:pt x="166" y="99"/>
                    <a:pt x="166" y="99"/>
                    <a:pt x="166" y="99"/>
                  </a:cubicBezTo>
                  <a:cubicBezTo>
                    <a:pt x="170" y="103"/>
                    <a:pt x="170" y="103"/>
                    <a:pt x="170" y="103"/>
                  </a:cubicBezTo>
                  <a:cubicBezTo>
                    <a:pt x="173" y="101"/>
                    <a:pt x="173" y="101"/>
                    <a:pt x="173" y="101"/>
                  </a:cubicBezTo>
                  <a:cubicBezTo>
                    <a:pt x="173" y="95"/>
                    <a:pt x="173" y="95"/>
                    <a:pt x="173" y="95"/>
                  </a:cubicBezTo>
                  <a:cubicBezTo>
                    <a:pt x="175" y="95"/>
                    <a:pt x="175" y="95"/>
                    <a:pt x="175" y="95"/>
                  </a:cubicBezTo>
                  <a:cubicBezTo>
                    <a:pt x="182" y="95"/>
                    <a:pt x="182" y="95"/>
                    <a:pt x="182" y="95"/>
                  </a:cubicBezTo>
                  <a:cubicBezTo>
                    <a:pt x="186" y="95"/>
                    <a:pt x="190" y="98"/>
                    <a:pt x="193" y="101"/>
                  </a:cubicBezTo>
                  <a:cubicBezTo>
                    <a:pt x="194" y="103"/>
                    <a:pt x="194" y="103"/>
                    <a:pt x="194" y="103"/>
                  </a:cubicBezTo>
                  <a:cubicBezTo>
                    <a:pt x="196" y="93"/>
                    <a:pt x="196" y="93"/>
                    <a:pt x="196" y="93"/>
                  </a:cubicBezTo>
                  <a:cubicBezTo>
                    <a:pt x="198" y="91"/>
                    <a:pt x="201" y="90"/>
                    <a:pt x="206" y="92"/>
                  </a:cubicBezTo>
                  <a:cubicBezTo>
                    <a:pt x="207" y="93"/>
                    <a:pt x="207" y="93"/>
                    <a:pt x="207" y="93"/>
                  </a:cubicBezTo>
                  <a:cubicBezTo>
                    <a:pt x="207" y="93"/>
                    <a:pt x="207" y="93"/>
                    <a:pt x="207" y="93"/>
                  </a:cubicBezTo>
                  <a:cubicBezTo>
                    <a:pt x="207" y="94"/>
                    <a:pt x="207" y="94"/>
                    <a:pt x="207" y="94"/>
                  </a:cubicBezTo>
                  <a:cubicBezTo>
                    <a:pt x="208" y="94"/>
                    <a:pt x="208" y="94"/>
                    <a:pt x="209" y="94"/>
                  </a:cubicBezTo>
                  <a:cubicBezTo>
                    <a:pt x="211" y="94"/>
                    <a:pt x="218" y="89"/>
                    <a:pt x="230" y="80"/>
                  </a:cubicBezTo>
                  <a:cubicBezTo>
                    <a:pt x="230" y="74"/>
                    <a:pt x="233" y="70"/>
                    <a:pt x="238" y="6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21"/>
            <p:cNvSpPr>
              <a:spLocks/>
            </p:cNvSpPr>
            <p:nvPr/>
          </p:nvSpPr>
          <p:spPr bwMode="auto">
            <a:xfrm>
              <a:off x="4838701" y="4352577"/>
              <a:ext cx="571500" cy="777875"/>
            </a:xfrm>
            <a:custGeom>
              <a:avLst/>
              <a:gdLst>
                <a:gd name="T0" fmla="*/ 119 w 152"/>
                <a:gd name="T1" fmla="*/ 8 h 207"/>
                <a:gd name="T2" fmla="*/ 106 w 152"/>
                <a:gd name="T3" fmla="*/ 3 h 207"/>
                <a:gd name="T4" fmla="*/ 88 w 152"/>
                <a:gd name="T5" fmla="*/ 16 h 207"/>
                <a:gd name="T6" fmla="*/ 76 w 152"/>
                <a:gd name="T7" fmla="*/ 11 h 207"/>
                <a:gd name="T8" fmla="*/ 76 w 152"/>
                <a:gd name="T9" fmla="*/ 12 h 207"/>
                <a:gd name="T10" fmla="*/ 54 w 152"/>
                <a:gd name="T11" fmla="*/ 17 h 207"/>
                <a:gd name="T12" fmla="*/ 42 w 152"/>
                <a:gd name="T13" fmla="*/ 18 h 207"/>
                <a:gd name="T14" fmla="*/ 34 w 152"/>
                <a:gd name="T15" fmla="*/ 27 h 207"/>
                <a:gd name="T16" fmla="*/ 20 w 152"/>
                <a:gd name="T17" fmla="*/ 28 h 207"/>
                <a:gd name="T18" fmla="*/ 10 w 152"/>
                <a:gd name="T19" fmla="*/ 44 h 207"/>
                <a:gd name="T20" fmla="*/ 11 w 152"/>
                <a:gd name="T21" fmla="*/ 46 h 207"/>
                <a:gd name="T22" fmla="*/ 17 w 152"/>
                <a:gd name="T23" fmla="*/ 69 h 207"/>
                <a:gd name="T24" fmla="*/ 17 w 152"/>
                <a:gd name="T25" fmla="*/ 72 h 207"/>
                <a:gd name="T26" fmla="*/ 16 w 152"/>
                <a:gd name="T27" fmla="*/ 72 h 207"/>
                <a:gd name="T28" fmla="*/ 0 w 152"/>
                <a:gd name="T29" fmla="*/ 94 h 207"/>
                <a:gd name="T30" fmla="*/ 6 w 152"/>
                <a:gd name="T31" fmla="*/ 98 h 207"/>
                <a:gd name="T32" fmla="*/ 12 w 152"/>
                <a:gd name="T33" fmla="*/ 131 h 207"/>
                <a:gd name="T34" fmla="*/ 20 w 152"/>
                <a:gd name="T35" fmla="*/ 143 h 207"/>
                <a:gd name="T36" fmla="*/ 21 w 152"/>
                <a:gd name="T37" fmla="*/ 152 h 207"/>
                <a:gd name="T38" fmla="*/ 22 w 152"/>
                <a:gd name="T39" fmla="*/ 181 h 207"/>
                <a:gd name="T40" fmla="*/ 26 w 152"/>
                <a:gd name="T41" fmla="*/ 181 h 207"/>
                <a:gd name="T42" fmla="*/ 43 w 152"/>
                <a:gd name="T43" fmla="*/ 181 h 207"/>
                <a:gd name="T44" fmla="*/ 28 w 152"/>
                <a:gd name="T45" fmla="*/ 203 h 207"/>
                <a:gd name="T46" fmla="*/ 40 w 152"/>
                <a:gd name="T47" fmla="*/ 203 h 207"/>
                <a:gd name="T48" fmla="*/ 75 w 152"/>
                <a:gd name="T49" fmla="*/ 201 h 207"/>
                <a:gd name="T50" fmla="*/ 77 w 152"/>
                <a:gd name="T51" fmla="*/ 195 h 207"/>
                <a:gd name="T52" fmla="*/ 77 w 152"/>
                <a:gd name="T53" fmla="*/ 190 h 207"/>
                <a:gd name="T54" fmla="*/ 75 w 152"/>
                <a:gd name="T55" fmla="*/ 179 h 207"/>
                <a:gd name="T56" fmla="*/ 83 w 152"/>
                <a:gd name="T57" fmla="*/ 173 h 207"/>
                <a:gd name="T58" fmla="*/ 81 w 152"/>
                <a:gd name="T59" fmla="*/ 168 h 207"/>
                <a:gd name="T60" fmla="*/ 81 w 152"/>
                <a:gd name="T61" fmla="*/ 167 h 207"/>
                <a:gd name="T62" fmla="*/ 85 w 152"/>
                <a:gd name="T63" fmla="*/ 154 h 207"/>
                <a:gd name="T64" fmla="*/ 89 w 152"/>
                <a:gd name="T65" fmla="*/ 149 h 207"/>
                <a:gd name="T66" fmla="*/ 93 w 152"/>
                <a:gd name="T67" fmla="*/ 146 h 207"/>
                <a:gd name="T68" fmla="*/ 100 w 152"/>
                <a:gd name="T69" fmla="*/ 130 h 207"/>
                <a:gd name="T70" fmla="*/ 103 w 152"/>
                <a:gd name="T71" fmla="*/ 128 h 207"/>
                <a:gd name="T72" fmla="*/ 99 w 152"/>
                <a:gd name="T73" fmla="*/ 111 h 207"/>
                <a:gd name="T74" fmla="*/ 112 w 152"/>
                <a:gd name="T75" fmla="*/ 100 h 207"/>
                <a:gd name="T76" fmla="*/ 110 w 152"/>
                <a:gd name="T77" fmla="*/ 85 h 207"/>
                <a:gd name="T78" fmla="*/ 125 w 152"/>
                <a:gd name="T79" fmla="*/ 68 h 207"/>
                <a:gd name="T80" fmla="*/ 131 w 152"/>
                <a:gd name="T81" fmla="*/ 70 h 207"/>
                <a:gd name="T82" fmla="*/ 142 w 152"/>
                <a:gd name="T83" fmla="*/ 64 h 207"/>
                <a:gd name="T84" fmla="*/ 142 w 152"/>
                <a:gd name="T85" fmla="*/ 64 h 207"/>
                <a:gd name="T86" fmla="*/ 148 w 152"/>
                <a:gd name="T87" fmla="*/ 60 h 207"/>
                <a:gd name="T88" fmla="*/ 148 w 152"/>
                <a:gd name="T89" fmla="*/ 53 h 207"/>
                <a:gd name="T90" fmla="*/ 150 w 152"/>
                <a:gd name="T91" fmla="*/ 51 h 207"/>
                <a:gd name="T92" fmla="*/ 152 w 152"/>
                <a:gd name="T93" fmla="*/ 48 h 207"/>
                <a:gd name="T94" fmla="*/ 138 w 152"/>
                <a:gd name="T95" fmla="*/ 26 h 207"/>
                <a:gd name="T96" fmla="*/ 132 w 152"/>
                <a:gd name="T97" fmla="*/ 1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 h="207">
                  <a:moveTo>
                    <a:pt x="120" y="8"/>
                  </a:moveTo>
                  <a:cubicBezTo>
                    <a:pt x="119" y="8"/>
                    <a:pt x="119" y="8"/>
                    <a:pt x="119" y="8"/>
                  </a:cubicBezTo>
                  <a:cubicBezTo>
                    <a:pt x="110" y="0"/>
                    <a:pt x="110" y="0"/>
                    <a:pt x="110" y="0"/>
                  </a:cubicBezTo>
                  <a:cubicBezTo>
                    <a:pt x="106" y="3"/>
                    <a:pt x="106" y="3"/>
                    <a:pt x="106" y="3"/>
                  </a:cubicBezTo>
                  <a:cubicBezTo>
                    <a:pt x="102" y="10"/>
                    <a:pt x="98" y="14"/>
                    <a:pt x="92" y="16"/>
                  </a:cubicBezTo>
                  <a:cubicBezTo>
                    <a:pt x="91" y="17"/>
                    <a:pt x="89" y="17"/>
                    <a:pt x="88" y="16"/>
                  </a:cubicBezTo>
                  <a:cubicBezTo>
                    <a:pt x="86" y="14"/>
                    <a:pt x="87" y="9"/>
                    <a:pt x="90" y="2"/>
                  </a:cubicBezTo>
                  <a:cubicBezTo>
                    <a:pt x="76" y="11"/>
                    <a:pt x="76" y="11"/>
                    <a:pt x="76" y="11"/>
                  </a:cubicBezTo>
                  <a:cubicBezTo>
                    <a:pt x="76" y="12"/>
                    <a:pt x="76" y="12"/>
                    <a:pt x="76" y="12"/>
                  </a:cubicBezTo>
                  <a:cubicBezTo>
                    <a:pt x="76" y="12"/>
                    <a:pt x="76" y="12"/>
                    <a:pt x="76" y="12"/>
                  </a:cubicBezTo>
                  <a:cubicBezTo>
                    <a:pt x="64" y="12"/>
                    <a:pt x="64" y="12"/>
                    <a:pt x="64" y="12"/>
                  </a:cubicBezTo>
                  <a:cubicBezTo>
                    <a:pt x="54" y="17"/>
                    <a:pt x="54" y="17"/>
                    <a:pt x="54" y="17"/>
                  </a:cubicBezTo>
                  <a:cubicBezTo>
                    <a:pt x="54" y="18"/>
                    <a:pt x="54" y="18"/>
                    <a:pt x="54" y="18"/>
                  </a:cubicBezTo>
                  <a:cubicBezTo>
                    <a:pt x="42" y="18"/>
                    <a:pt x="42" y="18"/>
                    <a:pt x="42" y="18"/>
                  </a:cubicBezTo>
                  <a:cubicBezTo>
                    <a:pt x="36" y="21"/>
                    <a:pt x="36" y="21"/>
                    <a:pt x="36" y="21"/>
                  </a:cubicBezTo>
                  <a:cubicBezTo>
                    <a:pt x="34" y="27"/>
                    <a:pt x="34" y="27"/>
                    <a:pt x="34" y="27"/>
                  </a:cubicBezTo>
                  <a:cubicBezTo>
                    <a:pt x="33" y="28"/>
                    <a:pt x="33" y="28"/>
                    <a:pt x="33" y="28"/>
                  </a:cubicBezTo>
                  <a:cubicBezTo>
                    <a:pt x="20" y="28"/>
                    <a:pt x="20" y="28"/>
                    <a:pt x="20" y="28"/>
                  </a:cubicBezTo>
                  <a:cubicBezTo>
                    <a:pt x="17" y="28"/>
                    <a:pt x="12" y="32"/>
                    <a:pt x="4" y="40"/>
                  </a:cubicBezTo>
                  <a:cubicBezTo>
                    <a:pt x="8" y="42"/>
                    <a:pt x="10" y="43"/>
                    <a:pt x="10" y="44"/>
                  </a:cubicBezTo>
                  <a:cubicBezTo>
                    <a:pt x="11" y="47"/>
                    <a:pt x="11" y="47"/>
                    <a:pt x="11" y="47"/>
                  </a:cubicBezTo>
                  <a:cubicBezTo>
                    <a:pt x="11" y="46"/>
                    <a:pt x="11" y="46"/>
                    <a:pt x="11" y="46"/>
                  </a:cubicBezTo>
                  <a:cubicBezTo>
                    <a:pt x="17" y="69"/>
                    <a:pt x="17" y="69"/>
                    <a:pt x="17" y="69"/>
                  </a:cubicBezTo>
                  <a:cubicBezTo>
                    <a:pt x="17" y="69"/>
                    <a:pt x="17" y="69"/>
                    <a:pt x="17" y="69"/>
                  </a:cubicBezTo>
                  <a:cubicBezTo>
                    <a:pt x="17" y="70"/>
                    <a:pt x="17" y="70"/>
                    <a:pt x="17" y="70"/>
                  </a:cubicBezTo>
                  <a:cubicBezTo>
                    <a:pt x="17" y="72"/>
                    <a:pt x="17" y="72"/>
                    <a:pt x="17" y="72"/>
                  </a:cubicBezTo>
                  <a:cubicBezTo>
                    <a:pt x="17" y="72"/>
                    <a:pt x="17" y="72"/>
                    <a:pt x="17" y="72"/>
                  </a:cubicBezTo>
                  <a:cubicBezTo>
                    <a:pt x="16" y="72"/>
                    <a:pt x="16" y="72"/>
                    <a:pt x="16" y="72"/>
                  </a:cubicBezTo>
                  <a:cubicBezTo>
                    <a:pt x="16" y="72"/>
                    <a:pt x="16" y="72"/>
                    <a:pt x="16" y="72"/>
                  </a:cubicBezTo>
                  <a:cubicBezTo>
                    <a:pt x="0" y="94"/>
                    <a:pt x="0" y="94"/>
                    <a:pt x="0" y="94"/>
                  </a:cubicBezTo>
                  <a:cubicBezTo>
                    <a:pt x="0" y="100"/>
                    <a:pt x="0" y="100"/>
                    <a:pt x="0" y="100"/>
                  </a:cubicBezTo>
                  <a:cubicBezTo>
                    <a:pt x="3" y="98"/>
                    <a:pt x="5" y="97"/>
                    <a:pt x="6" y="98"/>
                  </a:cubicBezTo>
                  <a:cubicBezTo>
                    <a:pt x="8" y="99"/>
                    <a:pt x="9" y="102"/>
                    <a:pt x="8" y="107"/>
                  </a:cubicBezTo>
                  <a:cubicBezTo>
                    <a:pt x="8" y="114"/>
                    <a:pt x="9" y="123"/>
                    <a:pt x="12" y="131"/>
                  </a:cubicBezTo>
                  <a:cubicBezTo>
                    <a:pt x="18" y="137"/>
                    <a:pt x="18" y="137"/>
                    <a:pt x="18" y="137"/>
                  </a:cubicBezTo>
                  <a:cubicBezTo>
                    <a:pt x="20" y="139"/>
                    <a:pt x="21" y="141"/>
                    <a:pt x="20" y="143"/>
                  </a:cubicBezTo>
                  <a:cubicBezTo>
                    <a:pt x="18" y="147"/>
                    <a:pt x="18" y="147"/>
                    <a:pt x="18" y="147"/>
                  </a:cubicBezTo>
                  <a:cubicBezTo>
                    <a:pt x="21" y="152"/>
                    <a:pt x="21" y="152"/>
                    <a:pt x="21" y="152"/>
                  </a:cubicBezTo>
                  <a:cubicBezTo>
                    <a:pt x="23" y="156"/>
                    <a:pt x="22" y="162"/>
                    <a:pt x="17" y="172"/>
                  </a:cubicBezTo>
                  <a:cubicBezTo>
                    <a:pt x="22" y="181"/>
                    <a:pt x="22" y="181"/>
                    <a:pt x="22" y="181"/>
                  </a:cubicBezTo>
                  <a:cubicBezTo>
                    <a:pt x="23" y="183"/>
                    <a:pt x="23" y="183"/>
                    <a:pt x="23" y="183"/>
                  </a:cubicBezTo>
                  <a:cubicBezTo>
                    <a:pt x="26" y="181"/>
                    <a:pt x="26" y="181"/>
                    <a:pt x="26" y="181"/>
                  </a:cubicBezTo>
                  <a:cubicBezTo>
                    <a:pt x="31" y="176"/>
                    <a:pt x="36" y="175"/>
                    <a:pt x="39" y="176"/>
                  </a:cubicBezTo>
                  <a:cubicBezTo>
                    <a:pt x="42" y="177"/>
                    <a:pt x="43" y="179"/>
                    <a:pt x="43" y="181"/>
                  </a:cubicBezTo>
                  <a:cubicBezTo>
                    <a:pt x="44" y="184"/>
                    <a:pt x="40" y="188"/>
                    <a:pt x="33" y="196"/>
                  </a:cubicBezTo>
                  <a:cubicBezTo>
                    <a:pt x="28" y="203"/>
                    <a:pt x="28" y="203"/>
                    <a:pt x="28" y="203"/>
                  </a:cubicBezTo>
                  <a:cubicBezTo>
                    <a:pt x="30" y="207"/>
                    <a:pt x="30" y="207"/>
                    <a:pt x="30" y="207"/>
                  </a:cubicBezTo>
                  <a:cubicBezTo>
                    <a:pt x="34" y="204"/>
                    <a:pt x="38" y="202"/>
                    <a:pt x="40" y="203"/>
                  </a:cubicBezTo>
                  <a:cubicBezTo>
                    <a:pt x="42" y="203"/>
                    <a:pt x="49" y="201"/>
                    <a:pt x="60" y="195"/>
                  </a:cubicBezTo>
                  <a:cubicBezTo>
                    <a:pt x="64" y="193"/>
                    <a:pt x="69" y="195"/>
                    <a:pt x="75" y="201"/>
                  </a:cubicBezTo>
                  <a:cubicBezTo>
                    <a:pt x="77" y="200"/>
                    <a:pt x="77" y="200"/>
                    <a:pt x="77" y="200"/>
                  </a:cubicBezTo>
                  <a:cubicBezTo>
                    <a:pt x="77" y="195"/>
                    <a:pt x="77" y="195"/>
                    <a:pt x="77" y="195"/>
                  </a:cubicBezTo>
                  <a:cubicBezTo>
                    <a:pt x="76" y="194"/>
                    <a:pt x="76" y="194"/>
                    <a:pt x="76" y="194"/>
                  </a:cubicBezTo>
                  <a:cubicBezTo>
                    <a:pt x="75" y="193"/>
                    <a:pt x="76" y="192"/>
                    <a:pt x="77" y="190"/>
                  </a:cubicBezTo>
                  <a:cubicBezTo>
                    <a:pt x="75" y="183"/>
                    <a:pt x="75" y="183"/>
                    <a:pt x="75" y="183"/>
                  </a:cubicBezTo>
                  <a:cubicBezTo>
                    <a:pt x="74" y="182"/>
                    <a:pt x="74" y="180"/>
                    <a:pt x="75" y="179"/>
                  </a:cubicBezTo>
                  <a:cubicBezTo>
                    <a:pt x="76" y="178"/>
                    <a:pt x="78" y="177"/>
                    <a:pt x="79" y="176"/>
                  </a:cubicBezTo>
                  <a:cubicBezTo>
                    <a:pt x="83" y="173"/>
                    <a:pt x="83" y="173"/>
                    <a:pt x="83" y="173"/>
                  </a:cubicBezTo>
                  <a:cubicBezTo>
                    <a:pt x="81" y="168"/>
                    <a:pt x="81" y="168"/>
                    <a:pt x="81" y="168"/>
                  </a:cubicBezTo>
                  <a:cubicBezTo>
                    <a:pt x="81" y="168"/>
                    <a:pt x="81" y="168"/>
                    <a:pt x="81" y="168"/>
                  </a:cubicBezTo>
                  <a:cubicBezTo>
                    <a:pt x="81" y="168"/>
                    <a:pt x="81" y="168"/>
                    <a:pt x="81" y="168"/>
                  </a:cubicBezTo>
                  <a:cubicBezTo>
                    <a:pt x="81" y="167"/>
                    <a:pt x="81" y="167"/>
                    <a:pt x="81" y="167"/>
                  </a:cubicBezTo>
                  <a:cubicBezTo>
                    <a:pt x="83" y="165"/>
                    <a:pt x="83" y="163"/>
                    <a:pt x="82" y="162"/>
                  </a:cubicBezTo>
                  <a:cubicBezTo>
                    <a:pt x="81" y="159"/>
                    <a:pt x="82" y="157"/>
                    <a:pt x="85" y="154"/>
                  </a:cubicBezTo>
                  <a:cubicBezTo>
                    <a:pt x="90" y="150"/>
                    <a:pt x="90" y="150"/>
                    <a:pt x="90" y="150"/>
                  </a:cubicBezTo>
                  <a:cubicBezTo>
                    <a:pt x="89" y="149"/>
                    <a:pt x="89" y="149"/>
                    <a:pt x="89" y="149"/>
                  </a:cubicBezTo>
                  <a:cubicBezTo>
                    <a:pt x="88" y="148"/>
                    <a:pt x="88" y="148"/>
                    <a:pt x="88" y="148"/>
                  </a:cubicBezTo>
                  <a:cubicBezTo>
                    <a:pt x="93" y="146"/>
                    <a:pt x="93" y="146"/>
                    <a:pt x="93" y="146"/>
                  </a:cubicBezTo>
                  <a:cubicBezTo>
                    <a:pt x="93" y="139"/>
                    <a:pt x="93" y="139"/>
                    <a:pt x="93" y="139"/>
                  </a:cubicBezTo>
                  <a:cubicBezTo>
                    <a:pt x="93" y="137"/>
                    <a:pt x="95" y="134"/>
                    <a:pt x="100" y="130"/>
                  </a:cubicBezTo>
                  <a:cubicBezTo>
                    <a:pt x="103" y="128"/>
                    <a:pt x="103" y="128"/>
                    <a:pt x="103" y="128"/>
                  </a:cubicBezTo>
                  <a:cubicBezTo>
                    <a:pt x="103" y="128"/>
                    <a:pt x="103" y="128"/>
                    <a:pt x="103" y="128"/>
                  </a:cubicBezTo>
                  <a:cubicBezTo>
                    <a:pt x="97" y="121"/>
                    <a:pt x="97" y="121"/>
                    <a:pt x="97" y="121"/>
                  </a:cubicBezTo>
                  <a:cubicBezTo>
                    <a:pt x="95" y="118"/>
                    <a:pt x="96" y="114"/>
                    <a:pt x="99" y="111"/>
                  </a:cubicBezTo>
                  <a:cubicBezTo>
                    <a:pt x="99" y="110"/>
                    <a:pt x="99" y="110"/>
                    <a:pt x="99" y="110"/>
                  </a:cubicBezTo>
                  <a:cubicBezTo>
                    <a:pt x="112" y="100"/>
                    <a:pt x="112" y="100"/>
                    <a:pt x="112" y="100"/>
                  </a:cubicBezTo>
                  <a:cubicBezTo>
                    <a:pt x="112" y="97"/>
                    <a:pt x="112" y="97"/>
                    <a:pt x="112" y="97"/>
                  </a:cubicBezTo>
                  <a:cubicBezTo>
                    <a:pt x="110" y="96"/>
                    <a:pt x="109" y="92"/>
                    <a:pt x="110" y="85"/>
                  </a:cubicBezTo>
                  <a:cubicBezTo>
                    <a:pt x="112" y="74"/>
                    <a:pt x="116" y="69"/>
                    <a:pt x="125" y="68"/>
                  </a:cubicBezTo>
                  <a:cubicBezTo>
                    <a:pt x="125" y="68"/>
                    <a:pt x="125" y="68"/>
                    <a:pt x="125" y="68"/>
                  </a:cubicBezTo>
                  <a:cubicBezTo>
                    <a:pt x="126" y="68"/>
                    <a:pt x="126" y="68"/>
                    <a:pt x="126" y="68"/>
                  </a:cubicBezTo>
                  <a:cubicBezTo>
                    <a:pt x="131" y="70"/>
                    <a:pt x="131" y="70"/>
                    <a:pt x="131" y="70"/>
                  </a:cubicBezTo>
                  <a:cubicBezTo>
                    <a:pt x="136" y="70"/>
                    <a:pt x="136" y="70"/>
                    <a:pt x="136" y="70"/>
                  </a:cubicBezTo>
                  <a:cubicBezTo>
                    <a:pt x="142" y="64"/>
                    <a:pt x="142" y="64"/>
                    <a:pt x="142" y="64"/>
                  </a:cubicBezTo>
                  <a:cubicBezTo>
                    <a:pt x="142" y="64"/>
                    <a:pt x="142" y="64"/>
                    <a:pt x="142" y="64"/>
                  </a:cubicBezTo>
                  <a:cubicBezTo>
                    <a:pt x="142" y="64"/>
                    <a:pt x="142" y="64"/>
                    <a:pt x="142" y="64"/>
                  </a:cubicBezTo>
                  <a:cubicBezTo>
                    <a:pt x="142" y="64"/>
                    <a:pt x="142" y="64"/>
                    <a:pt x="142" y="64"/>
                  </a:cubicBezTo>
                  <a:cubicBezTo>
                    <a:pt x="148" y="60"/>
                    <a:pt x="148" y="60"/>
                    <a:pt x="148" y="60"/>
                  </a:cubicBezTo>
                  <a:cubicBezTo>
                    <a:pt x="148" y="54"/>
                    <a:pt x="148" y="54"/>
                    <a:pt x="148" y="54"/>
                  </a:cubicBezTo>
                  <a:cubicBezTo>
                    <a:pt x="148" y="53"/>
                    <a:pt x="148" y="53"/>
                    <a:pt x="148" y="53"/>
                  </a:cubicBezTo>
                  <a:cubicBezTo>
                    <a:pt x="148" y="52"/>
                    <a:pt x="148" y="52"/>
                    <a:pt x="148" y="52"/>
                  </a:cubicBezTo>
                  <a:cubicBezTo>
                    <a:pt x="150" y="51"/>
                    <a:pt x="150" y="51"/>
                    <a:pt x="150" y="51"/>
                  </a:cubicBezTo>
                  <a:cubicBezTo>
                    <a:pt x="152" y="49"/>
                    <a:pt x="152" y="49"/>
                    <a:pt x="152" y="49"/>
                  </a:cubicBezTo>
                  <a:cubicBezTo>
                    <a:pt x="152" y="48"/>
                    <a:pt x="152" y="48"/>
                    <a:pt x="152" y="48"/>
                  </a:cubicBezTo>
                  <a:cubicBezTo>
                    <a:pt x="148" y="42"/>
                    <a:pt x="148" y="42"/>
                    <a:pt x="148" y="42"/>
                  </a:cubicBezTo>
                  <a:cubicBezTo>
                    <a:pt x="144" y="36"/>
                    <a:pt x="141" y="32"/>
                    <a:pt x="138" y="26"/>
                  </a:cubicBezTo>
                  <a:cubicBezTo>
                    <a:pt x="136" y="22"/>
                    <a:pt x="137" y="18"/>
                    <a:pt x="140" y="14"/>
                  </a:cubicBezTo>
                  <a:cubicBezTo>
                    <a:pt x="132" y="10"/>
                    <a:pt x="132" y="10"/>
                    <a:pt x="132" y="10"/>
                  </a:cubicBezTo>
                  <a:lnTo>
                    <a:pt x="120"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2"/>
            <p:cNvSpPr>
              <a:spLocks/>
            </p:cNvSpPr>
            <p:nvPr/>
          </p:nvSpPr>
          <p:spPr bwMode="auto">
            <a:xfrm>
              <a:off x="5135563" y="4555777"/>
              <a:ext cx="530225" cy="650875"/>
            </a:xfrm>
            <a:custGeom>
              <a:avLst/>
              <a:gdLst>
                <a:gd name="T0" fmla="*/ 73 w 141"/>
                <a:gd name="T1" fmla="*/ 8 h 173"/>
                <a:gd name="T2" fmla="*/ 60 w 141"/>
                <a:gd name="T3" fmla="*/ 20 h 173"/>
                <a:gd name="T4" fmla="*/ 59 w 141"/>
                <a:gd name="T5" fmla="*/ 21 h 173"/>
                <a:gd name="T6" fmla="*/ 51 w 141"/>
                <a:gd name="T7" fmla="*/ 21 h 173"/>
                <a:gd name="T8" fmla="*/ 35 w 141"/>
                <a:gd name="T9" fmla="*/ 31 h 173"/>
                <a:gd name="T10" fmla="*/ 40 w 141"/>
                <a:gd name="T11" fmla="*/ 34 h 173"/>
                <a:gd name="T12" fmla="*/ 37 w 141"/>
                <a:gd name="T13" fmla="*/ 47 h 173"/>
                <a:gd name="T14" fmla="*/ 23 w 141"/>
                <a:gd name="T15" fmla="*/ 59 h 173"/>
                <a:gd name="T16" fmla="*/ 24 w 141"/>
                <a:gd name="T17" fmla="*/ 68 h 173"/>
                <a:gd name="T18" fmla="*/ 27 w 141"/>
                <a:gd name="T19" fmla="*/ 77 h 173"/>
                <a:gd name="T20" fmla="*/ 18 w 141"/>
                <a:gd name="T21" fmla="*/ 93 h 173"/>
                <a:gd name="T22" fmla="*/ 18 w 141"/>
                <a:gd name="T23" fmla="*/ 94 h 173"/>
                <a:gd name="T24" fmla="*/ 12 w 141"/>
                <a:gd name="T25" fmla="*/ 101 h 173"/>
                <a:gd name="T26" fmla="*/ 7 w 141"/>
                <a:gd name="T27" fmla="*/ 106 h 173"/>
                <a:gd name="T28" fmla="*/ 7 w 141"/>
                <a:gd name="T29" fmla="*/ 122 h 173"/>
                <a:gd name="T30" fmla="*/ 2 w 141"/>
                <a:gd name="T31" fmla="*/ 126 h 173"/>
                <a:gd name="T32" fmla="*/ 0 w 141"/>
                <a:gd name="T33" fmla="*/ 128 h 173"/>
                <a:gd name="T34" fmla="*/ 3 w 141"/>
                <a:gd name="T35" fmla="*/ 137 h 173"/>
                <a:gd name="T36" fmla="*/ 26 w 141"/>
                <a:gd name="T37" fmla="*/ 137 h 173"/>
                <a:gd name="T38" fmla="*/ 35 w 141"/>
                <a:gd name="T39" fmla="*/ 146 h 173"/>
                <a:gd name="T40" fmla="*/ 35 w 141"/>
                <a:gd name="T41" fmla="*/ 147 h 173"/>
                <a:gd name="T42" fmla="*/ 51 w 141"/>
                <a:gd name="T43" fmla="*/ 172 h 173"/>
                <a:gd name="T44" fmla="*/ 56 w 141"/>
                <a:gd name="T45" fmla="*/ 161 h 173"/>
                <a:gd name="T46" fmla="*/ 68 w 141"/>
                <a:gd name="T47" fmla="*/ 169 h 173"/>
                <a:gd name="T48" fmla="*/ 76 w 141"/>
                <a:gd name="T49" fmla="*/ 146 h 173"/>
                <a:gd name="T50" fmla="*/ 78 w 141"/>
                <a:gd name="T51" fmla="*/ 146 h 173"/>
                <a:gd name="T52" fmla="*/ 85 w 141"/>
                <a:gd name="T53" fmla="*/ 141 h 173"/>
                <a:gd name="T54" fmla="*/ 85 w 141"/>
                <a:gd name="T55" fmla="*/ 139 h 173"/>
                <a:gd name="T56" fmla="*/ 97 w 141"/>
                <a:gd name="T57" fmla="*/ 139 h 173"/>
                <a:gd name="T58" fmla="*/ 103 w 141"/>
                <a:gd name="T59" fmla="*/ 112 h 173"/>
                <a:gd name="T60" fmla="*/ 114 w 141"/>
                <a:gd name="T61" fmla="*/ 110 h 173"/>
                <a:gd name="T62" fmla="*/ 109 w 141"/>
                <a:gd name="T63" fmla="*/ 105 h 173"/>
                <a:gd name="T64" fmla="*/ 117 w 141"/>
                <a:gd name="T65" fmla="*/ 98 h 173"/>
                <a:gd name="T66" fmla="*/ 123 w 141"/>
                <a:gd name="T67" fmla="*/ 100 h 173"/>
                <a:gd name="T68" fmla="*/ 119 w 141"/>
                <a:gd name="T69" fmla="*/ 92 h 173"/>
                <a:gd name="T70" fmla="*/ 123 w 141"/>
                <a:gd name="T71" fmla="*/ 90 h 173"/>
                <a:gd name="T72" fmla="*/ 118 w 141"/>
                <a:gd name="T73" fmla="*/ 79 h 173"/>
                <a:gd name="T74" fmla="*/ 119 w 141"/>
                <a:gd name="T75" fmla="*/ 78 h 173"/>
                <a:gd name="T76" fmla="*/ 131 w 141"/>
                <a:gd name="T77" fmla="*/ 68 h 173"/>
                <a:gd name="T78" fmla="*/ 121 w 141"/>
                <a:gd name="T79" fmla="*/ 55 h 173"/>
                <a:gd name="T80" fmla="*/ 133 w 141"/>
                <a:gd name="T81" fmla="*/ 50 h 173"/>
                <a:gd name="T82" fmla="*/ 139 w 141"/>
                <a:gd name="T83" fmla="*/ 43 h 173"/>
                <a:gd name="T84" fmla="*/ 135 w 141"/>
                <a:gd name="T85" fmla="*/ 34 h 173"/>
                <a:gd name="T86" fmla="*/ 135 w 141"/>
                <a:gd name="T87" fmla="*/ 33 h 173"/>
                <a:gd name="T88" fmla="*/ 135 w 141"/>
                <a:gd name="T89" fmla="*/ 30 h 173"/>
                <a:gd name="T90" fmla="*/ 133 w 141"/>
                <a:gd name="T91" fmla="*/ 30 h 173"/>
                <a:gd name="T92" fmla="*/ 117 w 141"/>
                <a:gd name="T93" fmla="*/ 28 h 173"/>
                <a:gd name="T94" fmla="*/ 117 w 141"/>
                <a:gd name="T95" fmla="*/ 28 h 173"/>
                <a:gd name="T96" fmla="*/ 113 w 141"/>
                <a:gd name="T97" fmla="*/ 23 h 173"/>
                <a:gd name="T98" fmla="*/ 93 w 141"/>
                <a:gd name="T99" fmla="*/ 31 h 173"/>
                <a:gd name="T100" fmla="*/ 85 w 141"/>
                <a:gd name="T101" fmla="*/ 16 h 173"/>
                <a:gd name="T102" fmla="*/ 73 w 141"/>
                <a:gd name="T103" fmla="*/ 1 h 173"/>
                <a:gd name="T104" fmla="*/ 73 w 141"/>
                <a:gd name="T105" fmla="*/ 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1" h="173">
                  <a:moveTo>
                    <a:pt x="73" y="8"/>
                  </a:moveTo>
                  <a:cubicBezTo>
                    <a:pt x="73" y="8"/>
                    <a:pt x="73" y="8"/>
                    <a:pt x="73" y="8"/>
                  </a:cubicBezTo>
                  <a:cubicBezTo>
                    <a:pt x="66" y="13"/>
                    <a:pt x="66" y="13"/>
                    <a:pt x="66" y="13"/>
                  </a:cubicBezTo>
                  <a:cubicBezTo>
                    <a:pt x="60" y="20"/>
                    <a:pt x="60" y="20"/>
                    <a:pt x="60" y="20"/>
                  </a:cubicBezTo>
                  <a:cubicBezTo>
                    <a:pt x="59" y="20"/>
                    <a:pt x="59" y="20"/>
                    <a:pt x="59" y="20"/>
                  </a:cubicBezTo>
                  <a:cubicBezTo>
                    <a:pt x="59" y="21"/>
                    <a:pt x="59" y="21"/>
                    <a:pt x="59" y="21"/>
                  </a:cubicBezTo>
                  <a:cubicBezTo>
                    <a:pt x="51" y="21"/>
                    <a:pt x="51" y="21"/>
                    <a:pt x="51" y="21"/>
                  </a:cubicBezTo>
                  <a:cubicBezTo>
                    <a:pt x="51" y="21"/>
                    <a:pt x="51" y="21"/>
                    <a:pt x="51" y="21"/>
                  </a:cubicBezTo>
                  <a:cubicBezTo>
                    <a:pt x="46" y="18"/>
                    <a:pt x="46" y="18"/>
                    <a:pt x="46" y="18"/>
                  </a:cubicBezTo>
                  <a:cubicBezTo>
                    <a:pt x="40" y="20"/>
                    <a:pt x="37" y="24"/>
                    <a:pt x="35" y="31"/>
                  </a:cubicBezTo>
                  <a:cubicBezTo>
                    <a:pt x="35" y="38"/>
                    <a:pt x="35" y="38"/>
                    <a:pt x="35" y="38"/>
                  </a:cubicBezTo>
                  <a:cubicBezTo>
                    <a:pt x="40" y="34"/>
                    <a:pt x="40" y="34"/>
                    <a:pt x="40" y="34"/>
                  </a:cubicBezTo>
                  <a:cubicBezTo>
                    <a:pt x="37" y="47"/>
                    <a:pt x="37" y="47"/>
                    <a:pt x="37" y="47"/>
                  </a:cubicBezTo>
                  <a:cubicBezTo>
                    <a:pt x="37" y="47"/>
                    <a:pt x="37" y="47"/>
                    <a:pt x="37" y="47"/>
                  </a:cubicBezTo>
                  <a:cubicBezTo>
                    <a:pt x="37" y="48"/>
                    <a:pt x="37" y="48"/>
                    <a:pt x="37" y="48"/>
                  </a:cubicBezTo>
                  <a:cubicBezTo>
                    <a:pt x="23" y="59"/>
                    <a:pt x="23" y="59"/>
                    <a:pt x="23" y="59"/>
                  </a:cubicBezTo>
                  <a:cubicBezTo>
                    <a:pt x="21" y="62"/>
                    <a:pt x="21" y="64"/>
                    <a:pt x="21" y="65"/>
                  </a:cubicBezTo>
                  <a:cubicBezTo>
                    <a:pt x="24" y="68"/>
                    <a:pt x="24" y="68"/>
                    <a:pt x="24" y="68"/>
                  </a:cubicBezTo>
                  <a:cubicBezTo>
                    <a:pt x="27" y="70"/>
                    <a:pt x="28" y="72"/>
                    <a:pt x="28" y="74"/>
                  </a:cubicBezTo>
                  <a:cubicBezTo>
                    <a:pt x="28" y="75"/>
                    <a:pt x="27" y="76"/>
                    <a:pt x="27" y="77"/>
                  </a:cubicBezTo>
                  <a:cubicBezTo>
                    <a:pt x="18" y="84"/>
                    <a:pt x="18" y="84"/>
                    <a:pt x="18" y="84"/>
                  </a:cubicBezTo>
                  <a:cubicBezTo>
                    <a:pt x="19" y="86"/>
                    <a:pt x="19" y="89"/>
                    <a:pt x="18" y="93"/>
                  </a:cubicBezTo>
                  <a:cubicBezTo>
                    <a:pt x="18" y="94"/>
                    <a:pt x="18" y="94"/>
                    <a:pt x="18" y="94"/>
                  </a:cubicBezTo>
                  <a:cubicBezTo>
                    <a:pt x="18" y="94"/>
                    <a:pt x="18" y="94"/>
                    <a:pt x="18" y="94"/>
                  </a:cubicBezTo>
                  <a:cubicBezTo>
                    <a:pt x="15" y="96"/>
                    <a:pt x="15" y="96"/>
                    <a:pt x="15" y="96"/>
                  </a:cubicBezTo>
                  <a:cubicBezTo>
                    <a:pt x="15" y="98"/>
                    <a:pt x="14" y="99"/>
                    <a:pt x="12" y="101"/>
                  </a:cubicBezTo>
                  <a:cubicBezTo>
                    <a:pt x="7" y="105"/>
                    <a:pt x="7" y="105"/>
                    <a:pt x="7" y="105"/>
                  </a:cubicBezTo>
                  <a:cubicBezTo>
                    <a:pt x="7" y="106"/>
                    <a:pt x="7" y="106"/>
                    <a:pt x="7" y="106"/>
                  </a:cubicBezTo>
                  <a:cubicBezTo>
                    <a:pt x="8" y="108"/>
                    <a:pt x="8" y="110"/>
                    <a:pt x="7" y="114"/>
                  </a:cubicBezTo>
                  <a:cubicBezTo>
                    <a:pt x="9" y="118"/>
                    <a:pt x="9" y="120"/>
                    <a:pt x="7" y="122"/>
                  </a:cubicBezTo>
                  <a:cubicBezTo>
                    <a:pt x="3" y="126"/>
                    <a:pt x="3" y="126"/>
                    <a:pt x="3" y="126"/>
                  </a:cubicBezTo>
                  <a:cubicBezTo>
                    <a:pt x="2" y="126"/>
                    <a:pt x="2" y="126"/>
                    <a:pt x="2" y="126"/>
                  </a:cubicBezTo>
                  <a:cubicBezTo>
                    <a:pt x="0" y="127"/>
                    <a:pt x="0" y="127"/>
                    <a:pt x="0" y="127"/>
                  </a:cubicBezTo>
                  <a:cubicBezTo>
                    <a:pt x="0" y="128"/>
                    <a:pt x="0" y="128"/>
                    <a:pt x="0" y="128"/>
                  </a:cubicBezTo>
                  <a:cubicBezTo>
                    <a:pt x="3" y="137"/>
                    <a:pt x="3" y="137"/>
                    <a:pt x="3" y="137"/>
                  </a:cubicBezTo>
                  <a:cubicBezTo>
                    <a:pt x="3" y="137"/>
                    <a:pt x="3" y="137"/>
                    <a:pt x="3" y="137"/>
                  </a:cubicBezTo>
                  <a:cubicBezTo>
                    <a:pt x="10" y="136"/>
                    <a:pt x="17" y="136"/>
                    <a:pt x="25" y="137"/>
                  </a:cubicBezTo>
                  <a:cubicBezTo>
                    <a:pt x="26" y="137"/>
                    <a:pt x="26" y="137"/>
                    <a:pt x="26" y="137"/>
                  </a:cubicBezTo>
                  <a:cubicBezTo>
                    <a:pt x="26" y="138"/>
                    <a:pt x="26" y="138"/>
                    <a:pt x="26" y="138"/>
                  </a:cubicBezTo>
                  <a:cubicBezTo>
                    <a:pt x="35" y="146"/>
                    <a:pt x="35" y="146"/>
                    <a:pt x="35" y="146"/>
                  </a:cubicBezTo>
                  <a:cubicBezTo>
                    <a:pt x="35" y="147"/>
                    <a:pt x="35" y="147"/>
                    <a:pt x="35" y="147"/>
                  </a:cubicBezTo>
                  <a:cubicBezTo>
                    <a:pt x="35" y="147"/>
                    <a:pt x="35" y="147"/>
                    <a:pt x="35" y="147"/>
                  </a:cubicBezTo>
                  <a:cubicBezTo>
                    <a:pt x="41" y="162"/>
                    <a:pt x="41" y="162"/>
                    <a:pt x="41" y="162"/>
                  </a:cubicBezTo>
                  <a:cubicBezTo>
                    <a:pt x="51" y="172"/>
                    <a:pt x="51" y="172"/>
                    <a:pt x="51" y="172"/>
                  </a:cubicBezTo>
                  <a:cubicBezTo>
                    <a:pt x="56" y="173"/>
                    <a:pt x="56" y="173"/>
                    <a:pt x="56" y="173"/>
                  </a:cubicBezTo>
                  <a:cubicBezTo>
                    <a:pt x="56" y="161"/>
                    <a:pt x="56" y="161"/>
                    <a:pt x="56" y="161"/>
                  </a:cubicBezTo>
                  <a:cubicBezTo>
                    <a:pt x="66" y="171"/>
                    <a:pt x="66" y="171"/>
                    <a:pt x="66" y="171"/>
                  </a:cubicBezTo>
                  <a:cubicBezTo>
                    <a:pt x="68" y="169"/>
                    <a:pt x="68" y="169"/>
                    <a:pt x="68" y="169"/>
                  </a:cubicBezTo>
                  <a:cubicBezTo>
                    <a:pt x="75" y="154"/>
                    <a:pt x="75" y="154"/>
                    <a:pt x="75" y="154"/>
                  </a:cubicBezTo>
                  <a:cubicBezTo>
                    <a:pt x="76" y="146"/>
                    <a:pt x="76" y="146"/>
                    <a:pt x="76" y="146"/>
                  </a:cubicBezTo>
                  <a:cubicBezTo>
                    <a:pt x="77" y="146"/>
                    <a:pt x="77" y="146"/>
                    <a:pt x="77" y="146"/>
                  </a:cubicBezTo>
                  <a:cubicBezTo>
                    <a:pt x="78" y="146"/>
                    <a:pt x="78" y="146"/>
                    <a:pt x="78" y="146"/>
                  </a:cubicBezTo>
                  <a:cubicBezTo>
                    <a:pt x="86" y="147"/>
                    <a:pt x="86" y="147"/>
                    <a:pt x="86" y="147"/>
                  </a:cubicBezTo>
                  <a:cubicBezTo>
                    <a:pt x="85" y="141"/>
                    <a:pt x="85" y="141"/>
                    <a:pt x="85" y="141"/>
                  </a:cubicBezTo>
                  <a:cubicBezTo>
                    <a:pt x="85" y="140"/>
                    <a:pt x="85" y="140"/>
                    <a:pt x="85" y="140"/>
                  </a:cubicBezTo>
                  <a:cubicBezTo>
                    <a:pt x="85" y="139"/>
                    <a:pt x="85" y="139"/>
                    <a:pt x="85" y="139"/>
                  </a:cubicBezTo>
                  <a:cubicBezTo>
                    <a:pt x="87" y="139"/>
                    <a:pt x="87" y="139"/>
                    <a:pt x="87" y="139"/>
                  </a:cubicBezTo>
                  <a:cubicBezTo>
                    <a:pt x="97" y="139"/>
                    <a:pt x="97" y="139"/>
                    <a:pt x="97" y="139"/>
                  </a:cubicBezTo>
                  <a:cubicBezTo>
                    <a:pt x="102" y="134"/>
                    <a:pt x="104" y="130"/>
                    <a:pt x="104" y="126"/>
                  </a:cubicBezTo>
                  <a:cubicBezTo>
                    <a:pt x="103" y="112"/>
                    <a:pt x="103" y="112"/>
                    <a:pt x="103" y="112"/>
                  </a:cubicBezTo>
                  <a:cubicBezTo>
                    <a:pt x="111" y="114"/>
                    <a:pt x="111" y="114"/>
                    <a:pt x="111" y="114"/>
                  </a:cubicBezTo>
                  <a:cubicBezTo>
                    <a:pt x="114" y="110"/>
                    <a:pt x="114" y="110"/>
                    <a:pt x="114" y="110"/>
                  </a:cubicBezTo>
                  <a:cubicBezTo>
                    <a:pt x="110" y="106"/>
                    <a:pt x="110" y="106"/>
                    <a:pt x="110" y="106"/>
                  </a:cubicBezTo>
                  <a:cubicBezTo>
                    <a:pt x="109" y="105"/>
                    <a:pt x="109" y="105"/>
                    <a:pt x="109" y="105"/>
                  </a:cubicBezTo>
                  <a:cubicBezTo>
                    <a:pt x="117" y="97"/>
                    <a:pt x="117" y="97"/>
                    <a:pt x="117" y="97"/>
                  </a:cubicBezTo>
                  <a:cubicBezTo>
                    <a:pt x="117" y="98"/>
                    <a:pt x="117" y="98"/>
                    <a:pt x="117" y="98"/>
                  </a:cubicBezTo>
                  <a:cubicBezTo>
                    <a:pt x="118" y="98"/>
                    <a:pt x="118" y="98"/>
                    <a:pt x="118" y="98"/>
                  </a:cubicBezTo>
                  <a:cubicBezTo>
                    <a:pt x="123" y="100"/>
                    <a:pt x="123" y="100"/>
                    <a:pt x="123" y="100"/>
                  </a:cubicBezTo>
                  <a:cubicBezTo>
                    <a:pt x="123" y="99"/>
                    <a:pt x="123" y="99"/>
                    <a:pt x="123" y="99"/>
                  </a:cubicBezTo>
                  <a:cubicBezTo>
                    <a:pt x="119" y="92"/>
                    <a:pt x="119" y="92"/>
                    <a:pt x="119" y="92"/>
                  </a:cubicBezTo>
                  <a:cubicBezTo>
                    <a:pt x="121" y="91"/>
                    <a:pt x="121" y="91"/>
                    <a:pt x="121" y="91"/>
                  </a:cubicBezTo>
                  <a:cubicBezTo>
                    <a:pt x="123" y="90"/>
                    <a:pt x="123" y="90"/>
                    <a:pt x="123" y="90"/>
                  </a:cubicBezTo>
                  <a:cubicBezTo>
                    <a:pt x="122" y="87"/>
                    <a:pt x="122" y="87"/>
                    <a:pt x="122" y="87"/>
                  </a:cubicBezTo>
                  <a:cubicBezTo>
                    <a:pt x="118" y="79"/>
                    <a:pt x="118" y="79"/>
                    <a:pt x="118" y="79"/>
                  </a:cubicBezTo>
                  <a:cubicBezTo>
                    <a:pt x="119" y="79"/>
                    <a:pt x="119" y="79"/>
                    <a:pt x="119" y="79"/>
                  </a:cubicBezTo>
                  <a:cubicBezTo>
                    <a:pt x="119" y="78"/>
                    <a:pt x="119" y="78"/>
                    <a:pt x="119" y="78"/>
                  </a:cubicBezTo>
                  <a:cubicBezTo>
                    <a:pt x="130" y="72"/>
                    <a:pt x="130" y="72"/>
                    <a:pt x="130" y="72"/>
                  </a:cubicBezTo>
                  <a:cubicBezTo>
                    <a:pt x="131" y="68"/>
                    <a:pt x="131" y="68"/>
                    <a:pt x="131" y="68"/>
                  </a:cubicBezTo>
                  <a:cubicBezTo>
                    <a:pt x="121" y="63"/>
                    <a:pt x="117" y="59"/>
                    <a:pt x="117" y="57"/>
                  </a:cubicBezTo>
                  <a:cubicBezTo>
                    <a:pt x="118" y="55"/>
                    <a:pt x="119" y="55"/>
                    <a:pt x="121" y="55"/>
                  </a:cubicBezTo>
                  <a:cubicBezTo>
                    <a:pt x="133" y="57"/>
                    <a:pt x="133" y="57"/>
                    <a:pt x="133" y="57"/>
                  </a:cubicBezTo>
                  <a:cubicBezTo>
                    <a:pt x="133" y="50"/>
                    <a:pt x="133" y="50"/>
                    <a:pt x="133" y="50"/>
                  </a:cubicBezTo>
                  <a:cubicBezTo>
                    <a:pt x="133" y="49"/>
                    <a:pt x="133" y="49"/>
                    <a:pt x="133" y="49"/>
                  </a:cubicBezTo>
                  <a:cubicBezTo>
                    <a:pt x="139" y="43"/>
                    <a:pt x="139" y="43"/>
                    <a:pt x="139" y="43"/>
                  </a:cubicBezTo>
                  <a:cubicBezTo>
                    <a:pt x="141" y="38"/>
                    <a:pt x="141" y="38"/>
                    <a:pt x="141" y="38"/>
                  </a:cubicBezTo>
                  <a:cubicBezTo>
                    <a:pt x="138" y="38"/>
                    <a:pt x="137" y="36"/>
                    <a:pt x="135" y="34"/>
                  </a:cubicBezTo>
                  <a:cubicBezTo>
                    <a:pt x="135" y="34"/>
                    <a:pt x="135" y="34"/>
                    <a:pt x="135" y="34"/>
                  </a:cubicBezTo>
                  <a:cubicBezTo>
                    <a:pt x="135" y="33"/>
                    <a:pt x="135" y="33"/>
                    <a:pt x="135" y="33"/>
                  </a:cubicBezTo>
                  <a:cubicBezTo>
                    <a:pt x="135" y="31"/>
                    <a:pt x="135" y="31"/>
                    <a:pt x="135" y="31"/>
                  </a:cubicBezTo>
                  <a:cubicBezTo>
                    <a:pt x="135" y="30"/>
                    <a:pt x="135" y="30"/>
                    <a:pt x="135" y="30"/>
                  </a:cubicBezTo>
                  <a:cubicBezTo>
                    <a:pt x="134" y="30"/>
                    <a:pt x="134" y="30"/>
                    <a:pt x="134" y="30"/>
                  </a:cubicBezTo>
                  <a:cubicBezTo>
                    <a:pt x="133" y="30"/>
                    <a:pt x="133" y="30"/>
                    <a:pt x="133" y="30"/>
                  </a:cubicBezTo>
                  <a:cubicBezTo>
                    <a:pt x="133" y="32"/>
                    <a:pt x="131" y="33"/>
                    <a:pt x="128" y="33"/>
                  </a:cubicBezTo>
                  <a:cubicBezTo>
                    <a:pt x="123" y="33"/>
                    <a:pt x="120" y="31"/>
                    <a:pt x="117" y="28"/>
                  </a:cubicBezTo>
                  <a:cubicBezTo>
                    <a:pt x="117" y="28"/>
                    <a:pt x="117" y="28"/>
                    <a:pt x="117" y="28"/>
                  </a:cubicBezTo>
                  <a:cubicBezTo>
                    <a:pt x="117" y="28"/>
                    <a:pt x="117" y="28"/>
                    <a:pt x="117" y="28"/>
                  </a:cubicBezTo>
                  <a:cubicBezTo>
                    <a:pt x="113" y="22"/>
                    <a:pt x="113" y="22"/>
                    <a:pt x="113" y="22"/>
                  </a:cubicBezTo>
                  <a:cubicBezTo>
                    <a:pt x="113" y="23"/>
                    <a:pt x="113" y="23"/>
                    <a:pt x="113" y="23"/>
                  </a:cubicBezTo>
                  <a:cubicBezTo>
                    <a:pt x="112" y="25"/>
                    <a:pt x="111" y="28"/>
                    <a:pt x="108" y="30"/>
                  </a:cubicBezTo>
                  <a:cubicBezTo>
                    <a:pt x="103" y="32"/>
                    <a:pt x="98" y="33"/>
                    <a:pt x="93" y="31"/>
                  </a:cubicBezTo>
                  <a:cubicBezTo>
                    <a:pt x="90" y="30"/>
                    <a:pt x="88" y="27"/>
                    <a:pt x="87" y="24"/>
                  </a:cubicBezTo>
                  <a:cubicBezTo>
                    <a:pt x="85" y="16"/>
                    <a:pt x="85" y="16"/>
                    <a:pt x="85" y="16"/>
                  </a:cubicBezTo>
                  <a:cubicBezTo>
                    <a:pt x="84" y="8"/>
                    <a:pt x="83" y="4"/>
                    <a:pt x="80" y="2"/>
                  </a:cubicBezTo>
                  <a:cubicBezTo>
                    <a:pt x="78" y="1"/>
                    <a:pt x="75" y="0"/>
                    <a:pt x="73" y="1"/>
                  </a:cubicBezTo>
                  <a:cubicBezTo>
                    <a:pt x="74" y="8"/>
                    <a:pt x="74" y="8"/>
                    <a:pt x="74" y="8"/>
                  </a:cubicBezTo>
                  <a:lnTo>
                    <a:pt x="73"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3"/>
            <p:cNvSpPr>
              <a:spLocks/>
            </p:cNvSpPr>
            <p:nvPr/>
          </p:nvSpPr>
          <p:spPr bwMode="auto">
            <a:xfrm>
              <a:off x="5368926" y="4150965"/>
              <a:ext cx="458788" cy="525463"/>
            </a:xfrm>
            <a:custGeom>
              <a:avLst/>
              <a:gdLst>
                <a:gd name="T0" fmla="*/ 64 w 122"/>
                <a:gd name="T1" fmla="*/ 6 h 140"/>
                <a:gd name="T2" fmla="*/ 43 w 122"/>
                <a:gd name="T3" fmla="*/ 2 h 140"/>
                <a:gd name="T4" fmla="*/ 38 w 122"/>
                <a:gd name="T5" fmla="*/ 26 h 140"/>
                <a:gd name="T6" fmla="*/ 28 w 122"/>
                <a:gd name="T7" fmla="*/ 32 h 140"/>
                <a:gd name="T8" fmla="*/ 23 w 122"/>
                <a:gd name="T9" fmla="*/ 41 h 140"/>
                <a:gd name="T10" fmla="*/ 17 w 122"/>
                <a:gd name="T11" fmla="*/ 53 h 140"/>
                <a:gd name="T12" fmla="*/ 6 w 122"/>
                <a:gd name="T13" fmla="*/ 68 h 140"/>
                <a:gd name="T14" fmla="*/ 1 w 122"/>
                <a:gd name="T15" fmla="*/ 78 h 140"/>
                <a:gd name="T16" fmla="*/ 11 w 122"/>
                <a:gd name="T17" fmla="*/ 93 h 140"/>
                <a:gd name="T18" fmla="*/ 16 w 122"/>
                <a:gd name="T19" fmla="*/ 101 h 140"/>
                <a:gd name="T20" fmla="*/ 16 w 122"/>
                <a:gd name="T21" fmla="*/ 102 h 140"/>
                <a:gd name="T22" fmla="*/ 16 w 122"/>
                <a:gd name="T23" fmla="*/ 104 h 140"/>
                <a:gd name="T24" fmla="*/ 15 w 122"/>
                <a:gd name="T25" fmla="*/ 105 h 140"/>
                <a:gd name="T26" fmla="*/ 27 w 122"/>
                <a:gd name="T27" fmla="*/ 123 h 140"/>
                <a:gd name="T28" fmla="*/ 33 w 122"/>
                <a:gd name="T29" fmla="*/ 135 h 140"/>
                <a:gd name="T30" fmla="*/ 46 w 122"/>
                <a:gd name="T31" fmla="*/ 130 h 140"/>
                <a:gd name="T32" fmla="*/ 46 w 122"/>
                <a:gd name="T33" fmla="*/ 129 h 140"/>
                <a:gd name="T34" fmla="*/ 53 w 122"/>
                <a:gd name="T35" fmla="*/ 125 h 140"/>
                <a:gd name="T36" fmla="*/ 66 w 122"/>
                <a:gd name="T37" fmla="*/ 136 h 140"/>
                <a:gd name="T38" fmla="*/ 68 w 122"/>
                <a:gd name="T39" fmla="*/ 136 h 140"/>
                <a:gd name="T40" fmla="*/ 74 w 122"/>
                <a:gd name="T41" fmla="*/ 134 h 140"/>
                <a:gd name="T42" fmla="*/ 76 w 122"/>
                <a:gd name="T43" fmla="*/ 134 h 140"/>
                <a:gd name="T44" fmla="*/ 84 w 122"/>
                <a:gd name="T45" fmla="*/ 140 h 140"/>
                <a:gd name="T46" fmla="*/ 85 w 122"/>
                <a:gd name="T47" fmla="*/ 124 h 140"/>
                <a:gd name="T48" fmla="*/ 86 w 122"/>
                <a:gd name="T49" fmla="*/ 123 h 140"/>
                <a:gd name="T50" fmla="*/ 89 w 122"/>
                <a:gd name="T51" fmla="*/ 113 h 140"/>
                <a:gd name="T52" fmla="*/ 88 w 122"/>
                <a:gd name="T53" fmla="*/ 111 h 140"/>
                <a:gd name="T54" fmla="*/ 90 w 122"/>
                <a:gd name="T55" fmla="*/ 110 h 140"/>
                <a:gd name="T56" fmla="*/ 101 w 122"/>
                <a:gd name="T57" fmla="*/ 94 h 140"/>
                <a:gd name="T58" fmla="*/ 103 w 122"/>
                <a:gd name="T59" fmla="*/ 94 h 140"/>
                <a:gd name="T60" fmla="*/ 103 w 122"/>
                <a:gd name="T61" fmla="*/ 102 h 140"/>
                <a:gd name="T62" fmla="*/ 115 w 122"/>
                <a:gd name="T63" fmla="*/ 92 h 140"/>
                <a:gd name="T64" fmla="*/ 112 w 122"/>
                <a:gd name="T65" fmla="*/ 86 h 140"/>
                <a:gd name="T66" fmla="*/ 115 w 122"/>
                <a:gd name="T67" fmla="*/ 68 h 140"/>
                <a:gd name="T68" fmla="*/ 109 w 122"/>
                <a:gd name="T69" fmla="*/ 68 h 140"/>
                <a:gd name="T70" fmla="*/ 108 w 122"/>
                <a:gd name="T71" fmla="*/ 67 h 140"/>
                <a:gd name="T72" fmla="*/ 106 w 122"/>
                <a:gd name="T73" fmla="*/ 58 h 140"/>
                <a:gd name="T74" fmla="*/ 122 w 122"/>
                <a:gd name="T75" fmla="*/ 58 h 140"/>
                <a:gd name="T76" fmla="*/ 109 w 122"/>
                <a:gd name="T77" fmla="*/ 43 h 140"/>
                <a:gd name="T78" fmla="*/ 117 w 122"/>
                <a:gd name="T79" fmla="*/ 33 h 140"/>
                <a:gd name="T80" fmla="*/ 111 w 122"/>
                <a:gd name="T81" fmla="*/ 34 h 140"/>
                <a:gd name="T82" fmla="*/ 111 w 122"/>
                <a:gd name="T83" fmla="*/ 33 h 140"/>
                <a:gd name="T84" fmla="*/ 103 w 122"/>
                <a:gd name="T85" fmla="*/ 24 h 140"/>
                <a:gd name="T86" fmla="*/ 81 w 122"/>
                <a:gd name="T87" fmla="*/ 32 h 140"/>
                <a:gd name="T88" fmla="*/ 79 w 122"/>
                <a:gd name="T89" fmla="*/ 32 h 140"/>
                <a:gd name="T90" fmla="*/ 78 w 122"/>
                <a:gd name="T91" fmla="*/ 18 h 140"/>
                <a:gd name="T92" fmla="*/ 82 w 122"/>
                <a:gd name="T9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2" h="140">
                  <a:moveTo>
                    <a:pt x="75" y="2"/>
                  </a:moveTo>
                  <a:cubicBezTo>
                    <a:pt x="70" y="4"/>
                    <a:pt x="67" y="5"/>
                    <a:pt x="64" y="6"/>
                  </a:cubicBezTo>
                  <a:cubicBezTo>
                    <a:pt x="61" y="6"/>
                    <a:pt x="57" y="5"/>
                    <a:pt x="52" y="3"/>
                  </a:cubicBezTo>
                  <a:cubicBezTo>
                    <a:pt x="43" y="2"/>
                    <a:pt x="43" y="2"/>
                    <a:pt x="43" y="2"/>
                  </a:cubicBezTo>
                  <a:cubicBezTo>
                    <a:pt x="40" y="3"/>
                    <a:pt x="37" y="7"/>
                    <a:pt x="32" y="14"/>
                  </a:cubicBezTo>
                  <a:cubicBezTo>
                    <a:pt x="38" y="26"/>
                    <a:pt x="38" y="26"/>
                    <a:pt x="38" y="26"/>
                  </a:cubicBezTo>
                  <a:cubicBezTo>
                    <a:pt x="28" y="32"/>
                    <a:pt x="28" y="32"/>
                    <a:pt x="28" y="32"/>
                  </a:cubicBezTo>
                  <a:cubicBezTo>
                    <a:pt x="28" y="32"/>
                    <a:pt x="28" y="32"/>
                    <a:pt x="28" y="32"/>
                  </a:cubicBezTo>
                  <a:cubicBezTo>
                    <a:pt x="20" y="30"/>
                    <a:pt x="20" y="30"/>
                    <a:pt x="20" y="30"/>
                  </a:cubicBezTo>
                  <a:cubicBezTo>
                    <a:pt x="23" y="36"/>
                    <a:pt x="24" y="39"/>
                    <a:pt x="23" y="41"/>
                  </a:cubicBezTo>
                  <a:cubicBezTo>
                    <a:pt x="22" y="44"/>
                    <a:pt x="22" y="44"/>
                    <a:pt x="22" y="44"/>
                  </a:cubicBezTo>
                  <a:cubicBezTo>
                    <a:pt x="20" y="49"/>
                    <a:pt x="18" y="52"/>
                    <a:pt x="17" y="53"/>
                  </a:cubicBezTo>
                  <a:cubicBezTo>
                    <a:pt x="3" y="66"/>
                    <a:pt x="3" y="66"/>
                    <a:pt x="3" y="66"/>
                  </a:cubicBezTo>
                  <a:cubicBezTo>
                    <a:pt x="6" y="68"/>
                    <a:pt x="6" y="68"/>
                    <a:pt x="6" y="68"/>
                  </a:cubicBezTo>
                  <a:cubicBezTo>
                    <a:pt x="4" y="70"/>
                    <a:pt x="4" y="70"/>
                    <a:pt x="4" y="70"/>
                  </a:cubicBezTo>
                  <a:cubicBezTo>
                    <a:pt x="1" y="72"/>
                    <a:pt x="0" y="76"/>
                    <a:pt x="1" y="78"/>
                  </a:cubicBezTo>
                  <a:cubicBezTo>
                    <a:pt x="11" y="93"/>
                    <a:pt x="11" y="93"/>
                    <a:pt x="11" y="93"/>
                  </a:cubicBezTo>
                  <a:cubicBezTo>
                    <a:pt x="11" y="93"/>
                    <a:pt x="11" y="93"/>
                    <a:pt x="11" y="93"/>
                  </a:cubicBezTo>
                  <a:cubicBezTo>
                    <a:pt x="11" y="93"/>
                    <a:pt x="11" y="93"/>
                    <a:pt x="11" y="93"/>
                  </a:cubicBezTo>
                  <a:cubicBezTo>
                    <a:pt x="16" y="101"/>
                    <a:pt x="16" y="101"/>
                    <a:pt x="16" y="101"/>
                  </a:cubicBezTo>
                  <a:cubicBezTo>
                    <a:pt x="16" y="102"/>
                    <a:pt x="16" y="102"/>
                    <a:pt x="16" y="102"/>
                  </a:cubicBezTo>
                  <a:cubicBezTo>
                    <a:pt x="16" y="102"/>
                    <a:pt x="16" y="102"/>
                    <a:pt x="16" y="102"/>
                  </a:cubicBezTo>
                  <a:cubicBezTo>
                    <a:pt x="16" y="103"/>
                    <a:pt x="16" y="103"/>
                    <a:pt x="16" y="103"/>
                  </a:cubicBezTo>
                  <a:cubicBezTo>
                    <a:pt x="16" y="104"/>
                    <a:pt x="16" y="104"/>
                    <a:pt x="16" y="104"/>
                  </a:cubicBezTo>
                  <a:cubicBezTo>
                    <a:pt x="16" y="104"/>
                    <a:pt x="16" y="104"/>
                    <a:pt x="16" y="104"/>
                  </a:cubicBezTo>
                  <a:cubicBezTo>
                    <a:pt x="15" y="105"/>
                    <a:pt x="15" y="105"/>
                    <a:pt x="15" y="105"/>
                  </a:cubicBezTo>
                  <a:cubicBezTo>
                    <a:pt x="17" y="105"/>
                    <a:pt x="19" y="106"/>
                    <a:pt x="21" y="107"/>
                  </a:cubicBezTo>
                  <a:cubicBezTo>
                    <a:pt x="24" y="109"/>
                    <a:pt x="26" y="114"/>
                    <a:pt x="27" y="123"/>
                  </a:cubicBezTo>
                  <a:cubicBezTo>
                    <a:pt x="29" y="131"/>
                    <a:pt x="29" y="131"/>
                    <a:pt x="29" y="131"/>
                  </a:cubicBezTo>
                  <a:cubicBezTo>
                    <a:pt x="30" y="133"/>
                    <a:pt x="31" y="134"/>
                    <a:pt x="33" y="135"/>
                  </a:cubicBezTo>
                  <a:cubicBezTo>
                    <a:pt x="36" y="136"/>
                    <a:pt x="40" y="136"/>
                    <a:pt x="43" y="134"/>
                  </a:cubicBezTo>
                  <a:cubicBezTo>
                    <a:pt x="45" y="132"/>
                    <a:pt x="47" y="131"/>
                    <a:pt x="46" y="130"/>
                  </a:cubicBezTo>
                  <a:cubicBezTo>
                    <a:pt x="46" y="130"/>
                    <a:pt x="46" y="130"/>
                    <a:pt x="46" y="130"/>
                  </a:cubicBezTo>
                  <a:cubicBezTo>
                    <a:pt x="46" y="129"/>
                    <a:pt x="46" y="129"/>
                    <a:pt x="46" y="129"/>
                  </a:cubicBezTo>
                  <a:cubicBezTo>
                    <a:pt x="53" y="124"/>
                    <a:pt x="53" y="124"/>
                    <a:pt x="53" y="124"/>
                  </a:cubicBezTo>
                  <a:cubicBezTo>
                    <a:pt x="53" y="125"/>
                    <a:pt x="53" y="125"/>
                    <a:pt x="53" y="125"/>
                  </a:cubicBezTo>
                  <a:cubicBezTo>
                    <a:pt x="59" y="134"/>
                    <a:pt x="59" y="134"/>
                    <a:pt x="59" y="134"/>
                  </a:cubicBezTo>
                  <a:cubicBezTo>
                    <a:pt x="61" y="135"/>
                    <a:pt x="63" y="136"/>
                    <a:pt x="66" y="136"/>
                  </a:cubicBezTo>
                  <a:cubicBezTo>
                    <a:pt x="68" y="136"/>
                    <a:pt x="68" y="136"/>
                    <a:pt x="68" y="136"/>
                  </a:cubicBezTo>
                  <a:cubicBezTo>
                    <a:pt x="68" y="136"/>
                    <a:pt x="68" y="136"/>
                    <a:pt x="68" y="136"/>
                  </a:cubicBezTo>
                  <a:cubicBezTo>
                    <a:pt x="66" y="131"/>
                    <a:pt x="66" y="131"/>
                    <a:pt x="66" y="131"/>
                  </a:cubicBezTo>
                  <a:cubicBezTo>
                    <a:pt x="74" y="134"/>
                    <a:pt x="74" y="134"/>
                    <a:pt x="74" y="134"/>
                  </a:cubicBezTo>
                  <a:cubicBezTo>
                    <a:pt x="76" y="134"/>
                    <a:pt x="76" y="134"/>
                    <a:pt x="76" y="134"/>
                  </a:cubicBezTo>
                  <a:cubicBezTo>
                    <a:pt x="76" y="134"/>
                    <a:pt x="76" y="134"/>
                    <a:pt x="76" y="134"/>
                  </a:cubicBezTo>
                  <a:cubicBezTo>
                    <a:pt x="77" y="135"/>
                    <a:pt x="77" y="135"/>
                    <a:pt x="77" y="135"/>
                  </a:cubicBezTo>
                  <a:cubicBezTo>
                    <a:pt x="84" y="140"/>
                    <a:pt x="84" y="140"/>
                    <a:pt x="84" y="140"/>
                  </a:cubicBezTo>
                  <a:cubicBezTo>
                    <a:pt x="86" y="137"/>
                    <a:pt x="86" y="137"/>
                    <a:pt x="86" y="137"/>
                  </a:cubicBezTo>
                  <a:cubicBezTo>
                    <a:pt x="85" y="124"/>
                    <a:pt x="85" y="124"/>
                    <a:pt x="85" y="124"/>
                  </a:cubicBezTo>
                  <a:cubicBezTo>
                    <a:pt x="86" y="123"/>
                    <a:pt x="86" y="123"/>
                    <a:pt x="86" y="123"/>
                  </a:cubicBezTo>
                  <a:cubicBezTo>
                    <a:pt x="86" y="123"/>
                    <a:pt x="86" y="123"/>
                    <a:pt x="86" y="123"/>
                  </a:cubicBezTo>
                  <a:cubicBezTo>
                    <a:pt x="91" y="117"/>
                    <a:pt x="91" y="117"/>
                    <a:pt x="91" y="117"/>
                  </a:cubicBezTo>
                  <a:cubicBezTo>
                    <a:pt x="91" y="116"/>
                    <a:pt x="91" y="115"/>
                    <a:pt x="89" y="113"/>
                  </a:cubicBezTo>
                  <a:cubicBezTo>
                    <a:pt x="87" y="112"/>
                    <a:pt x="87" y="112"/>
                    <a:pt x="87" y="112"/>
                  </a:cubicBezTo>
                  <a:cubicBezTo>
                    <a:pt x="88" y="111"/>
                    <a:pt x="88" y="111"/>
                    <a:pt x="88" y="111"/>
                  </a:cubicBezTo>
                  <a:cubicBezTo>
                    <a:pt x="89" y="110"/>
                    <a:pt x="89" y="110"/>
                    <a:pt x="89" y="110"/>
                  </a:cubicBezTo>
                  <a:cubicBezTo>
                    <a:pt x="90" y="110"/>
                    <a:pt x="90" y="110"/>
                    <a:pt x="90" y="110"/>
                  </a:cubicBezTo>
                  <a:cubicBezTo>
                    <a:pt x="100" y="93"/>
                    <a:pt x="100" y="93"/>
                    <a:pt x="100" y="93"/>
                  </a:cubicBezTo>
                  <a:cubicBezTo>
                    <a:pt x="101" y="94"/>
                    <a:pt x="101" y="94"/>
                    <a:pt x="101" y="94"/>
                  </a:cubicBezTo>
                  <a:cubicBezTo>
                    <a:pt x="103" y="94"/>
                    <a:pt x="103" y="94"/>
                    <a:pt x="103" y="94"/>
                  </a:cubicBezTo>
                  <a:cubicBezTo>
                    <a:pt x="103" y="94"/>
                    <a:pt x="103" y="94"/>
                    <a:pt x="103" y="94"/>
                  </a:cubicBezTo>
                  <a:cubicBezTo>
                    <a:pt x="103" y="95"/>
                    <a:pt x="103" y="95"/>
                    <a:pt x="103" y="95"/>
                  </a:cubicBezTo>
                  <a:cubicBezTo>
                    <a:pt x="103" y="102"/>
                    <a:pt x="103" y="102"/>
                    <a:pt x="103" y="102"/>
                  </a:cubicBezTo>
                  <a:cubicBezTo>
                    <a:pt x="103" y="102"/>
                    <a:pt x="103" y="102"/>
                    <a:pt x="103" y="102"/>
                  </a:cubicBezTo>
                  <a:cubicBezTo>
                    <a:pt x="115" y="92"/>
                    <a:pt x="115" y="92"/>
                    <a:pt x="115" y="92"/>
                  </a:cubicBezTo>
                  <a:cubicBezTo>
                    <a:pt x="114" y="86"/>
                    <a:pt x="114" y="86"/>
                    <a:pt x="114" y="86"/>
                  </a:cubicBezTo>
                  <a:cubicBezTo>
                    <a:pt x="112" y="86"/>
                    <a:pt x="112" y="86"/>
                    <a:pt x="112" y="86"/>
                  </a:cubicBezTo>
                  <a:cubicBezTo>
                    <a:pt x="108" y="87"/>
                    <a:pt x="108" y="87"/>
                    <a:pt x="108" y="87"/>
                  </a:cubicBezTo>
                  <a:cubicBezTo>
                    <a:pt x="115" y="68"/>
                    <a:pt x="115" y="68"/>
                    <a:pt x="115" y="68"/>
                  </a:cubicBezTo>
                  <a:cubicBezTo>
                    <a:pt x="109" y="68"/>
                    <a:pt x="109" y="68"/>
                    <a:pt x="109" y="68"/>
                  </a:cubicBezTo>
                  <a:cubicBezTo>
                    <a:pt x="109" y="68"/>
                    <a:pt x="109" y="68"/>
                    <a:pt x="109" y="68"/>
                  </a:cubicBezTo>
                  <a:cubicBezTo>
                    <a:pt x="108" y="68"/>
                    <a:pt x="108" y="68"/>
                    <a:pt x="108" y="68"/>
                  </a:cubicBezTo>
                  <a:cubicBezTo>
                    <a:pt x="108" y="67"/>
                    <a:pt x="108" y="67"/>
                    <a:pt x="108" y="67"/>
                  </a:cubicBezTo>
                  <a:cubicBezTo>
                    <a:pt x="106" y="64"/>
                    <a:pt x="106" y="64"/>
                    <a:pt x="106" y="64"/>
                  </a:cubicBezTo>
                  <a:cubicBezTo>
                    <a:pt x="105" y="62"/>
                    <a:pt x="105" y="60"/>
                    <a:pt x="106" y="58"/>
                  </a:cubicBezTo>
                  <a:cubicBezTo>
                    <a:pt x="116" y="58"/>
                    <a:pt x="116" y="58"/>
                    <a:pt x="116" y="58"/>
                  </a:cubicBezTo>
                  <a:cubicBezTo>
                    <a:pt x="122" y="58"/>
                    <a:pt x="122" y="58"/>
                    <a:pt x="122" y="58"/>
                  </a:cubicBezTo>
                  <a:cubicBezTo>
                    <a:pt x="122" y="56"/>
                    <a:pt x="121" y="52"/>
                    <a:pt x="117" y="46"/>
                  </a:cubicBezTo>
                  <a:cubicBezTo>
                    <a:pt x="109" y="43"/>
                    <a:pt x="109" y="43"/>
                    <a:pt x="109" y="43"/>
                  </a:cubicBezTo>
                  <a:cubicBezTo>
                    <a:pt x="117" y="35"/>
                    <a:pt x="117" y="35"/>
                    <a:pt x="117" y="35"/>
                  </a:cubicBezTo>
                  <a:cubicBezTo>
                    <a:pt x="117" y="33"/>
                    <a:pt x="117" y="33"/>
                    <a:pt x="117" y="33"/>
                  </a:cubicBezTo>
                  <a:cubicBezTo>
                    <a:pt x="113" y="34"/>
                    <a:pt x="113" y="34"/>
                    <a:pt x="113" y="34"/>
                  </a:cubicBezTo>
                  <a:cubicBezTo>
                    <a:pt x="111" y="34"/>
                    <a:pt x="111" y="34"/>
                    <a:pt x="111" y="34"/>
                  </a:cubicBezTo>
                  <a:cubicBezTo>
                    <a:pt x="111" y="33"/>
                    <a:pt x="111" y="33"/>
                    <a:pt x="111" y="33"/>
                  </a:cubicBezTo>
                  <a:cubicBezTo>
                    <a:pt x="111" y="33"/>
                    <a:pt x="111" y="33"/>
                    <a:pt x="111" y="33"/>
                  </a:cubicBezTo>
                  <a:cubicBezTo>
                    <a:pt x="111" y="32"/>
                    <a:pt x="111" y="32"/>
                    <a:pt x="111" y="32"/>
                  </a:cubicBezTo>
                  <a:cubicBezTo>
                    <a:pt x="109" y="28"/>
                    <a:pt x="107" y="25"/>
                    <a:pt x="103" y="24"/>
                  </a:cubicBezTo>
                  <a:cubicBezTo>
                    <a:pt x="87" y="24"/>
                    <a:pt x="87" y="24"/>
                    <a:pt x="87" y="24"/>
                  </a:cubicBezTo>
                  <a:cubicBezTo>
                    <a:pt x="81" y="32"/>
                    <a:pt x="81" y="32"/>
                    <a:pt x="81" y="32"/>
                  </a:cubicBezTo>
                  <a:cubicBezTo>
                    <a:pt x="81" y="32"/>
                    <a:pt x="81" y="32"/>
                    <a:pt x="81" y="32"/>
                  </a:cubicBezTo>
                  <a:cubicBezTo>
                    <a:pt x="79" y="32"/>
                    <a:pt x="79" y="32"/>
                    <a:pt x="79" y="32"/>
                  </a:cubicBezTo>
                  <a:cubicBezTo>
                    <a:pt x="53" y="24"/>
                    <a:pt x="53" y="24"/>
                    <a:pt x="53" y="24"/>
                  </a:cubicBezTo>
                  <a:cubicBezTo>
                    <a:pt x="78" y="18"/>
                    <a:pt x="78" y="18"/>
                    <a:pt x="78" y="18"/>
                  </a:cubicBezTo>
                  <a:cubicBezTo>
                    <a:pt x="79" y="18"/>
                    <a:pt x="83" y="14"/>
                    <a:pt x="90" y="6"/>
                  </a:cubicBezTo>
                  <a:cubicBezTo>
                    <a:pt x="82" y="0"/>
                    <a:pt x="82" y="0"/>
                    <a:pt x="82" y="0"/>
                  </a:cubicBezTo>
                  <a:lnTo>
                    <a:pt x="75" y="2"/>
                  </a:lnTo>
                  <a:close/>
                </a:path>
              </a:pathLst>
            </a:custGeom>
            <a:solidFill>
              <a:schemeClr val="accent4"/>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4"/>
            <p:cNvSpPr>
              <a:spLocks/>
            </p:cNvSpPr>
            <p:nvPr/>
          </p:nvSpPr>
          <p:spPr bwMode="auto">
            <a:xfrm>
              <a:off x="4929188" y="3695352"/>
              <a:ext cx="574675" cy="703263"/>
            </a:xfrm>
            <a:custGeom>
              <a:avLst/>
              <a:gdLst>
                <a:gd name="T0" fmla="*/ 96 w 153"/>
                <a:gd name="T1" fmla="*/ 53 h 187"/>
                <a:gd name="T2" fmla="*/ 85 w 153"/>
                <a:gd name="T3" fmla="*/ 28 h 187"/>
                <a:gd name="T4" fmla="*/ 55 w 153"/>
                <a:gd name="T5" fmla="*/ 17 h 187"/>
                <a:gd name="T6" fmla="*/ 37 w 153"/>
                <a:gd name="T7" fmla="*/ 0 h 187"/>
                <a:gd name="T8" fmla="*/ 48 w 153"/>
                <a:gd name="T9" fmla="*/ 17 h 187"/>
                <a:gd name="T10" fmla="*/ 49 w 153"/>
                <a:gd name="T11" fmla="*/ 19 h 187"/>
                <a:gd name="T12" fmla="*/ 36 w 153"/>
                <a:gd name="T13" fmla="*/ 36 h 187"/>
                <a:gd name="T14" fmla="*/ 19 w 153"/>
                <a:gd name="T15" fmla="*/ 23 h 187"/>
                <a:gd name="T16" fmla="*/ 23 w 153"/>
                <a:gd name="T17" fmla="*/ 35 h 187"/>
                <a:gd name="T18" fmla="*/ 23 w 153"/>
                <a:gd name="T19" fmla="*/ 36 h 187"/>
                <a:gd name="T20" fmla="*/ 22 w 153"/>
                <a:gd name="T21" fmla="*/ 41 h 187"/>
                <a:gd name="T22" fmla="*/ 14 w 153"/>
                <a:gd name="T23" fmla="*/ 44 h 187"/>
                <a:gd name="T24" fmla="*/ 11 w 153"/>
                <a:gd name="T25" fmla="*/ 51 h 187"/>
                <a:gd name="T26" fmla="*/ 8 w 153"/>
                <a:gd name="T27" fmla="*/ 63 h 187"/>
                <a:gd name="T28" fmla="*/ 8 w 153"/>
                <a:gd name="T29" fmla="*/ 63 h 187"/>
                <a:gd name="T30" fmla="*/ 4 w 153"/>
                <a:gd name="T31" fmla="*/ 65 h 187"/>
                <a:gd name="T32" fmla="*/ 14 w 153"/>
                <a:gd name="T33" fmla="*/ 81 h 187"/>
                <a:gd name="T34" fmla="*/ 18 w 153"/>
                <a:gd name="T35" fmla="*/ 81 h 187"/>
                <a:gd name="T36" fmla="*/ 35 w 153"/>
                <a:gd name="T37" fmla="*/ 89 h 187"/>
                <a:gd name="T38" fmla="*/ 35 w 153"/>
                <a:gd name="T39" fmla="*/ 89 h 187"/>
                <a:gd name="T40" fmla="*/ 34 w 153"/>
                <a:gd name="T41" fmla="*/ 100 h 187"/>
                <a:gd name="T42" fmla="*/ 30 w 153"/>
                <a:gd name="T43" fmla="*/ 109 h 187"/>
                <a:gd name="T44" fmla="*/ 25 w 153"/>
                <a:gd name="T45" fmla="*/ 115 h 187"/>
                <a:gd name="T46" fmla="*/ 25 w 153"/>
                <a:gd name="T47" fmla="*/ 115 h 187"/>
                <a:gd name="T48" fmla="*/ 26 w 153"/>
                <a:gd name="T49" fmla="*/ 127 h 187"/>
                <a:gd name="T50" fmla="*/ 38 w 153"/>
                <a:gd name="T51" fmla="*/ 129 h 187"/>
                <a:gd name="T52" fmla="*/ 43 w 153"/>
                <a:gd name="T53" fmla="*/ 134 h 187"/>
                <a:gd name="T54" fmla="*/ 51 w 153"/>
                <a:gd name="T55" fmla="*/ 176 h 187"/>
                <a:gd name="T56" fmla="*/ 49 w 153"/>
                <a:gd name="T57" fmla="*/ 179 h 187"/>
                <a:gd name="T58" fmla="*/ 50 w 153"/>
                <a:gd name="T59" fmla="*/ 182 h 187"/>
                <a:gd name="T60" fmla="*/ 73 w 153"/>
                <a:gd name="T61" fmla="*/ 173 h 187"/>
                <a:gd name="T62" fmla="*/ 78 w 153"/>
                <a:gd name="T63" fmla="*/ 175 h 187"/>
                <a:gd name="T64" fmla="*/ 79 w 153"/>
                <a:gd name="T65" fmla="*/ 175 h 187"/>
                <a:gd name="T66" fmla="*/ 87 w 153"/>
                <a:gd name="T67" fmla="*/ 170 h 187"/>
                <a:gd name="T68" fmla="*/ 110 w 153"/>
                <a:gd name="T69" fmla="*/ 180 h 187"/>
                <a:gd name="T70" fmla="*/ 116 w 153"/>
                <a:gd name="T71" fmla="*/ 184 h 187"/>
                <a:gd name="T72" fmla="*/ 134 w 153"/>
                <a:gd name="T73" fmla="*/ 163 h 187"/>
                <a:gd name="T74" fmla="*/ 130 w 153"/>
                <a:gd name="T75" fmla="*/ 148 h 187"/>
                <a:gd name="T76" fmla="*/ 144 w 153"/>
                <a:gd name="T77" fmla="*/ 149 h 187"/>
                <a:gd name="T78" fmla="*/ 144 w 153"/>
                <a:gd name="T79" fmla="*/ 135 h 187"/>
                <a:gd name="T80" fmla="*/ 153 w 153"/>
                <a:gd name="T81" fmla="*/ 123 h 187"/>
                <a:gd name="T82" fmla="*/ 142 w 153"/>
                <a:gd name="T83" fmla="*/ 111 h 187"/>
                <a:gd name="T84" fmla="*/ 136 w 153"/>
                <a:gd name="T85" fmla="*/ 116 h 187"/>
                <a:gd name="T86" fmla="*/ 135 w 153"/>
                <a:gd name="T87" fmla="*/ 115 h 187"/>
                <a:gd name="T88" fmla="*/ 126 w 153"/>
                <a:gd name="T89" fmla="*/ 107 h 187"/>
                <a:gd name="T90" fmla="*/ 113 w 153"/>
                <a:gd name="T91" fmla="*/ 99 h 187"/>
                <a:gd name="T92" fmla="*/ 110 w 153"/>
                <a:gd name="T93" fmla="*/ 85 h 187"/>
                <a:gd name="T94" fmla="*/ 117 w 153"/>
                <a:gd name="T95" fmla="*/ 64 h 187"/>
                <a:gd name="T96" fmla="*/ 129 w 153"/>
                <a:gd name="T97" fmla="*/ 65 h 187"/>
                <a:gd name="T98" fmla="*/ 130 w 153"/>
                <a:gd name="T99" fmla="*/ 52 h 187"/>
                <a:gd name="T100" fmla="*/ 97 w 153"/>
                <a:gd name="T101" fmla="*/ 54 h 187"/>
                <a:gd name="T102" fmla="*/ 96 w 153"/>
                <a:gd name="T103" fmla="*/ 5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 h="187">
                  <a:moveTo>
                    <a:pt x="96" y="53"/>
                  </a:moveTo>
                  <a:cubicBezTo>
                    <a:pt x="96" y="53"/>
                    <a:pt x="96" y="53"/>
                    <a:pt x="96" y="53"/>
                  </a:cubicBezTo>
                  <a:cubicBezTo>
                    <a:pt x="96" y="53"/>
                    <a:pt x="96" y="53"/>
                    <a:pt x="96" y="53"/>
                  </a:cubicBezTo>
                  <a:cubicBezTo>
                    <a:pt x="92" y="37"/>
                    <a:pt x="88" y="29"/>
                    <a:pt x="85" y="28"/>
                  </a:cubicBezTo>
                  <a:cubicBezTo>
                    <a:pt x="71" y="23"/>
                    <a:pt x="71" y="23"/>
                    <a:pt x="71" y="23"/>
                  </a:cubicBezTo>
                  <a:cubicBezTo>
                    <a:pt x="63" y="21"/>
                    <a:pt x="57" y="19"/>
                    <a:pt x="55" y="17"/>
                  </a:cubicBezTo>
                  <a:cubicBezTo>
                    <a:pt x="51" y="15"/>
                    <a:pt x="46" y="9"/>
                    <a:pt x="40" y="0"/>
                  </a:cubicBezTo>
                  <a:cubicBezTo>
                    <a:pt x="37" y="0"/>
                    <a:pt x="37" y="0"/>
                    <a:pt x="37" y="0"/>
                  </a:cubicBezTo>
                  <a:cubicBezTo>
                    <a:pt x="38" y="1"/>
                    <a:pt x="38" y="1"/>
                    <a:pt x="38" y="1"/>
                  </a:cubicBezTo>
                  <a:cubicBezTo>
                    <a:pt x="38" y="4"/>
                    <a:pt x="42" y="9"/>
                    <a:pt x="48" y="17"/>
                  </a:cubicBezTo>
                  <a:cubicBezTo>
                    <a:pt x="49" y="18"/>
                    <a:pt x="49" y="18"/>
                    <a:pt x="49" y="18"/>
                  </a:cubicBezTo>
                  <a:cubicBezTo>
                    <a:pt x="49" y="19"/>
                    <a:pt x="49" y="19"/>
                    <a:pt x="49" y="19"/>
                  </a:cubicBezTo>
                  <a:cubicBezTo>
                    <a:pt x="43" y="30"/>
                    <a:pt x="43" y="30"/>
                    <a:pt x="43" y="30"/>
                  </a:cubicBezTo>
                  <a:cubicBezTo>
                    <a:pt x="40" y="35"/>
                    <a:pt x="38" y="37"/>
                    <a:pt x="36" y="36"/>
                  </a:cubicBezTo>
                  <a:cubicBezTo>
                    <a:pt x="34" y="35"/>
                    <a:pt x="31" y="31"/>
                    <a:pt x="26" y="25"/>
                  </a:cubicBezTo>
                  <a:cubicBezTo>
                    <a:pt x="19" y="23"/>
                    <a:pt x="19" y="23"/>
                    <a:pt x="19" y="23"/>
                  </a:cubicBezTo>
                  <a:cubicBezTo>
                    <a:pt x="19" y="25"/>
                    <a:pt x="20" y="29"/>
                    <a:pt x="23" y="35"/>
                  </a:cubicBezTo>
                  <a:cubicBezTo>
                    <a:pt x="23" y="35"/>
                    <a:pt x="23" y="35"/>
                    <a:pt x="23" y="35"/>
                  </a:cubicBezTo>
                  <a:cubicBezTo>
                    <a:pt x="23" y="36"/>
                    <a:pt x="23" y="36"/>
                    <a:pt x="23" y="36"/>
                  </a:cubicBezTo>
                  <a:cubicBezTo>
                    <a:pt x="23" y="36"/>
                    <a:pt x="23" y="36"/>
                    <a:pt x="23" y="36"/>
                  </a:cubicBezTo>
                  <a:cubicBezTo>
                    <a:pt x="23" y="37"/>
                    <a:pt x="23" y="37"/>
                    <a:pt x="23" y="37"/>
                  </a:cubicBezTo>
                  <a:cubicBezTo>
                    <a:pt x="22" y="41"/>
                    <a:pt x="22" y="41"/>
                    <a:pt x="22" y="41"/>
                  </a:cubicBezTo>
                  <a:cubicBezTo>
                    <a:pt x="14" y="44"/>
                    <a:pt x="14" y="44"/>
                    <a:pt x="14" y="44"/>
                  </a:cubicBezTo>
                  <a:cubicBezTo>
                    <a:pt x="14" y="44"/>
                    <a:pt x="14" y="44"/>
                    <a:pt x="14" y="44"/>
                  </a:cubicBezTo>
                  <a:cubicBezTo>
                    <a:pt x="12" y="45"/>
                    <a:pt x="12" y="45"/>
                    <a:pt x="12" y="45"/>
                  </a:cubicBezTo>
                  <a:cubicBezTo>
                    <a:pt x="11" y="46"/>
                    <a:pt x="11" y="48"/>
                    <a:pt x="11" y="51"/>
                  </a:cubicBezTo>
                  <a:cubicBezTo>
                    <a:pt x="12" y="57"/>
                    <a:pt x="12" y="60"/>
                    <a:pt x="10" y="62"/>
                  </a:cubicBezTo>
                  <a:cubicBezTo>
                    <a:pt x="10" y="63"/>
                    <a:pt x="9" y="63"/>
                    <a:pt x="8" y="63"/>
                  </a:cubicBezTo>
                  <a:cubicBezTo>
                    <a:pt x="8" y="63"/>
                    <a:pt x="8" y="63"/>
                    <a:pt x="8" y="63"/>
                  </a:cubicBezTo>
                  <a:cubicBezTo>
                    <a:pt x="8" y="63"/>
                    <a:pt x="8" y="63"/>
                    <a:pt x="8" y="63"/>
                  </a:cubicBezTo>
                  <a:cubicBezTo>
                    <a:pt x="0" y="61"/>
                    <a:pt x="0" y="61"/>
                    <a:pt x="0" y="61"/>
                  </a:cubicBezTo>
                  <a:cubicBezTo>
                    <a:pt x="0" y="63"/>
                    <a:pt x="2" y="64"/>
                    <a:pt x="4" y="65"/>
                  </a:cubicBezTo>
                  <a:cubicBezTo>
                    <a:pt x="8" y="69"/>
                    <a:pt x="11" y="74"/>
                    <a:pt x="14" y="80"/>
                  </a:cubicBezTo>
                  <a:cubicBezTo>
                    <a:pt x="14" y="81"/>
                    <a:pt x="14" y="81"/>
                    <a:pt x="14" y="81"/>
                  </a:cubicBezTo>
                  <a:cubicBezTo>
                    <a:pt x="14" y="81"/>
                    <a:pt x="14" y="81"/>
                    <a:pt x="14" y="81"/>
                  </a:cubicBezTo>
                  <a:cubicBezTo>
                    <a:pt x="18" y="81"/>
                    <a:pt x="18" y="81"/>
                    <a:pt x="18" y="81"/>
                  </a:cubicBezTo>
                  <a:cubicBezTo>
                    <a:pt x="22" y="80"/>
                    <a:pt x="26" y="81"/>
                    <a:pt x="30" y="83"/>
                  </a:cubicBezTo>
                  <a:cubicBezTo>
                    <a:pt x="35" y="89"/>
                    <a:pt x="35" y="89"/>
                    <a:pt x="35" y="89"/>
                  </a:cubicBezTo>
                  <a:cubicBezTo>
                    <a:pt x="35" y="89"/>
                    <a:pt x="35" y="89"/>
                    <a:pt x="35" y="89"/>
                  </a:cubicBezTo>
                  <a:cubicBezTo>
                    <a:pt x="35" y="89"/>
                    <a:pt x="35" y="89"/>
                    <a:pt x="35" y="89"/>
                  </a:cubicBezTo>
                  <a:cubicBezTo>
                    <a:pt x="35" y="89"/>
                    <a:pt x="35" y="89"/>
                    <a:pt x="35" y="89"/>
                  </a:cubicBezTo>
                  <a:cubicBezTo>
                    <a:pt x="34" y="100"/>
                    <a:pt x="34" y="100"/>
                    <a:pt x="34" y="100"/>
                  </a:cubicBezTo>
                  <a:cubicBezTo>
                    <a:pt x="36" y="101"/>
                    <a:pt x="36" y="103"/>
                    <a:pt x="36" y="105"/>
                  </a:cubicBezTo>
                  <a:cubicBezTo>
                    <a:pt x="35" y="107"/>
                    <a:pt x="33" y="108"/>
                    <a:pt x="30" y="109"/>
                  </a:cubicBezTo>
                  <a:cubicBezTo>
                    <a:pt x="27" y="109"/>
                    <a:pt x="26" y="111"/>
                    <a:pt x="25" y="115"/>
                  </a:cubicBezTo>
                  <a:cubicBezTo>
                    <a:pt x="25" y="115"/>
                    <a:pt x="25" y="115"/>
                    <a:pt x="25" y="115"/>
                  </a:cubicBezTo>
                  <a:cubicBezTo>
                    <a:pt x="25" y="115"/>
                    <a:pt x="25" y="115"/>
                    <a:pt x="25" y="115"/>
                  </a:cubicBezTo>
                  <a:cubicBezTo>
                    <a:pt x="25" y="115"/>
                    <a:pt x="25" y="115"/>
                    <a:pt x="25" y="115"/>
                  </a:cubicBezTo>
                  <a:cubicBezTo>
                    <a:pt x="22" y="122"/>
                    <a:pt x="22" y="122"/>
                    <a:pt x="22" y="122"/>
                  </a:cubicBezTo>
                  <a:cubicBezTo>
                    <a:pt x="26" y="127"/>
                    <a:pt x="26" y="127"/>
                    <a:pt x="26" y="127"/>
                  </a:cubicBezTo>
                  <a:cubicBezTo>
                    <a:pt x="37" y="129"/>
                    <a:pt x="37" y="129"/>
                    <a:pt x="37" y="129"/>
                  </a:cubicBezTo>
                  <a:cubicBezTo>
                    <a:pt x="38" y="129"/>
                    <a:pt x="38" y="129"/>
                    <a:pt x="38" y="129"/>
                  </a:cubicBezTo>
                  <a:cubicBezTo>
                    <a:pt x="38" y="129"/>
                    <a:pt x="38" y="129"/>
                    <a:pt x="38" y="129"/>
                  </a:cubicBezTo>
                  <a:cubicBezTo>
                    <a:pt x="43" y="134"/>
                    <a:pt x="43" y="134"/>
                    <a:pt x="43" y="134"/>
                  </a:cubicBezTo>
                  <a:cubicBezTo>
                    <a:pt x="36" y="144"/>
                    <a:pt x="36" y="144"/>
                    <a:pt x="36" y="144"/>
                  </a:cubicBezTo>
                  <a:cubicBezTo>
                    <a:pt x="51" y="176"/>
                    <a:pt x="51" y="176"/>
                    <a:pt x="51" y="176"/>
                  </a:cubicBezTo>
                  <a:cubicBezTo>
                    <a:pt x="52" y="177"/>
                    <a:pt x="52" y="177"/>
                    <a:pt x="52" y="177"/>
                  </a:cubicBezTo>
                  <a:cubicBezTo>
                    <a:pt x="49" y="179"/>
                    <a:pt x="49" y="179"/>
                    <a:pt x="49" y="179"/>
                  </a:cubicBezTo>
                  <a:cubicBezTo>
                    <a:pt x="50" y="182"/>
                    <a:pt x="50" y="182"/>
                    <a:pt x="50" y="182"/>
                  </a:cubicBezTo>
                  <a:cubicBezTo>
                    <a:pt x="50" y="182"/>
                    <a:pt x="50" y="182"/>
                    <a:pt x="50" y="182"/>
                  </a:cubicBezTo>
                  <a:cubicBezTo>
                    <a:pt x="78" y="165"/>
                    <a:pt x="78" y="165"/>
                    <a:pt x="78" y="165"/>
                  </a:cubicBezTo>
                  <a:cubicBezTo>
                    <a:pt x="73" y="173"/>
                    <a:pt x="73" y="173"/>
                    <a:pt x="73" y="173"/>
                  </a:cubicBezTo>
                  <a:cubicBezTo>
                    <a:pt x="70" y="179"/>
                    <a:pt x="68" y="184"/>
                    <a:pt x="67" y="187"/>
                  </a:cubicBezTo>
                  <a:cubicBezTo>
                    <a:pt x="72" y="185"/>
                    <a:pt x="76" y="182"/>
                    <a:pt x="78" y="175"/>
                  </a:cubicBezTo>
                  <a:cubicBezTo>
                    <a:pt x="78" y="175"/>
                    <a:pt x="78" y="175"/>
                    <a:pt x="78" y="175"/>
                  </a:cubicBezTo>
                  <a:cubicBezTo>
                    <a:pt x="79" y="175"/>
                    <a:pt x="79" y="175"/>
                    <a:pt x="79" y="175"/>
                  </a:cubicBezTo>
                  <a:cubicBezTo>
                    <a:pt x="86" y="171"/>
                    <a:pt x="86" y="171"/>
                    <a:pt x="86" y="171"/>
                  </a:cubicBezTo>
                  <a:cubicBezTo>
                    <a:pt x="87" y="170"/>
                    <a:pt x="87" y="170"/>
                    <a:pt x="87" y="170"/>
                  </a:cubicBezTo>
                  <a:cubicBezTo>
                    <a:pt x="98" y="179"/>
                    <a:pt x="98" y="179"/>
                    <a:pt x="98" y="179"/>
                  </a:cubicBezTo>
                  <a:cubicBezTo>
                    <a:pt x="110" y="180"/>
                    <a:pt x="110" y="180"/>
                    <a:pt x="110" y="180"/>
                  </a:cubicBezTo>
                  <a:cubicBezTo>
                    <a:pt x="110" y="180"/>
                    <a:pt x="110" y="180"/>
                    <a:pt x="110" y="180"/>
                  </a:cubicBezTo>
                  <a:cubicBezTo>
                    <a:pt x="116" y="184"/>
                    <a:pt x="116" y="184"/>
                    <a:pt x="116" y="184"/>
                  </a:cubicBezTo>
                  <a:cubicBezTo>
                    <a:pt x="130" y="171"/>
                    <a:pt x="130" y="171"/>
                    <a:pt x="130" y="171"/>
                  </a:cubicBezTo>
                  <a:cubicBezTo>
                    <a:pt x="132" y="170"/>
                    <a:pt x="133" y="167"/>
                    <a:pt x="134" y="163"/>
                  </a:cubicBezTo>
                  <a:cubicBezTo>
                    <a:pt x="136" y="160"/>
                    <a:pt x="136" y="160"/>
                    <a:pt x="136" y="160"/>
                  </a:cubicBezTo>
                  <a:cubicBezTo>
                    <a:pt x="136" y="159"/>
                    <a:pt x="134" y="155"/>
                    <a:pt x="130" y="148"/>
                  </a:cubicBezTo>
                  <a:cubicBezTo>
                    <a:pt x="127" y="143"/>
                    <a:pt x="127" y="143"/>
                    <a:pt x="127" y="143"/>
                  </a:cubicBezTo>
                  <a:cubicBezTo>
                    <a:pt x="144" y="149"/>
                    <a:pt x="144" y="149"/>
                    <a:pt x="144" y="149"/>
                  </a:cubicBezTo>
                  <a:cubicBezTo>
                    <a:pt x="150" y="146"/>
                    <a:pt x="150" y="146"/>
                    <a:pt x="150" y="146"/>
                  </a:cubicBezTo>
                  <a:cubicBezTo>
                    <a:pt x="144" y="135"/>
                    <a:pt x="144" y="135"/>
                    <a:pt x="144" y="135"/>
                  </a:cubicBezTo>
                  <a:cubicBezTo>
                    <a:pt x="144" y="134"/>
                    <a:pt x="144" y="134"/>
                    <a:pt x="144" y="134"/>
                  </a:cubicBezTo>
                  <a:cubicBezTo>
                    <a:pt x="153" y="123"/>
                    <a:pt x="153" y="123"/>
                    <a:pt x="153" y="123"/>
                  </a:cubicBezTo>
                  <a:cubicBezTo>
                    <a:pt x="149" y="117"/>
                    <a:pt x="149" y="117"/>
                    <a:pt x="149" y="117"/>
                  </a:cubicBezTo>
                  <a:cubicBezTo>
                    <a:pt x="146" y="113"/>
                    <a:pt x="143" y="111"/>
                    <a:pt x="142" y="111"/>
                  </a:cubicBezTo>
                  <a:cubicBezTo>
                    <a:pt x="141" y="111"/>
                    <a:pt x="141" y="111"/>
                    <a:pt x="141" y="111"/>
                  </a:cubicBezTo>
                  <a:cubicBezTo>
                    <a:pt x="136" y="116"/>
                    <a:pt x="136" y="116"/>
                    <a:pt x="136" y="116"/>
                  </a:cubicBezTo>
                  <a:cubicBezTo>
                    <a:pt x="136" y="115"/>
                    <a:pt x="136" y="115"/>
                    <a:pt x="136" y="115"/>
                  </a:cubicBezTo>
                  <a:cubicBezTo>
                    <a:pt x="135" y="115"/>
                    <a:pt x="135" y="115"/>
                    <a:pt x="135" y="115"/>
                  </a:cubicBezTo>
                  <a:cubicBezTo>
                    <a:pt x="128" y="113"/>
                    <a:pt x="128" y="113"/>
                    <a:pt x="128" y="113"/>
                  </a:cubicBezTo>
                  <a:cubicBezTo>
                    <a:pt x="126" y="107"/>
                    <a:pt x="126" y="107"/>
                    <a:pt x="126" y="107"/>
                  </a:cubicBezTo>
                  <a:cubicBezTo>
                    <a:pt x="123" y="106"/>
                    <a:pt x="120" y="105"/>
                    <a:pt x="118" y="102"/>
                  </a:cubicBezTo>
                  <a:cubicBezTo>
                    <a:pt x="113" y="99"/>
                    <a:pt x="113" y="99"/>
                    <a:pt x="113" y="99"/>
                  </a:cubicBezTo>
                  <a:cubicBezTo>
                    <a:pt x="110" y="97"/>
                    <a:pt x="108" y="95"/>
                    <a:pt x="108" y="93"/>
                  </a:cubicBezTo>
                  <a:cubicBezTo>
                    <a:pt x="107" y="91"/>
                    <a:pt x="108" y="88"/>
                    <a:pt x="110" y="85"/>
                  </a:cubicBezTo>
                  <a:cubicBezTo>
                    <a:pt x="114" y="78"/>
                    <a:pt x="117" y="73"/>
                    <a:pt x="117" y="69"/>
                  </a:cubicBezTo>
                  <a:cubicBezTo>
                    <a:pt x="117" y="64"/>
                    <a:pt x="117" y="64"/>
                    <a:pt x="117" y="64"/>
                  </a:cubicBezTo>
                  <a:cubicBezTo>
                    <a:pt x="120" y="64"/>
                    <a:pt x="120" y="64"/>
                    <a:pt x="120" y="64"/>
                  </a:cubicBezTo>
                  <a:cubicBezTo>
                    <a:pt x="129" y="65"/>
                    <a:pt x="129" y="65"/>
                    <a:pt x="129" y="65"/>
                  </a:cubicBezTo>
                  <a:cubicBezTo>
                    <a:pt x="130" y="64"/>
                    <a:pt x="131" y="60"/>
                    <a:pt x="132" y="53"/>
                  </a:cubicBezTo>
                  <a:cubicBezTo>
                    <a:pt x="130" y="52"/>
                    <a:pt x="130" y="52"/>
                    <a:pt x="130" y="52"/>
                  </a:cubicBezTo>
                  <a:cubicBezTo>
                    <a:pt x="123" y="57"/>
                    <a:pt x="118" y="59"/>
                    <a:pt x="115" y="61"/>
                  </a:cubicBezTo>
                  <a:cubicBezTo>
                    <a:pt x="110" y="62"/>
                    <a:pt x="105" y="59"/>
                    <a:pt x="97" y="54"/>
                  </a:cubicBezTo>
                  <a:cubicBezTo>
                    <a:pt x="97" y="53"/>
                    <a:pt x="97" y="53"/>
                    <a:pt x="97" y="53"/>
                  </a:cubicBezTo>
                  <a:lnTo>
                    <a:pt x="96" y="5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5"/>
            <p:cNvSpPr>
              <a:spLocks/>
            </p:cNvSpPr>
            <p:nvPr/>
          </p:nvSpPr>
          <p:spPr bwMode="auto">
            <a:xfrm>
              <a:off x="5038726" y="2884140"/>
              <a:ext cx="153988" cy="217488"/>
            </a:xfrm>
            <a:custGeom>
              <a:avLst/>
              <a:gdLst>
                <a:gd name="T0" fmla="*/ 24 w 41"/>
                <a:gd name="T1" fmla="*/ 1 h 58"/>
                <a:gd name="T2" fmla="*/ 23 w 41"/>
                <a:gd name="T3" fmla="*/ 0 h 58"/>
                <a:gd name="T4" fmla="*/ 17 w 41"/>
                <a:gd name="T5" fmla="*/ 7 h 58"/>
                <a:gd name="T6" fmla="*/ 15 w 41"/>
                <a:gd name="T7" fmla="*/ 6 h 58"/>
                <a:gd name="T8" fmla="*/ 15 w 41"/>
                <a:gd name="T9" fmla="*/ 6 h 58"/>
                <a:gd name="T10" fmla="*/ 15 w 41"/>
                <a:gd name="T11" fmla="*/ 7 h 58"/>
                <a:gd name="T12" fmla="*/ 12 w 41"/>
                <a:gd name="T13" fmla="*/ 10 h 58"/>
                <a:gd name="T14" fmla="*/ 10 w 41"/>
                <a:gd name="T15" fmla="*/ 11 h 58"/>
                <a:gd name="T16" fmla="*/ 6 w 41"/>
                <a:gd name="T17" fmla="*/ 13 h 58"/>
                <a:gd name="T18" fmla="*/ 5 w 41"/>
                <a:gd name="T19" fmla="*/ 16 h 58"/>
                <a:gd name="T20" fmla="*/ 3 w 41"/>
                <a:gd name="T21" fmla="*/ 25 h 58"/>
                <a:gd name="T22" fmla="*/ 1 w 41"/>
                <a:gd name="T23" fmla="*/ 30 h 58"/>
                <a:gd name="T24" fmla="*/ 1 w 41"/>
                <a:gd name="T25" fmla="*/ 39 h 58"/>
                <a:gd name="T26" fmla="*/ 3 w 41"/>
                <a:gd name="T27" fmla="*/ 51 h 58"/>
                <a:gd name="T28" fmla="*/ 10 w 41"/>
                <a:gd name="T29" fmla="*/ 56 h 58"/>
                <a:gd name="T30" fmla="*/ 19 w 41"/>
                <a:gd name="T31" fmla="*/ 58 h 58"/>
                <a:gd name="T32" fmla="*/ 28 w 41"/>
                <a:gd name="T33" fmla="*/ 55 h 58"/>
                <a:gd name="T34" fmla="*/ 26 w 41"/>
                <a:gd name="T35" fmla="*/ 50 h 58"/>
                <a:gd name="T36" fmla="*/ 26 w 41"/>
                <a:gd name="T37" fmla="*/ 49 h 58"/>
                <a:gd name="T38" fmla="*/ 26 w 41"/>
                <a:gd name="T39" fmla="*/ 49 h 58"/>
                <a:gd name="T40" fmla="*/ 27 w 41"/>
                <a:gd name="T41" fmla="*/ 45 h 58"/>
                <a:gd name="T42" fmla="*/ 27 w 41"/>
                <a:gd name="T43" fmla="*/ 45 h 58"/>
                <a:gd name="T44" fmla="*/ 31 w 41"/>
                <a:gd name="T45" fmla="*/ 37 h 58"/>
                <a:gd name="T46" fmla="*/ 39 w 41"/>
                <a:gd name="T47" fmla="*/ 37 h 58"/>
                <a:gd name="T48" fmla="*/ 41 w 41"/>
                <a:gd name="T49" fmla="*/ 37 h 58"/>
                <a:gd name="T50" fmla="*/ 33 w 41"/>
                <a:gd name="T51" fmla="*/ 24 h 58"/>
                <a:gd name="T52" fmla="*/ 30 w 41"/>
                <a:gd name="T53" fmla="*/ 20 h 58"/>
                <a:gd name="T54" fmla="*/ 27 w 41"/>
                <a:gd name="T55" fmla="*/ 9 h 58"/>
                <a:gd name="T56" fmla="*/ 24 w 41"/>
                <a:gd name="T57"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58">
                  <a:moveTo>
                    <a:pt x="24" y="1"/>
                  </a:moveTo>
                  <a:cubicBezTo>
                    <a:pt x="23" y="0"/>
                    <a:pt x="23" y="0"/>
                    <a:pt x="23" y="0"/>
                  </a:cubicBezTo>
                  <a:cubicBezTo>
                    <a:pt x="21" y="0"/>
                    <a:pt x="19" y="2"/>
                    <a:pt x="17" y="7"/>
                  </a:cubicBezTo>
                  <a:cubicBezTo>
                    <a:pt x="15" y="6"/>
                    <a:pt x="15" y="6"/>
                    <a:pt x="15" y="6"/>
                  </a:cubicBezTo>
                  <a:cubicBezTo>
                    <a:pt x="15" y="6"/>
                    <a:pt x="15" y="6"/>
                    <a:pt x="15" y="6"/>
                  </a:cubicBezTo>
                  <a:cubicBezTo>
                    <a:pt x="15" y="7"/>
                    <a:pt x="15" y="7"/>
                    <a:pt x="15" y="7"/>
                  </a:cubicBezTo>
                  <a:cubicBezTo>
                    <a:pt x="12" y="10"/>
                    <a:pt x="12" y="10"/>
                    <a:pt x="12" y="10"/>
                  </a:cubicBezTo>
                  <a:cubicBezTo>
                    <a:pt x="10" y="11"/>
                    <a:pt x="10" y="11"/>
                    <a:pt x="10" y="11"/>
                  </a:cubicBezTo>
                  <a:cubicBezTo>
                    <a:pt x="6" y="13"/>
                    <a:pt x="6" y="13"/>
                    <a:pt x="6" y="13"/>
                  </a:cubicBezTo>
                  <a:cubicBezTo>
                    <a:pt x="5" y="16"/>
                    <a:pt x="5" y="16"/>
                    <a:pt x="5" y="16"/>
                  </a:cubicBezTo>
                  <a:cubicBezTo>
                    <a:pt x="6" y="21"/>
                    <a:pt x="5" y="24"/>
                    <a:pt x="3" y="25"/>
                  </a:cubicBezTo>
                  <a:cubicBezTo>
                    <a:pt x="1" y="30"/>
                    <a:pt x="1" y="30"/>
                    <a:pt x="1" y="30"/>
                  </a:cubicBezTo>
                  <a:cubicBezTo>
                    <a:pt x="1" y="31"/>
                    <a:pt x="0" y="34"/>
                    <a:pt x="1" y="39"/>
                  </a:cubicBezTo>
                  <a:cubicBezTo>
                    <a:pt x="3" y="51"/>
                    <a:pt x="3" y="51"/>
                    <a:pt x="3" y="51"/>
                  </a:cubicBezTo>
                  <a:cubicBezTo>
                    <a:pt x="4" y="52"/>
                    <a:pt x="6" y="54"/>
                    <a:pt x="10" y="56"/>
                  </a:cubicBezTo>
                  <a:cubicBezTo>
                    <a:pt x="19" y="58"/>
                    <a:pt x="19" y="58"/>
                    <a:pt x="19" y="58"/>
                  </a:cubicBezTo>
                  <a:cubicBezTo>
                    <a:pt x="21" y="58"/>
                    <a:pt x="25" y="57"/>
                    <a:pt x="28" y="55"/>
                  </a:cubicBezTo>
                  <a:cubicBezTo>
                    <a:pt x="26" y="50"/>
                    <a:pt x="26" y="50"/>
                    <a:pt x="26" y="50"/>
                  </a:cubicBezTo>
                  <a:cubicBezTo>
                    <a:pt x="26" y="49"/>
                    <a:pt x="26" y="49"/>
                    <a:pt x="26" y="49"/>
                  </a:cubicBezTo>
                  <a:cubicBezTo>
                    <a:pt x="26" y="49"/>
                    <a:pt x="26" y="49"/>
                    <a:pt x="26" y="49"/>
                  </a:cubicBezTo>
                  <a:cubicBezTo>
                    <a:pt x="27" y="45"/>
                    <a:pt x="27" y="45"/>
                    <a:pt x="27" y="45"/>
                  </a:cubicBezTo>
                  <a:cubicBezTo>
                    <a:pt x="27" y="45"/>
                    <a:pt x="27" y="45"/>
                    <a:pt x="27" y="45"/>
                  </a:cubicBezTo>
                  <a:cubicBezTo>
                    <a:pt x="31" y="37"/>
                    <a:pt x="31" y="37"/>
                    <a:pt x="31" y="37"/>
                  </a:cubicBezTo>
                  <a:cubicBezTo>
                    <a:pt x="39" y="37"/>
                    <a:pt x="39" y="37"/>
                    <a:pt x="39" y="37"/>
                  </a:cubicBezTo>
                  <a:cubicBezTo>
                    <a:pt x="41" y="37"/>
                    <a:pt x="41" y="37"/>
                    <a:pt x="41" y="37"/>
                  </a:cubicBezTo>
                  <a:cubicBezTo>
                    <a:pt x="40" y="34"/>
                    <a:pt x="37" y="30"/>
                    <a:pt x="33" y="24"/>
                  </a:cubicBezTo>
                  <a:cubicBezTo>
                    <a:pt x="30" y="20"/>
                    <a:pt x="30" y="20"/>
                    <a:pt x="30" y="20"/>
                  </a:cubicBezTo>
                  <a:cubicBezTo>
                    <a:pt x="29" y="17"/>
                    <a:pt x="27" y="13"/>
                    <a:pt x="27" y="9"/>
                  </a:cubicBezTo>
                  <a:cubicBezTo>
                    <a:pt x="26" y="5"/>
                    <a:pt x="25" y="3"/>
                    <a:pt x="24" y="1"/>
                  </a:cubicBezTo>
                  <a:close/>
                </a:path>
              </a:pathLst>
            </a:custGeom>
            <a:solidFill>
              <a:schemeClr val="accent3"/>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6"/>
            <p:cNvSpPr>
              <a:spLocks/>
            </p:cNvSpPr>
            <p:nvPr/>
          </p:nvSpPr>
          <p:spPr bwMode="auto">
            <a:xfrm>
              <a:off x="4891088" y="2785715"/>
              <a:ext cx="200025" cy="214313"/>
            </a:xfrm>
            <a:custGeom>
              <a:avLst/>
              <a:gdLst>
                <a:gd name="T0" fmla="*/ 26 w 53"/>
                <a:gd name="T1" fmla="*/ 12 h 57"/>
                <a:gd name="T2" fmla="*/ 26 w 53"/>
                <a:gd name="T3" fmla="*/ 13 h 57"/>
                <a:gd name="T4" fmla="*/ 24 w 53"/>
                <a:gd name="T5" fmla="*/ 13 h 57"/>
                <a:gd name="T6" fmla="*/ 19 w 53"/>
                <a:gd name="T7" fmla="*/ 12 h 57"/>
                <a:gd name="T8" fmla="*/ 19 w 53"/>
                <a:gd name="T9" fmla="*/ 14 h 57"/>
                <a:gd name="T10" fmla="*/ 19 w 53"/>
                <a:gd name="T11" fmla="*/ 15 h 57"/>
                <a:gd name="T12" fmla="*/ 18 w 53"/>
                <a:gd name="T13" fmla="*/ 15 h 57"/>
                <a:gd name="T14" fmla="*/ 9 w 53"/>
                <a:gd name="T15" fmla="*/ 19 h 57"/>
                <a:gd name="T16" fmla="*/ 9 w 53"/>
                <a:gd name="T17" fmla="*/ 20 h 57"/>
                <a:gd name="T18" fmla="*/ 12 w 53"/>
                <a:gd name="T19" fmla="*/ 28 h 57"/>
                <a:gd name="T20" fmla="*/ 12 w 53"/>
                <a:gd name="T21" fmla="*/ 29 h 57"/>
                <a:gd name="T22" fmla="*/ 12 w 53"/>
                <a:gd name="T23" fmla="*/ 30 h 57"/>
                <a:gd name="T24" fmla="*/ 2 w 53"/>
                <a:gd name="T25" fmla="*/ 41 h 57"/>
                <a:gd name="T26" fmla="*/ 0 w 53"/>
                <a:gd name="T27" fmla="*/ 45 h 57"/>
                <a:gd name="T28" fmla="*/ 2 w 53"/>
                <a:gd name="T29" fmla="*/ 48 h 57"/>
                <a:gd name="T30" fmla="*/ 7 w 53"/>
                <a:gd name="T31" fmla="*/ 50 h 57"/>
                <a:gd name="T32" fmla="*/ 10 w 53"/>
                <a:gd name="T33" fmla="*/ 50 h 57"/>
                <a:gd name="T34" fmla="*/ 20 w 53"/>
                <a:gd name="T35" fmla="*/ 53 h 57"/>
                <a:gd name="T36" fmla="*/ 24 w 53"/>
                <a:gd name="T37" fmla="*/ 55 h 57"/>
                <a:gd name="T38" fmla="*/ 31 w 53"/>
                <a:gd name="T39" fmla="*/ 57 h 57"/>
                <a:gd name="T40" fmla="*/ 36 w 53"/>
                <a:gd name="T41" fmla="*/ 53 h 57"/>
                <a:gd name="T42" fmla="*/ 39 w 53"/>
                <a:gd name="T43" fmla="*/ 49 h 57"/>
                <a:gd name="T44" fmla="*/ 42 w 53"/>
                <a:gd name="T45" fmla="*/ 42 h 57"/>
                <a:gd name="T46" fmla="*/ 40 w 53"/>
                <a:gd name="T47" fmla="*/ 33 h 57"/>
                <a:gd name="T48" fmla="*/ 43 w 53"/>
                <a:gd name="T49" fmla="*/ 34 h 57"/>
                <a:gd name="T50" fmla="*/ 48 w 53"/>
                <a:gd name="T51" fmla="*/ 34 h 57"/>
                <a:gd name="T52" fmla="*/ 50 w 53"/>
                <a:gd name="T53" fmla="*/ 33 h 57"/>
                <a:gd name="T54" fmla="*/ 51 w 53"/>
                <a:gd name="T55" fmla="*/ 31 h 57"/>
                <a:gd name="T56" fmla="*/ 47 w 53"/>
                <a:gd name="T57" fmla="*/ 19 h 57"/>
                <a:gd name="T58" fmla="*/ 48 w 53"/>
                <a:gd name="T59" fmla="*/ 15 h 57"/>
                <a:gd name="T60" fmla="*/ 53 w 53"/>
                <a:gd name="T61" fmla="*/ 11 h 57"/>
                <a:gd name="T62" fmla="*/ 53 w 53"/>
                <a:gd name="T63" fmla="*/ 11 h 57"/>
                <a:gd name="T64" fmla="*/ 52 w 53"/>
                <a:gd name="T65" fmla="*/ 9 h 57"/>
                <a:gd name="T66" fmla="*/ 43 w 53"/>
                <a:gd name="T67" fmla="*/ 9 h 57"/>
                <a:gd name="T68" fmla="*/ 43 w 53"/>
                <a:gd name="T69" fmla="*/ 9 h 57"/>
                <a:gd name="T70" fmla="*/ 34 w 53"/>
                <a:gd name="T71" fmla="*/ 3 h 57"/>
                <a:gd name="T72" fmla="*/ 24 w 53"/>
                <a:gd name="T73" fmla="*/ 1 h 57"/>
                <a:gd name="T74" fmla="*/ 22 w 53"/>
                <a:gd name="T75" fmla="*/ 1 h 57"/>
                <a:gd name="T76" fmla="*/ 25 w 53"/>
                <a:gd name="T77" fmla="*/ 5 h 57"/>
                <a:gd name="T78" fmla="*/ 26 w 53"/>
                <a:gd name="T79" fmla="*/ 1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 h="57">
                  <a:moveTo>
                    <a:pt x="26" y="12"/>
                  </a:moveTo>
                  <a:cubicBezTo>
                    <a:pt x="26" y="13"/>
                    <a:pt x="26" y="13"/>
                    <a:pt x="26" y="13"/>
                  </a:cubicBezTo>
                  <a:cubicBezTo>
                    <a:pt x="24" y="13"/>
                    <a:pt x="24" y="13"/>
                    <a:pt x="24" y="13"/>
                  </a:cubicBezTo>
                  <a:cubicBezTo>
                    <a:pt x="19" y="12"/>
                    <a:pt x="19" y="12"/>
                    <a:pt x="19" y="12"/>
                  </a:cubicBezTo>
                  <a:cubicBezTo>
                    <a:pt x="19" y="14"/>
                    <a:pt x="19" y="14"/>
                    <a:pt x="19" y="14"/>
                  </a:cubicBezTo>
                  <a:cubicBezTo>
                    <a:pt x="19" y="15"/>
                    <a:pt x="19" y="15"/>
                    <a:pt x="19" y="15"/>
                  </a:cubicBezTo>
                  <a:cubicBezTo>
                    <a:pt x="18" y="15"/>
                    <a:pt x="18" y="15"/>
                    <a:pt x="18" y="15"/>
                  </a:cubicBezTo>
                  <a:cubicBezTo>
                    <a:pt x="9" y="19"/>
                    <a:pt x="9" y="19"/>
                    <a:pt x="9" y="19"/>
                  </a:cubicBezTo>
                  <a:cubicBezTo>
                    <a:pt x="9" y="20"/>
                    <a:pt x="9" y="20"/>
                    <a:pt x="9" y="20"/>
                  </a:cubicBezTo>
                  <a:cubicBezTo>
                    <a:pt x="8" y="23"/>
                    <a:pt x="9" y="25"/>
                    <a:pt x="12" y="28"/>
                  </a:cubicBezTo>
                  <a:cubicBezTo>
                    <a:pt x="12" y="29"/>
                    <a:pt x="12" y="29"/>
                    <a:pt x="12" y="29"/>
                  </a:cubicBezTo>
                  <a:cubicBezTo>
                    <a:pt x="12" y="30"/>
                    <a:pt x="12" y="30"/>
                    <a:pt x="12" y="30"/>
                  </a:cubicBezTo>
                  <a:cubicBezTo>
                    <a:pt x="9" y="34"/>
                    <a:pt x="6" y="38"/>
                    <a:pt x="2" y="41"/>
                  </a:cubicBezTo>
                  <a:cubicBezTo>
                    <a:pt x="0" y="42"/>
                    <a:pt x="0" y="43"/>
                    <a:pt x="0" y="45"/>
                  </a:cubicBezTo>
                  <a:cubicBezTo>
                    <a:pt x="2" y="48"/>
                    <a:pt x="2" y="48"/>
                    <a:pt x="2" y="48"/>
                  </a:cubicBezTo>
                  <a:cubicBezTo>
                    <a:pt x="7" y="50"/>
                    <a:pt x="7" y="50"/>
                    <a:pt x="7" y="50"/>
                  </a:cubicBezTo>
                  <a:cubicBezTo>
                    <a:pt x="10" y="50"/>
                    <a:pt x="10" y="50"/>
                    <a:pt x="10" y="50"/>
                  </a:cubicBezTo>
                  <a:cubicBezTo>
                    <a:pt x="15" y="50"/>
                    <a:pt x="18" y="51"/>
                    <a:pt x="20" y="53"/>
                  </a:cubicBezTo>
                  <a:cubicBezTo>
                    <a:pt x="24" y="55"/>
                    <a:pt x="24" y="55"/>
                    <a:pt x="24" y="55"/>
                  </a:cubicBezTo>
                  <a:cubicBezTo>
                    <a:pt x="26" y="57"/>
                    <a:pt x="29" y="57"/>
                    <a:pt x="31" y="57"/>
                  </a:cubicBezTo>
                  <a:cubicBezTo>
                    <a:pt x="32" y="57"/>
                    <a:pt x="34" y="56"/>
                    <a:pt x="36" y="53"/>
                  </a:cubicBezTo>
                  <a:cubicBezTo>
                    <a:pt x="39" y="49"/>
                    <a:pt x="39" y="49"/>
                    <a:pt x="39" y="49"/>
                  </a:cubicBezTo>
                  <a:cubicBezTo>
                    <a:pt x="42" y="42"/>
                    <a:pt x="42" y="42"/>
                    <a:pt x="42" y="42"/>
                  </a:cubicBezTo>
                  <a:cubicBezTo>
                    <a:pt x="40" y="33"/>
                    <a:pt x="40" y="33"/>
                    <a:pt x="40" y="33"/>
                  </a:cubicBezTo>
                  <a:cubicBezTo>
                    <a:pt x="43" y="34"/>
                    <a:pt x="43" y="34"/>
                    <a:pt x="43" y="34"/>
                  </a:cubicBezTo>
                  <a:cubicBezTo>
                    <a:pt x="48" y="34"/>
                    <a:pt x="48" y="34"/>
                    <a:pt x="48" y="34"/>
                  </a:cubicBezTo>
                  <a:cubicBezTo>
                    <a:pt x="50" y="33"/>
                    <a:pt x="50" y="33"/>
                    <a:pt x="50" y="33"/>
                  </a:cubicBezTo>
                  <a:cubicBezTo>
                    <a:pt x="51" y="31"/>
                    <a:pt x="51" y="31"/>
                    <a:pt x="51" y="31"/>
                  </a:cubicBezTo>
                  <a:cubicBezTo>
                    <a:pt x="47" y="19"/>
                    <a:pt x="47" y="19"/>
                    <a:pt x="47" y="19"/>
                  </a:cubicBezTo>
                  <a:cubicBezTo>
                    <a:pt x="48" y="15"/>
                    <a:pt x="48" y="15"/>
                    <a:pt x="48" y="15"/>
                  </a:cubicBezTo>
                  <a:cubicBezTo>
                    <a:pt x="50" y="13"/>
                    <a:pt x="51" y="12"/>
                    <a:pt x="53" y="11"/>
                  </a:cubicBezTo>
                  <a:cubicBezTo>
                    <a:pt x="53" y="11"/>
                    <a:pt x="53" y="11"/>
                    <a:pt x="53" y="11"/>
                  </a:cubicBezTo>
                  <a:cubicBezTo>
                    <a:pt x="52" y="9"/>
                    <a:pt x="52" y="9"/>
                    <a:pt x="52" y="9"/>
                  </a:cubicBezTo>
                  <a:cubicBezTo>
                    <a:pt x="43" y="9"/>
                    <a:pt x="43" y="9"/>
                    <a:pt x="43" y="9"/>
                  </a:cubicBezTo>
                  <a:cubicBezTo>
                    <a:pt x="43" y="9"/>
                    <a:pt x="43" y="9"/>
                    <a:pt x="43" y="9"/>
                  </a:cubicBezTo>
                  <a:cubicBezTo>
                    <a:pt x="34" y="3"/>
                    <a:pt x="34" y="3"/>
                    <a:pt x="34" y="3"/>
                  </a:cubicBezTo>
                  <a:cubicBezTo>
                    <a:pt x="30" y="0"/>
                    <a:pt x="27" y="0"/>
                    <a:pt x="24" y="1"/>
                  </a:cubicBezTo>
                  <a:cubicBezTo>
                    <a:pt x="22" y="1"/>
                    <a:pt x="22" y="1"/>
                    <a:pt x="22" y="1"/>
                  </a:cubicBezTo>
                  <a:cubicBezTo>
                    <a:pt x="22" y="3"/>
                    <a:pt x="22" y="5"/>
                    <a:pt x="25" y="5"/>
                  </a:cubicBezTo>
                  <a:cubicBezTo>
                    <a:pt x="27" y="7"/>
                    <a:pt x="28" y="9"/>
                    <a:pt x="26" y="12"/>
                  </a:cubicBezTo>
                  <a:close/>
                </a:path>
              </a:pathLst>
            </a:custGeom>
            <a:solidFill>
              <a:schemeClr val="accent3"/>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
            <p:cNvSpPr>
              <a:spLocks/>
            </p:cNvSpPr>
            <p:nvPr/>
          </p:nvSpPr>
          <p:spPr bwMode="auto">
            <a:xfrm>
              <a:off x="5229226" y="2361852"/>
              <a:ext cx="706438" cy="673100"/>
            </a:xfrm>
            <a:custGeom>
              <a:avLst/>
              <a:gdLst>
                <a:gd name="T0" fmla="*/ 80 w 188"/>
                <a:gd name="T1" fmla="*/ 37 h 179"/>
                <a:gd name="T2" fmla="*/ 70 w 188"/>
                <a:gd name="T3" fmla="*/ 40 h 179"/>
                <a:gd name="T4" fmla="*/ 58 w 188"/>
                <a:gd name="T5" fmla="*/ 46 h 179"/>
                <a:gd name="T6" fmla="*/ 46 w 188"/>
                <a:gd name="T7" fmla="*/ 56 h 179"/>
                <a:gd name="T8" fmla="*/ 45 w 188"/>
                <a:gd name="T9" fmla="*/ 58 h 179"/>
                <a:gd name="T10" fmla="*/ 34 w 188"/>
                <a:gd name="T11" fmla="*/ 70 h 179"/>
                <a:gd name="T12" fmla="*/ 21 w 188"/>
                <a:gd name="T13" fmla="*/ 69 h 179"/>
                <a:gd name="T14" fmla="*/ 15 w 188"/>
                <a:gd name="T15" fmla="*/ 63 h 179"/>
                <a:gd name="T16" fmla="*/ 17 w 188"/>
                <a:gd name="T17" fmla="*/ 86 h 179"/>
                <a:gd name="T18" fmla="*/ 2 w 188"/>
                <a:gd name="T19" fmla="*/ 110 h 179"/>
                <a:gd name="T20" fmla="*/ 0 w 188"/>
                <a:gd name="T21" fmla="*/ 113 h 179"/>
                <a:gd name="T22" fmla="*/ 16 w 188"/>
                <a:gd name="T23" fmla="*/ 119 h 179"/>
                <a:gd name="T24" fmla="*/ 17 w 188"/>
                <a:gd name="T25" fmla="*/ 120 h 179"/>
                <a:gd name="T26" fmla="*/ 23 w 188"/>
                <a:gd name="T27" fmla="*/ 124 h 179"/>
                <a:gd name="T28" fmla="*/ 24 w 188"/>
                <a:gd name="T29" fmla="*/ 124 h 179"/>
                <a:gd name="T30" fmla="*/ 39 w 188"/>
                <a:gd name="T31" fmla="*/ 136 h 179"/>
                <a:gd name="T32" fmla="*/ 56 w 188"/>
                <a:gd name="T33" fmla="*/ 112 h 179"/>
                <a:gd name="T34" fmla="*/ 61 w 188"/>
                <a:gd name="T35" fmla="*/ 106 h 179"/>
                <a:gd name="T36" fmla="*/ 74 w 188"/>
                <a:gd name="T37" fmla="*/ 101 h 179"/>
                <a:gd name="T38" fmla="*/ 87 w 188"/>
                <a:gd name="T39" fmla="*/ 99 h 179"/>
                <a:gd name="T40" fmla="*/ 94 w 188"/>
                <a:gd name="T41" fmla="*/ 110 h 179"/>
                <a:gd name="T42" fmla="*/ 95 w 188"/>
                <a:gd name="T43" fmla="*/ 119 h 179"/>
                <a:gd name="T44" fmla="*/ 92 w 188"/>
                <a:gd name="T45" fmla="*/ 134 h 179"/>
                <a:gd name="T46" fmla="*/ 92 w 188"/>
                <a:gd name="T47" fmla="*/ 135 h 179"/>
                <a:gd name="T48" fmla="*/ 85 w 188"/>
                <a:gd name="T49" fmla="*/ 156 h 179"/>
                <a:gd name="T50" fmla="*/ 92 w 188"/>
                <a:gd name="T51" fmla="*/ 152 h 179"/>
                <a:gd name="T52" fmla="*/ 97 w 188"/>
                <a:gd name="T53" fmla="*/ 154 h 179"/>
                <a:gd name="T54" fmla="*/ 96 w 188"/>
                <a:gd name="T55" fmla="*/ 160 h 179"/>
                <a:gd name="T56" fmla="*/ 92 w 188"/>
                <a:gd name="T57" fmla="*/ 167 h 179"/>
                <a:gd name="T58" fmla="*/ 89 w 188"/>
                <a:gd name="T59" fmla="*/ 172 h 179"/>
                <a:gd name="T60" fmla="*/ 84 w 188"/>
                <a:gd name="T61" fmla="*/ 173 h 179"/>
                <a:gd name="T62" fmla="*/ 79 w 188"/>
                <a:gd name="T63" fmla="*/ 179 h 179"/>
                <a:gd name="T64" fmla="*/ 99 w 188"/>
                <a:gd name="T65" fmla="*/ 164 h 179"/>
                <a:gd name="T66" fmla="*/ 130 w 188"/>
                <a:gd name="T67" fmla="*/ 133 h 179"/>
                <a:gd name="T68" fmla="*/ 136 w 188"/>
                <a:gd name="T69" fmla="*/ 130 h 179"/>
                <a:gd name="T70" fmla="*/ 152 w 188"/>
                <a:gd name="T71" fmla="*/ 126 h 179"/>
                <a:gd name="T72" fmla="*/ 163 w 188"/>
                <a:gd name="T73" fmla="*/ 104 h 179"/>
                <a:gd name="T74" fmla="*/ 188 w 188"/>
                <a:gd name="T75" fmla="*/ 78 h 179"/>
                <a:gd name="T76" fmla="*/ 182 w 188"/>
                <a:gd name="T77" fmla="*/ 60 h 179"/>
                <a:gd name="T78" fmla="*/ 173 w 188"/>
                <a:gd name="T79" fmla="*/ 58 h 179"/>
                <a:gd name="T80" fmla="*/ 171 w 188"/>
                <a:gd name="T81" fmla="*/ 54 h 179"/>
                <a:gd name="T82" fmla="*/ 158 w 188"/>
                <a:gd name="T83" fmla="*/ 22 h 179"/>
                <a:gd name="T84" fmla="*/ 154 w 188"/>
                <a:gd name="T85" fmla="*/ 6 h 179"/>
                <a:gd name="T86" fmla="*/ 147 w 188"/>
                <a:gd name="T87" fmla="*/ 12 h 179"/>
                <a:gd name="T88" fmla="*/ 134 w 188"/>
                <a:gd name="T89" fmla="*/ 5 h 179"/>
                <a:gd name="T90" fmla="*/ 124 w 188"/>
                <a:gd name="T91" fmla="*/ 6 h 179"/>
                <a:gd name="T92" fmla="*/ 114 w 188"/>
                <a:gd name="T93" fmla="*/ 2 h 179"/>
                <a:gd name="T94" fmla="*/ 114 w 188"/>
                <a:gd name="T95" fmla="*/ 15 h 179"/>
                <a:gd name="T96" fmla="*/ 113 w 188"/>
                <a:gd name="T97" fmla="*/ 16 h 179"/>
                <a:gd name="T98" fmla="*/ 104 w 188"/>
                <a:gd name="T99" fmla="*/ 2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8" h="179">
                  <a:moveTo>
                    <a:pt x="86" y="23"/>
                  </a:moveTo>
                  <a:cubicBezTo>
                    <a:pt x="81" y="30"/>
                    <a:pt x="81" y="30"/>
                    <a:pt x="81" y="30"/>
                  </a:cubicBezTo>
                  <a:cubicBezTo>
                    <a:pt x="80" y="31"/>
                    <a:pt x="80" y="33"/>
                    <a:pt x="80" y="37"/>
                  </a:cubicBezTo>
                  <a:cubicBezTo>
                    <a:pt x="80" y="40"/>
                    <a:pt x="80" y="40"/>
                    <a:pt x="80" y="40"/>
                  </a:cubicBezTo>
                  <a:cubicBezTo>
                    <a:pt x="71" y="40"/>
                    <a:pt x="71" y="40"/>
                    <a:pt x="71" y="40"/>
                  </a:cubicBezTo>
                  <a:cubicBezTo>
                    <a:pt x="70" y="40"/>
                    <a:pt x="70" y="40"/>
                    <a:pt x="70" y="40"/>
                  </a:cubicBezTo>
                  <a:cubicBezTo>
                    <a:pt x="70" y="40"/>
                    <a:pt x="70" y="40"/>
                    <a:pt x="70" y="40"/>
                  </a:cubicBezTo>
                  <a:cubicBezTo>
                    <a:pt x="64" y="38"/>
                    <a:pt x="64" y="38"/>
                    <a:pt x="64" y="38"/>
                  </a:cubicBezTo>
                  <a:cubicBezTo>
                    <a:pt x="58" y="46"/>
                    <a:pt x="58" y="46"/>
                    <a:pt x="58" y="46"/>
                  </a:cubicBezTo>
                  <a:cubicBezTo>
                    <a:pt x="58" y="46"/>
                    <a:pt x="58" y="46"/>
                    <a:pt x="58" y="46"/>
                  </a:cubicBezTo>
                  <a:cubicBezTo>
                    <a:pt x="51" y="50"/>
                    <a:pt x="51" y="50"/>
                    <a:pt x="51" y="50"/>
                  </a:cubicBezTo>
                  <a:cubicBezTo>
                    <a:pt x="46" y="56"/>
                    <a:pt x="46" y="56"/>
                    <a:pt x="46" y="56"/>
                  </a:cubicBezTo>
                  <a:cubicBezTo>
                    <a:pt x="46" y="56"/>
                    <a:pt x="46" y="56"/>
                    <a:pt x="46" y="56"/>
                  </a:cubicBezTo>
                  <a:cubicBezTo>
                    <a:pt x="45" y="58"/>
                    <a:pt x="45" y="58"/>
                    <a:pt x="45" y="58"/>
                  </a:cubicBezTo>
                  <a:cubicBezTo>
                    <a:pt x="45" y="58"/>
                    <a:pt x="45" y="58"/>
                    <a:pt x="45" y="58"/>
                  </a:cubicBezTo>
                  <a:cubicBezTo>
                    <a:pt x="35" y="69"/>
                    <a:pt x="35" y="69"/>
                    <a:pt x="35" y="69"/>
                  </a:cubicBezTo>
                  <a:cubicBezTo>
                    <a:pt x="35" y="70"/>
                    <a:pt x="35" y="70"/>
                    <a:pt x="35" y="70"/>
                  </a:cubicBezTo>
                  <a:cubicBezTo>
                    <a:pt x="34" y="70"/>
                    <a:pt x="34" y="70"/>
                    <a:pt x="34" y="70"/>
                  </a:cubicBezTo>
                  <a:cubicBezTo>
                    <a:pt x="27" y="74"/>
                    <a:pt x="27" y="74"/>
                    <a:pt x="27" y="74"/>
                  </a:cubicBezTo>
                  <a:cubicBezTo>
                    <a:pt x="21" y="70"/>
                    <a:pt x="21" y="70"/>
                    <a:pt x="21" y="70"/>
                  </a:cubicBezTo>
                  <a:cubicBezTo>
                    <a:pt x="21" y="69"/>
                    <a:pt x="21" y="69"/>
                    <a:pt x="21" y="69"/>
                  </a:cubicBezTo>
                  <a:cubicBezTo>
                    <a:pt x="21" y="69"/>
                    <a:pt x="21" y="69"/>
                    <a:pt x="21" y="69"/>
                  </a:cubicBezTo>
                  <a:cubicBezTo>
                    <a:pt x="21" y="69"/>
                    <a:pt x="21" y="69"/>
                    <a:pt x="21" y="69"/>
                  </a:cubicBezTo>
                  <a:cubicBezTo>
                    <a:pt x="15" y="63"/>
                    <a:pt x="15" y="63"/>
                    <a:pt x="15" y="63"/>
                  </a:cubicBezTo>
                  <a:cubicBezTo>
                    <a:pt x="12" y="61"/>
                    <a:pt x="12" y="61"/>
                    <a:pt x="12" y="61"/>
                  </a:cubicBezTo>
                  <a:cubicBezTo>
                    <a:pt x="14" y="78"/>
                    <a:pt x="14" y="78"/>
                    <a:pt x="14" y="78"/>
                  </a:cubicBezTo>
                  <a:cubicBezTo>
                    <a:pt x="17" y="86"/>
                    <a:pt x="17" y="86"/>
                    <a:pt x="17" y="86"/>
                  </a:cubicBezTo>
                  <a:cubicBezTo>
                    <a:pt x="11" y="92"/>
                    <a:pt x="11" y="92"/>
                    <a:pt x="11" y="92"/>
                  </a:cubicBezTo>
                  <a:cubicBezTo>
                    <a:pt x="2" y="104"/>
                    <a:pt x="2" y="104"/>
                    <a:pt x="2" y="104"/>
                  </a:cubicBezTo>
                  <a:cubicBezTo>
                    <a:pt x="2" y="110"/>
                    <a:pt x="2" y="110"/>
                    <a:pt x="2" y="110"/>
                  </a:cubicBezTo>
                  <a:cubicBezTo>
                    <a:pt x="2" y="110"/>
                    <a:pt x="2" y="110"/>
                    <a:pt x="2" y="110"/>
                  </a:cubicBezTo>
                  <a:cubicBezTo>
                    <a:pt x="2" y="110"/>
                    <a:pt x="2" y="110"/>
                    <a:pt x="2" y="110"/>
                  </a:cubicBezTo>
                  <a:cubicBezTo>
                    <a:pt x="0" y="113"/>
                    <a:pt x="0" y="113"/>
                    <a:pt x="0" y="113"/>
                  </a:cubicBezTo>
                  <a:cubicBezTo>
                    <a:pt x="1" y="116"/>
                    <a:pt x="1" y="116"/>
                    <a:pt x="1" y="116"/>
                  </a:cubicBezTo>
                  <a:cubicBezTo>
                    <a:pt x="4" y="116"/>
                    <a:pt x="4" y="116"/>
                    <a:pt x="4" y="116"/>
                  </a:cubicBezTo>
                  <a:cubicBezTo>
                    <a:pt x="16" y="119"/>
                    <a:pt x="16" y="119"/>
                    <a:pt x="16" y="119"/>
                  </a:cubicBezTo>
                  <a:cubicBezTo>
                    <a:pt x="16" y="119"/>
                    <a:pt x="16" y="119"/>
                    <a:pt x="16" y="119"/>
                  </a:cubicBezTo>
                  <a:cubicBezTo>
                    <a:pt x="17" y="119"/>
                    <a:pt x="17" y="119"/>
                    <a:pt x="17" y="119"/>
                  </a:cubicBezTo>
                  <a:cubicBezTo>
                    <a:pt x="17" y="120"/>
                    <a:pt x="17" y="120"/>
                    <a:pt x="17" y="120"/>
                  </a:cubicBezTo>
                  <a:cubicBezTo>
                    <a:pt x="17" y="120"/>
                    <a:pt x="17" y="120"/>
                    <a:pt x="17" y="120"/>
                  </a:cubicBezTo>
                  <a:cubicBezTo>
                    <a:pt x="20" y="122"/>
                    <a:pt x="20" y="122"/>
                    <a:pt x="20" y="122"/>
                  </a:cubicBezTo>
                  <a:cubicBezTo>
                    <a:pt x="23" y="124"/>
                    <a:pt x="23" y="124"/>
                    <a:pt x="23" y="124"/>
                  </a:cubicBezTo>
                  <a:cubicBezTo>
                    <a:pt x="23" y="124"/>
                    <a:pt x="23" y="124"/>
                    <a:pt x="23" y="124"/>
                  </a:cubicBezTo>
                  <a:cubicBezTo>
                    <a:pt x="24" y="124"/>
                    <a:pt x="24" y="124"/>
                    <a:pt x="24" y="124"/>
                  </a:cubicBezTo>
                  <a:cubicBezTo>
                    <a:pt x="24" y="124"/>
                    <a:pt x="24" y="124"/>
                    <a:pt x="24" y="124"/>
                  </a:cubicBezTo>
                  <a:cubicBezTo>
                    <a:pt x="25" y="126"/>
                    <a:pt x="26" y="127"/>
                    <a:pt x="26" y="129"/>
                  </a:cubicBezTo>
                  <a:cubicBezTo>
                    <a:pt x="27" y="132"/>
                    <a:pt x="27" y="132"/>
                    <a:pt x="27" y="132"/>
                  </a:cubicBezTo>
                  <a:cubicBezTo>
                    <a:pt x="39" y="136"/>
                    <a:pt x="39" y="136"/>
                    <a:pt x="39" y="136"/>
                  </a:cubicBezTo>
                  <a:cubicBezTo>
                    <a:pt x="43" y="135"/>
                    <a:pt x="43" y="135"/>
                    <a:pt x="43" y="135"/>
                  </a:cubicBezTo>
                  <a:cubicBezTo>
                    <a:pt x="46" y="130"/>
                    <a:pt x="46" y="130"/>
                    <a:pt x="46" y="130"/>
                  </a:cubicBezTo>
                  <a:cubicBezTo>
                    <a:pt x="56" y="112"/>
                    <a:pt x="56" y="112"/>
                    <a:pt x="56" y="112"/>
                  </a:cubicBezTo>
                  <a:cubicBezTo>
                    <a:pt x="56" y="112"/>
                    <a:pt x="56" y="112"/>
                    <a:pt x="56" y="112"/>
                  </a:cubicBezTo>
                  <a:cubicBezTo>
                    <a:pt x="56" y="112"/>
                    <a:pt x="56" y="112"/>
                    <a:pt x="56" y="112"/>
                  </a:cubicBezTo>
                  <a:cubicBezTo>
                    <a:pt x="61" y="106"/>
                    <a:pt x="61" y="106"/>
                    <a:pt x="61" y="106"/>
                  </a:cubicBezTo>
                  <a:cubicBezTo>
                    <a:pt x="61" y="105"/>
                    <a:pt x="61" y="105"/>
                    <a:pt x="61" y="105"/>
                  </a:cubicBezTo>
                  <a:cubicBezTo>
                    <a:pt x="69" y="102"/>
                    <a:pt x="69" y="102"/>
                    <a:pt x="69" y="102"/>
                  </a:cubicBezTo>
                  <a:cubicBezTo>
                    <a:pt x="74" y="101"/>
                    <a:pt x="74" y="101"/>
                    <a:pt x="74" y="101"/>
                  </a:cubicBezTo>
                  <a:cubicBezTo>
                    <a:pt x="76" y="98"/>
                    <a:pt x="78" y="96"/>
                    <a:pt x="80" y="96"/>
                  </a:cubicBezTo>
                  <a:cubicBezTo>
                    <a:pt x="81" y="96"/>
                    <a:pt x="83" y="97"/>
                    <a:pt x="86" y="99"/>
                  </a:cubicBezTo>
                  <a:cubicBezTo>
                    <a:pt x="87" y="99"/>
                    <a:pt x="87" y="99"/>
                    <a:pt x="87" y="99"/>
                  </a:cubicBezTo>
                  <a:cubicBezTo>
                    <a:pt x="87" y="100"/>
                    <a:pt x="87" y="100"/>
                    <a:pt x="87" y="100"/>
                  </a:cubicBezTo>
                  <a:cubicBezTo>
                    <a:pt x="94" y="110"/>
                    <a:pt x="94" y="110"/>
                    <a:pt x="94" y="110"/>
                  </a:cubicBezTo>
                  <a:cubicBezTo>
                    <a:pt x="94" y="110"/>
                    <a:pt x="94" y="110"/>
                    <a:pt x="94" y="110"/>
                  </a:cubicBezTo>
                  <a:cubicBezTo>
                    <a:pt x="94" y="110"/>
                    <a:pt x="94" y="110"/>
                    <a:pt x="94" y="110"/>
                  </a:cubicBezTo>
                  <a:cubicBezTo>
                    <a:pt x="94" y="111"/>
                    <a:pt x="94" y="111"/>
                    <a:pt x="94" y="111"/>
                  </a:cubicBezTo>
                  <a:cubicBezTo>
                    <a:pt x="95" y="119"/>
                    <a:pt x="95" y="119"/>
                    <a:pt x="95" y="119"/>
                  </a:cubicBezTo>
                  <a:cubicBezTo>
                    <a:pt x="94" y="127"/>
                    <a:pt x="94" y="127"/>
                    <a:pt x="94" y="127"/>
                  </a:cubicBezTo>
                  <a:cubicBezTo>
                    <a:pt x="94" y="127"/>
                    <a:pt x="94" y="127"/>
                    <a:pt x="94" y="127"/>
                  </a:cubicBezTo>
                  <a:cubicBezTo>
                    <a:pt x="92" y="134"/>
                    <a:pt x="92" y="134"/>
                    <a:pt x="92" y="134"/>
                  </a:cubicBezTo>
                  <a:cubicBezTo>
                    <a:pt x="92" y="134"/>
                    <a:pt x="92" y="134"/>
                    <a:pt x="92" y="134"/>
                  </a:cubicBezTo>
                  <a:cubicBezTo>
                    <a:pt x="92" y="135"/>
                    <a:pt x="92" y="135"/>
                    <a:pt x="92" y="135"/>
                  </a:cubicBezTo>
                  <a:cubicBezTo>
                    <a:pt x="92" y="135"/>
                    <a:pt x="92" y="135"/>
                    <a:pt x="92" y="135"/>
                  </a:cubicBezTo>
                  <a:cubicBezTo>
                    <a:pt x="87" y="142"/>
                    <a:pt x="87" y="142"/>
                    <a:pt x="87" y="142"/>
                  </a:cubicBezTo>
                  <a:cubicBezTo>
                    <a:pt x="84" y="147"/>
                    <a:pt x="84" y="147"/>
                    <a:pt x="84" y="147"/>
                  </a:cubicBezTo>
                  <a:cubicBezTo>
                    <a:pt x="85" y="156"/>
                    <a:pt x="85" y="156"/>
                    <a:pt x="85" y="156"/>
                  </a:cubicBezTo>
                  <a:cubicBezTo>
                    <a:pt x="86" y="156"/>
                    <a:pt x="86" y="156"/>
                    <a:pt x="86" y="156"/>
                  </a:cubicBezTo>
                  <a:cubicBezTo>
                    <a:pt x="88" y="154"/>
                    <a:pt x="88" y="154"/>
                    <a:pt x="88" y="154"/>
                  </a:cubicBezTo>
                  <a:cubicBezTo>
                    <a:pt x="92" y="152"/>
                    <a:pt x="92" y="152"/>
                    <a:pt x="92" y="152"/>
                  </a:cubicBezTo>
                  <a:cubicBezTo>
                    <a:pt x="92" y="151"/>
                    <a:pt x="92" y="151"/>
                    <a:pt x="92" y="151"/>
                  </a:cubicBezTo>
                  <a:cubicBezTo>
                    <a:pt x="93" y="150"/>
                    <a:pt x="93" y="150"/>
                    <a:pt x="93" y="150"/>
                  </a:cubicBezTo>
                  <a:cubicBezTo>
                    <a:pt x="97" y="154"/>
                    <a:pt x="97" y="154"/>
                    <a:pt x="97" y="154"/>
                  </a:cubicBezTo>
                  <a:cubicBezTo>
                    <a:pt x="97" y="154"/>
                    <a:pt x="97" y="154"/>
                    <a:pt x="97" y="154"/>
                  </a:cubicBezTo>
                  <a:cubicBezTo>
                    <a:pt x="97" y="160"/>
                    <a:pt x="97" y="160"/>
                    <a:pt x="97" y="160"/>
                  </a:cubicBezTo>
                  <a:cubicBezTo>
                    <a:pt x="96" y="160"/>
                    <a:pt x="96" y="160"/>
                    <a:pt x="96" y="160"/>
                  </a:cubicBezTo>
                  <a:cubicBezTo>
                    <a:pt x="93" y="162"/>
                    <a:pt x="93" y="162"/>
                    <a:pt x="93" y="162"/>
                  </a:cubicBezTo>
                  <a:cubicBezTo>
                    <a:pt x="92" y="164"/>
                    <a:pt x="92" y="164"/>
                    <a:pt x="92" y="164"/>
                  </a:cubicBezTo>
                  <a:cubicBezTo>
                    <a:pt x="92" y="167"/>
                    <a:pt x="92" y="167"/>
                    <a:pt x="92" y="167"/>
                  </a:cubicBezTo>
                  <a:cubicBezTo>
                    <a:pt x="91" y="168"/>
                    <a:pt x="91" y="168"/>
                    <a:pt x="91" y="168"/>
                  </a:cubicBezTo>
                  <a:cubicBezTo>
                    <a:pt x="91" y="168"/>
                    <a:pt x="91" y="168"/>
                    <a:pt x="91" y="168"/>
                  </a:cubicBezTo>
                  <a:cubicBezTo>
                    <a:pt x="89" y="172"/>
                    <a:pt x="89" y="172"/>
                    <a:pt x="89" y="172"/>
                  </a:cubicBezTo>
                  <a:cubicBezTo>
                    <a:pt x="88" y="172"/>
                    <a:pt x="88" y="172"/>
                    <a:pt x="88" y="172"/>
                  </a:cubicBezTo>
                  <a:cubicBezTo>
                    <a:pt x="88" y="172"/>
                    <a:pt x="88" y="172"/>
                    <a:pt x="88" y="172"/>
                  </a:cubicBezTo>
                  <a:cubicBezTo>
                    <a:pt x="84" y="173"/>
                    <a:pt x="84" y="173"/>
                    <a:pt x="84" y="173"/>
                  </a:cubicBezTo>
                  <a:cubicBezTo>
                    <a:pt x="81" y="174"/>
                    <a:pt x="81" y="174"/>
                    <a:pt x="81" y="174"/>
                  </a:cubicBezTo>
                  <a:cubicBezTo>
                    <a:pt x="79" y="178"/>
                    <a:pt x="79" y="178"/>
                    <a:pt x="79" y="178"/>
                  </a:cubicBezTo>
                  <a:cubicBezTo>
                    <a:pt x="79" y="179"/>
                    <a:pt x="79" y="179"/>
                    <a:pt x="79" y="179"/>
                  </a:cubicBezTo>
                  <a:cubicBezTo>
                    <a:pt x="92" y="177"/>
                    <a:pt x="92" y="177"/>
                    <a:pt x="92" y="177"/>
                  </a:cubicBezTo>
                  <a:cubicBezTo>
                    <a:pt x="95" y="175"/>
                    <a:pt x="95" y="175"/>
                    <a:pt x="95" y="175"/>
                  </a:cubicBezTo>
                  <a:cubicBezTo>
                    <a:pt x="99" y="164"/>
                    <a:pt x="99" y="164"/>
                    <a:pt x="99" y="164"/>
                  </a:cubicBezTo>
                  <a:cubicBezTo>
                    <a:pt x="99" y="164"/>
                    <a:pt x="99" y="164"/>
                    <a:pt x="99" y="164"/>
                  </a:cubicBezTo>
                  <a:cubicBezTo>
                    <a:pt x="129" y="133"/>
                    <a:pt x="129" y="133"/>
                    <a:pt x="129" y="133"/>
                  </a:cubicBezTo>
                  <a:cubicBezTo>
                    <a:pt x="130" y="133"/>
                    <a:pt x="130" y="133"/>
                    <a:pt x="130" y="133"/>
                  </a:cubicBezTo>
                  <a:cubicBezTo>
                    <a:pt x="136" y="130"/>
                    <a:pt x="136" y="130"/>
                    <a:pt x="136" y="130"/>
                  </a:cubicBezTo>
                  <a:cubicBezTo>
                    <a:pt x="136" y="130"/>
                    <a:pt x="136" y="130"/>
                    <a:pt x="136" y="130"/>
                  </a:cubicBezTo>
                  <a:cubicBezTo>
                    <a:pt x="136" y="130"/>
                    <a:pt x="136" y="130"/>
                    <a:pt x="136" y="130"/>
                  </a:cubicBezTo>
                  <a:cubicBezTo>
                    <a:pt x="142" y="130"/>
                    <a:pt x="142" y="130"/>
                    <a:pt x="142" y="130"/>
                  </a:cubicBezTo>
                  <a:cubicBezTo>
                    <a:pt x="147" y="129"/>
                    <a:pt x="147" y="129"/>
                    <a:pt x="147" y="129"/>
                  </a:cubicBezTo>
                  <a:cubicBezTo>
                    <a:pt x="152" y="126"/>
                    <a:pt x="152" y="126"/>
                    <a:pt x="152" y="126"/>
                  </a:cubicBezTo>
                  <a:cubicBezTo>
                    <a:pt x="156" y="122"/>
                    <a:pt x="156" y="122"/>
                    <a:pt x="156" y="122"/>
                  </a:cubicBezTo>
                  <a:cubicBezTo>
                    <a:pt x="163" y="104"/>
                    <a:pt x="163" y="104"/>
                    <a:pt x="163" y="104"/>
                  </a:cubicBezTo>
                  <a:cubicBezTo>
                    <a:pt x="163" y="104"/>
                    <a:pt x="163" y="104"/>
                    <a:pt x="163" y="104"/>
                  </a:cubicBezTo>
                  <a:cubicBezTo>
                    <a:pt x="163" y="104"/>
                    <a:pt x="163" y="104"/>
                    <a:pt x="163" y="104"/>
                  </a:cubicBezTo>
                  <a:cubicBezTo>
                    <a:pt x="188" y="78"/>
                    <a:pt x="188" y="78"/>
                    <a:pt x="188" y="78"/>
                  </a:cubicBezTo>
                  <a:cubicBezTo>
                    <a:pt x="188" y="78"/>
                    <a:pt x="188" y="78"/>
                    <a:pt x="188" y="78"/>
                  </a:cubicBezTo>
                  <a:cubicBezTo>
                    <a:pt x="186" y="64"/>
                    <a:pt x="186" y="64"/>
                    <a:pt x="186" y="64"/>
                  </a:cubicBezTo>
                  <a:cubicBezTo>
                    <a:pt x="185" y="63"/>
                    <a:pt x="183" y="62"/>
                    <a:pt x="182" y="61"/>
                  </a:cubicBezTo>
                  <a:cubicBezTo>
                    <a:pt x="182" y="60"/>
                    <a:pt x="182" y="60"/>
                    <a:pt x="182" y="60"/>
                  </a:cubicBezTo>
                  <a:cubicBezTo>
                    <a:pt x="182" y="61"/>
                    <a:pt x="182" y="61"/>
                    <a:pt x="182" y="61"/>
                  </a:cubicBezTo>
                  <a:cubicBezTo>
                    <a:pt x="178" y="61"/>
                    <a:pt x="178" y="61"/>
                    <a:pt x="178" y="61"/>
                  </a:cubicBezTo>
                  <a:cubicBezTo>
                    <a:pt x="176" y="60"/>
                    <a:pt x="174" y="60"/>
                    <a:pt x="173" y="58"/>
                  </a:cubicBezTo>
                  <a:cubicBezTo>
                    <a:pt x="172" y="55"/>
                    <a:pt x="172" y="55"/>
                    <a:pt x="172" y="55"/>
                  </a:cubicBezTo>
                  <a:cubicBezTo>
                    <a:pt x="172" y="55"/>
                    <a:pt x="172" y="55"/>
                    <a:pt x="172" y="55"/>
                  </a:cubicBezTo>
                  <a:cubicBezTo>
                    <a:pt x="171" y="54"/>
                    <a:pt x="171" y="54"/>
                    <a:pt x="171" y="54"/>
                  </a:cubicBezTo>
                  <a:cubicBezTo>
                    <a:pt x="171" y="33"/>
                    <a:pt x="171" y="33"/>
                    <a:pt x="171" y="33"/>
                  </a:cubicBezTo>
                  <a:cubicBezTo>
                    <a:pt x="169" y="32"/>
                    <a:pt x="166" y="30"/>
                    <a:pt x="164" y="28"/>
                  </a:cubicBezTo>
                  <a:cubicBezTo>
                    <a:pt x="158" y="22"/>
                    <a:pt x="158" y="22"/>
                    <a:pt x="158" y="22"/>
                  </a:cubicBezTo>
                  <a:cubicBezTo>
                    <a:pt x="154" y="15"/>
                    <a:pt x="154" y="15"/>
                    <a:pt x="154" y="15"/>
                  </a:cubicBezTo>
                  <a:cubicBezTo>
                    <a:pt x="153" y="14"/>
                    <a:pt x="153" y="11"/>
                    <a:pt x="153" y="8"/>
                  </a:cubicBezTo>
                  <a:cubicBezTo>
                    <a:pt x="154" y="6"/>
                    <a:pt x="154" y="6"/>
                    <a:pt x="154" y="6"/>
                  </a:cubicBezTo>
                  <a:cubicBezTo>
                    <a:pt x="151" y="2"/>
                    <a:pt x="151" y="2"/>
                    <a:pt x="151" y="2"/>
                  </a:cubicBezTo>
                  <a:cubicBezTo>
                    <a:pt x="150" y="5"/>
                    <a:pt x="150" y="5"/>
                    <a:pt x="150" y="5"/>
                  </a:cubicBezTo>
                  <a:cubicBezTo>
                    <a:pt x="147" y="12"/>
                    <a:pt x="147" y="12"/>
                    <a:pt x="147" y="12"/>
                  </a:cubicBezTo>
                  <a:cubicBezTo>
                    <a:pt x="146" y="12"/>
                    <a:pt x="146" y="12"/>
                    <a:pt x="146" y="12"/>
                  </a:cubicBezTo>
                  <a:cubicBezTo>
                    <a:pt x="143" y="12"/>
                    <a:pt x="140" y="12"/>
                    <a:pt x="137" y="10"/>
                  </a:cubicBezTo>
                  <a:cubicBezTo>
                    <a:pt x="135" y="10"/>
                    <a:pt x="134" y="8"/>
                    <a:pt x="134" y="5"/>
                  </a:cubicBezTo>
                  <a:cubicBezTo>
                    <a:pt x="134" y="4"/>
                    <a:pt x="134" y="4"/>
                    <a:pt x="134" y="4"/>
                  </a:cubicBezTo>
                  <a:cubicBezTo>
                    <a:pt x="132" y="4"/>
                    <a:pt x="132" y="4"/>
                    <a:pt x="132" y="4"/>
                  </a:cubicBezTo>
                  <a:cubicBezTo>
                    <a:pt x="124" y="6"/>
                    <a:pt x="124" y="6"/>
                    <a:pt x="124" y="6"/>
                  </a:cubicBezTo>
                  <a:cubicBezTo>
                    <a:pt x="118" y="0"/>
                    <a:pt x="118" y="0"/>
                    <a:pt x="118" y="0"/>
                  </a:cubicBezTo>
                  <a:cubicBezTo>
                    <a:pt x="116" y="0"/>
                    <a:pt x="116" y="0"/>
                    <a:pt x="116" y="0"/>
                  </a:cubicBezTo>
                  <a:cubicBezTo>
                    <a:pt x="114" y="2"/>
                    <a:pt x="114" y="2"/>
                    <a:pt x="114" y="2"/>
                  </a:cubicBezTo>
                  <a:cubicBezTo>
                    <a:pt x="117" y="6"/>
                    <a:pt x="117" y="6"/>
                    <a:pt x="117" y="6"/>
                  </a:cubicBezTo>
                  <a:cubicBezTo>
                    <a:pt x="118" y="7"/>
                    <a:pt x="118" y="7"/>
                    <a:pt x="118" y="7"/>
                  </a:cubicBezTo>
                  <a:cubicBezTo>
                    <a:pt x="114" y="15"/>
                    <a:pt x="114" y="15"/>
                    <a:pt x="114" y="15"/>
                  </a:cubicBezTo>
                  <a:cubicBezTo>
                    <a:pt x="113" y="15"/>
                    <a:pt x="113" y="15"/>
                    <a:pt x="113" y="15"/>
                  </a:cubicBezTo>
                  <a:cubicBezTo>
                    <a:pt x="113" y="16"/>
                    <a:pt x="113" y="16"/>
                    <a:pt x="113" y="16"/>
                  </a:cubicBezTo>
                  <a:cubicBezTo>
                    <a:pt x="113" y="16"/>
                    <a:pt x="113" y="16"/>
                    <a:pt x="113" y="16"/>
                  </a:cubicBezTo>
                  <a:cubicBezTo>
                    <a:pt x="106" y="24"/>
                    <a:pt x="106" y="24"/>
                    <a:pt x="106" y="24"/>
                  </a:cubicBezTo>
                  <a:cubicBezTo>
                    <a:pt x="105" y="24"/>
                    <a:pt x="105" y="24"/>
                    <a:pt x="105" y="24"/>
                  </a:cubicBezTo>
                  <a:cubicBezTo>
                    <a:pt x="104" y="24"/>
                    <a:pt x="104" y="24"/>
                    <a:pt x="104" y="24"/>
                  </a:cubicBezTo>
                  <a:cubicBezTo>
                    <a:pt x="93" y="25"/>
                    <a:pt x="93" y="25"/>
                    <a:pt x="93" y="25"/>
                  </a:cubicBezTo>
                  <a:lnTo>
                    <a:pt x="86" y="2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8"/>
            <p:cNvSpPr>
              <a:spLocks/>
            </p:cNvSpPr>
            <p:nvPr/>
          </p:nvSpPr>
          <p:spPr bwMode="auto">
            <a:xfrm>
              <a:off x="5387976" y="1955452"/>
              <a:ext cx="1006475" cy="684213"/>
            </a:xfrm>
            <a:custGeom>
              <a:avLst/>
              <a:gdLst>
                <a:gd name="T0" fmla="*/ 47 w 268"/>
                <a:gd name="T1" fmla="*/ 3 h 182"/>
                <a:gd name="T2" fmla="*/ 36 w 268"/>
                <a:gd name="T3" fmla="*/ 6 h 182"/>
                <a:gd name="T4" fmla="*/ 34 w 268"/>
                <a:gd name="T5" fmla="*/ 10 h 182"/>
                <a:gd name="T6" fmla="*/ 29 w 268"/>
                <a:gd name="T7" fmla="*/ 18 h 182"/>
                <a:gd name="T8" fmla="*/ 21 w 268"/>
                <a:gd name="T9" fmla="*/ 24 h 182"/>
                <a:gd name="T10" fmla="*/ 11 w 268"/>
                <a:gd name="T11" fmla="*/ 17 h 182"/>
                <a:gd name="T12" fmla="*/ 0 w 268"/>
                <a:gd name="T13" fmla="*/ 20 h 182"/>
                <a:gd name="T14" fmla="*/ 16 w 268"/>
                <a:gd name="T15" fmla="*/ 30 h 182"/>
                <a:gd name="T16" fmla="*/ 17 w 268"/>
                <a:gd name="T17" fmla="*/ 32 h 182"/>
                <a:gd name="T18" fmla="*/ 18 w 268"/>
                <a:gd name="T19" fmla="*/ 52 h 182"/>
                <a:gd name="T20" fmla="*/ 30 w 268"/>
                <a:gd name="T21" fmla="*/ 76 h 182"/>
                <a:gd name="T22" fmla="*/ 38 w 268"/>
                <a:gd name="T23" fmla="*/ 68 h 182"/>
                <a:gd name="T24" fmla="*/ 49 w 268"/>
                <a:gd name="T25" fmla="*/ 66 h 182"/>
                <a:gd name="T26" fmla="*/ 49 w 268"/>
                <a:gd name="T27" fmla="*/ 66 h 182"/>
                <a:gd name="T28" fmla="*/ 60 w 268"/>
                <a:gd name="T29" fmla="*/ 78 h 182"/>
                <a:gd name="T30" fmla="*/ 63 w 268"/>
                <a:gd name="T31" fmla="*/ 88 h 182"/>
                <a:gd name="T32" fmla="*/ 62 w 268"/>
                <a:gd name="T33" fmla="*/ 98 h 182"/>
                <a:gd name="T34" fmla="*/ 69 w 268"/>
                <a:gd name="T35" fmla="*/ 107 h 182"/>
                <a:gd name="T36" fmla="*/ 79 w 268"/>
                <a:gd name="T37" fmla="*/ 104 h 182"/>
                <a:gd name="T38" fmla="*/ 84 w 268"/>
                <a:gd name="T39" fmla="*/ 109 h 182"/>
                <a:gd name="T40" fmla="*/ 96 w 268"/>
                <a:gd name="T41" fmla="*/ 114 h 182"/>
                <a:gd name="T42" fmla="*/ 105 w 268"/>
                <a:gd name="T43" fmla="*/ 111 h 182"/>
                <a:gd name="T44" fmla="*/ 110 w 268"/>
                <a:gd name="T45" fmla="*/ 106 h 182"/>
                <a:gd name="T46" fmla="*/ 116 w 268"/>
                <a:gd name="T47" fmla="*/ 121 h 182"/>
                <a:gd name="T48" fmla="*/ 131 w 268"/>
                <a:gd name="T49" fmla="*/ 137 h 182"/>
                <a:gd name="T50" fmla="*/ 134 w 268"/>
                <a:gd name="T51" fmla="*/ 162 h 182"/>
                <a:gd name="T52" fmla="*/ 144 w 268"/>
                <a:gd name="T53" fmla="*/ 166 h 182"/>
                <a:gd name="T54" fmla="*/ 150 w 268"/>
                <a:gd name="T55" fmla="*/ 182 h 182"/>
                <a:gd name="T56" fmla="*/ 186 w 268"/>
                <a:gd name="T57" fmla="*/ 152 h 182"/>
                <a:gd name="T58" fmla="*/ 200 w 268"/>
                <a:gd name="T59" fmla="*/ 136 h 182"/>
                <a:gd name="T60" fmla="*/ 226 w 268"/>
                <a:gd name="T61" fmla="*/ 114 h 182"/>
                <a:gd name="T62" fmla="*/ 236 w 268"/>
                <a:gd name="T63" fmla="*/ 106 h 182"/>
                <a:gd name="T64" fmla="*/ 238 w 268"/>
                <a:gd name="T65" fmla="*/ 85 h 182"/>
                <a:gd name="T66" fmla="*/ 247 w 268"/>
                <a:gd name="T67" fmla="*/ 84 h 182"/>
                <a:gd name="T68" fmla="*/ 262 w 268"/>
                <a:gd name="T69" fmla="*/ 99 h 182"/>
                <a:gd name="T70" fmla="*/ 259 w 268"/>
                <a:gd name="T71" fmla="*/ 88 h 182"/>
                <a:gd name="T72" fmla="*/ 268 w 268"/>
                <a:gd name="T73" fmla="*/ 79 h 182"/>
                <a:gd name="T74" fmla="*/ 263 w 268"/>
                <a:gd name="T75" fmla="*/ 63 h 182"/>
                <a:gd name="T76" fmla="*/ 246 w 268"/>
                <a:gd name="T77" fmla="*/ 55 h 182"/>
                <a:gd name="T78" fmla="*/ 240 w 268"/>
                <a:gd name="T79" fmla="*/ 54 h 182"/>
                <a:gd name="T80" fmla="*/ 234 w 268"/>
                <a:gd name="T81" fmla="*/ 55 h 182"/>
                <a:gd name="T82" fmla="*/ 223 w 268"/>
                <a:gd name="T83" fmla="*/ 55 h 182"/>
                <a:gd name="T84" fmla="*/ 222 w 268"/>
                <a:gd name="T85" fmla="*/ 69 h 182"/>
                <a:gd name="T86" fmla="*/ 208 w 268"/>
                <a:gd name="T87" fmla="*/ 72 h 182"/>
                <a:gd name="T88" fmla="*/ 188 w 268"/>
                <a:gd name="T89" fmla="*/ 54 h 182"/>
                <a:gd name="T90" fmla="*/ 183 w 268"/>
                <a:gd name="T91" fmla="*/ 44 h 182"/>
                <a:gd name="T92" fmla="*/ 184 w 268"/>
                <a:gd name="T93" fmla="*/ 50 h 182"/>
                <a:gd name="T94" fmla="*/ 179 w 268"/>
                <a:gd name="T95" fmla="*/ 60 h 182"/>
                <a:gd name="T96" fmla="*/ 168 w 268"/>
                <a:gd name="T97" fmla="*/ 57 h 182"/>
                <a:gd name="T98" fmla="*/ 166 w 268"/>
                <a:gd name="T99" fmla="*/ 47 h 182"/>
                <a:gd name="T100" fmla="*/ 156 w 268"/>
                <a:gd name="T101" fmla="*/ 43 h 182"/>
                <a:gd name="T102" fmla="*/ 144 w 268"/>
                <a:gd name="T103" fmla="*/ 35 h 182"/>
                <a:gd name="T104" fmla="*/ 128 w 268"/>
                <a:gd name="T105" fmla="*/ 29 h 182"/>
                <a:gd name="T106" fmla="*/ 117 w 268"/>
                <a:gd name="T107" fmla="*/ 34 h 182"/>
                <a:gd name="T108" fmla="*/ 112 w 268"/>
                <a:gd name="T109" fmla="*/ 24 h 182"/>
                <a:gd name="T110" fmla="*/ 98 w 268"/>
                <a:gd name="T111" fmla="*/ 24 h 182"/>
                <a:gd name="T112" fmla="*/ 82 w 268"/>
                <a:gd name="T113" fmla="*/ 27 h 182"/>
                <a:gd name="T114" fmla="*/ 67 w 268"/>
                <a:gd name="T115" fmla="*/ 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182">
                  <a:moveTo>
                    <a:pt x="52" y="9"/>
                  </a:moveTo>
                  <a:cubicBezTo>
                    <a:pt x="51" y="0"/>
                    <a:pt x="51" y="0"/>
                    <a:pt x="51" y="0"/>
                  </a:cubicBezTo>
                  <a:cubicBezTo>
                    <a:pt x="47" y="3"/>
                    <a:pt x="47" y="3"/>
                    <a:pt x="47" y="3"/>
                  </a:cubicBezTo>
                  <a:cubicBezTo>
                    <a:pt x="46" y="3"/>
                    <a:pt x="46" y="3"/>
                    <a:pt x="46" y="3"/>
                  </a:cubicBezTo>
                  <a:cubicBezTo>
                    <a:pt x="37" y="6"/>
                    <a:pt x="37" y="6"/>
                    <a:pt x="37" y="6"/>
                  </a:cubicBezTo>
                  <a:cubicBezTo>
                    <a:pt x="36" y="6"/>
                    <a:pt x="36" y="6"/>
                    <a:pt x="36" y="6"/>
                  </a:cubicBezTo>
                  <a:cubicBezTo>
                    <a:pt x="35" y="5"/>
                    <a:pt x="35" y="5"/>
                    <a:pt x="35" y="5"/>
                  </a:cubicBezTo>
                  <a:cubicBezTo>
                    <a:pt x="35" y="10"/>
                    <a:pt x="35" y="10"/>
                    <a:pt x="35" y="10"/>
                  </a:cubicBezTo>
                  <a:cubicBezTo>
                    <a:pt x="34" y="10"/>
                    <a:pt x="34" y="10"/>
                    <a:pt x="34" y="10"/>
                  </a:cubicBezTo>
                  <a:cubicBezTo>
                    <a:pt x="30" y="17"/>
                    <a:pt x="30" y="17"/>
                    <a:pt x="30" y="17"/>
                  </a:cubicBezTo>
                  <a:cubicBezTo>
                    <a:pt x="29" y="17"/>
                    <a:pt x="29" y="17"/>
                    <a:pt x="29" y="17"/>
                  </a:cubicBezTo>
                  <a:cubicBezTo>
                    <a:pt x="29" y="18"/>
                    <a:pt x="29" y="18"/>
                    <a:pt x="29" y="18"/>
                  </a:cubicBezTo>
                  <a:cubicBezTo>
                    <a:pt x="29" y="18"/>
                    <a:pt x="29" y="18"/>
                    <a:pt x="29" y="18"/>
                  </a:cubicBezTo>
                  <a:cubicBezTo>
                    <a:pt x="22" y="24"/>
                    <a:pt x="22" y="24"/>
                    <a:pt x="22" y="24"/>
                  </a:cubicBezTo>
                  <a:cubicBezTo>
                    <a:pt x="21" y="24"/>
                    <a:pt x="21" y="24"/>
                    <a:pt x="21" y="24"/>
                  </a:cubicBezTo>
                  <a:cubicBezTo>
                    <a:pt x="21" y="24"/>
                    <a:pt x="21" y="24"/>
                    <a:pt x="21" y="24"/>
                  </a:cubicBezTo>
                  <a:cubicBezTo>
                    <a:pt x="20" y="24"/>
                    <a:pt x="20" y="24"/>
                    <a:pt x="20" y="24"/>
                  </a:cubicBezTo>
                  <a:cubicBezTo>
                    <a:pt x="15" y="22"/>
                    <a:pt x="12" y="19"/>
                    <a:pt x="11" y="17"/>
                  </a:cubicBezTo>
                  <a:cubicBezTo>
                    <a:pt x="10" y="16"/>
                    <a:pt x="10" y="16"/>
                    <a:pt x="9" y="16"/>
                  </a:cubicBezTo>
                  <a:cubicBezTo>
                    <a:pt x="4" y="17"/>
                    <a:pt x="4" y="17"/>
                    <a:pt x="4" y="17"/>
                  </a:cubicBezTo>
                  <a:cubicBezTo>
                    <a:pt x="0" y="20"/>
                    <a:pt x="0" y="20"/>
                    <a:pt x="0" y="20"/>
                  </a:cubicBezTo>
                  <a:cubicBezTo>
                    <a:pt x="9" y="27"/>
                    <a:pt x="9" y="27"/>
                    <a:pt x="9" y="27"/>
                  </a:cubicBezTo>
                  <a:cubicBezTo>
                    <a:pt x="16" y="30"/>
                    <a:pt x="16" y="30"/>
                    <a:pt x="16" y="30"/>
                  </a:cubicBezTo>
                  <a:cubicBezTo>
                    <a:pt x="16" y="30"/>
                    <a:pt x="16" y="30"/>
                    <a:pt x="16" y="30"/>
                  </a:cubicBezTo>
                  <a:cubicBezTo>
                    <a:pt x="16" y="30"/>
                    <a:pt x="16" y="30"/>
                    <a:pt x="16" y="30"/>
                  </a:cubicBezTo>
                  <a:cubicBezTo>
                    <a:pt x="17" y="31"/>
                    <a:pt x="17" y="31"/>
                    <a:pt x="17" y="31"/>
                  </a:cubicBezTo>
                  <a:cubicBezTo>
                    <a:pt x="17" y="32"/>
                    <a:pt x="17" y="32"/>
                    <a:pt x="17" y="32"/>
                  </a:cubicBezTo>
                  <a:cubicBezTo>
                    <a:pt x="18" y="40"/>
                    <a:pt x="18" y="40"/>
                    <a:pt x="18" y="40"/>
                  </a:cubicBezTo>
                  <a:cubicBezTo>
                    <a:pt x="18" y="40"/>
                    <a:pt x="18" y="40"/>
                    <a:pt x="18" y="40"/>
                  </a:cubicBezTo>
                  <a:cubicBezTo>
                    <a:pt x="18" y="52"/>
                    <a:pt x="18" y="52"/>
                    <a:pt x="18" y="52"/>
                  </a:cubicBezTo>
                  <a:cubicBezTo>
                    <a:pt x="20" y="59"/>
                    <a:pt x="20" y="59"/>
                    <a:pt x="20" y="59"/>
                  </a:cubicBezTo>
                  <a:cubicBezTo>
                    <a:pt x="25" y="70"/>
                    <a:pt x="25" y="70"/>
                    <a:pt x="25" y="70"/>
                  </a:cubicBezTo>
                  <a:cubicBezTo>
                    <a:pt x="30" y="76"/>
                    <a:pt x="30" y="76"/>
                    <a:pt x="30" y="76"/>
                  </a:cubicBezTo>
                  <a:cubicBezTo>
                    <a:pt x="35" y="72"/>
                    <a:pt x="35" y="72"/>
                    <a:pt x="35" y="72"/>
                  </a:cubicBezTo>
                  <a:cubicBezTo>
                    <a:pt x="38" y="68"/>
                    <a:pt x="38" y="68"/>
                    <a:pt x="38" y="68"/>
                  </a:cubicBezTo>
                  <a:cubicBezTo>
                    <a:pt x="38" y="68"/>
                    <a:pt x="38" y="68"/>
                    <a:pt x="38" y="68"/>
                  </a:cubicBezTo>
                  <a:cubicBezTo>
                    <a:pt x="38" y="68"/>
                    <a:pt x="38" y="68"/>
                    <a:pt x="38" y="68"/>
                  </a:cubicBezTo>
                  <a:cubicBezTo>
                    <a:pt x="44" y="61"/>
                    <a:pt x="44" y="61"/>
                    <a:pt x="44" y="61"/>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54" y="76"/>
                    <a:pt x="54" y="76"/>
                    <a:pt x="54" y="76"/>
                  </a:cubicBezTo>
                  <a:cubicBezTo>
                    <a:pt x="60" y="78"/>
                    <a:pt x="60" y="78"/>
                    <a:pt x="60" y="78"/>
                  </a:cubicBezTo>
                  <a:cubicBezTo>
                    <a:pt x="63" y="88"/>
                    <a:pt x="63" y="88"/>
                    <a:pt x="63" y="88"/>
                  </a:cubicBezTo>
                  <a:cubicBezTo>
                    <a:pt x="63" y="88"/>
                    <a:pt x="63" y="88"/>
                    <a:pt x="63" y="88"/>
                  </a:cubicBezTo>
                  <a:cubicBezTo>
                    <a:pt x="63" y="88"/>
                    <a:pt x="63" y="88"/>
                    <a:pt x="63" y="88"/>
                  </a:cubicBezTo>
                  <a:cubicBezTo>
                    <a:pt x="62" y="97"/>
                    <a:pt x="62" y="97"/>
                    <a:pt x="62" y="97"/>
                  </a:cubicBezTo>
                  <a:cubicBezTo>
                    <a:pt x="62" y="98"/>
                    <a:pt x="62" y="98"/>
                    <a:pt x="62" y="98"/>
                  </a:cubicBezTo>
                  <a:cubicBezTo>
                    <a:pt x="62" y="98"/>
                    <a:pt x="62" y="98"/>
                    <a:pt x="62" y="98"/>
                  </a:cubicBezTo>
                  <a:cubicBezTo>
                    <a:pt x="60" y="106"/>
                    <a:pt x="60" y="106"/>
                    <a:pt x="60" y="106"/>
                  </a:cubicBezTo>
                  <a:cubicBezTo>
                    <a:pt x="64" y="110"/>
                    <a:pt x="64" y="110"/>
                    <a:pt x="64" y="110"/>
                  </a:cubicBezTo>
                  <a:cubicBezTo>
                    <a:pt x="69" y="107"/>
                    <a:pt x="69" y="107"/>
                    <a:pt x="69" y="107"/>
                  </a:cubicBezTo>
                  <a:cubicBezTo>
                    <a:pt x="74" y="102"/>
                    <a:pt x="74" y="102"/>
                    <a:pt x="74" y="102"/>
                  </a:cubicBezTo>
                  <a:cubicBezTo>
                    <a:pt x="75" y="103"/>
                    <a:pt x="75" y="103"/>
                    <a:pt x="75" y="103"/>
                  </a:cubicBezTo>
                  <a:cubicBezTo>
                    <a:pt x="79" y="104"/>
                    <a:pt x="79" y="104"/>
                    <a:pt x="79" y="104"/>
                  </a:cubicBezTo>
                  <a:cubicBezTo>
                    <a:pt x="79" y="104"/>
                    <a:pt x="79" y="104"/>
                    <a:pt x="79" y="104"/>
                  </a:cubicBezTo>
                  <a:cubicBezTo>
                    <a:pt x="79" y="104"/>
                    <a:pt x="79" y="104"/>
                    <a:pt x="79" y="104"/>
                  </a:cubicBezTo>
                  <a:cubicBezTo>
                    <a:pt x="84" y="109"/>
                    <a:pt x="84" y="109"/>
                    <a:pt x="84" y="109"/>
                  </a:cubicBezTo>
                  <a:cubicBezTo>
                    <a:pt x="89" y="108"/>
                    <a:pt x="89" y="108"/>
                    <a:pt x="89" y="108"/>
                  </a:cubicBezTo>
                  <a:cubicBezTo>
                    <a:pt x="93" y="106"/>
                    <a:pt x="95" y="108"/>
                    <a:pt x="96" y="110"/>
                  </a:cubicBezTo>
                  <a:cubicBezTo>
                    <a:pt x="96" y="114"/>
                    <a:pt x="96" y="114"/>
                    <a:pt x="96" y="114"/>
                  </a:cubicBezTo>
                  <a:cubicBezTo>
                    <a:pt x="97" y="114"/>
                    <a:pt x="97" y="114"/>
                    <a:pt x="97" y="114"/>
                  </a:cubicBezTo>
                  <a:cubicBezTo>
                    <a:pt x="102" y="116"/>
                    <a:pt x="102" y="116"/>
                    <a:pt x="102" y="116"/>
                  </a:cubicBezTo>
                  <a:cubicBezTo>
                    <a:pt x="105" y="111"/>
                    <a:pt x="105" y="111"/>
                    <a:pt x="105" y="111"/>
                  </a:cubicBezTo>
                  <a:cubicBezTo>
                    <a:pt x="105" y="109"/>
                    <a:pt x="105" y="109"/>
                    <a:pt x="105" y="109"/>
                  </a:cubicBezTo>
                  <a:cubicBezTo>
                    <a:pt x="105" y="107"/>
                    <a:pt x="105" y="106"/>
                    <a:pt x="106" y="105"/>
                  </a:cubicBezTo>
                  <a:cubicBezTo>
                    <a:pt x="110" y="106"/>
                    <a:pt x="110" y="106"/>
                    <a:pt x="110" y="106"/>
                  </a:cubicBezTo>
                  <a:cubicBezTo>
                    <a:pt x="114" y="108"/>
                    <a:pt x="116" y="110"/>
                    <a:pt x="116" y="114"/>
                  </a:cubicBezTo>
                  <a:cubicBezTo>
                    <a:pt x="116" y="116"/>
                    <a:pt x="116" y="116"/>
                    <a:pt x="116" y="116"/>
                  </a:cubicBezTo>
                  <a:cubicBezTo>
                    <a:pt x="116" y="121"/>
                    <a:pt x="116" y="121"/>
                    <a:pt x="116" y="121"/>
                  </a:cubicBezTo>
                  <a:cubicBezTo>
                    <a:pt x="120" y="128"/>
                    <a:pt x="120" y="128"/>
                    <a:pt x="120" y="128"/>
                  </a:cubicBezTo>
                  <a:cubicBezTo>
                    <a:pt x="125" y="133"/>
                    <a:pt x="125" y="133"/>
                    <a:pt x="125" y="133"/>
                  </a:cubicBezTo>
                  <a:cubicBezTo>
                    <a:pt x="127" y="135"/>
                    <a:pt x="129" y="136"/>
                    <a:pt x="131" y="137"/>
                  </a:cubicBezTo>
                  <a:cubicBezTo>
                    <a:pt x="132" y="137"/>
                    <a:pt x="132" y="137"/>
                    <a:pt x="132" y="137"/>
                  </a:cubicBezTo>
                  <a:cubicBezTo>
                    <a:pt x="133" y="138"/>
                    <a:pt x="134" y="140"/>
                    <a:pt x="134" y="144"/>
                  </a:cubicBezTo>
                  <a:cubicBezTo>
                    <a:pt x="134" y="162"/>
                    <a:pt x="134" y="162"/>
                    <a:pt x="134" y="162"/>
                  </a:cubicBezTo>
                  <a:cubicBezTo>
                    <a:pt x="134" y="164"/>
                    <a:pt x="136" y="165"/>
                    <a:pt x="137" y="165"/>
                  </a:cubicBezTo>
                  <a:cubicBezTo>
                    <a:pt x="138" y="165"/>
                    <a:pt x="138" y="165"/>
                    <a:pt x="138" y="165"/>
                  </a:cubicBezTo>
                  <a:cubicBezTo>
                    <a:pt x="140" y="164"/>
                    <a:pt x="142" y="164"/>
                    <a:pt x="144" y="166"/>
                  </a:cubicBezTo>
                  <a:cubicBezTo>
                    <a:pt x="145" y="167"/>
                    <a:pt x="145" y="167"/>
                    <a:pt x="145" y="167"/>
                  </a:cubicBezTo>
                  <a:cubicBezTo>
                    <a:pt x="147" y="168"/>
                    <a:pt x="148" y="169"/>
                    <a:pt x="149" y="172"/>
                  </a:cubicBezTo>
                  <a:cubicBezTo>
                    <a:pt x="150" y="182"/>
                    <a:pt x="150" y="182"/>
                    <a:pt x="150" y="182"/>
                  </a:cubicBezTo>
                  <a:cubicBezTo>
                    <a:pt x="159" y="164"/>
                    <a:pt x="159" y="164"/>
                    <a:pt x="159" y="164"/>
                  </a:cubicBezTo>
                  <a:cubicBezTo>
                    <a:pt x="162" y="154"/>
                    <a:pt x="165" y="148"/>
                    <a:pt x="169" y="147"/>
                  </a:cubicBezTo>
                  <a:cubicBezTo>
                    <a:pt x="173" y="146"/>
                    <a:pt x="178" y="148"/>
                    <a:pt x="186" y="152"/>
                  </a:cubicBezTo>
                  <a:cubicBezTo>
                    <a:pt x="212" y="154"/>
                    <a:pt x="212" y="154"/>
                    <a:pt x="212" y="154"/>
                  </a:cubicBezTo>
                  <a:cubicBezTo>
                    <a:pt x="212" y="148"/>
                    <a:pt x="212" y="148"/>
                    <a:pt x="212" y="148"/>
                  </a:cubicBezTo>
                  <a:cubicBezTo>
                    <a:pt x="200" y="136"/>
                    <a:pt x="200" y="136"/>
                    <a:pt x="200" y="136"/>
                  </a:cubicBezTo>
                  <a:cubicBezTo>
                    <a:pt x="195" y="133"/>
                    <a:pt x="192" y="131"/>
                    <a:pt x="193" y="129"/>
                  </a:cubicBezTo>
                  <a:cubicBezTo>
                    <a:pt x="202" y="130"/>
                    <a:pt x="202" y="130"/>
                    <a:pt x="202" y="130"/>
                  </a:cubicBezTo>
                  <a:cubicBezTo>
                    <a:pt x="211" y="132"/>
                    <a:pt x="219" y="128"/>
                    <a:pt x="226" y="114"/>
                  </a:cubicBezTo>
                  <a:cubicBezTo>
                    <a:pt x="226" y="114"/>
                    <a:pt x="226" y="114"/>
                    <a:pt x="226" y="114"/>
                  </a:cubicBezTo>
                  <a:cubicBezTo>
                    <a:pt x="227" y="114"/>
                    <a:pt x="227" y="114"/>
                    <a:pt x="227" y="114"/>
                  </a:cubicBezTo>
                  <a:cubicBezTo>
                    <a:pt x="236" y="106"/>
                    <a:pt x="236" y="106"/>
                    <a:pt x="236" y="106"/>
                  </a:cubicBezTo>
                  <a:cubicBezTo>
                    <a:pt x="237" y="87"/>
                    <a:pt x="237" y="87"/>
                    <a:pt x="237" y="87"/>
                  </a:cubicBezTo>
                  <a:cubicBezTo>
                    <a:pt x="237" y="85"/>
                    <a:pt x="237" y="85"/>
                    <a:pt x="237" y="85"/>
                  </a:cubicBezTo>
                  <a:cubicBezTo>
                    <a:pt x="238" y="85"/>
                    <a:pt x="238" y="85"/>
                    <a:pt x="238" y="85"/>
                  </a:cubicBezTo>
                  <a:cubicBezTo>
                    <a:pt x="239" y="85"/>
                    <a:pt x="239" y="85"/>
                    <a:pt x="239" y="85"/>
                  </a:cubicBezTo>
                  <a:cubicBezTo>
                    <a:pt x="246" y="84"/>
                    <a:pt x="246" y="84"/>
                    <a:pt x="246" y="84"/>
                  </a:cubicBezTo>
                  <a:cubicBezTo>
                    <a:pt x="247" y="84"/>
                    <a:pt x="247" y="84"/>
                    <a:pt x="247" y="84"/>
                  </a:cubicBezTo>
                  <a:cubicBezTo>
                    <a:pt x="248" y="84"/>
                    <a:pt x="248" y="84"/>
                    <a:pt x="248" y="84"/>
                  </a:cubicBezTo>
                  <a:cubicBezTo>
                    <a:pt x="248" y="84"/>
                    <a:pt x="248" y="84"/>
                    <a:pt x="248" y="84"/>
                  </a:cubicBezTo>
                  <a:cubicBezTo>
                    <a:pt x="262" y="99"/>
                    <a:pt x="262" y="99"/>
                    <a:pt x="262" y="99"/>
                  </a:cubicBezTo>
                  <a:cubicBezTo>
                    <a:pt x="266" y="98"/>
                    <a:pt x="266" y="98"/>
                    <a:pt x="266" y="98"/>
                  </a:cubicBezTo>
                  <a:cubicBezTo>
                    <a:pt x="266" y="95"/>
                    <a:pt x="266" y="95"/>
                    <a:pt x="266" y="95"/>
                  </a:cubicBezTo>
                  <a:cubicBezTo>
                    <a:pt x="259" y="88"/>
                    <a:pt x="259" y="88"/>
                    <a:pt x="259" y="88"/>
                  </a:cubicBezTo>
                  <a:cubicBezTo>
                    <a:pt x="258" y="87"/>
                    <a:pt x="258" y="87"/>
                    <a:pt x="258" y="87"/>
                  </a:cubicBezTo>
                  <a:cubicBezTo>
                    <a:pt x="257" y="86"/>
                    <a:pt x="257" y="86"/>
                    <a:pt x="257" y="86"/>
                  </a:cubicBezTo>
                  <a:cubicBezTo>
                    <a:pt x="268" y="79"/>
                    <a:pt x="268" y="79"/>
                    <a:pt x="268" y="79"/>
                  </a:cubicBezTo>
                  <a:cubicBezTo>
                    <a:pt x="268" y="62"/>
                    <a:pt x="268" y="62"/>
                    <a:pt x="268" y="62"/>
                  </a:cubicBezTo>
                  <a:cubicBezTo>
                    <a:pt x="263" y="63"/>
                    <a:pt x="263" y="63"/>
                    <a:pt x="263" y="63"/>
                  </a:cubicBezTo>
                  <a:cubicBezTo>
                    <a:pt x="263" y="63"/>
                    <a:pt x="263" y="63"/>
                    <a:pt x="263" y="63"/>
                  </a:cubicBezTo>
                  <a:cubicBezTo>
                    <a:pt x="262" y="63"/>
                    <a:pt x="262" y="63"/>
                    <a:pt x="262" y="63"/>
                  </a:cubicBezTo>
                  <a:cubicBezTo>
                    <a:pt x="256" y="60"/>
                    <a:pt x="256" y="60"/>
                    <a:pt x="256" y="60"/>
                  </a:cubicBezTo>
                  <a:cubicBezTo>
                    <a:pt x="254" y="60"/>
                    <a:pt x="250" y="58"/>
                    <a:pt x="246" y="55"/>
                  </a:cubicBezTo>
                  <a:cubicBezTo>
                    <a:pt x="243" y="54"/>
                    <a:pt x="242" y="53"/>
                    <a:pt x="242" y="51"/>
                  </a:cubicBezTo>
                  <a:cubicBezTo>
                    <a:pt x="242" y="52"/>
                    <a:pt x="242" y="52"/>
                    <a:pt x="242" y="52"/>
                  </a:cubicBezTo>
                  <a:cubicBezTo>
                    <a:pt x="242" y="53"/>
                    <a:pt x="241" y="54"/>
                    <a:pt x="240" y="54"/>
                  </a:cubicBezTo>
                  <a:cubicBezTo>
                    <a:pt x="239" y="55"/>
                    <a:pt x="238" y="56"/>
                    <a:pt x="235" y="56"/>
                  </a:cubicBezTo>
                  <a:cubicBezTo>
                    <a:pt x="234" y="56"/>
                    <a:pt x="234" y="56"/>
                    <a:pt x="234" y="56"/>
                  </a:cubicBezTo>
                  <a:cubicBezTo>
                    <a:pt x="234" y="55"/>
                    <a:pt x="234" y="55"/>
                    <a:pt x="234" y="55"/>
                  </a:cubicBezTo>
                  <a:cubicBezTo>
                    <a:pt x="234" y="55"/>
                    <a:pt x="234" y="55"/>
                    <a:pt x="234" y="55"/>
                  </a:cubicBezTo>
                  <a:cubicBezTo>
                    <a:pt x="228" y="51"/>
                    <a:pt x="228" y="51"/>
                    <a:pt x="228" y="51"/>
                  </a:cubicBezTo>
                  <a:cubicBezTo>
                    <a:pt x="223" y="55"/>
                    <a:pt x="223" y="55"/>
                    <a:pt x="223" y="55"/>
                  </a:cubicBezTo>
                  <a:cubicBezTo>
                    <a:pt x="221" y="57"/>
                    <a:pt x="219" y="59"/>
                    <a:pt x="219" y="60"/>
                  </a:cubicBezTo>
                  <a:cubicBezTo>
                    <a:pt x="222" y="66"/>
                    <a:pt x="222" y="66"/>
                    <a:pt x="222" y="66"/>
                  </a:cubicBezTo>
                  <a:cubicBezTo>
                    <a:pt x="223" y="67"/>
                    <a:pt x="223" y="68"/>
                    <a:pt x="222" y="69"/>
                  </a:cubicBezTo>
                  <a:cubicBezTo>
                    <a:pt x="222" y="70"/>
                    <a:pt x="220" y="72"/>
                    <a:pt x="217" y="72"/>
                  </a:cubicBezTo>
                  <a:cubicBezTo>
                    <a:pt x="214" y="73"/>
                    <a:pt x="214" y="73"/>
                    <a:pt x="214" y="73"/>
                  </a:cubicBezTo>
                  <a:cubicBezTo>
                    <a:pt x="212" y="74"/>
                    <a:pt x="209" y="74"/>
                    <a:pt x="208" y="72"/>
                  </a:cubicBezTo>
                  <a:cubicBezTo>
                    <a:pt x="207" y="70"/>
                    <a:pt x="207" y="70"/>
                    <a:pt x="207" y="70"/>
                  </a:cubicBezTo>
                  <a:cubicBezTo>
                    <a:pt x="196" y="60"/>
                    <a:pt x="196" y="60"/>
                    <a:pt x="196" y="60"/>
                  </a:cubicBezTo>
                  <a:cubicBezTo>
                    <a:pt x="192" y="58"/>
                    <a:pt x="189" y="56"/>
                    <a:pt x="188" y="54"/>
                  </a:cubicBezTo>
                  <a:cubicBezTo>
                    <a:pt x="187" y="52"/>
                    <a:pt x="186" y="51"/>
                    <a:pt x="187" y="50"/>
                  </a:cubicBezTo>
                  <a:cubicBezTo>
                    <a:pt x="186" y="47"/>
                    <a:pt x="186" y="44"/>
                    <a:pt x="185" y="43"/>
                  </a:cubicBezTo>
                  <a:cubicBezTo>
                    <a:pt x="183" y="44"/>
                    <a:pt x="183" y="44"/>
                    <a:pt x="183" y="44"/>
                  </a:cubicBezTo>
                  <a:cubicBezTo>
                    <a:pt x="182" y="45"/>
                    <a:pt x="182" y="45"/>
                    <a:pt x="182" y="45"/>
                  </a:cubicBezTo>
                  <a:cubicBezTo>
                    <a:pt x="182" y="46"/>
                    <a:pt x="183" y="48"/>
                    <a:pt x="184" y="49"/>
                  </a:cubicBezTo>
                  <a:cubicBezTo>
                    <a:pt x="184" y="50"/>
                    <a:pt x="184" y="50"/>
                    <a:pt x="184" y="50"/>
                  </a:cubicBezTo>
                  <a:cubicBezTo>
                    <a:pt x="185" y="50"/>
                    <a:pt x="185" y="50"/>
                    <a:pt x="185" y="50"/>
                  </a:cubicBezTo>
                  <a:cubicBezTo>
                    <a:pt x="184" y="51"/>
                    <a:pt x="184" y="51"/>
                    <a:pt x="184" y="51"/>
                  </a:cubicBezTo>
                  <a:cubicBezTo>
                    <a:pt x="179" y="60"/>
                    <a:pt x="179" y="60"/>
                    <a:pt x="179" y="60"/>
                  </a:cubicBezTo>
                  <a:cubicBezTo>
                    <a:pt x="170" y="58"/>
                    <a:pt x="170" y="58"/>
                    <a:pt x="170" y="58"/>
                  </a:cubicBezTo>
                  <a:cubicBezTo>
                    <a:pt x="168" y="57"/>
                    <a:pt x="168" y="57"/>
                    <a:pt x="168" y="57"/>
                  </a:cubicBezTo>
                  <a:cubicBezTo>
                    <a:pt x="168" y="57"/>
                    <a:pt x="168" y="57"/>
                    <a:pt x="168" y="57"/>
                  </a:cubicBezTo>
                  <a:cubicBezTo>
                    <a:pt x="168" y="56"/>
                    <a:pt x="168" y="56"/>
                    <a:pt x="168" y="56"/>
                  </a:cubicBezTo>
                  <a:cubicBezTo>
                    <a:pt x="168" y="54"/>
                    <a:pt x="168" y="52"/>
                    <a:pt x="168" y="50"/>
                  </a:cubicBezTo>
                  <a:cubicBezTo>
                    <a:pt x="166" y="47"/>
                    <a:pt x="166" y="47"/>
                    <a:pt x="166" y="47"/>
                  </a:cubicBezTo>
                  <a:cubicBezTo>
                    <a:pt x="159" y="42"/>
                    <a:pt x="159" y="42"/>
                    <a:pt x="159" y="42"/>
                  </a:cubicBezTo>
                  <a:cubicBezTo>
                    <a:pt x="158" y="41"/>
                    <a:pt x="158" y="41"/>
                    <a:pt x="158" y="41"/>
                  </a:cubicBezTo>
                  <a:cubicBezTo>
                    <a:pt x="158" y="42"/>
                    <a:pt x="157" y="42"/>
                    <a:pt x="156" y="43"/>
                  </a:cubicBezTo>
                  <a:cubicBezTo>
                    <a:pt x="149" y="42"/>
                    <a:pt x="149" y="42"/>
                    <a:pt x="149" y="42"/>
                  </a:cubicBezTo>
                  <a:cubicBezTo>
                    <a:pt x="146" y="42"/>
                    <a:pt x="145" y="41"/>
                    <a:pt x="144" y="40"/>
                  </a:cubicBezTo>
                  <a:cubicBezTo>
                    <a:pt x="144" y="39"/>
                    <a:pt x="144" y="37"/>
                    <a:pt x="144" y="35"/>
                  </a:cubicBezTo>
                  <a:cubicBezTo>
                    <a:pt x="145" y="34"/>
                    <a:pt x="145" y="34"/>
                    <a:pt x="145" y="34"/>
                  </a:cubicBezTo>
                  <a:cubicBezTo>
                    <a:pt x="142" y="28"/>
                    <a:pt x="142" y="28"/>
                    <a:pt x="142" y="28"/>
                  </a:cubicBezTo>
                  <a:cubicBezTo>
                    <a:pt x="128" y="29"/>
                    <a:pt x="128" y="29"/>
                    <a:pt x="128" y="29"/>
                  </a:cubicBezTo>
                  <a:cubicBezTo>
                    <a:pt x="128" y="31"/>
                    <a:pt x="128" y="32"/>
                    <a:pt x="127" y="34"/>
                  </a:cubicBezTo>
                  <a:cubicBezTo>
                    <a:pt x="126" y="35"/>
                    <a:pt x="125" y="36"/>
                    <a:pt x="124" y="36"/>
                  </a:cubicBezTo>
                  <a:cubicBezTo>
                    <a:pt x="122" y="36"/>
                    <a:pt x="119" y="36"/>
                    <a:pt x="117" y="34"/>
                  </a:cubicBezTo>
                  <a:cubicBezTo>
                    <a:pt x="117" y="33"/>
                    <a:pt x="117" y="33"/>
                    <a:pt x="117" y="33"/>
                  </a:cubicBezTo>
                  <a:cubicBezTo>
                    <a:pt x="117" y="33"/>
                    <a:pt x="117" y="33"/>
                    <a:pt x="117" y="33"/>
                  </a:cubicBezTo>
                  <a:cubicBezTo>
                    <a:pt x="114" y="30"/>
                    <a:pt x="112" y="27"/>
                    <a:pt x="112" y="24"/>
                  </a:cubicBezTo>
                  <a:cubicBezTo>
                    <a:pt x="110" y="20"/>
                    <a:pt x="110" y="20"/>
                    <a:pt x="110" y="20"/>
                  </a:cubicBezTo>
                  <a:cubicBezTo>
                    <a:pt x="106" y="23"/>
                    <a:pt x="106" y="23"/>
                    <a:pt x="106" y="23"/>
                  </a:cubicBezTo>
                  <a:cubicBezTo>
                    <a:pt x="102" y="25"/>
                    <a:pt x="100" y="25"/>
                    <a:pt x="98" y="24"/>
                  </a:cubicBezTo>
                  <a:cubicBezTo>
                    <a:pt x="97" y="23"/>
                    <a:pt x="97" y="23"/>
                    <a:pt x="97" y="23"/>
                  </a:cubicBezTo>
                  <a:cubicBezTo>
                    <a:pt x="93" y="24"/>
                    <a:pt x="93" y="24"/>
                    <a:pt x="93" y="24"/>
                  </a:cubicBezTo>
                  <a:cubicBezTo>
                    <a:pt x="82" y="27"/>
                    <a:pt x="82" y="27"/>
                    <a:pt x="82" y="27"/>
                  </a:cubicBezTo>
                  <a:cubicBezTo>
                    <a:pt x="80" y="29"/>
                    <a:pt x="78" y="29"/>
                    <a:pt x="76" y="29"/>
                  </a:cubicBezTo>
                  <a:cubicBezTo>
                    <a:pt x="75" y="29"/>
                    <a:pt x="75" y="29"/>
                    <a:pt x="75" y="29"/>
                  </a:cubicBezTo>
                  <a:cubicBezTo>
                    <a:pt x="71" y="29"/>
                    <a:pt x="68" y="28"/>
                    <a:pt x="67" y="26"/>
                  </a:cubicBezTo>
                  <a:cubicBezTo>
                    <a:pt x="60" y="21"/>
                    <a:pt x="60" y="21"/>
                    <a:pt x="60" y="21"/>
                  </a:cubicBezTo>
                  <a:lnTo>
                    <a:pt x="52" y="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9"/>
            <p:cNvSpPr>
              <a:spLocks/>
            </p:cNvSpPr>
            <p:nvPr/>
          </p:nvSpPr>
          <p:spPr bwMode="auto">
            <a:xfrm>
              <a:off x="5173663" y="982315"/>
              <a:ext cx="1352550" cy="1233488"/>
            </a:xfrm>
            <a:custGeom>
              <a:avLst/>
              <a:gdLst>
                <a:gd name="T0" fmla="*/ 353 w 360"/>
                <a:gd name="T1" fmla="*/ 153 h 328"/>
                <a:gd name="T2" fmla="*/ 346 w 360"/>
                <a:gd name="T3" fmla="*/ 119 h 328"/>
                <a:gd name="T4" fmla="*/ 314 w 360"/>
                <a:gd name="T5" fmla="*/ 153 h 328"/>
                <a:gd name="T6" fmla="*/ 309 w 360"/>
                <a:gd name="T7" fmla="*/ 162 h 328"/>
                <a:gd name="T8" fmla="*/ 268 w 360"/>
                <a:gd name="T9" fmla="*/ 169 h 328"/>
                <a:gd name="T10" fmla="*/ 259 w 360"/>
                <a:gd name="T11" fmla="*/ 153 h 328"/>
                <a:gd name="T12" fmla="*/ 248 w 360"/>
                <a:gd name="T13" fmla="*/ 142 h 328"/>
                <a:gd name="T14" fmla="*/ 235 w 360"/>
                <a:gd name="T15" fmla="*/ 131 h 328"/>
                <a:gd name="T16" fmla="*/ 168 w 360"/>
                <a:gd name="T17" fmla="*/ 119 h 328"/>
                <a:gd name="T18" fmla="*/ 129 w 360"/>
                <a:gd name="T19" fmla="*/ 57 h 328"/>
                <a:gd name="T20" fmla="*/ 54 w 360"/>
                <a:gd name="T21" fmla="*/ 8 h 328"/>
                <a:gd name="T22" fmla="*/ 4 w 360"/>
                <a:gd name="T23" fmla="*/ 14 h 328"/>
                <a:gd name="T24" fmla="*/ 4 w 360"/>
                <a:gd name="T25" fmla="*/ 21 h 328"/>
                <a:gd name="T26" fmla="*/ 1 w 360"/>
                <a:gd name="T27" fmla="*/ 28 h 328"/>
                <a:gd name="T28" fmla="*/ 5 w 360"/>
                <a:gd name="T29" fmla="*/ 45 h 328"/>
                <a:gd name="T30" fmla="*/ 21 w 360"/>
                <a:gd name="T31" fmla="*/ 37 h 328"/>
                <a:gd name="T32" fmla="*/ 37 w 360"/>
                <a:gd name="T33" fmla="*/ 49 h 328"/>
                <a:gd name="T34" fmla="*/ 60 w 360"/>
                <a:gd name="T35" fmla="*/ 77 h 328"/>
                <a:gd name="T36" fmla="*/ 74 w 360"/>
                <a:gd name="T37" fmla="*/ 66 h 328"/>
                <a:gd name="T38" fmla="*/ 97 w 360"/>
                <a:gd name="T39" fmla="*/ 52 h 328"/>
                <a:gd name="T40" fmla="*/ 115 w 360"/>
                <a:gd name="T41" fmla="*/ 71 h 328"/>
                <a:gd name="T42" fmla="*/ 119 w 360"/>
                <a:gd name="T43" fmla="*/ 100 h 328"/>
                <a:gd name="T44" fmla="*/ 121 w 360"/>
                <a:gd name="T45" fmla="*/ 131 h 328"/>
                <a:gd name="T46" fmla="*/ 116 w 360"/>
                <a:gd name="T47" fmla="*/ 144 h 328"/>
                <a:gd name="T48" fmla="*/ 112 w 360"/>
                <a:gd name="T49" fmla="*/ 149 h 328"/>
                <a:gd name="T50" fmla="*/ 114 w 360"/>
                <a:gd name="T51" fmla="*/ 168 h 328"/>
                <a:gd name="T52" fmla="*/ 109 w 360"/>
                <a:gd name="T53" fmla="*/ 184 h 328"/>
                <a:gd name="T54" fmla="*/ 95 w 360"/>
                <a:gd name="T55" fmla="*/ 181 h 328"/>
                <a:gd name="T56" fmla="*/ 84 w 360"/>
                <a:gd name="T57" fmla="*/ 204 h 328"/>
                <a:gd name="T58" fmla="*/ 68 w 360"/>
                <a:gd name="T59" fmla="*/ 219 h 328"/>
                <a:gd name="T60" fmla="*/ 80 w 360"/>
                <a:gd name="T61" fmla="*/ 236 h 328"/>
                <a:gd name="T62" fmla="*/ 90 w 360"/>
                <a:gd name="T63" fmla="*/ 249 h 328"/>
                <a:gd name="T64" fmla="*/ 109 w 360"/>
                <a:gd name="T65" fmla="*/ 253 h 328"/>
                <a:gd name="T66" fmla="*/ 118 w 360"/>
                <a:gd name="T67" fmla="*/ 272 h 328"/>
                <a:gd name="T68" fmla="*/ 133 w 360"/>
                <a:gd name="T69" fmla="*/ 284 h 328"/>
                <a:gd name="T70" fmla="*/ 154 w 360"/>
                <a:gd name="T71" fmla="*/ 278 h 328"/>
                <a:gd name="T72" fmla="*/ 167 w 360"/>
                <a:gd name="T73" fmla="*/ 275 h 328"/>
                <a:gd name="T74" fmla="*/ 177 w 360"/>
                <a:gd name="T75" fmla="*/ 289 h 328"/>
                <a:gd name="T76" fmla="*/ 180 w 360"/>
                <a:gd name="T77" fmla="*/ 289 h 328"/>
                <a:gd name="T78" fmla="*/ 200 w 360"/>
                <a:gd name="T79" fmla="*/ 283 h 328"/>
                <a:gd name="T80" fmla="*/ 206 w 360"/>
                <a:gd name="T81" fmla="*/ 292 h 328"/>
                <a:gd name="T82" fmla="*/ 211 w 360"/>
                <a:gd name="T83" fmla="*/ 297 h 328"/>
                <a:gd name="T84" fmla="*/ 229 w 360"/>
                <a:gd name="T85" fmla="*/ 308 h 328"/>
                <a:gd name="T86" fmla="*/ 235 w 360"/>
                <a:gd name="T87" fmla="*/ 303 h 328"/>
                <a:gd name="T88" fmla="*/ 243 w 360"/>
                <a:gd name="T89" fmla="*/ 297 h 328"/>
                <a:gd name="T90" fmla="*/ 255 w 360"/>
                <a:gd name="T91" fmla="*/ 315 h 328"/>
                <a:gd name="T92" fmla="*/ 269 w 360"/>
                <a:gd name="T93" fmla="*/ 328 h 328"/>
                <a:gd name="T94" fmla="*/ 278 w 360"/>
                <a:gd name="T95" fmla="*/ 311 h 328"/>
                <a:gd name="T96" fmla="*/ 296 w 360"/>
                <a:gd name="T97" fmla="*/ 301 h 328"/>
                <a:gd name="T98" fmla="*/ 306 w 360"/>
                <a:gd name="T99" fmla="*/ 305 h 328"/>
                <a:gd name="T100" fmla="*/ 315 w 360"/>
                <a:gd name="T101" fmla="*/ 315 h 328"/>
                <a:gd name="T102" fmla="*/ 318 w 360"/>
                <a:gd name="T103" fmla="*/ 288 h 328"/>
                <a:gd name="T104" fmla="*/ 325 w 360"/>
                <a:gd name="T105" fmla="*/ 243 h 328"/>
                <a:gd name="T106" fmla="*/ 336 w 360"/>
                <a:gd name="T107" fmla="*/ 24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0" h="328">
                  <a:moveTo>
                    <a:pt x="358" y="193"/>
                  </a:moveTo>
                  <a:cubicBezTo>
                    <a:pt x="352" y="153"/>
                    <a:pt x="352" y="153"/>
                    <a:pt x="352" y="153"/>
                  </a:cubicBezTo>
                  <a:cubicBezTo>
                    <a:pt x="353" y="153"/>
                    <a:pt x="353" y="153"/>
                    <a:pt x="353" y="153"/>
                  </a:cubicBezTo>
                  <a:cubicBezTo>
                    <a:pt x="353" y="153"/>
                    <a:pt x="353" y="153"/>
                    <a:pt x="353" y="153"/>
                  </a:cubicBezTo>
                  <a:cubicBezTo>
                    <a:pt x="356" y="148"/>
                    <a:pt x="357" y="145"/>
                    <a:pt x="357" y="142"/>
                  </a:cubicBezTo>
                  <a:cubicBezTo>
                    <a:pt x="355" y="139"/>
                    <a:pt x="355" y="139"/>
                    <a:pt x="355" y="139"/>
                  </a:cubicBezTo>
                  <a:cubicBezTo>
                    <a:pt x="351" y="137"/>
                    <a:pt x="349" y="130"/>
                    <a:pt x="350" y="119"/>
                  </a:cubicBezTo>
                  <a:cubicBezTo>
                    <a:pt x="346" y="119"/>
                    <a:pt x="346" y="119"/>
                    <a:pt x="346" y="119"/>
                  </a:cubicBezTo>
                  <a:cubicBezTo>
                    <a:pt x="343" y="119"/>
                    <a:pt x="340" y="120"/>
                    <a:pt x="337" y="122"/>
                  </a:cubicBezTo>
                  <a:cubicBezTo>
                    <a:pt x="334" y="125"/>
                    <a:pt x="332" y="127"/>
                    <a:pt x="331" y="129"/>
                  </a:cubicBezTo>
                  <a:cubicBezTo>
                    <a:pt x="330" y="134"/>
                    <a:pt x="325" y="137"/>
                    <a:pt x="316" y="140"/>
                  </a:cubicBezTo>
                  <a:cubicBezTo>
                    <a:pt x="314" y="153"/>
                    <a:pt x="314" y="153"/>
                    <a:pt x="314" y="153"/>
                  </a:cubicBezTo>
                  <a:cubicBezTo>
                    <a:pt x="314" y="153"/>
                    <a:pt x="314" y="153"/>
                    <a:pt x="314" y="153"/>
                  </a:cubicBezTo>
                  <a:cubicBezTo>
                    <a:pt x="313" y="153"/>
                    <a:pt x="313" y="153"/>
                    <a:pt x="313" y="153"/>
                  </a:cubicBezTo>
                  <a:cubicBezTo>
                    <a:pt x="309" y="161"/>
                    <a:pt x="309" y="161"/>
                    <a:pt x="309" y="161"/>
                  </a:cubicBezTo>
                  <a:cubicBezTo>
                    <a:pt x="309" y="162"/>
                    <a:pt x="309" y="162"/>
                    <a:pt x="309" y="162"/>
                  </a:cubicBezTo>
                  <a:cubicBezTo>
                    <a:pt x="308" y="162"/>
                    <a:pt x="308" y="162"/>
                    <a:pt x="308" y="162"/>
                  </a:cubicBezTo>
                  <a:cubicBezTo>
                    <a:pt x="308" y="162"/>
                    <a:pt x="308" y="162"/>
                    <a:pt x="308" y="162"/>
                  </a:cubicBezTo>
                  <a:cubicBezTo>
                    <a:pt x="268" y="169"/>
                    <a:pt x="268" y="169"/>
                    <a:pt x="268" y="169"/>
                  </a:cubicBezTo>
                  <a:cubicBezTo>
                    <a:pt x="268" y="169"/>
                    <a:pt x="268" y="169"/>
                    <a:pt x="268" y="169"/>
                  </a:cubicBezTo>
                  <a:cubicBezTo>
                    <a:pt x="267" y="169"/>
                    <a:pt x="267" y="169"/>
                    <a:pt x="267" y="169"/>
                  </a:cubicBezTo>
                  <a:cubicBezTo>
                    <a:pt x="267" y="169"/>
                    <a:pt x="267" y="169"/>
                    <a:pt x="267" y="169"/>
                  </a:cubicBezTo>
                  <a:cubicBezTo>
                    <a:pt x="255" y="156"/>
                    <a:pt x="255" y="156"/>
                    <a:pt x="255" y="156"/>
                  </a:cubicBezTo>
                  <a:cubicBezTo>
                    <a:pt x="259" y="153"/>
                    <a:pt x="259" y="153"/>
                    <a:pt x="259" y="153"/>
                  </a:cubicBezTo>
                  <a:cubicBezTo>
                    <a:pt x="254" y="147"/>
                    <a:pt x="254" y="147"/>
                    <a:pt x="254" y="147"/>
                  </a:cubicBezTo>
                  <a:cubicBezTo>
                    <a:pt x="249" y="143"/>
                    <a:pt x="249" y="143"/>
                    <a:pt x="249" y="143"/>
                  </a:cubicBezTo>
                  <a:cubicBezTo>
                    <a:pt x="248" y="142"/>
                    <a:pt x="248" y="142"/>
                    <a:pt x="248" y="142"/>
                  </a:cubicBezTo>
                  <a:cubicBezTo>
                    <a:pt x="248" y="142"/>
                    <a:pt x="248" y="142"/>
                    <a:pt x="248" y="142"/>
                  </a:cubicBezTo>
                  <a:cubicBezTo>
                    <a:pt x="248" y="142"/>
                    <a:pt x="248" y="142"/>
                    <a:pt x="248" y="142"/>
                  </a:cubicBezTo>
                  <a:cubicBezTo>
                    <a:pt x="248" y="141"/>
                    <a:pt x="248" y="141"/>
                    <a:pt x="248" y="141"/>
                  </a:cubicBezTo>
                  <a:cubicBezTo>
                    <a:pt x="246" y="131"/>
                    <a:pt x="246" y="131"/>
                    <a:pt x="246" y="131"/>
                  </a:cubicBezTo>
                  <a:cubicBezTo>
                    <a:pt x="235" y="131"/>
                    <a:pt x="235" y="131"/>
                    <a:pt x="235" y="131"/>
                  </a:cubicBezTo>
                  <a:cubicBezTo>
                    <a:pt x="235" y="131"/>
                    <a:pt x="235" y="131"/>
                    <a:pt x="235" y="131"/>
                  </a:cubicBezTo>
                  <a:cubicBezTo>
                    <a:pt x="226" y="125"/>
                    <a:pt x="226" y="125"/>
                    <a:pt x="226" y="125"/>
                  </a:cubicBezTo>
                  <a:cubicBezTo>
                    <a:pt x="194" y="120"/>
                    <a:pt x="194" y="120"/>
                    <a:pt x="194" y="120"/>
                  </a:cubicBezTo>
                  <a:cubicBezTo>
                    <a:pt x="168" y="119"/>
                    <a:pt x="168" y="119"/>
                    <a:pt x="168" y="119"/>
                  </a:cubicBezTo>
                  <a:cubicBezTo>
                    <a:pt x="167" y="119"/>
                    <a:pt x="167" y="119"/>
                    <a:pt x="167" y="119"/>
                  </a:cubicBezTo>
                  <a:cubicBezTo>
                    <a:pt x="166" y="119"/>
                    <a:pt x="165" y="119"/>
                    <a:pt x="165" y="118"/>
                  </a:cubicBezTo>
                  <a:cubicBezTo>
                    <a:pt x="149" y="84"/>
                    <a:pt x="149" y="84"/>
                    <a:pt x="149" y="84"/>
                  </a:cubicBezTo>
                  <a:cubicBezTo>
                    <a:pt x="148" y="81"/>
                    <a:pt x="141" y="72"/>
                    <a:pt x="129" y="57"/>
                  </a:cubicBezTo>
                  <a:cubicBezTo>
                    <a:pt x="117" y="42"/>
                    <a:pt x="110" y="34"/>
                    <a:pt x="108" y="33"/>
                  </a:cubicBezTo>
                  <a:cubicBezTo>
                    <a:pt x="85" y="11"/>
                    <a:pt x="85" y="11"/>
                    <a:pt x="85" y="11"/>
                  </a:cubicBezTo>
                  <a:cubicBezTo>
                    <a:pt x="82" y="9"/>
                    <a:pt x="82" y="9"/>
                    <a:pt x="82" y="9"/>
                  </a:cubicBezTo>
                  <a:cubicBezTo>
                    <a:pt x="54" y="8"/>
                    <a:pt x="54" y="8"/>
                    <a:pt x="54" y="8"/>
                  </a:cubicBezTo>
                  <a:cubicBezTo>
                    <a:pt x="53" y="8"/>
                    <a:pt x="53" y="8"/>
                    <a:pt x="53" y="8"/>
                  </a:cubicBezTo>
                  <a:cubicBezTo>
                    <a:pt x="53" y="7"/>
                    <a:pt x="53" y="7"/>
                    <a:pt x="53" y="7"/>
                  </a:cubicBezTo>
                  <a:cubicBezTo>
                    <a:pt x="50" y="5"/>
                    <a:pt x="46" y="3"/>
                    <a:pt x="40" y="2"/>
                  </a:cubicBezTo>
                  <a:cubicBezTo>
                    <a:pt x="35" y="0"/>
                    <a:pt x="23" y="4"/>
                    <a:pt x="4" y="14"/>
                  </a:cubicBezTo>
                  <a:cubicBezTo>
                    <a:pt x="3" y="15"/>
                    <a:pt x="3" y="15"/>
                    <a:pt x="3" y="15"/>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1" y="28"/>
                    <a:pt x="1" y="28"/>
                    <a:pt x="1" y="28"/>
                  </a:cubicBezTo>
                  <a:cubicBezTo>
                    <a:pt x="1" y="28"/>
                    <a:pt x="1" y="28"/>
                    <a:pt x="1" y="28"/>
                  </a:cubicBezTo>
                  <a:cubicBezTo>
                    <a:pt x="0" y="28"/>
                    <a:pt x="0" y="28"/>
                    <a:pt x="0" y="28"/>
                  </a:cubicBezTo>
                  <a:cubicBezTo>
                    <a:pt x="0" y="33"/>
                    <a:pt x="0" y="33"/>
                    <a:pt x="0" y="33"/>
                  </a:cubicBezTo>
                  <a:cubicBezTo>
                    <a:pt x="0" y="36"/>
                    <a:pt x="1" y="40"/>
                    <a:pt x="2" y="43"/>
                  </a:cubicBezTo>
                  <a:cubicBezTo>
                    <a:pt x="5" y="45"/>
                    <a:pt x="5" y="45"/>
                    <a:pt x="5" y="45"/>
                  </a:cubicBezTo>
                  <a:cubicBezTo>
                    <a:pt x="11" y="45"/>
                    <a:pt x="11" y="45"/>
                    <a:pt x="11" y="45"/>
                  </a:cubicBezTo>
                  <a:cubicBezTo>
                    <a:pt x="16" y="46"/>
                    <a:pt x="16" y="46"/>
                    <a:pt x="16" y="46"/>
                  </a:cubicBezTo>
                  <a:cubicBezTo>
                    <a:pt x="18" y="45"/>
                    <a:pt x="18" y="45"/>
                    <a:pt x="18" y="45"/>
                  </a:cubicBezTo>
                  <a:cubicBezTo>
                    <a:pt x="18" y="41"/>
                    <a:pt x="19" y="38"/>
                    <a:pt x="21" y="37"/>
                  </a:cubicBezTo>
                  <a:cubicBezTo>
                    <a:pt x="25" y="37"/>
                    <a:pt x="25" y="37"/>
                    <a:pt x="25" y="37"/>
                  </a:cubicBezTo>
                  <a:cubicBezTo>
                    <a:pt x="39" y="41"/>
                    <a:pt x="39" y="41"/>
                    <a:pt x="39" y="41"/>
                  </a:cubicBezTo>
                  <a:cubicBezTo>
                    <a:pt x="42" y="42"/>
                    <a:pt x="42" y="42"/>
                    <a:pt x="42" y="42"/>
                  </a:cubicBezTo>
                  <a:cubicBezTo>
                    <a:pt x="37" y="49"/>
                    <a:pt x="37" y="49"/>
                    <a:pt x="37" y="49"/>
                  </a:cubicBezTo>
                  <a:cubicBezTo>
                    <a:pt x="37" y="59"/>
                    <a:pt x="37" y="59"/>
                    <a:pt x="37" y="59"/>
                  </a:cubicBezTo>
                  <a:cubicBezTo>
                    <a:pt x="37" y="61"/>
                    <a:pt x="41" y="65"/>
                    <a:pt x="48" y="72"/>
                  </a:cubicBezTo>
                  <a:cubicBezTo>
                    <a:pt x="53" y="75"/>
                    <a:pt x="55" y="77"/>
                    <a:pt x="58" y="77"/>
                  </a:cubicBezTo>
                  <a:cubicBezTo>
                    <a:pt x="60" y="77"/>
                    <a:pt x="60" y="77"/>
                    <a:pt x="60" y="77"/>
                  </a:cubicBezTo>
                  <a:cubicBezTo>
                    <a:pt x="62" y="76"/>
                    <a:pt x="62" y="76"/>
                    <a:pt x="62" y="76"/>
                  </a:cubicBezTo>
                  <a:cubicBezTo>
                    <a:pt x="69" y="69"/>
                    <a:pt x="69" y="69"/>
                    <a:pt x="69" y="69"/>
                  </a:cubicBezTo>
                  <a:cubicBezTo>
                    <a:pt x="74" y="66"/>
                    <a:pt x="74" y="66"/>
                    <a:pt x="74" y="66"/>
                  </a:cubicBezTo>
                  <a:cubicBezTo>
                    <a:pt x="74" y="66"/>
                    <a:pt x="74" y="66"/>
                    <a:pt x="74" y="66"/>
                  </a:cubicBezTo>
                  <a:cubicBezTo>
                    <a:pt x="74" y="66"/>
                    <a:pt x="74" y="66"/>
                    <a:pt x="74" y="66"/>
                  </a:cubicBezTo>
                  <a:cubicBezTo>
                    <a:pt x="85" y="64"/>
                    <a:pt x="85" y="64"/>
                    <a:pt x="85" y="64"/>
                  </a:cubicBezTo>
                  <a:cubicBezTo>
                    <a:pt x="88" y="57"/>
                    <a:pt x="88" y="57"/>
                    <a:pt x="88" y="57"/>
                  </a:cubicBezTo>
                  <a:cubicBezTo>
                    <a:pt x="97" y="52"/>
                    <a:pt x="97" y="52"/>
                    <a:pt x="97" y="52"/>
                  </a:cubicBezTo>
                  <a:cubicBezTo>
                    <a:pt x="106" y="57"/>
                    <a:pt x="106" y="57"/>
                    <a:pt x="106" y="57"/>
                  </a:cubicBezTo>
                  <a:cubicBezTo>
                    <a:pt x="106" y="57"/>
                    <a:pt x="106" y="57"/>
                    <a:pt x="106" y="57"/>
                  </a:cubicBezTo>
                  <a:cubicBezTo>
                    <a:pt x="107" y="57"/>
                    <a:pt x="107" y="57"/>
                    <a:pt x="107" y="57"/>
                  </a:cubicBezTo>
                  <a:cubicBezTo>
                    <a:pt x="115" y="71"/>
                    <a:pt x="115" y="71"/>
                    <a:pt x="115" y="71"/>
                  </a:cubicBezTo>
                  <a:cubicBezTo>
                    <a:pt x="118" y="80"/>
                    <a:pt x="118" y="80"/>
                    <a:pt x="118" y="80"/>
                  </a:cubicBezTo>
                  <a:cubicBezTo>
                    <a:pt x="118" y="81"/>
                    <a:pt x="118" y="81"/>
                    <a:pt x="118" y="81"/>
                  </a:cubicBezTo>
                  <a:cubicBezTo>
                    <a:pt x="116" y="93"/>
                    <a:pt x="116" y="93"/>
                    <a:pt x="116" y="93"/>
                  </a:cubicBezTo>
                  <a:cubicBezTo>
                    <a:pt x="119" y="100"/>
                    <a:pt x="119" y="100"/>
                    <a:pt x="119" y="100"/>
                  </a:cubicBezTo>
                  <a:cubicBezTo>
                    <a:pt x="119" y="101"/>
                    <a:pt x="119" y="101"/>
                    <a:pt x="119" y="101"/>
                  </a:cubicBezTo>
                  <a:cubicBezTo>
                    <a:pt x="117" y="110"/>
                    <a:pt x="117" y="110"/>
                    <a:pt x="117" y="110"/>
                  </a:cubicBezTo>
                  <a:cubicBezTo>
                    <a:pt x="117" y="118"/>
                    <a:pt x="117" y="118"/>
                    <a:pt x="117" y="118"/>
                  </a:cubicBezTo>
                  <a:cubicBezTo>
                    <a:pt x="119" y="125"/>
                    <a:pt x="121" y="130"/>
                    <a:pt x="121" y="131"/>
                  </a:cubicBezTo>
                  <a:cubicBezTo>
                    <a:pt x="120" y="138"/>
                    <a:pt x="120" y="138"/>
                    <a:pt x="120" y="138"/>
                  </a:cubicBezTo>
                  <a:cubicBezTo>
                    <a:pt x="120" y="138"/>
                    <a:pt x="120" y="138"/>
                    <a:pt x="120" y="138"/>
                  </a:cubicBezTo>
                  <a:cubicBezTo>
                    <a:pt x="120" y="139"/>
                    <a:pt x="120" y="139"/>
                    <a:pt x="120" y="139"/>
                  </a:cubicBezTo>
                  <a:cubicBezTo>
                    <a:pt x="116" y="144"/>
                    <a:pt x="116" y="144"/>
                    <a:pt x="116" y="144"/>
                  </a:cubicBezTo>
                  <a:cubicBezTo>
                    <a:pt x="116" y="145"/>
                    <a:pt x="116" y="145"/>
                    <a:pt x="116" y="145"/>
                  </a:cubicBezTo>
                  <a:cubicBezTo>
                    <a:pt x="116" y="145"/>
                    <a:pt x="116" y="145"/>
                    <a:pt x="116" y="145"/>
                  </a:cubicBezTo>
                  <a:cubicBezTo>
                    <a:pt x="116" y="145"/>
                    <a:pt x="116" y="145"/>
                    <a:pt x="116" y="145"/>
                  </a:cubicBezTo>
                  <a:cubicBezTo>
                    <a:pt x="112" y="149"/>
                    <a:pt x="112" y="149"/>
                    <a:pt x="112" y="149"/>
                  </a:cubicBezTo>
                  <a:cubicBezTo>
                    <a:pt x="111" y="158"/>
                    <a:pt x="111" y="158"/>
                    <a:pt x="111" y="158"/>
                  </a:cubicBezTo>
                  <a:cubicBezTo>
                    <a:pt x="114" y="167"/>
                    <a:pt x="114" y="167"/>
                    <a:pt x="114" y="167"/>
                  </a:cubicBezTo>
                  <a:cubicBezTo>
                    <a:pt x="114" y="167"/>
                    <a:pt x="114" y="167"/>
                    <a:pt x="114" y="167"/>
                  </a:cubicBezTo>
                  <a:cubicBezTo>
                    <a:pt x="114" y="168"/>
                    <a:pt x="114" y="168"/>
                    <a:pt x="114" y="168"/>
                  </a:cubicBezTo>
                  <a:cubicBezTo>
                    <a:pt x="114" y="168"/>
                    <a:pt x="114" y="168"/>
                    <a:pt x="114" y="168"/>
                  </a:cubicBezTo>
                  <a:cubicBezTo>
                    <a:pt x="114" y="168"/>
                    <a:pt x="114" y="168"/>
                    <a:pt x="114" y="168"/>
                  </a:cubicBezTo>
                  <a:cubicBezTo>
                    <a:pt x="111" y="182"/>
                    <a:pt x="111" y="182"/>
                    <a:pt x="111" y="182"/>
                  </a:cubicBezTo>
                  <a:cubicBezTo>
                    <a:pt x="109" y="184"/>
                    <a:pt x="109" y="184"/>
                    <a:pt x="109" y="184"/>
                  </a:cubicBezTo>
                  <a:cubicBezTo>
                    <a:pt x="108" y="185"/>
                    <a:pt x="106" y="185"/>
                    <a:pt x="103" y="184"/>
                  </a:cubicBezTo>
                  <a:cubicBezTo>
                    <a:pt x="103" y="184"/>
                    <a:pt x="103" y="184"/>
                    <a:pt x="103" y="184"/>
                  </a:cubicBezTo>
                  <a:cubicBezTo>
                    <a:pt x="99" y="180"/>
                    <a:pt x="99" y="180"/>
                    <a:pt x="99" y="180"/>
                  </a:cubicBezTo>
                  <a:cubicBezTo>
                    <a:pt x="95" y="181"/>
                    <a:pt x="95" y="181"/>
                    <a:pt x="95" y="181"/>
                  </a:cubicBezTo>
                  <a:cubicBezTo>
                    <a:pt x="90" y="187"/>
                    <a:pt x="90" y="187"/>
                    <a:pt x="90" y="187"/>
                  </a:cubicBezTo>
                  <a:cubicBezTo>
                    <a:pt x="84" y="203"/>
                    <a:pt x="84" y="203"/>
                    <a:pt x="84" y="203"/>
                  </a:cubicBezTo>
                  <a:cubicBezTo>
                    <a:pt x="84" y="204"/>
                    <a:pt x="84" y="204"/>
                    <a:pt x="84" y="204"/>
                  </a:cubicBezTo>
                  <a:cubicBezTo>
                    <a:pt x="84" y="204"/>
                    <a:pt x="84" y="204"/>
                    <a:pt x="84" y="204"/>
                  </a:cubicBezTo>
                  <a:cubicBezTo>
                    <a:pt x="78" y="209"/>
                    <a:pt x="78" y="209"/>
                    <a:pt x="78" y="209"/>
                  </a:cubicBezTo>
                  <a:cubicBezTo>
                    <a:pt x="77" y="209"/>
                    <a:pt x="77" y="209"/>
                    <a:pt x="77" y="209"/>
                  </a:cubicBezTo>
                  <a:cubicBezTo>
                    <a:pt x="74" y="209"/>
                    <a:pt x="74" y="209"/>
                    <a:pt x="74" y="209"/>
                  </a:cubicBezTo>
                  <a:cubicBezTo>
                    <a:pt x="68" y="219"/>
                    <a:pt x="68" y="219"/>
                    <a:pt x="68" y="219"/>
                  </a:cubicBezTo>
                  <a:cubicBezTo>
                    <a:pt x="71" y="225"/>
                    <a:pt x="71" y="225"/>
                    <a:pt x="71" y="225"/>
                  </a:cubicBezTo>
                  <a:cubicBezTo>
                    <a:pt x="72" y="225"/>
                    <a:pt x="72" y="225"/>
                    <a:pt x="72" y="225"/>
                  </a:cubicBezTo>
                  <a:cubicBezTo>
                    <a:pt x="80" y="235"/>
                    <a:pt x="80" y="235"/>
                    <a:pt x="80" y="235"/>
                  </a:cubicBezTo>
                  <a:cubicBezTo>
                    <a:pt x="80" y="236"/>
                    <a:pt x="80" y="236"/>
                    <a:pt x="80" y="236"/>
                  </a:cubicBezTo>
                  <a:cubicBezTo>
                    <a:pt x="80" y="239"/>
                    <a:pt x="80" y="239"/>
                    <a:pt x="80" y="239"/>
                  </a:cubicBezTo>
                  <a:cubicBezTo>
                    <a:pt x="89" y="240"/>
                    <a:pt x="89" y="240"/>
                    <a:pt x="89" y="240"/>
                  </a:cubicBezTo>
                  <a:cubicBezTo>
                    <a:pt x="90" y="248"/>
                    <a:pt x="90" y="248"/>
                    <a:pt x="90" y="248"/>
                  </a:cubicBezTo>
                  <a:cubicBezTo>
                    <a:pt x="90" y="249"/>
                    <a:pt x="90" y="249"/>
                    <a:pt x="90" y="249"/>
                  </a:cubicBezTo>
                  <a:cubicBezTo>
                    <a:pt x="91" y="258"/>
                    <a:pt x="91" y="258"/>
                    <a:pt x="91" y="258"/>
                  </a:cubicBezTo>
                  <a:cubicBezTo>
                    <a:pt x="94" y="260"/>
                    <a:pt x="94" y="260"/>
                    <a:pt x="94" y="260"/>
                  </a:cubicBezTo>
                  <a:cubicBezTo>
                    <a:pt x="102" y="258"/>
                    <a:pt x="102" y="258"/>
                    <a:pt x="102" y="258"/>
                  </a:cubicBezTo>
                  <a:cubicBezTo>
                    <a:pt x="109" y="253"/>
                    <a:pt x="109" y="253"/>
                    <a:pt x="109" y="253"/>
                  </a:cubicBezTo>
                  <a:cubicBezTo>
                    <a:pt x="111" y="253"/>
                    <a:pt x="111" y="253"/>
                    <a:pt x="111" y="253"/>
                  </a:cubicBezTo>
                  <a:cubicBezTo>
                    <a:pt x="113" y="266"/>
                    <a:pt x="113" y="266"/>
                    <a:pt x="113" y="266"/>
                  </a:cubicBezTo>
                  <a:cubicBezTo>
                    <a:pt x="117" y="271"/>
                    <a:pt x="117" y="271"/>
                    <a:pt x="117" y="271"/>
                  </a:cubicBezTo>
                  <a:cubicBezTo>
                    <a:pt x="118" y="272"/>
                    <a:pt x="118" y="272"/>
                    <a:pt x="118" y="272"/>
                  </a:cubicBezTo>
                  <a:cubicBezTo>
                    <a:pt x="121" y="277"/>
                    <a:pt x="121" y="277"/>
                    <a:pt x="121" y="277"/>
                  </a:cubicBezTo>
                  <a:cubicBezTo>
                    <a:pt x="127" y="282"/>
                    <a:pt x="127" y="282"/>
                    <a:pt x="127" y="282"/>
                  </a:cubicBezTo>
                  <a:cubicBezTo>
                    <a:pt x="127" y="283"/>
                    <a:pt x="129" y="283"/>
                    <a:pt x="131" y="283"/>
                  </a:cubicBezTo>
                  <a:cubicBezTo>
                    <a:pt x="133" y="284"/>
                    <a:pt x="133" y="284"/>
                    <a:pt x="133" y="284"/>
                  </a:cubicBezTo>
                  <a:cubicBezTo>
                    <a:pt x="137" y="282"/>
                    <a:pt x="137" y="282"/>
                    <a:pt x="137" y="282"/>
                  </a:cubicBezTo>
                  <a:cubicBezTo>
                    <a:pt x="140" y="281"/>
                    <a:pt x="143" y="280"/>
                    <a:pt x="146" y="279"/>
                  </a:cubicBezTo>
                  <a:cubicBezTo>
                    <a:pt x="148" y="278"/>
                    <a:pt x="148" y="278"/>
                    <a:pt x="148" y="278"/>
                  </a:cubicBezTo>
                  <a:cubicBezTo>
                    <a:pt x="154" y="278"/>
                    <a:pt x="154" y="278"/>
                    <a:pt x="154" y="278"/>
                  </a:cubicBezTo>
                  <a:cubicBezTo>
                    <a:pt x="156" y="278"/>
                    <a:pt x="157" y="278"/>
                    <a:pt x="158" y="279"/>
                  </a:cubicBezTo>
                  <a:cubicBezTo>
                    <a:pt x="166" y="274"/>
                    <a:pt x="166" y="274"/>
                    <a:pt x="166" y="274"/>
                  </a:cubicBezTo>
                  <a:cubicBezTo>
                    <a:pt x="167" y="274"/>
                    <a:pt x="167" y="274"/>
                    <a:pt x="167" y="274"/>
                  </a:cubicBezTo>
                  <a:cubicBezTo>
                    <a:pt x="167" y="275"/>
                    <a:pt x="167" y="275"/>
                    <a:pt x="167" y="275"/>
                  </a:cubicBezTo>
                  <a:cubicBezTo>
                    <a:pt x="168" y="274"/>
                    <a:pt x="168" y="274"/>
                    <a:pt x="168" y="274"/>
                  </a:cubicBezTo>
                  <a:cubicBezTo>
                    <a:pt x="169" y="275"/>
                    <a:pt x="169" y="275"/>
                    <a:pt x="169" y="275"/>
                  </a:cubicBezTo>
                  <a:cubicBezTo>
                    <a:pt x="172" y="279"/>
                    <a:pt x="173" y="282"/>
                    <a:pt x="173" y="283"/>
                  </a:cubicBezTo>
                  <a:cubicBezTo>
                    <a:pt x="177" y="289"/>
                    <a:pt x="177" y="289"/>
                    <a:pt x="177" y="289"/>
                  </a:cubicBezTo>
                  <a:cubicBezTo>
                    <a:pt x="180" y="290"/>
                    <a:pt x="180" y="290"/>
                    <a:pt x="180" y="290"/>
                  </a:cubicBezTo>
                  <a:cubicBezTo>
                    <a:pt x="180" y="290"/>
                    <a:pt x="180" y="290"/>
                    <a:pt x="180" y="290"/>
                  </a:cubicBezTo>
                  <a:cubicBezTo>
                    <a:pt x="181" y="290"/>
                    <a:pt x="181" y="290"/>
                    <a:pt x="181" y="290"/>
                  </a:cubicBezTo>
                  <a:cubicBezTo>
                    <a:pt x="180" y="289"/>
                    <a:pt x="180" y="289"/>
                    <a:pt x="180" y="289"/>
                  </a:cubicBezTo>
                  <a:cubicBezTo>
                    <a:pt x="179" y="287"/>
                    <a:pt x="179" y="286"/>
                    <a:pt x="180" y="285"/>
                  </a:cubicBezTo>
                  <a:cubicBezTo>
                    <a:pt x="181" y="284"/>
                    <a:pt x="182" y="283"/>
                    <a:pt x="185" y="283"/>
                  </a:cubicBezTo>
                  <a:cubicBezTo>
                    <a:pt x="199" y="283"/>
                    <a:pt x="199" y="283"/>
                    <a:pt x="199" y="283"/>
                  </a:cubicBezTo>
                  <a:cubicBezTo>
                    <a:pt x="200" y="283"/>
                    <a:pt x="200" y="283"/>
                    <a:pt x="200" y="283"/>
                  </a:cubicBezTo>
                  <a:cubicBezTo>
                    <a:pt x="201" y="283"/>
                    <a:pt x="201" y="283"/>
                    <a:pt x="201" y="283"/>
                  </a:cubicBezTo>
                  <a:cubicBezTo>
                    <a:pt x="201" y="283"/>
                    <a:pt x="201" y="283"/>
                    <a:pt x="201" y="283"/>
                  </a:cubicBezTo>
                  <a:cubicBezTo>
                    <a:pt x="201" y="283"/>
                    <a:pt x="201" y="283"/>
                    <a:pt x="201" y="283"/>
                  </a:cubicBezTo>
                  <a:cubicBezTo>
                    <a:pt x="206" y="292"/>
                    <a:pt x="206" y="292"/>
                    <a:pt x="206" y="292"/>
                  </a:cubicBezTo>
                  <a:cubicBezTo>
                    <a:pt x="205" y="296"/>
                    <a:pt x="205" y="296"/>
                    <a:pt x="205" y="296"/>
                  </a:cubicBezTo>
                  <a:cubicBezTo>
                    <a:pt x="205" y="296"/>
                    <a:pt x="205" y="296"/>
                    <a:pt x="205" y="296"/>
                  </a:cubicBezTo>
                  <a:cubicBezTo>
                    <a:pt x="211" y="297"/>
                    <a:pt x="211" y="297"/>
                    <a:pt x="211" y="297"/>
                  </a:cubicBezTo>
                  <a:cubicBezTo>
                    <a:pt x="211" y="297"/>
                    <a:pt x="211" y="297"/>
                    <a:pt x="211" y="297"/>
                  </a:cubicBezTo>
                  <a:cubicBezTo>
                    <a:pt x="211" y="296"/>
                    <a:pt x="211" y="295"/>
                    <a:pt x="211" y="295"/>
                  </a:cubicBezTo>
                  <a:cubicBezTo>
                    <a:pt x="213" y="294"/>
                    <a:pt x="213" y="294"/>
                    <a:pt x="213" y="294"/>
                  </a:cubicBezTo>
                  <a:cubicBezTo>
                    <a:pt x="227" y="303"/>
                    <a:pt x="227" y="303"/>
                    <a:pt x="227" y="303"/>
                  </a:cubicBezTo>
                  <a:cubicBezTo>
                    <a:pt x="228" y="305"/>
                    <a:pt x="229" y="306"/>
                    <a:pt x="229" y="308"/>
                  </a:cubicBezTo>
                  <a:cubicBezTo>
                    <a:pt x="229" y="314"/>
                    <a:pt x="229" y="314"/>
                    <a:pt x="229" y="314"/>
                  </a:cubicBezTo>
                  <a:cubicBezTo>
                    <a:pt x="234" y="315"/>
                    <a:pt x="234" y="315"/>
                    <a:pt x="234" y="315"/>
                  </a:cubicBezTo>
                  <a:cubicBezTo>
                    <a:pt x="237" y="310"/>
                    <a:pt x="237" y="310"/>
                    <a:pt x="237" y="310"/>
                  </a:cubicBezTo>
                  <a:cubicBezTo>
                    <a:pt x="235" y="307"/>
                    <a:pt x="235" y="305"/>
                    <a:pt x="235" y="303"/>
                  </a:cubicBezTo>
                  <a:cubicBezTo>
                    <a:pt x="235" y="302"/>
                    <a:pt x="236" y="301"/>
                    <a:pt x="237" y="300"/>
                  </a:cubicBezTo>
                  <a:cubicBezTo>
                    <a:pt x="239" y="299"/>
                    <a:pt x="239" y="299"/>
                    <a:pt x="239" y="299"/>
                  </a:cubicBezTo>
                  <a:cubicBezTo>
                    <a:pt x="239" y="298"/>
                    <a:pt x="239" y="297"/>
                    <a:pt x="240" y="297"/>
                  </a:cubicBezTo>
                  <a:cubicBezTo>
                    <a:pt x="243" y="297"/>
                    <a:pt x="243" y="297"/>
                    <a:pt x="243" y="297"/>
                  </a:cubicBezTo>
                  <a:cubicBezTo>
                    <a:pt x="245" y="299"/>
                    <a:pt x="247" y="303"/>
                    <a:pt x="248" y="309"/>
                  </a:cubicBezTo>
                  <a:cubicBezTo>
                    <a:pt x="248" y="310"/>
                    <a:pt x="248" y="310"/>
                    <a:pt x="248" y="310"/>
                  </a:cubicBezTo>
                  <a:cubicBezTo>
                    <a:pt x="249" y="311"/>
                    <a:pt x="249" y="311"/>
                    <a:pt x="249" y="311"/>
                  </a:cubicBezTo>
                  <a:cubicBezTo>
                    <a:pt x="249" y="312"/>
                    <a:pt x="251" y="313"/>
                    <a:pt x="255" y="315"/>
                  </a:cubicBezTo>
                  <a:cubicBezTo>
                    <a:pt x="255" y="315"/>
                    <a:pt x="255" y="315"/>
                    <a:pt x="255" y="315"/>
                  </a:cubicBezTo>
                  <a:cubicBezTo>
                    <a:pt x="256" y="315"/>
                    <a:pt x="256" y="315"/>
                    <a:pt x="256" y="315"/>
                  </a:cubicBezTo>
                  <a:cubicBezTo>
                    <a:pt x="269" y="328"/>
                    <a:pt x="269" y="328"/>
                    <a:pt x="269" y="328"/>
                  </a:cubicBezTo>
                  <a:cubicBezTo>
                    <a:pt x="269" y="328"/>
                    <a:pt x="269" y="328"/>
                    <a:pt x="269" y="328"/>
                  </a:cubicBezTo>
                  <a:cubicBezTo>
                    <a:pt x="275" y="326"/>
                    <a:pt x="275" y="326"/>
                    <a:pt x="275" y="326"/>
                  </a:cubicBezTo>
                  <a:cubicBezTo>
                    <a:pt x="274" y="324"/>
                    <a:pt x="274" y="324"/>
                    <a:pt x="274" y="324"/>
                  </a:cubicBezTo>
                  <a:cubicBezTo>
                    <a:pt x="272" y="322"/>
                    <a:pt x="272" y="320"/>
                    <a:pt x="272" y="319"/>
                  </a:cubicBezTo>
                  <a:cubicBezTo>
                    <a:pt x="272" y="316"/>
                    <a:pt x="274" y="313"/>
                    <a:pt x="278" y="311"/>
                  </a:cubicBezTo>
                  <a:cubicBezTo>
                    <a:pt x="285" y="305"/>
                    <a:pt x="285" y="305"/>
                    <a:pt x="285" y="305"/>
                  </a:cubicBezTo>
                  <a:cubicBezTo>
                    <a:pt x="293" y="310"/>
                    <a:pt x="293" y="310"/>
                    <a:pt x="293" y="310"/>
                  </a:cubicBezTo>
                  <a:cubicBezTo>
                    <a:pt x="294" y="310"/>
                    <a:pt x="294" y="310"/>
                    <a:pt x="294" y="310"/>
                  </a:cubicBezTo>
                  <a:cubicBezTo>
                    <a:pt x="296" y="301"/>
                    <a:pt x="296" y="301"/>
                    <a:pt x="296" y="301"/>
                  </a:cubicBezTo>
                  <a:cubicBezTo>
                    <a:pt x="296" y="300"/>
                    <a:pt x="296" y="300"/>
                    <a:pt x="296" y="300"/>
                  </a:cubicBezTo>
                  <a:cubicBezTo>
                    <a:pt x="297" y="299"/>
                    <a:pt x="297" y="299"/>
                    <a:pt x="297" y="299"/>
                  </a:cubicBezTo>
                  <a:cubicBezTo>
                    <a:pt x="304" y="300"/>
                    <a:pt x="304" y="300"/>
                    <a:pt x="304" y="300"/>
                  </a:cubicBezTo>
                  <a:cubicBezTo>
                    <a:pt x="305" y="301"/>
                    <a:pt x="306" y="303"/>
                    <a:pt x="306" y="305"/>
                  </a:cubicBezTo>
                  <a:cubicBezTo>
                    <a:pt x="306" y="306"/>
                    <a:pt x="305" y="308"/>
                    <a:pt x="303" y="310"/>
                  </a:cubicBezTo>
                  <a:cubicBezTo>
                    <a:pt x="305" y="311"/>
                    <a:pt x="305" y="311"/>
                    <a:pt x="305" y="311"/>
                  </a:cubicBezTo>
                  <a:cubicBezTo>
                    <a:pt x="309" y="313"/>
                    <a:pt x="312" y="314"/>
                    <a:pt x="314" y="315"/>
                  </a:cubicBezTo>
                  <a:cubicBezTo>
                    <a:pt x="315" y="315"/>
                    <a:pt x="315" y="315"/>
                    <a:pt x="315" y="315"/>
                  </a:cubicBezTo>
                  <a:cubicBezTo>
                    <a:pt x="315" y="315"/>
                    <a:pt x="315" y="315"/>
                    <a:pt x="315" y="315"/>
                  </a:cubicBezTo>
                  <a:cubicBezTo>
                    <a:pt x="320" y="317"/>
                    <a:pt x="320" y="317"/>
                    <a:pt x="320" y="317"/>
                  </a:cubicBezTo>
                  <a:cubicBezTo>
                    <a:pt x="324" y="317"/>
                    <a:pt x="324" y="317"/>
                    <a:pt x="324" y="317"/>
                  </a:cubicBezTo>
                  <a:cubicBezTo>
                    <a:pt x="318" y="288"/>
                    <a:pt x="318" y="288"/>
                    <a:pt x="318" y="288"/>
                  </a:cubicBezTo>
                  <a:cubicBezTo>
                    <a:pt x="314" y="285"/>
                    <a:pt x="310" y="281"/>
                    <a:pt x="307" y="275"/>
                  </a:cubicBezTo>
                  <a:cubicBezTo>
                    <a:pt x="304" y="270"/>
                    <a:pt x="305" y="263"/>
                    <a:pt x="312" y="255"/>
                  </a:cubicBezTo>
                  <a:cubicBezTo>
                    <a:pt x="315" y="251"/>
                    <a:pt x="320" y="247"/>
                    <a:pt x="325" y="243"/>
                  </a:cubicBezTo>
                  <a:cubicBezTo>
                    <a:pt x="325" y="243"/>
                    <a:pt x="325" y="243"/>
                    <a:pt x="325" y="243"/>
                  </a:cubicBezTo>
                  <a:cubicBezTo>
                    <a:pt x="325" y="243"/>
                    <a:pt x="325" y="243"/>
                    <a:pt x="325" y="243"/>
                  </a:cubicBezTo>
                  <a:cubicBezTo>
                    <a:pt x="331" y="243"/>
                    <a:pt x="331" y="243"/>
                    <a:pt x="331" y="243"/>
                  </a:cubicBezTo>
                  <a:cubicBezTo>
                    <a:pt x="331" y="243"/>
                    <a:pt x="331" y="243"/>
                    <a:pt x="331" y="243"/>
                  </a:cubicBezTo>
                  <a:cubicBezTo>
                    <a:pt x="336" y="245"/>
                    <a:pt x="336" y="245"/>
                    <a:pt x="336" y="245"/>
                  </a:cubicBezTo>
                  <a:cubicBezTo>
                    <a:pt x="346" y="245"/>
                    <a:pt x="346" y="245"/>
                    <a:pt x="346" y="245"/>
                  </a:cubicBezTo>
                  <a:cubicBezTo>
                    <a:pt x="350" y="243"/>
                    <a:pt x="353" y="237"/>
                    <a:pt x="357" y="228"/>
                  </a:cubicBezTo>
                  <a:cubicBezTo>
                    <a:pt x="360" y="222"/>
                    <a:pt x="360" y="211"/>
                    <a:pt x="358" y="19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0"/>
            <p:cNvSpPr>
              <a:spLocks/>
            </p:cNvSpPr>
            <p:nvPr/>
          </p:nvSpPr>
          <p:spPr bwMode="auto">
            <a:xfrm>
              <a:off x="4906963" y="3188940"/>
              <a:ext cx="814388" cy="511175"/>
            </a:xfrm>
            <a:custGeom>
              <a:avLst/>
              <a:gdLst>
                <a:gd name="T0" fmla="*/ 198 w 217"/>
                <a:gd name="T1" fmla="*/ 4 h 136"/>
                <a:gd name="T2" fmla="*/ 179 w 217"/>
                <a:gd name="T3" fmla="*/ 6 h 136"/>
                <a:gd name="T4" fmla="*/ 135 w 217"/>
                <a:gd name="T5" fmla="*/ 21 h 136"/>
                <a:gd name="T6" fmla="*/ 136 w 217"/>
                <a:gd name="T7" fmla="*/ 30 h 136"/>
                <a:gd name="T8" fmla="*/ 106 w 217"/>
                <a:gd name="T9" fmla="*/ 26 h 136"/>
                <a:gd name="T10" fmla="*/ 84 w 217"/>
                <a:gd name="T11" fmla="*/ 0 h 136"/>
                <a:gd name="T12" fmla="*/ 75 w 217"/>
                <a:gd name="T13" fmla="*/ 10 h 136"/>
                <a:gd name="T14" fmla="*/ 64 w 217"/>
                <a:gd name="T15" fmla="*/ 4 h 136"/>
                <a:gd name="T16" fmla="*/ 59 w 217"/>
                <a:gd name="T17" fmla="*/ 10 h 136"/>
                <a:gd name="T18" fmla="*/ 51 w 217"/>
                <a:gd name="T19" fmla="*/ 12 h 136"/>
                <a:gd name="T20" fmla="*/ 6 w 217"/>
                <a:gd name="T21" fmla="*/ 64 h 136"/>
                <a:gd name="T22" fmla="*/ 11 w 217"/>
                <a:gd name="T23" fmla="*/ 76 h 136"/>
                <a:gd name="T24" fmla="*/ 10 w 217"/>
                <a:gd name="T25" fmla="*/ 76 h 136"/>
                <a:gd name="T26" fmla="*/ 17 w 217"/>
                <a:gd name="T27" fmla="*/ 103 h 136"/>
                <a:gd name="T28" fmla="*/ 0 w 217"/>
                <a:gd name="T29" fmla="*/ 114 h 136"/>
                <a:gd name="T30" fmla="*/ 8 w 217"/>
                <a:gd name="T31" fmla="*/ 122 h 136"/>
                <a:gd name="T32" fmla="*/ 9 w 217"/>
                <a:gd name="T33" fmla="*/ 124 h 136"/>
                <a:gd name="T34" fmla="*/ 32 w 217"/>
                <a:gd name="T35" fmla="*/ 136 h 136"/>
                <a:gd name="T36" fmla="*/ 42 w 217"/>
                <a:gd name="T37" fmla="*/ 126 h 136"/>
                <a:gd name="T38" fmla="*/ 57 w 217"/>
                <a:gd name="T39" fmla="*/ 119 h 136"/>
                <a:gd name="T40" fmla="*/ 59 w 217"/>
                <a:gd name="T41" fmla="*/ 121 h 136"/>
                <a:gd name="T42" fmla="*/ 59 w 217"/>
                <a:gd name="T43" fmla="*/ 122 h 136"/>
                <a:gd name="T44" fmla="*/ 74 w 217"/>
                <a:gd name="T45" fmla="*/ 132 h 136"/>
                <a:gd name="T46" fmla="*/ 92 w 217"/>
                <a:gd name="T47" fmla="*/ 126 h 136"/>
                <a:gd name="T48" fmla="*/ 106 w 217"/>
                <a:gd name="T49" fmla="*/ 125 h 136"/>
                <a:gd name="T50" fmla="*/ 108 w 217"/>
                <a:gd name="T51" fmla="*/ 124 h 136"/>
                <a:gd name="T52" fmla="*/ 119 w 217"/>
                <a:gd name="T53" fmla="*/ 110 h 136"/>
                <a:gd name="T54" fmla="*/ 125 w 217"/>
                <a:gd name="T55" fmla="*/ 106 h 136"/>
                <a:gd name="T56" fmla="*/ 126 w 217"/>
                <a:gd name="T57" fmla="*/ 107 h 136"/>
                <a:gd name="T58" fmla="*/ 129 w 217"/>
                <a:gd name="T59" fmla="*/ 108 h 136"/>
                <a:gd name="T60" fmla="*/ 134 w 217"/>
                <a:gd name="T61" fmla="*/ 88 h 136"/>
                <a:gd name="T62" fmla="*/ 140 w 217"/>
                <a:gd name="T63" fmla="*/ 86 h 136"/>
                <a:gd name="T64" fmla="*/ 148 w 217"/>
                <a:gd name="T65" fmla="*/ 69 h 136"/>
                <a:gd name="T66" fmla="*/ 151 w 217"/>
                <a:gd name="T67" fmla="*/ 60 h 136"/>
                <a:gd name="T68" fmla="*/ 161 w 217"/>
                <a:gd name="T69" fmla="*/ 56 h 136"/>
                <a:gd name="T70" fmla="*/ 161 w 217"/>
                <a:gd name="T71" fmla="*/ 54 h 136"/>
                <a:gd name="T72" fmla="*/ 169 w 217"/>
                <a:gd name="T73" fmla="*/ 48 h 136"/>
                <a:gd name="T74" fmla="*/ 164 w 217"/>
                <a:gd name="T75" fmla="*/ 47 h 136"/>
                <a:gd name="T76" fmla="*/ 164 w 217"/>
                <a:gd name="T77" fmla="*/ 44 h 136"/>
                <a:gd name="T78" fmla="*/ 166 w 217"/>
                <a:gd name="T79" fmla="*/ 43 h 136"/>
                <a:gd name="T80" fmla="*/ 176 w 217"/>
                <a:gd name="T81" fmla="*/ 38 h 136"/>
                <a:gd name="T82" fmla="*/ 202 w 217"/>
                <a:gd name="T83" fmla="*/ 20 h 136"/>
                <a:gd name="T84" fmla="*/ 214 w 217"/>
                <a:gd name="T85" fmla="*/ 24 h 136"/>
                <a:gd name="T86" fmla="*/ 212 w 217"/>
                <a:gd name="T87" fmla="*/ 14 h 136"/>
                <a:gd name="T88" fmla="*/ 212 w 217"/>
                <a:gd name="T89" fmla="*/ 14 h 136"/>
                <a:gd name="T90" fmla="*/ 216 w 217"/>
                <a:gd name="T91" fmla="*/ 6 h 136"/>
                <a:gd name="T92" fmla="*/ 213 w 217"/>
                <a:gd name="T93" fmla="*/ 7 h 136"/>
                <a:gd name="T94" fmla="*/ 204 w 217"/>
                <a:gd name="T95" fmla="*/ 8 h 136"/>
                <a:gd name="T96" fmla="*/ 202 w 217"/>
                <a:gd name="T97" fmla="*/ 8 h 136"/>
                <a:gd name="T98" fmla="*/ 202 w 217"/>
                <a:gd name="T99" fmla="*/ 6 h 136"/>
                <a:gd name="T100" fmla="*/ 198 w 217"/>
                <a:gd name="T101" fmla="*/ 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7" h="136">
                  <a:moveTo>
                    <a:pt x="198" y="4"/>
                  </a:moveTo>
                  <a:cubicBezTo>
                    <a:pt x="198" y="4"/>
                    <a:pt x="198" y="4"/>
                    <a:pt x="198" y="4"/>
                  </a:cubicBezTo>
                  <a:cubicBezTo>
                    <a:pt x="198" y="6"/>
                    <a:pt x="196" y="7"/>
                    <a:pt x="194" y="7"/>
                  </a:cubicBezTo>
                  <a:cubicBezTo>
                    <a:pt x="179" y="6"/>
                    <a:pt x="179" y="6"/>
                    <a:pt x="179" y="6"/>
                  </a:cubicBezTo>
                  <a:cubicBezTo>
                    <a:pt x="168" y="4"/>
                    <a:pt x="161" y="2"/>
                    <a:pt x="157" y="0"/>
                  </a:cubicBezTo>
                  <a:cubicBezTo>
                    <a:pt x="135" y="21"/>
                    <a:pt x="135" y="21"/>
                    <a:pt x="135" y="21"/>
                  </a:cubicBezTo>
                  <a:cubicBezTo>
                    <a:pt x="136" y="30"/>
                    <a:pt x="136" y="30"/>
                    <a:pt x="136" y="30"/>
                  </a:cubicBezTo>
                  <a:cubicBezTo>
                    <a:pt x="136" y="30"/>
                    <a:pt x="136" y="30"/>
                    <a:pt x="136" y="30"/>
                  </a:cubicBezTo>
                  <a:cubicBezTo>
                    <a:pt x="134" y="31"/>
                    <a:pt x="134" y="31"/>
                    <a:pt x="134" y="31"/>
                  </a:cubicBezTo>
                  <a:cubicBezTo>
                    <a:pt x="117" y="33"/>
                    <a:pt x="108" y="32"/>
                    <a:pt x="106" y="26"/>
                  </a:cubicBezTo>
                  <a:cubicBezTo>
                    <a:pt x="104" y="1"/>
                    <a:pt x="104" y="1"/>
                    <a:pt x="104" y="1"/>
                  </a:cubicBezTo>
                  <a:cubicBezTo>
                    <a:pt x="84" y="0"/>
                    <a:pt x="84" y="0"/>
                    <a:pt x="84" y="0"/>
                  </a:cubicBezTo>
                  <a:cubicBezTo>
                    <a:pt x="76" y="18"/>
                    <a:pt x="76" y="18"/>
                    <a:pt x="76" y="18"/>
                  </a:cubicBezTo>
                  <a:cubicBezTo>
                    <a:pt x="75" y="10"/>
                    <a:pt x="75" y="10"/>
                    <a:pt x="75" y="10"/>
                  </a:cubicBezTo>
                  <a:cubicBezTo>
                    <a:pt x="75" y="4"/>
                    <a:pt x="74" y="0"/>
                    <a:pt x="72" y="0"/>
                  </a:cubicBezTo>
                  <a:cubicBezTo>
                    <a:pt x="64" y="4"/>
                    <a:pt x="64" y="4"/>
                    <a:pt x="64" y="4"/>
                  </a:cubicBezTo>
                  <a:cubicBezTo>
                    <a:pt x="60" y="9"/>
                    <a:pt x="60" y="9"/>
                    <a:pt x="60" y="9"/>
                  </a:cubicBezTo>
                  <a:cubicBezTo>
                    <a:pt x="59" y="10"/>
                    <a:pt x="59" y="10"/>
                    <a:pt x="59" y="10"/>
                  </a:cubicBezTo>
                  <a:cubicBezTo>
                    <a:pt x="59" y="10"/>
                    <a:pt x="59" y="10"/>
                    <a:pt x="59" y="10"/>
                  </a:cubicBezTo>
                  <a:cubicBezTo>
                    <a:pt x="51" y="12"/>
                    <a:pt x="51" y="12"/>
                    <a:pt x="51" y="12"/>
                  </a:cubicBezTo>
                  <a:cubicBezTo>
                    <a:pt x="42" y="20"/>
                    <a:pt x="34" y="27"/>
                    <a:pt x="28" y="35"/>
                  </a:cubicBezTo>
                  <a:cubicBezTo>
                    <a:pt x="6" y="64"/>
                    <a:pt x="6" y="64"/>
                    <a:pt x="6" y="64"/>
                  </a:cubicBezTo>
                  <a:cubicBezTo>
                    <a:pt x="11" y="74"/>
                    <a:pt x="11" y="74"/>
                    <a:pt x="11" y="74"/>
                  </a:cubicBezTo>
                  <a:cubicBezTo>
                    <a:pt x="11" y="76"/>
                    <a:pt x="11" y="76"/>
                    <a:pt x="11" y="76"/>
                  </a:cubicBezTo>
                  <a:cubicBezTo>
                    <a:pt x="11" y="76"/>
                    <a:pt x="11" y="76"/>
                    <a:pt x="11" y="76"/>
                  </a:cubicBezTo>
                  <a:cubicBezTo>
                    <a:pt x="10" y="76"/>
                    <a:pt x="10" y="76"/>
                    <a:pt x="10" y="76"/>
                  </a:cubicBezTo>
                  <a:cubicBezTo>
                    <a:pt x="9" y="78"/>
                    <a:pt x="10" y="82"/>
                    <a:pt x="12" y="86"/>
                  </a:cubicBezTo>
                  <a:cubicBezTo>
                    <a:pt x="15" y="91"/>
                    <a:pt x="17" y="97"/>
                    <a:pt x="17" y="103"/>
                  </a:cubicBezTo>
                  <a:cubicBezTo>
                    <a:pt x="17" y="104"/>
                    <a:pt x="17" y="104"/>
                    <a:pt x="17" y="104"/>
                  </a:cubicBezTo>
                  <a:cubicBezTo>
                    <a:pt x="0" y="114"/>
                    <a:pt x="0" y="114"/>
                    <a:pt x="0" y="114"/>
                  </a:cubicBezTo>
                  <a:cubicBezTo>
                    <a:pt x="0" y="118"/>
                    <a:pt x="0" y="118"/>
                    <a:pt x="0" y="118"/>
                  </a:cubicBezTo>
                  <a:cubicBezTo>
                    <a:pt x="8" y="122"/>
                    <a:pt x="8" y="122"/>
                    <a:pt x="8" y="122"/>
                  </a:cubicBezTo>
                  <a:cubicBezTo>
                    <a:pt x="8" y="122"/>
                    <a:pt x="9" y="123"/>
                    <a:pt x="9" y="124"/>
                  </a:cubicBezTo>
                  <a:cubicBezTo>
                    <a:pt x="9" y="124"/>
                    <a:pt x="9" y="124"/>
                    <a:pt x="9" y="124"/>
                  </a:cubicBezTo>
                  <a:cubicBezTo>
                    <a:pt x="8" y="126"/>
                    <a:pt x="12" y="129"/>
                    <a:pt x="18" y="132"/>
                  </a:cubicBezTo>
                  <a:cubicBezTo>
                    <a:pt x="32" y="136"/>
                    <a:pt x="32" y="136"/>
                    <a:pt x="32" y="136"/>
                  </a:cubicBezTo>
                  <a:cubicBezTo>
                    <a:pt x="37" y="133"/>
                    <a:pt x="37" y="133"/>
                    <a:pt x="37" y="133"/>
                  </a:cubicBezTo>
                  <a:cubicBezTo>
                    <a:pt x="42" y="126"/>
                    <a:pt x="42" y="126"/>
                    <a:pt x="42" y="126"/>
                  </a:cubicBezTo>
                  <a:cubicBezTo>
                    <a:pt x="46" y="115"/>
                    <a:pt x="46" y="115"/>
                    <a:pt x="46" y="115"/>
                  </a:cubicBezTo>
                  <a:cubicBezTo>
                    <a:pt x="57" y="119"/>
                    <a:pt x="57" y="119"/>
                    <a:pt x="57" y="119"/>
                  </a:cubicBezTo>
                  <a:cubicBezTo>
                    <a:pt x="59" y="120"/>
                    <a:pt x="59" y="120"/>
                    <a:pt x="59" y="120"/>
                  </a:cubicBezTo>
                  <a:cubicBezTo>
                    <a:pt x="59" y="121"/>
                    <a:pt x="59" y="121"/>
                    <a:pt x="59" y="121"/>
                  </a:cubicBezTo>
                  <a:cubicBezTo>
                    <a:pt x="59" y="121"/>
                    <a:pt x="59" y="121"/>
                    <a:pt x="59" y="121"/>
                  </a:cubicBezTo>
                  <a:cubicBezTo>
                    <a:pt x="59" y="122"/>
                    <a:pt x="59" y="122"/>
                    <a:pt x="59" y="122"/>
                  </a:cubicBezTo>
                  <a:cubicBezTo>
                    <a:pt x="57" y="126"/>
                    <a:pt x="58" y="130"/>
                    <a:pt x="62" y="132"/>
                  </a:cubicBezTo>
                  <a:cubicBezTo>
                    <a:pt x="74" y="132"/>
                    <a:pt x="74" y="132"/>
                    <a:pt x="74" y="132"/>
                  </a:cubicBezTo>
                  <a:cubicBezTo>
                    <a:pt x="79" y="131"/>
                    <a:pt x="82" y="130"/>
                    <a:pt x="85" y="128"/>
                  </a:cubicBezTo>
                  <a:cubicBezTo>
                    <a:pt x="86" y="126"/>
                    <a:pt x="89" y="125"/>
                    <a:pt x="92" y="126"/>
                  </a:cubicBezTo>
                  <a:cubicBezTo>
                    <a:pt x="97" y="126"/>
                    <a:pt x="101" y="128"/>
                    <a:pt x="104" y="132"/>
                  </a:cubicBezTo>
                  <a:cubicBezTo>
                    <a:pt x="106" y="125"/>
                    <a:pt x="106" y="125"/>
                    <a:pt x="106" y="125"/>
                  </a:cubicBezTo>
                  <a:cubicBezTo>
                    <a:pt x="107" y="124"/>
                    <a:pt x="107" y="124"/>
                    <a:pt x="107" y="124"/>
                  </a:cubicBezTo>
                  <a:cubicBezTo>
                    <a:pt x="108" y="124"/>
                    <a:pt x="108" y="124"/>
                    <a:pt x="108" y="124"/>
                  </a:cubicBezTo>
                  <a:cubicBezTo>
                    <a:pt x="110" y="122"/>
                    <a:pt x="111" y="120"/>
                    <a:pt x="112" y="118"/>
                  </a:cubicBezTo>
                  <a:cubicBezTo>
                    <a:pt x="114" y="115"/>
                    <a:pt x="116" y="112"/>
                    <a:pt x="119" y="110"/>
                  </a:cubicBezTo>
                  <a:cubicBezTo>
                    <a:pt x="124" y="107"/>
                    <a:pt x="124" y="107"/>
                    <a:pt x="124" y="107"/>
                  </a:cubicBezTo>
                  <a:cubicBezTo>
                    <a:pt x="125" y="106"/>
                    <a:pt x="125" y="106"/>
                    <a:pt x="125" y="106"/>
                  </a:cubicBezTo>
                  <a:cubicBezTo>
                    <a:pt x="125" y="107"/>
                    <a:pt x="125" y="107"/>
                    <a:pt x="125" y="107"/>
                  </a:cubicBezTo>
                  <a:cubicBezTo>
                    <a:pt x="126" y="107"/>
                    <a:pt x="126" y="107"/>
                    <a:pt x="126" y="107"/>
                  </a:cubicBezTo>
                  <a:cubicBezTo>
                    <a:pt x="129" y="108"/>
                    <a:pt x="129" y="108"/>
                    <a:pt x="129" y="108"/>
                  </a:cubicBezTo>
                  <a:cubicBezTo>
                    <a:pt x="129" y="108"/>
                    <a:pt x="129" y="108"/>
                    <a:pt x="129" y="108"/>
                  </a:cubicBezTo>
                  <a:cubicBezTo>
                    <a:pt x="130" y="108"/>
                    <a:pt x="130" y="108"/>
                    <a:pt x="130" y="108"/>
                  </a:cubicBezTo>
                  <a:cubicBezTo>
                    <a:pt x="134" y="88"/>
                    <a:pt x="134" y="88"/>
                    <a:pt x="134" y="88"/>
                  </a:cubicBezTo>
                  <a:cubicBezTo>
                    <a:pt x="134" y="88"/>
                    <a:pt x="134" y="88"/>
                    <a:pt x="134" y="88"/>
                  </a:cubicBezTo>
                  <a:cubicBezTo>
                    <a:pt x="140" y="86"/>
                    <a:pt x="140" y="86"/>
                    <a:pt x="140" y="86"/>
                  </a:cubicBezTo>
                  <a:cubicBezTo>
                    <a:pt x="147" y="82"/>
                    <a:pt x="150" y="78"/>
                    <a:pt x="150" y="75"/>
                  </a:cubicBezTo>
                  <a:cubicBezTo>
                    <a:pt x="148" y="69"/>
                    <a:pt x="148" y="69"/>
                    <a:pt x="148" y="69"/>
                  </a:cubicBezTo>
                  <a:cubicBezTo>
                    <a:pt x="147" y="65"/>
                    <a:pt x="147" y="62"/>
                    <a:pt x="148" y="61"/>
                  </a:cubicBezTo>
                  <a:cubicBezTo>
                    <a:pt x="149" y="60"/>
                    <a:pt x="150" y="60"/>
                    <a:pt x="151" y="60"/>
                  </a:cubicBezTo>
                  <a:cubicBezTo>
                    <a:pt x="154" y="60"/>
                    <a:pt x="157" y="60"/>
                    <a:pt x="160" y="62"/>
                  </a:cubicBezTo>
                  <a:cubicBezTo>
                    <a:pt x="161" y="56"/>
                    <a:pt x="161" y="56"/>
                    <a:pt x="161" y="56"/>
                  </a:cubicBezTo>
                  <a:cubicBezTo>
                    <a:pt x="161" y="55"/>
                    <a:pt x="161" y="55"/>
                    <a:pt x="161" y="55"/>
                  </a:cubicBezTo>
                  <a:cubicBezTo>
                    <a:pt x="161" y="54"/>
                    <a:pt x="161" y="54"/>
                    <a:pt x="161" y="54"/>
                  </a:cubicBezTo>
                  <a:cubicBezTo>
                    <a:pt x="168" y="51"/>
                    <a:pt x="168" y="51"/>
                    <a:pt x="168" y="51"/>
                  </a:cubicBezTo>
                  <a:cubicBezTo>
                    <a:pt x="169" y="48"/>
                    <a:pt x="169" y="48"/>
                    <a:pt x="169" y="48"/>
                  </a:cubicBezTo>
                  <a:cubicBezTo>
                    <a:pt x="165" y="48"/>
                    <a:pt x="165" y="48"/>
                    <a:pt x="165" y="48"/>
                  </a:cubicBezTo>
                  <a:cubicBezTo>
                    <a:pt x="164" y="47"/>
                    <a:pt x="164" y="47"/>
                    <a:pt x="164" y="47"/>
                  </a:cubicBezTo>
                  <a:cubicBezTo>
                    <a:pt x="164" y="45"/>
                    <a:pt x="164" y="45"/>
                    <a:pt x="164" y="45"/>
                  </a:cubicBezTo>
                  <a:cubicBezTo>
                    <a:pt x="164" y="44"/>
                    <a:pt x="164" y="44"/>
                    <a:pt x="164" y="44"/>
                  </a:cubicBezTo>
                  <a:cubicBezTo>
                    <a:pt x="165" y="43"/>
                    <a:pt x="165" y="43"/>
                    <a:pt x="165" y="43"/>
                  </a:cubicBezTo>
                  <a:cubicBezTo>
                    <a:pt x="166" y="43"/>
                    <a:pt x="166" y="43"/>
                    <a:pt x="166" y="43"/>
                  </a:cubicBezTo>
                  <a:cubicBezTo>
                    <a:pt x="167" y="43"/>
                    <a:pt x="167" y="43"/>
                    <a:pt x="167" y="43"/>
                  </a:cubicBezTo>
                  <a:cubicBezTo>
                    <a:pt x="170" y="43"/>
                    <a:pt x="173" y="42"/>
                    <a:pt x="176" y="38"/>
                  </a:cubicBezTo>
                  <a:cubicBezTo>
                    <a:pt x="202" y="20"/>
                    <a:pt x="202" y="20"/>
                    <a:pt x="202" y="20"/>
                  </a:cubicBezTo>
                  <a:cubicBezTo>
                    <a:pt x="202" y="20"/>
                    <a:pt x="202" y="20"/>
                    <a:pt x="202" y="20"/>
                  </a:cubicBezTo>
                  <a:cubicBezTo>
                    <a:pt x="210" y="24"/>
                    <a:pt x="210" y="24"/>
                    <a:pt x="210" y="24"/>
                  </a:cubicBezTo>
                  <a:cubicBezTo>
                    <a:pt x="214" y="24"/>
                    <a:pt x="214" y="24"/>
                    <a:pt x="214" y="24"/>
                  </a:cubicBezTo>
                  <a:cubicBezTo>
                    <a:pt x="212" y="15"/>
                    <a:pt x="212" y="15"/>
                    <a:pt x="212" y="15"/>
                  </a:cubicBezTo>
                  <a:cubicBezTo>
                    <a:pt x="212" y="14"/>
                    <a:pt x="212" y="14"/>
                    <a:pt x="212" y="14"/>
                  </a:cubicBezTo>
                  <a:cubicBezTo>
                    <a:pt x="212" y="14"/>
                    <a:pt x="212" y="14"/>
                    <a:pt x="212" y="14"/>
                  </a:cubicBezTo>
                  <a:cubicBezTo>
                    <a:pt x="212" y="14"/>
                    <a:pt x="212" y="14"/>
                    <a:pt x="212" y="14"/>
                  </a:cubicBezTo>
                  <a:cubicBezTo>
                    <a:pt x="217" y="6"/>
                    <a:pt x="217" y="6"/>
                    <a:pt x="217" y="6"/>
                  </a:cubicBezTo>
                  <a:cubicBezTo>
                    <a:pt x="216" y="6"/>
                    <a:pt x="216" y="6"/>
                    <a:pt x="216" y="6"/>
                  </a:cubicBezTo>
                  <a:cubicBezTo>
                    <a:pt x="213" y="6"/>
                    <a:pt x="213" y="6"/>
                    <a:pt x="213" y="6"/>
                  </a:cubicBezTo>
                  <a:cubicBezTo>
                    <a:pt x="213" y="7"/>
                    <a:pt x="213" y="7"/>
                    <a:pt x="213" y="7"/>
                  </a:cubicBezTo>
                  <a:cubicBezTo>
                    <a:pt x="212" y="7"/>
                    <a:pt x="212" y="7"/>
                    <a:pt x="212" y="7"/>
                  </a:cubicBezTo>
                  <a:cubicBezTo>
                    <a:pt x="204" y="8"/>
                    <a:pt x="204" y="8"/>
                    <a:pt x="204" y="8"/>
                  </a:cubicBezTo>
                  <a:cubicBezTo>
                    <a:pt x="202" y="8"/>
                    <a:pt x="202" y="8"/>
                    <a:pt x="202" y="8"/>
                  </a:cubicBezTo>
                  <a:cubicBezTo>
                    <a:pt x="202" y="8"/>
                    <a:pt x="202" y="8"/>
                    <a:pt x="202" y="8"/>
                  </a:cubicBezTo>
                  <a:cubicBezTo>
                    <a:pt x="202" y="8"/>
                    <a:pt x="202" y="8"/>
                    <a:pt x="202" y="8"/>
                  </a:cubicBezTo>
                  <a:cubicBezTo>
                    <a:pt x="202" y="6"/>
                    <a:pt x="202" y="6"/>
                    <a:pt x="202" y="6"/>
                  </a:cubicBezTo>
                  <a:cubicBezTo>
                    <a:pt x="200" y="4"/>
                    <a:pt x="200" y="4"/>
                    <a:pt x="200" y="4"/>
                  </a:cubicBezTo>
                  <a:lnTo>
                    <a:pt x="198" y="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1"/>
            <p:cNvSpPr>
              <a:spLocks/>
            </p:cNvSpPr>
            <p:nvPr/>
          </p:nvSpPr>
          <p:spPr bwMode="auto">
            <a:xfrm>
              <a:off x="5668963" y="4033490"/>
              <a:ext cx="128588" cy="117475"/>
            </a:xfrm>
            <a:custGeom>
              <a:avLst/>
              <a:gdLst>
                <a:gd name="T0" fmla="*/ 31 w 34"/>
                <a:gd name="T1" fmla="*/ 17 h 31"/>
                <a:gd name="T2" fmla="*/ 34 w 34"/>
                <a:gd name="T3" fmla="*/ 13 h 31"/>
                <a:gd name="T4" fmla="*/ 34 w 34"/>
                <a:gd name="T5" fmla="*/ 13 h 31"/>
                <a:gd name="T6" fmla="*/ 34 w 34"/>
                <a:gd name="T7" fmla="*/ 13 h 31"/>
                <a:gd name="T8" fmla="*/ 34 w 34"/>
                <a:gd name="T9" fmla="*/ 13 h 31"/>
                <a:gd name="T10" fmla="*/ 24 w 34"/>
                <a:gd name="T11" fmla="*/ 5 h 31"/>
                <a:gd name="T12" fmla="*/ 11 w 34"/>
                <a:gd name="T13" fmla="*/ 1 h 31"/>
                <a:gd name="T14" fmla="*/ 7 w 34"/>
                <a:gd name="T15" fmla="*/ 2 h 31"/>
                <a:gd name="T16" fmla="*/ 7 w 34"/>
                <a:gd name="T17" fmla="*/ 11 h 31"/>
                <a:gd name="T18" fmla="*/ 2 w 34"/>
                <a:gd name="T19" fmla="*/ 19 h 31"/>
                <a:gd name="T20" fmla="*/ 0 w 34"/>
                <a:gd name="T21" fmla="*/ 21 h 31"/>
                <a:gd name="T22" fmla="*/ 4 w 34"/>
                <a:gd name="T23" fmla="*/ 25 h 31"/>
                <a:gd name="T24" fmla="*/ 5 w 34"/>
                <a:gd name="T25" fmla="*/ 25 h 31"/>
                <a:gd name="T26" fmla="*/ 6 w 34"/>
                <a:gd name="T27" fmla="*/ 29 h 31"/>
                <a:gd name="T28" fmla="*/ 11 w 34"/>
                <a:gd name="T29" fmla="*/ 31 h 31"/>
                <a:gd name="T30" fmla="*/ 17 w 34"/>
                <a:gd name="T31" fmla="*/ 28 h 31"/>
                <a:gd name="T32" fmla="*/ 26 w 34"/>
                <a:gd name="T33" fmla="*/ 30 h 31"/>
                <a:gd name="T34" fmla="*/ 26 w 34"/>
                <a:gd name="T35" fmla="*/ 27 h 31"/>
                <a:gd name="T36" fmla="*/ 31 w 34"/>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31">
                  <a:moveTo>
                    <a:pt x="31" y="17"/>
                  </a:moveTo>
                  <a:cubicBezTo>
                    <a:pt x="34" y="13"/>
                    <a:pt x="34" y="13"/>
                    <a:pt x="34" y="13"/>
                  </a:cubicBezTo>
                  <a:cubicBezTo>
                    <a:pt x="34" y="13"/>
                    <a:pt x="34" y="13"/>
                    <a:pt x="34" y="13"/>
                  </a:cubicBezTo>
                  <a:cubicBezTo>
                    <a:pt x="34" y="13"/>
                    <a:pt x="34" y="13"/>
                    <a:pt x="34" y="13"/>
                  </a:cubicBezTo>
                  <a:cubicBezTo>
                    <a:pt x="34" y="13"/>
                    <a:pt x="34" y="13"/>
                    <a:pt x="34" y="13"/>
                  </a:cubicBezTo>
                  <a:cubicBezTo>
                    <a:pt x="24" y="5"/>
                    <a:pt x="24" y="5"/>
                    <a:pt x="24" y="5"/>
                  </a:cubicBezTo>
                  <a:cubicBezTo>
                    <a:pt x="19" y="1"/>
                    <a:pt x="14" y="0"/>
                    <a:pt x="11" y="1"/>
                  </a:cubicBezTo>
                  <a:cubicBezTo>
                    <a:pt x="7" y="2"/>
                    <a:pt x="7" y="2"/>
                    <a:pt x="7" y="2"/>
                  </a:cubicBezTo>
                  <a:cubicBezTo>
                    <a:pt x="7" y="11"/>
                    <a:pt x="7" y="11"/>
                    <a:pt x="7" y="11"/>
                  </a:cubicBezTo>
                  <a:cubicBezTo>
                    <a:pt x="6" y="13"/>
                    <a:pt x="5" y="17"/>
                    <a:pt x="2" y="19"/>
                  </a:cubicBezTo>
                  <a:cubicBezTo>
                    <a:pt x="0" y="21"/>
                    <a:pt x="0" y="21"/>
                    <a:pt x="0" y="21"/>
                  </a:cubicBezTo>
                  <a:cubicBezTo>
                    <a:pt x="4" y="25"/>
                    <a:pt x="4" y="25"/>
                    <a:pt x="4" y="25"/>
                  </a:cubicBezTo>
                  <a:cubicBezTo>
                    <a:pt x="5" y="25"/>
                    <a:pt x="5" y="25"/>
                    <a:pt x="5" y="25"/>
                  </a:cubicBezTo>
                  <a:cubicBezTo>
                    <a:pt x="6" y="29"/>
                    <a:pt x="6" y="29"/>
                    <a:pt x="6" y="29"/>
                  </a:cubicBezTo>
                  <a:cubicBezTo>
                    <a:pt x="11" y="31"/>
                    <a:pt x="11" y="31"/>
                    <a:pt x="11" y="31"/>
                  </a:cubicBezTo>
                  <a:cubicBezTo>
                    <a:pt x="13" y="29"/>
                    <a:pt x="15" y="28"/>
                    <a:pt x="17" y="28"/>
                  </a:cubicBezTo>
                  <a:cubicBezTo>
                    <a:pt x="26" y="30"/>
                    <a:pt x="26" y="30"/>
                    <a:pt x="26" y="30"/>
                  </a:cubicBezTo>
                  <a:cubicBezTo>
                    <a:pt x="26" y="27"/>
                    <a:pt x="26" y="27"/>
                    <a:pt x="26" y="27"/>
                  </a:cubicBezTo>
                  <a:cubicBezTo>
                    <a:pt x="27" y="21"/>
                    <a:pt x="29" y="18"/>
                    <a:pt x="31"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
            <p:cNvSpPr>
              <a:spLocks/>
            </p:cNvSpPr>
            <p:nvPr/>
          </p:nvSpPr>
          <p:spPr bwMode="auto">
            <a:xfrm>
              <a:off x="5072063" y="3604865"/>
              <a:ext cx="709613" cy="549275"/>
            </a:xfrm>
            <a:custGeom>
              <a:avLst/>
              <a:gdLst>
                <a:gd name="T0" fmla="*/ 120 w 189"/>
                <a:gd name="T1" fmla="*/ 23 h 146"/>
                <a:gd name="T2" fmla="*/ 85 w 189"/>
                <a:gd name="T3" fmla="*/ 9 h 146"/>
                <a:gd name="T4" fmla="*/ 85 w 189"/>
                <a:gd name="T5" fmla="*/ 1 h 146"/>
                <a:gd name="T6" fmla="*/ 82 w 189"/>
                <a:gd name="T7" fmla="*/ 0 h 146"/>
                <a:gd name="T8" fmla="*/ 66 w 189"/>
                <a:gd name="T9" fmla="*/ 16 h 146"/>
                <a:gd name="T10" fmla="*/ 58 w 189"/>
                <a:gd name="T11" fmla="*/ 24 h 146"/>
                <a:gd name="T12" fmla="*/ 48 w 189"/>
                <a:gd name="T13" fmla="*/ 19 h 146"/>
                <a:gd name="T14" fmla="*/ 31 w 189"/>
                <a:gd name="T15" fmla="*/ 25 h 146"/>
                <a:gd name="T16" fmla="*/ 10 w 189"/>
                <a:gd name="T17" fmla="*/ 11 h 146"/>
                <a:gd name="T18" fmla="*/ 2 w 189"/>
                <a:gd name="T19" fmla="*/ 17 h 146"/>
                <a:gd name="T20" fmla="*/ 2 w 189"/>
                <a:gd name="T21" fmla="*/ 18 h 146"/>
                <a:gd name="T22" fmla="*/ 0 w 189"/>
                <a:gd name="T23" fmla="*/ 20 h 146"/>
                <a:gd name="T24" fmla="*/ 4 w 189"/>
                <a:gd name="T25" fmla="*/ 21 h 146"/>
                <a:gd name="T26" fmla="*/ 5 w 189"/>
                <a:gd name="T27" fmla="*/ 21 h 146"/>
                <a:gd name="T28" fmla="*/ 34 w 189"/>
                <a:gd name="T29" fmla="*/ 43 h 146"/>
                <a:gd name="T30" fmla="*/ 62 w 189"/>
                <a:gd name="T31" fmla="*/ 75 h 146"/>
                <a:gd name="T32" fmla="*/ 90 w 189"/>
                <a:gd name="T33" fmla="*/ 72 h 146"/>
                <a:gd name="T34" fmla="*/ 91 w 189"/>
                <a:gd name="T35" fmla="*/ 71 h 146"/>
                <a:gd name="T36" fmla="*/ 99 w 189"/>
                <a:gd name="T37" fmla="*/ 73 h 146"/>
                <a:gd name="T38" fmla="*/ 100 w 189"/>
                <a:gd name="T39" fmla="*/ 75 h 146"/>
                <a:gd name="T40" fmla="*/ 93 w 189"/>
                <a:gd name="T41" fmla="*/ 93 h 146"/>
                <a:gd name="T42" fmla="*/ 84 w 189"/>
                <a:gd name="T43" fmla="*/ 93 h 146"/>
                <a:gd name="T44" fmla="*/ 74 w 189"/>
                <a:gd name="T45" fmla="*/ 117 h 146"/>
                <a:gd name="T46" fmla="*/ 89 w 189"/>
                <a:gd name="T47" fmla="*/ 127 h 146"/>
                <a:gd name="T48" fmla="*/ 93 w 189"/>
                <a:gd name="T49" fmla="*/ 133 h 146"/>
                <a:gd name="T50" fmla="*/ 100 w 189"/>
                <a:gd name="T51" fmla="*/ 133 h 146"/>
                <a:gd name="T52" fmla="*/ 115 w 189"/>
                <a:gd name="T53" fmla="*/ 139 h 146"/>
                <a:gd name="T54" fmla="*/ 118 w 189"/>
                <a:gd name="T55" fmla="*/ 143 h 146"/>
                <a:gd name="T56" fmla="*/ 132 w 189"/>
                <a:gd name="T57" fmla="*/ 144 h 146"/>
                <a:gd name="T58" fmla="*/ 152 w 189"/>
                <a:gd name="T59" fmla="*/ 143 h 146"/>
                <a:gd name="T60" fmla="*/ 159 w 189"/>
                <a:gd name="T61" fmla="*/ 139 h 146"/>
                <a:gd name="T62" fmla="*/ 158 w 189"/>
                <a:gd name="T63" fmla="*/ 131 h 146"/>
                <a:gd name="T64" fmla="*/ 162 w 189"/>
                <a:gd name="T65" fmla="*/ 119 h 146"/>
                <a:gd name="T66" fmla="*/ 170 w 189"/>
                <a:gd name="T67" fmla="*/ 111 h 146"/>
                <a:gd name="T68" fmla="*/ 186 w 189"/>
                <a:gd name="T69" fmla="*/ 111 h 146"/>
                <a:gd name="T70" fmla="*/ 181 w 189"/>
                <a:gd name="T71" fmla="*/ 98 h 146"/>
                <a:gd name="T72" fmla="*/ 174 w 189"/>
                <a:gd name="T73" fmla="*/ 97 h 146"/>
                <a:gd name="T74" fmla="*/ 174 w 189"/>
                <a:gd name="T75" fmla="*/ 97 h 146"/>
                <a:gd name="T76" fmla="*/ 156 w 189"/>
                <a:gd name="T77" fmla="*/ 86 h 146"/>
                <a:gd name="T78" fmla="*/ 147 w 189"/>
                <a:gd name="T79" fmla="*/ 83 h 146"/>
                <a:gd name="T80" fmla="*/ 132 w 189"/>
                <a:gd name="T81" fmla="*/ 4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9" h="146">
                  <a:moveTo>
                    <a:pt x="132" y="43"/>
                  </a:moveTo>
                  <a:cubicBezTo>
                    <a:pt x="128" y="39"/>
                    <a:pt x="124" y="33"/>
                    <a:pt x="120" y="23"/>
                  </a:cubicBezTo>
                  <a:cubicBezTo>
                    <a:pt x="109" y="23"/>
                    <a:pt x="102" y="21"/>
                    <a:pt x="99" y="17"/>
                  </a:cubicBezTo>
                  <a:cubicBezTo>
                    <a:pt x="96" y="13"/>
                    <a:pt x="92" y="11"/>
                    <a:pt x="85" y="9"/>
                  </a:cubicBezTo>
                  <a:cubicBezTo>
                    <a:pt x="83" y="8"/>
                    <a:pt x="83" y="8"/>
                    <a:pt x="83" y="8"/>
                  </a:cubicBezTo>
                  <a:cubicBezTo>
                    <a:pt x="85" y="1"/>
                    <a:pt x="85" y="1"/>
                    <a:pt x="85" y="1"/>
                  </a:cubicBezTo>
                  <a:cubicBezTo>
                    <a:pt x="84" y="1"/>
                    <a:pt x="84" y="1"/>
                    <a:pt x="84" y="1"/>
                  </a:cubicBezTo>
                  <a:cubicBezTo>
                    <a:pt x="82" y="0"/>
                    <a:pt x="82" y="0"/>
                    <a:pt x="82" y="0"/>
                  </a:cubicBezTo>
                  <a:cubicBezTo>
                    <a:pt x="77" y="3"/>
                    <a:pt x="74" y="5"/>
                    <a:pt x="72" y="8"/>
                  </a:cubicBezTo>
                  <a:cubicBezTo>
                    <a:pt x="71" y="11"/>
                    <a:pt x="69" y="14"/>
                    <a:pt x="66" y="16"/>
                  </a:cubicBezTo>
                  <a:cubicBezTo>
                    <a:pt x="64" y="23"/>
                    <a:pt x="62" y="26"/>
                    <a:pt x="60" y="26"/>
                  </a:cubicBezTo>
                  <a:cubicBezTo>
                    <a:pt x="59" y="26"/>
                    <a:pt x="58" y="25"/>
                    <a:pt x="58" y="24"/>
                  </a:cubicBezTo>
                  <a:cubicBezTo>
                    <a:pt x="54" y="21"/>
                    <a:pt x="54" y="21"/>
                    <a:pt x="54" y="21"/>
                  </a:cubicBezTo>
                  <a:cubicBezTo>
                    <a:pt x="52" y="20"/>
                    <a:pt x="50" y="19"/>
                    <a:pt x="48" y="19"/>
                  </a:cubicBezTo>
                  <a:cubicBezTo>
                    <a:pt x="44" y="20"/>
                    <a:pt x="44" y="20"/>
                    <a:pt x="44" y="20"/>
                  </a:cubicBezTo>
                  <a:cubicBezTo>
                    <a:pt x="41" y="23"/>
                    <a:pt x="37" y="25"/>
                    <a:pt x="31" y="25"/>
                  </a:cubicBezTo>
                  <a:cubicBezTo>
                    <a:pt x="16" y="25"/>
                    <a:pt x="16" y="25"/>
                    <a:pt x="16" y="25"/>
                  </a:cubicBezTo>
                  <a:cubicBezTo>
                    <a:pt x="11" y="22"/>
                    <a:pt x="9" y="17"/>
                    <a:pt x="10" y="11"/>
                  </a:cubicBezTo>
                  <a:cubicBezTo>
                    <a:pt x="4" y="9"/>
                    <a:pt x="4" y="9"/>
                    <a:pt x="4" y="9"/>
                  </a:cubicBezTo>
                  <a:cubicBezTo>
                    <a:pt x="2" y="17"/>
                    <a:pt x="2" y="17"/>
                    <a:pt x="2" y="17"/>
                  </a:cubicBezTo>
                  <a:cubicBezTo>
                    <a:pt x="2" y="17"/>
                    <a:pt x="2" y="17"/>
                    <a:pt x="2" y="17"/>
                  </a:cubicBezTo>
                  <a:cubicBezTo>
                    <a:pt x="2" y="18"/>
                    <a:pt x="2" y="18"/>
                    <a:pt x="2" y="18"/>
                  </a:cubicBezTo>
                  <a:cubicBezTo>
                    <a:pt x="1" y="18"/>
                    <a:pt x="1" y="18"/>
                    <a:pt x="1" y="18"/>
                  </a:cubicBezTo>
                  <a:cubicBezTo>
                    <a:pt x="0" y="20"/>
                    <a:pt x="0" y="20"/>
                    <a:pt x="0" y="20"/>
                  </a:cubicBezTo>
                  <a:cubicBezTo>
                    <a:pt x="4" y="21"/>
                    <a:pt x="4" y="21"/>
                    <a:pt x="4" y="21"/>
                  </a:cubicBezTo>
                  <a:cubicBezTo>
                    <a:pt x="4" y="21"/>
                    <a:pt x="4" y="21"/>
                    <a:pt x="4" y="21"/>
                  </a:cubicBezTo>
                  <a:cubicBezTo>
                    <a:pt x="5" y="21"/>
                    <a:pt x="5" y="21"/>
                    <a:pt x="5" y="21"/>
                  </a:cubicBezTo>
                  <a:cubicBezTo>
                    <a:pt x="5" y="21"/>
                    <a:pt x="5" y="21"/>
                    <a:pt x="5" y="21"/>
                  </a:cubicBezTo>
                  <a:cubicBezTo>
                    <a:pt x="12" y="31"/>
                    <a:pt x="17" y="37"/>
                    <a:pt x="20" y="38"/>
                  </a:cubicBezTo>
                  <a:cubicBezTo>
                    <a:pt x="21" y="39"/>
                    <a:pt x="26" y="41"/>
                    <a:pt x="34" y="43"/>
                  </a:cubicBezTo>
                  <a:cubicBezTo>
                    <a:pt x="49" y="48"/>
                    <a:pt x="49" y="48"/>
                    <a:pt x="49" y="48"/>
                  </a:cubicBezTo>
                  <a:cubicBezTo>
                    <a:pt x="53" y="50"/>
                    <a:pt x="58" y="59"/>
                    <a:pt x="62" y="75"/>
                  </a:cubicBezTo>
                  <a:cubicBezTo>
                    <a:pt x="69" y="79"/>
                    <a:pt x="73" y="81"/>
                    <a:pt x="76" y="81"/>
                  </a:cubicBezTo>
                  <a:cubicBezTo>
                    <a:pt x="78" y="79"/>
                    <a:pt x="83" y="77"/>
                    <a:pt x="90" y="72"/>
                  </a:cubicBezTo>
                  <a:cubicBezTo>
                    <a:pt x="90" y="72"/>
                    <a:pt x="90" y="72"/>
                    <a:pt x="90" y="72"/>
                  </a:cubicBezTo>
                  <a:cubicBezTo>
                    <a:pt x="91" y="71"/>
                    <a:pt x="91" y="71"/>
                    <a:pt x="91" y="71"/>
                  </a:cubicBezTo>
                  <a:cubicBezTo>
                    <a:pt x="92" y="72"/>
                    <a:pt x="92" y="72"/>
                    <a:pt x="92" y="72"/>
                  </a:cubicBezTo>
                  <a:cubicBezTo>
                    <a:pt x="99" y="73"/>
                    <a:pt x="99" y="73"/>
                    <a:pt x="99" y="73"/>
                  </a:cubicBezTo>
                  <a:cubicBezTo>
                    <a:pt x="100" y="73"/>
                    <a:pt x="100" y="73"/>
                    <a:pt x="100" y="73"/>
                  </a:cubicBezTo>
                  <a:cubicBezTo>
                    <a:pt x="100" y="75"/>
                    <a:pt x="100" y="75"/>
                    <a:pt x="100" y="75"/>
                  </a:cubicBezTo>
                  <a:cubicBezTo>
                    <a:pt x="99" y="76"/>
                    <a:pt x="99" y="76"/>
                    <a:pt x="99" y="76"/>
                  </a:cubicBezTo>
                  <a:cubicBezTo>
                    <a:pt x="97" y="85"/>
                    <a:pt x="95" y="91"/>
                    <a:pt x="93" y="93"/>
                  </a:cubicBezTo>
                  <a:cubicBezTo>
                    <a:pt x="84" y="93"/>
                    <a:pt x="84" y="93"/>
                    <a:pt x="84" y="93"/>
                  </a:cubicBezTo>
                  <a:cubicBezTo>
                    <a:pt x="84" y="93"/>
                    <a:pt x="84" y="93"/>
                    <a:pt x="84" y="93"/>
                  </a:cubicBezTo>
                  <a:cubicBezTo>
                    <a:pt x="84" y="97"/>
                    <a:pt x="81" y="103"/>
                    <a:pt x="76" y="111"/>
                  </a:cubicBezTo>
                  <a:cubicBezTo>
                    <a:pt x="74" y="113"/>
                    <a:pt x="74" y="115"/>
                    <a:pt x="74" y="117"/>
                  </a:cubicBezTo>
                  <a:cubicBezTo>
                    <a:pt x="83" y="123"/>
                    <a:pt x="83" y="123"/>
                    <a:pt x="83" y="123"/>
                  </a:cubicBezTo>
                  <a:cubicBezTo>
                    <a:pt x="85" y="126"/>
                    <a:pt x="87" y="127"/>
                    <a:pt x="89" y="127"/>
                  </a:cubicBezTo>
                  <a:cubicBezTo>
                    <a:pt x="91" y="127"/>
                    <a:pt x="91" y="127"/>
                    <a:pt x="91" y="127"/>
                  </a:cubicBezTo>
                  <a:cubicBezTo>
                    <a:pt x="93" y="133"/>
                    <a:pt x="93" y="133"/>
                    <a:pt x="93" y="133"/>
                  </a:cubicBezTo>
                  <a:cubicBezTo>
                    <a:pt x="97" y="135"/>
                    <a:pt x="97" y="135"/>
                    <a:pt x="97" y="135"/>
                  </a:cubicBezTo>
                  <a:cubicBezTo>
                    <a:pt x="100" y="133"/>
                    <a:pt x="100" y="133"/>
                    <a:pt x="100" y="133"/>
                  </a:cubicBezTo>
                  <a:cubicBezTo>
                    <a:pt x="101" y="131"/>
                    <a:pt x="102" y="131"/>
                    <a:pt x="104" y="131"/>
                  </a:cubicBezTo>
                  <a:cubicBezTo>
                    <a:pt x="108" y="131"/>
                    <a:pt x="111" y="133"/>
                    <a:pt x="115" y="139"/>
                  </a:cubicBezTo>
                  <a:cubicBezTo>
                    <a:pt x="115" y="139"/>
                    <a:pt x="115" y="139"/>
                    <a:pt x="115" y="139"/>
                  </a:cubicBezTo>
                  <a:cubicBezTo>
                    <a:pt x="118" y="143"/>
                    <a:pt x="118" y="143"/>
                    <a:pt x="118" y="143"/>
                  </a:cubicBezTo>
                  <a:cubicBezTo>
                    <a:pt x="119" y="143"/>
                    <a:pt x="119" y="143"/>
                    <a:pt x="119" y="143"/>
                  </a:cubicBezTo>
                  <a:cubicBezTo>
                    <a:pt x="121" y="141"/>
                    <a:pt x="126" y="142"/>
                    <a:pt x="132" y="144"/>
                  </a:cubicBezTo>
                  <a:cubicBezTo>
                    <a:pt x="142" y="146"/>
                    <a:pt x="142" y="146"/>
                    <a:pt x="142" y="146"/>
                  </a:cubicBezTo>
                  <a:cubicBezTo>
                    <a:pt x="152" y="143"/>
                    <a:pt x="152" y="143"/>
                    <a:pt x="152" y="143"/>
                  </a:cubicBezTo>
                  <a:cubicBezTo>
                    <a:pt x="156" y="141"/>
                    <a:pt x="156" y="141"/>
                    <a:pt x="156" y="141"/>
                  </a:cubicBezTo>
                  <a:cubicBezTo>
                    <a:pt x="159" y="139"/>
                    <a:pt x="159" y="139"/>
                    <a:pt x="159" y="139"/>
                  </a:cubicBezTo>
                  <a:cubicBezTo>
                    <a:pt x="156" y="136"/>
                    <a:pt x="156" y="136"/>
                    <a:pt x="156" y="136"/>
                  </a:cubicBezTo>
                  <a:cubicBezTo>
                    <a:pt x="156" y="135"/>
                    <a:pt x="156" y="133"/>
                    <a:pt x="158" y="131"/>
                  </a:cubicBezTo>
                  <a:cubicBezTo>
                    <a:pt x="161" y="129"/>
                    <a:pt x="162" y="127"/>
                    <a:pt x="162" y="124"/>
                  </a:cubicBezTo>
                  <a:cubicBezTo>
                    <a:pt x="162" y="119"/>
                    <a:pt x="162" y="119"/>
                    <a:pt x="162" y="119"/>
                  </a:cubicBezTo>
                  <a:cubicBezTo>
                    <a:pt x="162" y="117"/>
                    <a:pt x="162" y="115"/>
                    <a:pt x="163" y="115"/>
                  </a:cubicBezTo>
                  <a:cubicBezTo>
                    <a:pt x="164" y="113"/>
                    <a:pt x="166" y="112"/>
                    <a:pt x="170" y="111"/>
                  </a:cubicBezTo>
                  <a:cubicBezTo>
                    <a:pt x="175" y="111"/>
                    <a:pt x="181" y="113"/>
                    <a:pt x="189" y="119"/>
                  </a:cubicBezTo>
                  <a:cubicBezTo>
                    <a:pt x="186" y="111"/>
                    <a:pt x="186" y="111"/>
                    <a:pt x="186" y="111"/>
                  </a:cubicBezTo>
                  <a:cubicBezTo>
                    <a:pt x="182" y="105"/>
                    <a:pt x="182" y="105"/>
                    <a:pt x="182" y="105"/>
                  </a:cubicBezTo>
                  <a:cubicBezTo>
                    <a:pt x="181" y="98"/>
                    <a:pt x="181" y="98"/>
                    <a:pt x="181" y="98"/>
                  </a:cubicBezTo>
                  <a:cubicBezTo>
                    <a:pt x="174" y="97"/>
                    <a:pt x="174" y="97"/>
                    <a:pt x="174" y="97"/>
                  </a:cubicBezTo>
                  <a:cubicBezTo>
                    <a:pt x="174" y="97"/>
                    <a:pt x="174" y="97"/>
                    <a:pt x="174" y="97"/>
                  </a:cubicBezTo>
                  <a:cubicBezTo>
                    <a:pt x="174" y="97"/>
                    <a:pt x="174" y="97"/>
                    <a:pt x="174" y="97"/>
                  </a:cubicBezTo>
                  <a:cubicBezTo>
                    <a:pt x="174" y="97"/>
                    <a:pt x="174" y="97"/>
                    <a:pt x="174" y="97"/>
                  </a:cubicBezTo>
                  <a:cubicBezTo>
                    <a:pt x="174" y="97"/>
                    <a:pt x="174" y="97"/>
                    <a:pt x="174" y="97"/>
                  </a:cubicBezTo>
                  <a:cubicBezTo>
                    <a:pt x="156" y="86"/>
                    <a:pt x="156" y="86"/>
                    <a:pt x="156" y="86"/>
                  </a:cubicBezTo>
                  <a:cubicBezTo>
                    <a:pt x="147" y="85"/>
                    <a:pt x="147" y="85"/>
                    <a:pt x="147" y="85"/>
                  </a:cubicBezTo>
                  <a:cubicBezTo>
                    <a:pt x="147" y="83"/>
                    <a:pt x="147" y="83"/>
                    <a:pt x="147" y="83"/>
                  </a:cubicBezTo>
                  <a:cubicBezTo>
                    <a:pt x="146" y="73"/>
                    <a:pt x="146" y="73"/>
                    <a:pt x="146" y="73"/>
                  </a:cubicBezTo>
                  <a:cubicBezTo>
                    <a:pt x="140" y="57"/>
                    <a:pt x="136" y="46"/>
                    <a:pt x="132" y="43"/>
                  </a:cubicBezTo>
                  <a:close/>
                </a:path>
              </a:pathLst>
            </a:custGeom>
            <a:solidFill>
              <a:schemeClr val="accent3"/>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
            <p:cNvSpPr>
              <a:spLocks/>
            </p:cNvSpPr>
            <p:nvPr/>
          </p:nvSpPr>
          <p:spPr bwMode="auto">
            <a:xfrm>
              <a:off x="4700588" y="2557115"/>
              <a:ext cx="660400" cy="942975"/>
            </a:xfrm>
            <a:custGeom>
              <a:avLst/>
              <a:gdLst>
                <a:gd name="T0" fmla="*/ 158 w 176"/>
                <a:gd name="T1" fmla="*/ 74 h 251"/>
                <a:gd name="T2" fmla="*/ 140 w 176"/>
                <a:gd name="T3" fmla="*/ 69 h 251"/>
                <a:gd name="T4" fmla="*/ 139 w 176"/>
                <a:gd name="T5" fmla="*/ 52 h 251"/>
                <a:gd name="T6" fmla="*/ 134 w 176"/>
                <a:gd name="T7" fmla="*/ 46 h 251"/>
                <a:gd name="T8" fmla="*/ 117 w 176"/>
                <a:gd name="T9" fmla="*/ 38 h 251"/>
                <a:gd name="T10" fmla="*/ 117 w 176"/>
                <a:gd name="T11" fmla="*/ 24 h 251"/>
                <a:gd name="T12" fmla="*/ 113 w 176"/>
                <a:gd name="T13" fmla="*/ 20 h 251"/>
                <a:gd name="T14" fmla="*/ 105 w 176"/>
                <a:gd name="T15" fmla="*/ 15 h 251"/>
                <a:gd name="T16" fmla="*/ 100 w 176"/>
                <a:gd name="T17" fmla="*/ 0 h 251"/>
                <a:gd name="T18" fmla="*/ 89 w 176"/>
                <a:gd name="T19" fmla="*/ 8 h 251"/>
                <a:gd name="T20" fmla="*/ 78 w 176"/>
                <a:gd name="T21" fmla="*/ 24 h 251"/>
                <a:gd name="T22" fmla="*/ 71 w 176"/>
                <a:gd name="T23" fmla="*/ 33 h 251"/>
                <a:gd name="T24" fmla="*/ 59 w 176"/>
                <a:gd name="T25" fmla="*/ 39 h 251"/>
                <a:gd name="T26" fmla="*/ 45 w 176"/>
                <a:gd name="T27" fmla="*/ 39 h 251"/>
                <a:gd name="T28" fmla="*/ 32 w 176"/>
                <a:gd name="T29" fmla="*/ 50 h 251"/>
                <a:gd name="T30" fmla="*/ 24 w 176"/>
                <a:gd name="T31" fmla="*/ 45 h 251"/>
                <a:gd name="T32" fmla="*/ 17 w 176"/>
                <a:gd name="T33" fmla="*/ 32 h 251"/>
                <a:gd name="T34" fmla="*/ 8 w 176"/>
                <a:gd name="T35" fmla="*/ 48 h 251"/>
                <a:gd name="T36" fmla="*/ 7 w 176"/>
                <a:gd name="T37" fmla="*/ 48 h 251"/>
                <a:gd name="T38" fmla="*/ 15 w 176"/>
                <a:gd name="T39" fmla="*/ 84 h 251"/>
                <a:gd name="T40" fmla="*/ 18 w 176"/>
                <a:gd name="T41" fmla="*/ 94 h 251"/>
                <a:gd name="T42" fmla="*/ 6 w 176"/>
                <a:gd name="T43" fmla="*/ 100 h 251"/>
                <a:gd name="T44" fmla="*/ 24 w 176"/>
                <a:gd name="T45" fmla="*/ 120 h 251"/>
                <a:gd name="T46" fmla="*/ 24 w 176"/>
                <a:gd name="T47" fmla="*/ 120 h 251"/>
                <a:gd name="T48" fmla="*/ 19 w 176"/>
                <a:gd name="T49" fmla="*/ 140 h 251"/>
                <a:gd name="T50" fmla="*/ 8 w 176"/>
                <a:gd name="T51" fmla="*/ 147 h 251"/>
                <a:gd name="T52" fmla="*/ 18 w 176"/>
                <a:gd name="T53" fmla="*/ 179 h 251"/>
                <a:gd name="T54" fmla="*/ 24 w 176"/>
                <a:gd name="T55" fmla="*/ 189 h 251"/>
                <a:gd name="T56" fmla="*/ 16 w 176"/>
                <a:gd name="T57" fmla="*/ 208 h 251"/>
                <a:gd name="T58" fmla="*/ 10 w 176"/>
                <a:gd name="T59" fmla="*/ 225 h 251"/>
                <a:gd name="T60" fmla="*/ 11 w 176"/>
                <a:gd name="T61" fmla="*/ 238 h 251"/>
                <a:gd name="T62" fmla="*/ 13 w 176"/>
                <a:gd name="T63" fmla="*/ 241 h 251"/>
                <a:gd name="T64" fmla="*/ 14 w 176"/>
                <a:gd name="T65" fmla="*/ 244 h 251"/>
                <a:gd name="T66" fmla="*/ 14 w 176"/>
                <a:gd name="T67" fmla="*/ 244 h 251"/>
                <a:gd name="T68" fmla="*/ 47 w 176"/>
                <a:gd name="T69" fmla="*/ 248 h 251"/>
                <a:gd name="T70" fmla="*/ 56 w 176"/>
                <a:gd name="T71" fmla="*/ 232 h 251"/>
                <a:gd name="T72" fmla="*/ 104 w 176"/>
                <a:gd name="T73" fmla="*/ 176 h 251"/>
                <a:gd name="T74" fmla="*/ 125 w 176"/>
                <a:gd name="T75" fmla="*/ 164 h 251"/>
                <a:gd name="T76" fmla="*/ 117 w 176"/>
                <a:gd name="T77" fmla="*/ 156 h 251"/>
                <a:gd name="T78" fmla="*/ 115 w 176"/>
                <a:gd name="T79" fmla="*/ 147 h 251"/>
                <a:gd name="T80" fmla="*/ 87 w 176"/>
                <a:gd name="T81" fmla="*/ 119 h 251"/>
                <a:gd name="T82" fmla="*/ 61 w 176"/>
                <a:gd name="T83" fmla="*/ 114 h 251"/>
                <a:gd name="T84" fmla="*/ 51 w 176"/>
                <a:gd name="T85" fmla="*/ 100 h 251"/>
                <a:gd name="T86" fmla="*/ 67 w 176"/>
                <a:gd name="T87" fmla="*/ 74 h 251"/>
                <a:gd name="T88" fmla="*/ 71 w 176"/>
                <a:gd name="T89" fmla="*/ 61 h 251"/>
                <a:gd name="T90" fmla="*/ 104 w 176"/>
                <a:gd name="T91" fmla="*/ 67 h 251"/>
                <a:gd name="T92" fmla="*/ 101 w 176"/>
                <a:gd name="T93" fmla="*/ 80 h 251"/>
                <a:gd name="T94" fmla="*/ 120 w 176"/>
                <a:gd name="T95" fmla="*/ 95 h 251"/>
                <a:gd name="T96" fmla="*/ 150 w 176"/>
                <a:gd name="T97" fmla="*/ 122 h 251"/>
                <a:gd name="T98" fmla="*/ 166 w 176"/>
                <a:gd name="T99" fmla="*/ 102 h 251"/>
                <a:gd name="T100" fmla="*/ 168 w 176"/>
                <a:gd name="T101" fmla="*/ 92 h 251"/>
                <a:gd name="T102" fmla="*/ 175 w 176"/>
                <a:gd name="T103" fmla="*/ 87 h 251"/>
                <a:gd name="T104" fmla="*/ 163 w 176"/>
                <a:gd name="T105" fmla="*/ 7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6" h="251">
                  <a:moveTo>
                    <a:pt x="162" y="76"/>
                  </a:moveTo>
                  <a:cubicBezTo>
                    <a:pt x="159" y="74"/>
                    <a:pt x="159" y="74"/>
                    <a:pt x="159" y="74"/>
                  </a:cubicBezTo>
                  <a:cubicBezTo>
                    <a:pt x="159" y="74"/>
                    <a:pt x="159" y="74"/>
                    <a:pt x="159" y="74"/>
                  </a:cubicBezTo>
                  <a:cubicBezTo>
                    <a:pt x="158" y="74"/>
                    <a:pt x="158" y="74"/>
                    <a:pt x="158" y="74"/>
                  </a:cubicBezTo>
                  <a:cubicBezTo>
                    <a:pt x="156" y="72"/>
                    <a:pt x="156" y="72"/>
                    <a:pt x="156" y="72"/>
                  </a:cubicBezTo>
                  <a:cubicBezTo>
                    <a:pt x="145" y="68"/>
                    <a:pt x="145" y="68"/>
                    <a:pt x="145" y="68"/>
                  </a:cubicBezTo>
                  <a:cubicBezTo>
                    <a:pt x="142" y="68"/>
                    <a:pt x="142" y="68"/>
                    <a:pt x="142" y="68"/>
                  </a:cubicBezTo>
                  <a:cubicBezTo>
                    <a:pt x="140" y="69"/>
                    <a:pt x="140" y="69"/>
                    <a:pt x="140" y="69"/>
                  </a:cubicBezTo>
                  <a:cubicBezTo>
                    <a:pt x="135" y="61"/>
                    <a:pt x="135" y="61"/>
                    <a:pt x="135" y="61"/>
                  </a:cubicBezTo>
                  <a:cubicBezTo>
                    <a:pt x="136" y="60"/>
                    <a:pt x="136" y="60"/>
                    <a:pt x="136" y="60"/>
                  </a:cubicBezTo>
                  <a:cubicBezTo>
                    <a:pt x="139" y="56"/>
                    <a:pt x="139" y="56"/>
                    <a:pt x="139" y="56"/>
                  </a:cubicBezTo>
                  <a:cubicBezTo>
                    <a:pt x="139" y="52"/>
                    <a:pt x="139" y="52"/>
                    <a:pt x="139" y="52"/>
                  </a:cubicBezTo>
                  <a:cubicBezTo>
                    <a:pt x="139" y="51"/>
                    <a:pt x="139" y="51"/>
                    <a:pt x="139" y="51"/>
                  </a:cubicBezTo>
                  <a:cubicBezTo>
                    <a:pt x="141" y="48"/>
                    <a:pt x="141" y="48"/>
                    <a:pt x="141" y="48"/>
                  </a:cubicBezTo>
                  <a:cubicBezTo>
                    <a:pt x="140" y="47"/>
                    <a:pt x="140" y="47"/>
                    <a:pt x="140" y="47"/>
                  </a:cubicBezTo>
                  <a:cubicBezTo>
                    <a:pt x="134" y="46"/>
                    <a:pt x="134" y="46"/>
                    <a:pt x="134" y="46"/>
                  </a:cubicBezTo>
                  <a:cubicBezTo>
                    <a:pt x="134" y="46"/>
                    <a:pt x="134" y="46"/>
                    <a:pt x="134" y="46"/>
                  </a:cubicBezTo>
                  <a:cubicBezTo>
                    <a:pt x="123" y="44"/>
                    <a:pt x="123" y="44"/>
                    <a:pt x="123" y="44"/>
                  </a:cubicBezTo>
                  <a:cubicBezTo>
                    <a:pt x="123" y="44"/>
                    <a:pt x="123" y="44"/>
                    <a:pt x="123" y="44"/>
                  </a:cubicBezTo>
                  <a:cubicBezTo>
                    <a:pt x="117" y="38"/>
                    <a:pt x="117" y="38"/>
                    <a:pt x="117" y="38"/>
                  </a:cubicBezTo>
                  <a:cubicBezTo>
                    <a:pt x="117" y="38"/>
                    <a:pt x="117" y="38"/>
                    <a:pt x="117" y="38"/>
                  </a:cubicBezTo>
                  <a:cubicBezTo>
                    <a:pt x="115" y="34"/>
                    <a:pt x="115" y="34"/>
                    <a:pt x="115" y="34"/>
                  </a:cubicBezTo>
                  <a:cubicBezTo>
                    <a:pt x="114" y="32"/>
                    <a:pt x="114" y="32"/>
                    <a:pt x="114" y="32"/>
                  </a:cubicBezTo>
                  <a:cubicBezTo>
                    <a:pt x="117" y="24"/>
                    <a:pt x="117" y="24"/>
                    <a:pt x="117" y="24"/>
                  </a:cubicBezTo>
                  <a:cubicBezTo>
                    <a:pt x="117" y="18"/>
                    <a:pt x="117" y="18"/>
                    <a:pt x="117" y="18"/>
                  </a:cubicBezTo>
                  <a:cubicBezTo>
                    <a:pt x="117" y="16"/>
                    <a:pt x="117" y="16"/>
                    <a:pt x="117" y="16"/>
                  </a:cubicBezTo>
                  <a:cubicBezTo>
                    <a:pt x="114" y="20"/>
                    <a:pt x="114" y="20"/>
                    <a:pt x="114" y="20"/>
                  </a:cubicBezTo>
                  <a:cubicBezTo>
                    <a:pt x="113" y="20"/>
                    <a:pt x="113" y="20"/>
                    <a:pt x="113" y="20"/>
                  </a:cubicBezTo>
                  <a:cubicBezTo>
                    <a:pt x="113" y="21"/>
                    <a:pt x="113" y="21"/>
                    <a:pt x="113" y="21"/>
                  </a:cubicBezTo>
                  <a:cubicBezTo>
                    <a:pt x="112" y="20"/>
                    <a:pt x="112" y="20"/>
                    <a:pt x="112" y="20"/>
                  </a:cubicBezTo>
                  <a:cubicBezTo>
                    <a:pt x="111" y="20"/>
                    <a:pt x="111" y="20"/>
                    <a:pt x="111" y="20"/>
                  </a:cubicBezTo>
                  <a:cubicBezTo>
                    <a:pt x="105" y="15"/>
                    <a:pt x="105" y="15"/>
                    <a:pt x="105" y="15"/>
                  </a:cubicBezTo>
                  <a:cubicBezTo>
                    <a:pt x="104" y="14"/>
                    <a:pt x="104" y="14"/>
                    <a:pt x="104" y="14"/>
                  </a:cubicBezTo>
                  <a:cubicBezTo>
                    <a:pt x="104" y="13"/>
                    <a:pt x="104" y="13"/>
                    <a:pt x="104" y="13"/>
                  </a:cubicBezTo>
                  <a:cubicBezTo>
                    <a:pt x="103" y="4"/>
                    <a:pt x="103" y="4"/>
                    <a:pt x="103" y="4"/>
                  </a:cubicBezTo>
                  <a:cubicBezTo>
                    <a:pt x="100" y="0"/>
                    <a:pt x="100" y="0"/>
                    <a:pt x="100" y="0"/>
                  </a:cubicBezTo>
                  <a:cubicBezTo>
                    <a:pt x="94" y="0"/>
                    <a:pt x="94" y="0"/>
                    <a:pt x="94" y="0"/>
                  </a:cubicBezTo>
                  <a:cubicBezTo>
                    <a:pt x="90" y="7"/>
                    <a:pt x="90" y="7"/>
                    <a:pt x="90" y="7"/>
                  </a:cubicBezTo>
                  <a:cubicBezTo>
                    <a:pt x="90" y="8"/>
                    <a:pt x="90" y="8"/>
                    <a:pt x="90" y="8"/>
                  </a:cubicBezTo>
                  <a:cubicBezTo>
                    <a:pt x="89" y="8"/>
                    <a:pt x="89" y="8"/>
                    <a:pt x="89" y="8"/>
                  </a:cubicBezTo>
                  <a:cubicBezTo>
                    <a:pt x="80" y="6"/>
                    <a:pt x="80" y="6"/>
                    <a:pt x="80" y="6"/>
                  </a:cubicBezTo>
                  <a:cubicBezTo>
                    <a:pt x="78" y="15"/>
                    <a:pt x="78" y="15"/>
                    <a:pt x="78" y="15"/>
                  </a:cubicBezTo>
                  <a:cubicBezTo>
                    <a:pt x="78" y="24"/>
                    <a:pt x="78" y="24"/>
                    <a:pt x="78" y="24"/>
                  </a:cubicBezTo>
                  <a:cubicBezTo>
                    <a:pt x="78" y="24"/>
                    <a:pt x="78" y="24"/>
                    <a:pt x="78" y="24"/>
                  </a:cubicBezTo>
                  <a:cubicBezTo>
                    <a:pt x="73" y="32"/>
                    <a:pt x="73" y="32"/>
                    <a:pt x="73" y="32"/>
                  </a:cubicBezTo>
                  <a:cubicBezTo>
                    <a:pt x="73" y="33"/>
                    <a:pt x="73" y="33"/>
                    <a:pt x="73" y="33"/>
                  </a:cubicBezTo>
                  <a:cubicBezTo>
                    <a:pt x="72" y="33"/>
                    <a:pt x="72" y="33"/>
                    <a:pt x="72" y="33"/>
                  </a:cubicBezTo>
                  <a:cubicBezTo>
                    <a:pt x="71" y="33"/>
                    <a:pt x="71" y="33"/>
                    <a:pt x="71" y="33"/>
                  </a:cubicBezTo>
                  <a:cubicBezTo>
                    <a:pt x="65" y="34"/>
                    <a:pt x="65" y="34"/>
                    <a:pt x="65" y="34"/>
                  </a:cubicBezTo>
                  <a:cubicBezTo>
                    <a:pt x="59" y="38"/>
                    <a:pt x="59" y="38"/>
                    <a:pt x="59" y="38"/>
                  </a:cubicBezTo>
                  <a:cubicBezTo>
                    <a:pt x="59" y="39"/>
                    <a:pt x="59" y="39"/>
                    <a:pt x="59" y="39"/>
                  </a:cubicBezTo>
                  <a:cubicBezTo>
                    <a:pt x="59" y="39"/>
                    <a:pt x="59" y="39"/>
                    <a:pt x="59" y="39"/>
                  </a:cubicBezTo>
                  <a:cubicBezTo>
                    <a:pt x="58" y="39"/>
                    <a:pt x="58" y="39"/>
                    <a:pt x="58" y="39"/>
                  </a:cubicBezTo>
                  <a:cubicBezTo>
                    <a:pt x="57" y="39"/>
                    <a:pt x="57" y="39"/>
                    <a:pt x="57" y="39"/>
                  </a:cubicBezTo>
                  <a:cubicBezTo>
                    <a:pt x="46" y="35"/>
                    <a:pt x="46" y="35"/>
                    <a:pt x="46" y="35"/>
                  </a:cubicBezTo>
                  <a:cubicBezTo>
                    <a:pt x="45" y="39"/>
                    <a:pt x="45" y="39"/>
                    <a:pt x="45" y="39"/>
                  </a:cubicBezTo>
                  <a:cubicBezTo>
                    <a:pt x="45" y="40"/>
                    <a:pt x="45" y="40"/>
                    <a:pt x="45" y="40"/>
                  </a:cubicBezTo>
                  <a:cubicBezTo>
                    <a:pt x="40" y="48"/>
                    <a:pt x="40" y="48"/>
                    <a:pt x="40" y="48"/>
                  </a:cubicBezTo>
                  <a:cubicBezTo>
                    <a:pt x="39" y="49"/>
                    <a:pt x="38" y="50"/>
                    <a:pt x="37" y="50"/>
                  </a:cubicBezTo>
                  <a:cubicBezTo>
                    <a:pt x="32" y="50"/>
                    <a:pt x="32" y="50"/>
                    <a:pt x="32" y="50"/>
                  </a:cubicBezTo>
                  <a:cubicBezTo>
                    <a:pt x="25" y="47"/>
                    <a:pt x="25" y="47"/>
                    <a:pt x="25" y="47"/>
                  </a:cubicBezTo>
                  <a:cubicBezTo>
                    <a:pt x="24" y="46"/>
                    <a:pt x="24" y="46"/>
                    <a:pt x="24" y="46"/>
                  </a:cubicBezTo>
                  <a:cubicBezTo>
                    <a:pt x="24" y="46"/>
                    <a:pt x="24" y="46"/>
                    <a:pt x="24" y="46"/>
                  </a:cubicBezTo>
                  <a:cubicBezTo>
                    <a:pt x="24" y="45"/>
                    <a:pt x="24" y="45"/>
                    <a:pt x="24" y="45"/>
                  </a:cubicBezTo>
                  <a:cubicBezTo>
                    <a:pt x="23" y="36"/>
                    <a:pt x="23" y="36"/>
                    <a:pt x="23" y="36"/>
                  </a:cubicBezTo>
                  <a:cubicBezTo>
                    <a:pt x="21" y="28"/>
                    <a:pt x="21" y="28"/>
                    <a:pt x="21" y="28"/>
                  </a:cubicBezTo>
                  <a:cubicBezTo>
                    <a:pt x="19" y="26"/>
                    <a:pt x="19" y="26"/>
                    <a:pt x="19" y="26"/>
                  </a:cubicBezTo>
                  <a:cubicBezTo>
                    <a:pt x="17" y="32"/>
                    <a:pt x="17" y="32"/>
                    <a:pt x="17" y="32"/>
                  </a:cubicBezTo>
                  <a:cubicBezTo>
                    <a:pt x="17" y="32"/>
                    <a:pt x="17" y="32"/>
                    <a:pt x="17" y="32"/>
                  </a:cubicBezTo>
                  <a:cubicBezTo>
                    <a:pt x="17" y="32"/>
                    <a:pt x="17" y="32"/>
                    <a:pt x="17" y="32"/>
                  </a:cubicBezTo>
                  <a:cubicBezTo>
                    <a:pt x="12" y="38"/>
                    <a:pt x="12" y="38"/>
                    <a:pt x="12" y="38"/>
                  </a:cubicBezTo>
                  <a:cubicBezTo>
                    <a:pt x="8" y="48"/>
                    <a:pt x="8" y="48"/>
                    <a:pt x="8" y="48"/>
                  </a:cubicBezTo>
                  <a:cubicBezTo>
                    <a:pt x="8" y="48"/>
                    <a:pt x="8" y="48"/>
                    <a:pt x="8" y="48"/>
                  </a:cubicBezTo>
                  <a:cubicBezTo>
                    <a:pt x="8" y="48"/>
                    <a:pt x="8" y="48"/>
                    <a:pt x="8" y="48"/>
                  </a:cubicBezTo>
                  <a:cubicBezTo>
                    <a:pt x="8" y="48"/>
                    <a:pt x="8" y="48"/>
                    <a:pt x="8" y="48"/>
                  </a:cubicBezTo>
                  <a:cubicBezTo>
                    <a:pt x="7" y="48"/>
                    <a:pt x="7" y="48"/>
                    <a:pt x="7" y="48"/>
                  </a:cubicBezTo>
                  <a:cubicBezTo>
                    <a:pt x="4" y="54"/>
                    <a:pt x="4" y="54"/>
                    <a:pt x="4" y="54"/>
                  </a:cubicBezTo>
                  <a:cubicBezTo>
                    <a:pt x="4" y="55"/>
                    <a:pt x="3" y="58"/>
                    <a:pt x="0" y="61"/>
                  </a:cubicBezTo>
                  <a:cubicBezTo>
                    <a:pt x="3" y="70"/>
                    <a:pt x="3" y="70"/>
                    <a:pt x="3" y="70"/>
                  </a:cubicBezTo>
                  <a:cubicBezTo>
                    <a:pt x="15" y="84"/>
                    <a:pt x="15" y="84"/>
                    <a:pt x="15" y="84"/>
                  </a:cubicBezTo>
                  <a:cubicBezTo>
                    <a:pt x="15" y="84"/>
                    <a:pt x="15" y="84"/>
                    <a:pt x="15" y="84"/>
                  </a:cubicBezTo>
                  <a:cubicBezTo>
                    <a:pt x="19" y="92"/>
                    <a:pt x="19" y="92"/>
                    <a:pt x="19" y="92"/>
                  </a:cubicBezTo>
                  <a:cubicBezTo>
                    <a:pt x="19" y="93"/>
                    <a:pt x="19" y="93"/>
                    <a:pt x="19" y="93"/>
                  </a:cubicBezTo>
                  <a:cubicBezTo>
                    <a:pt x="18" y="94"/>
                    <a:pt x="18" y="94"/>
                    <a:pt x="18" y="94"/>
                  </a:cubicBezTo>
                  <a:cubicBezTo>
                    <a:pt x="18" y="94"/>
                    <a:pt x="18" y="94"/>
                    <a:pt x="18" y="94"/>
                  </a:cubicBezTo>
                  <a:cubicBezTo>
                    <a:pt x="15" y="98"/>
                    <a:pt x="15" y="98"/>
                    <a:pt x="15" y="98"/>
                  </a:cubicBezTo>
                  <a:cubicBezTo>
                    <a:pt x="14" y="98"/>
                    <a:pt x="14" y="98"/>
                    <a:pt x="14" y="98"/>
                  </a:cubicBezTo>
                  <a:cubicBezTo>
                    <a:pt x="6" y="100"/>
                    <a:pt x="6" y="100"/>
                    <a:pt x="6" y="100"/>
                  </a:cubicBezTo>
                  <a:cubicBezTo>
                    <a:pt x="7" y="106"/>
                    <a:pt x="7" y="106"/>
                    <a:pt x="7" y="106"/>
                  </a:cubicBezTo>
                  <a:cubicBezTo>
                    <a:pt x="13" y="110"/>
                    <a:pt x="13" y="110"/>
                    <a:pt x="13" y="110"/>
                  </a:cubicBezTo>
                  <a:cubicBezTo>
                    <a:pt x="21" y="112"/>
                    <a:pt x="21" y="112"/>
                    <a:pt x="21" y="112"/>
                  </a:cubicBezTo>
                  <a:cubicBezTo>
                    <a:pt x="24" y="120"/>
                    <a:pt x="24" y="120"/>
                    <a:pt x="24" y="120"/>
                  </a:cubicBezTo>
                  <a:cubicBezTo>
                    <a:pt x="24" y="120"/>
                    <a:pt x="24" y="120"/>
                    <a:pt x="24" y="120"/>
                  </a:cubicBezTo>
                  <a:cubicBezTo>
                    <a:pt x="24" y="120"/>
                    <a:pt x="24" y="120"/>
                    <a:pt x="24" y="120"/>
                  </a:cubicBezTo>
                  <a:cubicBezTo>
                    <a:pt x="24" y="120"/>
                    <a:pt x="24" y="120"/>
                    <a:pt x="24" y="120"/>
                  </a:cubicBezTo>
                  <a:cubicBezTo>
                    <a:pt x="24" y="120"/>
                    <a:pt x="24" y="120"/>
                    <a:pt x="24" y="120"/>
                  </a:cubicBezTo>
                  <a:cubicBezTo>
                    <a:pt x="22" y="134"/>
                    <a:pt x="22" y="134"/>
                    <a:pt x="22" y="134"/>
                  </a:cubicBezTo>
                  <a:cubicBezTo>
                    <a:pt x="22" y="134"/>
                    <a:pt x="22" y="134"/>
                    <a:pt x="22" y="134"/>
                  </a:cubicBezTo>
                  <a:cubicBezTo>
                    <a:pt x="22" y="134"/>
                    <a:pt x="22" y="134"/>
                    <a:pt x="22" y="134"/>
                  </a:cubicBezTo>
                  <a:cubicBezTo>
                    <a:pt x="19" y="140"/>
                    <a:pt x="19" y="140"/>
                    <a:pt x="19" y="140"/>
                  </a:cubicBezTo>
                  <a:cubicBezTo>
                    <a:pt x="19" y="142"/>
                    <a:pt x="19" y="142"/>
                    <a:pt x="19" y="142"/>
                  </a:cubicBezTo>
                  <a:cubicBezTo>
                    <a:pt x="18" y="142"/>
                    <a:pt x="18" y="142"/>
                    <a:pt x="18" y="142"/>
                  </a:cubicBezTo>
                  <a:cubicBezTo>
                    <a:pt x="8" y="143"/>
                    <a:pt x="8" y="143"/>
                    <a:pt x="8" y="143"/>
                  </a:cubicBezTo>
                  <a:cubicBezTo>
                    <a:pt x="8" y="147"/>
                    <a:pt x="8" y="147"/>
                    <a:pt x="8" y="147"/>
                  </a:cubicBezTo>
                  <a:cubicBezTo>
                    <a:pt x="5" y="156"/>
                    <a:pt x="5" y="156"/>
                    <a:pt x="5" y="156"/>
                  </a:cubicBezTo>
                  <a:cubicBezTo>
                    <a:pt x="4" y="166"/>
                    <a:pt x="4" y="166"/>
                    <a:pt x="4" y="166"/>
                  </a:cubicBezTo>
                  <a:cubicBezTo>
                    <a:pt x="6" y="172"/>
                    <a:pt x="6" y="172"/>
                    <a:pt x="6" y="172"/>
                  </a:cubicBezTo>
                  <a:cubicBezTo>
                    <a:pt x="18" y="179"/>
                    <a:pt x="18" y="179"/>
                    <a:pt x="18" y="179"/>
                  </a:cubicBezTo>
                  <a:cubicBezTo>
                    <a:pt x="19" y="180"/>
                    <a:pt x="19" y="180"/>
                    <a:pt x="19" y="180"/>
                  </a:cubicBezTo>
                  <a:cubicBezTo>
                    <a:pt x="24" y="188"/>
                    <a:pt x="24" y="188"/>
                    <a:pt x="24" y="188"/>
                  </a:cubicBezTo>
                  <a:cubicBezTo>
                    <a:pt x="24" y="189"/>
                    <a:pt x="24" y="189"/>
                    <a:pt x="24" y="189"/>
                  </a:cubicBezTo>
                  <a:cubicBezTo>
                    <a:pt x="24" y="189"/>
                    <a:pt x="24" y="189"/>
                    <a:pt x="24" y="189"/>
                  </a:cubicBezTo>
                  <a:cubicBezTo>
                    <a:pt x="24" y="190"/>
                    <a:pt x="24" y="190"/>
                    <a:pt x="24" y="190"/>
                  </a:cubicBezTo>
                  <a:cubicBezTo>
                    <a:pt x="17" y="204"/>
                    <a:pt x="17" y="204"/>
                    <a:pt x="17" y="204"/>
                  </a:cubicBezTo>
                  <a:cubicBezTo>
                    <a:pt x="16" y="208"/>
                    <a:pt x="16" y="208"/>
                    <a:pt x="16" y="208"/>
                  </a:cubicBezTo>
                  <a:cubicBezTo>
                    <a:pt x="16" y="208"/>
                    <a:pt x="16" y="208"/>
                    <a:pt x="16" y="208"/>
                  </a:cubicBezTo>
                  <a:cubicBezTo>
                    <a:pt x="12" y="217"/>
                    <a:pt x="12" y="217"/>
                    <a:pt x="12" y="217"/>
                  </a:cubicBezTo>
                  <a:cubicBezTo>
                    <a:pt x="10" y="224"/>
                    <a:pt x="10" y="224"/>
                    <a:pt x="10" y="224"/>
                  </a:cubicBezTo>
                  <a:cubicBezTo>
                    <a:pt x="10" y="225"/>
                    <a:pt x="10" y="225"/>
                    <a:pt x="10" y="225"/>
                  </a:cubicBezTo>
                  <a:cubicBezTo>
                    <a:pt x="10" y="225"/>
                    <a:pt x="10" y="225"/>
                    <a:pt x="10" y="225"/>
                  </a:cubicBezTo>
                  <a:cubicBezTo>
                    <a:pt x="8" y="227"/>
                    <a:pt x="7" y="228"/>
                    <a:pt x="6" y="231"/>
                  </a:cubicBezTo>
                  <a:cubicBezTo>
                    <a:pt x="5" y="232"/>
                    <a:pt x="5" y="232"/>
                    <a:pt x="6" y="233"/>
                  </a:cubicBezTo>
                  <a:cubicBezTo>
                    <a:pt x="7" y="234"/>
                    <a:pt x="7" y="234"/>
                    <a:pt x="7" y="234"/>
                  </a:cubicBezTo>
                  <a:cubicBezTo>
                    <a:pt x="11" y="238"/>
                    <a:pt x="11" y="238"/>
                    <a:pt x="11" y="238"/>
                  </a:cubicBezTo>
                  <a:cubicBezTo>
                    <a:pt x="11" y="238"/>
                    <a:pt x="11" y="238"/>
                    <a:pt x="11" y="238"/>
                  </a:cubicBezTo>
                  <a:cubicBezTo>
                    <a:pt x="11" y="238"/>
                    <a:pt x="11" y="238"/>
                    <a:pt x="11" y="238"/>
                  </a:cubicBezTo>
                  <a:cubicBezTo>
                    <a:pt x="13" y="241"/>
                    <a:pt x="13" y="241"/>
                    <a:pt x="13" y="241"/>
                  </a:cubicBezTo>
                  <a:cubicBezTo>
                    <a:pt x="13" y="241"/>
                    <a:pt x="13" y="241"/>
                    <a:pt x="13" y="241"/>
                  </a:cubicBezTo>
                  <a:cubicBezTo>
                    <a:pt x="13" y="241"/>
                    <a:pt x="13" y="241"/>
                    <a:pt x="13" y="241"/>
                  </a:cubicBezTo>
                  <a:cubicBezTo>
                    <a:pt x="14" y="242"/>
                    <a:pt x="14" y="242"/>
                    <a:pt x="14" y="242"/>
                  </a:cubicBezTo>
                  <a:cubicBezTo>
                    <a:pt x="14" y="242"/>
                    <a:pt x="14" y="242"/>
                    <a:pt x="14" y="242"/>
                  </a:cubicBezTo>
                  <a:cubicBezTo>
                    <a:pt x="14" y="244"/>
                    <a:pt x="14" y="244"/>
                    <a:pt x="14" y="244"/>
                  </a:cubicBezTo>
                  <a:cubicBezTo>
                    <a:pt x="14" y="244"/>
                    <a:pt x="14" y="244"/>
                    <a:pt x="14" y="244"/>
                  </a:cubicBezTo>
                  <a:cubicBezTo>
                    <a:pt x="14" y="244"/>
                    <a:pt x="14" y="244"/>
                    <a:pt x="14" y="244"/>
                  </a:cubicBezTo>
                  <a:cubicBezTo>
                    <a:pt x="14" y="244"/>
                    <a:pt x="14" y="244"/>
                    <a:pt x="14" y="244"/>
                  </a:cubicBezTo>
                  <a:cubicBezTo>
                    <a:pt x="14" y="244"/>
                    <a:pt x="14" y="244"/>
                    <a:pt x="14" y="244"/>
                  </a:cubicBezTo>
                  <a:cubicBezTo>
                    <a:pt x="15" y="246"/>
                    <a:pt x="15" y="246"/>
                    <a:pt x="15" y="246"/>
                  </a:cubicBezTo>
                  <a:cubicBezTo>
                    <a:pt x="18" y="248"/>
                    <a:pt x="18" y="248"/>
                    <a:pt x="18" y="248"/>
                  </a:cubicBezTo>
                  <a:cubicBezTo>
                    <a:pt x="33" y="251"/>
                    <a:pt x="33" y="251"/>
                    <a:pt x="33" y="251"/>
                  </a:cubicBezTo>
                  <a:cubicBezTo>
                    <a:pt x="37" y="251"/>
                    <a:pt x="42" y="250"/>
                    <a:pt x="47" y="248"/>
                  </a:cubicBezTo>
                  <a:cubicBezTo>
                    <a:pt x="51" y="246"/>
                    <a:pt x="56" y="245"/>
                    <a:pt x="61" y="246"/>
                  </a:cubicBezTo>
                  <a:cubicBezTo>
                    <a:pt x="61" y="243"/>
                    <a:pt x="61" y="243"/>
                    <a:pt x="61" y="243"/>
                  </a:cubicBezTo>
                  <a:cubicBezTo>
                    <a:pt x="57" y="232"/>
                    <a:pt x="57" y="232"/>
                    <a:pt x="57" y="232"/>
                  </a:cubicBezTo>
                  <a:cubicBezTo>
                    <a:pt x="56" y="232"/>
                    <a:pt x="56" y="232"/>
                    <a:pt x="56" y="232"/>
                  </a:cubicBezTo>
                  <a:cubicBezTo>
                    <a:pt x="57" y="232"/>
                    <a:pt x="57" y="232"/>
                    <a:pt x="57" y="232"/>
                  </a:cubicBezTo>
                  <a:cubicBezTo>
                    <a:pt x="79" y="200"/>
                    <a:pt x="79" y="200"/>
                    <a:pt x="79" y="200"/>
                  </a:cubicBezTo>
                  <a:cubicBezTo>
                    <a:pt x="104" y="176"/>
                    <a:pt x="104" y="176"/>
                    <a:pt x="104" y="176"/>
                  </a:cubicBezTo>
                  <a:cubicBezTo>
                    <a:pt x="104" y="176"/>
                    <a:pt x="104" y="176"/>
                    <a:pt x="104" y="176"/>
                  </a:cubicBezTo>
                  <a:cubicBezTo>
                    <a:pt x="112" y="174"/>
                    <a:pt x="112" y="174"/>
                    <a:pt x="112" y="174"/>
                  </a:cubicBezTo>
                  <a:cubicBezTo>
                    <a:pt x="116" y="169"/>
                    <a:pt x="116" y="169"/>
                    <a:pt x="116" y="169"/>
                  </a:cubicBezTo>
                  <a:cubicBezTo>
                    <a:pt x="116" y="169"/>
                    <a:pt x="116" y="169"/>
                    <a:pt x="116" y="169"/>
                  </a:cubicBezTo>
                  <a:cubicBezTo>
                    <a:pt x="119" y="166"/>
                    <a:pt x="122" y="165"/>
                    <a:pt x="125" y="164"/>
                  </a:cubicBezTo>
                  <a:cubicBezTo>
                    <a:pt x="123" y="162"/>
                    <a:pt x="123" y="162"/>
                    <a:pt x="123" y="162"/>
                  </a:cubicBezTo>
                  <a:cubicBezTo>
                    <a:pt x="117" y="156"/>
                    <a:pt x="117" y="156"/>
                    <a:pt x="117" y="156"/>
                  </a:cubicBezTo>
                  <a:cubicBezTo>
                    <a:pt x="117" y="156"/>
                    <a:pt x="117" y="156"/>
                    <a:pt x="117" y="156"/>
                  </a:cubicBezTo>
                  <a:cubicBezTo>
                    <a:pt x="117" y="156"/>
                    <a:pt x="117" y="156"/>
                    <a:pt x="117" y="156"/>
                  </a:cubicBezTo>
                  <a:cubicBezTo>
                    <a:pt x="113" y="151"/>
                    <a:pt x="113" y="151"/>
                    <a:pt x="113" y="151"/>
                  </a:cubicBezTo>
                  <a:cubicBezTo>
                    <a:pt x="113" y="150"/>
                    <a:pt x="113" y="150"/>
                    <a:pt x="113" y="150"/>
                  </a:cubicBezTo>
                  <a:cubicBezTo>
                    <a:pt x="113" y="150"/>
                    <a:pt x="113" y="150"/>
                    <a:pt x="113" y="150"/>
                  </a:cubicBezTo>
                  <a:cubicBezTo>
                    <a:pt x="115" y="147"/>
                    <a:pt x="115" y="147"/>
                    <a:pt x="115" y="147"/>
                  </a:cubicBezTo>
                  <a:cubicBezTo>
                    <a:pt x="109" y="148"/>
                    <a:pt x="109" y="148"/>
                    <a:pt x="109" y="148"/>
                  </a:cubicBezTo>
                  <a:cubicBezTo>
                    <a:pt x="98" y="146"/>
                    <a:pt x="98" y="146"/>
                    <a:pt x="98" y="146"/>
                  </a:cubicBezTo>
                  <a:cubicBezTo>
                    <a:pt x="94" y="144"/>
                    <a:pt x="91" y="141"/>
                    <a:pt x="90" y="138"/>
                  </a:cubicBezTo>
                  <a:cubicBezTo>
                    <a:pt x="88" y="131"/>
                    <a:pt x="87" y="125"/>
                    <a:pt x="87" y="119"/>
                  </a:cubicBezTo>
                  <a:cubicBezTo>
                    <a:pt x="86" y="121"/>
                    <a:pt x="84" y="122"/>
                    <a:pt x="82" y="122"/>
                  </a:cubicBezTo>
                  <a:cubicBezTo>
                    <a:pt x="73" y="120"/>
                    <a:pt x="73" y="120"/>
                    <a:pt x="73" y="120"/>
                  </a:cubicBezTo>
                  <a:cubicBezTo>
                    <a:pt x="68" y="116"/>
                    <a:pt x="68" y="116"/>
                    <a:pt x="68" y="116"/>
                  </a:cubicBezTo>
                  <a:cubicBezTo>
                    <a:pt x="61" y="114"/>
                    <a:pt x="61" y="114"/>
                    <a:pt x="61" y="114"/>
                  </a:cubicBezTo>
                  <a:cubicBezTo>
                    <a:pt x="58" y="114"/>
                    <a:pt x="58" y="114"/>
                    <a:pt x="58" y="114"/>
                  </a:cubicBezTo>
                  <a:cubicBezTo>
                    <a:pt x="56" y="114"/>
                    <a:pt x="53" y="113"/>
                    <a:pt x="52" y="112"/>
                  </a:cubicBezTo>
                  <a:cubicBezTo>
                    <a:pt x="49" y="110"/>
                    <a:pt x="48" y="108"/>
                    <a:pt x="48" y="107"/>
                  </a:cubicBezTo>
                  <a:cubicBezTo>
                    <a:pt x="47" y="104"/>
                    <a:pt x="48" y="102"/>
                    <a:pt x="51" y="100"/>
                  </a:cubicBezTo>
                  <a:cubicBezTo>
                    <a:pt x="53" y="98"/>
                    <a:pt x="57" y="94"/>
                    <a:pt x="59" y="90"/>
                  </a:cubicBezTo>
                  <a:cubicBezTo>
                    <a:pt x="57" y="87"/>
                    <a:pt x="55" y="83"/>
                    <a:pt x="57" y="80"/>
                  </a:cubicBezTo>
                  <a:cubicBezTo>
                    <a:pt x="57" y="79"/>
                    <a:pt x="57" y="79"/>
                    <a:pt x="57" y="79"/>
                  </a:cubicBezTo>
                  <a:cubicBezTo>
                    <a:pt x="57" y="77"/>
                    <a:pt x="61" y="76"/>
                    <a:pt x="67" y="74"/>
                  </a:cubicBezTo>
                  <a:cubicBezTo>
                    <a:pt x="67" y="72"/>
                    <a:pt x="68" y="70"/>
                    <a:pt x="69" y="70"/>
                  </a:cubicBezTo>
                  <a:cubicBezTo>
                    <a:pt x="75" y="70"/>
                    <a:pt x="75" y="70"/>
                    <a:pt x="75" y="70"/>
                  </a:cubicBezTo>
                  <a:cubicBezTo>
                    <a:pt x="74" y="70"/>
                    <a:pt x="74" y="70"/>
                    <a:pt x="74" y="70"/>
                  </a:cubicBezTo>
                  <a:cubicBezTo>
                    <a:pt x="70" y="67"/>
                    <a:pt x="69" y="64"/>
                    <a:pt x="71" y="61"/>
                  </a:cubicBezTo>
                  <a:cubicBezTo>
                    <a:pt x="74" y="59"/>
                    <a:pt x="74" y="59"/>
                    <a:pt x="74" y="59"/>
                  </a:cubicBezTo>
                  <a:cubicBezTo>
                    <a:pt x="77" y="58"/>
                    <a:pt x="82" y="58"/>
                    <a:pt x="86" y="60"/>
                  </a:cubicBezTo>
                  <a:cubicBezTo>
                    <a:pt x="95" y="67"/>
                    <a:pt x="95" y="67"/>
                    <a:pt x="95" y="67"/>
                  </a:cubicBezTo>
                  <a:cubicBezTo>
                    <a:pt x="104" y="67"/>
                    <a:pt x="104" y="67"/>
                    <a:pt x="104" y="67"/>
                  </a:cubicBezTo>
                  <a:cubicBezTo>
                    <a:pt x="107" y="69"/>
                    <a:pt x="107" y="69"/>
                    <a:pt x="107" y="69"/>
                  </a:cubicBezTo>
                  <a:cubicBezTo>
                    <a:pt x="107" y="72"/>
                    <a:pt x="107" y="72"/>
                    <a:pt x="107" y="72"/>
                  </a:cubicBezTo>
                  <a:cubicBezTo>
                    <a:pt x="107" y="74"/>
                    <a:pt x="106" y="76"/>
                    <a:pt x="105" y="76"/>
                  </a:cubicBezTo>
                  <a:cubicBezTo>
                    <a:pt x="103" y="76"/>
                    <a:pt x="102" y="78"/>
                    <a:pt x="101" y="80"/>
                  </a:cubicBezTo>
                  <a:cubicBezTo>
                    <a:pt x="105" y="90"/>
                    <a:pt x="105" y="90"/>
                    <a:pt x="105" y="90"/>
                  </a:cubicBezTo>
                  <a:cubicBezTo>
                    <a:pt x="108" y="86"/>
                    <a:pt x="110" y="84"/>
                    <a:pt x="113" y="84"/>
                  </a:cubicBezTo>
                  <a:cubicBezTo>
                    <a:pt x="114" y="84"/>
                    <a:pt x="115" y="84"/>
                    <a:pt x="117" y="86"/>
                  </a:cubicBezTo>
                  <a:cubicBezTo>
                    <a:pt x="118" y="88"/>
                    <a:pt x="119" y="92"/>
                    <a:pt x="120" y="95"/>
                  </a:cubicBezTo>
                  <a:cubicBezTo>
                    <a:pt x="120" y="100"/>
                    <a:pt x="121" y="103"/>
                    <a:pt x="123" y="105"/>
                  </a:cubicBezTo>
                  <a:cubicBezTo>
                    <a:pt x="126" y="110"/>
                    <a:pt x="126" y="110"/>
                    <a:pt x="126" y="110"/>
                  </a:cubicBezTo>
                  <a:cubicBezTo>
                    <a:pt x="131" y="116"/>
                    <a:pt x="133" y="120"/>
                    <a:pt x="134" y="124"/>
                  </a:cubicBezTo>
                  <a:cubicBezTo>
                    <a:pt x="150" y="122"/>
                    <a:pt x="150" y="122"/>
                    <a:pt x="150" y="122"/>
                  </a:cubicBezTo>
                  <a:cubicBezTo>
                    <a:pt x="157" y="118"/>
                    <a:pt x="157" y="118"/>
                    <a:pt x="157" y="118"/>
                  </a:cubicBezTo>
                  <a:cubicBezTo>
                    <a:pt x="163" y="110"/>
                    <a:pt x="163" y="110"/>
                    <a:pt x="163" y="110"/>
                  </a:cubicBezTo>
                  <a:cubicBezTo>
                    <a:pt x="166" y="102"/>
                    <a:pt x="166" y="102"/>
                    <a:pt x="166" y="102"/>
                  </a:cubicBezTo>
                  <a:cubicBezTo>
                    <a:pt x="166" y="102"/>
                    <a:pt x="166" y="102"/>
                    <a:pt x="166" y="102"/>
                  </a:cubicBezTo>
                  <a:cubicBezTo>
                    <a:pt x="166" y="102"/>
                    <a:pt x="166" y="102"/>
                    <a:pt x="166" y="102"/>
                  </a:cubicBezTo>
                  <a:cubicBezTo>
                    <a:pt x="168" y="94"/>
                    <a:pt x="168" y="94"/>
                    <a:pt x="168" y="94"/>
                  </a:cubicBezTo>
                  <a:cubicBezTo>
                    <a:pt x="168" y="93"/>
                    <a:pt x="168" y="93"/>
                    <a:pt x="168" y="93"/>
                  </a:cubicBezTo>
                  <a:cubicBezTo>
                    <a:pt x="168" y="92"/>
                    <a:pt x="168" y="92"/>
                    <a:pt x="168" y="92"/>
                  </a:cubicBezTo>
                  <a:cubicBezTo>
                    <a:pt x="169" y="92"/>
                    <a:pt x="169" y="92"/>
                    <a:pt x="169" y="92"/>
                  </a:cubicBezTo>
                  <a:cubicBezTo>
                    <a:pt x="175" y="88"/>
                    <a:pt x="175" y="88"/>
                    <a:pt x="175" y="88"/>
                  </a:cubicBezTo>
                  <a:cubicBezTo>
                    <a:pt x="176" y="88"/>
                    <a:pt x="176" y="88"/>
                    <a:pt x="176" y="88"/>
                  </a:cubicBezTo>
                  <a:cubicBezTo>
                    <a:pt x="175" y="87"/>
                    <a:pt x="175" y="87"/>
                    <a:pt x="175" y="87"/>
                  </a:cubicBezTo>
                  <a:cubicBezTo>
                    <a:pt x="165" y="84"/>
                    <a:pt x="165" y="84"/>
                    <a:pt x="165" y="84"/>
                  </a:cubicBezTo>
                  <a:cubicBezTo>
                    <a:pt x="165" y="84"/>
                    <a:pt x="165" y="84"/>
                    <a:pt x="165" y="84"/>
                  </a:cubicBezTo>
                  <a:cubicBezTo>
                    <a:pt x="165" y="84"/>
                    <a:pt x="165" y="84"/>
                    <a:pt x="165" y="84"/>
                  </a:cubicBezTo>
                  <a:cubicBezTo>
                    <a:pt x="163" y="78"/>
                    <a:pt x="163" y="78"/>
                    <a:pt x="163" y="78"/>
                  </a:cubicBezTo>
                  <a:lnTo>
                    <a:pt x="162" y="7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4"/>
            <p:cNvSpPr>
              <a:spLocks/>
            </p:cNvSpPr>
            <p:nvPr/>
          </p:nvSpPr>
          <p:spPr bwMode="auto">
            <a:xfrm>
              <a:off x="4395788" y="3461990"/>
              <a:ext cx="698500" cy="688975"/>
            </a:xfrm>
            <a:custGeom>
              <a:avLst/>
              <a:gdLst>
                <a:gd name="T0" fmla="*/ 41 w 186"/>
                <a:gd name="T1" fmla="*/ 60 h 183"/>
                <a:gd name="T2" fmla="*/ 2 w 186"/>
                <a:gd name="T3" fmla="*/ 81 h 183"/>
                <a:gd name="T4" fmla="*/ 15 w 186"/>
                <a:gd name="T5" fmla="*/ 111 h 183"/>
                <a:gd name="T6" fmla="*/ 16 w 186"/>
                <a:gd name="T7" fmla="*/ 111 h 183"/>
                <a:gd name="T8" fmla="*/ 34 w 186"/>
                <a:gd name="T9" fmla="*/ 143 h 183"/>
                <a:gd name="T10" fmla="*/ 44 w 186"/>
                <a:gd name="T11" fmla="*/ 145 h 183"/>
                <a:gd name="T12" fmla="*/ 53 w 186"/>
                <a:gd name="T13" fmla="*/ 150 h 183"/>
                <a:gd name="T14" fmla="*/ 106 w 186"/>
                <a:gd name="T15" fmla="*/ 155 h 183"/>
                <a:gd name="T16" fmla="*/ 109 w 186"/>
                <a:gd name="T17" fmla="*/ 173 h 183"/>
                <a:gd name="T18" fmla="*/ 130 w 186"/>
                <a:gd name="T19" fmla="*/ 171 h 183"/>
                <a:gd name="T20" fmla="*/ 142 w 186"/>
                <a:gd name="T21" fmla="*/ 183 h 183"/>
                <a:gd name="T22" fmla="*/ 151 w 186"/>
                <a:gd name="T23" fmla="*/ 174 h 183"/>
                <a:gd name="T24" fmla="*/ 163 w 186"/>
                <a:gd name="T25" fmla="*/ 175 h 183"/>
                <a:gd name="T26" fmla="*/ 174 w 186"/>
                <a:gd name="T27" fmla="*/ 165 h 183"/>
                <a:gd name="T28" fmla="*/ 172 w 186"/>
                <a:gd name="T29" fmla="*/ 163 h 183"/>
                <a:gd name="T30" fmla="*/ 173 w 186"/>
                <a:gd name="T31" fmla="*/ 153 h 183"/>
                <a:gd name="T32" fmla="*/ 152 w 186"/>
                <a:gd name="T33" fmla="*/ 147 h 183"/>
                <a:gd name="T34" fmla="*/ 142 w 186"/>
                <a:gd name="T35" fmla="*/ 131 h 183"/>
                <a:gd name="T36" fmla="*/ 138 w 186"/>
                <a:gd name="T37" fmla="*/ 118 h 183"/>
                <a:gd name="T38" fmla="*/ 149 w 186"/>
                <a:gd name="T39" fmla="*/ 113 h 183"/>
                <a:gd name="T40" fmla="*/ 156 w 186"/>
                <a:gd name="T41" fmla="*/ 102 h 183"/>
                <a:gd name="T42" fmla="*/ 160 w 186"/>
                <a:gd name="T43" fmla="*/ 98 h 183"/>
                <a:gd name="T44" fmla="*/ 160 w 186"/>
                <a:gd name="T45" fmla="*/ 81 h 183"/>
                <a:gd name="T46" fmla="*/ 170 w 186"/>
                <a:gd name="T47" fmla="*/ 83 h 183"/>
                <a:gd name="T48" fmla="*/ 171 w 186"/>
                <a:gd name="T49" fmla="*/ 84 h 183"/>
                <a:gd name="T50" fmla="*/ 186 w 186"/>
                <a:gd name="T51" fmla="*/ 81 h 183"/>
                <a:gd name="T52" fmla="*/ 169 w 186"/>
                <a:gd name="T53" fmla="*/ 68 h 183"/>
                <a:gd name="T54" fmla="*/ 152 w 186"/>
                <a:gd name="T55" fmla="*/ 63 h 183"/>
                <a:gd name="T56" fmla="*/ 152 w 186"/>
                <a:gd name="T57" fmla="*/ 63 h 183"/>
                <a:gd name="T58" fmla="*/ 131 w 186"/>
                <a:gd name="T59" fmla="*/ 48 h 183"/>
                <a:gd name="T60" fmla="*/ 148 w 186"/>
                <a:gd name="T61" fmla="*/ 29 h 183"/>
                <a:gd name="T62" fmla="*/ 142 w 186"/>
                <a:gd name="T63" fmla="*/ 9 h 183"/>
                <a:gd name="T64" fmla="*/ 114 w 186"/>
                <a:gd name="T65" fmla="*/ 14 h 183"/>
                <a:gd name="T66" fmla="*/ 101 w 186"/>
                <a:gd name="T67" fmla="*/ 7 h 183"/>
                <a:gd name="T68" fmla="*/ 96 w 186"/>
                <a:gd name="T69" fmla="*/ 5 h 183"/>
                <a:gd name="T70" fmla="*/ 95 w 186"/>
                <a:gd name="T71" fmla="*/ 3 h 183"/>
                <a:gd name="T72" fmla="*/ 95 w 186"/>
                <a:gd name="T73" fmla="*/ 3 h 183"/>
                <a:gd name="T74" fmla="*/ 94 w 186"/>
                <a:gd name="T75" fmla="*/ 1 h 183"/>
                <a:gd name="T76" fmla="*/ 94 w 186"/>
                <a:gd name="T77" fmla="*/ 0 h 183"/>
                <a:gd name="T78" fmla="*/ 93 w 186"/>
                <a:gd name="T79" fmla="*/ 11 h 183"/>
                <a:gd name="T80" fmla="*/ 92 w 186"/>
                <a:gd name="T81" fmla="*/ 18 h 183"/>
                <a:gd name="T82" fmla="*/ 93 w 186"/>
                <a:gd name="T83" fmla="*/ 34 h 183"/>
                <a:gd name="T84" fmla="*/ 92 w 186"/>
                <a:gd name="T85" fmla="*/ 35 h 183"/>
                <a:gd name="T86" fmla="*/ 87 w 186"/>
                <a:gd name="T87" fmla="*/ 48 h 183"/>
                <a:gd name="T88" fmla="*/ 67 w 186"/>
                <a:gd name="T89" fmla="*/ 55 h 183"/>
                <a:gd name="T90" fmla="*/ 42 w 186"/>
                <a:gd name="T91" fmla="*/ 6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6" h="183">
                  <a:moveTo>
                    <a:pt x="42" y="60"/>
                  </a:moveTo>
                  <a:cubicBezTo>
                    <a:pt x="41" y="60"/>
                    <a:pt x="41" y="60"/>
                    <a:pt x="41" y="60"/>
                  </a:cubicBezTo>
                  <a:cubicBezTo>
                    <a:pt x="11" y="73"/>
                    <a:pt x="11" y="73"/>
                    <a:pt x="11" y="73"/>
                  </a:cubicBezTo>
                  <a:cubicBezTo>
                    <a:pt x="2" y="81"/>
                    <a:pt x="2" y="81"/>
                    <a:pt x="2" y="81"/>
                  </a:cubicBezTo>
                  <a:cubicBezTo>
                    <a:pt x="0" y="95"/>
                    <a:pt x="2" y="103"/>
                    <a:pt x="6" y="105"/>
                  </a:cubicBezTo>
                  <a:cubicBezTo>
                    <a:pt x="15" y="111"/>
                    <a:pt x="15" y="111"/>
                    <a:pt x="15" y="111"/>
                  </a:cubicBezTo>
                  <a:cubicBezTo>
                    <a:pt x="16" y="111"/>
                    <a:pt x="16" y="111"/>
                    <a:pt x="16" y="111"/>
                  </a:cubicBezTo>
                  <a:cubicBezTo>
                    <a:pt x="16" y="111"/>
                    <a:pt x="16" y="111"/>
                    <a:pt x="16" y="111"/>
                  </a:cubicBezTo>
                  <a:cubicBezTo>
                    <a:pt x="18" y="126"/>
                    <a:pt x="18" y="126"/>
                    <a:pt x="18" y="126"/>
                  </a:cubicBezTo>
                  <a:cubicBezTo>
                    <a:pt x="26" y="136"/>
                    <a:pt x="31" y="141"/>
                    <a:pt x="34" y="143"/>
                  </a:cubicBezTo>
                  <a:cubicBezTo>
                    <a:pt x="42" y="145"/>
                    <a:pt x="42" y="145"/>
                    <a:pt x="42" y="145"/>
                  </a:cubicBezTo>
                  <a:cubicBezTo>
                    <a:pt x="44" y="145"/>
                    <a:pt x="44" y="145"/>
                    <a:pt x="44" y="145"/>
                  </a:cubicBezTo>
                  <a:cubicBezTo>
                    <a:pt x="44" y="145"/>
                    <a:pt x="44" y="145"/>
                    <a:pt x="44" y="145"/>
                  </a:cubicBezTo>
                  <a:cubicBezTo>
                    <a:pt x="45" y="147"/>
                    <a:pt x="48" y="149"/>
                    <a:pt x="53" y="150"/>
                  </a:cubicBezTo>
                  <a:cubicBezTo>
                    <a:pt x="77" y="151"/>
                    <a:pt x="77" y="151"/>
                    <a:pt x="77" y="151"/>
                  </a:cubicBezTo>
                  <a:cubicBezTo>
                    <a:pt x="94" y="151"/>
                    <a:pt x="104" y="153"/>
                    <a:pt x="106" y="155"/>
                  </a:cubicBezTo>
                  <a:cubicBezTo>
                    <a:pt x="108" y="156"/>
                    <a:pt x="109" y="160"/>
                    <a:pt x="108" y="166"/>
                  </a:cubicBezTo>
                  <a:cubicBezTo>
                    <a:pt x="108" y="170"/>
                    <a:pt x="108" y="173"/>
                    <a:pt x="109" y="173"/>
                  </a:cubicBezTo>
                  <a:cubicBezTo>
                    <a:pt x="118" y="171"/>
                    <a:pt x="118" y="171"/>
                    <a:pt x="118" y="171"/>
                  </a:cubicBezTo>
                  <a:cubicBezTo>
                    <a:pt x="124" y="169"/>
                    <a:pt x="128" y="169"/>
                    <a:pt x="130" y="171"/>
                  </a:cubicBezTo>
                  <a:cubicBezTo>
                    <a:pt x="134" y="175"/>
                    <a:pt x="134" y="175"/>
                    <a:pt x="134" y="175"/>
                  </a:cubicBezTo>
                  <a:cubicBezTo>
                    <a:pt x="138" y="181"/>
                    <a:pt x="142" y="183"/>
                    <a:pt x="142" y="183"/>
                  </a:cubicBezTo>
                  <a:cubicBezTo>
                    <a:pt x="145" y="182"/>
                    <a:pt x="148" y="179"/>
                    <a:pt x="150" y="175"/>
                  </a:cubicBezTo>
                  <a:cubicBezTo>
                    <a:pt x="151" y="174"/>
                    <a:pt x="151" y="174"/>
                    <a:pt x="151" y="174"/>
                  </a:cubicBezTo>
                  <a:cubicBezTo>
                    <a:pt x="158" y="179"/>
                    <a:pt x="158" y="179"/>
                    <a:pt x="158" y="179"/>
                  </a:cubicBezTo>
                  <a:cubicBezTo>
                    <a:pt x="163" y="175"/>
                    <a:pt x="163" y="175"/>
                    <a:pt x="163" y="175"/>
                  </a:cubicBezTo>
                  <a:cubicBezTo>
                    <a:pt x="164" y="169"/>
                    <a:pt x="167" y="167"/>
                    <a:pt x="172" y="166"/>
                  </a:cubicBezTo>
                  <a:cubicBezTo>
                    <a:pt x="174" y="165"/>
                    <a:pt x="174" y="165"/>
                    <a:pt x="174" y="165"/>
                  </a:cubicBezTo>
                  <a:cubicBezTo>
                    <a:pt x="173" y="164"/>
                    <a:pt x="173" y="164"/>
                    <a:pt x="173" y="164"/>
                  </a:cubicBezTo>
                  <a:cubicBezTo>
                    <a:pt x="172" y="163"/>
                    <a:pt x="172" y="163"/>
                    <a:pt x="172" y="163"/>
                  </a:cubicBezTo>
                  <a:cubicBezTo>
                    <a:pt x="172" y="163"/>
                    <a:pt x="172" y="163"/>
                    <a:pt x="172" y="163"/>
                  </a:cubicBezTo>
                  <a:cubicBezTo>
                    <a:pt x="173" y="153"/>
                    <a:pt x="173" y="153"/>
                    <a:pt x="173" y="153"/>
                  </a:cubicBezTo>
                  <a:cubicBezTo>
                    <a:pt x="170" y="148"/>
                    <a:pt x="166" y="146"/>
                    <a:pt x="161" y="147"/>
                  </a:cubicBezTo>
                  <a:cubicBezTo>
                    <a:pt x="157" y="148"/>
                    <a:pt x="154" y="148"/>
                    <a:pt x="152" y="147"/>
                  </a:cubicBezTo>
                  <a:cubicBezTo>
                    <a:pt x="152" y="145"/>
                    <a:pt x="152" y="145"/>
                    <a:pt x="152" y="143"/>
                  </a:cubicBezTo>
                  <a:cubicBezTo>
                    <a:pt x="149" y="138"/>
                    <a:pt x="146" y="134"/>
                    <a:pt x="142" y="131"/>
                  </a:cubicBezTo>
                  <a:cubicBezTo>
                    <a:pt x="138" y="127"/>
                    <a:pt x="136" y="123"/>
                    <a:pt x="138" y="119"/>
                  </a:cubicBezTo>
                  <a:cubicBezTo>
                    <a:pt x="138" y="118"/>
                    <a:pt x="138" y="118"/>
                    <a:pt x="138" y="118"/>
                  </a:cubicBezTo>
                  <a:cubicBezTo>
                    <a:pt x="150" y="120"/>
                    <a:pt x="150" y="120"/>
                    <a:pt x="150" y="120"/>
                  </a:cubicBezTo>
                  <a:cubicBezTo>
                    <a:pt x="149" y="113"/>
                    <a:pt x="149" y="113"/>
                    <a:pt x="149" y="113"/>
                  </a:cubicBezTo>
                  <a:cubicBezTo>
                    <a:pt x="148" y="109"/>
                    <a:pt x="149" y="107"/>
                    <a:pt x="151" y="105"/>
                  </a:cubicBezTo>
                  <a:cubicBezTo>
                    <a:pt x="152" y="103"/>
                    <a:pt x="154" y="102"/>
                    <a:pt x="156" y="102"/>
                  </a:cubicBezTo>
                  <a:cubicBezTo>
                    <a:pt x="160" y="100"/>
                    <a:pt x="160" y="100"/>
                    <a:pt x="160" y="100"/>
                  </a:cubicBezTo>
                  <a:cubicBezTo>
                    <a:pt x="160" y="98"/>
                    <a:pt x="160" y="98"/>
                    <a:pt x="160" y="98"/>
                  </a:cubicBezTo>
                  <a:cubicBezTo>
                    <a:pt x="157" y="91"/>
                    <a:pt x="156" y="85"/>
                    <a:pt x="157" y="83"/>
                  </a:cubicBezTo>
                  <a:cubicBezTo>
                    <a:pt x="160" y="81"/>
                    <a:pt x="160" y="81"/>
                    <a:pt x="160" y="81"/>
                  </a:cubicBezTo>
                  <a:cubicBezTo>
                    <a:pt x="161" y="80"/>
                    <a:pt x="165" y="81"/>
                    <a:pt x="170" y="83"/>
                  </a:cubicBezTo>
                  <a:cubicBezTo>
                    <a:pt x="170" y="83"/>
                    <a:pt x="170" y="83"/>
                    <a:pt x="170" y="83"/>
                  </a:cubicBezTo>
                  <a:cubicBezTo>
                    <a:pt x="171" y="83"/>
                    <a:pt x="171" y="83"/>
                    <a:pt x="171" y="83"/>
                  </a:cubicBezTo>
                  <a:cubicBezTo>
                    <a:pt x="171" y="84"/>
                    <a:pt x="171" y="84"/>
                    <a:pt x="171" y="84"/>
                  </a:cubicBezTo>
                  <a:cubicBezTo>
                    <a:pt x="175" y="89"/>
                    <a:pt x="178" y="93"/>
                    <a:pt x="179" y="93"/>
                  </a:cubicBezTo>
                  <a:cubicBezTo>
                    <a:pt x="186" y="81"/>
                    <a:pt x="186" y="81"/>
                    <a:pt x="186" y="81"/>
                  </a:cubicBezTo>
                  <a:cubicBezTo>
                    <a:pt x="180" y="73"/>
                    <a:pt x="176" y="67"/>
                    <a:pt x="175" y="64"/>
                  </a:cubicBezTo>
                  <a:cubicBezTo>
                    <a:pt x="169" y="68"/>
                    <a:pt x="169" y="68"/>
                    <a:pt x="169" y="68"/>
                  </a:cubicBezTo>
                  <a:cubicBezTo>
                    <a:pt x="168" y="67"/>
                    <a:pt x="168" y="67"/>
                    <a:pt x="168" y="67"/>
                  </a:cubicBezTo>
                  <a:cubicBezTo>
                    <a:pt x="152" y="63"/>
                    <a:pt x="152" y="63"/>
                    <a:pt x="152" y="63"/>
                  </a:cubicBezTo>
                  <a:cubicBezTo>
                    <a:pt x="152" y="63"/>
                    <a:pt x="152" y="63"/>
                    <a:pt x="152" y="63"/>
                  </a:cubicBezTo>
                  <a:cubicBezTo>
                    <a:pt x="152" y="63"/>
                    <a:pt x="152" y="63"/>
                    <a:pt x="152" y="63"/>
                  </a:cubicBezTo>
                  <a:cubicBezTo>
                    <a:pt x="145" y="60"/>
                    <a:pt x="141" y="56"/>
                    <a:pt x="140" y="53"/>
                  </a:cubicBezTo>
                  <a:cubicBezTo>
                    <a:pt x="131" y="48"/>
                    <a:pt x="131" y="48"/>
                    <a:pt x="131" y="48"/>
                  </a:cubicBezTo>
                  <a:cubicBezTo>
                    <a:pt x="131" y="39"/>
                    <a:pt x="131" y="39"/>
                    <a:pt x="131" y="39"/>
                  </a:cubicBezTo>
                  <a:cubicBezTo>
                    <a:pt x="148" y="29"/>
                    <a:pt x="148" y="29"/>
                    <a:pt x="148" y="29"/>
                  </a:cubicBezTo>
                  <a:cubicBezTo>
                    <a:pt x="148" y="24"/>
                    <a:pt x="146" y="19"/>
                    <a:pt x="144" y="15"/>
                  </a:cubicBezTo>
                  <a:cubicBezTo>
                    <a:pt x="142" y="9"/>
                    <a:pt x="142" y="9"/>
                    <a:pt x="142" y="9"/>
                  </a:cubicBezTo>
                  <a:cubicBezTo>
                    <a:pt x="130" y="11"/>
                    <a:pt x="130" y="11"/>
                    <a:pt x="130" y="11"/>
                  </a:cubicBezTo>
                  <a:cubicBezTo>
                    <a:pt x="124" y="13"/>
                    <a:pt x="119" y="14"/>
                    <a:pt x="114" y="14"/>
                  </a:cubicBezTo>
                  <a:cubicBezTo>
                    <a:pt x="101" y="11"/>
                    <a:pt x="101" y="11"/>
                    <a:pt x="101" y="11"/>
                  </a:cubicBezTo>
                  <a:cubicBezTo>
                    <a:pt x="101" y="7"/>
                    <a:pt x="101" y="7"/>
                    <a:pt x="101" y="7"/>
                  </a:cubicBezTo>
                  <a:cubicBezTo>
                    <a:pt x="99" y="7"/>
                    <a:pt x="99" y="7"/>
                    <a:pt x="99" y="7"/>
                  </a:cubicBezTo>
                  <a:cubicBezTo>
                    <a:pt x="96" y="5"/>
                    <a:pt x="96" y="5"/>
                    <a:pt x="96" y="5"/>
                  </a:cubicBezTo>
                  <a:cubicBezTo>
                    <a:pt x="95" y="3"/>
                    <a:pt x="95" y="3"/>
                    <a:pt x="95" y="3"/>
                  </a:cubicBezTo>
                  <a:cubicBezTo>
                    <a:pt x="95" y="3"/>
                    <a:pt x="95" y="3"/>
                    <a:pt x="95" y="3"/>
                  </a:cubicBezTo>
                  <a:cubicBezTo>
                    <a:pt x="95" y="3"/>
                    <a:pt x="95" y="3"/>
                    <a:pt x="95" y="3"/>
                  </a:cubicBezTo>
                  <a:cubicBezTo>
                    <a:pt x="95" y="3"/>
                    <a:pt x="95" y="3"/>
                    <a:pt x="95" y="3"/>
                  </a:cubicBezTo>
                  <a:cubicBezTo>
                    <a:pt x="95" y="3"/>
                    <a:pt x="95" y="3"/>
                    <a:pt x="95" y="3"/>
                  </a:cubicBezTo>
                  <a:cubicBezTo>
                    <a:pt x="94" y="1"/>
                    <a:pt x="94" y="1"/>
                    <a:pt x="94" y="1"/>
                  </a:cubicBezTo>
                  <a:cubicBezTo>
                    <a:pt x="94" y="1"/>
                    <a:pt x="94" y="1"/>
                    <a:pt x="94" y="1"/>
                  </a:cubicBezTo>
                  <a:cubicBezTo>
                    <a:pt x="94" y="0"/>
                    <a:pt x="94" y="0"/>
                    <a:pt x="94" y="0"/>
                  </a:cubicBezTo>
                  <a:cubicBezTo>
                    <a:pt x="94" y="0"/>
                    <a:pt x="94" y="0"/>
                    <a:pt x="94" y="0"/>
                  </a:cubicBezTo>
                  <a:cubicBezTo>
                    <a:pt x="93" y="11"/>
                    <a:pt x="93" y="11"/>
                    <a:pt x="93" y="11"/>
                  </a:cubicBezTo>
                  <a:cubicBezTo>
                    <a:pt x="92" y="14"/>
                    <a:pt x="92" y="14"/>
                    <a:pt x="92" y="14"/>
                  </a:cubicBezTo>
                  <a:cubicBezTo>
                    <a:pt x="92" y="16"/>
                    <a:pt x="91" y="17"/>
                    <a:pt x="92" y="18"/>
                  </a:cubicBezTo>
                  <a:cubicBezTo>
                    <a:pt x="94" y="21"/>
                    <a:pt x="93" y="24"/>
                    <a:pt x="91" y="27"/>
                  </a:cubicBezTo>
                  <a:cubicBezTo>
                    <a:pt x="93" y="34"/>
                    <a:pt x="93" y="34"/>
                    <a:pt x="93" y="34"/>
                  </a:cubicBezTo>
                  <a:cubicBezTo>
                    <a:pt x="92" y="34"/>
                    <a:pt x="92" y="34"/>
                    <a:pt x="92" y="34"/>
                  </a:cubicBezTo>
                  <a:cubicBezTo>
                    <a:pt x="92" y="35"/>
                    <a:pt x="92" y="35"/>
                    <a:pt x="92" y="35"/>
                  </a:cubicBezTo>
                  <a:cubicBezTo>
                    <a:pt x="87" y="39"/>
                    <a:pt x="87" y="39"/>
                    <a:pt x="87" y="39"/>
                  </a:cubicBezTo>
                  <a:cubicBezTo>
                    <a:pt x="87" y="48"/>
                    <a:pt x="87" y="48"/>
                    <a:pt x="87" y="48"/>
                  </a:cubicBezTo>
                  <a:cubicBezTo>
                    <a:pt x="86" y="49"/>
                    <a:pt x="86" y="49"/>
                    <a:pt x="86" y="49"/>
                  </a:cubicBezTo>
                  <a:cubicBezTo>
                    <a:pt x="77" y="53"/>
                    <a:pt x="71" y="55"/>
                    <a:pt x="67" y="55"/>
                  </a:cubicBezTo>
                  <a:cubicBezTo>
                    <a:pt x="50" y="53"/>
                    <a:pt x="50" y="53"/>
                    <a:pt x="50" y="53"/>
                  </a:cubicBezTo>
                  <a:cubicBezTo>
                    <a:pt x="42" y="60"/>
                    <a:pt x="42" y="60"/>
                    <a:pt x="42" y="6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5"/>
            <p:cNvSpPr>
              <a:spLocks/>
            </p:cNvSpPr>
            <p:nvPr/>
          </p:nvSpPr>
          <p:spPr bwMode="auto">
            <a:xfrm>
              <a:off x="5707063" y="4932015"/>
              <a:ext cx="198438" cy="481013"/>
            </a:xfrm>
            <a:custGeom>
              <a:avLst/>
              <a:gdLst>
                <a:gd name="T0" fmla="*/ 40 w 53"/>
                <a:gd name="T1" fmla="*/ 0 h 128"/>
                <a:gd name="T2" fmla="*/ 12 w 53"/>
                <a:gd name="T3" fmla="*/ 35 h 128"/>
                <a:gd name="T4" fmla="*/ 0 w 53"/>
                <a:gd name="T5" fmla="*/ 54 h 128"/>
                <a:gd name="T6" fmla="*/ 3 w 53"/>
                <a:gd name="T7" fmla="*/ 76 h 128"/>
                <a:gd name="T8" fmla="*/ 3 w 53"/>
                <a:gd name="T9" fmla="*/ 77 h 128"/>
                <a:gd name="T10" fmla="*/ 3 w 53"/>
                <a:gd name="T11" fmla="*/ 77 h 128"/>
                <a:gd name="T12" fmla="*/ 1 w 53"/>
                <a:gd name="T13" fmla="*/ 92 h 128"/>
                <a:gd name="T14" fmla="*/ 2 w 53"/>
                <a:gd name="T15" fmla="*/ 101 h 128"/>
                <a:gd name="T16" fmla="*/ 18 w 53"/>
                <a:gd name="T17" fmla="*/ 112 h 128"/>
                <a:gd name="T18" fmla="*/ 18 w 53"/>
                <a:gd name="T19" fmla="*/ 112 h 128"/>
                <a:gd name="T20" fmla="*/ 19 w 53"/>
                <a:gd name="T21" fmla="*/ 112 h 128"/>
                <a:gd name="T22" fmla="*/ 19 w 53"/>
                <a:gd name="T23" fmla="*/ 113 h 128"/>
                <a:gd name="T24" fmla="*/ 19 w 53"/>
                <a:gd name="T25" fmla="*/ 113 h 128"/>
                <a:gd name="T26" fmla="*/ 25 w 53"/>
                <a:gd name="T27" fmla="*/ 124 h 128"/>
                <a:gd name="T28" fmla="*/ 31 w 53"/>
                <a:gd name="T29" fmla="*/ 128 h 128"/>
                <a:gd name="T30" fmla="*/ 33 w 53"/>
                <a:gd name="T31" fmla="*/ 102 h 128"/>
                <a:gd name="T32" fmla="*/ 33 w 53"/>
                <a:gd name="T33" fmla="*/ 101 h 128"/>
                <a:gd name="T34" fmla="*/ 45 w 53"/>
                <a:gd name="T35" fmla="*/ 73 h 128"/>
                <a:gd name="T36" fmla="*/ 49 w 53"/>
                <a:gd name="T37" fmla="*/ 40 h 128"/>
                <a:gd name="T38" fmla="*/ 49 w 53"/>
                <a:gd name="T39" fmla="*/ 39 h 128"/>
                <a:gd name="T40" fmla="*/ 49 w 53"/>
                <a:gd name="T41" fmla="*/ 39 h 128"/>
                <a:gd name="T42" fmla="*/ 53 w 53"/>
                <a:gd name="T43" fmla="*/ 30 h 128"/>
                <a:gd name="T44" fmla="*/ 50 w 53"/>
                <a:gd name="T45" fmla="*/ 22 h 128"/>
                <a:gd name="T46" fmla="*/ 50 w 53"/>
                <a:gd name="T47" fmla="*/ 22 h 128"/>
                <a:gd name="T48" fmla="*/ 49 w 53"/>
                <a:gd name="T49" fmla="*/ 22 h 128"/>
                <a:gd name="T50" fmla="*/ 49 w 53"/>
                <a:gd name="T51" fmla="*/ 12 h 128"/>
                <a:gd name="T52" fmla="*/ 49 w 53"/>
                <a:gd name="T53" fmla="*/ 11 h 128"/>
                <a:gd name="T54" fmla="*/ 49 w 53"/>
                <a:gd name="T55" fmla="*/ 11 h 128"/>
                <a:gd name="T56" fmla="*/ 51 w 53"/>
                <a:gd name="T57" fmla="*/ 8 h 128"/>
                <a:gd name="T58" fmla="*/ 53 w 53"/>
                <a:gd name="T59" fmla="*/ 6 h 128"/>
                <a:gd name="T60" fmla="*/ 40 w 53"/>
                <a:gd name="T6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 h="128">
                  <a:moveTo>
                    <a:pt x="40" y="0"/>
                  </a:moveTo>
                  <a:cubicBezTo>
                    <a:pt x="27" y="9"/>
                    <a:pt x="18" y="21"/>
                    <a:pt x="12" y="35"/>
                  </a:cubicBezTo>
                  <a:cubicBezTo>
                    <a:pt x="7" y="47"/>
                    <a:pt x="3" y="53"/>
                    <a:pt x="0" y="54"/>
                  </a:cubicBezTo>
                  <a:cubicBezTo>
                    <a:pt x="3" y="76"/>
                    <a:pt x="3" y="76"/>
                    <a:pt x="3" y="76"/>
                  </a:cubicBezTo>
                  <a:cubicBezTo>
                    <a:pt x="3" y="77"/>
                    <a:pt x="3" y="77"/>
                    <a:pt x="3" y="77"/>
                  </a:cubicBezTo>
                  <a:cubicBezTo>
                    <a:pt x="3" y="77"/>
                    <a:pt x="3" y="77"/>
                    <a:pt x="3" y="77"/>
                  </a:cubicBezTo>
                  <a:cubicBezTo>
                    <a:pt x="1" y="92"/>
                    <a:pt x="1" y="92"/>
                    <a:pt x="1" y="92"/>
                  </a:cubicBezTo>
                  <a:cubicBezTo>
                    <a:pt x="0" y="97"/>
                    <a:pt x="1" y="100"/>
                    <a:pt x="2" y="101"/>
                  </a:cubicBezTo>
                  <a:cubicBezTo>
                    <a:pt x="18" y="112"/>
                    <a:pt x="18" y="112"/>
                    <a:pt x="18" y="112"/>
                  </a:cubicBezTo>
                  <a:cubicBezTo>
                    <a:pt x="18" y="112"/>
                    <a:pt x="18" y="112"/>
                    <a:pt x="18" y="112"/>
                  </a:cubicBezTo>
                  <a:cubicBezTo>
                    <a:pt x="19" y="112"/>
                    <a:pt x="19" y="112"/>
                    <a:pt x="19" y="112"/>
                  </a:cubicBezTo>
                  <a:cubicBezTo>
                    <a:pt x="19" y="113"/>
                    <a:pt x="19" y="113"/>
                    <a:pt x="19" y="113"/>
                  </a:cubicBezTo>
                  <a:cubicBezTo>
                    <a:pt x="19" y="113"/>
                    <a:pt x="19" y="113"/>
                    <a:pt x="19" y="113"/>
                  </a:cubicBezTo>
                  <a:cubicBezTo>
                    <a:pt x="20" y="116"/>
                    <a:pt x="22" y="120"/>
                    <a:pt x="25" y="124"/>
                  </a:cubicBezTo>
                  <a:cubicBezTo>
                    <a:pt x="27" y="126"/>
                    <a:pt x="29" y="127"/>
                    <a:pt x="31" y="128"/>
                  </a:cubicBezTo>
                  <a:cubicBezTo>
                    <a:pt x="33" y="102"/>
                    <a:pt x="33" y="102"/>
                    <a:pt x="33" y="102"/>
                  </a:cubicBezTo>
                  <a:cubicBezTo>
                    <a:pt x="33" y="101"/>
                    <a:pt x="33" y="101"/>
                    <a:pt x="33" y="101"/>
                  </a:cubicBezTo>
                  <a:cubicBezTo>
                    <a:pt x="45" y="73"/>
                    <a:pt x="45" y="73"/>
                    <a:pt x="45" y="73"/>
                  </a:cubicBezTo>
                  <a:cubicBezTo>
                    <a:pt x="49" y="40"/>
                    <a:pt x="49" y="40"/>
                    <a:pt x="49" y="40"/>
                  </a:cubicBezTo>
                  <a:cubicBezTo>
                    <a:pt x="49" y="39"/>
                    <a:pt x="49" y="39"/>
                    <a:pt x="49" y="39"/>
                  </a:cubicBezTo>
                  <a:cubicBezTo>
                    <a:pt x="49" y="39"/>
                    <a:pt x="49" y="39"/>
                    <a:pt x="49" y="39"/>
                  </a:cubicBezTo>
                  <a:cubicBezTo>
                    <a:pt x="53" y="30"/>
                    <a:pt x="53" y="30"/>
                    <a:pt x="53" y="30"/>
                  </a:cubicBezTo>
                  <a:cubicBezTo>
                    <a:pt x="50" y="22"/>
                    <a:pt x="50" y="22"/>
                    <a:pt x="50" y="22"/>
                  </a:cubicBezTo>
                  <a:cubicBezTo>
                    <a:pt x="50" y="22"/>
                    <a:pt x="50" y="22"/>
                    <a:pt x="50" y="22"/>
                  </a:cubicBezTo>
                  <a:cubicBezTo>
                    <a:pt x="49" y="22"/>
                    <a:pt x="49" y="22"/>
                    <a:pt x="49" y="22"/>
                  </a:cubicBezTo>
                  <a:cubicBezTo>
                    <a:pt x="49" y="12"/>
                    <a:pt x="49" y="12"/>
                    <a:pt x="49" y="12"/>
                  </a:cubicBezTo>
                  <a:cubicBezTo>
                    <a:pt x="49" y="11"/>
                    <a:pt x="49" y="11"/>
                    <a:pt x="49" y="11"/>
                  </a:cubicBezTo>
                  <a:cubicBezTo>
                    <a:pt x="49" y="11"/>
                    <a:pt x="49" y="11"/>
                    <a:pt x="49" y="11"/>
                  </a:cubicBezTo>
                  <a:cubicBezTo>
                    <a:pt x="51" y="8"/>
                    <a:pt x="51" y="8"/>
                    <a:pt x="51" y="8"/>
                  </a:cubicBezTo>
                  <a:cubicBezTo>
                    <a:pt x="53" y="6"/>
                    <a:pt x="53" y="6"/>
                    <a:pt x="53" y="6"/>
                  </a:cubicBezTo>
                  <a:lnTo>
                    <a:pt x="40" y="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6"/>
            <p:cNvSpPr>
              <a:spLocks/>
            </p:cNvSpPr>
            <p:nvPr/>
          </p:nvSpPr>
          <p:spPr bwMode="auto">
            <a:xfrm>
              <a:off x="4237038" y="5784502"/>
              <a:ext cx="309563" cy="263525"/>
            </a:xfrm>
            <a:custGeom>
              <a:avLst/>
              <a:gdLst>
                <a:gd name="T0" fmla="*/ 37 w 82"/>
                <a:gd name="T1" fmla="*/ 7 h 70"/>
                <a:gd name="T2" fmla="*/ 36 w 82"/>
                <a:gd name="T3" fmla="*/ 9 h 70"/>
                <a:gd name="T4" fmla="*/ 36 w 82"/>
                <a:gd name="T5" fmla="*/ 9 h 70"/>
                <a:gd name="T6" fmla="*/ 35 w 82"/>
                <a:gd name="T7" fmla="*/ 10 h 70"/>
                <a:gd name="T8" fmla="*/ 19 w 82"/>
                <a:gd name="T9" fmla="*/ 14 h 70"/>
                <a:gd name="T10" fmla="*/ 20 w 82"/>
                <a:gd name="T11" fmla="*/ 16 h 70"/>
                <a:gd name="T12" fmla="*/ 25 w 82"/>
                <a:gd name="T13" fmla="*/ 22 h 70"/>
                <a:gd name="T14" fmla="*/ 23 w 82"/>
                <a:gd name="T15" fmla="*/ 23 h 70"/>
                <a:gd name="T16" fmla="*/ 16 w 82"/>
                <a:gd name="T17" fmla="*/ 27 h 70"/>
                <a:gd name="T18" fmla="*/ 4 w 82"/>
                <a:gd name="T19" fmla="*/ 36 h 70"/>
                <a:gd name="T20" fmla="*/ 6 w 82"/>
                <a:gd name="T21" fmla="*/ 63 h 70"/>
                <a:gd name="T22" fmla="*/ 18 w 82"/>
                <a:gd name="T23" fmla="*/ 64 h 70"/>
                <a:gd name="T24" fmla="*/ 19 w 82"/>
                <a:gd name="T25" fmla="*/ 64 h 70"/>
                <a:gd name="T26" fmla="*/ 19 w 82"/>
                <a:gd name="T27" fmla="*/ 64 h 70"/>
                <a:gd name="T28" fmla="*/ 31 w 82"/>
                <a:gd name="T29" fmla="*/ 70 h 70"/>
                <a:gd name="T30" fmla="*/ 44 w 82"/>
                <a:gd name="T31" fmla="*/ 68 h 70"/>
                <a:gd name="T32" fmla="*/ 62 w 82"/>
                <a:gd name="T33" fmla="*/ 53 h 70"/>
                <a:gd name="T34" fmla="*/ 63 w 82"/>
                <a:gd name="T35" fmla="*/ 53 h 70"/>
                <a:gd name="T36" fmla="*/ 64 w 82"/>
                <a:gd name="T37" fmla="*/ 52 h 70"/>
                <a:gd name="T38" fmla="*/ 69 w 82"/>
                <a:gd name="T39" fmla="*/ 50 h 70"/>
                <a:gd name="T40" fmla="*/ 68 w 82"/>
                <a:gd name="T41" fmla="*/ 33 h 70"/>
                <a:gd name="T42" fmla="*/ 68 w 82"/>
                <a:gd name="T43" fmla="*/ 33 h 70"/>
                <a:gd name="T44" fmla="*/ 75 w 82"/>
                <a:gd name="T45" fmla="*/ 22 h 70"/>
                <a:gd name="T46" fmla="*/ 75 w 82"/>
                <a:gd name="T47" fmla="*/ 22 h 70"/>
                <a:gd name="T48" fmla="*/ 75 w 82"/>
                <a:gd name="T49" fmla="*/ 22 h 70"/>
                <a:gd name="T50" fmla="*/ 81 w 82"/>
                <a:gd name="T51" fmla="*/ 17 h 70"/>
                <a:gd name="T52" fmla="*/ 79 w 82"/>
                <a:gd name="T53" fmla="*/ 5 h 70"/>
                <a:gd name="T54" fmla="*/ 74 w 82"/>
                <a:gd name="T55" fmla="*/ 0 h 70"/>
                <a:gd name="T56" fmla="*/ 74 w 82"/>
                <a:gd name="T57" fmla="*/ 6 h 70"/>
                <a:gd name="T58" fmla="*/ 64 w 82"/>
                <a:gd name="T59" fmla="*/ 4 h 70"/>
                <a:gd name="T60" fmla="*/ 59 w 82"/>
                <a:gd name="T61" fmla="*/ 7 h 70"/>
                <a:gd name="T62" fmla="*/ 58 w 82"/>
                <a:gd name="T63" fmla="*/ 7 h 70"/>
                <a:gd name="T64" fmla="*/ 58 w 82"/>
                <a:gd name="T65" fmla="*/ 7 h 70"/>
                <a:gd name="T66" fmla="*/ 37 w 82"/>
                <a:gd name="T67"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70">
                  <a:moveTo>
                    <a:pt x="37" y="7"/>
                  </a:moveTo>
                  <a:cubicBezTo>
                    <a:pt x="36" y="9"/>
                    <a:pt x="36" y="9"/>
                    <a:pt x="36" y="9"/>
                  </a:cubicBezTo>
                  <a:cubicBezTo>
                    <a:pt x="36" y="9"/>
                    <a:pt x="36" y="9"/>
                    <a:pt x="36" y="9"/>
                  </a:cubicBezTo>
                  <a:cubicBezTo>
                    <a:pt x="35" y="10"/>
                    <a:pt x="35" y="10"/>
                    <a:pt x="35" y="10"/>
                  </a:cubicBezTo>
                  <a:cubicBezTo>
                    <a:pt x="19" y="14"/>
                    <a:pt x="19" y="14"/>
                    <a:pt x="19" y="14"/>
                  </a:cubicBezTo>
                  <a:cubicBezTo>
                    <a:pt x="20" y="16"/>
                    <a:pt x="20" y="16"/>
                    <a:pt x="20" y="16"/>
                  </a:cubicBezTo>
                  <a:cubicBezTo>
                    <a:pt x="25" y="22"/>
                    <a:pt x="25" y="22"/>
                    <a:pt x="25" y="22"/>
                  </a:cubicBezTo>
                  <a:cubicBezTo>
                    <a:pt x="24" y="22"/>
                    <a:pt x="24" y="23"/>
                    <a:pt x="23" y="23"/>
                  </a:cubicBezTo>
                  <a:cubicBezTo>
                    <a:pt x="16" y="27"/>
                    <a:pt x="16" y="27"/>
                    <a:pt x="16" y="27"/>
                  </a:cubicBezTo>
                  <a:cubicBezTo>
                    <a:pt x="4" y="36"/>
                    <a:pt x="4" y="36"/>
                    <a:pt x="4" y="36"/>
                  </a:cubicBezTo>
                  <a:cubicBezTo>
                    <a:pt x="0" y="41"/>
                    <a:pt x="0" y="49"/>
                    <a:pt x="6" y="63"/>
                  </a:cubicBezTo>
                  <a:cubicBezTo>
                    <a:pt x="18" y="64"/>
                    <a:pt x="18" y="64"/>
                    <a:pt x="18" y="64"/>
                  </a:cubicBezTo>
                  <a:cubicBezTo>
                    <a:pt x="19" y="64"/>
                    <a:pt x="19" y="64"/>
                    <a:pt x="19" y="64"/>
                  </a:cubicBezTo>
                  <a:cubicBezTo>
                    <a:pt x="19" y="64"/>
                    <a:pt x="19" y="64"/>
                    <a:pt x="19" y="64"/>
                  </a:cubicBezTo>
                  <a:cubicBezTo>
                    <a:pt x="31" y="70"/>
                    <a:pt x="31" y="70"/>
                    <a:pt x="31" y="70"/>
                  </a:cubicBezTo>
                  <a:cubicBezTo>
                    <a:pt x="44" y="68"/>
                    <a:pt x="44" y="68"/>
                    <a:pt x="44" y="68"/>
                  </a:cubicBezTo>
                  <a:cubicBezTo>
                    <a:pt x="49" y="67"/>
                    <a:pt x="55" y="62"/>
                    <a:pt x="62" y="53"/>
                  </a:cubicBezTo>
                  <a:cubicBezTo>
                    <a:pt x="63" y="53"/>
                    <a:pt x="63" y="53"/>
                    <a:pt x="63" y="53"/>
                  </a:cubicBezTo>
                  <a:cubicBezTo>
                    <a:pt x="64" y="52"/>
                    <a:pt x="64" y="52"/>
                    <a:pt x="64" y="52"/>
                  </a:cubicBezTo>
                  <a:cubicBezTo>
                    <a:pt x="69" y="50"/>
                    <a:pt x="69" y="50"/>
                    <a:pt x="69" y="50"/>
                  </a:cubicBezTo>
                  <a:cubicBezTo>
                    <a:pt x="68" y="33"/>
                    <a:pt x="68" y="33"/>
                    <a:pt x="68" y="33"/>
                  </a:cubicBezTo>
                  <a:cubicBezTo>
                    <a:pt x="68" y="33"/>
                    <a:pt x="68" y="33"/>
                    <a:pt x="68" y="33"/>
                  </a:cubicBezTo>
                  <a:cubicBezTo>
                    <a:pt x="75" y="22"/>
                    <a:pt x="75" y="22"/>
                    <a:pt x="75" y="22"/>
                  </a:cubicBezTo>
                  <a:cubicBezTo>
                    <a:pt x="75" y="22"/>
                    <a:pt x="75" y="22"/>
                    <a:pt x="75" y="22"/>
                  </a:cubicBezTo>
                  <a:cubicBezTo>
                    <a:pt x="75" y="22"/>
                    <a:pt x="75" y="22"/>
                    <a:pt x="75" y="22"/>
                  </a:cubicBezTo>
                  <a:cubicBezTo>
                    <a:pt x="81" y="17"/>
                    <a:pt x="81" y="17"/>
                    <a:pt x="81" y="17"/>
                  </a:cubicBezTo>
                  <a:cubicBezTo>
                    <a:pt x="82" y="13"/>
                    <a:pt x="81" y="8"/>
                    <a:pt x="79" y="5"/>
                  </a:cubicBezTo>
                  <a:cubicBezTo>
                    <a:pt x="78" y="1"/>
                    <a:pt x="76" y="0"/>
                    <a:pt x="74" y="0"/>
                  </a:cubicBezTo>
                  <a:cubicBezTo>
                    <a:pt x="74" y="6"/>
                    <a:pt x="74" y="6"/>
                    <a:pt x="74" y="6"/>
                  </a:cubicBezTo>
                  <a:cubicBezTo>
                    <a:pt x="64" y="4"/>
                    <a:pt x="64" y="4"/>
                    <a:pt x="64" y="4"/>
                  </a:cubicBezTo>
                  <a:cubicBezTo>
                    <a:pt x="59" y="7"/>
                    <a:pt x="59" y="7"/>
                    <a:pt x="59" y="7"/>
                  </a:cubicBezTo>
                  <a:cubicBezTo>
                    <a:pt x="58" y="7"/>
                    <a:pt x="58" y="7"/>
                    <a:pt x="58" y="7"/>
                  </a:cubicBezTo>
                  <a:cubicBezTo>
                    <a:pt x="58" y="7"/>
                    <a:pt x="58" y="7"/>
                    <a:pt x="58" y="7"/>
                  </a:cubicBezTo>
                  <a:lnTo>
                    <a:pt x="37" y="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77" name="组合 76"/>
          <p:cNvGrpSpPr>
            <a:grpSpLocks/>
          </p:cNvGrpSpPr>
          <p:nvPr/>
        </p:nvGrpSpPr>
        <p:grpSpPr bwMode="auto">
          <a:xfrm>
            <a:off x="7410469" y="1516847"/>
            <a:ext cx="1131775" cy="1131776"/>
            <a:chOff x="7026060" y="1437835"/>
            <a:chExt cx="1073580" cy="1073578"/>
          </a:xfrm>
        </p:grpSpPr>
        <p:sp>
          <p:nvSpPr>
            <p:cNvPr id="60" name="椭圆 59"/>
            <p:cNvSpPr/>
            <p:nvPr/>
          </p:nvSpPr>
          <p:spPr>
            <a:xfrm>
              <a:off x="7026060" y="1437835"/>
              <a:ext cx="1073580" cy="10735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687"/>
            </a:p>
          </p:txBody>
        </p:sp>
        <p:sp>
          <p:nvSpPr>
            <p:cNvPr id="16402" name="文本框 23"/>
            <p:cNvSpPr txBox="1">
              <a:spLocks noChangeArrowheads="1"/>
            </p:cNvSpPr>
            <p:nvPr/>
          </p:nvSpPr>
          <p:spPr bwMode="auto">
            <a:xfrm>
              <a:off x="7097136" y="1476164"/>
              <a:ext cx="982598" cy="703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en-US" altLang="zh-CN" sz="4218">
                  <a:solidFill>
                    <a:schemeClr val="bg1"/>
                  </a:solidFill>
                  <a:latin typeface="Century Gothic" pitchFamily="34" charset="0"/>
                </a:rPr>
                <a:t>79</a:t>
              </a:r>
              <a:r>
                <a:rPr lang="en-US" altLang="zh-CN" sz="2531">
                  <a:solidFill>
                    <a:schemeClr val="bg1"/>
                  </a:solidFill>
                  <a:latin typeface="Century Gothic" pitchFamily="34" charset="0"/>
                </a:rPr>
                <a:t>%</a:t>
              </a:r>
              <a:endParaRPr lang="zh-CN" altLang="en-US" sz="2531">
                <a:solidFill>
                  <a:schemeClr val="bg1"/>
                </a:solidFill>
                <a:latin typeface="Century Gothic" pitchFamily="34" charset="0"/>
              </a:endParaRPr>
            </a:p>
          </p:txBody>
        </p:sp>
        <p:sp>
          <p:nvSpPr>
            <p:cNvPr id="16403" name="文本框 29"/>
            <p:cNvSpPr txBox="1">
              <a:spLocks noChangeArrowheads="1"/>
            </p:cNvSpPr>
            <p:nvPr/>
          </p:nvSpPr>
          <p:spPr bwMode="auto">
            <a:xfrm>
              <a:off x="7244135" y="2060603"/>
              <a:ext cx="637426" cy="364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zh-CN" altLang="zh-CN" sz="1898" dirty="0">
                  <a:solidFill>
                    <a:schemeClr val="bg1"/>
                  </a:solidFill>
                </a:rPr>
                <a:t>北京</a:t>
              </a:r>
            </a:p>
          </p:txBody>
        </p:sp>
      </p:grpSp>
      <p:sp>
        <p:nvSpPr>
          <p:cNvPr id="62" name="矩形 61"/>
          <p:cNvSpPr/>
          <p:nvPr/>
        </p:nvSpPr>
        <p:spPr>
          <a:xfrm>
            <a:off x="8724737" y="1692642"/>
            <a:ext cx="3582841" cy="1000787"/>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nvGrpSpPr>
          <p:cNvPr id="78" name="组合 77"/>
          <p:cNvGrpSpPr>
            <a:grpSpLocks/>
          </p:cNvGrpSpPr>
          <p:nvPr/>
        </p:nvGrpSpPr>
        <p:grpSpPr bwMode="auto">
          <a:xfrm>
            <a:off x="7410469" y="3057134"/>
            <a:ext cx="1131775" cy="1131776"/>
            <a:chOff x="7026060" y="2898238"/>
            <a:chExt cx="1073580" cy="1073578"/>
          </a:xfrm>
        </p:grpSpPr>
        <p:sp>
          <p:nvSpPr>
            <p:cNvPr id="64" name="椭圆 63"/>
            <p:cNvSpPr/>
            <p:nvPr/>
          </p:nvSpPr>
          <p:spPr>
            <a:xfrm>
              <a:off x="7026060" y="2898238"/>
              <a:ext cx="1073580" cy="10735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687"/>
            </a:p>
          </p:txBody>
        </p:sp>
        <p:sp>
          <p:nvSpPr>
            <p:cNvPr id="16399" name="文本框 23"/>
            <p:cNvSpPr txBox="1">
              <a:spLocks noChangeArrowheads="1"/>
            </p:cNvSpPr>
            <p:nvPr/>
          </p:nvSpPr>
          <p:spPr bwMode="auto">
            <a:xfrm>
              <a:off x="7097136" y="2936567"/>
              <a:ext cx="982598" cy="703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en-US" altLang="zh-CN" sz="4218">
                  <a:solidFill>
                    <a:schemeClr val="bg1"/>
                  </a:solidFill>
                  <a:latin typeface="Century Gothic" pitchFamily="34" charset="0"/>
                </a:rPr>
                <a:t>45</a:t>
              </a:r>
              <a:r>
                <a:rPr lang="en-US" altLang="zh-CN" sz="2531">
                  <a:solidFill>
                    <a:schemeClr val="bg1"/>
                  </a:solidFill>
                  <a:latin typeface="Century Gothic" pitchFamily="34" charset="0"/>
                </a:rPr>
                <a:t>%</a:t>
              </a:r>
              <a:endParaRPr lang="zh-CN" altLang="en-US" sz="2531">
                <a:solidFill>
                  <a:schemeClr val="bg1"/>
                </a:solidFill>
                <a:latin typeface="Century Gothic" pitchFamily="34" charset="0"/>
              </a:endParaRPr>
            </a:p>
          </p:txBody>
        </p:sp>
        <p:sp>
          <p:nvSpPr>
            <p:cNvPr id="16400" name="文本框 29"/>
            <p:cNvSpPr txBox="1">
              <a:spLocks noChangeArrowheads="1"/>
            </p:cNvSpPr>
            <p:nvPr/>
          </p:nvSpPr>
          <p:spPr bwMode="auto">
            <a:xfrm>
              <a:off x="7244135" y="3521006"/>
              <a:ext cx="637426" cy="364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zh-CN" altLang="en-US" sz="1898">
                  <a:solidFill>
                    <a:schemeClr val="bg1"/>
                  </a:solidFill>
                </a:rPr>
                <a:t>上海</a:t>
              </a:r>
              <a:endParaRPr lang="zh-CN" altLang="zh-CN" sz="1898">
                <a:solidFill>
                  <a:schemeClr val="bg1"/>
                </a:solidFill>
              </a:endParaRPr>
            </a:p>
          </p:txBody>
        </p:sp>
      </p:grpSp>
      <p:sp>
        <p:nvSpPr>
          <p:cNvPr id="67" name="矩形 66"/>
          <p:cNvSpPr/>
          <p:nvPr/>
        </p:nvSpPr>
        <p:spPr>
          <a:xfrm>
            <a:off x="8724737" y="3232928"/>
            <a:ext cx="3582841" cy="1000787"/>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nvGrpSpPr>
          <p:cNvPr id="79" name="组合 78"/>
          <p:cNvGrpSpPr>
            <a:grpSpLocks/>
          </p:cNvGrpSpPr>
          <p:nvPr/>
        </p:nvGrpSpPr>
        <p:grpSpPr bwMode="auto">
          <a:xfrm>
            <a:off x="7410469" y="4597420"/>
            <a:ext cx="1131775" cy="1131776"/>
            <a:chOff x="7026060" y="4358640"/>
            <a:chExt cx="1073580" cy="1073578"/>
          </a:xfrm>
        </p:grpSpPr>
        <p:sp>
          <p:nvSpPr>
            <p:cNvPr id="69" name="椭圆 68"/>
            <p:cNvSpPr/>
            <p:nvPr/>
          </p:nvSpPr>
          <p:spPr>
            <a:xfrm>
              <a:off x="7026060" y="4358640"/>
              <a:ext cx="1073580" cy="10735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687"/>
            </a:p>
          </p:txBody>
        </p:sp>
        <p:sp>
          <p:nvSpPr>
            <p:cNvPr id="16396" name="文本框 23"/>
            <p:cNvSpPr txBox="1">
              <a:spLocks noChangeArrowheads="1"/>
            </p:cNvSpPr>
            <p:nvPr/>
          </p:nvSpPr>
          <p:spPr bwMode="auto">
            <a:xfrm>
              <a:off x="7097136" y="4396969"/>
              <a:ext cx="982598" cy="703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en-US" altLang="zh-CN" sz="4218">
                  <a:solidFill>
                    <a:schemeClr val="bg1"/>
                  </a:solidFill>
                  <a:latin typeface="Century Gothic" pitchFamily="34" charset="0"/>
                </a:rPr>
                <a:t>36</a:t>
              </a:r>
              <a:r>
                <a:rPr lang="en-US" altLang="zh-CN" sz="2531">
                  <a:solidFill>
                    <a:schemeClr val="bg1"/>
                  </a:solidFill>
                  <a:latin typeface="Century Gothic" pitchFamily="34" charset="0"/>
                </a:rPr>
                <a:t>%</a:t>
              </a:r>
              <a:endParaRPr lang="zh-CN" altLang="en-US" sz="2531">
                <a:solidFill>
                  <a:schemeClr val="bg1"/>
                </a:solidFill>
                <a:latin typeface="Century Gothic" pitchFamily="34" charset="0"/>
              </a:endParaRPr>
            </a:p>
          </p:txBody>
        </p:sp>
        <p:sp>
          <p:nvSpPr>
            <p:cNvPr id="16397" name="文本框 29"/>
            <p:cNvSpPr txBox="1">
              <a:spLocks noChangeArrowheads="1"/>
            </p:cNvSpPr>
            <p:nvPr/>
          </p:nvSpPr>
          <p:spPr bwMode="auto">
            <a:xfrm>
              <a:off x="7244135" y="4981408"/>
              <a:ext cx="637426" cy="364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 typeface="Arial" charset="0"/>
                <a:buNone/>
              </a:pPr>
              <a:r>
                <a:rPr lang="zh-CN" altLang="en-US" sz="1898">
                  <a:solidFill>
                    <a:schemeClr val="bg1"/>
                  </a:solidFill>
                </a:rPr>
                <a:t>江苏</a:t>
              </a:r>
              <a:endParaRPr lang="zh-CN" altLang="zh-CN" sz="1898">
                <a:solidFill>
                  <a:schemeClr val="bg1"/>
                </a:solidFill>
              </a:endParaRPr>
            </a:p>
          </p:txBody>
        </p:sp>
      </p:grpSp>
      <p:sp>
        <p:nvSpPr>
          <p:cNvPr id="72" name="矩形 71"/>
          <p:cNvSpPr/>
          <p:nvPr/>
        </p:nvSpPr>
        <p:spPr>
          <a:xfrm>
            <a:off x="8724737" y="4773215"/>
            <a:ext cx="3582841" cy="1000787"/>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54" name="文本框 53"/>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1679805429"/>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53" presetClass="entr" presetSubtype="16" fill="hold" nodeType="afterEffect">
                                  <p:stCondLst>
                                    <p:cond delay="0"/>
                                  </p:stCondLst>
                                  <p:childTnLst>
                                    <p:set>
                                      <p:cBhvr>
                                        <p:cTn id="11" dur="1" fill="hold">
                                          <p:stCondLst>
                                            <p:cond delay="0"/>
                                          </p:stCondLst>
                                        </p:cTn>
                                        <p:tgtEl>
                                          <p:spTgt spid="77"/>
                                        </p:tgtEl>
                                        <p:attrNameLst>
                                          <p:attrName>style.visibility</p:attrName>
                                        </p:attrNameLst>
                                      </p:cBhvr>
                                      <p:to>
                                        <p:strVal val="visible"/>
                                      </p:to>
                                    </p:set>
                                    <p:anim calcmode="lin" valueType="num">
                                      <p:cBhvr>
                                        <p:cTn id="12" dur="500" fill="hold"/>
                                        <p:tgtEl>
                                          <p:spTgt spid="77"/>
                                        </p:tgtEl>
                                        <p:attrNameLst>
                                          <p:attrName>ppt_w</p:attrName>
                                        </p:attrNameLst>
                                      </p:cBhvr>
                                      <p:tavLst>
                                        <p:tav tm="0">
                                          <p:val>
                                            <p:fltVal val="0"/>
                                          </p:val>
                                        </p:tav>
                                        <p:tav tm="100000">
                                          <p:val>
                                            <p:strVal val="#ppt_w"/>
                                          </p:val>
                                        </p:tav>
                                      </p:tavLst>
                                    </p:anim>
                                    <p:anim calcmode="lin" valueType="num">
                                      <p:cBhvr>
                                        <p:cTn id="13" dur="500" fill="hold"/>
                                        <p:tgtEl>
                                          <p:spTgt spid="77"/>
                                        </p:tgtEl>
                                        <p:attrNameLst>
                                          <p:attrName>ppt_h</p:attrName>
                                        </p:attrNameLst>
                                      </p:cBhvr>
                                      <p:tavLst>
                                        <p:tav tm="0">
                                          <p:val>
                                            <p:fltVal val="0"/>
                                          </p:val>
                                        </p:tav>
                                        <p:tav tm="100000">
                                          <p:val>
                                            <p:strVal val="#ppt_h"/>
                                          </p:val>
                                        </p:tav>
                                      </p:tavLst>
                                    </p:anim>
                                    <p:animEffect transition="in" filter="fade">
                                      <p:cBhvr>
                                        <p:cTn id="14" dur="500"/>
                                        <p:tgtEl>
                                          <p:spTgt spid="77"/>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wipe(left)">
                                      <p:cBhvr>
                                        <p:cTn id="17" dur="500"/>
                                        <p:tgtEl>
                                          <p:spTgt spid="62"/>
                                        </p:tgtEl>
                                      </p:cBhvr>
                                    </p:animEffect>
                                  </p:childTnLst>
                                </p:cTn>
                              </p:par>
                            </p:childTnLst>
                          </p:cTn>
                        </p:par>
                        <p:par>
                          <p:cTn id="18" fill="hold" nodeType="afterGroup">
                            <p:stCondLst>
                              <p:cond delay="1000"/>
                            </p:stCondLst>
                            <p:childTnLst>
                              <p:par>
                                <p:cTn id="19" presetID="53" presetClass="entr" presetSubtype="16" fill="hold" nodeType="afterEffect">
                                  <p:stCondLst>
                                    <p:cond delay="0"/>
                                  </p:stCondLst>
                                  <p:childTnLst>
                                    <p:set>
                                      <p:cBhvr>
                                        <p:cTn id="20" dur="1" fill="hold">
                                          <p:stCondLst>
                                            <p:cond delay="0"/>
                                          </p:stCondLst>
                                        </p:cTn>
                                        <p:tgtEl>
                                          <p:spTgt spid="78"/>
                                        </p:tgtEl>
                                        <p:attrNameLst>
                                          <p:attrName>style.visibility</p:attrName>
                                        </p:attrNameLst>
                                      </p:cBhvr>
                                      <p:to>
                                        <p:strVal val="visible"/>
                                      </p:to>
                                    </p:set>
                                    <p:anim calcmode="lin" valueType="num">
                                      <p:cBhvr>
                                        <p:cTn id="21" dur="500" fill="hold"/>
                                        <p:tgtEl>
                                          <p:spTgt spid="78"/>
                                        </p:tgtEl>
                                        <p:attrNameLst>
                                          <p:attrName>ppt_w</p:attrName>
                                        </p:attrNameLst>
                                      </p:cBhvr>
                                      <p:tavLst>
                                        <p:tav tm="0">
                                          <p:val>
                                            <p:fltVal val="0"/>
                                          </p:val>
                                        </p:tav>
                                        <p:tav tm="100000">
                                          <p:val>
                                            <p:strVal val="#ppt_w"/>
                                          </p:val>
                                        </p:tav>
                                      </p:tavLst>
                                    </p:anim>
                                    <p:anim calcmode="lin" valueType="num">
                                      <p:cBhvr>
                                        <p:cTn id="22" dur="500" fill="hold"/>
                                        <p:tgtEl>
                                          <p:spTgt spid="78"/>
                                        </p:tgtEl>
                                        <p:attrNameLst>
                                          <p:attrName>ppt_h</p:attrName>
                                        </p:attrNameLst>
                                      </p:cBhvr>
                                      <p:tavLst>
                                        <p:tav tm="0">
                                          <p:val>
                                            <p:fltVal val="0"/>
                                          </p:val>
                                        </p:tav>
                                        <p:tav tm="100000">
                                          <p:val>
                                            <p:strVal val="#ppt_h"/>
                                          </p:val>
                                        </p:tav>
                                      </p:tavLst>
                                    </p:anim>
                                    <p:animEffect transition="in" filter="fade">
                                      <p:cBhvr>
                                        <p:cTn id="23" dur="500"/>
                                        <p:tgtEl>
                                          <p:spTgt spid="78"/>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wipe(left)">
                                      <p:cBhvr>
                                        <p:cTn id="26" dur="500"/>
                                        <p:tgtEl>
                                          <p:spTgt spid="67"/>
                                        </p:tgtEl>
                                      </p:cBhvr>
                                    </p:animEffect>
                                  </p:childTnLst>
                                </p:cTn>
                              </p:par>
                            </p:childTnLst>
                          </p:cTn>
                        </p:par>
                        <p:par>
                          <p:cTn id="27" fill="hold" nodeType="afterGroup">
                            <p:stCondLst>
                              <p:cond delay="1500"/>
                            </p:stCondLst>
                            <p:childTnLst>
                              <p:par>
                                <p:cTn id="28" presetID="53" presetClass="entr" presetSubtype="16" fill="hold" nodeType="afterEffect">
                                  <p:stCondLst>
                                    <p:cond delay="0"/>
                                  </p:stCondLst>
                                  <p:childTnLst>
                                    <p:set>
                                      <p:cBhvr>
                                        <p:cTn id="29" dur="1" fill="hold">
                                          <p:stCondLst>
                                            <p:cond delay="0"/>
                                          </p:stCondLst>
                                        </p:cTn>
                                        <p:tgtEl>
                                          <p:spTgt spid="79"/>
                                        </p:tgtEl>
                                        <p:attrNameLst>
                                          <p:attrName>style.visibility</p:attrName>
                                        </p:attrNameLst>
                                      </p:cBhvr>
                                      <p:to>
                                        <p:strVal val="visible"/>
                                      </p:to>
                                    </p:set>
                                    <p:anim calcmode="lin" valueType="num">
                                      <p:cBhvr>
                                        <p:cTn id="30" dur="500" fill="hold"/>
                                        <p:tgtEl>
                                          <p:spTgt spid="79"/>
                                        </p:tgtEl>
                                        <p:attrNameLst>
                                          <p:attrName>ppt_w</p:attrName>
                                        </p:attrNameLst>
                                      </p:cBhvr>
                                      <p:tavLst>
                                        <p:tav tm="0">
                                          <p:val>
                                            <p:fltVal val="0"/>
                                          </p:val>
                                        </p:tav>
                                        <p:tav tm="100000">
                                          <p:val>
                                            <p:strVal val="#ppt_w"/>
                                          </p:val>
                                        </p:tav>
                                      </p:tavLst>
                                    </p:anim>
                                    <p:anim calcmode="lin" valueType="num">
                                      <p:cBhvr>
                                        <p:cTn id="31" dur="500" fill="hold"/>
                                        <p:tgtEl>
                                          <p:spTgt spid="79"/>
                                        </p:tgtEl>
                                        <p:attrNameLst>
                                          <p:attrName>ppt_h</p:attrName>
                                        </p:attrNameLst>
                                      </p:cBhvr>
                                      <p:tavLst>
                                        <p:tav tm="0">
                                          <p:val>
                                            <p:fltVal val="0"/>
                                          </p:val>
                                        </p:tav>
                                        <p:tav tm="100000">
                                          <p:val>
                                            <p:strVal val="#ppt_h"/>
                                          </p:val>
                                        </p:tav>
                                      </p:tavLst>
                                    </p:anim>
                                    <p:animEffect transition="in" filter="fade">
                                      <p:cBhvr>
                                        <p:cTn id="32" dur="500"/>
                                        <p:tgtEl>
                                          <p:spTgt spid="79"/>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wipe(left)">
                                      <p:cBhvr>
                                        <p:cTn id="35"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7" grpId="0"/>
      <p:bldP spid="7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p:cNvGrpSpPr>
            <a:grpSpLocks/>
          </p:cNvGrpSpPr>
          <p:nvPr/>
        </p:nvGrpSpPr>
        <p:grpSpPr bwMode="auto">
          <a:xfrm>
            <a:off x="809004" y="1120057"/>
            <a:ext cx="5061180" cy="5061180"/>
            <a:chOff x="767065" y="1062101"/>
            <a:chExt cx="4798664" cy="4798664"/>
          </a:xfrm>
        </p:grpSpPr>
        <p:sp>
          <p:nvSpPr>
            <p:cNvPr id="7" name="椭圆 6"/>
            <p:cNvSpPr/>
            <p:nvPr/>
          </p:nvSpPr>
          <p:spPr>
            <a:xfrm>
              <a:off x="767065" y="1062101"/>
              <a:ext cx="4798664" cy="47986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chemeClr val="accent3"/>
                </a:solidFill>
              </a:endParaRPr>
            </a:p>
          </p:txBody>
        </p:sp>
        <p:sp>
          <p:nvSpPr>
            <p:cNvPr id="17436" name="文本框 11"/>
            <p:cNvSpPr txBox="1">
              <a:spLocks noChangeArrowheads="1"/>
            </p:cNvSpPr>
            <p:nvPr/>
          </p:nvSpPr>
          <p:spPr bwMode="auto">
            <a:xfrm>
              <a:off x="2561103" y="1434528"/>
              <a:ext cx="1202511" cy="395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zh-CN" altLang="en-US" sz="2109" b="1">
                  <a:solidFill>
                    <a:schemeClr val="bg1"/>
                  </a:solidFill>
                </a:rPr>
                <a:t>文字内容</a:t>
              </a:r>
            </a:p>
          </p:txBody>
        </p:sp>
        <p:sp>
          <p:nvSpPr>
            <p:cNvPr id="17437" name="矩形 12"/>
            <p:cNvSpPr>
              <a:spLocks noChangeArrowheads="1"/>
            </p:cNvSpPr>
            <p:nvPr/>
          </p:nvSpPr>
          <p:spPr bwMode="auto">
            <a:xfrm>
              <a:off x="1191966" y="2026640"/>
              <a:ext cx="3886272" cy="518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1476" dirty="0">
                  <a:solidFill>
                    <a:schemeClr val="bg1"/>
                  </a:solidFill>
                </a:rPr>
                <a:t>Add your text here and write down your ideas</a:t>
              </a:r>
            </a:p>
            <a:p>
              <a:pPr eaLnBrk="1" hangingPunct="1">
                <a:lnSpc>
                  <a:spcPct val="100000"/>
                </a:lnSpc>
                <a:spcBef>
                  <a:spcPct val="0"/>
                </a:spcBef>
                <a:buFontTx/>
                <a:buNone/>
              </a:pPr>
              <a:r>
                <a:rPr lang="en-US" altLang="zh-CN" sz="1476" dirty="0">
                  <a:solidFill>
                    <a:schemeClr val="bg1"/>
                  </a:solidFill>
                </a:rPr>
                <a:t>Add your text here and write down your ideas</a:t>
              </a:r>
            </a:p>
          </p:txBody>
        </p:sp>
        <p:graphicFrame>
          <p:nvGraphicFramePr>
            <p:cNvPr id="17438" name="图表 10"/>
            <p:cNvGraphicFramePr>
              <a:graphicFrameLocks/>
            </p:cNvGraphicFramePr>
            <p:nvPr/>
          </p:nvGraphicFramePr>
          <p:xfrm>
            <a:off x="1296956" y="2602928"/>
            <a:ext cx="3664441" cy="2538291"/>
          </p:xfrm>
          <a:graphic>
            <a:graphicData uri="http://schemas.openxmlformats.org/presentationml/2006/ole">
              <mc:AlternateContent xmlns:mc="http://schemas.openxmlformats.org/markup-compatibility/2006">
                <mc:Choice xmlns:v="urn:schemas-microsoft-com:vml" Requires="v">
                  <p:oleObj name="图表" r:id="rId2" imgW="3670110" imgH="2548349" progId="Excel.Chart.8">
                    <p:embed/>
                  </p:oleObj>
                </mc:Choice>
                <mc:Fallback>
                  <p:oleObj name="图表" r:id="rId2" imgW="3670110" imgH="2548349" progId="Excel.Chart.8">
                    <p:embed/>
                    <p:pic>
                      <p:nvPicPr>
                        <p:cNvPr id="0" nam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6956" y="2602928"/>
                          <a:ext cx="3664441" cy="2538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sp>
        <p:nvSpPr>
          <p:cNvPr id="17411"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BEAA1204-840C-4FB9-952C-13C28FAB95F0}"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91</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1" name="文本框 30"/>
          <p:cNvSpPr txBox="1"/>
          <p:nvPr/>
        </p:nvSpPr>
        <p:spPr>
          <a:xfrm>
            <a:off x="7005308" y="4095153"/>
            <a:ext cx="2661306" cy="1066126"/>
          </a:xfrm>
          <a:prstGeom prst="rect">
            <a:avLst/>
          </a:prstGeom>
          <a:noFill/>
        </p:spPr>
        <p:txBody>
          <a:bodyPr wrap="none">
            <a:spAutoFit/>
          </a:bodyPr>
          <a:lstStyle/>
          <a:p>
            <a:pPr fontAlgn="auto">
              <a:spcBef>
                <a:spcPts val="0"/>
              </a:spcBef>
              <a:spcAft>
                <a:spcPts val="0"/>
              </a:spcAft>
              <a:defRPr/>
            </a:pPr>
            <a:r>
              <a:rPr lang="en-US" altLang="zh-CN" sz="6328" dirty="0">
                <a:solidFill>
                  <a:schemeClr val="accent3"/>
                </a:solidFill>
                <a:latin typeface="Century Gothic" panose="020B0502020202020204" pitchFamily="34" charset="0"/>
                <a:ea typeface="微软雅黑 Light" panose="020B0502040204020203" pitchFamily="34" charset="-122"/>
              </a:rPr>
              <a:t>19,400</a:t>
            </a:r>
            <a:endParaRPr lang="zh-CN" altLang="en-US" sz="6328" dirty="0">
              <a:solidFill>
                <a:schemeClr val="accent3"/>
              </a:solidFill>
              <a:latin typeface="Century Gothic" panose="020B0502020202020204" pitchFamily="34" charset="0"/>
              <a:ea typeface="微软雅黑 Light" panose="020B0502040204020203" pitchFamily="34" charset="-122"/>
            </a:endParaRPr>
          </a:p>
        </p:txBody>
      </p:sp>
      <p:grpSp>
        <p:nvGrpSpPr>
          <p:cNvPr id="42" name="组合 41"/>
          <p:cNvGrpSpPr>
            <a:grpSpLocks/>
          </p:cNvGrpSpPr>
          <p:nvPr/>
        </p:nvGrpSpPr>
        <p:grpSpPr bwMode="auto">
          <a:xfrm>
            <a:off x="7027074" y="4573982"/>
            <a:ext cx="5151588" cy="1035434"/>
            <a:chOff x="6662212" y="4336607"/>
            <a:chExt cx="4885815" cy="982536"/>
          </a:xfrm>
        </p:grpSpPr>
        <p:sp>
          <p:nvSpPr>
            <p:cNvPr id="32" name="文本框 31"/>
            <p:cNvSpPr txBox="1"/>
            <p:nvPr/>
          </p:nvSpPr>
          <p:spPr>
            <a:xfrm>
              <a:off x="9104326" y="4336607"/>
              <a:ext cx="1202864" cy="395610"/>
            </a:xfrm>
            <a:prstGeom prst="rect">
              <a:avLst/>
            </a:prstGeom>
            <a:noFill/>
          </p:spPr>
          <p:txBody>
            <a:bodyPr wrap="none">
              <a:spAutoFit/>
            </a:bodyPr>
            <a:lstStyle/>
            <a:p>
              <a:pPr fontAlgn="auto">
                <a:spcBef>
                  <a:spcPts val="0"/>
                </a:spcBef>
                <a:spcAft>
                  <a:spcPts val="0"/>
                </a:spcAft>
                <a:defRPr/>
              </a:pPr>
              <a:r>
                <a:rPr lang="zh-CN" altLang="en-US" sz="2109" dirty="0">
                  <a:solidFill>
                    <a:schemeClr val="tx1">
                      <a:lumMod val="50000"/>
                      <a:lumOff val="50000"/>
                    </a:schemeClr>
                  </a:solidFill>
                  <a:latin typeface="微软雅黑 Light" panose="020B0502040204020203" pitchFamily="34" charset="-122"/>
                  <a:ea typeface="微软雅黑 Light" panose="020B0502040204020203" pitchFamily="34" charset="-122"/>
                </a:rPr>
                <a:t>（单位）</a:t>
              </a:r>
            </a:p>
          </p:txBody>
        </p:sp>
        <p:sp>
          <p:nvSpPr>
            <p:cNvPr id="33" name="矩形 32"/>
            <p:cNvSpPr/>
            <p:nvPr/>
          </p:nvSpPr>
          <p:spPr>
            <a:xfrm>
              <a:off x="6662212" y="4800505"/>
              <a:ext cx="4885815" cy="518638"/>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28" name="文本框 27"/>
          <p:cNvSpPr txBox="1"/>
          <p:nvPr/>
        </p:nvSpPr>
        <p:spPr>
          <a:xfrm>
            <a:off x="7005308" y="2065993"/>
            <a:ext cx="2210862" cy="1066126"/>
          </a:xfrm>
          <a:prstGeom prst="rect">
            <a:avLst/>
          </a:prstGeom>
          <a:noFill/>
        </p:spPr>
        <p:txBody>
          <a:bodyPr wrap="none">
            <a:spAutoFit/>
          </a:bodyPr>
          <a:lstStyle/>
          <a:p>
            <a:pPr fontAlgn="auto">
              <a:spcBef>
                <a:spcPts val="0"/>
              </a:spcBef>
              <a:spcAft>
                <a:spcPts val="0"/>
              </a:spcAft>
              <a:defRPr/>
            </a:pPr>
            <a:r>
              <a:rPr lang="en-US" altLang="zh-CN" sz="6328" dirty="0">
                <a:solidFill>
                  <a:schemeClr val="accent3"/>
                </a:solidFill>
                <a:latin typeface="Century Gothic" panose="020B0502020202020204" pitchFamily="34" charset="0"/>
                <a:ea typeface="微软雅黑 Light" panose="020B0502040204020203" pitchFamily="34" charset="-122"/>
              </a:rPr>
              <a:t>1,886</a:t>
            </a:r>
            <a:endParaRPr lang="zh-CN" altLang="en-US" sz="6328" dirty="0">
              <a:solidFill>
                <a:schemeClr val="accent3"/>
              </a:solidFill>
              <a:latin typeface="Century Gothic" panose="020B0502020202020204" pitchFamily="34" charset="0"/>
              <a:ea typeface="微软雅黑 Light" panose="020B0502040204020203" pitchFamily="34" charset="-122"/>
            </a:endParaRPr>
          </a:p>
        </p:txBody>
      </p:sp>
      <p:grpSp>
        <p:nvGrpSpPr>
          <p:cNvPr id="41" name="组合 40"/>
          <p:cNvGrpSpPr>
            <a:grpSpLocks/>
          </p:cNvGrpSpPr>
          <p:nvPr/>
        </p:nvGrpSpPr>
        <p:grpSpPr bwMode="auto">
          <a:xfrm>
            <a:off x="7027074" y="2544822"/>
            <a:ext cx="5151588" cy="1397978"/>
            <a:chOff x="6662212" y="2413262"/>
            <a:chExt cx="4885815" cy="1324804"/>
          </a:xfrm>
        </p:grpSpPr>
        <p:sp>
          <p:nvSpPr>
            <p:cNvPr id="29" name="文本框 28"/>
            <p:cNvSpPr txBox="1"/>
            <p:nvPr/>
          </p:nvSpPr>
          <p:spPr>
            <a:xfrm>
              <a:off x="8664491" y="2413262"/>
              <a:ext cx="1202864" cy="395087"/>
            </a:xfrm>
            <a:prstGeom prst="rect">
              <a:avLst/>
            </a:prstGeom>
            <a:noFill/>
          </p:spPr>
          <p:txBody>
            <a:bodyPr wrap="none">
              <a:spAutoFit/>
            </a:bodyPr>
            <a:lstStyle/>
            <a:p>
              <a:pPr fontAlgn="auto">
                <a:spcBef>
                  <a:spcPts val="0"/>
                </a:spcBef>
                <a:spcAft>
                  <a:spcPts val="0"/>
                </a:spcAft>
                <a:defRPr/>
              </a:pPr>
              <a:r>
                <a:rPr lang="zh-CN" altLang="en-US" sz="2109" dirty="0">
                  <a:solidFill>
                    <a:schemeClr val="tx1">
                      <a:lumMod val="50000"/>
                      <a:lumOff val="50000"/>
                    </a:schemeClr>
                  </a:solidFill>
                  <a:latin typeface="微软雅黑 Light" panose="020B0502040204020203" pitchFamily="34" charset="-122"/>
                  <a:ea typeface="微软雅黑 Light" panose="020B0502040204020203" pitchFamily="34" charset="-122"/>
                </a:rPr>
                <a:t>（单位）</a:t>
              </a:r>
            </a:p>
          </p:txBody>
        </p:sp>
        <p:sp>
          <p:nvSpPr>
            <p:cNvPr id="30" name="矩形 29"/>
            <p:cNvSpPr/>
            <p:nvPr/>
          </p:nvSpPr>
          <p:spPr>
            <a:xfrm>
              <a:off x="6662212" y="2878134"/>
              <a:ext cx="4885815" cy="517952"/>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cxnSp>
          <p:nvCxnSpPr>
            <p:cNvPr id="35" name="直接连接符 34"/>
            <p:cNvCxnSpPr/>
            <p:nvPr/>
          </p:nvCxnSpPr>
          <p:spPr>
            <a:xfrm>
              <a:off x="6662212" y="3738066"/>
              <a:ext cx="488581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sp>
        <p:nvSpPr>
          <p:cNvPr id="16" name="椭圆 15"/>
          <p:cNvSpPr/>
          <p:nvPr/>
        </p:nvSpPr>
        <p:spPr>
          <a:xfrm rot="10800000">
            <a:off x="5307645" y="1617301"/>
            <a:ext cx="420231" cy="42190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椭圆 16"/>
          <p:cNvSpPr/>
          <p:nvPr/>
        </p:nvSpPr>
        <p:spPr>
          <a:xfrm>
            <a:off x="718596" y="5221907"/>
            <a:ext cx="236065" cy="23774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8" name="椭圆 17"/>
          <p:cNvSpPr/>
          <p:nvPr/>
        </p:nvSpPr>
        <p:spPr>
          <a:xfrm>
            <a:off x="4753477" y="5812908"/>
            <a:ext cx="386745" cy="3867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9" name="椭圆 18"/>
          <p:cNvSpPr/>
          <p:nvPr/>
        </p:nvSpPr>
        <p:spPr>
          <a:xfrm>
            <a:off x="5312668" y="5332406"/>
            <a:ext cx="244437" cy="2427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0" name="椭圆 19"/>
          <p:cNvSpPr/>
          <p:nvPr/>
        </p:nvSpPr>
        <p:spPr>
          <a:xfrm rot="11047877">
            <a:off x="2535129" y="5841370"/>
            <a:ext cx="619463" cy="62113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 name="椭圆 20"/>
          <p:cNvSpPr/>
          <p:nvPr/>
        </p:nvSpPr>
        <p:spPr>
          <a:xfrm rot="11047877">
            <a:off x="5771406" y="2136311"/>
            <a:ext cx="271224" cy="2712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2" name="椭圆 21"/>
          <p:cNvSpPr/>
          <p:nvPr/>
        </p:nvSpPr>
        <p:spPr>
          <a:xfrm>
            <a:off x="387100" y="2417580"/>
            <a:ext cx="698151" cy="69815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3" name="椭圆 22"/>
          <p:cNvSpPr/>
          <p:nvPr/>
        </p:nvSpPr>
        <p:spPr>
          <a:xfrm rot="10800000">
            <a:off x="219677" y="3664878"/>
            <a:ext cx="843809" cy="84380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4" name="椭圆 23"/>
          <p:cNvSpPr/>
          <p:nvPr/>
        </p:nvSpPr>
        <p:spPr>
          <a:xfrm>
            <a:off x="1267742" y="5920058"/>
            <a:ext cx="463760" cy="46376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5" name="椭圆 24"/>
          <p:cNvSpPr/>
          <p:nvPr/>
        </p:nvSpPr>
        <p:spPr>
          <a:xfrm rot="11047877">
            <a:off x="780542" y="2072691"/>
            <a:ext cx="210952" cy="21262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pic>
        <p:nvPicPr>
          <p:cNvPr id="38" name="图片 37"/>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rot="3079683">
            <a:off x="3846239" y="4091676"/>
            <a:ext cx="2388487" cy="2388487"/>
          </a:xfrm>
          <a:custGeom>
            <a:avLst/>
            <a:gdLst>
              <a:gd name="connsiteX0" fmla="*/ 1238250 w 2476500"/>
              <a:gd name="connsiteY0" fmla="*/ 0 h 2476500"/>
              <a:gd name="connsiteX1" fmla="*/ 2476500 w 2476500"/>
              <a:gd name="connsiteY1" fmla="*/ 1238250 h 2476500"/>
              <a:gd name="connsiteX2" fmla="*/ 1238250 w 2476500"/>
              <a:gd name="connsiteY2" fmla="*/ 2476500 h 2476500"/>
              <a:gd name="connsiteX3" fmla="*/ 0 w 2476500"/>
              <a:gd name="connsiteY3" fmla="*/ 1238250 h 2476500"/>
              <a:gd name="connsiteX4" fmla="*/ 1238250 w 2476500"/>
              <a:gd name="connsiteY4" fmla="*/ 0 h 247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2476500">
                <a:moveTo>
                  <a:pt x="1238250" y="0"/>
                </a:moveTo>
                <a:cubicBezTo>
                  <a:pt x="1922117" y="0"/>
                  <a:pt x="2476500" y="554383"/>
                  <a:pt x="2476500" y="1238250"/>
                </a:cubicBezTo>
                <a:cubicBezTo>
                  <a:pt x="2476500" y="1922117"/>
                  <a:pt x="1922117" y="2476500"/>
                  <a:pt x="1238250" y="2476500"/>
                </a:cubicBezTo>
                <a:cubicBezTo>
                  <a:pt x="554383" y="2476500"/>
                  <a:pt x="0" y="1922117"/>
                  <a:pt x="0" y="1238250"/>
                </a:cubicBezTo>
                <a:cubicBezTo>
                  <a:pt x="0" y="554383"/>
                  <a:pt x="554383" y="0"/>
                  <a:pt x="1238250" y="0"/>
                </a:cubicBezTo>
                <a:close/>
              </a:path>
            </a:pathLst>
          </a:custGeom>
        </p:spPr>
      </p:pic>
      <p:sp>
        <p:nvSpPr>
          <p:cNvPr id="34" name="文本框 33"/>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2420422932"/>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Effect transition="in" filter="fade">
                                      <p:cBhvr>
                                        <p:cTn id="9" dur="500"/>
                                        <p:tgtEl>
                                          <p:spTgt spid="40"/>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Effect transition="in" filter="fade">
                                      <p:cBhvr>
                                        <p:cTn id="19" dur="500"/>
                                        <p:tgtEl>
                                          <p:spTgt spid="1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500" fill="hold"/>
                                        <p:tgtEl>
                                          <p:spTgt spid="18"/>
                                        </p:tgtEl>
                                        <p:attrNameLst>
                                          <p:attrName>ppt_w</p:attrName>
                                        </p:attrNameLst>
                                      </p:cBhvr>
                                      <p:tavLst>
                                        <p:tav tm="0">
                                          <p:val>
                                            <p:fltVal val="0"/>
                                          </p:val>
                                        </p:tav>
                                        <p:tav tm="100000">
                                          <p:val>
                                            <p:strVal val="#ppt_w"/>
                                          </p:val>
                                        </p:tav>
                                      </p:tavLst>
                                    </p:anim>
                                    <p:anim calcmode="lin" valueType="num">
                                      <p:cBhvr>
                                        <p:cTn id="23" dur="500" fill="hold"/>
                                        <p:tgtEl>
                                          <p:spTgt spid="18"/>
                                        </p:tgtEl>
                                        <p:attrNameLst>
                                          <p:attrName>ppt_h</p:attrName>
                                        </p:attrNameLst>
                                      </p:cBhvr>
                                      <p:tavLst>
                                        <p:tav tm="0">
                                          <p:val>
                                            <p:fltVal val="0"/>
                                          </p:val>
                                        </p:tav>
                                        <p:tav tm="100000">
                                          <p:val>
                                            <p:strVal val="#ppt_h"/>
                                          </p:val>
                                        </p:tav>
                                      </p:tavLst>
                                    </p:anim>
                                    <p:animEffect transition="in" filter="fade">
                                      <p:cBhvr>
                                        <p:cTn id="24" dur="500"/>
                                        <p:tgtEl>
                                          <p:spTgt spid="18"/>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par>
                                <p:cTn id="30" presetID="53" presetClass="entr" presetSubtype="16" fill="hold" grpId="0" nodeType="withEffect">
                                  <p:stCondLst>
                                    <p:cond delay="200"/>
                                  </p:stCondLst>
                                  <p:childTnLst>
                                    <p:set>
                                      <p:cBhvr>
                                        <p:cTn id="31" dur="1" fill="hold">
                                          <p:stCondLst>
                                            <p:cond delay="0"/>
                                          </p:stCondLst>
                                        </p:cTn>
                                        <p:tgtEl>
                                          <p:spTgt spid="20"/>
                                        </p:tgtEl>
                                        <p:attrNameLst>
                                          <p:attrName>style.visibility</p:attrName>
                                        </p:attrNameLst>
                                      </p:cBhvr>
                                      <p:to>
                                        <p:strVal val="visible"/>
                                      </p:to>
                                    </p:set>
                                    <p:anim calcmode="lin" valueType="num">
                                      <p:cBhvr>
                                        <p:cTn id="32" dur="500" fill="hold"/>
                                        <p:tgtEl>
                                          <p:spTgt spid="20"/>
                                        </p:tgtEl>
                                        <p:attrNameLst>
                                          <p:attrName>ppt_w</p:attrName>
                                        </p:attrNameLst>
                                      </p:cBhvr>
                                      <p:tavLst>
                                        <p:tav tm="0">
                                          <p:val>
                                            <p:fltVal val="0"/>
                                          </p:val>
                                        </p:tav>
                                        <p:tav tm="100000">
                                          <p:val>
                                            <p:strVal val="#ppt_w"/>
                                          </p:val>
                                        </p:tav>
                                      </p:tavLst>
                                    </p:anim>
                                    <p:anim calcmode="lin" valueType="num">
                                      <p:cBhvr>
                                        <p:cTn id="33" dur="500" fill="hold"/>
                                        <p:tgtEl>
                                          <p:spTgt spid="20"/>
                                        </p:tgtEl>
                                        <p:attrNameLst>
                                          <p:attrName>ppt_h</p:attrName>
                                        </p:attrNameLst>
                                      </p:cBhvr>
                                      <p:tavLst>
                                        <p:tav tm="0">
                                          <p:val>
                                            <p:fltVal val="0"/>
                                          </p:val>
                                        </p:tav>
                                        <p:tav tm="100000">
                                          <p:val>
                                            <p:strVal val="#ppt_h"/>
                                          </p:val>
                                        </p:tav>
                                      </p:tavLst>
                                    </p:anim>
                                    <p:animEffect transition="in" filter="fade">
                                      <p:cBhvr>
                                        <p:cTn id="34" dur="500"/>
                                        <p:tgtEl>
                                          <p:spTgt spid="20"/>
                                        </p:tgtEl>
                                      </p:cBhvr>
                                    </p:animEffect>
                                  </p:childTnLst>
                                </p:cTn>
                              </p:par>
                              <p:par>
                                <p:cTn id="35" presetID="53" presetClass="entr" presetSubtype="16" fill="hold" grpId="0" nodeType="withEffect">
                                  <p:stCondLst>
                                    <p:cond delay="200"/>
                                  </p:stCondLst>
                                  <p:childTnLst>
                                    <p:set>
                                      <p:cBhvr>
                                        <p:cTn id="36" dur="1" fill="hold">
                                          <p:stCondLst>
                                            <p:cond delay="0"/>
                                          </p:stCondLst>
                                        </p:cTn>
                                        <p:tgtEl>
                                          <p:spTgt spid="21"/>
                                        </p:tgtEl>
                                        <p:attrNameLst>
                                          <p:attrName>style.visibility</p:attrName>
                                        </p:attrNameLst>
                                      </p:cBhvr>
                                      <p:to>
                                        <p:strVal val="visible"/>
                                      </p:to>
                                    </p:set>
                                    <p:anim calcmode="lin" valueType="num">
                                      <p:cBhvr>
                                        <p:cTn id="37" dur="500" fill="hold"/>
                                        <p:tgtEl>
                                          <p:spTgt spid="21"/>
                                        </p:tgtEl>
                                        <p:attrNameLst>
                                          <p:attrName>ppt_w</p:attrName>
                                        </p:attrNameLst>
                                      </p:cBhvr>
                                      <p:tavLst>
                                        <p:tav tm="0">
                                          <p:val>
                                            <p:fltVal val="0"/>
                                          </p:val>
                                        </p:tav>
                                        <p:tav tm="100000">
                                          <p:val>
                                            <p:strVal val="#ppt_w"/>
                                          </p:val>
                                        </p:tav>
                                      </p:tavLst>
                                    </p:anim>
                                    <p:anim calcmode="lin" valueType="num">
                                      <p:cBhvr>
                                        <p:cTn id="38" dur="500" fill="hold"/>
                                        <p:tgtEl>
                                          <p:spTgt spid="21"/>
                                        </p:tgtEl>
                                        <p:attrNameLst>
                                          <p:attrName>ppt_h</p:attrName>
                                        </p:attrNameLst>
                                      </p:cBhvr>
                                      <p:tavLst>
                                        <p:tav tm="0">
                                          <p:val>
                                            <p:fltVal val="0"/>
                                          </p:val>
                                        </p:tav>
                                        <p:tav tm="100000">
                                          <p:val>
                                            <p:strVal val="#ppt_h"/>
                                          </p:val>
                                        </p:tav>
                                      </p:tavLst>
                                    </p:anim>
                                    <p:animEffect transition="in" filter="fade">
                                      <p:cBhvr>
                                        <p:cTn id="39" dur="500"/>
                                        <p:tgtEl>
                                          <p:spTgt spid="21"/>
                                        </p:tgtEl>
                                      </p:cBhvr>
                                    </p:animEffect>
                                  </p:childTnLst>
                                </p:cTn>
                              </p:par>
                              <p:par>
                                <p:cTn id="40" presetID="53" presetClass="entr" presetSubtype="16" fill="hold" grpId="0" nodeType="withEffect">
                                  <p:stCondLst>
                                    <p:cond delay="20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par>
                                <p:cTn id="45" presetID="53" presetClass="entr" presetSubtype="16" fill="hold" grpId="0" nodeType="withEffect">
                                  <p:stCondLst>
                                    <p:cond delay="200"/>
                                  </p:stCondLst>
                                  <p:childTnLst>
                                    <p:set>
                                      <p:cBhvr>
                                        <p:cTn id="46" dur="1" fill="hold">
                                          <p:stCondLst>
                                            <p:cond delay="0"/>
                                          </p:stCondLst>
                                        </p:cTn>
                                        <p:tgtEl>
                                          <p:spTgt spid="23"/>
                                        </p:tgtEl>
                                        <p:attrNameLst>
                                          <p:attrName>style.visibility</p:attrName>
                                        </p:attrNameLst>
                                      </p:cBhvr>
                                      <p:to>
                                        <p:strVal val="visible"/>
                                      </p:to>
                                    </p:set>
                                    <p:anim calcmode="lin" valueType="num">
                                      <p:cBhvr>
                                        <p:cTn id="47" dur="500" fill="hold"/>
                                        <p:tgtEl>
                                          <p:spTgt spid="23"/>
                                        </p:tgtEl>
                                        <p:attrNameLst>
                                          <p:attrName>ppt_w</p:attrName>
                                        </p:attrNameLst>
                                      </p:cBhvr>
                                      <p:tavLst>
                                        <p:tav tm="0">
                                          <p:val>
                                            <p:fltVal val="0"/>
                                          </p:val>
                                        </p:tav>
                                        <p:tav tm="100000">
                                          <p:val>
                                            <p:strVal val="#ppt_w"/>
                                          </p:val>
                                        </p:tav>
                                      </p:tavLst>
                                    </p:anim>
                                    <p:anim calcmode="lin" valueType="num">
                                      <p:cBhvr>
                                        <p:cTn id="48" dur="500" fill="hold"/>
                                        <p:tgtEl>
                                          <p:spTgt spid="23"/>
                                        </p:tgtEl>
                                        <p:attrNameLst>
                                          <p:attrName>ppt_h</p:attrName>
                                        </p:attrNameLst>
                                      </p:cBhvr>
                                      <p:tavLst>
                                        <p:tav tm="0">
                                          <p:val>
                                            <p:fltVal val="0"/>
                                          </p:val>
                                        </p:tav>
                                        <p:tav tm="100000">
                                          <p:val>
                                            <p:strVal val="#ppt_h"/>
                                          </p:val>
                                        </p:tav>
                                      </p:tavLst>
                                    </p:anim>
                                    <p:animEffect transition="in" filter="fade">
                                      <p:cBhvr>
                                        <p:cTn id="49" dur="500"/>
                                        <p:tgtEl>
                                          <p:spTgt spid="23"/>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24"/>
                                        </p:tgtEl>
                                        <p:attrNameLst>
                                          <p:attrName>style.visibility</p:attrName>
                                        </p:attrNameLst>
                                      </p:cBhvr>
                                      <p:to>
                                        <p:strVal val="visible"/>
                                      </p:to>
                                    </p:set>
                                    <p:anim calcmode="lin" valueType="num">
                                      <p:cBhvr>
                                        <p:cTn id="52" dur="500" fill="hold"/>
                                        <p:tgtEl>
                                          <p:spTgt spid="24"/>
                                        </p:tgtEl>
                                        <p:attrNameLst>
                                          <p:attrName>ppt_w</p:attrName>
                                        </p:attrNameLst>
                                      </p:cBhvr>
                                      <p:tavLst>
                                        <p:tav tm="0">
                                          <p:val>
                                            <p:fltVal val="0"/>
                                          </p:val>
                                        </p:tav>
                                        <p:tav tm="100000">
                                          <p:val>
                                            <p:strVal val="#ppt_w"/>
                                          </p:val>
                                        </p:tav>
                                      </p:tavLst>
                                    </p:anim>
                                    <p:anim calcmode="lin" valueType="num">
                                      <p:cBhvr>
                                        <p:cTn id="53" dur="500" fill="hold"/>
                                        <p:tgtEl>
                                          <p:spTgt spid="24"/>
                                        </p:tgtEl>
                                        <p:attrNameLst>
                                          <p:attrName>ppt_h</p:attrName>
                                        </p:attrNameLst>
                                      </p:cBhvr>
                                      <p:tavLst>
                                        <p:tav tm="0">
                                          <p:val>
                                            <p:fltVal val="0"/>
                                          </p:val>
                                        </p:tav>
                                        <p:tav tm="100000">
                                          <p:val>
                                            <p:strVal val="#ppt_h"/>
                                          </p:val>
                                        </p:tav>
                                      </p:tavLst>
                                    </p:anim>
                                    <p:animEffect transition="in" filter="fade">
                                      <p:cBhvr>
                                        <p:cTn id="54" dur="500"/>
                                        <p:tgtEl>
                                          <p:spTgt spid="24"/>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25"/>
                                        </p:tgtEl>
                                        <p:attrNameLst>
                                          <p:attrName>style.visibility</p:attrName>
                                        </p:attrNameLst>
                                      </p:cBhvr>
                                      <p:to>
                                        <p:strVal val="visible"/>
                                      </p:to>
                                    </p:set>
                                    <p:anim calcmode="lin" valueType="num">
                                      <p:cBhvr>
                                        <p:cTn id="57" dur="500" fill="hold"/>
                                        <p:tgtEl>
                                          <p:spTgt spid="25"/>
                                        </p:tgtEl>
                                        <p:attrNameLst>
                                          <p:attrName>ppt_w</p:attrName>
                                        </p:attrNameLst>
                                      </p:cBhvr>
                                      <p:tavLst>
                                        <p:tav tm="0">
                                          <p:val>
                                            <p:fltVal val="0"/>
                                          </p:val>
                                        </p:tav>
                                        <p:tav tm="100000">
                                          <p:val>
                                            <p:strVal val="#ppt_w"/>
                                          </p:val>
                                        </p:tav>
                                      </p:tavLst>
                                    </p:anim>
                                    <p:anim calcmode="lin" valueType="num">
                                      <p:cBhvr>
                                        <p:cTn id="58" dur="500" fill="hold"/>
                                        <p:tgtEl>
                                          <p:spTgt spid="25"/>
                                        </p:tgtEl>
                                        <p:attrNameLst>
                                          <p:attrName>ppt_h</p:attrName>
                                        </p:attrNameLst>
                                      </p:cBhvr>
                                      <p:tavLst>
                                        <p:tav tm="0">
                                          <p:val>
                                            <p:fltVal val="0"/>
                                          </p:val>
                                        </p:tav>
                                        <p:tav tm="100000">
                                          <p:val>
                                            <p:strVal val="#ppt_h"/>
                                          </p:val>
                                        </p:tav>
                                      </p:tavLst>
                                    </p:anim>
                                    <p:animEffect transition="in" filter="fade">
                                      <p:cBhvr>
                                        <p:cTn id="59" dur="500"/>
                                        <p:tgtEl>
                                          <p:spTgt spid="25"/>
                                        </p:tgtEl>
                                      </p:cBhvr>
                                    </p:animEffect>
                                  </p:childTnLst>
                                </p:cTn>
                              </p:par>
                              <p:par>
                                <p:cTn id="60" presetID="53" presetClass="entr" presetSubtype="16" fill="hold" nodeType="withEffect">
                                  <p:stCondLst>
                                    <p:cond delay="0"/>
                                  </p:stCondLst>
                                  <p:childTnLst>
                                    <p:set>
                                      <p:cBhvr>
                                        <p:cTn id="61" dur="1" fill="hold">
                                          <p:stCondLst>
                                            <p:cond delay="0"/>
                                          </p:stCondLst>
                                        </p:cTn>
                                        <p:tgtEl>
                                          <p:spTgt spid="38"/>
                                        </p:tgtEl>
                                        <p:attrNameLst>
                                          <p:attrName>style.visibility</p:attrName>
                                        </p:attrNameLst>
                                      </p:cBhvr>
                                      <p:to>
                                        <p:strVal val="visible"/>
                                      </p:to>
                                    </p:set>
                                    <p:anim calcmode="lin" valueType="num">
                                      <p:cBhvr>
                                        <p:cTn id="62" dur="500" fill="hold"/>
                                        <p:tgtEl>
                                          <p:spTgt spid="38"/>
                                        </p:tgtEl>
                                        <p:attrNameLst>
                                          <p:attrName>ppt_w</p:attrName>
                                        </p:attrNameLst>
                                      </p:cBhvr>
                                      <p:tavLst>
                                        <p:tav tm="0">
                                          <p:val>
                                            <p:fltVal val="0"/>
                                          </p:val>
                                        </p:tav>
                                        <p:tav tm="100000">
                                          <p:val>
                                            <p:strVal val="#ppt_w"/>
                                          </p:val>
                                        </p:tav>
                                      </p:tavLst>
                                    </p:anim>
                                    <p:anim calcmode="lin" valueType="num">
                                      <p:cBhvr>
                                        <p:cTn id="63" dur="500" fill="hold"/>
                                        <p:tgtEl>
                                          <p:spTgt spid="38"/>
                                        </p:tgtEl>
                                        <p:attrNameLst>
                                          <p:attrName>ppt_h</p:attrName>
                                        </p:attrNameLst>
                                      </p:cBhvr>
                                      <p:tavLst>
                                        <p:tav tm="0">
                                          <p:val>
                                            <p:fltVal val="0"/>
                                          </p:val>
                                        </p:tav>
                                        <p:tav tm="100000">
                                          <p:val>
                                            <p:strVal val="#ppt_h"/>
                                          </p:val>
                                        </p:tav>
                                      </p:tavLst>
                                    </p:anim>
                                    <p:animEffect transition="in" filter="fade">
                                      <p:cBhvr>
                                        <p:cTn id="64" dur="500"/>
                                        <p:tgtEl>
                                          <p:spTgt spid="38"/>
                                        </p:tgtEl>
                                      </p:cBhvr>
                                    </p:animEffect>
                                  </p:childTnLst>
                                </p:cTn>
                              </p:par>
                            </p:childTnLst>
                          </p:cTn>
                        </p:par>
                        <p:par>
                          <p:cTn id="65" fill="hold" nodeType="afterGroup">
                            <p:stCondLst>
                              <p:cond delay="700"/>
                            </p:stCondLst>
                            <p:childTnLst>
                              <p:par>
                                <p:cTn id="66" presetID="47" presetClass="entr" presetSubtype="0" fill="hold" grpId="0" nodeType="afterEffect">
                                  <p:stCondLst>
                                    <p:cond delay="0"/>
                                  </p:stCondLst>
                                  <p:childTnLst>
                                    <p:set>
                                      <p:cBhvr>
                                        <p:cTn id="67" dur="1" fill="hold">
                                          <p:stCondLst>
                                            <p:cond delay="0"/>
                                          </p:stCondLst>
                                        </p:cTn>
                                        <p:tgtEl>
                                          <p:spTgt spid="28"/>
                                        </p:tgtEl>
                                        <p:attrNameLst>
                                          <p:attrName>style.visibility</p:attrName>
                                        </p:attrNameLst>
                                      </p:cBhvr>
                                      <p:to>
                                        <p:strVal val="visible"/>
                                      </p:to>
                                    </p:set>
                                    <p:animEffect transition="in" filter="fade">
                                      <p:cBhvr>
                                        <p:cTn id="68" dur="500"/>
                                        <p:tgtEl>
                                          <p:spTgt spid="28"/>
                                        </p:tgtEl>
                                      </p:cBhvr>
                                    </p:animEffect>
                                    <p:anim calcmode="lin" valueType="num">
                                      <p:cBhvr>
                                        <p:cTn id="69" dur="500" fill="hold"/>
                                        <p:tgtEl>
                                          <p:spTgt spid="28"/>
                                        </p:tgtEl>
                                        <p:attrNameLst>
                                          <p:attrName>ppt_x</p:attrName>
                                        </p:attrNameLst>
                                      </p:cBhvr>
                                      <p:tavLst>
                                        <p:tav tm="0">
                                          <p:val>
                                            <p:strVal val="#ppt_x"/>
                                          </p:val>
                                        </p:tav>
                                        <p:tav tm="100000">
                                          <p:val>
                                            <p:strVal val="#ppt_x"/>
                                          </p:val>
                                        </p:tav>
                                      </p:tavLst>
                                    </p:anim>
                                    <p:anim calcmode="lin" valueType="num">
                                      <p:cBhvr>
                                        <p:cTn id="70" dur="500" fill="hold"/>
                                        <p:tgtEl>
                                          <p:spTgt spid="28"/>
                                        </p:tgtEl>
                                        <p:attrNameLst>
                                          <p:attrName>ppt_y</p:attrName>
                                        </p:attrNameLst>
                                      </p:cBhvr>
                                      <p:tavLst>
                                        <p:tav tm="0">
                                          <p:val>
                                            <p:strVal val="#ppt_y-.1"/>
                                          </p:val>
                                        </p:tav>
                                        <p:tav tm="100000">
                                          <p:val>
                                            <p:strVal val="#ppt_y"/>
                                          </p:val>
                                        </p:tav>
                                      </p:tavLst>
                                    </p:anim>
                                  </p:childTnLst>
                                </p:cTn>
                              </p:par>
                            </p:childTnLst>
                          </p:cTn>
                        </p:par>
                        <p:par>
                          <p:cTn id="71" fill="hold" nodeType="afterGroup">
                            <p:stCondLst>
                              <p:cond delay="1200"/>
                            </p:stCondLst>
                            <p:childTnLst>
                              <p:par>
                                <p:cTn id="72" presetID="22" presetClass="entr" presetSubtype="8" fill="hold" nodeType="afterEffect">
                                  <p:stCondLst>
                                    <p:cond delay="0"/>
                                  </p:stCondLst>
                                  <p:childTnLst>
                                    <p:set>
                                      <p:cBhvr>
                                        <p:cTn id="73" dur="1" fill="hold">
                                          <p:stCondLst>
                                            <p:cond delay="0"/>
                                          </p:stCondLst>
                                        </p:cTn>
                                        <p:tgtEl>
                                          <p:spTgt spid="41"/>
                                        </p:tgtEl>
                                        <p:attrNameLst>
                                          <p:attrName>style.visibility</p:attrName>
                                        </p:attrNameLst>
                                      </p:cBhvr>
                                      <p:to>
                                        <p:strVal val="visible"/>
                                      </p:to>
                                    </p:set>
                                    <p:animEffect transition="in" filter="wipe(left)">
                                      <p:cBhvr>
                                        <p:cTn id="74" dur="500"/>
                                        <p:tgtEl>
                                          <p:spTgt spid="41"/>
                                        </p:tgtEl>
                                      </p:cBhvr>
                                    </p:animEffect>
                                  </p:childTnLst>
                                </p:cTn>
                              </p:par>
                            </p:childTnLst>
                          </p:cTn>
                        </p:par>
                        <p:par>
                          <p:cTn id="75" fill="hold" nodeType="afterGroup">
                            <p:stCondLst>
                              <p:cond delay="1700"/>
                            </p:stCondLst>
                            <p:childTnLst>
                              <p:par>
                                <p:cTn id="76" presetID="47" presetClass="entr" presetSubtype="0" fill="hold" grpId="0" nodeType="after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anim calcmode="lin" valueType="num">
                                      <p:cBhvr>
                                        <p:cTn id="79" dur="500" fill="hold"/>
                                        <p:tgtEl>
                                          <p:spTgt spid="31"/>
                                        </p:tgtEl>
                                        <p:attrNameLst>
                                          <p:attrName>ppt_x</p:attrName>
                                        </p:attrNameLst>
                                      </p:cBhvr>
                                      <p:tavLst>
                                        <p:tav tm="0">
                                          <p:val>
                                            <p:strVal val="#ppt_x"/>
                                          </p:val>
                                        </p:tav>
                                        <p:tav tm="100000">
                                          <p:val>
                                            <p:strVal val="#ppt_x"/>
                                          </p:val>
                                        </p:tav>
                                      </p:tavLst>
                                    </p:anim>
                                    <p:anim calcmode="lin" valueType="num">
                                      <p:cBhvr>
                                        <p:cTn id="80" dur="500" fill="hold"/>
                                        <p:tgtEl>
                                          <p:spTgt spid="31"/>
                                        </p:tgtEl>
                                        <p:attrNameLst>
                                          <p:attrName>ppt_y</p:attrName>
                                        </p:attrNameLst>
                                      </p:cBhvr>
                                      <p:tavLst>
                                        <p:tav tm="0">
                                          <p:val>
                                            <p:strVal val="#ppt_y-.1"/>
                                          </p:val>
                                        </p:tav>
                                        <p:tav tm="100000">
                                          <p:val>
                                            <p:strVal val="#ppt_y"/>
                                          </p:val>
                                        </p:tav>
                                      </p:tavLst>
                                    </p:anim>
                                  </p:childTnLst>
                                </p:cTn>
                              </p:par>
                            </p:childTnLst>
                          </p:cTn>
                        </p:par>
                        <p:par>
                          <p:cTn id="81" fill="hold" nodeType="afterGroup">
                            <p:stCondLst>
                              <p:cond delay="2200"/>
                            </p:stCondLst>
                            <p:childTnLst>
                              <p:par>
                                <p:cTn id="82" presetID="22" presetClass="entr" presetSubtype="8" fill="hold" nodeType="after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wipe(left)">
                                      <p:cBhvr>
                                        <p:cTn id="8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8" grpId="0"/>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2C03D9D1-ED24-47C4-A690-B4B507B1F270}"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92</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39" name="组合 38"/>
          <p:cNvGrpSpPr>
            <a:grpSpLocks/>
          </p:cNvGrpSpPr>
          <p:nvPr/>
        </p:nvGrpSpPr>
        <p:grpSpPr bwMode="auto">
          <a:xfrm>
            <a:off x="569589" y="1560378"/>
            <a:ext cx="5056158" cy="4044926"/>
            <a:chOff x="539927" y="1479512"/>
            <a:chExt cx="4794073" cy="3835257"/>
          </a:xfrm>
        </p:grpSpPr>
        <p:sp>
          <p:nvSpPr>
            <p:cNvPr id="6" name="Freeform 135"/>
            <p:cNvSpPr>
              <a:spLocks noEditPoints="1"/>
            </p:cNvSpPr>
            <p:nvPr/>
          </p:nvSpPr>
          <p:spPr bwMode="auto">
            <a:xfrm>
              <a:off x="539927" y="1479512"/>
              <a:ext cx="4794073" cy="3835257"/>
            </a:xfrm>
            <a:custGeom>
              <a:avLst/>
              <a:gdLst>
                <a:gd name="T0" fmla="*/ 197 w 207"/>
                <a:gd name="T1" fmla="*/ 0 h 166"/>
                <a:gd name="T2" fmla="*/ 9 w 207"/>
                <a:gd name="T3" fmla="*/ 0 h 166"/>
                <a:gd name="T4" fmla="*/ 0 w 207"/>
                <a:gd name="T5" fmla="*/ 10 h 166"/>
                <a:gd name="T6" fmla="*/ 0 w 207"/>
                <a:gd name="T7" fmla="*/ 126 h 166"/>
                <a:gd name="T8" fmla="*/ 9 w 207"/>
                <a:gd name="T9" fmla="*/ 135 h 166"/>
                <a:gd name="T10" fmla="*/ 80 w 207"/>
                <a:gd name="T11" fmla="*/ 135 h 166"/>
                <a:gd name="T12" fmla="*/ 80 w 207"/>
                <a:gd name="T13" fmla="*/ 157 h 166"/>
                <a:gd name="T14" fmla="*/ 60 w 207"/>
                <a:gd name="T15" fmla="*/ 157 h 166"/>
                <a:gd name="T16" fmla="*/ 60 w 207"/>
                <a:gd name="T17" fmla="*/ 166 h 166"/>
                <a:gd name="T18" fmla="*/ 147 w 207"/>
                <a:gd name="T19" fmla="*/ 166 h 166"/>
                <a:gd name="T20" fmla="*/ 147 w 207"/>
                <a:gd name="T21" fmla="*/ 157 h 166"/>
                <a:gd name="T22" fmla="*/ 126 w 207"/>
                <a:gd name="T23" fmla="*/ 157 h 166"/>
                <a:gd name="T24" fmla="*/ 126 w 207"/>
                <a:gd name="T25" fmla="*/ 135 h 166"/>
                <a:gd name="T26" fmla="*/ 197 w 207"/>
                <a:gd name="T27" fmla="*/ 135 h 166"/>
                <a:gd name="T28" fmla="*/ 207 w 207"/>
                <a:gd name="T29" fmla="*/ 126 h 166"/>
                <a:gd name="T30" fmla="*/ 207 w 207"/>
                <a:gd name="T31" fmla="*/ 10 h 166"/>
                <a:gd name="T32" fmla="*/ 197 w 207"/>
                <a:gd name="T33" fmla="*/ 0 h 166"/>
                <a:gd name="T34" fmla="*/ 199 w 207"/>
                <a:gd name="T35" fmla="*/ 126 h 166"/>
                <a:gd name="T36" fmla="*/ 197 w 207"/>
                <a:gd name="T37" fmla="*/ 127 h 166"/>
                <a:gd name="T38" fmla="*/ 9 w 207"/>
                <a:gd name="T39" fmla="*/ 127 h 166"/>
                <a:gd name="T40" fmla="*/ 8 w 207"/>
                <a:gd name="T41" fmla="*/ 126 h 166"/>
                <a:gd name="T42" fmla="*/ 8 w 207"/>
                <a:gd name="T43" fmla="*/ 10 h 166"/>
                <a:gd name="T44" fmla="*/ 9 w 207"/>
                <a:gd name="T45" fmla="*/ 8 h 166"/>
                <a:gd name="T46" fmla="*/ 197 w 207"/>
                <a:gd name="T47" fmla="*/ 8 h 166"/>
                <a:gd name="T48" fmla="*/ 199 w 207"/>
                <a:gd name="T49" fmla="*/ 10 h 166"/>
                <a:gd name="T50" fmla="*/ 199 w 207"/>
                <a:gd name="T51" fmla="*/ 12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7" h="166">
                  <a:moveTo>
                    <a:pt x="197" y="0"/>
                  </a:moveTo>
                  <a:cubicBezTo>
                    <a:pt x="9" y="0"/>
                    <a:pt x="9" y="0"/>
                    <a:pt x="9" y="0"/>
                  </a:cubicBezTo>
                  <a:cubicBezTo>
                    <a:pt x="4" y="0"/>
                    <a:pt x="0" y="4"/>
                    <a:pt x="0" y="10"/>
                  </a:cubicBezTo>
                  <a:cubicBezTo>
                    <a:pt x="0" y="126"/>
                    <a:pt x="0" y="126"/>
                    <a:pt x="0" y="126"/>
                  </a:cubicBezTo>
                  <a:cubicBezTo>
                    <a:pt x="0" y="131"/>
                    <a:pt x="4" y="135"/>
                    <a:pt x="9" y="135"/>
                  </a:cubicBezTo>
                  <a:cubicBezTo>
                    <a:pt x="80" y="135"/>
                    <a:pt x="80" y="135"/>
                    <a:pt x="80" y="135"/>
                  </a:cubicBezTo>
                  <a:cubicBezTo>
                    <a:pt x="80" y="157"/>
                    <a:pt x="80" y="157"/>
                    <a:pt x="80" y="157"/>
                  </a:cubicBezTo>
                  <a:cubicBezTo>
                    <a:pt x="60" y="157"/>
                    <a:pt x="60" y="157"/>
                    <a:pt x="60" y="157"/>
                  </a:cubicBezTo>
                  <a:cubicBezTo>
                    <a:pt x="60" y="166"/>
                    <a:pt x="60" y="166"/>
                    <a:pt x="60" y="166"/>
                  </a:cubicBezTo>
                  <a:cubicBezTo>
                    <a:pt x="147" y="166"/>
                    <a:pt x="147" y="166"/>
                    <a:pt x="147" y="166"/>
                  </a:cubicBezTo>
                  <a:cubicBezTo>
                    <a:pt x="147" y="157"/>
                    <a:pt x="147" y="157"/>
                    <a:pt x="147" y="157"/>
                  </a:cubicBezTo>
                  <a:cubicBezTo>
                    <a:pt x="126" y="157"/>
                    <a:pt x="126" y="157"/>
                    <a:pt x="126" y="157"/>
                  </a:cubicBezTo>
                  <a:cubicBezTo>
                    <a:pt x="126" y="135"/>
                    <a:pt x="126" y="135"/>
                    <a:pt x="126" y="135"/>
                  </a:cubicBezTo>
                  <a:cubicBezTo>
                    <a:pt x="197" y="135"/>
                    <a:pt x="197" y="135"/>
                    <a:pt x="197" y="135"/>
                  </a:cubicBezTo>
                  <a:cubicBezTo>
                    <a:pt x="202" y="135"/>
                    <a:pt x="207" y="131"/>
                    <a:pt x="207" y="126"/>
                  </a:cubicBezTo>
                  <a:cubicBezTo>
                    <a:pt x="207" y="10"/>
                    <a:pt x="207" y="10"/>
                    <a:pt x="207" y="10"/>
                  </a:cubicBezTo>
                  <a:cubicBezTo>
                    <a:pt x="207" y="4"/>
                    <a:pt x="202" y="0"/>
                    <a:pt x="197" y="0"/>
                  </a:cubicBezTo>
                  <a:close/>
                  <a:moveTo>
                    <a:pt x="199" y="126"/>
                  </a:moveTo>
                  <a:cubicBezTo>
                    <a:pt x="199" y="126"/>
                    <a:pt x="198" y="127"/>
                    <a:pt x="197" y="127"/>
                  </a:cubicBezTo>
                  <a:cubicBezTo>
                    <a:pt x="9" y="127"/>
                    <a:pt x="9" y="127"/>
                    <a:pt x="9" y="127"/>
                  </a:cubicBezTo>
                  <a:cubicBezTo>
                    <a:pt x="8" y="127"/>
                    <a:pt x="8" y="126"/>
                    <a:pt x="8" y="126"/>
                  </a:cubicBezTo>
                  <a:cubicBezTo>
                    <a:pt x="8" y="10"/>
                    <a:pt x="8" y="10"/>
                    <a:pt x="8" y="10"/>
                  </a:cubicBezTo>
                  <a:cubicBezTo>
                    <a:pt x="8" y="9"/>
                    <a:pt x="8" y="8"/>
                    <a:pt x="9" y="8"/>
                  </a:cubicBezTo>
                  <a:cubicBezTo>
                    <a:pt x="197" y="8"/>
                    <a:pt x="197" y="8"/>
                    <a:pt x="197" y="8"/>
                  </a:cubicBezTo>
                  <a:cubicBezTo>
                    <a:pt x="198" y="8"/>
                    <a:pt x="199" y="9"/>
                    <a:pt x="199" y="10"/>
                  </a:cubicBezTo>
                  <a:lnTo>
                    <a:pt x="199" y="126"/>
                  </a:lnTo>
                  <a:close/>
                </a:path>
              </a:pathLst>
            </a:custGeom>
            <a:solidFill>
              <a:schemeClr val="accent3"/>
            </a:solidFill>
            <a:ln>
              <a:noFill/>
            </a:ln>
          </p:spPr>
          <p:txBody>
            <a:bodyPr/>
            <a:lstStyle/>
            <a:p>
              <a:pPr fontAlgn="auto">
                <a:spcBef>
                  <a:spcPts val="0"/>
                </a:spcBef>
                <a:spcAft>
                  <a:spcPts val="0"/>
                </a:spcAft>
                <a:defRPr/>
              </a:pPr>
              <a:endParaRPr lang="zh-CN" altLang="en-US">
                <a:latin typeface="+mn-lt"/>
                <a:ea typeface="+mn-ea"/>
              </a:endParaRPr>
            </a:p>
          </p:txBody>
        </p:sp>
        <p:pic>
          <p:nvPicPr>
            <p:cNvPr id="18462" name="图片 7"/>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721227" y="1661161"/>
              <a:ext cx="4431797" cy="2773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 name="组合 13"/>
          <p:cNvGrpSpPr>
            <a:grpSpLocks/>
          </p:cNvGrpSpPr>
          <p:nvPr/>
        </p:nvGrpSpPr>
        <p:grpSpPr bwMode="auto">
          <a:xfrm>
            <a:off x="2014447" y="2094456"/>
            <a:ext cx="2025812" cy="2025812"/>
            <a:chOff x="2087278" y="2175005"/>
            <a:chExt cx="1542968" cy="1543555"/>
          </a:xfrm>
        </p:grpSpPr>
        <p:grpSp>
          <p:nvGrpSpPr>
            <p:cNvPr id="18456" name="组合 10"/>
            <p:cNvGrpSpPr>
              <a:grpSpLocks/>
            </p:cNvGrpSpPr>
            <p:nvPr/>
          </p:nvGrpSpPr>
          <p:grpSpPr bwMode="auto">
            <a:xfrm>
              <a:off x="2087278" y="2175005"/>
              <a:ext cx="1542968" cy="1543555"/>
              <a:chOff x="1868407" y="2175005"/>
              <a:chExt cx="1745328" cy="1745992"/>
            </a:xfrm>
          </p:grpSpPr>
          <p:sp>
            <p:nvSpPr>
              <p:cNvPr id="10" name="椭圆 9"/>
              <p:cNvSpPr/>
              <p:nvPr/>
            </p:nvSpPr>
            <p:spPr>
              <a:xfrm>
                <a:off x="1868407" y="2175005"/>
                <a:ext cx="1745328" cy="1745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2109"/>
              </a:p>
            </p:txBody>
          </p:sp>
          <p:sp>
            <p:nvSpPr>
              <p:cNvPr id="18460" name="文本框 8"/>
              <p:cNvSpPr txBox="1">
                <a:spLocks noChangeArrowheads="1"/>
              </p:cNvSpPr>
              <p:nvPr/>
            </p:nvSpPr>
            <p:spPr bwMode="auto">
              <a:xfrm>
                <a:off x="2081993" y="2738693"/>
                <a:ext cx="1218371" cy="694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r>
                  <a:rPr lang="en-US" altLang="zh-CN" sz="4640" dirty="0">
                    <a:solidFill>
                      <a:schemeClr val="bg1"/>
                    </a:solidFill>
                    <a:latin typeface="Century Gothic" pitchFamily="34" charset="0"/>
                  </a:rPr>
                  <a:t>tittle</a:t>
                </a:r>
                <a:endParaRPr lang="zh-CN" altLang="en-US" sz="4640" dirty="0">
                  <a:solidFill>
                    <a:schemeClr val="bg1"/>
                  </a:solidFill>
                  <a:latin typeface="Century Gothic" pitchFamily="34" charset="0"/>
                </a:endParaRPr>
              </a:p>
            </p:txBody>
          </p:sp>
        </p:grpSp>
        <p:sp>
          <p:nvSpPr>
            <p:cNvPr id="18457" name="矩形 11"/>
            <p:cNvSpPr>
              <a:spLocks noChangeArrowheads="1"/>
            </p:cNvSpPr>
            <p:nvPr/>
          </p:nvSpPr>
          <p:spPr bwMode="auto">
            <a:xfrm>
              <a:off x="2789199" y="2434268"/>
              <a:ext cx="140700" cy="268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endParaRPr lang="zh-CN" altLang="en-US" sz="1687" dirty="0">
                <a:solidFill>
                  <a:schemeClr val="bg1"/>
                </a:solidFill>
                <a:latin typeface="Calibri" pitchFamily="34" charset="0"/>
                <a:ea typeface="宋体" pitchFamily="2" charset="-122"/>
              </a:endParaRPr>
            </a:p>
          </p:txBody>
        </p:sp>
        <p:sp>
          <p:nvSpPr>
            <p:cNvPr id="18458" name="矩形 12"/>
            <p:cNvSpPr>
              <a:spLocks noChangeArrowheads="1"/>
            </p:cNvSpPr>
            <p:nvPr/>
          </p:nvSpPr>
          <p:spPr bwMode="auto">
            <a:xfrm>
              <a:off x="2788117" y="3238654"/>
              <a:ext cx="140700" cy="317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endParaRPr lang="zh-CN" altLang="en-US" sz="2109" dirty="0">
                <a:solidFill>
                  <a:schemeClr val="bg1"/>
                </a:solidFill>
                <a:latin typeface="Calibri" pitchFamily="34" charset="0"/>
                <a:ea typeface="宋体" pitchFamily="2" charset="-122"/>
              </a:endParaRPr>
            </a:p>
          </p:txBody>
        </p:sp>
      </p:grpSp>
      <p:grpSp>
        <p:nvGrpSpPr>
          <p:cNvPr id="19" name="组合 18"/>
          <p:cNvGrpSpPr>
            <a:grpSpLocks/>
          </p:cNvGrpSpPr>
          <p:nvPr/>
        </p:nvGrpSpPr>
        <p:grpSpPr bwMode="auto">
          <a:xfrm>
            <a:off x="5930456" y="1560377"/>
            <a:ext cx="6670111" cy="1080638"/>
            <a:chOff x="5623560" y="1479512"/>
            <a:chExt cx="6324600" cy="1024087"/>
          </a:xfrm>
        </p:grpSpPr>
        <p:grpSp>
          <p:nvGrpSpPr>
            <p:cNvPr id="18452" name="组合 17"/>
            <p:cNvGrpSpPr>
              <a:grpSpLocks/>
            </p:cNvGrpSpPr>
            <p:nvPr/>
          </p:nvGrpSpPr>
          <p:grpSpPr bwMode="auto">
            <a:xfrm>
              <a:off x="5623560" y="1479512"/>
              <a:ext cx="6324600" cy="1024087"/>
              <a:chOff x="5623560" y="1479512"/>
              <a:chExt cx="6324600" cy="1024087"/>
            </a:xfrm>
          </p:grpSpPr>
          <p:sp>
            <p:nvSpPr>
              <p:cNvPr id="15" name="矩形 14"/>
              <p:cNvSpPr/>
              <p:nvPr/>
            </p:nvSpPr>
            <p:spPr>
              <a:xfrm>
                <a:off x="5623560" y="1479512"/>
                <a:ext cx="6324600" cy="43473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矩形 16"/>
              <p:cNvSpPr/>
              <p:nvPr/>
            </p:nvSpPr>
            <p:spPr>
              <a:xfrm>
                <a:off x="5791835" y="1985641"/>
                <a:ext cx="6156325" cy="517958"/>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18453" name="文本框 15"/>
            <p:cNvSpPr txBox="1">
              <a:spLocks noChangeArrowheads="1"/>
            </p:cNvSpPr>
            <p:nvPr/>
          </p:nvSpPr>
          <p:spPr bwMode="auto">
            <a:xfrm>
              <a:off x="5897880" y="1512293"/>
              <a:ext cx="1330275" cy="364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zh-CN" altLang="en-US" sz="1898" b="1">
                  <a:solidFill>
                    <a:schemeClr val="bg1"/>
                  </a:solidFill>
                </a:rPr>
                <a:t>输入小标题</a:t>
              </a:r>
            </a:p>
          </p:txBody>
        </p:sp>
      </p:grpSp>
      <p:grpSp>
        <p:nvGrpSpPr>
          <p:cNvPr id="20" name="组合 19"/>
          <p:cNvGrpSpPr>
            <a:grpSpLocks/>
          </p:cNvGrpSpPr>
          <p:nvPr/>
        </p:nvGrpSpPr>
        <p:grpSpPr bwMode="auto">
          <a:xfrm>
            <a:off x="5930456" y="2827767"/>
            <a:ext cx="6670111" cy="1080638"/>
            <a:chOff x="5623560" y="1479512"/>
            <a:chExt cx="6324600" cy="1025117"/>
          </a:xfrm>
        </p:grpSpPr>
        <p:grpSp>
          <p:nvGrpSpPr>
            <p:cNvPr id="18448" name="组合 20"/>
            <p:cNvGrpSpPr>
              <a:grpSpLocks/>
            </p:cNvGrpSpPr>
            <p:nvPr/>
          </p:nvGrpSpPr>
          <p:grpSpPr bwMode="auto">
            <a:xfrm>
              <a:off x="5623560" y="1479512"/>
              <a:ext cx="6324600" cy="1025117"/>
              <a:chOff x="5623560" y="1479512"/>
              <a:chExt cx="6324600" cy="1025117"/>
            </a:xfrm>
          </p:grpSpPr>
          <p:sp>
            <p:nvSpPr>
              <p:cNvPr id="23" name="矩形 22"/>
              <p:cNvSpPr/>
              <p:nvPr/>
            </p:nvSpPr>
            <p:spPr>
              <a:xfrm>
                <a:off x="5623560" y="1479512"/>
                <a:ext cx="6324600" cy="4351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4" name="矩形 23"/>
              <p:cNvSpPr/>
              <p:nvPr/>
            </p:nvSpPr>
            <p:spPr>
              <a:xfrm>
                <a:off x="5791835" y="1986150"/>
                <a:ext cx="6156325" cy="518479"/>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18449" name="文本框 21"/>
            <p:cNvSpPr txBox="1">
              <a:spLocks noChangeArrowheads="1"/>
            </p:cNvSpPr>
            <p:nvPr/>
          </p:nvSpPr>
          <p:spPr bwMode="auto">
            <a:xfrm>
              <a:off x="5897880" y="1512293"/>
              <a:ext cx="1330275" cy="364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zh-CN" altLang="en-US" sz="1898" b="1">
                  <a:solidFill>
                    <a:schemeClr val="bg1"/>
                  </a:solidFill>
                </a:rPr>
                <a:t>输入小标题</a:t>
              </a:r>
            </a:p>
          </p:txBody>
        </p:sp>
      </p:grpSp>
      <p:grpSp>
        <p:nvGrpSpPr>
          <p:cNvPr id="25" name="组合 24"/>
          <p:cNvGrpSpPr>
            <a:grpSpLocks/>
          </p:cNvGrpSpPr>
          <p:nvPr/>
        </p:nvGrpSpPr>
        <p:grpSpPr bwMode="auto">
          <a:xfrm>
            <a:off x="5930456" y="4403210"/>
            <a:ext cx="6670111" cy="1080638"/>
            <a:chOff x="5623560" y="1479512"/>
            <a:chExt cx="6324600" cy="1024087"/>
          </a:xfrm>
        </p:grpSpPr>
        <p:grpSp>
          <p:nvGrpSpPr>
            <p:cNvPr id="18444" name="组合 25"/>
            <p:cNvGrpSpPr>
              <a:grpSpLocks/>
            </p:cNvGrpSpPr>
            <p:nvPr/>
          </p:nvGrpSpPr>
          <p:grpSpPr bwMode="auto">
            <a:xfrm>
              <a:off x="5623560" y="1479512"/>
              <a:ext cx="6324600" cy="1024087"/>
              <a:chOff x="5623560" y="1479512"/>
              <a:chExt cx="6324600" cy="1024087"/>
            </a:xfrm>
          </p:grpSpPr>
          <p:sp>
            <p:nvSpPr>
              <p:cNvPr id="28" name="矩形 27"/>
              <p:cNvSpPr/>
              <p:nvPr/>
            </p:nvSpPr>
            <p:spPr>
              <a:xfrm>
                <a:off x="5623560" y="1479512"/>
                <a:ext cx="6324600" cy="43473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9" name="矩形 28"/>
              <p:cNvSpPr/>
              <p:nvPr/>
            </p:nvSpPr>
            <p:spPr>
              <a:xfrm>
                <a:off x="5791835" y="1985641"/>
                <a:ext cx="6156325" cy="517958"/>
              </a:xfrm>
              <a:prstGeom prst="rect">
                <a:avLst/>
              </a:prstGeom>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18445" name="文本框 26"/>
            <p:cNvSpPr txBox="1">
              <a:spLocks noChangeArrowheads="1"/>
            </p:cNvSpPr>
            <p:nvPr/>
          </p:nvSpPr>
          <p:spPr bwMode="auto">
            <a:xfrm>
              <a:off x="5897880" y="1512293"/>
              <a:ext cx="1330275" cy="364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zh-CN" altLang="en-US" sz="1898" b="1">
                  <a:solidFill>
                    <a:schemeClr val="bg1"/>
                  </a:solidFill>
                </a:rPr>
                <a:t>输入小标题</a:t>
              </a:r>
            </a:p>
          </p:txBody>
        </p:sp>
      </p:grpSp>
      <p:sp>
        <p:nvSpPr>
          <p:cNvPr id="18441" name="文本框 29"/>
          <p:cNvSpPr txBox="1">
            <a:spLocks noChangeArrowheads="1"/>
          </p:cNvSpPr>
          <p:nvPr/>
        </p:nvSpPr>
        <p:spPr bwMode="auto">
          <a:xfrm>
            <a:off x="5821184" y="1384585"/>
            <a:ext cx="514885" cy="80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r>
              <a:rPr lang="en-US" altLang="zh-CN" sz="4640">
                <a:solidFill>
                  <a:schemeClr val="bg1"/>
                </a:solidFill>
                <a:latin typeface="Century Gothic" pitchFamily="34" charset="0"/>
              </a:rPr>
              <a:t>1</a:t>
            </a:r>
            <a:endParaRPr lang="zh-CN" altLang="en-US" sz="4640">
              <a:solidFill>
                <a:schemeClr val="bg1"/>
              </a:solidFill>
              <a:latin typeface="Century Gothic" pitchFamily="34" charset="0"/>
            </a:endParaRPr>
          </a:p>
        </p:txBody>
      </p:sp>
      <p:sp>
        <p:nvSpPr>
          <p:cNvPr id="18442" name="文本框 30"/>
          <p:cNvSpPr txBox="1">
            <a:spLocks noChangeArrowheads="1"/>
          </p:cNvSpPr>
          <p:nvPr/>
        </p:nvSpPr>
        <p:spPr bwMode="auto">
          <a:xfrm>
            <a:off x="5821184" y="2626859"/>
            <a:ext cx="514885" cy="80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r>
              <a:rPr lang="en-US" altLang="zh-CN" sz="4640">
                <a:solidFill>
                  <a:schemeClr val="bg1"/>
                </a:solidFill>
                <a:latin typeface="Century Gothic" pitchFamily="34" charset="0"/>
              </a:rPr>
              <a:t>2</a:t>
            </a:r>
            <a:endParaRPr lang="zh-CN" altLang="en-US" sz="4640">
              <a:solidFill>
                <a:schemeClr val="bg1"/>
              </a:solidFill>
              <a:latin typeface="Century Gothic" pitchFamily="34" charset="0"/>
            </a:endParaRPr>
          </a:p>
        </p:txBody>
      </p:sp>
      <p:sp>
        <p:nvSpPr>
          <p:cNvPr id="18443" name="文本框 37"/>
          <p:cNvSpPr txBox="1">
            <a:spLocks noChangeArrowheads="1"/>
          </p:cNvSpPr>
          <p:nvPr/>
        </p:nvSpPr>
        <p:spPr bwMode="auto">
          <a:xfrm>
            <a:off x="5821184" y="4227418"/>
            <a:ext cx="514885" cy="80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r>
              <a:rPr lang="en-US" altLang="zh-CN" sz="4640">
                <a:solidFill>
                  <a:schemeClr val="bg1"/>
                </a:solidFill>
                <a:latin typeface="Century Gothic" pitchFamily="34" charset="0"/>
              </a:rPr>
              <a:t>3</a:t>
            </a:r>
            <a:endParaRPr lang="zh-CN" altLang="en-US" sz="4640">
              <a:solidFill>
                <a:schemeClr val="bg1"/>
              </a:solidFill>
              <a:latin typeface="Century Gothic" pitchFamily="34" charset="0"/>
            </a:endParaRPr>
          </a:p>
        </p:txBody>
      </p:sp>
      <p:sp>
        <p:nvSpPr>
          <p:cNvPr id="33" name="文本框 32"/>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1940132782"/>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nodeType="afterGroup">
                            <p:stCondLst>
                              <p:cond delay="500"/>
                            </p:stCondLst>
                            <p:childTnLst>
                              <p:par>
                                <p:cTn id="9" presetID="53" presetClass="entr" presetSubtype="16"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nodeType="afterGroup">
                            <p:stCondLst>
                              <p:cond delay="1000"/>
                            </p:stCondLst>
                            <p:childTnLst>
                              <p:par>
                                <p:cTn id="15" presetID="22" presetClass="entr" presetSubtype="8"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500"/>
                                        <p:tgtEl>
                                          <p:spTgt spid="19"/>
                                        </p:tgtEl>
                                      </p:cBhvr>
                                    </p:animEffect>
                                  </p:childTnLst>
                                </p:cTn>
                              </p:par>
                              <p:par>
                                <p:cTn id="18" presetID="22" presetClass="entr" presetSubtype="8" fill="hold" nodeType="withEffect">
                                  <p:stCondLst>
                                    <p:cond delay="20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par>
                                <p:cTn id="21" presetID="22" presetClass="entr" presetSubtype="8" fill="hold" nodeType="withEffect">
                                  <p:stCondLst>
                                    <p:cond delay="400"/>
                                  </p:stCondLst>
                                  <p:childTnLst>
                                    <p:set>
                                      <p:cBhvr>
                                        <p:cTn id="22" dur="1" fill="hold">
                                          <p:stCondLst>
                                            <p:cond delay="0"/>
                                          </p:stCondLst>
                                        </p:cTn>
                                        <p:tgtEl>
                                          <p:spTgt spid="25"/>
                                        </p:tgtEl>
                                        <p:attrNameLst>
                                          <p:attrName>style.visibility</p:attrName>
                                        </p:attrNameLst>
                                      </p:cBhvr>
                                      <p:to>
                                        <p:strVal val="visible"/>
                                      </p:to>
                                    </p:set>
                                    <p:animEffect transition="in" filter="wipe(left)">
                                      <p:cBhvr>
                                        <p:cTn id="2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0E329E3C-D9E5-4382-911D-E7C63B5FF534}"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93</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12" name="组合 11"/>
          <p:cNvGrpSpPr>
            <a:grpSpLocks/>
          </p:cNvGrpSpPr>
          <p:nvPr/>
        </p:nvGrpSpPr>
        <p:grpSpPr bwMode="auto">
          <a:xfrm>
            <a:off x="4830491" y="2628533"/>
            <a:ext cx="2656994" cy="2656995"/>
            <a:chOff x="2532379" y="2174357"/>
            <a:chExt cx="2519411" cy="2519411"/>
          </a:xfrm>
        </p:grpSpPr>
        <p:sp>
          <p:nvSpPr>
            <p:cNvPr id="13" name="Freeform 13"/>
            <p:cNvSpPr>
              <a:spLocks/>
            </p:cNvSpPr>
            <p:nvPr/>
          </p:nvSpPr>
          <p:spPr bwMode="auto">
            <a:xfrm>
              <a:off x="2532379" y="2174357"/>
              <a:ext cx="2519411" cy="2519411"/>
            </a:xfrm>
            <a:custGeom>
              <a:avLst/>
              <a:gdLst>
                <a:gd name="T0" fmla="*/ 533 w 666"/>
                <a:gd name="T1" fmla="*/ 77 h 666"/>
                <a:gd name="T2" fmla="*/ 293 w 666"/>
                <a:gd name="T3" fmla="*/ 11 h 666"/>
                <a:gd name="T4" fmla="*/ 293 w 666"/>
                <a:gd name="T5" fmla="*/ 11 h 666"/>
                <a:gd name="T6" fmla="*/ 77 w 666"/>
                <a:gd name="T7" fmla="*/ 134 h 666"/>
                <a:gd name="T8" fmla="*/ 11 w 666"/>
                <a:gd name="T9" fmla="*/ 373 h 666"/>
                <a:gd name="T10" fmla="*/ 11 w 666"/>
                <a:gd name="T11" fmla="*/ 373 h 666"/>
                <a:gd name="T12" fmla="*/ 134 w 666"/>
                <a:gd name="T13" fmla="*/ 589 h 666"/>
                <a:gd name="T14" fmla="*/ 373 w 666"/>
                <a:gd name="T15" fmla="*/ 655 h 666"/>
                <a:gd name="T16" fmla="*/ 373 w 666"/>
                <a:gd name="T17" fmla="*/ 655 h 666"/>
                <a:gd name="T18" fmla="*/ 589 w 666"/>
                <a:gd name="T19" fmla="*/ 533 h 666"/>
                <a:gd name="T20" fmla="*/ 655 w 666"/>
                <a:gd name="T21" fmla="*/ 293 h 666"/>
                <a:gd name="T22" fmla="*/ 655 w 666"/>
                <a:gd name="T23" fmla="*/ 293 h 666"/>
                <a:gd name="T24" fmla="*/ 533 w 666"/>
                <a:gd name="T25" fmla="*/ 77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6" h="666">
                  <a:moveTo>
                    <a:pt x="533" y="77"/>
                  </a:moveTo>
                  <a:cubicBezTo>
                    <a:pt x="467" y="26"/>
                    <a:pt x="382" y="0"/>
                    <a:pt x="293" y="11"/>
                  </a:cubicBezTo>
                  <a:cubicBezTo>
                    <a:pt x="293" y="11"/>
                    <a:pt x="293" y="11"/>
                    <a:pt x="293" y="11"/>
                  </a:cubicBezTo>
                  <a:cubicBezTo>
                    <a:pt x="204" y="22"/>
                    <a:pt x="128" y="68"/>
                    <a:pt x="77" y="134"/>
                  </a:cubicBezTo>
                  <a:cubicBezTo>
                    <a:pt x="26" y="199"/>
                    <a:pt x="0" y="284"/>
                    <a:pt x="11" y="373"/>
                  </a:cubicBezTo>
                  <a:cubicBezTo>
                    <a:pt x="11" y="373"/>
                    <a:pt x="11" y="373"/>
                    <a:pt x="11" y="373"/>
                  </a:cubicBezTo>
                  <a:cubicBezTo>
                    <a:pt x="22" y="462"/>
                    <a:pt x="68" y="538"/>
                    <a:pt x="134" y="589"/>
                  </a:cubicBezTo>
                  <a:cubicBezTo>
                    <a:pt x="199" y="640"/>
                    <a:pt x="284" y="666"/>
                    <a:pt x="373" y="655"/>
                  </a:cubicBezTo>
                  <a:cubicBezTo>
                    <a:pt x="373" y="655"/>
                    <a:pt x="373" y="655"/>
                    <a:pt x="373" y="655"/>
                  </a:cubicBezTo>
                  <a:cubicBezTo>
                    <a:pt x="462" y="644"/>
                    <a:pt x="538" y="598"/>
                    <a:pt x="589" y="533"/>
                  </a:cubicBezTo>
                  <a:cubicBezTo>
                    <a:pt x="640" y="467"/>
                    <a:pt x="666" y="382"/>
                    <a:pt x="655" y="293"/>
                  </a:cubicBezTo>
                  <a:cubicBezTo>
                    <a:pt x="655" y="293"/>
                    <a:pt x="655" y="293"/>
                    <a:pt x="655" y="293"/>
                  </a:cubicBezTo>
                  <a:cubicBezTo>
                    <a:pt x="644" y="204"/>
                    <a:pt x="598" y="128"/>
                    <a:pt x="533" y="77"/>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16" name="Freeform 39"/>
            <p:cNvSpPr>
              <a:spLocks noEditPoints="1"/>
            </p:cNvSpPr>
            <p:nvPr/>
          </p:nvSpPr>
          <p:spPr bwMode="auto">
            <a:xfrm>
              <a:off x="3708739" y="2942722"/>
              <a:ext cx="166691" cy="163516"/>
            </a:xfrm>
            <a:custGeom>
              <a:avLst/>
              <a:gdLst>
                <a:gd name="T0" fmla="*/ 0 w 44"/>
                <a:gd name="T1" fmla="*/ 21 h 43"/>
                <a:gd name="T2" fmla="*/ 22 w 44"/>
                <a:gd name="T3" fmla="*/ 43 h 43"/>
                <a:gd name="T4" fmla="*/ 44 w 44"/>
                <a:gd name="T5" fmla="*/ 21 h 43"/>
                <a:gd name="T6" fmla="*/ 22 w 44"/>
                <a:gd name="T7" fmla="*/ 0 h 43"/>
                <a:gd name="T8" fmla="*/ 0 w 44"/>
                <a:gd name="T9" fmla="*/ 21 h 43"/>
                <a:gd name="T10" fmla="*/ 22 w 44"/>
                <a:gd name="T11" fmla="*/ 36 h 43"/>
                <a:gd name="T12" fmla="*/ 7 w 44"/>
                <a:gd name="T13" fmla="*/ 21 h 43"/>
                <a:gd name="T14" fmla="*/ 22 w 44"/>
                <a:gd name="T15" fmla="*/ 7 h 43"/>
                <a:gd name="T16" fmla="*/ 37 w 44"/>
                <a:gd name="T17" fmla="*/ 21 h 43"/>
                <a:gd name="T18" fmla="*/ 22 w 44"/>
                <a:gd name="T19"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3">
                  <a:moveTo>
                    <a:pt x="0" y="21"/>
                  </a:moveTo>
                  <a:cubicBezTo>
                    <a:pt x="0" y="33"/>
                    <a:pt x="10" y="43"/>
                    <a:pt x="22" y="43"/>
                  </a:cubicBezTo>
                  <a:cubicBezTo>
                    <a:pt x="34" y="43"/>
                    <a:pt x="44" y="33"/>
                    <a:pt x="44" y="21"/>
                  </a:cubicBezTo>
                  <a:cubicBezTo>
                    <a:pt x="44" y="9"/>
                    <a:pt x="34" y="0"/>
                    <a:pt x="22" y="0"/>
                  </a:cubicBezTo>
                  <a:cubicBezTo>
                    <a:pt x="10" y="0"/>
                    <a:pt x="0" y="9"/>
                    <a:pt x="0" y="21"/>
                  </a:cubicBezTo>
                  <a:close/>
                  <a:moveTo>
                    <a:pt x="22" y="36"/>
                  </a:moveTo>
                  <a:cubicBezTo>
                    <a:pt x="14" y="36"/>
                    <a:pt x="7" y="29"/>
                    <a:pt x="7" y="21"/>
                  </a:cubicBezTo>
                  <a:cubicBezTo>
                    <a:pt x="7" y="13"/>
                    <a:pt x="14" y="7"/>
                    <a:pt x="22" y="7"/>
                  </a:cubicBezTo>
                  <a:cubicBezTo>
                    <a:pt x="30" y="7"/>
                    <a:pt x="37" y="13"/>
                    <a:pt x="37" y="21"/>
                  </a:cubicBezTo>
                  <a:cubicBezTo>
                    <a:pt x="37" y="29"/>
                    <a:pt x="30" y="36"/>
                    <a:pt x="22" y="36"/>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grpSp>
        <p:nvGrpSpPr>
          <p:cNvPr id="17" name="组合 16"/>
          <p:cNvGrpSpPr>
            <a:grpSpLocks/>
          </p:cNvGrpSpPr>
          <p:nvPr/>
        </p:nvGrpSpPr>
        <p:grpSpPr bwMode="auto">
          <a:xfrm>
            <a:off x="6956757" y="2392467"/>
            <a:ext cx="1468294" cy="1404674"/>
            <a:chOff x="4548486" y="1951631"/>
            <a:chExt cx="1392763" cy="1332019"/>
          </a:xfrm>
        </p:grpSpPr>
        <p:sp>
          <p:nvSpPr>
            <p:cNvPr id="20574" name="Freeform 7"/>
            <p:cNvSpPr>
              <a:spLocks/>
            </p:cNvSpPr>
            <p:nvPr/>
          </p:nvSpPr>
          <p:spPr bwMode="auto">
            <a:xfrm>
              <a:off x="4548486" y="2300183"/>
              <a:ext cx="669626" cy="983467"/>
            </a:xfrm>
            <a:custGeom>
              <a:avLst/>
              <a:gdLst>
                <a:gd name="T0" fmla="*/ 1746134917 w 177"/>
                <a:gd name="T1" fmla="*/ 2147483646 h 260"/>
                <a:gd name="T2" fmla="*/ 1746134917 w 177"/>
                <a:gd name="T3" fmla="*/ 2147483646 h 260"/>
                <a:gd name="T4" fmla="*/ 2147483646 w 177"/>
                <a:gd name="T5" fmla="*/ 2147483646 h 260"/>
                <a:gd name="T6" fmla="*/ 472317105 w 177"/>
                <a:gd name="T7" fmla="*/ 0 h 260"/>
                <a:gd name="T8" fmla="*/ 0 w 177"/>
                <a:gd name="T9" fmla="*/ 629543705 h 260"/>
                <a:gd name="T10" fmla="*/ 1746134917 w 177"/>
                <a:gd name="T11" fmla="*/ 2147483646 h 2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7" h="260">
                  <a:moveTo>
                    <a:pt x="122" y="260"/>
                  </a:moveTo>
                  <a:cubicBezTo>
                    <a:pt x="122" y="260"/>
                    <a:pt x="122" y="260"/>
                    <a:pt x="122" y="260"/>
                  </a:cubicBezTo>
                  <a:cubicBezTo>
                    <a:pt x="177" y="253"/>
                    <a:pt x="177" y="253"/>
                    <a:pt x="177" y="253"/>
                  </a:cubicBezTo>
                  <a:cubicBezTo>
                    <a:pt x="164" y="149"/>
                    <a:pt x="110" y="60"/>
                    <a:pt x="33" y="0"/>
                  </a:cubicBezTo>
                  <a:cubicBezTo>
                    <a:pt x="0" y="44"/>
                    <a:pt x="0" y="44"/>
                    <a:pt x="0" y="44"/>
                  </a:cubicBezTo>
                  <a:cubicBezTo>
                    <a:pt x="65" y="95"/>
                    <a:pt x="111" y="171"/>
                    <a:pt x="122" y="26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75" name="Freeform 14"/>
            <p:cNvSpPr>
              <a:spLocks/>
            </p:cNvSpPr>
            <p:nvPr/>
          </p:nvSpPr>
          <p:spPr bwMode="auto">
            <a:xfrm>
              <a:off x="4756749" y="1951631"/>
              <a:ext cx="1184500" cy="1184500"/>
            </a:xfrm>
            <a:custGeom>
              <a:avLst/>
              <a:gdLst>
                <a:gd name="T0" fmla="*/ 2147483646 w 313"/>
                <a:gd name="T1" fmla="*/ 1274593903 h 313"/>
                <a:gd name="T2" fmla="*/ 1274593903 w 313"/>
                <a:gd name="T3" fmla="*/ 529887778 h 313"/>
                <a:gd name="T4" fmla="*/ 529887778 w 313"/>
                <a:gd name="T5" fmla="*/ 2147483646 h 313"/>
                <a:gd name="T6" fmla="*/ 2147483646 w 313"/>
                <a:gd name="T7" fmla="*/ 2147483646 h 313"/>
                <a:gd name="T8" fmla="*/ 2147483646 w 313"/>
                <a:gd name="T9" fmla="*/ 1274593903 h 3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3">
                  <a:moveTo>
                    <a:pt x="276" y="89"/>
                  </a:moveTo>
                  <a:cubicBezTo>
                    <a:pt x="238" y="23"/>
                    <a:pt x="154" y="0"/>
                    <a:pt x="89" y="37"/>
                  </a:cubicBezTo>
                  <a:cubicBezTo>
                    <a:pt x="23" y="75"/>
                    <a:pt x="0" y="159"/>
                    <a:pt x="37" y="224"/>
                  </a:cubicBezTo>
                  <a:cubicBezTo>
                    <a:pt x="74" y="290"/>
                    <a:pt x="158" y="313"/>
                    <a:pt x="224" y="276"/>
                  </a:cubicBezTo>
                  <a:cubicBezTo>
                    <a:pt x="290" y="239"/>
                    <a:pt x="313" y="155"/>
                    <a:pt x="276" y="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76" name="Freeform 15"/>
            <p:cNvSpPr>
              <a:spLocks/>
            </p:cNvSpPr>
            <p:nvPr/>
          </p:nvSpPr>
          <p:spPr bwMode="auto">
            <a:xfrm>
              <a:off x="4855096" y="2045638"/>
              <a:ext cx="1036980" cy="995037"/>
            </a:xfrm>
            <a:custGeom>
              <a:avLst/>
              <a:gdLst>
                <a:gd name="T0" fmla="*/ 2091183708 w 274"/>
                <a:gd name="T1" fmla="*/ 2147483646 h 263"/>
                <a:gd name="T2" fmla="*/ 300788538 w 274"/>
                <a:gd name="T3" fmla="*/ 2147483646 h 263"/>
                <a:gd name="T4" fmla="*/ 128907211 w 274"/>
                <a:gd name="T5" fmla="*/ 1402790299 h 263"/>
                <a:gd name="T6" fmla="*/ 973977788 w 274"/>
                <a:gd name="T7" fmla="*/ 314912185 h 263"/>
                <a:gd name="T8" fmla="*/ 1647167038 w 274"/>
                <a:gd name="T9" fmla="*/ 100199848 h 263"/>
                <a:gd name="T10" fmla="*/ 2147483646 w 274"/>
                <a:gd name="T11" fmla="*/ 987678266 h 263"/>
                <a:gd name="T12" fmla="*/ 2147483646 w 274"/>
                <a:gd name="T13" fmla="*/ 2147483646 h 263"/>
                <a:gd name="T14" fmla="*/ 2091183708 w 274"/>
                <a:gd name="T15" fmla="*/ 2147483646 h 263"/>
                <a:gd name="T16" fmla="*/ 2091183708 w 274"/>
                <a:gd name="T17" fmla="*/ 2147483646 h 2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4" h="263">
                  <a:moveTo>
                    <a:pt x="146" y="257"/>
                  </a:moveTo>
                  <a:cubicBezTo>
                    <a:pt x="95" y="263"/>
                    <a:pt x="46" y="238"/>
                    <a:pt x="21" y="194"/>
                  </a:cubicBezTo>
                  <a:cubicBezTo>
                    <a:pt x="4" y="165"/>
                    <a:pt x="0" y="131"/>
                    <a:pt x="9" y="98"/>
                  </a:cubicBezTo>
                  <a:cubicBezTo>
                    <a:pt x="18" y="66"/>
                    <a:pt x="39" y="39"/>
                    <a:pt x="68" y="22"/>
                  </a:cubicBezTo>
                  <a:cubicBezTo>
                    <a:pt x="83" y="14"/>
                    <a:pt x="98" y="9"/>
                    <a:pt x="115" y="7"/>
                  </a:cubicBezTo>
                  <a:cubicBezTo>
                    <a:pt x="165" y="0"/>
                    <a:pt x="215" y="25"/>
                    <a:pt x="240" y="69"/>
                  </a:cubicBezTo>
                  <a:cubicBezTo>
                    <a:pt x="274" y="130"/>
                    <a:pt x="253" y="207"/>
                    <a:pt x="193" y="241"/>
                  </a:cubicBezTo>
                  <a:cubicBezTo>
                    <a:pt x="178" y="249"/>
                    <a:pt x="162" y="255"/>
                    <a:pt x="146" y="257"/>
                  </a:cubicBezTo>
                  <a:cubicBezTo>
                    <a:pt x="146" y="257"/>
                    <a:pt x="146" y="257"/>
                    <a:pt x="146" y="25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77" name="Freeform 28"/>
            <p:cNvSpPr>
              <a:spLocks/>
            </p:cNvSpPr>
            <p:nvPr/>
          </p:nvSpPr>
          <p:spPr bwMode="auto">
            <a:xfrm>
              <a:off x="4756749" y="1951631"/>
              <a:ext cx="1184500" cy="1184500"/>
            </a:xfrm>
            <a:custGeom>
              <a:avLst/>
              <a:gdLst>
                <a:gd name="T0" fmla="*/ 529887778 w 313"/>
                <a:gd name="T1" fmla="*/ 2147483646 h 313"/>
                <a:gd name="T2" fmla="*/ 2147483646 w 313"/>
                <a:gd name="T3" fmla="*/ 2147483646 h 313"/>
                <a:gd name="T4" fmla="*/ 2147483646 w 313"/>
                <a:gd name="T5" fmla="*/ 1274593903 h 313"/>
                <a:gd name="T6" fmla="*/ 1274593903 w 313"/>
                <a:gd name="T7" fmla="*/ 529887778 h 313"/>
                <a:gd name="T8" fmla="*/ 529887778 w 313"/>
                <a:gd name="T9" fmla="*/ 2147483646 h 3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3">
                  <a:moveTo>
                    <a:pt x="37" y="224"/>
                  </a:moveTo>
                  <a:cubicBezTo>
                    <a:pt x="74" y="290"/>
                    <a:pt x="158" y="313"/>
                    <a:pt x="224" y="276"/>
                  </a:cubicBezTo>
                  <a:cubicBezTo>
                    <a:pt x="290" y="239"/>
                    <a:pt x="313" y="155"/>
                    <a:pt x="276" y="89"/>
                  </a:cubicBezTo>
                  <a:cubicBezTo>
                    <a:pt x="238" y="23"/>
                    <a:pt x="154" y="0"/>
                    <a:pt x="89" y="37"/>
                  </a:cubicBezTo>
                  <a:cubicBezTo>
                    <a:pt x="23" y="75"/>
                    <a:pt x="0" y="159"/>
                    <a:pt x="37" y="2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2" name="Freeform 29"/>
            <p:cNvSpPr>
              <a:spLocks/>
            </p:cNvSpPr>
            <p:nvPr/>
          </p:nvSpPr>
          <p:spPr bwMode="auto">
            <a:xfrm>
              <a:off x="4805758" y="2045301"/>
              <a:ext cx="1086260" cy="995443"/>
            </a:xfrm>
            <a:custGeom>
              <a:avLst/>
              <a:gdLst>
                <a:gd name="T0" fmla="*/ 159 w 287"/>
                <a:gd name="T1" fmla="*/ 257 h 263"/>
                <a:gd name="T2" fmla="*/ 34 w 287"/>
                <a:gd name="T3" fmla="*/ 194 h 263"/>
                <a:gd name="T4" fmla="*/ 81 w 287"/>
                <a:gd name="T5" fmla="*/ 22 h 263"/>
                <a:gd name="T6" fmla="*/ 128 w 287"/>
                <a:gd name="T7" fmla="*/ 7 h 263"/>
                <a:gd name="T8" fmla="*/ 253 w 287"/>
                <a:gd name="T9" fmla="*/ 69 h 263"/>
                <a:gd name="T10" fmla="*/ 206 w 287"/>
                <a:gd name="T11" fmla="*/ 241 h 263"/>
                <a:gd name="T12" fmla="*/ 159 w 287"/>
                <a:gd name="T13" fmla="*/ 257 h 263"/>
              </a:gdLst>
              <a:ahLst/>
              <a:cxnLst>
                <a:cxn ang="0">
                  <a:pos x="T0" y="T1"/>
                </a:cxn>
                <a:cxn ang="0">
                  <a:pos x="T2" y="T3"/>
                </a:cxn>
                <a:cxn ang="0">
                  <a:pos x="T4" y="T5"/>
                </a:cxn>
                <a:cxn ang="0">
                  <a:pos x="T6" y="T7"/>
                </a:cxn>
                <a:cxn ang="0">
                  <a:pos x="T8" y="T9"/>
                </a:cxn>
                <a:cxn ang="0">
                  <a:pos x="T10" y="T11"/>
                </a:cxn>
                <a:cxn ang="0">
                  <a:pos x="T12" y="T13"/>
                </a:cxn>
              </a:cxnLst>
              <a:rect l="0" t="0" r="r" b="b"/>
              <a:pathLst>
                <a:path w="287" h="263">
                  <a:moveTo>
                    <a:pt x="159" y="257"/>
                  </a:moveTo>
                  <a:cubicBezTo>
                    <a:pt x="108" y="263"/>
                    <a:pt x="59" y="238"/>
                    <a:pt x="34" y="194"/>
                  </a:cubicBezTo>
                  <a:cubicBezTo>
                    <a:pt x="0" y="133"/>
                    <a:pt x="21" y="56"/>
                    <a:pt x="81" y="22"/>
                  </a:cubicBezTo>
                  <a:cubicBezTo>
                    <a:pt x="96" y="14"/>
                    <a:pt x="111" y="9"/>
                    <a:pt x="128" y="7"/>
                  </a:cubicBezTo>
                  <a:cubicBezTo>
                    <a:pt x="178" y="0"/>
                    <a:pt x="228" y="25"/>
                    <a:pt x="253" y="69"/>
                  </a:cubicBezTo>
                  <a:cubicBezTo>
                    <a:pt x="287" y="130"/>
                    <a:pt x="266" y="207"/>
                    <a:pt x="206" y="241"/>
                  </a:cubicBezTo>
                  <a:cubicBezTo>
                    <a:pt x="191" y="249"/>
                    <a:pt x="175" y="255"/>
                    <a:pt x="159" y="257"/>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20579" name="Freeform 40"/>
            <p:cNvSpPr>
              <a:spLocks noEditPoints="1"/>
            </p:cNvSpPr>
            <p:nvPr/>
          </p:nvSpPr>
          <p:spPr bwMode="auto">
            <a:xfrm>
              <a:off x="5093731" y="2291505"/>
              <a:ext cx="507643" cy="503304"/>
            </a:xfrm>
            <a:custGeom>
              <a:avLst/>
              <a:gdLst>
                <a:gd name="T0" fmla="*/ 1262958958 w 134"/>
                <a:gd name="T1" fmla="*/ 1904623432 h 133"/>
                <a:gd name="T2" fmla="*/ 1320368078 w 134"/>
                <a:gd name="T3" fmla="*/ 1718457715 h 133"/>
                <a:gd name="T4" fmla="*/ 1851385386 w 134"/>
                <a:gd name="T5" fmla="*/ 1475009949 h 133"/>
                <a:gd name="T6" fmla="*/ 1923144891 w 134"/>
                <a:gd name="T7" fmla="*/ 1288844233 h 133"/>
                <a:gd name="T8" fmla="*/ 1923144891 w 134"/>
                <a:gd name="T9" fmla="*/ 658741683 h 133"/>
                <a:gd name="T10" fmla="*/ 1593051925 w 134"/>
                <a:gd name="T11" fmla="*/ 587140066 h 133"/>
                <a:gd name="T12" fmla="*/ 1593051925 w 134"/>
                <a:gd name="T13" fmla="*/ 71601616 h 133"/>
                <a:gd name="T14" fmla="*/ 330092967 w 134"/>
                <a:gd name="T15" fmla="*/ 0 h 133"/>
                <a:gd name="T16" fmla="*/ 258333461 w 134"/>
                <a:gd name="T17" fmla="*/ 458256400 h 133"/>
                <a:gd name="T18" fmla="*/ 258333461 w 134"/>
                <a:gd name="T19" fmla="*/ 816268266 h 133"/>
                <a:gd name="T20" fmla="*/ 588426428 w 134"/>
                <a:gd name="T21" fmla="*/ 887869883 h 133"/>
                <a:gd name="T22" fmla="*/ 57409120 w 134"/>
                <a:gd name="T23" fmla="*/ 1016753549 h 133"/>
                <a:gd name="T24" fmla="*/ 0 w 134"/>
                <a:gd name="T25" fmla="*/ 1475009949 h 133"/>
                <a:gd name="T26" fmla="*/ 0 w 134"/>
                <a:gd name="T27" fmla="*/ 1833021815 h 133"/>
                <a:gd name="T28" fmla="*/ 57409120 w 134"/>
                <a:gd name="T29" fmla="*/ 1059716033 h 133"/>
                <a:gd name="T30" fmla="*/ 1277313132 w 134"/>
                <a:gd name="T31" fmla="*/ 1088355165 h 133"/>
                <a:gd name="T32" fmla="*/ 43054945 w 134"/>
                <a:gd name="T33" fmla="*/ 1475009949 h 133"/>
                <a:gd name="T34" fmla="*/ 57409120 w 134"/>
                <a:gd name="T35" fmla="*/ 1059716033 h 133"/>
                <a:gd name="T36" fmla="*/ 301388407 w 134"/>
                <a:gd name="T37" fmla="*/ 701704166 h 133"/>
                <a:gd name="T38" fmla="*/ 588426428 w 134"/>
                <a:gd name="T39" fmla="*/ 844907399 h 133"/>
                <a:gd name="T40" fmla="*/ 301388407 w 134"/>
                <a:gd name="T41" fmla="*/ 816268266 h 133"/>
                <a:gd name="T42" fmla="*/ 1521292420 w 134"/>
                <a:gd name="T43" fmla="*/ 42962484 h 133"/>
                <a:gd name="T44" fmla="*/ 1549996979 w 134"/>
                <a:gd name="T45" fmla="*/ 458256400 h 133"/>
                <a:gd name="T46" fmla="*/ 301388407 w 134"/>
                <a:gd name="T47" fmla="*/ 71601616 h 133"/>
                <a:gd name="T48" fmla="*/ 631481373 w 134"/>
                <a:gd name="T49" fmla="*/ 658741683 h 133"/>
                <a:gd name="T50" fmla="*/ 1851385386 w 134"/>
                <a:gd name="T51" fmla="*/ 630102550 h 133"/>
                <a:gd name="T52" fmla="*/ 1880089946 w 134"/>
                <a:gd name="T53" fmla="*/ 1045396466 h 133"/>
                <a:gd name="T54" fmla="*/ 1262958958 w 134"/>
                <a:gd name="T55" fmla="*/ 1016753549 h 133"/>
                <a:gd name="T56" fmla="*/ 631481373 w 134"/>
                <a:gd name="T57" fmla="*/ 658741683 h 133"/>
                <a:gd name="T58" fmla="*/ 1320368078 w 134"/>
                <a:gd name="T59" fmla="*/ 1432047465 h 133"/>
                <a:gd name="T60" fmla="*/ 1880089946 w 134"/>
                <a:gd name="T61" fmla="*/ 1288844233 h 133"/>
                <a:gd name="T62" fmla="*/ 1851385386 w 134"/>
                <a:gd name="T63" fmla="*/ 1432047465 h 133"/>
                <a:gd name="T64" fmla="*/ 1277313132 w 134"/>
                <a:gd name="T65" fmla="*/ 1833021815 h 133"/>
                <a:gd name="T66" fmla="*/ 57409120 w 134"/>
                <a:gd name="T67" fmla="*/ 1861660948 h 133"/>
                <a:gd name="T68" fmla="*/ 43054945 w 134"/>
                <a:gd name="T69" fmla="*/ 1718457715 h 1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4" h="133">
                  <a:moveTo>
                    <a:pt x="4" y="133"/>
                  </a:moveTo>
                  <a:cubicBezTo>
                    <a:pt x="88" y="133"/>
                    <a:pt x="88" y="133"/>
                    <a:pt x="88" y="133"/>
                  </a:cubicBezTo>
                  <a:cubicBezTo>
                    <a:pt x="90" y="133"/>
                    <a:pt x="92" y="131"/>
                    <a:pt x="92" y="128"/>
                  </a:cubicBezTo>
                  <a:cubicBezTo>
                    <a:pt x="92" y="120"/>
                    <a:pt x="92" y="120"/>
                    <a:pt x="92" y="120"/>
                  </a:cubicBezTo>
                  <a:cubicBezTo>
                    <a:pt x="92" y="103"/>
                    <a:pt x="92" y="103"/>
                    <a:pt x="92" y="103"/>
                  </a:cubicBezTo>
                  <a:cubicBezTo>
                    <a:pt x="129" y="103"/>
                    <a:pt x="129" y="103"/>
                    <a:pt x="129" y="103"/>
                  </a:cubicBezTo>
                  <a:cubicBezTo>
                    <a:pt x="132" y="103"/>
                    <a:pt x="134" y="101"/>
                    <a:pt x="134" y="98"/>
                  </a:cubicBezTo>
                  <a:cubicBezTo>
                    <a:pt x="134" y="90"/>
                    <a:pt x="134" y="90"/>
                    <a:pt x="134" y="90"/>
                  </a:cubicBezTo>
                  <a:cubicBezTo>
                    <a:pt x="134" y="73"/>
                    <a:pt x="134" y="73"/>
                    <a:pt x="134" y="73"/>
                  </a:cubicBezTo>
                  <a:cubicBezTo>
                    <a:pt x="134" y="46"/>
                    <a:pt x="134" y="46"/>
                    <a:pt x="134" y="46"/>
                  </a:cubicBezTo>
                  <a:cubicBezTo>
                    <a:pt x="134" y="43"/>
                    <a:pt x="132" y="41"/>
                    <a:pt x="129" y="41"/>
                  </a:cubicBezTo>
                  <a:cubicBezTo>
                    <a:pt x="111" y="41"/>
                    <a:pt x="111" y="41"/>
                    <a:pt x="111" y="41"/>
                  </a:cubicBezTo>
                  <a:cubicBezTo>
                    <a:pt x="111" y="32"/>
                    <a:pt x="111" y="32"/>
                    <a:pt x="111" y="32"/>
                  </a:cubicBezTo>
                  <a:cubicBezTo>
                    <a:pt x="111" y="5"/>
                    <a:pt x="111" y="5"/>
                    <a:pt x="111" y="5"/>
                  </a:cubicBezTo>
                  <a:cubicBezTo>
                    <a:pt x="111" y="2"/>
                    <a:pt x="108" y="0"/>
                    <a:pt x="106" y="0"/>
                  </a:cubicBezTo>
                  <a:cubicBezTo>
                    <a:pt x="23" y="0"/>
                    <a:pt x="23" y="0"/>
                    <a:pt x="23" y="0"/>
                  </a:cubicBezTo>
                  <a:cubicBezTo>
                    <a:pt x="20" y="0"/>
                    <a:pt x="18" y="2"/>
                    <a:pt x="18" y="5"/>
                  </a:cubicBezTo>
                  <a:cubicBezTo>
                    <a:pt x="18" y="32"/>
                    <a:pt x="18" y="32"/>
                    <a:pt x="18" y="32"/>
                  </a:cubicBezTo>
                  <a:cubicBezTo>
                    <a:pt x="18" y="49"/>
                    <a:pt x="18" y="49"/>
                    <a:pt x="18" y="49"/>
                  </a:cubicBezTo>
                  <a:cubicBezTo>
                    <a:pt x="18" y="57"/>
                    <a:pt x="18" y="57"/>
                    <a:pt x="18" y="57"/>
                  </a:cubicBezTo>
                  <a:cubicBezTo>
                    <a:pt x="18" y="60"/>
                    <a:pt x="20" y="62"/>
                    <a:pt x="23" y="62"/>
                  </a:cubicBezTo>
                  <a:cubicBezTo>
                    <a:pt x="41" y="62"/>
                    <a:pt x="41" y="62"/>
                    <a:pt x="41" y="62"/>
                  </a:cubicBezTo>
                  <a:cubicBezTo>
                    <a:pt x="41" y="71"/>
                    <a:pt x="41" y="71"/>
                    <a:pt x="41" y="71"/>
                  </a:cubicBezTo>
                  <a:cubicBezTo>
                    <a:pt x="4" y="71"/>
                    <a:pt x="4" y="71"/>
                    <a:pt x="4" y="71"/>
                  </a:cubicBezTo>
                  <a:cubicBezTo>
                    <a:pt x="2" y="71"/>
                    <a:pt x="0" y="73"/>
                    <a:pt x="0" y="76"/>
                  </a:cubicBezTo>
                  <a:cubicBezTo>
                    <a:pt x="0" y="103"/>
                    <a:pt x="0" y="103"/>
                    <a:pt x="0" y="103"/>
                  </a:cubicBezTo>
                  <a:cubicBezTo>
                    <a:pt x="0" y="120"/>
                    <a:pt x="0" y="120"/>
                    <a:pt x="0" y="120"/>
                  </a:cubicBezTo>
                  <a:cubicBezTo>
                    <a:pt x="0" y="128"/>
                    <a:pt x="0" y="128"/>
                    <a:pt x="0" y="128"/>
                  </a:cubicBezTo>
                  <a:cubicBezTo>
                    <a:pt x="0" y="131"/>
                    <a:pt x="2" y="133"/>
                    <a:pt x="4" y="133"/>
                  </a:cubicBezTo>
                  <a:close/>
                  <a:moveTo>
                    <a:pt x="4" y="74"/>
                  </a:moveTo>
                  <a:cubicBezTo>
                    <a:pt x="88" y="74"/>
                    <a:pt x="88" y="74"/>
                    <a:pt x="88" y="74"/>
                  </a:cubicBezTo>
                  <a:cubicBezTo>
                    <a:pt x="89" y="74"/>
                    <a:pt x="89" y="75"/>
                    <a:pt x="89" y="76"/>
                  </a:cubicBezTo>
                  <a:cubicBezTo>
                    <a:pt x="89" y="103"/>
                    <a:pt x="89" y="103"/>
                    <a:pt x="89" y="103"/>
                  </a:cubicBezTo>
                  <a:cubicBezTo>
                    <a:pt x="3" y="103"/>
                    <a:pt x="3" y="103"/>
                    <a:pt x="3" y="103"/>
                  </a:cubicBezTo>
                  <a:cubicBezTo>
                    <a:pt x="3" y="76"/>
                    <a:pt x="3" y="76"/>
                    <a:pt x="3" y="76"/>
                  </a:cubicBezTo>
                  <a:cubicBezTo>
                    <a:pt x="3" y="75"/>
                    <a:pt x="3" y="74"/>
                    <a:pt x="4" y="74"/>
                  </a:cubicBezTo>
                  <a:close/>
                  <a:moveTo>
                    <a:pt x="21" y="57"/>
                  </a:moveTo>
                  <a:cubicBezTo>
                    <a:pt x="21" y="49"/>
                    <a:pt x="21" y="49"/>
                    <a:pt x="21" y="49"/>
                  </a:cubicBezTo>
                  <a:cubicBezTo>
                    <a:pt x="41" y="49"/>
                    <a:pt x="41" y="49"/>
                    <a:pt x="41" y="49"/>
                  </a:cubicBezTo>
                  <a:cubicBezTo>
                    <a:pt x="41" y="59"/>
                    <a:pt x="41" y="59"/>
                    <a:pt x="41" y="59"/>
                  </a:cubicBezTo>
                  <a:cubicBezTo>
                    <a:pt x="23" y="59"/>
                    <a:pt x="23" y="59"/>
                    <a:pt x="23" y="59"/>
                  </a:cubicBezTo>
                  <a:cubicBezTo>
                    <a:pt x="22" y="59"/>
                    <a:pt x="21" y="59"/>
                    <a:pt x="21" y="57"/>
                  </a:cubicBezTo>
                  <a:close/>
                  <a:moveTo>
                    <a:pt x="23" y="3"/>
                  </a:moveTo>
                  <a:cubicBezTo>
                    <a:pt x="106" y="3"/>
                    <a:pt x="106" y="3"/>
                    <a:pt x="106" y="3"/>
                  </a:cubicBezTo>
                  <a:cubicBezTo>
                    <a:pt x="107" y="3"/>
                    <a:pt x="108" y="4"/>
                    <a:pt x="108" y="5"/>
                  </a:cubicBezTo>
                  <a:cubicBezTo>
                    <a:pt x="108" y="32"/>
                    <a:pt x="108" y="32"/>
                    <a:pt x="108" y="32"/>
                  </a:cubicBezTo>
                  <a:cubicBezTo>
                    <a:pt x="21" y="32"/>
                    <a:pt x="21" y="32"/>
                    <a:pt x="21" y="32"/>
                  </a:cubicBezTo>
                  <a:cubicBezTo>
                    <a:pt x="21" y="5"/>
                    <a:pt x="21" y="5"/>
                    <a:pt x="21" y="5"/>
                  </a:cubicBezTo>
                  <a:cubicBezTo>
                    <a:pt x="21" y="4"/>
                    <a:pt x="22" y="3"/>
                    <a:pt x="23" y="3"/>
                  </a:cubicBezTo>
                  <a:close/>
                  <a:moveTo>
                    <a:pt x="44" y="46"/>
                  </a:moveTo>
                  <a:cubicBezTo>
                    <a:pt x="44" y="45"/>
                    <a:pt x="45" y="44"/>
                    <a:pt x="46" y="44"/>
                  </a:cubicBezTo>
                  <a:cubicBezTo>
                    <a:pt x="129" y="44"/>
                    <a:pt x="129" y="44"/>
                    <a:pt x="129" y="44"/>
                  </a:cubicBezTo>
                  <a:cubicBezTo>
                    <a:pt x="130" y="44"/>
                    <a:pt x="131" y="45"/>
                    <a:pt x="131" y="46"/>
                  </a:cubicBezTo>
                  <a:cubicBezTo>
                    <a:pt x="131" y="73"/>
                    <a:pt x="131" y="73"/>
                    <a:pt x="131" y="73"/>
                  </a:cubicBezTo>
                  <a:cubicBezTo>
                    <a:pt x="91" y="73"/>
                    <a:pt x="91" y="73"/>
                    <a:pt x="91" y="73"/>
                  </a:cubicBezTo>
                  <a:cubicBezTo>
                    <a:pt x="91" y="72"/>
                    <a:pt x="89" y="71"/>
                    <a:pt x="88" y="71"/>
                  </a:cubicBezTo>
                  <a:cubicBezTo>
                    <a:pt x="44" y="71"/>
                    <a:pt x="44" y="71"/>
                    <a:pt x="44" y="71"/>
                  </a:cubicBezTo>
                  <a:lnTo>
                    <a:pt x="44" y="46"/>
                  </a:lnTo>
                  <a:close/>
                  <a:moveTo>
                    <a:pt x="129" y="100"/>
                  </a:moveTo>
                  <a:cubicBezTo>
                    <a:pt x="92" y="100"/>
                    <a:pt x="92" y="100"/>
                    <a:pt x="92" y="100"/>
                  </a:cubicBezTo>
                  <a:cubicBezTo>
                    <a:pt x="92" y="90"/>
                    <a:pt x="92" y="90"/>
                    <a:pt x="92" y="90"/>
                  </a:cubicBezTo>
                  <a:cubicBezTo>
                    <a:pt x="131" y="90"/>
                    <a:pt x="131" y="90"/>
                    <a:pt x="131" y="90"/>
                  </a:cubicBezTo>
                  <a:cubicBezTo>
                    <a:pt x="131" y="98"/>
                    <a:pt x="131" y="98"/>
                    <a:pt x="131" y="98"/>
                  </a:cubicBezTo>
                  <a:cubicBezTo>
                    <a:pt x="131" y="100"/>
                    <a:pt x="130" y="100"/>
                    <a:pt x="129" y="100"/>
                  </a:cubicBezTo>
                  <a:close/>
                  <a:moveTo>
                    <a:pt x="89" y="120"/>
                  </a:moveTo>
                  <a:cubicBezTo>
                    <a:pt x="89" y="128"/>
                    <a:pt x="89" y="128"/>
                    <a:pt x="89" y="128"/>
                  </a:cubicBezTo>
                  <a:cubicBezTo>
                    <a:pt x="89" y="129"/>
                    <a:pt x="89" y="130"/>
                    <a:pt x="88" y="130"/>
                  </a:cubicBezTo>
                  <a:cubicBezTo>
                    <a:pt x="4" y="130"/>
                    <a:pt x="4" y="130"/>
                    <a:pt x="4" y="130"/>
                  </a:cubicBezTo>
                  <a:cubicBezTo>
                    <a:pt x="3" y="130"/>
                    <a:pt x="3" y="129"/>
                    <a:pt x="3" y="128"/>
                  </a:cubicBezTo>
                  <a:cubicBezTo>
                    <a:pt x="3" y="120"/>
                    <a:pt x="3" y="120"/>
                    <a:pt x="3" y="120"/>
                  </a:cubicBezTo>
                  <a:lnTo>
                    <a:pt x="89" y="12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4" name="组合 23"/>
          <p:cNvGrpSpPr>
            <a:grpSpLocks/>
          </p:cNvGrpSpPr>
          <p:nvPr/>
        </p:nvGrpSpPr>
        <p:grpSpPr bwMode="auto">
          <a:xfrm>
            <a:off x="6318876" y="4754798"/>
            <a:ext cx="1394630" cy="1463272"/>
            <a:chOff x="3943943" y="4190465"/>
            <a:chExt cx="1323342" cy="1388423"/>
          </a:xfrm>
        </p:grpSpPr>
        <p:sp>
          <p:nvSpPr>
            <p:cNvPr id="20568" name="Freeform 11"/>
            <p:cNvSpPr>
              <a:spLocks/>
            </p:cNvSpPr>
            <p:nvPr/>
          </p:nvSpPr>
          <p:spPr bwMode="auto">
            <a:xfrm>
              <a:off x="3943943" y="4190465"/>
              <a:ext cx="983467" cy="669626"/>
            </a:xfrm>
            <a:custGeom>
              <a:avLst/>
              <a:gdLst>
                <a:gd name="T0" fmla="*/ 0 w 260"/>
                <a:gd name="T1" fmla="*/ 1746134917 h 177"/>
                <a:gd name="T2" fmla="*/ 100154766 w 260"/>
                <a:gd name="T3" fmla="*/ 2147483646 h 177"/>
                <a:gd name="T4" fmla="*/ 2147483646 w 260"/>
                <a:gd name="T5" fmla="*/ 472317105 h 177"/>
                <a:gd name="T6" fmla="*/ 2147483646 w 260"/>
                <a:gd name="T7" fmla="*/ 0 h 177"/>
                <a:gd name="T8" fmla="*/ 0 w 260"/>
                <a:gd name="T9" fmla="*/ 1746134917 h 1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177">
                  <a:moveTo>
                    <a:pt x="0" y="122"/>
                  </a:moveTo>
                  <a:cubicBezTo>
                    <a:pt x="7" y="177"/>
                    <a:pt x="7" y="177"/>
                    <a:pt x="7" y="177"/>
                  </a:cubicBezTo>
                  <a:cubicBezTo>
                    <a:pt x="111" y="164"/>
                    <a:pt x="200" y="110"/>
                    <a:pt x="260" y="33"/>
                  </a:cubicBezTo>
                  <a:cubicBezTo>
                    <a:pt x="216" y="0"/>
                    <a:pt x="216" y="0"/>
                    <a:pt x="216" y="0"/>
                  </a:cubicBezTo>
                  <a:cubicBezTo>
                    <a:pt x="165" y="65"/>
                    <a:pt x="89" y="111"/>
                    <a:pt x="0" y="12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69" name="Freeform 20"/>
            <p:cNvSpPr>
              <a:spLocks/>
            </p:cNvSpPr>
            <p:nvPr/>
          </p:nvSpPr>
          <p:spPr bwMode="auto">
            <a:xfrm>
              <a:off x="4133404" y="4485505"/>
              <a:ext cx="1084706" cy="995037"/>
            </a:xfrm>
            <a:custGeom>
              <a:avLst/>
              <a:gdLst>
                <a:gd name="T0" fmla="*/ 2147483646 w 287"/>
                <a:gd name="T1" fmla="*/ 2147483646 h 263"/>
                <a:gd name="T2" fmla="*/ 485668608 w 287"/>
                <a:gd name="T3" fmla="*/ 2147483646 h 263"/>
                <a:gd name="T4" fmla="*/ 1157033591 w 287"/>
                <a:gd name="T5" fmla="*/ 314912185 h 263"/>
                <a:gd name="T6" fmla="*/ 1828394796 w 287"/>
                <a:gd name="T7" fmla="*/ 100199848 h 263"/>
                <a:gd name="T8" fmla="*/ 2147483646 w 287"/>
                <a:gd name="T9" fmla="*/ 1001994692 h 263"/>
                <a:gd name="T10" fmla="*/ 2147483646 w 287"/>
                <a:gd name="T11" fmla="*/ 2147483646 h 263"/>
                <a:gd name="T12" fmla="*/ 2147483646 w 287"/>
                <a:gd name="T13" fmla="*/ 2147483646 h 263"/>
                <a:gd name="T14" fmla="*/ 2147483646 w 287"/>
                <a:gd name="T15" fmla="*/ 2147483646 h 2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7" h="263">
                  <a:moveTo>
                    <a:pt x="159" y="257"/>
                  </a:moveTo>
                  <a:cubicBezTo>
                    <a:pt x="109" y="263"/>
                    <a:pt x="59" y="238"/>
                    <a:pt x="34" y="194"/>
                  </a:cubicBezTo>
                  <a:cubicBezTo>
                    <a:pt x="0" y="134"/>
                    <a:pt x="21" y="57"/>
                    <a:pt x="81" y="22"/>
                  </a:cubicBezTo>
                  <a:cubicBezTo>
                    <a:pt x="96" y="14"/>
                    <a:pt x="112" y="9"/>
                    <a:pt x="128" y="7"/>
                  </a:cubicBezTo>
                  <a:cubicBezTo>
                    <a:pt x="179" y="0"/>
                    <a:pt x="228" y="25"/>
                    <a:pt x="253" y="70"/>
                  </a:cubicBezTo>
                  <a:cubicBezTo>
                    <a:pt x="287" y="130"/>
                    <a:pt x="266" y="207"/>
                    <a:pt x="206" y="241"/>
                  </a:cubicBezTo>
                  <a:cubicBezTo>
                    <a:pt x="191" y="249"/>
                    <a:pt x="176" y="255"/>
                    <a:pt x="159" y="257"/>
                  </a:cubicBezTo>
                  <a:cubicBezTo>
                    <a:pt x="159" y="257"/>
                    <a:pt x="159" y="257"/>
                    <a:pt x="159" y="25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70" name="Freeform 36"/>
            <p:cNvSpPr>
              <a:spLocks/>
            </p:cNvSpPr>
            <p:nvPr/>
          </p:nvSpPr>
          <p:spPr bwMode="auto">
            <a:xfrm>
              <a:off x="4082785" y="4391496"/>
              <a:ext cx="1184500" cy="1187392"/>
            </a:xfrm>
            <a:custGeom>
              <a:avLst/>
              <a:gdLst>
                <a:gd name="T0" fmla="*/ 1274593903 w 313"/>
                <a:gd name="T1" fmla="*/ 529092800 h 314"/>
                <a:gd name="T2" fmla="*/ 529887778 w 313"/>
                <a:gd name="T3" fmla="*/ 2147483646 h 314"/>
                <a:gd name="T4" fmla="*/ 2147483646 w 313"/>
                <a:gd name="T5" fmla="*/ 2147483646 h 314"/>
                <a:gd name="T6" fmla="*/ 2147483646 w 313"/>
                <a:gd name="T7" fmla="*/ 1272680023 h 314"/>
                <a:gd name="T8" fmla="*/ 1274593903 w 313"/>
                <a:gd name="T9" fmla="*/ 529092800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4">
                  <a:moveTo>
                    <a:pt x="89" y="37"/>
                  </a:moveTo>
                  <a:cubicBezTo>
                    <a:pt x="23" y="75"/>
                    <a:pt x="0" y="159"/>
                    <a:pt x="37" y="225"/>
                  </a:cubicBezTo>
                  <a:cubicBezTo>
                    <a:pt x="75" y="290"/>
                    <a:pt x="159" y="314"/>
                    <a:pt x="224" y="276"/>
                  </a:cubicBezTo>
                  <a:cubicBezTo>
                    <a:pt x="290" y="239"/>
                    <a:pt x="313" y="155"/>
                    <a:pt x="276" y="89"/>
                  </a:cubicBezTo>
                  <a:cubicBezTo>
                    <a:pt x="239" y="23"/>
                    <a:pt x="155" y="0"/>
                    <a:pt x="89" y="3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8" name="Freeform 37"/>
            <p:cNvSpPr>
              <a:spLocks/>
            </p:cNvSpPr>
            <p:nvPr/>
          </p:nvSpPr>
          <p:spPr bwMode="auto">
            <a:xfrm>
              <a:off x="4179062" y="4485942"/>
              <a:ext cx="986549" cy="994454"/>
            </a:xfrm>
            <a:custGeom>
              <a:avLst/>
              <a:gdLst>
                <a:gd name="T0" fmla="*/ 146 w 261"/>
                <a:gd name="T1" fmla="*/ 257 h 263"/>
                <a:gd name="T2" fmla="*/ 21 w 261"/>
                <a:gd name="T3" fmla="*/ 194 h 263"/>
                <a:gd name="T4" fmla="*/ 9 w 261"/>
                <a:gd name="T5" fmla="*/ 98 h 263"/>
                <a:gd name="T6" fmla="*/ 68 w 261"/>
                <a:gd name="T7" fmla="*/ 22 h 263"/>
                <a:gd name="T8" fmla="*/ 115 w 261"/>
                <a:gd name="T9" fmla="*/ 7 h 263"/>
                <a:gd name="T10" fmla="*/ 240 w 261"/>
                <a:gd name="T11" fmla="*/ 70 h 263"/>
                <a:gd name="T12" fmla="*/ 252 w 261"/>
                <a:gd name="T13" fmla="*/ 165 h 263"/>
                <a:gd name="T14" fmla="*/ 193 w 261"/>
                <a:gd name="T15" fmla="*/ 241 h 263"/>
                <a:gd name="T16" fmla="*/ 146 w 261"/>
                <a:gd name="T17" fmla="*/ 25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63">
                  <a:moveTo>
                    <a:pt x="146" y="257"/>
                  </a:moveTo>
                  <a:cubicBezTo>
                    <a:pt x="96" y="263"/>
                    <a:pt x="46" y="238"/>
                    <a:pt x="21" y="194"/>
                  </a:cubicBezTo>
                  <a:cubicBezTo>
                    <a:pt x="5" y="165"/>
                    <a:pt x="0" y="131"/>
                    <a:pt x="9" y="98"/>
                  </a:cubicBezTo>
                  <a:cubicBezTo>
                    <a:pt x="18" y="66"/>
                    <a:pt x="39" y="39"/>
                    <a:pt x="68" y="22"/>
                  </a:cubicBezTo>
                  <a:cubicBezTo>
                    <a:pt x="83" y="14"/>
                    <a:pt x="99" y="9"/>
                    <a:pt x="115" y="7"/>
                  </a:cubicBezTo>
                  <a:cubicBezTo>
                    <a:pt x="166" y="0"/>
                    <a:pt x="215" y="25"/>
                    <a:pt x="240" y="70"/>
                  </a:cubicBezTo>
                  <a:cubicBezTo>
                    <a:pt x="257" y="99"/>
                    <a:pt x="261" y="133"/>
                    <a:pt x="252" y="165"/>
                  </a:cubicBezTo>
                  <a:cubicBezTo>
                    <a:pt x="243" y="198"/>
                    <a:pt x="222" y="225"/>
                    <a:pt x="193" y="241"/>
                  </a:cubicBezTo>
                  <a:cubicBezTo>
                    <a:pt x="178" y="249"/>
                    <a:pt x="163" y="255"/>
                    <a:pt x="146" y="257"/>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20572" name="Freeform 42"/>
            <p:cNvSpPr>
              <a:spLocks noEditPoints="1"/>
            </p:cNvSpPr>
            <p:nvPr/>
          </p:nvSpPr>
          <p:spPr bwMode="auto">
            <a:xfrm>
              <a:off x="4428445" y="4735710"/>
              <a:ext cx="506196" cy="484503"/>
            </a:xfrm>
            <a:custGeom>
              <a:avLst/>
              <a:gdLst>
                <a:gd name="T0" fmla="*/ 1127340045 w 134"/>
                <a:gd name="T1" fmla="*/ 0 h 128"/>
                <a:gd name="T2" fmla="*/ 513724721 w 134"/>
                <a:gd name="T3" fmla="*/ 272222553 h 128"/>
                <a:gd name="T4" fmla="*/ 0 w 134"/>
                <a:gd name="T5" fmla="*/ 272222553 h 128"/>
                <a:gd name="T6" fmla="*/ 0 w 134"/>
                <a:gd name="T7" fmla="*/ 444156770 h 128"/>
                <a:gd name="T8" fmla="*/ 0 w 134"/>
                <a:gd name="T9" fmla="*/ 558775796 h 128"/>
                <a:gd name="T10" fmla="*/ 0 w 134"/>
                <a:gd name="T11" fmla="*/ 1504396956 h 128"/>
                <a:gd name="T12" fmla="*/ 313943515 w 134"/>
                <a:gd name="T13" fmla="*/ 1833930914 h 128"/>
                <a:gd name="T14" fmla="*/ 1912196943 w 134"/>
                <a:gd name="T15" fmla="*/ 1833930914 h 128"/>
                <a:gd name="T16" fmla="*/ 1912196943 w 134"/>
                <a:gd name="T17" fmla="*/ 845329039 h 128"/>
                <a:gd name="T18" fmla="*/ 1912196943 w 134"/>
                <a:gd name="T19" fmla="*/ 515791295 h 128"/>
                <a:gd name="T20" fmla="*/ 1912196943 w 134"/>
                <a:gd name="T21" fmla="*/ 401172269 h 128"/>
                <a:gd name="T22" fmla="*/ 1398472222 w 134"/>
                <a:gd name="T23" fmla="*/ 272222553 h 128"/>
                <a:gd name="T24" fmla="*/ 1769495002 w 134"/>
                <a:gd name="T25" fmla="*/ 1690654293 h 128"/>
                <a:gd name="T26" fmla="*/ 1598253429 w 134"/>
                <a:gd name="T27" fmla="*/ 1790946414 h 128"/>
                <a:gd name="T28" fmla="*/ 242592544 w 134"/>
                <a:gd name="T29" fmla="*/ 1733638793 h 128"/>
                <a:gd name="T30" fmla="*/ 99890603 w 134"/>
                <a:gd name="T31" fmla="*/ 1590362172 h 128"/>
                <a:gd name="T32" fmla="*/ 42811338 w 134"/>
                <a:gd name="T33" fmla="*/ 845329039 h 128"/>
                <a:gd name="T34" fmla="*/ 142701941 w 134"/>
                <a:gd name="T35" fmla="*/ 659067917 h 128"/>
                <a:gd name="T36" fmla="*/ 313943515 w 134"/>
                <a:gd name="T37" fmla="*/ 558775796 h 128"/>
                <a:gd name="T38" fmla="*/ 1669604399 w 134"/>
                <a:gd name="T39" fmla="*/ 616087201 h 128"/>
                <a:gd name="T40" fmla="*/ 1812306340 w 134"/>
                <a:gd name="T41" fmla="*/ 759363823 h 128"/>
                <a:gd name="T42" fmla="*/ 1869385606 w 134"/>
                <a:gd name="T43" fmla="*/ 1518723861 h 128"/>
                <a:gd name="T44" fmla="*/ 1869385606 w 134"/>
                <a:gd name="T45" fmla="*/ 515791295 h 128"/>
                <a:gd name="T46" fmla="*/ 313943515 w 134"/>
                <a:gd name="T47" fmla="*/ 515791295 h 128"/>
                <a:gd name="T48" fmla="*/ 42811338 w 134"/>
                <a:gd name="T49" fmla="*/ 444156770 h 128"/>
                <a:gd name="T50" fmla="*/ 656426662 w 134"/>
                <a:gd name="T51" fmla="*/ 444156770 h 128"/>
                <a:gd name="T52" fmla="*/ 1398472222 w 134"/>
                <a:gd name="T53" fmla="*/ 444156770 h 128"/>
                <a:gd name="T54" fmla="*/ 1869385606 w 134"/>
                <a:gd name="T55" fmla="*/ 515791295 h 128"/>
                <a:gd name="T56" fmla="*/ 513724721 w 134"/>
                <a:gd name="T57" fmla="*/ 315207053 h 128"/>
                <a:gd name="T58" fmla="*/ 42811338 w 134"/>
                <a:gd name="T59" fmla="*/ 401172269 h 128"/>
                <a:gd name="T60" fmla="*/ 784856898 w 134"/>
                <a:gd name="T61" fmla="*/ 143276622 h 128"/>
                <a:gd name="T62" fmla="*/ 1255770281 w 134"/>
                <a:gd name="T63" fmla="*/ 272222553 h 128"/>
                <a:gd name="T64" fmla="*/ 656426662 w 134"/>
                <a:gd name="T65" fmla="*/ 272222553 h 128"/>
                <a:gd name="T66" fmla="*/ 784856898 w 134"/>
                <a:gd name="T67" fmla="*/ 143276622 h 128"/>
                <a:gd name="T68" fmla="*/ 1255770281 w 134"/>
                <a:gd name="T69" fmla="*/ 315207053 h 128"/>
                <a:gd name="T70" fmla="*/ 656426662 w 134"/>
                <a:gd name="T71" fmla="*/ 401172269 h 128"/>
                <a:gd name="T72" fmla="*/ 1869385606 w 134"/>
                <a:gd name="T73" fmla="*/ 401172269 h 128"/>
                <a:gd name="T74" fmla="*/ 1398472222 w 134"/>
                <a:gd name="T75" fmla="*/ 315207053 h 128"/>
                <a:gd name="T76" fmla="*/ 1869385606 w 134"/>
                <a:gd name="T77" fmla="*/ 401172269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4" h="128">
                  <a:moveTo>
                    <a:pt x="98" y="19"/>
                  </a:moveTo>
                  <a:cubicBezTo>
                    <a:pt x="98" y="9"/>
                    <a:pt x="90" y="0"/>
                    <a:pt x="79" y="0"/>
                  </a:cubicBezTo>
                  <a:cubicBezTo>
                    <a:pt x="55" y="0"/>
                    <a:pt x="55" y="0"/>
                    <a:pt x="55" y="0"/>
                  </a:cubicBezTo>
                  <a:cubicBezTo>
                    <a:pt x="44" y="0"/>
                    <a:pt x="36" y="9"/>
                    <a:pt x="36" y="19"/>
                  </a:cubicBezTo>
                  <a:cubicBezTo>
                    <a:pt x="36" y="19"/>
                    <a:pt x="36" y="19"/>
                    <a:pt x="36" y="19"/>
                  </a:cubicBezTo>
                  <a:cubicBezTo>
                    <a:pt x="0" y="19"/>
                    <a:pt x="0" y="19"/>
                    <a:pt x="0" y="19"/>
                  </a:cubicBezTo>
                  <a:cubicBezTo>
                    <a:pt x="0" y="28"/>
                    <a:pt x="0" y="28"/>
                    <a:pt x="0" y="28"/>
                  </a:cubicBezTo>
                  <a:cubicBezTo>
                    <a:pt x="0" y="31"/>
                    <a:pt x="0" y="31"/>
                    <a:pt x="0" y="31"/>
                  </a:cubicBezTo>
                  <a:cubicBezTo>
                    <a:pt x="0" y="36"/>
                    <a:pt x="0" y="36"/>
                    <a:pt x="0" y="36"/>
                  </a:cubicBezTo>
                  <a:cubicBezTo>
                    <a:pt x="0" y="39"/>
                    <a:pt x="0" y="39"/>
                    <a:pt x="0" y="39"/>
                  </a:cubicBezTo>
                  <a:cubicBezTo>
                    <a:pt x="0" y="59"/>
                    <a:pt x="0" y="59"/>
                    <a:pt x="0" y="59"/>
                  </a:cubicBezTo>
                  <a:cubicBezTo>
                    <a:pt x="0" y="105"/>
                    <a:pt x="0" y="105"/>
                    <a:pt x="0" y="105"/>
                  </a:cubicBezTo>
                  <a:cubicBezTo>
                    <a:pt x="0" y="128"/>
                    <a:pt x="0" y="128"/>
                    <a:pt x="0" y="128"/>
                  </a:cubicBezTo>
                  <a:cubicBezTo>
                    <a:pt x="22" y="128"/>
                    <a:pt x="22" y="128"/>
                    <a:pt x="22" y="128"/>
                  </a:cubicBezTo>
                  <a:cubicBezTo>
                    <a:pt x="112" y="128"/>
                    <a:pt x="112" y="128"/>
                    <a:pt x="112" y="128"/>
                  </a:cubicBezTo>
                  <a:cubicBezTo>
                    <a:pt x="134" y="128"/>
                    <a:pt x="134" y="128"/>
                    <a:pt x="134" y="128"/>
                  </a:cubicBezTo>
                  <a:cubicBezTo>
                    <a:pt x="134" y="105"/>
                    <a:pt x="134" y="105"/>
                    <a:pt x="134" y="105"/>
                  </a:cubicBezTo>
                  <a:cubicBezTo>
                    <a:pt x="134" y="59"/>
                    <a:pt x="134" y="59"/>
                    <a:pt x="134" y="59"/>
                  </a:cubicBezTo>
                  <a:cubicBezTo>
                    <a:pt x="134" y="39"/>
                    <a:pt x="134" y="39"/>
                    <a:pt x="134" y="39"/>
                  </a:cubicBezTo>
                  <a:cubicBezTo>
                    <a:pt x="134" y="36"/>
                    <a:pt x="134" y="36"/>
                    <a:pt x="134" y="36"/>
                  </a:cubicBezTo>
                  <a:cubicBezTo>
                    <a:pt x="134" y="31"/>
                    <a:pt x="134" y="31"/>
                    <a:pt x="134" y="31"/>
                  </a:cubicBezTo>
                  <a:cubicBezTo>
                    <a:pt x="134" y="28"/>
                    <a:pt x="134" y="28"/>
                    <a:pt x="134" y="28"/>
                  </a:cubicBezTo>
                  <a:cubicBezTo>
                    <a:pt x="134" y="19"/>
                    <a:pt x="134" y="19"/>
                    <a:pt x="134" y="19"/>
                  </a:cubicBezTo>
                  <a:cubicBezTo>
                    <a:pt x="98" y="19"/>
                    <a:pt x="98" y="19"/>
                    <a:pt x="98" y="19"/>
                  </a:cubicBezTo>
                  <a:close/>
                  <a:moveTo>
                    <a:pt x="127" y="111"/>
                  </a:moveTo>
                  <a:cubicBezTo>
                    <a:pt x="127" y="114"/>
                    <a:pt x="126" y="116"/>
                    <a:pt x="124" y="118"/>
                  </a:cubicBezTo>
                  <a:cubicBezTo>
                    <a:pt x="122" y="120"/>
                    <a:pt x="120" y="121"/>
                    <a:pt x="117" y="121"/>
                  </a:cubicBezTo>
                  <a:cubicBezTo>
                    <a:pt x="115" y="121"/>
                    <a:pt x="112" y="123"/>
                    <a:pt x="112" y="125"/>
                  </a:cubicBezTo>
                  <a:cubicBezTo>
                    <a:pt x="22" y="125"/>
                    <a:pt x="22" y="125"/>
                    <a:pt x="22" y="125"/>
                  </a:cubicBezTo>
                  <a:cubicBezTo>
                    <a:pt x="21" y="123"/>
                    <a:pt x="19" y="121"/>
                    <a:pt x="17" y="121"/>
                  </a:cubicBezTo>
                  <a:cubicBezTo>
                    <a:pt x="14" y="121"/>
                    <a:pt x="12" y="120"/>
                    <a:pt x="10" y="118"/>
                  </a:cubicBezTo>
                  <a:cubicBezTo>
                    <a:pt x="8" y="116"/>
                    <a:pt x="7" y="114"/>
                    <a:pt x="7" y="111"/>
                  </a:cubicBezTo>
                  <a:cubicBezTo>
                    <a:pt x="7" y="108"/>
                    <a:pt x="5" y="106"/>
                    <a:pt x="3" y="106"/>
                  </a:cubicBezTo>
                  <a:cubicBezTo>
                    <a:pt x="3" y="59"/>
                    <a:pt x="3" y="59"/>
                    <a:pt x="3" y="59"/>
                  </a:cubicBezTo>
                  <a:cubicBezTo>
                    <a:pt x="5" y="58"/>
                    <a:pt x="7" y="56"/>
                    <a:pt x="7" y="53"/>
                  </a:cubicBezTo>
                  <a:cubicBezTo>
                    <a:pt x="7" y="51"/>
                    <a:pt x="8" y="48"/>
                    <a:pt x="10" y="46"/>
                  </a:cubicBezTo>
                  <a:cubicBezTo>
                    <a:pt x="12" y="44"/>
                    <a:pt x="14" y="43"/>
                    <a:pt x="17" y="43"/>
                  </a:cubicBezTo>
                  <a:cubicBezTo>
                    <a:pt x="19" y="43"/>
                    <a:pt x="21" y="42"/>
                    <a:pt x="22" y="39"/>
                  </a:cubicBezTo>
                  <a:cubicBezTo>
                    <a:pt x="112" y="39"/>
                    <a:pt x="112" y="39"/>
                    <a:pt x="112" y="39"/>
                  </a:cubicBezTo>
                  <a:cubicBezTo>
                    <a:pt x="112" y="42"/>
                    <a:pt x="115" y="43"/>
                    <a:pt x="117" y="43"/>
                  </a:cubicBezTo>
                  <a:cubicBezTo>
                    <a:pt x="120" y="43"/>
                    <a:pt x="122" y="44"/>
                    <a:pt x="124" y="46"/>
                  </a:cubicBezTo>
                  <a:cubicBezTo>
                    <a:pt x="126" y="48"/>
                    <a:pt x="127" y="51"/>
                    <a:pt x="127" y="53"/>
                  </a:cubicBezTo>
                  <a:cubicBezTo>
                    <a:pt x="127" y="56"/>
                    <a:pt x="129" y="58"/>
                    <a:pt x="131" y="59"/>
                  </a:cubicBezTo>
                  <a:cubicBezTo>
                    <a:pt x="131" y="106"/>
                    <a:pt x="131" y="106"/>
                    <a:pt x="131" y="106"/>
                  </a:cubicBezTo>
                  <a:cubicBezTo>
                    <a:pt x="129" y="106"/>
                    <a:pt x="127" y="108"/>
                    <a:pt x="127" y="111"/>
                  </a:cubicBezTo>
                  <a:close/>
                  <a:moveTo>
                    <a:pt x="131" y="36"/>
                  </a:moveTo>
                  <a:cubicBezTo>
                    <a:pt x="112" y="36"/>
                    <a:pt x="112" y="36"/>
                    <a:pt x="112" y="36"/>
                  </a:cubicBezTo>
                  <a:cubicBezTo>
                    <a:pt x="22" y="36"/>
                    <a:pt x="22" y="36"/>
                    <a:pt x="22" y="36"/>
                  </a:cubicBezTo>
                  <a:cubicBezTo>
                    <a:pt x="3" y="36"/>
                    <a:pt x="3" y="36"/>
                    <a:pt x="3" y="36"/>
                  </a:cubicBezTo>
                  <a:cubicBezTo>
                    <a:pt x="3" y="31"/>
                    <a:pt x="3" y="31"/>
                    <a:pt x="3" y="31"/>
                  </a:cubicBezTo>
                  <a:cubicBezTo>
                    <a:pt x="36" y="31"/>
                    <a:pt x="36" y="31"/>
                    <a:pt x="36" y="31"/>
                  </a:cubicBezTo>
                  <a:cubicBezTo>
                    <a:pt x="46" y="31"/>
                    <a:pt x="46" y="31"/>
                    <a:pt x="46" y="31"/>
                  </a:cubicBezTo>
                  <a:cubicBezTo>
                    <a:pt x="88" y="31"/>
                    <a:pt x="88" y="31"/>
                    <a:pt x="88" y="31"/>
                  </a:cubicBezTo>
                  <a:cubicBezTo>
                    <a:pt x="98" y="31"/>
                    <a:pt x="98" y="31"/>
                    <a:pt x="98" y="31"/>
                  </a:cubicBezTo>
                  <a:cubicBezTo>
                    <a:pt x="131" y="31"/>
                    <a:pt x="131" y="31"/>
                    <a:pt x="131" y="31"/>
                  </a:cubicBezTo>
                  <a:lnTo>
                    <a:pt x="131" y="36"/>
                  </a:lnTo>
                  <a:close/>
                  <a:moveTo>
                    <a:pt x="3" y="22"/>
                  </a:moveTo>
                  <a:cubicBezTo>
                    <a:pt x="36" y="22"/>
                    <a:pt x="36" y="22"/>
                    <a:pt x="36" y="22"/>
                  </a:cubicBezTo>
                  <a:cubicBezTo>
                    <a:pt x="36" y="28"/>
                    <a:pt x="36" y="28"/>
                    <a:pt x="36" y="28"/>
                  </a:cubicBezTo>
                  <a:cubicBezTo>
                    <a:pt x="3" y="28"/>
                    <a:pt x="3" y="28"/>
                    <a:pt x="3" y="28"/>
                  </a:cubicBezTo>
                  <a:lnTo>
                    <a:pt x="3" y="22"/>
                  </a:lnTo>
                  <a:close/>
                  <a:moveTo>
                    <a:pt x="55" y="10"/>
                  </a:moveTo>
                  <a:cubicBezTo>
                    <a:pt x="79" y="10"/>
                    <a:pt x="79" y="10"/>
                    <a:pt x="79" y="10"/>
                  </a:cubicBezTo>
                  <a:cubicBezTo>
                    <a:pt x="84" y="10"/>
                    <a:pt x="88" y="14"/>
                    <a:pt x="88" y="19"/>
                  </a:cubicBezTo>
                  <a:cubicBezTo>
                    <a:pt x="88" y="19"/>
                    <a:pt x="88" y="19"/>
                    <a:pt x="88" y="19"/>
                  </a:cubicBezTo>
                  <a:cubicBezTo>
                    <a:pt x="46" y="19"/>
                    <a:pt x="46" y="19"/>
                    <a:pt x="46" y="19"/>
                  </a:cubicBezTo>
                  <a:cubicBezTo>
                    <a:pt x="46" y="19"/>
                    <a:pt x="46" y="19"/>
                    <a:pt x="46" y="19"/>
                  </a:cubicBezTo>
                  <a:cubicBezTo>
                    <a:pt x="46" y="14"/>
                    <a:pt x="50" y="10"/>
                    <a:pt x="55" y="10"/>
                  </a:cubicBezTo>
                  <a:close/>
                  <a:moveTo>
                    <a:pt x="46" y="22"/>
                  </a:moveTo>
                  <a:cubicBezTo>
                    <a:pt x="88" y="22"/>
                    <a:pt x="88" y="22"/>
                    <a:pt x="88" y="22"/>
                  </a:cubicBezTo>
                  <a:cubicBezTo>
                    <a:pt x="88" y="28"/>
                    <a:pt x="88" y="28"/>
                    <a:pt x="88" y="28"/>
                  </a:cubicBezTo>
                  <a:cubicBezTo>
                    <a:pt x="46" y="28"/>
                    <a:pt x="46" y="28"/>
                    <a:pt x="46" y="28"/>
                  </a:cubicBezTo>
                  <a:lnTo>
                    <a:pt x="46" y="22"/>
                  </a:lnTo>
                  <a:close/>
                  <a:moveTo>
                    <a:pt x="131" y="28"/>
                  </a:moveTo>
                  <a:cubicBezTo>
                    <a:pt x="98" y="28"/>
                    <a:pt x="98" y="28"/>
                    <a:pt x="98" y="28"/>
                  </a:cubicBezTo>
                  <a:cubicBezTo>
                    <a:pt x="98" y="22"/>
                    <a:pt x="98" y="22"/>
                    <a:pt x="98" y="22"/>
                  </a:cubicBezTo>
                  <a:cubicBezTo>
                    <a:pt x="131" y="22"/>
                    <a:pt x="131" y="22"/>
                    <a:pt x="131" y="22"/>
                  </a:cubicBezTo>
                  <a:lnTo>
                    <a:pt x="131" y="2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73" name="Freeform 43"/>
            <p:cNvSpPr>
              <a:spLocks noEditPoints="1"/>
            </p:cNvSpPr>
            <p:nvPr/>
          </p:nvSpPr>
          <p:spPr bwMode="auto">
            <a:xfrm>
              <a:off x="4545593" y="4916495"/>
              <a:ext cx="267561" cy="269007"/>
            </a:xfrm>
            <a:custGeom>
              <a:avLst/>
              <a:gdLst>
                <a:gd name="T0" fmla="*/ 0 w 71"/>
                <a:gd name="T1" fmla="*/ 502433088 h 71"/>
                <a:gd name="T2" fmla="*/ 1008294207 w 71"/>
                <a:gd name="T3" fmla="*/ 502433088 h 71"/>
                <a:gd name="T4" fmla="*/ 28402919 w 71"/>
                <a:gd name="T5" fmla="*/ 516788969 h 71"/>
                <a:gd name="T6" fmla="*/ 255622504 w 71"/>
                <a:gd name="T7" fmla="*/ 875670829 h 71"/>
                <a:gd name="T8" fmla="*/ 28402919 w 71"/>
                <a:gd name="T9" fmla="*/ 516788969 h 71"/>
                <a:gd name="T10" fmla="*/ 411836674 w 71"/>
                <a:gd name="T11" fmla="*/ 861314948 h 71"/>
                <a:gd name="T12" fmla="*/ 497045432 w 71"/>
                <a:gd name="T13" fmla="*/ 990510296 h 71"/>
                <a:gd name="T14" fmla="*/ 596457533 w 71"/>
                <a:gd name="T15" fmla="*/ 157907109 h 71"/>
                <a:gd name="T16" fmla="*/ 497045432 w 71"/>
                <a:gd name="T17" fmla="*/ 28711761 h 71"/>
                <a:gd name="T18" fmla="*/ 298228766 w 71"/>
                <a:gd name="T19" fmla="*/ 890026709 h 71"/>
                <a:gd name="T20" fmla="*/ 426040018 w 71"/>
                <a:gd name="T21" fmla="*/ 976158204 h 71"/>
                <a:gd name="T22" fmla="*/ 695865866 w 71"/>
                <a:gd name="T23" fmla="*/ 129195348 h 71"/>
                <a:gd name="T24" fmla="*/ 568054614 w 71"/>
                <a:gd name="T25" fmla="*/ 43063853 h 71"/>
                <a:gd name="T26" fmla="*/ 284025423 w 71"/>
                <a:gd name="T27" fmla="*/ 861314948 h 71"/>
                <a:gd name="T28" fmla="*/ 326631686 w 71"/>
                <a:gd name="T29" fmla="*/ 516788969 h 71"/>
                <a:gd name="T30" fmla="*/ 170417515 w 71"/>
                <a:gd name="T31" fmla="*/ 488077208 h 71"/>
                <a:gd name="T32" fmla="*/ 369234180 w 71"/>
                <a:gd name="T33" fmla="*/ 186618870 h 71"/>
                <a:gd name="T34" fmla="*/ 170417515 w 71"/>
                <a:gd name="T35" fmla="*/ 488077208 h 71"/>
                <a:gd name="T36" fmla="*/ 724268785 w 71"/>
                <a:gd name="T37" fmla="*/ 861314948 h 71"/>
                <a:gd name="T38" fmla="*/ 667462946 w 71"/>
                <a:gd name="T39" fmla="*/ 516788969 h 71"/>
                <a:gd name="T40" fmla="*/ 724268785 w 71"/>
                <a:gd name="T41" fmla="*/ 143551228 h 71"/>
                <a:gd name="T42" fmla="*/ 667462946 w 71"/>
                <a:gd name="T43" fmla="*/ 488077208 h 71"/>
                <a:gd name="T44" fmla="*/ 724268785 w 71"/>
                <a:gd name="T45" fmla="*/ 143551228 h 71"/>
                <a:gd name="T46" fmla="*/ 397637099 w 71"/>
                <a:gd name="T47" fmla="*/ 186618870 h 71"/>
                <a:gd name="T48" fmla="*/ 639060027 w 71"/>
                <a:gd name="T49" fmla="*/ 488077208 h 71"/>
                <a:gd name="T50" fmla="*/ 639060027 w 71"/>
                <a:gd name="T51" fmla="*/ 516788969 h 71"/>
                <a:gd name="T52" fmla="*/ 397637099 w 71"/>
                <a:gd name="T53" fmla="*/ 818247306 h 71"/>
                <a:gd name="T54" fmla="*/ 639060027 w 71"/>
                <a:gd name="T55" fmla="*/ 516788969 h 71"/>
                <a:gd name="T56" fmla="*/ 298228766 w 71"/>
                <a:gd name="T57" fmla="*/ 129195348 h 71"/>
                <a:gd name="T58" fmla="*/ 383437524 w 71"/>
                <a:gd name="T59" fmla="*/ 143551228 h 71"/>
                <a:gd name="T60" fmla="*/ 695865866 w 71"/>
                <a:gd name="T61" fmla="*/ 890026709 h 71"/>
                <a:gd name="T62" fmla="*/ 624856684 w 71"/>
                <a:gd name="T63" fmla="*/ 861314948 h 71"/>
                <a:gd name="T64" fmla="*/ 667462946 w 71"/>
                <a:gd name="T65" fmla="*/ 57419734 h 71"/>
                <a:gd name="T66" fmla="*/ 724268785 w 71"/>
                <a:gd name="T67" fmla="*/ 114843256 h 71"/>
                <a:gd name="T68" fmla="*/ 241422928 w 71"/>
                <a:gd name="T69" fmla="*/ 100487375 h 71"/>
                <a:gd name="T70" fmla="*/ 269825847 w 71"/>
                <a:gd name="T71" fmla="*/ 114843256 h 71"/>
                <a:gd name="T72" fmla="*/ 255622504 w 71"/>
                <a:gd name="T73" fmla="*/ 129195348 h 71"/>
                <a:gd name="T74" fmla="*/ 28402919 w 71"/>
                <a:gd name="T75" fmla="*/ 488077208 h 71"/>
                <a:gd name="T76" fmla="*/ 269825847 w 71"/>
                <a:gd name="T77" fmla="*/ 904378801 h 71"/>
                <a:gd name="T78" fmla="*/ 255622504 w 71"/>
                <a:gd name="T79" fmla="*/ 918734682 h 71"/>
                <a:gd name="T80" fmla="*/ 724268785 w 71"/>
                <a:gd name="T81" fmla="*/ 904378801 h 71"/>
                <a:gd name="T82" fmla="*/ 667462946 w 71"/>
                <a:gd name="T83" fmla="*/ 961802323 h 71"/>
                <a:gd name="T84" fmla="*/ 781074623 w 71"/>
                <a:gd name="T85" fmla="*/ 890026709 h 71"/>
                <a:gd name="T86" fmla="*/ 866279612 w 71"/>
                <a:gd name="T87" fmla="*/ 516788969 h 71"/>
                <a:gd name="T88" fmla="*/ 781074623 w 71"/>
                <a:gd name="T89" fmla="*/ 890026709 h 71"/>
                <a:gd name="T90" fmla="*/ 752671704 w 71"/>
                <a:gd name="T91" fmla="*/ 129195348 h 71"/>
                <a:gd name="T92" fmla="*/ 979891288 w 71"/>
                <a:gd name="T93" fmla="*/ 488077208 h 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1" h="71">
                  <a:moveTo>
                    <a:pt x="35" y="0"/>
                  </a:moveTo>
                  <a:cubicBezTo>
                    <a:pt x="16" y="0"/>
                    <a:pt x="0" y="16"/>
                    <a:pt x="0" y="35"/>
                  </a:cubicBezTo>
                  <a:cubicBezTo>
                    <a:pt x="0" y="55"/>
                    <a:pt x="16" y="71"/>
                    <a:pt x="35" y="71"/>
                  </a:cubicBezTo>
                  <a:cubicBezTo>
                    <a:pt x="55" y="71"/>
                    <a:pt x="71" y="55"/>
                    <a:pt x="71" y="35"/>
                  </a:cubicBezTo>
                  <a:cubicBezTo>
                    <a:pt x="71" y="16"/>
                    <a:pt x="55" y="0"/>
                    <a:pt x="35" y="0"/>
                  </a:cubicBezTo>
                  <a:close/>
                  <a:moveTo>
                    <a:pt x="2" y="36"/>
                  </a:moveTo>
                  <a:cubicBezTo>
                    <a:pt x="9" y="36"/>
                    <a:pt x="9" y="36"/>
                    <a:pt x="9" y="36"/>
                  </a:cubicBezTo>
                  <a:cubicBezTo>
                    <a:pt x="10" y="46"/>
                    <a:pt x="13" y="55"/>
                    <a:pt x="18" y="61"/>
                  </a:cubicBezTo>
                  <a:cubicBezTo>
                    <a:pt x="17" y="62"/>
                    <a:pt x="16" y="62"/>
                    <a:pt x="15" y="63"/>
                  </a:cubicBezTo>
                  <a:cubicBezTo>
                    <a:pt x="7" y="56"/>
                    <a:pt x="2" y="47"/>
                    <a:pt x="2" y="36"/>
                  </a:cubicBezTo>
                  <a:close/>
                  <a:moveTo>
                    <a:pt x="35" y="69"/>
                  </a:moveTo>
                  <a:cubicBezTo>
                    <a:pt x="33" y="69"/>
                    <a:pt x="31" y="65"/>
                    <a:pt x="29" y="60"/>
                  </a:cubicBezTo>
                  <a:cubicBezTo>
                    <a:pt x="33" y="59"/>
                    <a:pt x="37" y="59"/>
                    <a:pt x="42" y="60"/>
                  </a:cubicBezTo>
                  <a:cubicBezTo>
                    <a:pt x="40" y="65"/>
                    <a:pt x="37" y="69"/>
                    <a:pt x="35" y="69"/>
                  </a:cubicBezTo>
                  <a:close/>
                  <a:moveTo>
                    <a:pt x="35" y="2"/>
                  </a:moveTo>
                  <a:cubicBezTo>
                    <a:pt x="37" y="2"/>
                    <a:pt x="40" y="5"/>
                    <a:pt x="42" y="11"/>
                  </a:cubicBezTo>
                  <a:cubicBezTo>
                    <a:pt x="37" y="12"/>
                    <a:pt x="33" y="12"/>
                    <a:pt x="29" y="11"/>
                  </a:cubicBezTo>
                  <a:cubicBezTo>
                    <a:pt x="31" y="5"/>
                    <a:pt x="33" y="2"/>
                    <a:pt x="35" y="2"/>
                  </a:cubicBezTo>
                  <a:close/>
                  <a:moveTo>
                    <a:pt x="30" y="68"/>
                  </a:moveTo>
                  <a:cubicBezTo>
                    <a:pt x="27" y="67"/>
                    <a:pt x="24" y="65"/>
                    <a:pt x="21" y="62"/>
                  </a:cubicBezTo>
                  <a:cubicBezTo>
                    <a:pt x="23" y="61"/>
                    <a:pt x="25" y="61"/>
                    <a:pt x="27" y="60"/>
                  </a:cubicBezTo>
                  <a:cubicBezTo>
                    <a:pt x="28" y="63"/>
                    <a:pt x="29" y="66"/>
                    <a:pt x="30" y="68"/>
                  </a:cubicBezTo>
                  <a:close/>
                  <a:moveTo>
                    <a:pt x="40" y="3"/>
                  </a:moveTo>
                  <a:cubicBezTo>
                    <a:pt x="43" y="4"/>
                    <a:pt x="47" y="6"/>
                    <a:pt x="49" y="9"/>
                  </a:cubicBezTo>
                  <a:cubicBezTo>
                    <a:pt x="48" y="9"/>
                    <a:pt x="46" y="10"/>
                    <a:pt x="44" y="10"/>
                  </a:cubicBezTo>
                  <a:cubicBezTo>
                    <a:pt x="43" y="7"/>
                    <a:pt x="42" y="5"/>
                    <a:pt x="40" y="3"/>
                  </a:cubicBezTo>
                  <a:close/>
                  <a:moveTo>
                    <a:pt x="26" y="58"/>
                  </a:moveTo>
                  <a:cubicBezTo>
                    <a:pt x="24" y="58"/>
                    <a:pt x="22" y="59"/>
                    <a:pt x="20" y="60"/>
                  </a:cubicBezTo>
                  <a:cubicBezTo>
                    <a:pt x="15" y="54"/>
                    <a:pt x="12" y="45"/>
                    <a:pt x="12" y="36"/>
                  </a:cubicBezTo>
                  <a:cubicBezTo>
                    <a:pt x="23" y="36"/>
                    <a:pt x="23" y="36"/>
                    <a:pt x="23" y="36"/>
                  </a:cubicBezTo>
                  <a:cubicBezTo>
                    <a:pt x="24" y="44"/>
                    <a:pt x="24" y="52"/>
                    <a:pt x="26" y="58"/>
                  </a:cubicBezTo>
                  <a:close/>
                  <a:moveTo>
                    <a:pt x="12" y="34"/>
                  </a:moveTo>
                  <a:cubicBezTo>
                    <a:pt x="12" y="25"/>
                    <a:pt x="15" y="16"/>
                    <a:pt x="20" y="10"/>
                  </a:cubicBezTo>
                  <a:cubicBezTo>
                    <a:pt x="22" y="11"/>
                    <a:pt x="24" y="12"/>
                    <a:pt x="26" y="13"/>
                  </a:cubicBezTo>
                  <a:cubicBezTo>
                    <a:pt x="24" y="19"/>
                    <a:pt x="24" y="26"/>
                    <a:pt x="23" y="34"/>
                  </a:cubicBezTo>
                  <a:lnTo>
                    <a:pt x="12" y="34"/>
                  </a:lnTo>
                  <a:close/>
                  <a:moveTo>
                    <a:pt x="59" y="36"/>
                  </a:moveTo>
                  <a:cubicBezTo>
                    <a:pt x="58" y="45"/>
                    <a:pt x="56" y="54"/>
                    <a:pt x="51" y="60"/>
                  </a:cubicBezTo>
                  <a:cubicBezTo>
                    <a:pt x="49" y="59"/>
                    <a:pt x="47" y="58"/>
                    <a:pt x="44" y="58"/>
                  </a:cubicBezTo>
                  <a:cubicBezTo>
                    <a:pt x="46" y="52"/>
                    <a:pt x="47" y="44"/>
                    <a:pt x="47" y="36"/>
                  </a:cubicBezTo>
                  <a:lnTo>
                    <a:pt x="59" y="36"/>
                  </a:lnTo>
                  <a:close/>
                  <a:moveTo>
                    <a:pt x="51" y="10"/>
                  </a:moveTo>
                  <a:cubicBezTo>
                    <a:pt x="56" y="16"/>
                    <a:pt x="58" y="25"/>
                    <a:pt x="59" y="34"/>
                  </a:cubicBezTo>
                  <a:cubicBezTo>
                    <a:pt x="47" y="34"/>
                    <a:pt x="47" y="34"/>
                    <a:pt x="47" y="34"/>
                  </a:cubicBezTo>
                  <a:cubicBezTo>
                    <a:pt x="47" y="26"/>
                    <a:pt x="46" y="19"/>
                    <a:pt x="44" y="13"/>
                  </a:cubicBezTo>
                  <a:cubicBezTo>
                    <a:pt x="47" y="12"/>
                    <a:pt x="49" y="11"/>
                    <a:pt x="51" y="10"/>
                  </a:cubicBezTo>
                  <a:close/>
                  <a:moveTo>
                    <a:pt x="26" y="34"/>
                  </a:moveTo>
                  <a:cubicBezTo>
                    <a:pt x="26" y="26"/>
                    <a:pt x="27" y="19"/>
                    <a:pt x="28" y="13"/>
                  </a:cubicBezTo>
                  <a:cubicBezTo>
                    <a:pt x="33" y="14"/>
                    <a:pt x="38" y="14"/>
                    <a:pt x="42" y="13"/>
                  </a:cubicBezTo>
                  <a:cubicBezTo>
                    <a:pt x="44" y="19"/>
                    <a:pt x="45" y="26"/>
                    <a:pt x="45" y="34"/>
                  </a:cubicBezTo>
                  <a:lnTo>
                    <a:pt x="26" y="34"/>
                  </a:lnTo>
                  <a:close/>
                  <a:moveTo>
                    <a:pt x="45" y="36"/>
                  </a:moveTo>
                  <a:cubicBezTo>
                    <a:pt x="45" y="44"/>
                    <a:pt x="44" y="51"/>
                    <a:pt x="42" y="57"/>
                  </a:cubicBezTo>
                  <a:cubicBezTo>
                    <a:pt x="38" y="56"/>
                    <a:pt x="33" y="56"/>
                    <a:pt x="28" y="57"/>
                  </a:cubicBezTo>
                  <a:cubicBezTo>
                    <a:pt x="27" y="52"/>
                    <a:pt x="26" y="44"/>
                    <a:pt x="26" y="36"/>
                  </a:cubicBezTo>
                  <a:lnTo>
                    <a:pt x="45" y="36"/>
                  </a:lnTo>
                  <a:close/>
                  <a:moveTo>
                    <a:pt x="27" y="10"/>
                  </a:moveTo>
                  <a:cubicBezTo>
                    <a:pt x="25" y="10"/>
                    <a:pt x="23" y="9"/>
                    <a:pt x="21" y="9"/>
                  </a:cubicBezTo>
                  <a:cubicBezTo>
                    <a:pt x="24" y="6"/>
                    <a:pt x="27" y="4"/>
                    <a:pt x="30" y="3"/>
                  </a:cubicBezTo>
                  <a:cubicBezTo>
                    <a:pt x="29" y="5"/>
                    <a:pt x="28" y="7"/>
                    <a:pt x="27" y="10"/>
                  </a:cubicBezTo>
                  <a:close/>
                  <a:moveTo>
                    <a:pt x="44" y="60"/>
                  </a:moveTo>
                  <a:cubicBezTo>
                    <a:pt x="46" y="61"/>
                    <a:pt x="48" y="61"/>
                    <a:pt x="49" y="62"/>
                  </a:cubicBezTo>
                  <a:cubicBezTo>
                    <a:pt x="47" y="65"/>
                    <a:pt x="43" y="67"/>
                    <a:pt x="40" y="68"/>
                  </a:cubicBezTo>
                  <a:cubicBezTo>
                    <a:pt x="42" y="66"/>
                    <a:pt x="43" y="63"/>
                    <a:pt x="44" y="60"/>
                  </a:cubicBezTo>
                  <a:close/>
                  <a:moveTo>
                    <a:pt x="51" y="8"/>
                  </a:moveTo>
                  <a:cubicBezTo>
                    <a:pt x="50" y="6"/>
                    <a:pt x="49" y="5"/>
                    <a:pt x="47" y="4"/>
                  </a:cubicBezTo>
                  <a:cubicBezTo>
                    <a:pt x="49" y="4"/>
                    <a:pt x="51" y="5"/>
                    <a:pt x="53" y="7"/>
                  </a:cubicBezTo>
                  <a:cubicBezTo>
                    <a:pt x="52" y="7"/>
                    <a:pt x="52" y="7"/>
                    <a:pt x="51" y="8"/>
                  </a:cubicBezTo>
                  <a:close/>
                  <a:moveTo>
                    <a:pt x="19" y="8"/>
                  </a:moveTo>
                  <a:cubicBezTo>
                    <a:pt x="19" y="7"/>
                    <a:pt x="18" y="7"/>
                    <a:pt x="17" y="7"/>
                  </a:cubicBezTo>
                  <a:cubicBezTo>
                    <a:pt x="19" y="5"/>
                    <a:pt x="21" y="5"/>
                    <a:pt x="23" y="4"/>
                  </a:cubicBezTo>
                  <a:cubicBezTo>
                    <a:pt x="22" y="5"/>
                    <a:pt x="20" y="6"/>
                    <a:pt x="19" y="8"/>
                  </a:cubicBezTo>
                  <a:close/>
                  <a:moveTo>
                    <a:pt x="15" y="8"/>
                  </a:moveTo>
                  <a:cubicBezTo>
                    <a:pt x="16" y="8"/>
                    <a:pt x="17" y="9"/>
                    <a:pt x="18" y="9"/>
                  </a:cubicBezTo>
                  <a:cubicBezTo>
                    <a:pt x="13" y="16"/>
                    <a:pt x="10" y="25"/>
                    <a:pt x="9" y="34"/>
                  </a:cubicBezTo>
                  <a:cubicBezTo>
                    <a:pt x="2" y="34"/>
                    <a:pt x="2" y="34"/>
                    <a:pt x="2" y="34"/>
                  </a:cubicBezTo>
                  <a:cubicBezTo>
                    <a:pt x="2" y="24"/>
                    <a:pt x="7" y="14"/>
                    <a:pt x="15" y="8"/>
                  </a:cubicBezTo>
                  <a:close/>
                  <a:moveTo>
                    <a:pt x="19" y="63"/>
                  </a:moveTo>
                  <a:cubicBezTo>
                    <a:pt x="20" y="64"/>
                    <a:pt x="22" y="66"/>
                    <a:pt x="23" y="67"/>
                  </a:cubicBezTo>
                  <a:cubicBezTo>
                    <a:pt x="21" y="66"/>
                    <a:pt x="19" y="65"/>
                    <a:pt x="18" y="64"/>
                  </a:cubicBezTo>
                  <a:cubicBezTo>
                    <a:pt x="18" y="64"/>
                    <a:pt x="19" y="63"/>
                    <a:pt x="19" y="63"/>
                  </a:cubicBezTo>
                  <a:close/>
                  <a:moveTo>
                    <a:pt x="51" y="63"/>
                  </a:moveTo>
                  <a:cubicBezTo>
                    <a:pt x="52" y="63"/>
                    <a:pt x="52" y="64"/>
                    <a:pt x="53" y="64"/>
                  </a:cubicBezTo>
                  <a:cubicBezTo>
                    <a:pt x="51" y="65"/>
                    <a:pt x="49" y="66"/>
                    <a:pt x="47" y="67"/>
                  </a:cubicBezTo>
                  <a:cubicBezTo>
                    <a:pt x="49" y="66"/>
                    <a:pt x="50" y="64"/>
                    <a:pt x="51" y="63"/>
                  </a:cubicBezTo>
                  <a:close/>
                  <a:moveTo>
                    <a:pt x="55" y="62"/>
                  </a:moveTo>
                  <a:cubicBezTo>
                    <a:pt x="54" y="62"/>
                    <a:pt x="54" y="62"/>
                    <a:pt x="53" y="61"/>
                  </a:cubicBezTo>
                  <a:cubicBezTo>
                    <a:pt x="58" y="55"/>
                    <a:pt x="61" y="46"/>
                    <a:pt x="61" y="36"/>
                  </a:cubicBezTo>
                  <a:cubicBezTo>
                    <a:pt x="69" y="36"/>
                    <a:pt x="69" y="36"/>
                    <a:pt x="69" y="36"/>
                  </a:cubicBezTo>
                  <a:cubicBezTo>
                    <a:pt x="69" y="47"/>
                    <a:pt x="63" y="56"/>
                    <a:pt x="55" y="62"/>
                  </a:cubicBezTo>
                  <a:close/>
                  <a:moveTo>
                    <a:pt x="61" y="34"/>
                  </a:moveTo>
                  <a:cubicBezTo>
                    <a:pt x="61" y="25"/>
                    <a:pt x="58" y="16"/>
                    <a:pt x="53" y="9"/>
                  </a:cubicBezTo>
                  <a:cubicBezTo>
                    <a:pt x="54" y="9"/>
                    <a:pt x="54" y="8"/>
                    <a:pt x="55" y="8"/>
                  </a:cubicBezTo>
                  <a:cubicBezTo>
                    <a:pt x="63" y="14"/>
                    <a:pt x="69" y="24"/>
                    <a:pt x="69" y="34"/>
                  </a:cubicBezTo>
                  <a:lnTo>
                    <a:pt x="61" y="3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31" name="组合 30"/>
          <p:cNvGrpSpPr>
            <a:grpSpLocks/>
          </p:cNvGrpSpPr>
          <p:nvPr/>
        </p:nvGrpSpPr>
        <p:grpSpPr bwMode="auto">
          <a:xfrm>
            <a:off x="5049814" y="4977471"/>
            <a:ext cx="1295850" cy="1401325"/>
            <a:chOff x="2740642" y="4403066"/>
            <a:chExt cx="1229334" cy="1327681"/>
          </a:xfrm>
        </p:grpSpPr>
        <p:sp>
          <p:nvSpPr>
            <p:cNvPr id="32" name="Freeform 22"/>
            <p:cNvSpPr>
              <a:spLocks/>
            </p:cNvSpPr>
            <p:nvPr/>
          </p:nvSpPr>
          <p:spPr bwMode="auto">
            <a:xfrm>
              <a:off x="2740642" y="4575965"/>
              <a:ext cx="1154685" cy="1154782"/>
            </a:xfrm>
            <a:custGeom>
              <a:avLst/>
              <a:gdLst>
                <a:gd name="T0" fmla="*/ 116 w 305"/>
                <a:gd name="T1" fmla="*/ 285 h 305"/>
                <a:gd name="T2" fmla="*/ 285 w 305"/>
                <a:gd name="T3" fmla="*/ 189 h 305"/>
                <a:gd name="T4" fmla="*/ 189 w 305"/>
                <a:gd name="T5" fmla="*/ 20 h 305"/>
                <a:gd name="T6" fmla="*/ 20 w 305"/>
                <a:gd name="T7" fmla="*/ 116 h 305"/>
                <a:gd name="T8" fmla="*/ 116 w 305"/>
                <a:gd name="T9" fmla="*/ 285 h 305"/>
              </a:gdLst>
              <a:ahLst/>
              <a:cxnLst>
                <a:cxn ang="0">
                  <a:pos x="T0" y="T1"/>
                </a:cxn>
                <a:cxn ang="0">
                  <a:pos x="T2" y="T3"/>
                </a:cxn>
                <a:cxn ang="0">
                  <a:pos x="T4" y="T5"/>
                </a:cxn>
                <a:cxn ang="0">
                  <a:pos x="T6" y="T7"/>
                </a:cxn>
                <a:cxn ang="0">
                  <a:pos x="T8" y="T9"/>
                </a:cxn>
              </a:cxnLst>
              <a:rect l="0" t="0" r="r" b="b"/>
              <a:pathLst>
                <a:path w="305" h="305">
                  <a:moveTo>
                    <a:pt x="116" y="285"/>
                  </a:moveTo>
                  <a:cubicBezTo>
                    <a:pt x="189" y="305"/>
                    <a:pt x="265" y="262"/>
                    <a:pt x="285" y="189"/>
                  </a:cubicBezTo>
                  <a:cubicBezTo>
                    <a:pt x="305" y="116"/>
                    <a:pt x="262" y="40"/>
                    <a:pt x="189" y="20"/>
                  </a:cubicBezTo>
                  <a:cubicBezTo>
                    <a:pt x="116" y="0"/>
                    <a:pt x="40" y="43"/>
                    <a:pt x="20" y="116"/>
                  </a:cubicBezTo>
                  <a:cubicBezTo>
                    <a:pt x="0" y="189"/>
                    <a:pt x="43" y="265"/>
                    <a:pt x="116" y="285"/>
                  </a:cubicBez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nvGrpSpPr>
            <p:cNvPr id="20564" name="组合 32"/>
            <p:cNvGrpSpPr>
              <a:grpSpLocks/>
            </p:cNvGrpSpPr>
            <p:nvPr/>
          </p:nvGrpSpPr>
          <p:grpSpPr bwMode="auto">
            <a:xfrm>
              <a:off x="2785476" y="4403066"/>
              <a:ext cx="1184500" cy="1232228"/>
              <a:chOff x="2785476" y="4403066"/>
              <a:chExt cx="1184500" cy="1232228"/>
            </a:xfrm>
          </p:grpSpPr>
          <p:sp>
            <p:nvSpPr>
              <p:cNvPr id="34" name="Freeform 12"/>
              <p:cNvSpPr>
                <a:spLocks/>
              </p:cNvSpPr>
              <p:nvPr/>
            </p:nvSpPr>
            <p:spPr bwMode="auto">
              <a:xfrm>
                <a:off x="2909000" y="4403066"/>
                <a:ext cx="1060976" cy="506010"/>
              </a:xfrm>
              <a:custGeom>
                <a:avLst/>
                <a:gdLst>
                  <a:gd name="T0" fmla="*/ 273 w 280"/>
                  <a:gd name="T1" fmla="*/ 66 h 134"/>
                  <a:gd name="T2" fmla="*/ 34 w 280"/>
                  <a:gd name="T3" fmla="*/ 0 h 134"/>
                  <a:gd name="T4" fmla="*/ 0 w 280"/>
                  <a:gd name="T5" fmla="*/ 44 h 134"/>
                  <a:gd name="T6" fmla="*/ 280 w 280"/>
                  <a:gd name="T7" fmla="*/ 121 h 134"/>
                  <a:gd name="T8" fmla="*/ 280 w 280"/>
                  <a:gd name="T9" fmla="*/ 121 h 134"/>
                  <a:gd name="T10" fmla="*/ 273 w 280"/>
                  <a:gd name="T11" fmla="*/ 66 h 134"/>
                  <a:gd name="T12" fmla="*/ 273 w 280"/>
                  <a:gd name="T13" fmla="*/ 66 h 134"/>
                </a:gdLst>
                <a:ahLst/>
                <a:cxnLst>
                  <a:cxn ang="0">
                    <a:pos x="T0" y="T1"/>
                  </a:cxn>
                  <a:cxn ang="0">
                    <a:pos x="T2" y="T3"/>
                  </a:cxn>
                  <a:cxn ang="0">
                    <a:pos x="T4" y="T5"/>
                  </a:cxn>
                  <a:cxn ang="0">
                    <a:pos x="T6" y="T7"/>
                  </a:cxn>
                  <a:cxn ang="0">
                    <a:pos x="T8" y="T9"/>
                  </a:cxn>
                  <a:cxn ang="0">
                    <a:pos x="T10" y="T11"/>
                  </a:cxn>
                  <a:cxn ang="0">
                    <a:pos x="T12" y="T13"/>
                  </a:cxn>
                </a:cxnLst>
                <a:rect l="0" t="0" r="r" b="b"/>
                <a:pathLst>
                  <a:path w="280" h="134">
                    <a:moveTo>
                      <a:pt x="273" y="66"/>
                    </a:moveTo>
                    <a:cubicBezTo>
                      <a:pt x="184" y="77"/>
                      <a:pt x="99" y="51"/>
                      <a:pt x="34" y="0"/>
                    </a:cubicBezTo>
                    <a:cubicBezTo>
                      <a:pt x="0" y="44"/>
                      <a:pt x="0" y="44"/>
                      <a:pt x="0" y="44"/>
                    </a:cubicBezTo>
                    <a:cubicBezTo>
                      <a:pt x="77" y="103"/>
                      <a:pt x="176" y="134"/>
                      <a:pt x="280" y="121"/>
                    </a:cubicBezTo>
                    <a:cubicBezTo>
                      <a:pt x="280" y="121"/>
                      <a:pt x="280" y="121"/>
                      <a:pt x="280" y="121"/>
                    </a:cubicBezTo>
                    <a:cubicBezTo>
                      <a:pt x="273" y="66"/>
                      <a:pt x="273" y="66"/>
                      <a:pt x="273" y="66"/>
                    </a:cubicBezTo>
                    <a:cubicBezTo>
                      <a:pt x="273" y="66"/>
                      <a:pt x="273" y="66"/>
                      <a:pt x="273" y="66"/>
                    </a:cubicBez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35" name="Freeform 23"/>
              <p:cNvSpPr>
                <a:spLocks/>
              </p:cNvSpPr>
              <p:nvPr/>
            </p:nvSpPr>
            <p:spPr bwMode="auto">
              <a:xfrm>
                <a:off x="2785114" y="4671140"/>
                <a:ext cx="1026033" cy="964433"/>
              </a:xfrm>
              <a:custGeom>
                <a:avLst/>
                <a:gdLst>
                  <a:gd name="T0" fmla="*/ 156 w 271"/>
                  <a:gd name="T1" fmla="*/ 253 h 255"/>
                  <a:gd name="T2" fmla="*/ 107 w 271"/>
                  <a:gd name="T3" fmla="*/ 249 h 255"/>
                  <a:gd name="T4" fmla="*/ 19 w 271"/>
                  <a:gd name="T5" fmla="*/ 94 h 255"/>
                  <a:gd name="T6" fmla="*/ 125 w 271"/>
                  <a:gd name="T7" fmla="*/ 3 h 255"/>
                  <a:gd name="T8" fmla="*/ 174 w 271"/>
                  <a:gd name="T9" fmla="*/ 6 h 255"/>
                  <a:gd name="T10" fmla="*/ 250 w 271"/>
                  <a:gd name="T11" fmla="*/ 65 h 255"/>
                  <a:gd name="T12" fmla="*/ 262 w 271"/>
                  <a:gd name="T13" fmla="*/ 161 h 255"/>
                  <a:gd name="T14" fmla="*/ 156 w 271"/>
                  <a:gd name="T15" fmla="*/ 253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1" h="255">
                    <a:moveTo>
                      <a:pt x="156" y="253"/>
                    </a:moveTo>
                    <a:cubicBezTo>
                      <a:pt x="139" y="255"/>
                      <a:pt x="123" y="253"/>
                      <a:pt x="107" y="249"/>
                    </a:cubicBezTo>
                    <a:cubicBezTo>
                      <a:pt x="40" y="230"/>
                      <a:pt x="0" y="161"/>
                      <a:pt x="19" y="94"/>
                    </a:cubicBezTo>
                    <a:cubicBezTo>
                      <a:pt x="32" y="45"/>
                      <a:pt x="74" y="9"/>
                      <a:pt x="125" y="3"/>
                    </a:cubicBezTo>
                    <a:cubicBezTo>
                      <a:pt x="141" y="0"/>
                      <a:pt x="158" y="2"/>
                      <a:pt x="174" y="6"/>
                    </a:cubicBezTo>
                    <a:cubicBezTo>
                      <a:pt x="206" y="15"/>
                      <a:pt x="233" y="36"/>
                      <a:pt x="250" y="65"/>
                    </a:cubicBezTo>
                    <a:cubicBezTo>
                      <a:pt x="266" y="95"/>
                      <a:pt x="271" y="129"/>
                      <a:pt x="262" y="161"/>
                    </a:cubicBezTo>
                    <a:cubicBezTo>
                      <a:pt x="248" y="210"/>
                      <a:pt x="207" y="246"/>
                      <a:pt x="156" y="253"/>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36" name="Freeform 41"/>
              <p:cNvSpPr>
                <a:spLocks noEditPoints="1"/>
              </p:cNvSpPr>
              <p:nvPr/>
            </p:nvSpPr>
            <p:spPr bwMode="auto">
              <a:xfrm>
                <a:off x="3047182" y="4932870"/>
                <a:ext cx="506663" cy="506010"/>
              </a:xfrm>
              <a:custGeom>
                <a:avLst/>
                <a:gdLst>
                  <a:gd name="T0" fmla="*/ 22 w 134"/>
                  <a:gd name="T1" fmla="*/ 18 h 134"/>
                  <a:gd name="T2" fmla="*/ 0 w 134"/>
                  <a:gd name="T3" fmla="*/ 86 h 134"/>
                  <a:gd name="T4" fmla="*/ 0 w 134"/>
                  <a:gd name="T5" fmla="*/ 96 h 134"/>
                  <a:gd name="T6" fmla="*/ 0 w 134"/>
                  <a:gd name="T7" fmla="*/ 110 h 134"/>
                  <a:gd name="T8" fmla="*/ 62 w 134"/>
                  <a:gd name="T9" fmla="*/ 134 h 134"/>
                  <a:gd name="T10" fmla="*/ 111 w 134"/>
                  <a:gd name="T11" fmla="*/ 110 h 134"/>
                  <a:gd name="T12" fmla="*/ 134 w 134"/>
                  <a:gd name="T13" fmla="*/ 100 h 134"/>
                  <a:gd name="T14" fmla="*/ 134 w 134"/>
                  <a:gd name="T15" fmla="*/ 89 h 134"/>
                  <a:gd name="T16" fmla="*/ 90 w 134"/>
                  <a:gd name="T17" fmla="*/ 22 h 134"/>
                  <a:gd name="T18" fmla="*/ 131 w 134"/>
                  <a:gd name="T19" fmla="*/ 107 h 134"/>
                  <a:gd name="T20" fmla="*/ 131 w 134"/>
                  <a:gd name="T21" fmla="*/ 103 h 134"/>
                  <a:gd name="T22" fmla="*/ 72 w 134"/>
                  <a:gd name="T23" fmla="*/ 131 h 134"/>
                  <a:gd name="T24" fmla="*/ 81 w 134"/>
                  <a:gd name="T25" fmla="*/ 86 h 134"/>
                  <a:gd name="T26" fmla="*/ 118 w 134"/>
                  <a:gd name="T27" fmla="*/ 86 h 134"/>
                  <a:gd name="T28" fmla="*/ 93 w 134"/>
                  <a:gd name="T29" fmla="*/ 131 h 134"/>
                  <a:gd name="T30" fmla="*/ 22 w 134"/>
                  <a:gd name="T31" fmla="*/ 30 h 134"/>
                  <a:gd name="T32" fmla="*/ 8 w 134"/>
                  <a:gd name="T33" fmla="*/ 70 h 134"/>
                  <a:gd name="T34" fmla="*/ 67 w 134"/>
                  <a:gd name="T35" fmla="*/ 86 h 134"/>
                  <a:gd name="T36" fmla="*/ 41 w 134"/>
                  <a:gd name="T37" fmla="*/ 3 h 134"/>
                  <a:gd name="T38" fmla="*/ 53 w 134"/>
                  <a:gd name="T39" fmla="*/ 18 h 134"/>
                  <a:gd name="T40" fmla="*/ 39 w 134"/>
                  <a:gd name="T41" fmla="*/ 71 h 134"/>
                  <a:gd name="T42" fmla="*/ 25 w 134"/>
                  <a:gd name="T43" fmla="*/ 18 h 134"/>
                  <a:gd name="T44" fmla="*/ 94 w 134"/>
                  <a:gd name="T45" fmla="*/ 59 h 134"/>
                  <a:gd name="T46" fmla="*/ 54 w 134"/>
                  <a:gd name="T47" fmla="*/ 61 h 134"/>
                  <a:gd name="T48" fmla="*/ 67 w 134"/>
                  <a:gd name="T49" fmla="*/ 38 h 134"/>
                  <a:gd name="T50" fmla="*/ 98 w 134"/>
                  <a:gd name="T51" fmla="*/ 36 h 134"/>
                  <a:gd name="T52" fmla="*/ 56 w 134"/>
                  <a:gd name="T53" fmla="*/ 59 h 134"/>
                  <a:gd name="T54" fmla="*/ 67 w 134"/>
                  <a:gd name="T55" fmla="*/ 41 h 134"/>
                  <a:gd name="T56" fmla="*/ 56 w 134"/>
                  <a:gd name="T57" fmla="*/ 59 h 134"/>
                  <a:gd name="T58" fmla="*/ 22 w 134"/>
                  <a:gd name="T59" fmla="*/ 41 h 134"/>
                  <a:gd name="T60" fmla="*/ 39 w 134"/>
                  <a:gd name="T61" fmla="*/ 74 h 134"/>
                  <a:gd name="T62" fmla="*/ 17 w 134"/>
                  <a:gd name="T63" fmla="*/ 53 h 134"/>
                  <a:gd name="T64" fmla="*/ 78 w 134"/>
                  <a:gd name="T65" fmla="*/ 93 h 134"/>
                  <a:gd name="T66" fmla="*/ 3 w 134"/>
                  <a:gd name="T67" fmla="*/ 96 h 134"/>
                  <a:gd name="T68" fmla="*/ 3 w 134"/>
                  <a:gd name="T69" fmla="*/ 100 h 134"/>
                  <a:gd name="T70" fmla="*/ 78 w 134"/>
                  <a:gd name="T71" fmla="*/ 103 h 134"/>
                  <a:gd name="T72" fmla="*/ 3 w 134"/>
                  <a:gd name="T73" fmla="*/ 103 h 134"/>
                  <a:gd name="T74" fmla="*/ 111 w 134"/>
                  <a:gd name="T75" fmla="*/ 96 h 134"/>
                  <a:gd name="T76" fmla="*/ 131 w 134"/>
                  <a:gd name="T77" fmla="*/ 93 h 134"/>
                  <a:gd name="T78" fmla="*/ 131 w 134"/>
                  <a:gd name="T79" fmla="*/ 89 h 134"/>
                  <a:gd name="T80" fmla="*/ 122 w 134"/>
                  <a:gd name="T81" fmla="*/ 86 h 134"/>
                  <a:gd name="T82" fmla="*/ 125 w 134"/>
                  <a:gd name="T83" fmla="*/ 40 h 134"/>
                  <a:gd name="T84" fmla="*/ 56 w 134"/>
                  <a:gd name="T85" fmla="*/ 2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134">
                    <a:moveTo>
                      <a:pt x="71" y="0"/>
                    </a:moveTo>
                    <a:cubicBezTo>
                      <a:pt x="41" y="0"/>
                      <a:pt x="41" y="0"/>
                      <a:pt x="41" y="0"/>
                    </a:cubicBezTo>
                    <a:cubicBezTo>
                      <a:pt x="31" y="0"/>
                      <a:pt x="22" y="8"/>
                      <a:pt x="22" y="18"/>
                    </a:cubicBezTo>
                    <a:cubicBezTo>
                      <a:pt x="22" y="22"/>
                      <a:pt x="22" y="22"/>
                      <a:pt x="22" y="22"/>
                    </a:cubicBezTo>
                    <a:cubicBezTo>
                      <a:pt x="0" y="22"/>
                      <a:pt x="0" y="22"/>
                      <a:pt x="0" y="22"/>
                    </a:cubicBezTo>
                    <a:cubicBezTo>
                      <a:pt x="0" y="86"/>
                      <a:pt x="0" y="86"/>
                      <a:pt x="0" y="86"/>
                    </a:cubicBezTo>
                    <a:cubicBezTo>
                      <a:pt x="0" y="89"/>
                      <a:pt x="0" y="89"/>
                      <a:pt x="0" y="89"/>
                    </a:cubicBezTo>
                    <a:cubicBezTo>
                      <a:pt x="0" y="93"/>
                      <a:pt x="0" y="93"/>
                      <a:pt x="0" y="93"/>
                    </a:cubicBezTo>
                    <a:cubicBezTo>
                      <a:pt x="0" y="96"/>
                      <a:pt x="0" y="96"/>
                      <a:pt x="0" y="96"/>
                    </a:cubicBezTo>
                    <a:cubicBezTo>
                      <a:pt x="0" y="100"/>
                      <a:pt x="0" y="100"/>
                      <a:pt x="0" y="100"/>
                    </a:cubicBezTo>
                    <a:cubicBezTo>
                      <a:pt x="0" y="103"/>
                      <a:pt x="0" y="103"/>
                      <a:pt x="0" y="103"/>
                    </a:cubicBezTo>
                    <a:cubicBezTo>
                      <a:pt x="0" y="110"/>
                      <a:pt x="0" y="110"/>
                      <a:pt x="0" y="110"/>
                    </a:cubicBezTo>
                    <a:cubicBezTo>
                      <a:pt x="44" y="110"/>
                      <a:pt x="44" y="110"/>
                      <a:pt x="44" y="110"/>
                    </a:cubicBezTo>
                    <a:cubicBezTo>
                      <a:pt x="44" y="116"/>
                      <a:pt x="44" y="116"/>
                      <a:pt x="44" y="116"/>
                    </a:cubicBezTo>
                    <a:cubicBezTo>
                      <a:pt x="44" y="126"/>
                      <a:pt x="52" y="134"/>
                      <a:pt x="62" y="134"/>
                    </a:cubicBezTo>
                    <a:cubicBezTo>
                      <a:pt x="93" y="134"/>
                      <a:pt x="93" y="134"/>
                      <a:pt x="93" y="134"/>
                    </a:cubicBezTo>
                    <a:cubicBezTo>
                      <a:pt x="103" y="134"/>
                      <a:pt x="111" y="126"/>
                      <a:pt x="111" y="116"/>
                    </a:cubicBezTo>
                    <a:cubicBezTo>
                      <a:pt x="111" y="110"/>
                      <a:pt x="111" y="110"/>
                      <a:pt x="111" y="110"/>
                    </a:cubicBezTo>
                    <a:cubicBezTo>
                      <a:pt x="134" y="110"/>
                      <a:pt x="134" y="110"/>
                      <a:pt x="134" y="110"/>
                    </a:cubicBezTo>
                    <a:cubicBezTo>
                      <a:pt x="134" y="103"/>
                      <a:pt x="134" y="103"/>
                      <a:pt x="134" y="103"/>
                    </a:cubicBezTo>
                    <a:cubicBezTo>
                      <a:pt x="134" y="100"/>
                      <a:pt x="134" y="100"/>
                      <a:pt x="134" y="100"/>
                    </a:cubicBezTo>
                    <a:cubicBezTo>
                      <a:pt x="134" y="96"/>
                      <a:pt x="134" y="96"/>
                      <a:pt x="134" y="96"/>
                    </a:cubicBezTo>
                    <a:cubicBezTo>
                      <a:pt x="134" y="93"/>
                      <a:pt x="134" y="93"/>
                      <a:pt x="134" y="93"/>
                    </a:cubicBezTo>
                    <a:cubicBezTo>
                      <a:pt x="134" y="89"/>
                      <a:pt x="134" y="89"/>
                      <a:pt x="134" y="89"/>
                    </a:cubicBezTo>
                    <a:cubicBezTo>
                      <a:pt x="134" y="86"/>
                      <a:pt x="134" y="86"/>
                      <a:pt x="134" y="86"/>
                    </a:cubicBezTo>
                    <a:cubicBezTo>
                      <a:pt x="134" y="22"/>
                      <a:pt x="134" y="22"/>
                      <a:pt x="134" y="22"/>
                    </a:cubicBezTo>
                    <a:cubicBezTo>
                      <a:pt x="90" y="22"/>
                      <a:pt x="90" y="22"/>
                      <a:pt x="90" y="22"/>
                    </a:cubicBezTo>
                    <a:cubicBezTo>
                      <a:pt x="90" y="18"/>
                      <a:pt x="90" y="18"/>
                      <a:pt x="90" y="18"/>
                    </a:cubicBezTo>
                    <a:cubicBezTo>
                      <a:pt x="90" y="8"/>
                      <a:pt x="81" y="0"/>
                      <a:pt x="71" y="0"/>
                    </a:cubicBezTo>
                    <a:close/>
                    <a:moveTo>
                      <a:pt x="131" y="107"/>
                    </a:moveTo>
                    <a:cubicBezTo>
                      <a:pt x="111" y="107"/>
                      <a:pt x="111" y="107"/>
                      <a:pt x="111" y="107"/>
                    </a:cubicBezTo>
                    <a:cubicBezTo>
                      <a:pt x="111" y="103"/>
                      <a:pt x="111" y="103"/>
                      <a:pt x="111" y="103"/>
                    </a:cubicBezTo>
                    <a:cubicBezTo>
                      <a:pt x="131" y="103"/>
                      <a:pt x="131" y="103"/>
                      <a:pt x="131" y="103"/>
                    </a:cubicBezTo>
                    <a:lnTo>
                      <a:pt x="131" y="107"/>
                    </a:lnTo>
                    <a:close/>
                    <a:moveTo>
                      <a:pt x="93" y="131"/>
                    </a:moveTo>
                    <a:cubicBezTo>
                      <a:pt x="72" y="131"/>
                      <a:pt x="72" y="131"/>
                      <a:pt x="72" y="131"/>
                    </a:cubicBezTo>
                    <a:cubicBezTo>
                      <a:pt x="75" y="129"/>
                      <a:pt x="77" y="127"/>
                      <a:pt x="79" y="124"/>
                    </a:cubicBezTo>
                    <a:cubicBezTo>
                      <a:pt x="80" y="121"/>
                      <a:pt x="81" y="119"/>
                      <a:pt x="81" y="116"/>
                    </a:cubicBezTo>
                    <a:cubicBezTo>
                      <a:pt x="81" y="86"/>
                      <a:pt x="81" y="86"/>
                      <a:pt x="81" y="86"/>
                    </a:cubicBezTo>
                    <a:cubicBezTo>
                      <a:pt x="71" y="86"/>
                      <a:pt x="71" y="86"/>
                      <a:pt x="71" y="86"/>
                    </a:cubicBezTo>
                    <a:cubicBezTo>
                      <a:pt x="94" y="63"/>
                      <a:pt x="94" y="63"/>
                      <a:pt x="94" y="63"/>
                    </a:cubicBezTo>
                    <a:cubicBezTo>
                      <a:pt x="118" y="86"/>
                      <a:pt x="118" y="86"/>
                      <a:pt x="118" y="86"/>
                    </a:cubicBezTo>
                    <a:cubicBezTo>
                      <a:pt x="108" y="86"/>
                      <a:pt x="108" y="86"/>
                      <a:pt x="108" y="86"/>
                    </a:cubicBezTo>
                    <a:cubicBezTo>
                      <a:pt x="108" y="116"/>
                      <a:pt x="108" y="116"/>
                      <a:pt x="108" y="116"/>
                    </a:cubicBezTo>
                    <a:cubicBezTo>
                      <a:pt x="108" y="124"/>
                      <a:pt x="101" y="131"/>
                      <a:pt x="93" y="131"/>
                    </a:cubicBezTo>
                    <a:close/>
                    <a:moveTo>
                      <a:pt x="3" y="25"/>
                    </a:moveTo>
                    <a:cubicBezTo>
                      <a:pt x="22" y="25"/>
                      <a:pt x="22" y="25"/>
                      <a:pt x="22" y="25"/>
                    </a:cubicBezTo>
                    <a:cubicBezTo>
                      <a:pt x="22" y="30"/>
                      <a:pt x="22" y="30"/>
                      <a:pt x="22" y="30"/>
                    </a:cubicBezTo>
                    <a:cubicBezTo>
                      <a:pt x="18" y="30"/>
                      <a:pt x="18" y="30"/>
                      <a:pt x="18" y="30"/>
                    </a:cubicBezTo>
                    <a:cubicBezTo>
                      <a:pt x="18" y="36"/>
                      <a:pt x="14" y="40"/>
                      <a:pt x="8" y="40"/>
                    </a:cubicBezTo>
                    <a:cubicBezTo>
                      <a:pt x="8" y="70"/>
                      <a:pt x="8" y="70"/>
                      <a:pt x="8" y="70"/>
                    </a:cubicBezTo>
                    <a:cubicBezTo>
                      <a:pt x="14" y="70"/>
                      <a:pt x="18" y="75"/>
                      <a:pt x="18" y="80"/>
                    </a:cubicBezTo>
                    <a:cubicBezTo>
                      <a:pt x="72" y="80"/>
                      <a:pt x="72" y="80"/>
                      <a:pt x="72" y="80"/>
                    </a:cubicBezTo>
                    <a:cubicBezTo>
                      <a:pt x="67" y="86"/>
                      <a:pt x="67" y="86"/>
                      <a:pt x="67" y="86"/>
                    </a:cubicBezTo>
                    <a:cubicBezTo>
                      <a:pt x="3" y="86"/>
                      <a:pt x="3" y="86"/>
                      <a:pt x="3" y="86"/>
                    </a:cubicBezTo>
                    <a:lnTo>
                      <a:pt x="3" y="25"/>
                    </a:lnTo>
                    <a:close/>
                    <a:moveTo>
                      <a:pt x="41" y="3"/>
                    </a:moveTo>
                    <a:cubicBezTo>
                      <a:pt x="61" y="3"/>
                      <a:pt x="61" y="3"/>
                      <a:pt x="61" y="3"/>
                    </a:cubicBezTo>
                    <a:cubicBezTo>
                      <a:pt x="59" y="5"/>
                      <a:pt x="56" y="7"/>
                      <a:pt x="55" y="10"/>
                    </a:cubicBezTo>
                    <a:cubicBezTo>
                      <a:pt x="53" y="12"/>
                      <a:pt x="53" y="15"/>
                      <a:pt x="53" y="18"/>
                    </a:cubicBezTo>
                    <a:cubicBezTo>
                      <a:pt x="53" y="48"/>
                      <a:pt x="53" y="48"/>
                      <a:pt x="53" y="48"/>
                    </a:cubicBezTo>
                    <a:cubicBezTo>
                      <a:pt x="62" y="48"/>
                      <a:pt x="62" y="48"/>
                      <a:pt x="62" y="48"/>
                    </a:cubicBezTo>
                    <a:cubicBezTo>
                      <a:pt x="39" y="71"/>
                      <a:pt x="39" y="71"/>
                      <a:pt x="39" y="71"/>
                    </a:cubicBezTo>
                    <a:cubicBezTo>
                      <a:pt x="16" y="48"/>
                      <a:pt x="16" y="48"/>
                      <a:pt x="16" y="48"/>
                    </a:cubicBezTo>
                    <a:cubicBezTo>
                      <a:pt x="25" y="48"/>
                      <a:pt x="25" y="48"/>
                      <a:pt x="25" y="48"/>
                    </a:cubicBezTo>
                    <a:cubicBezTo>
                      <a:pt x="25" y="18"/>
                      <a:pt x="25" y="18"/>
                      <a:pt x="25" y="18"/>
                    </a:cubicBezTo>
                    <a:cubicBezTo>
                      <a:pt x="25" y="10"/>
                      <a:pt x="32" y="3"/>
                      <a:pt x="41" y="3"/>
                    </a:cubicBezTo>
                    <a:close/>
                    <a:moveTo>
                      <a:pt x="108" y="72"/>
                    </a:moveTo>
                    <a:cubicBezTo>
                      <a:pt x="94" y="59"/>
                      <a:pt x="94" y="59"/>
                      <a:pt x="94" y="59"/>
                    </a:cubicBezTo>
                    <a:cubicBezTo>
                      <a:pt x="78" y="74"/>
                      <a:pt x="78" y="74"/>
                      <a:pt x="78" y="74"/>
                    </a:cubicBezTo>
                    <a:cubicBezTo>
                      <a:pt x="40" y="74"/>
                      <a:pt x="40" y="74"/>
                      <a:pt x="40" y="74"/>
                    </a:cubicBezTo>
                    <a:cubicBezTo>
                      <a:pt x="54" y="61"/>
                      <a:pt x="54" y="61"/>
                      <a:pt x="54" y="61"/>
                    </a:cubicBezTo>
                    <a:cubicBezTo>
                      <a:pt x="55" y="68"/>
                      <a:pt x="61" y="73"/>
                      <a:pt x="67" y="73"/>
                    </a:cubicBezTo>
                    <a:cubicBezTo>
                      <a:pt x="74" y="73"/>
                      <a:pt x="81" y="65"/>
                      <a:pt x="81" y="55"/>
                    </a:cubicBezTo>
                    <a:cubicBezTo>
                      <a:pt x="81" y="46"/>
                      <a:pt x="74" y="38"/>
                      <a:pt x="67" y="38"/>
                    </a:cubicBezTo>
                    <a:cubicBezTo>
                      <a:pt x="62" y="38"/>
                      <a:pt x="58" y="41"/>
                      <a:pt x="56" y="45"/>
                    </a:cubicBezTo>
                    <a:cubicBezTo>
                      <a:pt x="56" y="36"/>
                      <a:pt x="56" y="36"/>
                      <a:pt x="56" y="36"/>
                    </a:cubicBezTo>
                    <a:cubicBezTo>
                      <a:pt x="98" y="36"/>
                      <a:pt x="98" y="36"/>
                      <a:pt x="98" y="36"/>
                    </a:cubicBezTo>
                    <a:cubicBezTo>
                      <a:pt x="108" y="36"/>
                      <a:pt x="117" y="45"/>
                      <a:pt x="117" y="55"/>
                    </a:cubicBezTo>
                    <a:cubicBezTo>
                      <a:pt x="117" y="62"/>
                      <a:pt x="113" y="68"/>
                      <a:pt x="108" y="72"/>
                    </a:cubicBezTo>
                    <a:close/>
                    <a:moveTo>
                      <a:pt x="56" y="59"/>
                    </a:moveTo>
                    <a:cubicBezTo>
                      <a:pt x="70" y="45"/>
                      <a:pt x="70" y="45"/>
                      <a:pt x="70" y="45"/>
                    </a:cubicBezTo>
                    <a:cubicBezTo>
                      <a:pt x="59" y="45"/>
                      <a:pt x="59" y="45"/>
                      <a:pt x="59" y="45"/>
                    </a:cubicBezTo>
                    <a:cubicBezTo>
                      <a:pt x="61" y="43"/>
                      <a:pt x="64" y="41"/>
                      <a:pt x="67" y="41"/>
                    </a:cubicBezTo>
                    <a:cubicBezTo>
                      <a:pt x="73" y="41"/>
                      <a:pt x="78" y="47"/>
                      <a:pt x="78" y="55"/>
                    </a:cubicBezTo>
                    <a:cubicBezTo>
                      <a:pt x="78" y="63"/>
                      <a:pt x="73" y="70"/>
                      <a:pt x="67" y="70"/>
                    </a:cubicBezTo>
                    <a:cubicBezTo>
                      <a:pt x="62" y="70"/>
                      <a:pt x="57" y="65"/>
                      <a:pt x="56" y="59"/>
                    </a:cubicBezTo>
                    <a:close/>
                    <a:moveTo>
                      <a:pt x="22" y="45"/>
                    </a:moveTo>
                    <a:cubicBezTo>
                      <a:pt x="19" y="45"/>
                      <a:pt x="19" y="45"/>
                      <a:pt x="19" y="45"/>
                    </a:cubicBezTo>
                    <a:cubicBezTo>
                      <a:pt x="20" y="44"/>
                      <a:pt x="21" y="43"/>
                      <a:pt x="22" y="41"/>
                    </a:cubicBezTo>
                    <a:lnTo>
                      <a:pt x="22" y="45"/>
                    </a:lnTo>
                    <a:close/>
                    <a:moveTo>
                      <a:pt x="17" y="53"/>
                    </a:moveTo>
                    <a:cubicBezTo>
                      <a:pt x="39" y="74"/>
                      <a:pt x="39" y="74"/>
                      <a:pt x="39" y="74"/>
                    </a:cubicBezTo>
                    <a:cubicBezTo>
                      <a:pt x="36" y="74"/>
                      <a:pt x="36" y="74"/>
                      <a:pt x="36" y="74"/>
                    </a:cubicBezTo>
                    <a:cubicBezTo>
                      <a:pt x="25" y="74"/>
                      <a:pt x="16" y="66"/>
                      <a:pt x="16" y="55"/>
                    </a:cubicBezTo>
                    <a:cubicBezTo>
                      <a:pt x="16" y="55"/>
                      <a:pt x="16" y="54"/>
                      <a:pt x="17" y="53"/>
                    </a:cubicBezTo>
                    <a:close/>
                    <a:moveTo>
                      <a:pt x="3" y="89"/>
                    </a:moveTo>
                    <a:cubicBezTo>
                      <a:pt x="78" y="89"/>
                      <a:pt x="78" y="89"/>
                      <a:pt x="78" y="89"/>
                    </a:cubicBezTo>
                    <a:cubicBezTo>
                      <a:pt x="78" y="93"/>
                      <a:pt x="78" y="93"/>
                      <a:pt x="78" y="93"/>
                    </a:cubicBezTo>
                    <a:cubicBezTo>
                      <a:pt x="3" y="93"/>
                      <a:pt x="3" y="93"/>
                      <a:pt x="3" y="93"/>
                    </a:cubicBezTo>
                    <a:lnTo>
                      <a:pt x="3" y="89"/>
                    </a:lnTo>
                    <a:close/>
                    <a:moveTo>
                      <a:pt x="3" y="96"/>
                    </a:moveTo>
                    <a:cubicBezTo>
                      <a:pt x="78" y="96"/>
                      <a:pt x="78" y="96"/>
                      <a:pt x="78" y="96"/>
                    </a:cubicBezTo>
                    <a:cubicBezTo>
                      <a:pt x="78" y="100"/>
                      <a:pt x="78" y="100"/>
                      <a:pt x="78" y="100"/>
                    </a:cubicBezTo>
                    <a:cubicBezTo>
                      <a:pt x="3" y="100"/>
                      <a:pt x="3" y="100"/>
                      <a:pt x="3" y="100"/>
                    </a:cubicBezTo>
                    <a:lnTo>
                      <a:pt x="3" y="96"/>
                    </a:lnTo>
                    <a:close/>
                    <a:moveTo>
                      <a:pt x="3" y="103"/>
                    </a:moveTo>
                    <a:cubicBezTo>
                      <a:pt x="78" y="103"/>
                      <a:pt x="78" y="103"/>
                      <a:pt x="78" y="103"/>
                    </a:cubicBezTo>
                    <a:cubicBezTo>
                      <a:pt x="78" y="107"/>
                      <a:pt x="78" y="107"/>
                      <a:pt x="78" y="107"/>
                    </a:cubicBezTo>
                    <a:cubicBezTo>
                      <a:pt x="3" y="107"/>
                      <a:pt x="3" y="107"/>
                      <a:pt x="3" y="107"/>
                    </a:cubicBezTo>
                    <a:lnTo>
                      <a:pt x="3" y="103"/>
                    </a:lnTo>
                    <a:close/>
                    <a:moveTo>
                      <a:pt x="131" y="100"/>
                    </a:moveTo>
                    <a:cubicBezTo>
                      <a:pt x="111" y="100"/>
                      <a:pt x="111" y="100"/>
                      <a:pt x="111" y="100"/>
                    </a:cubicBezTo>
                    <a:cubicBezTo>
                      <a:pt x="111" y="96"/>
                      <a:pt x="111" y="96"/>
                      <a:pt x="111" y="96"/>
                    </a:cubicBezTo>
                    <a:cubicBezTo>
                      <a:pt x="131" y="96"/>
                      <a:pt x="131" y="96"/>
                      <a:pt x="131" y="96"/>
                    </a:cubicBezTo>
                    <a:lnTo>
                      <a:pt x="131" y="100"/>
                    </a:lnTo>
                    <a:close/>
                    <a:moveTo>
                      <a:pt x="131" y="93"/>
                    </a:moveTo>
                    <a:cubicBezTo>
                      <a:pt x="111" y="93"/>
                      <a:pt x="111" y="93"/>
                      <a:pt x="111" y="93"/>
                    </a:cubicBezTo>
                    <a:cubicBezTo>
                      <a:pt x="111" y="89"/>
                      <a:pt x="111" y="89"/>
                      <a:pt x="111" y="89"/>
                    </a:cubicBezTo>
                    <a:cubicBezTo>
                      <a:pt x="131" y="89"/>
                      <a:pt x="131" y="89"/>
                      <a:pt x="131" y="89"/>
                    </a:cubicBezTo>
                    <a:lnTo>
                      <a:pt x="131" y="93"/>
                    </a:lnTo>
                    <a:close/>
                    <a:moveTo>
                      <a:pt x="131" y="86"/>
                    </a:moveTo>
                    <a:cubicBezTo>
                      <a:pt x="122" y="86"/>
                      <a:pt x="122" y="86"/>
                      <a:pt x="122" y="86"/>
                    </a:cubicBezTo>
                    <a:cubicBezTo>
                      <a:pt x="115" y="79"/>
                      <a:pt x="115" y="79"/>
                      <a:pt x="115" y="79"/>
                    </a:cubicBezTo>
                    <a:cubicBezTo>
                      <a:pt x="116" y="74"/>
                      <a:pt x="120" y="70"/>
                      <a:pt x="125" y="70"/>
                    </a:cubicBezTo>
                    <a:cubicBezTo>
                      <a:pt x="125" y="40"/>
                      <a:pt x="125" y="40"/>
                      <a:pt x="125" y="40"/>
                    </a:cubicBezTo>
                    <a:cubicBezTo>
                      <a:pt x="120" y="40"/>
                      <a:pt x="115" y="36"/>
                      <a:pt x="115" y="30"/>
                    </a:cubicBezTo>
                    <a:cubicBezTo>
                      <a:pt x="56" y="30"/>
                      <a:pt x="56" y="30"/>
                      <a:pt x="56" y="30"/>
                    </a:cubicBezTo>
                    <a:cubicBezTo>
                      <a:pt x="56" y="25"/>
                      <a:pt x="56" y="25"/>
                      <a:pt x="56" y="25"/>
                    </a:cubicBezTo>
                    <a:cubicBezTo>
                      <a:pt x="131" y="25"/>
                      <a:pt x="131" y="25"/>
                      <a:pt x="131" y="25"/>
                    </a:cubicBezTo>
                    <a:lnTo>
                      <a:pt x="131" y="86"/>
                    </a:ln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grpSp>
      <p:grpSp>
        <p:nvGrpSpPr>
          <p:cNvPr id="37" name="组合 36"/>
          <p:cNvGrpSpPr>
            <a:grpSpLocks/>
          </p:cNvGrpSpPr>
          <p:nvPr/>
        </p:nvGrpSpPr>
        <p:grpSpPr bwMode="auto">
          <a:xfrm>
            <a:off x="3891251" y="4116919"/>
            <a:ext cx="1471644" cy="1391280"/>
            <a:chOff x="1642919" y="3585922"/>
            <a:chExt cx="1395655" cy="1320448"/>
          </a:xfrm>
        </p:grpSpPr>
        <p:sp>
          <p:nvSpPr>
            <p:cNvPr id="20556" name="Rectangle 44"/>
            <p:cNvSpPr>
              <a:spLocks noChangeArrowheads="1"/>
            </p:cNvSpPr>
            <p:nvPr/>
          </p:nvSpPr>
          <p:spPr bwMode="auto">
            <a:xfrm>
              <a:off x="2263371" y="4489843"/>
              <a:ext cx="124380" cy="231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687">
                <a:latin typeface="Arial" charset="0"/>
                <a:ea typeface="宋体" pitchFamily="2" charset="-122"/>
                <a:cs typeface="Arial" charset="0"/>
              </a:endParaRPr>
            </a:p>
          </p:txBody>
        </p:sp>
        <p:sp>
          <p:nvSpPr>
            <p:cNvPr id="20557" name="Freeform 10"/>
            <p:cNvSpPr>
              <a:spLocks/>
            </p:cNvSpPr>
            <p:nvPr/>
          </p:nvSpPr>
          <p:spPr bwMode="auto">
            <a:xfrm>
              <a:off x="2366056" y="3585922"/>
              <a:ext cx="672518" cy="983467"/>
            </a:xfrm>
            <a:custGeom>
              <a:avLst/>
              <a:gdLst>
                <a:gd name="T0" fmla="*/ 785111870 w 178"/>
                <a:gd name="T1" fmla="*/ 0 h 260"/>
                <a:gd name="T2" fmla="*/ 0 w 178"/>
                <a:gd name="T3" fmla="*/ 100154766 h 260"/>
                <a:gd name="T4" fmla="*/ 0 w 178"/>
                <a:gd name="T5" fmla="*/ 100154766 h 260"/>
                <a:gd name="T6" fmla="*/ 2055562602 w 178"/>
                <a:gd name="T7" fmla="*/ 2147483646 h 260"/>
                <a:gd name="T8" fmla="*/ 2147483646 w 178"/>
                <a:gd name="T9" fmla="*/ 2147483646 h 260"/>
                <a:gd name="T10" fmla="*/ 785111870 w 178"/>
                <a:gd name="T11" fmla="*/ 0 h 2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8" h="260">
                  <a:moveTo>
                    <a:pt x="55" y="0"/>
                  </a:moveTo>
                  <a:cubicBezTo>
                    <a:pt x="0" y="7"/>
                    <a:pt x="0" y="7"/>
                    <a:pt x="0" y="7"/>
                  </a:cubicBezTo>
                  <a:cubicBezTo>
                    <a:pt x="0" y="7"/>
                    <a:pt x="0" y="7"/>
                    <a:pt x="0" y="7"/>
                  </a:cubicBezTo>
                  <a:cubicBezTo>
                    <a:pt x="13" y="111"/>
                    <a:pt x="67" y="200"/>
                    <a:pt x="144" y="260"/>
                  </a:cubicBezTo>
                  <a:cubicBezTo>
                    <a:pt x="178" y="216"/>
                    <a:pt x="178" y="216"/>
                    <a:pt x="178" y="216"/>
                  </a:cubicBezTo>
                  <a:cubicBezTo>
                    <a:pt x="112" y="165"/>
                    <a:pt x="66" y="89"/>
                    <a:pt x="5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58" name="Freeform 16"/>
            <p:cNvSpPr>
              <a:spLocks/>
            </p:cNvSpPr>
            <p:nvPr/>
          </p:nvSpPr>
          <p:spPr bwMode="auto">
            <a:xfrm>
              <a:off x="1642919" y="3717532"/>
              <a:ext cx="1184500" cy="1188838"/>
            </a:xfrm>
            <a:custGeom>
              <a:avLst/>
              <a:gdLst>
                <a:gd name="T0" fmla="*/ 2147483646 w 313"/>
                <a:gd name="T1" fmla="*/ 1275782191 h 314"/>
                <a:gd name="T2" fmla="*/ 1274593903 w 313"/>
                <a:gd name="T3" fmla="*/ 544714970 h 314"/>
                <a:gd name="T4" fmla="*/ 529887778 w 313"/>
                <a:gd name="T5" fmla="*/ 2147483646 h 314"/>
                <a:gd name="T6" fmla="*/ 2147483646 w 313"/>
                <a:gd name="T7" fmla="*/ 2147483646 h 314"/>
                <a:gd name="T8" fmla="*/ 2147483646 w 313"/>
                <a:gd name="T9" fmla="*/ 127578219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4">
                  <a:moveTo>
                    <a:pt x="276" y="89"/>
                  </a:moveTo>
                  <a:cubicBezTo>
                    <a:pt x="239" y="23"/>
                    <a:pt x="155" y="0"/>
                    <a:pt x="89" y="38"/>
                  </a:cubicBezTo>
                  <a:cubicBezTo>
                    <a:pt x="23" y="75"/>
                    <a:pt x="0" y="159"/>
                    <a:pt x="37" y="225"/>
                  </a:cubicBezTo>
                  <a:cubicBezTo>
                    <a:pt x="75" y="291"/>
                    <a:pt x="159" y="314"/>
                    <a:pt x="224" y="276"/>
                  </a:cubicBezTo>
                  <a:cubicBezTo>
                    <a:pt x="290" y="239"/>
                    <a:pt x="313" y="155"/>
                    <a:pt x="276" y="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59" name="Freeform 17"/>
            <p:cNvSpPr>
              <a:spLocks/>
            </p:cNvSpPr>
            <p:nvPr/>
          </p:nvSpPr>
          <p:spPr bwMode="auto">
            <a:xfrm>
              <a:off x="1692092" y="3815879"/>
              <a:ext cx="1036980" cy="992145"/>
            </a:xfrm>
            <a:custGeom>
              <a:avLst/>
              <a:gdLst>
                <a:gd name="T0" fmla="*/ 2147483646 w 274"/>
                <a:gd name="T1" fmla="*/ 2147483646 h 262"/>
                <a:gd name="T2" fmla="*/ 486987002 w 274"/>
                <a:gd name="T3" fmla="*/ 2147483646 h 262"/>
                <a:gd name="T4" fmla="*/ 1160176252 w 274"/>
                <a:gd name="T5" fmla="*/ 315479389 h 262"/>
                <a:gd name="T6" fmla="*/ 1833369286 w 274"/>
                <a:gd name="T7" fmla="*/ 86040178 h 262"/>
                <a:gd name="T8" fmla="*/ 2147483646 w 274"/>
                <a:gd name="T9" fmla="*/ 989456363 h 262"/>
                <a:gd name="T10" fmla="*/ 2147483646 w 274"/>
                <a:gd name="T11" fmla="*/ 2147483646 h 262"/>
                <a:gd name="T12" fmla="*/ 2147483646 w 274"/>
                <a:gd name="T13" fmla="*/ 2147483646 h 262"/>
                <a:gd name="T14" fmla="*/ 2147483646 w 274"/>
                <a:gd name="T15" fmla="*/ 2147483646 h 262"/>
                <a:gd name="T16" fmla="*/ 2147483646 w 274"/>
                <a:gd name="T17" fmla="*/ 2147483646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4" h="262">
                  <a:moveTo>
                    <a:pt x="159" y="256"/>
                  </a:moveTo>
                  <a:cubicBezTo>
                    <a:pt x="108" y="262"/>
                    <a:pt x="59" y="238"/>
                    <a:pt x="34" y="193"/>
                  </a:cubicBezTo>
                  <a:cubicBezTo>
                    <a:pt x="0" y="133"/>
                    <a:pt x="21" y="56"/>
                    <a:pt x="81" y="22"/>
                  </a:cubicBezTo>
                  <a:cubicBezTo>
                    <a:pt x="96" y="13"/>
                    <a:pt x="111" y="8"/>
                    <a:pt x="128" y="6"/>
                  </a:cubicBezTo>
                  <a:cubicBezTo>
                    <a:pt x="179" y="0"/>
                    <a:pt x="228" y="24"/>
                    <a:pt x="253" y="69"/>
                  </a:cubicBezTo>
                  <a:cubicBezTo>
                    <a:pt x="270" y="98"/>
                    <a:pt x="274" y="132"/>
                    <a:pt x="265" y="164"/>
                  </a:cubicBezTo>
                  <a:cubicBezTo>
                    <a:pt x="256" y="197"/>
                    <a:pt x="235" y="224"/>
                    <a:pt x="206" y="241"/>
                  </a:cubicBezTo>
                  <a:cubicBezTo>
                    <a:pt x="191" y="249"/>
                    <a:pt x="176" y="254"/>
                    <a:pt x="159" y="256"/>
                  </a:cubicBezTo>
                  <a:cubicBezTo>
                    <a:pt x="159" y="256"/>
                    <a:pt x="159" y="256"/>
                    <a:pt x="159" y="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60" name="Freeform 26"/>
            <p:cNvSpPr>
              <a:spLocks/>
            </p:cNvSpPr>
            <p:nvPr/>
          </p:nvSpPr>
          <p:spPr bwMode="auto">
            <a:xfrm>
              <a:off x="1642919" y="3717532"/>
              <a:ext cx="1184500" cy="1188838"/>
            </a:xfrm>
            <a:custGeom>
              <a:avLst/>
              <a:gdLst>
                <a:gd name="T0" fmla="*/ 529887778 w 313"/>
                <a:gd name="T1" fmla="*/ 2147483646 h 314"/>
                <a:gd name="T2" fmla="*/ 2147483646 w 313"/>
                <a:gd name="T3" fmla="*/ 2147483646 h 314"/>
                <a:gd name="T4" fmla="*/ 2147483646 w 313"/>
                <a:gd name="T5" fmla="*/ 1275782191 h 314"/>
                <a:gd name="T6" fmla="*/ 1274593903 w 313"/>
                <a:gd name="T7" fmla="*/ 544714970 h 314"/>
                <a:gd name="T8" fmla="*/ 529887778 w 313"/>
                <a:gd name="T9" fmla="*/ 2147483646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4">
                  <a:moveTo>
                    <a:pt x="37" y="225"/>
                  </a:moveTo>
                  <a:cubicBezTo>
                    <a:pt x="75" y="291"/>
                    <a:pt x="159" y="314"/>
                    <a:pt x="224" y="276"/>
                  </a:cubicBezTo>
                  <a:cubicBezTo>
                    <a:pt x="290" y="239"/>
                    <a:pt x="313" y="155"/>
                    <a:pt x="276" y="89"/>
                  </a:cubicBezTo>
                  <a:cubicBezTo>
                    <a:pt x="239" y="23"/>
                    <a:pt x="155" y="0"/>
                    <a:pt x="89" y="38"/>
                  </a:cubicBezTo>
                  <a:cubicBezTo>
                    <a:pt x="23" y="75"/>
                    <a:pt x="0" y="159"/>
                    <a:pt x="37" y="2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 name="Freeform 27"/>
            <p:cNvSpPr>
              <a:spLocks/>
            </p:cNvSpPr>
            <p:nvPr/>
          </p:nvSpPr>
          <p:spPr bwMode="auto">
            <a:xfrm>
              <a:off x="1692141" y="3816325"/>
              <a:ext cx="1086038" cy="991528"/>
            </a:xfrm>
            <a:custGeom>
              <a:avLst/>
              <a:gdLst>
                <a:gd name="T0" fmla="*/ 159 w 287"/>
                <a:gd name="T1" fmla="*/ 256 h 262"/>
                <a:gd name="T2" fmla="*/ 34 w 287"/>
                <a:gd name="T3" fmla="*/ 193 h 262"/>
                <a:gd name="T4" fmla="*/ 81 w 287"/>
                <a:gd name="T5" fmla="*/ 22 h 262"/>
                <a:gd name="T6" fmla="*/ 128 w 287"/>
                <a:gd name="T7" fmla="*/ 6 h 262"/>
                <a:gd name="T8" fmla="*/ 253 w 287"/>
                <a:gd name="T9" fmla="*/ 69 h 262"/>
                <a:gd name="T10" fmla="*/ 206 w 287"/>
                <a:gd name="T11" fmla="*/ 241 h 262"/>
                <a:gd name="T12" fmla="*/ 159 w 287"/>
                <a:gd name="T13" fmla="*/ 256 h 262"/>
                <a:gd name="T14" fmla="*/ 159 w 287"/>
                <a:gd name="T15" fmla="*/ 256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62">
                  <a:moveTo>
                    <a:pt x="159" y="256"/>
                  </a:moveTo>
                  <a:cubicBezTo>
                    <a:pt x="108" y="262"/>
                    <a:pt x="59" y="238"/>
                    <a:pt x="34" y="193"/>
                  </a:cubicBezTo>
                  <a:cubicBezTo>
                    <a:pt x="0" y="133"/>
                    <a:pt x="21" y="56"/>
                    <a:pt x="81" y="22"/>
                  </a:cubicBezTo>
                  <a:cubicBezTo>
                    <a:pt x="96" y="13"/>
                    <a:pt x="111" y="8"/>
                    <a:pt x="128" y="6"/>
                  </a:cubicBezTo>
                  <a:cubicBezTo>
                    <a:pt x="179" y="0"/>
                    <a:pt x="228" y="24"/>
                    <a:pt x="253" y="69"/>
                  </a:cubicBezTo>
                  <a:cubicBezTo>
                    <a:pt x="287" y="129"/>
                    <a:pt x="266" y="206"/>
                    <a:pt x="206" y="241"/>
                  </a:cubicBezTo>
                  <a:cubicBezTo>
                    <a:pt x="191" y="249"/>
                    <a:pt x="176" y="254"/>
                    <a:pt x="159" y="256"/>
                  </a:cubicBezTo>
                  <a:cubicBezTo>
                    <a:pt x="159" y="256"/>
                    <a:pt x="159" y="256"/>
                    <a:pt x="159" y="256"/>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20562" name="Freeform 45"/>
            <p:cNvSpPr>
              <a:spLocks noEditPoints="1"/>
            </p:cNvSpPr>
            <p:nvPr/>
          </p:nvSpPr>
          <p:spPr bwMode="auto">
            <a:xfrm>
              <a:off x="1979901" y="4061746"/>
              <a:ext cx="510536" cy="510536"/>
            </a:xfrm>
            <a:custGeom>
              <a:avLst/>
              <a:gdLst>
                <a:gd name="T0" fmla="*/ 1644686051 w 135"/>
                <a:gd name="T1" fmla="*/ 328936454 h 135"/>
                <a:gd name="T2" fmla="*/ 286032521 w 135"/>
                <a:gd name="T3" fmla="*/ 0 h 135"/>
                <a:gd name="T4" fmla="*/ 271729950 w 135"/>
                <a:gd name="T5" fmla="*/ 629271547 h 135"/>
                <a:gd name="T6" fmla="*/ 0 w 135"/>
                <a:gd name="T7" fmla="*/ 1330052169 h 135"/>
                <a:gd name="T8" fmla="*/ 286032521 w 135"/>
                <a:gd name="T9" fmla="*/ 1587479547 h 135"/>
                <a:gd name="T10" fmla="*/ 1644686051 w 135"/>
                <a:gd name="T11" fmla="*/ 1930718573 h 135"/>
                <a:gd name="T12" fmla="*/ 1658988623 w 135"/>
                <a:gd name="T13" fmla="*/ 1287144454 h 135"/>
                <a:gd name="T14" fmla="*/ 1930718573 w 135"/>
                <a:gd name="T15" fmla="*/ 586367614 h 135"/>
                <a:gd name="T16" fmla="*/ 328936454 w 135"/>
                <a:gd name="T17" fmla="*/ 100110437 h 135"/>
                <a:gd name="T18" fmla="*/ 1601782119 w 135"/>
                <a:gd name="T19" fmla="*/ 171619513 h 135"/>
                <a:gd name="T20" fmla="*/ 328936454 w 135"/>
                <a:gd name="T21" fmla="*/ 100110437 h 135"/>
                <a:gd name="T22" fmla="*/ 1601782119 w 135"/>
                <a:gd name="T23" fmla="*/ 328936454 h 135"/>
                <a:gd name="T24" fmla="*/ 1272845665 w 135"/>
                <a:gd name="T25" fmla="*/ 286032521 h 135"/>
                <a:gd name="T26" fmla="*/ 328936454 w 135"/>
                <a:gd name="T27" fmla="*/ 286032521 h 135"/>
                <a:gd name="T28" fmla="*/ 1058318438 w 135"/>
                <a:gd name="T29" fmla="*/ 343239025 h 135"/>
                <a:gd name="T30" fmla="*/ 386142958 w 135"/>
                <a:gd name="T31" fmla="*/ 429046891 h 135"/>
                <a:gd name="T32" fmla="*/ 915304068 w 135"/>
                <a:gd name="T33" fmla="*/ 500555967 h 135"/>
                <a:gd name="T34" fmla="*/ 386142958 w 135"/>
                <a:gd name="T35" fmla="*/ 586367614 h 135"/>
                <a:gd name="T36" fmla="*/ 943905429 w 135"/>
                <a:gd name="T37" fmla="*/ 657872908 h 135"/>
                <a:gd name="T38" fmla="*/ 386142958 w 135"/>
                <a:gd name="T39" fmla="*/ 743684555 h 135"/>
                <a:gd name="T40" fmla="*/ 1101226152 w 135"/>
                <a:gd name="T41" fmla="*/ 815193631 h 135"/>
                <a:gd name="T42" fmla="*/ 386142958 w 135"/>
                <a:gd name="T43" fmla="*/ 901001496 h 135"/>
                <a:gd name="T44" fmla="*/ 1258543093 w 135"/>
                <a:gd name="T45" fmla="*/ 986813144 h 135"/>
                <a:gd name="T46" fmla="*/ 657872908 w 135"/>
                <a:gd name="T47" fmla="*/ 915304068 h 135"/>
                <a:gd name="T48" fmla="*/ 386142958 w 135"/>
                <a:gd name="T49" fmla="*/ 986813144 h 135"/>
                <a:gd name="T50" fmla="*/ 657872908 w 135"/>
                <a:gd name="T51" fmla="*/ 1058318438 h 135"/>
                <a:gd name="T52" fmla="*/ 328936454 w 135"/>
                <a:gd name="T53" fmla="*/ 1115524942 h 135"/>
                <a:gd name="T54" fmla="*/ 271729950 w 135"/>
                <a:gd name="T55" fmla="*/ 1544575614 h 135"/>
                <a:gd name="T56" fmla="*/ 42903933 w 135"/>
                <a:gd name="T57" fmla="*/ 1044019648 h 135"/>
                <a:gd name="T58" fmla="*/ 271729950 w 135"/>
                <a:gd name="T59" fmla="*/ 1158432656 h 135"/>
                <a:gd name="T60" fmla="*/ 700780622 w 135"/>
                <a:gd name="T61" fmla="*/ 1015414505 h 135"/>
                <a:gd name="T62" fmla="*/ 700780622 w 135"/>
                <a:gd name="T63" fmla="*/ 1687589984 h 135"/>
                <a:gd name="T64" fmla="*/ 271729950 w 135"/>
                <a:gd name="T65" fmla="*/ 1544575614 h 135"/>
                <a:gd name="T66" fmla="*/ 328936454 w 135"/>
                <a:gd name="T67" fmla="*/ 1887814640 h 135"/>
                <a:gd name="T68" fmla="*/ 657872908 w 135"/>
                <a:gd name="T69" fmla="*/ 1587479547 h 135"/>
                <a:gd name="T70" fmla="*/ 901001496 w 135"/>
                <a:gd name="T71" fmla="*/ 1544575614 h 135"/>
                <a:gd name="T72" fmla="*/ 1544575614 w 135"/>
                <a:gd name="T73" fmla="*/ 1458763967 h 135"/>
                <a:gd name="T74" fmla="*/ 1058318438 w 135"/>
                <a:gd name="T75" fmla="*/ 1372956102 h 135"/>
                <a:gd name="T76" fmla="*/ 1544575614 w 135"/>
                <a:gd name="T77" fmla="*/ 1301447026 h 135"/>
                <a:gd name="T78" fmla="*/ 958208001 w 135"/>
                <a:gd name="T79" fmla="*/ 1215639160 h 135"/>
                <a:gd name="T80" fmla="*/ 1544575614 w 135"/>
                <a:gd name="T81" fmla="*/ 1144130085 h 135"/>
                <a:gd name="T82" fmla="*/ 800891059 w 135"/>
                <a:gd name="T83" fmla="*/ 1058318438 h 135"/>
                <a:gd name="T84" fmla="*/ 1544575614 w 135"/>
                <a:gd name="T85" fmla="*/ 986813144 h 135"/>
                <a:gd name="T86" fmla="*/ 1272845665 w 135"/>
                <a:gd name="T87" fmla="*/ 901001496 h 135"/>
                <a:gd name="T88" fmla="*/ 1544575614 w 135"/>
                <a:gd name="T89" fmla="*/ 815193631 h 135"/>
                <a:gd name="T90" fmla="*/ 1272845665 w 135"/>
                <a:gd name="T91" fmla="*/ 800891059 h 135"/>
                <a:gd name="T92" fmla="*/ 1601782119 w 135"/>
                <a:gd name="T93" fmla="*/ 1887814640 h 135"/>
                <a:gd name="T94" fmla="*/ 1787704203 w 135"/>
                <a:gd name="T95" fmla="*/ 786588488 h 135"/>
                <a:gd name="T96" fmla="*/ 1229937950 w 135"/>
                <a:gd name="T97" fmla="*/ 757987127 h 135"/>
                <a:gd name="T98" fmla="*/ 915304068 w 135"/>
                <a:gd name="T99" fmla="*/ 557762471 h 135"/>
                <a:gd name="T100" fmla="*/ 1229937950 w 135"/>
                <a:gd name="T101" fmla="*/ 371840387 h 135"/>
                <a:gd name="T102" fmla="*/ 1887814640 w 135"/>
                <a:gd name="T103" fmla="*/ 586367614 h 13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5" h="135">
                  <a:moveTo>
                    <a:pt x="116" y="23"/>
                  </a:moveTo>
                  <a:cubicBezTo>
                    <a:pt x="115" y="23"/>
                    <a:pt x="115" y="23"/>
                    <a:pt x="115" y="23"/>
                  </a:cubicBezTo>
                  <a:cubicBezTo>
                    <a:pt x="115" y="0"/>
                    <a:pt x="115" y="0"/>
                    <a:pt x="115" y="0"/>
                  </a:cubicBezTo>
                  <a:cubicBezTo>
                    <a:pt x="20" y="0"/>
                    <a:pt x="20" y="0"/>
                    <a:pt x="20" y="0"/>
                  </a:cubicBezTo>
                  <a:cubicBezTo>
                    <a:pt x="20" y="44"/>
                    <a:pt x="20" y="44"/>
                    <a:pt x="20" y="44"/>
                  </a:cubicBezTo>
                  <a:cubicBezTo>
                    <a:pt x="19" y="44"/>
                    <a:pt x="19" y="44"/>
                    <a:pt x="19" y="44"/>
                  </a:cubicBezTo>
                  <a:cubicBezTo>
                    <a:pt x="9" y="44"/>
                    <a:pt x="0" y="52"/>
                    <a:pt x="0" y="62"/>
                  </a:cubicBezTo>
                  <a:cubicBezTo>
                    <a:pt x="0" y="93"/>
                    <a:pt x="0" y="93"/>
                    <a:pt x="0" y="93"/>
                  </a:cubicBezTo>
                  <a:cubicBezTo>
                    <a:pt x="0" y="103"/>
                    <a:pt x="9" y="111"/>
                    <a:pt x="19" y="111"/>
                  </a:cubicBezTo>
                  <a:cubicBezTo>
                    <a:pt x="20" y="111"/>
                    <a:pt x="20" y="111"/>
                    <a:pt x="20" y="111"/>
                  </a:cubicBezTo>
                  <a:cubicBezTo>
                    <a:pt x="20" y="135"/>
                    <a:pt x="20" y="135"/>
                    <a:pt x="20" y="135"/>
                  </a:cubicBezTo>
                  <a:cubicBezTo>
                    <a:pt x="115" y="135"/>
                    <a:pt x="115" y="135"/>
                    <a:pt x="115" y="135"/>
                  </a:cubicBezTo>
                  <a:cubicBezTo>
                    <a:pt x="115" y="90"/>
                    <a:pt x="115" y="90"/>
                    <a:pt x="115" y="90"/>
                  </a:cubicBezTo>
                  <a:cubicBezTo>
                    <a:pt x="116" y="90"/>
                    <a:pt x="116" y="90"/>
                    <a:pt x="116" y="90"/>
                  </a:cubicBezTo>
                  <a:cubicBezTo>
                    <a:pt x="126" y="90"/>
                    <a:pt x="135" y="82"/>
                    <a:pt x="135" y="71"/>
                  </a:cubicBezTo>
                  <a:cubicBezTo>
                    <a:pt x="135" y="41"/>
                    <a:pt x="135" y="41"/>
                    <a:pt x="135" y="41"/>
                  </a:cubicBezTo>
                  <a:cubicBezTo>
                    <a:pt x="135" y="31"/>
                    <a:pt x="126" y="23"/>
                    <a:pt x="116" y="23"/>
                  </a:cubicBezTo>
                  <a:close/>
                  <a:moveTo>
                    <a:pt x="23" y="7"/>
                  </a:moveTo>
                  <a:cubicBezTo>
                    <a:pt x="112" y="7"/>
                    <a:pt x="112" y="7"/>
                    <a:pt x="112" y="7"/>
                  </a:cubicBezTo>
                  <a:cubicBezTo>
                    <a:pt x="112" y="12"/>
                    <a:pt x="112" y="12"/>
                    <a:pt x="112" y="12"/>
                  </a:cubicBezTo>
                  <a:cubicBezTo>
                    <a:pt x="23" y="12"/>
                    <a:pt x="23" y="12"/>
                    <a:pt x="23" y="12"/>
                  </a:cubicBezTo>
                  <a:lnTo>
                    <a:pt x="23" y="7"/>
                  </a:lnTo>
                  <a:close/>
                  <a:moveTo>
                    <a:pt x="112" y="20"/>
                  </a:moveTo>
                  <a:cubicBezTo>
                    <a:pt x="112" y="23"/>
                    <a:pt x="112" y="23"/>
                    <a:pt x="112" y="23"/>
                  </a:cubicBezTo>
                  <a:cubicBezTo>
                    <a:pt x="89" y="23"/>
                    <a:pt x="89" y="23"/>
                    <a:pt x="89" y="23"/>
                  </a:cubicBezTo>
                  <a:cubicBezTo>
                    <a:pt x="89" y="20"/>
                    <a:pt x="89" y="20"/>
                    <a:pt x="89" y="20"/>
                  </a:cubicBezTo>
                  <a:lnTo>
                    <a:pt x="112" y="20"/>
                  </a:lnTo>
                  <a:close/>
                  <a:moveTo>
                    <a:pt x="23" y="20"/>
                  </a:moveTo>
                  <a:cubicBezTo>
                    <a:pt x="79" y="20"/>
                    <a:pt x="79" y="20"/>
                    <a:pt x="79" y="20"/>
                  </a:cubicBezTo>
                  <a:cubicBezTo>
                    <a:pt x="74" y="24"/>
                    <a:pt x="74" y="24"/>
                    <a:pt x="74" y="24"/>
                  </a:cubicBezTo>
                  <a:cubicBezTo>
                    <a:pt x="27" y="24"/>
                    <a:pt x="27" y="24"/>
                    <a:pt x="27" y="24"/>
                  </a:cubicBezTo>
                  <a:cubicBezTo>
                    <a:pt x="27" y="30"/>
                    <a:pt x="27" y="30"/>
                    <a:pt x="27" y="30"/>
                  </a:cubicBezTo>
                  <a:cubicBezTo>
                    <a:pt x="69" y="30"/>
                    <a:pt x="69" y="30"/>
                    <a:pt x="69" y="30"/>
                  </a:cubicBezTo>
                  <a:cubicBezTo>
                    <a:pt x="64" y="35"/>
                    <a:pt x="64" y="35"/>
                    <a:pt x="64" y="35"/>
                  </a:cubicBezTo>
                  <a:cubicBezTo>
                    <a:pt x="27" y="35"/>
                    <a:pt x="27" y="35"/>
                    <a:pt x="27" y="35"/>
                  </a:cubicBezTo>
                  <a:cubicBezTo>
                    <a:pt x="27" y="41"/>
                    <a:pt x="27" y="41"/>
                    <a:pt x="27" y="41"/>
                  </a:cubicBezTo>
                  <a:cubicBezTo>
                    <a:pt x="61" y="41"/>
                    <a:pt x="61" y="41"/>
                    <a:pt x="61" y="41"/>
                  </a:cubicBezTo>
                  <a:cubicBezTo>
                    <a:pt x="66" y="46"/>
                    <a:pt x="66" y="46"/>
                    <a:pt x="66" y="46"/>
                  </a:cubicBezTo>
                  <a:cubicBezTo>
                    <a:pt x="27" y="46"/>
                    <a:pt x="27" y="46"/>
                    <a:pt x="27" y="46"/>
                  </a:cubicBezTo>
                  <a:cubicBezTo>
                    <a:pt x="27" y="52"/>
                    <a:pt x="27" y="52"/>
                    <a:pt x="27" y="52"/>
                  </a:cubicBezTo>
                  <a:cubicBezTo>
                    <a:pt x="72" y="52"/>
                    <a:pt x="72" y="52"/>
                    <a:pt x="72" y="52"/>
                  </a:cubicBezTo>
                  <a:cubicBezTo>
                    <a:pt x="77" y="57"/>
                    <a:pt x="77" y="57"/>
                    <a:pt x="77" y="57"/>
                  </a:cubicBezTo>
                  <a:cubicBezTo>
                    <a:pt x="27" y="57"/>
                    <a:pt x="27" y="57"/>
                    <a:pt x="27" y="57"/>
                  </a:cubicBezTo>
                  <a:cubicBezTo>
                    <a:pt x="27" y="63"/>
                    <a:pt x="27" y="63"/>
                    <a:pt x="27" y="63"/>
                  </a:cubicBezTo>
                  <a:cubicBezTo>
                    <a:pt x="82" y="63"/>
                    <a:pt x="82" y="63"/>
                    <a:pt x="82" y="63"/>
                  </a:cubicBezTo>
                  <a:cubicBezTo>
                    <a:pt x="88" y="69"/>
                    <a:pt x="88" y="69"/>
                    <a:pt x="88" y="69"/>
                  </a:cubicBezTo>
                  <a:cubicBezTo>
                    <a:pt x="50" y="69"/>
                    <a:pt x="50" y="69"/>
                    <a:pt x="50" y="69"/>
                  </a:cubicBezTo>
                  <a:cubicBezTo>
                    <a:pt x="46" y="64"/>
                    <a:pt x="46" y="64"/>
                    <a:pt x="46" y="64"/>
                  </a:cubicBezTo>
                  <a:cubicBezTo>
                    <a:pt x="46" y="69"/>
                    <a:pt x="46" y="69"/>
                    <a:pt x="46" y="69"/>
                  </a:cubicBezTo>
                  <a:cubicBezTo>
                    <a:pt x="27" y="69"/>
                    <a:pt x="27" y="69"/>
                    <a:pt x="27" y="69"/>
                  </a:cubicBezTo>
                  <a:cubicBezTo>
                    <a:pt x="27" y="74"/>
                    <a:pt x="27" y="74"/>
                    <a:pt x="27" y="74"/>
                  </a:cubicBezTo>
                  <a:cubicBezTo>
                    <a:pt x="46" y="74"/>
                    <a:pt x="46" y="74"/>
                    <a:pt x="46" y="74"/>
                  </a:cubicBezTo>
                  <a:cubicBezTo>
                    <a:pt x="46" y="78"/>
                    <a:pt x="46" y="78"/>
                    <a:pt x="46" y="78"/>
                  </a:cubicBezTo>
                  <a:cubicBezTo>
                    <a:pt x="23" y="78"/>
                    <a:pt x="23" y="78"/>
                    <a:pt x="23" y="78"/>
                  </a:cubicBezTo>
                  <a:lnTo>
                    <a:pt x="23" y="20"/>
                  </a:lnTo>
                  <a:close/>
                  <a:moveTo>
                    <a:pt x="19" y="108"/>
                  </a:moveTo>
                  <a:cubicBezTo>
                    <a:pt x="10" y="108"/>
                    <a:pt x="3" y="101"/>
                    <a:pt x="3" y="93"/>
                  </a:cubicBezTo>
                  <a:cubicBezTo>
                    <a:pt x="3" y="73"/>
                    <a:pt x="3" y="73"/>
                    <a:pt x="3" y="73"/>
                  </a:cubicBezTo>
                  <a:cubicBezTo>
                    <a:pt x="5" y="75"/>
                    <a:pt x="7" y="77"/>
                    <a:pt x="10" y="79"/>
                  </a:cubicBezTo>
                  <a:cubicBezTo>
                    <a:pt x="13" y="80"/>
                    <a:pt x="16" y="81"/>
                    <a:pt x="19" y="81"/>
                  </a:cubicBezTo>
                  <a:cubicBezTo>
                    <a:pt x="49" y="81"/>
                    <a:pt x="49" y="81"/>
                    <a:pt x="49" y="81"/>
                  </a:cubicBezTo>
                  <a:cubicBezTo>
                    <a:pt x="49" y="71"/>
                    <a:pt x="49" y="71"/>
                    <a:pt x="49" y="71"/>
                  </a:cubicBezTo>
                  <a:cubicBezTo>
                    <a:pt x="71" y="95"/>
                    <a:pt x="71" y="95"/>
                    <a:pt x="71" y="95"/>
                  </a:cubicBezTo>
                  <a:cubicBezTo>
                    <a:pt x="49" y="118"/>
                    <a:pt x="49" y="118"/>
                    <a:pt x="49" y="118"/>
                  </a:cubicBezTo>
                  <a:cubicBezTo>
                    <a:pt x="49" y="108"/>
                    <a:pt x="49" y="108"/>
                    <a:pt x="49" y="108"/>
                  </a:cubicBezTo>
                  <a:lnTo>
                    <a:pt x="19" y="108"/>
                  </a:lnTo>
                  <a:close/>
                  <a:moveTo>
                    <a:pt x="112" y="132"/>
                  </a:moveTo>
                  <a:cubicBezTo>
                    <a:pt x="23" y="132"/>
                    <a:pt x="23" y="132"/>
                    <a:pt x="23" y="132"/>
                  </a:cubicBezTo>
                  <a:cubicBezTo>
                    <a:pt x="23" y="111"/>
                    <a:pt x="23" y="111"/>
                    <a:pt x="23" y="111"/>
                  </a:cubicBezTo>
                  <a:cubicBezTo>
                    <a:pt x="46" y="111"/>
                    <a:pt x="46" y="111"/>
                    <a:pt x="46" y="111"/>
                  </a:cubicBezTo>
                  <a:cubicBezTo>
                    <a:pt x="46" y="125"/>
                    <a:pt x="46" y="125"/>
                    <a:pt x="46" y="125"/>
                  </a:cubicBezTo>
                  <a:cubicBezTo>
                    <a:pt x="63" y="108"/>
                    <a:pt x="63" y="108"/>
                    <a:pt x="63" y="108"/>
                  </a:cubicBezTo>
                  <a:cubicBezTo>
                    <a:pt x="108" y="108"/>
                    <a:pt x="108" y="108"/>
                    <a:pt x="108" y="108"/>
                  </a:cubicBezTo>
                  <a:cubicBezTo>
                    <a:pt x="108" y="102"/>
                    <a:pt x="108" y="102"/>
                    <a:pt x="108" y="102"/>
                  </a:cubicBezTo>
                  <a:cubicBezTo>
                    <a:pt x="68" y="102"/>
                    <a:pt x="68" y="102"/>
                    <a:pt x="68" y="102"/>
                  </a:cubicBezTo>
                  <a:cubicBezTo>
                    <a:pt x="74" y="96"/>
                    <a:pt x="74" y="96"/>
                    <a:pt x="74" y="96"/>
                  </a:cubicBezTo>
                  <a:cubicBezTo>
                    <a:pt x="108" y="96"/>
                    <a:pt x="108" y="96"/>
                    <a:pt x="108" y="96"/>
                  </a:cubicBezTo>
                  <a:cubicBezTo>
                    <a:pt x="108" y="91"/>
                    <a:pt x="108" y="91"/>
                    <a:pt x="108" y="91"/>
                  </a:cubicBezTo>
                  <a:cubicBezTo>
                    <a:pt x="72" y="91"/>
                    <a:pt x="72" y="91"/>
                    <a:pt x="72" y="91"/>
                  </a:cubicBezTo>
                  <a:cubicBezTo>
                    <a:pt x="67" y="85"/>
                    <a:pt x="67" y="85"/>
                    <a:pt x="67" y="85"/>
                  </a:cubicBezTo>
                  <a:cubicBezTo>
                    <a:pt x="108" y="85"/>
                    <a:pt x="108" y="85"/>
                    <a:pt x="108" y="85"/>
                  </a:cubicBezTo>
                  <a:cubicBezTo>
                    <a:pt x="108" y="80"/>
                    <a:pt x="108" y="80"/>
                    <a:pt x="108" y="80"/>
                  </a:cubicBezTo>
                  <a:cubicBezTo>
                    <a:pt x="61" y="80"/>
                    <a:pt x="61" y="80"/>
                    <a:pt x="61" y="80"/>
                  </a:cubicBezTo>
                  <a:cubicBezTo>
                    <a:pt x="56" y="74"/>
                    <a:pt x="56" y="74"/>
                    <a:pt x="56" y="74"/>
                  </a:cubicBezTo>
                  <a:cubicBezTo>
                    <a:pt x="108" y="74"/>
                    <a:pt x="108" y="74"/>
                    <a:pt x="108" y="74"/>
                  </a:cubicBezTo>
                  <a:cubicBezTo>
                    <a:pt x="108" y="69"/>
                    <a:pt x="108" y="69"/>
                    <a:pt x="108" y="69"/>
                  </a:cubicBezTo>
                  <a:cubicBezTo>
                    <a:pt x="89" y="69"/>
                    <a:pt x="89" y="69"/>
                    <a:pt x="89" y="69"/>
                  </a:cubicBezTo>
                  <a:cubicBezTo>
                    <a:pt x="89" y="63"/>
                    <a:pt x="89" y="63"/>
                    <a:pt x="89" y="63"/>
                  </a:cubicBezTo>
                  <a:cubicBezTo>
                    <a:pt x="108" y="63"/>
                    <a:pt x="108" y="63"/>
                    <a:pt x="108" y="63"/>
                  </a:cubicBezTo>
                  <a:cubicBezTo>
                    <a:pt x="108" y="57"/>
                    <a:pt x="108" y="57"/>
                    <a:pt x="108" y="57"/>
                  </a:cubicBezTo>
                  <a:cubicBezTo>
                    <a:pt x="89" y="57"/>
                    <a:pt x="89" y="57"/>
                    <a:pt x="89" y="57"/>
                  </a:cubicBezTo>
                  <a:cubicBezTo>
                    <a:pt x="89" y="56"/>
                    <a:pt x="89" y="56"/>
                    <a:pt x="89" y="56"/>
                  </a:cubicBezTo>
                  <a:cubicBezTo>
                    <a:pt x="112" y="56"/>
                    <a:pt x="112" y="56"/>
                    <a:pt x="112" y="56"/>
                  </a:cubicBezTo>
                  <a:lnTo>
                    <a:pt x="112" y="132"/>
                  </a:lnTo>
                  <a:close/>
                  <a:moveTo>
                    <a:pt x="132" y="61"/>
                  </a:moveTo>
                  <a:cubicBezTo>
                    <a:pt x="130" y="59"/>
                    <a:pt x="128" y="56"/>
                    <a:pt x="125" y="55"/>
                  </a:cubicBezTo>
                  <a:cubicBezTo>
                    <a:pt x="122" y="54"/>
                    <a:pt x="119" y="53"/>
                    <a:pt x="116" y="53"/>
                  </a:cubicBezTo>
                  <a:cubicBezTo>
                    <a:pt x="86" y="53"/>
                    <a:pt x="86" y="53"/>
                    <a:pt x="86" y="53"/>
                  </a:cubicBezTo>
                  <a:cubicBezTo>
                    <a:pt x="86" y="63"/>
                    <a:pt x="86" y="63"/>
                    <a:pt x="86" y="63"/>
                  </a:cubicBezTo>
                  <a:cubicBezTo>
                    <a:pt x="64" y="39"/>
                    <a:pt x="64" y="39"/>
                    <a:pt x="64" y="39"/>
                  </a:cubicBezTo>
                  <a:cubicBezTo>
                    <a:pt x="86" y="16"/>
                    <a:pt x="86" y="16"/>
                    <a:pt x="86" y="16"/>
                  </a:cubicBezTo>
                  <a:cubicBezTo>
                    <a:pt x="86" y="26"/>
                    <a:pt x="86" y="26"/>
                    <a:pt x="86" y="26"/>
                  </a:cubicBezTo>
                  <a:cubicBezTo>
                    <a:pt x="116" y="26"/>
                    <a:pt x="116" y="26"/>
                    <a:pt x="116" y="26"/>
                  </a:cubicBezTo>
                  <a:cubicBezTo>
                    <a:pt x="125" y="26"/>
                    <a:pt x="132" y="33"/>
                    <a:pt x="132" y="41"/>
                  </a:cubicBezTo>
                  <a:lnTo>
                    <a:pt x="132" y="6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 name="组合 44"/>
          <p:cNvGrpSpPr>
            <a:grpSpLocks/>
          </p:cNvGrpSpPr>
          <p:nvPr/>
        </p:nvGrpSpPr>
        <p:grpSpPr bwMode="auto">
          <a:xfrm>
            <a:off x="7179428" y="3768681"/>
            <a:ext cx="1408023" cy="1294175"/>
            <a:chOff x="4761088" y="3256171"/>
            <a:chExt cx="1334912" cy="1226442"/>
          </a:xfrm>
        </p:grpSpPr>
        <p:sp>
          <p:nvSpPr>
            <p:cNvPr id="46" name="Freeform 9"/>
            <p:cNvSpPr>
              <a:spLocks/>
            </p:cNvSpPr>
            <p:nvPr/>
          </p:nvSpPr>
          <p:spPr bwMode="auto">
            <a:xfrm>
              <a:off x="4761088" y="3256171"/>
              <a:ext cx="506346" cy="1059849"/>
            </a:xfrm>
            <a:custGeom>
              <a:avLst/>
              <a:gdLst>
                <a:gd name="T0" fmla="*/ 66 w 134"/>
                <a:gd name="T1" fmla="*/ 7 h 280"/>
                <a:gd name="T2" fmla="*/ 0 w 134"/>
                <a:gd name="T3" fmla="*/ 247 h 280"/>
                <a:gd name="T4" fmla="*/ 44 w 134"/>
                <a:gd name="T5" fmla="*/ 280 h 280"/>
                <a:gd name="T6" fmla="*/ 121 w 134"/>
                <a:gd name="T7" fmla="*/ 0 h 280"/>
                <a:gd name="T8" fmla="*/ 66 w 134"/>
                <a:gd name="T9" fmla="*/ 7 h 280"/>
              </a:gdLst>
              <a:ahLst/>
              <a:cxnLst>
                <a:cxn ang="0">
                  <a:pos x="T0" y="T1"/>
                </a:cxn>
                <a:cxn ang="0">
                  <a:pos x="T2" y="T3"/>
                </a:cxn>
                <a:cxn ang="0">
                  <a:pos x="T4" y="T5"/>
                </a:cxn>
                <a:cxn ang="0">
                  <a:pos x="T6" y="T7"/>
                </a:cxn>
                <a:cxn ang="0">
                  <a:pos x="T8" y="T9"/>
                </a:cxn>
              </a:cxnLst>
              <a:rect l="0" t="0" r="r" b="b"/>
              <a:pathLst>
                <a:path w="134" h="280">
                  <a:moveTo>
                    <a:pt x="66" y="7"/>
                  </a:moveTo>
                  <a:cubicBezTo>
                    <a:pt x="77" y="96"/>
                    <a:pt x="51" y="181"/>
                    <a:pt x="0" y="247"/>
                  </a:cubicBezTo>
                  <a:cubicBezTo>
                    <a:pt x="44" y="280"/>
                    <a:pt x="44" y="280"/>
                    <a:pt x="44" y="280"/>
                  </a:cubicBezTo>
                  <a:cubicBezTo>
                    <a:pt x="104" y="204"/>
                    <a:pt x="134" y="104"/>
                    <a:pt x="121" y="0"/>
                  </a:cubicBezTo>
                  <a:lnTo>
                    <a:pt x="66" y="7"/>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47" name="Freeform 18"/>
            <p:cNvSpPr>
              <a:spLocks/>
            </p:cNvSpPr>
            <p:nvPr/>
          </p:nvSpPr>
          <p:spPr bwMode="auto">
            <a:xfrm>
              <a:off x="4988071" y="3422764"/>
              <a:ext cx="1058722" cy="961480"/>
            </a:xfrm>
            <a:custGeom>
              <a:avLst/>
              <a:gdLst>
                <a:gd name="T0" fmla="*/ 155 w 280"/>
                <a:gd name="T1" fmla="*/ 252 h 254"/>
                <a:gd name="T2" fmla="*/ 107 w 280"/>
                <a:gd name="T3" fmla="*/ 248 h 254"/>
                <a:gd name="T4" fmla="*/ 19 w 280"/>
                <a:gd name="T5" fmla="*/ 94 h 254"/>
                <a:gd name="T6" fmla="*/ 125 w 280"/>
                <a:gd name="T7" fmla="*/ 2 h 254"/>
                <a:gd name="T8" fmla="*/ 174 w 280"/>
                <a:gd name="T9" fmla="*/ 6 h 254"/>
                <a:gd name="T10" fmla="*/ 262 w 280"/>
                <a:gd name="T11" fmla="*/ 160 h 254"/>
                <a:gd name="T12" fmla="*/ 156 w 280"/>
                <a:gd name="T13" fmla="*/ 252 h 254"/>
                <a:gd name="T14" fmla="*/ 155 w 280"/>
                <a:gd name="T15" fmla="*/ 252 h 2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54">
                  <a:moveTo>
                    <a:pt x="155" y="252"/>
                  </a:moveTo>
                  <a:cubicBezTo>
                    <a:pt x="139" y="254"/>
                    <a:pt x="123" y="253"/>
                    <a:pt x="107" y="248"/>
                  </a:cubicBezTo>
                  <a:cubicBezTo>
                    <a:pt x="40" y="230"/>
                    <a:pt x="0" y="161"/>
                    <a:pt x="19" y="94"/>
                  </a:cubicBezTo>
                  <a:cubicBezTo>
                    <a:pt x="32" y="44"/>
                    <a:pt x="74" y="8"/>
                    <a:pt x="125" y="2"/>
                  </a:cubicBezTo>
                  <a:cubicBezTo>
                    <a:pt x="141" y="0"/>
                    <a:pt x="158" y="1"/>
                    <a:pt x="174" y="6"/>
                  </a:cubicBezTo>
                  <a:cubicBezTo>
                    <a:pt x="240" y="24"/>
                    <a:pt x="280" y="94"/>
                    <a:pt x="262" y="160"/>
                  </a:cubicBezTo>
                  <a:cubicBezTo>
                    <a:pt x="248" y="210"/>
                    <a:pt x="206" y="246"/>
                    <a:pt x="156" y="252"/>
                  </a:cubicBezTo>
                  <a:cubicBezTo>
                    <a:pt x="156" y="252"/>
                    <a:pt x="156" y="252"/>
                    <a:pt x="155" y="252"/>
                  </a:cubicBez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48" name="Freeform 32"/>
            <p:cNvSpPr>
              <a:spLocks/>
            </p:cNvSpPr>
            <p:nvPr/>
          </p:nvSpPr>
          <p:spPr bwMode="auto">
            <a:xfrm>
              <a:off x="4942039" y="3329155"/>
              <a:ext cx="1153961" cy="1153458"/>
            </a:xfrm>
            <a:custGeom>
              <a:avLst/>
              <a:gdLst>
                <a:gd name="T0" fmla="*/ 20 w 305"/>
                <a:gd name="T1" fmla="*/ 116 h 305"/>
                <a:gd name="T2" fmla="*/ 116 w 305"/>
                <a:gd name="T3" fmla="*/ 284 h 305"/>
                <a:gd name="T4" fmla="*/ 284 w 305"/>
                <a:gd name="T5" fmla="*/ 188 h 305"/>
                <a:gd name="T6" fmla="*/ 189 w 305"/>
                <a:gd name="T7" fmla="*/ 20 h 305"/>
                <a:gd name="T8" fmla="*/ 20 w 305"/>
                <a:gd name="T9" fmla="*/ 116 h 305"/>
              </a:gdLst>
              <a:ahLst/>
              <a:cxnLst>
                <a:cxn ang="0">
                  <a:pos x="T0" y="T1"/>
                </a:cxn>
                <a:cxn ang="0">
                  <a:pos x="T2" y="T3"/>
                </a:cxn>
                <a:cxn ang="0">
                  <a:pos x="T4" y="T5"/>
                </a:cxn>
                <a:cxn ang="0">
                  <a:pos x="T6" y="T7"/>
                </a:cxn>
                <a:cxn ang="0">
                  <a:pos x="T8" y="T9"/>
                </a:cxn>
              </a:cxnLst>
              <a:rect l="0" t="0" r="r" b="b"/>
              <a:pathLst>
                <a:path w="305" h="305">
                  <a:moveTo>
                    <a:pt x="20" y="116"/>
                  </a:moveTo>
                  <a:cubicBezTo>
                    <a:pt x="0" y="189"/>
                    <a:pt x="43" y="264"/>
                    <a:pt x="116" y="284"/>
                  </a:cubicBezTo>
                  <a:cubicBezTo>
                    <a:pt x="189" y="305"/>
                    <a:pt x="264" y="261"/>
                    <a:pt x="284" y="188"/>
                  </a:cubicBezTo>
                  <a:cubicBezTo>
                    <a:pt x="305" y="115"/>
                    <a:pt x="262" y="40"/>
                    <a:pt x="189" y="20"/>
                  </a:cubicBezTo>
                  <a:cubicBezTo>
                    <a:pt x="116" y="0"/>
                    <a:pt x="40" y="43"/>
                    <a:pt x="20" y="116"/>
                  </a:cubicBez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49" name="Freeform 33"/>
            <p:cNvSpPr>
              <a:spLocks/>
            </p:cNvSpPr>
            <p:nvPr/>
          </p:nvSpPr>
          <p:spPr bwMode="auto">
            <a:xfrm>
              <a:off x="4988071" y="3422764"/>
              <a:ext cx="1020627" cy="961480"/>
            </a:xfrm>
            <a:custGeom>
              <a:avLst/>
              <a:gdLst>
                <a:gd name="T0" fmla="*/ 156 w 270"/>
                <a:gd name="T1" fmla="*/ 252 h 254"/>
                <a:gd name="T2" fmla="*/ 107 w 270"/>
                <a:gd name="T3" fmla="*/ 248 h 254"/>
                <a:gd name="T4" fmla="*/ 19 w 270"/>
                <a:gd name="T5" fmla="*/ 94 h 254"/>
                <a:gd name="T6" fmla="*/ 125 w 270"/>
                <a:gd name="T7" fmla="*/ 2 h 254"/>
                <a:gd name="T8" fmla="*/ 174 w 270"/>
                <a:gd name="T9" fmla="*/ 6 h 254"/>
                <a:gd name="T10" fmla="*/ 250 w 270"/>
                <a:gd name="T11" fmla="*/ 65 h 254"/>
                <a:gd name="T12" fmla="*/ 262 w 270"/>
                <a:gd name="T13" fmla="*/ 160 h 254"/>
                <a:gd name="T14" fmla="*/ 156 w 270"/>
                <a:gd name="T15" fmla="*/ 252 h 254"/>
                <a:gd name="T16" fmla="*/ 156 w 270"/>
                <a:gd name="T17" fmla="*/ 25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254">
                  <a:moveTo>
                    <a:pt x="156" y="252"/>
                  </a:moveTo>
                  <a:cubicBezTo>
                    <a:pt x="139" y="254"/>
                    <a:pt x="123" y="253"/>
                    <a:pt x="107" y="248"/>
                  </a:cubicBezTo>
                  <a:cubicBezTo>
                    <a:pt x="40" y="230"/>
                    <a:pt x="0" y="161"/>
                    <a:pt x="19" y="94"/>
                  </a:cubicBezTo>
                  <a:cubicBezTo>
                    <a:pt x="32" y="44"/>
                    <a:pt x="74" y="8"/>
                    <a:pt x="125" y="2"/>
                  </a:cubicBezTo>
                  <a:cubicBezTo>
                    <a:pt x="141" y="0"/>
                    <a:pt x="158" y="1"/>
                    <a:pt x="174" y="6"/>
                  </a:cubicBezTo>
                  <a:cubicBezTo>
                    <a:pt x="206" y="15"/>
                    <a:pt x="233" y="36"/>
                    <a:pt x="250" y="65"/>
                  </a:cubicBezTo>
                  <a:cubicBezTo>
                    <a:pt x="266" y="94"/>
                    <a:pt x="270" y="128"/>
                    <a:pt x="262" y="160"/>
                  </a:cubicBezTo>
                  <a:cubicBezTo>
                    <a:pt x="248" y="210"/>
                    <a:pt x="206" y="246"/>
                    <a:pt x="156" y="252"/>
                  </a:cubicBezTo>
                  <a:cubicBezTo>
                    <a:pt x="156" y="252"/>
                    <a:pt x="156" y="252"/>
                    <a:pt x="156" y="252"/>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0" name="Freeform 46"/>
            <p:cNvSpPr>
              <a:spLocks noEditPoints="1"/>
            </p:cNvSpPr>
            <p:nvPr/>
          </p:nvSpPr>
          <p:spPr bwMode="auto">
            <a:xfrm>
              <a:off x="5302355" y="3665514"/>
              <a:ext cx="506345" cy="350638"/>
            </a:xfrm>
            <a:custGeom>
              <a:avLst/>
              <a:gdLst>
                <a:gd name="T0" fmla="*/ 129 w 134"/>
                <a:gd name="T1" fmla="*/ 0 h 93"/>
                <a:gd name="T2" fmla="*/ 5 w 134"/>
                <a:gd name="T3" fmla="*/ 0 h 93"/>
                <a:gd name="T4" fmla="*/ 0 w 134"/>
                <a:gd name="T5" fmla="*/ 5 h 93"/>
                <a:gd name="T6" fmla="*/ 0 w 134"/>
                <a:gd name="T7" fmla="*/ 74 h 93"/>
                <a:gd name="T8" fmla="*/ 5 w 134"/>
                <a:gd name="T9" fmla="*/ 79 h 93"/>
                <a:gd name="T10" fmla="*/ 52 w 134"/>
                <a:gd name="T11" fmla="*/ 79 h 93"/>
                <a:gd name="T12" fmla="*/ 52 w 134"/>
                <a:gd name="T13" fmla="*/ 86 h 93"/>
                <a:gd name="T14" fmla="*/ 42 w 134"/>
                <a:gd name="T15" fmla="*/ 86 h 93"/>
                <a:gd name="T16" fmla="*/ 42 w 134"/>
                <a:gd name="T17" fmla="*/ 93 h 93"/>
                <a:gd name="T18" fmla="*/ 92 w 134"/>
                <a:gd name="T19" fmla="*/ 93 h 93"/>
                <a:gd name="T20" fmla="*/ 92 w 134"/>
                <a:gd name="T21" fmla="*/ 86 h 93"/>
                <a:gd name="T22" fmla="*/ 83 w 134"/>
                <a:gd name="T23" fmla="*/ 86 h 93"/>
                <a:gd name="T24" fmla="*/ 83 w 134"/>
                <a:gd name="T25" fmla="*/ 79 h 93"/>
                <a:gd name="T26" fmla="*/ 129 w 134"/>
                <a:gd name="T27" fmla="*/ 79 h 93"/>
                <a:gd name="T28" fmla="*/ 134 w 134"/>
                <a:gd name="T29" fmla="*/ 74 h 93"/>
                <a:gd name="T30" fmla="*/ 134 w 134"/>
                <a:gd name="T31" fmla="*/ 5 h 93"/>
                <a:gd name="T32" fmla="*/ 129 w 134"/>
                <a:gd name="T33" fmla="*/ 0 h 93"/>
                <a:gd name="T34" fmla="*/ 80 w 134"/>
                <a:gd name="T35" fmla="*/ 86 h 93"/>
                <a:gd name="T36" fmla="*/ 55 w 134"/>
                <a:gd name="T37" fmla="*/ 86 h 93"/>
                <a:gd name="T38" fmla="*/ 55 w 134"/>
                <a:gd name="T39" fmla="*/ 79 h 93"/>
                <a:gd name="T40" fmla="*/ 80 w 134"/>
                <a:gd name="T41" fmla="*/ 79 h 93"/>
                <a:gd name="T42" fmla="*/ 80 w 134"/>
                <a:gd name="T43" fmla="*/ 86 h 93"/>
                <a:gd name="T44" fmla="*/ 127 w 134"/>
                <a:gd name="T45" fmla="*/ 8 h 93"/>
                <a:gd name="T46" fmla="*/ 127 w 134"/>
                <a:gd name="T47" fmla="*/ 71 h 93"/>
                <a:gd name="T48" fmla="*/ 8 w 134"/>
                <a:gd name="T49" fmla="*/ 71 h 93"/>
                <a:gd name="T50" fmla="*/ 8 w 134"/>
                <a:gd name="T51" fmla="*/ 8 h 93"/>
                <a:gd name="T52" fmla="*/ 127 w 134"/>
                <a:gd name="T53" fmla="*/ 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 h="93">
                  <a:moveTo>
                    <a:pt x="129" y="0"/>
                  </a:moveTo>
                  <a:cubicBezTo>
                    <a:pt x="5" y="0"/>
                    <a:pt x="5" y="0"/>
                    <a:pt x="5" y="0"/>
                  </a:cubicBezTo>
                  <a:cubicBezTo>
                    <a:pt x="2" y="0"/>
                    <a:pt x="0" y="3"/>
                    <a:pt x="0" y="5"/>
                  </a:cubicBezTo>
                  <a:cubicBezTo>
                    <a:pt x="0" y="74"/>
                    <a:pt x="0" y="74"/>
                    <a:pt x="0" y="74"/>
                  </a:cubicBezTo>
                  <a:cubicBezTo>
                    <a:pt x="0" y="77"/>
                    <a:pt x="2" y="79"/>
                    <a:pt x="5" y="79"/>
                  </a:cubicBezTo>
                  <a:cubicBezTo>
                    <a:pt x="52" y="79"/>
                    <a:pt x="52" y="79"/>
                    <a:pt x="52" y="79"/>
                  </a:cubicBezTo>
                  <a:cubicBezTo>
                    <a:pt x="52" y="86"/>
                    <a:pt x="52" y="86"/>
                    <a:pt x="52" y="86"/>
                  </a:cubicBezTo>
                  <a:cubicBezTo>
                    <a:pt x="42" y="86"/>
                    <a:pt x="42" y="86"/>
                    <a:pt x="42" y="86"/>
                  </a:cubicBezTo>
                  <a:cubicBezTo>
                    <a:pt x="42" y="93"/>
                    <a:pt x="42" y="93"/>
                    <a:pt x="42" y="93"/>
                  </a:cubicBezTo>
                  <a:cubicBezTo>
                    <a:pt x="92" y="93"/>
                    <a:pt x="92" y="93"/>
                    <a:pt x="92" y="93"/>
                  </a:cubicBezTo>
                  <a:cubicBezTo>
                    <a:pt x="92" y="86"/>
                    <a:pt x="92" y="86"/>
                    <a:pt x="92" y="86"/>
                  </a:cubicBezTo>
                  <a:cubicBezTo>
                    <a:pt x="83" y="86"/>
                    <a:pt x="83" y="86"/>
                    <a:pt x="83" y="86"/>
                  </a:cubicBezTo>
                  <a:cubicBezTo>
                    <a:pt x="83" y="79"/>
                    <a:pt x="83" y="79"/>
                    <a:pt x="83" y="79"/>
                  </a:cubicBezTo>
                  <a:cubicBezTo>
                    <a:pt x="129" y="79"/>
                    <a:pt x="129" y="79"/>
                    <a:pt x="129" y="79"/>
                  </a:cubicBezTo>
                  <a:cubicBezTo>
                    <a:pt x="132" y="79"/>
                    <a:pt x="134" y="77"/>
                    <a:pt x="134" y="74"/>
                  </a:cubicBezTo>
                  <a:cubicBezTo>
                    <a:pt x="134" y="5"/>
                    <a:pt x="134" y="5"/>
                    <a:pt x="134" y="5"/>
                  </a:cubicBezTo>
                  <a:cubicBezTo>
                    <a:pt x="134" y="3"/>
                    <a:pt x="132" y="0"/>
                    <a:pt x="129" y="0"/>
                  </a:cubicBezTo>
                  <a:close/>
                  <a:moveTo>
                    <a:pt x="80" y="86"/>
                  </a:moveTo>
                  <a:cubicBezTo>
                    <a:pt x="55" y="86"/>
                    <a:pt x="55" y="86"/>
                    <a:pt x="55" y="86"/>
                  </a:cubicBezTo>
                  <a:cubicBezTo>
                    <a:pt x="55" y="79"/>
                    <a:pt x="55" y="79"/>
                    <a:pt x="55" y="79"/>
                  </a:cubicBezTo>
                  <a:cubicBezTo>
                    <a:pt x="80" y="79"/>
                    <a:pt x="80" y="79"/>
                    <a:pt x="80" y="79"/>
                  </a:cubicBezTo>
                  <a:lnTo>
                    <a:pt x="80" y="86"/>
                  </a:lnTo>
                  <a:close/>
                  <a:moveTo>
                    <a:pt x="127" y="8"/>
                  </a:moveTo>
                  <a:cubicBezTo>
                    <a:pt x="127" y="71"/>
                    <a:pt x="127" y="71"/>
                    <a:pt x="127" y="71"/>
                  </a:cubicBezTo>
                  <a:cubicBezTo>
                    <a:pt x="8" y="71"/>
                    <a:pt x="8" y="71"/>
                    <a:pt x="8" y="71"/>
                  </a:cubicBezTo>
                  <a:cubicBezTo>
                    <a:pt x="8" y="8"/>
                    <a:pt x="8" y="8"/>
                    <a:pt x="8" y="8"/>
                  </a:cubicBezTo>
                  <a:lnTo>
                    <a:pt x="127" y="8"/>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1" name="Freeform 47"/>
            <p:cNvSpPr>
              <a:spLocks noEditPoints="1"/>
            </p:cNvSpPr>
            <p:nvPr/>
          </p:nvSpPr>
          <p:spPr bwMode="auto">
            <a:xfrm>
              <a:off x="5357909" y="3714698"/>
              <a:ext cx="95237" cy="207845"/>
            </a:xfrm>
            <a:custGeom>
              <a:avLst/>
              <a:gdLst>
                <a:gd name="T0" fmla="*/ 25 w 25"/>
                <a:gd name="T1" fmla="*/ 47 h 55"/>
                <a:gd name="T2" fmla="*/ 25 w 25"/>
                <a:gd name="T3" fmla="*/ 36 h 55"/>
                <a:gd name="T4" fmla="*/ 25 w 25"/>
                <a:gd name="T5" fmla="*/ 24 h 55"/>
                <a:gd name="T6" fmla="*/ 25 w 25"/>
                <a:gd name="T7" fmla="*/ 13 h 55"/>
                <a:gd name="T8" fmla="*/ 13 w 25"/>
                <a:gd name="T9" fmla="*/ 0 h 55"/>
                <a:gd name="T10" fmla="*/ 0 w 25"/>
                <a:gd name="T11" fmla="*/ 13 h 55"/>
                <a:gd name="T12" fmla="*/ 0 w 25"/>
                <a:gd name="T13" fmla="*/ 24 h 55"/>
                <a:gd name="T14" fmla="*/ 0 w 25"/>
                <a:gd name="T15" fmla="*/ 36 h 55"/>
                <a:gd name="T16" fmla="*/ 0 w 25"/>
                <a:gd name="T17" fmla="*/ 47 h 55"/>
                <a:gd name="T18" fmla="*/ 22 w 25"/>
                <a:gd name="T19" fmla="*/ 46 h 55"/>
                <a:gd name="T20" fmla="*/ 13 w 25"/>
                <a:gd name="T21" fmla="*/ 52 h 55"/>
                <a:gd name="T22" fmla="*/ 3 w 25"/>
                <a:gd name="T23" fmla="*/ 46 h 55"/>
                <a:gd name="T24" fmla="*/ 4 w 25"/>
                <a:gd name="T25" fmla="*/ 47 h 55"/>
                <a:gd name="T26" fmla="*/ 6 w 25"/>
                <a:gd name="T27" fmla="*/ 48 h 55"/>
                <a:gd name="T28" fmla="*/ 7 w 25"/>
                <a:gd name="T29" fmla="*/ 48 h 55"/>
                <a:gd name="T30" fmla="*/ 9 w 25"/>
                <a:gd name="T31" fmla="*/ 49 h 55"/>
                <a:gd name="T32" fmla="*/ 10 w 25"/>
                <a:gd name="T33" fmla="*/ 49 h 55"/>
                <a:gd name="T34" fmla="*/ 11 w 25"/>
                <a:gd name="T35" fmla="*/ 49 h 55"/>
                <a:gd name="T36" fmla="*/ 14 w 25"/>
                <a:gd name="T37" fmla="*/ 49 h 55"/>
                <a:gd name="T38" fmla="*/ 16 w 25"/>
                <a:gd name="T39" fmla="*/ 49 h 55"/>
                <a:gd name="T40" fmla="*/ 17 w 25"/>
                <a:gd name="T41" fmla="*/ 49 h 55"/>
                <a:gd name="T42" fmla="*/ 19 w 25"/>
                <a:gd name="T43" fmla="*/ 48 h 55"/>
                <a:gd name="T44" fmla="*/ 20 w 25"/>
                <a:gd name="T45" fmla="*/ 48 h 55"/>
                <a:gd name="T46" fmla="*/ 21 w 25"/>
                <a:gd name="T47" fmla="*/ 47 h 55"/>
                <a:gd name="T48" fmla="*/ 22 w 25"/>
                <a:gd name="T49" fmla="*/ 46 h 55"/>
                <a:gd name="T50" fmla="*/ 13 w 25"/>
                <a:gd name="T51" fmla="*/ 10 h 55"/>
                <a:gd name="T52" fmla="*/ 5 w 25"/>
                <a:gd name="T53" fmla="*/ 7 h 55"/>
                <a:gd name="T54" fmla="*/ 21 w 25"/>
                <a:gd name="T55" fmla="*/ 7 h 55"/>
                <a:gd name="T56" fmla="*/ 3 w 25"/>
                <a:gd name="T57" fmla="*/ 12 h 55"/>
                <a:gd name="T58" fmla="*/ 22 w 25"/>
                <a:gd name="T59" fmla="*/ 12 h 55"/>
                <a:gd name="T60" fmla="*/ 21 w 25"/>
                <a:gd name="T61" fmla="*/ 15 h 55"/>
                <a:gd name="T62" fmla="*/ 4 w 25"/>
                <a:gd name="T63" fmla="*/ 15 h 55"/>
                <a:gd name="T64" fmla="*/ 3 w 25"/>
                <a:gd name="T65" fmla="*/ 12 h 55"/>
                <a:gd name="T66" fmla="*/ 13 w 25"/>
                <a:gd name="T67" fmla="*/ 20 h 55"/>
                <a:gd name="T68" fmla="*/ 22 w 25"/>
                <a:gd name="T69" fmla="*/ 19 h 55"/>
                <a:gd name="T70" fmla="*/ 13 w 25"/>
                <a:gd name="T71" fmla="*/ 23 h 55"/>
                <a:gd name="T72" fmla="*/ 3 w 25"/>
                <a:gd name="T73" fmla="*/ 19 h 55"/>
                <a:gd name="T74" fmla="*/ 3 w 25"/>
                <a:gd name="T75" fmla="*/ 23 h 55"/>
                <a:gd name="T76" fmla="*/ 22 w 25"/>
                <a:gd name="T77" fmla="*/ 23 h 55"/>
                <a:gd name="T78" fmla="*/ 21 w 25"/>
                <a:gd name="T79" fmla="*/ 26 h 55"/>
                <a:gd name="T80" fmla="*/ 4 w 25"/>
                <a:gd name="T81" fmla="*/ 26 h 55"/>
                <a:gd name="T82" fmla="*/ 3 w 25"/>
                <a:gd name="T83" fmla="*/ 23 h 55"/>
                <a:gd name="T84" fmla="*/ 13 w 25"/>
                <a:gd name="T85" fmla="*/ 32 h 55"/>
                <a:gd name="T86" fmla="*/ 22 w 25"/>
                <a:gd name="T87" fmla="*/ 30 h 55"/>
                <a:gd name="T88" fmla="*/ 13 w 25"/>
                <a:gd name="T89" fmla="*/ 34 h 55"/>
                <a:gd name="T90" fmla="*/ 3 w 25"/>
                <a:gd name="T91" fmla="*/ 30 h 55"/>
                <a:gd name="T92" fmla="*/ 3 w 25"/>
                <a:gd name="T93" fmla="*/ 35 h 55"/>
                <a:gd name="T94" fmla="*/ 22 w 25"/>
                <a:gd name="T95" fmla="*/ 35 h 55"/>
                <a:gd name="T96" fmla="*/ 21 w 25"/>
                <a:gd name="T97" fmla="*/ 38 h 55"/>
                <a:gd name="T98" fmla="*/ 10 w 25"/>
                <a:gd name="T99" fmla="*/ 40 h 55"/>
                <a:gd name="T100" fmla="*/ 3 w 25"/>
                <a:gd name="T101" fmla="*/ 36 h 55"/>
                <a:gd name="T102" fmla="*/ 3 w 25"/>
                <a:gd name="T103" fmla="*/ 41 h 55"/>
                <a:gd name="T104" fmla="*/ 22 w 25"/>
                <a:gd name="T105" fmla="*/ 41 h 55"/>
                <a:gd name="T106" fmla="*/ 21 w 25"/>
                <a:gd name="T107" fmla="*/ 43 h 55"/>
                <a:gd name="T108" fmla="*/ 4 w 25"/>
                <a:gd name="T109" fmla="*/ 43 h 55"/>
                <a:gd name="T110" fmla="*/ 3 w 25"/>
                <a:gd name="T11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55">
                  <a:moveTo>
                    <a:pt x="13" y="55"/>
                  </a:moveTo>
                  <a:cubicBezTo>
                    <a:pt x="20" y="55"/>
                    <a:pt x="25" y="52"/>
                    <a:pt x="25" y="47"/>
                  </a:cubicBezTo>
                  <a:cubicBezTo>
                    <a:pt x="25" y="42"/>
                    <a:pt x="25" y="42"/>
                    <a:pt x="25" y="42"/>
                  </a:cubicBezTo>
                  <a:cubicBezTo>
                    <a:pt x="25" y="36"/>
                    <a:pt x="25" y="36"/>
                    <a:pt x="25" y="36"/>
                  </a:cubicBezTo>
                  <a:cubicBezTo>
                    <a:pt x="25" y="30"/>
                    <a:pt x="25" y="30"/>
                    <a:pt x="25" y="30"/>
                  </a:cubicBezTo>
                  <a:cubicBezTo>
                    <a:pt x="25" y="24"/>
                    <a:pt x="25" y="24"/>
                    <a:pt x="25" y="24"/>
                  </a:cubicBezTo>
                  <a:cubicBezTo>
                    <a:pt x="25" y="19"/>
                    <a:pt x="25" y="19"/>
                    <a:pt x="25" y="19"/>
                  </a:cubicBezTo>
                  <a:cubicBezTo>
                    <a:pt x="25" y="13"/>
                    <a:pt x="25" y="13"/>
                    <a:pt x="25" y="13"/>
                  </a:cubicBezTo>
                  <a:cubicBezTo>
                    <a:pt x="25" y="7"/>
                    <a:pt x="25" y="7"/>
                    <a:pt x="25" y="7"/>
                  </a:cubicBezTo>
                  <a:cubicBezTo>
                    <a:pt x="25" y="3"/>
                    <a:pt x="20" y="0"/>
                    <a:pt x="13" y="0"/>
                  </a:cubicBezTo>
                  <a:cubicBezTo>
                    <a:pt x="6" y="0"/>
                    <a:pt x="0" y="3"/>
                    <a:pt x="0" y="7"/>
                  </a:cubicBezTo>
                  <a:cubicBezTo>
                    <a:pt x="0" y="13"/>
                    <a:pt x="0" y="13"/>
                    <a:pt x="0" y="13"/>
                  </a:cubicBezTo>
                  <a:cubicBezTo>
                    <a:pt x="0" y="19"/>
                    <a:pt x="0" y="19"/>
                    <a:pt x="0" y="19"/>
                  </a:cubicBezTo>
                  <a:cubicBezTo>
                    <a:pt x="0" y="24"/>
                    <a:pt x="0" y="24"/>
                    <a:pt x="0" y="24"/>
                  </a:cubicBezTo>
                  <a:cubicBezTo>
                    <a:pt x="0" y="30"/>
                    <a:pt x="0" y="30"/>
                    <a:pt x="0" y="30"/>
                  </a:cubicBezTo>
                  <a:cubicBezTo>
                    <a:pt x="0" y="36"/>
                    <a:pt x="0" y="36"/>
                    <a:pt x="0" y="36"/>
                  </a:cubicBezTo>
                  <a:cubicBezTo>
                    <a:pt x="0" y="42"/>
                    <a:pt x="0" y="42"/>
                    <a:pt x="0" y="42"/>
                  </a:cubicBezTo>
                  <a:cubicBezTo>
                    <a:pt x="0" y="47"/>
                    <a:pt x="0" y="47"/>
                    <a:pt x="0" y="47"/>
                  </a:cubicBezTo>
                  <a:cubicBezTo>
                    <a:pt x="0" y="52"/>
                    <a:pt x="6" y="55"/>
                    <a:pt x="13" y="55"/>
                  </a:cubicBezTo>
                  <a:close/>
                  <a:moveTo>
                    <a:pt x="22" y="46"/>
                  </a:moveTo>
                  <a:cubicBezTo>
                    <a:pt x="22" y="47"/>
                    <a:pt x="22" y="47"/>
                    <a:pt x="22" y="47"/>
                  </a:cubicBezTo>
                  <a:cubicBezTo>
                    <a:pt x="22" y="49"/>
                    <a:pt x="18" y="52"/>
                    <a:pt x="13" y="52"/>
                  </a:cubicBezTo>
                  <a:cubicBezTo>
                    <a:pt x="7" y="52"/>
                    <a:pt x="3" y="49"/>
                    <a:pt x="3" y="47"/>
                  </a:cubicBezTo>
                  <a:cubicBezTo>
                    <a:pt x="3" y="46"/>
                    <a:pt x="3" y="46"/>
                    <a:pt x="3" y="46"/>
                  </a:cubicBezTo>
                  <a:cubicBezTo>
                    <a:pt x="4" y="47"/>
                    <a:pt x="4" y="47"/>
                    <a:pt x="4" y="47"/>
                  </a:cubicBezTo>
                  <a:cubicBezTo>
                    <a:pt x="4" y="47"/>
                    <a:pt x="4" y="47"/>
                    <a:pt x="4" y="47"/>
                  </a:cubicBezTo>
                  <a:cubicBezTo>
                    <a:pt x="5" y="47"/>
                    <a:pt x="5" y="47"/>
                    <a:pt x="6" y="48"/>
                  </a:cubicBezTo>
                  <a:cubicBezTo>
                    <a:pt x="6" y="48"/>
                    <a:pt x="6" y="48"/>
                    <a:pt x="6" y="48"/>
                  </a:cubicBezTo>
                  <a:cubicBezTo>
                    <a:pt x="6" y="48"/>
                    <a:pt x="6" y="48"/>
                    <a:pt x="7" y="48"/>
                  </a:cubicBezTo>
                  <a:cubicBezTo>
                    <a:pt x="7" y="48"/>
                    <a:pt x="7" y="48"/>
                    <a:pt x="7" y="48"/>
                  </a:cubicBezTo>
                  <a:cubicBezTo>
                    <a:pt x="7" y="48"/>
                    <a:pt x="8" y="48"/>
                    <a:pt x="8" y="48"/>
                  </a:cubicBezTo>
                  <a:cubicBezTo>
                    <a:pt x="8" y="48"/>
                    <a:pt x="8" y="48"/>
                    <a:pt x="9" y="49"/>
                  </a:cubicBezTo>
                  <a:cubicBezTo>
                    <a:pt x="9" y="49"/>
                    <a:pt x="9" y="49"/>
                    <a:pt x="9" y="49"/>
                  </a:cubicBezTo>
                  <a:cubicBezTo>
                    <a:pt x="10" y="49"/>
                    <a:pt x="10" y="49"/>
                    <a:pt x="10" y="49"/>
                  </a:cubicBezTo>
                  <a:cubicBezTo>
                    <a:pt x="10" y="49"/>
                    <a:pt x="11" y="49"/>
                    <a:pt x="11" y="49"/>
                  </a:cubicBezTo>
                  <a:cubicBezTo>
                    <a:pt x="11" y="49"/>
                    <a:pt x="11" y="49"/>
                    <a:pt x="11" y="49"/>
                  </a:cubicBezTo>
                  <a:cubicBezTo>
                    <a:pt x="12" y="49"/>
                    <a:pt x="12" y="49"/>
                    <a:pt x="13" y="49"/>
                  </a:cubicBezTo>
                  <a:cubicBezTo>
                    <a:pt x="13" y="49"/>
                    <a:pt x="14" y="49"/>
                    <a:pt x="14" y="49"/>
                  </a:cubicBezTo>
                  <a:cubicBezTo>
                    <a:pt x="15" y="49"/>
                    <a:pt x="15" y="49"/>
                    <a:pt x="15" y="49"/>
                  </a:cubicBezTo>
                  <a:cubicBezTo>
                    <a:pt x="15" y="49"/>
                    <a:pt x="15" y="49"/>
                    <a:pt x="16" y="49"/>
                  </a:cubicBezTo>
                  <a:cubicBezTo>
                    <a:pt x="16" y="49"/>
                    <a:pt x="16" y="49"/>
                    <a:pt x="16" y="49"/>
                  </a:cubicBezTo>
                  <a:cubicBezTo>
                    <a:pt x="17" y="49"/>
                    <a:pt x="17" y="49"/>
                    <a:pt x="17" y="49"/>
                  </a:cubicBezTo>
                  <a:cubicBezTo>
                    <a:pt x="17" y="48"/>
                    <a:pt x="18" y="48"/>
                    <a:pt x="18" y="48"/>
                  </a:cubicBezTo>
                  <a:cubicBezTo>
                    <a:pt x="18" y="48"/>
                    <a:pt x="18" y="48"/>
                    <a:pt x="19" y="48"/>
                  </a:cubicBezTo>
                  <a:cubicBezTo>
                    <a:pt x="19" y="48"/>
                    <a:pt x="19" y="48"/>
                    <a:pt x="19" y="48"/>
                  </a:cubicBezTo>
                  <a:cubicBezTo>
                    <a:pt x="19" y="48"/>
                    <a:pt x="20" y="48"/>
                    <a:pt x="20" y="48"/>
                  </a:cubicBezTo>
                  <a:cubicBezTo>
                    <a:pt x="20" y="48"/>
                    <a:pt x="20" y="48"/>
                    <a:pt x="20" y="48"/>
                  </a:cubicBezTo>
                  <a:cubicBezTo>
                    <a:pt x="21" y="47"/>
                    <a:pt x="21" y="47"/>
                    <a:pt x="21" y="47"/>
                  </a:cubicBezTo>
                  <a:cubicBezTo>
                    <a:pt x="21" y="47"/>
                    <a:pt x="21" y="47"/>
                    <a:pt x="21" y="47"/>
                  </a:cubicBezTo>
                  <a:cubicBezTo>
                    <a:pt x="22" y="47"/>
                    <a:pt x="22" y="47"/>
                    <a:pt x="22" y="46"/>
                  </a:cubicBezTo>
                  <a:close/>
                  <a:moveTo>
                    <a:pt x="20" y="7"/>
                  </a:moveTo>
                  <a:cubicBezTo>
                    <a:pt x="19" y="9"/>
                    <a:pt x="16" y="10"/>
                    <a:pt x="13" y="10"/>
                  </a:cubicBezTo>
                  <a:cubicBezTo>
                    <a:pt x="10" y="10"/>
                    <a:pt x="7" y="9"/>
                    <a:pt x="5" y="7"/>
                  </a:cubicBezTo>
                  <a:cubicBezTo>
                    <a:pt x="5" y="7"/>
                    <a:pt x="5" y="7"/>
                    <a:pt x="5" y="7"/>
                  </a:cubicBezTo>
                  <a:cubicBezTo>
                    <a:pt x="5" y="6"/>
                    <a:pt x="8" y="4"/>
                    <a:pt x="13" y="4"/>
                  </a:cubicBezTo>
                  <a:cubicBezTo>
                    <a:pt x="18" y="4"/>
                    <a:pt x="21" y="6"/>
                    <a:pt x="21" y="7"/>
                  </a:cubicBezTo>
                  <a:cubicBezTo>
                    <a:pt x="21" y="7"/>
                    <a:pt x="21" y="7"/>
                    <a:pt x="20" y="7"/>
                  </a:cubicBezTo>
                  <a:close/>
                  <a:moveTo>
                    <a:pt x="3" y="12"/>
                  </a:moveTo>
                  <a:cubicBezTo>
                    <a:pt x="6" y="13"/>
                    <a:pt x="9" y="14"/>
                    <a:pt x="13" y="14"/>
                  </a:cubicBezTo>
                  <a:cubicBezTo>
                    <a:pt x="17" y="14"/>
                    <a:pt x="20" y="13"/>
                    <a:pt x="22" y="12"/>
                  </a:cubicBezTo>
                  <a:cubicBezTo>
                    <a:pt x="22" y="13"/>
                    <a:pt x="22" y="13"/>
                    <a:pt x="22" y="13"/>
                  </a:cubicBezTo>
                  <a:cubicBezTo>
                    <a:pt x="22" y="14"/>
                    <a:pt x="22" y="14"/>
                    <a:pt x="21" y="15"/>
                  </a:cubicBezTo>
                  <a:cubicBezTo>
                    <a:pt x="20" y="16"/>
                    <a:pt x="16" y="17"/>
                    <a:pt x="13" y="17"/>
                  </a:cubicBezTo>
                  <a:cubicBezTo>
                    <a:pt x="9" y="17"/>
                    <a:pt x="6" y="16"/>
                    <a:pt x="4" y="15"/>
                  </a:cubicBezTo>
                  <a:cubicBezTo>
                    <a:pt x="4" y="14"/>
                    <a:pt x="3" y="14"/>
                    <a:pt x="3" y="13"/>
                  </a:cubicBezTo>
                  <a:lnTo>
                    <a:pt x="3" y="12"/>
                  </a:lnTo>
                  <a:close/>
                  <a:moveTo>
                    <a:pt x="3" y="18"/>
                  </a:moveTo>
                  <a:cubicBezTo>
                    <a:pt x="6" y="19"/>
                    <a:pt x="9" y="20"/>
                    <a:pt x="13" y="20"/>
                  </a:cubicBezTo>
                  <a:cubicBezTo>
                    <a:pt x="17" y="20"/>
                    <a:pt x="20" y="19"/>
                    <a:pt x="22" y="18"/>
                  </a:cubicBezTo>
                  <a:cubicBezTo>
                    <a:pt x="22" y="19"/>
                    <a:pt x="22" y="19"/>
                    <a:pt x="22" y="19"/>
                  </a:cubicBezTo>
                  <a:cubicBezTo>
                    <a:pt x="22" y="19"/>
                    <a:pt x="22" y="20"/>
                    <a:pt x="21" y="20"/>
                  </a:cubicBezTo>
                  <a:cubicBezTo>
                    <a:pt x="20" y="22"/>
                    <a:pt x="16" y="23"/>
                    <a:pt x="13" y="23"/>
                  </a:cubicBezTo>
                  <a:cubicBezTo>
                    <a:pt x="9" y="23"/>
                    <a:pt x="6" y="22"/>
                    <a:pt x="4" y="20"/>
                  </a:cubicBezTo>
                  <a:cubicBezTo>
                    <a:pt x="4" y="20"/>
                    <a:pt x="3" y="19"/>
                    <a:pt x="3" y="19"/>
                  </a:cubicBezTo>
                  <a:lnTo>
                    <a:pt x="3" y="18"/>
                  </a:lnTo>
                  <a:close/>
                  <a:moveTo>
                    <a:pt x="3" y="23"/>
                  </a:moveTo>
                  <a:cubicBezTo>
                    <a:pt x="6" y="25"/>
                    <a:pt x="9" y="26"/>
                    <a:pt x="13" y="26"/>
                  </a:cubicBezTo>
                  <a:cubicBezTo>
                    <a:pt x="17" y="26"/>
                    <a:pt x="20" y="25"/>
                    <a:pt x="22" y="23"/>
                  </a:cubicBezTo>
                  <a:cubicBezTo>
                    <a:pt x="22" y="24"/>
                    <a:pt x="22" y="24"/>
                    <a:pt x="22" y="24"/>
                  </a:cubicBezTo>
                  <a:cubicBezTo>
                    <a:pt x="22" y="25"/>
                    <a:pt x="22" y="26"/>
                    <a:pt x="21" y="26"/>
                  </a:cubicBezTo>
                  <a:cubicBezTo>
                    <a:pt x="20" y="28"/>
                    <a:pt x="16" y="29"/>
                    <a:pt x="13" y="29"/>
                  </a:cubicBezTo>
                  <a:cubicBezTo>
                    <a:pt x="9" y="29"/>
                    <a:pt x="6" y="28"/>
                    <a:pt x="4" y="26"/>
                  </a:cubicBezTo>
                  <a:cubicBezTo>
                    <a:pt x="4" y="26"/>
                    <a:pt x="3" y="25"/>
                    <a:pt x="3" y="24"/>
                  </a:cubicBezTo>
                  <a:lnTo>
                    <a:pt x="3" y="23"/>
                  </a:lnTo>
                  <a:close/>
                  <a:moveTo>
                    <a:pt x="3" y="29"/>
                  </a:moveTo>
                  <a:cubicBezTo>
                    <a:pt x="6" y="31"/>
                    <a:pt x="9" y="32"/>
                    <a:pt x="13" y="32"/>
                  </a:cubicBezTo>
                  <a:cubicBezTo>
                    <a:pt x="17" y="32"/>
                    <a:pt x="20" y="31"/>
                    <a:pt x="22" y="29"/>
                  </a:cubicBezTo>
                  <a:cubicBezTo>
                    <a:pt x="22" y="30"/>
                    <a:pt x="22" y="30"/>
                    <a:pt x="22" y="30"/>
                  </a:cubicBezTo>
                  <a:cubicBezTo>
                    <a:pt x="22" y="31"/>
                    <a:pt x="22" y="32"/>
                    <a:pt x="21" y="32"/>
                  </a:cubicBezTo>
                  <a:cubicBezTo>
                    <a:pt x="20" y="33"/>
                    <a:pt x="16" y="34"/>
                    <a:pt x="13" y="34"/>
                  </a:cubicBezTo>
                  <a:cubicBezTo>
                    <a:pt x="9" y="34"/>
                    <a:pt x="6" y="33"/>
                    <a:pt x="4" y="32"/>
                  </a:cubicBezTo>
                  <a:cubicBezTo>
                    <a:pt x="4" y="32"/>
                    <a:pt x="3" y="31"/>
                    <a:pt x="3" y="30"/>
                  </a:cubicBezTo>
                  <a:lnTo>
                    <a:pt x="3" y="29"/>
                  </a:lnTo>
                  <a:close/>
                  <a:moveTo>
                    <a:pt x="3" y="35"/>
                  </a:moveTo>
                  <a:cubicBezTo>
                    <a:pt x="6" y="37"/>
                    <a:pt x="9" y="37"/>
                    <a:pt x="13" y="37"/>
                  </a:cubicBezTo>
                  <a:cubicBezTo>
                    <a:pt x="17" y="37"/>
                    <a:pt x="20" y="37"/>
                    <a:pt x="22" y="35"/>
                  </a:cubicBezTo>
                  <a:cubicBezTo>
                    <a:pt x="22" y="36"/>
                    <a:pt x="22" y="36"/>
                    <a:pt x="22" y="36"/>
                  </a:cubicBezTo>
                  <a:cubicBezTo>
                    <a:pt x="22" y="37"/>
                    <a:pt x="22" y="37"/>
                    <a:pt x="21" y="38"/>
                  </a:cubicBezTo>
                  <a:cubicBezTo>
                    <a:pt x="20" y="39"/>
                    <a:pt x="16" y="40"/>
                    <a:pt x="13" y="40"/>
                  </a:cubicBezTo>
                  <a:cubicBezTo>
                    <a:pt x="12" y="40"/>
                    <a:pt x="11" y="40"/>
                    <a:pt x="10" y="40"/>
                  </a:cubicBezTo>
                  <a:cubicBezTo>
                    <a:pt x="8" y="40"/>
                    <a:pt x="6" y="39"/>
                    <a:pt x="4" y="38"/>
                  </a:cubicBezTo>
                  <a:cubicBezTo>
                    <a:pt x="4" y="37"/>
                    <a:pt x="3" y="37"/>
                    <a:pt x="3" y="36"/>
                  </a:cubicBezTo>
                  <a:lnTo>
                    <a:pt x="3" y="35"/>
                  </a:lnTo>
                  <a:close/>
                  <a:moveTo>
                    <a:pt x="3" y="41"/>
                  </a:moveTo>
                  <a:cubicBezTo>
                    <a:pt x="6" y="42"/>
                    <a:pt x="9" y="43"/>
                    <a:pt x="13" y="43"/>
                  </a:cubicBezTo>
                  <a:cubicBezTo>
                    <a:pt x="17" y="43"/>
                    <a:pt x="20" y="42"/>
                    <a:pt x="22" y="41"/>
                  </a:cubicBezTo>
                  <a:cubicBezTo>
                    <a:pt x="22" y="42"/>
                    <a:pt x="22" y="42"/>
                    <a:pt x="22" y="42"/>
                  </a:cubicBezTo>
                  <a:cubicBezTo>
                    <a:pt x="22" y="42"/>
                    <a:pt x="22" y="43"/>
                    <a:pt x="21" y="43"/>
                  </a:cubicBezTo>
                  <a:cubicBezTo>
                    <a:pt x="20" y="45"/>
                    <a:pt x="16" y="46"/>
                    <a:pt x="13" y="46"/>
                  </a:cubicBezTo>
                  <a:cubicBezTo>
                    <a:pt x="9" y="46"/>
                    <a:pt x="6" y="45"/>
                    <a:pt x="4" y="43"/>
                  </a:cubicBezTo>
                  <a:cubicBezTo>
                    <a:pt x="4" y="43"/>
                    <a:pt x="3" y="42"/>
                    <a:pt x="3" y="42"/>
                  </a:cubicBezTo>
                  <a:lnTo>
                    <a:pt x="3" y="41"/>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2" name="Freeform 48"/>
            <p:cNvSpPr>
              <a:spLocks/>
            </p:cNvSpPr>
            <p:nvPr/>
          </p:nvSpPr>
          <p:spPr bwMode="auto">
            <a:xfrm>
              <a:off x="5480131" y="3755950"/>
              <a:ext cx="93650" cy="125342"/>
            </a:xfrm>
            <a:custGeom>
              <a:avLst/>
              <a:gdLst>
                <a:gd name="T0" fmla="*/ 26 w 65"/>
                <a:gd name="T1" fmla="*/ 86 h 86"/>
                <a:gd name="T2" fmla="*/ 65 w 65"/>
                <a:gd name="T3" fmla="*/ 41 h 86"/>
                <a:gd name="T4" fmla="*/ 26 w 65"/>
                <a:gd name="T5" fmla="*/ 0 h 86"/>
                <a:gd name="T6" fmla="*/ 26 w 65"/>
                <a:gd name="T7" fmla="*/ 18 h 86"/>
                <a:gd name="T8" fmla="*/ 0 w 65"/>
                <a:gd name="T9" fmla="*/ 18 h 86"/>
                <a:gd name="T10" fmla="*/ 0 w 65"/>
                <a:gd name="T11" fmla="*/ 65 h 86"/>
                <a:gd name="T12" fmla="*/ 26 w 65"/>
                <a:gd name="T13" fmla="*/ 65 h 86"/>
                <a:gd name="T14" fmla="*/ 26 w 65"/>
                <a:gd name="T15" fmla="*/ 8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6">
                  <a:moveTo>
                    <a:pt x="26" y="86"/>
                  </a:moveTo>
                  <a:lnTo>
                    <a:pt x="65" y="41"/>
                  </a:lnTo>
                  <a:lnTo>
                    <a:pt x="26" y="0"/>
                  </a:lnTo>
                  <a:lnTo>
                    <a:pt x="26" y="18"/>
                  </a:lnTo>
                  <a:lnTo>
                    <a:pt x="0" y="18"/>
                  </a:lnTo>
                  <a:lnTo>
                    <a:pt x="0" y="65"/>
                  </a:lnTo>
                  <a:lnTo>
                    <a:pt x="26" y="65"/>
                  </a:lnTo>
                  <a:lnTo>
                    <a:pt x="26" y="86"/>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3" name="Freeform 49"/>
            <p:cNvSpPr>
              <a:spLocks noEditPoints="1"/>
            </p:cNvSpPr>
            <p:nvPr/>
          </p:nvSpPr>
          <p:spPr bwMode="auto">
            <a:xfrm>
              <a:off x="5302355" y="4028845"/>
              <a:ext cx="506345" cy="147554"/>
            </a:xfrm>
            <a:custGeom>
              <a:avLst/>
              <a:gdLst>
                <a:gd name="T0" fmla="*/ 129 w 134"/>
                <a:gd name="T1" fmla="*/ 0 h 39"/>
                <a:gd name="T2" fmla="*/ 5 w 134"/>
                <a:gd name="T3" fmla="*/ 39 h 39"/>
                <a:gd name="T4" fmla="*/ 8 w 134"/>
                <a:gd name="T5" fmla="*/ 22 h 39"/>
                <a:gd name="T6" fmla="*/ 8 w 134"/>
                <a:gd name="T7" fmla="*/ 7 h 39"/>
                <a:gd name="T8" fmla="*/ 14 w 134"/>
                <a:gd name="T9" fmla="*/ 25 h 39"/>
                <a:gd name="T10" fmla="*/ 14 w 134"/>
                <a:gd name="T11" fmla="*/ 25 h 39"/>
                <a:gd name="T12" fmla="*/ 17 w 134"/>
                <a:gd name="T13" fmla="*/ 16 h 39"/>
                <a:gd name="T14" fmla="*/ 24 w 134"/>
                <a:gd name="T15" fmla="*/ 7 h 39"/>
                <a:gd name="T16" fmla="*/ 24 w 134"/>
                <a:gd name="T17" fmla="*/ 31 h 39"/>
                <a:gd name="T18" fmla="*/ 33 w 134"/>
                <a:gd name="T19" fmla="*/ 16 h 39"/>
                <a:gd name="T20" fmla="*/ 33 w 134"/>
                <a:gd name="T21" fmla="*/ 16 h 39"/>
                <a:gd name="T22" fmla="*/ 33 w 134"/>
                <a:gd name="T23" fmla="*/ 13 h 39"/>
                <a:gd name="T24" fmla="*/ 26 w 134"/>
                <a:gd name="T25" fmla="*/ 31 h 39"/>
                <a:gd name="T26" fmla="*/ 42 w 134"/>
                <a:gd name="T27" fmla="*/ 22 h 39"/>
                <a:gd name="T28" fmla="*/ 36 w 134"/>
                <a:gd name="T29" fmla="*/ 13 h 39"/>
                <a:gd name="T30" fmla="*/ 36 w 134"/>
                <a:gd name="T31" fmla="*/ 13 h 39"/>
                <a:gd name="T32" fmla="*/ 36 w 134"/>
                <a:gd name="T33" fmla="*/ 25 h 39"/>
                <a:gd name="T34" fmla="*/ 45 w 134"/>
                <a:gd name="T35" fmla="*/ 22 h 39"/>
                <a:gd name="T36" fmla="*/ 45 w 134"/>
                <a:gd name="T37" fmla="*/ 7 h 39"/>
                <a:gd name="T38" fmla="*/ 52 w 134"/>
                <a:gd name="T39" fmla="*/ 25 h 39"/>
                <a:gd name="T40" fmla="*/ 52 w 134"/>
                <a:gd name="T41" fmla="*/ 25 h 39"/>
                <a:gd name="T42" fmla="*/ 55 w 134"/>
                <a:gd name="T43" fmla="*/ 16 h 39"/>
                <a:gd name="T44" fmla="*/ 61 w 134"/>
                <a:gd name="T45" fmla="*/ 7 h 39"/>
                <a:gd name="T46" fmla="*/ 61 w 134"/>
                <a:gd name="T47" fmla="*/ 31 h 39"/>
                <a:gd name="T48" fmla="*/ 70 w 134"/>
                <a:gd name="T49" fmla="*/ 16 h 39"/>
                <a:gd name="T50" fmla="*/ 70 w 134"/>
                <a:gd name="T51" fmla="*/ 16 h 39"/>
                <a:gd name="T52" fmla="*/ 70 w 134"/>
                <a:gd name="T53" fmla="*/ 13 h 39"/>
                <a:gd name="T54" fmla="*/ 64 w 134"/>
                <a:gd name="T55" fmla="*/ 31 h 39"/>
                <a:gd name="T56" fmla="*/ 80 w 134"/>
                <a:gd name="T57" fmla="*/ 22 h 39"/>
                <a:gd name="T58" fmla="*/ 73 w 134"/>
                <a:gd name="T59" fmla="*/ 13 h 39"/>
                <a:gd name="T60" fmla="*/ 73 w 134"/>
                <a:gd name="T61" fmla="*/ 13 h 39"/>
                <a:gd name="T62" fmla="*/ 73 w 134"/>
                <a:gd name="T63" fmla="*/ 25 h 39"/>
                <a:gd name="T64" fmla="*/ 83 w 134"/>
                <a:gd name="T65" fmla="*/ 22 h 39"/>
                <a:gd name="T66" fmla="*/ 83 w 134"/>
                <a:gd name="T67" fmla="*/ 7 h 39"/>
                <a:gd name="T68" fmla="*/ 89 w 134"/>
                <a:gd name="T69" fmla="*/ 25 h 39"/>
                <a:gd name="T70" fmla="*/ 89 w 134"/>
                <a:gd name="T71" fmla="*/ 25 h 39"/>
                <a:gd name="T72" fmla="*/ 92 w 134"/>
                <a:gd name="T73" fmla="*/ 16 h 39"/>
                <a:gd name="T74" fmla="*/ 99 w 134"/>
                <a:gd name="T75" fmla="*/ 7 h 39"/>
                <a:gd name="T76" fmla="*/ 99 w 134"/>
                <a:gd name="T77" fmla="*/ 31 h 39"/>
                <a:gd name="T78" fmla="*/ 108 w 134"/>
                <a:gd name="T79" fmla="*/ 16 h 39"/>
                <a:gd name="T80" fmla="*/ 108 w 134"/>
                <a:gd name="T81" fmla="*/ 16 h 39"/>
                <a:gd name="T82" fmla="*/ 108 w 134"/>
                <a:gd name="T83" fmla="*/ 13 h 39"/>
                <a:gd name="T84" fmla="*/ 101 w 134"/>
                <a:gd name="T85" fmla="*/ 31 h 39"/>
                <a:gd name="T86" fmla="*/ 117 w 134"/>
                <a:gd name="T87" fmla="*/ 22 h 39"/>
                <a:gd name="T88" fmla="*/ 111 w 134"/>
                <a:gd name="T89" fmla="*/ 13 h 39"/>
                <a:gd name="T90" fmla="*/ 111 w 134"/>
                <a:gd name="T91" fmla="*/ 13 h 39"/>
                <a:gd name="T92" fmla="*/ 111 w 134"/>
                <a:gd name="T93" fmla="*/ 25 h 39"/>
                <a:gd name="T94" fmla="*/ 120 w 134"/>
                <a:gd name="T95" fmla="*/ 22 h 39"/>
                <a:gd name="T96" fmla="*/ 120 w 134"/>
                <a:gd name="T97" fmla="*/ 7 h 39"/>
                <a:gd name="T98" fmla="*/ 127 w 134"/>
                <a:gd name="T99" fmla="*/ 25 h 39"/>
                <a:gd name="T100" fmla="*/ 127 w 134"/>
                <a:gd name="T101" fmla="*/ 2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39">
                  <a:moveTo>
                    <a:pt x="129" y="39"/>
                  </a:moveTo>
                  <a:cubicBezTo>
                    <a:pt x="132" y="39"/>
                    <a:pt x="134" y="36"/>
                    <a:pt x="134" y="34"/>
                  </a:cubicBezTo>
                  <a:cubicBezTo>
                    <a:pt x="134" y="5"/>
                    <a:pt x="134" y="5"/>
                    <a:pt x="134" y="5"/>
                  </a:cubicBezTo>
                  <a:cubicBezTo>
                    <a:pt x="134" y="2"/>
                    <a:pt x="132" y="0"/>
                    <a:pt x="129" y="0"/>
                  </a:cubicBezTo>
                  <a:cubicBezTo>
                    <a:pt x="5" y="0"/>
                    <a:pt x="5" y="0"/>
                    <a:pt x="5" y="0"/>
                  </a:cubicBezTo>
                  <a:cubicBezTo>
                    <a:pt x="2" y="0"/>
                    <a:pt x="0" y="2"/>
                    <a:pt x="0" y="5"/>
                  </a:cubicBezTo>
                  <a:cubicBezTo>
                    <a:pt x="0" y="34"/>
                    <a:pt x="0" y="34"/>
                    <a:pt x="0" y="34"/>
                  </a:cubicBezTo>
                  <a:cubicBezTo>
                    <a:pt x="0" y="36"/>
                    <a:pt x="2" y="39"/>
                    <a:pt x="5" y="39"/>
                  </a:cubicBezTo>
                  <a:lnTo>
                    <a:pt x="129" y="39"/>
                  </a:lnTo>
                  <a:close/>
                  <a:moveTo>
                    <a:pt x="14" y="16"/>
                  </a:moveTo>
                  <a:cubicBezTo>
                    <a:pt x="14" y="22"/>
                    <a:pt x="14" y="22"/>
                    <a:pt x="14" y="22"/>
                  </a:cubicBezTo>
                  <a:cubicBezTo>
                    <a:pt x="8" y="22"/>
                    <a:pt x="8" y="22"/>
                    <a:pt x="8" y="22"/>
                  </a:cubicBezTo>
                  <a:cubicBezTo>
                    <a:pt x="8" y="16"/>
                    <a:pt x="8" y="16"/>
                    <a:pt x="8" y="16"/>
                  </a:cubicBezTo>
                  <a:lnTo>
                    <a:pt x="14" y="16"/>
                  </a:lnTo>
                  <a:close/>
                  <a:moveTo>
                    <a:pt x="8" y="13"/>
                  </a:moveTo>
                  <a:cubicBezTo>
                    <a:pt x="8" y="7"/>
                    <a:pt x="8" y="7"/>
                    <a:pt x="8" y="7"/>
                  </a:cubicBezTo>
                  <a:cubicBezTo>
                    <a:pt x="14" y="7"/>
                    <a:pt x="14" y="7"/>
                    <a:pt x="14" y="7"/>
                  </a:cubicBezTo>
                  <a:cubicBezTo>
                    <a:pt x="14" y="13"/>
                    <a:pt x="14" y="13"/>
                    <a:pt x="14" y="13"/>
                  </a:cubicBezTo>
                  <a:lnTo>
                    <a:pt x="8" y="13"/>
                  </a:lnTo>
                  <a:close/>
                  <a:moveTo>
                    <a:pt x="14" y="25"/>
                  </a:moveTo>
                  <a:cubicBezTo>
                    <a:pt x="14" y="31"/>
                    <a:pt x="14" y="31"/>
                    <a:pt x="14" y="31"/>
                  </a:cubicBezTo>
                  <a:cubicBezTo>
                    <a:pt x="8" y="31"/>
                    <a:pt x="8" y="31"/>
                    <a:pt x="8" y="31"/>
                  </a:cubicBezTo>
                  <a:cubicBezTo>
                    <a:pt x="8" y="25"/>
                    <a:pt x="8" y="25"/>
                    <a:pt x="8" y="25"/>
                  </a:cubicBezTo>
                  <a:lnTo>
                    <a:pt x="14" y="25"/>
                  </a:lnTo>
                  <a:close/>
                  <a:moveTo>
                    <a:pt x="24" y="16"/>
                  </a:moveTo>
                  <a:cubicBezTo>
                    <a:pt x="24" y="22"/>
                    <a:pt x="24" y="22"/>
                    <a:pt x="24" y="22"/>
                  </a:cubicBezTo>
                  <a:cubicBezTo>
                    <a:pt x="17" y="22"/>
                    <a:pt x="17" y="22"/>
                    <a:pt x="17" y="22"/>
                  </a:cubicBezTo>
                  <a:cubicBezTo>
                    <a:pt x="17" y="16"/>
                    <a:pt x="17" y="16"/>
                    <a:pt x="17" y="16"/>
                  </a:cubicBezTo>
                  <a:lnTo>
                    <a:pt x="24" y="16"/>
                  </a:lnTo>
                  <a:close/>
                  <a:moveTo>
                    <a:pt x="17" y="13"/>
                  </a:moveTo>
                  <a:cubicBezTo>
                    <a:pt x="17" y="7"/>
                    <a:pt x="17" y="7"/>
                    <a:pt x="17" y="7"/>
                  </a:cubicBezTo>
                  <a:cubicBezTo>
                    <a:pt x="24" y="7"/>
                    <a:pt x="24" y="7"/>
                    <a:pt x="24" y="7"/>
                  </a:cubicBezTo>
                  <a:cubicBezTo>
                    <a:pt x="24" y="13"/>
                    <a:pt x="24" y="13"/>
                    <a:pt x="24" y="13"/>
                  </a:cubicBezTo>
                  <a:lnTo>
                    <a:pt x="17" y="13"/>
                  </a:lnTo>
                  <a:close/>
                  <a:moveTo>
                    <a:pt x="24" y="25"/>
                  </a:moveTo>
                  <a:cubicBezTo>
                    <a:pt x="24" y="31"/>
                    <a:pt x="24" y="31"/>
                    <a:pt x="24" y="31"/>
                  </a:cubicBezTo>
                  <a:cubicBezTo>
                    <a:pt x="17" y="31"/>
                    <a:pt x="17" y="31"/>
                    <a:pt x="17" y="31"/>
                  </a:cubicBezTo>
                  <a:cubicBezTo>
                    <a:pt x="17" y="25"/>
                    <a:pt x="17" y="25"/>
                    <a:pt x="17" y="25"/>
                  </a:cubicBezTo>
                  <a:lnTo>
                    <a:pt x="24" y="25"/>
                  </a:lnTo>
                  <a:close/>
                  <a:moveTo>
                    <a:pt x="33" y="16"/>
                  </a:moveTo>
                  <a:cubicBezTo>
                    <a:pt x="33" y="22"/>
                    <a:pt x="33" y="22"/>
                    <a:pt x="33" y="22"/>
                  </a:cubicBezTo>
                  <a:cubicBezTo>
                    <a:pt x="26" y="22"/>
                    <a:pt x="26" y="22"/>
                    <a:pt x="26" y="22"/>
                  </a:cubicBezTo>
                  <a:cubicBezTo>
                    <a:pt x="26" y="16"/>
                    <a:pt x="26" y="16"/>
                    <a:pt x="26" y="16"/>
                  </a:cubicBezTo>
                  <a:lnTo>
                    <a:pt x="33" y="16"/>
                  </a:lnTo>
                  <a:close/>
                  <a:moveTo>
                    <a:pt x="26" y="13"/>
                  </a:moveTo>
                  <a:cubicBezTo>
                    <a:pt x="26" y="7"/>
                    <a:pt x="26" y="7"/>
                    <a:pt x="26" y="7"/>
                  </a:cubicBezTo>
                  <a:cubicBezTo>
                    <a:pt x="33" y="7"/>
                    <a:pt x="33" y="7"/>
                    <a:pt x="33" y="7"/>
                  </a:cubicBezTo>
                  <a:cubicBezTo>
                    <a:pt x="33" y="13"/>
                    <a:pt x="33" y="13"/>
                    <a:pt x="33" y="13"/>
                  </a:cubicBezTo>
                  <a:lnTo>
                    <a:pt x="26" y="13"/>
                  </a:lnTo>
                  <a:close/>
                  <a:moveTo>
                    <a:pt x="33" y="25"/>
                  </a:moveTo>
                  <a:cubicBezTo>
                    <a:pt x="33" y="31"/>
                    <a:pt x="33" y="31"/>
                    <a:pt x="33" y="31"/>
                  </a:cubicBezTo>
                  <a:cubicBezTo>
                    <a:pt x="26" y="31"/>
                    <a:pt x="26" y="31"/>
                    <a:pt x="26" y="31"/>
                  </a:cubicBezTo>
                  <a:cubicBezTo>
                    <a:pt x="26" y="25"/>
                    <a:pt x="26" y="25"/>
                    <a:pt x="26" y="25"/>
                  </a:cubicBezTo>
                  <a:lnTo>
                    <a:pt x="33" y="25"/>
                  </a:lnTo>
                  <a:close/>
                  <a:moveTo>
                    <a:pt x="42" y="16"/>
                  </a:moveTo>
                  <a:cubicBezTo>
                    <a:pt x="42" y="22"/>
                    <a:pt x="42" y="22"/>
                    <a:pt x="42" y="22"/>
                  </a:cubicBezTo>
                  <a:cubicBezTo>
                    <a:pt x="36" y="22"/>
                    <a:pt x="36" y="22"/>
                    <a:pt x="36" y="22"/>
                  </a:cubicBezTo>
                  <a:cubicBezTo>
                    <a:pt x="36" y="16"/>
                    <a:pt x="36" y="16"/>
                    <a:pt x="36" y="16"/>
                  </a:cubicBezTo>
                  <a:lnTo>
                    <a:pt x="42" y="16"/>
                  </a:lnTo>
                  <a:close/>
                  <a:moveTo>
                    <a:pt x="36" y="13"/>
                  </a:moveTo>
                  <a:cubicBezTo>
                    <a:pt x="36" y="7"/>
                    <a:pt x="36" y="7"/>
                    <a:pt x="36" y="7"/>
                  </a:cubicBezTo>
                  <a:cubicBezTo>
                    <a:pt x="42" y="7"/>
                    <a:pt x="42" y="7"/>
                    <a:pt x="42" y="7"/>
                  </a:cubicBezTo>
                  <a:cubicBezTo>
                    <a:pt x="42" y="13"/>
                    <a:pt x="42" y="13"/>
                    <a:pt x="42" y="13"/>
                  </a:cubicBezTo>
                  <a:lnTo>
                    <a:pt x="36" y="13"/>
                  </a:lnTo>
                  <a:close/>
                  <a:moveTo>
                    <a:pt x="42" y="25"/>
                  </a:moveTo>
                  <a:cubicBezTo>
                    <a:pt x="42" y="31"/>
                    <a:pt x="42" y="31"/>
                    <a:pt x="42" y="31"/>
                  </a:cubicBezTo>
                  <a:cubicBezTo>
                    <a:pt x="36" y="31"/>
                    <a:pt x="36" y="31"/>
                    <a:pt x="36" y="31"/>
                  </a:cubicBezTo>
                  <a:cubicBezTo>
                    <a:pt x="36" y="25"/>
                    <a:pt x="36" y="25"/>
                    <a:pt x="36" y="25"/>
                  </a:cubicBezTo>
                  <a:lnTo>
                    <a:pt x="42" y="25"/>
                  </a:lnTo>
                  <a:close/>
                  <a:moveTo>
                    <a:pt x="52" y="16"/>
                  </a:moveTo>
                  <a:cubicBezTo>
                    <a:pt x="52" y="22"/>
                    <a:pt x="52" y="22"/>
                    <a:pt x="52" y="22"/>
                  </a:cubicBezTo>
                  <a:cubicBezTo>
                    <a:pt x="45" y="22"/>
                    <a:pt x="45" y="22"/>
                    <a:pt x="45" y="22"/>
                  </a:cubicBezTo>
                  <a:cubicBezTo>
                    <a:pt x="45" y="16"/>
                    <a:pt x="45" y="16"/>
                    <a:pt x="45" y="16"/>
                  </a:cubicBezTo>
                  <a:lnTo>
                    <a:pt x="52" y="16"/>
                  </a:lnTo>
                  <a:close/>
                  <a:moveTo>
                    <a:pt x="45" y="13"/>
                  </a:moveTo>
                  <a:cubicBezTo>
                    <a:pt x="45" y="7"/>
                    <a:pt x="45" y="7"/>
                    <a:pt x="45" y="7"/>
                  </a:cubicBezTo>
                  <a:cubicBezTo>
                    <a:pt x="52" y="7"/>
                    <a:pt x="52" y="7"/>
                    <a:pt x="52" y="7"/>
                  </a:cubicBezTo>
                  <a:cubicBezTo>
                    <a:pt x="52" y="13"/>
                    <a:pt x="52" y="13"/>
                    <a:pt x="52" y="13"/>
                  </a:cubicBezTo>
                  <a:lnTo>
                    <a:pt x="45" y="13"/>
                  </a:lnTo>
                  <a:close/>
                  <a:moveTo>
                    <a:pt x="52" y="25"/>
                  </a:moveTo>
                  <a:cubicBezTo>
                    <a:pt x="52" y="31"/>
                    <a:pt x="52" y="31"/>
                    <a:pt x="52" y="31"/>
                  </a:cubicBezTo>
                  <a:cubicBezTo>
                    <a:pt x="45" y="31"/>
                    <a:pt x="45" y="31"/>
                    <a:pt x="45" y="31"/>
                  </a:cubicBezTo>
                  <a:cubicBezTo>
                    <a:pt x="45" y="25"/>
                    <a:pt x="45" y="25"/>
                    <a:pt x="45" y="25"/>
                  </a:cubicBezTo>
                  <a:lnTo>
                    <a:pt x="52" y="25"/>
                  </a:lnTo>
                  <a:close/>
                  <a:moveTo>
                    <a:pt x="61" y="16"/>
                  </a:moveTo>
                  <a:cubicBezTo>
                    <a:pt x="61" y="22"/>
                    <a:pt x="61" y="22"/>
                    <a:pt x="61" y="22"/>
                  </a:cubicBezTo>
                  <a:cubicBezTo>
                    <a:pt x="55" y="22"/>
                    <a:pt x="55" y="22"/>
                    <a:pt x="55" y="22"/>
                  </a:cubicBezTo>
                  <a:cubicBezTo>
                    <a:pt x="55" y="16"/>
                    <a:pt x="55" y="16"/>
                    <a:pt x="55" y="16"/>
                  </a:cubicBezTo>
                  <a:lnTo>
                    <a:pt x="61" y="16"/>
                  </a:lnTo>
                  <a:close/>
                  <a:moveTo>
                    <a:pt x="55" y="13"/>
                  </a:moveTo>
                  <a:cubicBezTo>
                    <a:pt x="55" y="7"/>
                    <a:pt x="55" y="7"/>
                    <a:pt x="55" y="7"/>
                  </a:cubicBezTo>
                  <a:cubicBezTo>
                    <a:pt x="61" y="7"/>
                    <a:pt x="61" y="7"/>
                    <a:pt x="61" y="7"/>
                  </a:cubicBezTo>
                  <a:cubicBezTo>
                    <a:pt x="61" y="13"/>
                    <a:pt x="61" y="13"/>
                    <a:pt x="61" y="13"/>
                  </a:cubicBezTo>
                  <a:lnTo>
                    <a:pt x="55" y="13"/>
                  </a:lnTo>
                  <a:close/>
                  <a:moveTo>
                    <a:pt x="61" y="25"/>
                  </a:moveTo>
                  <a:cubicBezTo>
                    <a:pt x="61" y="31"/>
                    <a:pt x="61" y="31"/>
                    <a:pt x="61" y="31"/>
                  </a:cubicBezTo>
                  <a:cubicBezTo>
                    <a:pt x="55" y="31"/>
                    <a:pt x="55" y="31"/>
                    <a:pt x="55" y="31"/>
                  </a:cubicBezTo>
                  <a:cubicBezTo>
                    <a:pt x="55" y="25"/>
                    <a:pt x="55" y="25"/>
                    <a:pt x="55" y="25"/>
                  </a:cubicBezTo>
                  <a:lnTo>
                    <a:pt x="61" y="25"/>
                  </a:lnTo>
                  <a:close/>
                  <a:moveTo>
                    <a:pt x="70" y="16"/>
                  </a:moveTo>
                  <a:cubicBezTo>
                    <a:pt x="70" y="22"/>
                    <a:pt x="70" y="22"/>
                    <a:pt x="70" y="22"/>
                  </a:cubicBezTo>
                  <a:cubicBezTo>
                    <a:pt x="64" y="22"/>
                    <a:pt x="64" y="22"/>
                    <a:pt x="64" y="22"/>
                  </a:cubicBezTo>
                  <a:cubicBezTo>
                    <a:pt x="64" y="16"/>
                    <a:pt x="64" y="16"/>
                    <a:pt x="64" y="16"/>
                  </a:cubicBezTo>
                  <a:lnTo>
                    <a:pt x="70" y="16"/>
                  </a:lnTo>
                  <a:close/>
                  <a:moveTo>
                    <a:pt x="64" y="13"/>
                  </a:moveTo>
                  <a:cubicBezTo>
                    <a:pt x="64" y="7"/>
                    <a:pt x="64" y="7"/>
                    <a:pt x="64" y="7"/>
                  </a:cubicBezTo>
                  <a:cubicBezTo>
                    <a:pt x="70" y="7"/>
                    <a:pt x="70" y="7"/>
                    <a:pt x="70" y="7"/>
                  </a:cubicBezTo>
                  <a:cubicBezTo>
                    <a:pt x="70" y="13"/>
                    <a:pt x="70" y="13"/>
                    <a:pt x="70" y="13"/>
                  </a:cubicBezTo>
                  <a:lnTo>
                    <a:pt x="64" y="13"/>
                  </a:lnTo>
                  <a:close/>
                  <a:moveTo>
                    <a:pt x="70" y="25"/>
                  </a:moveTo>
                  <a:cubicBezTo>
                    <a:pt x="70" y="31"/>
                    <a:pt x="70" y="31"/>
                    <a:pt x="70" y="31"/>
                  </a:cubicBezTo>
                  <a:cubicBezTo>
                    <a:pt x="64" y="31"/>
                    <a:pt x="64" y="31"/>
                    <a:pt x="64" y="31"/>
                  </a:cubicBezTo>
                  <a:cubicBezTo>
                    <a:pt x="64" y="25"/>
                    <a:pt x="64" y="25"/>
                    <a:pt x="64" y="25"/>
                  </a:cubicBezTo>
                  <a:lnTo>
                    <a:pt x="70" y="25"/>
                  </a:lnTo>
                  <a:close/>
                  <a:moveTo>
                    <a:pt x="80" y="16"/>
                  </a:moveTo>
                  <a:cubicBezTo>
                    <a:pt x="80" y="22"/>
                    <a:pt x="80" y="22"/>
                    <a:pt x="80" y="22"/>
                  </a:cubicBezTo>
                  <a:cubicBezTo>
                    <a:pt x="73" y="22"/>
                    <a:pt x="73" y="22"/>
                    <a:pt x="73" y="22"/>
                  </a:cubicBezTo>
                  <a:cubicBezTo>
                    <a:pt x="73" y="16"/>
                    <a:pt x="73" y="16"/>
                    <a:pt x="73" y="16"/>
                  </a:cubicBezTo>
                  <a:lnTo>
                    <a:pt x="80" y="16"/>
                  </a:lnTo>
                  <a:close/>
                  <a:moveTo>
                    <a:pt x="73" y="13"/>
                  </a:moveTo>
                  <a:cubicBezTo>
                    <a:pt x="73" y="7"/>
                    <a:pt x="73" y="7"/>
                    <a:pt x="73" y="7"/>
                  </a:cubicBezTo>
                  <a:cubicBezTo>
                    <a:pt x="80" y="7"/>
                    <a:pt x="80" y="7"/>
                    <a:pt x="80" y="7"/>
                  </a:cubicBezTo>
                  <a:cubicBezTo>
                    <a:pt x="80" y="13"/>
                    <a:pt x="80" y="13"/>
                    <a:pt x="80" y="13"/>
                  </a:cubicBezTo>
                  <a:lnTo>
                    <a:pt x="73" y="13"/>
                  </a:lnTo>
                  <a:close/>
                  <a:moveTo>
                    <a:pt x="80" y="25"/>
                  </a:moveTo>
                  <a:cubicBezTo>
                    <a:pt x="80" y="31"/>
                    <a:pt x="80" y="31"/>
                    <a:pt x="80" y="31"/>
                  </a:cubicBezTo>
                  <a:cubicBezTo>
                    <a:pt x="73" y="31"/>
                    <a:pt x="73" y="31"/>
                    <a:pt x="73" y="31"/>
                  </a:cubicBezTo>
                  <a:cubicBezTo>
                    <a:pt x="73" y="25"/>
                    <a:pt x="73" y="25"/>
                    <a:pt x="73" y="25"/>
                  </a:cubicBezTo>
                  <a:lnTo>
                    <a:pt x="80" y="25"/>
                  </a:lnTo>
                  <a:close/>
                  <a:moveTo>
                    <a:pt x="89" y="16"/>
                  </a:moveTo>
                  <a:cubicBezTo>
                    <a:pt x="89" y="22"/>
                    <a:pt x="89" y="22"/>
                    <a:pt x="89" y="22"/>
                  </a:cubicBezTo>
                  <a:cubicBezTo>
                    <a:pt x="83" y="22"/>
                    <a:pt x="83" y="22"/>
                    <a:pt x="83" y="22"/>
                  </a:cubicBezTo>
                  <a:cubicBezTo>
                    <a:pt x="83" y="16"/>
                    <a:pt x="83" y="16"/>
                    <a:pt x="83" y="16"/>
                  </a:cubicBezTo>
                  <a:lnTo>
                    <a:pt x="89" y="16"/>
                  </a:lnTo>
                  <a:close/>
                  <a:moveTo>
                    <a:pt x="83" y="13"/>
                  </a:moveTo>
                  <a:cubicBezTo>
                    <a:pt x="83" y="7"/>
                    <a:pt x="83" y="7"/>
                    <a:pt x="83" y="7"/>
                  </a:cubicBezTo>
                  <a:cubicBezTo>
                    <a:pt x="89" y="7"/>
                    <a:pt x="89" y="7"/>
                    <a:pt x="89" y="7"/>
                  </a:cubicBezTo>
                  <a:cubicBezTo>
                    <a:pt x="89" y="13"/>
                    <a:pt x="89" y="13"/>
                    <a:pt x="89" y="13"/>
                  </a:cubicBezTo>
                  <a:lnTo>
                    <a:pt x="83" y="13"/>
                  </a:lnTo>
                  <a:close/>
                  <a:moveTo>
                    <a:pt x="89" y="25"/>
                  </a:moveTo>
                  <a:cubicBezTo>
                    <a:pt x="89" y="31"/>
                    <a:pt x="89" y="31"/>
                    <a:pt x="89" y="31"/>
                  </a:cubicBezTo>
                  <a:cubicBezTo>
                    <a:pt x="83" y="31"/>
                    <a:pt x="83" y="31"/>
                    <a:pt x="83" y="31"/>
                  </a:cubicBezTo>
                  <a:cubicBezTo>
                    <a:pt x="83" y="25"/>
                    <a:pt x="83" y="25"/>
                    <a:pt x="83" y="25"/>
                  </a:cubicBezTo>
                  <a:lnTo>
                    <a:pt x="89" y="25"/>
                  </a:lnTo>
                  <a:close/>
                  <a:moveTo>
                    <a:pt x="99" y="16"/>
                  </a:moveTo>
                  <a:cubicBezTo>
                    <a:pt x="99" y="22"/>
                    <a:pt x="99" y="22"/>
                    <a:pt x="99" y="22"/>
                  </a:cubicBezTo>
                  <a:cubicBezTo>
                    <a:pt x="92" y="22"/>
                    <a:pt x="92" y="22"/>
                    <a:pt x="92" y="22"/>
                  </a:cubicBezTo>
                  <a:cubicBezTo>
                    <a:pt x="92" y="16"/>
                    <a:pt x="92" y="16"/>
                    <a:pt x="92" y="16"/>
                  </a:cubicBezTo>
                  <a:lnTo>
                    <a:pt x="99" y="16"/>
                  </a:lnTo>
                  <a:close/>
                  <a:moveTo>
                    <a:pt x="92" y="13"/>
                  </a:moveTo>
                  <a:cubicBezTo>
                    <a:pt x="92" y="7"/>
                    <a:pt x="92" y="7"/>
                    <a:pt x="92" y="7"/>
                  </a:cubicBezTo>
                  <a:cubicBezTo>
                    <a:pt x="99" y="7"/>
                    <a:pt x="99" y="7"/>
                    <a:pt x="99" y="7"/>
                  </a:cubicBezTo>
                  <a:cubicBezTo>
                    <a:pt x="99" y="13"/>
                    <a:pt x="99" y="13"/>
                    <a:pt x="99" y="13"/>
                  </a:cubicBezTo>
                  <a:lnTo>
                    <a:pt x="92" y="13"/>
                  </a:lnTo>
                  <a:close/>
                  <a:moveTo>
                    <a:pt x="99" y="25"/>
                  </a:moveTo>
                  <a:cubicBezTo>
                    <a:pt x="99" y="31"/>
                    <a:pt x="99" y="31"/>
                    <a:pt x="99" y="31"/>
                  </a:cubicBezTo>
                  <a:cubicBezTo>
                    <a:pt x="92" y="31"/>
                    <a:pt x="92" y="31"/>
                    <a:pt x="92" y="31"/>
                  </a:cubicBezTo>
                  <a:cubicBezTo>
                    <a:pt x="92" y="25"/>
                    <a:pt x="92" y="25"/>
                    <a:pt x="92" y="25"/>
                  </a:cubicBezTo>
                  <a:lnTo>
                    <a:pt x="99" y="25"/>
                  </a:lnTo>
                  <a:close/>
                  <a:moveTo>
                    <a:pt x="108" y="16"/>
                  </a:moveTo>
                  <a:cubicBezTo>
                    <a:pt x="108" y="22"/>
                    <a:pt x="108" y="22"/>
                    <a:pt x="108" y="22"/>
                  </a:cubicBezTo>
                  <a:cubicBezTo>
                    <a:pt x="101" y="22"/>
                    <a:pt x="101" y="22"/>
                    <a:pt x="101" y="22"/>
                  </a:cubicBezTo>
                  <a:cubicBezTo>
                    <a:pt x="101" y="16"/>
                    <a:pt x="101" y="16"/>
                    <a:pt x="101" y="16"/>
                  </a:cubicBezTo>
                  <a:lnTo>
                    <a:pt x="108" y="16"/>
                  </a:lnTo>
                  <a:close/>
                  <a:moveTo>
                    <a:pt x="101" y="13"/>
                  </a:moveTo>
                  <a:cubicBezTo>
                    <a:pt x="101" y="7"/>
                    <a:pt x="101" y="7"/>
                    <a:pt x="101" y="7"/>
                  </a:cubicBezTo>
                  <a:cubicBezTo>
                    <a:pt x="108" y="7"/>
                    <a:pt x="108" y="7"/>
                    <a:pt x="108" y="7"/>
                  </a:cubicBezTo>
                  <a:cubicBezTo>
                    <a:pt x="108" y="13"/>
                    <a:pt x="108" y="13"/>
                    <a:pt x="108" y="13"/>
                  </a:cubicBezTo>
                  <a:lnTo>
                    <a:pt x="101" y="13"/>
                  </a:lnTo>
                  <a:close/>
                  <a:moveTo>
                    <a:pt x="108" y="25"/>
                  </a:moveTo>
                  <a:cubicBezTo>
                    <a:pt x="108" y="31"/>
                    <a:pt x="108" y="31"/>
                    <a:pt x="108" y="31"/>
                  </a:cubicBezTo>
                  <a:cubicBezTo>
                    <a:pt x="101" y="31"/>
                    <a:pt x="101" y="31"/>
                    <a:pt x="101" y="31"/>
                  </a:cubicBezTo>
                  <a:cubicBezTo>
                    <a:pt x="101" y="25"/>
                    <a:pt x="101" y="25"/>
                    <a:pt x="101" y="25"/>
                  </a:cubicBezTo>
                  <a:lnTo>
                    <a:pt x="108" y="25"/>
                  </a:lnTo>
                  <a:close/>
                  <a:moveTo>
                    <a:pt x="117" y="16"/>
                  </a:moveTo>
                  <a:cubicBezTo>
                    <a:pt x="117" y="22"/>
                    <a:pt x="117" y="22"/>
                    <a:pt x="117" y="22"/>
                  </a:cubicBezTo>
                  <a:cubicBezTo>
                    <a:pt x="111" y="22"/>
                    <a:pt x="111" y="22"/>
                    <a:pt x="111" y="22"/>
                  </a:cubicBezTo>
                  <a:cubicBezTo>
                    <a:pt x="111" y="16"/>
                    <a:pt x="111" y="16"/>
                    <a:pt x="111" y="16"/>
                  </a:cubicBezTo>
                  <a:lnTo>
                    <a:pt x="117" y="16"/>
                  </a:lnTo>
                  <a:close/>
                  <a:moveTo>
                    <a:pt x="111" y="13"/>
                  </a:moveTo>
                  <a:cubicBezTo>
                    <a:pt x="111" y="7"/>
                    <a:pt x="111" y="7"/>
                    <a:pt x="111" y="7"/>
                  </a:cubicBezTo>
                  <a:cubicBezTo>
                    <a:pt x="117" y="7"/>
                    <a:pt x="117" y="7"/>
                    <a:pt x="117" y="7"/>
                  </a:cubicBezTo>
                  <a:cubicBezTo>
                    <a:pt x="117" y="13"/>
                    <a:pt x="117" y="13"/>
                    <a:pt x="117" y="13"/>
                  </a:cubicBezTo>
                  <a:lnTo>
                    <a:pt x="111" y="13"/>
                  </a:lnTo>
                  <a:close/>
                  <a:moveTo>
                    <a:pt x="117" y="25"/>
                  </a:moveTo>
                  <a:cubicBezTo>
                    <a:pt x="117" y="31"/>
                    <a:pt x="117" y="31"/>
                    <a:pt x="117" y="31"/>
                  </a:cubicBezTo>
                  <a:cubicBezTo>
                    <a:pt x="111" y="31"/>
                    <a:pt x="111" y="31"/>
                    <a:pt x="111" y="31"/>
                  </a:cubicBezTo>
                  <a:cubicBezTo>
                    <a:pt x="111" y="25"/>
                    <a:pt x="111" y="25"/>
                    <a:pt x="111" y="25"/>
                  </a:cubicBezTo>
                  <a:lnTo>
                    <a:pt x="117" y="25"/>
                  </a:lnTo>
                  <a:close/>
                  <a:moveTo>
                    <a:pt x="127" y="16"/>
                  </a:moveTo>
                  <a:cubicBezTo>
                    <a:pt x="127" y="22"/>
                    <a:pt x="127" y="22"/>
                    <a:pt x="127" y="22"/>
                  </a:cubicBezTo>
                  <a:cubicBezTo>
                    <a:pt x="120" y="22"/>
                    <a:pt x="120" y="22"/>
                    <a:pt x="120" y="22"/>
                  </a:cubicBezTo>
                  <a:cubicBezTo>
                    <a:pt x="120" y="16"/>
                    <a:pt x="120" y="16"/>
                    <a:pt x="120" y="16"/>
                  </a:cubicBezTo>
                  <a:lnTo>
                    <a:pt x="127" y="16"/>
                  </a:lnTo>
                  <a:close/>
                  <a:moveTo>
                    <a:pt x="120" y="13"/>
                  </a:moveTo>
                  <a:cubicBezTo>
                    <a:pt x="120" y="7"/>
                    <a:pt x="120" y="7"/>
                    <a:pt x="120" y="7"/>
                  </a:cubicBezTo>
                  <a:cubicBezTo>
                    <a:pt x="127" y="7"/>
                    <a:pt x="127" y="7"/>
                    <a:pt x="127" y="7"/>
                  </a:cubicBezTo>
                  <a:cubicBezTo>
                    <a:pt x="127" y="13"/>
                    <a:pt x="127" y="13"/>
                    <a:pt x="127" y="13"/>
                  </a:cubicBezTo>
                  <a:lnTo>
                    <a:pt x="120" y="13"/>
                  </a:lnTo>
                  <a:close/>
                  <a:moveTo>
                    <a:pt x="127" y="25"/>
                  </a:moveTo>
                  <a:cubicBezTo>
                    <a:pt x="127" y="31"/>
                    <a:pt x="127" y="31"/>
                    <a:pt x="127" y="31"/>
                  </a:cubicBezTo>
                  <a:cubicBezTo>
                    <a:pt x="120" y="31"/>
                    <a:pt x="120" y="31"/>
                    <a:pt x="120" y="31"/>
                  </a:cubicBezTo>
                  <a:cubicBezTo>
                    <a:pt x="120" y="25"/>
                    <a:pt x="120" y="25"/>
                    <a:pt x="120" y="25"/>
                  </a:cubicBezTo>
                  <a:lnTo>
                    <a:pt x="127" y="25"/>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4" name="Freeform 50"/>
            <p:cNvSpPr>
              <a:spLocks noEditPoints="1"/>
            </p:cNvSpPr>
            <p:nvPr/>
          </p:nvSpPr>
          <p:spPr bwMode="auto">
            <a:xfrm>
              <a:off x="5592828" y="3714698"/>
              <a:ext cx="163491" cy="207845"/>
            </a:xfrm>
            <a:custGeom>
              <a:avLst/>
              <a:gdLst>
                <a:gd name="T0" fmla="*/ 113 w 113"/>
                <a:gd name="T1" fmla="*/ 0 h 144"/>
                <a:gd name="T2" fmla="*/ 0 w 113"/>
                <a:gd name="T3" fmla="*/ 0 h 144"/>
                <a:gd name="T4" fmla="*/ 0 w 113"/>
                <a:gd name="T5" fmla="*/ 144 h 144"/>
                <a:gd name="T6" fmla="*/ 113 w 113"/>
                <a:gd name="T7" fmla="*/ 144 h 144"/>
                <a:gd name="T8" fmla="*/ 113 w 113"/>
                <a:gd name="T9" fmla="*/ 0 h 144"/>
                <a:gd name="T10" fmla="*/ 105 w 113"/>
                <a:gd name="T11" fmla="*/ 136 h 144"/>
                <a:gd name="T12" fmla="*/ 8 w 113"/>
                <a:gd name="T13" fmla="*/ 136 h 144"/>
                <a:gd name="T14" fmla="*/ 8 w 113"/>
                <a:gd name="T15" fmla="*/ 8 h 144"/>
                <a:gd name="T16" fmla="*/ 105 w 113"/>
                <a:gd name="T17" fmla="*/ 8 h 144"/>
                <a:gd name="T18" fmla="*/ 105 w 113"/>
                <a:gd name="T19" fmla="*/ 1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44">
                  <a:moveTo>
                    <a:pt x="113" y="0"/>
                  </a:moveTo>
                  <a:lnTo>
                    <a:pt x="0" y="0"/>
                  </a:lnTo>
                  <a:lnTo>
                    <a:pt x="0" y="144"/>
                  </a:lnTo>
                  <a:lnTo>
                    <a:pt x="113" y="144"/>
                  </a:lnTo>
                  <a:lnTo>
                    <a:pt x="113" y="0"/>
                  </a:lnTo>
                  <a:close/>
                  <a:moveTo>
                    <a:pt x="105" y="136"/>
                  </a:moveTo>
                  <a:lnTo>
                    <a:pt x="8" y="136"/>
                  </a:lnTo>
                  <a:lnTo>
                    <a:pt x="8" y="8"/>
                  </a:lnTo>
                  <a:lnTo>
                    <a:pt x="105" y="8"/>
                  </a:lnTo>
                  <a:lnTo>
                    <a:pt x="105" y="136"/>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5" name="Rectangle 51"/>
            <p:cNvSpPr>
              <a:spLocks noChangeArrowheads="1"/>
            </p:cNvSpPr>
            <p:nvPr/>
          </p:nvSpPr>
          <p:spPr bwMode="auto">
            <a:xfrm>
              <a:off x="5611876" y="3736911"/>
              <a:ext cx="125396" cy="7934"/>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6" name="Rectangle 52"/>
            <p:cNvSpPr>
              <a:spLocks noChangeArrowheads="1"/>
            </p:cNvSpPr>
            <p:nvPr/>
          </p:nvSpPr>
          <p:spPr bwMode="auto">
            <a:xfrm>
              <a:off x="5611876" y="3755950"/>
              <a:ext cx="125396" cy="7934"/>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7" name="Rectangle 53"/>
            <p:cNvSpPr>
              <a:spLocks noChangeArrowheads="1"/>
            </p:cNvSpPr>
            <p:nvPr/>
          </p:nvSpPr>
          <p:spPr bwMode="auto">
            <a:xfrm>
              <a:off x="5611876" y="3774989"/>
              <a:ext cx="125396" cy="7934"/>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8" name="Rectangle 54"/>
            <p:cNvSpPr>
              <a:spLocks noChangeArrowheads="1"/>
            </p:cNvSpPr>
            <p:nvPr/>
          </p:nvSpPr>
          <p:spPr bwMode="auto">
            <a:xfrm>
              <a:off x="5611876" y="3794028"/>
              <a:ext cx="125396" cy="7934"/>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59" name="Rectangle 55"/>
            <p:cNvSpPr>
              <a:spLocks noChangeArrowheads="1"/>
            </p:cNvSpPr>
            <p:nvPr/>
          </p:nvSpPr>
          <p:spPr bwMode="auto">
            <a:xfrm>
              <a:off x="5611876" y="3813067"/>
              <a:ext cx="125396" cy="7934"/>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60" name="Rectangle 56"/>
            <p:cNvSpPr>
              <a:spLocks noChangeArrowheads="1"/>
            </p:cNvSpPr>
            <p:nvPr/>
          </p:nvSpPr>
          <p:spPr bwMode="auto">
            <a:xfrm>
              <a:off x="5611876" y="3832107"/>
              <a:ext cx="125396" cy="6346"/>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61" name="Rectangle 57"/>
            <p:cNvSpPr>
              <a:spLocks noChangeArrowheads="1"/>
            </p:cNvSpPr>
            <p:nvPr/>
          </p:nvSpPr>
          <p:spPr bwMode="auto">
            <a:xfrm>
              <a:off x="5611876" y="3851146"/>
              <a:ext cx="125396" cy="6346"/>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62" name="Rectangle 58"/>
            <p:cNvSpPr>
              <a:spLocks noChangeArrowheads="1"/>
            </p:cNvSpPr>
            <p:nvPr/>
          </p:nvSpPr>
          <p:spPr bwMode="auto">
            <a:xfrm>
              <a:off x="5611876" y="3868599"/>
              <a:ext cx="125396" cy="7933"/>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63" name="Rectangle 59"/>
            <p:cNvSpPr>
              <a:spLocks noChangeArrowheads="1"/>
            </p:cNvSpPr>
            <p:nvPr/>
          </p:nvSpPr>
          <p:spPr bwMode="auto">
            <a:xfrm>
              <a:off x="5688066" y="3887638"/>
              <a:ext cx="49207" cy="7933"/>
            </a:xfrm>
            <a:prstGeom prst="rect">
              <a:avLst/>
            </a:pr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grpSp>
        <p:nvGrpSpPr>
          <p:cNvPr id="64" name="组合 63"/>
          <p:cNvGrpSpPr>
            <a:grpSpLocks/>
          </p:cNvGrpSpPr>
          <p:nvPr/>
        </p:nvGrpSpPr>
        <p:grpSpPr bwMode="auto">
          <a:xfrm>
            <a:off x="4597773" y="1682596"/>
            <a:ext cx="1399652" cy="1480014"/>
            <a:chOff x="2312545" y="1277667"/>
            <a:chExt cx="1327681" cy="1404332"/>
          </a:xfrm>
        </p:grpSpPr>
        <p:sp>
          <p:nvSpPr>
            <p:cNvPr id="20531" name="Freeform 5"/>
            <p:cNvSpPr>
              <a:spLocks/>
            </p:cNvSpPr>
            <p:nvPr/>
          </p:nvSpPr>
          <p:spPr bwMode="auto">
            <a:xfrm>
              <a:off x="2661097" y="2008035"/>
              <a:ext cx="979129" cy="673964"/>
            </a:xfrm>
            <a:custGeom>
              <a:avLst/>
              <a:gdLst>
                <a:gd name="T0" fmla="*/ 2147483646 w 259"/>
                <a:gd name="T1" fmla="*/ 788488658 h 178"/>
                <a:gd name="T2" fmla="*/ 2147483646 w 259"/>
                <a:gd name="T3" fmla="*/ 788488658 h 178"/>
                <a:gd name="T4" fmla="*/ 2147483646 w 259"/>
                <a:gd name="T5" fmla="*/ 0 h 178"/>
                <a:gd name="T6" fmla="*/ 2147483646 w 259"/>
                <a:gd name="T7" fmla="*/ 0 h 178"/>
                <a:gd name="T8" fmla="*/ 0 w 259"/>
                <a:gd name="T9" fmla="*/ 2064408527 h 178"/>
                <a:gd name="T10" fmla="*/ 614537652 w 259"/>
                <a:gd name="T11" fmla="*/ 2147483646 h 178"/>
                <a:gd name="T12" fmla="*/ 2147483646 w 259"/>
                <a:gd name="T13" fmla="*/ 788488658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9" h="178">
                  <a:moveTo>
                    <a:pt x="259" y="55"/>
                  </a:moveTo>
                  <a:cubicBezTo>
                    <a:pt x="259" y="55"/>
                    <a:pt x="259" y="55"/>
                    <a:pt x="259" y="55"/>
                  </a:cubicBezTo>
                  <a:cubicBezTo>
                    <a:pt x="252" y="0"/>
                    <a:pt x="252" y="0"/>
                    <a:pt x="252" y="0"/>
                  </a:cubicBezTo>
                  <a:cubicBezTo>
                    <a:pt x="252" y="0"/>
                    <a:pt x="252" y="0"/>
                    <a:pt x="252" y="0"/>
                  </a:cubicBezTo>
                  <a:cubicBezTo>
                    <a:pt x="148" y="13"/>
                    <a:pt x="59" y="67"/>
                    <a:pt x="0" y="144"/>
                  </a:cubicBezTo>
                  <a:cubicBezTo>
                    <a:pt x="43" y="178"/>
                    <a:pt x="43" y="178"/>
                    <a:pt x="43" y="178"/>
                  </a:cubicBezTo>
                  <a:cubicBezTo>
                    <a:pt x="94" y="112"/>
                    <a:pt x="170" y="66"/>
                    <a:pt x="259" y="5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2" name="Freeform 21"/>
            <p:cNvSpPr>
              <a:spLocks/>
            </p:cNvSpPr>
            <p:nvPr/>
          </p:nvSpPr>
          <p:spPr bwMode="auto">
            <a:xfrm>
              <a:off x="2415230" y="1376013"/>
              <a:ext cx="1036980" cy="992145"/>
            </a:xfrm>
            <a:custGeom>
              <a:avLst/>
              <a:gdLst>
                <a:gd name="T0" fmla="*/ 2091183708 w 274"/>
                <a:gd name="T1" fmla="*/ 2147483646 h 262"/>
                <a:gd name="T2" fmla="*/ 300788538 w 274"/>
                <a:gd name="T3" fmla="*/ 2147483646 h 262"/>
                <a:gd name="T4" fmla="*/ 128907211 w 274"/>
                <a:gd name="T5" fmla="*/ 1405316590 h 262"/>
                <a:gd name="T6" fmla="*/ 973977788 w 274"/>
                <a:gd name="T7" fmla="*/ 301138728 h 262"/>
                <a:gd name="T8" fmla="*/ 1647167038 w 274"/>
                <a:gd name="T9" fmla="*/ 86040178 h 262"/>
                <a:gd name="T10" fmla="*/ 2147483646 w 274"/>
                <a:gd name="T11" fmla="*/ 989456363 h 262"/>
                <a:gd name="T12" fmla="*/ 2147483646 w 274"/>
                <a:gd name="T13" fmla="*/ 2147483646 h 262"/>
                <a:gd name="T14" fmla="*/ 2091183708 w 274"/>
                <a:gd name="T15" fmla="*/ 2147483646 h 262"/>
                <a:gd name="T16" fmla="*/ 2091183708 w 274"/>
                <a:gd name="T17" fmla="*/ 2147483646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4" h="262">
                  <a:moveTo>
                    <a:pt x="146" y="256"/>
                  </a:moveTo>
                  <a:cubicBezTo>
                    <a:pt x="95" y="262"/>
                    <a:pt x="46" y="238"/>
                    <a:pt x="21" y="193"/>
                  </a:cubicBezTo>
                  <a:cubicBezTo>
                    <a:pt x="4" y="164"/>
                    <a:pt x="0" y="130"/>
                    <a:pt x="9" y="98"/>
                  </a:cubicBezTo>
                  <a:cubicBezTo>
                    <a:pt x="18" y="65"/>
                    <a:pt x="39" y="38"/>
                    <a:pt x="68" y="21"/>
                  </a:cubicBezTo>
                  <a:cubicBezTo>
                    <a:pt x="82" y="13"/>
                    <a:pt x="98" y="8"/>
                    <a:pt x="115" y="6"/>
                  </a:cubicBezTo>
                  <a:cubicBezTo>
                    <a:pt x="165" y="0"/>
                    <a:pt x="214" y="24"/>
                    <a:pt x="240" y="69"/>
                  </a:cubicBezTo>
                  <a:cubicBezTo>
                    <a:pt x="274" y="129"/>
                    <a:pt x="253" y="206"/>
                    <a:pt x="192" y="240"/>
                  </a:cubicBezTo>
                  <a:cubicBezTo>
                    <a:pt x="178" y="249"/>
                    <a:pt x="162" y="254"/>
                    <a:pt x="146" y="256"/>
                  </a:cubicBezTo>
                  <a:cubicBezTo>
                    <a:pt x="146" y="256"/>
                    <a:pt x="146" y="256"/>
                    <a:pt x="146" y="25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3" name="Freeform 34"/>
            <p:cNvSpPr>
              <a:spLocks/>
            </p:cNvSpPr>
            <p:nvPr/>
          </p:nvSpPr>
          <p:spPr bwMode="auto">
            <a:xfrm>
              <a:off x="2312545" y="1277667"/>
              <a:ext cx="1188838" cy="1188838"/>
            </a:xfrm>
            <a:custGeom>
              <a:avLst/>
              <a:gdLst>
                <a:gd name="T0" fmla="*/ 1275782191 w 314"/>
                <a:gd name="T1" fmla="*/ 544714970 h 314"/>
                <a:gd name="T2" fmla="*/ 544714970 w 314"/>
                <a:gd name="T3" fmla="*/ 2147483646 h 314"/>
                <a:gd name="T4" fmla="*/ 2147483646 w 314"/>
                <a:gd name="T5" fmla="*/ 2147483646 h 314"/>
                <a:gd name="T6" fmla="*/ 2147483646 w 314"/>
                <a:gd name="T7" fmla="*/ 1275782191 h 314"/>
                <a:gd name="T8" fmla="*/ 1275782191 w 314"/>
                <a:gd name="T9" fmla="*/ 544714970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 h="314">
                  <a:moveTo>
                    <a:pt x="89" y="38"/>
                  </a:moveTo>
                  <a:cubicBezTo>
                    <a:pt x="24" y="75"/>
                    <a:pt x="0" y="159"/>
                    <a:pt x="38" y="225"/>
                  </a:cubicBezTo>
                  <a:cubicBezTo>
                    <a:pt x="75" y="291"/>
                    <a:pt x="159" y="314"/>
                    <a:pt x="225" y="276"/>
                  </a:cubicBezTo>
                  <a:cubicBezTo>
                    <a:pt x="291" y="239"/>
                    <a:pt x="314" y="155"/>
                    <a:pt x="277" y="89"/>
                  </a:cubicBezTo>
                  <a:cubicBezTo>
                    <a:pt x="239" y="23"/>
                    <a:pt x="155" y="0"/>
                    <a:pt x="89" y="3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8" name="Freeform 35"/>
            <p:cNvSpPr>
              <a:spLocks/>
            </p:cNvSpPr>
            <p:nvPr/>
          </p:nvSpPr>
          <p:spPr bwMode="auto">
            <a:xfrm>
              <a:off x="2361778" y="1376161"/>
              <a:ext cx="1091048" cy="991293"/>
            </a:xfrm>
            <a:custGeom>
              <a:avLst/>
              <a:gdLst>
                <a:gd name="T0" fmla="*/ 160 w 288"/>
                <a:gd name="T1" fmla="*/ 256 h 262"/>
                <a:gd name="T2" fmla="*/ 35 w 288"/>
                <a:gd name="T3" fmla="*/ 193 h 262"/>
                <a:gd name="T4" fmla="*/ 82 w 288"/>
                <a:gd name="T5" fmla="*/ 21 h 262"/>
                <a:gd name="T6" fmla="*/ 128 w 288"/>
                <a:gd name="T7" fmla="*/ 6 h 262"/>
                <a:gd name="T8" fmla="*/ 254 w 288"/>
                <a:gd name="T9" fmla="*/ 69 h 262"/>
                <a:gd name="T10" fmla="*/ 206 w 288"/>
                <a:gd name="T11" fmla="*/ 240 h 262"/>
                <a:gd name="T12" fmla="*/ 160 w 288"/>
                <a:gd name="T13" fmla="*/ 256 h 262"/>
              </a:gdLst>
              <a:ahLst/>
              <a:cxnLst>
                <a:cxn ang="0">
                  <a:pos x="T0" y="T1"/>
                </a:cxn>
                <a:cxn ang="0">
                  <a:pos x="T2" y="T3"/>
                </a:cxn>
                <a:cxn ang="0">
                  <a:pos x="T4" y="T5"/>
                </a:cxn>
                <a:cxn ang="0">
                  <a:pos x="T6" y="T7"/>
                </a:cxn>
                <a:cxn ang="0">
                  <a:pos x="T8" y="T9"/>
                </a:cxn>
                <a:cxn ang="0">
                  <a:pos x="T10" y="T11"/>
                </a:cxn>
                <a:cxn ang="0">
                  <a:pos x="T12" y="T13"/>
                </a:cxn>
              </a:cxnLst>
              <a:rect l="0" t="0" r="r" b="b"/>
              <a:pathLst>
                <a:path w="288" h="262">
                  <a:moveTo>
                    <a:pt x="160" y="256"/>
                  </a:moveTo>
                  <a:cubicBezTo>
                    <a:pt x="109" y="262"/>
                    <a:pt x="60" y="238"/>
                    <a:pt x="35" y="193"/>
                  </a:cubicBezTo>
                  <a:cubicBezTo>
                    <a:pt x="0" y="133"/>
                    <a:pt x="22" y="56"/>
                    <a:pt x="82" y="21"/>
                  </a:cubicBezTo>
                  <a:cubicBezTo>
                    <a:pt x="96" y="13"/>
                    <a:pt x="112" y="8"/>
                    <a:pt x="128" y="6"/>
                  </a:cubicBezTo>
                  <a:cubicBezTo>
                    <a:pt x="179" y="0"/>
                    <a:pt x="228" y="24"/>
                    <a:pt x="254" y="69"/>
                  </a:cubicBezTo>
                  <a:cubicBezTo>
                    <a:pt x="288" y="129"/>
                    <a:pt x="267" y="206"/>
                    <a:pt x="206" y="240"/>
                  </a:cubicBezTo>
                  <a:cubicBezTo>
                    <a:pt x="192" y="249"/>
                    <a:pt x="176" y="254"/>
                    <a:pt x="160" y="256"/>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20535" name="Freeform 60"/>
            <p:cNvSpPr>
              <a:spLocks noEditPoints="1"/>
            </p:cNvSpPr>
            <p:nvPr/>
          </p:nvSpPr>
          <p:spPr bwMode="auto">
            <a:xfrm>
              <a:off x="2649526" y="1645020"/>
              <a:ext cx="510536" cy="390494"/>
            </a:xfrm>
            <a:custGeom>
              <a:avLst/>
              <a:gdLst>
                <a:gd name="T0" fmla="*/ 738376791 w 353"/>
                <a:gd name="T1" fmla="*/ 525019183 h 270"/>
                <a:gd name="T2" fmla="*/ 738376791 w 353"/>
                <a:gd name="T3" fmla="*/ 508285792 h 270"/>
                <a:gd name="T4" fmla="*/ 738376791 w 353"/>
                <a:gd name="T5" fmla="*/ 487368330 h 270"/>
                <a:gd name="T6" fmla="*/ 738376791 w 353"/>
                <a:gd name="T7" fmla="*/ 470634939 h 270"/>
                <a:gd name="T8" fmla="*/ 738376791 w 353"/>
                <a:gd name="T9" fmla="*/ 443442094 h 270"/>
                <a:gd name="T10" fmla="*/ 738376791 w 353"/>
                <a:gd name="T11" fmla="*/ 426708703 h 270"/>
                <a:gd name="T12" fmla="*/ 738376791 w 353"/>
                <a:gd name="T13" fmla="*/ 405791241 h 270"/>
                <a:gd name="T14" fmla="*/ 738376791 w 353"/>
                <a:gd name="T15" fmla="*/ 389057850 h 270"/>
                <a:gd name="T16" fmla="*/ 738376791 w 353"/>
                <a:gd name="T17" fmla="*/ 366049076 h 270"/>
                <a:gd name="T18" fmla="*/ 738376791 w 353"/>
                <a:gd name="T19" fmla="*/ 351406997 h 270"/>
                <a:gd name="T20" fmla="*/ 738376791 w 353"/>
                <a:gd name="T21" fmla="*/ 0 h 270"/>
                <a:gd name="T22" fmla="*/ 0 w 353"/>
                <a:gd name="T23" fmla="*/ 0 h 270"/>
                <a:gd name="T24" fmla="*/ 0 w 353"/>
                <a:gd name="T25" fmla="*/ 351406997 h 270"/>
                <a:gd name="T26" fmla="*/ 0 w 353"/>
                <a:gd name="T27" fmla="*/ 366049076 h 270"/>
                <a:gd name="T28" fmla="*/ 0 w 353"/>
                <a:gd name="T29" fmla="*/ 389057850 h 270"/>
                <a:gd name="T30" fmla="*/ 0 w 353"/>
                <a:gd name="T31" fmla="*/ 405791241 h 270"/>
                <a:gd name="T32" fmla="*/ 0 w 353"/>
                <a:gd name="T33" fmla="*/ 426708703 h 270"/>
                <a:gd name="T34" fmla="*/ 0 w 353"/>
                <a:gd name="T35" fmla="*/ 443442094 h 270"/>
                <a:gd name="T36" fmla="*/ 0 w 353"/>
                <a:gd name="T37" fmla="*/ 470634939 h 270"/>
                <a:gd name="T38" fmla="*/ 0 w 353"/>
                <a:gd name="T39" fmla="*/ 487368330 h 270"/>
                <a:gd name="T40" fmla="*/ 0 w 353"/>
                <a:gd name="T41" fmla="*/ 508285792 h 270"/>
                <a:gd name="T42" fmla="*/ 0 w 353"/>
                <a:gd name="T43" fmla="*/ 525019183 h 270"/>
                <a:gd name="T44" fmla="*/ 0 w 353"/>
                <a:gd name="T45" fmla="*/ 564761348 h 270"/>
                <a:gd name="T46" fmla="*/ 738376791 w 353"/>
                <a:gd name="T47" fmla="*/ 564761348 h 270"/>
                <a:gd name="T48" fmla="*/ 738376791 w 353"/>
                <a:gd name="T49" fmla="*/ 525019183 h 270"/>
                <a:gd name="T50" fmla="*/ 16733432 w 353"/>
                <a:gd name="T51" fmla="*/ 16733391 h 270"/>
                <a:gd name="T52" fmla="*/ 721643359 w 353"/>
                <a:gd name="T53" fmla="*/ 16733391 h 270"/>
                <a:gd name="T54" fmla="*/ 721643359 w 353"/>
                <a:gd name="T55" fmla="*/ 351406997 h 270"/>
                <a:gd name="T56" fmla="*/ 16733432 w 353"/>
                <a:gd name="T57" fmla="*/ 351406997 h 270"/>
                <a:gd name="T58" fmla="*/ 16733432 w 353"/>
                <a:gd name="T59" fmla="*/ 16733391 h 270"/>
                <a:gd name="T60" fmla="*/ 16733432 w 353"/>
                <a:gd name="T61" fmla="*/ 405791241 h 270"/>
                <a:gd name="T62" fmla="*/ 721643359 w 353"/>
                <a:gd name="T63" fmla="*/ 405791241 h 270"/>
                <a:gd name="T64" fmla="*/ 721643359 w 353"/>
                <a:gd name="T65" fmla="*/ 426708703 h 270"/>
                <a:gd name="T66" fmla="*/ 16733432 w 353"/>
                <a:gd name="T67" fmla="*/ 426708703 h 270"/>
                <a:gd name="T68" fmla="*/ 16733432 w 353"/>
                <a:gd name="T69" fmla="*/ 405791241 h 270"/>
                <a:gd name="T70" fmla="*/ 16733432 w 353"/>
                <a:gd name="T71" fmla="*/ 487368330 h 270"/>
                <a:gd name="T72" fmla="*/ 721643359 w 353"/>
                <a:gd name="T73" fmla="*/ 487368330 h 270"/>
                <a:gd name="T74" fmla="*/ 721643359 w 353"/>
                <a:gd name="T75" fmla="*/ 508285792 h 270"/>
                <a:gd name="T76" fmla="*/ 16733432 w 353"/>
                <a:gd name="T77" fmla="*/ 508285792 h 270"/>
                <a:gd name="T78" fmla="*/ 16733432 w 353"/>
                <a:gd name="T79" fmla="*/ 487368330 h 2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53" h="270">
                  <a:moveTo>
                    <a:pt x="353" y="251"/>
                  </a:moveTo>
                  <a:lnTo>
                    <a:pt x="353" y="243"/>
                  </a:lnTo>
                  <a:lnTo>
                    <a:pt x="353" y="233"/>
                  </a:lnTo>
                  <a:lnTo>
                    <a:pt x="353" y="225"/>
                  </a:lnTo>
                  <a:lnTo>
                    <a:pt x="353" y="212"/>
                  </a:lnTo>
                  <a:lnTo>
                    <a:pt x="353" y="204"/>
                  </a:lnTo>
                  <a:lnTo>
                    <a:pt x="353" y="194"/>
                  </a:lnTo>
                  <a:lnTo>
                    <a:pt x="353" y="186"/>
                  </a:lnTo>
                  <a:lnTo>
                    <a:pt x="353" y="175"/>
                  </a:lnTo>
                  <a:lnTo>
                    <a:pt x="353" y="168"/>
                  </a:lnTo>
                  <a:lnTo>
                    <a:pt x="353" y="0"/>
                  </a:lnTo>
                  <a:lnTo>
                    <a:pt x="0" y="0"/>
                  </a:lnTo>
                  <a:lnTo>
                    <a:pt x="0" y="168"/>
                  </a:lnTo>
                  <a:lnTo>
                    <a:pt x="0" y="175"/>
                  </a:lnTo>
                  <a:lnTo>
                    <a:pt x="0" y="186"/>
                  </a:lnTo>
                  <a:lnTo>
                    <a:pt x="0" y="194"/>
                  </a:lnTo>
                  <a:lnTo>
                    <a:pt x="0" y="204"/>
                  </a:lnTo>
                  <a:lnTo>
                    <a:pt x="0" y="212"/>
                  </a:lnTo>
                  <a:lnTo>
                    <a:pt x="0" y="225"/>
                  </a:lnTo>
                  <a:lnTo>
                    <a:pt x="0" y="233"/>
                  </a:lnTo>
                  <a:lnTo>
                    <a:pt x="0" y="243"/>
                  </a:lnTo>
                  <a:lnTo>
                    <a:pt x="0" y="251"/>
                  </a:lnTo>
                  <a:lnTo>
                    <a:pt x="0" y="270"/>
                  </a:lnTo>
                  <a:lnTo>
                    <a:pt x="353" y="270"/>
                  </a:lnTo>
                  <a:lnTo>
                    <a:pt x="353" y="251"/>
                  </a:lnTo>
                  <a:close/>
                  <a:moveTo>
                    <a:pt x="8" y="8"/>
                  </a:moveTo>
                  <a:lnTo>
                    <a:pt x="345" y="8"/>
                  </a:lnTo>
                  <a:lnTo>
                    <a:pt x="345" y="168"/>
                  </a:lnTo>
                  <a:lnTo>
                    <a:pt x="8" y="168"/>
                  </a:lnTo>
                  <a:lnTo>
                    <a:pt x="8" y="8"/>
                  </a:lnTo>
                  <a:close/>
                  <a:moveTo>
                    <a:pt x="8" y="194"/>
                  </a:moveTo>
                  <a:lnTo>
                    <a:pt x="345" y="194"/>
                  </a:lnTo>
                  <a:lnTo>
                    <a:pt x="345" y="204"/>
                  </a:lnTo>
                  <a:lnTo>
                    <a:pt x="8" y="204"/>
                  </a:lnTo>
                  <a:lnTo>
                    <a:pt x="8" y="194"/>
                  </a:lnTo>
                  <a:close/>
                  <a:moveTo>
                    <a:pt x="8" y="233"/>
                  </a:moveTo>
                  <a:lnTo>
                    <a:pt x="345" y="233"/>
                  </a:lnTo>
                  <a:lnTo>
                    <a:pt x="345" y="243"/>
                  </a:lnTo>
                  <a:lnTo>
                    <a:pt x="8" y="243"/>
                  </a:lnTo>
                  <a:lnTo>
                    <a:pt x="8" y="23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6" name="Freeform 61"/>
            <p:cNvSpPr>
              <a:spLocks noEditPoints="1"/>
            </p:cNvSpPr>
            <p:nvPr/>
          </p:nvSpPr>
          <p:spPr bwMode="auto">
            <a:xfrm>
              <a:off x="2684237" y="1675392"/>
              <a:ext cx="442560" cy="189462"/>
            </a:xfrm>
            <a:custGeom>
              <a:avLst/>
              <a:gdLst>
                <a:gd name="T0" fmla="*/ 1530932299 w 117"/>
                <a:gd name="T1" fmla="*/ 0 h 50"/>
                <a:gd name="T2" fmla="*/ 143079270 w 117"/>
                <a:gd name="T3" fmla="*/ 0 h 50"/>
                <a:gd name="T4" fmla="*/ 0 w 117"/>
                <a:gd name="T5" fmla="*/ 143581882 h 50"/>
                <a:gd name="T6" fmla="*/ 0 w 117"/>
                <a:gd name="T7" fmla="*/ 574335107 h 50"/>
                <a:gd name="T8" fmla="*/ 143079270 w 117"/>
                <a:gd name="T9" fmla="*/ 717916989 h 50"/>
                <a:gd name="T10" fmla="*/ 1530932299 w 117"/>
                <a:gd name="T11" fmla="*/ 717916989 h 50"/>
                <a:gd name="T12" fmla="*/ 1674011569 w 117"/>
                <a:gd name="T13" fmla="*/ 574335107 h 50"/>
                <a:gd name="T14" fmla="*/ 1674011569 w 117"/>
                <a:gd name="T15" fmla="*/ 143581882 h 50"/>
                <a:gd name="T16" fmla="*/ 1530932299 w 117"/>
                <a:gd name="T17" fmla="*/ 0 h 50"/>
                <a:gd name="T18" fmla="*/ 1273392640 w 117"/>
                <a:gd name="T19" fmla="*/ 646126048 h 50"/>
                <a:gd name="T20" fmla="*/ 400618929 w 117"/>
                <a:gd name="T21" fmla="*/ 646126048 h 50"/>
                <a:gd name="T22" fmla="*/ 114464172 w 117"/>
                <a:gd name="T23" fmla="*/ 358958494 h 50"/>
                <a:gd name="T24" fmla="*/ 400618929 w 117"/>
                <a:gd name="T25" fmla="*/ 86148371 h 50"/>
                <a:gd name="T26" fmla="*/ 1273392640 w 117"/>
                <a:gd name="T27" fmla="*/ 86148371 h 50"/>
                <a:gd name="T28" fmla="*/ 1559547397 w 117"/>
                <a:gd name="T29" fmla="*/ 358958494 h 50"/>
                <a:gd name="T30" fmla="*/ 1273392640 w 117"/>
                <a:gd name="T31" fmla="*/ 646126048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7" h="50">
                  <a:moveTo>
                    <a:pt x="107" y="0"/>
                  </a:moveTo>
                  <a:cubicBezTo>
                    <a:pt x="10" y="0"/>
                    <a:pt x="10" y="0"/>
                    <a:pt x="10" y="0"/>
                  </a:cubicBezTo>
                  <a:cubicBezTo>
                    <a:pt x="10" y="6"/>
                    <a:pt x="5" y="10"/>
                    <a:pt x="0" y="10"/>
                  </a:cubicBezTo>
                  <a:cubicBezTo>
                    <a:pt x="0" y="40"/>
                    <a:pt x="0" y="40"/>
                    <a:pt x="0" y="40"/>
                  </a:cubicBezTo>
                  <a:cubicBezTo>
                    <a:pt x="5" y="40"/>
                    <a:pt x="10" y="45"/>
                    <a:pt x="10" y="50"/>
                  </a:cubicBezTo>
                  <a:cubicBezTo>
                    <a:pt x="107" y="50"/>
                    <a:pt x="107" y="50"/>
                    <a:pt x="107" y="50"/>
                  </a:cubicBezTo>
                  <a:cubicBezTo>
                    <a:pt x="107" y="45"/>
                    <a:pt x="112" y="40"/>
                    <a:pt x="117" y="40"/>
                  </a:cubicBezTo>
                  <a:cubicBezTo>
                    <a:pt x="117" y="10"/>
                    <a:pt x="117" y="10"/>
                    <a:pt x="117" y="10"/>
                  </a:cubicBezTo>
                  <a:cubicBezTo>
                    <a:pt x="112" y="10"/>
                    <a:pt x="107" y="6"/>
                    <a:pt x="107" y="0"/>
                  </a:cubicBezTo>
                  <a:close/>
                  <a:moveTo>
                    <a:pt x="89" y="45"/>
                  </a:moveTo>
                  <a:cubicBezTo>
                    <a:pt x="28" y="45"/>
                    <a:pt x="28" y="45"/>
                    <a:pt x="28" y="45"/>
                  </a:cubicBezTo>
                  <a:cubicBezTo>
                    <a:pt x="17" y="45"/>
                    <a:pt x="8" y="36"/>
                    <a:pt x="8" y="25"/>
                  </a:cubicBezTo>
                  <a:cubicBezTo>
                    <a:pt x="8" y="15"/>
                    <a:pt x="17" y="6"/>
                    <a:pt x="28" y="6"/>
                  </a:cubicBezTo>
                  <a:cubicBezTo>
                    <a:pt x="89" y="6"/>
                    <a:pt x="89" y="6"/>
                    <a:pt x="89" y="6"/>
                  </a:cubicBezTo>
                  <a:cubicBezTo>
                    <a:pt x="100" y="6"/>
                    <a:pt x="109" y="15"/>
                    <a:pt x="109" y="25"/>
                  </a:cubicBezTo>
                  <a:cubicBezTo>
                    <a:pt x="109" y="36"/>
                    <a:pt x="100" y="45"/>
                    <a:pt x="89" y="4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7" name="Freeform 62"/>
            <p:cNvSpPr>
              <a:spLocks noEditPoints="1"/>
            </p:cNvSpPr>
            <p:nvPr/>
          </p:nvSpPr>
          <p:spPr bwMode="auto">
            <a:xfrm>
              <a:off x="2853452" y="1705764"/>
              <a:ext cx="105579" cy="133057"/>
            </a:xfrm>
            <a:custGeom>
              <a:avLst/>
              <a:gdLst>
                <a:gd name="T0" fmla="*/ 199054122 w 28"/>
                <a:gd name="T1" fmla="*/ 0 h 35"/>
                <a:gd name="T2" fmla="*/ 0 w 28"/>
                <a:gd name="T3" fmla="*/ 245691651 h 35"/>
                <a:gd name="T4" fmla="*/ 199054122 w 28"/>
                <a:gd name="T5" fmla="*/ 505833293 h 35"/>
                <a:gd name="T6" fmla="*/ 398104473 w 28"/>
                <a:gd name="T7" fmla="*/ 245691651 h 35"/>
                <a:gd name="T8" fmla="*/ 199054122 w 28"/>
                <a:gd name="T9" fmla="*/ 0 h 35"/>
                <a:gd name="T10" fmla="*/ 199054122 w 28"/>
                <a:gd name="T11" fmla="*/ 462475719 h 35"/>
                <a:gd name="T12" fmla="*/ 42653916 w 28"/>
                <a:gd name="T13" fmla="*/ 245691651 h 35"/>
                <a:gd name="T14" fmla="*/ 199054122 w 28"/>
                <a:gd name="T15" fmla="*/ 43357574 h 35"/>
                <a:gd name="T16" fmla="*/ 355450557 w 28"/>
                <a:gd name="T17" fmla="*/ 245691651 h 35"/>
                <a:gd name="T18" fmla="*/ 199054122 w 28"/>
                <a:gd name="T19" fmla="*/ 462475719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 h="35">
                  <a:moveTo>
                    <a:pt x="14" y="0"/>
                  </a:moveTo>
                  <a:cubicBezTo>
                    <a:pt x="6" y="0"/>
                    <a:pt x="0" y="8"/>
                    <a:pt x="0" y="17"/>
                  </a:cubicBezTo>
                  <a:cubicBezTo>
                    <a:pt x="0" y="27"/>
                    <a:pt x="6" y="35"/>
                    <a:pt x="14" y="35"/>
                  </a:cubicBezTo>
                  <a:cubicBezTo>
                    <a:pt x="21" y="35"/>
                    <a:pt x="28" y="27"/>
                    <a:pt x="28" y="17"/>
                  </a:cubicBezTo>
                  <a:cubicBezTo>
                    <a:pt x="28" y="8"/>
                    <a:pt x="21" y="0"/>
                    <a:pt x="14" y="0"/>
                  </a:cubicBezTo>
                  <a:close/>
                  <a:moveTo>
                    <a:pt x="14" y="32"/>
                  </a:moveTo>
                  <a:cubicBezTo>
                    <a:pt x="7" y="32"/>
                    <a:pt x="3" y="25"/>
                    <a:pt x="3" y="17"/>
                  </a:cubicBezTo>
                  <a:cubicBezTo>
                    <a:pt x="3" y="9"/>
                    <a:pt x="7" y="3"/>
                    <a:pt x="14" y="3"/>
                  </a:cubicBezTo>
                  <a:cubicBezTo>
                    <a:pt x="20" y="3"/>
                    <a:pt x="25" y="9"/>
                    <a:pt x="25" y="17"/>
                  </a:cubicBezTo>
                  <a:cubicBezTo>
                    <a:pt x="25" y="25"/>
                    <a:pt x="20" y="32"/>
                    <a:pt x="14" y="3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72" name="组合 71"/>
          <p:cNvGrpSpPr>
            <a:grpSpLocks/>
          </p:cNvGrpSpPr>
          <p:nvPr/>
        </p:nvGrpSpPr>
        <p:grpSpPr bwMode="auto">
          <a:xfrm>
            <a:off x="3728852" y="2839486"/>
            <a:ext cx="1408022" cy="1304221"/>
            <a:chOff x="1488168" y="2375389"/>
            <a:chExt cx="1334911" cy="1236565"/>
          </a:xfrm>
        </p:grpSpPr>
        <p:sp>
          <p:nvSpPr>
            <p:cNvPr id="73" name="Freeform 8"/>
            <p:cNvSpPr>
              <a:spLocks/>
            </p:cNvSpPr>
            <p:nvPr/>
          </p:nvSpPr>
          <p:spPr bwMode="auto">
            <a:xfrm>
              <a:off x="2316734" y="2553175"/>
              <a:ext cx="506345" cy="1058779"/>
            </a:xfrm>
            <a:custGeom>
              <a:avLst/>
              <a:gdLst>
                <a:gd name="T0" fmla="*/ 68 w 134"/>
                <a:gd name="T1" fmla="*/ 273 h 280"/>
                <a:gd name="T2" fmla="*/ 134 w 134"/>
                <a:gd name="T3" fmla="*/ 34 h 280"/>
                <a:gd name="T4" fmla="*/ 91 w 134"/>
                <a:gd name="T5" fmla="*/ 0 h 280"/>
                <a:gd name="T6" fmla="*/ 13 w 134"/>
                <a:gd name="T7" fmla="*/ 280 h 280"/>
                <a:gd name="T8" fmla="*/ 68 w 134"/>
                <a:gd name="T9" fmla="*/ 273 h 280"/>
              </a:gdLst>
              <a:ahLst/>
              <a:cxnLst>
                <a:cxn ang="0">
                  <a:pos x="T0" y="T1"/>
                </a:cxn>
                <a:cxn ang="0">
                  <a:pos x="T2" y="T3"/>
                </a:cxn>
                <a:cxn ang="0">
                  <a:pos x="T4" y="T5"/>
                </a:cxn>
                <a:cxn ang="0">
                  <a:pos x="T6" y="T7"/>
                </a:cxn>
                <a:cxn ang="0">
                  <a:pos x="T8" y="T9"/>
                </a:cxn>
              </a:cxnLst>
              <a:rect l="0" t="0" r="r" b="b"/>
              <a:pathLst>
                <a:path w="134" h="280">
                  <a:moveTo>
                    <a:pt x="68" y="273"/>
                  </a:moveTo>
                  <a:cubicBezTo>
                    <a:pt x="57" y="184"/>
                    <a:pt x="83" y="99"/>
                    <a:pt x="134" y="34"/>
                  </a:cubicBezTo>
                  <a:cubicBezTo>
                    <a:pt x="91" y="0"/>
                    <a:pt x="91" y="0"/>
                    <a:pt x="91" y="0"/>
                  </a:cubicBezTo>
                  <a:cubicBezTo>
                    <a:pt x="31" y="77"/>
                    <a:pt x="0" y="176"/>
                    <a:pt x="13" y="280"/>
                  </a:cubicBezTo>
                  <a:cubicBezTo>
                    <a:pt x="68" y="273"/>
                    <a:pt x="68" y="273"/>
                    <a:pt x="68" y="273"/>
                  </a:cubicBez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4" name="Freeform 19"/>
            <p:cNvSpPr>
              <a:spLocks/>
            </p:cNvSpPr>
            <p:nvPr/>
          </p:nvSpPr>
          <p:spPr bwMode="auto">
            <a:xfrm>
              <a:off x="1537374" y="2473806"/>
              <a:ext cx="1058723" cy="960362"/>
            </a:xfrm>
            <a:custGeom>
              <a:avLst/>
              <a:gdLst>
                <a:gd name="T0" fmla="*/ 155 w 280"/>
                <a:gd name="T1" fmla="*/ 252 h 254"/>
                <a:gd name="T2" fmla="*/ 106 w 280"/>
                <a:gd name="T3" fmla="*/ 248 h 254"/>
                <a:gd name="T4" fmla="*/ 18 w 280"/>
                <a:gd name="T5" fmla="*/ 93 h 254"/>
                <a:gd name="T6" fmla="*/ 124 w 280"/>
                <a:gd name="T7" fmla="*/ 2 h 254"/>
                <a:gd name="T8" fmla="*/ 173 w 280"/>
                <a:gd name="T9" fmla="*/ 5 h 254"/>
                <a:gd name="T10" fmla="*/ 261 w 280"/>
                <a:gd name="T11" fmla="*/ 160 h 254"/>
                <a:gd name="T12" fmla="*/ 155 w 280"/>
                <a:gd name="T13" fmla="*/ 252 h 254"/>
                <a:gd name="T14" fmla="*/ 155 w 280"/>
                <a:gd name="T15" fmla="*/ 252 h 2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0" h="254">
                  <a:moveTo>
                    <a:pt x="155" y="252"/>
                  </a:moveTo>
                  <a:cubicBezTo>
                    <a:pt x="139" y="254"/>
                    <a:pt x="122" y="253"/>
                    <a:pt x="106" y="248"/>
                  </a:cubicBezTo>
                  <a:cubicBezTo>
                    <a:pt x="39" y="230"/>
                    <a:pt x="0" y="160"/>
                    <a:pt x="18" y="93"/>
                  </a:cubicBezTo>
                  <a:cubicBezTo>
                    <a:pt x="32" y="44"/>
                    <a:pt x="74" y="8"/>
                    <a:pt x="124" y="2"/>
                  </a:cubicBezTo>
                  <a:cubicBezTo>
                    <a:pt x="141" y="0"/>
                    <a:pt x="157" y="1"/>
                    <a:pt x="173" y="5"/>
                  </a:cubicBezTo>
                  <a:cubicBezTo>
                    <a:pt x="240" y="24"/>
                    <a:pt x="280" y="93"/>
                    <a:pt x="261" y="160"/>
                  </a:cubicBezTo>
                  <a:cubicBezTo>
                    <a:pt x="248" y="209"/>
                    <a:pt x="206" y="245"/>
                    <a:pt x="155" y="252"/>
                  </a:cubicBezTo>
                  <a:cubicBezTo>
                    <a:pt x="155" y="252"/>
                    <a:pt x="155" y="252"/>
                    <a:pt x="155" y="252"/>
                  </a:cubicBez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5" name="Freeform 30"/>
            <p:cNvSpPr>
              <a:spLocks/>
            </p:cNvSpPr>
            <p:nvPr/>
          </p:nvSpPr>
          <p:spPr bwMode="auto">
            <a:xfrm>
              <a:off x="1488168" y="2375389"/>
              <a:ext cx="1153960" cy="1154022"/>
            </a:xfrm>
            <a:custGeom>
              <a:avLst/>
              <a:gdLst>
                <a:gd name="T0" fmla="*/ 20 w 305"/>
                <a:gd name="T1" fmla="*/ 116 h 305"/>
                <a:gd name="T2" fmla="*/ 116 w 305"/>
                <a:gd name="T3" fmla="*/ 285 h 305"/>
                <a:gd name="T4" fmla="*/ 285 w 305"/>
                <a:gd name="T5" fmla="*/ 189 h 305"/>
                <a:gd name="T6" fmla="*/ 189 w 305"/>
                <a:gd name="T7" fmla="*/ 20 h 305"/>
                <a:gd name="T8" fmla="*/ 20 w 305"/>
                <a:gd name="T9" fmla="*/ 116 h 305"/>
              </a:gdLst>
              <a:ahLst/>
              <a:cxnLst>
                <a:cxn ang="0">
                  <a:pos x="T0" y="T1"/>
                </a:cxn>
                <a:cxn ang="0">
                  <a:pos x="T2" y="T3"/>
                </a:cxn>
                <a:cxn ang="0">
                  <a:pos x="T4" y="T5"/>
                </a:cxn>
                <a:cxn ang="0">
                  <a:pos x="T6" y="T7"/>
                </a:cxn>
                <a:cxn ang="0">
                  <a:pos x="T8" y="T9"/>
                </a:cxn>
              </a:cxnLst>
              <a:rect l="0" t="0" r="r" b="b"/>
              <a:pathLst>
                <a:path w="305" h="305">
                  <a:moveTo>
                    <a:pt x="20" y="116"/>
                  </a:moveTo>
                  <a:cubicBezTo>
                    <a:pt x="0" y="189"/>
                    <a:pt x="43" y="265"/>
                    <a:pt x="116" y="285"/>
                  </a:cubicBezTo>
                  <a:cubicBezTo>
                    <a:pt x="189" y="305"/>
                    <a:pt x="265" y="262"/>
                    <a:pt x="285" y="189"/>
                  </a:cubicBezTo>
                  <a:cubicBezTo>
                    <a:pt x="305" y="116"/>
                    <a:pt x="262" y="40"/>
                    <a:pt x="189" y="20"/>
                  </a:cubicBezTo>
                  <a:cubicBezTo>
                    <a:pt x="116" y="0"/>
                    <a:pt x="41" y="43"/>
                    <a:pt x="20" y="116"/>
                  </a:cubicBez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6" name="Freeform 31"/>
            <p:cNvSpPr>
              <a:spLocks/>
            </p:cNvSpPr>
            <p:nvPr/>
          </p:nvSpPr>
          <p:spPr bwMode="auto">
            <a:xfrm>
              <a:off x="1537374" y="2473806"/>
              <a:ext cx="1020628" cy="960362"/>
            </a:xfrm>
            <a:custGeom>
              <a:avLst/>
              <a:gdLst>
                <a:gd name="T0" fmla="*/ 155 w 270"/>
                <a:gd name="T1" fmla="*/ 252 h 254"/>
                <a:gd name="T2" fmla="*/ 106 w 270"/>
                <a:gd name="T3" fmla="*/ 248 h 254"/>
                <a:gd name="T4" fmla="*/ 18 w 270"/>
                <a:gd name="T5" fmla="*/ 93 h 254"/>
                <a:gd name="T6" fmla="*/ 124 w 270"/>
                <a:gd name="T7" fmla="*/ 2 h 254"/>
                <a:gd name="T8" fmla="*/ 173 w 270"/>
                <a:gd name="T9" fmla="*/ 5 h 254"/>
                <a:gd name="T10" fmla="*/ 249 w 270"/>
                <a:gd name="T11" fmla="*/ 65 h 254"/>
                <a:gd name="T12" fmla="*/ 261 w 270"/>
                <a:gd name="T13" fmla="*/ 160 h 254"/>
                <a:gd name="T14" fmla="*/ 155 w 270"/>
                <a:gd name="T15" fmla="*/ 252 h 254"/>
                <a:gd name="T16" fmla="*/ 155 w 270"/>
                <a:gd name="T17" fmla="*/ 25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254">
                  <a:moveTo>
                    <a:pt x="155" y="252"/>
                  </a:moveTo>
                  <a:cubicBezTo>
                    <a:pt x="139" y="254"/>
                    <a:pt x="122" y="253"/>
                    <a:pt x="106" y="248"/>
                  </a:cubicBezTo>
                  <a:cubicBezTo>
                    <a:pt x="39" y="230"/>
                    <a:pt x="0" y="160"/>
                    <a:pt x="18" y="93"/>
                  </a:cubicBezTo>
                  <a:cubicBezTo>
                    <a:pt x="32" y="44"/>
                    <a:pt x="74" y="8"/>
                    <a:pt x="124" y="2"/>
                  </a:cubicBezTo>
                  <a:cubicBezTo>
                    <a:pt x="141" y="0"/>
                    <a:pt x="157" y="1"/>
                    <a:pt x="173" y="5"/>
                  </a:cubicBezTo>
                  <a:cubicBezTo>
                    <a:pt x="206" y="14"/>
                    <a:pt x="233" y="35"/>
                    <a:pt x="249" y="65"/>
                  </a:cubicBezTo>
                  <a:cubicBezTo>
                    <a:pt x="266" y="94"/>
                    <a:pt x="270" y="128"/>
                    <a:pt x="261" y="160"/>
                  </a:cubicBezTo>
                  <a:cubicBezTo>
                    <a:pt x="248" y="209"/>
                    <a:pt x="206" y="245"/>
                    <a:pt x="155" y="252"/>
                  </a:cubicBezTo>
                  <a:cubicBezTo>
                    <a:pt x="155" y="252"/>
                    <a:pt x="155" y="252"/>
                    <a:pt x="155" y="252"/>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7" name="Freeform 63"/>
            <p:cNvSpPr>
              <a:spLocks noEditPoints="1"/>
            </p:cNvSpPr>
            <p:nvPr/>
          </p:nvSpPr>
          <p:spPr bwMode="auto">
            <a:xfrm>
              <a:off x="1813562" y="2726199"/>
              <a:ext cx="503172" cy="507960"/>
            </a:xfrm>
            <a:custGeom>
              <a:avLst/>
              <a:gdLst>
                <a:gd name="T0" fmla="*/ 0 w 348"/>
                <a:gd name="T1" fmla="*/ 0 h 351"/>
                <a:gd name="T2" fmla="*/ 0 w 348"/>
                <a:gd name="T3" fmla="*/ 351 h 351"/>
                <a:gd name="T4" fmla="*/ 340 w 348"/>
                <a:gd name="T5" fmla="*/ 351 h 351"/>
                <a:gd name="T6" fmla="*/ 340 w 348"/>
                <a:gd name="T7" fmla="*/ 290 h 351"/>
                <a:gd name="T8" fmla="*/ 348 w 348"/>
                <a:gd name="T9" fmla="*/ 290 h 351"/>
                <a:gd name="T10" fmla="*/ 348 w 348"/>
                <a:gd name="T11" fmla="*/ 241 h 351"/>
                <a:gd name="T12" fmla="*/ 340 w 348"/>
                <a:gd name="T13" fmla="*/ 241 h 351"/>
                <a:gd name="T14" fmla="*/ 340 w 348"/>
                <a:gd name="T15" fmla="*/ 107 h 351"/>
                <a:gd name="T16" fmla="*/ 348 w 348"/>
                <a:gd name="T17" fmla="*/ 107 h 351"/>
                <a:gd name="T18" fmla="*/ 348 w 348"/>
                <a:gd name="T19" fmla="*/ 58 h 351"/>
                <a:gd name="T20" fmla="*/ 340 w 348"/>
                <a:gd name="T21" fmla="*/ 58 h 351"/>
                <a:gd name="T22" fmla="*/ 340 w 348"/>
                <a:gd name="T23" fmla="*/ 0 h 351"/>
                <a:gd name="T24" fmla="*/ 0 w 348"/>
                <a:gd name="T25" fmla="*/ 0 h 351"/>
                <a:gd name="T26" fmla="*/ 298 w 348"/>
                <a:gd name="T27" fmla="*/ 290 h 351"/>
                <a:gd name="T28" fmla="*/ 298 w 348"/>
                <a:gd name="T29" fmla="*/ 306 h 351"/>
                <a:gd name="T30" fmla="*/ 44 w 348"/>
                <a:gd name="T31" fmla="*/ 306 h 351"/>
                <a:gd name="T32" fmla="*/ 44 w 348"/>
                <a:gd name="T33" fmla="*/ 42 h 351"/>
                <a:gd name="T34" fmla="*/ 298 w 348"/>
                <a:gd name="T35" fmla="*/ 42 h 351"/>
                <a:gd name="T36" fmla="*/ 298 w 348"/>
                <a:gd name="T37" fmla="*/ 58 h 351"/>
                <a:gd name="T38" fmla="*/ 290 w 348"/>
                <a:gd name="T39" fmla="*/ 58 h 351"/>
                <a:gd name="T40" fmla="*/ 290 w 348"/>
                <a:gd name="T41" fmla="*/ 107 h 351"/>
                <a:gd name="T42" fmla="*/ 298 w 348"/>
                <a:gd name="T43" fmla="*/ 107 h 351"/>
                <a:gd name="T44" fmla="*/ 298 w 348"/>
                <a:gd name="T45" fmla="*/ 241 h 351"/>
                <a:gd name="T46" fmla="*/ 290 w 348"/>
                <a:gd name="T47" fmla="*/ 241 h 351"/>
                <a:gd name="T48" fmla="*/ 290 w 348"/>
                <a:gd name="T49" fmla="*/ 290 h 351"/>
                <a:gd name="T50" fmla="*/ 298 w 348"/>
                <a:gd name="T51" fmla="*/ 290 h 351"/>
                <a:gd name="T52" fmla="*/ 306 w 348"/>
                <a:gd name="T53" fmla="*/ 107 h 351"/>
                <a:gd name="T54" fmla="*/ 332 w 348"/>
                <a:gd name="T55" fmla="*/ 107 h 351"/>
                <a:gd name="T56" fmla="*/ 332 w 348"/>
                <a:gd name="T57" fmla="*/ 241 h 351"/>
                <a:gd name="T58" fmla="*/ 306 w 348"/>
                <a:gd name="T59" fmla="*/ 241 h 351"/>
                <a:gd name="T60" fmla="*/ 306 w 348"/>
                <a:gd name="T61" fmla="*/ 107 h 351"/>
                <a:gd name="T62" fmla="*/ 306 w 348"/>
                <a:gd name="T63" fmla="*/ 58 h 351"/>
                <a:gd name="T64" fmla="*/ 306 w 348"/>
                <a:gd name="T65" fmla="*/ 34 h 351"/>
                <a:gd name="T66" fmla="*/ 36 w 348"/>
                <a:gd name="T67" fmla="*/ 34 h 351"/>
                <a:gd name="T68" fmla="*/ 36 w 348"/>
                <a:gd name="T69" fmla="*/ 314 h 351"/>
                <a:gd name="T70" fmla="*/ 306 w 348"/>
                <a:gd name="T71" fmla="*/ 314 h 351"/>
                <a:gd name="T72" fmla="*/ 306 w 348"/>
                <a:gd name="T73" fmla="*/ 290 h 351"/>
                <a:gd name="T74" fmla="*/ 332 w 348"/>
                <a:gd name="T75" fmla="*/ 290 h 351"/>
                <a:gd name="T76" fmla="*/ 332 w 348"/>
                <a:gd name="T77" fmla="*/ 343 h 351"/>
                <a:gd name="T78" fmla="*/ 8 w 348"/>
                <a:gd name="T79" fmla="*/ 343 h 351"/>
                <a:gd name="T80" fmla="*/ 8 w 348"/>
                <a:gd name="T81" fmla="*/ 8 h 351"/>
                <a:gd name="T82" fmla="*/ 332 w 348"/>
                <a:gd name="T83" fmla="*/ 8 h 351"/>
                <a:gd name="T84" fmla="*/ 332 w 348"/>
                <a:gd name="T85" fmla="*/ 58 h 351"/>
                <a:gd name="T86" fmla="*/ 306 w 348"/>
                <a:gd name="T87" fmla="*/ 58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8" h="351">
                  <a:moveTo>
                    <a:pt x="0" y="0"/>
                  </a:moveTo>
                  <a:lnTo>
                    <a:pt x="0" y="351"/>
                  </a:lnTo>
                  <a:lnTo>
                    <a:pt x="340" y="351"/>
                  </a:lnTo>
                  <a:lnTo>
                    <a:pt x="340" y="290"/>
                  </a:lnTo>
                  <a:lnTo>
                    <a:pt x="348" y="290"/>
                  </a:lnTo>
                  <a:lnTo>
                    <a:pt x="348" y="241"/>
                  </a:lnTo>
                  <a:lnTo>
                    <a:pt x="340" y="241"/>
                  </a:lnTo>
                  <a:lnTo>
                    <a:pt x="340" y="107"/>
                  </a:lnTo>
                  <a:lnTo>
                    <a:pt x="348" y="107"/>
                  </a:lnTo>
                  <a:lnTo>
                    <a:pt x="348" y="58"/>
                  </a:lnTo>
                  <a:lnTo>
                    <a:pt x="340" y="58"/>
                  </a:lnTo>
                  <a:lnTo>
                    <a:pt x="340" y="0"/>
                  </a:lnTo>
                  <a:lnTo>
                    <a:pt x="0" y="0"/>
                  </a:lnTo>
                  <a:close/>
                  <a:moveTo>
                    <a:pt x="298" y="290"/>
                  </a:moveTo>
                  <a:lnTo>
                    <a:pt x="298" y="306"/>
                  </a:lnTo>
                  <a:lnTo>
                    <a:pt x="44" y="306"/>
                  </a:lnTo>
                  <a:lnTo>
                    <a:pt x="44" y="42"/>
                  </a:lnTo>
                  <a:lnTo>
                    <a:pt x="298" y="42"/>
                  </a:lnTo>
                  <a:lnTo>
                    <a:pt x="298" y="58"/>
                  </a:lnTo>
                  <a:lnTo>
                    <a:pt x="290" y="58"/>
                  </a:lnTo>
                  <a:lnTo>
                    <a:pt x="290" y="107"/>
                  </a:lnTo>
                  <a:lnTo>
                    <a:pt x="298" y="107"/>
                  </a:lnTo>
                  <a:lnTo>
                    <a:pt x="298" y="241"/>
                  </a:lnTo>
                  <a:lnTo>
                    <a:pt x="290" y="241"/>
                  </a:lnTo>
                  <a:lnTo>
                    <a:pt x="290" y="290"/>
                  </a:lnTo>
                  <a:lnTo>
                    <a:pt x="298" y="290"/>
                  </a:lnTo>
                  <a:close/>
                  <a:moveTo>
                    <a:pt x="306" y="107"/>
                  </a:moveTo>
                  <a:lnTo>
                    <a:pt x="332" y="107"/>
                  </a:lnTo>
                  <a:lnTo>
                    <a:pt x="332" y="241"/>
                  </a:lnTo>
                  <a:lnTo>
                    <a:pt x="306" y="241"/>
                  </a:lnTo>
                  <a:lnTo>
                    <a:pt x="306" y="107"/>
                  </a:lnTo>
                  <a:close/>
                  <a:moveTo>
                    <a:pt x="306" y="58"/>
                  </a:moveTo>
                  <a:lnTo>
                    <a:pt x="306" y="34"/>
                  </a:lnTo>
                  <a:lnTo>
                    <a:pt x="36" y="34"/>
                  </a:lnTo>
                  <a:lnTo>
                    <a:pt x="36" y="314"/>
                  </a:lnTo>
                  <a:lnTo>
                    <a:pt x="306" y="314"/>
                  </a:lnTo>
                  <a:lnTo>
                    <a:pt x="306" y="290"/>
                  </a:lnTo>
                  <a:lnTo>
                    <a:pt x="332" y="290"/>
                  </a:lnTo>
                  <a:lnTo>
                    <a:pt x="332" y="343"/>
                  </a:lnTo>
                  <a:lnTo>
                    <a:pt x="8" y="343"/>
                  </a:lnTo>
                  <a:lnTo>
                    <a:pt x="8" y="8"/>
                  </a:lnTo>
                  <a:lnTo>
                    <a:pt x="332" y="8"/>
                  </a:lnTo>
                  <a:lnTo>
                    <a:pt x="332" y="58"/>
                  </a:lnTo>
                  <a:lnTo>
                    <a:pt x="306" y="58"/>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8" name="Freeform 64"/>
            <p:cNvSpPr>
              <a:spLocks noEditPoints="1"/>
            </p:cNvSpPr>
            <p:nvPr/>
          </p:nvSpPr>
          <p:spPr bwMode="auto">
            <a:xfrm>
              <a:off x="1907213" y="2946844"/>
              <a:ext cx="46031" cy="109529"/>
            </a:xfrm>
            <a:custGeom>
              <a:avLst/>
              <a:gdLst>
                <a:gd name="T0" fmla="*/ 6 w 12"/>
                <a:gd name="T1" fmla="*/ 0 h 29"/>
                <a:gd name="T2" fmla="*/ 0 w 12"/>
                <a:gd name="T3" fmla="*/ 6 h 29"/>
                <a:gd name="T4" fmla="*/ 2 w 12"/>
                <a:gd name="T5" fmla="*/ 10 h 29"/>
                <a:gd name="T6" fmla="*/ 2 w 12"/>
                <a:gd name="T7" fmla="*/ 29 h 29"/>
                <a:gd name="T8" fmla="*/ 11 w 12"/>
                <a:gd name="T9" fmla="*/ 29 h 29"/>
                <a:gd name="T10" fmla="*/ 11 w 12"/>
                <a:gd name="T11" fmla="*/ 10 h 29"/>
                <a:gd name="T12" fmla="*/ 12 w 12"/>
                <a:gd name="T13" fmla="*/ 6 h 29"/>
                <a:gd name="T14" fmla="*/ 6 w 12"/>
                <a:gd name="T15" fmla="*/ 0 h 29"/>
                <a:gd name="T16" fmla="*/ 5 w 12"/>
                <a:gd name="T17" fmla="*/ 26 h 29"/>
                <a:gd name="T18" fmla="*/ 5 w 12"/>
                <a:gd name="T19" fmla="*/ 12 h 29"/>
                <a:gd name="T20" fmla="*/ 6 w 12"/>
                <a:gd name="T21" fmla="*/ 12 h 29"/>
                <a:gd name="T22" fmla="*/ 8 w 12"/>
                <a:gd name="T23" fmla="*/ 12 h 29"/>
                <a:gd name="T24" fmla="*/ 8 w 12"/>
                <a:gd name="T25" fmla="*/ 26 h 29"/>
                <a:gd name="T26" fmla="*/ 5 w 12"/>
                <a:gd name="T27"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9">
                  <a:moveTo>
                    <a:pt x="6" y="0"/>
                  </a:moveTo>
                  <a:cubicBezTo>
                    <a:pt x="3" y="0"/>
                    <a:pt x="0" y="3"/>
                    <a:pt x="0" y="6"/>
                  </a:cubicBezTo>
                  <a:cubicBezTo>
                    <a:pt x="0" y="7"/>
                    <a:pt x="1" y="9"/>
                    <a:pt x="2" y="10"/>
                  </a:cubicBezTo>
                  <a:cubicBezTo>
                    <a:pt x="2" y="29"/>
                    <a:pt x="2" y="29"/>
                    <a:pt x="2" y="29"/>
                  </a:cubicBezTo>
                  <a:cubicBezTo>
                    <a:pt x="11" y="29"/>
                    <a:pt x="11" y="29"/>
                    <a:pt x="11" y="29"/>
                  </a:cubicBezTo>
                  <a:cubicBezTo>
                    <a:pt x="11" y="10"/>
                    <a:pt x="11" y="10"/>
                    <a:pt x="11" y="10"/>
                  </a:cubicBezTo>
                  <a:cubicBezTo>
                    <a:pt x="12" y="9"/>
                    <a:pt x="12" y="7"/>
                    <a:pt x="12" y="6"/>
                  </a:cubicBezTo>
                  <a:cubicBezTo>
                    <a:pt x="12" y="3"/>
                    <a:pt x="10" y="0"/>
                    <a:pt x="6" y="0"/>
                  </a:cubicBezTo>
                  <a:close/>
                  <a:moveTo>
                    <a:pt x="5" y="26"/>
                  </a:moveTo>
                  <a:cubicBezTo>
                    <a:pt x="5" y="12"/>
                    <a:pt x="5" y="12"/>
                    <a:pt x="5" y="12"/>
                  </a:cubicBezTo>
                  <a:cubicBezTo>
                    <a:pt x="5" y="12"/>
                    <a:pt x="6" y="12"/>
                    <a:pt x="6" y="12"/>
                  </a:cubicBezTo>
                  <a:cubicBezTo>
                    <a:pt x="7" y="12"/>
                    <a:pt x="8" y="12"/>
                    <a:pt x="8" y="12"/>
                  </a:cubicBezTo>
                  <a:cubicBezTo>
                    <a:pt x="8" y="26"/>
                    <a:pt x="8" y="26"/>
                    <a:pt x="8" y="26"/>
                  </a:cubicBezTo>
                  <a:lnTo>
                    <a:pt x="5" y="26"/>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79" name="Freeform 65"/>
            <p:cNvSpPr>
              <a:spLocks noEditPoints="1"/>
            </p:cNvSpPr>
            <p:nvPr/>
          </p:nvSpPr>
          <p:spPr bwMode="auto">
            <a:xfrm>
              <a:off x="1972291" y="2848427"/>
              <a:ext cx="199999" cy="241281"/>
            </a:xfrm>
            <a:custGeom>
              <a:avLst/>
              <a:gdLst>
                <a:gd name="T0" fmla="*/ 52 w 53"/>
                <a:gd name="T1" fmla="*/ 34 h 64"/>
                <a:gd name="T2" fmla="*/ 52 w 53"/>
                <a:gd name="T3" fmla="*/ 31 h 64"/>
                <a:gd name="T4" fmla="*/ 49 w 53"/>
                <a:gd name="T5" fmla="*/ 24 h 64"/>
                <a:gd name="T6" fmla="*/ 45 w 53"/>
                <a:gd name="T7" fmla="*/ 19 h 64"/>
                <a:gd name="T8" fmla="*/ 43 w 53"/>
                <a:gd name="T9" fmla="*/ 17 h 64"/>
                <a:gd name="T10" fmla="*/ 37 w 53"/>
                <a:gd name="T11" fmla="*/ 13 h 64"/>
                <a:gd name="T12" fmla="*/ 34 w 53"/>
                <a:gd name="T13" fmla="*/ 12 h 64"/>
                <a:gd name="T14" fmla="*/ 28 w 53"/>
                <a:gd name="T15" fmla="*/ 11 h 64"/>
                <a:gd name="T16" fmla="*/ 32 w 53"/>
                <a:gd name="T17" fmla="*/ 5 h 64"/>
                <a:gd name="T18" fmla="*/ 23 w 53"/>
                <a:gd name="T19" fmla="*/ 5 h 64"/>
                <a:gd name="T20" fmla="*/ 26 w 53"/>
                <a:gd name="T21" fmla="*/ 11 h 64"/>
                <a:gd name="T22" fmla="*/ 19 w 53"/>
                <a:gd name="T23" fmla="*/ 12 h 64"/>
                <a:gd name="T24" fmla="*/ 16 w 53"/>
                <a:gd name="T25" fmla="*/ 13 h 64"/>
                <a:gd name="T26" fmla="*/ 11 w 53"/>
                <a:gd name="T27" fmla="*/ 16 h 64"/>
                <a:gd name="T28" fmla="*/ 8 w 53"/>
                <a:gd name="T29" fmla="*/ 18 h 64"/>
                <a:gd name="T30" fmla="*/ 4 w 53"/>
                <a:gd name="T31" fmla="*/ 22 h 64"/>
                <a:gd name="T32" fmla="*/ 2 w 53"/>
                <a:gd name="T33" fmla="*/ 26 h 64"/>
                <a:gd name="T34" fmla="*/ 0 w 53"/>
                <a:gd name="T35" fmla="*/ 33 h 64"/>
                <a:gd name="T36" fmla="*/ 0 w 53"/>
                <a:gd name="T37" fmla="*/ 35 h 64"/>
                <a:gd name="T38" fmla="*/ 0 w 53"/>
                <a:gd name="T39" fmla="*/ 41 h 64"/>
                <a:gd name="T40" fmla="*/ 0 w 53"/>
                <a:gd name="T41" fmla="*/ 44 h 64"/>
                <a:gd name="T42" fmla="*/ 3 w 53"/>
                <a:gd name="T43" fmla="*/ 50 h 64"/>
                <a:gd name="T44" fmla="*/ 7 w 53"/>
                <a:gd name="T45" fmla="*/ 56 h 64"/>
                <a:gd name="T46" fmla="*/ 9 w 53"/>
                <a:gd name="T47" fmla="*/ 58 h 64"/>
                <a:gd name="T48" fmla="*/ 15 w 53"/>
                <a:gd name="T49" fmla="*/ 62 h 64"/>
                <a:gd name="T50" fmla="*/ 17 w 53"/>
                <a:gd name="T51" fmla="*/ 63 h 64"/>
                <a:gd name="T52" fmla="*/ 24 w 53"/>
                <a:gd name="T53" fmla="*/ 64 h 64"/>
                <a:gd name="T54" fmla="*/ 26 w 53"/>
                <a:gd name="T55" fmla="*/ 64 h 64"/>
                <a:gd name="T56" fmla="*/ 27 w 53"/>
                <a:gd name="T57" fmla="*/ 64 h 64"/>
                <a:gd name="T58" fmla="*/ 33 w 53"/>
                <a:gd name="T59" fmla="*/ 63 h 64"/>
                <a:gd name="T60" fmla="*/ 36 w 53"/>
                <a:gd name="T61" fmla="*/ 62 h 64"/>
                <a:gd name="T62" fmla="*/ 41 w 53"/>
                <a:gd name="T63" fmla="*/ 59 h 64"/>
                <a:gd name="T64" fmla="*/ 44 w 53"/>
                <a:gd name="T65" fmla="*/ 57 h 64"/>
                <a:gd name="T66" fmla="*/ 48 w 53"/>
                <a:gd name="T67" fmla="*/ 53 h 64"/>
                <a:gd name="T68" fmla="*/ 50 w 53"/>
                <a:gd name="T69" fmla="*/ 49 h 64"/>
                <a:gd name="T70" fmla="*/ 52 w 53"/>
                <a:gd name="T71" fmla="*/ 42 h 64"/>
                <a:gd name="T72" fmla="*/ 52 w 53"/>
                <a:gd name="T73" fmla="*/ 40 h 64"/>
                <a:gd name="T74" fmla="*/ 3 w 53"/>
                <a:gd name="T75" fmla="*/ 36 h 64"/>
                <a:gd name="T76" fmla="*/ 3 w 53"/>
                <a:gd name="T77" fmla="*/ 39 h 64"/>
                <a:gd name="T78" fmla="*/ 44 w 53"/>
                <a:gd name="T79" fmla="*/ 38 h 64"/>
                <a:gd name="T80" fmla="*/ 50 w 53"/>
                <a:gd name="T81" fmla="*/ 38 h 64"/>
                <a:gd name="T82" fmla="*/ 49 w 53"/>
                <a:gd name="T83" fmla="*/ 31 h 64"/>
                <a:gd name="T84" fmla="*/ 33 w 53"/>
                <a:gd name="T85" fmla="*/ 24 h 64"/>
                <a:gd name="T86" fmla="*/ 19 w 53"/>
                <a:gd name="T87" fmla="*/ 24 h 64"/>
                <a:gd name="T88" fmla="*/ 45 w 53"/>
                <a:gd name="T89" fmla="*/ 24 h 64"/>
                <a:gd name="T90" fmla="*/ 34 w 53"/>
                <a:gd name="T91" fmla="*/ 21 h 64"/>
                <a:gd name="T92" fmla="*/ 31 w 53"/>
                <a:gd name="T93" fmla="*/ 19 h 64"/>
                <a:gd name="T94" fmla="*/ 31 w 53"/>
                <a:gd name="T95" fmla="*/ 19 h 64"/>
                <a:gd name="T96" fmla="*/ 24 w 53"/>
                <a:gd name="T97" fmla="*/ 14 h 64"/>
                <a:gd name="T98" fmla="*/ 16 w 53"/>
                <a:gd name="T99" fmla="*/ 22 h 64"/>
                <a:gd name="T100" fmla="*/ 13 w 53"/>
                <a:gd name="T101" fmla="*/ 25 h 64"/>
                <a:gd name="T102" fmla="*/ 13 w 53"/>
                <a:gd name="T103" fmla="*/ 25 h 64"/>
                <a:gd name="T104" fmla="*/ 5 w 53"/>
                <a:gd name="T105" fmla="*/ 28 h 64"/>
                <a:gd name="T106" fmla="*/ 5 w 53"/>
                <a:gd name="T107" fmla="*/ 47 h 64"/>
                <a:gd name="T108" fmla="*/ 13 w 53"/>
                <a:gd name="T109" fmla="*/ 50 h 64"/>
                <a:gd name="T110" fmla="*/ 16 w 53"/>
                <a:gd name="T111" fmla="*/ 53 h 64"/>
                <a:gd name="T112" fmla="*/ 16 w 53"/>
                <a:gd name="T113" fmla="*/ 53 h 64"/>
                <a:gd name="T114" fmla="*/ 20 w 53"/>
                <a:gd name="T115" fmla="*/ 60 h 64"/>
                <a:gd name="T116" fmla="*/ 32 w 53"/>
                <a:gd name="T117" fmla="*/ 60 h 64"/>
                <a:gd name="T118" fmla="*/ 36 w 53"/>
                <a:gd name="T119" fmla="*/ 53 h 64"/>
                <a:gd name="T120" fmla="*/ 39 w 53"/>
                <a:gd name="T121" fmla="*/ 50 h 64"/>
                <a:gd name="T122" fmla="*/ 39 w 53"/>
                <a:gd name="T123" fmla="*/ 50 h 64"/>
                <a:gd name="T124" fmla="*/ 47 w 53"/>
                <a:gd name="T125"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 h="64">
                  <a:moveTo>
                    <a:pt x="52" y="35"/>
                  </a:moveTo>
                  <a:cubicBezTo>
                    <a:pt x="52" y="35"/>
                    <a:pt x="52" y="35"/>
                    <a:pt x="52" y="35"/>
                  </a:cubicBezTo>
                  <a:cubicBezTo>
                    <a:pt x="52" y="34"/>
                    <a:pt x="52" y="34"/>
                    <a:pt x="52" y="34"/>
                  </a:cubicBezTo>
                  <a:cubicBezTo>
                    <a:pt x="52" y="34"/>
                    <a:pt x="52" y="34"/>
                    <a:pt x="52" y="34"/>
                  </a:cubicBezTo>
                  <a:cubicBezTo>
                    <a:pt x="52" y="33"/>
                    <a:pt x="52" y="33"/>
                    <a:pt x="52" y="33"/>
                  </a:cubicBezTo>
                  <a:cubicBezTo>
                    <a:pt x="52" y="33"/>
                    <a:pt x="52" y="32"/>
                    <a:pt x="52" y="32"/>
                  </a:cubicBezTo>
                  <a:cubicBezTo>
                    <a:pt x="52" y="31"/>
                    <a:pt x="52" y="31"/>
                    <a:pt x="52" y="31"/>
                  </a:cubicBezTo>
                  <a:cubicBezTo>
                    <a:pt x="52" y="31"/>
                    <a:pt x="52" y="31"/>
                    <a:pt x="52" y="31"/>
                  </a:cubicBezTo>
                  <a:cubicBezTo>
                    <a:pt x="51" y="29"/>
                    <a:pt x="51" y="28"/>
                    <a:pt x="50" y="26"/>
                  </a:cubicBezTo>
                  <a:cubicBezTo>
                    <a:pt x="50" y="26"/>
                    <a:pt x="50" y="26"/>
                    <a:pt x="50" y="26"/>
                  </a:cubicBezTo>
                  <a:cubicBezTo>
                    <a:pt x="49" y="25"/>
                    <a:pt x="49" y="25"/>
                    <a:pt x="49" y="25"/>
                  </a:cubicBezTo>
                  <a:cubicBezTo>
                    <a:pt x="49" y="24"/>
                    <a:pt x="49" y="24"/>
                    <a:pt x="49" y="24"/>
                  </a:cubicBezTo>
                  <a:cubicBezTo>
                    <a:pt x="48" y="22"/>
                    <a:pt x="48" y="22"/>
                    <a:pt x="48" y="22"/>
                  </a:cubicBezTo>
                  <a:cubicBezTo>
                    <a:pt x="48" y="22"/>
                    <a:pt x="48" y="22"/>
                    <a:pt x="48" y="22"/>
                  </a:cubicBezTo>
                  <a:cubicBezTo>
                    <a:pt x="47" y="21"/>
                    <a:pt x="46" y="20"/>
                    <a:pt x="45" y="19"/>
                  </a:cubicBezTo>
                  <a:cubicBezTo>
                    <a:pt x="45" y="19"/>
                    <a:pt x="45" y="19"/>
                    <a:pt x="45" y="19"/>
                  </a:cubicBezTo>
                  <a:cubicBezTo>
                    <a:pt x="44" y="18"/>
                    <a:pt x="44" y="18"/>
                    <a:pt x="44" y="18"/>
                  </a:cubicBezTo>
                  <a:cubicBezTo>
                    <a:pt x="43" y="18"/>
                    <a:pt x="43" y="17"/>
                    <a:pt x="43" y="17"/>
                  </a:cubicBezTo>
                  <a:cubicBezTo>
                    <a:pt x="43" y="17"/>
                    <a:pt x="43" y="17"/>
                    <a:pt x="43" y="17"/>
                  </a:cubicBezTo>
                  <a:cubicBezTo>
                    <a:pt x="43" y="17"/>
                    <a:pt x="43" y="17"/>
                    <a:pt x="43" y="17"/>
                  </a:cubicBezTo>
                  <a:cubicBezTo>
                    <a:pt x="41" y="16"/>
                    <a:pt x="41" y="16"/>
                    <a:pt x="41" y="16"/>
                  </a:cubicBezTo>
                  <a:cubicBezTo>
                    <a:pt x="41" y="16"/>
                    <a:pt x="41" y="16"/>
                    <a:pt x="41" y="16"/>
                  </a:cubicBezTo>
                  <a:cubicBezTo>
                    <a:pt x="40" y="15"/>
                    <a:pt x="39" y="14"/>
                    <a:pt x="37" y="13"/>
                  </a:cubicBezTo>
                  <a:cubicBezTo>
                    <a:pt x="37" y="13"/>
                    <a:pt x="37" y="13"/>
                    <a:pt x="37" y="13"/>
                  </a:cubicBezTo>
                  <a:cubicBezTo>
                    <a:pt x="36" y="13"/>
                    <a:pt x="36" y="13"/>
                    <a:pt x="36" y="13"/>
                  </a:cubicBezTo>
                  <a:cubicBezTo>
                    <a:pt x="36" y="13"/>
                    <a:pt x="36" y="13"/>
                    <a:pt x="36" y="13"/>
                  </a:cubicBezTo>
                  <a:cubicBezTo>
                    <a:pt x="35" y="13"/>
                    <a:pt x="35" y="13"/>
                    <a:pt x="35" y="12"/>
                  </a:cubicBezTo>
                  <a:cubicBezTo>
                    <a:pt x="35" y="12"/>
                    <a:pt x="35" y="12"/>
                    <a:pt x="34" y="12"/>
                  </a:cubicBezTo>
                  <a:cubicBezTo>
                    <a:pt x="33" y="12"/>
                    <a:pt x="33" y="12"/>
                    <a:pt x="33" y="12"/>
                  </a:cubicBezTo>
                  <a:cubicBezTo>
                    <a:pt x="33" y="12"/>
                    <a:pt x="33" y="12"/>
                    <a:pt x="33" y="12"/>
                  </a:cubicBezTo>
                  <a:cubicBezTo>
                    <a:pt x="32" y="12"/>
                    <a:pt x="30" y="11"/>
                    <a:pt x="28" y="11"/>
                  </a:cubicBezTo>
                  <a:cubicBezTo>
                    <a:pt x="28" y="11"/>
                    <a:pt x="28" y="11"/>
                    <a:pt x="28" y="11"/>
                  </a:cubicBezTo>
                  <a:cubicBezTo>
                    <a:pt x="27" y="11"/>
                    <a:pt x="27" y="11"/>
                    <a:pt x="27" y="11"/>
                  </a:cubicBezTo>
                  <a:cubicBezTo>
                    <a:pt x="27" y="11"/>
                    <a:pt x="26" y="11"/>
                    <a:pt x="26" y="11"/>
                  </a:cubicBezTo>
                  <a:cubicBezTo>
                    <a:pt x="26" y="11"/>
                    <a:pt x="26" y="11"/>
                    <a:pt x="26" y="11"/>
                  </a:cubicBezTo>
                  <a:cubicBezTo>
                    <a:pt x="32" y="5"/>
                    <a:pt x="32" y="5"/>
                    <a:pt x="32" y="5"/>
                  </a:cubicBezTo>
                  <a:cubicBezTo>
                    <a:pt x="29" y="5"/>
                    <a:pt x="29" y="5"/>
                    <a:pt x="29" y="5"/>
                  </a:cubicBezTo>
                  <a:cubicBezTo>
                    <a:pt x="29" y="0"/>
                    <a:pt x="29" y="0"/>
                    <a:pt x="29" y="0"/>
                  </a:cubicBezTo>
                  <a:cubicBezTo>
                    <a:pt x="23" y="0"/>
                    <a:pt x="23" y="0"/>
                    <a:pt x="23" y="0"/>
                  </a:cubicBezTo>
                  <a:cubicBezTo>
                    <a:pt x="23" y="5"/>
                    <a:pt x="23" y="5"/>
                    <a:pt x="23" y="5"/>
                  </a:cubicBezTo>
                  <a:cubicBezTo>
                    <a:pt x="20" y="5"/>
                    <a:pt x="20" y="5"/>
                    <a:pt x="20" y="5"/>
                  </a:cubicBezTo>
                  <a:cubicBezTo>
                    <a:pt x="26" y="11"/>
                    <a:pt x="26" y="11"/>
                    <a:pt x="26" y="11"/>
                  </a:cubicBezTo>
                  <a:cubicBezTo>
                    <a:pt x="26" y="11"/>
                    <a:pt x="26" y="11"/>
                    <a:pt x="26" y="11"/>
                  </a:cubicBezTo>
                  <a:cubicBezTo>
                    <a:pt x="26" y="11"/>
                    <a:pt x="26" y="11"/>
                    <a:pt x="26" y="11"/>
                  </a:cubicBezTo>
                  <a:cubicBezTo>
                    <a:pt x="24" y="11"/>
                    <a:pt x="24" y="11"/>
                    <a:pt x="24" y="11"/>
                  </a:cubicBezTo>
                  <a:cubicBezTo>
                    <a:pt x="24" y="11"/>
                    <a:pt x="24" y="11"/>
                    <a:pt x="24" y="11"/>
                  </a:cubicBezTo>
                  <a:cubicBezTo>
                    <a:pt x="22" y="11"/>
                    <a:pt x="21" y="12"/>
                    <a:pt x="19" y="12"/>
                  </a:cubicBezTo>
                  <a:cubicBezTo>
                    <a:pt x="19" y="12"/>
                    <a:pt x="19" y="12"/>
                    <a:pt x="19" y="12"/>
                  </a:cubicBezTo>
                  <a:cubicBezTo>
                    <a:pt x="18" y="12"/>
                    <a:pt x="18" y="12"/>
                    <a:pt x="18" y="12"/>
                  </a:cubicBezTo>
                  <a:cubicBezTo>
                    <a:pt x="18" y="12"/>
                    <a:pt x="18" y="12"/>
                    <a:pt x="17" y="12"/>
                  </a:cubicBezTo>
                  <a:cubicBezTo>
                    <a:pt x="17" y="13"/>
                    <a:pt x="17" y="13"/>
                    <a:pt x="17" y="13"/>
                  </a:cubicBezTo>
                  <a:cubicBezTo>
                    <a:pt x="16" y="13"/>
                    <a:pt x="16" y="13"/>
                    <a:pt x="16" y="13"/>
                  </a:cubicBezTo>
                  <a:cubicBezTo>
                    <a:pt x="15" y="13"/>
                    <a:pt x="15" y="13"/>
                    <a:pt x="15" y="13"/>
                  </a:cubicBezTo>
                  <a:cubicBezTo>
                    <a:pt x="15" y="13"/>
                    <a:pt x="15" y="13"/>
                    <a:pt x="15" y="13"/>
                  </a:cubicBezTo>
                  <a:cubicBezTo>
                    <a:pt x="14" y="14"/>
                    <a:pt x="12" y="15"/>
                    <a:pt x="11" y="16"/>
                  </a:cubicBezTo>
                  <a:cubicBezTo>
                    <a:pt x="11" y="16"/>
                    <a:pt x="11" y="16"/>
                    <a:pt x="11" y="16"/>
                  </a:cubicBezTo>
                  <a:cubicBezTo>
                    <a:pt x="10" y="17"/>
                    <a:pt x="10" y="17"/>
                    <a:pt x="10" y="17"/>
                  </a:cubicBezTo>
                  <a:cubicBezTo>
                    <a:pt x="9" y="17"/>
                    <a:pt x="9" y="17"/>
                    <a:pt x="9" y="17"/>
                  </a:cubicBezTo>
                  <a:cubicBezTo>
                    <a:pt x="9" y="17"/>
                    <a:pt x="9" y="17"/>
                    <a:pt x="9" y="17"/>
                  </a:cubicBezTo>
                  <a:cubicBezTo>
                    <a:pt x="9" y="17"/>
                    <a:pt x="9" y="18"/>
                    <a:pt x="8" y="18"/>
                  </a:cubicBezTo>
                  <a:cubicBezTo>
                    <a:pt x="7" y="19"/>
                    <a:pt x="7" y="19"/>
                    <a:pt x="7" y="19"/>
                  </a:cubicBezTo>
                  <a:cubicBezTo>
                    <a:pt x="7" y="19"/>
                    <a:pt x="7" y="19"/>
                    <a:pt x="7" y="19"/>
                  </a:cubicBezTo>
                  <a:cubicBezTo>
                    <a:pt x="6" y="20"/>
                    <a:pt x="5" y="21"/>
                    <a:pt x="4" y="22"/>
                  </a:cubicBezTo>
                  <a:cubicBezTo>
                    <a:pt x="4" y="22"/>
                    <a:pt x="4" y="22"/>
                    <a:pt x="4" y="22"/>
                  </a:cubicBezTo>
                  <a:cubicBezTo>
                    <a:pt x="3" y="24"/>
                    <a:pt x="3" y="24"/>
                    <a:pt x="3" y="24"/>
                  </a:cubicBezTo>
                  <a:cubicBezTo>
                    <a:pt x="3" y="24"/>
                    <a:pt x="3" y="24"/>
                    <a:pt x="3" y="25"/>
                  </a:cubicBezTo>
                  <a:cubicBezTo>
                    <a:pt x="2" y="26"/>
                    <a:pt x="2" y="26"/>
                    <a:pt x="2" y="26"/>
                  </a:cubicBezTo>
                  <a:cubicBezTo>
                    <a:pt x="2" y="26"/>
                    <a:pt x="2" y="26"/>
                    <a:pt x="2" y="26"/>
                  </a:cubicBezTo>
                  <a:cubicBezTo>
                    <a:pt x="1" y="28"/>
                    <a:pt x="1" y="29"/>
                    <a:pt x="0" y="31"/>
                  </a:cubicBezTo>
                  <a:cubicBezTo>
                    <a:pt x="0" y="31"/>
                    <a:pt x="0" y="31"/>
                    <a:pt x="0" y="31"/>
                  </a:cubicBezTo>
                  <a:cubicBezTo>
                    <a:pt x="0" y="32"/>
                    <a:pt x="0" y="32"/>
                    <a:pt x="0" y="32"/>
                  </a:cubicBezTo>
                  <a:cubicBezTo>
                    <a:pt x="0" y="32"/>
                    <a:pt x="0" y="32"/>
                    <a:pt x="0" y="33"/>
                  </a:cubicBezTo>
                  <a:cubicBezTo>
                    <a:pt x="0" y="33"/>
                    <a:pt x="0" y="33"/>
                    <a:pt x="0" y="34"/>
                  </a:cubicBezTo>
                  <a:cubicBezTo>
                    <a:pt x="0" y="34"/>
                    <a:pt x="0" y="34"/>
                    <a:pt x="0" y="34"/>
                  </a:cubicBezTo>
                  <a:cubicBezTo>
                    <a:pt x="0" y="35"/>
                    <a:pt x="0" y="35"/>
                    <a:pt x="0" y="35"/>
                  </a:cubicBezTo>
                  <a:cubicBezTo>
                    <a:pt x="0" y="35"/>
                    <a:pt x="0" y="35"/>
                    <a:pt x="0" y="35"/>
                  </a:cubicBezTo>
                  <a:cubicBezTo>
                    <a:pt x="0" y="36"/>
                    <a:pt x="0" y="37"/>
                    <a:pt x="0" y="38"/>
                  </a:cubicBezTo>
                  <a:cubicBezTo>
                    <a:pt x="0" y="38"/>
                    <a:pt x="0" y="39"/>
                    <a:pt x="0" y="40"/>
                  </a:cubicBezTo>
                  <a:cubicBezTo>
                    <a:pt x="0" y="40"/>
                    <a:pt x="0" y="40"/>
                    <a:pt x="0" y="40"/>
                  </a:cubicBezTo>
                  <a:cubicBezTo>
                    <a:pt x="0" y="41"/>
                    <a:pt x="0" y="41"/>
                    <a:pt x="0" y="41"/>
                  </a:cubicBezTo>
                  <a:cubicBezTo>
                    <a:pt x="0" y="41"/>
                    <a:pt x="0" y="41"/>
                    <a:pt x="0" y="41"/>
                  </a:cubicBezTo>
                  <a:cubicBezTo>
                    <a:pt x="0" y="42"/>
                    <a:pt x="0" y="42"/>
                    <a:pt x="0" y="42"/>
                  </a:cubicBezTo>
                  <a:cubicBezTo>
                    <a:pt x="0" y="43"/>
                    <a:pt x="0" y="43"/>
                    <a:pt x="0" y="43"/>
                  </a:cubicBezTo>
                  <a:cubicBezTo>
                    <a:pt x="0" y="44"/>
                    <a:pt x="0" y="44"/>
                    <a:pt x="0" y="44"/>
                  </a:cubicBezTo>
                  <a:cubicBezTo>
                    <a:pt x="0" y="44"/>
                    <a:pt x="0" y="44"/>
                    <a:pt x="0" y="44"/>
                  </a:cubicBezTo>
                  <a:cubicBezTo>
                    <a:pt x="1" y="46"/>
                    <a:pt x="1" y="47"/>
                    <a:pt x="2" y="49"/>
                  </a:cubicBezTo>
                  <a:cubicBezTo>
                    <a:pt x="2" y="49"/>
                    <a:pt x="2" y="49"/>
                    <a:pt x="2" y="49"/>
                  </a:cubicBezTo>
                  <a:cubicBezTo>
                    <a:pt x="3" y="50"/>
                    <a:pt x="3" y="50"/>
                    <a:pt x="3" y="50"/>
                  </a:cubicBezTo>
                  <a:cubicBezTo>
                    <a:pt x="3" y="51"/>
                    <a:pt x="3" y="51"/>
                    <a:pt x="3" y="51"/>
                  </a:cubicBezTo>
                  <a:cubicBezTo>
                    <a:pt x="4" y="53"/>
                    <a:pt x="4" y="53"/>
                    <a:pt x="4" y="53"/>
                  </a:cubicBezTo>
                  <a:cubicBezTo>
                    <a:pt x="4" y="53"/>
                    <a:pt x="4" y="53"/>
                    <a:pt x="4" y="53"/>
                  </a:cubicBezTo>
                  <a:cubicBezTo>
                    <a:pt x="5" y="54"/>
                    <a:pt x="6" y="55"/>
                    <a:pt x="7" y="56"/>
                  </a:cubicBezTo>
                  <a:cubicBezTo>
                    <a:pt x="7" y="56"/>
                    <a:pt x="7" y="56"/>
                    <a:pt x="7" y="56"/>
                  </a:cubicBezTo>
                  <a:cubicBezTo>
                    <a:pt x="8" y="57"/>
                    <a:pt x="8" y="57"/>
                    <a:pt x="8" y="57"/>
                  </a:cubicBezTo>
                  <a:cubicBezTo>
                    <a:pt x="9" y="57"/>
                    <a:pt x="9" y="58"/>
                    <a:pt x="9" y="58"/>
                  </a:cubicBezTo>
                  <a:cubicBezTo>
                    <a:pt x="9" y="58"/>
                    <a:pt x="9" y="58"/>
                    <a:pt x="9" y="58"/>
                  </a:cubicBezTo>
                  <a:cubicBezTo>
                    <a:pt x="9" y="58"/>
                    <a:pt x="10" y="58"/>
                    <a:pt x="10" y="58"/>
                  </a:cubicBezTo>
                  <a:cubicBezTo>
                    <a:pt x="11" y="59"/>
                    <a:pt x="11" y="59"/>
                    <a:pt x="11" y="59"/>
                  </a:cubicBezTo>
                  <a:cubicBezTo>
                    <a:pt x="11" y="59"/>
                    <a:pt x="11" y="59"/>
                    <a:pt x="11" y="59"/>
                  </a:cubicBezTo>
                  <a:cubicBezTo>
                    <a:pt x="12" y="60"/>
                    <a:pt x="14" y="61"/>
                    <a:pt x="15" y="62"/>
                  </a:cubicBezTo>
                  <a:cubicBezTo>
                    <a:pt x="15" y="62"/>
                    <a:pt x="15" y="62"/>
                    <a:pt x="15" y="62"/>
                  </a:cubicBezTo>
                  <a:cubicBezTo>
                    <a:pt x="16" y="62"/>
                    <a:pt x="16" y="62"/>
                    <a:pt x="16" y="62"/>
                  </a:cubicBezTo>
                  <a:cubicBezTo>
                    <a:pt x="16" y="62"/>
                    <a:pt x="16" y="62"/>
                    <a:pt x="17" y="62"/>
                  </a:cubicBezTo>
                  <a:cubicBezTo>
                    <a:pt x="17" y="62"/>
                    <a:pt x="17" y="62"/>
                    <a:pt x="17" y="63"/>
                  </a:cubicBezTo>
                  <a:cubicBezTo>
                    <a:pt x="18" y="63"/>
                    <a:pt x="18" y="63"/>
                    <a:pt x="18" y="63"/>
                  </a:cubicBezTo>
                  <a:cubicBezTo>
                    <a:pt x="19" y="63"/>
                    <a:pt x="19" y="63"/>
                    <a:pt x="19" y="63"/>
                  </a:cubicBezTo>
                  <a:cubicBezTo>
                    <a:pt x="19" y="63"/>
                    <a:pt x="19" y="63"/>
                    <a:pt x="19" y="63"/>
                  </a:cubicBezTo>
                  <a:cubicBezTo>
                    <a:pt x="21" y="63"/>
                    <a:pt x="22" y="64"/>
                    <a:pt x="24" y="64"/>
                  </a:cubicBezTo>
                  <a:cubicBezTo>
                    <a:pt x="24" y="64"/>
                    <a:pt x="24" y="64"/>
                    <a:pt x="24" y="64"/>
                  </a:cubicBezTo>
                  <a:cubicBezTo>
                    <a:pt x="25" y="64"/>
                    <a:pt x="25" y="64"/>
                    <a:pt x="25" y="64"/>
                  </a:cubicBezTo>
                  <a:cubicBezTo>
                    <a:pt x="25" y="64"/>
                    <a:pt x="25" y="64"/>
                    <a:pt x="25" y="64"/>
                  </a:cubicBezTo>
                  <a:cubicBezTo>
                    <a:pt x="26" y="64"/>
                    <a:pt x="26" y="64"/>
                    <a:pt x="26" y="64"/>
                  </a:cubicBezTo>
                  <a:cubicBezTo>
                    <a:pt x="26" y="64"/>
                    <a:pt x="26" y="64"/>
                    <a:pt x="26" y="64"/>
                  </a:cubicBezTo>
                  <a:cubicBezTo>
                    <a:pt x="26" y="64"/>
                    <a:pt x="26" y="64"/>
                    <a:pt x="27" y="64"/>
                  </a:cubicBezTo>
                  <a:cubicBezTo>
                    <a:pt x="27" y="64"/>
                    <a:pt x="27" y="64"/>
                    <a:pt x="27" y="64"/>
                  </a:cubicBezTo>
                  <a:cubicBezTo>
                    <a:pt x="27" y="64"/>
                    <a:pt x="27" y="64"/>
                    <a:pt x="27" y="64"/>
                  </a:cubicBezTo>
                  <a:cubicBezTo>
                    <a:pt x="28" y="64"/>
                    <a:pt x="28" y="64"/>
                    <a:pt x="28" y="64"/>
                  </a:cubicBezTo>
                  <a:cubicBezTo>
                    <a:pt x="28" y="64"/>
                    <a:pt x="28" y="64"/>
                    <a:pt x="28" y="64"/>
                  </a:cubicBezTo>
                  <a:cubicBezTo>
                    <a:pt x="30" y="64"/>
                    <a:pt x="32" y="63"/>
                    <a:pt x="33" y="63"/>
                  </a:cubicBezTo>
                  <a:cubicBezTo>
                    <a:pt x="33" y="63"/>
                    <a:pt x="33" y="63"/>
                    <a:pt x="33" y="63"/>
                  </a:cubicBezTo>
                  <a:cubicBezTo>
                    <a:pt x="34" y="63"/>
                    <a:pt x="34" y="63"/>
                    <a:pt x="34" y="63"/>
                  </a:cubicBezTo>
                  <a:cubicBezTo>
                    <a:pt x="35" y="63"/>
                    <a:pt x="35" y="63"/>
                    <a:pt x="35" y="63"/>
                  </a:cubicBezTo>
                  <a:cubicBezTo>
                    <a:pt x="35" y="62"/>
                    <a:pt x="35" y="62"/>
                    <a:pt x="36" y="62"/>
                  </a:cubicBezTo>
                  <a:cubicBezTo>
                    <a:pt x="36" y="62"/>
                    <a:pt x="36" y="62"/>
                    <a:pt x="36" y="62"/>
                  </a:cubicBezTo>
                  <a:cubicBezTo>
                    <a:pt x="37" y="62"/>
                    <a:pt x="37" y="62"/>
                    <a:pt x="37" y="62"/>
                  </a:cubicBezTo>
                  <a:cubicBezTo>
                    <a:pt x="37" y="62"/>
                    <a:pt x="37" y="62"/>
                    <a:pt x="37" y="62"/>
                  </a:cubicBezTo>
                  <a:cubicBezTo>
                    <a:pt x="39" y="61"/>
                    <a:pt x="40" y="60"/>
                    <a:pt x="41" y="59"/>
                  </a:cubicBezTo>
                  <a:cubicBezTo>
                    <a:pt x="41" y="59"/>
                    <a:pt x="41" y="59"/>
                    <a:pt x="41" y="59"/>
                  </a:cubicBezTo>
                  <a:cubicBezTo>
                    <a:pt x="43" y="58"/>
                    <a:pt x="43" y="58"/>
                    <a:pt x="43" y="58"/>
                  </a:cubicBezTo>
                  <a:cubicBezTo>
                    <a:pt x="43" y="58"/>
                    <a:pt x="43" y="58"/>
                    <a:pt x="43" y="58"/>
                  </a:cubicBezTo>
                  <a:cubicBezTo>
                    <a:pt x="43" y="58"/>
                    <a:pt x="43" y="58"/>
                    <a:pt x="43" y="58"/>
                  </a:cubicBezTo>
                  <a:cubicBezTo>
                    <a:pt x="43" y="58"/>
                    <a:pt x="43" y="57"/>
                    <a:pt x="44" y="57"/>
                  </a:cubicBezTo>
                  <a:cubicBezTo>
                    <a:pt x="45" y="56"/>
                    <a:pt x="45" y="56"/>
                    <a:pt x="45" y="56"/>
                  </a:cubicBezTo>
                  <a:cubicBezTo>
                    <a:pt x="45" y="56"/>
                    <a:pt x="45" y="56"/>
                    <a:pt x="45" y="56"/>
                  </a:cubicBezTo>
                  <a:cubicBezTo>
                    <a:pt x="46" y="55"/>
                    <a:pt x="47" y="54"/>
                    <a:pt x="48" y="53"/>
                  </a:cubicBezTo>
                  <a:cubicBezTo>
                    <a:pt x="48" y="53"/>
                    <a:pt x="48" y="53"/>
                    <a:pt x="48" y="53"/>
                  </a:cubicBezTo>
                  <a:cubicBezTo>
                    <a:pt x="49" y="51"/>
                    <a:pt x="49" y="51"/>
                    <a:pt x="49" y="51"/>
                  </a:cubicBezTo>
                  <a:cubicBezTo>
                    <a:pt x="49" y="51"/>
                    <a:pt x="49" y="51"/>
                    <a:pt x="49" y="50"/>
                  </a:cubicBezTo>
                  <a:cubicBezTo>
                    <a:pt x="50" y="49"/>
                    <a:pt x="50" y="49"/>
                    <a:pt x="50" y="49"/>
                  </a:cubicBezTo>
                  <a:cubicBezTo>
                    <a:pt x="50" y="49"/>
                    <a:pt x="50" y="49"/>
                    <a:pt x="50" y="49"/>
                  </a:cubicBezTo>
                  <a:cubicBezTo>
                    <a:pt x="51" y="47"/>
                    <a:pt x="51" y="46"/>
                    <a:pt x="52" y="44"/>
                  </a:cubicBezTo>
                  <a:cubicBezTo>
                    <a:pt x="52" y="44"/>
                    <a:pt x="52" y="44"/>
                    <a:pt x="52" y="44"/>
                  </a:cubicBezTo>
                  <a:cubicBezTo>
                    <a:pt x="52" y="43"/>
                    <a:pt x="52" y="43"/>
                    <a:pt x="52" y="43"/>
                  </a:cubicBezTo>
                  <a:cubicBezTo>
                    <a:pt x="52" y="43"/>
                    <a:pt x="52" y="42"/>
                    <a:pt x="52" y="42"/>
                  </a:cubicBezTo>
                  <a:cubicBezTo>
                    <a:pt x="52" y="42"/>
                    <a:pt x="52" y="42"/>
                    <a:pt x="52" y="41"/>
                  </a:cubicBezTo>
                  <a:cubicBezTo>
                    <a:pt x="52" y="41"/>
                    <a:pt x="52" y="41"/>
                    <a:pt x="52" y="41"/>
                  </a:cubicBezTo>
                  <a:cubicBezTo>
                    <a:pt x="52" y="40"/>
                    <a:pt x="52" y="40"/>
                    <a:pt x="52" y="40"/>
                  </a:cubicBezTo>
                  <a:cubicBezTo>
                    <a:pt x="52" y="40"/>
                    <a:pt x="52" y="40"/>
                    <a:pt x="52" y="40"/>
                  </a:cubicBezTo>
                  <a:cubicBezTo>
                    <a:pt x="53" y="39"/>
                    <a:pt x="53" y="38"/>
                    <a:pt x="53" y="38"/>
                  </a:cubicBezTo>
                  <a:cubicBezTo>
                    <a:pt x="53" y="37"/>
                    <a:pt x="53" y="36"/>
                    <a:pt x="52" y="35"/>
                  </a:cubicBezTo>
                  <a:close/>
                  <a:moveTo>
                    <a:pt x="3" y="38"/>
                  </a:moveTo>
                  <a:cubicBezTo>
                    <a:pt x="3" y="37"/>
                    <a:pt x="3" y="36"/>
                    <a:pt x="3" y="36"/>
                  </a:cubicBezTo>
                  <a:cubicBezTo>
                    <a:pt x="8" y="37"/>
                    <a:pt x="8" y="37"/>
                    <a:pt x="8" y="37"/>
                  </a:cubicBezTo>
                  <a:cubicBezTo>
                    <a:pt x="8" y="37"/>
                    <a:pt x="8" y="37"/>
                    <a:pt x="8" y="38"/>
                  </a:cubicBezTo>
                  <a:cubicBezTo>
                    <a:pt x="8" y="38"/>
                    <a:pt x="8" y="38"/>
                    <a:pt x="8" y="38"/>
                  </a:cubicBezTo>
                  <a:cubicBezTo>
                    <a:pt x="3" y="39"/>
                    <a:pt x="3" y="39"/>
                    <a:pt x="3" y="39"/>
                  </a:cubicBezTo>
                  <a:cubicBezTo>
                    <a:pt x="3" y="39"/>
                    <a:pt x="3" y="38"/>
                    <a:pt x="3" y="38"/>
                  </a:cubicBezTo>
                  <a:close/>
                  <a:moveTo>
                    <a:pt x="50" y="38"/>
                  </a:moveTo>
                  <a:cubicBezTo>
                    <a:pt x="50" y="38"/>
                    <a:pt x="50" y="39"/>
                    <a:pt x="49" y="39"/>
                  </a:cubicBezTo>
                  <a:cubicBezTo>
                    <a:pt x="44" y="38"/>
                    <a:pt x="44" y="38"/>
                    <a:pt x="44" y="38"/>
                  </a:cubicBezTo>
                  <a:cubicBezTo>
                    <a:pt x="44" y="38"/>
                    <a:pt x="44" y="38"/>
                    <a:pt x="44" y="38"/>
                  </a:cubicBezTo>
                  <a:cubicBezTo>
                    <a:pt x="44" y="37"/>
                    <a:pt x="44" y="37"/>
                    <a:pt x="44" y="37"/>
                  </a:cubicBezTo>
                  <a:cubicBezTo>
                    <a:pt x="49" y="36"/>
                    <a:pt x="49" y="36"/>
                    <a:pt x="49" y="36"/>
                  </a:cubicBezTo>
                  <a:cubicBezTo>
                    <a:pt x="50" y="36"/>
                    <a:pt x="50" y="37"/>
                    <a:pt x="50" y="38"/>
                  </a:cubicBezTo>
                  <a:close/>
                  <a:moveTo>
                    <a:pt x="43" y="32"/>
                  </a:moveTo>
                  <a:cubicBezTo>
                    <a:pt x="43" y="32"/>
                    <a:pt x="43" y="31"/>
                    <a:pt x="43" y="30"/>
                  </a:cubicBezTo>
                  <a:cubicBezTo>
                    <a:pt x="47" y="28"/>
                    <a:pt x="47" y="28"/>
                    <a:pt x="47" y="28"/>
                  </a:cubicBezTo>
                  <a:cubicBezTo>
                    <a:pt x="48" y="29"/>
                    <a:pt x="48" y="30"/>
                    <a:pt x="49" y="31"/>
                  </a:cubicBezTo>
                  <a:lnTo>
                    <a:pt x="43" y="32"/>
                  </a:lnTo>
                  <a:close/>
                  <a:moveTo>
                    <a:pt x="19" y="24"/>
                  </a:moveTo>
                  <a:cubicBezTo>
                    <a:pt x="21" y="23"/>
                    <a:pt x="24" y="22"/>
                    <a:pt x="26" y="22"/>
                  </a:cubicBezTo>
                  <a:cubicBezTo>
                    <a:pt x="29" y="22"/>
                    <a:pt x="31" y="23"/>
                    <a:pt x="33" y="24"/>
                  </a:cubicBezTo>
                  <a:cubicBezTo>
                    <a:pt x="38" y="27"/>
                    <a:pt x="41" y="32"/>
                    <a:pt x="41" y="38"/>
                  </a:cubicBezTo>
                  <a:cubicBezTo>
                    <a:pt x="41" y="46"/>
                    <a:pt x="34" y="53"/>
                    <a:pt x="26" y="53"/>
                  </a:cubicBezTo>
                  <a:cubicBezTo>
                    <a:pt x="18" y="53"/>
                    <a:pt x="11" y="46"/>
                    <a:pt x="11" y="38"/>
                  </a:cubicBezTo>
                  <a:cubicBezTo>
                    <a:pt x="11" y="32"/>
                    <a:pt x="14" y="27"/>
                    <a:pt x="19" y="24"/>
                  </a:cubicBezTo>
                  <a:close/>
                  <a:moveTo>
                    <a:pt x="41" y="27"/>
                  </a:moveTo>
                  <a:cubicBezTo>
                    <a:pt x="40" y="26"/>
                    <a:pt x="40" y="26"/>
                    <a:pt x="39" y="25"/>
                  </a:cubicBezTo>
                  <a:cubicBezTo>
                    <a:pt x="43" y="21"/>
                    <a:pt x="43" y="21"/>
                    <a:pt x="43" y="21"/>
                  </a:cubicBezTo>
                  <a:cubicBezTo>
                    <a:pt x="44" y="22"/>
                    <a:pt x="44" y="23"/>
                    <a:pt x="45" y="24"/>
                  </a:cubicBezTo>
                  <a:lnTo>
                    <a:pt x="41" y="27"/>
                  </a:lnTo>
                  <a:close/>
                  <a:moveTo>
                    <a:pt x="36" y="22"/>
                  </a:moveTo>
                  <a:cubicBezTo>
                    <a:pt x="36" y="22"/>
                    <a:pt x="35" y="22"/>
                    <a:pt x="35" y="21"/>
                  </a:cubicBezTo>
                  <a:cubicBezTo>
                    <a:pt x="34" y="21"/>
                    <a:pt x="34" y="21"/>
                    <a:pt x="34" y="21"/>
                  </a:cubicBezTo>
                  <a:cubicBezTo>
                    <a:pt x="36" y="16"/>
                    <a:pt x="36" y="16"/>
                    <a:pt x="36" y="16"/>
                  </a:cubicBezTo>
                  <a:cubicBezTo>
                    <a:pt x="37" y="17"/>
                    <a:pt x="38" y="17"/>
                    <a:pt x="39" y="18"/>
                  </a:cubicBezTo>
                  <a:lnTo>
                    <a:pt x="36" y="22"/>
                  </a:lnTo>
                  <a:close/>
                  <a:moveTo>
                    <a:pt x="31" y="19"/>
                  </a:moveTo>
                  <a:cubicBezTo>
                    <a:pt x="28" y="16"/>
                    <a:pt x="28" y="16"/>
                    <a:pt x="28" y="16"/>
                  </a:cubicBezTo>
                  <a:cubicBezTo>
                    <a:pt x="28" y="14"/>
                    <a:pt x="28" y="14"/>
                    <a:pt x="28" y="14"/>
                  </a:cubicBezTo>
                  <a:cubicBezTo>
                    <a:pt x="30" y="14"/>
                    <a:pt x="31" y="14"/>
                    <a:pt x="32" y="15"/>
                  </a:cubicBezTo>
                  <a:lnTo>
                    <a:pt x="31" y="19"/>
                  </a:lnTo>
                  <a:close/>
                  <a:moveTo>
                    <a:pt x="24" y="16"/>
                  </a:moveTo>
                  <a:cubicBezTo>
                    <a:pt x="22" y="19"/>
                    <a:pt x="22" y="19"/>
                    <a:pt x="22" y="19"/>
                  </a:cubicBezTo>
                  <a:cubicBezTo>
                    <a:pt x="20" y="15"/>
                    <a:pt x="20" y="15"/>
                    <a:pt x="20" y="15"/>
                  </a:cubicBezTo>
                  <a:cubicBezTo>
                    <a:pt x="21" y="14"/>
                    <a:pt x="23" y="14"/>
                    <a:pt x="24" y="14"/>
                  </a:cubicBezTo>
                  <a:lnTo>
                    <a:pt x="24" y="16"/>
                  </a:lnTo>
                  <a:close/>
                  <a:moveTo>
                    <a:pt x="18" y="21"/>
                  </a:moveTo>
                  <a:cubicBezTo>
                    <a:pt x="18" y="21"/>
                    <a:pt x="18" y="21"/>
                    <a:pt x="18" y="21"/>
                  </a:cubicBezTo>
                  <a:cubicBezTo>
                    <a:pt x="17" y="22"/>
                    <a:pt x="17" y="22"/>
                    <a:pt x="16" y="22"/>
                  </a:cubicBezTo>
                  <a:cubicBezTo>
                    <a:pt x="13" y="18"/>
                    <a:pt x="13" y="18"/>
                    <a:pt x="13" y="18"/>
                  </a:cubicBezTo>
                  <a:cubicBezTo>
                    <a:pt x="14" y="17"/>
                    <a:pt x="15" y="17"/>
                    <a:pt x="16" y="16"/>
                  </a:cubicBezTo>
                  <a:lnTo>
                    <a:pt x="18" y="21"/>
                  </a:lnTo>
                  <a:close/>
                  <a:moveTo>
                    <a:pt x="13" y="25"/>
                  </a:moveTo>
                  <a:cubicBezTo>
                    <a:pt x="12" y="26"/>
                    <a:pt x="12" y="26"/>
                    <a:pt x="12" y="27"/>
                  </a:cubicBezTo>
                  <a:cubicBezTo>
                    <a:pt x="7" y="24"/>
                    <a:pt x="7" y="24"/>
                    <a:pt x="7" y="24"/>
                  </a:cubicBezTo>
                  <a:cubicBezTo>
                    <a:pt x="8" y="23"/>
                    <a:pt x="8" y="22"/>
                    <a:pt x="9" y="21"/>
                  </a:cubicBezTo>
                  <a:lnTo>
                    <a:pt x="13" y="25"/>
                  </a:lnTo>
                  <a:close/>
                  <a:moveTo>
                    <a:pt x="9" y="30"/>
                  </a:moveTo>
                  <a:cubicBezTo>
                    <a:pt x="9" y="31"/>
                    <a:pt x="9" y="32"/>
                    <a:pt x="9" y="32"/>
                  </a:cubicBezTo>
                  <a:cubicBezTo>
                    <a:pt x="3" y="31"/>
                    <a:pt x="3" y="31"/>
                    <a:pt x="3" y="31"/>
                  </a:cubicBezTo>
                  <a:cubicBezTo>
                    <a:pt x="4" y="30"/>
                    <a:pt x="4" y="29"/>
                    <a:pt x="5" y="28"/>
                  </a:cubicBezTo>
                  <a:lnTo>
                    <a:pt x="9" y="30"/>
                  </a:lnTo>
                  <a:close/>
                  <a:moveTo>
                    <a:pt x="9" y="43"/>
                  </a:moveTo>
                  <a:cubicBezTo>
                    <a:pt x="9" y="43"/>
                    <a:pt x="9" y="44"/>
                    <a:pt x="9" y="45"/>
                  </a:cubicBezTo>
                  <a:cubicBezTo>
                    <a:pt x="5" y="47"/>
                    <a:pt x="5" y="47"/>
                    <a:pt x="5" y="47"/>
                  </a:cubicBezTo>
                  <a:cubicBezTo>
                    <a:pt x="4" y="46"/>
                    <a:pt x="4" y="45"/>
                    <a:pt x="3" y="44"/>
                  </a:cubicBezTo>
                  <a:lnTo>
                    <a:pt x="9" y="43"/>
                  </a:lnTo>
                  <a:close/>
                  <a:moveTo>
                    <a:pt x="12" y="48"/>
                  </a:moveTo>
                  <a:cubicBezTo>
                    <a:pt x="12" y="49"/>
                    <a:pt x="12" y="49"/>
                    <a:pt x="13" y="50"/>
                  </a:cubicBezTo>
                  <a:cubicBezTo>
                    <a:pt x="9" y="54"/>
                    <a:pt x="9" y="54"/>
                    <a:pt x="9" y="54"/>
                  </a:cubicBezTo>
                  <a:cubicBezTo>
                    <a:pt x="8" y="53"/>
                    <a:pt x="8" y="52"/>
                    <a:pt x="7" y="51"/>
                  </a:cubicBezTo>
                  <a:lnTo>
                    <a:pt x="12" y="48"/>
                  </a:lnTo>
                  <a:close/>
                  <a:moveTo>
                    <a:pt x="16" y="53"/>
                  </a:moveTo>
                  <a:cubicBezTo>
                    <a:pt x="17" y="53"/>
                    <a:pt x="17" y="53"/>
                    <a:pt x="18" y="54"/>
                  </a:cubicBezTo>
                  <a:cubicBezTo>
                    <a:pt x="16" y="59"/>
                    <a:pt x="16" y="59"/>
                    <a:pt x="16" y="59"/>
                  </a:cubicBezTo>
                  <a:cubicBezTo>
                    <a:pt x="15" y="58"/>
                    <a:pt x="14" y="58"/>
                    <a:pt x="13" y="57"/>
                  </a:cubicBezTo>
                  <a:lnTo>
                    <a:pt x="16" y="53"/>
                  </a:lnTo>
                  <a:close/>
                  <a:moveTo>
                    <a:pt x="22" y="55"/>
                  </a:moveTo>
                  <a:cubicBezTo>
                    <a:pt x="23" y="55"/>
                    <a:pt x="23" y="55"/>
                    <a:pt x="24" y="56"/>
                  </a:cubicBezTo>
                  <a:cubicBezTo>
                    <a:pt x="24" y="61"/>
                    <a:pt x="24" y="61"/>
                    <a:pt x="24" y="61"/>
                  </a:cubicBezTo>
                  <a:cubicBezTo>
                    <a:pt x="23" y="61"/>
                    <a:pt x="21" y="61"/>
                    <a:pt x="20" y="60"/>
                  </a:cubicBezTo>
                  <a:lnTo>
                    <a:pt x="22" y="55"/>
                  </a:lnTo>
                  <a:close/>
                  <a:moveTo>
                    <a:pt x="28" y="56"/>
                  </a:moveTo>
                  <a:cubicBezTo>
                    <a:pt x="29" y="55"/>
                    <a:pt x="30" y="55"/>
                    <a:pt x="30" y="55"/>
                  </a:cubicBezTo>
                  <a:cubicBezTo>
                    <a:pt x="32" y="60"/>
                    <a:pt x="32" y="60"/>
                    <a:pt x="32" y="60"/>
                  </a:cubicBezTo>
                  <a:cubicBezTo>
                    <a:pt x="31" y="61"/>
                    <a:pt x="30" y="61"/>
                    <a:pt x="28" y="61"/>
                  </a:cubicBezTo>
                  <a:lnTo>
                    <a:pt x="28" y="56"/>
                  </a:lnTo>
                  <a:close/>
                  <a:moveTo>
                    <a:pt x="34" y="54"/>
                  </a:moveTo>
                  <a:cubicBezTo>
                    <a:pt x="35" y="53"/>
                    <a:pt x="35" y="53"/>
                    <a:pt x="36" y="53"/>
                  </a:cubicBezTo>
                  <a:cubicBezTo>
                    <a:pt x="39" y="57"/>
                    <a:pt x="39" y="57"/>
                    <a:pt x="39" y="57"/>
                  </a:cubicBezTo>
                  <a:cubicBezTo>
                    <a:pt x="38" y="58"/>
                    <a:pt x="37" y="58"/>
                    <a:pt x="36" y="59"/>
                  </a:cubicBezTo>
                  <a:lnTo>
                    <a:pt x="34" y="54"/>
                  </a:lnTo>
                  <a:close/>
                  <a:moveTo>
                    <a:pt x="39" y="50"/>
                  </a:moveTo>
                  <a:cubicBezTo>
                    <a:pt x="40" y="49"/>
                    <a:pt x="40" y="49"/>
                    <a:pt x="41" y="48"/>
                  </a:cubicBezTo>
                  <a:cubicBezTo>
                    <a:pt x="45" y="51"/>
                    <a:pt x="45" y="51"/>
                    <a:pt x="45" y="51"/>
                  </a:cubicBezTo>
                  <a:cubicBezTo>
                    <a:pt x="44" y="52"/>
                    <a:pt x="44" y="53"/>
                    <a:pt x="43" y="54"/>
                  </a:cubicBezTo>
                  <a:lnTo>
                    <a:pt x="39" y="50"/>
                  </a:lnTo>
                  <a:close/>
                  <a:moveTo>
                    <a:pt x="43" y="45"/>
                  </a:moveTo>
                  <a:cubicBezTo>
                    <a:pt x="43" y="44"/>
                    <a:pt x="43" y="43"/>
                    <a:pt x="43" y="43"/>
                  </a:cubicBezTo>
                  <a:cubicBezTo>
                    <a:pt x="49" y="44"/>
                    <a:pt x="49" y="44"/>
                    <a:pt x="49" y="44"/>
                  </a:cubicBezTo>
                  <a:cubicBezTo>
                    <a:pt x="48" y="45"/>
                    <a:pt x="48" y="46"/>
                    <a:pt x="47" y="47"/>
                  </a:cubicBezTo>
                  <a:lnTo>
                    <a:pt x="43" y="45"/>
                  </a:lnTo>
                  <a:close/>
                </a:path>
              </a:pathLst>
            </a:custGeom>
            <a:solidFill>
              <a:schemeClr val="accent5"/>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grpSp>
        <p:nvGrpSpPr>
          <p:cNvPr id="80" name="组合 79"/>
          <p:cNvGrpSpPr>
            <a:grpSpLocks/>
          </p:cNvGrpSpPr>
          <p:nvPr/>
        </p:nvGrpSpPr>
        <p:grpSpPr bwMode="auto">
          <a:xfrm>
            <a:off x="5970638" y="1523544"/>
            <a:ext cx="1295850" cy="1413046"/>
            <a:chOff x="3614192" y="1127253"/>
            <a:chExt cx="1229333" cy="1339252"/>
          </a:xfrm>
        </p:grpSpPr>
        <p:sp>
          <p:nvSpPr>
            <p:cNvPr id="81" name="Freeform 6"/>
            <p:cNvSpPr>
              <a:spLocks/>
            </p:cNvSpPr>
            <p:nvPr/>
          </p:nvSpPr>
          <p:spPr bwMode="auto">
            <a:xfrm>
              <a:off x="3614192" y="1958732"/>
              <a:ext cx="1059387" cy="507773"/>
            </a:xfrm>
            <a:custGeom>
              <a:avLst/>
              <a:gdLst>
                <a:gd name="T0" fmla="*/ 247 w 280"/>
                <a:gd name="T1" fmla="*/ 134 h 134"/>
                <a:gd name="T2" fmla="*/ 280 w 280"/>
                <a:gd name="T3" fmla="*/ 90 h 134"/>
                <a:gd name="T4" fmla="*/ 0 w 280"/>
                <a:gd name="T5" fmla="*/ 13 h 134"/>
                <a:gd name="T6" fmla="*/ 7 w 280"/>
                <a:gd name="T7" fmla="*/ 68 h 134"/>
                <a:gd name="T8" fmla="*/ 247 w 280"/>
                <a:gd name="T9" fmla="*/ 134 h 134"/>
              </a:gdLst>
              <a:ahLst/>
              <a:cxnLst>
                <a:cxn ang="0">
                  <a:pos x="T0" y="T1"/>
                </a:cxn>
                <a:cxn ang="0">
                  <a:pos x="T2" y="T3"/>
                </a:cxn>
                <a:cxn ang="0">
                  <a:pos x="T4" y="T5"/>
                </a:cxn>
                <a:cxn ang="0">
                  <a:pos x="T6" y="T7"/>
                </a:cxn>
                <a:cxn ang="0">
                  <a:pos x="T8" y="T9"/>
                </a:cxn>
              </a:cxnLst>
              <a:rect l="0" t="0" r="r" b="b"/>
              <a:pathLst>
                <a:path w="280" h="134">
                  <a:moveTo>
                    <a:pt x="247" y="134"/>
                  </a:moveTo>
                  <a:cubicBezTo>
                    <a:pt x="280" y="90"/>
                    <a:pt x="280" y="90"/>
                    <a:pt x="280" y="90"/>
                  </a:cubicBezTo>
                  <a:cubicBezTo>
                    <a:pt x="204" y="31"/>
                    <a:pt x="104" y="0"/>
                    <a:pt x="0" y="13"/>
                  </a:cubicBezTo>
                  <a:cubicBezTo>
                    <a:pt x="7" y="68"/>
                    <a:pt x="7" y="68"/>
                    <a:pt x="7" y="68"/>
                  </a:cubicBezTo>
                  <a:cubicBezTo>
                    <a:pt x="96" y="57"/>
                    <a:pt x="181" y="83"/>
                    <a:pt x="247" y="134"/>
                  </a:cubicBez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82" name="Freeform 24"/>
            <p:cNvSpPr>
              <a:spLocks/>
            </p:cNvSpPr>
            <p:nvPr/>
          </p:nvSpPr>
          <p:spPr bwMode="auto">
            <a:xfrm>
              <a:off x="3688842" y="1127253"/>
              <a:ext cx="1154683" cy="1153598"/>
            </a:xfrm>
            <a:custGeom>
              <a:avLst/>
              <a:gdLst>
                <a:gd name="T0" fmla="*/ 116 w 305"/>
                <a:gd name="T1" fmla="*/ 285 h 305"/>
                <a:gd name="T2" fmla="*/ 285 w 305"/>
                <a:gd name="T3" fmla="*/ 189 h 305"/>
                <a:gd name="T4" fmla="*/ 189 w 305"/>
                <a:gd name="T5" fmla="*/ 20 h 305"/>
                <a:gd name="T6" fmla="*/ 20 w 305"/>
                <a:gd name="T7" fmla="*/ 116 h 305"/>
                <a:gd name="T8" fmla="*/ 116 w 305"/>
                <a:gd name="T9" fmla="*/ 285 h 305"/>
              </a:gdLst>
              <a:ahLst/>
              <a:cxnLst>
                <a:cxn ang="0">
                  <a:pos x="T0" y="T1"/>
                </a:cxn>
                <a:cxn ang="0">
                  <a:pos x="T2" y="T3"/>
                </a:cxn>
                <a:cxn ang="0">
                  <a:pos x="T4" y="T5"/>
                </a:cxn>
                <a:cxn ang="0">
                  <a:pos x="T6" y="T7"/>
                </a:cxn>
                <a:cxn ang="0">
                  <a:pos x="T8" y="T9"/>
                </a:cxn>
              </a:cxnLst>
              <a:rect l="0" t="0" r="r" b="b"/>
              <a:pathLst>
                <a:path w="305" h="305">
                  <a:moveTo>
                    <a:pt x="116" y="285"/>
                  </a:moveTo>
                  <a:cubicBezTo>
                    <a:pt x="189" y="305"/>
                    <a:pt x="265" y="262"/>
                    <a:pt x="285" y="189"/>
                  </a:cubicBezTo>
                  <a:cubicBezTo>
                    <a:pt x="305" y="116"/>
                    <a:pt x="262" y="40"/>
                    <a:pt x="189" y="20"/>
                  </a:cubicBezTo>
                  <a:cubicBezTo>
                    <a:pt x="116" y="0"/>
                    <a:pt x="40" y="43"/>
                    <a:pt x="20" y="116"/>
                  </a:cubicBezTo>
                  <a:cubicBezTo>
                    <a:pt x="0" y="189"/>
                    <a:pt x="43" y="264"/>
                    <a:pt x="116" y="285"/>
                  </a:cubicBez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83" name="Freeform 25"/>
            <p:cNvSpPr>
              <a:spLocks/>
            </p:cNvSpPr>
            <p:nvPr/>
          </p:nvSpPr>
          <p:spPr bwMode="auto">
            <a:xfrm>
              <a:off x="3773021" y="1220874"/>
              <a:ext cx="987914" cy="961596"/>
            </a:xfrm>
            <a:custGeom>
              <a:avLst/>
              <a:gdLst>
                <a:gd name="T0" fmla="*/ 146 w 261"/>
                <a:gd name="T1" fmla="*/ 252 h 254"/>
                <a:gd name="T2" fmla="*/ 97 w 261"/>
                <a:gd name="T3" fmla="*/ 249 h 254"/>
                <a:gd name="T4" fmla="*/ 21 w 261"/>
                <a:gd name="T5" fmla="*/ 189 h 254"/>
                <a:gd name="T6" fmla="*/ 9 w 261"/>
                <a:gd name="T7" fmla="*/ 94 h 254"/>
                <a:gd name="T8" fmla="*/ 115 w 261"/>
                <a:gd name="T9" fmla="*/ 2 h 254"/>
                <a:gd name="T10" fmla="*/ 164 w 261"/>
                <a:gd name="T11" fmla="*/ 6 h 254"/>
                <a:gd name="T12" fmla="*/ 240 w 261"/>
                <a:gd name="T13" fmla="*/ 65 h 254"/>
                <a:gd name="T14" fmla="*/ 252 w 261"/>
                <a:gd name="T15" fmla="*/ 161 h 254"/>
                <a:gd name="T16" fmla="*/ 146 w 261"/>
                <a:gd name="T17" fmla="*/ 252 h 254"/>
                <a:gd name="T18" fmla="*/ 146 w 261"/>
                <a:gd name="T19" fmla="*/ 25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254">
                  <a:moveTo>
                    <a:pt x="146" y="252"/>
                  </a:moveTo>
                  <a:cubicBezTo>
                    <a:pt x="130" y="254"/>
                    <a:pt x="113" y="253"/>
                    <a:pt x="97" y="249"/>
                  </a:cubicBezTo>
                  <a:cubicBezTo>
                    <a:pt x="65" y="240"/>
                    <a:pt x="38" y="219"/>
                    <a:pt x="21" y="189"/>
                  </a:cubicBezTo>
                  <a:cubicBezTo>
                    <a:pt x="5" y="160"/>
                    <a:pt x="0" y="126"/>
                    <a:pt x="9" y="94"/>
                  </a:cubicBezTo>
                  <a:cubicBezTo>
                    <a:pt x="23" y="44"/>
                    <a:pt x="64" y="9"/>
                    <a:pt x="115" y="2"/>
                  </a:cubicBezTo>
                  <a:cubicBezTo>
                    <a:pt x="132" y="0"/>
                    <a:pt x="148" y="1"/>
                    <a:pt x="164" y="6"/>
                  </a:cubicBezTo>
                  <a:cubicBezTo>
                    <a:pt x="196" y="15"/>
                    <a:pt x="223" y="36"/>
                    <a:pt x="240" y="65"/>
                  </a:cubicBezTo>
                  <a:cubicBezTo>
                    <a:pt x="257" y="94"/>
                    <a:pt x="261" y="128"/>
                    <a:pt x="252" y="161"/>
                  </a:cubicBezTo>
                  <a:cubicBezTo>
                    <a:pt x="238" y="210"/>
                    <a:pt x="197" y="246"/>
                    <a:pt x="146" y="252"/>
                  </a:cubicBezTo>
                  <a:cubicBezTo>
                    <a:pt x="146" y="252"/>
                    <a:pt x="146" y="252"/>
                    <a:pt x="146" y="252"/>
                  </a:cubicBezTo>
                  <a:close/>
                </a:path>
              </a:pathLst>
            </a:custGeom>
            <a:solidFill>
              <a:schemeClr val="accent6"/>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84" name="Freeform 66"/>
            <p:cNvSpPr>
              <a:spLocks noEditPoints="1"/>
            </p:cNvSpPr>
            <p:nvPr/>
          </p:nvSpPr>
          <p:spPr bwMode="auto">
            <a:xfrm>
              <a:off x="4014440" y="1417636"/>
              <a:ext cx="508251" cy="510947"/>
            </a:xfrm>
            <a:custGeom>
              <a:avLst/>
              <a:gdLst>
                <a:gd name="T0" fmla="*/ 125 w 134"/>
                <a:gd name="T1" fmla="*/ 61 h 135"/>
                <a:gd name="T2" fmla="*/ 125 w 134"/>
                <a:gd name="T3" fmla="*/ 41 h 135"/>
                <a:gd name="T4" fmla="*/ 125 w 134"/>
                <a:gd name="T5" fmla="*/ 27 h 135"/>
                <a:gd name="T6" fmla="*/ 125 w 134"/>
                <a:gd name="T7" fmla="*/ 14 h 135"/>
                <a:gd name="T8" fmla="*/ 101 w 134"/>
                <a:gd name="T9" fmla="*/ 0 h 135"/>
                <a:gd name="T10" fmla="*/ 15 w 134"/>
                <a:gd name="T11" fmla="*/ 14 h 135"/>
                <a:gd name="T12" fmla="*/ 0 w 134"/>
                <a:gd name="T13" fmla="*/ 28 h 135"/>
                <a:gd name="T14" fmla="*/ 15 w 134"/>
                <a:gd name="T15" fmla="*/ 135 h 135"/>
                <a:gd name="T16" fmla="*/ 125 w 134"/>
                <a:gd name="T17" fmla="*/ 103 h 135"/>
                <a:gd name="T18" fmla="*/ 127 w 134"/>
                <a:gd name="T19" fmla="*/ 103 h 135"/>
                <a:gd name="T20" fmla="*/ 134 w 134"/>
                <a:gd name="T21" fmla="*/ 96 h 135"/>
                <a:gd name="T22" fmla="*/ 127 w 134"/>
                <a:gd name="T23" fmla="*/ 61 h 135"/>
                <a:gd name="T24" fmla="*/ 131 w 134"/>
                <a:gd name="T25" fmla="*/ 96 h 135"/>
                <a:gd name="T26" fmla="*/ 127 w 134"/>
                <a:gd name="T27" fmla="*/ 100 h 135"/>
                <a:gd name="T28" fmla="*/ 94 w 134"/>
                <a:gd name="T29" fmla="*/ 90 h 135"/>
                <a:gd name="T30" fmla="*/ 106 w 134"/>
                <a:gd name="T31" fmla="*/ 76 h 135"/>
                <a:gd name="T32" fmla="*/ 127 w 134"/>
                <a:gd name="T33" fmla="*/ 76 h 135"/>
                <a:gd name="T34" fmla="*/ 15 w 134"/>
                <a:gd name="T35" fmla="*/ 132 h 135"/>
                <a:gd name="T36" fmla="*/ 3 w 134"/>
                <a:gd name="T37" fmla="*/ 37 h 135"/>
                <a:gd name="T38" fmla="*/ 122 w 134"/>
                <a:gd name="T39" fmla="*/ 44 h 135"/>
                <a:gd name="T40" fmla="*/ 122 w 134"/>
                <a:gd name="T41" fmla="*/ 73 h 135"/>
                <a:gd name="T42" fmla="*/ 91 w 134"/>
                <a:gd name="T43" fmla="*/ 88 h 135"/>
                <a:gd name="T44" fmla="*/ 106 w 134"/>
                <a:gd name="T45" fmla="*/ 103 h 135"/>
                <a:gd name="T46" fmla="*/ 122 w 134"/>
                <a:gd name="T47" fmla="*/ 132 h 135"/>
                <a:gd name="T48" fmla="*/ 15 w 134"/>
                <a:gd name="T49" fmla="*/ 17 h 135"/>
                <a:gd name="T50" fmla="*/ 58 w 134"/>
                <a:gd name="T51" fmla="*/ 20 h 135"/>
                <a:gd name="T52" fmla="*/ 7 w 134"/>
                <a:gd name="T53" fmla="*/ 27 h 135"/>
                <a:gd name="T54" fmla="*/ 7 w 134"/>
                <a:gd name="T55" fmla="*/ 38 h 135"/>
                <a:gd name="T56" fmla="*/ 6 w 134"/>
                <a:gd name="T57" fmla="*/ 37 h 135"/>
                <a:gd name="T58" fmla="*/ 6 w 134"/>
                <a:gd name="T59" fmla="*/ 36 h 135"/>
                <a:gd name="T60" fmla="*/ 5 w 134"/>
                <a:gd name="T61" fmla="*/ 35 h 135"/>
                <a:gd name="T62" fmla="*/ 4 w 134"/>
                <a:gd name="T63" fmla="*/ 34 h 135"/>
                <a:gd name="T64" fmla="*/ 3 w 134"/>
                <a:gd name="T65" fmla="*/ 32 h 135"/>
                <a:gd name="T66" fmla="*/ 3 w 134"/>
                <a:gd name="T67" fmla="*/ 31 h 135"/>
                <a:gd name="T68" fmla="*/ 3 w 134"/>
                <a:gd name="T69" fmla="*/ 29 h 135"/>
                <a:gd name="T70" fmla="*/ 3 w 134"/>
                <a:gd name="T71" fmla="*/ 29 h 135"/>
                <a:gd name="T72" fmla="*/ 15 w 134"/>
                <a:gd name="T73" fmla="*/ 17 h 135"/>
                <a:gd name="T74" fmla="*/ 30 w 134"/>
                <a:gd name="T75" fmla="*/ 34 h 135"/>
                <a:gd name="T76" fmla="*/ 10 w 134"/>
                <a:gd name="T77" fmla="*/ 30 h 135"/>
                <a:gd name="T78" fmla="*/ 100 w 134"/>
                <a:gd name="T79" fmla="*/ 37 h 135"/>
                <a:gd name="T80" fmla="*/ 48 w 134"/>
                <a:gd name="T81" fmla="*/ 41 h 135"/>
                <a:gd name="T82" fmla="*/ 100 w 134"/>
                <a:gd name="T83" fmla="*/ 37 h 135"/>
                <a:gd name="T84" fmla="*/ 117 w 134"/>
                <a:gd name="T85" fmla="*/ 34 h 135"/>
                <a:gd name="T86" fmla="*/ 122 w 134"/>
                <a:gd name="T87" fmla="*/ 30 h 135"/>
                <a:gd name="T88" fmla="*/ 122 w 134"/>
                <a:gd name="T89" fmla="*/ 20 h 135"/>
                <a:gd name="T90" fmla="*/ 109 w 134"/>
                <a:gd name="T91" fmla="*/ 17 h 135"/>
                <a:gd name="T92" fmla="*/ 122 w 134"/>
                <a:gd name="T93" fmla="*/ 20 h 135"/>
                <a:gd name="T94" fmla="*/ 111 w 134"/>
                <a:gd name="T95" fmla="*/ 41 h 135"/>
                <a:gd name="T96" fmla="*/ 88 w 134"/>
                <a:gd name="T97" fmla="*/ 15 h 135"/>
                <a:gd name="T98" fmla="*/ 23 w 134"/>
                <a:gd name="T99" fmla="*/ 41 h 135"/>
                <a:gd name="T100" fmla="*/ 117 w 134"/>
                <a:gd name="T101" fmla="*/ 4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35">
                  <a:moveTo>
                    <a:pt x="127" y="61"/>
                  </a:moveTo>
                  <a:cubicBezTo>
                    <a:pt x="125" y="61"/>
                    <a:pt x="125" y="61"/>
                    <a:pt x="125" y="61"/>
                  </a:cubicBezTo>
                  <a:cubicBezTo>
                    <a:pt x="125" y="44"/>
                    <a:pt x="125" y="44"/>
                    <a:pt x="125" y="44"/>
                  </a:cubicBezTo>
                  <a:cubicBezTo>
                    <a:pt x="125" y="41"/>
                    <a:pt x="125" y="41"/>
                    <a:pt x="125" y="41"/>
                  </a:cubicBezTo>
                  <a:cubicBezTo>
                    <a:pt x="125" y="34"/>
                    <a:pt x="125" y="34"/>
                    <a:pt x="125" y="34"/>
                  </a:cubicBezTo>
                  <a:cubicBezTo>
                    <a:pt x="125" y="27"/>
                    <a:pt x="125" y="27"/>
                    <a:pt x="125" y="27"/>
                  </a:cubicBezTo>
                  <a:cubicBezTo>
                    <a:pt x="125" y="20"/>
                    <a:pt x="125" y="20"/>
                    <a:pt x="125" y="20"/>
                  </a:cubicBezTo>
                  <a:cubicBezTo>
                    <a:pt x="125" y="14"/>
                    <a:pt x="125" y="14"/>
                    <a:pt x="125" y="14"/>
                  </a:cubicBezTo>
                  <a:cubicBezTo>
                    <a:pt x="108" y="14"/>
                    <a:pt x="108" y="14"/>
                    <a:pt x="108" y="14"/>
                  </a:cubicBezTo>
                  <a:cubicBezTo>
                    <a:pt x="101" y="0"/>
                    <a:pt x="101" y="0"/>
                    <a:pt x="101" y="0"/>
                  </a:cubicBezTo>
                  <a:cubicBezTo>
                    <a:pt x="72" y="14"/>
                    <a:pt x="72" y="14"/>
                    <a:pt x="72" y="14"/>
                  </a:cubicBezTo>
                  <a:cubicBezTo>
                    <a:pt x="15" y="14"/>
                    <a:pt x="15" y="14"/>
                    <a:pt x="15" y="14"/>
                  </a:cubicBezTo>
                  <a:cubicBezTo>
                    <a:pt x="7" y="14"/>
                    <a:pt x="0" y="20"/>
                    <a:pt x="0" y="28"/>
                  </a:cubicBezTo>
                  <a:cubicBezTo>
                    <a:pt x="0" y="28"/>
                    <a:pt x="0" y="28"/>
                    <a:pt x="0" y="28"/>
                  </a:cubicBezTo>
                  <a:cubicBezTo>
                    <a:pt x="0" y="120"/>
                    <a:pt x="0" y="120"/>
                    <a:pt x="0" y="120"/>
                  </a:cubicBezTo>
                  <a:cubicBezTo>
                    <a:pt x="0" y="128"/>
                    <a:pt x="7" y="135"/>
                    <a:pt x="15" y="135"/>
                  </a:cubicBezTo>
                  <a:cubicBezTo>
                    <a:pt x="125" y="135"/>
                    <a:pt x="125" y="135"/>
                    <a:pt x="125" y="135"/>
                  </a:cubicBezTo>
                  <a:cubicBezTo>
                    <a:pt x="125" y="103"/>
                    <a:pt x="125" y="103"/>
                    <a:pt x="125" y="103"/>
                  </a:cubicBezTo>
                  <a:cubicBezTo>
                    <a:pt x="127" y="103"/>
                    <a:pt x="127" y="103"/>
                    <a:pt x="127" y="103"/>
                  </a:cubicBezTo>
                  <a:cubicBezTo>
                    <a:pt x="127" y="103"/>
                    <a:pt x="127" y="103"/>
                    <a:pt x="127" y="103"/>
                  </a:cubicBezTo>
                  <a:cubicBezTo>
                    <a:pt x="127" y="103"/>
                    <a:pt x="128" y="103"/>
                    <a:pt x="128" y="103"/>
                  </a:cubicBezTo>
                  <a:cubicBezTo>
                    <a:pt x="131" y="102"/>
                    <a:pt x="134" y="99"/>
                    <a:pt x="134" y="96"/>
                  </a:cubicBezTo>
                  <a:cubicBezTo>
                    <a:pt x="134" y="69"/>
                    <a:pt x="134" y="69"/>
                    <a:pt x="134" y="69"/>
                  </a:cubicBezTo>
                  <a:cubicBezTo>
                    <a:pt x="134" y="65"/>
                    <a:pt x="131" y="61"/>
                    <a:pt x="127" y="61"/>
                  </a:cubicBezTo>
                  <a:close/>
                  <a:moveTo>
                    <a:pt x="131" y="75"/>
                  </a:moveTo>
                  <a:cubicBezTo>
                    <a:pt x="131" y="96"/>
                    <a:pt x="131" y="96"/>
                    <a:pt x="131" y="96"/>
                  </a:cubicBezTo>
                  <a:cubicBezTo>
                    <a:pt x="131" y="98"/>
                    <a:pt x="130" y="100"/>
                    <a:pt x="127" y="100"/>
                  </a:cubicBezTo>
                  <a:cubicBezTo>
                    <a:pt x="127" y="100"/>
                    <a:pt x="127" y="100"/>
                    <a:pt x="127" y="100"/>
                  </a:cubicBezTo>
                  <a:cubicBezTo>
                    <a:pt x="106" y="100"/>
                    <a:pt x="106" y="100"/>
                    <a:pt x="106" y="100"/>
                  </a:cubicBezTo>
                  <a:cubicBezTo>
                    <a:pt x="100" y="100"/>
                    <a:pt x="95" y="95"/>
                    <a:pt x="94" y="90"/>
                  </a:cubicBezTo>
                  <a:cubicBezTo>
                    <a:pt x="94" y="89"/>
                    <a:pt x="94" y="88"/>
                    <a:pt x="94" y="88"/>
                  </a:cubicBezTo>
                  <a:cubicBezTo>
                    <a:pt x="94" y="81"/>
                    <a:pt x="100" y="76"/>
                    <a:pt x="106" y="76"/>
                  </a:cubicBezTo>
                  <a:cubicBezTo>
                    <a:pt x="122" y="76"/>
                    <a:pt x="122" y="76"/>
                    <a:pt x="122" y="76"/>
                  </a:cubicBezTo>
                  <a:cubicBezTo>
                    <a:pt x="127" y="76"/>
                    <a:pt x="127" y="76"/>
                    <a:pt x="127" y="76"/>
                  </a:cubicBezTo>
                  <a:cubicBezTo>
                    <a:pt x="128" y="76"/>
                    <a:pt x="130" y="75"/>
                    <a:pt x="131" y="75"/>
                  </a:cubicBezTo>
                  <a:close/>
                  <a:moveTo>
                    <a:pt x="15" y="132"/>
                  </a:moveTo>
                  <a:cubicBezTo>
                    <a:pt x="8" y="132"/>
                    <a:pt x="3" y="126"/>
                    <a:pt x="3" y="120"/>
                  </a:cubicBezTo>
                  <a:cubicBezTo>
                    <a:pt x="3" y="37"/>
                    <a:pt x="3" y="37"/>
                    <a:pt x="3" y="37"/>
                  </a:cubicBezTo>
                  <a:cubicBezTo>
                    <a:pt x="6" y="41"/>
                    <a:pt x="10" y="44"/>
                    <a:pt x="15" y="44"/>
                  </a:cubicBezTo>
                  <a:cubicBezTo>
                    <a:pt x="122" y="44"/>
                    <a:pt x="122" y="44"/>
                    <a:pt x="122" y="44"/>
                  </a:cubicBezTo>
                  <a:cubicBezTo>
                    <a:pt x="122" y="61"/>
                    <a:pt x="122" y="61"/>
                    <a:pt x="122" y="61"/>
                  </a:cubicBezTo>
                  <a:cubicBezTo>
                    <a:pt x="122" y="73"/>
                    <a:pt x="122" y="73"/>
                    <a:pt x="122" y="73"/>
                  </a:cubicBezTo>
                  <a:cubicBezTo>
                    <a:pt x="106" y="73"/>
                    <a:pt x="106" y="73"/>
                    <a:pt x="106" y="73"/>
                  </a:cubicBezTo>
                  <a:cubicBezTo>
                    <a:pt x="98" y="73"/>
                    <a:pt x="91" y="80"/>
                    <a:pt x="91" y="88"/>
                  </a:cubicBezTo>
                  <a:cubicBezTo>
                    <a:pt x="91" y="89"/>
                    <a:pt x="91" y="89"/>
                    <a:pt x="91" y="90"/>
                  </a:cubicBezTo>
                  <a:cubicBezTo>
                    <a:pt x="92" y="97"/>
                    <a:pt x="99" y="103"/>
                    <a:pt x="106" y="103"/>
                  </a:cubicBezTo>
                  <a:cubicBezTo>
                    <a:pt x="122" y="103"/>
                    <a:pt x="122" y="103"/>
                    <a:pt x="122" y="103"/>
                  </a:cubicBezTo>
                  <a:cubicBezTo>
                    <a:pt x="122" y="132"/>
                    <a:pt x="122" y="132"/>
                    <a:pt x="122" y="132"/>
                  </a:cubicBezTo>
                  <a:lnTo>
                    <a:pt x="15" y="132"/>
                  </a:lnTo>
                  <a:close/>
                  <a:moveTo>
                    <a:pt x="15" y="17"/>
                  </a:moveTo>
                  <a:cubicBezTo>
                    <a:pt x="66" y="17"/>
                    <a:pt x="66" y="17"/>
                    <a:pt x="66" y="17"/>
                  </a:cubicBezTo>
                  <a:cubicBezTo>
                    <a:pt x="58" y="20"/>
                    <a:pt x="58" y="20"/>
                    <a:pt x="58" y="20"/>
                  </a:cubicBezTo>
                  <a:cubicBezTo>
                    <a:pt x="7" y="20"/>
                    <a:pt x="7" y="20"/>
                    <a:pt x="7" y="20"/>
                  </a:cubicBezTo>
                  <a:cubicBezTo>
                    <a:pt x="7" y="27"/>
                    <a:pt x="7" y="27"/>
                    <a:pt x="7" y="27"/>
                  </a:cubicBezTo>
                  <a:cubicBezTo>
                    <a:pt x="7" y="34"/>
                    <a:pt x="7" y="34"/>
                    <a:pt x="7" y="34"/>
                  </a:cubicBezTo>
                  <a:cubicBezTo>
                    <a:pt x="7" y="38"/>
                    <a:pt x="7" y="38"/>
                    <a:pt x="7" y="38"/>
                  </a:cubicBezTo>
                  <a:cubicBezTo>
                    <a:pt x="7" y="38"/>
                    <a:pt x="7" y="38"/>
                    <a:pt x="7" y="38"/>
                  </a:cubicBezTo>
                  <a:cubicBezTo>
                    <a:pt x="7" y="38"/>
                    <a:pt x="7" y="37"/>
                    <a:pt x="6" y="37"/>
                  </a:cubicBezTo>
                  <a:cubicBezTo>
                    <a:pt x="6" y="37"/>
                    <a:pt x="6" y="37"/>
                    <a:pt x="6" y="36"/>
                  </a:cubicBezTo>
                  <a:cubicBezTo>
                    <a:pt x="6" y="36"/>
                    <a:pt x="6" y="36"/>
                    <a:pt x="6" y="36"/>
                  </a:cubicBezTo>
                  <a:cubicBezTo>
                    <a:pt x="5" y="36"/>
                    <a:pt x="5" y="36"/>
                    <a:pt x="5" y="35"/>
                  </a:cubicBezTo>
                  <a:cubicBezTo>
                    <a:pt x="5" y="35"/>
                    <a:pt x="5" y="35"/>
                    <a:pt x="5" y="35"/>
                  </a:cubicBezTo>
                  <a:cubicBezTo>
                    <a:pt x="4" y="35"/>
                    <a:pt x="4" y="34"/>
                    <a:pt x="4" y="34"/>
                  </a:cubicBezTo>
                  <a:cubicBezTo>
                    <a:pt x="4" y="34"/>
                    <a:pt x="4" y="34"/>
                    <a:pt x="4" y="34"/>
                  </a:cubicBezTo>
                  <a:cubicBezTo>
                    <a:pt x="4" y="33"/>
                    <a:pt x="4" y="33"/>
                    <a:pt x="3" y="32"/>
                  </a:cubicBezTo>
                  <a:cubicBezTo>
                    <a:pt x="3" y="32"/>
                    <a:pt x="3" y="32"/>
                    <a:pt x="3" y="32"/>
                  </a:cubicBezTo>
                  <a:cubicBezTo>
                    <a:pt x="3" y="32"/>
                    <a:pt x="3" y="31"/>
                    <a:pt x="3" y="31"/>
                  </a:cubicBezTo>
                  <a:cubicBezTo>
                    <a:pt x="3" y="31"/>
                    <a:pt x="3" y="31"/>
                    <a:pt x="3" y="31"/>
                  </a:cubicBezTo>
                  <a:cubicBezTo>
                    <a:pt x="3" y="31"/>
                    <a:pt x="3" y="30"/>
                    <a:pt x="3" y="30"/>
                  </a:cubicBezTo>
                  <a:cubicBezTo>
                    <a:pt x="3" y="30"/>
                    <a:pt x="3" y="30"/>
                    <a:pt x="3" y="29"/>
                  </a:cubicBezTo>
                  <a:cubicBezTo>
                    <a:pt x="3" y="29"/>
                    <a:pt x="3" y="29"/>
                    <a:pt x="3" y="29"/>
                  </a:cubicBezTo>
                  <a:cubicBezTo>
                    <a:pt x="3" y="29"/>
                    <a:pt x="3" y="29"/>
                    <a:pt x="3" y="29"/>
                  </a:cubicBezTo>
                  <a:cubicBezTo>
                    <a:pt x="3" y="29"/>
                    <a:pt x="3" y="29"/>
                    <a:pt x="3" y="29"/>
                  </a:cubicBezTo>
                  <a:cubicBezTo>
                    <a:pt x="3" y="22"/>
                    <a:pt x="8" y="17"/>
                    <a:pt x="15" y="17"/>
                  </a:cubicBezTo>
                  <a:close/>
                  <a:moveTo>
                    <a:pt x="38" y="30"/>
                  </a:moveTo>
                  <a:cubicBezTo>
                    <a:pt x="30" y="34"/>
                    <a:pt x="30" y="34"/>
                    <a:pt x="30" y="34"/>
                  </a:cubicBezTo>
                  <a:cubicBezTo>
                    <a:pt x="10" y="34"/>
                    <a:pt x="10" y="34"/>
                    <a:pt x="10" y="34"/>
                  </a:cubicBezTo>
                  <a:cubicBezTo>
                    <a:pt x="10" y="30"/>
                    <a:pt x="10" y="30"/>
                    <a:pt x="10" y="30"/>
                  </a:cubicBezTo>
                  <a:lnTo>
                    <a:pt x="38" y="30"/>
                  </a:lnTo>
                  <a:close/>
                  <a:moveTo>
                    <a:pt x="100" y="37"/>
                  </a:moveTo>
                  <a:cubicBezTo>
                    <a:pt x="101" y="38"/>
                    <a:pt x="101" y="39"/>
                    <a:pt x="102" y="41"/>
                  </a:cubicBezTo>
                  <a:cubicBezTo>
                    <a:pt x="48" y="41"/>
                    <a:pt x="48" y="41"/>
                    <a:pt x="48" y="41"/>
                  </a:cubicBezTo>
                  <a:cubicBezTo>
                    <a:pt x="75" y="28"/>
                    <a:pt x="75" y="28"/>
                    <a:pt x="75" y="28"/>
                  </a:cubicBezTo>
                  <a:cubicBezTo>
                    <a:pt x="84" y="23"/>
                    <a:pt x="96" y="27"/>
                    <a:pt x="100" y="37"/>
                  </a:cubicBezTo>
                  <a:close/>
                  <a:moveTo>
                    <a:pt x="122" y="34"/>
                  </a:moveTo>
                  <a:cubicBezTo>
                    <a:pt x="117" y="34"/>
                    <a:pt x="117" y="34"/>
                    <a:pt x="117" y="34"/>
                  </a:cubicBezTo>
                  <a:cubicBezTo>
                    <a:pt x="116" y="30"/>
                    <a:pt x="116" y="30"/>
                    <a:pt x="116" y="30"/>
                  </a:cubicBezTo>
                  <a:cubicBezTo>
                    <a:pt x="122" y="30"/>
                    <a:pt x="122" y="30"/>
                    <a:pt x="122" y="30"/>
                  </a:cubicBezTo>
                  <a:lnTo>
                    <a:pt x="122" y="34"/>
                  </a:lnTo>
                  <a:close/>
                  <a:moveTo>
                    <a:pt x="122" y="20"/>
                  </a:moveTo>
                  <a:cubicBezTo>
                    <a:pt x="111" y="20"/>
                    <a:pt x="111" y="20"/>
                    <a:pt x="111" y="20"/>
                  </a:cubicBezTo>
                  <a:cubicBezTo>
                    <a:pt x="109" y="17"/>
                    <a:pt x="109" y="17"/>
                    <a:pt x="109" y="17"/>
                  </a:cubicBezTo>
                  <a:cubicBezTo>
                    <a:pt x="122" y="17"/>
                    <a:pt x="122" y="17"/>
                    <a:pt x="122" y="17"/>
                  </a:cubicBezTo>
                  <a:lnTo>
                    <a:pt x="122" y="20"/>
                  </a:lnTo>
                  <a:close/>
                  <a:moveTo>
                    <a:pt x="117" y="41"/>
                  </a:moveTo>
                  <a:cubicBezTo>
                    <a:pt x="111" y="41"/>
                    <a:pt x="111" y="41"/>
                    <a:pt x="111" y="41"/>
                  </a:cubicBezTo>
                  <a:cubicBezTo>
                    <a:pt x="102" y="20"/>
                    <a:pt x="102" y="20"/>
                    <a:pt x="102" y="20"/>
                  </a:cubicBezTo>
                  <a:cubicBezTo>
                    <a:pt x="97" y="22"/>
                    <a:pt x="91" y="20"/>
                    <a:pt x="88" y="15"/>
                  </a:cubicBezTo>
                  <a:cubicBezTo>
                    <a:pt x="35" y="41"/>
                    <a:pt x="35" y="41"/>
                    <a:pt x="35" y="41"/>
                  </a:cubicBezTo>
                  <a:cubicBezTo>
                    <a:pt x="23" y="41"/>
                    <a:pt x="23" y="41"/>
                    <a:pt x="23" y="41"/>
                  </a:cubicBezTo>
                  <a:cubicBezTo>
                    <a:pt x="100" y="4"/>
                    <a:pt x="100" y="4"/>
                    <a:pt x="100" y="4"/>
                  </a:cubicBezTo>
                  <a:lnTo>
                    <a:pt x="117" y="41"/>
                  </a:lnTo>
                  <a:close/>
                </a:path>
              </a:pathLst>
            </a:cu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sp>
          <p:nvSpPr>
            <p:cNvPr id="85" name="Oval 67"/>
            <p:cNvSpPr>
              <a:spLocks noChangeArrowheads="1"/>
            </p:cNvSpPr>
            <p:nvPr/>
          </p:nvSpPr>
          <p:spPr bwMode="auto">
            <a:xfrm>
              <a:off x="4394041" y="1723887"/>
              <a:ext cx="49236" cy="49191"/>
            </a:xfrm>
            <a:prstGeom prst="ellipse">
              <a:avLst/>
            </a:prstGeom>
            <a:solidFill>
              <a:schemeClr val="accent3"/>
            </a:solidFill>
            <a:ln>
              <a:noFill/>
            </a:ln>
          </p:spPr>
          <p:txBody>
            <a:bodyPr/>
            <a:lstStyle/>
            <a:p>
              <a:pPr fontAlgn="auto">
                <a:spcBef>
                  <a:spcPts val="0"/>
                </a:spcBef>
                <a:spcAft>
                  <a:spcPts val="0"/>
                </a:spcAft>
                <a:defRPr/>
              </a:pPr>
              <a:endParaRPr lang="zh-CN" altLang="en-US" sz="1687">
                <a:latin typeface="Arial" panose="020B0604020202020204" pitchFamily="34" charset="0"/>
                <a:ea typeface="+mn-ea"/>
                <a:cs typeface="Arial" panose="020B0604020202020204" pitchFamily="34" charset="0"/>
              </a:endParaRPr>
            </a:p>
          </p:txBody>
        </p:sp>
      </p:grpSp>
      <p:grpSp>
        <p:nvGrpSpPr>
          <p:cNvPr id="130" name="组合 129"/>
          <p:cNvGrpSpPr>
            <a:grpSpLocks/>
          </p:cNvGrpSpPr>
          <p:nvPr/>
        </p:nvGrpSpPr>
        <p:grpSpPr bwMode="auto">
          <a:xfrm>
            <a:off x="15422" y="1582143"/>
            <a:ext cx="12519851" cy="4949932"/>
            <a:chOff x="14778" y="1500484"/>
            <a:chExt cx="11870892" cy="4693903"/>
          </a:xfrm>
        </p:grpSpPr>
        <p:grpSp>
          <p:nvGrpSpPr>
            <p:cNvPr id="20499" name="组合 125"/>
            <p:cNvGrpSpPr>
              <a:grpSpLocks/>
            </p:cNvGrpSpPr>
            <p:nvPr/>
          </p:nvGrpSpPr>
          <p:grpSpPr bwMode="auto">
            <a:xfrm>
              <a:off x="6845541" y="1508422"/>
              <a:ext cx="3805099" cy="843906"/>
              <a:chOff x="6845541" y="1508422"/>
              <a:chExt cx="3805099" cy="843906"/>
            </a:xfrm>
          </p:grpSpPr>
          <p:sp>
            <p:nvSpPr>
              <p:cNvPr id="10" name="文本框 9"/>
              <p:cNvSpPr txBox="1"/>
              <p:nvPr/>
            </p:nvSpPr>
            <p:spPr>
              <a:xfrm>
                <a:off x="6845541" y="1508422"/>
                <a:ext cx="1050564" cy="350229"/>
              </a:xfrm>
              <a:prstGeom prst="rect">
                <a:avLst/>
              </a:prstGeom>
              <a:noFill/>
            </p:spPr>
            <p:txBody>
              <a:bodyPr wrap="none">
                <a:spAutoFit/>
              </a:bodyPr>
              <a:lstStyle/>
              <a:p>
                <a:pP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87" name="文本框 86"/>
              <p:cNvSpPr txBox="1"/>
              <p:nvPr/>
            </p:nvSpPr>
            <p:spPr>
              <a:xfrm>
                <a:off x="7923415" y="1525886"/>
                <a:ext cx="2727225" cy="826442"/>
              </a:xfrm>
              <a:prstGeom prst="rect">
                <a:avLst/>
              </a:prstGeom>
              <a:noFill/>
            </p:spPr>
            <p:txBody>
              <a:bodyPr>
                <a:spAutoFit/>
              </a:bodyPr>
              <a:lstStyle/>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0500" name="组合 126"/>
            <p:cNvGrpSpPr>
              <a:grpSpLocks/>
            </p:cNvGrpSpPr>
            <p:nvPr/>
          </p:nvGrpSpPr>
          <p:grpSpPr bwMode="auto">
            <a:xfrm>
              <a:off x="7971038" y="2595947"/>
              <a:ext cx="3805098" cy="843905"/>
              <a:chOff x="7971038" y="2595947"/>
              <a:chExt cx="3805098" cy="843905"/>
            </a:xfrm>
          </p:grpSpPr>
          <p:sp>
            <p:nvSpPr>
              <p:cNvPr id="90" name="文本框 89"/>
              <p:cNvSpPr txBox="1"/>
              <p:nvPr/>
            </p:nvSpPr>
            <p:spPr>
              <a:xfrm>
                <a:off x="7971038" y="2595947"/>
                <a:ext cx="1050564" cy="350229"/>
              </a:xfrm>
              <a:prstGeom prst="rect">
                <a:avLst/>
              </a:prstGeom>
              <a:noFill/>
            </p:spPr>
            <p:txBody>
              <a:bodyPr wrap="none">
                <a:spAutoFit/>
              </a:bodyPr>
              <a:lstStyle/>
              <a:p>
                <a:pP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91" name="文本框 90"/>
              <p:cNvSpPr txBox="1"/>
              <p:nvPr/>
            </p:nvSpPr>
            <p:spPr>
              <a:xfrm>
                <a:off x="9048911" y="2613410"/>
                <a:ext cx="2727225" cy="826442"/>
              </a:xfrm>
              <a:prstGeom prst="rect">
                <a:avLst/>
              </a:prstGeom>
              <a:noFill/>
            </p:spPr>
            <p:txBody>
              <a:bodyPr>
                <a:spAutoFit/>
              </a:bodyPr>
              <a:lstStyle/>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0501" name="组合 127"/>
            <p:cNvGrpSpPr>
              <a:grpSpLocks/>
            </p:cNvGrpSpPr>
            <p:nvPr/>
          </p:nvGrpSpPr>
          <p:grpSpPr bwMode="auto">
            <a:xfrm>
              <a:off x="8080571" y="3775553"/>
              <a:ext cx="3805099" cy="843906"/>
              <a:chOff x="8080571" y="3775553"/>
              <a:chExt cx="3805099" cy="843906"/>
            </a:xfrm>
          </p:grpSpPr>
          <p:sp>
            <p:nvSpPr>
              <p:cNvPr id="93" name="文本框 92"/>
              <p:cNvSpPr txBox="1"/>
              <p:nvPr/>
            </p:nvSpPr>
            <p:spPr>
              <a:xfrm>
                <a:off x="8080571" y="3775553"/>
                <a:ext cx="1050564" cy="350229"/>
              </a:xfrm>
              <a:prstGeom prst="rect">
                <a:avLst/>
              </a:prstGeom>
              <a:noFill/>
            </p:spPr>
            <p:txBody>
              <a:bodyPr wrap="none">
                <a:spAutoFit/>
              </a:bodyPr>
              <a:lstStyle/>
              <a:p>
                <a:pP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94" name="文本框 93"/>
              <p:cNvSpPr txBox="1"/>
              <p:nvPr/>
            </p:nvSpPr>
            <p:spPr>
              <a:xfrm>
                <a:off x="9158445" y="3793017"/>
                <a:ext cx="2727225" cy="826442"/>
              </a:xfrm>
              <a:prstGeom prst="rect">
                <a:avLst/>
              </a:prstGeom>
              <a:noFill/>
            </p:spPr>
            <p:txBody>
              <a:bodyPr>
                <a:spAutoFit/>
              </a:bodyPr>
              <a:lstStyle/>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0502" name="组合 128"/>
            <p:cNvGrpSpPr>
              <a:grpSpLocks/>
            </p:cNvGrpSpPr>
            <p:nvPr/>
          </p:nvGrpSpPr>
          <p:grpSpPr bwMode="auto">
            <a:xfrm>
              <a:off x="7286850" y="5010727"/>
              <a:ext cx="3803511" cy="843906"/>
              <a:chOff x="7286850" y="5010727"/>
              <a:chExt cx="3803511" cy="843906"/>
            </a:xfrm>
          </p:grpSpPr>
          <p:sp>
            <p:nvSpPr>
              <p:cNvPr id="96" name="文本框 95"/>
              <p:cNvSpPr txBox="1"/>
              <p:nvPr/>
            </p:nvSpPr>
            <p:spPr>
              <a:xfrm>
                <a:off x="7286850" y="5010727"/>
                <a:ext cx="1050564" cy="350229"/>
              </a:xfrm>
              <a:prstGeom prst="rect">
                <a:avLst/>
              </a:prstGeom>
              <a:noFill/>
            </p:spPr>
            <p:txBody>
              <a:bodyPr wrap="none">
                <a:spAutoFit/>
              </a:bodyPr>
              <a:lstStyle/>
              <a:p>
                <a:pP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97" name="文本框 96"/>
              <p:cNvSpPr txBox="1"/>
              <p:nvPr/>
            </p:nvSpPr>
            <p:spPr>
              <a:xfrm>
                <a:off x="8364724" y="5028191"/>
                <a:ext cx="2725637" cy="826442"/>
              </a:xfrm>
              <a:prstGeom prst="rect">
                <a:avLst/>
              </a:prstGeom>
              <a:noFill/>
            </p:spPr>
            <p:txBody>
              <a:bodyPr>
                <a:spAutoFit/>
              </a:bodyPr>
              <a:lstStyle/>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102" name="文本框 101"/>
            <p:cNvSpPr txBox="1"/>
            <p:nvPr/>
          </p:nvSpPr>
          <p:spPr>
            <a:xfrm>
              <a:off x="2731215" y="2665802"/>
              <a:ext cx="1050564" cy="350229"/>
            </a:xfrm>
            <a:prstGeom prst="rect">
              <a:avLst/>
            </a:prstGeom>
            <a:noFill/>
          </p:spPr>
          <p:txBody>
            <a:bodyPr wrap="none">
              <a:spAutoFit/>
            </a:bodyPr>
            <a:lstStyle/>
            <a:p>
              <a:pPr algn="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103" name="文本框 102"/>
            <p:cNvSpPr txBox="1"/>
            <p:nvPr/>
          </p:nvSpPr>
          <p:spPr>
            <a:xfrm>
              <a:off x="14778" y="2641987"/>
              <a:ext cx="2771674" cy="826443"/>
            </a:xfrm>
            <a:prstGeom prst="rect">
              <a:avLst/>
            </a:prstGeom>
            <a:noFill/>
          </p:spPr>
          <p:txBody>
            <a:bodyPr>
              <a:spAutoFit/>
            </a:bodyPr>
            <a:lstStyle/>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08" name="文本框 107"/>
            <p:cNvSpPr txBox="1"/>
            <p:nvPr/>
          </p:nvSpPr>
          <p:spPr>
            <a:xfrm>
              <a:off x="3790038" y="5353655"/>
              <a:ext cx="1050564" cy="350229"/>
            </a:xfrm>
            <a:prstGeom prst="rect">
              <a:avLst/>
            </a:prstGeom>
            <a:noFill/>
          </p:spPr>
          <p:txBody>
            <a:bodyPr wrap="none">
              <a:spAutoFit/>
            </a:bodyPr>
            <a:lstStyle/>
            <a:p>
              <a:pPr algn="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109" name="文本框 108"/>
            <p:cNvSpPr txBox="1"/>
            <p:nvPr/>
          </p:nvSpPr>
          <p:spPr>
            <a:xfrm>
              <a:off x="1100588" y="5367944"/>
              <a:ext cx="2771674" cy="826443"/>
            </a:xfrm>
            <a:prstGeom prst="rect">
              <a:avLst/>
            </a:prstGeom>
            <a:noFill/>
          </p:spPr>
          <p:txBody>
            <a:bodyPr>
              <a:spAutoFit/>
            </a:bodyPr>
            <a:lstStyle/>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11" name="文本框 110"/>
            <p:cNvSpPr txBox="1"/>
            <p:nvPr/>
          </p:nvSpPr>
          <p:spPr>
            <a:xfrm>
              <a:off x="3410316" y="1508422"/>
              <a:ext cx="1209631" cy="350229"/>
            </a:xfrm>
            <a:prstGeom prst="rect">
              <a:avLst/>
            </a:prstGeom>
            <a:noFill/>
          </p:spPr>
          <p:txBody>
            <a:bodyPr>
              <a:spAutoFit/>
            </a:bodyPr>
            <a:lstStyle/>
            <a:p>
              <a:pPr algn="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112" name="文本框 111"/>
            <p:cNvSpPr txBox="1"/>
            <p:nvPr/>
          </p:nvSpPr>
          <p:spPr>
            <a:xfrm>
              <a:off x="829135" y="1500484"/>
              <a:ext cx="2773262" cy="826443"/>
            </a:xfrm>
            <a:prstGeom prst="rect">
              <a:avLst/>
            </a:prstGeom>
            <a:noFill/>
          </p:spPr>
          <p:txBody>
            <a:bodyPr>
              <a:spAutoFit/>
            </a:bodyPr>
            <a:lstStyle/>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17" name="文本框 116"/>
            <p:cNvSpPr txBox="1"/>
            <p:nvPr/>
          </p:nvSpPr>
          <p:spPr>
            <a:xfrm>
              <a:off x="2793125" y="4075615"/>
              <a:ext cx="1050564" cy="350229"/>
            </a:xfrm>
            <a:prstGeom prst="rect">
              <a:avLst/>
            </a:prstGeom>
            <a:noFill/>
          </p:spPr>
          <p:txBody>
            <a:bodyPr wrap="none">
              <a:spAutoFit/>
            </a:bodyPr>
            <a:lstStyle/>
            <a:p>
              <a:pPr algn="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118" name="文本框 117"/>
            <p:cNvSpPr txBox="1"/>
            <p:nvPr/>
          </p:nvSpPr>
          <p:spPr>
            <a:xfrm>
              <a:off x="65576" y="4116894"/>
              <a:ext cx="2773261" cy="826443"/>
            </a:xfrm>
            <a:prstGeom prst="rect">
              <a:avLst/>
            </a:prstGeom>
            <a:noFill/>
          </p:spPr>
          <p:txBody>
            <a:bodyPr>
              <a:spAutoFit/>
            </a:bodyPr>
            <a:lstStyle/>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r" fontAlgn="auto">
                <a:spcBef>
                  <a:spcPts val="0"/>
                </a:spcBef>
                <a:spcAft>
                  <a:spcPts val="0"/>
                </a:spcAft>
                <a:defRPr/>
              </a:pPr>
              <a:r>
                <a:rPr lang="en-US" altLang="zh-CN" sz="126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125" name="组合 124"/>
          <p:cNvGrpSpPr>
            <a:grpSpLocks/>
          </p:cNvGrpSpPr>
          <p:nvPr/>
        </p:nvGrpSpPr>
        <p:grpSpPr bwMode="auto">
          <a:xfrm>
            <a:off x="5208866" y="3078900"/>
            <a:ext cx="1901919" cy="1594199"/>
            <a:chOff x="4998885" y="2919544"/>
            <a:chExt cx="1804680" cy="1511292"/>
          </a:xfrm>
        </p:grpSpPr>
        <p:grpSp>
          <p:nvGrpSpPr>
            <p:cNvPr id="20495" name="组合 122"/>
            <p:cNvGrpSpPr>
              <a:grpSpLocks/>
            </p:cNvGrpSpPr>
            <p:nvPr/>
          </p:nvGrpSpPr>
          <p:grpSpPr bwMode="auto">
            <a:xfrm>
              <a:off x="5346794" y="2919544"/>
              <a:ext cx="1051347" cy="872297"/>
              <a:chOff x="5104752" y="2919544"/>
              <a:chExt cx="1051347" cy="872297"/>
            </a:xfrm>
          </p:grpSpPr>
          <p:sp>
            <p:nvSpPr>
              <p:cNvPr id="86" name="Freeform 8"/>
              <p:cNvSpPr>
                <a:spLocks/>
              </p:cNvSpPr>
              <p:nvPr/>
            </p:nvSpPr>
            <p:spPr bwMode="auto">
              <a:xfrm>
                <a:off x="5389116" y="2919544"/>
                <a:ext cx="540133" cy="484082"/>
              </a:xfrm>
              <a:custGeom>
                <a:avLst/>
                <a:gdLst>
                  <a:gd name="T0" fmla="*/ 30 w 86"/>
                  <a:gd name="T1" fmla="*/ 0 h 77"/>
                  <a:gd name="T2" fmla="*/ 34 w 86"/>
                  <a:gd name="T3" fmla="*/ 28 h 77"/>
                  <a:gd name="T4" fmla="*/ 8 w 86"/>
                  <a:gd name="T5" fmla="*/ 28 h 77"/>
                  <a:gd name="T6" fmla="*/ 7 w 86"/>
                  <a:gd name="T7" fmla="*/ 28 h 77"/>
                  <a:gd name="T8" fmla="*/ 0 w 86"/>
                  <a:gd name="T9" fmla="*/ 35 h 77"/>
                  <a:gd name="T10" fmla="*/ 0 w 86"/>
                  <a:gd name="T11" fmla="*/ 35 h 77"/>
                  <a:gd name="T12" fmla="*/ 4 w 86"/>
                  <a:gd name="T13" fmla="*/ 41 h 77"/>
                  <a:gd name="T14" fmla="*/ 1 w 86"/>
                  <a:gd name="T15" fmla="*/ 47 h 77"/>
                  <a:gd name="T16" fmla="*/ 1 w 86"/>
                  <a:gd name="T17" fmla="*/ 47 h 77"/>
                  <a:gd name="T18" fmla="*/ 6 w 86"/>
                  <a:gd name="T19" fmla="*/ 54 h 77"/>
                  <a:gd name="T20" fmla="*/ 4 w 86"/>
                  <a:gd name="T21" fmla="*/ 58 h 77"/>
                  <a:gd name="T22" fmla="*/ 4 w 86"/>
                  <a:gd name="T23" fmla="*/ 58 h 77"/>
                  <a:gd name="T24" fmla="*/ 11 w 86"/>
                  <a:gd name="T25" fmla="*/ 65 h 77"/>
                  <a:gd name="T26" fmla="*/ 11 w 86"/>
                  <a:gd name="T27" fmla="*/ 65 h 77"/>
                  <a:gd name="T28" fmla="*/ 9 w 86"/>
                  <a:gd name="T29" fmla="*/ 70 h 77"/>
                  <a:gd name="T30" fmla="*/ 9 w 86"/>
                  <a:gd name="T31" fmla="*/ 70 h 77"/>
                  <a:gd name="T32" fmla="*/ 16 w 86"/>
                  <a:gd name="T33" fmla="*/ 77 h 77"/>
                  <a:gd name="T34" fmla="*/ 29 w 86"/>
                  <a:gd name="T35" fmla="*/ 77 h 77"/>
                  <a:gd name="T36" fmla="*/ 46 w 86"/>
                  <a:gd name="T37" fmla="*/ 77 h 77"/>
                  <a:gd name="T38" fmla="*/ 46 w 86"/>
                  <a:gd name="T39" fmla="*/ 77 h 77"/>
                  <a:gd name="T40" fmla="*/ 52 w 86"/>
                  <a:gd name="T41" fmla="*/ 71 h 77"/>
                  <a:gd name="T42" fmla="*/ 67 w 86"/>
                  <a:gd name="T43" fmla="*/ 69 h 77"/>
                  <a:gd name="T44" fmla="*/ 67 w 86"/>
                  <a:gd name="T45" fmla="*/ 77 h 77"/>
                  <a:gd name="T46" fmla="*/ 86 w 86"/>
                  <a:gd name="T47" fmla="*/ 77 h 77"/>
                  <a:gd name="T48" fmla="*/ 86 w 86"/>
                  <a:gd name="T49" fmla="*/ 25 h 77"/>
                  <a:gd name="T50" fmla="*/ 67 w 86"/>
                  <a:gd name="T51" fmla="*/ 25 h 77"/>
                  <a:gd name="T52" fmla="*/ 67 w 86"/>
                  <a:gd name="T53" fmla="*/ 31 h 77"/>
                  <a:gd name="T54" fmla="*/ 62 w 86"/>
                  <a:gd name="T55" fmla="*/ 31 h 77"/>
                  <a:gd name="T56" fmla="*/ 30 w 86"/>
                  <a:gd name="T5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77">
                    <a:moveTo>
                      <a:pt x="30" y="0"/>
                    </a:moveTo>
                    <a:cubicBezTo>
                      <a:pt x="2" y="7"/>
                      <a:pt x="34" y="28"/>
                      <a:pt x="34" y="28"/>
                    </a:cubicBezTo>
                    <a:cubicBezTo>
                      <a:pt x="8" y="28"/>
                      <a:pt x="8" y="28"/>
                      <a:pt x="8" y="28"/>
                    </a:cubicBezTo>
                    <a:cubicBezTo>
                      <a:pt x="7" y="28"/>
                      <a:pt x="7" y="28"/>
                      <a:pt x="7" y="28"/>
                    </a:cubicBezTo>
                    <a:cubicBezTo>
                      <a:pt x="3" y="28"/>
                      <a:pt x="0" y="31"/>
                      <a:pt x="0" y="35"/>
                    </a:cubicBezTo>
                    <a:cubicBezTo>
                      <a:pt x="0" y="35"/>
                      <a:pt x="0" y="35"/>
                      <a:pt x="0" y="35"/>
                    </a:cubicBezTo>
                    <a:cubicBezTo>
                      <a:pt x="0" y="38"/>
                      <a:pt x="2" y="40"/>
                      <a:pt x="4" y="41"/>
                    </a:cubicBezTo>
                    <a:cubicBezTo>
                      <a:pt x="2" y="42"/>
                      <a:pt x="1" y="45"/>
                      <a:pt x="1" y="47"/>
                    </a:cubicBezTo>
                    <a:cubicBezTo>
                      <a:pt x="1" y="47"/>
                      <a:pt x="1" y="47"/>
                      <a:pt x="1" y="47"/>
                    </a:cubicBezTo>
                    <a:cubicBezTo>
                      <a:pt x="1" y="50"/>
                      <a:pt x="3" y="53"/>
                      <a:pt x="6" y="54"/>
                    </a:cubicBezTo>
                    <a:cubicBezTo>
                      <a:pt x="5" y="55"/>
                      <a:pt x="4" y="56"/>
                      <a:pt x="4" y="58"/>
                    </a:cubicBezTo>
                    <a:cubicBezTo>
                      <a:pt x="4" y="58"/>
                      <a:pt x="4" y="58"/>
                      <a:pt x="4" y="58"/>
                    </a:cubicBezTo>
                    <a:cubicBezTo>
                      <a:pt x="4" y="62"/>
                      <a:pt x="7" y="65"/>
                      <a:pt x="11" y="65"/>
                    </a:cubicBezTo>
                    <a:cubicBezTo>
                      <a:pt x="11" y="65"/>
                      <a:pt x="11" y="65"/>
                      <a:pt x="11" y="65"/>
                    </a:cubicBezTo>
                    <a:cubicBezTo>
                      <a:pt x="10" y="66"/>
                      <a:pt x="9" y="68"/>
                      <a:pt x="9" y="70"/>
                    </a:cubicBezTo>
                    <a:cubicBezTo>
                      <a:pt x="9" y="70"/>
                      <a:pt x="9" y="70"/>
                      <a:pt x="9" y="70"/>
                    </a:cubicBezTo>
                    <a:cubicBezTo>
                      <a:pt x="9" y="73"/>
                      <a:pt x="12" y="77"/>
                      <a:pt x="16" y="77"/>
                    </a:cubicBezTo>
                    <a:cubicBezTo>
                      <a:pt x="29" y="77"/>
                      <a:pt x="29" y="77"/>
                      <a:pt x="29" y="77"/>
                    </a:cubicBezTo>
                    <a:cubicBezTo>
                      <a:pt x="46" y="77"/>
                      <a:pt x="46" y="77"/>
                      <a:pt x="46" y="77"/>
                    </a:cubicBezTo>
                    <a:cubicBezTo>
                      <a:pt x="46" y="77"/>
                      <a:pt x="46" y="77"/>
                      <a:pt x="46" y="77"/>
                    </a:cubicBezTo>
                    <a:cubicBezTo>
                      <a:pt x="52" y="71"/>
                      <a:pt x="52" y="71"/>
                      <a:pt x="52" y="71"/>
                    </a:cubicBezTo>
                    <a:cubicBezTo>
                      <a:pt x="67" y="69"/>
                      <a:pt x="67" y="69"/>
                      <a:pt x="67" y="69"/>
                    </a:cubicBezTo>
                    <a:cubicBezTo>
                      <a:pt x="67" y="77"/>
                      <a:pt x="67" y="77"/>
                      <a:pt x="67" y="77"/>
                    </a:cubicBezTo>
                    <a:cubicBezTo>
                      <a:pt x="86" y="77"/>
                      <a:pt x="86" y="77"/>
                      <a:pt x="86" y="77"/>
                    </a:cubicBezTo>
                    <a:cubicBezTo>
                      <a:pt x="86" y="25"/>
                      <a:pt x="86" y="25"/>
                      <a:pt x="86" y="25"/>
                    </a:cubicBezTo>
                    <a:cubicBezTo>
                      <a:pt x="67" y="25"/>
                      <a:pt x="67" y="25"/>
                      <a:pt x="67" y="25"/>
                    </a:cubicBezTo>
                    <a:cubicBezTo>
                      <a:pt x="67" y="31"/>
                      <a:pt x="67" y="31"/>
                      <a:pt x="67" y="31"/>
                    </a:cubicBezTo>
                    <a:cubicBezTo>
                      <a:pt x="62" y="31"/>
                      <a:pt x="62" y="31"/>
                      <a:pt x="62" y="31"/>
                    </a:cubicBezTo>
                    <a:cubicBezTo>
                      <a:pt x="58" y="15"/>
                      <a:pt x="33" y="17"/>
                      <a:pt x="30" y="0"/>
                    </a:cubicBezTo>
                    <a:close/>
                  </a:path>
                </a:pathLst>
              </a:custGeom>
              <a:solidFill>
                <a:schemeClr val="accent4">
                  <a:lumMod val="75000"/>
                </a:schemeClr>
              </a:solidFill>
              <a:ln>
                <a:noFill/>
              </a:ln>
            </p:spPr>
            <p:txBody>
              <a:bodyPr/>
              <a:lstStyle/>
              <a:p>
                <a:pPr fontAlgn="auto">
                  <a:spcBef>
                    <a:spcPts val="0"/>
                  </a:spcBef>
                  <a:spcAft>
                    <a:spcPts val="0"/>
                  </a:spcAft>
                  <a:defRPr/>
                </a:pPr>
                <a:endParaRPr lang="zh-CN" altLang="en-US" sz="1687">
                  <a:latin typeface="+mn-lt"/>
                  <a:ea typeface="+mn-ea"/>
                </a:endParaRPr>
              </a:p>
            </p:txBody>
          </p:sp>
          <p:sp>
            <p:nvSpPr>
              <p:cNvPr id="122" name="文本框 121"/>
              <p:cNvSpPr txBox="1"/>
              <p:nvPr/>
            </p:nvSpPr>
            <p:spPr>
              <a:xfrm>
                <a:off x="5104752" y="3441717"/>
                <a:ext cx="1051347" cy="350124"/>
              </a:xfrm>
              <a:prstGeom prst="rect">
                <a:avLst/>
              </a:prstGeom>
              <a:noFill/>
            </p:spPr>
            <p:txBody>
              <a:bodyPr wrap="none">
                <a:spAutoFit/>
              </a:bodyPr>
              <a:lstStyle/>
              <a:p>
                <a:pPr fontAlgn="auto">
                  <a:spcBef>
                    <a:spcPts val="0"/>
                  </a:spcBef>
                  <a:spcAft>
                    <a:spcPts val="0"/>
                  </a:spcAft>
                  <a:defRPr/>
                </a:pPr>
                <a:r>
                  <a:rPr lang="zh-CN" altLang="en-US" b="1" dirty="0">
                    <a:solidFill>
                      <a:schemeClr val="accent4">
                        <a:lumMod val="50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grpSp>
        <p:sp>
          <p:nvSpPr>
            <p:cNvPr id="124" name="文本框 123"/>
            <p:cNvSpPr txBox="1"/>
            <p:nvPr/>
          </p:nvSpPr>
          <p:spPr>
            <a:xfrm>
              <a:off x="4998885" y="3789305"/>
              <a:ext cx="1804680" cy="641531"/>
            </a:xfrm>
            <a:prstGeom prst="rect">
              <a:avLst/>
            </a:prstGeom>
            <a:noFill/>
          </p:spPr>
          <p:txBody>
            <a:bodyPr>
              <a:spAutoFit/>
            </a:bodyPr>
            <a:lstStyle/>
            <a:p>
              <a:pPr algn="ctr" fontAlgn="auto">
                <a:spcBef>
                  <a:spcPts val="0"/>
                </a:spcBef>
                <a:spcAft>
                  <a:spcPts val="0"/>
                </a:spcAft>
                <a:defRPr/>
              </a:pPr>
              <a:r>
                <a:rPr lang="zh-CN" altLang="en-US" sz="1266" dirty="0">
                  <a:solidFill>
                    <a:schemeClr val="tx1">
                      <a:lumMod val="50000"/>
                      <a:lumOff val="50000"/>
                    </a:schemeClr>
                  </a:solidFill>
                  <a:latin typeface="微软雅黑 Light" panose="020B0502040204020203" pitchFamily="34" charset="-122"/>
                  <a:ea typeface="微软雅黑 Light" panose="020B0502040204020203" pitchFamily="34" charset="-122"/>
                </a:rPr>
                <a:t>在这里输入一些描述文字，可以是对这部分内容的简要说明</a:t>
              </a:r>
            </a:p>
          </p:txBody>
        </p:sp>
      </p:grpSp>
      <p:sp>
        <p:nvSpPr>
          <p:cNvPr id="104" name="文本框 103"/>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1255691927"/>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1" fill="hold" nodeType="withEffect">
                                  <p:stCondLst>
                                    <p:cond delay="30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500"/>
                                        <p:tgtEl>
                                          <p:spTgt spid="12"/>
                                        </p:tgtEl>
                                      </p:cBhvr>
                                    </p:animEffect>
                                  </p:childTnLst>
                                </p:cTn>
                              </p:par>
                              <p:par>
                                <p:cTn id="8" presetID="10" presetClass="entr" presetSubtype="0" fill="hold" nodeType="withEffect">
                                  <p:stCondLst>
                                    <p:cond delay="300"/>
                                  </p:stCondLst>
                                  <p:childTnLst>
                                    <p:set>
                                      <p:cBhvr>
                                        <p:cTn id="9" dur="1" fill="hold">
                                          <p:stCondLst>
                                            <p:cond delay="0"/>
                                          </p:stCondLst>
                                        </p:cTn>
                                        <p:tgtEl>
                                          <p:spTgt spid="125"/>
                                        </p:tgtEl>
                                        <p:attrNameLst>
                                          <p:attrName>style.visibility</p:attrName>
                                        </p:attrNameLst>
                                      </p:cBhvr>
                                      <p:to>
                                        <p:strVal val="visible"/>
                                      </p:to>
                                    </p:set>
                                    <p:animEffect transition="in" filter="fade">
                                      <p:cBhvr>
                                        <p:cTn id="10" dur="500"/>
                                        <p:tgtEl>
                                          <p:spTgt spid="125"/>
                                        </p:tgtEl>
                                      </p:cBhvr>
                                    </p:animEffect>
                                  </p:childTnLst>
                                </p:cTn>
                              </p:par>
                              <p:par>
                                <p:cTn id="11" presetID="10" presetClass="entr" presetSubtype="0" fill="hold" nodeType="withEffect">
                                  <p:stCondLst>
                                    <p:cond delay="900"/>
                                  </p:stCondLst>
                                  <p:childTnLst>
                                    <p:set>
                                      <p:cBhvr>
                                        <p:cTn id="12" dur="1" fill="hold">
                                          <p:stCondLst>
                                            <p:cond delay="0"/>
                                          </p:stCondLst>
                                        </p:cTn>
                                        <p:tgtEl>
                                          <p:spTgt spid="80"/>
                                        </p:tgtEl>
                                        <p:attrNameLst>
                                          <p:attrName>style.visibility</p:attrName>
                                        </p:attrNameLst>
                                      </p:cBhvr>
                                      <p:to>
                                        <p:strVal val="visible"/>
                                      </p:to>
                                    </p:set>
                                    <p:animEffect transition="in" filter="fade">
                                      <p:cBhvr>
                                        <p:cTn id="13" dur="500"/>
                                        <p:tgtEl>
                                          <p:spTgt spid="80"/>
                                        </p:tgtEl>
                                      </p:cBhvr>
                                    </p:animEffect>
                                  </p:childTnLst>
                                </p:cTn>
                              </p:par>
                              <p:par>
                                <p:cTn id="14" presetID="10" presetClass="entr" presetSubtype="0" fill="hold" nodeType="withEffect">
                                  <p:stCondLst>
                                    <p:cond delay="80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100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par>
                                <p:cTn id="23" presetID="10" presetClass="entr" presetSubtype="0" fill="hold" nodeType="withEffect">
                                  <p:stCondLst>
                                    <p:cond delay="80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par>
                                <p:cTn id="26" presetID="10" presetClass="entr" presetSubtype="0" fill="hold" nodeType="withEffect">
                                  <p:stCondLst>
                                    <p:cond delay="1100"/>
                                  </p:stCondLst>
                                  <p:childTnLst>
                                    <p:set>
                                      <p:cBhvr>
                                        <p:cTn id="27" dur="1" fill="hold">
                                          <p:stCondLst>
                                            <p:cond delay="0"/>
                                          </p:stCondLst>
                                        </p:cTn>
                                        <p:tgtEl>
                                          <p:spTgt spid="72"/>
                                        </p:tgtEl>
                                        <p:attrNameLst>
                                          <p:attrName>style.visibility</p:attrName>
                                        </p:attrNameLst>
                                      </p:cBhvr>
                                      <p:to>
                                        <p:strVal val="visible"/>
                                      </p:to>
                                    </p:set>
                                    <p:animEffect transition="in" filter="fade">
                                      <p:cBhvr>
                                        <p:cTn id="28" dur="500"/>
                                        <p:tgtEl>
                                          <p:spTgt spid="72"/>
                                        </p:tgtEl>
                                      </p:cBhvr>
                                    </p:animEffect>
                                  </p:childTnLst>
                                </p:cTn>
                              </p:par>
                              <p:par>
                                <p:cTn id="29" presetID="10" presetClass="entr" presetSubtype="0" fill="hold" nodeType="withEffect">
                                  <p:stCondLst>
                                    <p:cond delay="900"/>
                                  </p:stCondLst>
                                  <p:childTnLst>
                                    <p:set>
                                      <p:cBhvr>
                                        <p:cTn id="30" dur="1" fill="hold">
                                          <p:stCondLst>
                                            <p:cond delay="0"/>
                                          </p:stCondLst>
                                        </p:cTn>
                                        <p:tgtEl>
                                          <p:spTgt spid="64"/>
                                        </p:tgtEl>
                                        <p:attrNameLst>
                                          <p:attrName>style.visibility</p:attrName>
                                        </p:attrNameLst>
                                      </p:cBhvr>
                                      <p:to>
                                        <p:strVal val="visible"/>
                                      </p:to>
                                    </p:set>
                                    <p:animEffect transition="in" filter="fade">
                                      <p:cBhvr>
                                        <p:cTn id="31" dur="500"/>
                                        <p:tgtEl>
                                          <p:spTgt spid="64"/>
                                        </p:tgtEl>
                                      </p:cBhvr>
                                    </p:animEffect>
                                  </p:childTnLst>
                                </p:cTn>
                              </p:par>
                              <p:par>
                                <p:cTn id="32" presetID="10" presetClass="entr" presetSubtype="0" fill="hold" nodeType="withEffect">
                                  <p:stCondLst>
                                    <p:cond delay="110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nodeType="afterGroup">
                            <p:stCondLst>
                              <p:cond delay="1600"/>
                            </p:stCondLst>
                            <p:childTnLst>
                              <p:par>
                                <p:cTn id="36" presetID="16" presetClass="entr" presetSubtype="37" fill="hold"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barn(outVertical)">
                                      <p:cBhvr>
                                        <p:cTn id="38"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p:cNvGrpSpPr>
            <a:grpSpLocks/>
          </p:cNvGrpSpPr>
          <p:nvPr/>
        </p:nvGrpSpPr>
        <p:grpSpPr bwMode="auto">
          <a:xfrm>
            <a:off x="8095223" y="1369497"/>
            <a:ext cx="4257568" cy="2874681"/>
            <a:chOff x="7676033" y="1298805"/>
            <a:chExt cx="4036448" cy="2724832"/>
          </a:xfrm>
        </p:grpSpPr>
        <p:graphicFrame>
          <p:nvGraphicFramePr>
            <p:cNvPr id="21551" name="图表 14"/>
            <p:cNvGraphicFramePr>
              <a:graphicFrameLocks/>
            </p:cNvGraphicFramePr>
            <p:nvPr/>
          </p:nvGraphicFramePr>
          <p:xfrm>
            <a:off x="7676033" y="1298805"/>
            <a:ext cx="4036448" cy="2724832"/>
          </p:xfrm>
          <a:graphic>
            <a:graphicData uri="http://schemas.openxmlformats.org/presentationml/2006/ole">
              <mc:AlternateContent xmlns:mc="http://schemas.openxmlformats.org/markup-compatibility/2006">
                <mc:Choice xmlns:v="urn:schemas-microsoft-com:vml" Requires="v">
                  <p:oleObj name="图表" r:id="rId2" imgW="4041998" imgH="2731245" progId="Excel.Chart.8">
                    <p:embed/>
                  </p:oleObj>
                </mc:Choice>
                <mc:Fallback>
                  <p:oleObj name="图表" r:id="rId2" imgW="4041998" imgH="2731245" progId="Excel.Chart.8">
                    <p:embed/>
                    <p:pic>
                      <p:nvPicPr>
                        <p:cNvPr id="0" nam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76033" y="1298805"/>
                          <a:ext cx="4036448" cy="272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6" name="文本框 15"/>
            <p:cNvSpPr txBox="1"/>
            <p:nvPr/>
          </p:nvSpPr>
          <p:spPr>
            <a:xfrm>
              <a:off x="9222044" y="2214494"/>
              <a:ext cx="963826" cy="641388"/>
            </a:xfrm>
            <a:prstGeom prst="rect">
              <a:avLst/>
            </a:prstGeom>
            <a:noFill/>
          </p:spPr>
          <p:txBody>
            <a:bodyPr wrap="none">
              <a:spAutoFit/>
            </a:bodyPr>
            <a:lstStyle/>
            <a:p>
              <a:pPr fontAlgn="auto">
                <a:spcBef>
                  <a:spcPts val="0"/>
                </a:spcBef>
                <a:spcAft>
                  <a:spcPts val="0"/>
                </a:spcAft>
                <a:defRPr/>
              </a:pPr>
              <a:r>
                <a:rPr lang="en-US" altLang="zh-CN" sz="3797" dirty="0">
                  <a:solidFill>
                    <a:schemeClr val="accent4">
                      <a:lumMod val="75000"/>
                    </a:schemeClr>
                  </a:solidFill>
                  <a:latin typeface="Century Gothic" panose="020B0502020202020204" pitchFamily="34" charset="0"/>
                  <a:ea typeface="微软雅黑 Light" panose="020B0502040204020203" pitchFamily="34" charset="-122"/>
                </a:rPr>
                <a:t>20</a:t>
              </a:r>
              <a:r>
                <a:rPr lang="en-US" altLang="zh-CN" sz="2953" dirty="0">
                  <a:solidFill>
                    <a:schemeClr val="accent4">
                      <a:lumMod val="75000"/>
                    </a:schemeClr>
                  </a:solidFill>
                  <a:latin typeface="Century Gothic" panose="020B0502020202020204" pitchFamily="34" charset="0"/>
                  <a:ea typeface="微软雅黑 Light" panose="020B0502040204020203" pitchFamily="34" charset="-122"/>
                </a:rPr>
                <a:t>%</a:t>
              </a:r>
              <a:endParaRPr lang="zh-CN" altLang="en-US" sz="2953" dirty="0">
                <a:solidFill>
                  <a:schemeClr val="accent4">
                    <a:lumMod val="75000"/>
                  </a:schemeClr>
                </a:solidFill>
                <a:latin typeface="Century Gothic" panose="020B0502020202020204" pitchFamily="34" charset="0"/>
                <a:ea typeface="微软雅黑 Light" panose="020B0502040204020203" pitchFamily="34" charset="-122"/>
              </a:endParaRPr>
            </a:p>
          </p:txBody>
        </p:sp>
        <p:sp>
          <p:nvSpPr>
            <p:cNvPr id="17" name="文本框 16"/>
            <p:cNvSpPr txBox="1"/>
            <p:nvPr/>
          </p:nvSpPr>
          <p:spPr>
            <a:xfrm>
              <a:off x="9232099" y="2712797"/>
              <a:ext cx="995741" cy="333610"/>
            </a:xfrm>
            <a:prstGeom prst="rect">
              <a:avLst/>
            </a:prstGeom>
            <a:noFill/>
          </p:spPr>
          <p:txBody>
            <a:bodyPr wrap="none">
              <a:spAutoFit/>
            </a:bodyPr>
            <a:lstStyle/>
            <a:p>
              <a:pPr algn="ctr" fontAlgn="auto">
                <a:spcBef>
                  <a:spcPts val="0"/>
                </a:spcBef>
                <a:spcAft>
                  <a:spcPts val="0"/>
                </a:spcAft>
                <a:defRPr/>
              </a:pPr>
              <a:r>
                <a:rPr lang="zh-CN" altLang="en-US" sz="1687" dirty="0">
                  <a:solidFill>
                    <a:schemeClr val="accent4">
                      <a:lumMod val="75000"/>
                    </a:schemeClr>
                  </a:solidFill>
                  <a:latin typeface="微软雅黑 Light" panose="020B0502040204020203" pitchFamily="34" charset="-122"/>
                  <a:ea typeface="微软雅黑 Light" panose="020B0502040204020203" pitchFamily="34" charset="-122"/>
                </a:rPr>
                <a:t>文字内容</a:t>
              </a:r>
            </a:p>
          </p:txBody>
        </p:sp>
      </p:grpSp>
      <p:grpSp>
        <p:nvGrpSpPr>
          <p:cNvPr id="31" name="组合 30"/>
          <p:cNvGrpSpPr>
            <a:grpSpLocks/>
          </p:cNvGrpSpPr>
          <p:nvPr/>
        </p:nvGrpSpPr>
        <p:grpSpPr bwMode="auto">
          <a:xfrm>
            <a:off x="9936876" y="4279318"/>
            <a:ext cx="575933" cy="575933"/>
            <a:chOff x="9456922" y="4269844"/>
            <a:chExt cx="546016" cy="546016"/>
          </a:xfrm>
        </p:grpSpPr>
        <p:sp>
          <p:nvSpPr>
            <p:cNvPr id="34" name="椭圆 33"/>
            <p:cNvSpPr/>
            <p:nvPr/>
          </p:nvSpPr>
          <p:spPr>
            <a:xfrm>
              <a:off x="9456922" y="4269844"/>
              <a:ext cx="546016" cy="54601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550" name="Freeform 257"/>
            <p:cNvSpPr>
              <a:spLocks noEditPoints="1"/>
            </p:cNvSpPr>
            <p:nvPr/>
          </p:nvSpPr>
          <p:spPr bwMode="auto">
            <a:xfrm>
              <a:off x="9564036" y="4369021"/>
              <a:ext cx="331788" cy="347663"/>
            </a:xfrm>
            <a:custGeom>
              <a:avLst/>
              <a:gdLst>
                <a:gd name="T0" fmla="*/ 403225608 w 209"/>
                <a:gd name="T1" fmla="*/ 70564476 h 219"/>
                <a:gd name="T2" fmla="*/ 425907842 w 209"/>
                <a:gd name="T3" fmla="*/ 22682233 h 219"/>
                <a:gd name="T4" fmla="*/ 352822407 w 209"/>
                <a:gd name="T5" fmla="*/ 42843512 h 219"/>
                <a:gd name="T6" fmla="*/ 17641914 w 209"/>
                <a:gd name="T7" fmla="*/ 372983661 h 219"/>
                <a:gd name="T8" fmla="*/ 73085435 w 209"/>
                <a:gd name="T9" fmla="*/ 524193254 h 219"/>
                <a:gd name="T10" fmla="*/ 73085435 w 209"/>
                <a:gd name="T11" fmla="*/ 400706214 h 219"/>
                <a:gd name="T12" fmla="*/ 252016005 w 209"/>
                <a:gd name="T13" fmla="*/ 272177266 h 219"/>
                <a:gd name="T14" fmla="*/ 274698239 w 209"/>
                <a:gd name="T15" fmla="*/ 216733749 h 219"/>
                <a:gd name="T16" fmla="*/ 201612804 w 209"/>
                <a:gd name="T17" fmla="*/ 244456302 h 219"/>
                <a:gd name="T18" fmla="*/ 178932157 w 209"/>
                <a:gd name="T19" fmla="*/ 234375662 h 219"/>
                <a:gd name="T20" fmla="*/ 274698239 w 209"/>
                <a:gd name="T21" fmla="*/ 194053104 h 219"/>
                <a:gd name="T22" fmla="*/ 312499846 w 209"/>
                <a:gd name="T23" fmla="*/ 216733749 h 219"/>
                <a:gd name="T24" fmla="*/ 312499846 w 209"/>
                <a:gd name="T25" fmla="*/ 42843512 h 219"/>
                <a:gd name="T26" fmla="*/ 425907842 w 209"/>
                <a:gd name="T27" fmla="*/ 0 h 219"/>
                <a:gd name="T28" fmla="*/ 430948162 w 209"/>
                <a:gd name="T29" fmla="*/ 0 h 219"/>
                <a:gd name="T30" fmla="*/ 526714244 w 209"/>
                <a:gd name="T31" fmla="*/ 42843512 h 219"/>
                <a:gd name="T32" fmla="*/ 403225608 w 209"/>
                <a:gd name="T33" fmla="*/ 441028772 h 219"/>
                <a:gd name="T34" fmla="*/ 367943367 w 209"/>
                <a:gd name="T35" fmla="*/ 423386859 h 219"/>
                <a:gd name="T36" fmla="*/ 252016005 w 209"/>
                <a:gd name="T37" fmla="*/ 496472289 h 219"/>
                <a:gd name="T38" fmla="*/ 206653124 w 209"/>
                <a:gd name="T39" fmla="*/ 473790056 h 219"/>
                <a:gd name="T40" fmla="*/ 88206395 w 209"/>
                <a:gd name="T41" fmla="*/ 551915806 h 219"/>
                <a:gd name="T42" fmla="*/ 5040320 w 209"/>
                <a:gd name="T43" fmla="*/ 514112614 h 219"/>
                <a:gd name="T44" fmla="*/ 0 w 209"/>
                <a:gd name="T45" fmla="*/ 509072295 h 219"/>
                <a:gd name="T46" fmla="*/ 0 w 209"/>
                <a:gd name="T47" fmla="*/ 350303016 h 219"/>
                <a:gd name="T48" fmla="*/ 105846722 w 209"/>
                <a:gd name="T49" fmla="*/ 307459505 h 219"/>
                <a:gd name="T50" fmla="*/ 110887042 w 209"/>
                <a:gd name="T51" fmla="*/ 307459505 h 219"/>
                <a:gd name="T52" fmla="*/ 206653124 w 209"/>
                <a:gd name="T53" fmla="*/ 350303016 h 219"/>
                <a:gd name="T54" fmla="*/ 234375678 w 209"/>
                <a:gd name="T55" fmla="*/ 468749737 h 219"/>
                <a:gd name="T56" fmla="*/ 178932157 w 209"/>
                <a:gd name="T57" fmla="*/ 272177266 h 219"/>
                <a:gd name="T58" fmla="*/ 161290243 w 209"/>
                <a:gd name="T59" fmla="*/ 330141737 h 219"/>
                <a:gd name="T60" fmla="*/ 161290243 w 209"/>
                <a:gd name="T61" fmla="*/ 244456302 h 219"/>
                <a:gd name="T62" fmla="*/ 330141760 w 209"/>
                <a:gd name="T63" fmla="*/ 221774069 h 219"/>
                <a:gd name="T64" fmla="*/ 367943367 w 209"/>
                <a:gd name="T65" fmla="*/ 244456302 h 219"/>
                <a:gd name="T66" fmla="*/ 385585281 w 209"/>
                <a:gd name="T67" fmla="*/ 413306219 h 219"/>
                <a:gd name="T68" fmla="*/ 330141760 w 209"/>
                <a:gd name="T69" fmla="*/ 70564476 h 219"/>
                <a:gd name="T70" fmla="*/ 330141760 w 209"/>
                <a:gd name="T71" fmla="*/ 221774069 h 219"/>
                <a:gd name="T72" fmla="*/ 88206395 w 209"/>
                <a:gd name="T73" fmla="*/ 372983661 h 219"/>
                <a:gd name="T74" fmla="*/ 110887042 w 209"/>
                <a:gd name="T75" fmla="*/ 322580464 h 219"/>
                <a:gd name="T76" fmla="*/ 37803194 w 209"/>
                <a:gd name="T77" fmla="*/ 350303016 h 219"/>
                <a:gd name="T78" fmla="*/ 408265928 w 209"/>
                <a:gd name="T79" fmla="*/ 88206389 h 219"/>
                <a:gd name="T80" fmla="*/ 403225608 w 209"/>
                <a:gd name="T81" fmla="*/ 88206389 h 2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09" h="219">
                  <a:moveTo>
                    <a:pt x="140" y="17"/>
                  </a:moveTo>
                  <a:lnTo>
                    <a:pt x="160" y="28"/>
                  </a:lnTo>
                  <a:lnTo>
                    <a:pt x="189" y="17"/>
                  </a:lnTo>
                  <a:lnTo>
                    <a:pt x="169" y="9"/>
                  </a:lnTo>
                  <a:lnTo>
                    <a:pt x="140" y="17"/>
                  </a:lnTo>
                  <a:close/>
                  <a:moveTo>
                    <a:pt x="29" y="159"/>
                  </a:moveTo>
                  <a:lnTo>
                    <a:pt x="7" y="148"/>
                  </a:lnTo>
                  <a:lnTo>
                    <a:pt x="7" y="199"/>
                  </a:lnTo>
                  <a:lnTo>
                    <a:pt x="29" y="208"/>
                  </a:lnTo>
                  <a:lnTo>
                    <a:pt x="29" y="159"/>
                  </a:lnTo>
                  <a:close/>
                  <a:moveTo>
                    <a:pt x="80" y="97"/>
                  </a:moveTo>
                  <a:lnTo>
                    <a:pt x="100" y="108"/>
                  </a:lnTo>
                  <a:lnTo>
                    <a:pt x="129" y="95"/>
                  </a:lnTo>
                  <a:lnTo>
                    <a:pt x="109" y="86"/>
                  </a:lnTo>
                  <a:lnTo>
                    <a:pt x="80" y="97"/>
                  </a:lnTo>
                  <a:close/>
                  <a:moveTo>
                    <a:pt x="64" y="97"/>
                  </a:moveTo>
                  <a:lnTo>
                    <a:pt x="71" y="93"/>
                  </a:lnTo>
                  <a:lnTo>
                    <a:pt x="106" y="80"/>
                  </a:lnTo>
                  <a:lnTo>
                    <a:pt x="109" y="77"/>
                  </a:lnTo>
                  <a:lnTo>
                    <a:pt x="109" y="80"/>
                  </a:lnTo>
                  <a:lnTo>
                    <a:pt x="124" y="86"/>
                  </a:lnTo>
                  <a:lnTo>
                    <a:pt x="124" y="24"/>
                  </a:lnTo>
                  <a:lnTo>
                    <a:pt x="124" y="17"/>
                  </a:lnTo>
                  <a:lnTo>
                    <a:pt x="131" y="15"/>
                  </a:lnTo>
                  <a:lnTo>
                    <a:pt x="169" y="0"/>
                  </a:lnTo>
                  <a:lnTo>
                    <a:pt x="171" y="0"/>
                  </a:lnTo>
                  <a:lnTo>
                    <a:pt x="200" y="15"/>
                  </a:lnTo>
                  <a:lnTo>
                    <a:pt x="209" y="17"/>
                  </a:lnTo>
                  <a:lnTo>
                    <a:pt x="209" y="157"/>
                  </a:lnTo>
                  <a:lnTo>
                    <a:pt x="160" y="175"/>
                  </a:lnTo>
                  <a:lnTo>
                    <a:pt x="155" y="173"/>
                  </a:lnTo>
                  <a:lnTo>
                    <a:pt x="146" y="168"/>
                  </a:lnTo>
                  <a:lnTo>
                    <a:pt x="146" y="179"/>
                  </a:lnTo>
                  <a:lnTo>
                    <a:pt x="100" y="197"/>
                  </a:lnTo>
                  <a:lnTo>
                    <a:pt x="93" y="195"/>
                  </a:lnTo>
                  <a:lnTo>
                    <a:pt x="82" y="188"/>
                  </a:lnTo>
                  <a:lnTo>
                    <a:pt x="82" y="204"/>
                  </a:lnTo>
                  <a:lnTo>
                    <a:pt x="35" y="219"/>
                  </a:lnTo>
                  <a:lnTo>
                    <a:pt x="31" y="217"/>
                  </a:lnTo>
                  <a:lnTo>
                    <a:pt x="2" y="204"/>
                  </a:lnTo>
                  <a:lnTo>
                    <a:pt x="0" y="204"/>
                  </a:lnTo>
                  <a:lnTo>
                    <a:pt x="0" y="202"/>
                  </a:lnTo>
                  <a:lnTo>
                    <a:pt x="0" y="144"/>
                  </a:lnTo>
                  <a:lnTo>
                    <a:pt x="0" y="139"/>
                  </a:lnTo>
                  <a:lnTo>
                    <a:pt x="7" y="135"/>
                  </a:lnTo>
                  <a:lnTo>
                    <a:pt x="42" y="122"/>
                  </a:lnTo>
                  <a:lnTo>
                    <a:pt x="44" y="119"/>
                  </a:lnTo>
                  <a:lnTo>
                    <a:pt x="44" y="122"/>
                  </a:lnTo>
                  <a:lnTo>
                    <a:pt x="75" y="135"/>
                  </a:lnTo>
                  <a:lnTo>
                    <a:pt x="82" y="139"/>
                  </a:lnTo>
                  <a:lnTo>
                    <a:pt x="82" y="182"/>
                  </a:lnTo>
                  <a:lnTo>
                    <a:pt x="93" y="186"/>
                  </a:lnTo>
                  <a:lnTo>
                    <a:pt x="93" y="117"/>
                  </a:lnTo>
                  <a:lnTo>
                    <a:pt x="71" y="108"/>
                  </a:lnTo>
                  <a:lnTo>
                    <a:pt x="71" y="133"/>
                  </a:lnTo>
                  <a:lnTo>
                    <a:pt x="64" y="131"/>
                  </a:lnTo>
                  <a:lnTo>
                    <a:pt x="64" y="102"/>
                  </a:lnTo>
                  <a:lnTo>
                    <a:pt x="64" y="97"/>
                  </a:lnTo>
                  <a:close/>
                  <a:moveTo>
                    <a:pt x="131" y="88"/>
                  </a:moveTo>
                  <a:lnTo>
                    <a:pt x="140" y="93"/>
                  </a:lnTo>
                  <a:lnTo>
                    <a:pt x="146" y="97"/>
                  </a:lnTo>
                  <a:lnTo>
                    <a:pt x="146" y="162"/>
                  </a:lnTo>
                  <a:lnTo>
                    <a:pt x="153" y="164"/>
                  </a:lnTo>
                  <a:lnTo>
                    <a:pt x="153" y="40"/>
                  </a:lnTo>
                  <a:lnTo>
                    <a:pt x="131" y="28"/>
                  </a:lnTo>
                  <a:lnTo>
                    <a:pt x="131" y="88"/>
                  </a:lnTo>
                  <a:close/>
                  <a:moveTo>
                    <a:pt x="15" y="139"/>
                  </a:moveTo>
                  <a:lnTo>
                    <a:pt x="35" y="148"/>
                  </a:lnTo>
                  <a:lnTo>
                    <a:pt x="64" y="137"/>
                  </a:lnTo>
                  <a:lnTo>
                    <a:pt x="44" y="128"/>
                  </a:lnTo>
                  <a:lnTo>
                    <a:pt x="15" y="139"/>
                  </a:lnTo>
                  <a:close/>
                  <a:moveTo>
                    <a:pt x="160" y="35"/>
                  </a:moveTo>
                  <a:lnTo>
                    <a:pt x="162" y="35"/>
                  </a:lnTo>
                  <a:lnTo>
                    <a:pt x="160" y="3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9" name="组合 58"/>
          <p:cNvGrpSpPr>
            <a:grpSpLocks/>
          </p:cNvGrpSpPr>
          <p:nvPr/>
        </p:nvGrpSpPr>
        <p:grpSpPr bwMode="auto">
          <a:xfrm>
            <a:off x="8972523" y="4967424"/>
            <a:ext cx="2502965" cy="1399252"/>
            <a:chOff x="8507154" y="4710598"/>
            <a:chExt cx="2374206" cy="1326853"/>
          </a:xfrm>
        </p:grpSpPr>
        <p:sp>
          <p:nvSpPr>
            <p:cNvPr id="32" name="矩形 31"/>
            <p:cNvSpPr/>
            <p:nvPr/>
          </p:nvSpPr>
          <p:spPr>
            <a:xfrm>
              <a:off x="8507154" y="5088446"/>
              <a:ext cx="2374206" cy="949005"/>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33" name="文本框 32"/>
            <p:cNvSpPr txBox="1"/>
            <p:nvPr/>
          </p:nvSpPr>
          <p:spPr>
            <a:xfrm>
              <a:off x="9168758" y="4710598"/>
              <a:ext cx="1050998" cy="350222"/>
            </a:xfrm>
            <a:prstGeom prst="rect">
              <a:avLst/>
            </a:prstGeom>
            <a:noFill/>
          </p:spPr>
          <p:txBody>
            <a:bodyPr wrap="none">
              <a:spAutoFit/>
            </a:bodyPr>
            <a:lstStyle/>
            <a:p>
              <a:pPr algn="ctr" fontAlgn="auto">
                <a:spcBef>
                  <a:spcPts val="0"/>
                </a:spcBef>
                <a:spcAft>
                  <a:spcPts val="0"/>
                </a:spcAft>
                <a:defRPr/>
              </a:pPr>
              <a:r>
                <a:rPr lang="zh-CN" altLang="en-US" dirty="0">
                  <a:solidFill>
                    <a:schemeClr val="tx1">
                      <a:lumMod val="75000"/>
                      <a:lumOff val="25000"/>
                    </a:schemeClr>
                  </a:solidFill>
                  <a:latin typeface="微软雅黑 Light" panose="020B0502040204020203" pitchFamily="34" charset="-122"/>
                  <a:ea typeface="微软雅黑 Light" panose="020B0502040204020203" pitchFamily="34" charset="-122"/>
                </a:rPr>
                <a:t>文字内容</a:t>
              </a:r>
            </a:p>
          </p:txBody>
        </p:sp>
      </p:grpSp>
      <p:sp>
        <p:nvSpPr>
          <p:cNvPr id="46" name="椭圆 45"/>
          <p:cNvSpPr/>
          <p:nvPr/>
        </p:nvSpPr>
        <p:spPr>
          <a:xfrm>
            <a:off x="7614727" y="3226232"/>
            <a:ext cx="157377" cy="15737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7" name="椭圆 46"/>
          <p:cNvSpPr/>
          <p:nvPr/>
        </p:nvSpPr>
        <p:spPr>
          <a:xfrm>
            <a:off x="5222259" y="3777050"/>
            <a:ext cx="93757" cy="9375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8" name="椭圆 47"/>
          <p:cNvSpPr/>
          <p:nvPr/>
        </p:nvSpPr>
        <p:spPr>
          <a:xfrm rot="11047877">
            <a:off x="7465721" y="2131289"/>
            <a:ext cx="410184" cy="41018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椭圆 48"/>
          <p:cNvSpPr/>
          <p:nvPr/>
        </p:nvSpPr>
        <p:spPr>
          <a:xfrm rot="11047877">
            <a:off x="5418144" y="3830626"/>
            <a:ext cx="179143" cy="17914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0" name="椭圆 49"/>
          <p:cNvSpPr/>
          <p:nvPr/>
        </p:nvSpPr>
        <p:spPr>
          <a:xfrm flipV="1">
            <a:off x="5279183" y="1841648"/>
            <a:ext cx="132263" cy="1322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9" name="椭圆 38"/>
          <p:cNvSpPr/>
          <p:nvPr/>
        </p:nvSpPr>
        <p:spPr>
          <a:xfrm>
            <a:off x="3770707" y="3212838"/>
            <a:ext cx="157377" cy="15737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0" name="椭圆 39"/>
          <p:cNvSpPr/>
          <p:nvPr/>
        </p:nvSpPr>
        <p:spPr>
          <a:xfrm>
            <a:off x="976427" y="3212838"/>
            <a:ext cx="256156" cy="2561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1" name="椭圆 40"/>
          <p:cNvSpPr/>
          <p:nvPr/>
        </p:nvSpPr>
        <p:spPr>
          <a:xfrm rot="11047877">
            <a:off x="3308620" y="3634743"/>
            <a:ext cx="408511" cy="41018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2" name="椭圆 41"/>
          <p:cNvSpPr/>
          <p:nvPr/>
        </p:nvSpPr>
        <p:spPr>
          <a:xfrm rot="11047877">
            <a:off x="1085251" y="2720616"/>
            <a:ext cx="179143" cy="1791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3" name="椭圆 42"/>
          <p:cNvSpPr/>
          <p:nvPr/>
        </p:nvSpPr>
        <p:spPr>
          <a:xfrm>
            <a:off x="1836977" y="1389606"/>
            <a:ext cx="160726" cy="1607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519"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915BEC8C-40F6-4F01-83CD-8570FC1A9748}"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94</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6" name="椭圆 55"/>
          <p:cNvSpPr/>
          <p:nvPr/>
        </p:nvSpPr>
        <p:spPr>
          <a:xfrm flipV="1">
            <a:off x="8714692" y="2688805"/>
            <a:ext cx="241088" cy="2427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2" name="椭圆 51"/>
          <p:cNvSpPr/>
          <p:nvPr/>
        </p:nvSpPr>
        <p:spPr>
          <a:xfrm>
            <a:off x="11395126" y="3207814"/>
            <a:ext cx="157377" cy="15570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3" name="椭圆 52"/>
          <p:cNvSpPr/>
          <p:nvPr/>
        </p:nvSpPr>
        <p:spPr>
          <a:xfrm>
            <a:off x="9213611" y="3730172"/>
            <a:ext cx="93757" cy="9375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4" name="椭圆 53"/>
          <p:cNvSpPr/>
          <p:nvPr/>
        </p:nvSpPr>
        <p:spPr>
          <a:xfrm rot="11047877" flipH="1">
            <a:off x="11555851" y="2958355"/>
            <a:ext cx="187513" cy="187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10" name="组合 9"/>
          <p:cNvGrpSpPr>
            <a:grpSpLocks/>
          </p:cNvGrpSpPr>
          <p:nvPr/>
        </p:nvGrpSpPr>
        <p:grpSpPr bwMode="auto">
          <a:xfrm>
            <a:off x="427274" y="1369497"/>
            <a:ext cx="4257568" cy="2874681"/>
            <a:chOff x="404877" y="1298805"/>
            <a:chExt cx="4036448" cy="2724832"/>
          </a:xfrm>
        </p:grpSpPr>
        <p:graphicFrame>
          <p:nvGraphicFramePr>
            <p:cNvPr id="21542" name="图表 10"/>
            <p:cNvGraphicFramePr>
              <a:graphicFrameLocks/>
            </p:cNvGraphicFramePr>
            <p:nvPr/>
          </p:nvGraphicFramePr>
          <p:xfrm>
            <a:off x="404877" y="1298805"/>
            <a:ext cx="4036448" cy="2724832"/>
          </p:xfrm>
          <a:graphic>
            <a:graphicData uri="http://schemas.openxmlformats.org/presentationml/2006/ole">
              <mc:AlternateContent xmlns:mc="http://schemas.openxmlformats.org/markup-compatibility/2006">
                <mc:Choice xmlns:v="urn:schemas-microsoft-com:vml" Requires="v">
                  <p:oleObj name="图表" r:id="rId4" imgW="4041998" imgH="2731245" progId="Excel.Chart.8">
                    <p:embed/>
                  </p:oleObj>
                </mc:Choice>
                <mc:Fallback>
                  <p:oleObj name="图表" r:id="rId4" imgW="4041998" imgH="2731245" progId="Excel.Chart.8">
                    <p:embed/>
                    <p:pic>
                      <p:nvPicPr>
                        <p:cNvPr id="0" name=""/>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877" y="1298805"/>
                          <a:ext cx="4036448" cy="272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 name="文本框 11"/>
            <p:cNvSpPr txBox="1"/>
            <p:nvPr/>
          </p:nvSpPr>
          <p:spPr>
            <a:xfrm>
              <a:off x="1931840" y="2214494"/>
              <a:ext cx="963826" cy="641388"/>
            </a:xfrm>
            <a:prstGeom prst="rect">
              <a:avLst/>
            </a:prstGeom>
            <a:noFill/>
          </p:spPr>
          <p:txBody>
            <a:bodyPr wrap="none">
              <a:spAutoFit/>
            </a:bodyPr>
            <a:lstStyle/>
            <a:p>
              <a:pPr fontAlgn="auto">
                <a:spcBef>
                  <a:spcPts val="0"/>
                </a:spcBef>
                <a:spcAft>
                  <a:spcPts val="0"/>
                </a:spcAft>
                <a:defRPr/>
              </a:pPr>
              <a:r>
                <a:rPr lang="en-US" altLang="zh-CN" sz="3797" dirty="0">
                  <a:solidFill>
                    <a:schemeClr val="accent4">
                      <a:lumMod val="75000"/>
                    </a:schemeClr>
                  </a:solidFill>
                  <a:latin typeface="Century Gothic" panose="020B0502020202020204" pitchFamily="34" charset="0"/>
                  <a:ea typeface="微软雅黑 Light" panose="020B0502040204020203" pitchFamily="34" charset="-122"/>
                </a:rPr>
                <a:t>40</a:t>
              </a:r>
              <a:r>
                <a:rPr lang="en-US" altLang="zh-CN" sz="2953" dirty="0">
                  <a:solidFill>
                    <a:schemeClr val="accent4">
                      <a:lumMod val="75000"/>
                    </a:schemeClr>
                  </a:solidFill>
                  <a:latin typeface="Century Gothic" panose="020B0502020202020204" pitchFamily="34" charset="0"/>
                  <a:ea typeface="微软雅黑 Light" panose="020B0502040204020203" pitchFamily="34" charset="-122"/>
                </a:rPr>
                <a:t>%</a:t>
              </a:r>
              <a:endParaRPr lang="zh-CN" altLang="en-US" sz="2953" dirty="0">
                <a:solidFill>
                  <a:schemeClr val="accent4">
                    <a:lumMod val="75000"/>
                  </a:schemeClr>
                </a:solidFill>
                <a:latin typeface="Century Gothic" panose="020B0502020202020204" pitchFamily="34" charset="0"/>
                <a:ea typeface="微软雅黑 Light" panose="020B0502040204020203" pitchFamily="34" charset="-122"/>
              </a:endParaRPr>
            </a:p>
          </p:txBody>
        </p:sp>
        <p:sp>
          <p:nvSpPr>
            <p:cNvPr id="13" name="文本框 12"/>
            <p:cNvSpPr txBox="1"/>
            <p:nvPr/>
          </p:nvSpPr>
          <p:spPr>
            <a:xfrm>
              <a:off x="1899041" y="2712797"/>
              <a:ext cx="995741" cy="333610"/>
            </a:xfrm>
            <a:prstGeom prst="rect">
              <a:avLst/>
            </a:prstGeom>
            <a:noFill/>
          </p:spPr>
          <p:txBody>
            <a:bodyPr wrap="none">
              <a:spAutoFit/>
            </a:bodyPr>
            <a:lstStyle/>
            <a:p>
              <a:pPr algn="ctr" fontAlgn="auto">
                <a:spcBef>
                  <a:spcPts val="0"/>
                </a:spcBef>
                <a:spcAft>
                  <a:spcPts val="0"/>
                </a:spcAft>
                <a:defRPr/>
              </a:pPr>
              <a:r>
                <a:rPr lang="zh-CN" altLang="en-US" sz="1687" dirty="0">
                  <a:solidFill>
                    <a:schemeClr val="accent4">
                      <a:lumMod val="75000"/>
                    </a:schemeClr>
                  </a:solidFill>
                  <a:latin typeface="微软雅黑 Light" panose="020B0502040204020203" pitchFamily="34" charset="-122"/>
                  <a:ea typeface="微软雅黑 Light" panose="020B0502040204020203" pitchFamily="34" charset="-122"/>
                </a:rPr>
                <a:t>文字内容</a:t>
              </a:r>
            </a:p>
          </p:txBody>
        </p:sp>
      </p:grpSp>
      <p:grpSp>
        <p:nvGrpSpPr>
          <p:cNvPr id="19" name="组合 18"/>
          <p:cNvGrpSpPr>
            <a:grpSpLocks/>
          </p:cNvGrpSpPr>
          <p:nvPr/>
        </p:nvGrpSpPr>
        <p:grpSpPr bwMode="auto">
          <a:xfrm>
            <a:off x="2267253" y="4279318"/>
            <a:ext cx="575933" cy="575933"/>
            <a:chOff x="2150093" y="4269844"/>
            <a:chExt cx="546016" cy="546016"/>
          </a:xfrm>
        </p:grpSpPr>
        <p:sp>
          <p:nvSpPr>
            <p:cNvPr id="22" name="椭圆 21"/>
            <p:cNvSpPr/>
            <p:nvPr/>
          </p:nvSpPr>
          <p:spPr>
            <a:xfrm>
              <a:off x="2150093" y="4269844"/>
              <a:ext cx="546016" cy="54601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541" name="Freeform 266"/>
            <p:cNvSpPr>
              <a:spLocks noEditPoints="1"/>
            </p:cNvSpPr>
            <p:nvPr/>
          </p:nvSpPr>
          <p:spPr bwMode="auto">
            <a:xfrm>
              <a:off x="2232601" y="4399977"/>
              <a:ext cx="381000" cy="285750"/>
            </a:xfrm>
            <a:custGeom>
              <a:avLst/>
              <a:gdLst>
                <a:gd name="T0" fmla="*/ 37334472 w 108"/>
                <a:gd name="T1" fmla="*/ 672041667 h 81"/>
                <a:gd name="T2" fmla="*/ 261348361 w 108"/>
                <a:gd name="T3" fmla="*/ 584926722 h 81"/>
                <a:gd name="T4" fmla="*/ 323574833 w 108"/>
                <a:gd name="T5" fmla="*/ 535142722 h 81"/>
                <a:gd name="T6" fmla="*/ 435581778 w 108"/>
                <a:gd name="T7" fmla="*/ 771602611 h 81"/>
                <a:gd name="T8" fmla="*/ 535142722 w 108"/>
                <a:gd name="T9" fmla="*/ 535142722 h 81"/>
                <a:gd name="T10" fmla="*/ 597369194 w 108"/>
                <a:gd name="T11" fmla="*/ 584926722 h 81"/>
                <a:gd name="T12" fmla="*/ 746714139 w 108"/>
                <a:gd name="T13" fmla="*/ 634707194 h 81"/>
                <a:gd name="T14" fmla="*/ 759156611 w 108"/>
                <a:gd name="T15" fmla="*/ 622261194 h 81"/>
                <a:gd name="T16" fmla="*/ 896055556 w 108"/>
                <a:gd name="T17" fmla="*/ 572480722 h 81"/>
                <a:gd name="T18" fmla="*/ 1045396972 w 108"/>
                <a:gd name="T19" fmla="*/ 746714139 h 81"/>
                <a:gd name="T20" fmla="*/ 1194741917 w 108"/>
                <a:gd name="T21" fmla="*/ 572480722 h 81"/>
                <a:gd name="T22" fmla="*/ 1306748861 w 108"/>
                <a:gd name="T23" fmla="*/ 597369194 h 81"/>
                <a:gd name="T24" fmla="*/ 1344083333 w 108"/>
                <a:gd name="T25" fmla="*/ 883609556 h 81"/>
                <a:gd name="T26" fmla="*/ 871163556 w 108"/>
                <a:gd name="T27" fmla="*/ 883609556 h 81"/>
                <a:gd name="T28" fmla="*/ 871163556 w 108"/>
                <a:gd name="T29" fmla="*/ 1008062500 h 81"/>
                <a:gd name="T30" fmla="*/ 0 w 108"/>
                <a:gd name="T31" fmla="*/ 1008062500 h 81"/>
                <a:gd name="T32" fmla="*/ 37334472 w 108"/>
                <a:gd name="T33" fmla="*/ 672041667 h 81"/>
                <a:gd name="T34" fmla="*/ 920947556 w 108"/>
                <a:gd name="T35" fmla="*/ 323574833 h 81"/>
                <a:gd name="T36" fmla="*/ 1169849917 w 108"/>
                <a:gd name="T37" fmla="*/ 298686361 h 81"/>
                <a:gd name="T38" fmla="*/ 1144961444 w 108"/>
                <a:gd name="T39" fmla="*/ 460473778 h 81"/>
                <a:gd name="T40" fmla="*/ 1107623444 w 108"/>
                <a:gd name="T41" fmla="*/ 510254250 h 81"/>
                <a:gd name="T42" fmla="*/ 1232076389 w 108"/>
                <a:gd name="T43" fmla="*/ 522700250 h 81"/>
                <a:gd name="T44" fmla="*/ 1219630389 w 108"/>
                <a:gd name="T45" fmla="*/ 385801306 h 81"/>
                <a:gd name="T46" fmla="*/ 858721083 w 108"/>
                <a:gd name="T47" fmla="*/ 385801306 h 81"/>
                <a:gd name="T48" fmla="*/ 846275083 w 108"/>
                <a:gd name="T49" fmla="*/ 522700250 h 81"/>
                <a:gd name="T50" fmla="*/ 970728028 w 108"/>
                <a:gd name="T51" fmla="*/ 510254250 h 81"/>
                <a:gd name="T52" fmla="*/ 933390028 w 108"/>
                <a:gd name="T53" fmla="*/ 460473778 h 81"/>
                <a:gd name="T54" fmla="*/ 920947556 w 108"/>
                <a:gd name="T55" fmla="*/ 323574833 h 81"/>
                <a:gd name="T56" fmla="*/ 920947556 w 108"/>
                <a:gd name="T57" fmla="*/ 323574833 h 81"/>
                <a:gd name="T58" fmla="*/ 273794361 w 108"/>
                <a:gd name="T59" fmla="*/ 373355306 h 81"/>
                <a:gd name="T60" fmla="*/ 286240361 w 108"/>
                <a:gd name="T61" fmla="*/ 186679417 h 81"/>
                <a:gd name="T62" fmla="*/ 584926722 w 108"/>
                <a:gd name="T63" fmla="*/ 186679417 h 81"/>
                <a:gd name="T64" fmla="*/ 597369194 w 108"/>
                <a:gd name="T65" fmla="*/ 385801306 h 81"/>
                <a:gd name="T66" fmla="*/ 647149667 w 108"/>
                <a:gd name="T67" fmla="*/ 311128833 h 81"/>
                <a:gd name="T68" fmla="*/ 622261194 w 108"/>
                <a:gd name="T69" fmla="*/ 99560944 h 81"/>
                <a:gd name="T70" fmla="*/ 248905889 w 108"/>
                <a:gd name="T71" fmla="*/ 74672472 h 81"/>
                <a:gd name="T72" fmla="*/ 224013889 w 108"/>
                <a:gd name="T73" fmla="*/ 336020833 h 81"/>
                <a:gd name="T74" fmla="*/ 273794361 w 108"/>
                <a:gd name="T75" fmla="*/ 373355306 h 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8" h="81">
                  <a:moveTo>
                    <a:pt x="3" y="54"/>
                  </a:moveTo>
                  <a:cubicBezTo>
                    <a:pt x="9" y="51"/>
                    <a:pt x="15" y="49"/>
                    <a:pt x="21" y="47"/>
                  </a:cubicBezTo>
                  <a:cubicBezTo>
                    <a:pt x="23" y="45"/>
                    <a:pt x="24" y="44"/>
                    <a:pt x="26" y="43"/>
                  </a:cubicBezTo>
                  <a:cubicBezTo>
                    <a:pt x="35" y="62"/>
                    <a:pt x="35" y="62"/>
                    <a:pt x="35" y="62"/>
                  </a:cubicBezTo>
                  <a:cubicBezTo>
                    <a:pt x="43" y="43"/>
                    <a:pt x="43" y="43"/>
                    <a:pt x="43" y="43"/>
                  </a:cubicBezTo>
                  <a:cubicBezTo>
                    <a:pt x="45" y="44"/>
                    <a:pt x="46" y="46"/>
                    <a:pt x="48" y="47"/>
                  </a:cubicBezTo>
                  <a:cubicBezTo>
                    <a:pt x="60" y="51"/>
                    <a:pt x="60" y="51"/>
                    <a:pt x="60" y="51"/>
                  </a:cubicBezTo>
                  <a:cubicBezTo>
                    <a:pt x="60" y="51"/>
                    <a:pt x="61" y="50"/>
                    <a:pt x="61" y="50"/>
                  </a:cubicBezTo>
                  <a:cubicBezTo>
                    <a:pt x="65" y="48"/>
                    <a:pt x="69" y="47"/>
                    <a:pt x="72" y="46"/>
                  </a:cubicBezTo>
                  <a:cubicBezTo>
                    <a:pt x="75" y="52"/>
                    <a:pt x="79" y="57"/>
                    <a:pt x="84" y="60"/>
                  </a:cubicBezTo>
                  <a:cubicBezTo>
                    <a:pt x="89" y="57"/>
                    <a:pt x="93" y="52"/>
                    <a:pt x="96" y="46"/>
                  </a:cubicBezTo>
                  <a:cubicBezTo>
                    <a:pt x="99" y="47"/>
                    <a:pt x="102" y="48"/>
                    <a:pt x="105" y="48"/>
                  </a:cubicBezTo>
                  <a:cubicBezTo>
                    <a:pt x="108" y="53"/>
                    <a:pt x="108" y="64"/>
                    <a:pt x="108" y="71"/>
                  </a:cubicBezTo>
                  <a:cubicBezTo>
                    <a:pt x="70" y="71"/>
                    <a:pt x="70" y="71"/>
                    <a:pt x="70" y="71"/>
                  </a:cubicBezTo>
                  <a:cubicBezTo>
                    <a:pt x="70" y="74"/>
                    <a:pt x="70" y="77"/>
                    <a:pt x="70" y="81"/>
                  </a:cubicBezTo>
                  <a:cubicBezTo>
                    <a:pt x="47" y="81"/>
                    <a:pt x="24" y="81"/>
                    <a:pt x="0" y="81"/>
                  </a:cubicBezTo>
                  <a:cubicBezTo>
                    <a:pt x="0" y="68"/>
                    <a:pt x="1" y="58"/>
                    <a:pt x="3" y="54"/>
                  </a:cubicBezTo>
                  <a:close/>
                  <a:moveTo>
                    <a:pt x="74" y="26"/>
                  </a:moveTo>
                  <a:cubicBezTo>
                    <a:pt x="79" y="27"/>
                    <a:pt x="89" y="26"/>
                    <a:pt x="94" y="24"/>
                  </a:cubicBezTo>
                  <a:cubicBezTo>
                    <a:pt x="94" y="27"/>
                    <a:pt x="94" y="32"/>
                    <a:pt x="92" y="37"/>
                  </a:cubicBezTo>
                  <a:cubicBezTo>
                    <a:pt x="91" y="39"/>
                    <a:pt x="90" y="40"/>
                    <a:pt x="89" y="41"/>
                  </a:cubicBezTo>
                  <a:cubicBezTo>
                    <a:pt x="99" y="42"/>
                    <a:pt x="99" y="42"/>
                    <a:pt x="99" y="42"/>
                  </a:cubicBezTo>
                  <a:cubicBezTo>
                    <a:pt x="99" y="42"/>
                    <a:pt x="98" y="33"/>
                    <a:pt x="98" y="31"/>
                  </a:cubicBezTo>
                  <a:cubicBezTo>
                    <a:pt x="102" y="2"/>
                    <a:pt x="65" y="2"/>
                    <a:pt x="69" y="31"/>
                  </a:cubicBezTo>
                  <a:cubicBezTo>
                    <a:pt x="69" y="33"/>
                    <a:pt x="68" y="42"/>
                    <a:pt x="68" y="42"/>
                  </a:cubicBezTo>
                  <a:cubicBezTo>
                    <a:pt x="78" y="41"/>
                    <a:pt x="78" y="41"/>
                    <a:pt x="78" y="41"/>
                  </a:cubicBezTo>
                  <a:cubicBezTo>
                    <a:pt x="77" y="40"/>
                    <a:pt x="76" y="39"/>
                    <a:pt x="75" y="37"/>
                  </a:cubicBezTo>
                  <a:cubicBezTo>
                    <a:pt x="74" y="33"/>
                    <a:pt x="73" y="29"/>
                    <a:pt x="74" y="26"/>
                  </a:cubicBezTo>
                  <a:cubicBezTo>
                    <a:pt x="74" y="26"/>
                    <a:pt x="74" y="26"/>
                    <a:pt x="74" y="26"/>
                  </a:cubicBezTo>
                  <a:close/>
                  <a:moveTo>
                    <a:pt x="22" y="30"/>
                  </a:moveTo>
                  <a:cubicBezTo>
                    <a:pt x="21" y="25"/>
                    <a:pt x="21" y="21"/>
                    <a:pt x="23" y="15"/>
                  </a:cubicBezTo>
                  <a:cubicBezTo>
                    <a:pt x="29" y="11"/>
                    <a:pt x="37" y="17"/>
                    <a:pt x="47" y="15"/>
                  </a:cubicBezTo>
                  <a:cubicBezTo>
                    <a:pt x="48" y="20"/>
                    <a:pt x="48" y="24"/>
                    <a:pt x="48" y="31"/>
                  </a:cubicBezTo>
                  <a:cubicBezTo>
                    <a:pt x="48" y="31"/>
                    <a:pt x="52" y="27"/>
                    <a:pt x="52" y="25"/>
                  </a:cubicBezTo>
                  <a:cubicBezTo>
                    <a:pt x="53" y="22"/>
                    <a:pt x="52" y="10"/>
                    <a:pt x="50" y="8"/>
                  </a:cubicBezTo>
                  <a:cubicBezTo>
                    <a:pt x="45" y="0"/>
                    <a:pt x="26" y="0"/>
                    <a:pt x="20" y="6"/>
                  </a:cubicBezTo>
                  <a:cubicBezTo>
                    <a:pt x="18" y="8"/>
                    <a:pt x="16" y="25"/>
                    <a:pt x="18" y="27"/>
                  </a:cubicBezTo>
                  <a:cubicBezTo>
                    <a:pt x="20" y="29"/>
                    <a:pt x="22" y="30"/>
                    <a:pt x="22" y="3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7" name="组合 56"/>
          <p:cNvGrpSpPr>
            <a:grpSpLocks/>
          </p:cNvGrpSpPr>
          <p:nvPr/>
        </p:nvGrpSpPr>
        <p:grpSpPr bwMode="auto">
          <a:xfrm>
            <a:off x="1304574" y="4967424"/>
            <a:ext cx="2502965" cy="1399252"/>
            <a:chOff x="1235998" y="4710598"/>
            <a:chExt cx="2374206" cy="1326853"/>
          </a:xfrm>
        </p:grpSpPr>
        <p:sp>
          <p:nvSpPr>
            <p:cNvPr id="20" name="矩形 19"/>
            <p:cNvSpPr/>
            <p:nvPr/>
          </p:nvSpPr>
          <p:spPr>
            <a:xfrm>
              <a:off x="1235998" y="5088446"/>
              <a:ext cx="2374206" cy="949005"/>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21" name="文本框 20"/>
            <p:cNvSpPr txBox="1"/>
            <p:nvPr/>
          </p:nvSpPr>
          <p:spPr>
            <a:xfrm>
              <a:off x="1297933" y="4710598"/>
              <a:ext cx="2250335" cy="350222"/>
            </a:xfrm>
            <a:prstGeom prst="rect">
              <a:avLst/>
            </a:prstGeom>
            <a:noFill/>
          </p:spPr>
          <p:txBody>
            <a:bodyPr>
              <a:spAutoFit/>
            </a:bodyPr>
            <a:lstStyle/>
            <a:p>
              <a:pPr algn="ctr" fontAlgn="auto">
                <a:spcBef>
                  <a:spcPts val="0"/>
                </a:spcBef>
                <a:spcAft>
                  <a:spcPts val="0"/>
                </a:spcAft>
                <a:defRPr/>
              </a:pPr>
              <a:r>
                <a:rPr lang="zh-CN" altLang="en-US" dirty="0">
                  <a:solidFill>
                    <a:schemeClr val="tx1">
                      <a:lumMod val="75000"/>
                      <a:lumOff val="25000"/>
                    </a:schemeClr>
                  </a:solidFill>
                  <a:latin typeface="微软雅黑 Light" panose="020B0502040204020203" pitchFamily="34" charset="-122"/>
                  <a:ea typeface="微软雅黑 Light" panose="020B0502040204020203" pitchFamily="34" charset="-122"/>
                </a:rPr>
                <a:t>文字内容</a:t>
              </a:r>
            </a:p>
          </p:txBody>
        </p:sp>
      </p:grpSp>
      <p:grpSp>
        <p:nvGrpSpPr>
          <p:cNvPr id="6" name="组合 5"/>
          <p:cNvGrpSpPr>
            <a:grpSpLocks/>
          </p:cNvGrpSpPr>
          <p:nvPr/>
        </p:nvGrpSpPr>
        <p:grpSpPr bwMode="auto">
          <a:xfrm>
            <a:off x="4303103" y="1369497"/>
            <a:ext cx="4257569" cy="2874681"/>
            <a:chOff x="4040455" y="1298805"/>
            <a:chExt cx="4036448" cy="2724832"/>
          </a:xfrm>
        </p:grpSpPr>
        <p:graphicFrame>
          <p:nvGraphicFramePr>
            <p:cNvPr id="21535" name="图表 6"/>
            <p:cNvGraphicFramePr>
              <a:graphicFrameLocks/>
            </p:cNvGraphicFramePr>
            <p:nvPr/>
          </p:nvGraphicFramePr>
          <p:xfrm>
            <a:off x="4040455" y="1298805"/>
            <a:ext cx="4036448" cy="2724832"/>
          </p:xfrm>
          <a:graphic>
            <a:graphicData uri="http://schemas.openxmlformats.org/presentationml/2006/ole">
              <mc:AlternateContent xmlns:mc="http://schemas.openxmlformats.org/markup-compatibility/2006">
                <mc:Choice xmlns:v="urn:schemas-microsoft-com:vml" Requires="v">
                  <p:oleObj name="图表" r:id="rId6" imgW="4041998" imgH="2731245" progId="Excel.Chart.8">
                    <p:embed/>
                  </p:oleObj>
                </mc:Choice>
                <mc:Fallback>
                  <p:oleObj name="图表" r:id="rId6" imgW="4041998" imgH="2731245" progId="Excel.Chart.8">
                    <p:embed/>
                    <p:pic>
                      <p:nvPicPr>
                        <p:cNvPr id="0" name=""/>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40455" y="1298805"/>
                          <a:ext cx="4036448" cy="272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文本框 7"/>
            <p:cNvSpPr txBox="1"/>
            <p:nvPr/>
          </p:nvSpPr>
          <p:spPr>
            <a:xfrm>
              <a:off x="5553133" y="2214494"/>
              <a:ext cx="963826" cy="641388"/>
            </a:xfrm>
            <a:prstGeom prst="rect">
              <a:avLst/>
            </a:prstGeom>
            <a:noFill/>
          </p:spPr>
          <p:txBody>
            <a:bodyPr wrap="none">
              <a:spAutoFit/>
            </a:bodyPr>
            <a:lstStyle/>
            <a:p>
              <a:pPr fontAlgn="auto">
                <a:spcBef>
                  <a:spcPts val="0"/>
                </a:spcBef>
                <a:spcAft>
                  <a:spcPts val="0"/>
                </a:spcAft>
                <a:defRPr/>
              </a:pPr>
              <a:r>
                <a:rPr lang="en-US" altLang="zh-CN" sz="3797" dirty="0">
                  <a:solidFill>
                    <a:schemeClr val="accent4">
                      <a:lumMod val="75000"/>
                    </a:schemeClr>
                  </a:solidFill>
                  <a:latin typeface="Century Gothic" panose="020B0502020202020204" pitchFamily="34" charset="0"/>
                  <a:ea typeface="微软雅黑 Light" panose="020B0502040204020203" pitchFamily="34" charset="-122"/>
                </a:rPr>
                <a:t>80</a:t>
              </a:r>
              <a:r>
                <a:rPr lang="en-US" altLang="zh-CN" sz="2953" dirty="0">
                  <a:solidFill>
                    <a:schemeClr val="accent4">
                      <a:lumMod val="75000"/>
                    </a:schemeClr>
                  </a:solidFill>
                  <a:latin typeface="Century Gothic" panose="020B0502020202020204" pitchFamily="34" charset="0"/>
                  <a:ea typeface="微软雅黑 Light" panose="020B0502040204020203" pitchFamily="34" charset="-122"/>
                </a:rPr>
                <a:t>%</a:t>
              </a:r>
              <a:endParaRPr lang="zh-CN" altLang="en-US" sz="2953" dirty="0">
                <a:solidFill>
                  <a:schemeClr val="accent4">
                    <a:lumMod val="75000"/>
                  </a:schemeClr>
                </a:solidFill>
                <a:latin typeface="Century Gothic" panose="020B0502020202020204" pitchFamily="34" charset="0"/>
                <a:ea typeface="微软雅黑 Light" panose="020B0502040204020203" pitchFamily="34" charset="-122"/>
              </a:endParaRPr>
            </a:p>
          </p:txBody>
        </p:sp>
        <p:sp>
          <p:nvSpPr>
            <p:cNvPr id="9" name="文本框 8"/>
            <p:cNvSpPr txBox="1"/>
            <p:nvPr/>
          </p:nvSpPr>
          <p:spPr>
            <a:xfrm>
              <a:off x="5560809" y="2712797"/>
              <a:ext cx="995740" cy="333610"/>
            </a:xfrm>
            <a:prstGeom prst="rect">
              <a:avLst/>
            </a:prstGeom>
            <a:noFill/>
          </p:spPr>
          <p:txBody>
            <a:bodyPr wrap="none">
              <a:spAutoFit/>
            </a:bodyPr>
            <a:lstStyle/>
            <a:p>
              <a:pPr algn="ctr" fontAlgn="auto">
                <a:spcBef>
                  <a:spcPts val="0"/>
                </a:spcBef>
                <a:spcAft>
                  <a:spcPts val="0"/>
                </a:spcAft>
                <a:defRPr/>
              </a:pPr>
              <a:r>
                <a:rPr lang="zh-CN" altLang="en-US" sz="1687" dirty="0">
                  <a:solidFill>
                    <a:schemeClr val="accent4">
                      <a:lumMod val="75000"/>
                    </a:schemeClr>
                  </a:solidFill>
                  <a:latin typeface="微软雅黑 Light" panose="020B0502040204020203" pitchFamily="34" charset="-122"/>
                  <a:ea typeface="微软雅黑 Light" panose="020B0502040204020203" pitchFamily="34" charset="-122"/>
                </a:rPr>
                <a:t>文字内容</a:t>
              </a:r>
            </a:p>
          </p:txBody>
        </p:sp>
      </p:grpSp>
      <p:grpSp>
        <p:nvGrpSpPr>
          <p:cNvPr id="25" name="组合 24"/>
          <p:cNvGrpSpPr>
            <a:grpSpLocks/>
          </p:cNvGrpSpPr>
          <p:nvPr/>
        </p:nvGrpSpPr>
        <p:grpSpPr bwMode="auto">
          <a:xfrm>
            <a:off x="6102902" y="4279318"/>
            <a:ext cx="574258" cy="575933"/>
            <a:chOff x="5785671" y="4269844"/>
            <a:chExt cx="546016" cy="546016"/>
          </a:xfrm>
        </p:grpSpPr>
        <p:sp>
          <p:nvSpPr>
            <p:cNvPr id="28" name="椭圆 27"/>
            <p:cNvSpPr/>
            <p:nvPr/>
          </p:nvSpPr>
          <p:spPr>
            <a:xfrm>
              <a:off x="5785671" y="4269844"/>
              <a:ext cx="546016" cy="54601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534" name="Freeform 247"/>
            <p:cNvSpPr>
              <a:spLocks noEditPoints="1"/>
            </p:cNvSpPr>
            <p:nvPr/>
          </p:nvSpPr>
          <p:spPr bwMode="auto">
            <a:xfrm>
              <a:off x="5908660" y="4393627"/>
              <a:ext cx="300038" cy="298450"/>
            </a:xfrm>
            <a:custGeom>
              <a:avLst/>
              <a:gdLst>
                <a:gd name="T0" fmla="*/ 996793303 w 85"/>
                <a:gd name="T1" fmla="*/ 653401852 h 85"/>
                <a:gd name="T2" fmla="*/ 996793303 w 85"/>
                <a:gd name="T3" fmla="*/ 986268404 h 85"/>
                <a:gd name="T4" fmla="*/ 922034423 w 85"/>
                <a:gd name="T5" fmla="*/ 1047910618 h 85"/>
                <a:gd name="T6" fmla="*/ 124600487 w 85"/>
                <a:gd name="T7" fmla="*/ 1047910618 h 85"/>
                <a:gd name="T8" fmla="*/ 62298478 w 85"/>
                <a:gd name="T9" fmla="*/ 986268404 h 85"/>
                <a:gd name="T10" fmla="*/ 62298478 w 85"/>
                <a:gd name="T11" fmla="*/ 653401852 h 85"/>
                <a:gd name="T12" fmla="*/ 211819768 w 85"/>
                <a:gd name="T13" fmla="*/ 690388585 h 85"/>
                <a:gd name="T14" fmla="*/ 211819768 w 85"/>
                <a:gd name="T15" fmla="*/ 752030799 h 85"/>
                <a:gd name="T16" fmla="*/ 261657845 w 85"/>
                <a:gd name="T17" fmla="*/ 752030799 h 85"/>
                <a:gd name="T18" fmla="*/ 261657845 w 85"/>
                <a:gd name="T19" fmla="*/ 838328494 h 85"/>
                <a:gd name="T20" fmla="*/ 336416725 w 85"/>
                <a:gd name="T21" fmla="*/ 838328494 h 85"/>
                <a:gd name="T22" fmla="*/ 336416725 w 85"/>
                <a:gd name="T23" fmla="*/ 752030799 h 85"/>
                <a:gd name="T24" fmla="*/ 373797930 w 85"/>
                <a:gd name="T25" fmla="*/ 752030799 h 85"/>
                <a:gd name="T26" fmla="*/ 373797930 w 85"/>
                <a:gd name="T27" fmla="*/ 702716325 h 85"/>
                <a:gd name="T28" fmla="*/ 672833450 w 85"/>
                <a:gd name="T29" fmla="*/ 702716325 h 85"/>
                <a:gd name="T30" fmla="*/ 672833450 w 85"/>
                <a:gd name="T31" fmla="*/ 752030799 h 85"/>
                <a:gd name="T32" fmla="*/ 710214655 w 85"/>
                <a:gd name="T33" fmla="*/ 752030799 h 85"/>
                <a:gd name="T34" fmla="*/ 710214655 w 85"/>
                <a:gd name="T35" fmla="*/ 838328494 h 85"/>
                <a:gd name="T36" fmla="*/ 784973535 w 85"/>
                <a:gd name="T37" fmla="*/ 838328494 h 85"/>
                <a:gd name="T38" fmla="*/ 784973535 w 85"/>
                <a:gd name="T39" fmla="*/ 752030799 h 85"/>
                <a:gd name="T40" fmla="*/ 822354740 w 85"/>
                <a:gd name="T41" fmla="*/ 752030799 h 85"/>
                <a:gd name="T42" fmla="*/ 822354740 w 85"/>
                <a:gd name="T43" fmla="*/ 690388585 h 85"/>
                <a:gd name="T44" fmla="*/ 996793303 w 85"/>
                <a:gd name="T45" fmla="*/ 653401852 h 85"/>
                <a:gd name="T46" fmla="*/ 386258332 w 85"/>
                <a:gd name="T47" fmla="*/ 0 h 85"/>
                <a:gd name="T48" fmla="*/ 672833450 w 85"/>
                <a:gd name="T49" fmla="*/ 0 h 85"/>
                <a:gd name="T50" fmla="*/ 760052732 w 85"/>
                <a:gd name="T51" fmla="*/ 86297695 h 85"/>
                <a:gd name="T52" fmla="*/ 760052732 w 85"/>
                <a:gd name="T53" fmla="*/ 197254383 h 85"/>
                <a:gd name="T54" fmla="*/ 660376578 w 85"/>
                <a:gd name="T55" fmla="*/ 197254383 h 85"/>
                <a:gd name="T56" fmla="*/ 660376578 w 85"/>
                <a:gd name="T57" fmla="*/ 98625436 h 85"/>
                <a:gd name="T58" fmla="*/ 398715203 w 85"/>
                <a:gd name="T59" fmla="*/ 98625436 h 85"/>
                <a:gd name="T60" fmla="*/ 398715203 w 85"/>
                <a:gd name="T61" fmla="*/ 197254383 h 85"/>
                <a:gd name="T62" fmla="*/ 299039050 w 85"/>
                <a:gd name="T63" fmla="*/ 197254383 h 85"/>
                <a:gd name="T64" fmla="*/ 299039050 w 85"/>
                <a:gd name="T65" fmla="*/ 86297695 h 85"/>
                <a:gd name="T66" fmla="*/ 386258332 w 85"/>
                <a:gd name="T67" fmla="*/ 0 h 85"/>
                <a:gd name="T68" fmla="*/ 0 w 85"/>
                <a:gd name="T69" fmla="*/ 246568856 h 85"/>
                <a:gd name="T70" fmla="*/ 0 w 85"/>
                <a:gd name="T71" fmla="*/ 591759638 h 85"/>
                <a:gd name="T72" fmla="*/ 1059091782 w 85"/>
                <a:gd name="T73" fmla="*/ 591759638 h 85"/>
                <a:gd name="T74" fmla="*/ 1059091782 w 85"/>
                <a:gd name="T75" fmla="*/ 246568856 h 85"/>
                <a:gd name="T76" fmla="*/ 0 w 85"/>
                <a:gd name="T77" fmla="*/ 246568856 h 8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 h="85">
                  <a:moveTo>
                    <a:pt x="80" y="53"/>
                  </a:moveTo>
                  <a:cubicBezTo>
                    <a:pt x="80" y="80"/>
                    <a:pt x="80" y="80"/>
                    <a:pt x="80" y="80"/>
                  </a:cubicBezTo>
                  <a:cubicBezTo>
                    <a:pt x="80" y="83"/>
                    <a:pt x="78" y="85"/>
                    <a:pt x="74" y="85"/>
                  </a:cubicBezTo>
                  <a:cubicBezTo>
                    <a:pt x="10" y="85"/>
                    <a:pt x="10" y="85"/>
                    <a:pt x="10" y="85"/>
                  </a:cubicBezTo>
                  <a:cubicBezTo>
                    <a:pt x="7" y="85"/>
                    <a:pt x="5" y="83"/>
                    <a:pt x="5" y="80"/>
                  </a:cubicBezTo>
                  <a:cubicBezTo>
                    <a:pt x="5" y="53"/>
                    <a:pt x="5" y="53"/>
                    <a:pt x="5" y="53"/>
                  </a:cubicBezTo>
                  <a:cubicBezTo>
                    <a:pt x="9" y="54"/>
                    <a:pt x="13" y="55"/>
                    <a:pt x="17" y="56"/>
                  </a:cubicBezTo>
                  <a:cubicBezTo>
                    <a:pt x="17" y="61"/>
                    <a:pt x="17" y="61"/>
                    <a:pt x="17" y="61"/>
                  </a:cubicBezTo>
                  <a:cubicBezTo>
                    <a:pt x="21" y="61"/>
                    <a:pt x="21" y="61"/>
                    <a:pt x="21" y="61"/>
                  </a:cubicBezTo>
                  <a:cubicBezTo>
                    <a:pt x="21" y="68"/>
                    <a:pt x="21" y="68"/>
                    <a:pt x="21" y="68"/>
                  </a:cubicBezTo>
                  <a:cubicBezTo>
                    <a:pt x="27" y="68"/>
                    <a:pt x="27" y="68"/>
                    <a:pt x="27" y="68"/>
                  </a:cubicBezTo>
                  <a:cubicBezTo>
                    <a:pt x="27" y="61"/>
                    <a:pt x="27" y="61"/>
                    <a:pt x="27" y="61"/>
                  </a:cubicBezTo>
                  <a:cubicBezTo>
                    <a:pt x="30" y="61"/>
                    <a:pt x="30" y="61"/>
                    <a:pt x="30" y="61"/>
                  </a:cubicBezTo>
                  <a:cubicBezTo>
                    <a:pt x="30" y="57"/>
                    <a:pt x="30" y="57"/>
                    <a:pt x="30" y="57"/>
                  </a:cubicBezTo>
                  <a:cubicBezTo>
                    <a:pt x="38" y="58"/>
                    <a:pt x="46" y="58"/>
                    <a:pt x="54" y="57"/>
                  </a:cubicBezTo>
                  <a:cubicBezTo>
                    <a:pt x="54" y="61"/>
                    <a:pt x="54" y="61"/>
                    <a:pt x="54" y="61"/>
                  </a:cubicBezTo>
                  <a:cubicBezTo>
                    <a:pt x="57" y="61"/>
                    <a:pt x="57" y="61"/>
                    <a:pt x="57" y="61"/>
                  </a:cubicBezTo>
                  <a:cubicBezTo>
                    <a:pt x="57" y="68"/>
                    <a:pt x="57" y="68"/>
                    <a:pt x="57" y="68"/>
                  </a:cubicBezTo>
                  <a:cubicBezTo>
                    <a:pt x="63" y="68"/>
                    <a:pt x="63" y="68"/>
                    <a:pt x="63" y="68"/>
                  </a:cubicBezTo>
                  <a:cubicBezTo>
                    <a:pt x="63" y="61"/>
                    <a:pt x="63" y="61"/>
                    <a:pt x="63" y="61"/>
                  </a:cubicBezTo>
                  <a:cubicBezTo>
                    <a:pt x="66" y="61"/>
                    <a:pt x="66" y="61"/>
                    <a:pt x="66" y="61"/>
                  </a:cubicBezTo>
                  <a:cubicBezTo>
                    <a:pt x="66" y="56"/>
                    <a:pt x="66" y="56"/>
                    <a:pt x="66" y="56"/>
                  </a:cubicBezTo>
                  <a:cubicBezTo>
                    <a:pt x="71" y="55"/>
                    <a:pt x="75" y="54"/>
                    <a:pt x="80" y="53"/>
                  </a:cubicBezTo>
                  <a:close/>
                  <a:moveTo>
                    <a:pt x="31" y="0"/>
                  </a:moveTo>
                  <a:cubicBezTo>
                    <a:pt x="54" y="0"/>
                    <a:pt x="54" y="0"/>
                    <a:pt x="54" y="0"/>
                  </a:cubicBezTo>
                  <a:cubicBezTo>
                    <a:pt x="58" y="0"/>
                    <a:pt x="61" y="3"/>
                    <a:pt x="61" y="7"/>
                  </a:cubicBezTo>
                  <a:cubicBezTo>
                    <a:pt x="61" y="16"/>
                    <a:pt x="61" y="16"/>
                    <a:pt x="61" y="16"/>
                  </a:cubicBezTo>
                  <a:cubicBezTo>
                    <a:pt x="53" y="16"/>
                    <a:pt x="53" y="16"/>
                    <a:pt x="53" y="16"/>
                  </a:cubicBezTo>
                  <a:cubicBezTo>
                    <a:pt x="53" y="8"/>
                    <a:pt x="53" y="8"/>
                    <a:pt x="53" y="8"/>
                  </a:cubicBezTo>
                  <a:cubicBezTo>
                    <a:pt x="32" y="8"/>
                    <a:pt x="32" y="8"/>
                    <a:pt x="32" y="8"/>
                  </a:cubicBezTo>
                  <a:cubicBezTo>
                    <a:pt x="32" y="16"/>
                    <a:pt x="32" y="16"/>
                    <a:pt x="32" y="16"/>
                  </a:cubicBezTo>
                  <a:cubicBezTo>
                    <a:pt x="24" y="16"/>
                    <a:pt x="24" y="16"/>
                    <a:pt x="24" y="16"/>
                  </a:cubicBezTo>
                  <a:cubicBezTo>
                    <a:pt x="24" y="7"/>
                    <a:pt x="24" y="7"/>
                    <a:pt x="24" y="7"/>
                  </a:cubicBezTo>
                  <a:cubicBezTo>
                    <a:pt x="24" y="3"/>
                    <a:pt x="27" y="0"/>
                    <a:pt x="31" y="0"/>
                  </a:cubicBezTo>
                  <a:close/>
                  <a:moveTo>
                    <a:pt x="0" y="20"/>
                  </a:moveTo>
                  <a:cubicBezTo>
                    <a:pt x="0" y="48"/>
                    <a:pt x="0" y="48"/>
                    <a:pt x="0" y="48"/>
                  </a:cubicBezTo>
                  <a:cubicBezTo>
                    <a:pt x="27" y="55"/>
                    <a:pt x="56" y="55"/>
                    <a:pt x="85" y="48"/>
                  </a:cubicBezTo>
                  <a:cubicBezTo>
                    <a:pt x="85" y="20"/>
                    <a:pt x="85" y="20"/>
                    <a:pt x="85" y="20"/>
                  </a:cubicBezTo>
                  <a:lnTo>
                    <a:pt x="0" y="2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8" name="组合 57"/>
          <p:cNvGrpSpPr>
            <a:grpSpLocks/>
          </p:cNvGrpSpPr>
          <p:nvPr/>
        </p:nvGrpSpPr>
        <p:grpSpPr bwMode="auto">
          <a:xfrm>
            <a:off x="5141897" y="4967424"/>
            <a:ext cx="2496268" cy="1399252"/>
            <a:chOff x="4874917" y="4710598"/>
            <a:chExt cx="2367524" cy="1326853"/>
          </a:xfrm>
        </p:grpSpPr>
        <p:sp>
          <p:nvSpPr>
            <p:cNvPr id="26" name="矩形 25"/>
            <p:cNvSpPr/>
            <p:nvPr/>
          </p:nvSpPr>
          <p:spPr>
            <a:xfrm>
              <a:off x="4874917" y="5088446"/>
              <a:ext cx="2367524" cy="949005"/>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27" name="文本框 26"/>
            <p:cNvSpPr txBox="1"/>
            <p:nvPr/>
          </p:nvSpPr>
          <p:spPr>
            <a:xfrm>
              <a:off x="5533253" y="4710598"/>
              <a:ext cx="1050852" cy="350222"/>
            </a:xfrm>
            <a:prstGeom prst="rect">
              <a:avLst/>
            </a:prstGeom>
            <a:noFill/>
          </p:spPr>
          <p:txBody>
            <a:bodyPr wrap="none">
              <a:spAutoFit/>
            </a:bodyPr>
            <a:lstStyle/>
            <a:p>
              <a:pPr algn="ctr" fontAlgn="auto">
                <a:spcBef>
                  <a:spcPts val="0"/>
                </a:spcBef>
                <a:spcAft>
                  <a:spcPts val="0"/>
                </a:spcAft>
                <a:defRPr/>
              </a:pPr>
              <a:r>
                <a:rPr lang="zh-CN" altLang="en-US" dirty="0">
                  <a:solidFill>
                    <a:schemeClr val="tx1">
                      <a:lumMod val="75000"/>
                      <a:lumOff val="25000"/>
                    </a:schemeClr>
                  </a:solidFill>
                  <a:latin typeface="微软雅黑 Light" panose="020B0502040204020203" pitchFamily="34" charset="-122"/>
                  <a:ea typeface="微软雅黑 Light" panose="020B0502040204020203" pitchFamily="34" charset="-122"/>
                </a:rPr>
                <a:t>文字内容</a:t>
              </a:r>
            </a:p>
          </p:txBody>
        </p:sp>
      </p:grpSp>
      <p:sp>
        <p:nvSpPr>
          <p:cNvPr id="51" name="文本框 50"/>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2576151398"/>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animEffect transition="in" filter="fade">
                                      <p:cBhvr>
                                        <p:cTn id="9" dur="500"/>
                                        <p:tgtEl>
                                          <p:spTgt spid="3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0"/>
                                        </p:tgtEl>
                                        <p:attrNameLst>
                                          <p:attrName>style.visibility</p:attrName>
                                        </p:attrNameLst>
                                      </p:cBhvr>
                                      <p:to>
                                        <p:strVal val="visible"/>
                                      </p:to>
                                    </p:set>
                                    <p:anim calcmode="lin" valueType="num">
                                      <p:cBhvr>
                                        <p:cTn id="12" dur="500" fill="hold"/>
                                        <p:tgtEl>
                                          <p:spTgt spid="40"/>
                                        </p:tgtEl>
                                        <p:attrNameLst>
                                          <p:attrName>ppt_w</p:attrName>
                                        </p:attrNameLst>
                                      </p:cBhvr>
                                      <p:tavLst>
                                        <p:tav tm="0">
                                          <p:val>
                                            <p:fltVal val="0"/>
                                          </p:val>
                                        </p:tav>
                                        <p:tav tm="100000">
                                          <p:val>
                                            <p:strVal val="#ppt_w"/>
                                          </p:val>
                                        </p:tav>
                                      </p:tavLst>
                                    </p:anim>
                                    <p:anim calcmode="lin" valueType="num">
                                      <p:cBhvr>
                                        <p:cTn id="13" dur="500" fill="hold"/>
                                        <p:tgtEl>
                                          <p:spTgt spid="40"/>
                                        </p:tgtEl>
                                        <p:attrNameLst>
                                          <p:attrName>ppt_h</p:attrName>
                                        </p:attrNameLst>
                                      </p:cBhvr>
                                      <p:tavLst>
                                        <p:tav tm="0">
                                          <p:val>
                                            <p:fltVal val="0"/>
                                          </p:val>
                                        </p:tav>
                                        <p:tav tm="100000">
                                          <p:val>
                                            <p:strVal val="#ppt_h"/>
                                          </p:val>
                                        </p:tav>
                                      </p:tavLst>
                                    </p:anim>
                                    <p:animEffect transition="in" filter="fade">
                                      <p:cBhvr>
                                        <p:cTn id="14" dur="500"/>
                                        <p:tgtEl>
                                          <p:spTgt spid="40"/>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1"/>
                                        </p:tgtEl>
                                        <p:attrNameLst>
                                          <p:attrName>style.visibility</p:attrName>
                                        </p:attrNameLst>
                                      </p:cBhvr>
                                      <p:to>
                                        <p:strVal val="visible"/>
                                      </p:to>
                                    </p:set>
                                    <p:anim calcmode="lin" valueType="num">
                                      <p:cBhvr>
                                        <p:cTn id="17" dur="500" fill="hold"/>
                                        <p:tgtEl>
                                          <p:spTgt spid="41"/>
                                        </p:tgtEl>
                                        <p:attrNameLst>
                                          <p:attrName>ppt_w</p:attrName>
                                        </p:attrNameLst>
                                      </p:cBhvr>
                                      <p:tavLst>
                                        <p:tav tm="0">
                                          <p:val>
                                            <p:fltVal val="0"/>
                                          </p:val>
                                        </p:tav>
                                        <p:tav tm="100000">
                                          <p:val>
                                            <p:strVal val="#ppt_w"/>
                                          </p:val>
                                        </p:tav>
                                      </p:tavLst>
                                    </p:anim>
                                    <p:anim calcmode="lin" valueType="num">
                                      <p:cBhvr>
                                        <p:cTn id="18" dur="500" fill="hold"/>
                                        <p:tgtEl>
                                          <p:spTgt spid="41"/>
                                        </p:tgtEl>
                                        <p:attrNameLst>
                                          <p:attrName>ppt_h</p:attrName>
                                        </p:attrNameLst>
                                      </p:cBhvr>
                                      <p:tavLst>
                                        <p:tav tm="0">
                                          <p:val>
                                            <p:fltVal val="0"/>
                                          </p:val>
                                        </p:tav>
                                        <p:tav tm="100000">
                                          <p:val>
                                            <p:strVal val="#ppt_h"/>
                                          </p:val>
                                        </p:tav>
                                      </p:tavLst>
                                    </p:anim>
                                    <p:animEffect transition="in" filter="fade">
                                      <p:cBhvr>
                                        <p:cTn id="19" dur="500"/>
                                        <p:tgtEl>
                                          <p:spTgt spid="41"/>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p:cTn id="22" dur="500" fill="hold"/>
                                        <p:tgtEl>
                                          <p:spTgt spid="42"/>
                                        </p:tgtEl>
                                        <p:attrNameLst>
                                          <p:attrName>ppt_w</p:attrName>
                                        </p:attrNameLst>
                                      </p:cBhvr>
                                      <p:tavLst>
                                        <p:tav tm="0">
                                          <p:val>
                                            <p:fltVal val="0"/>
                                          </p:val>
                                        </p:tav>
                                        <p:tav tm="100000">
                                          <p:val>
                                            <p:strVal val="#ppt_w"/>
                                          </p:val>
                                        </p:tav>
                                      </p:tavLst>
                                    </p:anim>
                                    <p:anim calcmode="lin" valueType="num">
                                      <p:cBhvr>
                                        <p:cTn id="23" dur="500" fill="hold"/>
                                        <p:tgtEl>
                                          <p:spTgt spid="42"/>
                                        </p:tgtEl>
                                        <p:attrNameLst>
                                          <p:attrName>ppt_h</p:attrName>
                                        </p:attrNameLst>
                                      </p:cBhvr>
                                      <p:tavLst>
                                        <p:tav tm="0">
                                          <p:val>
                                            <p:fltVal val="0"/>
                                          </p:val>
                                        </p:tav>
                                        <p:tav tm="100000">
                                          <p:val>
                                            <p:strVal val="#ppt_h"/>
                                          </p:val>
                                        </p:tav>
                                      </p:tavLst>
                                    </p:anim>
                                    <p:animEffect transition="in" filter="fade">
                                      <p:cBhvr>
                                        <p:cTn id="24" dur="500"/>
                                        <p:tgtEl>
                                          <p:spTgt spid="42"/>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500" fill="hold"/>
                                        <p:tgtEl>
                                          <p:spTgt spid="43"/>
                                        </p:tgtEl>
                                        <p:attrNameLst>
                                          <p:attrName>ppt_w</p:attrName>
                                        </p:attrNameLst>
                                      </p:cBhvr>
                                      <p:tavLst>
                                        <p:tav tm="0">
                                          <p:val>
                                            <p:fltVal val="0"/>
                                          </p:val>
                                        </p:tav>
                                        <p:tav tm="100000">
                                          <p:val>
                                            <p:strVal val="#ppt_w"/>
                                          </p:val>
                                        </p:tav>
                                      </p:tavLst>
                                    </p:anim>
                                    <p:anim calcmode="lin" valueType="num">
                                      <p:cBhvr>
                                        <p:cTn id="28" dur="500" fill="hold"/>
                                        <p:tgtEl>
                                          <p:spTgt spid="43"/>
                                        </p:tgtEl>
                                        <p:attrNameLst>
                                          <p:attrName>ppt_h</p:attrName>
                                        </p:attrNameLst>
                                      </p:cBhvr>
                                      <p:tavLst>
                                        <p:tav tm="0">
                                          <p:val>
                                            <p:fltVal val="0"/>
                                          </p:val>
                                        </p:tav>
                                        <p:tav tm="100000">
                                          <p:val>
                                            <p:strVal val="#ppt_h"/>
                                          </p:val>
                                        </p:tav>
                                      </p:tavLst>
                                    </p:anim>
                                    <p:animEffect transition="in" filter="fade">
                                      <p:cBhvr>
                                        <p:cTn id="29" dur="500"/>
                                        <p:tgtEl>
                                          <p:spTgt spid="43"/>
                                        </p:tgtEl>
                                      </p:cBhvr>
                                    </p:animEffect>
                                  </p:childTnLst>
                                </p:cTn>
                              </p:par>
                              <p:par>
                                <p:cTn id="30" presetID="53" presetClass="entr" presetSubtype="16"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p:cTn id="32" dur="500" fill="hold"/>
                                        <p:tgtEl>
                                          <p:spTgt spid="10"/>
                                        </p:tgtEl>
                                        <p:attrNameLst>
                                          <p:attrName>ppt_w</p:attrName>
                                        </p:attrNameLst>
                                      </p:cBhvr>
                                      <p:tavLst>
                                        <p:tav tm="0">
                                          <p:val>
                                            <p:fltVal val="0"/>
                                          </p:val>
                                        </p:tav>
                                        <p:tav tm="100000">
                                          <p:val>
                                            <p:strVal val="#ppt_w"/>
                                          </p:val>
                                        </p:tav>
                                      </p:tavLst>
                                    </p:anim>
                                    <p:anim calcmode="lin" valueType="num">
                                      <p:cBhvr>
                                        <p:cTn id="33" dur="500" fill="hold"/>
                                        <p:tgtEl>
                                          <p:spTgt spid="10"/>
                                        </p:tgtEl>
                                        <p:attrNameLst>
                                          <p:attrName>ppt_h</p:attrName>
                                        </p:attrNameLst>
                                      </p:cBhvr>
                                      <p:tavLst>
                                        <p:tav tm="0">
                                          <p:val>
                                            <p:fltVal val="0"/>
                                          </p:val>
                                        </p:tav>
                                        <p:tav tm="100000">
                                          <p:val>
                                            <p:strVal val="#ppt_h"/>
                                          </p:val>
                                        </p:tav>
                                      </p:tavLst>
                                    </p:anim>
                                    <p:animEffect transition="in" filter="fade">
                                      <p:cBhvr>
                                        <p:cTn id="34" dur="500"/>
                                        <p:tgtEl>
                                          <p:spTgt spid="10"/>
                                        </p:tgtEl>
                                      </p:cBhvr>
                                    </p:animEffect>
                                  </p:childTnLst>
                                </p:cTn>
                              </p:par>
                              <p:par>
                                <p:cTn id="35" presetID="53" presetClass="entr" presetSubtype="16"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Effect transition="in" filter="fade">
                                      <p:cBhvr>
                                        <p:cTn id="39" dur="500"/>
                                        <p:tgtEl>
                                          <p:spTgt spid="19"/>
                                        </p:tgtEl>
                                      </p:cBhvr>
                                    </p:animEffect>
                                  </p:childTnLst>
                                </p:cTn>
                              </p:par>
                              <p:par>
                                <p:cTn id="40" presetID="12" presetClass="entr" presetSubtype="1" fill="hold" nodeType="withEffect">
                                  <p:stCondLst>
                                    <p:cond delay="400"/>
                                  </p:stCondLst>
                                  <p:childTnLst>
                                    <p:set>
                                      <p:cBhvr>
                                        <p:cTn id="41" dur="1" fill="hold">
                                          <p:stCondLst>
                                            <p:cond delay="0"/>
                                          </p:stCondLst>
                                        </p:cTn>
                                        <p:tgtEl>
                                          <p:spTgt spid="57"/>
                                        </p:tgtEl>
                                        <p:attrNameLst>
                                          <p:attrName>style.visibility</p:attrName>
                                        </p:attrNameLst>
                                      </p:cBhvr>
                                      <p:to>
                                        <p:strVal val="visible"/>
                                      </p:to>
                                    </p:set>
                                    <p:anim calcmode="lin" valueType="num">
                                      <p:cBhvr additive="base">
                                        <p:cTn id="42" dur="500"/>
                                        <p:tgtEl>
                                          <p:spTgt spid="57"/>
                                        </p:tgtEl>
                                        <p:attrNameLst>
                                          <p:attrName>ppt_y</p:attrName>
                                        </p:attrNameLst>
                                      </p:cBhvr>
                                      <p:tavLst>
                                        <p:tav tm="0">
                                          <p:val>
                                            <p:strVal val="#ppt_y-#ppt_h*1.125000"/>
                                          </p:val>
                                        </p:tav>
                                        <p:tav tm="100000">
                                          <p:val>
                                            <p:strVal val="#ppt_y"/>
                                          </p:val>
                                        </p:tav>
                                      </p:tavLst>
                                    </p:anim>
                                    <p:animEffect transition="in" filter="wipe(down)">
                                      <p:cBhvr>
                                        <p:cTn id="43" dur="500"/>
                                        <p:tgtEl>
                                          <p:spTgt spid="57"/>
                                        </p:tgtEl>
                                      </p:cBhvr>
                                    </p:animEffect>
                                  </p:childTnLst>
                                </p:cTn>
                              </p:par>
                            </p:childTnLst>
                          </p:cTn>
                        </p:par>
                        <p:par>
                          <p:cTn id="44" fill="hold" nodeType="afterGroup">
                            <p:stCondLst>
                              <p:cond delay="900"/>
                            </p:stCondLst>
                            <p:childTnLst>
                              <p:par>
                                <p:cTn id="45" presetID="53" presetClass="entr" presetSubtype="16"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7"/>
                                        </p:tgtEl>
                                        <p:attrNameLst>
                                          <p:attrName>style.visibility</p:attrName>
                                        </p:attrNameLst>
                                      </p:cBhvr>
                                      <p:to>
                                        <p:strVal val="visible"/>
                                      </p:to>
                                    </p:set>
                                    <p:anim calcmode="lin" valueType="num">
                                      <p:cBhvr>
                                        <p:cTn id="52" dur="500" fill="hold"/>
                                        <p:tgtEl>
                                          <p:spTgt spid="47"/>
                                        </p:tgtEl>
                                        <p:attrNameLst>
                                          <p:attrName>ppt_w</p:attrName>
                                        </p:attrNameLst>
                                      </p:cBhvr>
                                      <p:tavLst>
                                        <p:tav tm="0">
                                          <p:val>
                                            <p:fltVal val="0"/>
                                          </p:val>
                                        </p:tav>
                                        <p:tav tm="100000">
                                          <p:val>
                                            <p:strVal val="#ppt_w"/>
                                          </p:val>
                                        </p:tav>
                                      </p:tavLst>
                                    </p:anim>
                                    <p:anim calcmode="lin" valueType="num">
                                      <p:cBhvr>
                                        <p:cTn id="53" dur="500" fill="hold"/>
                                        <p:tgtEl>
                                          <p:spTgt spid="47"/>
                                        </p:tgtEl>
                                        <p:attrNameLst>
                                          <p:attrName>ppt_h</p:attrName>
                                        </p:attrNameLst>
                                      </p:cBhvr>
                                      <p:tavLst>
                                        <p:tav tm="0">
                                          <p:val>
                                            <p:fltVal val="0"/>
                                          </p:val>
                                        </p:tav>
                                        <p:tav tm="100000">
                                          <p:val>
                                            <p:strVal val="#ppt_h"/>
                                          </p:val>
                                        </p:tav>
                                      </p:tavLst>
                                    </p:anim>
                                    <p:animEffect transition="in" filter="fade">
                                      <p:cBhvr>
                                        <p:cTn id="54" dur="500"/>
                                        <p:tgtEl>
                                          <p:spTgt spid="47"/>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8"/>
                                        </p:tgtEl>
                                        <p:attrNameLst>
                                          <p:attrName>style.visibility</p:attrName>
                                        </p:attrNameLst>
                                      </p:cBhvr>
                                      <p:to>
                                        <p:strVal val="visible"/>
                                      </p:to>
                                    </p:set>
                                    <p:anim calcmode="lin" valueType="num">
                                      <p:cBhvr>
                                        <p:cTn id="57" dur="500" fill="hold"/>
                                        <p:tgtEl>
                                          <p:spTgt spid="48"/>
                                        </p:tgtEl>
                                        <p:attrNameLst>
                                          <p:attrName>ppt_w</p:attrName>
                                        </p:attrNameLst>
                                      </p:cBhvr>
                                      <p:tavLst>
                                        <p:tav tm="0">
                                          <p:val>
                                            <p:fltVal val="0"/>
                                          </p:val>
                                        </p:tav>
                                        <p:tav tm="100000">
                                          <p:val>
                                            <p:strVal val="#ppt_w"/>
                                          </p:val>
                                        </p:tav>
                                      </p:tavLst>
                                    </p:anim>
                                    <p:anim calcmode="lin" valueType="num">
                                      <p:cBhvr>
                                        <p:cTn id="58" dur="500" fill="hold"/>
                                        <p:tgtEl>
                                          <p:spTgt spid="48"/>
                                        </p:tgtEl>
                                        <p:attrNameLst>
                                          <p:attrName>ppt_h</p:attrName>
                                        </p:attrNameLst>
                                      </p:cBhvr>
                                      <p:tavLst>
                                        <p:tav tm="0">
                                          <p:val>
                                            <p:fltVal val="0"/>
                                          </p:val>
                                        </p:tav>
                                        <p:tav tm="100000">
                                          <p:val>
                                            <p:strVal val="#ppt_h"/>
                                          </p:val>
                                        </p:tav>
                                      </p:tavLst>
                                    </p:anim>
                                    <p:animEffect transition="in" filter="fade">
                                      <p:cBhvr>
                                        <p:cTn id="59" dur="500"/>
                                        <p:tgtEl>
                                          <p:spTgt spid="48"/>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49"/>
                                        </p:tgtEl>
                                        <p:attrNameLst>
                                          <p:attrName>style.visibility</p:attrName>
                                        </p:attrNameLst>
                                      </p:cBhvr>
                                      <p:to>
                                        <p:strVal val="visible"/>
                                      </p:to>
                                    </p:set>
                                    <p:anim calcmode="lin" valueType="num">
                                      <p:cBhvr>
                                        <p:cTn id="62" dur="500" fill="hold"/>
                                        <p:tgtEl>
                                          <p:spTgt spid="49"/>
                                        </p:tgtEl>
                                        <p:attrNameLst>
                                          <p:attrName>ppt_w</p:attrName>
                                        </p:attrNameLst>
                                      </p:cBhvr>
                                      <p:tavLst>
                                        <p:tav tm="0">
                                          <p:val>
                                            <p:fltVal val="0"/>
                                          </p:val>
                                        </p:tav>
                                        <p:tav tm="100000">
                                          <p:val>
                                            <p:strVal val="#ppt_w"/>
                                          </p:val>
                                        </p:tav>
                                      </p:tavLst>
                                    </p:anim>
                                    <p:anim calcmode="lin" valueType="num">
                                      <p:cBhvr>
                                        <p:cTn id="63" dur="500" fill="hold"/>
                                        <p:tgtEl>
                                          <p:spTgt spid="49"/>
                                        </p:tgtEl>
                                        <p:attrNameLst>
                                          <p:attrName>ppt_h</p:attrName>
                                        </p:attrNameLst>
                                      </p:cBhvr>
                                      <p:tavLst>
                                        <p:tav tm="0">
                                          <p:val>
                                            <p:fltVal val="0"/>
                                          </p:val>
                                        </p:tav>
                                        <p:tav tm="100000">
                                          <p:val>
                                            <p:strVal val="#ppt_h"/>
                                          </p:val>
                                        </p:tav>
                                      </p:tavLst>
                                    </p:anim>
                                    <p:animEffect transition="in" filter="fade">
                                      <p:cBhvr>
                                        <p:cTn id="64" dur="500"/>
                                        <p:tgtEl>
                                          <p:spTgt spid="49"/>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50"/>
                                        </p:tgtEl>
                                        <p:attrNameLst>
                                          <p:attrName>style.visibility</p:attrName>
                                        </p:attrNameLst>
                                      </p:cBhvr>
                                      <p:to>
                                        <p:strVal val="visible"/>
                                      </p:to>
                                    </p:set>
                                    <p:anim calcmode="lin" valueType="num">
                                      <p:cBhvr>
                                        <p:cTn id="67" dur="500" fill="hold"/>
                                        <p:tgtEl>
                                          <p:spTgt spid="50"/>
                                        </p:tgtEl>
                                        <p:attrNameLst>
                                          <p:attrName>ppt_w</p:attrName>
                                        </p:attrNameLst>
                                      </p:cBhvr>
                                      <p:tavLst>
                                        <p:tav tm="0">
                                          <p:val>
                                            <p:fltVal val="0"/>
                                          </p:val>
                                        </p:tav>
                                        <p:tav tm="100000">
                                          <p:val>
                                            <p:strVal val="#ppt_w"/>
                                          </p:val>
                                        </p:tav>
                                      </p:tavLst>
                                    </p:anim>
                                    <p:anim calcmode="lin" valueType="num">
                                      <p:cBhvr>
                                        <p:cTn id="68" dur="500" fill="hold"/>
                                        <p:tgtEl>
                                          <p:spTgt spid="50"/>
                                        </p:tgtEl>
                                        <p:attrNameLst>
                                          <p:attrName>ppt_h</p:attrName>
                                        </p:attrNameLst>
                                      </p:cBhvr>
                                      <p:tavLst>
                                        <p:tav tm="0">
                                          <p:val>
                                            <p:fltVal val="0"/>
                                          </p:val>
                                        </p:tav>
                                        <p:tav tm="100000">
                                          <p:val>
                                            <p:strVal val="#ppt_h"/>
                                          </p:val>
                                        </p:tav>
                                      </p:tavLst>
                                    </p:anim>
                                    <p:animEffect transition="in" filter="fade">
                                      <p:cBhvr>
                                        <p:cTn id="69" dur="500"/>
                                        <p:tgtEl>
                                          <p:spTgt spid="50"/>
                                        </p:tgtEl>
                                      </p:cBhvr>
                                    </p:animEffect>
                                  </p:childTnLst>
                                </p:cTn>
                              </p:par>
                              <p:par>
                                <p:cTn id="70" presetID="53" presetClass="entr" presetSubtype="16" fill="hold" nodeType="withEffect">
                                  <p:stCondLst>
                                    <p:cond delay="0"/>
                                  </p:stCondLst>
                                  <p:childTnLst>
                                    <p:set>
                                      <p:cBhvr>
                                        <p:cTn id="71" dur="1" fill="hold">
                                          <p:stCondLst>
                                            <p:cond delay="0"/>
                                          </p:stCondLst>
                                        </p:cTn>
                                        <p:tgtEl>
                                          <p:spTgt spid="6"/>
                                        </p:tgtEl>
                                        <p:attrNameLst>
                                          <p:attrName>style.visibility</p:attrName>
                                        </p:attrNameLst>
                                      </p:cBhvr>
                                      <p:to>
                                        <p:strVal val="visible"/>
                                      </p:to>
                                    </p:set>
                                    <p:anim calcmode="lin" valueType="num">
                                      <p:cBhvr>
                                        <p:cTn id="72" dur="500" fill="hold"/>
                                        <p:tgtEl>
                                          <p:spTgt spid="6"/>
                                        </p:tgtEl>
                                        <p:attrNameLst>
                                          <p:attrName>ppt_w</p:attrName>
                                        </p:attrNameLst>
                                      </p:cBhvr>
                                      <p:tavLst>
                                        <p:tav tm="0">
                                          <p:val>
                                            <p:fltVal val="0"/>
                                          </p:val>
                                        </p:tav>
                                        <p:tav tm="100000">
                                          <p:val>
                                            <p:strVal val="#ppt_w"/>
                                          </p:val>
                                        </p:tav>
                                      </p:tavLst>
                                    </p:anim>
                                    <p:anim calcmode="lin" valueType="num">
                                      <p:cBhvr>
                                        <p:cTn id="73" dur="500" fill="hold"/>
                                        <p:tgtEl>
                                          <p:spTgt spid="6"/>
                                        </p:tgtEl>
                                        <p:attrNameLst>
                                          <p:attrName>ppt_h</p:attrName>
                                        </p:attrNameLst>
                                      </p:cBhvr>
                                      <p:tavLst>
                                        <p:tav tm="0">
                                          <p:val>
                                            <p:fltVal val="0"/>
                                          </p:val>
                                        </p:tav>
                                        <p:tav tm="100000">
                                          <p:val>
                                            <p:strVal val="#ppt_h"/>
                                          </p:val>
                                        </p:tav>
                                      </p:tavLst>
                                    </p:anim>
                                    <p:animEffect transition="in" filter="fade">
                                      <p:cBhvr>
                                        <p:cTn id="74" dur="500"/>
                                        <p:tgtEl>
                                          <p:spTgt spid="6"/>
                                        </p:tgtEl>
                                      </p:cBhvr>
                                    </p:animEffect>
                                  </p:childTnLst>
                                </p:cTn>
                              </p:par>
                              <p:par>
                                <p:cTn id="75" presetID="53" presetClass="entr" presetSubtype="16" fill="hold" nodeType="withEffect">
                                  <p:stCondLst>
                                    <p:cond delay="0"/>
                                  </p:stCondLst>
                                  <p:childTnLst>
                                    <p:set>
                                      <p:cBhvr>
                                        <p:cTn id="76" dur="1" fill="hold">
                                          <p:stCondLst>
                                            <p:cond delay="0"/>
                                          </p:stCondLst>
                                        </p:cTn>
                                        <p:tgtEl>
                                          <p:spTgt spid="25"/>
                                        </p:tgtEl>
                                        <p:attrNameLst>
                                          <p:attrName>style.visibility</p:attrName>
                                        </p:attrNameLst>
                                      </p:cBhvr>
                                      <p:to>
                                        <p:strVal val="visible"/>
                                      </p:to>
                                    </p:set>
                                    <p:anim calcmode="lin" valueType="num">
                                      <p:cBhvr>
                                        <p:cTn id="77" dur="500" fill="hold"/>
                                        <p:tgtEl>
                                          <p:spTgt spid="25"/>
                                        </p:tgtEl>
                                        <p:attrNameLst>
                                          <p:attrName>ppt_w</p:attrName>
                                        </p:attrNameLst>
                                      </p:cBhvr>
                                      <p:tavLst>
                                        <p:tav tm="0">
                                          <p:val>
                                            <p:fltVal val="0"/>
                                          </p:val>
                                        </p:tav>
                                        <p:tav tm="100000">
                                          <p:val>
                                            <p:strVal val="#ppt_w"/>
                                          </p:val>
                                        </p:tav>
                                      </p:tavLst>
                                    </p:anim>
                                    <p:anim calcmode="lin" valueType="num">
                                      <p:cBhvr>
                                        <p:cTn id="78" dur="500" fill="hold"/>
                                        <p:tgtEl>
                                          <p:spTgt spid="25"/>
                                        </p:tgtEl>
                                        <p:attrNameLst>
                                          <p:attrName>ppt_h</p:attrName>
                                        </p:attrNameLst>
                                      </p:cBhvr>
                                      <p:tavLst>
                                        <p:tav tm="0">
                                          <p:val>
                                            <p:fltVal val="0"/>
                                          </p:val>
                                        </p:tav>
                                        <p:tav tm="100000">
                                          <p:val>
                                            <p:strVal val="#ppt_h"/>
                                          </p:val>
                                        </p:tav>
                                      </p:tavLst>
                                    </p:anim>
                                    <p:animEffect transition="in" filter="fade">
                                      <p:cBhvr>
                                        <p:cTn id="79" dur="500"/>
                                        <p:tgtEl>
                                          <p:spTgt spid="25"/>
                                        </p:tgtEl>
                                      </p:cBhvr>
                                    </p:animEffect>
                                  </p:childTnLst>
                                </p:cTn>
                              </p:par>
                              <p:par>
                                <p:cTn id="80" presetID="12" presetClass="entr" presetSubtype="1" fill="hold" nodeType="withEffect">
                                  <p:stCondLst>
                                    <p:cond delay="400"/>
                                  </p:stCondLst>
                                  <p:childTnLst>
                                    <p:set>
                                      <p:cBhvr>
                                        <p:cTn id="81" dur="1" fill="hold">
                                          <p:stCondLst>
                                            <p:cond delay="0"/>
                                          </p:stCondLst>
                                        </p:cTn>
                                        <p:tgtEl>
                                          <p:spTgt spid="58"/>
                                        </p:tgtEl>
                                        <p:attrNameLst>
                                          <p:attrName>style.visibility</p:attrName>
                                        </p:attrNameLst>
                                      </p:cBhvr>
                                      <p:to>
                                        <p:strVal val="visible"/>
                                      </p:to>
                                    </p:set>
                                    <p:anim calcmode="lin" valueType="num">
                                      <p:cBhvr additive="base">
                                        <p:cTn id="82" dur="500"/>
                                        <p:tgtEl>
                                          <p:spTgt spid="58"/>
                                        </p:tgtEl>
                                        <p:attrNameLst>
                                          <p:attrName>ppt_y</p:attrName>
                                        </p:attrNameLst>
                                      </p:cBhvr>
                                      <p:tavLst>
                                        <p:tav tm="0">
                                          <p:val>
                                            <p:strVal val="#ppt_y-#ppt_h*1.125000"/>
                                          </p:val>
                                        </p:tav>
                                        <p:tav tm="100000">
                                          <p:val>
                                            <p:strVal val="#ppt_y"/>
                                          </p:val>
                                        </p:tav>
                                      </p:tavLst>
                                    </p:anim>
                                    <p:animEffect transition="in" filter="wipe(down)">
                                      <p:cBhvr>
                                        <p:cTn id="83" dur="500"/>
                                        <p:tgtEl>
                                          <p:spTgt spid="58"/>
                                        </p:tgtEl>
                                      </p:cBhvr>
                                    </p:animEffect>
                                  </p:childTnLst>
                                </p:cTn>
                              </p:par>
                            </p:childTnLst>
                          </p:cTn>
                        </p:par>
                        <p:par>
                          <p:cTn id="84" fill="hold" nodeType="afterGroup">
                            <p:stCondLst>
                              <p:cond delay="1800"/>
                            </p:stCondLst>
                            <p:childTnLst>
                              <p:par>
                                <p:cTn id="85" presetID="53" presetClass="entr" presetSubtype="16" fill="hold" grpId="0" nodeType="afterEffect">
                                  <p:stCondLst>
                                    <p:cond delay="0"/>
                                  </p:stCondLst>
                                  <p:childTnLst>
                                    <p:set>
                                      <p:cBhvr>
                                        <p:cTn id="86" dur="1" fill="hold">
                                          <p:stCondLst>
                                            <p:cond delay="0"/>
                                          </p:stCondLst>
                                        </p:cTn>
                                        <p:tgtEl>
                                          <p:spTgt spid="56"/>
                                        </p:tgtEl>
                                        <p:attrNameLst>
                                          <p:attrName>style.visibility</p:attrName>
                                        </p:attrNameLst>
                                      </p:cBhvr>
                                      <p:to>
                                        <p:strVal val="visible"/>
                                      </p:to>
                                    </p:set>
                                    <p:anim calcmode="lin" valueType="num">
                                      <p:cBhvr>
                                        <p:cTn id="87" dur="500" fill="hold"/>
                                        <p:tgtEl>
                                          <p:spTgt spid="56"/>
                                        </p:tgtEl>
                                        <p:attrNameLst>
                                          <p:attrName>ppt_w</p:attrName>
                                        </p:attrNameLst>
                                      </p:cBhvr>
                                      <p:tavLst>
                                        <p:tav tm="0">
                                          <p:val>
                                            <p:fltVal val="0"/>
                                          </p:val>
                                        </p:tav>
                                        <p:tav tm="100000">
                                          <p:val>
                                            <p:strVal val="#ppt_w"/>
                                          </p:val>
                                        </p:tav>
                                      </p:tavLst>
                                    </p:anim>
                                    <p:anim calcmode="lin" valueType="num">
                                      <p:cBhvr>
                                        <p:cTn id="88" dur="500" fill="hold"/>
                                        <p:tgtEl>
                                          <p:spTgt spid="56"/>
                                        </p:tgtEl>
                                        <p:attrNameLst>
                                          <p:attrName>ppt_h</p:attrName>
                                        </p:attrNameLst>
                                      </p:cBhvr>
                                      <p:tavLst>
                                        <p:tav tm="0">
                                          <p:val>
                                            <p:fltVal val="0"/>
                                          </p:val>
                                        </p:tav>
                                        <p:tav tm="100000">
                                          <p:val>
                                            <p:strVal val="#ppt_h"/>
                                          </p:val>
                                        </p:tav>
                                      </p:tavLst>
                                    </p:anim>
                                    <p:animEffect transition="in" filter="fade">
                                      <p:cBhvr>
                                        <p:cTn id="89" dur="500"/>
                                        <p:tgtEl>
                                          <p:spTgt spid="56"/>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52"/>
                                        </p:tgtEl>
                                        <p:attrNameLst>
                                          <p:attrName>style.visibility</p:attrName>
                                        </p:attrNameLst>
                                      </p:cBhvr>
                                      <p:to>
                                        <p:strVal val="visible"/>
                                      </p:to>
                                    </p:set>
                                    <p:anim calcmode="lin" valueType="num">
                                      <p:cBhvr>
                                        <p:cTn id="92" dur="500" fill="hold"/>
                                        <p:tgtEl>
                                          <p:spTgt spid="52"/>
                                        </p:tgtEl>
                                        <p:attrNameLst>
                                          <p:attrName>ppt_w</p:attrName>
                                        </p:attrNameLst>
                                      </p:cBhvr>
                                      <p:tavLst>
                                        <p:tav tm="0">
                                          <p:val>
                                            <p:fltVal val="0"/>
                                          </p:val>
                                        </p:tav>
                                        <p:tav tm="100000">
                                          <p:val>
                                            <p:strVal val="#ppt_w"/>
                                          </p:val>
                                        </p:tav>
                                      </p:tavLst>
                                    </p:anim>
                                    <p:anim calcmode="lin" valueType="num">
                                      <p:cBhvr>
                                        <p:cTn id="93" dur="500" fill="hold"/>
                                        <p:tgtEl>
                                          <p:spTgt spid="52"/>
                                        </p:tgtEl>
                                        <p:attrNameLst>
                                          <p:attrName>ppt_h</p:attrName>
                                        </p:attrNameLst>
                                      </p:cBhvr>
                                      <p:tavLst>
                                        <p:tav tm="0">
                                          <p:val>
                                            <p:fltVal val="0"/>
                                          </p:val>
                                        </p:tav>
                                        <p:tav tm="100000">
                                          <p:val>
                                            <p:strVal val="#ppt_h"/>
                                          </p:val>
                                        </p:tav>
                                      </p:tavLst>
                                    </p:anim>
                                    <p:animEffect transition="in" filter="fade">
                                      <p:cBhvr>
                                        <p:cTn id="94" dur="500"/>
                                        <p:tgtEl>
                                          <p:spTgt spid="52"/>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53"/>
                                        </p:tgtEl>
                                        <p:attrNameLst>
                                          <p:attrName>style.visibility</p:attrName>
                                        </p:attrNameLst>
                                      </p:cBhvr>
                                      <p:to>
                                        <p:strVal val="visible"/>
                                      </p:to>
                                    </p:set>
                                    <p:anim calcmode="lin" valueType="num">
                                      <p:cBhvr>
                                        <p:cTn id="97" dur="500" fill="hold"/>
                                        <p:tgtEl>
                                          <p:spTgt spid="53"/>
                                        </p:tgtEl>
                                        <p:attrNameLst>
                                          <p:attrName>ppt_w</p:attrName>
                                        </p:attrNameLst>
                                      </p:cBhvr>
                                      <p:tavLst>
                                        <p:tav tm="0">
                                          <p:val>
                                            <p:fltVal val="0"/>
                                          </p:val>
                                        </p:tav>
                                        <p:tav tm="100000">
                                          <p:val>
                                            <p:strVal val="#ppt_w"/>
                                          </p:val>
                                        </p:tav>
                                      </p:tavLst>
                                    </p:anim>
                                    <p:anim calcmode="lin" valueType="num">
                                      <p:cBhvr>
                                        <p:cTn id="98" dur="500" fill="hold"/>
                                        <p:tgtEl>
                                          <p:spTgt spid="53"/>
                                        </p:tgtEl>
                                        <p:attrNameLst>
                                          <p:attrName>ppt_h</p:attrName>
                                        </p:attrNameLst>
                                      </p:cBhvr>
                                      <p:tavLst>
                                        <p:tav tm="0">
                                          <p:val>
                                            <p:fltVal val="0"/>
                                          </p:val>
                                        </p:tav>
                                        <p:tav tm="100000">
                                          <p:val>
                                            <p:strVal val="#ppt_h"/>
                                          </p:val>
                                        </p:tav>
                                      </p:tavLst>
                                    </p:anim>
                                    <p:animEffect transition="in" filter="fade">
                                      <p:cBhvr>
                                        <p:cTn id="99" dur="500"/>
                                        <p:tgtEl>
                                          <p:spTgt spid="53"/>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54"/>
                                        </p:tgtEl>
                                        <p:attrNameLst>
                                          <p:attrName>style.visibility</p:attrName>
                                        </p:attrNameLst>
                                      </p:cBhvr>
                                      <p:to>
                                        <p:strVal val="visible"/>
                                      </p:to>
                                    </p:set>
                                    <p:anim calcmode="lin" valueType="num">
                                      <p:cBhvr>
                                        <p:cTn id="102" dur="500" fill="hold"/>
                                        <p:tgtEl>
                                          <p:spTgt spid="54"/>
                                        </p:tgtEl>
                                        <p:attrNameLst>
                                          <p:attrName>ppt_w</p:attrName>
                                        </p:attrNameLst>
                                      </p:cBhvr>
                                      <p:tavLst>
                                        <p:tav tm="0">
                                          <p:val>
                                            <p:fltVal val="0"/>
                                          </p:val>
                                        </p:tav>
                                        <p:tav tm="100000">
                                          <p:val>
                                            <p:strVal val="#ppt_w"/>
                                          </p:val>
                                        </p:tav>
                                      </p:tavLst>
                                    </p:anim>
                                    <p:anim calcmode="lin" valueType="num">
                                      <p:cBhvr>
                                        <p:cTn id="103" dur="500" fill="hold"/>
                                        <p:tgtEl>
                                          <p:spTgt spid="54"/>
                                        </p:tgtEl>
                                        <p:attrNameLst>
                                          <p:attrName>ppt_h</p:attrName>
                                        </p:attrNameLst>
                                      </p:cBhvr>
                                      <p:tavLst>
                                        <p:tav tm="0">
                                          <p:val>
                                            <p:fltVal val="0"/>
                                          </p:val>
                                        </p:tav>
                                        <p:tav tm="100000">
                                          <p:val>
                                            <p:strVal val="#ppt_h"/>
                                          </p:val>
                                        </p:tav>
                                      </p:tavLst>
                                    </p:anim>
                                    <p:animEffect transition="in" filter="fade">
                                      <p:cBhvr>
                                        <p:cTn id="104" dur="500"/>
                                        <p:tgtEl>
                                          <p:spTgt spid="54"/>
                                        </p:tgtEl>
                                      </p:cBhvr>
                                    </p:animEffect>
                                  </p:childTnLst>
                                </p:cTn>
                              </p:par>
                              <p:par>
                                <p:cTn id="105" presetID="53" presetClass="entr" presetSubtype="16" fill="hold" nodeType="withEffect">
                                  <p:stCondLst>
                                    <p:cond delay="0"/>
                                  </p:stCondLst>
                                  <p:childTnLst>
                                    <p:set>
                                      <p:cBhvr>
                                        <p:cTn id="106" dur="1" fill="hold">
                                          <p:stCondLst>
                                            <p:cond delay="0"/>
                                          </p:stCondLst>
                                        </p:cTn>
                                        <p:tgtEl>
                                          <p:spTgt spid="14"/>
                                        </p:tgtEl>
                                        <p:attrNameLst>
                                          <p:attrName>style.visibility</p:attrName>
                                        </p:attrNameLst>
                                      </p:cBhvr>
                                      <p:to>
                                        <p:strVal val="visible"/>
                                      </p:to>
                                    </p:set>
                                    <p:anim calcmode="lin" valueType="num">
                                      <p:cBhvr>
                                        <p:cTn id="107" dur="500" fill="hold"/>
                                        <p:tgtEl>
                                          <p:spTgt spid="14"/>
                                        </p:tgtEl>
                                        <p:attrNameLst>
                                          <p:attrName>ppt_w</p:attrName>
                                        </p:attrNameLst>
                                      </p:cBhvr>
                                      <p:tavLst>
                                        <p:tav tm="0">
                                          <p:val>
                                            <p:fltVal val="0"/>
                                          </p:val>
                                        </p:tav>
                                        <p:tav tm="100000">
                                          <p:val>
                                            <p:strVal val="#ppt_w"/>
                                          </p:val>
                                        </p:tav>
                                      </p:tavLst>
                                    </p:anim>
                                    <p:anim calcmode="lin" valueType="num">
                                      <p:cBhvr>
                                        <p:cTn id="108" dur="500" fill="hold"/>
                                        <p:tgtEl>
                                          <p:spTgt spid="14"/>
                                        </p:tgtEl>
                                        <p:attrNameLst>
                                          <p:attrName>ppt_h</p:attrName>
                                        </p:attrNameLst>
                                      </p:cBhvr>
                                      <p:tavLst>
                                        <p:tav tm="0">
                                          <p:val>
                                            <p:fltVal val="0"/>
                                          </p:val>
                                        </p:tav>
                                        <p:tav tm="100000">
                                          <p:val>
                                            <p:strVal val="#ppt_h"/>
                                          </p:val>
                                        </p:tav>
                                      </p:tavLst>
                                    </p:anim>
                                    <p:animEffect transition="in" filter="fade">
                                      <p:cBhvr>
                                        <p:cTn id="109" dur="500"/>
                                        <p:tgtEl>
                                          <p:spTgt spid="14"/>
                                        </p:tgtEl>
                                      </p:cBhvr>
                                    </p:animEffect>
                                  </p:childTnLst>
                                </p:cTn>
                              </p:par>
                              <p:par>
                                <p:cTn id="110" presetID="53" presetClass="entr" presetSubtype="16" fill="hold" nodeType="withEffect">
                                  <p:stCondLst>
                                    <p:cond delay="0"/>
                                  </p:stCondLst>
                                  <p:childTnLst>
                                    <p:set>
                                      <p:cBhvr>
                                        <p:cTn id="111" dur="1" fill="hold">
                                          <p:stCondLst>
                                            <p:cond delay="0"/>
                                          </p:stCondLst>
                                        </p:cTn>
                                        <p:tgtEl>
                                          <p:spTgt spid="31"/>
                                        </p:tgtEl>
                                        <p:attrNameLst>
                                          <p:attrName>style.visibility</p:attrName>
                                        </p:attrNameLst>
                                      </p:cBhvr>
                                      <p:to>
                                        <p:strVal val="visible"/>
                                      </p:to>
                                    </p:set>
                                    <p:anim calcmode="lin" valueType="num">
                                      <p:cBhvr>
                                        <p:cTn id="112" dur="500" fill="hold"/>
                                        <p:tgtEl>
                                          <p:spTgt spid="31"/>
                                        </p:tgtEl>
                                        <p:attrNameLst>
                                          <p:attrName>ppt_w</p:attrName>
                                        </p:attrNameLst>
                                      </p:cBhvr>
                                      <p:tavLst>
                                        <p:tav tm="0">
                                          <p:val>
                                            <p:fltVal val="0"/>
                                          </p:val>
                                        </p:tav>
                                        <p:tav tm="100000">
                                          <p:val>
                                            <p:strVal val="#ppt_w"/>
                                          </p:val>
                                        </p:tav>
                                      </p:tavLst>
                                    </p:anim>
                                    <p:anim calcmode="lin" valueType="num">
                                      <p:cBhvr>
                                        <p:cTn id="113" dur="500" fill="hold"/>
                                        <p:tgtEl>
                                          <p:spTgt spid="31"/>
                                        </p:tgtEl>
                                        <p:attrNameLst>
                                          <p:attrName>ppt_h</p:attrName>
                                        </p:attrNameLst>
                                      </p:cBhvr>
                                      <p:tavLst>
                                        <p:tav tm="0">
                                          <p:val>
                                            <p:fltVal val="0"/>
                                          </p:val>
                                        </p:tav>
                                        <p:tav tm="100000">
                                          <p:val>
                                            <p:strVal val="#ppt_h"/>
                                          </p:val>
                                        </p:tav>
                                      </p:tavLst>
                                    </p:anim>
                                    <p:animEffect transition="in" filter="fade">
                                      <p:cBhvr>
                                        <p:cTn id="114" dur="500"/>
                                        <p:tgtEl>
                                          <p:spTgt spid="31"/>
                                        </p:tgtEl>
                                      </p:cBhvr>
                                    </p:animEffect>
                                  </p:childTnLst>
                                </p:cTn>
                              </p:par>
                              <p:par>
                                <p:cTn id="115" presetID="12" presetClass="entr" presetSubtype="1" fill="hold" nodeType="withEffect">
                                  <p:stCondLst>
                                    <p:cond delay="500"/>
                                  </p:stCondLst>
                                  <p:childTnLst>
                                    <p:set>
                                      <p:cBhvr>
                                        <p:cTn id="116" dur="1" fill="hold">
                                          <p:stCondLst>
                                            <p:cond delay="0"/>
                                          </p:stCondLst>
                                        </p:cTn>
                                        <p:tgtEl>
                                          <p:spTgt spid="59"/>
                                        </p:tgtEl>
                                        <p:attrNameLst>
                                          <p:attrName>style.visibility</p:attrName>
                                        </p:attrNameLst>
                                      </p:cBhvr>
                                      <p:to>
                                        <p:strVal val="visible"/>
                                      </p:to>
                                    </p:set>
                                    <p:anim calcmode="lin" valueType="num">
                                      <p:cBhvr additive="base">
                                        <p:cTn id="117" dur="500"/>
                                        <p:tgtEl>
                                          <p:spTgt spid="59"/>
                                        </p:tgtEl>
                                        <p:attrNameLst>
                                          <p:attrName>ppt_y</p:attrName>
                                        </p:attrNameLst>
                                      </p:cBhvr>
                                      <p:tavLst>
                                        <p:tav tm="0">
                                          <p:val>
                                            <p:strVal val="#ppt_y-#ppt_h*1.125000"/>
                                          </p:val>
                                        </p:tav>
                                        <p:tav tm="100000">
                                          <p:val>
                                            <p:strVal val="#ppt_y"/>
                                          </p:val>
                                        </p:tav>
                                      </p:tavLst>
                                    </p:anim>
                                    <p:animEffect transition="in" filter="wipe(down)">
                                      <p:cBhvr>
                                        <p:cTn id="118"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8" grpId="0" animBg="1"/>
      <p:bldP spid="49" grpId="0" animBg="1"/>
      <p:bldP spid="50" grpId="0" animBg="1"/>
      <p:bldP spid="39" grpId="0" animBg="1"/>
      <p:bldP spid="40" grpId="0" animBg="1"/>
      <p:bldP spid="41" grpId="0" animBg="1"/>
      <p:bldP spid="42" grpId="0" animBg="1"/>
      <p:bldP spid="43" grpId="0" animBg="1"/>
      <p:bldP spid="56" grpId="0" animBg="1"/>
      <p:bldP spid="52" grpId="0" animBg="1"/>
      <p:bldP spid="53" grpId="0" animBg="1"/>
      <p:bldP spid="54"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8" name="图表 97"/>
          <p:cNvGraphicFramePr>
            <a:graphicFrameLocks/>
          </p:cNvGraphicFramePr>
          <p:nvPr/>
        </p:nvGraphicFramePr>
        <p:xfrm>
          <a:off x="156056" y="1121731"/>
          <a:ext cx="3487409" cy="2395816"/>
        </p:xfrm>
        <a:graphic>
          <a:graphicData uri="http://schemas.openxmlformats.org/drawingml/2006/chart">
            <c:chart xmlns:c="http://schemas.openxmlformats.org/drawingml/2006/chart" xmlns:r="http://schemas.openxmlformats.org/officeDocument/2006/relationships" r:id="rId2"/>
          </a:graphicData>
        </a:graphic>
      </p:graphicFrame>
      <p:sp>
        <p:nvSpPr>
          <p:cNvPr id="8" name="文本框 7"/>
          <p:cNvSpPr txBox="1">
            <a:spLocks noChangeArrowheads="1"/>
          </p:cNvSpPr>
          <p:nvPr/>
        </p:nvSpPr>
        <p:spPr bwMode="auto">
          <a:xfrm>
            <a:off x="1075205" y="1947124"/>
            <a:ext cx="1647437" cy="80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gn="ctr" eaLnBrk="1" hangingPunct="1">
              <a:lnSpc>
                <a:spcPct val="100000"/>
              </a:lnSpc>
              <a:spcBef>
                <a:spcPct val="0"/>
              </a:spcBef>
              <a:buFontTx/>
              <a:buNone/>
            </a:pPr>
            <a:r>
              <a:rPr lang="en-US" altLang="zh-CN" sz="4640">
                <a:solidFill>
                  <a:schemeClr val="accent1"/>
                </a:solidFill>
                <a:latin typeface="Century Gothic" pitchFamily="34" charset="0"/>
              </a:rPr>
              <a:t>75</a:t>
            </a:r>
            <a:r>
              <a:rPr lang="en-US" altLang="zh-CN" sz="1898">
                <a:solidFill>
                  <a:schemeClr val="accent1"/>
                </a:solidFill>
                <a:latin typeface="Century Gothic" pitchFamily="34" charset="0"/>
              </a:rPr>
              <a:t>%</a:t>
            </a:r>
            <a:endParaRPr lang="zh-CN" altLang="en-US" sz="1898">
              <a:solidFill>
                <a:schemeClr val="accent1"/>
              </a:solidFill>
              <a:latin typeface="Century Gothic" pitchFamily="34" charset="0"/>
            </a:endParaRPr>
          </a:p>
        </p:txBody>
      </p:sp>
      <p:grpSp>
        <p:nvGrpSpPr>
          <p:cNvPr id="163" name="组合 162"/>
          <p:cNvGrpSpPr>
            <a:grpSpLocks/>
          </p:cNvGrpSpPr>
          <p:nvPr/>
        </p:nvGrpSpPr>
        <p:grpSpPr bwMode="auto">
          <a:xfrm>
            <a:off x="874298" y="3432162"/>
            <a:ext cx="2049251" cy="1925472"/>
            <a:chOff x="829100" y="3255130"/>
            <a:chExt cx="1943219" cy="1824811"/>
          </a:xfrm>
        </p:grpSpPr>
        <p:sp>
          <p:nvSpPr>
            <p:cNvPr id="40" name="矩形 39"/>
            <p:cNvSpPr/>
            <p:nvPr/>
          </p:nvSpPr>
          <p:spPr>
            <a:xfrm>
              <a:off x="894192" y="3700993"/>
              <a:ext cx="1813036" cy="1378948"/>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99" name="文本框 98"/>
            <p:cNvSpPr txBox="1"/>
            <p:nvPr/>
          </p:nvSpPr>
          <p:spPr>
            <a:xfrm>
              <a:off x="829100" y="3255130"/>
              <a:ext cx="1943219" cy="350024"/>
            </a:xfrm>
            <a:prstGeom prst="rect">
              <a:avLst/>
            </a:prstGeom>
            <a:noFill/>
          </p:spPr>
          <p:txBody>
            <a:bodyPr>
              <a:spAutoFit/>
            </a:bodyPr>
            <a:lstStyle/>
            <a:p>
              <a:pPr algn="ctr" fontAlgn="auto">
                <a:spcBef>
                  <a:spcPts val="0"/>
                </a:spcBef>
                <a:spcAft>
                  <a:spcPts val="0"/>
                </a:spcAft>
                <a:defRPr/>
              </a:pPr>
              <a:r>
                <a:rPr lang="zh-CN" altLang="en-US" dirty="0">
                  <a:solidFill>
                    <a:schemeClr val="accent1">
                      <a:lumMod val="75000"/>
                    </a:schemeClr>
                  </a:solidFill>
                  <a:latin typeface="微软雅黑 Light" panose="020B0502040204020203" pitchFamily="34" charset="-122"/>
                  <a:ea typeface="微软雅黑 Light" panose="020B0502040204020203" pitchFamily="34" charset="-122"/>
                </a:rPr>
                <a:t>类别</a:t>
              </a:r>
              <a:r>
                <a:rPr lang="en-US" altLang="zh-CN" dirty="0">
                  <a:solidFill>
                    <a:schemeClr val="accent1">
                      <a:lumMod val="75000"/>
                    </a:schemeClr>
                  </a:solidFill>
                  <a:latin typeface="微软雅黑 Light" panose="020B0502040204020203" pitchFamily="34" charset="-122"/>
                  <a:ea typeface="微软雅黑 Light" panose="020B0502040204020203" pitchFamily="34" charset="-122"/>
                </a:rPr>
                <a:t>1</a:t>
              </a:r>
              <a:endParaRPr lang="zh-CN" altLang="en-US" dirty="0">
                <a:solidFill>
                  <a:schemeClr val="accent1">
                    <a:lumMod val="75000"/>
                  </a:schemeClr>
                </a:solidFill>
                <a:latin typeface="微软雅黑 Light" panose="020B0502040204020203" pitchFamily="34" charset="-122"/>
                <a:ea typeface="微软雅黑 Light" panose="020B0502040204020203" pitchFamily="34" charset="-122"/>
              </a:endParaRPr>
            </a:p>
          </p:txBody>
        </p:sp>
      </p:grpSp>
      <p:sp>
        <p:nvSpPr>
          <p:cNvPr id="142" name="椭圆 141"/>
          <p:cNvSpPr/>
          <p:nvPr/>
        </p:nvSpPr>
        <p:spPr>
          <a:xfrm>
            <a:off x="2938618" y="2250158"/>
            <a:ext cx="195884" cy="1958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3" name="椭圆 142"/>
          <p:cNvSpPr/>
          <p:nvPr/>
        </p:nvSpPr>
        <p:spPr>
          <a:xfrm>
            <a:off x="2885043" y="2772516"/>
            <a:ext cx="95430" cy="9543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4" name="椭圆 143"/>
          <p:cNvSpPr/>
          <p:nvPr/>
        </p:nvSpPr>
        <p:spPr>
          <a:xfrm>
            <a:off x="800633" y="2516361"/>
            <a:ext cx="97105" cy="9710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2536"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1AE0F4C3-18E3-45B2-8A9E-3915D6F0B822}"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95</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2" name="文本框 101"/>
          <p:cNvSpPr txBox="1"/>
          <p:nvPr/>
        </p:nvSpPr>
        <p:spPr>
          <a:xfrm>
            <a:off x="4088809" y="1943776"/>
            <a:ext cx="1647437" cy="806375"/>
          </a:xfrm>
          <a:prstGeom prst="rect">
            <a:avLst/>
          </a:prstGeom>
          <a:noFill/>
        </p:spPr>
        <p:txBody>
          <a:bodyPr>
            <a:spAutoFit/>
          </a:bodyPr>
          <a:lstStyle/>
          <a:p>
            <a:pPr algn="ctr" fontAlgn="auto">
              <a:spcBef>
                <a:spcPts val="0"/>
              </a:spcBef>
              <a:spcAft>
                <a:spcPts val="0"/>
              </a:spcAft>
              <a:defRPr/>
            </a:pPr>
            <a:r>
              <a:rPr lang="en-US" altLang="zh-CN" sz="4640" dirty="0">
                <a:solidFill>
                  <a:schemeClr val="accent2">
                    <a:lumMod val="75000"/>
                  </a:schemeClr>
                </a:solidFill>
                <a:latin typeface="Century Gothic" panose="020B0502020202020204" pitchFamily="34" charset="0"/>
                <a:ea typeface="微软雅黑 Light" panose="020B0502040204020203" pitchFamily="34" charset="-122"/>
              </a:rPr>
              <a:t>50</a:t>
            </a:r>
            <a:r>
              <a:rPr lang="en-US" altLang="zh-CN" dirty="0">
                <a:solidFill>
                  <a:schemeClr val="accent2">
                    <a:lumMod val="75000"/>
                  </a:schemeClr>
                </a:solidFill>
                <a:latin typeface="Century Gothic" panose="020B0502020202020204" pitchFamily="34" charset="0"/>
                <a:ea typeface="微软雅黑 Light" panose="020B0502040204020203" pitchFamily="34" charset="-122"/>
              </a:rPr>
              <a:t>%</a:t>
            </a:r>
            <a:endParaRPr lang="zh-CN" altLang="en-US" dirty="0">
              <a:solidFill>
                <a:schemeClr val="accent2">
                  <a:lumMod val="75000"/>
                </a:schemeClr>
              </a:solidFill>
              <a:latin typeface="Century Gothic" panose="020B0502020202020204" pitchFamily="34" charset="0"/>
              <a:ea typeface="微软雅黑 Light" panose="020B0502040204020203" pitchFamily="34" charset="-122"/>
            </a:endParaRPr>
          </a:p>
        </p:txBody>
      </p:sp>
      <p:graphicFrame>
        <p:nvGraphicFramePr>
          <p:cNvPr id="103" name="图表 102"/>
          <p:cNvGraphicFramePr>
            <a:graphicFrameLocks/>
          </p:cNvGraphicFramePr>
          <p:nvPr/>
        </p:nvGraphicFramePr>
        <p:xfrm>
          <a:off x="3167986" y="1118382"/>
          <a:ext cx="3487410" cy="239581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7" name="图表 106"/>
          <p:cNvGraphicFramePr>
            <a:graphicFrameLocks/>
          </p:cNvGraphicFramePr>
          <p:nvPr/>
        </p:nvGraphicFramePr>
        <p:xfrm>
          <a:off x="6181591" y="1118382"/>
          <a:ext cx="3485735" cy="239581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1" name="图表 110"/>
          <p:cNvGraphicFramePr>
            <a:graphicFrameLocks/>
          </p:cNvGraphicFramePr>
          <p:nvPr/>
        </p:nvGraphicFramePr>
        <p:xfrm>
          <a:off x="9193520" y="1118382"/>
          <a:ext cx="3487409" cy="2395816"/>
        </p:xfrm>
        <a:graphic>
          <a:graphicData uri="http://schemas.openxmlformats.org/drawingml/2006/chart">
            <c:chart xmlns:c="http://schemas.openxmlformats.org/drawingml/2006/chart" xmlns:r="http://schemas.openxmlformats.org/officeDocument/2006/relationships" r:id="rId5"/>
          </a:graphicData>
        </a:graphic>
      </p:graphicFrame>
      <p:grpSp>
        <p:nvGrpSpPr>
          <p:cNvPr id="141" name="组合 140"/>
          <p:cNvGrpSpPr>
            <a:grpSpLocks/>
          </p:cNvGrpSpPr>
          <p:nvPr/>
        </p:nvGrpSpPr>
        <p:grpSpPr bwMode="auto">
          <a:xfrm>
            <a:off x="874298" y="5546707"/>
            <a:ext cx="11205585" cy="439990"/>
            <a:chOff x="829100" y="943157"/>
            <a:chExt cx="10625218" cy="416771"/>
          </a:xfrm>
        </p:grpSpPr>
        <p:sp>
          <p:nvSpPr>
            <p:cNvPr id="138" name="矩形 137"/>
            <p:cNvSpPr/>
            <p:nvPr/>
          </p:nvSpPr>
          <p:spPr>
            <a:xfrm>
              <a:off x="835450" y="1057340"/>
              <a:ext cx="10612518" cy="302588"/>
            </a:xfrm>
            <a:prstGeom prst="rect">
              <a:avLst/>
            </a:prstGeom>
          </p:spPr>
          <p:txBody>
            <a:bodyPr>
              <a:spAutoFit/>
            </a:bodyPr>
            <a:lstStyle/>
            <a:p>
              <a:pPr fontAlgn="auto">
                <a:spcBef>
                  <a:spcPts val="0"/>
                </a:spcBef>
                <a:spcAft>
                  <a:spcPts val="0"/>
                </a:spcAft>
                <a:defRPr/>
              </a:pPr>
              <a:r>
                <a:rPr lang="en-US" altLang="zh-CN" sz="1476" dirty="0">
                  <a:solidFill>
                    <a:schemeClr val="bg1">
                      <a:lumMod val="65000"/>
                    </a:schemeClr>
                  </a:solidFill>
                  <a:latin typeface="微软雅黑 Light" panose="020B0502040204020203" pitchFamily="34" charset="-122"/>
                  <a:ea typeface="微软雅黑 Light" panose="020B0502040204020203" pitchFamily="34" charset="-122"/>
                </a:rPr>
                <a:t>Add your text here and write down your </a:t>
              </a:r>
              <a:r>
                <a:rPr lang="en-US" altLang="zh-CN" sz="1476" dirty="0" err="1">
                  <a:solidFill>
                    <a:schemeClr val="bg1">
                      <a:lumMod val="65000"/>
                    </a:schemeClr>
                  </a:solidFill>
                  <a:latin typeface="微软雅黑 Light" panose="020B0502040204020203" pitchFamily="34" charset="-122"/>
                  <a:ea typeface="微软雅黑 Light" panose="020B0502040204020203" pitchFamily="34" charset="-122"/>
                </a:rPr>
                <a:t>ideasAdd</a:t>
              </a:r>
              <a:r>
                <a:rPr lang="en-US" altLang="zh-CN" sz="1476" dirty="0">
                  <a:solidFill>
                    <a:schemeClr val="bg1">
                      <a:lumMod val="65000"/>
                    </a:schemeClr>
                  </a:solidFill>
                  <a:latin typeface="微软雅黑 Light" panose="020B0502040204020203" pitchFamily="34" charset="-122"/>
                  <a:ea typeface="微软雅黑 Light" panose="020B0502040204020203" pitchFamily="34" charset="-122"/>
                </a:rPr>
                <a:t> your text here and write down your ideas</a:t>
              </a:r>
            </a:p>
          </p:txBody>
        </p:sp>
        <p:cxnSp>
          <p:nvCxnSpPr>
            <p:cNvPr id="140" name="直接连接符 139"/>
            <p:cNvCxnSpPr/>
            <p:nvPr/>
          </p:nvCxnSpPr>
          <p:spPr>
            <a:xfrm>
              <a:off x="829100" y="943157"/>
              <a:ext cx="10625218"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sp>
        <p:nvSpPr>
          <p:cNvPr id="147" name="椭圆 146"/>
          <p:cNvSpPr/>
          <p:nvPr/>
        </p:nvSpPr>
        <p:spPr>
          <a:xfrm rot="20331486">
            <a:off x="5866836" y="1803140"/>
            <a:ext cx="199233" cy="19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8" name="椭圆 147"/>
          <p:cNvSpPr/>
          <p:nvPr/>
        </p:nvSpPr>
        <p:spPr>
          <a:xfrm rot="20331486">
            <a:off x="5990729" y="2330521"/>
            <a:ext cx="98780" cy="987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9" name="椭圆 148"/>
          <p:cNvSpPr/>
          <p:nvPr/>
        </p:nvSpPr>
        <p:spPr>
          <a:xfrm rot="20331486">
            <a:off x="3954872" y="2844508"/>
            <a:ext cx="98780" cy="9877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3" name="椭圆 152"/>
          <p:cNvSpPr/>
          <p:nvPr/>
        </p:nvSpPr>
        <p:spPr>
          <a:xfrm rot="20327678">
            <a:off x="8713018" y="2968400"/>
            <a:ext cx="98780" cy="9877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165" name="组合 164"/>
          <p:cNvGrpSpPr>
            <a:grpSpLocks/>
          </p:cNvGrpSpPr>
          <p:nvPr/>
        </p:nvGrpSpPr>
        <p:grpSpPr bwMode="auto">
          <a:xfrm>
            <a:off x="3956547" y="3430488"/>
            <a:ext cx="1911964" cy="1927146"/>
            <a:chOff x="3751050" y="3252327"/>
            <a:chExt cx="1812364" cy="1827772"/>
          </a:xfrm>
        </p:grpSpPr>
        <p:sp>
          <p:nvSpPr>
            <p:cNvPr id="131" name="矩形 130"/>
            <p:cNvSpPr/>
            <p:nvPr/>
          </p:nvSpPr>
          <p:spPr>
            <a:xfrm>
              <a:off x="3751050" y="3700113"/>
              <a:ext cx="1812364" cy="1379986"/>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64" name="文本框 163"/>
            <p:cNvSpPr txBox="1"/>
            <p:nvPr/>
          </p:nvSpPr>
          <p:spPr>
            <a:xfrm>
              <a:off x="3887533" y="3252327"/>
              <a:ext cx="1566377" cy="350287"/>
            </a:xfrm>
            <a:prstGeom prst="rect">
              <a:avLst/>
            </a:prstGeom>
            <a:noFill/>
          </p:spPr>
          <p:txBody>
            <a:bodyPr>
              <a:spAutoFit/>
            </a:bodyPr>
            <a:lstStyle/>
            <a:p>
              <a:pPr algn="ctr" fontAlgn="auto">
                <a:spcBef>
                  <a:spcPts val="0"/>
                </a:spcBef>
                <a:spcAft>
                  <a:spcPts val="0"/>
                </a:spcAft>
                <a:defRPr/>
              </a:pPr>
              <a:r>
                <a:rPr lang="zh-CN" altLang="en-US" dirty="0">
                  <a:solidFill>
                    <a:schemeClr val="accent2">
                      <a:lumMod val="75000"/>
                    </a:schemeClr>
                  </a:solidFill>
                  <a:latin typeface="微软雅黑 Light" panose="020B0502040204020203" pitchFamily="34" charset="-122"/>
                  <a:ea typeface="微软雅黑 Light" panose="020B0502040204020203" pitchFamily="34" charset="-122"/>
                </a:rPr>
                <a:t>类别</a:t>
              </a:r>
              <a:r>
                <a:rPr lang="en-US" altLang="zh-CN" dirty="0">
                  <a:solidFill>
                    <a:schemeClr val="accent2">
                      <a:lumMod val="75000"/>
                    </a:schemeClr>
                  </a:solidFill>
                  <a:latin typeface="微软雅黑 Light" panose="020B0502040204020203" pitchFamily="34" charset="-122"/>
                  <a:ea typeface="微软雅黑 Light" panose="020B0502040204020203" pitchFamily="34" charset="-122"/>
                </a:rPr>
                <a:t>2</a:t>
              </a:r>
              <a:endParaRPr lang="zh-CN" altLang="en-US" dirty="0">
                <a:solidFill>
                  <a:schemeClr val="accent2">
                    <a:lumMod val="75000"/>
                  </a:schemeClr>
                </a:solidFill>
                <a:latin typeface="微软雅黑 Light" panose="020B0502040204020203" pitchFamily="34" charset="-122"/>
                <a:ea typeface="微软雅黑 Light" panose="020B0502040204020203" pitchFamily="34" charset="-122"/>
              </a:endParaRPr>
            </a:p>
          </p:txBody>
        </p:sp>
      </p:grpSp>
      <p:grpSp>
        <p:nvGrpSpPr>
          <p:cNvPr id="167" name="组合 166"/>
          <p:cNvGrpSpPr>
            <a:grpSpLocks/>
          </p:cNvGrpSpPr>
          <p:nvPr/>
        </p:nvGrpSpPr>
        <p:grpSpPr bwMode="auto">
          <a:xfrm>
            <a:off x="6968476" y="3430488"/>
            <a:ext cx="1911964" cy="1927146"/>
            <a:chOff x="6607573" y="3252327"/>
            <a:chExt cx="1812364" cy="1827772"/>
          </a:xfrm>
        </p:grpSpPr>
        <p:sp>
          <p:nvSpPr>
            <p:cNvPr id="132" name="矩形 131"/>
            <p:cNvSpPr/>
            <p:nvPr/>
          </p:nvSpPr>
          <p:spPr>
            <a:xfrm>
              <a:off x="6607573" y="3700113"/>
              <a:ext cx="1812364" cy="1379986"/>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66" name="文本框 165"/>
            <p:cNvSpPr txBox="1"/>
            <p:nvPr/>
          </p:nvSpPr>
          <p:spPr>
            <a:xfrm>
              <a:off x="6744056" y="3252327"/>
              <a:ext cx="1566378" cy="350287"/>
            </a:xfrm>
            <a:prstGeom prst="rect">
              <a:avLst/>
            </a:prstGeom>
            <a:noFill/>
          </p:spPr>
          <p:txBody>
            <a:bodyPr>
              <a:spAutoFit/>
            </a:bodyPr>
            <a:lstStyle/>
            <a:p>
              <a:pPr algn="ctr" fontAlgn="auto">
                <a:spcBef>
                  <a:spcPts val="0"/>
                </a:spcBef>
                <a:spcAft>
                  <a:spcPts val="0"/>
                </a:spcAft>
                <a:defRPr/>
              </a:pPr>
              <a:r>
                <a:rPr lang="zh-CN" altLang="en-US" dirty="0">
                  <a:solidFill>
                    <a:schemeClr val="accent3"/>
                  </a:solidFill>
                  <a:latin typeface="微软雅黑 Light" panose="020B0502040204020203" pitchFamily="34" charset="-122"/>
                  <a:ea typeface="微软雅黑 Light" panose="020B0502040204020203" pitchFamily="34" charset="-122"/>
                </a:rPr>
                <a:t>类别</a:t>
              </a:r>
              <a:r>
                <a:rPr lang="en-US" altLang="zh-CN" dirty="0">
                  <a:solidFill>
                    <a:schemeClr val="accent3"/>
                  </a:solidFill>
                  <a:latin typeface="微软雅黑 Light" panose="020B0502040204020203" pitchFamily="34" charset="-122"/>
                  <a:ea typeface="微软雅黑 Light" panose="020B0502040204020203" pitchFamily="34" charset="-122"/>
                </a:rPr>
                <a:t>3</a:t>
              </a:r>
              <a:endParaRPr lang="zh-CN" altLang="en-US" dirty="0">
                <a:solidFill>
                  <a:schemeClr val="accent3"/>
                </a:solidFill>
                <a:latin typeface="微软雅黑 Light" panose="020B0502040204020203" pitchFamily="34" charset="-122"/>
                <a:ea typeface="微软雅黑 Light" panose="020B0502040204020203" pitchFamily="34" charset="-122"/>
              </a:endParaRPr>
            </a:p>
          </p:txBody>
        </p:sp>
      </p:grpSp>
      <p:grpSp>
        <p:nvGrpSpPr>
          <p:cNvPr id="169" name="组合 168"/>
          <p:cNvGrpSpPr>
            <a:grpSpLocks/>
          </p:cNvGrpSpPr>
          <p:nvPr/>
        </p:nvGrpSpPr>
        <p:grpSpPr bwMode="auto">
          <a:xfrm>
            <a:off x="9982079" y="3430488"/>
            <a:ext cx="1910291" cy="1927146"/>
            <a:chOff x="9464095" y="3252327"/>
            <a:chExt cx="1812364" cy="1827772"/>
          </a:xfrm>
        </p:grpSpPr>
        <p:sp>
          <p:nvSpPr>
            <p:cNvPr id="133" name="矩形 132"/>
            <p:cNvSpPr/>
            <p:nvPr/>
          </p:nvSpPr>
          <p:spPr>
            <a:xfrm>
              <a:off x="9464095" y="3700113"/>
              <a:ext cx="1812364" cy="1379986"/>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sp>
          <p:nvSpPr>
            <p:cNvPr id="168" name="文本框 167"/>
            <p:cNvSpPr txBox="1"/>
            <p:nvPr/>
          </p:nvSpPr>
          <p:spPr>
            <a:xfrm>
              <a:off x="9600697" y="3252327"/>
              <a:ext cx="1566162" cy="350287"/>
            </a:xfrm>
            <a:prstGeom prst="rect">
              <a:avLst/>
            </a:prstGeom>
            <a:noFill/>
          </p:spPr>
          <p:txBody>
            <a:bodyPr>
              <a:spAutoFit/>
            </a:bodyPr>
            <a:lstStyle/>
            <a:p>
              <a:pPr algn="ctr" fontAlgn="auto">
                <a:spcBef>
                  <a:spcPts val="0"/>
                </a:spcBef>
                <a:spcAft>
                  <a:spcPts val="0"/>
                </a:spcAft>
                <a:defRPr/>
              </a:pPr>
              <a:r>
                <a:rPr lang="zh-CN" altLang="en-US" dirty="0">
                  <a:solidFill>
                    <a:schemeClr val="accent4">
                      <a:lumMod val="75000"/>
                    </a:schemeClr>
                  </a:solidFill>
                  <a:latin typeface="微软雅黑 Light" panose="020B0502040204020203" pitchFamily="34" charset="-122"/>
                  <a:ea typeface="微软雅黑 Light" panose="020B0502040204020203" pitchFamily="34" charset="-122"/>
                </a:rPr>
                <a:t>类别</a:t>
              </a:r>
              <a:r>
                <a:rPr lang="en-US" altLang="zh-CN" dirty="0">
                  <a:solidFill>
                    <a:schemeClr val="accent4">
                      <a:lumMod val="75000"/>
                    </a:schemeClr>
                  </a:solidFill>
                  <a:latin typeface="微软雅黑 Light" panose="020B0502040204020203" pitchFamily="34" charset="-122"/>
                  <a:ea typeface="微软雅黑 Light" panose="020B0502040204020203" pitchFamily="34" charset="-122"/>
                </a:rPr>
                <a:t>4</a:t>
              </a:r>
              <a:endParaRPr lang="zh-CN" altLang="en-US" dirty="0">
                <a:solidFill>
                  <a:schemeClr val="accent4">
                    <a:lumMod val="75000"/>
                  </a:schemeClr>
                </a:solidFill>
                <a:latin typeface="微软雅黑 Light" panose="020B0502040204020203" pitchFamily="34" charset="-122"/>
                <a:ea typeface="微软雅黑 Light" panose="020B0502040204020203" pitchFamily="34" charset="-122"/>
              </a:endParaRPr>
            </a:p>
          </p:txBody>
        </p:sp>
      </p:grpSp>
      <p:sp>
        <p:nvSpPr>
          <p:cNvPr id="106" name="文本框 105"/>
          <p:cNvSpPr txBox="1"/>
          <p:nvPr/>
        </p:nvSpPr>
        <p:spPr>
          <a:xfrm>
            <a:off x="7100740" y="1943776"/>
            <a:ext cx="1647437" cy="806375"/>
          </a:xfrm>
          <a:prstGeom prst="rect">
            <a:avLst/>
          </a:prstGeom>
          <a:noFill/>
        </p:spPr>
        <p:txBody>
          <a:bodyPr>
            <a:spAutoFit/>
          </a:bodyPr>
          <a:lstStyle/>
          <a:p>
            <a:pPr algn="ctr" fontAlgn="auto">
              <a:spcBef>
                <a:spcPts val="0"/>
              </a:spcBef>
              <a:spcAft>
                <a:spcPts val="0"/>
              </a:spcAft>
              <a:defRPr/>
            </a:pPr>
            <a:r>
              <a:rPr lang="en-US" altLang="zh-CN" sz="4640" dirty="0">
                <a:solidFill>
                  <a:schemeClr val="accent3"/>
                </a:solidFill>
                <a:latin typeface="Century Gothic" panose="020B0502020202020204" pitchFamily="34" charset="0"/>
                <a:ea typeface="微软雅黑 Light" panose="020B0502040204020203" pitchFamily="34" charset="-122"/>
              </a:rPr>
              <a:t>25</a:t>
            </a:r>
            <a:r>
              <a:rPr lang="en-US" altLang="zh-CN" dirty="0">
                <a:solidFill>
                  <a:schemeClr val="accent3"/>
                </a:solidFill>
                <a:latin typeface="Century Gothic" panose="020B0502020202020204" pitchFamily="34" charset="0"/>
                <a:ea typeface="微软雅黑 Light" panose="020B0502040204020203" pitchFamily="34" charset="-122"/>
              </a:rPr>
              <a:t>%</a:t>
            </a:r>
            <a:endParaRPr lang="zh-CN" altLang="en-US" dirty="0">
              <a:solidFill>
                <a:schemeClr val="accent3"/>
              </a:solidFill>
              <a:latin typeface="Century Gothic" panose="020B0502020202020204" pitchFamily="34" charset="0"/>
              <a:ea typeface="微软雅黑 Light" panose="020B0502040204020203" pitchFamily="34" charset="-122"/>
            </a:endParaRPr>
          </a:p>
        </p:txBody>
      </p:sp>
      <p:sp>
        <p:nvSpPr>
          <p:cNvPr id="110" name="文本框 109"/>
          <p:cNvSpPr txBox="1"/>
          <p:nvPr/>
        </p:nvSpPr>
        <p:spPr>
          <a:xfrm>
            <a:off x="10373848" y="1943776"/>
            <a:ext cx="1126754" cy="806375"/>
          </a:xfrm>
          <a:prstGeom prst="rect">
            <a:avLst/>
          </a:prstGeom>
          <a:noFill/>
        </p:spPr>
        <p:txBody>
          <a:bodyPr>
            <a:spAutoFit/>
          </a:bodyPr>
          <a:lstStyle/>
          <a:p>
            <a:pPr algn="ctr" fontAlgn="auto">
              <a:spcBef>
                <a:spcPts val="0"/>
              </a:spcBef>
              <a:spcAft>
                <a:spcPts val="0"/>
              </a:spcAft>
              <a:defRPr/>
            </a:pPr>
            <a:r>
              <a:rPr lang="en-US" altLang="zh-CN" sz="4640" dirty="0">
                <a:solidFill>
                  <a:schemeClr val="accent4">
                    <a:lumMod val="75000"/>
                  </a:schemeClr>
                </a:solidFill>
                <a:latin typeface="Century Gothic" panose="020B0502020202020204" pitchFamily="34" charset="0"/>
                <a:ea typeface="微软雅黑 Light" panose="020B0502040204020203" pitchFamily="34" charset="-122"/>
              </a:rPr>
              <a:t>5</a:t>
            </a:r>
            <a:r>
              <a:rPr lang="en-US" altLang="zh-CN" dirty="0">
                <a:solidFill>
                  <a:schemeClr val="accent4">
                    <a:lumMod val="75000"/>
                  </a:schemeClr>
                </a:solidFill>
                <a:latin typeface="Century Gothic" panose="020B0502020202020204" pitchFamily="34" charset="0"/>
                <a:ea typeface="微软雅黑 Light" panose="020B0502040204020203" pitchFamily="34" charset="-122"/>
              </a:rPr>
              <a:t>%</a:t>
            </a:r>
            <a:endParaRPr lang="zh-CN" altLang="en-US" dirty="0">
              <a:solidFill>
                <a:schemeClr val="accent4">
                  <a:lumMod val="75000"/>
                </a:schemeClr>
              </a:solidFill>
              <a:latin typeface="Century Gothic" panose="020B0502020202020204" pitchFamily="34" charset="0"/>
              <a:ea typeface="微软雅黑 Light" panose="020B0502040204020203" pitchFamily="34" charset="-122"/>
            </a:endParaRPr>
          </a:p>
        </p:txBody>
      </p:sp>
      <p:sp>
        <p:nvSpPr>
          <p:cNvPr id="151" name="椭圆 150"/>
          <p:cNvSpPr/>
          <p:nvPr/>
        </p:nvSpPr>
        <p:spPr>
          <a:xfrm rot="20327678">
            <a:off x="8990939" y="1824905"/>
            <a:ext cx="199233" cy="19923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2" name="椭圆 151"/>
          <p:cNvSpPr/>
          <p:nvPr/>
        </p:nvSpPr>
        <p:spPr>
          <a:xfrm rot="20327678">
            <a:off x="8719715" y="1521870"/>
            <a:ext cx="98780" cy="9877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6" name="椭圆 155"/>
          <p:cNvSpPr/>
          <p:nvPr/>
        </p:nvSpPr>
        <p:spPr>
          <a:xfrm rot="20327678">
            <a:off x="9694113" y="2280294"/>
            <a:ext cx="199233" cy="1992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7" name="椭圆 156"/>
          <p:cNvSpPr/>
          <p:nvPr/>
        </p:nvSpPr>
        <p:spPr>
          <a:xfrm rot="20327678">
            <a:off x="12026309" y="2208303"/>
            <a:ext cx="157377" cy="15905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8" name="椭圆 157"/>
          <p:cNvSpPr/>
          <p:nvPr/>
        </p:nvSpPr>
        <p:spPr>
          <a:xfrm rot="20327678">
            <a:off x="9886649" y="2551519"/>
            <a:ext cx="98779" cy="9710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1" name="文本框 40"/>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1459527313"/>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8"/>
                                        </p:tgtEl>
                                        <p:attrNameLst>
                                          <p:attrName>style.visibility</p:attrName>
                                        </p:attrNameLst>
                                      </p:cBhvr>
                                      <p:to>
                                        <p:strVal val="visible"/>
                                      </p:to>
                                    </p:set>
                                    <p:anim calcmode="lin" valueType="num">
                                      <p:cBhvr>
                                        <p:cTn id="12" dur="500" fill="hold"/>
                                        <p:tgtEl>
                                          <p:spTgt spid="98"/>
                                        </p:tgtEl>
                                        <p:attrNameLst>
                                          <p:attrName>ppt_w</p:attrName>
                                        </p:attrNameLst>
                                      </p:cBhvr>
                                      <p:tavLst>
                                        <p:tav tm="0">
                                          <p:val>
                                            <p:fltVal val="0"/>
                                          </p:val>
                                        </p:tav>
                                        <p:tav tm="100000">
                                          <p:val>
                                            <p:strVal val="#ppt_w"/>
                                          </p:val>
                                        </p:tav>
                                      </p:tavLst>
                                    </p:anim>
                                    <p:anim calcmode="lin" valueType="num">
                                      <p:cBhvr>
                                        <p:cTn id="13" dur="500" fill="hold"/>
                                        <p:tgtEl>
                                          <p:spTgt spid="98"/>
                                        </p:tgtEl>
                                        <p:attrNameLst>
                                          <p:attrName>ppt_h</p:attrName>
                                        </p:attrNameLst>
                                      </p:cBhvr>
                                      <p:tavLst>
                                        <p:tav tm="0">
                                          <p:val>
                                            <p:fltVal val="0"/>
                                          </p:val>
                                        </p:tav>
                                        <p:tav tm="100000">
                                          <p:val>
                                            <p:strVal val="#ppt_h"/>
                                          </p:val>
                                        </p:tav>
                                      </p:tavLst>
                                    </p:anim>
                                    <p:animEffect transition="in" filter="fade">
                                      <p:cBhvr>
                                        <p:cTn id="14" dur="500"/>
                                        <p:tgtEl>
                                          <p:spTgt spid="9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42"/>
                                        </p:tgtEl>
                                        <p:attrNameLst>
                                          <p:attrName>style.visibility</p:attrName>
                                        </p:attrNameLst>
                                      </p:cBhvr>
                                      <p:to>
                                        <p:strVal val="visible"/>
                                      </p:to>
                                    </p:set>
                                    <p:anim calcmode="lin" valueType="num">
                                      <p:cBhvr>
                                        <p:cTn id="17" dur="500" fill="hold"/>
                                        <p:tgtEl>
                                          <p:spTgt spid="142"/>
                                        </p:tgtEl>
                                        <p:attrNameLst>
                                          <p:attrName>ppt_w</p:attrName>
                                        </p:attrNameLst>
                                      </p:cBhvr>
                                      <p:tavLst>
                                        <p:tav tm="0">
                                          <p:val>
                                            <p:fltVal val="0"/>
                                          </p:val>
                                        </p:tav>
                                        <p:tav tm="100000">
                                          <p:val>
                                            <p:strVal val="#ppt_w"/>
                                          </p:val>
                                        </p:tav>
                                      </p:tavLst>
                                    </p:anim>
                                    <p:anim calcmode="lin" valueType="num">
                                      <p:cBhvr>
                                        <p:cTn id="18" dur="500" fill="hold"/>
                                        <p:tgtEl>
                                          <p:spTgt spid="142"/>
                                        </p:tgtEl>
                                        <p:attrNameLst>
                                          <p:attrName>ppt_h</p:attrName>
                                        </p:attrNameLst>
                                      </p:cBhvr>
                                      <p:tavLst>
                                        <p:tav tm="0">
                                          <p:val>
                                            <p:fltVal val="0"/>
                                          </p:val>
                                        </p:tav>
                                        <p:tav tm="100000">
                                          <p:val>
                                            <p:strVal val="#ppt_h"/>
                                          </p:val>
                                        </p:tav>
                                      </p:tavLst>
                                    </p:anim>
                                    <p:animEffect transition="in" filter="fade">
                                      <p:cBhvr>
                                        <p:cTn id="19" dur="500"/>
                                        <p:tgtEl>
                                          <p:spTgt spid="142"/>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43"/>
                                        </p:tgtEl>
                                        <p:attrNameLst>
                                          <p:attrName>style.visibility</p:attrName>
                                        </p:attrNameLst>
                                      </p:cBhvr>
                                      <p:to>
                                        <p:strVal val="visible"/>
                                      </p:to>
                                    </p:set>
                                    <p:anim calcmode="lin" valueType="num">
                                      <p:cBhvr>
                                        <p:cTn id="22" dur="500" fill="hold"/>
                                        <p:tgtEl>
                                          <p:spTgt spid="143"/>
                                        </p:tgtEl>
                                        <p:attrNameLst>
                                          <p:attrName>ppt_w</p:attrName>
                                        </p:attrNameLst>
                                      </p:cBhvr>
                                      <p:tavLst>
                                        <p:tav tm="0">
                                          <p:val>
                                            <p:fltVal val="0"/>
                                          </p:val>
                                        </p:tav>
                                        <p:tav tm="100000">
                                          <p:val>
                                            <p:strVal val="#ppt_w"/>
                                          </p:val>
                                        </p:tav>
                                      </p:tavLst>
                                    </p:anim>
                                    <p:anim calcmode="lin" valueType="num">
                                      <p:cBhvr>
                                        <p:cTn id="23" dur="500" fill="hold"/>
                                        <p:tgtEl>
                                          <p:spTgt spid="143"/>
                                        </p:tgtEl>
                                        <p:attrNameLst>
                                          <p:attrName>ppt_h</p:attrName>
                                        </p:attrNameLst>
                                      </p:cBhvr>
                                      <p:tavLst>
                                        <p:tav tm="0">
                                          <p:val>
                                            <p:fltVal val="0"/>
                                          </p:val>
                                        </p:tav>
                                        <p:tav tm="100000">
                                          <p:val>
                                            <p:strVal val="#ppt_h"/>
                                          </p:val>
                                        </p:tav>
                                      </p:tavLst>
                                    </p:anim>
                                    <p:animEffect transition="in" filter="fade">
                                      <p:cBhvr>
                                        <p:cTn id="24" dur="500"/>
                                        <p:tgtEl>
                                          <p:spTgt spid="143"/>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44"/>
                                        </p:tgtEl>
                                        <p:attrNameLst>
                                          <p:attrName>style.visibility</p:attrName>
                                        </p:attrNameLst>
                                      </p:cBhvr>
                                      <p:to>
                                        <p:strVal val="visible"/>
                                      </p:to>
                                    </p:set>
                                    <p:anim calcmode="lin" valueType="num">
                                      <p:cBhvr>
                                        <p:cTn id="27" dur="500" fill="hold"/>
                                        <p:tgtEl>
                                          <p:spTgt spid="144"/>
                                        </p:tgtEl>
                                        <p:attrNameLst>
                                          <p:attrName>ppt_w</p:attrName>
                                        </p:attrNameLst>
                                      </p:cBhvr>
                                      <p:tavLst>
                                        <p:tav tm="0">
                                          <p:val>
                                            <p:fltVal val="0"/>
                                          </p:val>
                                        </p:tav>
                                        <p:tav tm="100000">
                                          <p:val>
                                            <p:strVal val="#ppt_w"/>
                                          </p:val>
                                        </p:tav>
                                      </p:tavLst>
                                    </p:anim>
                                    <p:anim calcmode="lin" valueType="num">
                                      <p:cBhvr>
                                        <p:cTn id="28" dur="500" fill="hold"/>
                                        <p:tgtEl>
                                          <p:spTgt spid="144"/>
                                        </p:tgtEl>
                                        <p:attrNameLst>
                                          <p:attrName>ppt_h</p:attrName>
                                        </p:attrNameLst>
                                      </p:cBhvr>
                                      <p:tavLst>
                                        <p:tav tm="0">
                                          <p:val>
                                            <p:fltVal val="0"/>
                                          </p:val>
                                        </p:tav>
                                        <p:tav tm="100000">
                                          <p:val>
                                            <p:strVal val="#ppt_h"/>
                                          </p:val>
                                        </p:tav>
                                      </p:tavLst>
                                    </p:anim>
                                    <p:animEffect transition="in" filter="fade">
                                      <p:cBhvr>
                                        <p:cTn id="29" dur="500"/>
                                        <p:tgtEl>
                                          <p:spTgt spid="144"/>
                                        </p:tgtEl>
                                      </p:cBhvr>
                                    </p:animEffect>
                                  </p:childTnLst>
                                </p:cTn>
                              </p:par>
                              <p:par>
                                <p:cTn id="30" presetID="53" presetClass="entr" presetSubtype="16" fill="hold" grpId="0" nodeType="withEffect">
                                  <p:stCondLst>
                                    <p:cond delay="300"/>
                                  </p:stCondLst>
                                  <p:childTnLst>
                                    <p:set>
                                      <p:cBhvr>
                                        <p:cTn id="31" dur="1" fill="hold">
                                          <p:stCondLst>
                                            <p:cond delay="0"/>
                                          </p:stCondLst>
                                        </p:cTn>
                                        <p:tgtEl>
                                          <p:spTgt spid="102"/>
                                        </p:tgtEl>
                                        <p:attrNameLst>
                                          <p:attrName>style.visibility</p:attrName>
                                        </p:attrNameLst>
                                      </p:cBhvr>
                                      <p:to>
                                        <p:strVal val="visible"/>
                                      </p:to>
                                    </p:set>
                                    <p:anim calcmode="lin" valueType="num">
                                      <p:cBhvr>
                                        <p:cTn id="32" dur="500" fill="hold"/>
                                        <p:tgtEl>
                                          <p:spTgt spid="102"/>
                                        </p:tgtEl>
                                        <p:attrNameLst>
                                          <p:attrName>ppt_w</p:attrName>
                                        </p:attrNameLst>
                                      </p:cBhvr>
                                      <p:tavLst>
                                        <p:tav tm="0">
                                          <p:val>
                                            <p:fltVal val="0"/>
                                          </p:val>
                                        </p:tav>
                                        <p:tav tm="100000">
                                          <p:val>
                                            <p:strVal val="#ppt_w"/>
                                          </p:val>
                                        </p:tav>
                                      </p:tavLst>
                                    </p:anim>
                                    <p:anim calcmode="lin" valueType="num">
                                      <p:cBhvr>
                                        <p:cTn id="33" dur="500" fill="hold"/>
                                        <p:tgtEl>
                                          <p:spTgt spid="102"/>
                                        </p:tgtEl>
                                        <p:attrNameLst>
                                          <p:attrName>ppt_h</p:attrName>
                                        </p:attrNameLst>
                                      </p:cBhvr>
                                      <p:tavLst>
                                        <p:tav tm="0">
                                          <p:val>
                                            <p:fltVal val="0"/>
                                          </p:val>
                                        </p:tav>
                                        <p:tav tm="100000">
                                          <p:val>
                                            <p:strVal val="#ppt_h"/>
                                          </p:val>
                                        </p:tav>
                                      </p:tavLst>
                                    </p:anim>
                                    <p:animEffect transition="in" filter="fade">
                                      <p:cBhvr>
                                        <p:cTn id="34" dur="500"/>
                                        <p:tgtEl>
                                          <p:spTgt spid="102"/>
                                        </p:tgtEl>
                                      </p:cBhvr>
                                    </p:animEffect>
                                  </p:childTnLst>
                                </p:cTn>
                              </p:par>
                              <p:par>
                                <p:cTn id="35" presetID="53" presetClass="entr" presetSubtype="16" fill="hold" grpId="0" nodeType="withEffect">
                                  <p:stCondLst>
                                    <p:cond delay="300"/>
                                  </p:stCondLst>
                                  <p:childTnLst>
                                    <p:set>
                                      <p:cBhvr>
                                        <p:cTn id="36" dur="1" fill="hold">
                                          <p:stCondLst>
                                            <p:cond delay="0"/>
                                          </p:stCondLst>
                                        </p:cTn>
                                        <p:tgtEl>
                                          <p:spTgt spid="147"/>
                                        </p:tgtEl>
                                        <p:attrNameLst>
                                          <p:attrName>style.visibility</p:attrName>
                                        </p:attrNameLst>
                                      </p:cBhvr>
                                      <p:to>
                                        <p:strVal val="visible"/>
                                      </p:to>
                                    </p:set>
                                    <p:anim calcmode="lin" valueType="num">
                                      <p:cBhvr>
                                        <p:cTn id="37" dur="500" fill="hold"/>
                                        <p:tgtEl>
                                          <p:spTgt spid="147"/>
                                        </p:tgtEl>
                                        <p:attrNameLst>
                                          <p:attrName>ppt_w</p:attrName>
                                        </p:attrNameLst>
                                      </p:cBhvr>
                                      <p:tavLst>
                                        <p:tav tm="0">
                                          <p:val>
                                            <p:fltVal val="0"/>
                                          </p:val>
                                        </p:tav>
                                        <p:tav tm="100000">
                                          <p:val>
                                            <p:strVal val="#ppt_w"/>
                                          </p:val>
                                        </p:tav>
                                      </p:tavLst>
                                    </p:anim>
                                    <p:anim calcmode="lin" valueType="num">
                                      <p:cBhvr>
                                        <p:cTn id="38" dur="500" fill="hold"/>
                                        <p:tgtEl>
                                          <p:spTgt spid="147"/>
                                        </p:tgtEl>
                                        <p:attrNameLst>
                                          <p:attrName>ppt_h</p:attrName>
                                        </p:attrNameLst>
                                      </p:cBhvr>
                                      <p:tavLst>
                                        <p:tav tm="0">
                                          <p:val>
                                            <p:fltVal val="0"/>
                                          </p:val>
                                        </p:tav>
                                        <p:tav tm="100000">
                                          <p:val>
                                            <p:strVal val="#ppt_h"/>
                                          </p:val>
                                        </p:tav>
                                      </p:tavLst>
                                    </p:anim>
                                    <p:animEffect transition="in" filter="fade">
                                      <p:cBhvr>
                                        <p:cTn id="39" dur="500"/>
                                        <p:tgtEl>
                                          <p:spTgt spid="147"/>
                                        </p:tgtEl>
                                      </p:cBhvr>
                                    </p:animEffect>
                                  </p:childTnLst>
                                </p:cTn>
                              </p:par>
                              <p:par>
                                <p:cTn id="40" presetID="53" presetClass="entr" presetSubtype="16" fill="hold" grpId="0" nodeType="withEffect">
                                  <p:stCondLst>
                                    <p:cond delay="300"/>
                                  </p:stCondLst>
                                  <p:childTnLst>
                                    <p:set>
                                      <p:cBhvr>
                                        <p:cTn id="41" dur="1" fill="hold">
                                          <p:stCondLst>
                                            <p:cond delay="0"/>
                                          </p:stCondLst>
                                        </p:cTn>
                                        <p:tgtEl>
                                          <p:spTgt spid="148"/>
                                        </p:tgtEl>
                                        <p:attrNameLst>
                                          <p:attrName>style.visibility</p:attrName>
                                        </p:attrNameLst>
                                      </p:cBhvr>
                                      <p:to>
                                        <p:strVal val="visible"/>
                                      </p:to>
                                    </p:set>
                                    <p:anim calcmode="lin" valueType="num">
                                      <p:cBhvr>
                                        <p:cTn id="42" dur="500" fill="hold"/>
                                        <p:tgtEl>
                                          <p:spTgt spid="148"/>
                                        </p:tgtEl>
                                        <p:attrNameLst>
                                          <p:attrName>ppt_w</p:attrName>
                                        </p:attrNameLst>
                                      </p:cBhvr>
                                      <p:tavLst>
                                        <p:tav tm="0">
                                          <p:val>
                                            <p:fltVal val="0"/>
                                          </p:val>
                                        </p:tav>
                                        <p:tav tm="100000">
                                          <p:val>
                                            <p:strVal val="#ppt_w"/>
                                          </p:val>
                                        </p:tav>
                                      </p:tavLst>
                                    </p:anim>
                                    <p:anim calcmode="lin" valueType="num">
                                      <p:cBhvr>
                                        <p:cTn id="43" dur="500" fill="hold"/>
                                        <p:tgtEl>
                                          <p:spTgt spid="148"/>
                                        </p:tgtEl>
                                        <p:attrNameLst>
                                          <p:attrName>ppt_h</p:attrName>
                                        </p:attrNameLst>
                                      </p:cBhvr>
                                      <p:tavLst>
                                        <p:tav tm="0">
                                          <p:val>
                                            <p:fltVal val="0"/>
                                          </p:val>
                                        </p:tav>
                                        <p:tav tm="100000">
                                          <p:val>
                                            <p:strVal val="#ppt_h"/>
                                          </p:val>
                                        </p:tav>
                                      </p:tavLst>
                                    </p:anim>
                                    <p:animEffect transition="in" filter="fade">
                                      <p:cBhvr>
                                        <p:cTn id="44" dur="500"/>
                                        <p:tgtEl>
                                          <p:spTgt spid="148"/>
                                        </p:tgtEl>
                                      </p:cBhvr>
                                    </p:animEffect>
                                  </p:childTnLst>
                                </p:cTn>
                              </p:par>
                              <p:par>
                                <p:cTn id="45" presetID="53" presetClass="entr" presetSubtype="16" fill="hold" grpId="0" nodeType="withEffect">
                                  <p:stCondLst>
                                    <p:cond delay="300"/>
                                  </p:stCondLst>
                                  <p:childTnLst>
                                    <p:set>
                                      <p:cBhvr>
                                        <p:cTn id="46" dur="1" fill="hold">
                                          <p:stCondLst>
                                            <p:cond delay="0"/>
                                          </p:stCondLst>
                                        </p:cTn>
                                        <p:tgtEl>
                                          <p:spTgt spid="149"/>
                                        </p:tgtEl>
                                        <p:attrNameLst>
                                          <p:attrName>style.visibility</p:attrName>
                                        </p:attrNameLst>
                                      </p:cBhvr>
                                      <p:to>
                                        <p:strVal val="visible"/>
                                      </p:to>
                                    </p:set>
                                    <p:anim calcmode="lin" valueType="num">
                                      <p:cBhvr>
                                        <p:cTn id="47" dur="500" fill="hold"/>
                                        <p:tgtEl>
                                          <p:spTgt spid="149"/>
                                        </p:tgtEl>
                                        <p:attrNameLst>
                                          <p:attrName>ppt_w</p:attrName>
                                        </p:attrNameLst>
                                      </p:cBhvr>
                                      <p:tavLst>
                                        <p:tav tm="0">
                                          <p:val>
                                            <p:fltVal val="0"/>
                                          </p:val>
                                        </p:tav>
                                        <p:tav tm="100000">
                                          <p:val>
                                            <p:strVal val="#ppt_w"/>
                                          </p:val>
                                        </p:tav>
                                      </p:tavLst>
                                    </p:anim>
                                    <p:anim calcmode="lin" valueType="num">
                                      <p:cBhvr>
                                        <p:cTn id="48" dur="500" fill="hold"/>
                                        <p:tgtEl>
                                          <p:spTgt spid="149"/>
                                        </p:tgtEl>
                                        <p:attrNameLst>
                                          <p:attrName>ppt_h</p:attrName>
                                        </p:attrNameLst>
                                      </p:cBhvr>
                                      <p:tavLst>
                                        <p:tav tm="0">
                                          <p:val>
                                            <p:fltVal val="0"/>
                                          </p:val>
                                        </p:tav>
                                        <p:tav tm="100000">
                                          <p:val>
                                            <p:strVal val="#ppt_h"/>
                                          </p:val>
                                        </p:tav>
                                      </p:tavLst>
                                    </p:anim>
                                    <p:animEffect transition="in" filter="fade">
                                      <p:cBhvr>
                                        <p:cTn id="49" dur="500"/>
                                        <p:tgtEl>
                                          <p:spTgt spid="149"/>
                                        </p:tgtEl>
                                      </p:cBhvr>
                                    </p:animEffect>
                                  </p:childTnLst>
                                </p:cTn>
                              </p:par>
                              <p:par>
                                <p:cTn id="50" presetID="53" presetClass="entr" presetSubtype="16" fill="hold" grpId="0" nodeType="withEffect">
                                  <p:stCondLst>
                                    <p:cond delay="300"/>
                                  </p:stCondLst>
                                  <p:childTnLst>
                                    <p:set>
                                      <p:cBhvr>
                                        <p:cTn id="51" dur="1" fill="hold">
                                          <p:stCondLst>
                                            <p:cond delay="0"/>
                                          </p:stCondLst>
                                        </p:cTn>
                                        <p:tgtEl>
                                          <p:spTgt spid="103"/>
                                        </p:tgtEl>
                                        <p:attrNameLst>
                                          <p:attrName>style.visibility</p:attrName>
                                        </p:attrNameLst>
                                      </p:cBhvr>
                                      <p:to>
                                        <p:strVal val="visible"/>
                                      </p:to>
                                    </p:set>
                                    <p:anim calcmode="lin" valueType="num">
                                      <p:cBhvr>
                                        <p:cTn id="52" dur="500" fill="hold"/>
                                        <p:tgtEl>
                                          <p:spTgt spid="103"/>
                                        </p:tgtEl>
                                        <p:attrNameLst>
                                          <p:attrName>ppt_w</p:attrName>
                                        </p:attrNameLst>
                                      </p:cBhvr>
                                      <p:tavLst>
                                        <p:tav tm="0">
                                          <p:val>
                                            <p:fltVal val="0"/>
                                          </p:val>
                                        </p:tav>
                                        <p:tav tm="100000">
                                          <p:val>
                                            <p:strVal val="#ppt_w"/>
                                          </p:val>
                                        </p:tav>
                                      </p:tavLst>
                                    </p:anim>
                                    <p:anim calcmode="lin" valueType="num">
                                      <p:cBhvr>
                                        <p:cTn id="53" dur="500" fill="hold"/>
                                        <p:tgtEl>
                                          <p:spTgt spid="103"/>
                                        </p:tgtEl>
                                        <p:attrNameLst>
                                          <p:attrName>ppt_h</p:attrName>
                                        </p:attrNameLst>
                                      </p:cBhvr>
                                      <p:tavLst>
                                        <p:tav tm="0">
                                          <p:val>
                                            <p:fltVal val="0"/>
                                          </p:val>
                                        </p:tav>
                                        <p:tav tm="100000">
                                          <p:val>
                                            <p:strVal val="#ppt_h"/>
                                          </p:val>
                                        </p:tav>
                                      </p:tavLst>
                                    </p:anim>
                                    <p:animEffect transition="in" filter="fade">
                                      <p:cBhvr>
                                        <p:cTn id="54" dur="500"/>
                                        <p:tgtEl>
                                          <p:spTgt spid="103"/>
                                        </p:tgtEl>
                                      </p:cBhvr>
                                    </p:animEffect>
                                  </p:childTnLst>
                                </p:cTn>
                              </p:par>
                              <p:par>
                                <p:cTn id="55" presetID="53" presetClass="entr" presetSubtype="16" fill="hold" grpId="0" nodeType="withEffect">
                                  <p:stCondLst>
                                    <p:cond delay="600"/>
                                  </p:stCondLst>
                                  <p:childTnLst>
                                    <p:set>
                                      <p:cBhvr>
                                        <p:cTn id="56" dur="1" fill="hold">
                                          <p:stCondLst>
                                            <p:cond delay="0"/>
                                          </p:stCondLst>
                                        </p:cTn>
                                        <p:tgtEl>
                                          <p:spTgt spid="153"/>
                                        </p:tgtEl>
                                        <p:attrNameLst>
                                          <p:attrName>style.visibility</p:attrName>
                                        </p:attrNameLst>
                                      </p:cBhvr>
                                      <p:to>
                                        <p:strVal val="visible"/>
                                      </p:to>
                                    </p:set>
                                    <p:anim calcmode="lin" valueType="num">
                                      <p:cBhvr>
                                        <p:cTn id="57" dur="500" fill="hold"/>
                                        <p:tgtEl>
                                          <p:spTgt spid="153"/>
                                        </p:tgtEl>
                                        <p:attrNameLst>
                                          <p:attrName>ppt_w</p:attrName>
                                        </p:attrNameLst>
                                      </p:cBhvr>
                                      <p:tavLst>
                                        <p:tav tm="0">
                                          <p:val>
                                            <p:fltVal val="0"/>
                                          </p:val>
                                        </p:tav>
                                        <p:tav tm="100000">
                                          <p:val>
                                            <p:strVal val="#ppt_w"/>
                                          </p:val>
                                        </p:tav>
                                      </p:tavLst>
                                    </p:anim>
                                    <p:anim calcmode="lin" valueType="num">
                                      <p:cBhvr>
                                        <p:cTn id="58" dur="500" fill="hold"/>
                                        <p:tgtEl>
                                          <p:spTgt spid="153"/>
                                        </p:tgtEl>
                                        <p:attrNameLst>
                                          <p:attrName>ppt_h</p:attrName>
                                        </p:attrNameLst>
                                      </p:cBhvr>
                                      <p:tavLst>
                                        <p:tav tm="0">
                                          <p:val>
                                            <p:fltVal val="0"/>
                                          </p:val>
                                        </p:tav>
                                        <p:tav tm="100000">
                                          <p:val>
                                            <p:strVal val="#ppt_h"/>
                                          </p:val>
                                        </p:tav>
                                      </p:tavLst>
                                    </p:anim>
                                    <p:animEffect transition="in" filter="fade">
                                      <p:cBhvr>
                                        <p:cTn id="59" dur="500"/>
                                        <p:tgtEl>
                                          <p:spTgt spid="153"/>
                                        </p:tgtEl>
                                      </p:cBhvr>
                                    </p:animEffect>
                                  </p:childTnLst>
                                </p:cTn>
                              </p:par>
                              <p:par>
                                <p:cTn id="60" presetID="53" presetClass="entr" presetSubtype="16" fill="hold" grpId="0" nodeType="withEffect">
                                  <p:stCondLst>
                                    <p:cond delay="600"/>
                                  </p:stCondLst>
                                  <p:childTnLst>
                                    <p:set>
                                      <p:cBhvr>
                                        <p:cTn id="61" dur="1" fill="hold">
                                          <p:stCondLst>
                                            <p:cond delay="0"/>
                                          </p:stCondLst>
                                        </p:cTn>
                                        <p:tgtEl>
                                          <p:spTgt spid="106"/>
                                        </p:tgtEl>
                                        <p:attrNameLst>
                                          <p:attrName>style.visibility</p:attrName>
                                        </p:attrNameLst>
                                      </p:cBhvr>
                                      <p:to>
                                        <p:strVal val="visible"/>
                                      </p:to>
                                    </p:set>
                                    <p:anim calcmode="lin" valueType="num">
                                      <p:cBhvr>
                                        <p:cTn id="62" dur="500" fill="hold"/>
                                        <p:tgtEl>
                                          <p:spTgt spid="106"/>
                                        </p:tgtEl>
                                        <p:attrNameLst>
                                          <p:attrName>ppt_w</p:attrName>
                                        </p:attrNameLst>
                                      </p:cBhvr>
                                      <p:tavLst>
                                        <p:tav tm="0">
                                          <p:val>
                                            <p:fltVal val="0"/>
                                          </p:val>
                                        </p:tav>
                                        <p:tav tm="100000">
                                          <p:val>
                                            <p:strVal val="#ppt_w"/>
                                          </p:val>
                                        </p:tav>
                                      </p:tavLst>
                                    </p:anim>
                                    <p:anim calcmode="lin" valueType="num">
                                      <p:cBhvr>
                                        <p:cTn id="63" dur="500" fill="hold"/>
                                        <p:tgtEl>
                                          <p:spTgt spid="106"/>
                                        </p:tgtEl>
                                        <p:attrNameLst>
                                          <p:attrName>ppt_h</p:attrName>
                                        </p:attrNameLst>
                                      </p:cBhvr>
                                      <p:tavLst>
                                        <p:tav tm="0">
                                          <p:val>
                                            <p:fltVal val="0"/>
                                          </p:val>
                                        </p:tav>
                                        <p:tav tm="100000">
                                          <p:val>
                                            <p:strVal val="#ppt_h"/>
                                          </p:val>
                                        </p:tav>
                                      </p:tavLst>
                                    </p:anim>
                                    <p:animEffect transition="in" filter="fade">
                                      <p:cBhvr>
                                        <p:cTn id="64" dur="500"/>
                                        <p:tgtEl>
                                          <p:spTgt spid="106"/>
                                        </p:tgtEl>
                                      </p:cBhvr>
                                    </p:animEffect>
                                  </p:childTnLst>
                                </p:cTn>
                              </p:par>
                              <p:par>
                                <p:cTn id="65" presetID="53" presetClass="entr" presetSubtype="16" fill="hold" grpId="0" nodeType="withEffect">
                                  <p:stCondLst>
                                    <p:cond delay="600"/>
                                  </p:stCondLst>
                                  <p:childTnLst>
                                    <p:set>
                                      <p:cBhvr>
                                        <p:cTn id="66" dur="1" fill="hold">
                                          <p:stCondLst>
                                            <p:cond delay="0"/>
                                          </p:stCondLst>
                                        </p:cTn>
                                        <p:tgtEl>
                                          <p:spTgt spid="151"/>
                                        </p:tgtEl>
                                        <p:attrNameLst>
                                          <p:attrName>style.visibility</p:attrName>
                                        </p:attrNameLst>
                                      </p:cBhvr>
                                      <p:to>
                                        <p:strVal val="visible"/>
                                      </p:to>
                                    </p:set>
                                    <p:anim calcmode="lin" valueType="num">
                                      <p:cBhvr>
                                        <p:cTn id="67" dur="500" fill="hold"/>
                                        <p:tgtEl>
                                          <p:spTgt spid="151"/>
                                        </p:tgtEl>
                                        <p:attrNameLst>
                                          <p:attrName>ppt_w</p:attrName>
                                        </p:attrNameLst>
                                      </p:cBhvr>
                                      <p:tavLst>
                                        <p:tav tm="0">
                                          <p:val>
                                            <p:fltVal val="0"/>
                                          </p:val>
                                        </p:tav>
                                        <p:tav tm="100000">
                                          <p:val>
                                            <p:strVal val="#ppt_w"/>
                                          </p:val>
                                        </p:tav>
                                      </p:tavLst>
                                    </p:anim>
                                    <p:anim calcmode="lin" valueType="num">
                                      <p:cBhvr>
                                        <p:cTn id="68" dur="500" fill="hold"/>
                                        <p:tgtEl>
                                          <p:spTgt spid="151"/>
                                        </p:tgtEl>
                                        <p:attrNameLst>
                                          <p:attrName>ppt_h</p:attrName>
                                        </p:attrNameLst>
                                      </p:cBhvr>
                                      <p:tavLst>
                                        <p:tav tm="0">
                                          <p:val>
                                            <p:fltVal val="0"/>
                                          </p:val>
                                        </p:tav>
                                        <p:tav tm="100000">
                                          <p:val>
                                            <p:strVal val="#ppt_h"/>
                                          </p:val>
                                        </p:tav>
                                      </p:tavLst>
                                    </p:anim>
                                    <p:animEffect transition="in" filter="fade">
                                      <p:cBhvr>
                                        <p:cTn id="69" dur="500"/>
                                        <p:tgtEl>
                                          <p:spTgt spid="151"/>
                                        </p:tgtEl>
                                      </p:cBhvr>
                                    </p:animEffect>
                                  </p:childTnLst>
                                </p:cTn>
                              </p:par>
                              <p:par>
                                <p:cTn id="70" presetID="53" presetClass="entr" presetSubtype="16" fill="hold" grpId="0" nodeType="withEffect">
                                  <p:stCondLst>
                                    <p:cond delay="600"/>
                                  </p:stCondLst>
                                  <p:childTnLst>
                                    <p:set>
                                      <p:cBhvr>
                                        <p:cTn id="71" dur="1" fill="hold">
                                          <p:stCondLst>
                                            <p:cond delay="0"/>
                                          </p:stCondLst>
                                        </p:cTn>
                                        <p:tgtEl>
                                          <p:spTgt spid="152"/>
                                        </p:tgtEl>
                                        <p:attrNameLst>
                                          <p:attrName>style.visibility</p:attrName>
                                        </p:attrNameLst>
                                      </p:cBhvr>
                                      <p:to>
                                        <p:strVal val="visible"/>
                                      </p:to>
                                    </p:set>
                                    <p:anim calcmode="lin" valueType="num">
                                      <p:cBhvr>
                                        <p:cTn id="72" dur="500" fill="hold"/>
                                        <p:tgtEl>
                                          <p:spTgt spid="152"/>
                                        </p:tgtEl>
                                        <p:attrNameLst>
                                          <p:attrName>ppt_w</p:attrName>
                                        </p:attrNameLst>
                                      </p:cBhvr>
                                      <p:tavLst>
                                        <p:tav tm="0">
                                          <p:val>
                                            <p:fltVal val="0"/>
                                          </p:val>
                                        </p:tav>
                                        <p:tav tm="100000">
                                          <p:val>
                                            <p:strVal val="#ppt_w"/>
                                          </p:val>
                                        </p:tav>
                                      </p:tavLst>
                                    </p:anim>
                                    <p:anim calcmode="lin" valueType="num">
                                      <p:cBhvr>
                                        <p:cTn id="73" dur="500" fill="hold"/>
                                        <p:tgtEl>
                                          <p:spTgt spid="152"/>
                                        </p:tgtEl>
                                        <p:attrNameLst>
                                          <p:attrName>ppt_h</p:attrName>
                                        </p:attrNameLst>
                                      </p:cBhvr>
                                      <p:tavLst>
                                        <p:tav tm="0">
                                          <p:val>
                                            <p:fltVal val="0"/>
                                          </p:val>
                                        </p:tav>
                                        <p:tav tm="100000">
                                          <p:val>
                                            <p:strVal val="#ppt_h"/>
                                          </p:val>
                                        </p:tav>
                                      </p:tavLst>
                                    </p:anim>
                                    <p:animEffect transition="in" filter="fade">
                                      <p:cBhvr>
                                        <p:cTn id="74" dur="500"/>
                                        <p:tgtEl>
                                          <p:spTgt spid="152"/>
                                        </p:tgtEl>
                                      </p:cBhvr>
                                    </p:animEffect>
                                  </p:childTnLst>
                                </p:cTn>
                              </p:par>
                              <p:par>
                                <p:cTn id="75" presetID="53" presetClass="entr" presetSubtype="16" fill="hold" grpId="0" nodeType="withEffect">
                                  <p:stCondLst>
                                    <p:cond delay="600"/>
                                  </p:stCondLst>
                                  <p:childTnLst>
                                    <p:set>
                                      <p:cBhvr>
                                        <p:cTn id="76" dur="1" fill="hold">
                                          <p:stCondLst>
                                            <p:cond delay="0"/>
                                          </p:stCondLst>
                                        </p:cTn>
                                        <p:tgtEl>
                                          <p:spTgt spid="107"/>
                                        </p:tgtEl>
                                        <p:attrNameLst>
                                          <p:attrName>style.visibility</p:attrName>
                                        </p:attrNameLst>
                                      </p:cBhvr>
                                      <p:to>
                                        <p:strVal val="visible"/>
                                      </p:to>
                                    </p:set>
                                    <p:anim calcmode="lin" valueType="num">
                                      <p:cBhvr>
                                        <p:cTn id="77" dur="500" fill="hold"/>
                                        <p:tgtEl>
                                          <p:spTgt spid="107"/>
                                        </p:tgtEl>
                                        <p:attrNameLst>
                                          <p:attrName>ppt_w</p:attrName>
                                        </p:attrNameLst>
                                      </p:cBhvr>
                                      <p:tavLst>
                                        <p:tav tm="0">
                                          <p:val>
                                            <p:fltVal val="0"/>
                                          </p:val>
                                        </p:tav>
                                        <p:tav tm="100000">
                                          <p:val>
                                            <p:strVal val="#ppt_w"/>
                                          </p:val>
                                        </p:tav>
                                      </p:tavLst>
                                    </p:anim>
                                    <p:anim calcmode="lin" valueType="num">
                                      <p:cBhvr>
                                        <p:cTn id="78" dur="500" fill="hold"/>
                                        <p:tgtEl>
                                          <p:spTgt spid="107"/>
                                        </p:tgtEl>
                                        <p:attrNameLst>
                                          <p:attrName>ppt_h</p:attrName>
                                        </p:attrNameLst>
                                      </p:cBhvr>
                                      <p:tavLst>
                                        <p:tav tm="0">
                                          <p:val>
                                            <p:fltVal val="0"/>
                                          </p:val>
                                        </p:tav>
                                        <p:tav tm="100000">
                                          <p:val>
                                            <p:strVal val="#ppt_h"/>
                                          </p:val>
                                        </p:tav>
                                      </p:tavLst>
                                    </p:anim>
                                    <p:animEffect transition="in" filter="fade">
                                      <p:cBhvr>
                                        <p:cTn id="79" dur="500"/>
                                        <p:tgtEl>
                                          <p:spTgt spid="107"/>
                                        </p:tgtEl>
                                      </p:cBhvr>
                                    </p:animEffect>
                                  </p:childTnLst>
                                </p:cTn>
                              </p:par>
                              <p:par>
                                <p:cTn id="80" presetID="53" presetClass="entr" presetSubtype="16" fill="hold" grpId="0" nodeType="withEffect">
                                  <p:stCondLst>
                                    <p:cond delay="900"/>
                                  </p:stCondLst>
                                  <p:childTnLst>
                                    <p:set>
                                      <p:cBhvr>
                                        <p:cTn id="81" dur="1" fill="hold">
                                          <p:stCondLst>
                                            <p:cond delay="0"/>
                                          </p:stCondLst>
                                        </p:cTn>
                                        <p:tgtEl>
                                          <p:spTgt spid="111"/>
                                        </p:tgtEl>
                                        <p:attrNameLst>
                                          <p:attrName>style.visibility</p:attrName>
                                        </p:attrNameLst>
                                      </p:cBhvr>
                                      <p:to>
                                        <p:strVal val="visible"/>
                                      </p:to>
                                    </p:set>
                                    <p:anim calcmode="lin" valueType="num">
                                      <p:cBhvr>
                                        <p:cTn id="82" dur="500" fill="hold"/>
                                        <p:tgtEl>
                                          <p:spTgt spid="111"/>
                                        </p:tgtEl>
                                        <p:attrNameLst>
                                          <p:attrName>ppt_w</p:attrName>
                                        </p:attrNameLst>
                                      </p:cBhvr>
                                      <p:tavLst>
                                        <p:tav tm="0">
                                          <p:val>
                                            <p:fltVal val="0"/>
                                          </p:val>
                                        </p:tav>
                                        <p:tav tm="100000">
                                          <p:val>
                                            <p:strVal val="#ppt_w"/>
                                          </p:val>
                                        </p:tav>
                                      </p:tavLst>
                                    </p:anim>
                                    <p:anim calcmode="lin" valueType="num">
                                      <p:cBhvr>
                                        <p:cTn id="83" dur="500" fill="hold"/>
                                        <p:tgtEl>
                                          <p:spTgt spid="111"/>
                                        </p:tgtEl>
                                        <p:attrNameLst>
                                          <p:attrName>ppt_h</p:attrName>
                                        </p:attrNameLst>
                                      </p:cBhvr>
                                      <p:tavLst>
                                        <p:tav tm="0">
                                          <p:val>
                                            <p:fltVal val="0"/>
                                          </p:val>
                                        </p:tav>
                                        <p:tav tm="100000">
                                          <p:val>
                                            <p:strVal val="#ppt_h"/>
                                          </p:val>
                                        </p:tav>
                                      </p:tavLst>
                                    </p:anim>
                                    <p:animEffect transition="in" filter="fade">
                                      <p:cBhvr>
                                        <p:cTn id="84" dur="500"/>
                                        <p:tgtEl>
                                          <p:spTgt spid="111"/>
                                        </p:tgtEl>
                                      </p:cBhvr>
                                    </p:animEffect>
                                  </p:childTnLst>
                                </p:cTn>
                              </p:par>
                              <p:par>
                                <p:cTn id="85" presetID="53" presetClass="entr" presetSubtype="16" fill="hold" grpId="0" nodeType="withEffect">
                                  <p:stCondLst>
                                    <p:cond delay="900"/>
                                  </p:stCondLst>
                                  <p:childTnLst>
                                    <p:set>
                                      <p:cBhvr>
                                        <p:cTn id="86" dur="1" fill="hold">
                                          <p:stCondLst>
                                            <p:cond delay="0"/>
                                          </p:stCondLst>
                                        </p:cTn>
                                        <p:tgtEl>
                                          <p:spTgt spid="110"/>
                                        </p:tgtEl>
                                        <p:attrNameLst>
                                          <p:attrName>style.visibility</p:attrName>
                                        </p:attrNameLst>
                                      </p:cBhvr>
                                      <p:to>
                                        <p:strVal val="visible"/>
                                      </p:to>
                                    </p:set>
                                    <p:anim calcmode="lin" valueType="num">
                                      <p:cBhvr>
                                        <p:cTn id="87" dur="500" fill="hold"/>
                                        <p:tgtEl>
                                          <p:spTgt spid="110"/>
                                        </p:tgtEl>
                                        <p:attrNameLst>
                                          <p:attrName>ppt_w</p:attrName>
                                        </p:attrNameLst>
                                      </p:cBhvr>
                                      <p:tavLst>
                                        <p:tav tm="0">
                                          <p:val>
                                            <p:fltVal val="0"/>
                                          </p:val>
                                        </p:tav>
                                        <p:tav tm="100000">
                                          <p:val>
                                            <p:strVal val="#ppt_w"/>
                                          </p:val>
                                        </p:tav>
                                      </p:tavLst>
                                    </p:anim>
                                    <p:anim calcmode="lin" valueType="num">
                                      <p:cBhvr>
                                        <p:cTn id="88" dur="500" fill="hold"/>
                                        <p:tgtEl>
                                          <p:spTgt spid="110"/>
                                        </p:tgtEl>
                                        <p:attrNameLst>
                                          <p:attrName>ppt_h</p:attrName>
                                        </p:attrNameLst>
                                      </p:cBhvr>
                                      <p:tavLst>
                                        <p:tav tm="0">
                                          <p:val>
                                            <p:fltVal val="0"/>
                                          </p:val>
                                        </p:tav>
                                        <p:tav tm="100000">
                                          <p:val>
                                            <p:strVal val="#ppt_h"/>
                                          </p:val>
                                        </p:tav>
                                      </p:tavLst>
                                    </p:anim>
                                    <p:animEffect transition="in" filter="fade">
                                      <p:cBhvr>
                                        <p:cTn id="89" dur="500"/>
                                        <p:tgtEl>
                                          <p:spTgt spid="110"/>
                                        </p:tgtEl>
                                      </p:cBhvr>
                                    </p:animEffect>
                                  </p:childTnLst>
                                </p:cTn>
                              </p:par>
                              <p:par>
                                <p:cTn id="90" presetID="53" presetClass="entr" presetSubtype="16" fill="hold" grpId="0" nodeType="withEffect">
                                  <p:stCondLst>
                                    <p:cond delay="900"/>
                                  </p:stCondLst>
                                  <p:childTnLst>
                                    <p:set>
                                      <p:cBhvr>
                                        <p:cTn id="91" dur="1" fill="hold">
                                          <p:stCondLst>
                                            <p:cond delay="0"/>
                                          </p:stCondLst>
                                        </p:cTn>
                                        <p:tgtEl>
                                          <p:spTgt spid="156"/>
                                        </p:tgtEl>
                                        <p:attrNameLst>
                                          <p:attrName>style.visibility</p:attrName>
                                        </p:attrNameLst>
                                      </p:cBhvr>
                                      <p:to>
                                        <p:strVal val="visible"/>
                                      </p:to>
                                    </p:set>
                                    <p:anim calcmode="lin" valueType="num">
                                      <p:cBhvr>
                                        <p:cTn id="92" dur="500" fill="hold"/>
                                        <p:tgtEl>
                                          <p:spTgt spid="156"/>
                                        </p:tgtEl>
                                        <p:attrNameLst>
                                          <p:attrName>ppt_w</p:attrName>
                                        </p:attrNameLst>
                                      </p:cBhvr>
                                      <p:tavLst>
                                        <p:tav tm="0">
                                          <p:val>
                                            <p:fltVal val="0"/>
                                          </p:val>
                                        </p:tav>
                                        <p:tav tm="100000">
                                          <p:val>
                                            <p:strVal val="#ppt_w"/>
                                          </p:val>
                                        </p:tav>
                                      </p:tavLst>
                                    </p:anim>
                                    <p:anim calcmode="lin" valueType="num">
                                      <p:cBhvr>
                                        <p:cTn id="93" dur="500" fill="hold"/>
                                        <p:tgtEl>
                                          <p:spTgt spid="156"/>
                                        </p:tgtEl>
                                        <p:attrNameLst>
                                          <p:attrName>ppt_h</p:attrName>
                                        </p:attrNameLst>
                                      </p:cBhvr>
                                      <p:tavLst>
                                        <p:tav tm="0">
                                          <p:val>
                                            <p:fltVal val="0"/>
                                          </p:val>
                                        </p:tav>
                                        <p:tav tm="100000">
                                          <p:val>
                                            <p:strVal val="#ppt_h"/>
                                          </p:val>
                                        </p:tav>
                                      </p:tavLst>
                                    </p:anim>
                                    <p:animEffect transition="in" filter="fade">
                                      <p:cBhvr>
                                        <p:cTn id="94" dur="500"/>
                                        <p:tgtEl>
                                          <p:spTgt spid="156"/>
                                        </p:tgtEl>
                                      </p:cBhvr>
                                    </p:animEffect>
                                  </p:childTnLst>
                                </p:cTn>
                              </p:par>
                              <p:par>
                                <p:cTn id="95" presetID="53" presetClass="entr" presetSubtype="16" fill="hold" grpId="0" nodeType="withEffect">
                                  <p:stCondLst>
                                    <p:cond delay="900"/>
                                  </p:stCondLst>
                                  <p:childTnLst>
                                    <p:set>
                                      <p:cBhvr>
                                        <p:cTn id="96" dur="1" fill="hold">
                                          <p:stCondLst>
                                            <p:cond delay="0"/>
                                          </p:stCondLst>
                                        </p:cTn>
                                        <p:tgtEl>
                                          <p:spTgt spid="157"/>
                                        </p:tgtEl>
                                        <p:attrNameLst>
                                          <p:attrName>style.visibility</p:attrName>
                                        </p:attrNameLst>
                                      </p:cBhvr>
                                      <p:to>
                                        <p:strVal val="visible"/>
                                      </p:to>
                                    </p:set>
                                    <p:anim calcmode="lin" valueType="num">
                                      <p:cBhvr>
                                        <p:cTn id="97" dur="500" fill="hold"/>
                                        <p:tgtEl>
                                          <p:spTgt spid="157"/>
                                        </p:tgtEl>
                                        <p:attrNameLst>
                                          <p:attrName>ppt_w</p:attrName>
                                        </p:attrNameLst>
                                      </p:cBhvr>
                                      <p:tavLst>
                                        <p:tav tm="0">
                                          <p:val>
                                            <p:fltVal val="0"/>
                                          </p:val>
                                        </p:tav>
                                        <p:tav tm="100000">
                                          <p:val>
                                            <p:strVal val="#ppt_w"/>
                                          </p:val>
                                        </p:tav>
                                      </p:tavLst>
                                    </p:anim>
                                    <p:anim calcmode="lin" valueType="num">
                                      <p:cBhvr>
                                        <p:cTn id="98" dur="500" fill="hold"/>
                                        <p:tgtEl>
                                          <p:spTgt spid="157"/>
                                        </p:tgtEl>
                                        <p:attrNameLst>
                                          <p:attrName>ppt_h</p:attrName>
                                        </p:attrNameLst>
                                      </p:cBhvr>
                                      <p:tavLst>
                                        <p:tav tm="0">
                                          <p:val>
                                            <p:fltVal val="0"/>
                                          </p:val>
                                        </p:tav>
                                        <p:tav tm="100000">
                                          <p:val>
                                            <p:strVal val="#ppt_h"/>
                                          </p:val>
                                        </p:tav>
                                      </p:tavLst>
                                    </p:anim>
                                    <p:animEffect transition="in" filter="fade">
                                      <p:cBhvr>
                                        <p:cTn id="99" dur="500"/>
                                        <p:tgtEl>
                                          <p:spTgt spid="157"/>
                                        </p:tgtEl>
                                      </p:cBhvr>
                                    </p:animEffect>
                                  </p:childTnLst>
                                </p:cTn>
                              </p:par>
                              <p:par>
                                <p:cTn id="100" presetID="53" presetClass="entr" presetSubtype="16" fill="hold" grpId="0" nodeType="withEffect">
                                  <p:stCondLst>
                                    <p:cond delay="900"/>
                                  </p:stCondLst>
                                  <p:childTnLst>
                                    <p:set>
                                      <p:cBhvr>
                                        <p:cTn id="101" dur="1" fill="hold">
                                          <p:stCondLst>
                                            <p:cond delay="0"/>
                                          </p:stCondLst>
                                        </p:cTn>
                                        <p:tgtEl>
                                          <p:spTgt spid="158"/>
                                        </p:tgtEl>
                                        <p:attrNameLst>
                                          <p:attrName>style.visibility</p:attrName>
                                        </p:attrNameLst>
                                      </p:cBhvr>
                                      <p:to>
                                        <p:strVal val="visible"/>
                                      </p:to>
                                    </p:set>
                                    <p:anim calcmode="lin" valueType="num">
                                      <p:cBhvr>
                                        <p:cTn id="102" dur="500" fill="hold"/>
                                        <p:tgtEl>
                                          <p:spTgt spid="158"/>
                                        </p:tgtEl>
                                        <p:attrNameLst>
                                          <p:attrName>ppt_w</p:attrName>
                                        </p:attrNameLst>
                                      </p:cBhvr>
                                      <p:tavLst>
                                        <p:tav tm="0">
                                          <p:val>
                                            <p:fltVal val="0"/>
                                          </p:val>
                                        </p:tav>
                                        <p:tav tm="100000">
                                          <p:val>
                                            <p:strVal val="#ppt_w"/>
                                          </p:val>
                                        </p:tav>
                                      </p:tavLst>
                                    </p:anim>
                                    <p:anim calcmode="lin" valueType="num">
                                      <p:cBhvr>
                                        <p:cTn id="103" dur="500" fill="hold"/>
                                        <p:tgtEl>
                                          <p:spTgt spid="158"/>
                                        </p:tgtEl>
                                        <p:attrNameLst>
                                          <p:attrName>ppt_h</p:attrName>
                                        </p:attrNameLst>
                                      </p:cBhvr>
                                      <p:tavLst>
                                        <p:tav tm="0">
                                          <p:val>
                                            <p:fltVal val="0"/>
                                          </p:val>
                                        </p:tav>
                                        <p:tav tm="100000">
                                          <p:val>
                                            <p:strVal val="#ppt_h"/>
                                          </p:val>
                                        </p:tav>
                                      </p:tavLst>
                                    </p:anim>
                                    <p:animEffect transition="in" filter="fade">
                                      <p:cBhvr>
                                        <p:cTn id="104" dur="500"/>
                                        <p:tgtEl>
                                          <p:spTgt spid="158"/>
                                        </p:tgtEl>
                                      </p:cBhvr>
                                    </p:animEffect>
                                  </p:childTnLst>
                                </p:cTn>
                              </p:par>
                            </p:childTnLst>
                          </p:cTn>
                        </p:par>
                        <p:par>
                          <p:cTn id="105" fill="hold" nodeType="afterGroup">
                            <p:stCondLst>
                              <p:cond delay="1400"/>
                            </p:stCondLst>
                            <p:childTnLst>
                              <p:par>
                                <p:cTn id="106" presetID="2" presetClass="entr" presetSubtype="4" decel="100000" fill="hold" nodeType="afterEffect">
                                  <p:stCondLst>
                                    <p:cond delay="0"/>
                                  </p:stCondLst>
                                  <p:childTnLst>
                                    <p:set>
                                      <p:cBhvr>
                                        <p:cTn id="107" dur="1" fill="hold">
                                          <p:stCondLst>
                                            <p:cond delay="0"/>
                                          </p:stCondLst>
                                        </p:cTn>
                                        <p:tgtEl>
                                          <p:spTgt spid="163"/>
                                        </p:tgtEl>
                                        <p:attrNameLst>
                                          <p:attrName>style.visibility</p:attrName>
                                        </p:attrNameLst>
                                      </p:cBhvr>
                                      <p:to>
                                        <p:strVal val="visible"/>
                                      </p:to>
                                    </p:set>
                                    <p:anim calcmode="lin" valueType="num">
                                      <p:cBhvr additive="base">
                                        <p:cTn id="108" dur="500" fill="hold"/>
                                        <p:tgtEl>
                                          <p:spTgt spid="163"/>
                                        </p:tgtEl>
                                        <p:attrNameLst>
                                          <p:attrName>ppt_x</p:attrName>
                                        </p:attrNameLst>
                                      </p:cBhvr>
                                      <p:tavLst>
                                        <p:tav tm="0">
                                          <p:val>
                                            <p:strVal val="#ppt_x"/>
                                          </p:val>
                                        </p:tav>
                                        <p:tav tm="100000">
                                          <p:val>
                                            <p:strVal val="#ppt_x"/>
                                          </p:val>
                                        </p:tav>
                                      </p:tavLst>
                                    </p:anim>
                                    <p:anim calcmode="lin" valueType="num">
                                      <p:cBhvr additive="base">
                                        <p:cTn id="109" dur="500" fill="hold"/>
                                        <p:tgtEl>
                                          <p:spTgt spid="163"/>
                                        </p:tgtEl>
                                        <p:attrNameLst>
                                          <p:attrName>ppt_y</p:attrName>
                                        </p:attrNameLst>
                                      </p:cBhvr>
                                      <p:tavLst>
                                        <p:tav tm="0">
                                          <p:val>
                                            <p:strVal val="1+#ppt_h/2"/>
                                          </p:val>
                                        </p:tav>
                                        <p:tav tm="100000">
                                          <p:val>
                                            <p:strVal val="#ppt_y"/>
                                          </p:val>
                                        </p:tav>
                                      </p:tavLst>
                                    </p:anim>
                                  </p:childTnLst>
                                </p:cTn>
                              </p:par>
                              <p:par>
                                <p:cTn id="110" presetID="2" presetClass="entr" presetSubtype="4" decel="100000" fill="hold" nodeType="withEffect">
                                  <p:stCondLst>
                                    <p:cond delay="200"/>
                                  </p:stCondLst>
                                  <p:childTnLst>
                                    <p:set>
                                      <p:cBhvr>
                                        <p:cTn id="111" dur="1" fill="hold">
                                          <p:stCondLst>
                                            <p:cond delay="0"/>
                                          </p:stCondLst>
                                        </p:cTn>
                                        <p:tgtEl>
                                          <p:spTgt spid="165"/>
                                        </p:tgtEl>
                                        <p:attrNameLst>
                                          <p:attrName>style.visibility</p:attrName>
                                        </p:attrNameLst>
                                      </p:cBhvr>
                                      <p:to>
                                        <p:strVal val="visible"/>
                                      </p:to>
                                    </p:set>
                                    <p:anim calcmode="lin" valueType="num">
                                      <p:cBhvr additive="base">
                                        <p:cTn id="112" dur="500" fill="hold"/>
                                        <p:tgtEl>
                                          <p:spTgt spid="165"/>
                                        </p:tgtEl>
                                        <p:attrNameLst>
                                          <p:attrName>ppt_x</p:attrName>
                                        </p:attrNameLst>
                                      </p:cBhvr>
                                      <p:tavLst>
                                        <p:tav tm="0">
                                          <p:val>
                                            <p:strVal val="#ppt_x"/>
                                          </p:val>
                                        </p:tav>
                                        <p:tav tm="100000">
                                          <p:val>
                                            <p:strVal val="#ppt_x"/>
                                          </p:val>
                                        </p:tav>
                                      </p:tavLst>
                                    </p:anim>
                                    <p:anim calcmode="lin" valueType="num">
                                      <p:cBhvr additive="base">
                                        <p:cTn id="113" dur="500" fill="hold"/>
                                        <p:tgtEl>
                                          <p:spTgt spid="165"/>
                                        </p:tgtEl>
                                        <p:attrNameLst>
                                          <p:attrName>ppt_y</p:attrName>
                                        </p:attrNameLst>
                                      </p:cBhvr>
                                      <p:tavLst>
                                        <p:tav tm="0">
                                          <p:val>
                                            <p:strVal val="1+#ppt_h/2"/>
                                          </p:val>
                                        </p:tav>
                                        <p:tav tm="100000">
                                          <p:val>
                                            <p:strVal val="#ppt_y"/>
                                          </p:val>
                                        </p:tav>
                                      </p:tavLst>
                                    </p:anim>
                                  </p:childTnLst>
                                </p:cTn>
                              </p:par>
                              <p:par>
                                <p:cTn id="114" presetID="2" presetClass="entr" presetSubtype="4" decel="100000" fill="hold" nodeType="withEffect">
                                  <p:stCondLst>
                                    <p:cond delay="400"/>
                                  </p:stCondLst>
                                  <p:childTnLst>
                                    <p:set>
                                      <p:cBhvr>
                                        <p:cTn id="115" dur="1" fill="hold">
                                          <p:stCondLst>
                                            <p:cond delay="0"/>
                                          </p:stCondLst>
                                        </p:cTn>
                                        <p:tgtEl>
                                          <p:spTgt spid="167"/>
                                        </p:tgtEl>
                                        <p:attrNameLst>
                                          <p:attrName>style.visibility</p:attrName>
                                        </p:attrNameLst>
                                      </p:cBhvr>
                                      <p:to>
                                        <p:strVal val="visible"/>
                                      </p:to>
                                    </p:set>
                                    <p:anim calcmode="lin" valueType="num">
                                      <p:cBhvr additive="base">
                                        <p:cTn id="116" dur="500" fill="hold"/>
                                        <p:tgtEl>
                                          <p:spTgt spid="167"/>
                                        </p:tgtEl>
                                        <p:attrNameLst>
                                          <p:attrName>ppt_x</p:attrName>
                                        </p:attrNameLst>
                                      </p:cBhvr>
                                      <p:tavLst>
                                        <p:tav tm="0">
                                          <p:val>
                                            <p:strVal val="#ppt_x"/>
                                          </p:val>
                                        </p:tav>
                                        <p:tav tm="100000">
                                          <p:val>
                                            <p:strVal val="#ppt_x"/>
                                          </p:val>
                                        </p:tav>
                                      </p:tavLst>
                                    </p:anim>
                                    <p:anim calcmode="lin" valueType="num">
                                      <p:cBhvr additive="base">
                                        <p:cTn id="117" dur="500" fill="hold"/>
                                        <p:tgtEl>
                                          <p:spTgt spid="167"/>
                                        </p:tgtEl>
                                        <p:attrNameLst>
                                          <p:attrName>ppt_y</p:attrName>
                                        </p:attrNameLst>
                                      </p:cBhvr>
                                      <p:tavLst>
                                        <p:tav tm="0">
                                          <p:val>
                                            <p:strVal val="1+#ppt_h/2"/>
                                          </p:val>
                                        </p:tav>
                                        <p:tav tm="100000">
                                          <p:val>
                                            <p:strVal val="#ppt_y"/>
                                          </p:val>
                                        </p:tav>
                                      </p:tavLst>
                                    </p:anim>
                                  </p:childTnLst>
                                </p:cTn>
                              </p:par>
                              <p:par>
                                <p:cTn id="118" presetID="2" presetClass="entr" presetSubtype="4" decel="100000" fill="hold" nodeType="withEffect">
                                  <p:stCondLst>
                                    <p:cond delay="600"/>
                                  </p:stCondLst>
                                  <p:childTnLst>
                                    <p:set>
                                      <p:cBhvr>
                                        <p:cTn id="119" dur="1" fill="hold">
                                          <p:stCondLst>
                                            <p:cond delay="0"/>
                                          </p:stCondLst>
                                        </p:cTn>
                                        <p:tgtEl>
                                          <p:spTgt spid="169"/>
                                        </p:tgtEl>
                                        <p:attrNameLst>
                                          <p:attrName>style.visibility</p:attrName>
                                        </p:attrNameLst>
                                      </p:cBhvr>
                                      <p:to>
                                        <p:strVal val="visible"/>
                                      </p:to>
                                    </p:set>
                                    <p:anim calcmode="lin" valueType="num">
                                      <p:cBhvr additive="base">
                                        <p:cTn id="120" dur="500" fill="hold"/>
                                        <p:tgtEl>
                                          <p:spTgt spid="169"/>
                                        </p:tgtEl>
                                        <p:attrNameLst>
                                          <p:attrName>ppt_x</p:attrName>
                                        </p:attrNameLst>
                                      </p:cBhvr>
                                      <p:tavLst>
                                        <p:tav tm="0">
                                          <p:val>
                                            <p:strVal val="#ppt_x"/>
                                          </p:val>
                                        </p:tav>
                                        <p:tav tm="100000">
                                          <p:val>
                                            <p:strVal val="#ppt_x"/>
                                          </p:val>
                                        </p:tav>
                                      </p:tavLst>
                                    </p:anim>
                                    <p:anim calcmode="lin" valueType="num">
                                      <p:cBhvr additive="base">
                                        <p:cTn id="121" dur="500" fill="hold"/>
                                        <p:tgtEl>
                                          <p:spTgt spid="169"/>
                                        </p:tgtEl>
                                        <p:attrNameLst>
                                          <p:attrName>ppt_y</p:attrName>
                                        </p:attrNameLst>
                                      </p:cBhvr>
                                      <p:tavLst>
                                        <p:tav tm="0">
                                          <p:val>
                                            <p:strVal val="1+#ppt_h/2"/>
                                          </p:val>
                                        </p:tav>
                                        <p:tav tm="100000">
                                          <p:val>
                                            <p:strVal val="#ppt_y"/>
                                          </p:val>
                                        </p:tav>
                                      </p:tavLst>
                                    </p:anim>
                                  </p:childTnLst>
                                </p:cTn>
                              </p:par>
                            </p:childTnLst>
                          </p:cTn>
                        </p:par>
                        <p:par>
                          <p:cTn id="122" fill="hold" nodeType="afterGroup">
                            <p:stCondLst>
                              <p:cond delay="2500"/>
                            </p:stCondLst>
                            <p:childTnLst>
                              <p:par>
                                <p:cTn id="123" presetID="22" presetClass="entr" presetSubtype="8" fill="hold" nodeType="afterEffect">
                                  <p:stCondLst>
                                    <p:cond delay="0"/>
                                  </p:stCondLst>
                                  <p:childTnLst>
                                    <p:set>
                                      <p:cBhvr>
                                        <p:cTn id="124" dur="1" fill="hold">
                                          <p:stCondLst>
                                            <p:cond delay="0"/>
                                          </p:stCondLst>
                                        </p:cTn>
                                        <p:tgtEl>
                                          <p:spTgt spid="141"/>
                                        </p:tgtEl>
                                        <p:attrNameLst>
                                          <p:attrName>style.visibility</p:attrName>
                                        </p:attrNameLst>
                                      </p:cBhvr>
                                      <p:to>
                                        <p:strVal val="visible"/>
                                      </p:to>
                                    </p:set>
                                    <p:animEffect transition="in" filter="wipe(left)">
                                      <p:cBhvr>
                                        <p:cTn id="125"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8" grpId="0">
        <p:bldAsOne/>
      </p:bldGraphic>
      <p:bldP spid="8" grpId="0"/>
      <p:bldP spid="142" grpId="0" animBg="1"/>
      <p:bldP spid="143" grpId="0" animBg="1"/>
      <p:bldP spid="144" grpId="0" animBg="1"/>
      <p:bldP spid="102" grpId="0"/>
      <p:bldGraphic spid="103" grpId="0">
        <p:bldAsOne/>
      </p:bldGraphic>
      <p:bldGraphic spid="107" grpId="0">
        <p:bldAsOne/>
      </p:bldGraphic>
      <p:bldGraphic spid="111" grpId="0">
        <p:bldAsOne/>
      </p:bldGraphic>
      <p:bldP spid="147" grpId="0" animBg="1"/>
      <p:bldP spid="148" grpId="0" animBg="1"/>
      <p:bldP spid="149" grpId="0" animBg="1"/>
      <p:bldP spid="153" grpId="0" animBg="1"/>
      <p:bldP spid="106" grpId="0"/>
      <p:bldP spid="110" grpId="0"/>
      <p:bldP spid="151" grpId="0" animBg="1"/>
      <p:bldP spid="152" grpId="0" animBg="1"/>
      <p:bldP spid="156" grpId="0" animBg="1"/>
      <p:bldP spid="157" grpId="0" animBg="1"/>
      <p:bldP spid="158"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FA828987-4274-4168-9207-35F67700B711}"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96</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29" name="组合 28"/>
          <p:cNvGrpSpPr>
            <a:grpSpLocks/>
          </p:cNvGrpSpPr>
          <p:nvPr/>
        </p:nvGrpSpPr>
        <p:grpSpPr bwMode="auto">
          <a:xfrm>
            <a:off x="1225886" y="5329058"/>
            <a:ext cx="10262996" cy="1327661"/>
            <a:chOff x="1444608" y="836515"/>
            <a:chExt cx="9731392" cy="1259732"/>
          </a:xfrm>
        </p:grpSpPr>
        <p:sp>
          <p:nvSpPr>
            <p:cNvPr id="30" name="矩形 29"/>
            <p:cNvSpPr/>
            <p:nvPr/>
          </p:nvSpPr>
          <p:spPr bwMode="auto">
            <a:xfrm>
              <a:off x="1543033" y="836515"/>
              <a:ext cx="9632967" cy="1259732"/>
            </a:xfrm>
            <a:prstGeom prst="rect">
              <a:avLst/>
            </a:prstGeom>
            <a:solidFill>
              <a:schemeClr val="accent4">
                <a:alpha val="18000"/>
              </a:schemeClr>
            </a:solidFill>
            <a:ln>
              <a:noFill/>
            </a:ln>
          </p:spPr>
          <p:txBody>
            <a:bodyPr/>
            <a:lstStyle/>
            <a:p>
              <a:pPr algn="ct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grpSp>
          <p:nvGrpSpPr>
            <p:cNvPr id="24627" name="组合 30"/>
            <p:cNvGrpSpPr>
              <a:grpSpLocks/>
            </p:cNvGrpSpPr>
            <p:nvPr/>
          </p:nvGrpSpPr>
          <p:grpSpPr bwMode="auto">
            <a:xfrm>
              <a:off x="1444608" y="836515"/>
              <a:ext cx="9256729" cy="1259732"/>
              <a:chOff x="1104129" y="5270499"/>
              <a:chExt cx="9256729" cy="1259732"/>
            </a:xfrm>
          </p:grpSpPr>
          <p:sp>
            <p:nvSpPr>
              <p:cNvPr id="32" name="文本框 31"/>
              <p:cNvSpPr txBox="1"/>
              <p:nvPr/>
            </p:nvSpPr>
            <p:spPr>
              <a:xfrm>
                <a:off x="1359717" y="5375344"/>
                <a:ext cx="2486976" cy="395578"/>
              </a:xfrm>
              <a:prstGeom prst="rect">
                <a:avLst/>
              </a:prstGeom>
              <a:noFill/>
            </p:spPr>
            <p:txBody>
              <a:bodyPr wrap="none">
                <a:spAutoFit/>
              </a:bodyPr>
              <a:lstStyle/>
              <a:p>
                <a:pPr fontAlgn="auto">
                  <a:spcBef>
                    <a:spcPts val="0"/>
                  </a:spcBef>
                  <a:spcAft>
                    <a:spcPts val="0"/>
                  </a:spcAft>
                  <a:defRPr/>
                </a:pPr>
                <a:r>
                  <a:rPr lang="zh-CN" altLang="en-US" sz="2109" dirty="0">
                    <a:solidFill>
                      <a:schemeClr val="tx1">
                        <a:lumMod val="75000"/>
                        <a:lumOff val="25000"/>
                      </a:schemeClr>
                    </a:solidFill>
                    <a:latin typeface="微软雅黑 Light" panose="020B0502040204020203" pitchFamily="34" charset="-122"/>
                    <a:ea typeface="微软雅黑 Light" panose="020B0502040204020203" pitchFamily="34" charset="-122"/>
                    <a:cs typeface="Arial" panose="020B0604020202020204" pitchFamily="34" charset="0"/>
                  </a:rPr>
                  <a:t>在这里输入文字信息</a:t>
                </a:r>
              </a:p>
            </p:txBody>
          </p:sp>
          <p:grpSp>
            <p:nvGrpSpPr>
              <p:cNvPr id="24629" name="组合 32"/>
              <p:cNvGrpSpPr>
                <a:grpSpLocks/>
              </p:cNvGrpSpPr>
              <p:nvPr/>
            </p:nvGrpSpPr>
            <p:grpSpPr bwMode="auto">
              <a:xfrm>
                <a:off x="1104129" y="5270499"/>
                <a:ext cx="9256729" cy="1259732"/>
                <a:chOff x="1104129" y="5270499"/>
                <a:chExt cx="9256729" cy="1259732"/>
              </a:xfrm>
            </p:grpSpPr>
            <p:sp>
              <p:nvSpPr>
                <p:cNvPr id="34" name="矩形 33"/>
                <p:cNvSpPr/>
                <p:nvPr/>
              </p:nvSpPr>
              <p:spPr>
                <a:xfrm>
                  <a:off x="1104129" y="5270499"/>
                  <a:ext cx="98425" cy="12597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Arial" panose="020B0604020202020204" pitchFamily="34" charset="0"/>
                    <a:cs typeface="Arial" panose="020B0604020202020204" pitchFamily="34" charset="0"/>
                  </a:endParaRPr>
                </a:p>
              </p:txBody>
            </p:sp>
            <p:sp>
              <p:nvSpPr>
                <p:cNvPr id="35" name="矩形 34"/>
                <p:cNvSpPr/>
                <p:nvPr/>
              </p:nvSpPr>
              <p:spPr>
                <a:xfrm>
                  <a:off x="1383529" y="5794726"/>
                  <a:ext cx="8977329" cy="734089"/>
                </a:xfrm>
                <a:prstGeom prst="rect">
                  <a:avLst/>
                </a:prstGeom>
              </p:spPr>
              <p:txBody>
                <a:bodyPr>
                  <a:spAutoFit/>
                </a:bodyPr>
                <a:lstStyle/>
                <a:p>
                  <a:pPr fontAlgn="auto">
                    <a:spcBef>
                      <a:spcPts val="0"/>
                    </a:spcBef>
                    <a:spcAft>
                      <a:spcPts val="0"/>
                    </a:spcAft>
                    <a:defRPr/>
                  </a:pPr>
                  <a:r>
                    <a:rPr lang="en-US" altLang="zh-CN" sz="1476" dirty="0">
                      <a:solidFill>
                        <a:schemeClr val="tx1">
                          <a:lumMod val="65000"/>
                          <a:lumOff val="35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a:p>
                  <a:pPr fontAlgn="auto">
                    <a:spcBef>
                      <a:spcPts val="0"/>
                    </a:spcBef>
                    <a:spcAft>
                      <a:spcPts val="0"/>
                    </a:spcAft>
                    <a:defRPr/>
                  </a:pPr>
                  <a:endParaRPr lang="en-US" altLang="zh-CN" sz="1476" dirty="0">
                    <a:solidFill>
                      <a:schemeClr val="tx1">
                        <a:lumMod val="65000"/>
                        <a:lumOff val="35000"/>
                      </a:schemeClr>
                    </a:solidFill>
                    <a:latin typeface="微软雅黑 Light" panose="020B0502040204020203" pitchFamily="34" charset="-122"/>
                    <a:ea typeface="微软雅黑 Light" panose="020B0502040204020203" pitchFamily="34" charset="-122"/>
                  </a:endParaRPr>
                </a:p>
              </p:txBody>
            </p:sp>
          </p:grpSp>
        </p:grpSp>
      </p:grpSp>
      <p:grpSp>
        <p:nvGrpSpPr>
          <p:cNvPr id="74" name="组合 73"/>
          <p:cNvGrpSpPr>
            <a:grpSpLocks/>
          </p:cNvGrpSpPr>
          <p:nvPr/>
        </p:nvGrpSpPr>
        <p:grpSpPr bwMode="auto">
          <a:xfrm>
            <a:off x="1654487" y="944263"/>
            <a:ext cx="9522989" cy="4249182"/>
            <a:chOff x="1567998" y="894805"/>
            <a:chExt cx="9029701" cy="4029076"/>
          </a:xfrm>
        </p:grpSpPr>
        <p:grpSp>
          <p:nvGrpSpPr>
            <p:cNvPr id="24596" name="组合 72"/>
            <p:cNvGrpSpPr>
              <a:grpSpLocks/>
            </p:cNvGrpSpPr>
            <p:nvPr/>
          </p:nvGrpSpPr>
          <p:grpSpPr bwMode="auto">
            <a:xfrm>
              <a:off x="1567998" y="894805"/>
              <a:ext cx="9029701" cy="4029076"/>
              <a:chOff x="1567998" y="894805"/>
              <a:chExt cx="9029701" cy="4029076"/>
            </a:xfrm>
          </p:grpSpPr>
          <p:grpSp>
            <p:nvGrpSpPr>
              <p:cNvPr id="24601" name="组合 5"/>
              <p:cNvGrpSpPr>
                <a:grpSpLocks/>
              </p:cNvGrpSpPr>
              <p:nvPr/>
            </p:nvGrpSpPr>
            <p:grpSpPr bwMode="auto">
              <a:xfrm>
                <a:off x="1567998" y="894805"/>
                <a:ext cx="9029701" cy="4029076"/>
                <a:chOff x="1581150" y="1414463"/>
                <a:chExt cx="9029701" cy="4029076"/>
              </a:xfrm>
            </p:grpSpPr>
            <p:sp>
              <p:nvSpPr>
                <p:cNvPr id="7" name="Oval 5"/>
                <p:cNvSpPr>
                  <a:spLocks noChangeArrowheads="1"/>
                </p:cNvSpPr>
                <p:nvPr/>
              </p:nvSpPr>
              <p:spPr bwMode="auto">
                <a:xfrm>
                  <a:off x="8793164" y="2528888"/>
                  <a:ext cx="1817687" cy="181610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8" name="Freeform 6"/>
                <p:cNvSpPr>
                  <a:spLocks/>
                </p:cNvSpPr>
                <p:nvPr/>
              </p:nvSpPr>
              <p:spPr bwMode="auto">
                <a:xfrm>
                  <a:off x="8113714" y="2287588"/>
                  <a:ext cx="1330325" cy="1500188"/>
                </a:xfrm>
                <a:custGeom>
                  <a:avLst/>
                  <a:gdLst>
                    <a:gd name="T0" fmla="*/ 354 w 354"/>
                    <a:gd name="T1" fmla="*/ 74 h 399"/>
                    <a:gd name="T2" fmla="*/ 175 w 354"/>
                    <a:gd name="T3" fmla="*/ 0 h 399"/>
                    <a:gd name="T4" fmla="*/ 0 w 354"/>
                    <a:gd name="T5" fmla="*/ 333 h 399"/>
                    <a:gd name="T6" fmla="*/ 200 w 354"/>
                    <a:gd name="T7" fmla="*/ 399 h 399"/>
                    <a:gd name="T8" fmla="*/ 354 w 354"/>
                    <a:gd name="T9" fmla="*/ 74 h 399"/>
                  </a:gdLst>
                  <a:ahLst/>
                  <a:cxnLst>
                    <a:cxn ang="0">
                      <a:pos x="T0" y="T1"/>
                    </a:cxn>
                    <a:cxn ang="0">
                      <a:pos x="T2" y="T3"/>
                    </a:cxn>
                    <a:cxn ang="0">
                      <a:pos x="T4" y="T5"/>
                    </a:cxn>
                    <a:cxn ang="0">
                      <a:pos x="T6" y="T7"/>
                    </a:cxn>
                    <a:cxn ang="0">
                      <a:pos x="T8" y="T9"/>
                    </a:cxn>
                  </a:cxnLst>
                  <a:rect l="0" t="0" r="r" b="b"/>
                  <a:pathLst>
                    <a:path w="354" h="399">
                      <a:moveTo>
                        <a:pt x="354" y="74"/>
                      </a:moveTo>
                      <a:cubicBezTo>
                        <a:pt x="354" y="74"/>
                        <a:pt x="217" y="128"/>
                        <a:pt x="175" y="0"/>
                      </a:cubicBezTo>
                      <a:cubicBezTo>
                        <a:pt x="0" y="333"/>
                        <a:pt x="0" y="333"/>
                        <a:pt x="0" y="333"/>
                      </a:cubicBezTo>
                      <a:cubicBezTo>
                        <a:pt x="0" y="333"/>
                        <a:pt x="132" y="270"/>
                        <a:pt x="200" y="399"/>
                      </a:cubicBezTo>
                      <a:lnTo>
                        <a:pt x="354" y="7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24614" name="Oval 7"/>
                <p:cNvSpPr>
                  <a:spLocks noChangeArrowheads="1"/>
                </p:cNvSpPr>
                <p:nvPr/>
              </p:nvSpPr>
              <p:spPr bwMode="auto">
                <a:xfrm>
                  <a:off x="8921750" y="2652713"/>
                  <a:ext cx="1565275" cy="156845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sp>
              <p:nvSpPr>
                <p:cNvPr id="10" name="Freeform 8"/>
                <p:cNvSpPr>
                  <a:spLocks/>
                </p:cNvSpPr>
                <p:nvPr/>
              </p:nvSpPr>
              <p:spPr bwMode="auto">
                <a:xfrm>
                  <a:off x="8113714" y="2287588"/>
                  <a:ext cx="819150" cy="1252538"/>
                </a:xfrm>
                <a:custGeom>
                  <a:avLst/>
                  <a:gdLst>
                    <a:gd name="T0" fmla="*/ 175 w 218"/>
                    <a:gd name="T1" fmla="*/ 0 h 333"/>
                    <a:gd name="T2" fmla="*/ 0 w 218"/>
                    <a:gd name="T3" fmla="*/ 333 h 333"/>
                    <a:gd name="T4" fmla="*/ 94 w 218"/>
                    <a:gd name="T5" fmla="*/ 319 h 333"/>
                    <a:gd name="T6" fmla="*/ 218 w 218"/>
                    <a:gd name="T7" fmla="*/ 64 h 333"/>
                    <a:gd name="T8" fmla="*/ 175 w 218"/>
                    <a:gd name="T9" fmla="*/ 0 h 333"/>
                  </a:gdLst>
                  <a:ahLst/>
                  <a:cxnLst>
                    <a:cxn ang="0">
                      <a:pos x="T0" y="T1"/>
                    </a:cxn>
                    <a:cxn ang="0">
                      <a:pos x="T2" y="T3"/>
                    </a:cxn>
                    <a:cxn ang="0">
                      <a:pos x="T4" y="T5"/>
                    </a:cxn>
                    <a:cxn ang="0">
                      <a:pos x="T6" y="T7"/>
                    </a:cxn>
                    <a:cxn ang="0">
                      <a:pos x="T8" y="T9"/>
                    </a:cxn>
                  </a:cxnLst>
                  <a:rect l="0" t="0" r="r" b="b"/>
                  <a:pathLst>
                    <a:path w="218" h="333">
                      <a:moveTo>
                        <a:pt x="175" y="0"/>
                      </a:moveTo>
                      <a:cubicBezTo>
                        <a:pt x="0" y="333"/>
                        <a:pt x="0" y="333"/>
                        <a:pt x="0" y="333"/>
                      </a:cubicBezTo>
                      <a:cubicBezTo>
                        <a:pt x="0" y="333"/>
                        <a:pt x="44" y="312"/>
                        <a:pt x="94" y="319"/>
                      </a:cubicBezTo>
                      <a:cubicBezTo>
                        <a:pt x="169" y="259"/>
                        <a:pt x="217" y="167"/>
                        <a:pt x="218" y="64"/>
                      </a:cubicBezTo>
                      <a:cubicBezTo>
                        <a:pt x="200" y="51"/>
                        <a:pt x="185" y="31"/>
                        <a:pt x="175" y="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11" name="Oval 9"/>
                <p:cNvSpPr>
                  <a:spLocks noChangeArrowheads="1"/>
                </p:cNvSpPr>
                <p:nvPr/>
              </p:nvSpPr>
              <p:spPr bwMode="auto">
                <a:xfrm>
                  <a:off x="6589714" y="1414463"/>
                  <a:ext cx="2203450" cy="22129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12" name="Freeform 10"/>
                <p:cNvSpPr>
                  <a:spLocks/>
                </p:cNvSpPr>
                <p:nvPr/>
              </p:nvSpPr>
              <p:spPr bwMode="auto">
                <a:xfrm>
                  <a:off x="5846763" y="2493963"/>
                  <a:ext cx="1722437" cy="1633538"/>
                </a:xfrm>
                <a:custGeom>
                  <a:avLst/>
                  <a:gdLst>
                    <a:gd name="T0" fmla="*/ 198 w 459"/>
                    <a:gd name="T1" fmla="*/ 0 h 434"/>
                    <a:gd name="T2" fmla="*/ 0 w 459"/>
                    <a:gd name="T3" fmla="*/ 138 h 434"/>
                    <a:gd name="T4" fmla="*/ 198 w 459"/>
                    <a:gd name="T5" fmla="*/ 375 h 434"/>
                    <a:gd name="T6" fmla="*/ 289 w 459"/>
                    <a:gd name="T7" fmla="*/ 434 h 434"/>
                    <a:gd name="T8" fmla="*/ 459 w 459"/>
                    <a:gd name="T9" fmla="*/ 299 h 434"/>
                    <a:gd name="T10" fmla="*/ 198 w 459"/>
                    <a:gd name="T11" fmla="*/ 0 h 434"/>
                  </a:gdLst>
                  <a:ahLst/>
                  <a:cxnLst>
                    <a:cxn ang="0">
                      <a:pos x="T0" y="T1"/>
                    </a:cxn>
                    <a:cxn ang="0">
                      <a:pos x="T2" y="T3"/>
                    </a:cxn>
                    <a:cxn ang="0">
                      <a:pos x="T4" y="T5"/>
                    </a:cxn>
                    <a:cxn ang="0">
                      <a:pos x="T6" y="T7"/>
                    </a:cxn>
                    <a:cxn ang="0">
                      <a:pos x="T8" y="T9"/>
                    </a:cxn>
                    <a:cxn ang="0">
                      <a:pos x="T10" y="T11"/>
                    </a:cxn>
                  </a:cxnLst>
                  <a:rect l="0" t="0" r="r" b="b"/>
                  <a:pathLst>
                    <a:path w="459" h="434">
                      <a:moveTo>
                        <a:pt x="198" y="0"/>
                      </a:moveTo>
                      <a:cubicBezTo>
                        <a:pt x="198" y="0"/>
                        <a:pt x="192" y="132"/>
                        <a:pt x="0" y="138"/>
                      </a:cubicBezTo>
                      <a:cubicBezTo>
                        <a:pt x="198" y="375"/>
                        <a:pt x="198" y="375"/>
                        <a:pt x="198" y="375"/>
                      </a:cubicBezTo>
                      <a:cubicBezTo>
                        <a:pt x="289" y="434"/>
                        <a:pt x="289" y="434"/>
                        <a:pt x="289" y="434"/>
                      </a:cubicBezTo>
                      <a:cubicBezTo>
                        <a:pt x="289" y="434"/>
                        <a:pt x="278" y="285"/>
                        <a:pt x="459" y="299"/>
                      </a:cubicBezTo>
                      <a:lnTo>
                        <a:pt x="198"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24618" name="Oval 11"/>
                <p:cNvSpPr>
                  <a:spLocks noChangeArrowheads="1"/>
                </p:cNvSpPr>
                <p:nvPr/>
              </p:nvSpPr>
              <p:spPr bwMode="auto">
                <a:xfrm>
                  <a:off x="6765925" y="1590676"/>
                  <a:ext cx="1855788" cy="185896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sp>
              <p:nvSpPr>
                <p:cNvPr id="14" name="Freeform 12"/>
                <p:cNvSpPr>
                  <a:spLocks/>
                </p:cNvSpPr>
                <p:nvPr/>
              </p:nvSpPr>
              <p:spPr bwMode="auto">
                <a:xfrm>
                  <a:off x="5846763" y="2941638"/>
                  <a:ext cx="1182687" cy="1185863"/>
                </a:xfrm>
                <a:custGeom>
                  <a:avLst/>
                  <a:gdLst>
                    <a:gd name="T0" fmla="*/ 100 w 315"/>
                    <a:gd name="T1" fmla="*/ 0 h 315"/>
                    <a:gd name="T2" fmla="*/ 0 w 315"/>
                    <a:gd name="T3" fmla="*/ 19 h 315"/>
                    <a:gd name="T4" fmla="*/ 198 w 315"/>
                    <a:gd name="T5" fmla="*/ 256 h 315"/>
                    <a:gd name="T6" fmla="*/ 289 w 315"/>
                    <a:gd name="T7" fmla="*/ 315 h 315"/>
                    <a:gd name="T8" fmla="*/ 315 w 315"/>
                    <a:gd name="T9" fmla="*/ 229 h 315"/>
                    <a:gd name="T10" fmla="*/ 100 w 315"/>
                    <a:gd name="T11" fmla="*/ 0 h 315"/>
                  </a:gdLst>
                  <a:ahLst/>
                  <a:cxnLst>
                    <a:cxn ang="0">
                      <a:pos x="T0" y="T1"/>
                    </a:cxn>
                    <a:cxn ang="0">
                      <a:pos x="T2" y="T3"/>
                    </a:cxn>
                    <a:cxn ang="0">
                      <a:pos x="T4" y="T5"/>
                    </a:cxn>
                    <a:cxn ang="0">
                      <a:pos x="T6" y="T7"/>
                    </a:cxn>
                    <a:cxn ang="0">
                      <a:pos x="T8" y="T9"/>
                    </a:cxn>
                    <a:cxn ang="0">
                      <a:pos x="T10" y="T11"/>
                    </a:cxn>
                  </a:cxnLst>
                  <a:rect l="0" t="0" r="r" b="b"/>
                  <a:pathLst>
                    <a:path w="315" h="315">
                      <a:moveTo>
                        <a:pt x="100" y="0"/>
                      </a:moveTo>
                      <a:cubicBezTo>
                        <a:pt x="74" y="11"/>
                        <a:pt x="42" y="18"/>
                        <a:pt x="0" y="19"/>
                      </a:cubicBezTo>
                      <a:cubicBezTo>
                        <a:pt x="198" y="256"/>
                        <a:pt x="198" y="256"/>
                        <a:pt x="198" y="256"/>
                      </a:cubicBezTo>
                      <a:cubicBezTo>
                        <a:pt x="289" y="315"/>
                        <a:pt x="289" y="315"/>
                        <a:pt x="289" y="315"/>
                      </a:cubicBezTo>
                      <a:cubicBezTo>
                        <a:pt x="289" y="315"/>
                        <a:pt x="286" y="268"/>
                        <a:pt x="315" y="229"/>
                      </a:cubicBezTo>
                      <a:cubicBezTo>
                        <a:pt x="280" y="125"/>
                        <a:pt x="201" y="41"/>
                        <a:pt x="100" y="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24620" name="Oval 13"/>
                <p:cNvSpPr>
                  <a:spLocks noChangeArrowheads="1"/>
                </p:cNvSpPr>
                <p:nvPr/>
              </p:nvSpPr>
              <p:spPr bwMode="auto">
                <a:xfrm>
                  <a:off x="4497388" y="3006726"/>
                  <a:ext cx="2433638" cy="243681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sp>
              <p:nvSpPr>
                <p:cNvPr id="24621" name="Freeform 14"/>
                <p:cNvSpPr>
                  <a:spLocks/>
                </p:cNvSpPr>
                <p:nvPr/>
              </p:nvSpPr>
              <p:spPr bwMode="auto">
                <a:xfrm>
                  <a:off x="3190875" y="2559051"/>
                  <a:ext cx="2144713" cy="2316163"/>
                </a:xfrm>
                <a:custGeom>
                  <a:avLst/>
                  <a:gdLst>
                    <a:gd name="T0" fmla="*/ 2147483646 w 571"/>
                    <a:gd name="T1" fmla="*/ 1922719850 h 616"/>
                    <a:gd name="T2" fmla="*/ 2147483646 w 571"/>
                    <a:gd name="T3" fmla="*/ 0 h 616"/>
                    <a:gd name="T4" fmla="*/ 0 w 571"/>
                    <a:gd name="T5" fmla="*/ 2147483646 h 616"/>
                    <a:gd name="T6" fmla="*/ 2147483646 w 571"/>
                    <a:gd name="T7" fmla="*/ 2147483646 h 616"/>
                    <a:gd name="T8" fmla="*/ 2147483646 w 571"/>
                    <a:gd name="T9" fmla="*/ 1922719850 h 6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1" h="616">
                      <a:moveTo>
                        <a:pt x="571" y="136"/>
                      </a:moveTo>
                      <a:cubicBezTo>
                        <a:pt x="571" y="136"/>
                        <a:pt x="396" y="179"/>
                        <a:pt x="329" y="0"/>
                      </a:cubicBezTo>
                      <a:cubicBezTo>
                        <a:pt x="0" y="506"/>
                        <a:pt x="0" y="506"/>
                        <a:pt x="0" y="506"/>
                      </a:cubicBezTo>
                      <a:cubicBezTo>
                        <a:pt x="0" y="506"/>
                        <a:pt x="309" y="429"/>
                        <a:pt x="398" y="616"/>
                      </a:cubicBezTo>
                      <a:lnTo>
                        <a:pt x="571" y="13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22" name="Oval 15"/>
                <p:cNvSpPr>
                  <a:spLocks noChangeArrowheads="1"/>
                </p:cNvSpPr>
                <p:nvPr/>
              </p:nvSpPr>
              <p:spPr bwMode="auto">
                <a:xfrm>
                  <a:off x="4670425" y="3182938"/>
                  <a:ext cx="2087563" cy="208756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sp>
              <p:nvSpPr>
                <p:cNvPr id="18" name="Freeform 16"/>
                <p:cNvSpPr>
                  <a:spLocks/>
                </p:cNvSpPr>
                <p:nvPr/>
              </p:nvSpPr>
              <p:spPr bwMode="auto">
                <a:xfrm>
                  <a:off x="3190875" y="2559051"/>
                  <a:ext cx="1473200" cy="1903412"/>
                </a:xfrm>
                <a:custGeom>
                  <a:avLst/>
                  <a:gdLst>
                    <a:gd name="T0" fmla="*/ 329 w 392"/>
                    <a:gd name="T1" fmla="*/ 0 h 506"/>
                    <a:gd name="T2" fmla="*/ 0 w 392"/>
                    <a:gd name="T3" fmla="*/ 506 h 506"/>
                    <a:gd name="T4" fmla="*/ 179 w 392"/>
                    <a:gd name="T5" fmla="*/ 492 h 506"/>
                    <a:gd name="T6" fmla="*/ 392 w 392"/>
                    <a:gd name="T7" fmla="*/ 119 h 506"/>
                    <a:gd name="T8" fmla="*/ 391 w 392"/>
                    <a:gd name="T9" fmla="*/ 93 h 506"/>
                    <a:gd name="T10" fmla="*/ 329 w 392"/>
                    <a:gd name="T11" fmla="*/ 0 h 506"/>
                  </a:gdLst>
                  <a:ahLst/>
                  <a:cxnLst>
                    <a:cxn ang="0">
                      <a:pos x="T0" y="T1"/>
                    </a:cxn>
                    <a:cxn ang="0">
                      <a:pos x="T2" y="T3"/>
                    </a:cxn>
                    <a:cxn ang="0">
                      <a:pos x="T4" y="T5"/>
                    </a:cxn>
                    <a:cxn ang="0">
                      <a:pos x="T6" y="T7"/>
                    </a:cxn>
                    <a:cxn ang="0">
                      <a:pos x="T8" y="T9"/>
                    </a:cxn>
                    <a:cxn ang="0">
                      <a:pos x="T10" y="T11"/>
                    </a:cxn>
                  </a:cxnLst>
                  <a:rect l="0" t="0" r="r" b="b"/>
                  <a:pathLst>
                    <a:path w="392" h="506">
                      <a:moveTo>
                        <a:pt x="329" y="0"/>
                      </a:moveTo>
                      <a:cubicBezTo>
                        <a:pt x="0" y="506"/>
                        <a:pt x="0" y="506"/>
                        <a:pt x="0" y="506"/>
                      </a:cubicBezTo>
                      <a:cubicBezTo>
                        <a:pt x="0" y="506"/>
                        <a:pt x="85" y="485"/>
                        <a:pt x="179" y="492"/>
                      </a:cubicBezTo>
                      <a:cubicBezTo>
                        <a:pt x="307" y="417"/>
                        <a:pt x="392" y="278"/>
                        <a:pt x="392" y="119"/>
                      </a:cubicBezTo>
                      <a:cubicBezTo>
                        <a:pt x="392" y="110"/>
                        <a:pt x="391" y="102"/>
                        <a:pt x="391" y="93"/>
                      </a:cubicBezTo>
                      <a:cubicBezTo>
                        <a:pt x="367" y="72"/>
                        <a:pt x="345" y="42"/>
                        <a:pt x="329" y="0"/>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a:latin typeface="Arial" panose="020B0604020202020204" pitchFamily="34" charset="0"/>
                    <a:ea typeface="+mn-ea"/>
                    <a:cs typeface="Arial" panose="020B0604020202020204" pitchFamily="34" charset="0"/>
                  </a:endParaRPr>
                </a:p>
              </p:txBody>
            </p:sp>
            <p:sp>
              <p:nvSpPr>
                <p:cNvPr id="24624" name="Oval 17"/>
                <p:cNvSpPr>
                  <a:spLocks noChangeArrowheads="1"/>
                </p:cNvSpPr>
                <p:nvPr/>
              </p:nvSpPr>
              <p:spPr bwMode="auto">
                <a:xfrm>
                  <a:off x="1581150" y="1546226"/>
                  <a:ext cx="2916238" cy="29225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sp>
              <p:nvSpPr>
                <p:cNvPr id="24625" name="Oval 18"/>
                <p:cNvSpPr>
                  <a:spLocks noChangeArrowheads="1"/>
                </p:cNvSpPr>
                <p:nvPr/>
              </p:nvSpPr>
              <p:spPr bwMode="auto">
                <a:xfrm>
                  <a:off x="1835150" y="1801813"/>
                  <a:ext cx="2408238" cy="241141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endParaRPr lang="zh-CN" altLang="en-US" sz="1898">
                    <a:latin typeface="Arial" charset="0"/>
                    <a:ea typeface="宋体" pitchFamily="2" charset="-122"/>
                    <a:cs typeface="Arial" charset="0"/>
                  </a:endParaRPr>
                </a:p>
              </p:txBody>
            </p:sp>
          </p:grpSp>
          <p:sp>
            <p:nvSpPr>
              <p:cNvPr id="41" name="Freeform 54"/>
              <p:cNvSpPr>
                <a:spLocks noEditPoints="1"/>
              </p:cNvSpPr>
              <p:nvPr/>
            </p:nvSpPr>
            <p:spPr bwMode="auto">
              <a:xfrm>
                <a:off x="7459212" y="1259930"/>
                <a:ext cx="495300" cy="485775"/>
              </a:xfrm>
              <a:custGeom>
                <a:avLst/>
                <a:gdLst>
                  <a:gd name="T0" fmla="*/ 112 w 112"/>
                  <a:gd name="T1" fmla="*/ 93 h 110"/>
                  <a:gd name="T2" fmla="*/ 0 w 112"/>
                  <a:gd name="T3" fmla="*/ 93 h 110"/>
                  <a:gd name="T4" fmla="*/ 9 w 112"/>
                  <a:gd name="T5" fmla="*/ 86 h 110"/>
                  <a:gd name="T6" fmla="*/ 103 w 112"/>
                  <a:gd name="T7" fmla="*/ 86 h 110"/>
                  <a:gd name="T8" fmla="*/ 29 w 112"/>
                  <a:gd name="T9" fmla="*/ 4 h 110"/>
                  <a:gd name="T10" fmla="*/ 29 w 112"/>
                  <a:gd name="T11" fmla="*/ 24 h 110"/>
                  <a:gd name="T12" fmla="*/ 29 w 112"/>
                  <a:gd name="T13" fmla="*/ 4 h 110"/>
                  <a:gd name="T14" fmla="*/ 73 w 112"/>
                  <a:gd name="T15" fmla="*/ 14 h 110"/>
                  <a:gd name="T16" fmla="*/ 93 w 112"/>
                  <a:gd name="T17" fmla="*/ 14 h 110"/>
                  <a:gd name="T18" fmla="*/ 73 w 112"/>
                  <a:gd name="T19" fmla="*/ 62 h 110"/>
                  <a:gd name="T20" fmla="*/ 80 w 112"/>
                  <a:gd name="T21" fmla="*/ 89 h 110"/>
                  <a:gd name="T22" fmla="*/ 86 w 112"/>
                  <a:gd name="T23" fmla="*/ 89 h 110"/>
                  <a:gd name="T24" fmla="*/ 94 w 112"/>
                  <a:gd name="T25" fmla="*/ 59 h 110"/>
                  <a:gd name="T26" fmla="*/ 99 w 112"/>
                  <a:gd name="T27" fmla="*/ 36 h 110"/>
                  <a:gd name="T28" fmla="*/ 78 w 112"/>
                  <a:gd name="T29" fmla="*/ 26 h 110"/>
                  <a:gd name="T30" fmla="*/ 78 w 112"/>
                  <a:gd name="T31" fmla="*/ 35 h 110"/>
                  <a:gd name="T32" fmla="*/ 73 w 112"/>
                  <a:gd name="T33" fmla="*/ 62 h 110"/>
                  <a:gd name="T34" fmla="*/ 67 w 112"/>
                  <a:gd name="T35" fmla="*/ 11 h 110"/>
                  <a:gd name="T36" fmla="*/ 45 w 112"/>
                  <a:gd name="T37" fmla="*/ 11 h 110"/>
                  <a:gd name="T38" fmla="*/ 67 w 112"/>
                  <a:gd name="T39" fmla="*/ 60 h 110"/>
                  <a:gd name="T40" fmla="*/ 73 w 112"/>
                  <a:gd name="T41" fmla="*/ 35 h 110"/>
                  <a:gd name="T42" fmla="*/ 49 w 112"/>
                  <a:gd name="T43" fmla="*/ 24 h 110"/>
                  <a:gd name="T44" fmla="*/ 39 w 112"/>
                  <a:gd name="T45" fmla="*/ 51 h 110"/>
                  <a:gd name="T46" fmla="*/ 45 w 112"/>
                  <a:gd name="T47" fmla="*/ 93 h 110"/>
                  <a:gd name="T48" fmla="*/ 56 w 112"/>
                  <a:gd name="T49" fmla="*/ 72 h 110"/>
                  <a:gd name="T50" fmla="*/ 67 w 112"/>
                  <a:gd name="T51" fmla="*/ 93 h 110"/>
                  <a:gd name="T52" fmla="*/ 39 w 112"/>
                  <a:gd name="T53" fmla="*/ 62 h 110"/>
                  <a:gd name="T54" fmla="*/ 34 w 112"/>
                  <a:gd name="T55" fmla="*/ 35 h 110"/>
                  <a:gd name="T56" fmla="*/ 34 w 112"/>
                  <a:gd name="T57" fmla="*/ 26 h 110"/>
                  <a:gd name="T58" fmla="*/ 13 w 112"/>
                  <a:gd name="T59" fmla="*/ 36 h 110"/>
                  <a:gd name="T60" fmla="*/ 18 w 112"/>
                  <a:gd name="T61" fmla="*/ 59 h 110"/>
                  <a:gd name="T62" fmla="*/ 26 w 112"/>
                  <a:gd name="T63" fmla="*/ 89 h 110"/>
                  <a:gd name="T64" fmla="*/ 32 w 112"/>
                  <a:gd name="T65" fmla="*/ 89 h 110"/>
                  <a:gd name="T66" fmla="*/ 39 w 112"/>
                  <a:gd name="T67" fmla="*/ 6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 h="110">
                    <a:moveTo>
                      <a:pt x="100" y="82"/>
                    </a:moveTo>
                    <a:cubicBezTo>
                      <a:pt x="107" y="85"/>
                      <a:pt x="112" y="89"/>
                      <a:pt x="112" y="93"/>
                    </a:cubicBezTo>
                    <a:cubicBezTo>
                      <a:pt x="112" y="102"/>
                      <a:pt x="87" y="110"/>
                      <a:pt x="56" y="110"/>
                    </a:cubicBezTo>
                    <a:cubicBezTo>
                      <a:pt x="25" y="110"/>
                      <a:pt x="0" y="102"/>
                      <a:pt x="0" y="93"/>
                    </a:cubicBezTo>
                    <a:cubicBezTo>
                      <a:pt x="0" y="89"/>
                      <a:pt x="5" y="85"/>
                      <a:pt x="12" y="82"/>
                    </a:cubicBezTo>
                    <a:cubicBezTo>
                      <a:pt x="10" y="83"/>
                      <a:pt x="9" y="85"/>
                      <a:pt x="9" y="86"/>
                    </a:cubicBezTo>
                    <a:cubicBezTo>
                      <a:pt x="9" y="92"/>
                      <a:pt x="30" y="98"/>
                      <a:pt x="56" y="98"/>
                    </a:cubicBezTo>
                    <a:cubicBezTo>
                      <a:pt x="82" y="98"/>
                      <a:pt x="103" y="92"/>
                      <a:pt x="103" y="86"/>
                    </a:cubicBezTo>
                    <a:cubicBezTo>
                      <a:pt x="103" y="85"/>
                      <a:pt x="102" y="83"/>
                      <a:pt x="100" y="82"/>
                    </a:cubicBezTo>
                    <a:close/>
                    <a:moveTo>
                      <a:pt x="29" y="4"/>
                    </a:moveTo>
                    <a:cubicBezTo>
                      <a:pt x="34" y="4"/>
                      <a:pt x="39" y="9"/>
                      <a:pt x="39" y="14"/>
                    </a:cubicBezTo>
                    <a:cubicBezTo>
                      <a:pt x="39" y="20"/>
                      <a:pt x="34" y="24"/>
                      <a:pt x="29" y="24"/>
                    </a:cubicBezTo>
                    <a:cubicBezTo>
                      <a:pt x="23" y="24"/>
                      <a:pt x="19" y="20"/>
                      <a:pt x="19" y="14"/>
                    </a:cubicBezTo>
                    <a:cubicBezTo>
                      <a:pt x="19" y="9"/>
                      <a:pt x="23" y="4"/>
                      <a:pt x="29" y="4"/>
                    </a:cubicBezTo>
                    <a:close/>
                    <a:moveTo>
                      <a:pt x="83" y="4"/>
                    </a:moveTo>
                    <a:cubicBezTo>
                      <a:pt x="78" y="4"/>
                      <a:pt x="73" y="9"/>
                      <a:pt x="73" y="14"/>
                    </a:cubicBezTo>
                    <a:cubicBezTo>
                      <a:pt x="73" y="20"/>
                      <a:pt x="78" y="24"/>
                      <a:pt x="83" y="24"/>
                    </a:cubicBezTo>
                    <a:cubicBezTo>
                      <a:pt x="89" y="24"/>
                      <a:pt x="93" y="20"/>
                      <a:pt x="93" y="14"/>
                    </a:cubicBezTo>
                    <a:cubicBezTo>
                      <a:pt x="93" y="9"/>
                      <a:pt x="89" y="4"/>
                      <a:pt x="83" y="4"/>
                    </a:cubicBezTo>
                    <a:close/>
                    <a:moveTo>
                      <a:pt x="73" y="62"/>
                    </a:moveTo>
                    <a:cubicBezTo>
                      <a:pt x="73" y="89"/>
                      <a:pt x="73" y="89"/>
                      <a:pt x="73" y="89"/>
                    </a:cubicBezTo>
                    <a:cubicBezTo>
                      <a:pt x="80" y="89"/>
                      <a:pt x="80" y="89"/>
                      <a:pt x="80" y="89"/>
                    </a:cubicBezTo>
                    <a:cubicBezTo>
                      <a:pt x="83" y="70"/>
                      <a:pt x="83" y="70"/>
                      <a:pt x="83" y="70"/>
                    </a:cubicBezTo>
                    <a:cubicBezTo>
                      <a:pt x="86" y="89"/>
                      <a:pt x="86" y="89"/>
                      <a:pt x="86" y="89"/>
                    </a:cubicBezTo>
                    <a:cubicBezTo>
                      <a:pt x="94" y="89"/>
                      <a:pt x="94" y="89"/>
                      <a:pt x="94" y="89"/>
                    </a:cubicBezTo>
                    <a:cubicBezTo>
                      <a:pt x="94" y="59"/>
                      <a:pt x="94" y="59"/>
                      <a:pt x="94" y="59"/>
                    </a:cubicBezTo>
                    <a:cubicBezTo>
                      <a:pt x="97" y="58"/>
                      <a:pt x="99" y="55"/>
                      <a:pt x="99" y="51"/>
                    </a:cubicBezTo>
                    <a:cubicBezTo>
                      <a:pt x="99" y="36"/>
                      <a:pt x="99" y="36"/>
                      <a:pt x="99" y="36"/>
                    </a:cubicBezTo>
                    <a:cubicBezTo>
                      <a:pt x="99" y="30"/>
                      <a:pt x="95" y="26"/>
                      <a:pt x="89" y="26"/>
                    </a:cubicBezTo>
                    <a:cubicBezTo>
                      <a:pt x="78" y="26"/>
                      <a:pt x="78" y="26"/>
                      <a:pt x="78" y="26"/>
                    </a:cubicBezTo>
                    <a:cubicBezTo>
                      <a:pt x="77" y="26"/>
                      <a:pt x="76" y="26"/>
                      <a:pt x="75" y="26"/>
                    </a:cubicBezTo>
                    <a:cubicBezTo>
                      <a:pt x="77" y="29"/>
                      <a:pt x="78" y="32"/>
                      <a:pt x="78" y="35"/>
                    </a:cubicBezTo>
                    <a:cubicBezTo>
                      <a:pt x="78" y="51"/>
                      <a:pt x="78" y="51"/>
                      <a:pt x="78" y="51"/>
                    </a:cubicBezTo>
                    <a:cubicBezTo>
                      <a:pt x="78" y="55"/>
                      <a:pt x="76" y="59"/>
                      <a:pt x="73" y="62"/>
                    </a:cubicBezTo>
                    <a:close/>
                    <a:moveTo>
                      <a:pt x="56" y="0"/>
                    </a:moveTo>
                    <a:cubicBezTo>
                      <a:pt x="62" y="0"/>
                      <a:pt x="67" y="5"/>
                      <a:pt x="67" y="11"/>
                    </a:cubicBezTo>
                    <a:cubicBezTo>
                      <a:pt x="67" y="17"/>
                      <a:pt x="62" y="22"/>
                      <a:pt x="56" y="22"/>
                    </a:cubicBezTo>
                    <a:cubicBezTo>
                      <a:pt x="50" y="22"/>
                      <a:pt x="45" y="17"/>
                      <a:pt x="45" y="11"/>
                    </a:cubicBezTo>
                    <a:cubicBezTo>
                      <a:pt x="45" y="5"/>
                      <a:pt x="50" y="0"/>
                      <a:pt x="56" y="0"/>
                    </a:cubicBezTo>
                    <a:close/>
                    <a:moveTo>
                      <a:pt x="67" y="60"/>
                    </a:moveTo>
                    <a:cubicBezTo>
                      <a:pt x="70" y="59"/>
                      <a:pt x="73" y="55"/>
                      <a:pt x="73" y="51"/>
                    </a:cubicBezTo>
                    <a:cubicBezTo>
                      <a:pt x="73" y="35"/>
                      <a:pt x="73" y="35"/>
                      <a:pt x="73" y="35"/>
                    </a:cubicBezTo>
                    <a:cubicBezTo>
                      <a:pt x="73" y="29"/>
                      <a:pt x="68" y="24"/>
                      <a:pt x="62" y="24"/>
                    </a:cubicBezTo>
                    <a:cubicBezTo>
                      <a:pt x="49" y="24"/>
                      <a:pt x="49" y="24"/>
                      <a:pt x="49" y="24"/>
                    </a:cubicBezTo>
                    <a:cubicBezTo>
                      <a:pt x="44" y="24"/>
                      <a:pt x="39" y="29"/>
                      <a:pt x="39" y="35"/>
                    </a:cubicBezTo>
                    <a:cubicBezTo>
                      <a:pt x="39" y="51"/>
                      <a:pt x="39" y="51"/>
                      <a:pt x="39" y="51"/>
                    </a:cubicBezTo>
                    <a:cubicBezTo>
                      <a:pt x="39" y="55"/>
                      <a:pt x="41" y="59"/>
                      <a:pt x="45" y="60"/>
                    </a:cubicBezTo>
                    <a:cubicBezTo>
                      <a:pt x="45" y="93"/>
                      <a:pt x="45" y="93"/>
                      <a:pt x="45" y="93"/>
                    </a:cubicBezTo>
                    <a:cubicBezTo>
                      <a:pt x="53" y="93"/>
                      <a:pt x="53" y="93"/>
                      <a:pt x="53" y="93"/>
                    </a:cubicBezTo>
                    <a:cubicBezTo>
                      <a:pt x="56" y="72"/>
                      <a:pt x="56" y="72"/>
                      <a:pt x="56" y="72"/>
                    </a:cubicBezTo>
                    <a:cubicBezTo>
                      <a:pt x="59" y="93"/>
                      <a:pt x="59" y="93"/>
                      <a:pt x="59" y="93"/>
                    </a:cubicBezTo>
                    <a:cubicBezTo>
                      <a:pt x="67" y="93"/>
                      <a:pt x="67" y="93"/>
                      <a:pt x="67" y="93"/>
                    </a:cubicBezTo>
                    <a:cubicBezTo>
                      <a:pt x="67" y="60"/>
                      <a:pt x="67" y="60"/>
                      <a:pt x="67" y="60"/>
                    </a:cubicBezTo>
                    <a:close/>
                    <a:moveTo>
                      <a:pt x="39" y="62"/>
                    </a:moveTo>
                    <a:cubicBezTo>
                      <a:pt x="36" y="59"/>
                      <a:pt x="34" y="55"/>
                      <a:pt x="34" y="51"/>
                    </a:cubicBezTo>
                    <a:cubicBezTo>
                      <a:pt x="34" y="35"/>
                      <a:pt x="34" y="35"/>
                      <a:pt x="34" y="35"/>
                    </a:cubicBezTo>
                    <a:cubicBezTo>
                      <a:pt x="34" y="32"/>
                      <a:pt x="35" y="29"/>
                      <a:pt x="37" y="26"/>
                    </a:cubicBezTo>
                    <a:cubicBezTo>
                      <a:pt x="36" y="26"/>
                      <a:pt x="35" y="26"/>
                      <a:pt x="34" y="26"/>
                    </a:cubicBezTo>
                    <a:cubicBezTo>
                      <a:pt x="23" y="26"/>
                      <a:pt x="23" y="26"/>
                      <a:pt x="23" y="26"/>
                    </a:cubicBezTo>
                    <a:cubicBezTo>
                      <a:pt x="17" y="26"/>
                      <a:pt x="13" y="30"/>
                      <a:pt x="13" y="36"/>
                    </a:cubicBezTo>
                    <a:cubicBezTo>
                      <a:pt x="13" y="51"/>
                      <a:pt x="13" y="51"/>
                      <a:pt x="13" y="51"/>
                    </a:cubicBezTo>
                    <a:cubicBezTo>
                      <a:pt x="13" y="55"/>
                      <a:pt x="15" y="58"/>
                      <a:pt x="18" y="59"/>
                    </a:cubicBezTo>
                    <a:cubicBezTo>
                      <a:pt x="18" y="89"/>
                      <a:pt x="18" y="89"/>
                      <a:pt x="18" y="89"/>
                    </a:cubicBezTo>
                    <a:cubicBezTo>
                      <a:pt x="26" y="89"/>
                      <a:pt x="26" y="89"/>
                      <a:pt x="26" y="89"/>
                    </a:cubicBezTo>
                    <a:cubicBezTo>
                      <a:pt x="29" y="70"/>
                      <a:pt x="29" y="70"/>
                      <a:pt x="29" y="70"/>
                    </a:cubicBezTo>
                    <a:cubicBezTo>
                      <a:pt x="32" y="89"/>
                      <a:pt x="32" y="89"/>
                      <a:pt x="32" y="89"/>
                    </a:cubicBezTo>
                    <a:cubicBezTo>
                      <a:pt x="39" y="89"/>
                      <a:pt x="39" y="89"/>
                      <a:pt x="39" y="89"/>
                    </a:cubicBezTo>
                    <a:lnTo>
                      <a:pt x="39" y="62"/>
                    </a:lnTo>
                    <a:close/>
                  </a:path>
                </a:pathLst>
              </a:custGeom>
              <a:solidFill>
                <a:schemeClr val="accent3"/>
              </a:solidFill>
              <a:ln>
                <a:noFill/>
              </a:ln>
            </p:spPr>
            <p:txBody>
              <a:bodyPr/>
              <a:lstStyle/>
              <a:p>
                <a:pPr fontAlgn="auto">
                  <a:spcBef>
                    <a:spcPts val="0"/>
                  </a:spcBef>
                  <a:spcAft>
                    <a:spcPts val="0"/>
                  </a:spcAft>
                  <a:defRPr/>
                </a:pPr>
                <a:endParaRPr lang="zh-CN" altLang="en-US">
                  <a:latin typeface="+mn-lt"/>
                  <a:ea typeface="+mn-ea"/>
                </a:endParaRPr>
              </a:p>
            </p:txBody>
          </p:sp>
          <p:sp>
            <p:nvSpPr>
              <p:cNvPr id="45" name="文本框 44"/>
              <p:cNvSpPr txBox="1"/>
              <p:nvPr/>
            </p:nvSpPr>
            <p:spPr>
              <a:xfrm>
                <a:off x="6930574" y="1753643"/>
                <a:ext cx="1552575" cy="350201"/>
              </a:xfrm>
              <a:prstGeom prst="rect">
                <a:avLst/>
              </a:prstGeom>
              <a:noFill/>
            </p:spPr>
            <p:txBody>
              <a:bodyPr>
                <a:spAutoFit/>
              </a:bodyPr>
              <a:lstStyle/>
              <a:p>
                <a:pPr algn="ctr" fontAlgn="auto">
                  <a:spcBef>
                    <a:spcPts val="0"/>
                  </a:spcBef>
                  <a:spcAft>
                    <a:spcPts val="0"/>
                  </a:spcAft>
                  <a:defRPr/>
                </a:pPr>
                <a:r>
                  <a:rPr lang="zh-CN" altLang="en-US" b="1" dirty="0">
                    <a:solidFill>
                      <a:schemeClr val="accent3"/>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grpSp>
            <p:nvGrpSpPr>
              <p:cNvPr id="24604" name="组合 50"/>
              <p:cNvGrpSpPr>
                <a:grpSpLocks/>
              </p:cNvGrpSpPr>
              <p:nvPr/>
            </p:nvGrpSpPr>
            <p:grpSpPr bwMode="auto">
              <a:xfrm>
                <a:off x="2018848" y="1468011"/>
                <a:ext cx="1920875" cy="1901879"/>
                <a:chOff x="1815345" y="1222786"/>
                <a:chExt cx="1920875" cy="1901879"/>
              </a:xfrm>
            </p:grpSpPr>
            <p:sp>
              <p:nvSpPr>
                <p:cNvPr id="24609" name="Freeform 72"/>
                <p:cNvSpPr>
                  <a:spLocks noEditPoints="1"/>
                </p:cNvSpPr>
                <p:nvPr/>
              </p:nvSpPr>
              <p:spPr bwMode="auto">
                <a:xfrm>
                  <a:off x="2454117" y="1222786"/>
                  <a:ext cx="642952" cy="685292"/>
                </a:xfrm>
                <a:custGeom>
                  <a:avLst/>
                  <a:gdLst>
                    <a:gd name="T0" fmla="*/ 409632262 w 358"/>
                    <a:gd name="T1" fmla="*/ 939739843 h 382"/>
                    <a:gd name="T2" fmla="*/ 1038597362 w 358"/>
                    <a:gd name="T3" fmla="*/ 202751352 h 382"/>
                    <a:gd name="T4" fmla="*/ 1074076459 w 358"/>
                    <a:gd name="T5" fmla="*/ 363665807 h 382"/>
                    <a:gd name="T6" fmla="*/ 1083753067 w 358"/>
                    <a:gd name="T7" fmla="*/ 572855675 h 382"/>
                    <a:gd name="T8" fmla="*/ 1090204138 w 358"/>
                    <a:gd name="T9" fmla="*/ 788480471 h 382"/>
                    <a:gd name="T10" fmla="*/ 1035371827 w 358"/>
                    <a:gd name="T11" fmla="*/ 1010541988 h 382"/>
                    <a:gd name="T12" fmla="*/ 874098632 w 358"/>
                    <a:gd name="T13" fmla="*/ 1229385145 h 382"/>
                    <a:gd name="T14" fmla="*/ 554777778 w 358"/>
                    <a:gd name="T15" fmla="*/ 727333408 h 382"/>
                    <a:gd name="T16" fmla="*/ 396731915 w 358"/>
                    <a:gd name="T17" fmla="*/ 634002737 h 382"/>
                    <a:gd name="T18" fmla="*/ 403181191 w 358"/>
                    <a:gd name="T19" fmla="*/ 669402913 h 382"/>
                    <a:gd name="T20" fmla="*/ 561228850 w 358"/>
                    <a:gd name="T21" fmla="*/ 759515223 h 382"/>
                    <a:gd name="T22" fmla="*/ 554777778 w 358"/>
                    <a:gd name="T23" fmla="*/ 727333408 h 382"/>
                    <a:gd name="T24" fmla="*/ 928930943 w 358"/>
                    <a:gd name="T25" fmla="*/ 437686313 h 382"/>
                    <a:gd name="T26" fmla="*/ 848294346 w 358"/>
                    <a:gd name="T27" fmla="*/ 402286138 h 382"/>
                    <a:gd name="T28" fmla="*/ 551552243 w 358"/>
                    <a:gd name="T29" fmla="*/ 225279878 h 382"/>
                    <a:gd name="T30" fmla="*/ 477366717 w 358"/>
                    <a:gd name="T31" fmla="*/ 173787898 h 382"/>
                    <a:gd name="T32" fmla="*/ 551552243 w 358"/>
                    <a:gd name="T33" fmla="*/ 225279878 h 382"/>
                    <a:gd name="T34" fmla="*/ 657993126 w 358"/>
                    <a:gd name="T35" fmla="*/ 125512486 h 382"/>
                    <a:gd name="T36" fmla="*/ 622512233 w 358"/>
                    <a:gd name="T37" fmla="*/ 205969713 h 382"/>
                    <a:gd name="T38" fmla="*/ 832166667 w 358"/>
                    <a:gd name="T39" fmla="*/ 331483993 h 382"/>
                    <a:gd name="T40" fmla="*/ 883775239 w 358"/>
                    <a:gd name="T41" fmla="*/ 257463487 h 382"/>
                    <a:gd name="T42" fmla="*/ 832166667 w 358"/>
                    <a:gd name="T43" fmla="*/ 331483993 h 382"/>
                    <a:gd name="T44" fmla="*/ 803138642 w 358"/>
                    <a:gd name="T45" fmla="*/ 177006259 h 382"/>
                    <a:gd name="T46" fmla="*/ 728953116 w 358"/>
                    <a:gd name="T47" fmla="*/ 228498239 h 382"/>
                    <a:gd name="T48" fmla="*/ 587033136 w 358"/>
                    <a:gd name="T49" fmla="*/ 672621274 h 382"/>
                    <a:gd name="T50" fmla="*/ 428985477 w 358"/>
                    <a:gd name="T51" fmla="*/ 579290603 h 382"/>
                    <a:gd name="T52" fmla="*/ 435436548 w 358"/>
                    <a:gd name="T53" fmla="*/ 611474211 h 382"/>
                    <a:gd name="T54" fmla="*/ 593484207 w 358"/>
                    <a:gd name="T55" fmla="*/ 704804882 h 382"/>
                    <a:gd name="T56" fmla="*/ 587033136 w 358"/>
                    <a:gd name="T57" fmla="*/ 672621274 h 382"/>
                    <a:gd name="T58" fmla="*/ 506396538 w 358"/>
                    <a:gd name="T59" fmla="*/ 334702353 h 382"/>
                    <a:gd name="T60" fmla="*/ 599935278 w 358"/>
                    <a:gd name="T61" fmla="*/ 627566016 h 382"/>
                    <a:gd name="T62" fmla="*/ 716050973 w 358"/>
                    <a:gd name="T63" fmla="*/ 289645301 h 382"/>
                    <a:gd name="T64" fmla="*/ 438662084 w 358"/>
                    <a:gd name="T65" fmla="*/ 765951945 h 382"/>
                    <a:gd name="T66" fmla="*/ 416083334 w 358"/>
                    <a:gd name="T67" fmla="*/ 695149800 h 3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58" h="382">
                      <a:moveTo>
                        <a:pt x="131" y="382"/>
                      </a:moveTo>
                      <a:cubicBezTo>
                        <a:pt x="135" y="352"/>
                        <a:pt x="135" y="320"/>
                        <a:pt x="127" y="292"/>
                      </a:cubicBezTo>
                      <a:cubicBezTo>
                        <a:pt x="0" y="220"/>
                        <a:pt x="34" y="56"/>
                        <a:pt x="140" y="23"/>
                      </a:cubicBezTo>
                      <a:cubicBezTo>
                        <a:pt x="196" y="0"/>
                        <a:pt x="272" y="14"/>
                        <a:pt x="322" y="63"/>
                      </a:cubicBezTo>
                      <a:cubicBezTo>
                        <a:pt x="358" y="99"/>
                        <a:pt x="340" y="109"/>
                        <a:pt x="340" y="109"/>
                      </a:cubicBezTo>
                      <a:cubicBezTo>
                        <a:pt x="333" y="113"/>
                        <a:pt x="333" y="113"/>
                        <a:pt x="333" y="113"/>
                      </a:cubicBezTo>
                      <a:cubicBezTo>
                        <a:pt x="337" y="130"/>
                        <a:pt x="345" y="162"/>
                        <a:pt x="344" y="166"/>
                      </a:cubicBezTo>
                      <a:cubicBezTo>
                        <a:pt x="342" y="172"/>
                        <a:pt x="336" y="178"/>
                        <a:pt x="336" y="178"/>
                      </a:cubicBezTo>
                      <a:cubicBezTo>
                        <a:pt x="354" y="239"/>
                        <a:pt x="354" y="239"/>
                        <a:pt x="354" y="239"/>
                      </a:cubicBezTo>
                      <a:cubicBezTo>
                        <a:pt x="338" y="245"/>
                        <a:pt x="338" y="245"/>
                        <a:pt x="338" y="245"/>
                      </a:cubicBezTo>
                      <a:cubicBezTo>
                        <a:pt x="341" y="265"/>
                        <a:pt x="343" y="281"/>
                        <a:pt x="341" y="300"/>
                      </a:cubicBezTo>
                      <a:cubicBezTo>
                        <a:pt x="341" y="304"/>
                        <a:pt x="330" y="313"/>
                        <a:pt x="321" y="314"/>
                      </a:cubicBezTo>
                      <a:cubicBezTo>
                        <a:pt x="267" y="317"/>
                        <a:pt x="267" y="317"/>
                        <a:pt x="267" y="317"/>
                      </a:cubicBezTo>
                      <a:cubicBezTo>
                        <a:pt x="271" y="382"/>
                        <a:pt x="271" y="382"/>
                        <a:pt x="271" y="382"/>
                      </a:cubicBezTo>
                      <a:cubicBezTo>
                        <a:pt x="131" y="382"/>
                        <a:pt x="131" y="382"/>
                        <a:pt x="131" y="382"/>
                      </a:cubicBezTo>
                      <a:close/>
                      <a:moveTo>
                        <a:pt x="172" y="226"/>
                      </a:moveTo>
                      <a:cubicBezTo>
                        <a:pt x="132" y="196"/>
                        <a:pt x="132" y="196"/>
                        <a:pt x="132" y="196"/>
                      </a:cubicBezTo>
                      <a:cubicBezTo>
                        <a:pt x="129" y="193"/>
                        <a:pt x="125" y="194"/>
                        <a:pt x="123" y="197"/>
                      </a:cubicBezTo>
                      <a:cubicBezTo>
                        <a:pt x="123" y="197"/>
                        <a:pt x="123" y="197"/>
                        <a:pt x="123" y="197"/>
                      </a:cubicBezTo>
                      <a:cubicBezTo>
                        <a:pt x="121" y="201"/>
                        <a:pt x="122" y="205"/>
                        <a:pt x="125" y="208"/>
                      </a:cubicBezTo>
                      <a:cubicBezTo>
                        <a:pt x="165" y="238"/>
                        <a:pt x="165" y="238"/>
                        <a:pt x="165" y="238"/>
                      </a:cubicBezTo>
                      <a:cubicBezTo>
                        <a:pt x="168" y="240"/>
                        <a:pt x="172" y="239"/>
                        <a:pt x="174" y="236"/>
                      </a:cubicBezTo>
                      <a:cubicBezTo>
                        <a:pt x="174" y="236"/>
                        <a:pt x="174" y="236"/>
                        <a:pt x="174" y="236"/>
                      </a:cubicBezTo>
                      <a:cubicBezTo>
                        <a:pt x="176" y="233"/>
                        <a:pt x="175" y="228"/>
                        <a:pt x="172" y="226"/>
                      </a:cubicBezTo>
                      <a:close/>
                      <a:moveTo>
                        <a:pt x="263" y="136"/>
                      </a:moveTo>
                      <a:cubicBezTo>
                        <a:pt x="288" y="136"/>
                        <a:pt x="288" y="136"/>
                        <a:pt x="288" y="136"/>
                      </a:cubicBezTo>
                      <a:cubicBezTo>
                        <a:pt x="288" y="125"/>
                        <a:pt x="288" y="125"/>
                        <a:pt x="288" y="125"/>
                      </a:cubicBezTo>
                      <a:cubicBezTo>
                        <a:pt x="263" y="125"/>
                        <a:pt x="263" y="125"/>
                        <a:pt x="263" y="125"/>
                      </a:cubicBezTo>
                      <a:cubicBezTo>
                        <a:pt x="263" y="136"/>
                        <a:pt x="263" y="136"/>
                        <a:pt x="263" y="136"/>
                      </a:cubicBezTo>
                      <a:close/>
                      <a:moveTo>
                        <a:pt x="171" y="70"/>
                      </a:moveTo>
                      <a:cubicBezTo>
                        <a:pt x="158" y="48"/>
                        <a:pt x="158" y="48"/>
                        <a:pt x="158" y="48"/>
                      </a:cubicBezTo>
                      <a:cubicBezTo>
                        <a:pt x="148" y="54"/>
                        <a:pt x="148" y="54"/>
                        <a:pt x="148" y="54"/>
                      </a:cubicBezTo>
                      <a:cubicBezTo>
                        <a:pt x="161" y="76"/>
                        <a:pt x="161" y="76"/>
                        <a:pt x="161" y="76"/>
                      </a:cubicBezTo>
                      <a:cubicBezTo>
                        <a:pt x="171" y="70"/>
                        <a:pt x="171" y="70"/>
                        <a:pt x="171" y="70"/>
                      </a:cubicBezTo>
                      <a:close/>
                      <a:moveTo>
                        <a:pt x="204" y="64"/>
                      </a:moveTo>
                      <a:cubicBezTo>
                        <a:pt x="204" y="39"/>
                        <a:pt x="204" y="39"/>
                        <a:pt x="204" y="39"/>
                      </a:cubicBezTo>
                      <a:cubicBezTo>
                        <a:pt x="193" y="39"/>
                        <a:pt x="193" y="39"/>
                        <a:pt x="193" y="39"/>
                      </a:cubicBezTo>
                      <a:cubicBezTo>
                        <a:pt x="193" y="64"/>
                        <a:pt x="193" y="64"/>
                        <a:pt x="193" y="64"/>
                      </a:cubicBezTo>
                      <a:cubicBezTo>
                        <a:pt x="204" y="64"/>
                        <a:pt x="204" y="64"/>
                        <a:pt x="204" y="64"/>
                      </a:cubicBezTo>
                      <a:close/>
                      <a:moveTo>
                        <a:pt x="258" y="103"/>
                      </a:moveTo>
                      <a:cubicBezTo>
                        <a:pt x="279" y="90"/>
                        <a:pt x="279" y="90"/>
                        <a:pt x="279" y="90"/>
                      </a:cubicBezTo>
                      <a:cubicBezTo>
                        <a:pt x="274" y="80"/>
                        <a:pt x="274" y="80"/>
                        <a:pt x="274" y="80"/>
                      </a:cubicBezTo>
                      <a:cubicBezTo>
                        <a:pt x="252" y="93"/>
                        <a:pt x="252" y="93"/>
                        <a:pt x="252" y="93"/>
                      </a:cubicBezTo>
                      <a:cubicBezTo>
                        <a:pt x="258" y="103"/>
                        <a:pt x="258" y="103"/>
                        <a:pt x="258" y="103"/>
                      </a:cubicBezTo>
                      <a:close/>
                      <a:moveTo>
                        <a:pt x="236" y="76"/>
                      </a:moveTo>
                      <a:cubicBezTo>
                        <a:pt x="249" y="55"/>
                        <a:pt x="249" y="55"/>
                        <a:pt x="249" y="55"/>
                      </a:cubicBezTo>
                      <a:cubicBezTo>
                        <a:pt x="239" y="49"/>
                        <a:pt x="239" y="49"/>
                        <a:pt x="239" y="49"/>
                      </a:cubicBezTo>
                      <a:cubicBezTo>
                        <a:pt x="226" y="71"/>
                        <a:pt x="226" y="71"/>
                        <a:pt x="226" y="71"/>
                      </a:cubicBezTo>
                      <a:cubicBezTo>
                        <a:pt x="236" y="76"/>
                        <a:pt x="236" y="76"/>
                        <a:pt x="236" y="76"/>
                      </a:cubicBezTo>
                      <a:close/>
                      <a:moveTo>
                        <a:pt x="182" y="209"/>
                      </a:moveTo>
                      <a:cubicBezTo>
                        <a:pt x="142" y="178"/>
                        <a:pt x="142" y="178"/>
                        <a:pt x="142" y="178"/>
                      </a:cubicBezTo>
                      <a:cubicBezTo>
                        <a:pt x="139" y="176"/>
                        <a:pt x="135" y="177"/>
                        <a:pt x="133" y="180"/>
                      </a:cubicBezTo>
                      <a:cubicBezTo>
                        <a:pt x="133" y="180"/>
                        <a:pt x="133" y="180"/>
                        <a:pt x="133" y="180"/>
                      </a:cubicBezTo>
                      <a:cubicBezTo>
                        <a:pt x="131" y="183"/>
                        <a:pt x="132" y="188"/>
                        <a:pt x="135" y="190"/>
                      </a:cubicBezTo>
                      <a:cubicBezTo>
                        <a:pt x="175" y="221"/>
                        <a:pt x="175" y="221"/>
                        <a:pt x="175" y="221"/>
                      </a:cubicBezTo>
                      <a:cubicBezTo>
                        <a:pt x="178" y="223"/>
                        <a:pt x="182" y="222"/>
                        <a:pt x="184" y="219"/>
                      </a:cubicBezTo>
                      <a:cubicBezTo>
                        <a:pt x="184" y="219"/>
                        <a:pt x="184" y="219"/>
                        <a:pt x="184" y="219"/>
                      </a:cubicBezTo>
                      <a:cubicBezTo>
                        <a:pt x="186" y="216"/>
                        <a:pt x="185" y="211"/>
                        <a:pt x="182" y="209"/>
                      </a:cubicBezTo>
                      <a:close/>
                      <a:moveTo>
                        <a:pt x="222" y="90"/>
                      </a:moveTo>
                      <a:cubicBezTo>
                        <a:pt x="198" y="76"/>
                        <a:pt x="169" y="83"/>
                        <a:pt x="157" y="104"/>
                      </a:cubicBezTo>
                      <a:cubicBezTo>
                        <a:pt x="144" y="126"/>
                        <a:pt x="160" y="151"/>
                        <a:pt x="149" y="174"/>
                      </a:cubicBezTo>
                      <a:cubicBezTo>
                        <a:pt x="186" y="195"/>
                        <a:pt x="186" y="195"/>
                        <a:pt x="186" y="195"/>
                      </a:cubicBezTo>
                      <a:cubicBezTo>
                        <a:pt x="200" y="174"/>
                        <a:pt x="229" y="176"/>
                        <a:pt x="242" y="154"/>
                      </a:cubicBezTo>
                      <a:cubicBezTo>
                        <a:pt x="255" y="132"/>
                        <a:pt x="245" y="104"/>
                        <a:pt x="222" y="90"/>
                      </a:cubicBezTo>
                      <a:close/>
                      <a:moveTo>
                        <a:pt x="129" y="216"/>
                      </a:moveTo>
                      <a:cubicBezTo>
                        <a:pt x="125" y="224"/>
                        <a:pt x="128" y="233"/>
                        <a:pt x="136" y="238"/>
                      </a:cubicBezTo>
                      <a:cubicBezTo>
                        <a:pt x="142" y="241"/>
                        <a:pt x="150" y="240"/>
                        <a:pt x="155" y="236"/>
                      </a:cubicBezTo>
                      <a:lnTo>
                        <a:pt x="129" y="21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 name="文本框 42"/>
                <p:cNvSpPr txBox="1"/>
                <p:nvPr/>
              </p:nvSpPr>
              <p:spPr>
                <a:xfrm>
                  <a:off x="2174483" y="2032293"/>
                  <a:ext cx="1202599" cy="395313"/>
                </a:xfrm>
                <a:prstGeom prst="rect">
                  <a:avLst/>
                </a:prstGeom>
                <a:noFill/>
              </p:spPr>
              <p:txBody>
                <a:bodyPr wrap="none">
                  <a:spAutoFit/>
                </a:bodyPr>
                <a:lstStyle/>
                <a:p>
                  <a:pPr algn="ctr" fontAlgn="auto">
                    <a:spcBef>
                      <a:spcPts val="0"/>
                    </a:spcBef>
                    <a:spcAft>
                      <a:spcPts val="0"/>
                    </a:spcAft>
                    <a:defRPr/>
                  </a:pPr>
                  <a:r>
                    <a:rPr lang="zh-CN" altLang="en-US" sz="2109" b="1" dirty="0">
                      <a:solidFill>
                        <a:schemeClr val="accent1">
                          <a:lumMod val="75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47" name="矩形 46"/>
                <p:cNvSpPr/>
                <p:nvPr/>
              </p:nvSpPr>
              <p:spPr>
                <a:xfrm>
                  <a:off x="1815345" y="2391068"/>
                  <a:ext cx="1920875" cy="733597"/>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49" name="矩形 48"/>
              <p:cNvSpPr/>
              <p:nvPr/>
            </p:nvSpPr>
            <p:spPr>
              <a:xfrm>
                <a:off x="6933749" y="2034630"/>
                <a:ext cx="1546225" cy="733597"/>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nvGrpSpPr>
              <p:cNvPr id="24606" name="组合 52"/>
              <p:cNvGrpSpPr>
                <a:grpSpLocks/>
              </p:cNvGrpSpPr>
              <p:nvPr/>
            </p:nvGrpSpPr>
            <p:grpSpPr bwMode="auto">
              <a:xfrm>
                <a:off x="9184985" y="2510880"/>
                <a:ext cx="1050602" cy="869314"/>
                <a:chOff x="8981482" y="2265655"/>
                <a:chExt cx="1050602" cy="869314"/>
              </a:xfrm>
            </p:grpSpPr>
            <p:sp>
              <p:nvSpPr>
                <p:cNvPr id="46" name="文本框 45"/>
                <p:cNvSpPr txBox="1"/>
                <p:nvPr/>
              </p:nvSpPr>
              <p:spPr>
                <a:xfrm>
                  <a:off x="8981482" y="2784768"/>
                  <a:ext cx="1050602" cy="350201"/>
                </a:xfrm>
                <a:prstGeom prst="rect">
                  <a:avLst/>
                </a:prstGeom>
                <a:noFill/>
              </p:spPr>
              <p:txBody>
                <a:bodyPr wrap="none">
                  <a:spAutoFit/>
                </a:bodyPr>
                <a:lstStyle/>
                <a:p>
                  <a:pPr algn="ctr" fontAlgn="auto">
                    <a:spcBef>
                      <a:spcPts val="0"/>
                    </a:spcBef>
                    <a:spcAft>
                      <a:spcPts val="0"/>
                    </a:spcAft>
                    <a:defRPr/>
                  </a:pPr>
                  <a:r>
                    <a:rPr lang="zh-CN" altLang="en-US" b="1" dirty="0">
                      <a:solidFill>
                        <a:schemeClr val="accent4">
                          <a:lumMod val="75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52" name="Freeform 28"/>
                <p:cNvSpPr>
                  <a:spLocks noEditPoints="1"/>
                </p:cNvSpPr>
                <p:nvPr/>
              </p:nvSpPr>
              <p:spPr bwMode="auto">
                <a:xfrm>
                  <a:off x="9151184" y="2265655"/>
                  <a:ext cx="711200" cy="530225"/>
                </a:xfrm>
                <a:custGeom>
                  <a:avLst/>
                  <a:gdLst>
                    <a:gd name="T0" fmla="*/ 44 w 209"/>
                    <a:gd name="T1" fmla="*/ 99 h 155"/>
                    <a:gd name="T2" fmla="*/ 24 w 209"/>
                    <a:gd name="T3" fmla="*/ 87 h 155"/>
                    <a:gd name="T4" fmla="*/ 28 w 209"/>
                    <a:gd name="T5" fmla="*/ 4 h 155"/>
                    <a:gd name="T6" fmla="*/ 179 w 209"/>
                    <a:gd name="T7" fmla="*/ 4 h 155"/>
                    <a:gd name="T8" fmla="*/ 182 w 209"/>
                    <a:gd name="T9" fmla="*/ 87 h 155"/>
                    <a:gd name="T10" fmla="*/ 161 w 209"/>
                    <a:gd name="T11" fmla="*/ 99 h 155"/>
                    <a:gd name="T12" fmla="*/ 209 w 209"/>
                    <a:gd name="T13" fmla="*/ 141 h 155"/>
                    <a:gd name="T14" fmla="*/ 7 w 209"/>
                    <a:gd name="T15" fmla="*/ 155 h 155"/>
                    <a:gd name="T16" fmla="*/ 63 w 209"/>
                    <a:gd name="T17" fmla="*/ 102 h 155"/>
                    <a:gd name="T18" fmla="*/ 63 w 209"/>
                    <a:gd name="T19" fmla="*/ 99 h 155"/>
                    <a:gd name="T20" fmla="*/ 36 w 209"/>
                    <a:gd name="T21" fmla="*/ 12 h 155"/>
                    <a:gd name="T22" fmla="*/ 36 w 209"/>
                    <a:gd name="T23" fmla="*/ 12 h 155"/>
                    <a:gd name="T24" fmla="*/ 36 w 209"/>
                    <a:gd name="T25" fmla="*/ 87 h 155"/>
                    <a:gd name="T26" fmla="*/ 170 w 209"/>
                    <a:gd name="T27" fmla="*/ 87 h 155"/>
                    <a:gd name="T28" fmla="*/ 170 w 209"/>
                    <a:gd name="T29" fmla="*/ 12 h 155"/>
                    <a:gd name="T30" fmla="*/ 27 w 209"/>
                    <a:gd name="T31" fmla="*/ 133 h 155"/>
                    <a:gd name="T32" fmla="*/ 31 w 209"/>
                    <a:gd name="T33" fmla="*/ 126 h 155"/>
                    <a:gd name="T34" fmla="*/ 61 w 209"/>
                    <a:gd name="T35" fmla="*/ 115 h 155"/>
                    <a:gd name="T36" fmla="*/ 157 w 209"/>
                    <a:gd name="T37" fmla="*/ 110 h 155"/>
                    <a:gd name="T38" fmla="*/ 170 w 209"/>
                    <a:gd name="T39" fmla="*/ 110 h 155"/>
                    <a:gd name="T40" fmla="*/ 140 w 209"/>
                    <a:gd name="T41" fmla="*/ 115 h 155"/>
                    <a:gd name="T42" fmla="*/ 139 w 209"/>
                    <a:gd name="T43" fmla="*/ 110 h 155"/>
                    <a:gd name="T44" fmla="*/ 136 w 209"/>
                    <a:gd name="T45" fmla="*/ 115 h 155"/>
                    <a:gd name="T46" fmla="*/ 103 w 209"/>
                    <a:gd name="T47" fmla="*/ 110 h 155"/>
                    <a:gd name="T48" fmla="*/ 117 w 209"/>
                    <a:gd name="T49" fmla="*/ 110 h 155"/>
                    <a:gd name="T50" fmla="*/ 84 w 209"/>
                    <a:gd name="T51" fmla="*/ 115 h 155"/>
                    <a:gd name="T52" fmla="*/ 85 w 209"/>
                    <a:gd name="T53" fmla="*/ 110 h 155"/>
                    <a:gd name="T54" fmla="*/ 80 w 209"/>
                    <a:gd name="T55" fmla="*/ 115 h 155"/>
                    <a:gd name="T56" fmla="*/ 152 w 209"/>
                    <a:gd name="T57" fmla="*/ 117 h 155"/>
                    <a:gd name="T58" fmla="*/ 175 w 209"/>
                    <a:gd name="T59" fmla="*/ 117 h 155"/>
                    <a:gd name="T60" fmla="*/ 134 w 209"/>
                    <a:gd name="T61" fmla="*/ 123 h 155"/>
                    <a:gd name="T62" fmla="*/ 132 w 209"/>
                    <a:gd name="T63" fmla="*/ 117 h 155"/>
                    <a:gd name="T64" fmla="*/ 129 w 209"/>
                    <a:gd name="T65" fmla="*/ 123 h 155"/>
                    <a:gd name="T66" fmla="*/ 94 w 209"/>
                    <a:gd name="T67" fmla="*/ 117 h 155"/>
                    <a:gd name="T68" fmla="*/ 109 w 209"/>
                    <a:gd name="T69" fmla="*/ 117 h 155"/>
                    <a:gd name="T70" fmla="*/ 73 w 209"/>
                    <a:gd name="T71" fmla="*/ 123 h 155"/>
                    <a:gd name="T72" fmla="*/ 75 w 209"/>
                    <a:gd name="T73" fmla="*/ 117 h 155"/>
                    <a:gd name="T74" fmla="*/ 68 w 209"/>
                    <a:gd name="T75" fmla="*/ 123 h 155"/>
                    <a:gd name="T76" fmla="*/ 37 w 209"/>
                    <a:gd name="T77" fmla="*/ 117 h 155"/>
                    <a:gd name="T78" fmla="*/ 51 w 209"/>
                    <a:gd name="T79" fmla="*/ 117 h 155"/>
                    <a:gd name="T80" fmla="*/ 163 w 209"/>
                    <a:gd name="T81" fmla="*/ 133 h 155"/>
                    <a:gd name="T82" fmla="*/ 160 w 209"/>
                    <a:gd name="T83" fmla="*/ 126 h 155"/>
                    <a:gd name="T84" fmla="*/ 158 w 209"/>
                    <a:gd name="T85" fmla="*/ 133 h 155"/>
                    <a:gd name="T86" fmla="*/ 119 w 209"/>
                    <a:gd name="T87" fmla="*/ 126 h 155"/>
                    <a:gd name="T88" fmla="*/ 135 w 209"/>
                    <a:gd name="T89" fmla="*/ 126 h 155"/>
                    <a:gd name="T90" fmla="*/ 98 w 209"/>
                    <a:gd name="T91" fmla="*/ 133 h 155"/>
                    <a:gd name="T92" fmla="*/ 98 w 209"/>
                    <a:gd name="T93" fmla="*/ 126 h 155"/>
                    <a:gd name="T94" fmla="*/ 92 w 209"/>
                    <a:gd name="T95" fmla="*/ 133 h 155"/>
                    <a:gd name="T96" fmla="*/ 57 w 209"/>
                    <a:gd name="T97" fmla="*/ 126 h 155"/>
                    <a:gd name="T98" fmla="*/ 73 w 209"/>
                    <a:gd name="T99" fmla="*/ 12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 h="155">
                      <a:moveTo>
                        <a:pt x="27" y="102"/>
                      </a:moveTo>
                      <a:cubicBezTo>
                        <a:pt x="44" y="102"/>
                        <a:pt x="44" y="102"/>
                        <a:pt x="44" y="102"/>
                      </a:cubicBezTo>
                      <a:cubicBezTo>
                        <a:pt x="44" y="99"/>
                        <a:pt x="44" y="99"/>
                        <a:pt x="44" y="99"/>
                      </a:cubicBezTo>
                      <a:cubicBezTo>
                        <a:pt x="36" y="99"/>
                        <a:pt x="36" y="99"/>
                        <a:pt x="36" y="99"/>
                      </a:cubicBezTo>
                      <a:cubicBezTo>
                        <a:pt x="33" y="99"/>
                        <a:pt x="30" y="98"/>
                        <a:pt x="28" y="96"/>
                      </a:cubicBezTo>
                      <a:cubicBezTo>
                        <a:pt x="25" y="93"/>
                        <a:pt x="24" y="90"/>
                        <a:pt x="24" y="87"/>
                      </a:cubicBezTo>
                      <a:cubicBezTo>
                        <a:pt x="24" y="12"/>
                        <a:pt x="24" y="12"/>
                        <a:pt x="24" y="12"/>
                      </a:cubicBezTo>
                      <a:cubicBezTo>
                        <a:pt x="24" y="9"/>
                        <a:pt x="25" y="6"/>
                        <a:pt x="28" y="4"/>
                      </a:cubicBezTo>
                      <a:cubicBezTo>
                        <a:pt x="28" y="4"/>
                        <a:pt x="28" y="4"/>
                        <a:pt x="28" y="4"/>
                      </a:cubicBezTo>
                      <a:cubicBezTo>
                        <a:pt x="30" y="1"/>
                        <a:pt x="33" y="0"/>
                        <a:pt x="36" y="0"/>
                      </a:cubicBezTo>
                      <a:cubicBezTo>
                        <a:pt x="170" y="0"/>
                        <a:pt x="170" y="0"/>
                        <a:pt x="170" y="0"/>
                      </a:cubicBezTo>
                      <a:cubicBezTo>
                        <a:pt x="173" y="0"/>
                        <a:pt x="177" y="1"/>
                        <a:pt x="179" y="4"/>
                      </a:cubicBezTo>
                      <a:cubicBezTo>
                        <a:pt x="179" y="4"/>
                        <a:pt x="179" y="4"/>
                        <a:pt x="179" y="4"/>
                      </a:cubicBezTo>
                      <a:cubicBezTo>
                        <a:pt x="181" y="6"/>
                        <a:pt x="182" y="9"/>
                        <a:pt x="182" y="12"/>
                      </a:cubicBezTo>
                      <a:cubicBezTo>
                        <a:pt x="182" y="87"/>
                        <a:pt x="182" y="87"/>
                        <a:pt x="182" y="87"/>
                      </a:cubicBezTo>
                      <a:cubicBezTo>
                        <a:pt x="182" y="90"/>
                        <a:pt x="181" y="93"/>
                        <a:pt x="179" y="96"/>
                      </a:cubicBezTo>
                      <a:cubicBezTo>
                        <a:pt x="177" y="98"/>
                        <a:pt x="173" y="99"/>
                        <a:pt x="170" y="99"/>
                      </a:cubicBezTo>
                      <a:cubicBezTo>
                        <a:pt x="161" y="99"/>
                        <a:pt x="161" y="99"/>
                        <a:pt x="161" y="99"/>
                      </a:cubicBezTo>
                      <a:cubicBezTo>
                        <a:pt x="161" y="102"/>
                        <a:pt x="161" y="102"/>
                        <a:pt x="161" y="102"/>
                      </a:cubicBezTo>
                      <a:cubicBezTo>
                        <a:pt x="180" y="102"/>
                        <a:pt x="180" y="102"/>
                        <a:pt x="180" y="102"/>
                      </a:cubicBezTo>
                      <a:cubicBezTo>
                        <a:pt x="209" y="141"/>
                        <a:pt x="209" y="141"/>
                        <a:pt x="209" y="141"/>
                      </a:cubicBezTo>
                      <a:cubicBezTo>
                        <a:pt x="209" y="141"/>
                        <a:pt x="209" y="141"/>
                        <a:pt x="209" y="141"/>
                      </a:cubicBezTo>
                      <a:cubicBezTo>
                        <a:pt x="202" y="155"/>
                        <a:pt x="202" y="155"/>
                        <a:pt x="202" y="155"/>
                      </a:cubicBezTo>
                      <a:cubicBezTo>
                        <a:pt x="7" y="155"/>
                        <a:pt x="7" y="155"/>
                        <a:pt x="7" y="155"/>
                      </a:cubicBezTo>
                      <a:cubicBezTo>
                        <a:pt x="0" y="141"/>
                        <a:pt x="0" y="141"/>
                        <a:pt x="0" y="141"/>
                      </a:cubicBezTo>
                      <a:cubicBezTo>
                        <a:pt x="27" y="102"/>
                        <a:pt x="27" y="102"/>
                        <a:pt x="27" y="102"/>
                      </a:cubicBezTo>
                      <a:close/>
                      <a:moveTo>
                        <a:pt x="63" y="102"/>
                      </a:moveTo>
                      <a:cubicBezTo>
                        <a:pt x="143" y="102"/>
                        <a:pt x="143" y="102"/>
                        <a:pt x="143" y="102"/>
                      </a:cubicBezTo>
                      <a:cubicBezTo>
                        <a:pt x="143" y="99"/>
                        <a:pt x="143" y="99"/>
                        <a:pt x="143" y="99"/>
                      </a:cubicBezTo>
                      <a:cubicBezTo>
                        <a:pt x="63" y="99"/>
                        <a:pt x="63" y="99"/>
                        <a:pt x="63" y="99"/>
                      </a:cubicBezTo>
                      <a:cubicBezTo>
                        <a:pt x="63" y="102"/>
                        <a:pt x="63" y="102"/>
                        <a:pt x="63" y="102"/>
                      </a:cubicBezTo>
                      <a:close/>
                      <a:moveTo>
                        <a:pt x="170" y="12"/>
                      </a:moveTo>
                      <a:cubicBezTo>
                        <a:pt x="36" y="12"/>
                        <a:pt x="36" y="12"/>
                        <a:pt x="36" y="12"/>
                      </a:cubicBezTo>
                      <a:cubicBezTo>
                        <a:pt x="36" y="12"/>
                        <a:pt x="36" y="12"/>
                        <a:pt x="36" y="12"/>
                      </a:cubicBezTo>
                      <a:cubicBezTo>
                        <a:pt x="36" y="12"/>
                        <a:pt x="36" y="12"/>
                        <a:pt x="36" y="12"/>
                      </a:cubicBezTo>
                      <a:cubicBezTo>
                        <a:pt x="36" y="12"/>
                        <a:pt x="36" y="12"/>
                        <a:pt x="36" y="12"/>
                      </a:cubicBezTo>
                      <a:cubicBezTo>
                        <a:pt x="36" y="87"/>
                        <a:pt x="36" y="87"/>
                        <a:pt x="36" y="87"/>
                      </a:cubicBezTo>
                      <a:cubicBezTo>
                        <a:pt x="36" y="87"/>
                        <a:pt x="36" y="87"/>
                        <a:pt x="36" y="87"/>
                      </a:cubicBezTo>
                      <a:cubicBezTo>
                        <a:pt x="36" y="87"/>
                        <a:pt x="36" y="87"/>
                        <a:pt x="36" y="87"/>
                      </a:cubicBezTo>
                      <a:cubicBezTo>
                        <a:pt x="170" y="87"/>
                        <a:pt x="170" y="87"/>
                        <a:pt x="170" y="87"/>
                      </a:cubicBezTo>
                      <a:cubicBezTo>
                        <a:pt x="170" y="87"/>
                        <a:pt x="170" y="87"/>
                        <a:pt x="170" y="87"/>
                      </a:cubicBezTo>
                      <a:cubicBezTo>
                        <a:pt x="170" y="87"/>
                        <a:pt x="170" y="87"/>
                        <a:pt x="170" y="87"/>
                      </a:cubicBezTo>
                      <a:cubicBezTo>
                        <a:pt x="170" y="12"/>
                        <a:pt x="170" y="12"/>
                        <a:pt x="170" y="12"/>
                      </a:cubicBezTo>
                      <a:cubicBezTo>
                        <a:pt x="170" y="12"/>
                        <a:pt x="170" y="12"/>
                        <a:pt x="170" y="12"/>
                      </a:cubicBezTo>
                      <a:cubicBezTo>
                        <a:pt x="170" y="12"/>
                        <a:pt x="170" y="12"/>
                        <a:pt x="170" y="12"/>
                      </a:cubicBezTo>
                      <a:cubicBezTo>
                        <a:pt x="170" y="12"/>
                        <a:pt x="170" y="12"/>
                        <a:pt x="170" y="12"/>
                      </a:cubicBezTo>
                      <a:close/>
                      <a:moveTo>
                        <a:pt x="31" y="126"/>
                      </a:moveTo>
                      <a:cubicBezTo>
                        <a:pt x="30" y="128"/>
                        <a:pt x="28" y="131"/>
                        <a:pt x="27" y="133"/>
                      </a:cubicBezTo>
                      <a:cubicBezTo>
                        <a:pt x="34" y="133"/>
                        <a:pt x="41" y="133"/>
                        <a:pt x="48" y="133"/>
                      </a:cubicBezTo>
                      <a:cubicBezTo>
                        <a:pt x="49" y="131"/>
                        <a:pt x="50" y="128"/>
                        <a:pt x="51" y="126"/>
                      </a:cubicBezTo>
                      <a:cubicBezTo>
                        <a:pt x="44" y="126"/>
                        <a:pt x="38" y="126"/>
                        <a:pt x="31" y="126"/>
                      </a:cubicBezTo>
                      <a:close/>
                      <a:moveTo>
                        <a:pt x="41" y="110"/>
                      </a:moveTo>
                      <a:cubicBezTo>
                        <a:pt x="40" y="111"/>
                        <a:pt x="39" y="113"/>
                        <a:pt x="38" y="115"/>
                      </a:cubicBezTo>
                      <a:cubicBezTo>
                        <a:pt x="46" y="115"/>
                        <a:pt x="53" y="115"/>
                        <a:pt x="61" y="115"/>
                      </a:cubicBezTo>
                      <a:cubicBezTo>
                        <a:pt x="62" y="113"/>
                        <a:pt x="62" y="111"/>
                        <a:pt x="63" y="110"/>
                      </a:cubicBezTo>
                      <a:cubicBezTo>
                        <a:pt x="56" y="110"/>
                        <a:pt x="49" y="110"/>
                        <a:pt x="41" y="110"/>
                      </a:cubicBezTo>
                      <a:close/>
                      <a:moveTo>
                        <a:pt x="157" y="110"/>
                      </a:moveTo>
                      <a:cubicBezTo>
                        <a:pt x="157" y="111"/>
                        <a:pt x="158" y="113"/>
                        <a:pt x="159" y="115"/>
                      </a:cubicBezTo>
                      <a:cubicBezTo>
                        <a:pt x="164" y="115"/>
                        <a:pt x="169" y="115"/>
                        <a:pt x="173" y="115"/>
                      </a:cubicBezTo>
                      <a:cubicBezTo>
                        <a:pt x="172" y="113"/>
                        <a:pt x="171" y="111"/>
                        <a:pt x="170" y="110"/>
                      </a:cubicBezTo>
                      <a:cubicBezTo>
                        <a:pt x="166" y="110"/>
                        <a:pt x="161" y="110"/>
                        <a:pt x="157" y="110"/>
                      </a:cubicBezTo>
                      <a:close/>
                      <a:moveTo>
                        <a:pt x="139" y="110"/>
                      </a:moveTo>
                      <a:cubicBezTo>
                        <a:pt x="139" y="111"/>
                        <a:pt x="140" y="113"/>
                        <a:pt x="140" y="115"/>
                      </a:cubicBezTo>
                      <a:cubicBezTo>
                        <a:pt x="145" y="115"/>
                        <a:pt x="150" y="115"/>
                        <a:pt x="155" y="115"/>
                      </a:cubicBezTo>
                      <a:cubicBezTo>
                        <a:pt x="154" y="113"/>
                        <a:pt x="153" y="111"/>
                        <a:pt x="152" y="110"/>
                      </a:cubicBezTo>
                      <a:cubicBezTo>
                        <a:pt x="148" y="110"/>
                        <a:pt x="143" y="110"/>
                        <a:pt x="139" y="110"/>
                      </a:cubicBezTo>
                      <a:close/>
                      <a:moveTo>
                        <a:pt x="121" y="110"/>
                      </a:moveTo>
                      <a:cubicBezTo>
                        <a:pt x="121" y="111"/>
                        <a:pt x="121" y="113"/>
                        <a:pt x="122" y="115"/>
                      </a:cubicBezTo>
                      <a:cubicBezTo>
                        <a:pt x="126" y="115"/>
                        <a:pt x="131" y="115"/>
                        <a:pt x="136" y="115"/>
                      </a:cubicBezTo>
                      <a:cubicBezTo>
                        <a:pt x="135" y="113"/>
                        <a:pt x="135" y="111"/>
                        <a:pt x="134" y="110"/>
                      </a:cubicBezTo>
                      <a:cubicBezTo>
                        <a:pt x="130" y="110"/>
                        <a:pt x="125" y="110"/>
                        <a:pt x="121" y="110"/>
                      </a:cubicBezTo>
                      <a:close/>
                      <a:moveTo>
                        <a:pt x="103" y="110"/>
                      </a:moveTo>
                      <a:cubicBezTo>
                        <a:pt x="103" y="111"/>
                        <a:pt x="103" y="113"/>
                        <a:pt x="103" y="115"/>
                      </a:cubicBezTo>
                      <a:cubicBezTo>
                        <a:pt x="108" y="115"/>
                        <a:pt x="113" y="115"/>
                        <a:pt x="117" y="115"/>
                      </a:cubicBezTo>
                      <a:cubicBezTo>
                        <a:pt x="117" y="113"/>
                        <a:pt x="117" y="111"/>
                        <a:pt x="117" y="110"/>
                      </a:cubicBezTo>
                      <a:cubicBezTo>
                        <a:pt x="112" y="110"/>
                        <a:pt x="108" y="110"/>
                        <a:pt x="103" y="110"/>
                      </a:cubicBezTo>
                      <a:close/>
                      <a:moveTo>
                        <a:pt x="85" y="110"/>
                      </a:moveTo>
                      <a:cubicBezTo>
                        <a:pt x="85" y="111"/>
                        <a:pt x="85" y="113"/>
                        <a:pt x="84" y="115"/>
                      </a:cubicBezTo>
                      <a:cubicBezTo>
                        <a:pt x="89" y="115"/>
                        <a:pt x="94" y="115"/>
                        <a:pt x="98" y="115"/>
                      </a:cubicBezTo>
                      <a:cubicBezTo>
                        <a:pt x="99" y="113"/>
                        <a:pt x="99" y="111"/>
                        <a:pt x="99" y="110"/>
                      </a:cubicBezTo>
                      <a:cubicBezTo>
                        <a:pt x="94" y="110"/>
                        <a:pt x="90" y="110"/>
                        <a:pt x="85" y="110"/>
                      </a:cubicBezTo>
                      <a:close/>
                      <a:moveTo>
                        <a:pt x="67" y="110"/>
                      </a:moveTo>
                      <a:cubicBezTo>
                        <a:pt x="67" y="111"/>
                        <a:pt x="66" y="113"/>
                        <a:pt x="66" y="115"/>
                      </a:cubicBezTo>
                      <a:cubicBezTo>
                        <a:pt x="70" y="115"/>
                        <a:pt x="75" y="115"/>
                        <a:pt x="80" y="115"/>
                      </a:cubicBezTo>
                      <a:cubicBezTo>
                        <a:pt x="80" y="113"/>
                        <a:pt x="81" y="111"/>
                        <a:pt x="81" y="110"/>
                      </a:cubicBezTo>
                      <a:cubicBezTo>
                        <a:pt x="77" y="110"/>
                        <a:pt x="72" y="110"/>
                        <a:pt x="67" y="110"/>
                      </a:cubicBezTo>
                      <a:close/>
                      <a:moveTo>
                        <a:pt x="152" y="117"/>
                      </a:moveTo>
                      <a:cubicBezTo>
                        <a:pt x="153" y="119"/>
                        <a:pt x="153" y="121"/>
                        <a:pt x="154" y="123"/>
                      </a:cubicBezTo>
                      <a:cubicBezTo>
                        <a:pt x="162" y="123"/>
                        <a:pt x="170" y="123"/>
                        <a:pt x="178" y="123"/>
                      </a:cubicBezTo>
                      <a:cubicBezTo>
                        <a:pt x="177" y="121"/>
                        <a:pt x="176" y="119"/>
                        <a:pt x="175" y="117"/>
                      </a:cubicBezTo>
                      <a:cubicBezTo>
                        <a:pt x="167" y="117"/>
                        <a:pt x="160" y="117"/>
                        <a:pt x="152" y="117"/>
                      </a:cubicBezTo>
                      <a:close/>
                      <a:moveTo>
                        <a:pt x="132" y="117"/>
                      </a:moveTo>
                      <a:cubicBezTo>
                        <a:pt x="133" y="119"/>
                        <a:pt x="133" y="121"/>
                        <a:pt x="134" y="123"/>
                      </a:cubicBezTo>
                      <a:cubicBezTo>
                        <a:pt x="139" y="123"/>
                        <a:pt x="144" y="123"/>
                        <a:pt x="149" y="123"/>
                      </a:cubicBezTo>
                      <a:cubicBezTo>
                        <a:pt x="148" y="121"/>
                        <a:pt x="148" y="119"/>
                        <a:pt x="147" y="117"/>
                      </a:cubicBezTo>
                      <a:cubicBezTo>
                        <a:pt x="142" y="117"/>
                        <a:pt x="137" y="117"/>
                        <a:pt x="132" y="117"/>
                      </a:cubicBezTo>
                      <a:close/>
                      <a:moveTo>
                        <a:pt x="113" y="117"/>
                      </a:moveTo>
                      <a:cubicBezTo>
                        <a:pt x="113" y="119"/>
                        <a:pt x="114" y="121"/>
                        <a:pt x="114" y="123"/>
                      </a:cubicBezTo>
                      <a:cubicBezTo>
                        <a:pt x="119" y="123"/>
                        <a:pt x="124" y="123"/>
                        <a:pt x="129" y="123"/>
                      </a:cubicBezTo>
                      <a:cubicBezTo>
                        <a:pt x="129" y="121"/>
                        <a:pt x="128" y="119"/>
                        <a:pt x="128" y="117"/>
                      </a:cubicBezTo>
                      <a:cubicBezTo>
                        <a:pt x="123" y="117"/>
                        <a:pt x="118" y="117"/>
                        <a:pt x="113" y="117"/>
                      </a:cubicBezTo>
                      <a:close/>
                      <a:moveTo>
                        <a:pt x="94" y="117"/>
                      </a:moveTo>
                      <a:cubicBezTo>
                        <a:pt x="94" y="119"/>
                        <a:pt x="94" y="121"/>
                        <a:pt x="93" y="123"/>
                      </a:cubicBezTo>
                      <a:cubicBezTo>
                        <a:pt x="99" y="123"/>
                        <a:pt x="104" y="123"/>
                        <a:pt x="109" y="123"/>
                      </a:cubicBezTo>
                      <a:cubicBezTo>
                        <a:pt x="109" y="121"/>
                        <a:pt x="109" y="119"/>
                        <a:pt x="109" y="117"/>
                      </a:cubicBezTo>
                      <a:cubicBezTo>
                        <a:pt x="104" y="117"/>
                        <a:pt x="99" y="117"/>
                        <a:pt x="94" y="117"/>
                      </a:cubicBezTo>
                      <a:close/>
                      <a:moveTo>
                        <a:pt x="75" y="117"/>
                      </a:moveTo>
                      <a:cubicBezTo>
                        <a:pt x="74" y="119"/>
                        <a:pt x="74" y="121"/>
                        <a:pt x="73" y="123"/>
                      </a:cubicBezTo>
                      <a:cubicBezTo>
                        <a:pt x="79" y="123"/>
                        <a:pt x="84" y="123"/>
                        <a:pt x="89" y="123"/>
                      </a:cubicBezTo>
                      <a:cubicBezTo>
                        <a:pt x="89" y="121"/>
                        <a:pt x="89" y="119"/>
                        <a:pt x="90" y="117"/>
                      </a:cubicBezTo>
                      <a:cubicBezTo>
                        <a:pt x="85" y="117"/>
                        <a:pt x="80" y="117"/>
                        <a:pt x="75" y="117"/>
                      </a:cubicBezTo>
                      <a:close/>
                      <a:moveTo>
                        <a:pt x="56" y="117"/>
                      </a:moveTo>
                      <a:cubicBezTo>
                        <a:pt x="55" y="119"/>
                        <a:pt x="54" y="121"/>
                        <a:pt x="53" y="123"/>
                      </a:cubicBezTo>
                      <a:cubicBezTo>
                        <a:pt x="58" y="123"/>
                        <a:pt x="63" y="123"/>
                        <a:pt x="68" y="123"/>
                      </a:cubicBezTo>
                      <a:cubicBezTo>
                        <a:pt x="69" y="121"/>
                        <a:pt x="70" y="119"/>
                        <a:pt x="70" y="117"/>
                      </a:cubicBezTo>
                      <a:cubicBezTo>
                        <a:pt x="65" y="117"/>
                        <a:pt x="60" y="117"/>
                        <a:pt x="56" y="117"/>
                      </a:cubicBezTo>
                      <a:close/>
                      <a:moveTo>
                        <a:pt x="37" y="117"/>
                      </a:moveTo>
                      <a:cubicBezTo>
                        <a:pt x="35" y="119"/>
                        <a:pt x="34" y="121"/>
                        <a:pt x="33" y="123"/>
                      </a:cubicBezTo>
                      <a:cubicBezTo>
                        <a:pt x="38" y="123"/>
                        <a:pt x="43" y="123"/>
                        <a:pt x="48" y="123"/>
                      </a:cubicBezTo>
                      <a:cubicBezTo>
                        <a:pt x="49" y="121"/>
                        <a:pt x="50" y="119"/>
                        <a:pt x="51" y="117"/>
                      </a:cubicBezTo>
                      <a:cubicBezTo>
                        <a:pt x="46" y="117"/>
                        <a:pt x="41" y="117"/>
                        <a:pt x="37" y="117"/>
                      </a:cubicBezTo>
                      <a:close/>
                      <a:moveTo>
                        <a:pt x="160" y="126"/>
                      </a:moveTo>
                      <a:cubicBezTo>
                        <a:pt x="161" y="128"/>
                        <a:pt x="162" y="131"/>
                        <a:pt x="163" y="133"/>
                      </a:cubicBezTo>
                      <a:cubicBezTo>
                        <a:pt x="170" y="133"/>
                        <a:pt x="177" y="133"/>
                        <a:pt x="184" y="133"/>
                      </a:cubicBezTo>
                      <a:cubicBezTo>
                        <a:pt x="183" y="131"/>
                        <a:pt x="182" y="128"/>
                        <a:pt x="180" y="126"/>
                      </a:cubicBezTo>
                      <a:cubicBezTo>
                        <a:pt x="174" y="126"/>
                        <a:pt x="167" y="126"/>
                        <a:pt x="160" y="126"/>
                      </a:cubicBezTo>
                      <a:close/>
                      <a:moveTo>
                        <a:pt x="139" y="126"/>
                      </a:moveTo>
                      <a:cubicBezTo>
                        <a:pt x="140" y="128"/>
                        <a:pt x="141" y="131"/>
                        <a:pt x="141" y="133"/>
                      </a:cubicBezTo>
                      <a:cubicBezTo>
                        <a:pt x="147" y="133"/>
                        <a:pt x="152" y="133"/>
                        <a:pt x="158" y="133"/>
                      </a:cubicBezTo>
                      <a:cubicBezTo>
                        <a:pt x="157" y="131"/>
                        <a:pt x="156" y="128"/>
                        <a:pt x="155" y="126"/>
                      </a:cubicBezTo>
                      <a:cubicBezTo>
                        <a:pt x="150" y="126"/>
                        <a:pt x="145" y="126"/>
                        <a:pt x="139" y="126"/>
                      </a:cubicBezTo>
                      <a:close/>
                      <a:moveTo>
                        <a:pt x="119" y="126"/>
                      </a:moveTo>
                      <a:cubicBezTo>
                        <a:pt x="119" y="128"/>
                        <a:pt x="119" y="131"/>
                        <a:pt x="119" y="133"/>
                      </a:cubicBezTo>
                      <a:cubicBezTo>
                        <a:pt x="125" y="133"/>
                        <a:pt x="131" y="133"/>
                        <a:pt x="136" y="133"/>
                      </a:cubicBezTo>
                      <a:cubicBezTo>
                        <a:pt x="136" y="131"/>
                        <a:pt x="135" y="128"/>
                        <a:pt x="135" y="126"/>
                      </a:cubicBezTo>
                      <a:cubicBezTo>
                        <a:pt x="129" y="126"/>
                        <a:pt x="124" y="126"/>
                        <a:pt x="119" y="126"/>
                      </a:cubicBezTo>
                      <a:close/>
                      <a:moveTo>
                        <a:pt x="98" y="126"/>
                      </a:moveTo>
                      <a:cubicBezTo>
                        <a:pt x="98" y="128"/>
                        <a:pt x="98" y="131"/>
                        <a:pt x="98" y="133"/>
                      </a:cubicBezTo>
                      <a:cubicBezTo>
                        <a:pt x="103" y="133"/>
                        <a:pt x="109" y="133"/>
                        <a:pt x="115" y="133"/>
                      </a:cubicBezTo>
                      <a:cubicBezTo>
                        <a:pt x="114" y="131"/>
                        <a:pt x="114" y="128"/>
                        <a:pt x="114" y="126"/>
                      </a:cubicBezTo>
                      <a:cubicBezTo>
                        <a:pt x="109" y="126"/>
                        <a:pt x="103" y="126"/>
                        <a:pt x="98" y="126"/>
                      </a:cubicBezTo>
                      <a:close/>
                      <a:moveTo>
                        <a:pt x="77" y="126"/>
                      </a:moveTo>
                      <a:cubicBezTo>
                        <a:pt x="77" y="128"/>
                        <a:pt x="76" y="131"/>
                        <a:pt x="76" y="133"/>
                      </a:cubicBezTo>
                      <a:cubicBezTo>
                        <a:pt x="81" y="133"/>
                        <a:pt x="87" y="133"/>
                        <a:pt x="92" y="133"/>
                      </a:cubicBezTo>
                      <a:cubicBezTo>
                        <a:pt x="93" y="131"/>
                        <a:pt x="93" y="128"/>
                        <a:pt x="93" y="126"/>
                      </a:cubicBezTo>
                      <a:cubicBezTo>
                        <a:pt x="88" y="126"/>
                        <a:pt x="83" y="126"/>
                        <a:pt x="77" y="126"/>
                      </a:cubicBezTo>
                      <a:close/>
                      <a:moveTo>
                        <a:pt x="57" y="126"/>
                      </a:moveTo>
                      <a:cubicBezTo>
                        <a:pt x="56" y="128"/>
                        <a:pt x="55" y="131"/>
                        <a:pt x="54" y="133"/>
                      </a:cubicBezTo>
                      <a:cubicBezTo>
                        <a:pt x="60" y="133"/>
                        <a:pt x="65" y="133"/>
                        <a:pt x="71" y="133"/>
                      </a:cubicBezTo>
                      <a:cubicBezTo>
                        <a:pt x="71" y="131"/>
                        <a:pt x="72" y="128"/>
                        <a:pt x="73" y="126"/>
                      </a:cubicBezTo>
                      <a:cubicBezTo>
                        <a:pt x="67" y="126"/>
                        <a:pt x="62" y="126"/>
                        <a:pt x="57" y="126"/>
                      </a:cubicBezTo>
                      <a:close/>
                    </a:path>
                  </a:pathLst>
                </a:custGeom>
                <a:solidFill>
                  <a:schemeClr val="accent4"/>
                </a:solid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24597" name="组合 71"/>
            <p:cNvGrpSpPr>
              <a:grpSpLocks/>
            </p:cNvGrpSpPr>
            <p:nvPr/>
          </p:nvGrpSpPr>
          <p:grpSpPr bwMode="auto">
            <a:xfrm>
              <a:off x="4738236" y="2952637"/>
              <a:ext cx="1917700" cy="1622166"/>
              <a:chOff x="4738236" y="2952637"/>
              <a:chExt cx="1917700" cy="1622166"/>
            </a:xfrm>
          </p:grpSpPr>
          <p:sp>
            <p:nvSpPr>
              <p:cNvPr id="24598" name="Freeform 16"/>
              <p:cNvSpPr>
                <a:spLocks noEditPoints="1"/>
              </p:cNvSpPr>
              <p:nvPr/>
            </p:nvSpPr>
            <p:spPr bwMode="auto">
              <a:xfrm>
                <a:off x="5407809" y="2952637"/>
                <a:ext cx="578853" cy="558715"/>
              </a:xfrm>
              <a:custGeom>
                <a:avLst/>
                <a:gdLst>
                  <a:gd name="T0" fmla="*/ 1460082098 w 97"/>
                  <a:gd name="T1" fmla="*/ 2147483646 h 94"/>
                  <a:gd name="T2" fmla="*/ 1744973255 w 97"/>
                  <a:gd name="T3" fmla="*/ 2147483646 h 94"/>
                  <a:gd name="T4" fmla="*/ 1531304887 w 97"/>
                  <a:gd name="T5" fmla="*/ 2147483646 h 94"/>
                  <a:gd name="T6" fmla="*/ 213668368 w 97"/>
                  <a:gd name="T7" fmla="*/ 2147483646 h 94"/>
                  <a:gd name="T8" fmla="*/ 320505535 w 97"/>
                  <a:gd name="T9" fmla="*/ 2147483646 h 94"/>
                  <a:gd name="T10" fmla="*/ 71222789 w 97"/>
                  <a:gd name="T11" fmla="*/ 2147483646 h 94"/>
                  <a:gd name="T12" fmla="*/ 356119914 w 97"/>
                  <a:gd name="T13" fmla="*/ 1943068119 h 94"/>
                  <a:gd name="T14" fmla="*/ 249282746 w 97"/>
                  <a:gd name="T15" fmla="*/ 1519122310 h 94"/>
                  <a:gd name="T16" fmla="*/ 35614378 w 97"/>
                  <a:gd name="T17" fmla="*/ 1024528772 h 94"/>
                  <a:gd name="T18" fmla="*/ 1388859309 w 97"/>
                  <a:gd name="T19" fmla="*/ 1024528772 h 94"/>
                  <a:gd name="T20" fmla="*/ 1460082098 w 97"/>
                  <a:gd name="T21" fmla="*/ 1448468638 h 94"/>
                  <a:gd name="T22" fmla="*/ 1673750466 w 97"/>
                  <a:gd name="T23" fmla="*/ 1943068119 h 94"/>
                  <a:gd name="T24" fmla="*/ 2147483646 w 97"/>
                  <a:gd name="T25" fmla="*/ 35329808 h 94"/>
                  <a:gd name="T26" fmla="*/ 1958647590 w 97"/>
                  <a:gd name="T27" fmla="*/ 529929290 h 94"/>
                  <a:gd name="T28" fmla="*/ 1709364844 w 97"/>
                  <a:gd name="T29" fmla="*/ 706572387 h 94"/>
                  <a:gd name="T30" fmla="*/ 1958647590 w 97"/>
                  <a:gd name="T31" fmla="*/ 1130512252 h 94"/>
                  <a:gd name="T32" fmla="*/ 1923033212 w 97"/>
                  <a:gd name="T33" fmla="*/ 1589781926 h 94"/>
                  <a:gd name="T34" fmla="*/ 1923033212 w 97"/>
                  <a:gd name="T35" fmla="*/ 2049051600 h 94"/>
                  <a:gd name="T36" fmla="*/ 2029870379 w 97"/>
                  <a:gd name="T37" fmla="*/ 2147483646 h 94"/>
                  <a:gd name="T38" fmla="*/ 1958647590 w 97"/>
                  <a:gd name="T39" fmla="*/ 2147483646 h 94"/>
                  <a:gd name="T40" fmla="*/ 2147483646 w 97"/>
                  <a:gd name="T41" fmla="*/ 2147483646 h 94"/>
                  <a:gd name="T42" fmla="*/ 2147483646 w 97"/>
                  <a:gd name="T43" fmla="*/ 2147483646 h 94"/>
                  <a:gd name="T44" fmla="*/ 2147483646 w 97"/>
                  <a:gd name="T45" fmla="*/ 2147483646 h 94"/>
                  <a:gd name="T46" fmla="*/ 2147483646 w 97"/>
                  <a:gd name="T47" fmla="*/ 2147483646 h 94"/>
                  <a:gd name="T48" fmla="*/ 2147483646 w 97"/>
                  <a:gd name="T49" fmla="*/ 1695765407 h 94"/>
                  <a:gd name="T50" fmla="*/ 2147483646 w 97"/>
                  <a:gd name="T51" fmla="*/ 1236495733 h 94"/>
                  <a:gd name="T52" fmla="*/ 2147483646 w 97"/>
                  <a:gd name="T53" fmla="*/ 1059852636 h 94"/>
                  <a:gd name="T54" fmla="*/ 2147483646 w 97"/>
                  <a:gd name="T55" fmla="*/ 635912770 h 94"/>
                  <a:gd name="T56" fmla="*/ 2147483646 w 97"/>
                  <a:gd name="T57" fmla="*/ 176643097 h 94"/>
                  <a:gd name="T58" fmla="*/ 2147483646 w 97"/>
                  <a:gd name="T59" fmla="*/ 635912770 h 94"/>
                  <a:gd name="T60" fmla="*/ 2147483646 w 97"/>
                  <a:gd name="T61" fmla="*/ 741896251 h 94"/>
                  <a:gd name="T62" fmla="*/ 2147483646 w 97"/>
                  <a:gd name="T63" fmla="*/ 635912770 h 94"/>
                  <a:gd name="T64" fmla="*/ 2147483646 w 97"/>
                  <a:gd name="T65" fmla="*/ 176643097 h 94"/>
                  <a:gd name="T66" fmla="*/ 2101093169 w 97"/>
                  <a:gd name="T67" fmla="*/ 176643097 h 94"/>
                  <a:gd name="T68" fmla="*/ 2147483646 w 97"/>
                  <a:gd name="T69" fmla="*/ 1165842060 h 94"/>
                  <a:gd name="T70" fmla="*/ 2147483646 w 97"/>
                  <a:gd name="T71" fmla="*/ 1271825541 h 94"/>
                  <a:gd name="T72" fmla="*/ 2147483646 w 97"/>
                  <a:gd name="T73" fmla="*/ 1165842060 h 94"/>
                  <a:gd name="T74" fmla="*/ 2147483646 w 97"/>
                  <a:gd name="T75" fmla="*/ 1695765407 h 94"/>
                  <a:gd name="T76" fmla="*/ 2147483646 w 97"/>
                  <a:gd name="T77" fmla="*/ 1766425023 h 94"/>
                  <a:gd name="T78" fmla="*/ 2147483646 w 97"/>
                  <a:gd name="T79" fmla="*/ 1695765407 h 94"/>
                  <a:gd name="T80" fmla="*/ 2147483646 w 97"/>
                  <a:gd name="T81" fmla="*/ 2147483646 h 94"/>
                  <a:gd name="T82" fmla="*/ 2147483646 w 97"/>
                  <a:gd name="T83" fmla="*/ 2147483646 h 94"/>
                  <a:gd name="T84" fmla="*/ 2147483646 w 97"/>
                  <a:gd name="T85" fmla="*/ 2147483646 h 94"/>
                  <a:gd name="T86" fmla="*/ 2147483646 w 97"/>
                  <a:gd name="T87" fmla="*/ 2147483646 h 94"/>
                  <a:gd name="T88" fmla="*/ 2147483646 w 97"/>
                  <a:gd name="T89" fmla="*/ 2147483646 h 94"/>
                  <a:gd name="T90" fmla="*/ 356119914 w 97"/>
                  <a:gd name="T91" fmla="*/ 2147483646 h 94"/>
                  <a:gd name="T92" fmla="*/ 1424467720 w 97"/>
                  <a:gd name="T93" fmla="*/ 2147483646 h 94"/>
                  <a:gd name="T94" fmla="*/ 1460082098 w 97"/>
                  <a:gd name="T95" fmla="*/ 2147483646 h 94"/>
                  <a:gd name="T96" fmla="*/ 1210799352 w 97"/>
                  <a:gd name="T97" fmla="*/ 1519122310 h 94"/>
                  <a:gd name="T98" fmla="*/ 498565492 w 97"/>
                  <a:gd name="T99" fmla="*/ 1589781926 h 94"/>
                  <a:gd name="T100" fmla="*/ 1566913298 w 97"/>
                  <a:gd name="T101" fmla="*/ 1589781926 h 94"/>
                  <a:gd name="T102" fmla="*/ 712233860 w 97"/>
                  <a:gd name="T103" fmla="*/ 1024528772 h 94"/>
                  <a:gd name="T104" fmla="*/ 712233860 w 97"/>
                  <a:gd name="T105" fmla="*/ 1130512252 h 94"/>
                  <a:gd name="T106" fmla="*/ 1210799352 w 97"/>
                  <a:gd name="T107" fmla="*/ 2049051600 h 94"/>
                  <a:gd name="T108" fmla="*/ 320505535 w 97"/>
                  <a:gd name="T109" fmla="*/ 2049051600 h 94"/>
                  <a:gd name="T110" fmla="*/ 1175184974 w 97"/>
                  <a:gd name="T111" fmla="*/ 2119711216 h 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7" h="94">
                    <a:moveTo>
                      <a:pt x="40" y="58"/>
                    </a:moveTo>
                    <a:cubicBezTo>
                      <a:pt x="40" y="58"/>
                      <a:pt x="40" y="58"/>
                      <a:pt x="40" y="58"/>
                    </a:cubicBezTo>
                    <a:cubicBezTo>
                      <a:pt x="41" y="58"/>
                      <a:pt x="41" y="59"/>
                      <a:pt x="41" y="59"/>
                    </a:cubicBezTo>
                    <a:cubicBezTo>
                      <a:pt x="41" y="67"/>
                      <a:pt x="41" y="67"/>
                      <a:pt x="41" y="67"/>
                    </a:cubicBezTo>
                    <a:cubicBezTo>
                      <a:pt x="41" y="67"/>
                      <a:pt x="42" y="67"/>
                      <a:pt x="42" y="67"/>
                    </a:cubicBezTo>
                    <a:cubicBezTo>
                      <a:pt x="45" y="68"/>
                      <a:pt x="47" y="68"/>
                      <a:pt x="48" y="69"/>
                    </a:cubicBezTo>
                    <a:cubicBezTo>
                      <a:pt x="49" y="70"/>
                      <a:pt x="49" y="70"/>
                      <a:pt x="49" y="71"/>
                    </a:cubicBezTo>
                    <a:cubicBezTo>
                      <a:pt x="49" y="74"/>
                      <a:pt x="49" y="77"/>
                      <a:pt x="49" y="80"/>
                    </a:cubicBezTo>
                    <a:cubicBezTo>
                      <a:pt x="49" y="80"/>
                      <a:pt x="49" y="81"/>
                      <a:pt x="48" y="81"/>
                    </a:cubicBezTo>
                    <a:cubicBezTo>
                      <a:pt x="47" y="82"/>
                      <a:pt x="46" y="83"/>
                      <a:pt x="44" y="83"/>
                    </a:cubicBezTo>
                    <a:cubicBezTo>
                      <a:pt x="44" y="90"/>
                      <a:pt x="44" y="90"/>
                      <a:pt x="44" y="90"/>
                    </a:cubicBezTo>
                    <a:cubicBezTo>
                      <a:pt x="44" y="90"/>
                      <a:pt x="44" y="91"/>
                      <a:pt x="43" y="91"/>
                    </a:cubicBezTo>
                    <a:cubicBezTo>
                      <a:pt x="42" y="92"/>
                      <a:pt x="40" y="93"/>
                      <a:pt x="37" y="93"/>
                    </a:cubicBezTo>
                    <a:cubicBezTo>
                      <a:pt x="34" y="94"/>
                      <a:pt x="29" y="94"/>
                      <a:pt x="24" y="94"/>
                    </a:cubicBezTo>
                    <a:cubicBezTo>
                      <a:pt x="19" y="94"/>
                      <a:pt x="15" y="94"/>
                      <a:pt x="12" y="93"/>
                    </a:cubicBezTo>
                    <a:cubicBezTo>
                      <a:pt x="9" y="93"/>
                      <a:pt x="7" y="92"/>
                      <a:pt x="6" y="91"/>
                    </a:cubicBezTo>
                    <a:cubicBezTo>
                      <a:pt x="5" y="91"/>
                      <a:pt x="5" y="90"/>
                      <a:pt x="5" y="90"/>
                    </a:cubicBezTo>
                    <a:cubicBezTo>
                      <a:pt x="5" y="87"/>
                      <a:pt x="5" y="84"/>
                      <a:pt x="5" y="81"/>
                    </a:cubicBezTo>
                    <a:cubicBezTo>
                      <a:pt x="5" y="80"/>
                      <a:pt x="5" y="80"/>
                      <a:pt x="5" y="79"/>
                    </a:cubicBezTo>
                    <a:cubicBezTo>
                      <a:pt x="6" y="79"/>
                      <a:pt x="8" y="78"/>
                      <a:pt x="9" y="78"/>
                    </a:cubicBezTo>
                    <a:cubicBezTo>
                      <a:pt x="9" y="72"/>
                      <a:pt x="9" y="72"/>
                      <a:pt x="9" y="72"/>
                    </a:cubicBezTo>
                    <a:cubicBezTo>
                      <a:pt x="9" y="72"/>
                      <a:pt x="9" y="72"/>
                      <a:pt x="8" y="72"/>
                    </a:cubicBezTo>
                    <a:cubicBezTo>
                      <a:pt x="6" y="71"/>
                      <a:pt x="4" y="71"/>
                      <a:pt x="2" y="70"/>
                    </a:cubicBezTo>
                    <a:cubicBezTo>
                      <a:pt x="2" y="69"/>
                      <a:pt x="2" y="69"/>
                      <a:pt x="2" y="68"/>
                    </a:cubicBezTo>
                    <a:cubicBezTo>
                      <a:pt x="2" y="65"/>
                      <a:pt x="2" y="62"/>
                      <a:pt x="2" y="59"/>
                    </a:cubicBezTo>
                    <a:cubicBezTo>
                      <a:pt x="2" y="59"/>
                      <a:pt x="2" y="58"/>
                      <a:pt x="2" y="58"/>
                    </a:cubicBezTo>
                    <a:cubicBezTo>
                      <a:pt x="3" y="57"/>
                      <a:pt x="6" y="56"/>
                      <a:pt x="8" y="56"/>
                    </a:cubicBezTo>
                    <a:cubicBezTo>
                      <a:pt x="9" y="55"/>
                      <a:pt x="9" y="55"/>
                      <a:pt x="10" y="55"/>
                    </a:cubicBezTo>
                    <a:cubicBezTo>
                      <a:pt x="9" y="55"/>
                      <a:pt x="9" y="54"/>
                      <a:pt x="9" y="54"/>
                    </a:cubicBezTo>
                    <a:cubicBezTo>
                      <a:pt x="9" y="51"/>
                      <a:pt x="9" y="48"/>
                      <a:pt x="9" y="45"/>
                    </a:cubicBezTo>
                    <a:cubicBezTo>
                      <a:pt x="9" y="45"/>
                      <a:pt x="9" y="44"/>
                      <a:pt x="10" y="44"/>
                    </a:cubicBezTo>
                    <a:cubicBezTo>
                      <a:pt x="9" y="44"/>
                      <a:pt x="8" y="43"/>
                      <a:pt x="7" y="43"/>
                    </a:cubicBezTo>
                    <a:cubicBezTo>
                      <a:pt x="4" y="43"/>
                      <a:pt x="2" y="42"/>
                      <a:pt x="1" y="41"/>
                    </a:cubicBezTo>
                    <a:cubicBezTo>
                      <a:pt x="1" y="40"/>
                      <a:pt x="0" y="40"/>
                      <a:pt x="0" y="39"/>
                    </a:cubicBezTo>
                    <a:cubicBezTo>
                      <a:pt x="0" y="37"/>
                      <a:pt x="0" y="34"/>
                      <a:pt x="0" y="31"/>
                    </a:cubicBezTo>
                    <a:cubicBezTo>
                      <a:pt x="0" y="30"/>
                      <a:pt x="1" y="30"/>
                      <a:pt x="1" y="29"/>
                    </a:cubicBezTo>
                    <a:cubicBezTo>
                      <a:pt x="2" y="28"/>
                      <a:pt x="4" y="27"/>
                      <a:pt x="7" y="27"/>
                    </a:cubicBezTo>
                    <a:cubicBezTo>
                      <a:pt x="11" y="26"/>
                      <a:pt x="15" y="26"/>
                      <a:pt x="20" y="26"/>
                    </a:cubicBezTo>
                    <a:cubicBezTo>
                      <a:pt x="25" y="26"/>
                      <a:pt x="30" y="26"/>
                      <a:pt x="33" y="27"/>
                    </a:cubicBezTo>
                    <a:cubicBezTo>
                      <a:pt x="36" y="27"/>
                      <a:pt x="38" y="28"/>
                      <a:pt x="39" y="29"/>
                    </a:cubicBezTo>
                    <a:cubicBezTo>
                      <a:pt x="40" y="30"/>
                      <a:pt x="40" y="30"/>
                      <a:pt x="40" y="31"/>
                    </a:cubicBezTo>
                    <a:cubicBezTo>
                      <a:pt x="40" y="34"/>
                      <a:pt x="40" y="37"/>
                      <a:pt x="40" y="39"/>
                    </a:cubicBezTo>
                    <a:cubicBezTo>
                      <a:pt x="40" y="40"/>
                      <a:pt x="40" y="41"/>
                      <a:pt x="39" y="41"/>
                    </a:cubicBezTo>
                    <a:cubicBezTo>
                      <a:pt x="40" y="41"/>
                      <a:pt x="41" y="41"/>
                      <a:pt x="41" y="41"/>
                    </a:cubicBezTo>
                    <a:cubicBezTo>
                      <a:pt x="44" y="42"/>
                      <a:pt x="46" y="42"/>
                      <a:pt x="47" y="43"/>
                    </a:cubicBezTo>
                    <a:cubicBezTo>
                      <a:pt x="48" y="44"/>
                      <a:pt x="48" y="45"/>
                      <a:pt x="48" y="45"/>
                    </a:cubicBezTo>
                    <a:cubicBezTo>
                      <a:pt x="48" y="48"/>
                      <a:pt x="48" y="51"/>
                      <a:pt x="48" y="54"/>
                    </a:cubicBezTo>
                    <a:cubicBezTo>
                      <a:pt x="48" y="55"/>
                      <a:pt x="48" y="55"/>
                      <a:pt x="47" y="55"/>
                    </a:cubicBezTo>
                    <a:cubicBezTo>
                      <a:pt x="46" y="56"/>
                      <a:pt x="44" y="57"/>
                      <a:pt x="41" y="58"/>
                    </a:cubicBezTo>
                    <a:cubicBezTo>
                      <a:pt x="41" y="58"/>
                      <a:pt x="41" y="58"/>
                      <a:pt x="40" y="58"/>
                    </a:cubicBezTo>
                    <a:close/>
                    <a:moveTo>
                      <a:pt x="74" y="0"/>
                    </a:moveTo>
                    <a:cubicBezTo>
                      <a:pt x="69" y="0"/>
                      <a:pt x="64" y="1"/>
                      <a:pt x="61" y="1"/>
                    </a:cubicBezTo>
                    <a:cubicBezTo>
                      <a:pt x="58" y="2"/>
                      <a:pt x="56" y="2"/>
                      <a:pt x="55" y="4"/>
                    </a:cubicBezTo>
                    <a:cubicBezTo>
                      <a:pt x="54" y="4"/>
                      <a:pt x="54" y="4"/>
                      <a:pt x="54" y="5"/>
                    </a:cubicBezTo>
                    <a:cubicBezTo>
                      <a:pt x="54" y="8"/>
                      <a:pt x="54" y="11"/>
                      <a:pt x="54" y="14"/>
                    </a:cubicBezTo>
                    <a:cubicBezTo>
                      <a:pt x="54" y="14"/>
                      <a:pt x="54" y="15"/>
                      <a:pt x="55" y="15"/>
                    </a:cubicBezTo>
                    <a:cubicBezTo>
                      <a:pt x="55" y="16"/>
                      <a:pt x="55" y="16"/>
                      <a:pt x="55" y="16"/>
                    </a:cubicBezTo>
                    <a:cubicBezTo>
                      <a:pt x="55" y="16"/>
                      <a:pt x="55" y="16"/>
                      <a:pt x="55" y="16"/>
                    </a:cubicBezTo>
                    <a:cubicBezTo>
                      <a:pt x="52" y="16"/>
                      <a:pt x="49" y="17"/>
                      <a:pt x="48" y="18"/>
                    </a:cubicBezTo>
                    <a:cubicBezTo>
                      <a:pt x="48" y="19"/>
                      <a:pt x="48" y="19"/>
                      <a:pt x="48" y="20"/>
                    </a:cubicBezTo>
                    <a:cubicBezTo>
                      <a:pt x="48" y="23"/>
                      <a:pt x="48" y="26"/>
                      <a:pt x="48" y="28"/>
                    </a:cubicBezTo>
                    <a:cubicBezTo>
                      <a:pt x="48" y="29"/>
                      <a:pt x="48" y="30"/>
                      <a:pt x="48" y="30"/>
                    </a:cubicBezTo>
                    <a:cubicBezTo>
                      <a:pt x="50" y="31"/>
                      <a:pt x="52" y="32"/>
                      <a:pt x="55" y="32"/>
                    </a:cubicBezTo>
                    <a:cubicBezTo>
                      <a:pt x="55" y="32"/>
                      <a:pt x="55" y="32"/>
                      <a:pt x="55" y="32"/>
                    </a:cubicBezTo>
                    <a:cubicBezTo>
                      <a:pt x="55" y="33"/>
                      <a:pt x="54" y="33"/>
                      <a:pt x="54" y="33"/>
                    </a:cubicBezTo>
                    <a:cubicBezTo>
                      <a:pt x="54" y="34"/>
                      <a:pt x="53" y="34"/>
                      <a:pt x="53" y="35"/>
                    </a:cubicBezTo>
                    <a:cubicBezTo>
                      <a:pt x="53" y="37"/>
                      <a:pt x="53" y="40"/>
                      <a:pt x="53" y="43"/>
                    </a:cubicBezTo>
                    <a:cubicBezTo>
                      <a:pt x="53" y="44"/>
                      <a:pt x="54" y="44"/>
                      <a:pt x="54" y="45"/>
                    </a:cubicBezTo>
                    <a:cubicBezTo>
                      <a:pt x="55" y="46"/>
                      <a:pt x="56" y="46"/>
                      <a:pt x="58" y="47"/>
                    </a:cubicBezTo>
                    <a:cubicBezTo>
                      <a:pt x="57" y="47"/>
                      <a:pt x="56" y="47"/>
                      <a:pt x="55" y="48"/>
                    </a:cubicBezTo>
                    <a:cubicBezTo>
                      <a:pt x="55" y="48"/>
                      <a:pt x="54" y="49"/>
                      <a:pt x="54" y="50"/>
                    </a:cubicBezTo>
                    <a:cubicBezTo>
                      <a:pt x="54" y="52"/>
                      <a:pt x="54" y="55"/>
                      <a:pt x="54" y="58"/>
                    </a:cubicBezTo>
                    <a:cubicBezTo>
                      <a:pt x="54" y="59"/>
                      <a:pt x="55" y="59"/>
                      <a:pt x="55" y="60"/>
                    </a:cubicBezTo>
                    <a:cubicBezTo>
                      <a:pt x="56" y="60"/>
                      <a:pt x="58" y="61"/>
                      <a:pt x="60" y="62"/>
                    </a:cubicBezTo>
                    <a:cubicBezTo>
                      <a:pt x="59" y="62"/>
                      <a:pt x="58" y="62"/>
                      <a:pt x="58" y="63"/>
                    </a:cubicBezTo>
                    <a:cubicBezTo>
                      <a:pt x="57" y="63"/>
                      <a:pt x="57" y="64"/>
                      <a:pt x="57" y="64"/>
                    </a:cubicBezTo>
                    <a:cubicBezTo>
                      <a:pt x="57" y="67"/>
                      <a:pt x="57" y="70"/>
                      <a:pt x="57" y="73"/>
                    </a:cubicBezTo>
                    <a:cubicBezTo>
                      <a:pt x="57" y="74"/>
                      <a:pt x="57" y="74"/>
                      <a:pt x="58" y="74"/>
                    </a:cubicBezTo>
                    <a:cubicBezTo>
                      <a:pt x="58" y="75"/>
                      <a:pt x="59" y="75"/>
                      <a:pt x="59" y="75"/>
                    </a:cubicBezTo>
                    <a:cubicBezTo>
                      <a:pt x="57" y="76"/>
                      <a:pt x="56" y="76"/>
                      <a:pt x="55" y="77"/>
                    </a:cubicBezTo>
                    <a:cubicBezTo>
                      <a:pt x="55" y="78"/>
                      <a:pt x="54" y="78"/>
                      <a:pt x="54" y="79"/>
                    </a:cubicBezTo>
                    <a:cubicBezTo>
                      <a:pt x="54" y="82"/>
                      <a:pt x="54" y="85"/>
                      <a:pt x="54" y="87"/>
                    </a:cubicBezTo>
                    <a:cubicBezTo>
                      <a:pt x="54" y="88"/>
                      <a:pt x="55" y="88"/>
                      <a:pt x="55" y="89"/>
                    </a:cubicBezTo>
                    <a:cubicBezTo>
                      <a:pt x="56" y="90"/>
                      <a:pt x="59" y="91"/>
                      <a:pt x="61" y="91"/>
                    </a:cubicBezTo>
                    <a:cubicBezTo>
                      <a:pt x="65" y="92"/>
                      <a:pt x="69" y="92"/>
                      <a:pt x="74" y="92"/>
                    </a:cubicBezTo>
                    <a:cubicBezTo>
                      <a:pt x="79" y="92"/>
                      <a:pt x="84" y="92"/>
                      <a:pt x="87" y="91"/>
                    </a:cubicBezTo>
                    <a:cubicBezTo>
                      <a:pt x="90" y="91"/>
                      <a:pt x="92" y="90"/>
                      <a:pt x="93" y="89"/>
                    </a:cubicBezTo>
                    <a:cubicBezTo>
                      <a:pt x="94" y="89"/>
                      <a:pt x="94" y="88"/>
                      <a:pt x="94" y="87"/>
                    </a:cubicBezTo>
                    <a:cubicBezTo>
                      <a:pt x="94" y="85"/>
                      <a:pt x="94" y="82"/>
                      <a:pt x="94" y="79"/>
                    </a:cubicBezTo>
                    <a:cubicBezTo>
                      <a:pt x="94" y="78"/>
                      <a:pt x="94" y="78"/>
                      <a:pt x="93" y="77"/>
                    </a:cubicBezTo>
                    <a:cubicBezTo>
                      <a:pt x="93" y="77"/>
                      <a:pt x="92" y="77"/>
                      <a:pt x="92" y="76"/>
                    </a:cubicBezTo>
                    <a:cubicBezTo>
                      <a:pt x="93" y="76"/>
                      <a:pt x="95" y="75"/>
                      <a:pt x="96" y="75"/>
                    </a:cubicBezTo>
                    <a:cubicBezTo>
                      <a:pt x="96" y="74"/>
                      <a:pt x="96" y="74"/>
                      <a:pt x="97" y="73"/>
                    </a:cubicBezTo>
                    <a:cubicBezTo>
                      <a:pt x="97" y="70"/>
                      <a:pt x="97" y="67"/>
                      <a:pt x="97" y="64"/>
                    </a:cubicBezTo>
                    <a:cubicBezTo>
                      <a:pt x="97" y="64"/>
                      <a:pt x="96" y="63"/>
                      <a:pt x="96" y="63"/>
                    </a:cubicBezTo>
                    <a:cubicBezTo>
                      <a:pt x="95" y="62"/>
                      <a:pt x="93" y="61"/>
                      <a:pt x="91" y="61"/>
                    </a:cubicBezTo>
                    <a:cubicBezTo>
                      <a:pt x="92" y="60"/>
                      <a:pt x="93" y="60"/>
                      <a:pt x="93" y="60"/>
                    </a:cubicBezTo>
                    <a:cubicBezTo>
                      <a:pt x="94" y="59"/>
                      <a:pt x="94" y="59"/>
                      <a:pt x="94" y="58"/>
                    </a:cubicBezTo>
                    <a:cubicBezTo>
                      <a:pt x="94" y="55"/>
                      <a:pt x="94" y="52"/>
                      <a:pt x="94" y="50"/>
                    </a:cubicBezTo>
                    <a:cubicBezTo>
                      <a:pt x="94" y="49"/>
                      <a:pt x="94" y="48"/>
                      <a:pt x="93" y="48"/>
                    </a:cubicBezTo>
                    <a:cubicBezTo>
                      <a:pt x="92" y="47"/>
                      <a:pt x="91" y="47"/>
                      <a:pt x="90" y="46"/>
                    </a:cubicBezTo>
                    <a:cubicBezTo>
                      <a:pt x="91" y="46"/>
                      <a:pt x="91" y="45"/>
                      <a:pt x="92" y="45"/>
                    </a:cubicBezTo>
                    <a:cubicBezTo>
                      <a:pt x="93" y="44"/>
                      <a:pt x="93" y="44"/>
                      <a:pt x="93" y="43"/>
                    </a:cubicBezTo>
                    <a:cubicBezTo>
                      <a:pt x="93" y="40"/>
                      <a:pt x="93" y="37"/>
                      <a:pt x="93" y="35"/>
                    </a:cubicBezTo>
                    <a:cubicBezTo>
                      <a:pt x="93" y="34"/>
                      <a:pt x="93" y="34"/>
                      <a:pt x="92" y="33"/>
                    </a:cubicBezTo>
                    <a:cubicBezTo>
                      <a:pt x="91" y="32"/>
                      <a:pt x="89" y="31"/>
                      <a:pt x="86" y="31"/>
                    </a:cubicBezTo>
                    <a:cubicBezTo>
                      <a:pt x="86" y="31"/>
                      <a:pt x="86" y="31"/>
                      <a:pt x="85" y="31"/>
                    </a:cubicBezTo>
                    <a:cubicBezTo>
                      <a:pt x="86" y="31"/>
                      <a:pt x="86" y="30"/>
                      <a:pt x="86" y="30"/>
                    </a:cubicBezTo>
                    <a:cubicBezTo>
                      <a:pt x="87" y="30"/>
                      <a:pt x="87" y="29"/>
                      <a:pt x="87" y="28"/>
                    </a:cubicBezTo>
                    <a:cubicBezTo>
                      <a:pt x="87" y="26"/>
                      <a:pt x="87" y="23"/>
                      <a:pt x="87" y="20"/>
                    </a:cubicBezTo>
                    <a:cubicBezTo>
                      <a:pt x="87" y="19"/>
                      <a:pt x="87" y="19"/>
                      <a:pt x="86" y="18"/>
                    </a:cubicBezTo>
                    <a:cubicBezTo>
                      <a:pt x="86" y="18"/>
                      <a:pt x="86" y="18"/>
                      <a:pt x="86" y="18"/>
                    </a:cubicBezTo>
                    <a:cubicBezTo>
                      <a:pt x="86" y="18"/>
                      <a:pt x="86" y="18"/>
                      <a:pt x="86" y="18"/>
                    </a:cubicBezTo>
                    <a:cubicBezTo>
                      <a:pt x="89" y="17"/>
                      <a:pt x="91" y="16"/>
                      <a:pt x="92" y="15"/>
                    </a:cubicBezTo>
                    <a:cubicBezTo>
                      <a:pt x="93" y="15"/>
                      <a:pt x="93" y="15"/>
                      <a:pt x="93" y="14"/>
                    </a:cubicBezTo>
                    <a:cubicBezTo>
                      <a:pt x="93" y="11"/>
                      <a:pt x="93" y="8"/>
                      <a:pt x="93" y="5"/>
                    </a:cubicBezTo>
                    <a:cubicBezTo>
                      <a:pt x="93" y="5"/>
                      <a:pt x="93" y="4"/>
                      <a:pt x="93" y="3"/>
                    </a:cubicBezTo>
                    <a:cubicBezTo>
                      <a:pt x="91" y="2"/>
                      <a:pt x="89" y="2"/>
                      <a:pt x="86" y="1"/>
                    </a:cubicBezTo>
                    <a:cubicBezTo>
                      <a:pt x="83" y="1"/>
                      <a:pt x="79" y="0"/>
                      <a:pt x="74" y="0"/>
                    </a:cubicBezTo>
                    <a:close/>
                    <a:moveTo>
                      <a:pt x="78" y="18"/>
                    </a:moveTo>
                    <a:cubicBezTo>
                      <a:pt x="78" y="18"/>
                      <a:pt x="79" y="19"/>
                      <a:pt x="79" y="19"/>
                    </a:cubicBezTo>
                    <a:cubicBezTo>
                      <a:pt x="81" y="19"/>
                      <a:pt x="82" y="19"/>
                      <a:pt x="82" y="19"/>
                    </a:cubicBezTo>
                    <a:cubicBezTo>
                      <a:pt x="82" y="20"/>
                      <a:pt x="81" y="20"/>
                      <a:pt x="79" y="20"/>
                    </a:cubicBezTo>
                    <a:cubicBezTo>
                      <a:pt x="76" y="21"/>
                      <a:pt x="72" y="21"/>
                      <a:pt x="67" y="21"/>
                    </a:cubicBezTo>
                    <a:cubicBezTo>
                      <a:pt x="63" y="21"/>
                      <a:pt x="58" y="21"/>
                      <a:pt x="55" y="20"/>
                    </a:cubicBezTo>
                    <a:cubicBezTo>
                      <a:pt x="53" y="20"/>
                      <a:pt x="52" y="20"/>
                      <a:pt x="52" y="19"/>
                    </a:cubicBezTo>
                    <a:cubicBezTo>
                      <a:pt x="52" y="19"/>
                      <a:pt x="53" y="19"/>
                      <a:pt x="55" y="19"/>
                    </a:cubicBezTo>
                    <a:cubicBezTo>
                      <a:pt x="57" y="18"/>
                      <a:pt x="60" y="18"/>
                      <a:pt x="63" y="18"/>
                    </a:cubicBezTo>
                    <a:cubicBezTo>
                      <a:pt x="66" y="18"/>
                      <a:pt x="70" y="18"/>
                      <a:pt x="74" y="18"/>
                    </a:cubicBezTo>
                    <a:cubicBezTo>
                      <a:pt x="75" y="18"/>
                      <a:pt x="76" y="18"/>
                      <a:pt x="78" y="18"/>
                    </a:cubicBezTo>
                    <a:close/>
                    <a:moveTo>
                      <a:pt x="86" y="4"/>
                    </a:moveTo>
                    <a:cubicBezTo>
                      <a:pt x="88" y="4"/>
                      <a:pt x="89" y="4"/>
                      <a:pt x="89" y="5"/>
                    </a:cubicBezTo>
                    <a:cubicBezTo>
                      <a:pt x="89" y="5"/>
                      <a:pt x="88" y="5"/>
                      <a:pt x="86" y="5"/>
                    </a:cubicBezTo>
                    <a:cubicBezTo>
                      <a:pt x="83" y="6"/>
                      <a:pt x="78" y="6"/>
                      <a:pt x="74" y="6"/>
                    </a:cubicBezTo>
                    <a:cubicBezTo>
                      <a:pt x="69" y="6"/>
                      <a:pt x="65" y="6"/>
                      <a:pt x="62" y="5"/>
                    </a:cubicBezTo>
                    <a:cubicBezTo>
                      <a:pt x="60" y="5"/>
                      <a:pt x="59" y="5"/>
                      <a:pt x="59" y="5"/>
                    </a:cubicBezTo>
                    <a:cubicBezTo>
                      <a:pt x="59" y="4"/>
                      <a:pt x="60" y="4"/>
                      <a:pt x="62" y="4"/>
                    </a:cubicBezTo>
                    <a:cubicBezTo>
                      <a:pt x="65" y="3"/>
                      <a:pt x="69" y="3"/>
                      <a:pt x="74" y="3"/>
                    </a:cubicBezTo>
                    <a:cubicBezTo>
                      <a:pt x="78" y="3"/>
                      <a:pt x="83" y="3"/>
                      <a:pt x="86" y="4"/>
                    </a:cubicBezTo>
                    <a:close/>
                    <a:moveTo>
                      <a:pt x="78" y="33"/>
                    </a:moveTo>
                    <a:cubicBezTo>
                      <a:pt x="81" y="33"/>
                      <a:pt x="83" y="33"/>
                      <a:pt x="85" y="33"/>
                    </a:cubicBezTo>
                    <a:cubicBezTo>
                      <a:pt x="87" y="34"/>
                      <a:pt x="88" y="34"/>
                      <a:pt x="88" y="34"/>
                    </a:cubicBezTo>
                    <a:cubicBezTo>
                      <a:pt x="88" y="34"/>
                      <a:pt x="87" y="35"/>
                      <a:pt x="85" y="35"/>
                    </a:cubicBezTo>
                    <a:cubicBezTo>
                      <a:pt x="82" y="35"/>
                      <a:pt x="78" y="36"/>
                      <a:pt x="73" y="36"/>
                    </a:cubicBezTo>
                    <a:cubicBezTo>
                      <a:pt x="68" y="36"/>
                      <a:pt x="64" y="35"/>
                      <a:pt x="61" y="35"/>
                    </a:cubicBezTo>
                    <a:cubicBezTo>
                      <a:pt x="59" y="35"/>
                      <a:pt x="58" y="34"/>
                      <a:pt x="58" y="34"/>
                    </a:cubicBezTo>
                    <a:cubicBezTo>
                      <a:pt x="58" y="34"/>
                      <a:pt x="59" y="34"/>
                      <a:pt x="61" y="33"/>
                    </a:cubicBezTo>
                    <a:cubicBezTo>
                      <a:pt x="62" y="33"/>
                      <a:pt x="62" y="33"/>
                      <a:pt x="63" y="33"/>
                    </a:cubicBezTo>
                    <a:cubicBezTo>
                      <a:pt x="64" y="33"/>
                      <a:pt x="66" y="33"/>
                      <a:pt x="67" y="33"/>
                    </a:cubicBezTo>
                    <a:cubicBezTo>
                      <a:pt x="71" y="33"/>
                      <a:pt x="75" y="33"/>
                      <a:pt x="78" y="33"/>
                    </a:cubicBezTo>
                    <a:close/>
                    <a:moveTo>
                      <a:pt x="82" y="48"/>
                    </a:moveTo>
                    <a:cubicBezTo>
                      <a:pt x="83" y="48"/>
                      <a:pt x="85" y="48"/>
                      <a:pt x="86" y="48"/>
                    </a:cubicBezTo>
                    <a:cubicBezTo>
                      <a:pt x="88" y="49"/>
                      <a:pt x="89" y="49"/>
                      <a:pt x="89" y="49"/>
                    </a:cubicBezTo>
                    <a:cubicBezTo>
                      <a:pt x="89" y="49"/>
                      <a:pt x="88" y="49"/>
                      <a:pt x="86" y="50"/>
                    </a:cubicBezTo>
                    <a:cubicBezTo>
                      <a:pt x="83" y="50"/>
                      <a:pt x="79" y="51"/>
                      <a:pt x="74" y="51"/>
                    </a:cubicBezTo>
                    <a:cubicBezTo>
                      <a:pt x="69" y="51"/>
                      <a:pt x="65" y="50"/>
                      <a:pt x="62" y="50"/>
                    </a:cubicBezTo>
                    <a:cubicBezTo>
                      <a:pt x="60" y="49"/>
                      <a:pt x="59" y="49"/>
                      <a:pt x="59" y="49"/>
                    </a:cubicBezTo>
                    <a:cubicBezTo>
                      <a:pt x="59" y="49"/>
                      <a:pt x="60" y="49"/>
                      <a:pt x="62" y="48"/>
                    </a:cubicBezTo>
                    <a:cubicBezTo>
                      <a:pt x="63" y="48"/>
                      <a:pt x="64" y="48"/>
                      <a:pt x="66" y="48"/>
                    </a:cubicBezTo>
                    <a:cubicBezTo>
                      <a:pt x="68" y="48"/>
                      <a:pt x="70" y="48"/>
                      <a:pt x="73" y="48"/>
                    </a:cubicBezTo>
                    <a:cubicBezTo>
                      <a:pt x="76" y="48"/>
                      <a:pt x="79" y="48"/>
                      <a:pt x="82" y="48"/>
                    </a:cubicBezTo>
                    <a:close/>
                    <a:moveTo>
                      <a:pt x="84" y="62"/>
                    </a:moveTo>
                    <a:cubicBezTo>
                      <a:pt x="86" y="63"/>
                      <a:pt x="87" y="63"/>
                      <a:pt x="89" y="63"/>
                    </a:cubicBezTo>
                    <a:cubicBezTo>
                      <a:pt x="91" y="63"/>
                      <a:pt x="92" y="64"/>
                      <a:pt x="92" y="64"/>
                    </a:cubicBezTo>
                    <a:cubicBezTo>
                      <a:pt x="92" y="64"/>
                      <a:pt x="91" y="64"/>
                      <a:pt x="89" y="65"/>
                    </a:cubicBezTo>
                    <a:cubicBezTo>
                      <a:pt x="86" y="65"/>
                      <a:pt x="82" y="65"/>
                      <a:pt x="77" y="65"/>
                    </a:cubicBezTo>
                    <a:cubicBezTo>
                      <a:pt x="72" y="65"/>
                      <a:pt x="68" y="65"/>
                      <a:pt x="65" y="65"/>
                    </a:cubicBezTo>
                    <a:cubicBezTo>
                      <a:pt x="63" y="64"/>
                      <a:pt x="62" y="64"/>
                      <a:pt x="62" y="64"/>
                    </a:cubicBezTo>
                    <a:cubicBezTo>
                      <a:pt x="62" y="64"/>
                      <a:pt x="63" y="63"/>
                      <a:pt x="65" y="63"/>
                    </a:cubicBezTo>
                    <a:cubicBezTo>
                      <a:pt x="66" y="63"/>
                      <a:pt x="67" y="63"/>
                      <a:pt x="68" y="63"/>
                    </a:cubicBezTo>
                    <a:cubicBezTo>
                      <a:pt x="70" y="63"/>
                      <a:pt x="72" y="63"/>
                      <a:pt x="74" y="63"/>
                    </a:cubicBezTo>
                    <a:cubicBezTo>
                      <a:pt x="78" y="63"/>
                      <a:pt x="81" y="63"/>
                      <a:pt x="84" y="62"/>
                    </a:cubicBezTo>
                    <a:close/>
                    <a:moveTo>
                      <a:pt x="85" y="77"/>
                    </a:moveTo>
                    <a:cubicBezTo>
                      <a:pt x="85" y="77"/>
                      <a:pt x="86" y="77"/>
                      <a:pt x="86" y="78"/>
                    </a:cubicBezTo>
                    <a:cubicBezTo>
                      <a:pt x="88" y="78"/>
                      <a:pt x="89" y="78"/>
                      <a:pt x="89" y="78"/>
                    </a:cubicBezTo>
                    <a:cubicBezTo>
                      <a:pt x="89" y="79"/>
                      <a:pt x="88" y="79"/>
                      <a:pt x="86" y="79"/>
                    </a:cubicBezTo>
                    <a:cubicBezTo>
                      <a:pt x="83" y="80"/>
                      <a:pt x="79" y="80"/>
                      <a:pt x="74" y="80"/>
                    </a:cubicBezTo>
                    <a:cubicBezTo>
                      <a:pt x="69" y="80"/>
                      <a:pt x="65" y="80"/>
                      <a:pt x="62" y="79"/>
                    </a:cubicBezTo>
                    <a:cubicBezTo>
                      <a:pt x="60" y="79"/>
                      <a:pt x="59" y="79"/>
                      <a:pt x="59" y="78"/>
                    </a:cubicBezTo>
                    <a:cubicBezTo>
                      <a:pt x="59" y="78"/>
                      <a:pt x="60" y="78"/>
                      <a:pt x="62" y="78"/>
                    </a:cubicBezTo>
                    <a:cubicBezTo>
                      <a:pt x="63" y="77"/>
                      <a:pt x="65" y="77"/>
                      <a:pt x="66" y="77"/>
                    </a:cubicBezTo>
                    <a:cubicBezTo>
                      <a:pt x="69" y="77"/>
                      <a:pt x="73" y="78"/>
                      <a:pt x="77" y="78"/>
                    </a:cubicBezTo>
                    <a:cubicBezTo>
                      <a:pt x="80" y="78"/>
                      <a:pt x="82" y="78"/>
                      <a:pt x="85" y="77"/>
                    </a:cubicBezTo>
                    <a:close/>
                    <a:moveTo>
                      <a:pt x="10" y="81"/>
                    </a:moveTo>
                    <a:cubicBezTo>
                      <a:pt x="10" y="81"/>
                      <a:pt x="10" y="81"/>
                      <a:pt x="10" y="80"/>
                    </a:cubicBezTo>
                    <a:cubicBezTo>
                      <a:pt x="9" y="80"/>
                      <a:pt x="9" y="80"/>
                      <a:pt x="9" y="81"/>
                    </a:cubicBezTo>
                    <a:cubicBezTo>
                      <a:pt x="9" y="81"/>
                      <a:pt x="10" y="81"/>
                      <a:pt x="10" y="81"/>
                    </a:cubicBezTo>
                    <a:close/>
                    <a:moveTo>
                      <a:pt x="40" y="70"/>
                    </a:moveTo>
                    <a:cubicBezTo>
                      <a:pt x="40" y="70"/>
                      <a:pt x="40" y="70"/>
                      <a:pt x="40" y="70"/>
                    </a:cubicBezTo>
                    <a:cubicBezTo>
                      <a:pt x="39" y="71"/>
                      <a:pt x="37" y="71"/>
                      <a:pt x="34" y="72"/>
                    </a:cubicBezTo>
                    <a:cubicBezTo>
                      <a:pt x="34" y="72"/>
                      <a:pt x="34" y="72"/>
                      <a:pt x="33" y="72"/>
                    </a:cubicBezTo>
                    <a:cubicBezTo>
                      <a:pt x="36" y="72"/>
                      <a:pt x="39" y="72"/>
                      <a:pt x="41" y="71"/>
                    </a:cubicBezTo>
                    <a:cubicBezTo>
                      <a:pt x="43" y="71"/>
                      <a:pt x="44" y="71"/>
                      <a:pt x="44" y="71"/>
                    </a:cubicBezTo>
                    <a:cubicBezTo>
                      <a:pt x="44" y="70"/>
                      <a:pt x="43" y="70"/>
                      <a:pt x="41" y="70"/>
                    </a:cubicBezTo>
                    <a:cubicBezTo>
                      <a:pt x="41" y="70"/>
                      <a:pt x="41" y="70"/>
                      <a:pt x="40" y="70"/>
                    </a:cubicBezTo>
                    <a:close/>
                    <a:moveTo>
                      <a:pt x="34" y="43"/>
                    </a:moveTo>
                    <a:cubicBezTo>
                      <a:pt x="33" y="43"/>
                      <a:pt x="33" y="43"/>
                      <a:pt x="33" y="43"/>
                    </a:cubicBezTo>
                    <a:cubicBezTo>
                      <a:pt x="30" y="44"/>
                      <a:pt x="25" y="44"/>
                      <a:pt x="20" y="44"/>
                    </a:cubicBezTo>
                    <a:cubicBezTo>
                      <a:pt x="18" y="44"/>
                      <a:pt x="17" y="44"/>
                      <a:pt x="15" y="44"/>
                    </a:cubicBezTo>
                    <a:cubicBezTo>
                      <a:pt x="14" y="44"/>
                      <a:pt x="14" y="45"/>
                      <a:pt x="14" y="45"/>
                    </a:cubicBezTo>
                    <a:cubicBezTo>
                      <a:pt x="14" y="45"/>
                      <a:pt x="15" y="45"/>
                      <a:pt x="17" y="45"/>
                    </a:cubicBezTo>
                    <a:cubicBezTo>
                      <a:pt x="20" y="46"/>
                      <a:pt x="24" y="46"/>
                      <a:pt x="29" y="46"/>
                    </a:cubicBezTo>
                    <a:cubicBezTo>
                      <a:pt x="33" y="46"/>
                      <a:pt x="38" y="46"/>
                      <a:pt x="41" y="45"/>
                    </a:cubicBezTo>
                    <a:cubicBezTo>
                      <a:pt x="43" y="45"/>
                      <a:pt x="44" y="45"/>
                      <a:pt x="44" y="45"/>
                    </a:cubicBezTo>
                    <a:cubicBezTo>
                      <a:pt x="44" y="44"/>
                      <a:pt x="43" y="44"/>
                      <a:pt x="41" y="44"/>
                    </a:cubicBezTo>
                    <a:cubicBezTo>
                      <a:pt x="39" y="44"/>
                      <a:pt x="36" y="43"/>
                      <a:pt x="34" y="43"/>
                    </a:cubicBezTo>
                    <a:close/>
                    <a:moveTo>
                      <a:pt x="32" y="30"/>
                    </a:moveTo>
                    <a:cubicBezTo>
                      <a:pt x="29" y="29"/>
                      <a:pt x="25" y="29"/>
                      <a:pt x="20" y="29"/>
                    </a:cubicBezTo>
                    <a:cubicBezTo>
                      <a:pt x="15" y="29"/>
                      <a:pt x="11" y="29"/>
                      <a:pt x="8" y="30"/>
                    </a:cubicBezTo>
                    <a:cubicBezTo>
                      <a:pt x="6" y="30"/>
                      <a:pt x="5" y="30"/>
                      <a:pt x="5" y="30"/>
                    </a:cubicBezTo>
                    <a:cubicBezTo>
                      <a:pt x="5" y="31"/>
                      <a:pt x="6" y="31"/>
                      <a:pt x="8" y="31"/>
                    </a:cubicBezTo>
                    <a:cubicBezTo>
                      <a:pt x="11" y="32"/>
                      <a:pt x="15" y="32"/>
                      <a:pt x="20" y="32"/>
                    </a:cubicBezTo>
                    <a:cubicBezTo>
                      <a:pt x="25" y="32"/>
                      <a:pt x="29" y="32"/>
                      <a:pt x="32" y="31"/>
                    </a:cubicBezTo>
                    <a:cubicBezTo>
                      <a:pt x="34" y="31"/>
                      <a:pt x="35" y="31"/>
                      <a:pt x="35" y="30"/>
                    </a:cubicBezTo>
                    <a:cubicBezTo>
                      <a:pt x="35" y="30"/>
                      <a:pt x="34" y="30"/>
                      <a:pt x="32" y="30"/>
                    </a:cubicBezTo>
                    <a:close/>
                    <a:moveTo>
                      <a:pt x="34" y="58"/>
                    </a:moveTo>
                    <a:cubicBezTo>
                      <a:pt x="32" y="58"/>
                      <a:pt x="31" y="59"/>
                      <a:pt x="29" y="59"/>
                    </a:cubicBezTo>
                    <a:cubicBezTo>
                      <a:pt x="24" y="59"/>
                      <a:pt x="19" y="58"/>
                      <a:pt x="16" y="58"/>
                    </a:cubicBezTo>
                    <a:cubicBezTo>
                      <a:pt x="15" y="58"/>
                      <a:pt x="15" y="58"/>
                      <a:pt x="15" y="58"/>
                    </a:cubicBezTo>
                    <a:cubicBezTo>
                      <a:pt x="13" y="58"/>
                      <a:pt x="11" y="58"/>
                      <a:pt x="9" y="58"/>
                    </a:cubicBezTo>
                    <a:cubicBezTo>
                      <a:pt x="7" y="59"/>
                      <a:pt x="6" y="59"/>
                      <a:pt x="6" y="59"/>
                    </a:cubicBezTo>
                    <a:cubicBezTo>
                      <a:pt x="6" y="59"/>
                      <a:pt x="7" y="59"/>
                      <a:pt x="9" y="60"/>
                    </a:cubicBezTo>
                    <a:cubicBezTo>
                      <a:pt x="12" y="60"/>
                      <a:pt x="17" y="61"/>
                      <a:pt x="21" y="61"/>
                    </a:cubicBezTo>
                    <a:cubicBezTo>
                      <a:pt x="26" y="61"/>
                      <a:pt x="30" y="60"/>
                      <a:pt x="33" y="60"/>
                    </a:cubicBezTo>
                    <a:cubicBezTo>
                      <a:pt x="35" y="59"/>
                      <a:pt x="36" y="59"/>
                      <a:pt x="36" y="59"/>
                    </a:cubicBezTo>
                    <a:cubicBezTo>
                      <a:pt x="36" y="59"/>
                      <a:pt x="36" y="59"/>
                      <a:pt x="34" y="5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4" name="文本框 43"/>
              <p:cNvSpPr txBox="1"/>
              <p:nvPr/>
            </p:nvSpPr>
            <p:spPr>
              <a:xfrm>
                <a:off x="5171784" y="3531644"/>
                <a:ext cx="1050602" cy="350201"/>
              </a:xfrm>
              <a:prstGeom prst="rect">
                <a:avLst/>
              </a:prstGeom>
              <a:noFill/>
            </p:spPr>
            <p:txBody>
              <a:bodyPr wrap="none">
                <a:spAutoFit/>
              </a:bodyPr>
              <a:lstStyle/>
              <a:p>
                <a:pPr algn="ctr" fontAlgn="auto">
                  <a:spcBef>
                    <a:spcPts val="0"/>
                  </a:spcBef>
                  <a:spcAft>
                    <a:spcPts val="0"/>
                  </a:spcAft>
                  <a:defRPr/>
                </a:pPr>
                <a:r>
                  <a:rPr lang="zh-CN" altLang="en-US" b="1" dirty="0">
                    <a:solidFill>
                      <a:schemeClr val="accent2">
                        <a:lumMod val="75000"/>
                      </a:schemeClr>
                    </a:solidFill>
                    <a:latin typeface="微软雅黑 Light" panose="020B0502040204020203" pitchFamily="34" charset="-122"/>
                    <a:ea typeface="微软雅黑 Light" panose="020B0502040204020203" pitchFamily="34" charset="-122"/>
                    <a:cs typeface="Arial" panose="020B0604020202020204" pitchFamily="34" charset="0"/>
                  </a:rPr>
                  <a:t>文字内容</a:t>
                </a:r>
              </a:p>
            </p:txBody>
          </p:sp>
          <p:sp>
            <p:nvSpPr>
              <p:cNvPr id="48" name="矩形 47"/>
              <p:cNvSpPr/>
              <p:nvPr/>
            </p:nvSpPr>
            <p:spPr>
              <a:xfrm>
                <a:off x="4738236" y="3841206"/>
                <a:ext cx="1917700" cy="733597"/>
              </a:xfrm>
              <a:prstGeom prst="rect">
                <a:avLst/>
              </a:prstGeom>
            </p:spPr>
            <p:txBody>
              <a:bodyPr>
                <a:spAutoFit/>
              </a:bodyPr>
              <a:lstStyle/>
              <a:p>
                <a:pPr algn="ct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sp>
        <p:nvSpPr>
          <p:cNvPr id="56" name="椭圆 55"/>
          <p:cNvSpPr/>
          <p:nvPr/>
        </p:nvSpPr>
        <p:spPr>
          <a:xfrm rot="2715566">
            <a:off x="3179706" y="4212349"/>
            <a:ext cx="401814" cy="40181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7" name="椭圆 56"/>
          <p:cNvSpPr/>
          <p:nvPr/>
        </p:nvSpPr>
        <p:spPr>
          <a:xfrm rot="2715566">
            <a:off x="2479881" y="4311129"/>
            <a:ext cx="197558" cy="19755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8" name="椭圆 57"/>
          <p:cNvSpPr/>
          <p:nvPr/>
        </p:nvSpPr>
        <p:spPr>
          <a:xfrm rot="2715566">
            <a:off x="4440397" y="1428115"/>
            <a:ext cx="197558" cy="19755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9" name="椭圆 58"/>
          <p:cNvSpPr/>
          <p:nvPr/>
        </p:nvSpPr>
        <p:spPr>
          <a:xfrm>
            <a:off x="1383262" y="2144683"/>
            <a:ext cx="160726" cy="16239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0" name="椭圆 59"/>
          <p:cNvSpPr/>
          <p:nvPr/>
        </p:nvSpPr>
        <p:spPr>
          <a:xfrm>
            <a:off x="4661394" y="1612279"/>
            <a:ext cx="334845" cy="33317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1" name="椭圆 60"/>
          <p:cNvSpPr/>
          <p:nvPr/>
        </p:nvSpPr>
        <p:spPr>
          <a:xfrm>
            <a:off x="7341828" y="3823929"/>
            <a:ext cx="334845" cy="3331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2" name="椭圆 61"/>
          <p:cNvSpPr/>
          <p:nvPr/>
        </p:nvSpPr>
        <p:spPr>
          <a:xfrm>
            <a:off x="7341828" y="4301083"/>
            <a:ext cx="187513" cy="1875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3" name="椭圆 62"/>
          <p:cNvSpPr/>
          <p:nvPr/>
        </p:nvSpPr>
        <p:spPr>
          <a:xfrm>
            <a:off x="4661394" y="4421628"/>
            <a:ext cx="187513" cy="187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5" name="椭圆 64"/>
          <p:cNvSpPr/>
          <p:nvPr/>
        </p:nvSpPr>
        <p:spPr>
          <a:xfrm rot="15358016">
            <a:off x="8281905" y="698990"/>
            <a:ext cx="217649" cy="2159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6" name="椭圆 65"/>
          <p:cNvSpPr/>
          <p:nvPr/>
        </p:nvSpPr>
        <p:spPr>
          <a:xfrm rot="15358016">
            <a:off x="8708832" y="975236"/>
            <a:ext cx="105476" cy="1071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7" name="椭圆 66"/>
          <p:cNvSpPr/>
          <p:nvPr/>
        </p:nvSpPr>
        <p:spPr>
          <a:xfrm rot="15358016">
            <a:off x="6681345" y="1770493"/>
            <a:ext cx="105477" cy="1071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chemeClr val="accent6"/>
              </a:solidFill>
            </a:endParaRPr>
          </a:p>
        </p:txBody>
      </p:sp>
      <p:sp>
        <p:nvSpPr>
          <p:cNvPr id="68" name="椭圆 67"/>
          <p:cNvSpPr/>
          <p:nvPr/>
        </p:nvSpPr>
        <p:spPr>
          <a:xfrm rot="15358016">
            <a:off x="11227703" y="2881341"/>
            <a:ext cx="215974" cy="21597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9" name="椭圆 68"/>
          <p:cNvSpPr/>
          <p:nvPr/>
        </p:nvSpPr>
        <p:spPr>
          <a:xfrm rot="15358016">
            <a:off x="11082045" y="3258042"/>
            <a:ext cx="393443" cy="39344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70" name="椭圆 69"/>
          <p:cNvSpPr/>
          <p:nvPr/>
        </p:nvSpPr>
        <p:spPr>
          <a:xfrm rot="15358016">
            <a:off x="9007681" y="3398676"/>
            <a:ext cx="187513" cy="187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4" name="文本框 63"/>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1095694093"/>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2" presetClass="entr" presetSubtype="8"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500"/>
                                        <p:tgtEl>
                                          <p:spTgt spid="74"/>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56"/>
                                        </p:tgtEl>
                                        <p:attrNameLst>
                                          <p:attrName>style.visibility</p:attrName>
                                        </p:attrNameLst>
                                      </p:cBhvr>
                                      <p:to>
                                        <p:strVal val="visible"/>
                                      </p:to>
                                    </p:set>
                                    <p:anim calcmode="lin" valueType="num">
                                      <p:cBhvr>
                                        <p:cTn id="10" dur="500" fill="hold"/>
                                        <p:tgtEl>
                                          <p:spTgt spid="56"/>
                                        </p:tgtEl>
                                        <p:attrNameLst>
                                          <p:attrName>ppt_w</p:attrName>
                                        </p:attrNameLst>
                                      </p:cBhvr>
                                      <p:tavLst>
                                        <p:tav tm="0">
                                          <p:val>
                                            <p:fltVal val="0"/>
                                          </p:val>
                                        </p:tav>
                                        <p:tav tm="100000">
                                          <p:val>
                                            <p:strVal val="#ppt_w"/>
                                          </p:val>
                                        </p:tav>
                                      </p:tavLst>
                                    </p:anim>
                                    <p:anim calcmode="lin" valueType="num">
                                      <p:cBhvr>
                                        <p:cTn id="11" dur="500" fill="hold"/>
                                        <p:tgtEl>
                                          <p:spTgt spid="56"/>
                                        </p:tgtEl>
                                        <p:attrNameLst>
                                          <p:attrName>ppt_h</p:attrName>
                                        </p:attrNameLst>
                                      </p:cBhvr>
                                      <p:tavLst>
                                        <p:tav tm="0">
                                          <p:val>
                                            <p:fltVal val="0"/>
                                          </p:val>
                                        </p:tav>
                                        <p:tav tm="100000">
                                          <p:val>
                                            <p:strVal val="#ppt_h"/>
                                          </p:val>
                                        </p:tav>
                                      </p:tavLst>
                                    </p:anim>
                                    <p:animEffect transition="in" filter="fade">
                                      <p:cBhvr>
                                        <p:cTn id="12" dur="500"/>
                                        <p:tgtEl>
                                          <p:spTgt spid="56"/>
                                        </p:tgtEl>
                                      </p:cBhvr>
                                    </p:animEffect>
                                  </p:childTnLst>
                                </p:cTn>
                              </p:par>
                              <p:par>
                                <p:cTn id="13" presetID="53" presetClass="entr" presetSubtype="16"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60"/>
                                        </p:tgtEl>
                                        <p:attrNameLst>
                                          <p:attrName>style.visibility</p:attrName>
                                        </p:attrNameLst>
                                      </p:cBhvr>
                                      <p:to>
                                        <p:strVal val="visible"/>
                                      </p:to>
                                    </p:set>
                                    <p:anim calcmode="lin" valueType="num">
                                      <p:cBhvr>
                                        <p:cTn id="30" dur="500" fill="hold"/>
                                        <p:tgtEl>
                                          <p:spTgt spid="60"/>
                                        </p:tgtEl>
                                        <p:attrNameLst>
                                          <p:attrName>ppt_w</p:attrName>
                                        </p:attrNameLst>
                                      </p:cBhvr>
                                      <p:tavLst>
                                        <p:tav tm="0">
                                          <p:val>
                                            <p:fltVal val="0"/>
                                          </p:val>
                                        </p:tav>
                                        <p:tav tm="100000">
                                          <p:val>
                                            <p:strVal val="#ppt_w"/>
                                          </p:val>
                                        </p:tav>
                                      </p:tavLst>
                                    </p:anim>
                                    <p:anim calcmode="lin" valueType="num">
                                      <p:cBhvr>
                                        <p:cTn id="31" dur="500" fill="hold"/>
                                        <p:tgtEl>
                                          <p:spTgt spid="60"/>
                                        </p:tgtEl>
                                        <p:attrNameLst>
                                          <p:attrName>ppt_h</p:attrName>
                                        </p:attrNameLst>
                                      </p:cBhvr>
                                      <p:tavLst>
                                        <p:tav tm="0">
                                          <p:val>
                                            <p:fltVal val="0"/>
                                          </p:val>
                                        </p:tav>
                                        <p:tav tm="100000">
                                          <p:val>
                                            <p:strVal val="#ppt_h"/>
                                          </p:val>
                                        </p:tav>
                                      </p:tavLst>
                                    </p:anim>
                                    <p:animEffect transition="in" filter="fade">
                                      <p:cBhvr>
                                        <p:cTn id="32" dur="500"/>
                                        <p:tgtEl>
                                          <p:spTgt spid="6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p:cTn id="35" dur="500" fill="hold"/>
                                        <p:tgtEl>
                                          <p:spTgt spid="61"/>
                                        </p:tgtEl>
                                        <p:attrNameLst>
                                          <p:attrName>ppt_w</p:attrName>
                                        </p:attrNameLst>
                                      </p:cBhvr>
                                      <p:tavLst>
                                        <p:tav tm="0">
                                          <p:val>
                                            <p:fltVal val="0"/>
                                          </p:val>
                                        </p:tav>
                                        <p:tav tm="100000">
                                          <p:val>
                                            <p:strVal val="#ppt_w"/>
                                          </p:val>
                                        </p:tav>
                                      </p:tavLst>
                                    </p:anim>
                                    <p:anim calcmode="lin" valueType="num">
                                      <p:cBhvr>
                                        <p:cTn id="36" dur="500" fill="hold"/>
                                        <p:tgtEl>
                                          <p:spTgt spid="61"/>
                                        </p:tgtEl>
                                        <p:attrNameLst>
                                          <p:attrName>ppt_h</p:attrName>
                                        </p:attrNameLst>
                                      </p:cBhvr>
                                      <p:tavLst>
                                        <p:tav tm="0">
                                          <p:val>
                                            <p:fltVal val="0"/>
                                          </p:val>
                                        </p:tav>
                                        <p:tav tm="100000">
                                          <p:val>
                                            <p:strVal val="#ppt_h"/>
                                          </p:val>
                                        </p:tav>
                                      </p:tavLst>
                                    </p:anim>
                                    <p:animEffect transition="in" filter="fade">
                                      <p:cBhvr>
                                        <p:cTn id="37" dur="500"/>
                                        <p:tgtEl>
                                          <p:spTgt spid="61"/>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62"/>
                                        </p:tgtEl>
                                        <p:attrNameLst>
                                          <p:attrName>style.visibility</p:attrName>
                                        </p:attrNameLst>
                                      </p:cBhvr>
                                      <p:to>
                                        <p:strVal val="visible"/>
                                      </p:to>
                                    </p:set>
                                    <p:anim calcmode="lin" valueType="num">
                                      <p:cBhvr>
                                        <p:cTn id="40" dur="500" fill="hold"/>
                                        <p:tgtEl>
                                          <p:spTgt spid="62"/>
                                        </p:tgtEl>
                                        <p:attrNameLst>
                                          <p:attrName>ppt_w</p:attrName>
                                        </p:attrNameLst>
                                      </p:cBhvr>
                                      <p:tavLst>
                                        <p:tav tm="0">
                                          <p:val>
                                            <p:fltVal val="0"/>
                                          </p:val>
                                        </p:tav>
                                        <p:tav tm="100000">
                                          <p:val>
                                            <p:strVal val="#ppt_w"/>
                                          </p:val>
                                        </p:tav>
                                      </p:tavLst>
                                    </p:anim>
                                    <p:anim calcmode="lin" valueType="num">
                                      <p:cBhvr>
                                        <p:cTn id="41" dur="500" fill="hold"/>
                                        <p:tgtEl>
                                          <p:spTgt spid="62"/>
                                        </p:tgtEl>
                                        <p:attrNameLst>
                                          <p:attrName>ppt_h</p:attrName>
                                        </p:attrNameLst>
                                      </p:cBhvr>
                                      <p:tavLst>
                                        <p:tav tm="0">
                                          <p:val>
                                            <p:fltVal val="0"/>
                                          </p:val>
                                        </p:tav>
                                        <p:tav tm="100000">
                                          <p:val>
                                            <p:strVal val="#ppt_h"/>
                                          </p:val>
                                        </p:tav>
                                      </p:tavLst>
                                    </p:anim>
                                    <p:animEffect transition="in" filter="fade">
                                      <p:cBhvr>
                                        <p:cTn id="42" dur="500"/>
                                        <p:tgtEl>
                                          <p:spTgt spid="62"/>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p:cTn id="45" dur="500" fill="hold"/>
                                        <p:tgtEl>
                                          <p:spTgt spid="63"/>
                                        </p:tgtEl>
                                        <p:attrNameLst>
                                          <p:attrName>ppt_w</p:attrName>
                                        </p:attrNameLst>
                                      </p:cBhvr>
                                      <p:tavLst>
                                        <p:tav tm="0">
                                          <p:val>
                                            <p:fltVal val="0"/>
                                          </p:val>
                                        </p:tav>
                                        <p:tav tm="100000">
                                          <p:val>
                                            <p:strVal val="#ppt_w"/>
                                          </p:val>
                                        </p:tav>
                                      </p:tavLst>
                                    </p:anim>
                                    <p:anim calcmode="lin" valueType="num">
                                      <p:cBhvr>
                                        <p:cTn id="46" dur="500" fill="hold"/>
                                        <p:tgtEl>
                                          <p:spTgt spid="63"/>
                                        </p:tgtEl>
                                        <p:attrNameLst>
                                          <p:attrName>ppt_h</p:attrName>
                                        </p:attrNameLst>
                                      </p:cBhvr>
                                      <p:tavLst>
                                        <p:tav tm="0">
                                          <p:val>
                                            <p:fltVal val="0"/>
                                          </p:val>
                                        </p:tav>
                                        <p:tav tm="100000">
                                          <p:val>
                                            <p:strVal val="#ppt_h"/>
                                          </p:val>
                                        </p:tav>
                                      </p:tavLst>
                                    </p:anim>
                                    <p:animEffect transition="in" filter="fade">
                                      <p:cBhvr>
                                        <p:cTn id="47" dur="500"/>
                                        <p:tgtEl>
                                          <p:spTgt spid="63"/>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65"/>
                                        </p:tgtEl>
                                        <p:attrNameLst>
                                          <p:attrName>style.visibility</p:attrName>
                                        </p:attrNameLst>
                                      </p:cBhvr>
                                      <p:to>
                                        <p:strVal val="visible"/>
                                      </p:to>
                                    </p:set>
                                    <p:anim calcmode="lin" valueType="num">
                                      <p:cBhvr>
                                        <p:cTn id="50" dur="500" fill="hold"/>
                                        <p:tgtEl>
                                          <p:spTgt spid="65"/>
                                        </p:tgtEl>
                                        <p:attrNameLst>
                                          <p:attrName>ppt_w</p:attrName>
                                        </p:attrNameLst>
                                      </p:cBhvr>
                                      <p:tavLst>
                                        <p:tav tm="0">
                                          <p:val>
                                            <p:fltVal val="0"/>
                                          </p:val>
                                        </p:tav>
                                        <p:tav tm="100000">
                                          <p:val>
                                            <p:strVal val="#ppt_w"/>
                                          </p:val>
                                        </p:tav>
                                      </p:tavLst>
                                    </p:anim>
                                    <p:anim calcmode="lin" valueType="num">
                                      <p:cBhvr>
                                        <p:cTn id="51" dur="500" fill="hold"/>
                                        <p:tgtEl>
                                          <p:spTgt spid="65"/>
                                        </p:tgtEl>
                                        <p:attrNameLst>
                                          <p:attrName>ppt_h</p:attrName>
                                        </p:attrNameLst>
                                      </p:cBhvr>
                                      <p:tavLst>
                                        <p:tav tm="0">
                                          <p:val>
                                            <p:fltVal val="0"/>
                                          </p:val>
                                        </p:tav>
                                        <p:tav tm="100000">
                                          <p:val>
                                            <p:strVal val="#ppt_h"/>
                                          </p:val>
                                        </p:tav>
                                      </p:tavLst>
                                    </p:anim>
                                    <p:animEffect transition="in" filter="fade">
                                      <p:cBhvr>
                                        <p:cTn id="52" dur="500"/>
                                        <p:tgtEl>
                                          <p:spTgt spid="65"/>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p:cTn id="55" dur="500" fill="hold"/>
                                        <p:tgtEl>
                                          <p:spTgt spid="66"/>
                                        </p:tgtEl>
                                        <p:attrNameLst>
                                          <p:attrName>ppt_w</p:attrName>
                                        </p:attrNameLst>
                                      </p:cBhvr>
                                      <p:tavLst>
                                        <p:tav tm="0">
                                          <p:val>
                                            <p:fltVal val="0"/>
                                          </p:val>
                                        </p:tav>
                                        <p:tav tm="100000">
                                          <p:val>
                                            <p:strVal val="#ppt_w"/>
                                          </p:val>
                                        </p:tav>
                                      </p:tavLst>
                                    </p:anim>
                                    <p:anim calcmode="lin" valueType="num">
                                      <p:cBhvr>
                                        <p:cTn id="56" dur="500" fill="hold"/>
                                        <p:tgtEl>
                                          <p:spTgt spid="66"/>
                                        </p:tgtEl>
                                        <p:attrNameLst>
                                          <p:attrName>ppt_h</p:attrName>
                                        </p:attrNameLst>
                                      </p:cBhvr>
                                      <p:tavLst>
                                        <p:tav tm="0">
                                          <p:val>
                                            <p:fltVal val="0"/>
                                          </p:val>
                                        </p:tav>
                                        <p:tav tm="100000">
                                          <p:val>
                                            <p:strVal val="#ppt_h"/>
                                          </p:val>
                                        </p:tav>
                                      </p:tavLst>
                                    </p:anim>
                                    <p:animEffect transition="in" filter="fade">
                                      <p:cBhvr>
                                        <p:cTn id="57" dur="500"/>
                                        <p:tgtEl>
                                          <p:spTgt spid="66"/>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67"/>
                                        </p:tgtEl>
                                        <p:attrNameLst>
                                          <p:attrName>style.visibility</p:attrName>
                                        </p:attrNameLst>
                                      </p:cBhvr>
                                      <p:to>
                                        <p:strVal val="visible"/>
                                      </p:to>
                                    </p:set>
                                    <p:anim calcmode="lin" valueType="num">
                                      <p:cBhvr>
                                        <p:cTn id="60" dur="500" fill="hold"/>
                                        <p:tgtEl>
                                          <p:spTgt spid="67"/>
                                        </p:tgtEl>
                                        <p:attrNameLst>
                                          <p:attrName>ppt_w</p:attrName>
                                        </p:attrNameLst>
                                      </p:cBhvr>
                                      <p:tavLst>
                                        <p:tav tm="0">
                                          <p:val>
                                            <p:fltVal val="0"/>
                                          </p:val>
                                        </p:tav>
                                        <p:tav tm="100000">
                                          <p:val>
                                            <p:strVal val="#ppt_w"/>
                                          </p:val>
                                        </p:tav>
                                      </p:tavLst>
                                    </p:anim>
                                    <p:anim calcmode="lin" valueType="num">
                                      <p:cBhvr>
                                        <p:cTn id="61" dur="500" fill="hold"/>
                                        <p:tgtEl>
                                          <p:spTgt spid="67"/>
                                        </p:tgtEl>
                                        <p:attrNameLst>
                                          <p:attrName>ppt_h</p:attrName>
                                        </p:attrNameLst>
                                      </p:cBhvr>
                                      <p:tavLst>
                                        <p:tav tm="0">
                                          <p:val>
                                            <p:fltVal val="0"/>
                                          </p:val>
                                        </p:tav>
                                        <p:tav tm="100000">
                                          <p:val>
                                            <p:strVal val="#ppt_h"/>
                                          </p:val>
                                        </p:tav>
                                      </p:tavLst>
                                    </p:anim>
                                    <p:animEffect transition="in" filter="fade">
                                      <p:cBhvr>
                                        <p:cTn id="62" dur="500"/>
                                        <p:tgtEl>
                                          <p:spTgt spid="67"/>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68"/>
                                        </p:tgtEl>
                                        <p:attrNameLst>
                                          <p:attrName>style.visibility</p:attrName>
                                        </p:attrNameLst>
                                      </p:cBhvr>
                                      <p:to>
                                        <p:strVal val="visible"/>
                                      </p:to>
                                    </p:set>
                                    <p:anim calcmode="lin" valueType="num">
                                      <p:cBhvr>
                                        <p:cTn id="65" dur="500" fill="hold"/>
                                        <p:tgtEl>
                                          <p:spTgt spid="68"/>
                                        </p:tgtEl>
                                        <p:attrNameLst>
                                          <p:attrName>ppt_w</p:attrName>
                                        </p:attrNameLst>
                                      </p:cBhvr>
                                      <p:tavLst>
                                        <p:tav tm="0">
                                          <p:val>
                                            <p:fltVal val="0"/>
                                          </p:val>
                                        </p:tav>
                                        <p:tav tm="100000">
                                          <p:val>
                                            <p:strVal val="#ppt_w"/>
                                          </p:val>
                                        </p:tav>
                                      </p:tavLst>
                                    </p:anim>
                                    <p:anim calcmode="lin" valueType="num">
                                      <p:cBhvr>
                                        <p:cTn id="66" dur="500" fill="hold"/>
                                        <p:tgtEl>
                                          <p:spTgt spid="68"/>
                                        </p:tgtEl>
                                        <p:attrNameLst>
                                          <p:attrName>ppt_h</p:attrName>
                                        </p:attrNameLst>
                                      </p:cBhvr>
                                      <p:tavLst>
                                        <p:tav tm="0">
                                          <p:val>
                                            <p:fltVal val="0"/>
                                          </p:val>
                                        </p:tav>
                                        <p:tav tm="100000">
                                          <p:val>
                                            <p:strVal val="#ppt_h"/>
                                          </p:val>
                                        </p:tav>
                                      </p:tavLst>
                                    </p:anim>
                                    <p:animEffect transition="in" filter="fade">
                                      <p:cBhvr>
                                        <p:cTn id="67" dur="500"/>
                                        <p:tgtEl>
                                          <p:spTgt spid="68"/>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69"/>
                                        </p:tgtEl>
                                        <p:attrNameLst>
                                          <p:attrName>style.visibility</p:attrName>
                                        </p:attrNameLst>
                                      </p:cBhvr>
                                      <p:to>
                                        <p:strVal val="visible"/>
                                      </p:to>
                                    </p:set>
                                    <p:anim calcmode="lin" valueType="num">
                                      <p:cBhvr>
                                        <p:cTn id="70" dur="500" fill="hold"/>
                                        <p:tgtEl>
                                          <p:spTgt spid="69"/>
                                        </p:tgtEl>
                                        <p:attrNameLst>
                                          <p:attrName>ppt_w</p:attrName>
                                        </p:attrNameLst>
                                      </p:cBhvr>
                                      <p:tavLst>
                                        <p:tav tm="0">
                                          <p:val>
                                            <p:fltVal val="0"/>
                                          </p:val>
                                        </p:tav>
                                        <p:tav tm="100000">
                                          <p:val>
                                            <p:strVal val="#ppt_w"/>
                                          </p:val>
                                        </p:tav>
                                      </p:tavLst>
                                    </p:anim>
                                    <p:anim calcmode="lin" valueType="num">
                                      <p:cBhvr>
                                        <p:cTn id="71" dur="500" fill="hold"/>
                                        <p:tgtEl>
                                          <p:spTgt spid="69"/>
                                        </p:tgtEl>
                                        <p:attrNameLst>
                                          <p:attrName>ppt_h</p:attrName>
                                        </p:attrNameLst>
                                      </p:cBhvr>
                                      <p:tavLst>
                                        <p:tav tm="0">
                                          <p:val>
                                            <p:fltVal val="0"/>
                                          </p:val>
                                        </p:tav>
                                        <p:tav tm="100000">
                                          <p:val>
                                            <p:strVal val="#ppt_h"/>
                                          </p:val>
                                        </p:tav>
                                      </p:tavLst>
                                    </p:anim>
                                    <p:animEffect transition="in" filter="fade">
                                      <p:cBhvr>
                                        <p:cTn id="72" dur="500"/>
                                        <p:tgtEl>
                                          <p:spTgt spid="69"/>
                                        </p:tgtEl>
                                      </p:cBhvr>
                                    </p:animEffect>
                                  </p:childTnLst>
                                </p:cTn>
                              </p:par>
                              <p:par>
                                <p:cTn id="73" presetID="53" presetClass="entr" presetSubtype="16" fill="hold" grpId="0" nodeType="withEffect">
                                  <p:stCondLst>
                                    <p:cond delay="0"/>
                                  </p:stCondLst>
                                  <p:childTnLst>
                                    <p:set>
                                      <p:cBhvr>
                                        <p:cTn id="74" dur="1" fill="hold">
                                          <p:stCondLst>
                                            <p:cond delay="0"/>
                                          </p:stCondLst>
                                        </p:cTn>
                                        <p:tgtEl>
                                          <p:spTgt spid="70"/>
                                        </p:tgtEl>
                                        <p:attrNameLst>
                                          <p:attrName>style.visibility</p:attrName>
                                        </p:attrNameLst>
                                      </p:cBhvr>
                                      <p:to>
                                        <p:strVal val="visible"/>
                                      </p:to>
                                    </p:set>
                                    <p:anim calcmode="lin" valueType="num">
                                      <p:cBhvr>
                                        <p:cTn id="75" dur="500" fill="hold"/>
                                        <p:tgtEl>
                                          <p:spTgt spid="70"/>
                                        </p:tgtEl>
                                        <p:attrNameLst>
                                          <p:attrName>ppt_w</p:attrName>
                                        </p:attrNameLst>
                                      </p:cBhvr>
                                      <p:tavLst>
                                        <p:tav tm="0">
                                          <p:val>
                                            <p:fltVal val="0"/>
                                          </p:val>
                                        </p:tav>
                                        <p:tav tm="100000">
                                          <p:val>
                                            <p:strVal val="#ppt_w"/>
                                          </p:val>
                                        </p:tav>
                                      </p:tavLst>
                                    </p:anim>
                                    <p:anim calcmode="lin" valueType="num">
                                      <p:cBhvr>
                                        <p:cTn id="76" dur="500" fill="hold"/>
                                        <p:tgtEl>
                                          <p:spTgt spid="70"/>
                                        </p:tgtEl>
                                        <p:attrNameLst>
                                          <p:attrName>ppt_h</p:attrName>
                                        </p:attrNameLst>
                                      </p:cBhvr>
                                      <p:tavLst>
                                        <p:tav tm="0">
                                          <p:val>
                                            <p:fltVal val="0"/>
                                          </p:val>
                                        </p:tav>
                                        <p:tav tm="100000">
                                          <p:val>
                                            <p:strVal val="#ppt_h"/>
                                          </p:val>
                                        </p:tav>
                                      </p:tavLst>
                                    </p:anim>
                                    <p:animEffect transition="in" filter="fade">
                                      <p:cBhvr>
                                        <p:cTn id="77" dur="500"/>
                                        <p:tgtEl>
                                          <p:spTgt spid="70"/>
                                        </p:tgtEl>
                                      </p:cBhvr>
                                    </p:animEffect>
                                  </p:childTnLst>
                                </p:cTn>
                              </p:par>
                              <p:par>
                                <p:cTn id="78" presetID="10" presetClass="entr" presetSubtype="0" fill="hold" nodeType="withEffect">
                                  <p:stCondLst>
                                    <p:cond delay="200"/>
                                  </p:stCondLst>
                                  <p:childTnLst>
                                    <p:set>
                                      <p:cBhvr>
                                        <p:cTn id="79" dur="1" fill="hold">
                                          <p:stCondLst>
                                            <p:cond delay="0"/>
                                          </p:stCondLst>
                                        </p:cTn>
                                        <p:tgtEl>
                                          <p:spTgt spid="29"/>
                                        </p:tgtEl>
                                        <p:attrNameLst>
                                          <p:attrName>style.visibility</p:attrName>
                                        </p:attrNameLst>
                                      </p:cBhvr>
                                      <p:to>
                                        <p:strVal val="visible"/>
                                      </p:to>
                                    </p:set>
                                    <p:animEffect transition="in" filter="fade">
                                      <p:cBhvr>
                                        <p:cTn id="8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59" grpId="0" animBg="1"/>
      <p:bldP spid="60" grpId="0" animBg="1"/>
      <p:bldP spid="61" grpId="0" animBg="1"/>
      <p:bldP spid="62" grpId="0" animBg="1"/>
      <p:bldP spid="63" grpId="0" animBg="1"/>
      <p:bldP spid="65" grpId="0" animBg="1"/>
      <p:bldP spid="66" grpId="0" animBg="1"/>
      <p:bldP spid="67" grpId="0" animBg="1"/>
      <p:bldP spid="68" grpId="0" animBg="1"/>
      <p:bldP spid="69" grpId="0" animBg="1"/>
      <p:bldP spid="70"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BA0281BB-36EF-4ECD-89A5-43F46E2F27BC}"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97</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椭圆 5"/>
          <p:cNvSpPr/>
          <p:nvPr/>
        </p:nvSpPr>
        <p:spPr>
          <a:xfrm rot="10836226" flipV="1">
            <a:off x="7864186" y="3671575"/>
            <a:ext cx="123893" cy="12389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7" name="椭圆 6"/>
          <p:cNvSpPr/>
          <p:nvPr/>
        </p:nvSpPr>
        <p:spPr>
          <a:xfrm rot="10836226">
            <a:off x="4728363" y="3522568"/>
            <a:ext cx="87060" cy="870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8" name="椭圆 7"/>
          <p:cNvSpPr/>
          <p:nvPr/>
        </p:nvSpPr>
        <p:spPr>
          <a:xfrm rot="10836226">
            <a:off x="2580333" y="3738544"/>
            <a:ext cx="87060" cy="870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 name="椭圆 8"/>
          <p:cNvSpPr/>
          <p:nvPr/>
        </p:nvSpPr>
        <p:spPr>
          <a:xfrm rot="10836226">
            <a:off x="2145036" y="4232440"/>
            <a:ext cx="90408" cy="887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 name="椭圆 9"/>
          <p:cNvSpPr/>
          <p:nvPr/>
        </p:nvSpPr>
        <p:spPr>
          <a:xfrm rot="10836226">
            <a:off x="7087346" y="3495782"/>
            <a:ext cx="319776" cy="31977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 name="椭圆 10"/>
          <p:cNvSpPr/>
          <p:nvPr/>
        </p:nvSpPr>
        <p:spPr>
          <a:xfrm rot="10836226" flipH="1">
            <a:off x="12240609" y="3006908"/>
            <a:ext cx="98779" cy="987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2" name="椭圆 11"/>
          <p:cNvSpPr/>
          <p:nvPr/>
        </p:nvSpPr>
        <p:spPr>
          <a:xfrm rot="10836226" flipH="1">
            <a:off x="1073531" y="4157101"/>
            <a:ext cx="98779" cy="9710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3" name="椭圆 12"/>
          <p:cNvSpPr/>
          <p:nvPr/>
        </p:nvSpPr>
        <p:spPr>
          <a:xfrm rot="10836226" flipH="1">
            <a:off x="12719438" y="3530941"/>
            <a:ext cx="298012" cy="2980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 name="椭圆 13"/>
          <p:cNvSpPr/>
          <p:nvPr/>
        </p:nvSpPr>
        <p:spPr>
          <a:xfrm rot="21388349">
            <a:off x="10032307" y="2963378"/>
            <a:ext cx="190862" cy="19253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 name="椭圆 14"/>
          <p:cNvSpPr/>
          <p:nvPr/>
        </p:nvSpPr>
        <p:spPr>
          <a:xfrm rot="21388349" flipV="1">
            <a:off x="8654421" y="2625185"/>
            <a:ext cx="271224" cy="2712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6" name="椭圆 15"/>
          <p:cNvSpPr/>
          <p:nvPr/>
        </p:nvSpPr>
        <p:spPr>
          <a:xfrm rot="21388349" flipV="1">
            <a:off x="5049815" y="3710082"/>
            <a:ext cx="271224" cy="2712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椭圆 16"/>
          <p:cNvSpPr/>
          <p:nvPr/>
        </p:nvSpPr>
        <p:spPr>
          <a:xfrm rot="21388349">
            <a:off x="2029514" y="3751938"/>
            <a:ext cx="333171" cy="33317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8" name="椭圆 17"/>
          <p:cNvSpPr/>
          <p:nvPr/>
        </p:nvSpPr>
        <p:spPr>
          <a:xfrm rot="21388349">
            <a:off x="3604959" y="4033208"/>
            <a:ext cx="190862" cy="1925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9" name="椭圆 18"/>
          <p:cNvSpPr/>
          <p:nvPr/>
        </p:nvSpPr>
        <p:spPr>
          <a:xfrm rot="21388349">
            <a:off x="9630493" y="3247996"/>
            <a:ext cx="190862" cy="1908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0" name="椭圆 19"/>
          <p:cNvSpPr/>
          <p:nvPr/>
        </p:nvSpPr>
        <p:spPr>
          <a:xfrm rot="21388349">
            <a:off x="1867114" y="3368540"/>
            <a:ext cx="386745" cy="3884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1" name="椭圆 20"/>
          <p:cNvSpPr/>
          <p:nvPr/>
        </p:nvSpPr>
        <p:spPr>
          <a:xfrm rot="21388349">
            <a:off x="11165757" y="3527592"/>
            <a:ext cx="388420" cy="3867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2" name="椭圆 21"/>
          <p:cNvSpPr/>
          <p:nvPr/>
        </p:nvSpPr>
        <p:spPr>
          <a:xfrm rot="21388349">
            <a:off x="3646814" y="3678272"/>
            <a:ext cx="388420" cy="3884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3" name="椭圆 22"/>
          <p:cNvSpPr/>
          <p:nvPr/>
        </p:nvSpPr>
        <p:spPr>
          <a:xfrm rot="21388349" flipH="1">
            <a:off x="-9692" y="3904292"/>
            <a:ext cx="259505" cy="25950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4" name="椭圆 23"/>
          <p:cNvSpPr/>
          <p:nvPr/>
        </p:nvSpPr>
        <p:spPr>
          <a:xfrm rot="21388349">
            <a:off x="4165824" y="3405373"/>
            <a:ext cx="428601" cy="4302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5" name="椭圆 24"/>
          <p:cNvSpPr/>
          <p:nvPr/>
        </p:nvSpPr>
        <p:spPr>
          <a:xfrm rot="21388349">
            <a:off x="6061046" y="3395328"/>
            <a:ext cx="244437" cy="2444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6" name="椭圆 25"/>
          <p:cNvSpPr/>
          <p:nvPr/>
        </p:nvSpPr>
        <p:spPr>
          <a:xfrm rot="21388349">
            <a:off x="7969662" y="3167633"/>
            <a:ext cx="175794" cy="1741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7" name="椭圆 26"/>
          <p:cNvSpPr/>
          <p:nvPr/>
        </p:nvSpPr>
        <p:spPr>
          <a:xfrm rot="21388349">
            <a:off x="11872280" y="3577819"/>
            <a:ext cx="592675" cy="59267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8" name="椭圆 27"/>
          <p:cNvSpPr/>
          <p:nvPr/>
        </p:nvSpPr>
        <p:spPr>
          <a:xfrm rot="21388349">
            <a:off x="12588848" y="2980120"/>
            <a:ext cx="513986" cy="51398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9" name="椭圆 28"/>
          <p:cNvSpPr/>
          <p:nvPr/>
        </p:nvSpPr>
        <p:spPr>
          <a:xfrm rot="21388349" flipH="1">
            <a:off x="4597774" y="4163797"/>
            <a:ext cx="217649" cy="21932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0" name="椭圆 29"/>
          <p:cNvSpPr/>
          <p:nvPr/>
        </p:nvSpPr>
        <p:spPr>
          <a:xfrm rot="21388349">
            <a:off x="8702972" y="3360170"/>
            <a:ext cx="249460" cy="24945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1" name="椭圆 30"/>
          <p:cNvSpPr/>
          <p:nvPr/>
        </p:nvSpPr>
        <p:spPr>
          <a:xfrm rot="21388349">
            <a:off x="8262651" y="3407048"/>
            <a:ext cx="254482" cy="25448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2" name="椭圆 31"/>
          <p:cNvSpPr/>
          <p:nvPr/>
        </p:nvSpPr>
        <p:spPr>
          <a:xfrm rot="21388349">
            <a:off x="11452049" y="3187724"/>
            <a:ext cx="368329" cy="36832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3" name="椭圆 32"/>
          <p:cNvSpPr/>
          <p:nvPr/>
        </p:nvSpPr>
        <p:spPr>
          <a:xfrm rot="21388349" flipH="1">
            <a:off x="659997" y="4225743"/>
            <a:ext cx="222672" cy="22267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4" name="椭圆 33"/>
          <p:cNvSpPr/>
          <p:nvPr/>
        </p:nvSpPr>
        <p:spPr>
          <a:xfrm rot="21388349" flipH="1">
            <a:off x="-88381" y="3397002"/>
            <a:ext cx="292990" cy="29466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5" name="椭圆 34"/>
          <p:cNvSpPr/>
          <p:nvPr/>
        </p:nvSpPr>
        <p:spPr>
          <a:xfrm rot="10836226">
            <a:off x="1602586" y="3639764"/>
            <a:ext cx="87060" cy="8706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6" name="椭圆 35"/>
          <p:cNvSpPr/>
          <p:nvPr/>
        </p:nvSpPr>
        <p:spPr>
          <a:xfrm rot="21388349">
            <a:off x="5607331" y="3748589"/>
            <a:ext cx="473805" cy="47380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7" name="椭圆 36"/>
          <p:cNvSpPr/>
          <p:nvPr/>
        </p:nvSpPr>
        <p:spPr>
          <a:xfrm rot="21388349">
            <a:off x="7465721" y="3251344"/>
            <a:ext cx="309731" cy="3097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8" name="椭圆 37"/>
          <p:cNvSpPr/>
          <p:nvPr/>
        </p:nvSpPr>
        <p:spPr>
          <a:xfrm rot="21388349">
            <a:off x="6343990" y="3743566"/>
            <a:ext cx="388420" cy="3884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9" name="椭圆 38"/>
          <p:cNvSpPr/>
          <p:nvPr/>
        </p:nvSpPr>
        <p:spPr>
          <a:xfrm rot="21388349">
            <a:off x="10380545" y="3020301"/>
            <a:ext cx="515661" cy="51566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0" name="椭圆 39"/>
          <p:cNvSpPr/>
          <p:nvPr/>
        </p:nvSpPr>
        <p:spPr>
          <a:xfrm rot="21388349">
            <a:off x="10645073" y="3792120"/>
            <a:ext cx="291315" cy="2913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1" name="椭圆 40"/>
          <p:cNvSpPr/>
          <p:nvPr/>
        </p:nvSpPr>
        <p:spPr>
          <a:xfrm rot="21388349">
            <a:off x="1291181" y="3825604"/>
            <a:ext cx="515661" cy="51566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2" name="椭圆 41"/>
          <p:cNvSpPr/>
          <p:nvPr/>
        </p:nvSpPr>
        <p:spPr>
          <a:xfrm rot="21388349">
            <a:off x="4924248" y="3952845"/>
            <a:ext cx="199232" cy="20090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3" name="椭圆 42"/>
          <p:cNvSpPr/>
          <p:nvPr/>
        </p:nvSpPr>
        <p:spPr>
          <a:xfrm rot="10836226" flipH="1">
            <a:off x="10013890" y="3360170"/>
            <a:ext cx="98779" cy="9710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4" name="椭圆 43"/>
          <p:cNvSpPr/>
          <p:nvPr/>
        </p:nvSpPr>
        <p:spPr>
          <a:xfrm rot="21388349">
            <a:off x="413887" y="3417093"/>
            <a:ext cx="699826" cy="69982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5" name="椭圆 44"/>
          <p:cNvSpPr/>
          <p:nvPr/>
        </p:nvSpPr>
        <p:spPr>
          <a:xfrm rot="21388349" flipH="1">
            <a:off x="4127317" y="4039905"/>
            <a:ext cx="423578" cy="42525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6" name="椭圆 45"/>
          <p:cNvSpPr/>
          <p:nvPr/>
        </p:nvSpPr>
        <p:spPr>
          <a:xfrm rot="21388349">
            <a:off x="3144547" y="3581167"/>
            <a:ext cx="271224" cy="26955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7" name="椭圆 46"/>
          <p:cNvSpPr/>
          <p:nvPr/>
        </p:nvSpPr>
        <p:spPr>
          <a:xfrm rot="21388349">
            <a:off x="8297810" y="2884690"/>
            <a:ext cx="450367" cy="45036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8" name="椭圆 47"/>
          <p:cNvSpPr/>
          <p:nvPr/>
        </p:nvSpPr>
        <p:spPr>
          <a:xfrm rot="21388349">
            <a:off x="9042841" y="2914826"/>
            <a:ext cx="383397" cy="38172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椭圆 48"/>
          <p:cNvSpPr/>
          <p:nvPr/>
        </p:nvSpPr>
        <p:spPr>
          <a:xfrm rot="21388349">
            <a:off x="6628609" y="3612977"/>
            <a:ext cx="289640" cy="28964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0" name="椭圆 49"/>
          <p:cNvSpPr/>
          <p:nvPr/>
        </p:nvSpPr>
        <p:spPr>
          <a:xfrm rot="21388349">
            <a:off x="10278418" y="3517546"/>
            <a:ext cx="190862" cy="1925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1" name="椭圆 50"/>
          <p:cNvSpPr/>
          <p:nvPr/>
        </p:nvSpPr>
        <p:spPr>
          <a:xfrm rot="21388349" flipV="1">
            <a:off x="12704369" y="4003071"/>
            <a:ext cx="194210" cy="19421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4" name="椭圆 53"/>
          <p:cNvSpPr/>
          <p:nvPr/>
        </p:nvSpPr>
        <p:spPr>
          <a:xfrm>
            <a:off x="2456441" y="3525917"/>
            <a:ext cx="694803" cy="69647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5" name="椭圆 54"/>
          <p:cNvSpPr/>
          <p:nvPr/>
        </p:nvSpPr>
        <p:spPr>
          <a:xfrm>
            <a:off x="5431538" y="3666552"/>
            <a:ext cx="694804" cy="69647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6" name="椭圆 55"/>
          <p:cNvSpPr/>
          <p:nvPr/>
        </p:nvSpPr>
        <p:spPr>
          <a:xfrm>
            <a:off x="8309530" y="2541473"/>
            <a:ext cx="694803" cy="69480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7" name="椭圆 56"/>
          <p:cNvSpPr/>
          <p:nvPr/>
        </p:nvSpPr>
        <p:spPr>
          <a:xfrm>
            <a:off x="11822053" y="3484062"/>
            <a:ext cx="696477" cy="69647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8" name="椭圆 57"/>
          <p:cNvSpPr/>
          <p:nvPr/>
        </p:nvSpPr>
        <p:spPr>
          <a:xfrm>
            <a:off x="405515" y="3405373"/>
            <a:ext cx="696477" cy="69480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cxnSp>
        <p:nvCxnSpPr>
          <p:cNvPr id="60" name="直接连接符 59"/>
          <p:cNvCxnSpPr/>
          <p:nvPr/>
        </p:nvCxnSpPr>
        <p:spPr>
          <a:xfrm>
            <a:off x="753754" y="4053298"/>
            <a:ext cx="0" cy="2040879"/>
          </a:xfrm>
          <a:prstGeom prst="line">
            <a:avLst/>
          </a:prstGeom>
          <a:ln>
            <a:prstDash val="dash"/>
            <a:tailEnd type="oval" w="lg" len="lg"/>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flipV="1">
            <a:off x="2804679" y="1580468"/>
            <a:ext cx="0" cy="2042554"/>
          </a:xfrm>
          <a:prstGeom prst="line">
            <a:avLst/>
          </a:prstGeom>
          <a:ln>
            <a:prstDash val="dash"/>
            <a:tailEnd type="oval" w="lg" len="lg"/>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a:off x="5778102" y="4053298"/>
            <a:ext cx="0" cy="2040879"/>
          </a:xfrm>
          <a:prstGeom prst="line">
            <a:avLst/>
          </a:prstGeom>
          <a:ln>
            <a:prstDash val="dash"/>
            <a:tailEnd type="oval" w="lg" len="lg"/>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flipV="1">
            <a:off x="8656094" y="1116709"/>
            <a:ext cx="0" cy="1644088"/>
          </a:xfrm>
          <a:prstGeom prst="line">
            <a:avLst/>
          </a:prstGeom>
          <a:ln>
            <a:prstDash val="dash"/>
            <a:tailEnd type="oval" w="lg" len="lg"/>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12160246" y="3845694"/>
            <a:ext cx="0" cy="2040879"/>
          </a:xfrm>
          <a:prstGeom prst="line">
            <a:avLst/>
          </a:prstGeom>
          <a:ln>
            <a:prstDash val="dash"/>
            <a:tailEnd type="oval" w="lg" len="lg"/>
          </a:ln>
        </p:spPr>
        <p:style>
          <a:lnRef idx="1">
            <a:schemeClr val="accent1"/>
          </a:lnRef>
          <a:fillRef idx="0">
            <a:schemeClr val="accent1"/>
          </a:fillRef>
          <a:effectRef idx="0">
            <a:schemeClr val="accent1"/>
          </a:effectRef>
          <a:fontRef idx="minor">
            <a:schemeClr val="tx1"/>
          </a:fontRef>
        </p:style>
      </p:cxnSp>
      <p:grpSp>
        <p:nvGrpSpPr>
          <p:cNvPr id="78" name="组合 77"/>
          <p:cNvGrpSpPr>
            <a:grpSpLocks/>
          </p:cNvGrpSpPr>
          <p:nvPr/>
        </p:nvGrpSpPr>
        <p:grpSpPr bwMode="auto">
          <a:xfrm>
            <a:off x="906110" y="4568958"/>
            <a:ext cx="2318800" cy="1804903"/>
            <a:chOff x="858193" y="4331712"/>
            <a:chExt cx="2198591" cy="1711637"/>
          </a:xfrm>
        </p:grpSpPr>
        <p:sp>
          <p:nvSpPr>
            <p:cNvPr id="25673" name="文本框 62"/>
            <p:cNvSpPr txBox="1">
              <a:spLocks noChangeArrowheads="1"/>
            </p:cNvSpPr>
            <p:nvPr/>
          </p:nvSpPr>
          <p:spPr bwMode="auto">
            <a:xfrm>
              <a:off x="858193" y="5463252"/>
              <a:ext cx="1087034" cy="580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3375">
                  <a:solidFill>
                    <a:schemeClr val="accent1"/>
                  </a:solidFill>
                  <a:latin typeface="Century Gothic" pitchFamily="34" charset="0"/>
                </a:rPr>
                <a:t>2000</a:t>
              </a:r>
              <a:endParaRPr lang="zh-CN" altLang="en-US" sz="3375">
                <a:solidFill>
                  <a:schemeClr val="accent1"/>
                </a:solidFill>
                <a:latin typeface="Century Gothic" pitchFamily="34" charset="0"/>
              </a:endParaRPr>
            </a:p>
          </p:txBody>
        </p:sp>
        <p:sp>
          <p:nvSpPr>
            <p:cNvPr id="72" name="矩形 71"/>
            <p:cNvSpPr/>
            <p:nvPr/>
          </p:nvSpPr>
          <p:spPr>
            <a:xfrm>
              <a:off x="862955" y="4331712"/>
              <a:ext cx="2193829" cy="518317"/>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79" name="组合 78"/>
          <p:cNvGrpSpPr>
            <a:grpSpLocks/>
          </p:cNvGrpSpPr>
          <p:nvPr/>
        </p:nvGrpSpPr>
        <p:grpSpPr bwMode="auto">
          <a:xfrm>
            <a:off x="2958708" y="1320964"/>
            <a:ext cx="2757447" cy="1140908"/>
            <a:chOff x="2805901" y="1252174"/>
            <a:chExt cx="2613580" cy="1082212"/>
          </a:xfrm>
        </p:grpSpPr>
        <p:sp>
          <p:nvSpPr>
            <p:cNvPr id="25671" name="文本框 69"/>
            <p:cNvSpPr txBox="1">
              <a:spLocks noChangeArrowheads="1"/>
            </p:cNvSpPr>
            <p:nvPr/>
          </p:nvSpPr>
          <p:spPr bwMode="auto">
            <a:xfrm>
              <a:off x="2805901" y="1252174"/>
              <a:ext cx="1086652" cy="580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3375">
                  <a:solidFill>
                    <a:schemeClr val="accent1"/>
                  </a:solidFill>
                  <a:latin typeface="Century Gothic" pitchFamily="34" charset="0"/>
                </a:rPr>
                <a:t>2002</a:t>
              </a:r>
              <a:endParaRPr lang="zh-CN" altLang="en-US" sz="3375">
                <a:solidFill>
                  <a:schemeClr val="accent1"/>
                </a:solidFill>
                <a:latin typeface="Century Gothic" pitchFamily="34" charset="0"/>
              </a:endParaRPr>
            </a:p>
          </p:txBody>
        </p:sp>
        <p:sp>
          <p:nvSpPr>
            <p:cNvPr id="73" name="矩形 72"/>
            <p:cNvSpPr/>
            <p:nvPr/>
          </p:nvSpPr>
          <p:spPr>
            <a:xfrm>
              <a:off x="2805901" y="1815945"/>
              <a:ext cx="2613580" cy="518441"/>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80" name="组合 79"/>
          <p:cNvGrpSpPr>
            <a:grpSpLocks/>
          </p:cNvGrpSpPr>
          <p:nvPr/>
        </p:nvGrpSpPr>
        <p:grpSpPr bwMode="auto">
          <a:xfrm>
            <a:off x="5930457" y="4612490"/>
            <a:ext cx="2313778" cy="1761287"/>
            <a:chOff x="5622718" y="4373225"/>
            <a:chExt cx="2193877" cy="1670043"/>
          </a:xfrm>
        </p:grpSpPr>
        <p:sp>
          <p:nvSpPr>
            <p:cNvPr id="25669" name="文本框 66"/>
            <p:cNvSpPr txBox="1">
              <a:spLocks noChangeArrowheads="1"/>
            </p:cNvSpPr>
            <p:nvPr/>
          </p:nvSpPr>
          <p:spPr bwMode="auto">
            <a:xfrm>
              <a:off x="5622718" y="5463252"/>
              <a:ext cx="1087058" cy="58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3375">
                  <a:solidFill>
                    <a:schemeClr val="accent1"/>
                  </a:solidFill>
                  <a:latin typeface="Century Gothic" pitchFamily="34" charset="0"/>
                </a:rPr>
                <a:t>2005</a:t>
              </a:r>
              <a:endParaRPr lang="zh-CN" altLang="en-US" sz="3375">
                <a:solidFill>
                  <a:schemeClr val="accent1"/>
                </a:solidFill>
                <a:latin typeface="Century Gothic" pitchFamily="34" charset="0"/>
              </a:endParaRPr>
            </a:p>
          </p:txBody>
        </p:sp>
        <p:sp>
          <p:nvSpPr>
            <p:cNvPr id="74" name="矩形 73"/>
            <p:cNvSpPr/>
            <p:nvPr/>
          </p:nvSpPr>
          <p:spPr>
            <a:xfrm>
              <a:off x="5622718" y="4373225"/>
              <a:ext cx="2193877" cy="518245"/>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81" name="组合 80"/>
          <p:cNvGrpSpPr>
            <a:grpSpLocks/>
          </p:cNvGrpSpPr>
          <p:nvPr/>
        </p:nvGrpSpPr>
        <p:grpSpPr bwMode="auto">
          <a:xfrm>
            <a:off x="8823516" y="780189"/>
            <a:ext cx="2670389" cy="1120819"/>
            <a:chOff x="8365640" y="739150"/>
            <a:chExt cx="2532624" cy="1063581"/>
          </a:xfrm>
        </p:grpSpPr>
        <p:sp>
          <p:nvSpPr>
            <p:cNvPr id="25667" name="文本框 68"/>
            <p:cNvSpPr txBox="1">
              <a:spLocks noChangeArrowheads="1"/>
            </p:cNvSpPr>
            <p:nvPr/>
          </p:nvSpPr>
          <p:spPr bwMode="auto">
            <a:xfrm>
              <a:off x="8365640" y="739150"/>
              <a:ext cx="1087322" cy="580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3375">
                  <a:solidFill>
                    <a:schemeClr val="accent1"/>
                  </a:solidFill>
                  <a:latin typeface="Century Gothic" pitchFamily="34" charset="0"/>
                </a:rPr>
                <a:t>2012</a:t>
              </a:r>
              <a:endParaRPr lang="zh-CN" altLang="en-US" sz="3375">
                <a:solidFill>
                  <a:schemeClr val="accent1"/>
                </a:solidFill>
                <a:latin typeface="Century Gothic" pitchFamily="34" charset="0"/>
              </a:endParaRPr>
            </a:p>
          </p:txBody>
        </p:sp>
        <p:sp>
          <p:nvSpPr>
            <p:cNvPr id="75" name="矩形 74"/>
            <p:cNvSpPr/>
            <p:nvPr/>
          </p:nvSpPr>
          <p:spPr>
            <a:xfrm>
              <a:off x="8365640" y="1284083"/>
              <a:ext cx="2532624" cy="518648"/>
            </a:xfrm>
            <a:prstGeom prst="rect">
              <a:avLst/>
            </a:prstGeom>
          </p:spPr>
          <p:txBody>
            <a:bodyPr>
              <a:spAutoFit/>
            </a:bodyPr>
            <a:lstStyle/>
            <a:p>
              <a:pPr algn="just"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82" name="组合 81"/>
          <p:cNvGrpSpPr>
            <a:grpSpLocks/>
          </p:cNvGrpSpPr>
          <p:nvPr/>
        </p:nvGrpSpPr>
        <p:grpSpPr bwMode="auto">
          <a:xfrm>
            <a:off x="10033979" y="4272621"/>
            <a:ext cx="1911964" cy="1816542"/>
            <a:chOff x="9513933" y="4051838"/>
            <a:chExt cx="1812364" cy="1722447"/>
          </a:xfrm>
        </p:grpSpPr>
        <p:sp>
          <p:nvSpPr>
            <p:cNvPr id="25665" name="文本框 67"/>
            <p:cNvSpPr txBox="1">
              <a:spLocks noChangeArrowheads="1"/>
            </p:cNvSpPr>
            <p:nvPr/>
          </p:nvSpPr>
          <p:spPr bwMode="auto">
            <a:xfrm>
              <a:off x="10231125" y="5194265"/>
              <a:ext cx="1086745" cy="580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charset="0"/>
                <a:buChar char="•"/>
                <a:defRPr sz="2800">
                  <a:solidFill>
                    <a:schemeClr val="tx1"/>
                  </a:solidFill>
                  <a:latin typeface="微软雅黑 Light" pitchFamily="34" charset="-122"/>
                  <a:ea typeface="微软雅黑 Light" pitchFamily="34" charset="-122"/>
                </a:defRPr>
              </a:lvl1pPr>
              <a:lvl2pPr marL="742950" indent="-285750">
                <a:lnSpc>
                  <a:spcPct val="90000"/>
                </a:lnSpc>
                <a:spcBef>
                  <a:spcPts val="500"/>
                </a:spcBef>
                <a:buFont typeface="Arial" charset="0"/>
                <a:buChar char="•"/>
                <a:defRPr sz="2400">
                  <a:solidFill>
                    <a:schemeClr val="tx1"/>
                  </a:solidFill>
                  <a:latin typeface="微软雅黑 Light" pitchFamily="34" charset="-122"/>
                  <a:ea typeface="微软雅黑 Light" pitchFamily="34" charset="-122"/>
                </a:defRPr>
              </a:lvl2pPr>
              <a:lvl3pPr marL="1143000" indent="-228600">
                <a:lnSpc>
                  <a:spcPct val="90000"/>
                </a:lnSpc>
                <a:spcBef>
                  <a:spcPts val="500"/>
                </a:spcBef>
                <a:buFont typeface="Arial" charset="0"/>
                <a:buChar char="•"/>
                <a:defRPr sz="2000">
                  <a:solidFill>
                    <a:schemeClr val="tx1"/>
                  </a:solidFill>
                  <a:latin typeface="微软雅黑 Light" pitchFamily="34" charset="-122"/>
                  <a:ea typeface="微软雅黑 Light" pitchFamily="34" charset="-122"/>
                </a:defRPr>
              </a:lvl3pPr>
              <a:lvl4pPr marL="16002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4pPr>
              <a:lvl5pPr marL="2057400" indent="-228600">
                <a:lnSpc>
                  <a:spcPct val="90000"/>
                </a:lnSpc>
                <a:spcBef>
                  <a:spcPts val="500"/>
                </a:spcBef>
                <a:buFont typeface="Arial" charset="0"/>
                <a:buChar char="•"/>
                <a:defRPr>
                  <a:solidFill>
                    <a:schemeClr val="tx1"/>
                  </a:solidFill>
                  <a:latin typeface="微软雅黑 Light" pitchFamily="34" charset="-122"/>
                  <a:ea typeface="微软雅黑 Light" pitchFamily="34" charset="-122"/>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eaLnBrk="1" hangingPunct="1">
                <a:lnSpc>
                  <a:spcPct val="100000"/>
                </a:lnSpc>
                <a:spcBef>
                  <a:spcPct val="0"/>
                </a:spcBef>
                <a:buFontTx/>
                <a:buNone/>
              </a:pPr>
              <a:r>
                <a:rPr lang="en-US" altLang="zh-CN" sz="3375">
                  <a:solidFill>
                    <a:schemeClr val="accent1"/>
                  </a:solidFill>
                  <a:latin typeface="Century Gothic" pitchFamily="34" charset="0"/>
                </a:rPr>
                <a:t>2014</a:t>
              </a:r>
              <a:endParaRPr lang="zh-CN" altLang="en-US" sz="3375">
                <a:solidFill>
                  <a:schemeClr val="accent1"/>
                </a:solidFill>
                <a:latin typeface="Century Gothic" pitchFamily="34" charset="0"/>
              </a:endParaRPr>
            </a:p>
          </p:txBody>
        </p:sp>
        <p:sp>
          <p:nvSpPr>
            <p:cNvPr id="76" name="矩形 75"/>
            <p:cNvSpPr/>
            <p:nvPr/>
          </p:nvSpPr>
          <p:spPr>
            <a:xfrm>
              <a:off x="9513933" y="4051838"/>
              <a:ext cx="1812364" cy="733598"/>
            </a:xfrm>
            <a:prstGeom prst="rect">
              <a:avLst/>
            </a:prstGeom>
          </p:spPr>
          <p:txBody>
            <a:bodyPr>
              <a:spAutoFit/>
            </a:bodyPr>
            <a:lstStyle/>
            <a:p>
              <a:pPr algn="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sp>
        <p:nvSpPr>
          <p:cNvPr id="77" name="文本框 76"/>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3395800572"/>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p:cTn id="37" dur="500" fill="hold"/>
                                        <p:tgtEl>
                                          <p:spTgt spid="12"/>
                                        </p:tgtEl>
                                        <p:attrNameLst>
                                          <p:attrName>ppt_w</p:attrName>
                                        </p:attrNameLst>
                                      </p:cBhvr>
                                      <p:tavLst>
                                        <p:tav tm="0">
                                          <p:val>
                                            <p:fltVal val="0"/>
                                          </p:val>
                                        </p:tav>
                                        <p:tav tm="100000">
                                          <p:val>
                                            <p:strVal val="#ppt_w"/>
                                          </p:val>
                                        </p:tav>
                                      </p:tavLst>
                                    </p:anim>
                                    <p:anim calcmode="lin" valueType="num">
                                      <p:cBhvr>
                                        <p:cTn id="38" dur="500" fill="hold"/>
                                        <p:tgtEl>
                                          <p:spTgt spid="12"/>
                                        </p:tgtEl>
                                        <p:attrNameLst>
                                          <p:attrName>ppt_h</p:attrName>
                                        </p:attrNameLst>
                                      </p:cBhvr>
                                      <p:tavLst>
                                        <p:tav tm="0">
                                          <p:val>
                                            <p:fltVal val="0"/>
                                          </p:val>
                                        </p:tav>
                                        <p:tav tm="100000">
                                          <p:val>
                                            <p:strVal val="#ppt_h"/>
                                          </p:val>
                                        </p:tav>
                                      </p:tavLst>
                                    </p:anim>
                                    <p:animEffect transition="in" filter="fade">
                                      <p:cBhvr>
                                        <p:cTn id="39" dur="500"/>
                                        <p:tgtEl>
                                          <p:spTgt spid="1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p:cTn id="42" dur="500" fill="hold"/>
                                        <p:tgtEl>
                                          <p:spTgt spid="13"/>
                                        </p:tgtEl>
                                        <p:attrNameLst>
                                          <p:attrName>ppt_w</p:attrName>
                                        </p:attrNameLst>
                                      </p:cBhvr>
                                      <p:tavLst>
                                        <p:tav tm="0">
                                          <p:val>
                                            <p:fltVal val="0"/>
                                          </p:val>
                                        </p:tav>
                                        <p:tav tm="100000">
                                          <p:val>
                                            <p:strVal val="#ppt_w"/>
                                          </p:val>
                                        </p:tav>
                                      </p:tavLst>
                                    </p:anim>
                                    <p:anim calcmode="lin" valueType="num">
                                      <p:cBhvr>
                                        <p:cTn id="43" dur="500" fill="hold"/>
                                        <p:tgtEl>
                                          <p:spTgt spid="13"/>
                                        </p:tgtEl>
                                        <p:attrNameLst>
                                          <p:attrName>ppt_h</p:attrName>
                                        </p:attrNameLst>
                                      </p:cBhvr>
                                      <p:tavLst>
                                        <p:tav tm="0">
                                          <p:val>
                                            <p:fltVal val="0"/>
                                          </p:val>
                                        </p:tav>
                                        <p:tav tm="100000">
                                          <p:val>
                                            <p:strVal val="#ppt_h"/>
                                          </p:val>
                                        </p:tav>
                                      </p:tavLst>
                                    </p:anim>
                                    <p:animEffect transition="in" filter="fade">
                                      <p:cBhvr>
                                        <p:cTn id="44" dur="500"/>
                                        <p:tgtEl>
                                          <p:spTgt spid="13"/>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500" fill="hold"/>
                                        <p:tgtEl>
                                          <p:spTgt spid="14"/>
                                        </p:tgtEl>
                                        <p:attrNameLst>
                                          <p:attrName>ppt_w</p:attrName>
                                        </p:attrNameLst>
                                      </p:cBhvr>
                                      <p:tavLst>
                                        <p:tav tm="0">
                                          <p:val>
                                            <p:fltVal val="0"/>
                                          </p:val>
                                        </p:tav>
                                        <p:tav tm="100000">
                                          <p:val>
                                            <p:strVal val="#ppt_w"/>
                                          </p:val>
                                        </p:tav>
                                      </p:tavLst>
                                    </p:anim>
                                    <p:anim calcmode="lin" valueType="num">
                                      <p:cBhvr>
                                        <p:cTn id="48" dur="500" fill="hold"/>
                                        <p:tgtEl>
                                          <p:spTgt spid="14"/>
                                        </p:tgtEl>
                                        <p:attrNameLst>
                                          <p:attrName>ppt_h</p:attrName>
                                        </p:attrNameLst>
                                      </p:cBhvr>
                                      <p:tavLst>
                                        <p:tav tm="0">
                                          <p:val>
                                            <p:fltVal val="0"/>
                                          </p:val>
                                        </p:tav>
                                        <p:tav tm="100000">
                                          <p:val>
                                            <p:strVal val="#ppt_h"/>
                                          </p:val>
                                        </p:tav>
                                      </p:tavLst>
                                    </p:anim>
                                    <p:animEffect transition="in" filter="fade">
                                      <p:cBhvr>
                                        <p:cTn id="49" dur="500"/>
                                        <p:tgtEl>
                                          <p:spTgt spid="14"/>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p:cTn id="57" dur="500" fill="hold"/>
                                        <p:tgtEl>
                                          <p:spTgt spid="16"/>
                                        </p:tgtEl>
                                        <p:attrNameLst>
                                          <p:attrName>ppt_w</p:attrName>
                                        </p:attrNameLst>
                                      </p:cBhvr>
                                      <p:tavLst>
                                        <p:tav tm="0">
                                          <p:val>
                                            <p:fltVal val="0"/>
                                          </p:val>
                                        </p:tav>
                                        <p:tav tm="100000">
                                          <p:val>
                                            <p:strVal val="#ppt_w"/>
                                          </p:val>
                                        </p:tav>
                                      </p:tavLst>
                                    </p:anim>
                                    <p:anim calcmode="lin" valueType="num">
                                      <p:cBhvr>
                                        <p:cTn id="58" dur="500" fill="hold"/>
                                        <p:tgtEl>
                                          <p:spTgt spid="16"/>
                                        </p:tgtEl>
                                        <p:attrNameLst>
                                          <p:attrName>ppt_h</p:attrName>
                                        </p:attrNameLst>
                                      </p:cBhvr>
                                      <p:tavLst>
                                        <p:tav tm="0">
                                          <p:val>
                                            <p:fltVal val="0"/>
                                          </p:val>
                                        </p:tav>
                                        <p:tav tm="100000">
                                          <p:val>
                                            <p:strVal val="#ppt_h"/>
                                          </p:val>
                                        </p:tav>
                                      </p:tavLst>
                                    </p:anim>
                                    <p:animEffect transition="in" filter="fade">
                                      <p:cBhvr>
                                        <p:cTn id="59" dur="500"/>
                                        <p:tgtEl>
                                          <p:spTgt spid="16"/>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p:cTn id="62" dur="500" fill="hold"/>
                                        <p:tgtEl>
                                          <p:spTgt spid="17"/>
                                        </p:tgtEl>
                                        <p:attrNameLst>
                                          <p:attrName>ppt_w</p:attrName>
                                        </p:attrNameLst>
                                      </p:cBhvr>
                                      <p:tavLst>
                                        <p:tav tm="0">
                                          <p:val>
                                            <p:fltVal val="0"/>
                                          </p:val>
                                        </p:tav>
                                        <p:tav tm="100000">
                                          <p:val>
                                            <p:strVal val="#ppt_w"/>
                                          </p:val>
                                        </p:tav>
                                      </p:tavLst>
                                    </p:anim>
                                    <p:anim calcmode="lin" valueType="num">
                                      <p:cBhvr>
                                        <p:cTn id="63" dur="500" fill="hold"/>
                                        <p:tgtEl>
                                          <p:spTgt spid="17"/>
                                        </p:tgtEl>
                                        <p:attrNameLst>
                                          <p:attrName>ppt_h</p:attrName>
                                        </p:attrNameLst>
                                      </p:cBhvr>
                                      <p:tavLst>
                                        <p:tav tm="0">
                                          <p:val>
                                            <p:fltVal val="0"/>
                                          </p:val>
                                        </p:tav>
                                        <p:tav tm="100000">
                                          <p:val>
                                            <p:strVal val="#ppt_h"/>
                                          </p:val>
                                        </p:tav>
                                      </p:tavLst>
                                    </p:anim>
                                    <p:animEffect transition="in" filter="fade">
                                      <p:cBhvr>
                                        <p:cTn id="64" dur="500"/>
                                        <p:tgtEl>
                                          <p:spTgt spid="17"/>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p:cTn id="67" dur="500" fill="hold"/>
                                        <p:tgtEl>
                                          <p:spTgt spid="18"/>
                                        </p:tgtEl>
                                        <p:attrNameLst>
                                          <p:attrName>ppt_w</p:attrName>
                                        </p:attrNameLst>
                                      </p:cBhvr>
                                      <p:tavLst>
                                        <p:tav tm="0">
                                          <p:val>
                                            <p:fltVal val="0"/>
                                          </p:val>
                                        </p:tav>
                                        <p:tav tm="100000">
                                          <p:val>
                                            <p:strVal val="#ppt_w"/>
                                          </p:val>
                                        </p:tav>
                                      </p:tavLst>
                                    </p:anim>
                                    <p:anim calcmode="lin" valueType="num">
                                      <p:cBhvr>
                                        <p:cTn id="68" dur="500" fill="hold"/>
                                        <p:tgtEl>
                                          <p:spTgt spid="18"/>
                                        </p:tgtEl>
                                        <p:attrNameLst>
                                          <p:attrName>ppt_h</p:attrName>
                                        </p:attrNameLst>
                                      </p:cBhvr>
                                      <p:tavLst>
                                        <p:tav tm="0">
                                          <p:val>
                                            <p:fltVal val="0"/>
                                          </p:val>
                                        </p:tav>
                                        <p:tav tm="100000">
                                          <p:val>
                                            <p:strVal val="#ppt_h"/>
                                          </p:val>
                                        </p:tav>
                                      </p:tavLst>
                                    </p:anim>
                                    <p:animEffect transition="in" filter="fade">
                                      <p:cBhvr>
                                        <p:cTn id="69" dur="500"/>
                                        <p:tgtEl>
                                          <p:spTgt spid="18"/>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p:cTn id="72" dur="500" fill="hold"/>
                                        <p:tgtEl>
                                          <p:spTgt spid="19"/>
                                        </p:tgtEl>
                                        <p:attrNameLst>
                                          <p:attrName>ppt_w</p:attrName>
                                        </p:attrNameLst>
                                      </p:cBhvr>
                                      <p:tavLst>
                                        <p:tav tm="0">
                                          <p:val>
                                            <p:fltVal val="0"/>
                                          </p:val>
                                        </p:tav>
                                        <p:tav tm="100000">
                                          <p:val>
                                            <p:strVal val="#ppt_w"/>
                                          </p:val>
                                        </p:tav>
                                      </p:tavLst>
                                    </p:anim>
                                    <p:anim calcmode="lin" valueType="num">
                                      <p:cBhvr>
                                        <p:cTn id="73" dur="500" fill="hold"/>
                                        <p:tgtEl>
                                          <p:spTgt spid="19"/>
                                        </p:tgtEl>
                                        <p:attrNameLst>
                                          <p:attrName>ppt_h</p:attrName>
                                        </p:attrNameLst>
                                      </p:cBhvr>
                                      <p:tavLst>
                                        <p:tav tm="0">
                                          <p:val>
                                            <p:fltVal val="0"/>
                                          </p:val>
                                        </p:tav>
                                        <p:tav tm="100000">
                                          <p:val>
                                            <p:strVal val="#ppt_h"/>
                                          </p:val>
                                        </p:tav>
                                      </p:tavLst>
                                    </p:anim>
                                    <p:animEffect transition="in" filter="fade">
                                      <p:cBhvr>
                                        <p:cTn id="74" dur="500"/>
                                        <p:tgtEl>
                                          <p:spTgt spid="19"/>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20"/>
                                        </p:tgtEl>
                                        <p:attrNameLst>
                                          <p:attrName>style.visibility</p:attrName>
                                        </p:attrNameLst>
                                      </p:cBhvr>
                                      <p:to>
                                        <p:strVal val="visible"/>
                                      </p:to>
                                    </p:set>
                                    <p:anim calcmode="lin" valueType="num">
                                      <p:cBhvr>
                                        <p:cTn id="77" dur="500" fill="hold"/>
                                        <p:tgtEl>
                                          <p:spTgt spid="20"/>
                                        </p:tgtEl>
                                        <p:attrNameLst>
                                          <p:attrName>ppt_w</p:attrName>
                                        </p:attrNameLst>
                                      </p:cBhvr>
                                      <p:tavLst>
                                        <p:tav tm="0">
                                          <p:val>
                                            <p:fltVal val="0"/>
                                          </p:val>
                                        </p:tav>
                                        <p:tav tm="100000">
                                          <p:val>
                                            <p:strVal val="#ppt_w"/>
                                          </p:val>
                                        </p:tav>
                                      </p:tavLst>
                                    </p:anim>
                                    <p:anim calcmode="lin" valueType="num">
                                      <p:cBhvr>
                                        <p:cTn id="78" dur="500" fill="hold"/>
                                        <p:tgtEl>
                                          <p:spTgt spid="20"/>
                                        </p:tgtEl>
                                        <p:attrNameLst>
                                          <p:attrName>ppt_h</p:attrName>
                                        </p:attrNameLst>
                                      </p:cBhvr>
                                      <p:tavLst>
                                        <p:tav tm="0">
                                          <p:val>
                                            <p:fltVal val="0"/>
                                          </p:val>
                                        </p:tav>
                                        <p:tav tm="100000">
                                          <p:val>
                                            <p:strVal val="#ppt_h"/>
                                          </p:val>
                                        </p:tav>
                                      </p:tavLst>
                                    </p:anim>
                                    <p:animEffect transition="in" filter="fade">
                                      <p:cBhvr>
                                        <p:cTn id="79" dur="500"/>
                                        <p:tgtEl>
                                          <p:spTgt spid="20"/>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p:cTn id="82" dur="500" fill="hold"/>
                                        <p:tgtEl>
                                          <p:spTgt spid="21"/>
                                        </p:tgtEl>
                                        <p:attrNameLst>
                                          <p:attrName>ppt_w</p:attrName>
                                        </p:attrNameLst>
                                      </p:cBhvr>
                                      <p:tavLst>
                                        <p:tav tm="0">
                                          <p:val>
                                            <p:fltVal val="0"/>
                                          </p:val>
                                        </p:tav>
                                        <p:tav tm="100000">
                                          <p:val>
                                            <p:strVal val="#ppt_w"/>
                                          </p:val>
                                        </p:tav>
                                      </p:tavLst>
                                    </p:anim>
                                    <p:anim calcmode="lin" valueType="num">
                                      <p:cBhvr>
                                        <p:cTn id="83" dur="500" fill="hold"/>
                                        <p:tgtEl>
                                          <p:spTgt spid="21"/>
                                        </p:tgtEl>
                                        <p:attrNameLst>
                                          <p:attrName>ppt_h</p:attrName>
                                        </p:attrNameLst>
                                      </p:cBhvr>
                                      <p:tavLst>
                                        <p:tav tm="0">
                                          <p:val>
                                            <p:fltVal val="0"/>
                                          </p:val>
                                        </p:tav>
                                        <p:tav tm="100000">
                                          <p:val>
                                            <p:strVal val="#ppt_h"/>
                                          </p:val>
                                        </p:tav>
                                      </p:tavLst>
                                    </p:anim>
                                    <p:animEffect transition="in" filter="fade">
                                      <p:cBhvr>
                                        <p:cTn id="84" dur="500"/>
                                        <p:tgtEl>
                                          <p:spTgt spid="21"/>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p:cTn id="87" dur="500" fill="hold"/>
                                        <p:tgtEl>
                                          <p:spTgt spid="22"/>
                                        </p:tgtEl>
                                        <p:attrNameLst>
                                          <p:attrName>ppt_w</p:attrName>
                                        </p:attrNameLst>
                                      </p:cBhvr>
                                      <p:tavLst>
                                        <p:tav tm="0">
                                          <p:val>
                                            <p:fltVal val="0"/>
                                          </p:val>
                                        </p:tav>
                                        <p:tav tm="100000">
                                          <p:val>
                                            <p:strVal val="#ppt_w"/>
                                          </p:val>
                                        </p:tav>
                                      </p:tavLst>
                                    </p:anim>
                                    <p:anim calcmode="lin" valueType="num">
                                      <p:cBhvr>
                                        <p:cTn id="88" dur="500" fill="hold"/>
                                        <p:tgtEl>
                                          <p:spTgt spid="22"/>
                                        </p:tgtEl>
                                        <p:attrNameLst>
                                          <p:attrName>ppt_h</p:attrName>
                                        </p:attrNameLst>
                                      </p:cBhvr>
                                      <p:tavLst>
                                        <p:tav tm="0">
                                          <p:val>
                                            <p:fltVal val="0"/>
                                          </p:val>
                                        </p:tav>
                                        <p:tav tm="100000">
                                          <p:val>
                                            <p:strVal val="#ppt_h"/>
                                          </p:val>
                                        </p:tav>
                                      </p:tavLst>
                                    </p:anim>
                                    <p:animEffect transition="in" filter="fade">
                                      <p:cBhvr>
                                        <p:cTn id="89" dur="500"/>
                                        <p:tgtEl>
                                          <p:spTgt spid="22"/>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23"/>
                                        </p:tgtEl>
                                        <p:attrNameLst>
                                          <p:attrName>style.visibility</p:attrName>
                                        </p:attrNameLst>
                                      </p:cBhvr>
                                      <p:to>
                                        <p:strVal val="visible"/>
                                      </p:to>
                                    </p:set>
                                    <p:anim calcmode="lin" valueType="num">
                                      <p:cBhvr>
                                        <p:cTn id="92" dur="500" fill="hold"/>
                                        <p:tgtEl>
                                          <p:spTgt spid="23"/>
                                        </p:tgtEl>
                                        <p:attrNameLst>
                                          <p:attrName>ppt_w</p:attrName>
                                        </p:attrNameLst>
                                      </p:cBhvr>
                                      <p:tavLst>
                                        <p:tav tm="0">
                                          <p:val>
                                            <p:fltVal val="0"/>
                                          </p:val>
                                        </p:tav>
                                        <p:tav tm="100000">
                                          <p:val>
                                            <p:strVal val="#ppt_w"/>
                                          </p:val>
                                        </p:tav>
                                      </p:tavLst>
                                    </p:anim>
                                    <p:anim calcmode="lin" valueType="num">
                                      <p:cBhvr>
                                        <p:cTn id="93" dur="500" fill="hold"/>
                                        <p:tgtEl>
                                          <p:spTgt spid="23"/>
                                        </p:tgtEl>
                                        <p:attrNameLst>
                                          <p:attrName>ppt_h</p:attrName>
                                        </p:attrNameLst>
                                      </p:cBhvr>
                                      <p:tavLst>
                                        <p:tav tm="0">
                                          <p:val>
                                            <p:fltVal val="0"/>
                                          </p:val>
                                        </p:tav>
                                        <p:tav tm="100000">
                                          <p:val>
                                            <p:strVal val="#ppt_h"/>
                                          </p:val>
                                        </p:tav>
                                      </p:tavLst>
                                    </p:anim>
                                    <p:animEffect transition="in" filter="fade">
                                      <p:cBhvr>
                                        <p:cTn id="94" dur="500"/>
                                        <p:tgtEl>
                                          <p:spTgt spid="23"/>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24"/>
                                        </p:tgtEl>
                                        <p:attrNameLst>
                                          <p:attrName>style.visibility</p:attrName>
                                        </p:attrNameLst>
                                      </p:cBhvr>
                                      <p:to>
                                        <p:strVal val="visible"/>
                                      </p:to>
                                    </p:set>
                                    <p:anim calcmode="lin" valueType="num">
                                      <p:cBhvr>
                                        <p:cTn id="97" dur="500" fill="hold"/>
                                        <p:tgtEl>
                                          <p:spTgt spid="24"/>
                                        </p:tgtEl>
                                        <p:attrNameLst>
                                          <p:attrName>ppt_w</p:attrName>
                                        </p:attrNameLst>
                                      </p:cBhvr>
                                      <p:tavLst>
                                        <p:tav tm="0">
                                          <p:val>
                                            <p:fltVal val="0"/>
                                          </p:val>
                                        </p:tav>
                                        <p:tav tm="100000">
                                          <p:val>
                                            <p:strVal val="#ppt_w"/>
                                          </p:val>
                                        </p:tav>
                                      </p:tavLst>
                                    </p:anim>
                                    <p:anim calcmode="lin" valueType="num">
                                      <p:cBhvr>
                                        <p:cTn id="98" dur="500" fill="hold"/>
                                        <p:tgtEl>
                                          <p:spTgt spid="24"/>
                                        </p:tgtEl>
                                        <p:attrNameLst>
                                          <p:attrName>ppt_h</p:attrName>
                                        </p:attrNameLst>
                                      </p:cBhvr>
                                      <p:tavLst>
                                        <p:tav tm="0">
                                          <p:val>
                                            <p:fltVal val="0"/>
                                          </p:val>
                                        </p:tav>
                                        <p:tav tm="100000">
                                          <p:val>
                                            <p:strVal val="#ppt_h"/>
                                          </p:val>
                                        </p:tav>
                                      </p:tavLst>
                                    </p:anim>
                                    <p:animEffect transition="in" filter="fade">
                                      <p:cBhvr>
                                        <p:cTn id="99" dur="500"/>
                                        <p:tgtEl>
                                          <p:spTgt spid="24"/>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p:cTn id="102" dur="500" fill="hold"/>
                                        <p:tgtEl>
                                          <p:spTgt spid="25"/>
                                        </p:tgtEl>
                                        <p:attrNameLst>
                                          <p:attrName>ppt_w</p:attrName>
                                        </p:attrNameLst>
                                      </p:cBhvr>
                                      <p:tavLst>
                                        <p:tav tm="0">
                                          <p:val>
                                            <p:fltVal val="0"/>
                                          </p:val>
                                        </p:tav>
                                        <p:tav tm="100000">
                                          <p:val>
                                            <p:strVal val="#ppt_w"/>
                                          </p:val>
                                        </p:tav>
                                      </p:tavLst>
                                    </p:anim>
                                    <p:anim calcmode="lin" valueType="num">
                                      <p:cBhvr>
                                        <p:cTn id="103" dur="500" fill="hold"/>
                                        <p:tgtEl>
                                          <p:spTgt spid="25"/>
                                        </p:tgtEl>
                                        <p:attrNameLst>
                                          <p:attrName>ppt_h</p:attrName>
                                        </p:attrNameLst>
                                      </p:cBhvr>
                                      <p:tavLst>
                                        <p:tav tm="0">
                                          <p:val>
                                            <p:fltVal val="0"/>
                                          </p:val>
                                        </p:tav>
                                        <p:tav tm="100000">
                                          <p:val>
                                            <p:strVal val="#ppt_h"/>
                                          </p:val>
                                        </p:tav>
                                      </p:tavLst>
                                    </p:anim>
                                    <p:animEffect transition="in" filter="fade">
                                      <p:cBhvr>
                                        <p:cTn id="104" dur="500"/>
                                        <p:tgtEl>
                                          <p:spTgt spid="25"/>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26"/>
                                        </p:tgtEl>
                                        <p:attrNameLst>
                                          <p:attrName>style.visibility</p:attrName>
                                        </p:attrNameLst>
                                      </p:cBhvr>
                                      <p:to>
                                        <p:strVal val="visible"/>
                                      </p:to>
                                    </p:set>
                                    <p:anim calcmode="lin" valueType="num">
                                      <p:cBhvr>
                                        <p:cTn id="107" dur="500" fill="hold"/>
                                        <p:tgtEl>
                                          <p:spTgt spid="26"/>
                                        </p:tgtEl>
                                        <p:attrNameLst>
                                          <p:attrName>ppt_w</p:attrName>
                                        </p:attrNameLst>
                                      </p:cBhvr>
                                      <p:tavLst>
                                        <p:tav tm="0">
                                          <p:val>
                                            <p:fltVal val="0"/>
                                          </p:val>
                                        </p:tav>
                                        <p:tav tm="100000">
                                          <p:val>
                                            <p:strVal val="#ppt_w"/>
                                          </p:val>
                                        </p:tav>
                                      </p:tavLst>
                                    </p:anim>
                                    <p:anim calcmode="lin" valueType="num">
                                      <p:cBhvr>
                                        <p:cTn id="108" dur="500" fill="hold"/>
                                        <p:tgtEl>
                                          <p:spTgt spid="26"/>
                                        </p:tgtEl>
                                        <p:attrNameLst>
                                          <p:attrName>ppt_h</p:attrName>
                                        </p:attrNameLst>
                                      </p:cBhvr>
                                      <p:tavLst>
                                        <p:tav tm="0">
                                          <p:val>
                                            <p:fltVal val="0"/>
                                          </p:val>
                                        </p:tav>
                                        <p:tav tm="100000">
                                          <p:val>
                                            <p:strVal val="#ppt_h"/>
                                          </p:val>
                                        </p:tav>
                                      </p:tavLst>
                                    </p:anim>
                                    <p:animEffect transition="in" filter="fade">
                                      <p:cBhvr>
                                        <p:cTn id="109" dur="500"/>
                                        <p:tgtEl>
                                          <p:spTgt spid="26"/>
                                        </p:tgtEl>
                                      </p:cBhvr>
                                    </p:animEffect>
                                  </p:childTnLst>
                                </p:cTn>
                              </p:par>
                              <p:par>
                                <p:cTn id="110" presetID="53" presetClass="entr" presetSubtype="16" fill="hold" grpId="0" nodeType="withEffect">
                                  <p:stCondLst>
                                    <p:cond delay="0"/>
                                  </p:stCondLst>
                                  <p:childTnLst>
                                    <p:set>
                                      <p:cBhvr>
                                        <p:cTn id="111" dur="1" fill="hold">
                                          <p:stCondLst>
                                            <p:cond delay="0"/>
                                          </p:stCondLst>
                                        </p:cTn>
                                        <p:tgtEl>
                                          <p:spTgt spid="27"/>
                                        </p:tgtEl>
                                        <p:attrNameLst>
                                          <p:attrName>style.visibility</p:attrName>
                                        </p:attrNameLst>
                                      </p:cBhvr>
                                      <p:to>
                                        <p:strVal val="visible"/>
                                      </p:to>
                                    </p:set>
                                    <p:anim calcmode="lin" valueType="num">
                                      <p:cBhvr>
                                        <p:cTn id="112" dur="500" fill="hold"/>
                                        <p:tgtEl>
                                          <p:spTgt spid="27"/>
                                        </p:tgtEl>
                                        <p:attrNameLst>
                                          <p:attrName>ppt_w</p:attrName>
                                        </p:attrNameLst>
                                      </p:cBhvr>
                                      <p:tavLst>
                                        <p:tav tm="0">
                                          <p:val>
                                            <p:fltVal val="0"/>
                                          </p:val>
                                        </p:tav>
                                        <p:tav tm="100000">
                                          <p:val>
                                            <p:strVal val="#ppt_w"/>
                                          </p:val>
                                        </p:tav>
                                      </p:tavLst>
                                    </p:anim>
                                    <p:anim calcmode="lin" valueType="num">
                                      <p:cBhvr>
                                        <p:cTn id="113" dur="500" fill="hold"/>
                                        <p:tgtEl>
                                          <p:spTgt spid="27"/>
                                        </p:tgtEl>
                                        <p:attrNameLst>
                                          <p:attrName>ppt_h</p:attrName>
                                        </p:attrNameLst>
                                      </p:cBhvr>
                                      <p:tavLst>
                                        <p:tav tm="0">
                                          <p:val>
                                            <p:fltVal val="0"/>
                                          </p:val>
                                        </p:tav>
                                        <p:tav tm="100000">
                                          <p:val>
                                            <p:strVal val="#ppt_h"/>
                                          </p:val>
                                        </p:tav>
                                      </p:tavLst>
                                    </p:anim>
                                    <p:animEffect transition="in" filter="fade">
                                      <p:cBhvr>
                                        <p:cTn id="114" dur="500"/>
                                        <p:tgtEl>
                                          <p:spTgt spid="27"/>
                                        </p:tgtEl>
                                      </p:cBhvr>
                                    </p:animEffect>
                                  </p:childTnLst>
                                </p:cTn>
                              </p:par>
                              <p:par>
                                <p:cTn id="115" presetID="53" presetClass="entr" presetSubtype="16" fill="hold" grpId="0" nodeType="withEffect">
                                  <p:stCondLst>
                                    <p:cond delay="0"/>
                                  </p:stCondLst>
                                  <p:childTnLst>
                                    <p:set>
                                      <p:cBhvr>
                                        <p:cTn id="116" dur="1" fill="hold">
                                          <p:stCondLst>
                                            <p:cond delay="0"/>
                                          </p:stCondLst>
                                        </p:cTn>
                                        <p:tgtEl>
                                          <p:spTgt spid="28"/>
                                        </p:tgtEl>
                                        <p:attrNameLst>
                                          <p:attrName>style.visibility</p:attrName>
                                        </p:attrNameLst>
                                      </p:cBhvr>
                                      <p:to>
                                        <p:strVal val="visible"/>
                                      </p:to>
                                    </p:set>
                                    <p:anim calcmode="lin" valueType="num">
                                      <p:cBhvr>
                                        <p:cTn id="117" dur="500" fill="hold"/>
                                        <p:tgtEl>
                                          <p:spTgt spid="28"/>
                                        </p:tgtEl>
                                        <p:attrNameLst>
                                          <p:attrName>ppt_w</p:attrName>
                                        </p:attrNameLst>
                                      </p:cBhvr>
                                      <p:tavLst>
                                        <p:tav tm="0">
                                          <p:val>
                                            <p:fltVal val="0"/>
                                          </p:val>
                                        </p:tav>
                                        <p:tav tm="100000">
                                          <p:val>
                                            <p:strVal val="#ppt_w"/>
                                          </p:val>
                                        </p:tav>
                                      </p:tavLst>
                                    </p:anim>
                                    <p:anim calcmode="lin" valueType="num">
                                      <p:cBhvr>
                                        <p:cTn id="118" dur="500" fill="hold"/>
                                        <p:tgtEl>
                                          <p:spTgt spid="28"/>
                                        </p:tgtEl>
                                        <p:attrNameLst>
                                          <p:attrName>ppt_h</p:attrName>
                                        </p:attrNameLst>
                                      </p:cBhvr>
                                      <p:tavLst>
                                        <p:tav tm="0">
                                          <p:val>
                                            <p:fltVal val="0"/>
                                          </p:val>
                                        </p:tav>
                                        <p:tav tm="100000">
                                          <p:val>
                                            <p:strVal val="#ppt_h"/>
                                          </p:val>
                                        </p:tav>
                                      </p:tavLst>
                                    </p:anim>
                                    <p:animEffect transition="in" filter="fade">
                                      <p:cBhvr>
                                        <p:cTn id="119" dur="500"/>
                                        <p:tgtEl>
                                          <p:spTgt spid="28"/>
                                        </p:tgtEl>
                                      </p:cBhvr>
                                    </p:animEffect>
                                  </p:childTnLst>
                                </p:cTn>
                              </p:par>
                              <p:par>
                                <p:cTn id="120" presetID="53" presetClass="entr" presetSubtype="16" fill="hold" grpId="0" nodeType="withEffect">
                                  <p:stCondLst>
                                    <p:cond delay="0"/>
                                  </p:stCondLst>
                                  <p:childTnLst>
                                    <p:set>
                                      <p:cBhvr>
                                        <p:cTn id="121" dur="1" fill="hold">
                                          <p:stCondLst>
                                            <p:cond delay="0"/>
                                          </p:stCondLst>
                                        </p:cTn>
                                        <p:tgtEl>
                                          <p:spTgt spid="29"/>
                                        </p:tgtEl>
                                        <p:attrNameLst>
                                          <p:attrName>style.visibility</p:attrName>
                                        </p:attrNameLst>
                                      </p:cBhvr>
                                      <p:to>
                                        <p:strVal val="visible"/>
                                      </p:to>
                                    </p:set>
                                    <p:anim calcmode="lin" valueType="num">
                                      <p:cBhvr>
                                        <p:cTn id="122" dur="500" fill="hold"/>
                                        <p:tgtEl>
                                          <p:spTgt spid="29"/>
                                        </p:tgtEl>
                                        <p:attrNameLst>
                                          <p:attrName>ppt_w</p:attrName>
                                        </p:attrNameLst>
                                      </p:cBhvr>
                                      <p:tavLst>
                                        <p:tav tm="0">
                                          <p:val>
                                            <p:fltVal val="0"/>
                                          </p:val>
                                        </p:tav>
                                        <p:tav tm="100000">
                                          <p:val>
                                            <p:strVal val="#ppt_w"/>
                                          </p:val>
                                        </p:tav>
                                      </p:tavLst>
                                    </p:anim>
                                    <p:anim calcmode="lin" valueType="num">
                                      <p:cBhvr>
                                        <p:cTn id="123" dur="500" fill="hold"/>
                                        <p:tgtEl>
                                          <p:spTgt spid="29"/>
                                        </p:tgtEl>
                                        <p:attrNameLst>
                                          <p:attrName>ppt_h</p:attrName>
                                        </p:attrNameLst>
                                      </p:cBhvr>
                                      <p:tavLst>
                                        <p:tav tm="0">
                                          <p:val>
                                            <p:fltVal val="0"/>
                                          </p:val>
                                        </p:tav>
                                        <p:tav tm="100000">
                                          <p:val>
                                            <p:strVal val="#ppt_h"/>
                                          </p:val>
                                        </p:tav>
                                      </p:tavLst>
                                    </p:anim>
                                    <p:animEffect transition="in" filter="fade">
                                      <p:cBhvr>
                                        <p:cTn id="124" dur="500"/>
                                        <p:tgtEl>
                                          <p:spTgt spid="29"/>
                                        </p:tgtEl>
                                      </p:cBhvr>
                                    </p:animEffect>
                                  </p:childTnLst>
                                </p:cTn>
                              </p:par>
                              <p:par>
                                <p:cTn id="125" presetID="53" presetClass="entr" presetSubtype="16" fill="hold" grpId="0" nodeType="withEffect">
                                  <p:stCondLst>
                                    <p:cond delay="0"/>
                                  </p:stCondLst>
                                  <p:childTnLst>
                                    <p:set>
                                      <p:cBhvr>
                                        <p:cTn id="126" dur="1" fill="hold">
                                          <p:stCondLst>
                                            <p:cond delay="0"/>
                                          </p:stCondLst>
                                        </p:cTn>
                                        <p:tgtEl>
                                          <p:spTgt spid="30"/>
                                        </p:tgtEl>
                                        <p:attrNameLst>
                                          <p:attrName>style.visibility</p:attrName>
                                        </p:attrNameLst>
                                      </p:cBhvr>
                                      <p:to>
                                        <p:strVal val="visible"/>
                                      </p:to>
                                    </p:set>
                                    <p:anim calcmode="lin" valueType="num">
                                      <p:cBhvr>
                                        <p:cTn id="127" dur="500" fill="hold"/>
                                        <p:tgtEl>
                                          <p:spTgt spid="30"/>
                                        </p:tgtEl>
                                        <p:attrNameLst>
                                          <p:attrName>ppt_w</p:attrName>
                                        </p:attrNameLst>
                                      </p:cBhvr>
                                      <p:tavLst>
                                        <p:tav tm="0">
                                          <p:val>
                                            <p:fltVal val="0"/>
                                          </p:val>
                                        </p:tav>
                                        <p:tav tm="100000">
                                          <p:val>
                                            <p:strVal val="#ppt_w"/>
                                          </p:val>
                                        </p:tav>
                                      </p:tavLst>
                                    </p:anim>
                                    <p:anim calcmode="lin" valueType="num">
                                      <p:cBhvr>
                                        <p:cTn id="128" dur="500" fill="hold"/>
                                        <p:tgtEl>
                                          <p:spTgt spid="30"/>
                                        </p:tgtEl>
                                        <p:attrNameLst>
                                          <p:attrName>ppt_h</p:attrName>
                                        </p:attrNameLst>
                                      </p:cBhvr>
                                      <p:tavLst>
                                        <p:tav tm="0">
                                          <p:val>
                                            <p:fltVal val="0"/>
                                          </p:val>
                                        </p:tav>
                                        <p:tav tm="100000">
                                          <p:val>
                                            <p:strVal val="#ppt_h"/>
                                          </p:val>
                                        </p:tav>
                                      </p:tavLst>
                                    </p:anim>
                                    <p:animEffect transition="in" filter="fade">
                                      <p:cBhvr>
                                        <p:cTn id="129" dur="500"/>
                                        <p:tgtEl>
                                          <p:spTgt spid="30"/>
                                        </p:tgtEl>
                                      </p:cBhvr>
                                    </p:animEffect>
                                  </p:childTnLst>
                                </p:cTn>
                              </p:par>
                              <p:par>
                                <p:cTn id="130" presetID="53" presetClass="entr" presetSubtype="16" fill="hold" grpId="0" nodeType="withEffect">
                                  <p:stCondLst>
                                    <p:cond delay="0"/>
                                  </p:stCondLst>
                                  <p:childTnLst>
                                    <p:set>
                                      <p:cBhvr>
                                        <p:cTn id="131" dur="1" fill="hold">
                                          <p:stCondLst>
                                            <p:cond delay="0"/>
                                          </p:stCondLst>
                                        </p:cTn>
                                        <p:tgtEl>
                                          <p:spTgt spid="31"/>
                                        </p:tgtEl>
                                        <p:attrNameLst>
                                          <p:attrName>style.visibility</p:attrName>
                                        </p:attrNameLst>
                                      </p:cBhvr>
                                      <p:to>
                                        <p:strVal val="visible"/>
                                      </p:to>
                                    </p:set>
                                    <p:anim calcmode="lin" valueType="num">
                                      <p:cBhvr>
                                        <p:cTn id="132" dur="500" fill="hold"/>
                                        <p:tgtEl>
                                          <p:spTgt spid="31"/>
                                        </p:tgtEl>
                                        <p:attrNameLst>
                                          <p:attrName>ppt_w</p:attrName>
                                        </p:attrNameLst>
                                      </p:cBhvr>
                                      <p:tavLst>
                                        <p:tav tm="0">
                                          <p:val>
                                            <p:fltVal val="0"/>
                                          </p:val>
                                        </p:tav>
                                        <p:tav tm="100000">
                                          <p:val>
                                            <p:strVal val="#ppt_w"/>
                                          </p:val>
                                        </p:tav>
                                      </p:tavLst>
                                    </p:anim>
                                    <p:anim calcmode="lin" valueType="num">
                                      <p:cBhvr>
                                        <p:cTn id="133" dur="500" fill="hold"/>
                                        <p:tgtEl>
                                          <p:spTgt spid="31"/>
                                        </p:tgtEl>
                                        <p:attrNameLst>
                                          <p:attrName>ppt_h</p:attrName>
                                        </p:attrNameLst>
                                      </p:cBhvr>
                                      <p:tavLst>
                                        <p:tav tm="0">
                                          <p:val>
                                            <p:fltVal val="0"/>
                                          </p:val>
                                        </p:tav>
                                        <p:tav tm="100000">
                                          <p:val>
                                            <p:strVal val="#ppt_h"/>
                                          </p:val>
                                        </p:tav>
                                      </p:tavLst>
                                    </p:anim>
                                    <p:animEffect transition="in" filter="fade">
                                      <p:cBhvr>
                                        <p:cTn id="134" dur="500"/>
                                        <p:tgtEl>
                                          <p:spTgt spid="31"/>
                                        </p:tgtEl>
                                      </p:cBhvr>
                                    </p:animEffect>
                                  </p:childTnLst>
                                </p:cTn>
                              </p:par>
                              <p:par>
                                <p:cTn id="135" presetID="53" presetClass="entr" presetSubtype="16" fill="hold" grpId="0" nodeType="withEffect">
                                  <p:stCondLst>
                                    <p:cond delay="0"/>
                                  </p:stCondLst>
                                  <p:childTnLst>
                                    <p:set>
                                      <p:cBhvr>
                                        <p:cTn id="136" dur="1" fill="hold">
                                          <p:stCondLst>
                                            <p:cond delay="0"/>
                                          </p:stCondLst>
                                        </p:cTn>
                                        <p:tgtEl>
                                          <p:spTgt spid="32"/>
                                        </p:tgtEl>
                                        <p:attrNameLst>
                                          <p:attrName>style.visibility</p:attrName>
                                        </p:attrNameLst>
                                      </p:cBhvr>
                                      <p:to>
                                        <p:strVal val="visible"/>
                                      </p:to>
                                    </p:set>
                                    <p:anim calcmode="lin" valueType="num">
                                      <p:cBhvr>
                                        <p:cTn id="137" dur="500" fill="hold"/>
                                        <p:tgtEl>
                                          <p:spTgt spid="32"/>
                                        </p:tgtEl>
                                        <p:attrNameLst>
                                          <p:attrName>ppt_w</p:attrName>
                                        </p:attrNameLst>
                                      </p:cBhvr>
                                      <p:tavLst>
                                        <p:tav tm="0">
                                          <p:val>
                                            <p:fltVal val="0"/>
                                          </p:val>
                                        </p:tav>
                                        <p:tav tm="100000">
                                          <p:val>
                                            <p:strVal val="#ppt_w"/>
                                          </p:val>
                                        </p:tav>
                                      </p:tavLst>
                                    </p:anim>
                                    <p:anim calcmode="lin" valueType="num">
                                      <p:cBhvr>
                                        <p:cTn id="138" dur="500" fill="hold"/>
                                        <p:tgtEl>
                                          <p:spTgt spid="32"/>
                                        </p:tgtEl>
                                        <p:attrNameLst>
                                          <p:attrName>ppt_h</p:attrName>
                                        </p:attrNameLst>
                                      </p:cBhvr>
                                      <p:tavLst>
                                        <p:tav tm="0">
                                          <p:val>
                                            <p:fltVal val="0"/>
                                          </p:val>
                                        </p:tav>
                                        <p:tav tm="100000">
                                          <p:val>
                                            <p:strVal val="#ppt_h"/>
                                          </p:val>
                                        </p:tav>
                                      </p:tavLst>
                                    </p:anim>
                                    <p:animEffect transition="in" filter="fade">
                                      <p:cBhvr>
                                        <p:cTn id="139" dur="500"/>
                                        <p:tgtEl>
                                          <p:spTgt spid="32"/>
                                        </p:tgtEl>
                                      </p:cBhvr>
                                    </p:animEffect>
                                  </p:childTnLst>
                                </p:cTn>
                              </p:par>
                              <p:par>
                                <p:cTn id="140" presetID="53" presetClass="entr" presetSubtype="16"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p:cTn id="142" dur="500" fill="hold"/>
                                        <p:tgtEl>
                                          <p:spTgt spid="33"/>
                                        </p:tgtEl>
                                        <p:attrNameLst>
                                          <p:attrName>ppt_w</p:attrName>
                                        </p:attrNameLst>
                                      </p:cBhvr>
                                      <p:tavLst>
                                        <p:tav tm="0">
                                          <p:val>
                                            <p:fltVal val="0"/>
                                          </p:val>
                                        </p:tav>
                                        <p:tav tm="100000">
                                          <p:val>
                                            <p:strVal val="#ppt_w"/>
                                          </p:val>
                                        </p:tav>
                                      </p:tavLst>
                                    </p:anim>
                                    <p:anim calcmode="lin" valueType="num">
                                      <p:cBhvr>
                                        <p:cTn id="143" dur="500" fill="hold"/>
                                        <p:tgtEl>
                                          <p:spTgt spid="33"/>
                                        </p:tgtEl>
                                        <p:attrNameLst>
                                          <p:attrName>ppt_h</p:attrName>
                                        </p:attrNameLst>
                                      </p:cBhvr>
                                      <p:tavLst>
                                        <p:tav tm="0">
                                          <p:val>
                                            <p:fltVal val="0"/>
                                          </p:val>
                                        </p:tav>
                                        <p:tav tm="100000">
                                          <p:val>
                                            <p:strVal val="#ppt_h"/>
                                          </p:val>
                                        </p:tav>
                                      </p:tavLst>
                                    </p:anim>
                                    <p:animEffect transition="in" filter="fade">
                                      <p:cBhvr>
                                        <p:cTn id="144" dur="500"/>
                                        <p:tgtEl>
                                          <p:spTgt spid="33"/>
                                        </p:tgtEl>
                                      </p:cBhvr>
                                    </p:animEffect>
                                  </p:childTnLst>
                                </p:cTn>
                              </p:par>
                              <p:par>
                                <p:cTn id="145" presetID="53" presetClass="entr" presetSubtype="16" fill="hold" grpId="0" nodeType="withEffect">
                                  <p:stCondLst>
                                    <p:cond delay="0"/>
                                  </p:stCondLst>
                                  <p:childTnLst>
                                    <p:set>
                                      <p:cBhvr>
                                        <p:cTn id="146" dur="1" fill="hold">
                                          <p:stCondLst>
                                            <p:cond delay="0"/>
                                          </p:stCondLst>
                                        </p:cTn>
                                        <p:tgtEl>
                                          <p:spTgt spid="34"/>
                                        </p:tgtEl>
                                        <p:attrNameLst>
                                          <p:attrName>style.visibility</p:attrName>
                                        </p:attrNameLst>
                                      </p:cBhvr>
                                      <p:to>
                                        <p:strVal val="visible"/>
                                      </p:to>
                                    </p:set>
                                    <p:anim calcmode="lin" valueType="num">
                                      <p:cBhvr>
                                        <p:cTn id="147" dur="500" fill="hold"/>
                                        <p:tgtEl>
                                          <p:spTgt spid="34"/>
                                        </p:tgtEl>
                                        <p:attrNameLst>
                                          <p:attrName>ppt_w</p:attrName>
                                        </p:attrNameLst>
                                      </p:cBhvr>
                                      <p:tavLst>
                                        <p:tav tm="0">
                                          <p:val>
                                            <p:fltVal val="0"/>
                                          </p:val>
                                        </p:tav>
                                        <p:tav tm="100000">
                                          <p:val>
                                            <p:strVal val="#ppt_w"/>
                                          </p:val>
                                        </p:tav>
                                      </p:tavLst>
                                    </p:anim>
                                    <p:anim calcmode="lin" valueType="num">
                                      <p:cBhvr>
                                        <p:cTn id="148" dur="500" fill="hold"/>
                                        <p:tgtEl>
                                          <p:spTgt spid="34"/>
                                        </p:tgtEl>
                                        <p:attrNameLst>
                                          <p:attrName>ppt_h</p:attrName>
                                        </p:attrNameLst>
                                      </p:cBhvr>
                                      <p:tavLst>
                                        <p:tav tm="0">
                                          <p:val>
                                            <p:fltVal val="0"/>
                                          </p:val>
                                        </p:tav>
                                        <p:tav tm="100000">
                                          <p:val>
                                            <p:strVal val="#ppt_h"/>
                                          </p:val>
                                        </p:tav>
                                      </p:tavLst>
                                    </p:anim>
                                    <p:animEffect transition="in" filter="fade">
                                      <p:cBhvr>
                                        <p:cTn id="149" dur="500"/>
                                        <p:tgtEl>
                                          <p:spTgt spid="34"/>
                                        </p:tgtEl>
                                      </p:cBhvr>
                                    </p:animEffect>
                                  </p:childTnLst>
                                </p:cTn>
                              </p:par>
                              <p:par>
                                <p:cTn id="150" presetID="53" presetClass="entr" presetSubtype="16" fill="hold" grpId="0" nodeType="withEffect">
                                  <p:stCondLst>
                                    <p:cond delay="0"/>
                                  </p:stCondLst>
                                  <p:childTnLst>
                                    <p:set>
                                      <p:cBhvr>
                                        <p:cTn id="151" dur="1" fill="hold">
                                          <p:stCondLst>
                                            <p:cond delay="0"/>
                                          </p:stCondLst>
                                        </p:cTn>
                                        <p:tgtEl>
                                          <p:spTgt spid="35"/>
                                        </p:tgtEl>
                                        <p:attrNameLst>
                                          <p:attrName>style.visibility</p:attrName>
                                        </p:attrNameLst>
                                      </p:cBhvr>
                                      <p:to>
                                        <p:strVal val="visible"/>
                                      </p:to>
                                    </p:set>
                                    <p:anim calcmode="lin" valueType="num">
                                      <p:cBhvr>
                                        <p:cTn id="152" dur="500" fill="hold"/>
                                        <p:tgtEl>
                                          <p:spTgt spid="35"/>
                                        </p:tgtEl>
                                        <p:attrNameLst>
                                          <p:attrName>ppt_w</p:attrName>
                                        </p:attrNameLst>
                                      </p:cBhvr>
                                      <p:tavLst>
                                        <p:tav tm="0">
                                          <p:val>
                                            <p:fltVal val="0"/>
                                          </p:val>
                                        </p:tav>
                                        <p:tav tm="100000">
                                          <p:val>
                                            <p:strVal val="#ppt_w"/>
                                          </p:val>
                                        </p:tav>
                                      </p:tavLst>
                                    </p:anim>
                                    <p:anim calcmode="lin" valueType="num">
                                      <p:cBhvr>
                                        <p:cTn id="153" dur="500" fill="hold"/>
                                        <p:tgtEl>
                                          <p:spTgt spid="35"/>
                                        </p:tgtEl>
                                        <p:attrNameLst>
                                          <p:attrName>ppt_h</p:attrName>
                                        </p:attrNameLst>
                                      </p:cBhvr>
                                      <p:tavLst>
                                        <p:tav tm="0">
                                          <p:val>
                                            <p:fltVal val="0"/>
                                          </p:val>
                                        </p:tav>
                                        <p:tav tm="100000">
                                          <p:val>
                                            <p:strVal val="#ppt_h"/>
                                          </p:val>
                                        </p:tav>
                                      </p:tavLst>
                                    </p:anim>
                                    <p:animEffect transition="in" filter="fade">
                                      <p:cBhvr>
                                        <p:cTn id="154" dur="500"/>
                                        <p:tgtEl>
                                          <p:spTgt spid="35"/>
                                        </p:tgtEl>
                                      </p:cBhvr>
                                    </p:animEffect>
                                  </p:childTnLst>
                                </p:cTn>
                              </p:par>
                              <p:par>
                                <p:cTn id="155" presetID="53" presetClass="entr" presetSubtype="16"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p:cTn id="157" dur="500" fill="hold"/>
                                        <p:tgtEl>
                                          <p:spTgt spid="36"/>
                                        </p:tgtEl>
                                        <p:attrNameLst>
                                          <p:attrName>ppt_w</p:attrName>
                                        </p:attrNameLst>
                                      </p:cBhvr>
                                      <p:tavLst>
                                        <p:tav tm="0">
                                          <p:val>
                                            <p:fltVal val="0"/>
                                          </p:val>
                                        </p:tav>
                                        <p:tav tm="100000">
                                          <p:val>
                                            <p:strVal val="#ppt_w"/>
                                          </p:val>
                                        </p:tav>
                                      </p:tavLst>
                                    </p:anim>
                                    <p:anim calcmode="lin" valueType="num">
                                      <p:cBhvr>
                                        <p:cTn id="158" dur="500" fill="hold"/>
                                        <p:tgtEl>
                                          <p:spTgt spid="36"/>
                                        </p:tgtEl>
                                        <p:attrNameLst>
                                          <p:attrName>ppt_h</p:attrName>
                                        </p:attrNameLst>
                                      </p:cBhvr>
                                      <p:tavLst>
                                        <p:tav tm="0">
                                          <p:val>
                                            <p:fltVal val="0"/>
                                          </p:val>
                                        </p:tav>
                                        <p:tav tm="100000">
                                          <p:val>
                                            <p:strVal val="#ppt_h"/>
                                          </p:val>
                                        </p:tav>
                                      </p:tavLst>
                                    </p:anim>
                                    <p:animEffect transition="in" filter="fade">
                                      <p:cBhvr>
                                        <p:cTn id="159" dur="500"/>
                                        <p:tgtEl>
                                          <p:spTgt spid="36"/>
                                        </p:tgtEl>
                                      </p:cBhvr>
                                    </p:animEffect>
                                  </p:childTnLst>
                                </p:cTn>
                              </p:par>
                              <p:par>
                                <p:cTn id="160" presetID="53" presetClass="entr" presetSubtype="16" fill="hold" grpId="0" nodeType="withEffect">
                                  <p:stCondLst>
                                    <p:cond delay="0"/>
                                  </p:stCondLst>
                                  <p:childTnLst>
                                    <p:set>
                                      <p:cBhvr>
                                        <p:cTn id="161" dur="1" fill="hold">
                                          <p:stCondLst>
                                            <p:cond delay="0"/>
                                          </p:stCondLst>
                                        </p:cTn>
                                        <p:tgtEl>
                                          <p:spTgt spid="37"/>
                                        </p:tgtEl>
                                        <p:attrNameLst>
                                          <p:attrName>style.visibility</p:attrName>
                                        </p:attrNameLst>
                                      </p:cBhvr>
                                      <p:to>
                                        <p:strVal val="visible"/>
                                      </p:to>
                                    </p:set>
                                    <p:anim calcmode="lin" valueType="num">
                                      <p:cBhvr>
                                        <p:cTn id="162" dur="500" fill="hold"/>
                                        <p:tgtEl>
                                          <p:spTgt spid="37"/>
                                        </p:tgtEl>
                                        <p:attrNameLst>
                                          <p:attrName>ppt_w</p:attrName>
                                        </p:attrNameLst>
                                      </p:cBhvr>
                                      <p:tavLst>
                                        <p:tav tm="0">
                                          <p:val>
                                            <p:fltVal val="0"/>
                                          </p:val>
                                        </p:tav>
                                        <p:tav tm="100000">
                                          <p:val>
                                            <p:strVal val="#ppt_w"/>
                                          </p:val>
                                        </p:tav>
                                      </p:tavLst>
                                    </p:anim>
                                    <p:anim calcmode="lin" valueType="num">
                                      <p:cBhvr>
                                        <p:cTn id="163" dur="500" fill="hold"/>
                                        <p:tgtEl>
                                          <p:spTgt spid="37"/>
                                        </p:tgtEl>
                                        <p:attrNameLst>
                                          <p:attrName>ppt_h</p:attrName>
                                        </p:attrNameLst>
                                      </p:cBhvr>
                                      <p:tavLst>
                                        <p:tav tm="0">
                                          <p:val>
                                            <p:fltVal val="0"/>
                                          </p:val>
                                        </p:tav>
                                        <p:tav tm="100000">
                                          <p:val>
                                            <p:strVal val="#ppt_h"/>
                                          </p:val>
                                        </p:tav>
                                      </p:tavLst>
                                    </p:anim>
                                    <p:animEffect transition="in" filter="fade">
                                      <p:cBhvr>
                                        <p:cTn id="164" dur="500"/>
                                        <p:tgtEl>
                                          <p:spTgt spid="37"/>
                                        </p:tgtEl>
                                      </p:cBhvr>
                                    </p:animEffect>
                                  </p:childTnLst>
                                </p:cTn>
                              </p:par>
                              <p:par>
                                <p:cTn id="165" presetID="53" presetClass="entr" presetSubtype="16" fill="hold" grpId="0" nodeType="withEffect">
                                  <p:stCondLst>
                                    <p:cond delay="0"/>
                                  </p:stCondLst>
                                  <p:childTnLst>
                                    <p:set>
                                      <p:cBhvr>
                                        <p:cTn id="166" dur="1" fill="hold">
                                          <p:stCondLst>
                                            <p:cond delay="0"/>
                                          </p:stCondLst>
                                        </p:cTn>
                                        <p:tgtEl>
                                          <p:spTgt spid="38"/>
                                        </p:tgtEl>
                                        <p:attrNameLst>
                                          <p:attrName>style.visibility</p:attrName>
                                        </p:attrNameLst>
                                      </p:cBhvr>
                                      <p:to>
                                        <p:strVal val="visible"/>
                                      </p:to>
                                    </p:set>
                                    <p:anim calcmode="lin" valueType="num">
                                      <p:cBhvr>
                                        <p:cTn id="167" dur="500" fill="hold"/>
                                        <p:tgtEl>
                                          <p:spTgt spid="38"/>
                                        </p:tgtEl>
                                        <p:attrNameLst>
                                          <p:attrName>ppt_w</p:attrName>
                                        </p:attrNameLst>
                                      </p:cBhvr>
                                      <p:tavLst>
                                        <p:tav tm="0">
                                          <p:val>
                                            <p:fltVal val="0"/>
                                          </p:val>
                                        </p:tav>
                                        <p:tav tm="100000">
                                          <p:val>
                                            <p:strVal val="#ppt_w"/>
                                          </p:val>
                                        </p:tav>
                                      </p:tavLst>
                                    </p:anim>
                                    <p:anim calcmode="lin" valueType="num">
                                      <p:cBhvr>
                                        <p:cTn id="168" dur="500" fill="hold"/>
                                        <p:tgtEl>
                                          <p:spTgt spid="38"/>
                                        </p:tgtEl>
                                        <p:attrNameLst>
                                          <p:attrName>ppt_h</p:attrName>
                                        </p:attrNameLst>
                                      </p:cBhvr>
                                      <p:tavLst>
                                        <p:tav tm="0">
                                          <p:val>
                                            <p:fltVal val="0"/>
                                          </p:val>
                                        </p:tav>
                                        <p:tav tm="100000">
                                          <p:val>
                                            <p:strVal val="#ppt_h"/>
                                          </p:val>
                                        </p:tav>
                                      </p:tavLst>
                                    </p:anim>
                                    <p:animEffect transition="in" filter="fade">
                                      <p:cBhvr>
                                        <p:cTn id="169" dur="500"/>
                                        <p:tgtEl>
                                          <p:spTgt spid="38"/>
                                        </p:tgtEl>
                                      </p:cBhvr>
                                    </p:animEffect>
                                  </p:childTnLst>
                                </p:cTn>
                              </p:par>
                              <p:par>
                                <p:cTn id="170" presetID="53" presetClass="entr" presetSubtype="16" fill="hold" grpId="0" nodeType="withEffect">
                                  <p:stCondLst>
                                    <p:cond delay="0"/>
                                  </p:stCondLst>
                                  <p:childTnLst>
                                    <p:set>
                                      <p:cBhvr>
                                        <p:cTn id="171" dur="1" fill="hold">
                                          <p:stCondLst>
                                            <p:cond delay="0"/>
                                          </p:stCondLst>
                                        </p:cTn>
                                        <p:tgtEl>
                                          <p:spTgt spid="39"/>
                                        </p:tgtEl>
                                        <p:attrNameLst>
                                          <p:attrName>style.visibility</p:attrName>
                                        </p:attrNameLst>
                                      </p:cBhvr>
                                      <p:to>
                                        <p:strVal val="visible"/>
                                      </p:to>
                                    </p:set>
                                    <p:anim calcmode="lin" valueType="num">
                                      <p:cBhvr>
                                        <p:cTn id="172" dur="500" fill="hold"/>
                                        <p:tgtEl>
                                          <p:spTgt spid="39"/>
                                        </p:tgtEl>
                                        <p:attrNameLst>
                                          <p:attrName>ppt_w</p:attrName>
                                        </p:attrNameLst>
                                      </p:cBhvr>
                                      <p:tavLst>
                                        <p:tav tm="0">
                                          <p:val>
                                            <p:fltVal val="0"/>
                                          </p:val>
                                        </p:tav>
                                        <p:tav tm="100000">
                                          <p:val>
                                            <p:strVal val="#ppt_w"/>
                                          </p:val>
                                        </p:tav>
                                      </p:tavLst>
                                    </p:anim>
                                    <p:anim calcmode="lin" valueType="num">
                                      <p:cBhvr>
                                        <p:cTn id="173" dur="500" fill="hold"/>
                                        <p:tgtEl>
                                          <p:spTgt spid="39"/>
                                        </p:tgtEl>
                                        <p:attrNameLst>
                                          <p:attrName>ppt_h</p:attrName>
                                        </p:attrNameLst>
                                      </p:cBhvr>
                                      <p:tavLst>
                                        <p:tav tm="0">
                                          <p:val>
                                            <p:fltVal val="0"/>
                                          </p:val>
                                        </p:tav>
                                        <p:tav tm="100000">
                                          <p:val>
                                            <p:strVal val="#ppt_h"/>
                                          </p:val>
                                        </p:tav>
                                      </p:tavLst>
                                    </p:anim>
                                    <p:animEffect transition="in" filter="fade">
                                      <p:cBhvr>
                                        <p:cTn id="174" dur="500"/>
                                        <p:tgtEl>
                                          <p:spTgt spid="39"/>
                                        </p:tgtEl>
                                      </p:cBhvr>
                                    </p:animEffect>
                                  </p:childTnLst>
                                </p:cTn>
                              </p:par>
                              <p:par>
                                <p:cTn id="175" presetID="53" presetClass="entr" presetSubtype="16" fill="hold" grpId="0" nodeType="withEffect">
                                  <p:stCondLst>
                                    <p:cond delay="0"/>
                                  </p:stCondLst>
                                  <p:childTnLst>
                                    <p:set>
                                      <p:cBhvr>
                                        <p:cTn id="176" dur="1" fill="hold">
                                          <p:stCondLst>
                                            <p:cond delay="0"/>
                                          </p:stCondLst>
                                        </p:cTn>
                                        <p:tgtEl>
                                          <p:spTgt spid="40"/>
                                        </p:tgtEl>
                                        <p:attrNameLst>
                                          <p:attrName>style.visibility</p:attrName>
                                        </p:attrNameLst>
                                      </p:cBhvr>
                                      <p:to>
                                        <p:strVal val="visible"/>
                                      </p:to>
                                    </p:set>
                                    <p:anim calcmode="lin" valueType="num">
                                      <p:cBhvr>
                                        <p:cTn id="177" dur="500" fill="hold"/>
                                        <p:tgtEl>
                                          <p:spTgt spid="40"/>
                                        </p:tgtEl>
                                        <p:attrNameLst>
                                          <p:attrName>ppt_w</p:attrName>
                                        </p:attrNameLst>
                                      </p:cBhvr>
                                      <p:tavLst>
                                        <p:tav tm="0">
                                          <p:val>
                                            <p:fltVal val="0"/>
                                          </p:val>
                                        </p:tav>
                                        <p:tav tm="100000">
                                          <p:val>
                                            <p:strVal val="#ppt_w"/>
                                          </p:val>
                                        </p:tav>
                                      </p:tavLst>
                                    </p:anim>
                                    <p:anim calcmode="lin" valueType="num">
                                      <p:cBhvr>
                                        <p:cTn id="178" dur="500" fill="hold"/>
                                        <p:tgtEl>
                                          <p:spTgt spid="40"/>
                                        </p:tgtEl>
                                        <p:attrNameLst>
                                          <p:attrName>ppt_h</p:attrName>
                                        </p:attrNameLst>
                                      </p:cBhvr>
                                      <p:tavLst>
                                        <p:tav tm="0">
                                          <p:val>
                                            <p:fltVal val="0"/>
                                          </p:val>
                                        </p:tav>
                                        <p:tav tm="100000">
                                          <p:val>
                                            <p:strVal val="#ppt_h"/>
                                          </p:val>
                                        </p:tav>
                                      </p:tavLst>
                                    </p:anim>
                                    <p:animEffect transition="in" filter="fade">
                                      <p:cBhvr>
                                        <p:cTn id="179" dur="500"/>
                                        <p:tgtEl>
                                          <p:spTgt spid="40"/>
                                        </p:tgtEl>
                                      </p:cBhvr>
                                    </p:animEffect>
                                  </p:childTnLst>
                                </p:cTn>
                              </p:par>
                              <p:par>
                                <p:cTn id="180" presetID="53" presetClass="entr" presetSubtype="16" fill="hold" grpId="0" nodeType="withEffect">
                                  <p:stCondLst>
                                    <p:cond delay="0"/>
                                  </p:stCondLst>
                                  <p:childTnLst>
                                    <p:set>
                                      <p:cBhvr>
                                        <p:cTn id="181" dur="1" fill="hold">
                                          <p:stCondLst>
                                            <p:cond delay="0"/>
                                          </p:stCondLst>
                                        </p:cTn>
                                        <p:tgtEl>
                                          <p:spTgt spid="41"/>
                                        </p:tgtEl>
                                        <p:attrNameLst>
                                          <p:attrName>style.visibility</p:attrName>
                                        </p:attrNameLst>
                                      </p:cBhvr>
                                      <p:to>
                                        <p:strVal val="visible"/>
                                      </p:to>
                                    </p:set>
                                    <p:anim calcmode="lin" valueType="num">
                                      <p:cBhvr>
                                        <p:cTn id="182" dur="500" fill="hold"/>
                                        <p:tgtEl>
                                          <p:spTgt spid="41"/>
                                        </p:tgtEl>
                                        <p:attrNameLst>
                                          <p:attrName>ppt_w</p:attrName>
                                        </p:attrNameLst>
                                      </p:cBhvr>
                                      <p:tavLst>
                                        <p:tav tm="0">
                                          <p:val>
                                            <p:fltVal val="0"/>
                                          </p:val>
                                        </p:tav>
                                        <p:tav tm="100000">
                                          <p:val>
                                            <p:strVal val="#ppt_w"/>
                                          </p:val>
                                        </p:tav>
                                      </p:tavLst>
                                    </p:anim>
                                    <p:anim calcmode="lin" valueType="num">
                                      <p:cBhvr>
                                        <p:cTn id="183" dur="500" fill="hold"/>
                                        <p:tgtEl>
                                          <p:spTgt spid="41"/>
                                        </p:tgtEl>
                                        <p:attrNameLst>
                                          <p:attrName>ppt_h</p:attrName>
                                        </p:attrNameLst>
                                      </p:cBhvr>
                                      <p:tavLst>
                                        <p:tav tm="0">
                                          <p:val>
                                            <p:fltVal val="0"/>
                                          </p:val>
                                        </p:tav>
                                        <p:tav tm="100000">
                                          <p:val>
                                            <p:strVal val="#ppt_h"/>
                                          </p:val>
                                        </p:tav>
                                      </p:tavLst>
                                    </p:anim>
                                    <p:animEffect transition="in" filter="fade">
                                      <p:cBhvr>
                                        <p:cTn id="184" dur="500"/>
                                        <p:tgtEl>
                                          <p:spTgt spid="41"/>
                                        </p:tgtEl>
                                      </p:cBhvr>
                                    </p:animEffect>
                                  </p:childTnLst>
                                </p:cTn>
                              </p:par>
                              <p:par>
                                <p:cTn id="185" presetID="53" presetClass="entr" presetSubtype="16"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500" fill="hold"/>
                                        <p:tgtEl>
                                          <p:spTgt spid="42"/>
                                        </p:tgtEl>
                                        <p:attrNameLst>
                                          <p:attrName>ppt_w</p:attrName>
                                        </p:attrNameLst>
                                      </p:cBhvr>
                                      <p:tavLst>
                                        <p:tav tm="0">
                                          <p:val>
                                            <p:fltVal val="0"/>
                                          </p:val>
                                        </p:tav>
                                        <p:tav tm="100000">
                                          <p:val>
                                            <p:strVal val="#ppt_w"/>
                                          </p:val>
                                        </p:tav>
                                      </p:tavLst>
                                    </p:anim>
                                    <p:anim calcmode="lin" valueType="num">
                                      <p:cBhvr>
                                        <p:cTn id="188" dur="500" fill="hold"/>
                                        <p:tgtEl>
                                          <p:spTgt spid="42"/>
                                        </p:tgtEl>
                                        <p:attrNameLst>
                                          <p:attrName>ppt_h</p:attrName>
                                        </p:attrNameLst>
                                      </p:cBhvr>
                                      <p:tavLst>
                                        <p:tav tm="0">
                                          <p:val>
                                            <p:fltVal val="0"/>
                                          </p:val>
                                        </p:tav>
                                        <p:tav tm="100000">
                                          <p:val>
                                            <p:strVal val="#ppt_h"/>
                                          </p:val>
                                        </p:tav>
                                      </p:tavLst>
                                    </p:anim>
                                    <p:animEffect transition="in" filter="fade">
                                      <p:cBhvr>
                                        <p:cTn id="189" dur="500"/>
                                        <p:tgtEl>
                                          <p:spTgt spid="42"/>
                                        </p:tgtEl>
                                      </p:cBhvr>
                                    </p:animEffect>
                                  </p:childTnLst>
                                </p:cTn>
                              </p:par>
                              <p:par>
                                <p:cTn id="190" presetID="53" presetClass="entr" presetSubtype="16" fill="hold" grpId="0" nodeType="withEffect">
                                  <p:stCondLst>
                                    <p:cond delay="0"/>
                                  </p:stCondLst>
                                  <p:childTnLst>
                                    <p:set>
                                      <p:cBhvr>
                                        <p:cTn id="191" dur="1" fill="hold">
                                          <p:stCondLst>
                                            <p:cond delay="0"/>
                                          </p:stCondLst>
                                        </p:cTn>
                                        <p:tgtEl>
                                          <p:spTgt spid="43"/>
                                        </p:tgtEl>
                                        <p:attrNameLst>
                                          <p:attrName>style.visibility</p:attrName>
                                        </p:attrNameLst>
                                      </p:cBhvr>
                                      <p:to>
                                        <p:strVal val="visible"/>
                                      </p:to>
                                    </p:set>
                                    <p:anim calcmode="lin" valueType="num">
                                      <p:cBhvr>
                                        <p:cTn id="192" dur="500" fill="hold"/>
                                        <p:tgtEl>
                                          <p:spTgt spid="43"/>
                                        </p:tgtEl>
                                        <p:attrNameLst>
                                          <p:attrName>ppt_w</p:attrName>
                                        </p:attrNameLst>
                                      </p:cBhvr>
                                      <p:tavLst>
                                        <p:tav tm="0">
                                          <p:val>
                                            <p:fltVal val="0"/>
                                          </p:val>
                                        </p:tav>
                                        <p:tav tm="100000">
                                          <p:val>
                                            <p:strVal val="#ppt_w"/>
                                          </p:val>
                                        </p:tav>
                                      </p:tavLst>
                                    </p:anim>
                                    <p:anim calcmode="lin" valueType="num">
                                      <p:cBhvr>
                                        <p:cTn id="193" dur="500" fill="hold"/>
                                        <p:tgtEl>
                                          <p:spTgt spid="43"/>
                                        </p:tgtEl>
                                        <p:attrNameLst>
                                          <p:attrName>ppt_h</p:attrName>
                                        </p:attrNameLst>
                                      </p:cBhvr>
                                      <p:tavLst>
                                        <p:tav tm="0">
                                          <p:val>
                                            <p:fltVal val="0"/>
                                          </p:val>
                                        </p:tav>
                                        <p:tav tm="100000">
                                          <p:val>
                                            <p:strVal val="#ppt_h"/>
                                          </p:val>
                                        </p:tav>
                                      </p:tavLst>
                                    </p:anim>
                                    <p:animEffect transition="in" filter="fade">
                                      <p:cBhvr>
                                        <p:cTn id="194" dur="500"/>
                                        <p:tgtEl>
                                          <p:spTgt spid="43"/>
                                        </p:tgtEl>
                                      </p:cBhvr>
                                    </p:animEffect>
                                  </p:childTnLst>
                                </p:cTn>
                              </p:par>
                              <p:par>
                                <p:cTn id="195" presetID="53" presetClass="entr" presetSubtype="16" fill="hold" grpId="0"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500" fill="hold"/>
                                        <p:tgtEl>
                                          <p:spTgt spid="44"/>
                                        </p:tgtEl>
                                        <p:attrNameLst>
                                          <p:attrName>ppt_w</p:attrName>
                                        </p:attrNameLst>
                                      </p:cBhvr>
                                      <p:tavLst>
                                        <p:tav tm="0">
                                          <p:val>
                                            <p:fltVal val="0"/>
                                          </p:val>
                                        </p:tav>
                                        <p:tav tm="100000">
                                          <p:val>
                                            <p:strVal val="#ppt_w"/>
                                          </p:val>
                                        </p:tav>
                                      </p:tavLst>
                                    </p:anim>
                                    <p:anim calcmode="lin" valueType="num">
                                      <p:cBhvr>
                                        <p:cTn id="198" dur="500" fill="hold"/>
                                        <p:tgtEl>
                                          <p:spTgt spid="44"/>
                                        </p:tgtEl>
                                        <p:attrNameLst>
                                          <p:attrName>ppt_h</p:attrName>
                                        </p:attrNameLst>
                                      </p:cBhvr>
                                      <p:tavLst>
                                        <p:tav tm="0">
                                          <p:val>
                                            <p:fltVal val="0"/>
                                          </p:val>
                                        </p:tav>
                                        <p:tav tm="100000">
                                          <p:val>
                                            <p:strVal val="#ppt_h"/>
                                          </p:val>
                                        </p:tav>
                                      </p:tavLst>
                                    </p:anim>
                                    <p:animEffect transition="in" filter="fade">
                                      <p:cBhvr>
                                        <p:cTn id="199" dur="500"/>
                                        <p:tgtEl>
                                          <p:spTgt spid="44"/>
                                        </p:tgtEl>
                                      </p:cBhvr>
                                    </p:animEffect>
                                  </p:childTnLst>
                                </p:cTn>
                              </p:par>
                              <p:par>
                                <p:cTn id="200" presetID="53" presetClass="entr" presetSubtype="16" fill="hold" grpId="0" nodeType="withEffect">
                                  <p:stCondLst>
                                    <p:cond delay="0"/>
                                  </p:stCondLst>
                                  <p:childTnLst>
                                    <p:set>
                                      <p:cBhvr>
                                        <p:cTn id="201" dur="1" fill="hold">
                                          <p:stCondLst>
                                            <p:cond delay="0"/>
                                          </p:stCondLst>
                                        </p:cTn>
                                        <p:tgtEl>
                                          <p:spTgt spid="45"/>
                                        </p:tgtEl>
                                        <p:attrNameLst>
                                          <p:attrName>style.visibility</p:attrName>
                                        </p:attrNameLst>
                                      </p:cBhvr>
                                      <p:to>
                                        <p:strVal val="visible"/>
                                      </p:to>
                                    </p:set>
                                    <p:anim calcmode="lin" valueType="num">
                                      <p:cBhvr>
                                        <p:cTn id="202" dur="500" fill="hold"/>
                                        <p:tgtEl>
                                          <p:spTgt spid="45"/>
                                        </p:tgtEl>
                                        <p:attrNameLst>
                                          <p:attrName>ppt_w</p:attrName>
                                        </p:attrNameLst>
                                      </p:cBhvr>
                                      <p:tavLst>
                                        <p:tav tm="0">
                                          <p:val>
                                            <p:fltVal val="0"/>
                                          </p:val>
                                        </p:tav>
                                        <p:tav tm="100000">
                                          <p:val>
                                            <p:strVal val="#ppt_w"/>
                                          </p:val>
                                        </p:tav>
                                      </p:tavLst>
                                    </p:anim>
                                    <p:anim calcmode="lin" valueType="num">
                                      <p:cBhvr>
                                        <p:cTn id="203" dur="500" fill="hold"/>
                                        <p:tgtEl>
                                          <p:spTgt spid="45"/>
                                        </p:tgtEl>
                                        <p:attrNameLst>
                                          <p:attrName>ppt_h</p:attrName>
                                        </p:attrNameLst>
                                      </p:cBhvr>
                                      <p:tavLst>
                                        <p:tav tm="0">
                                          <p:val>
                                            <p:fltVal val="0"/>
                                          </p:val>
                                        </p:tav>
                                        <p:tav tm="100000">
                                          <p:val>
                                            <p:strVal val="#ppt_h"/>
                                          </p:val>
                                        </p:tav>
                                      </p:tavLst>
                                    </p:anim>
                                    <p:animEffect transition="in" filter="fade">
                                      <p:cBhvr>
                                        <p:cTn id="204" dur="500"/>
                                        <p:tgtEl>
                                          <p:spTgt spid="45"/>
                                        </p:tgtEl>
                                      </p:cBhvr>
                                    </p:animEffect>
                                  </p:childTnLst>
                                </p:cTn>
                              </p:par>
                              <p:par>
                                <p:cTn id="205" presetID="53" presetClass="entr" presetSubtype="16" fill="hold" grpId="0" nodeType="withEffect">
                                  <p:stCondLst>
                                    <p:cond delay="0"/>
                                  </p:stCondLst>
                                  <p:childTnLst>
                                    <p:set>
                                      <p:cBhvr>
                                        <p:cTn id="206" dur="1" fill="hold">
                                          <p:stCondLst>
                                            <p:cond delay="0"/>
                                          </p:stCondLst>
                                        </p:cTn>
                                        <p:tgtEl>
                                          <p:spTgt spid="46"/>
                                        </p:tgtEl>
                                        <p:attrNameLst>
                                          <p:attrName>style.visibility</p:attrName>
                                        </p:attrNameLst>
                                      </p:cBhvr>
                                      <p:to>
                                        <p:strVal val="visible"/>
                                      </p:to>
                                    </p:set>
                                    <p:anim calcmode="lin" valueType="num">
                                      <p:cBhvr>
                                        <p:cTn id="207" dur="500" fill="hold"/>
                                        <p:tgtEl>
                                          <p:spTgt spid="46"/>
                                        </p:tgtEl>
                                        <p:attrNameLst>
                                          <p:attrName>ppt_w</p:attrName>
                                        </p:attrNameLst>
                                      </p:cBhvr>
                                      <p:tavLst>
                                        <p:tav tm="0">
                                          <p:val>
                                            <p:fltVal val="0"/>
                                          </p:val>
                                        </p:tav>
                                        <p:tav tm="100000">
                                          <p:val>
                                            <p:strVal val="#ppt_w"/>
                                          </p:val>
                                        </p:tav>
                                      </p:tavLst>
                                    </p:anim>
                                    <p:anim calcmode="lin" valueType="num">
                                      <p:cBhvr>
                                        <p:cTn id="208" dur="500" fill="hold"/>
                                        <p:tgtEl>
                                          <p:spTgt spid="46"/>
                                        </p:tgtEl>
                                        <p:attrNameLst>
                                          <p:attrName>ppt_h</p:attrName>
                                        </p:attrNameLst>
                                      </p:cBhvr>
                                      <p:tavLst>
                                        <p:tav tm="0">
                                          <p:val>
                                            <p:fltVal val="0"/>
                                          </p:val>
                                        </p:tav>
                                        <p:tav tm="100000">
                                          <p:val>
                                            <p:strVal val="#ppt_h"/>
                                          </p:val>
                                        </p:tav>
                                      </p:tavLst>
                                    </p:anim>
                                    <p:animEffect transition="in" filter="fade">
                                      <p:cBhvr>
                                        <p:cTn id="209" dur="500"/>
                                        <p:tgtEl>
                                          <p:spTgt spid="46"/>
                                        </p:tgtEl>
                                      </p:cBhvr>
                                    </p:animEffect>
                                  </p:childTnLst>
                                </p:cTn>
                              </p:par>
                              <p:par>
                                <p:cTn id="210" presetID="53" presetClass="entr" presetSubtype="16" fill="hold" grpId="0" nodeType="withEffect">
                                  <p:stCondLst>
                                    <p:cond delay="0"/>
                                  </p:stCondLst>
                                  <p:childTnLst>
                                    <p:set>
                                      <p:cBhvr>
                                        <p:cTn id="211" dur="1" fill="hold">
                                          <p:stCondLst>
                                            <p:cond delay="0"/>
                                          </p:stCondLst>
                                        </p:cTn>
                                        <p:tgtEl>
                                          <p:spTgt spid="47"/>
                                        </p:tgtEl>
                                        <p:attrNameLst>
                                          <p:attrName>style.visibility</p:attrName>
                                        </p:attrNameLst>
                                      </p:cBhvr>
                                      <p:to>
                                        <p:strVal val="visible"/>
                                      </p:to>
                                    </p:set>
                                    <p:anim calcmode="lin" valueType="num">
                                      <p:cBhvr>
                                        <p:cTn id="212" dur="500" fill="hold"/>
                                        <p:tgtEl>
                                          <p:spTgt spid="47"/>
                                        </p:tgtEl>
                                        <p:attrNameLst>
                                          <p:attrName>ppt_w</p:attrName>
                                        </p:attrNameLst>
                                      </p:cBhvr>
                                      <p:tavLst>
                                        <p:tav tm="0">
                                          <p:val>
                                            <p:fltVal val="0"/>
                                          </p:val>
                                        </p:tav>
                                        <p:tav tm="100000">
                                          <p:val>
                                            <p:strVal val="#ppt_w"/>
                                          </p:val>
                                        </p:tav>
                                      </p:tavLst>
                                    </p:anim>
                                    <p:anim calcmode="lin" valueType="num">
                                      <p:cBhvr>
                                        <p:cTn id="213" dur="500" fill="hold"/>
                                        <p:tgtEl>
                                          <p:spTgt spid="47"/>
                                        </p:tgtEl>
                                        <p:attrNameLst>
                                          <p:attrName>ppt_h</p:attrName>
                                        </p:attrNameLst>
                                      </p:cBhvr>
                                      <p:tavLst>
                                        <p:tav tm="0">
                                          <p:val>
                                            <p:fltVal val="0"/>
                                          </p:val>
                                        </p:tav>
                                        <p:tav tm="100000">
                                          <p:val>
                                            <p:strVal val="#ppt_h"/>
                                          </p:val>
                                        </p:tav>
                                      </p:tavLst>
                                    </p:anim>
                                    <p:animEffect transition="in" filter="fade">
                                      <p:cBhvr>
                                        <p:cTn id="214" dur="500"/>
                                        <p:tgtEl>
                                          <p:spTgt spid="47"/>
                                        </p:tgtEl>
                                      </p:cBhvr>
                                    </p:animEffect>
                                  </p:childTnLst>
                                </p:cTn>
                              </p:par>
                              <p:par>
                                <p:cTn id="215" presetID="53" presetClass="entr" presetSubtype="16" fill="hold" grpId="0" nodeType="withEffect">
                                  <p:stCondLst>
                                    <p:cond delay="0"/>
                                  </p:stCondLst>
                                  <p:childTnLst>
                                    <p:set>
                                      <p:cBhvr>
                                        <p:cTn id="216" dur="1" fill="hold">
                                          <p:stCondLst>
                                            <p:cond delay="0"/>
                                          </p:stCondLst>
                                        </p:cTn>
                                        <p:tgtEl>
                                          <p:spTgt spid="48"/>
                                        </p:tgtEl>
                                        <p:attrNameLst>
                                          <p:attrName>style.visibility</p:attrName>
                                        </p:attrNameLst>
                                      </p:cBhvr>
                                      <p:to>
                                        <p:strVal val="visible"/>
                                      </p:to>
                                    </p:set>
                                    <p:anim calcmode="lin" valueType="num">
                                      <p:cBhvr>
                                        <p:cTn id="217" dur="500" fill="hold"/>
                                        <p:tgtEl>
                                          <p:spTgt spid="48"/>
                                        </p:tgtEl>
                                        <p:attrNameLst>
                                          <p:attrName>ppt_w</p:attrName>
                                        </p:attrNameLst>
                                      </p:cBhvr>
                                      <p:tavLst>
                                        <p:tav tm="0">
                                          <p:val>
                                            <p:fltVal val="0"/>
                                          </p:val>
                                        </p:tav>
                                        <p:tav tm="100000">
                                          <p:val>
                                            <p:strVal val="#ppt_w"/>
                                          </p:val>
                                        </p:tav>
                                      </p:tavLst>
                                    </p:anim>
                                    <p:anim calcmode="lin" valueType="num">
                                      <p:cBhvr>
                                        <p:cTn id="218" dur="500" fill="hold"/>
                                        <p:tgtEl>
                                          <p:spTgt spid="48"/>
                                        </p:tgtEl>
                                        <p:attrNameLst>
                                          <p:attrName>ppt_h</p:attrName>
                                        </p:attrNameLst>
                                      </p:cBhvr>
                                      <p:tavLst>
                                        <p:tav tm="0">
                                          <p:val>
                                            <p:fltVal val="0"/>
                                          </p:val>
                                        </p:tav>
                                        <p:tav tm="100000">
                                          <p:val>
                                            <p:strVal val="#ppt_h"/>
                                          </p:val>
                                        </p:tav>
                                      </p:tavLst>
                                    </p:anim>
                                    <p:animEffect transition="in" filter="fade">
                                      <p:cBhvr>
                                        <p:cTn id="219" dur="500"/>
                                        <p:tgtEl>
                                          <p:spTgt spid="48"/>
                                        </p:tgtEl>
                                      </p:cBhvr>
                                    </p:animEffect>
                                  </p:childTnLst>
                                </p:cTn>
                              </p:par>
                              <p:par>
                                <p:cTn id="220" presetID="53" presetClass="entr" presetSubtype="16" fill="hold" grpId="0" nodeType="withEffect">
                                  <p:stCondLst>
                                    <p:cond delay="0"/>
                                  </p:stCondLst>
                                  <p:childTnLst>
                                    <p:set>
                                      <p:cBhvr>
                                        <p:cTn id="221" dur="1" fill="hold">
                                          <p:stCondLst>
                                            <p:cond delay="0"/>
                                          </p:stCondLst>
                                        </p:cTn>
                                        <p:tgtEl>
                                          <p:spTgt spid="49"/>
                                        </p:tgtEl>
                                        <p:attrNameLst>
                                          <p:attrName>style.visibility</p:attrName>
                                        </p:attrNameLst>
                                      </p:cBhvr>
                                      <p:to>
                                        <p:strVal val="visible"/>
                                      </p:to>
                                    </p:set>
                                    <p:anim calcmode="lin" valueType="num">
                                      <p:cBhvr>
                                        <p:cTn id="222" dur="500" fill="hold"/>
                                        <p:tgtEl>
                                          <p:spTgt spid="49"/>
                                        </p:tgtEl>
                                        <p:attrNameLst>
                                          <p:attrName>ppt_w</p:attrName>
                                        </p:attrNameLst>
                                      </p:cBhvr>
                                      <p:tavLst>
                                        <p:tav tm="0">
                                          <p:val>
                                            <p:fltVal val="0"/>
                                          </p:val>
                                        </p:tav>
                                        <p:tav tm="100000">
                                          <p:val>
                                            <p:strVal val="#ppt_w"/>
                                          </p:val>
                                        </p:tav>
                                      </p:tavLst>
                                    </p:anim>
                                    <p:anim calcmode="lin" valueType="num">
                                      <p:cBhvr>
                                        <p:cTn id="223" dur="500" fill="hold"/>
                                        <p:tgtEl>
                                          <p:spTgt spid="49"/>
                                        </p:tgtEl>
                                        <p:attrNameLst>
                                          <p:attrName>ppt_h</p:attrName>
                                        </p:attrNameLst>
                                      </p:cBhvr>
                                      <p:tavLst>
                                        <p:tav tm="0">
                                          <p:val>
                                            <p:fltVal val="0"/>
                                          </p:val>
                                        </p:tav>
                                        <p:tav tm="100000">
                                          <p:val>
                                            <p:strVal val="#ppt_h"/>
                                          </p:val>
                                        </p:tav>
                                      </p:tavLst>
                                    </p:anim>
                                    <p:animEffect transition="in" filter="fade">
                                      <p:cBhvr>
                                        <p:cTn id="224" dur="500"/>
                                        <p:tgtEl>
                                          <p:spTgt spid="49"/>
                                        </p:tgtEl>
                                      </p:cBhvr>
                                    </p:animEffect>
                                  </p:childTnLst>
                                </p:cTn>
                              </p:par>
                              <p:par>
                                <p:cTn id="225" presetID="53" presetClass="entr" presetSubtype="16" fill="hold" grpId="0" nodeType="withEffect">
                                  <p:stCondLst>
                                    <p:cond delay="0"/>
                                  </p:stCondLst>
                                  <p:childTnLst>
                                    <p:set>
                                      <p:cBhvr>
                                        <p:cTn id="226" dur="1" fill="hold">
                                          <p:stCondLst>
                                            <p:cond delay="0"/>
                                          </p:stCondLst>
                                        </p:cTn>
                                        <p:tgtEl>
                                          <p:spTgt spid="50"/>
                                        </p:tgtEl>
                                        <p:attrNameLst>
                                          <p:attrName>style.visibility</p:attrName>
                                        </p:attrNameLst>
                                      </p:cBhvr>
                                      <p:to>
                                        <p:strVal val="visible"/>
                                      </p:to>
                                    </p:set>
                                    <p:anim calcmode="lin" valueType="num">
                                      <p:cBhvr>
                                        <p:cTn id="227" dur="500" fill="hold"/>
                                        <p:tgtEl>
                                          <p:spTgt spid="50"/>
                                        </p:tgtEl>
                                        <p:attrNameLst>
                                          <p:attrName>ppt_w</p:attrName>
                                        </p:attrNameLst>
                                      </p:cBhvr>
                                      <p:tavLst>
                                        <p:tav tm="0">
                                          <p:val>
                                            <p:fltVal val="0"/>
                                          </p:val>
                                        </p:tav>
                                        <p:tav tm="100000">
                                          <p:val>
                                            <p:strVal val="#ppt_w"/>
                                          </p:val>
                                        </p:tav>
                                      </p:tavLst>
                                    </p:anim>
                                    <p:anim calcmode="lin" valueType="num">
                                      <p:cBhvr>
                                        <p:cTn id="228" dur="500" fill="hold"/>
                                        <p:tgtEl>
                                          <p:spTgt spid="50"/>
                                        </p:tgtEl>
                                        <p:attrNameLst>
                                          <p:attrName>ppt_h</p:attrName>
                                        </p:attrNameLst>
                                      </p:cBhvr>
                                      <p:tavLst>
                                        <p:tav tm="0">
                                          <p:val>
                                            <p:fltVal val="0"/>
                                          </p:val>
                                        </p:tav>
                                        <p:tav tm="100000">
                                          <p:val>
                                            <p:strVal val="#ppt_h"/>
                                          </p:val>
                                        </p:tav>
                                      </p:tavLst>
                                    </p:anim>
                                    <p:animEffect transition="in" filter="fade">
                                      <p:cBhvr>
                                        <p:cTn id="229" dur="500"/>
                                        <p:tgtEl>
                                          <p:spTgt spid="50"/>
                                        </p:tgtEl>
                                      </p:cBhvr>
                                    </p:animEffect>
                                  </p:childTnLst>
                                </p:cTn>
                              </p:par>
                              <p:par>
                                <p:cTn id="230" presetID="53" presetClass="entr" presetSubtype="16" fill="hold" grpId="0" nodeType="withEffect">
                                  <p:stCondLst>
                                    <p:cond delay="0"/>
                                  </p:stCondLst>
                                  <p:childTnLst>
                                    <p:set>
                                      <p:cBhvr>
                                        <p:cTn id="231" dur="1" fill="hold">
                                          <p:stCondLst>
                                            <p:cond delay="0"/>
                                          </p:stCondLst>
                                        </p:cTn>
                                        <p:tgtEl>
                                          <p:spTgt spid="51"/>
                                        </p:tgtEl>
                                        <p:attrNameLst>
                                          <p:attrName>style.visibility</p:attrName>
                                        </p:attrNameLst>
                                      </p:cBhvr>
                                      <p:to>
                                        <p:strVal val="visible"/>
                                      </p:to>
                                    </p:set>
                                    <p:anim calcmode="lin" valueType="num">
                                      <p:cBhvr>
                                        <p:cTn id="232" dur="500" fill="hold"/>
                                        <p:tgtEl>
                                          <p:spTgt spid="51"/>
                                        </p:tgtEl>
                                        <p:attrNameLst>
                                          <p:attrName>ppt_w</p:attrName>
                                        </p:attrNameLst>
                                      </p:cBhvr>
                                      <p:tavLst>
                                        <p:tav tm="0">
                                          <p:val>
                                            <p:fltVal val="0"/>
                                          </p:val>
                                        </p:tav>
                                        <p:tav tm="100000">
                                          <p:val>
                                            <p:strVal val="#ppt_w"/>
                                          </p:val>
                                        </p:tav>
                                      </p:tavLst>
                                    </p:anim>
                                    <p:anim calcmode="lin" valueType="num">
                                      <p:cBhvr>
                                        <p:cTn id="233" dur="500" fill="hold"/>
                                        <p:tgtEl>
                                          <p:spTgt spid="51"/>
                                        </p:tgtEl>
                                        <p:attrNameLst>
                                          <p:attrName>ppt_h</p:attrName>
                                        </p:attrNameLst>
                                      </p:cBhvr>
                                      <p:tavLst>
                                        <p:tav tm="0">
                                          <p:val>
                                            <p:fltVal val="0"/>
                                          </p:val>
                                        </p:tav>
                                        <p:tav tm="100000">
                                          <p:val>
                                            <p:strVal val="#ppt_h"/>
                                          </p:val>
                                        </p:tav>
                                      </p:tavLst>
                                    </p:anim>
                                    <p:animEffect transition="in" filter="fade">
                                      <p:cBhvr>
                                        <p:cTn id="234" dur="500"/>
                                        <p:tgtEl>
                                          <p:spTgt spid="51"/>
                                        </p:tgtEl>
                                      </p:cBhvr>
                                    </p:animEffect>
                                  </p:childTnLst>
                                </p:cTn>
                              </p:par>
                            </p:childTnLst>
                          </p:cTn>
                        </p:par>
                        <p:par>
                          <p:cTn id="235" fill="hold" nodeType="afterGroup">
                            <p:stCondLst>
                              <p:cond delay="500"/>
                            </p:stCondLst>
                            <p:childTnLst>
                              <p:par>
                                <p:cTn id="236" presetID="53" presetClass="entr" presetSubtype="16" fill="hold" grpId="0" nodeType="afterEffect">
                                  <p:stCondLst>
                                    <p:cond delay="0"/>
                                  </p:stCondLst>
                                  <p:childTnLst>
                                    <p:set>
                                      <p:cBhvr>
                                        <p:cTn id="237" dur="1" fill="hold">
                                          <p:stCondLst>
                                            <p:cond delay="0"/>
                                          </p:stCondLst>
                                        </p:cTn>
                                        <p:tgtEl>
                                          <p:spTgt spid="58"/>
                                        </p:tgtEl>
                                        <p:attrNameLst>
                                          <p:attrName>style.visibility</p:attrName>
                                        </p:attrNameLst>
                                      </p:cBhvr>
                                      <p:to>
                                        <p:strVal val="visible"/>
                                      </p:to>
                                    </p:set>
                                    <p:anim calcmode="lin" valueType="num">
                                      <p:cBhvr>
                                        <p:cTn id="238" dur="500" fill="hold"/>
                                        <p:tgtEl>
                                          <p:spTgt spid="58"/>
                                        </p:tgtEl>
                                        <p:attrNameLst>
                                          <p:attrName>ppt_w</p:attrName>
                                        </p:attrNameLst>
                                      </p:cBhvr>
                                      <p:tavLst>
                                        <p:tav tm="0">
                                          <p:val>
                                            <p:fltVal val="0"/>
                                          </p:val>
                                        </p:tav>
                                        <p:tav tm="100000">
                                          <p:val>
                                            <p:strVal val="#ppt_w"/>
                                          </p:val>
                                        </p:tav>
                                      </p:tavLst>
                                    </p:anim>
                                    <p:anim calcmode="lin" valueType="num">
                                      <p:cBhvr>
                                        <p:cTn id="239" dur="500" fill="hold"/>
                                        <p:tgtEl>
                                          <p:spTgt spid="58"/>
                                        </p:tgtEl>
                                        <p:attrNameLst>
                                          <p:attrName>ppt_h</p:attrName>
                                        </p:attrNameLst>
                                      </p:cBhvr>
                                      <p:tavLst>
                                        <p:tav tm="0">
                                          <p:val>
                                            <p:fltVal val="0"/>
                                          </p:val>
                                        </p:tav>
                                        <p:tav tm="100000">
                                          <p:val>
                                            <p:strVal val="#ppt_h"/>
                                          </p:val>
                                        </p:tav>
                                      </p:tavLst>
                                    </p:anim>
                                    <p:animEffect transition="in" filter="fade">
                                      <p:cBhvr>
                                        <p:cTn id="240" dur="500"/>
                                        <p:tgtEl>
                                          <p:spTgt spid="58"/>
                                        </p:tgtEl>
                                      </p:cBhvr>
                                    </p:animEffect>
                                  </p:childTnLst>
                                </p:cTn>
                              </p:par>
                            </p:childTnLst>
                          </p:cTn>
                        </p:par>
                        <p:par>
                          <p:cTn id="241" fill="hold" nodeType="afterGroup">
                            <p:stCondLst>
                              <p:cond delay="1000"/>
                            </p:stCondLst>
                            <p:childTnLst>
                              <p:par>
                                <p:cTn id="242" presetID="22" presetClass="entr" presetSubtype="1" fill="hold" nodeType="afterEffect">
                                  <p:stCondLst>
                                    <p:cond delay="0"/>
                                  </p:stCondLst>
                                  <p:childTnLst>
                                    <p:set>
                                      <p:cBhvr>
                                        <p:cTn id="243" dur="1" fill="hold">
                                          <p:stCondLst>
                                            <p:cond delay="0"/>
                                          </p:stCondLst>
                                        </p:cTn>
                                        <p:tgtEl>
                                          <p:spTgt spid="60"/>
                                        </p:tgtEl>
                                        <p:attrNameLst>
                                          <p:attrName>style.visibility</p:attrName>
                                        </p:attrNameLst>
                                      </p:cBhvr>
                                      <p:to>
                                        <p:strVal val="visible"/>
                                      </p:to>
                                    </p:set>
                                    <p:animEffect transition="in" filter="wipe(up)">
                                      <p:cBhvr>
                                        <p:cTn id="244" dur="250"/>
                                        <p:tgtEl>
                                          <p:spTgt spid="60"/>
                                        </p:tgtEl>
                                      </p:cBhvr>
                                    </p:animEffect>
                                  </p:childTnLst>
                                </p:cTn>
                              </p:par>
                              <p:par>
                                <p:cTn id="245" presetID="12" presetClass="entr" presetSubtype="8" fill="hold" nodeType="withEffect">
                                  <p:stCondLst>
                                    <p:cond delay="200"/>
                                  </p:stCondLst>
                                  <p:childTnLst>
                                    <p:set>
                                      <p:cBhvr>
                                        <p:cTn id="246" dur="1" fill="hold">
                                          <p:stCondLst>
                                            <p:cond delay="0"/>
                                          </p:stCondLst>
                                        </p:cTn>
                                        <p:tgtEl>
                                          <p:spTgt spid="78"/>
                                        </p:tgtEl>
                                        <p:attrNameLst>
                                          <p:attrName>style.visibility</p:attrName>
                                        </p:attrNameLst>
                                      </p:cBhvr>
                                      <p:to>
                                        <p:strVal val="visible"/>
                                      </p:to>
                                    </p:set>
                                    <p:anim calcmode="lin" valueType="num">
                                      <p:cBhvr additive="base">
                                        <p:cTn id="247" dur="500"/>
                                        <p:tgtEl>
                                          <p:spTgt spid="78"/>
                                        </p:tgtEl>
                                        <p:attrNameLst>
                                          <p:attrName>ppt_x</p:attrName>
                                        </p:attrNameLst>
                                      </p:cBhvr>
                                      <p:tavLst>
                                        <p:tav tm="0">
                                          <p:val>
                                            <p:strVal val="#ppt_x-#ppt_w*1.125000"/>
                                          </p:val>
                                        </p:tav>
                                        <p:tav tm="100000">
                                          <p:val>
                                            <p:strVal val="#ppt_x"/>
                                          </p:val>
                                        </p:tav>
                                      </p:tavLst>
                                    </p:anim>
                                    <p:animEffect transition="in" filter="wipe(right)">
                                      <p:cBhvr>
                                        <p:cTn id="248" dur="500"/>
                                        <p:tgtEl>
                                          <p:spTgt spid="78"/>
                                        </p:tgtEl>
                                      </p:cBhvr>
                                    </p:animEffect>
                                  </p:childTnLst>
                                </p:cTn>
                              </p:par>
                            </p:childTnLst>
                          </p:cTn>
                        </p:par>
                        <p:par>
                          <p:cTn id="249" fill="hold" nodeType="afterGroup">
                            <p:stCondLst>
                              <p:cond delay="1700"/>
                            </p:stCondLst>
                            <p:childTnLst>
                              <p:par>
                                <p:cTn id="250" presetID="53" presetClass="entr" presetSubtype="16" fill="hold" grpId="0" nodeType="afterEffect">
                                  <p:stCondLst>
                                    <p:cond delay="0"/>
                                  </p:stCondLst>
                                  <p:childTnLst>
                                    <p:set>
                                      <p:cBhvr>
                                        <p:cTn id="251" dur="1" fill="hold">
                                          <p:stCondLst>
                                            <p:cond delay="0"/>
                                          </p:stCondLst>
                                        </p:cTn>
                                        <p:tgtEl>
                                          <p:spTgt spid="54"/>
                                        </p:tgtEl>
                                        <p:attrNameLst>
                                          <p:attrName>style.visibility</p:attrName>
                                        </p:attrNameLst>
                                      </p:cBhvr>
                                      <p:to>
                                        <p:strVal val="visible"/>
                                      </p:to>
                                    </p:set>
                                    <p:anim calcmode="lin" valueType="num">
                                      <p:cBhvr>
                                        <p:cTn id="252" dur="500" fill="hold"/>
                                        <p:tgtEl>
                                          <p:spTgt spid="54"/>
                                        </p:tgtEl>
                                        <p:attrNameLst>
                                          <p:attrName>ppt_w</p:attrName>
                                        </p:attrNameLst>
                                      </p:cBhvr>
                                      <p:tavLst>
                                        <p:tav tm="0">
                                          <p:val>
                                            <p:fltVal val="0"/>
                                          </p:val>
                                        </p:tav>
                                        <p:tav tm="100000">
                                          <p:val>
                                            <p:strVal val="#ppt_w"/>
                                          </p:val>
                                        </p:tav>
                                      </p:tavLst>
                                    </p:anim>
                                    <p:anim calcmode="lin" valueType="num">
                                      <p:cBhvr>
                                        <p:cTn id="253" dur="500" fill="hold"/>
                                        <p:tgtEl>
                                          <p:spTgt spid="54"/>
                                        </p:tgtEl>
                                        <p:attrNameLst>
                                          <p:attrName>ppt_h</p:attrName>
                                        </p:attrNameLst>
                                      </p:cBhvr>
                                      <p:tavLst>
                                        <p:tav tm="0">
                                          <p:val>
                                            <p:fltVal val="0"/>
                                          </p:val>
                                        </p:tav>
                                        <p:tav tm="100000">
                                          <p:val>
                                            <p:strVal val="#ppt_h"/>
                                          </p:val>
                                        </p:tav>
                                      </p:tavLst>
                                    </p:anim>
                                    <p:animEffect transition="in" filter="fade">
                                      <p:cBhvr>
                                        <p:cTn id="254" dur="500"/>
                                        <p:tgtEl>
                                          <p:spTgt spid="54"/>
                                        </p:tgtEl>
                                      </p:cBhvr>
                                    </p:animEffect>
                                  </p:childTnLst>
                                </p:cTn>
                              </p:par>
                            </p:childTnLst>
                          </p:cTn>
                        </p:par>
                        <p:par>
                          <p:cTn id="255" fill="hold" nodeType="afterGroup">
                            <p:stCondLst>
                              <p:cond delay="2200"/>
                            </p:stCondLst>
                            <p:childTnLst>
                              <p:par>
                                <p:cTn id="256" presetID="22" presetClass="entr" presetSubtype="4" fill="hold" nodeType="afterEffect">
                                  <p:stCondLst>
                                    <p:cond delay="0"/>
                                  </p:stCondLst>
                                  <p:childTnLst>
                                    <p:set>
                                      <p:cBhvr>
                                        <p:cTn id="257" dur="1" fill="hold">
                                          <p:stCondLst>
                                            <p:cond delay="0"/>
                                          </p:stCondLst>
                                        </p:cTn>
                                        <p:tgtEl>
                                          <p:spTgt spid="61"/>
                                        </p:tgtEl>
                                        <p:attrNameLst>
                                          <p:attrName>style.visibility</p:attrName>
                                        </p:attrNameLst>
                                      </p:cBhvr>
                                      <p:to>
                                        <p:strVal val="visible"/>
                                      </p:to>
                                    </p:set>
                                    <p:animEffect transition="in" filter="wipe(down)">
                                      <p:cBhvr>
                                        <p:cTn id="258" dur="250"/>
                                        <p:tgtEl>
                                          <p:spTgt spid="61"/>
                                        </p:tgtEl>
                                      </p:cBhvr>
                                    </p:animEffect>
                                  </p:childTnLst>
                                </p:cTn>
                              </p:par>
                            </p:childTnLst>
                          </p:cTn>
                        </p:par>
                        <p:par>
                          <p:cTn id="259" fill="hold" nodeType="afterGroup">
                            <p:stCondLst>
                              <p:cond delay="2450"/>
                            </p:stCondLst>
                            <p:childTnLst>
                              <p:par>
                                <p:cTn id="260" presetID="12" presetClass="entr" presetSubtype="8" fill="hold" nodeType="afterEffect">
                                  <p:stCondLst>
                                    <p:cond delay="0"/>
                                  </p:stCondLst>
                                  <p:childTnLst>
                                    <p:set>
                                      <p:cBhvr>
                                        <p:cTn id="261" dur="1" fill="hold">
                                          <p:stCondLst>
                                            <p:cond delay="0"/>
                                          </p:stCondLst>
                                        </p:cTn>
                                        <p:tgtEl>
                                          <p:spTgt spid="79"/>
                                        </p:tgtEl>
                                        <p:attrNameLst>
                                          <p:attrName>style.visibility</p:attrName>
                                        </p:attrNameLst>
                                      </p:cBhvr>
                                      <p:to>
                                        <p:strVal val="visible"/>
                                      </p:to>
                                    </p:set>
                                    <p:anim calcmode="lin" valueType="num">
                                      <p:cBhvr additive="base">
                                        <p:cTn id="262" dur="500"/>
                                        <p:tgtEl>
                                          <p:spTgt spid="79"/>
                                        </p:tgtEl>
                                        <p:attrNameLst>
                                          <p:attrName>ppt_x</p:attrName>
                                        </p:attrNameLst>
                                      </p:cBhvr>
                                      <p:tavLst>
                                        <p:tav tm="0">
                                          <p:val>
                                            <p:strVal val="#ppt_x-#ppt_w*1.125000"/>
                                          </p:val>
                                        </p:tav>
                                        <p:tav tm="100000">
                                          <p:val>
                                            <p:strVal val="#ppt_x"/>
                                          </p:val>
                                        </p:tav>
                                      </p:tavLst>
                                    </p:anim>
                                    <p:animEffect transition="in" filter="wipe(right)">
                                      <p:cBhvr>
                                        <p:cTn id="263" dur="500"/>
                                        <p:tgtEl>
                                          <p:spTgt spid="79"/>
                                        </p:tgtEl>
                                      </p:cBhvr>
                                    </p:animEffect>
                                  </p:childTnLst>
                                </p:cTn>
                              </p:par>
                            </p:childTnLst>
                          </p:cTn>
                        </p:par>
                        <p:par>
                          <p:cTn id="264" fill="hold" nodeType="afterGroup">
                            <p:stCondLst>
                              <p:cond delay="2950"/>
                            </p:stCondLst>
                            <p:childTnLst>
                              <p:par>
                                <p:cTn id="265" presetID="53" presetClass="entr" presetSubtype="16" fill="hold" grpId="0" nodeType="afterEffect">
                                  <p:stCondLst>
                                    <p:cond delay="0"/>
                                  </p:stCondLst>
                                  <p:childTnLst>
                                    <p:set>
                                      <p:cBhvr>
                                        <p:cTn id="266" dur="1" fill="hold">
                                          <p:stCondLst>
                                            <p:cond delay="0"/>
                                          </p:stCondLst>
                                        </p:cTn>
                                        <p:tgtEl>
                                          <p:spTgt spid="55"/>
                                        </p:tgtEl>
                                        <p:attrNameLst>
                                          <p:attrName>style.visibility</p:attrName>
                                        </p:attrNameLst>
                                      </p:cBhvr>
                                      <p:to>
                                        <p:strVal val="visible"/>
                                      </p:to>
                                    </p:set>
                                    <p:anim calcmode="lin" valueType="num">
                                      <p:cBhvr>
                                        <p:cTn id="267" dur="500" fill="hold"/>
                                        <p:tgtEl>
                                          <p:spTgt spid="55"/>
                                        </p:tgtEl>
                                        <p:attrNameLst>
                                          <p:attrName>ppt_w</p:attrName>
                                        </p:attrNameLst>
                                      </p:cBhvr>
                                      <p:tavLst>
                                        <p:tav tm="0">
                                          <p:val>
                                            <p:fltVal val="0"/>
                                          </p:val>
                                        </p:tav>
                                        <p:tav tm="100000">
                                          <p:val>
                                            <p:strVal val="#ppt_w"/>
                                          </p:val>
                                        </p:tav>
                                      </p:tavLst>
                                    </p:anim>
                                    <p:anim calcmode="lin" valueType="num">
                                      <p:cBhvr>
                                        <p:cTn id="268" dur="500" fill="hold"/>
                                        <p:tgtEl>
                                          <p:spTgt spid="55"/>
                                        </p:tgtEl>
                                        <p:attrNameLst>
                                          <p:attrName>ppt_h</p:attrName>
                                        </p:attrNameLst>
                                      </p:cBhvr>
                                      <p:tavLst>
                                        <p:tav tm="0">
                                          <p:val>
                                            <p:fltVal val="0"/>
                                          </p:val>
                                        </p:tav>
                                        <p:tav tm="100000">
                                          <p:val>
                                            <p:strVal val="#ppt_h"/>
                                          </p:val>
                                        </p:tav>
                                      </p:tavLst>
                                    </p:anim>
                                    <p:animEffect transition="in" filter="fade">
                                      <p:cBhvr>
                                        <p:cTn id="269" dur="500"/>
                                        <p:tgtEl>
                                          <p:spTgt spid="55"/>
                                        </p:tgtEl>
                                      </p:cBhvr>
                                    </p:animEffect>
                                  </p:childTnLst>
                                </p:cTn>
                              </p:par>
                            </p:childTnLst>
                          </p:cTn>
                        </p:par>
                        <p:par>
                          <p:cTn id="270" fill="hold" nodeType="afterGroup">
                            <p:stCondLst>
                              <p:cond delay="3450"/>
                            </p:stCondLst>
                            <p:childTnLst>
                              <p:par>
                                <p:cTn id="271" presetID="22" presetClass="entr" presetSubtype="1" fill="hold" nodeType="afterEffect">
                                  <p:stCondLst>
                                    <p:cond delay="0"/>
                                  </p:stCondLst>
                                  <p:childTnLst>
                                    <p:set>
                                      <p:cBhvr>
                                        <p:cTn id="272" dur="1" fill="hold">
                                          <p:stCondLst>
                                            <p:cond delay="0"/>
                                          </p:stCondLst>
                                        </p:cTn>
                                        <p:tgtEl>
                                          <p:spTgt spid="64"/>
                                        </p:tgtEl>
                                        <p:attrNameLst>
                                          <p:attrName>style.visibility</p:attrName>
                                        </p:attrNameLst>
                                      </p:cBhvr>
                                      <p:to>
                                        <p:strVal val="visible"/>
                                      </p:to>
                                    </p:set>
                                    <p:animEffect transition="in" filter="wipe(up)">
                                      <p:cBhvr>
                                        <p:cTn id="273" dur="250"/>
                                        <p:tgtEl>
                                          <p:spTgt spid="64"/>
                                        </p:tgtEl>
                                      </p:cBhvr>
                                    </p:animEffect>
                                  </p:childTnLst>
                                </p:cTn>
                              </p:par>
                            </p:childTnLst>
                          </p:cTn>
                        </p:par>
                        <p:par>
                          <p:cTn id="274" fill="hold" nodeType="afterGroup">
                            <p:stCondLst>
                              <p:cond delay="3700"/>
                            </p:stCondLst>
                            <p:childTnLst>
                              <p:par>
                                <p:cTn id="275" presetID="12" presetClass="entr" presetSubtype="8" fill="hold" nodeType="afterEffect">
                                  <p:stCondLst>
                                    <p:cond delay="0"/>
                                  </p:stCondLst>
                                  <p:childTnLst>
                                    <p:set>
                                      <p:cBhvr>
                                        <p:cTn id="276" dur="1" fill="hold">
                                          <p:stCondLst>
                                            <p:cond delay="0"/>
                                          </p:stCondLst>
                                        </p:cTn>
                                        <p:tgtEl>
                                          <p:spTgt spid="80"/>
                                        </p:tgtEl>
                                        <p:attrNameLst>
                                          <p:attrName>style.visibility</p:attrName>
                                        </p:attrNameLst>
                                      </p:cBhvr>
                                      <p:to>
                                        <p:strVal val="visible"/>
                                      </p:to>
                                    </p:set>
                                    <p:anim calcmode="lin" valueType="num">
                                      <p:cBhvr additive="base">
                                        <p:cTn id="277" dur="500"/>
                                        <p:tgtEl>
                                          <p:spTgt spid="80"/>
                                        </p:tgtEl>
                                        <p:attrNameLst>
                                          <p:attrName>ppt_x</p:attrName>
                                        </p:attrNameLst>
                                      </p:cBhvr>
                                      <p:tavLst>
                                        <p:tav tm="0">
                                          <p:val>
                                            <p:strVal val="#ppt_x-#ppt_w*1.125000"/>
                                          </p:val>
                                        </p:tav>
                                        <p:tav tm="100000">
                                          <p:val>
                                            <p:strVal val="#ppt_x"/>
                                          </p:val>
                                        </p:tav>
                                      </p:tavLst>
                                    </p:anim>
                                    <p:animEffect transition="in" filter="wipe(right)">
                                      <p:cBhvr>
                                        <p:cTn id="278" dur="500"/>
                                        <p:tgtEl>
                                          <p:spTgt spid="80"/>
                                        </p:tgtEl>
                                      </p:cBhvr>
                                    </p:animEffect>
                                  </p:childTnLst>
                                </p:cTn>
                              </p:par>
                            </p:childTnLst>
                          </p:cTn>
                        </p:par>
                        <p:par>
                          <p:cTn id="279" fill="hold" nodeType="afterGroup">
                            <p:stCondLst>
                              <p:cond delay="4200"/>
                            </p:stCondLst>
                            <p:childTnLst>
                              <p:par>
                                <p:cTn id="280" presetID="53" presetClass="entr" presetSubtype="16" fill="hold" grpId="0" nodeType="afterEffect">
                                  <p:stCondLst>
                                    <p:cond delay="0"/>
                                  </p:stCondLst>
                                  <p:childTnLst>
                                    <p:set>
                                      <p:cBhvr>
                                        <p:cTn id="281" dur="1" fill="hold">
                                          <p:stCondLst>
                                            <p:cond delay="0"/>
                                          </p:stCondLst>
                                        </p:cTn>
                                        <p:tgtEl>
                                          <p:spTgt spid="56"/>
                                        </p:tgtEl>
                                        <p:attrNameLst>
                                          <p:attrName>style.visibility</p:attrName>
                                        </p:attrNameLst>
                                      </p:cBhvr>
                                      <p:to>
                                        <p:strVal val="visible"/>
                                      </p:to>
                                    </p:set>
                                    <p:anim calcmode="lin" valueType="num">
                                      <p:cBhvr>
                                        <p:cTn id="282" dur="500" fill="hold"/>
                                        <p:tgtEl>
                                          <p:spTgt spid="56"/>
                                        </p:tgtEl>
                                        <p:attrNameLst>
                                          <p:attrName>ppt_w</p:attrName>
                                        </p:attrNameLst>
                                      </p:cBhvr>
                                      <p:tavLst>
                                        <p:tav tm="0">
                                          <p:val>
                                            <p:fltVal val="0"/>
                                          </p:val>
                                        </p:tav>
                                        <p:tav tm="100000">
                                          <p:val>
                                            <p:strVal val="#ppt_w"/>
                                          </p:val>
                                        </p:tav>
                                      </p:tavLst>
                                    </p:anim>
                                    <p:anim calcmode="lin" valueType="num">
                                      <p:cBhvr>
                                        <p:cTn id="283" dur="500" fill="hold"/>
                                        <p:tgtEl>
                                          <p:spTgt spid="56"/>
                                        </p:tgtEl>
                                        <p:attrNameLst>
                                          <p:attrName>ppt_h</p:attrName>
                                        </p:attrNameLst>
                                      </p:cBhvr>
                                      <p:tavLst>
                                        <p:tav tm="0">
                                          <p:val>
                                            <p:fltVal val="0"/>
                                          </p:val>
                                        </p:tav>
                                        <p:tav tm="100000">
                                          <p:val>
                                            <p:strVal val="#ppt_h"/>
                                          </p:val>
                                        </p:tav>
                                      </p:tavLst>
                                    </p:anim>
                                    <p:animEffect transition="in" filter="fade">
                                      <p:cBhvr>
                                        <p:cTn id="284" dur="500"/>
                                        <p:tgtEl>
                                          <p:spTgt spid="56"/>
                                        </p:tgtEl>
                                      </p:cBhvr>
                                    </p:animEffect>
                                  </p:childTnLst>
                                </p:cTn>
                              </p:par>
                            </p:childTnLst>
                          </p:cTn>
                        </p:par>
                        <p:par>
                          <p:cTn id="285" fill="hold" nodeType="afterGroup">
                            <p:stCondLst>
                              <p:cond delay="4700"/>
                            </p:stCondLst>
                            <p:childTnLst>
                              <p:par>
                                <p:cTn id="286" presetID="22" presetClass="entr" presetSubtype="4" fill="hold" nodeType="afterEffect">
                                  <p:stCondLst>
                                    <p:cond delay="0"/>
                                  </p:stCondLst>
                                  <p:childTnLst>
                                    <p:set>
                                      <p:cBhvr>
                                        <p:cTn id="287" dur="1" fill="hold">
                                          <p:stCondLst>
                                            <p:cond delay="0"/>
                                          </p:stCondLst>
                                        </p:cTn>
                                        <p:tgtEl>
                                          <p:spTgt spid="65"/>
                                        </p:tgtEl>
                                        <p:attrNameLst>
                                          <p:attrName>style.visibility</p:attrName>
                                        </p:attrNameLst>
                                      </p:cBhvr>
                                      <p:to>
                                        <p:strVal val="visible"/>
                                      </p:to>
                                    </p:set>
                                    <p:animEffect transition="in" filter="wipe(down)">
                                      <p:cBhvr>
                                        <p:cTn id="288" dur="250"/>
                                        <p:tgtEl>
                                          <p:spTgt spid="65"/>
                                        </p:tgtEl>
                                      </p:cBhvr>
                                    </p:animEffect>
                                  </p:childTnLst>
                                </p:cTn>
                              </p:par>
                            </p:childTnLst>
                          </p:cTn>
                        </p:par>
                        <p:par>
                          <p:cTn id="289" fill="hold" nodeType="afterGroup">
                            <p:stCondLst>
                              <p:cond delay="4950"/>
                            </p:stCondLst>
                            <p:childTnLst>
                              <p:par>
                                <p:cTn id="290" presetID="12" presetClass="entr" presetSubtype="8" fill="hold" nodeType="afterEffect">
                                  <p:stCondLst>
                                    <p:cond delay="0"/>
                                  </p:stCondLst>
                                  <p:childTnLst>
                                    <p:set>
                                      <p:cBhvr>
                                        <p:cTn id="291" dur="1" fill="hold">
                                          <p:stCondLst>
                                            <p:cond delay="0"/>
                                          </p:stCondLst>
                                        </p:cTn>
                                        <p:tgtEl>
                                          <p:spTgt spid="81"/>
                                        </p:tgtEl>
                                        <p:attrNameLst>
                                          <p:attrName>style.visibility</p:attrName>
                                        </p:attrNameLst>
                                      </p:cBhvr>
                                      <p:to>
                                        <p:strVal val="visible"/>
                                      </p:to>
                                    </p:set>
                                    <p:anim calcmode="lin" valueType="num">
                                      <p:cBhvr additive="base">
                                        <p:cTn id="292" dur="500"/>
                                        <p:tgtEl>
                                          <p:spTgt spid="81"/>
                                        </p:tgtEl>
                                        <p:attrNameLst>
                                          <p:attrName>ppt_x</p:attrName>
                                        </p:attrNameLst>
                                      </p:cBhvr>
                                      <p:tavLst>
                                        <p:tav tm="0">
                                          <p:val>
                                            <p:strVal val="#ppt_x-#ppt_w*1.125000"/>
                                          </p:val>
                                        </p:tav>
                                        <p:tav tm="100000">
                                          <p:val>
                                            <p:strVal val="#ppt_x"/>
                                          </p:val>
                                        </p:tav>
                                      </p:tavLst>
                                    </p:anim>
                                    <p:animEffect transition="in" filter="wipe(right)">
                                      <p:cBhvr>
                                        <p:cTn id="293" dur="500"/>
                                        <p:tgtEl>
                                          <p:spTgt spid="81"/>
                                        </p:tgtEl>
                                      </p:cBhvr>
                                    </p:animEffect>
                                  </p:childTnLst>
                                </p:cTn>
                              </p:par>
                            </p:childTnLst>
                          </p:cTn>
                        </p:par>
                        <p:par>
                          <p:cTn id="294" fill="hold" nodeType="afterGroup">
                            <p:stCondLst>
                              <p:cond delay="5450"/>
                            </p:stCondLst>
                            <p:childTnLst>
                              <p:par>
                                <p:cTn id="295" presetID="53" presetClass="entr" presetSubtype="16" fill="hold" grpId="0" nodeType="afterEffect">
                                  <p:stCondLst>
                                    <p:cond delay="0"/>
                                  </p:stCondLst>
                                  <p:childTnLst>
                                    <p:set>
                                      <p:cBhvr>
                                        <p:cTn id="296" dur="1" fill="hold">
                                          <p:stCondLst>
                                            <p:cond delay="0"/>
                                          </p:stCondLst>
                                        </p:cTn>
                                        <p:tgtEl>
                                          <p:spTgt spid="57"/>
                                        </p:tgtEl>
                                        <p:attrNameLst>
                                          <p:attrName>style.visibility</p:attrName>
                                        </p:attrNameLst>
                                      </p:cBhvr>
                                      <p:to>
                                        <p:strVal val="visible"/>
                                      </p:to>
                                    </p:set>
                                    <p:anim calcmode="lin" valueType="num">
                                      <p:cBhvr>
                                        <p:cTn id="297" dur="500" fill="hold"/>
                                        <p:tgtEl>
                                          <p:spTgt spid="57"/>
                                        </p:tgtEl>
                                        <p:attrNameLst>
                                          <p:attrName>ppt_w</p:attrName>
                                        </p:attrNameLst>
                                      </p:cBhvr>
                                      <p:tavLst>
                                        <p:tav tm="0">
                                          <p:val>
                                            <p:fltVal val="0"/>
                                          </p:val>
                                        </p:tav>
                                        <p:tav tm="100000">
                                          <p:val>
                                            <p:strVal val="#ppt_w"/>
                                          </p:val>
                                        </p:tav>
                                      </p:tavLst>
                                    </p:anim>
                                    <p:anim calcmode="lin" valueType="num">
                                      <p:cBhvr>
                                        <p:cTn id="298" dur="500" fill="hold"/>
                                        <p:tgtEl>
                                          <p:spTgt spid="57"/>
                                        </p:tgtEl>
                                        <p:attrNameLst>
                                          <p:attrName>ppt_h</p:attrName>
                                        </p:attrNameLst>
                                      </p:cBhvr>
                                      <p:tavLst>
                                        <p:tav tm="0">
                                          <p:val>
                                            <p:fltVal val="0"/>
                                          </p:val>
                                        </p:tav>
                                        <p:tav tm="100000">
                                          <p:val>
                                            <p:strVal val="#ppt_h"/>
                                          </p:val>
                                        </p:tav>
                                      </p:tavLst>
                                    </p:anim>
                                    <p:animEffect transition="in" filter="fade">
                                      <p:cBhvr>
                                        <p:cTn id="299" dur="500"/>
                                        <p:tgtEl>
                                          <p:spTgt spid="57"/>
                                        </p:tgtEl>
                                      </p:cBhvr>
                                    </p:animEffect>
                                  </p:childTnLst>
                                </p:cTn>
                              </p:par>
                            </p:childTnLst>
                          </p:cTn>
                        </p:par>
                        <p:par>
                          <p:cTn id="300" fill="hold" nodeType="afterGroup">
                            <p:stCondLst>
                              <p:cond delay="5950"/>
                            </p:stCondLst>
                            <p:childTnLst>
                              <p:par>
                                <p:cTn id="301" presetID="22" presetClass="entr" presetSubtype="1" fill="hold" nodeType="afterEffect">
                                  <p:stCondLst>
                                    <p:cond delay="0"/>
                                  </p:stCondLst>
                                  <p:childTnLst>
                                    <p:set>
                                      <p:cBhvr>
                                        <p:cTn id="302" dur="1" fill="hold">
                                          <p:stCondLst>
                                            <p:cond delay="0"/>
                                          </p:stCondLst>
                                        </p:cTn>
                                        <p:tgtEl>
                                          <p:spTgt spid="66"/>
                                        </p:tgtEl>
                                        <p:attrNameLst>
                                          <p:attrName>style.visibility</p:attrName>
                                        </p:attrNameLst>
                                      </p:cBhvr>
                                      <p:to>
                                        <p:strVal val="visible"/>
                                      </p:to>
                                    </p:set>
                                    <p:animEffect transition="in" filter="wipe(up)">
                                      <p:cBhvr>
                                        <p:cTn id="303" dur="250"/>
                                        <p:tgtEl>
                                          <p:spTgt spid="66"/>
                                        </p:tgtEl>
                                      </p:cBhvr>
                                    </p:animEffect>
                                  </p:childTnLst>
                                </p:cTn>
                              </p:par>
                            </p:childTnLst>
                          </p:cTn>
                        </p:par>
                        <p:par>
                          <p:cTn id="304" fill="hold" nodeType="afterGroup">
                            <p:stCondLst>
                              <p:cond delay="6200"/>
                            </p:stCondLst>
                            <p:childTnLst>
                              <p:par>
                                <p:cTn id="305" presetID="12" presetClass="entr" presetSubtype="2" fill="hold" nodeType="after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500"/>
                                        <p:tgtEl>
                                          <p:spTgt spid="82"/>
                                        </p:tgtEl>
                                        <p:attrNameLst>
                                          <p:attrName>ppt_x</p:attrName>
                                        </p:attrNameLst>
                                      </p:cBhvr>
                                      <p:tavLst>
                                        <p:tav tm="0">
                                          <p:val>
                                            <p:strVal val="#ppt_x+#ppt_w*1.125000"/>
                                          </p:val>
                                        </p:tav>
                                        <p:tav tm="100000">
                                          <p:val>
                                            <p:strVal val="#ppt_x"/>
                                          </p:val>
                                        </p:tav>
                                      </p:tavLst>
                                    </p:anim>
                                    <p:animEffect transition="in" filter="wipe(left)">
                                      <p:cBhvr>
                                        <p:cTn id="30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4" grpId="0" animBg="1"/>
      <p:bldP spid="55" grpId="0" animBg="1"/>
      <p:bldP spid="56" grpId="0" animBg="1"/>
      <p:bldP spid="57" grpId="0" animBg="1"/>
      <p:bldP spid="58"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灯片编号占位符 1"/>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55"/>
              </a:spcBef>
              <a:buFont typeface="Arial" charset="0"/>
              <a:buChar char="•"/>
              <a:defRPr sz="2953">
                <a:solidFill>
                  <a:schemeClr val="tx1"/>
                </a:solidFill>
                <a:latin typeface="微软雅黑 Light" pitchFamily="34" charset="-122"/>
                <a:ea typeface="微软雅黑 Light" pitchFamily="34" charset="-122"/>
              </a:defRPr>
            </a:lvl1pPr>
            <a:lvl2pPr marL="783515" indent="-301352">
              <a:lnSpc>
                <a:spcPct val="90000"/>
              </a:lnSpc>
              <a:spcBef>
                <a:spcPts val="527"/>
              </a:spcBef>
              <a:buFont typeface="Arial" charset="0"/>
              <a:buChar char="•"/>
              <a:defRPr sz="2531">
                <a:solidFill>
                  <a:schemeClr val="tx1"/>
                </a:solidFill>
                <a:latin typeface="微软雅黑 Light" pitchFamily="34" charset="-122"/>
                <a:ea typeface="微软雅黑 Light" pitchFamily="34" charset="-122"/>
              </a:defRPr>
            </a:lvl2pPr>
            <a:lvl3pPr marL="1205408" indent="-241082">
              <a:lnSpc>
                <a:spcPct val="90000"/>
              </a:lnSpc>
              <a:spcBef>
                <a:spcPts val="527"/>
              </a:spcBef>
              <a:buFont typeface="Arial" charset="0"/>
              <a:buChar char="•"/>
              <a:defRPr sz="2109">
                <a:solidFill>
                  <a:schemeClr val="tx1"/>
                </a:solidFill>
                <a:latin typeface="微软雅黑 Light" pitchFamily="34" charset="-122"/>
                <a:ea typeface="微软雅黑 Light" pitchFamily="34" charset="-122"/>
              </a:defRPr>
            </a:lvl3pPr>
            <a:lvl4pPr marL="1687571"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4pPr>
            <a:lvl5pPr marL="2169734" indent="-241082">
              <a:lnSpc>
                <a:spcPct val="90000"/>
              </a:lnSpc>
              <a:spcBef>
                <a:spcPts val="527"/>
              </a:spcBef>
              <a:buFont typeface="Arial" charset="0"/>
              <a:buChar char="•"/>
              <a:defRPr>
                <a:solidFill>
                  <a:schemeClr val="tx1"/>
                </a:solidFill>
                <a:latin typeface="微软雅黑 Light" pitchFamily="34" charset="-122"/>
                <a:ea typeface="微软雅黑 Light" pitchFamily="34" charset="-122"/>
              </a:defRPr>
            </a:lvl5pPr>
            <a:lvl6pPr marL="265189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6pPr>
            <a:lvl7pPr marL="3134060"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7pPr>
            <a:lvl8pPr marL="3616223"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8pPr>
            <a:lvl9pPr marL="4098387" indent="-241082" eaLnBrk="0" fontAlgn="base" hangingPunct="0">
              <a:lnSpc>
                <a:spcPct val="90000"/>
              </a:lnSpc>
              <a:spcBef>
                <a:spcPts val="527"/>
              </a:spcBef>
              <a:spcAft>
                <a:spcPct val="0"/>
              </a:spcAft>
              <a:buFont typeface="Arial" charset="0"/>
              <a:buChar char="•"/>
              <a:defRPr>
                <a:solidFill>
                  <a:schemeClr val="tx1"/>
                </a:solidFill>
                <a:latin typeface="微软雅黑 Light" pitchFamily="34" charset="-122"/>
                <a:ea typeface="微软雅黑 Light" pitchFamily="34" charset="-122"/>
              </a:defRPr>
            </a:lvl9pPr>
          </a:lstStyle>
          <a:p>
            <a:pPr>
              <a:lnSpc>
                <a:spcPct val="100000"/>
              </a:lnSpc>
              <a:spcBef>
                <a:spcPct val="0"/>
              </a:spcBef>
              <a:buFontTx/>
              <a:buNone/>
            </a:pPr>
            <a:fld id="{96277B1A-69CA-4DD3-BA2E-13120097D92D}" type="slidenum">
              <a:rPr lang="zh-CN" altLang="en-US" sz="1266">
                <a:solidFill>
                  <a:schemeClr val="bg1"/>
                </a:solidFill>
                <a:latin typeface="Century Gothic" pitchFamily="34" charset="0"/>
                <a:ea typeface="微软雅黑" pitchFamily="34" charset="-122"/>
              </a:rPr>
              <a:pPr>
                <a:lnSpc>
                  <a:spcPct val="100000"/>
                </a:lnSpc>
                <a:spcBef>
                  <a:spcPct val="0"/>
                </a:spcBef>
                <a:buFontTx/>
                <a:buNone/>
              </a:pPr>
              <a:t>98</a:t>
            </a:fld>
            <a:endParaRPr lang="zh-CN" altLang="en-US" sz="1266">
              <a:solidFill>
                <a:schemeClr val="bg1"/>
              </a:solidFill>
              <a:latin typeface="Century Gothic" pitchFamily="34" charset="0"/>
              <a:ea typeface="微软雅黑" pitchFamily="34" charset="-122"/>
            </a:endParaRPr>
          </a:p>
        </p:txBody>
      </p:sp>
      <p:sp>
        <p:nvSpPr>
          <p:cNvPr id="4" name="矩形 3"/>
          <p:cNvSpPr/>
          <p:nvPr/>
        </p:nvSpPr>
        <p:spPr bwMode="auto">
          <a:xfrm>
            <a:off x="353" y="256157"/>
            <a:ext cx="423579" cy="487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椭圆 5"/>
          <p:cNvSpPr/>
          <p:nvPr/>
        </p:nvSpPr>
        <p:spPr>
          <a:xfrm rot="247877">
            <a:off x="5419818" y="2379073"/>
            <a:ext cx="93757" cy="937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7" name="椭圆 6"/>
          <p:cNvSpPr/>
          <p:nvPr/>
        </p:nvSpPr>
        <p:spPr>
          <a:xfrm rot="10800000">
            <a:off x="5752988" y="5958566"/>
            <a:ext cx="200907" cy="20090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8" name="椭圆 7"/>
          <p:cNvSpPr/>
          <p:nvPr/>
        </p:nvSpPr>
        <p:spPr>
          <a:xfrm rot="10800000">
            <a:off x="5352849" y="5325709"/>
            <a:ext cx="391769" cy="39176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9" name="椭圆 8"/>
          <p:cNvSpPr/>
          <p:nvPr/>
        </p:nvSpPr>
        <p:spPr>
          <a:xfrm rot="10800000">
            <a:off x="5642489" y="3176005"/>
            <a:ext cx="202582" cy="2025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0" name="椭圆 9"/>
          <p:cNvSpPr/>
          <p:nvPr/>
        </p:nvSpPr>
        <p:spPr>
          <a:xfrm rot="10800000">
            <a:off x="5185427" y="2558215"/>
            <a:ext cx="512313" cy="512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1" name="椭圆 10"/>
          <p:cNvSpPr/>
          <p:nvPr/>
        </p:nvSpPr>
        <p:spPr>
          <a:xfrm rot="10800000">
            <a:off x="5632444" y="2290339"/>
            <a:ext cx="321451" cy="32145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2" name="椭圆 11"/>
          <p:cNvSpPr/>
          <p:nvPr/>
        </p:nvSpPr>
        <p:spPr>
          <a:xfrm rot="10800000">
            <a:off x="6655396" y="870597"/>
            <a:ext cx="421905" cy="42190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3" name="椭圆 12"/>
          <p:cNvSpPr/>
          <p:nvPr/>
        </p:nvSpPr>
        <p:spPr>
          <a:xfrm rot="247877" flipH="1">
            <a:off x="6419330" y="6285039"/>
            <a:ext cx="102128" cy="10380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4" name="椭圆 13"/>
          <p:cNvSpPr/>
          <p:nvPr/>
        </p:nvSpPr>
        <p:spPr>
          <a:xfrm rot="10800000">
            <a:off x="7152640" y="3735195"/>
            <a:ext cx="426928" cy="42692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5" name="椭圆 14"/>
          <p:cNvSpPr/>
          <p:nvPr/>
        </p:nvSpPr>
        <p:spPr>
          <a:xfrm rot="10800000">
            <a:off x="6216749" y="6452462"/>
            <a:ext cx="572585" cy="57258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17" name="椭圆 16"/>
          <p:cNvSpPr/>
          <p:nvPr/>
        </p:nvSpPr>
        <p:spPr>
          <a:xfrm>
            <a:off x="5614028" y="1166935"/>
            <a:ext cx="1145170" cy="1145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20" name="椭圆 19"/>
          <p:cNvSpPr/>
          <p:nvPr/>
        </p:nvSpPr>
        <p:spPr>
          <a:xfrm>
            <a:off x="5896972" y="2312105"/>
            <a:ext cx="1443182" cy="144318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2531">
              <a:latin typeface="Century Gothic" panose="020B0502020202020204" pitchFamily="34" charset="0"/>
            </a:endParaRPr>
          </a:p>
        </p:txBody>
      </p:sp>
      <p:sp>
        <p:nvSpPr>
          <p:cNvPr id="23" name="椭圆 22"/>
          <p:cNvSpPr/>
          <p:nvPr/>
        </p:nvSpPr>
        <p:spPr>
          <a:xfrm>
            <a:off x="5173707" y="3520895"/>
            <a:ext cx="1615627" cy="161395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1476">
              <a:latin typeface="Century Gothic" panose="020B0502020202020204" pitchFamily="34" charset="0"/>
            </a:endParaRPr>
          </a:p>
        </p:txBody>
      </p:sp>
      <p:sp>
        <p:nvSpPr>
          <p:cNvPr id="26" name="椭圆 25"/>
          <p:cNvSpPr/>
          <p:nvPr/>
        </p:nvSpPr>
        <p:spPr>
          <a:xfrm>
            <a:off x="6056023" y="5049461"/>
            <a:ext cx="1145170" cy="114517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pic>
        <p:nvPicPr>
          <p:cNvPr id="28" name="图片 27"/>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5626012" y="2210001"/>
            <a:ext cx="1526679" cy="1526679"/>
          </a:xfrm>
          <a:custGeom>
            <a:avLst/>
            <a:gdLst>
              <a:gd name="connsiteX0" fmla="*/ 893600 w 1787200"/>
              <a:gd name="connsiteY0" fmla="*/ 0 h 1787200"/>
              <a:gd name="connsiteX1" fmla="*/ 1787200 w 1787200"/>
              <a:gd name="connsiteY1" fmla="*/ 893600 h 1787200"/>
              <a:gd name="connsiteX2" fmla="*/ 893600 w 1787200"/>
              <a:gd name="connsiteY2" fmla="*/ 1787200 h 1787200"/>
              <a:gd name="connsiteX3" fmla="*/ 0 w 1787200"/>
              <a:gd name="connsiteY3" fmla="*/ 893600 h 1787200"/>
              <a:gd name="connsiteX4" fmla="*/ 893600 w 1787200"/>
              <a:gd name="connsiteY4" fmla="*/ 0 h 178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200" h="1787200">
                <a:moveTo>
                  <a:pt x="893600" y="0"/>
                </a:moveTo>
                <a:cubicBezTo>
                  <a:pt x="1387122" y="0"/>
                  <a:pt x="1787200" y="400078"/>
                  <a:pt x="1787200" y="893600"/>
                </a:cubicBezTo>
                <a:cubicBezTo>
                  <a:pt x="1787200" y="1387122"/>
                  <a:pt x="1387122" y="1787200"/>
                  <a:pt x="893600" y="1787200"/>
                </a:cubicBezTo>
                <a:cubicBezTo>
                  <a:pt x="400078" y="1787200"/>
                  <a:pt x="0" y="1387122"/>
                  <a:pt x="0" y="893600"/>
                </a:cubicBezTo>
                <a:cubicBezTo>
                  <a:pt x="0" y="400078"/>
                  <a:pt x="400078" y="0"/>
                  <a:pt x="893600" y="0"/>
                </a:cubicBezTo>
                <a:close/>
              </a:path>
            </a:pathLst>
          </a:custGeom>
        </p:spPr>
      </p:pic>
      <p:pic>
        <p:nvPicPr>
          <p:cNvPr id="30" name="图片 29"/>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5250065" y="3954253"/>
            <a:ext cx="1215824" cy="1215824"/>
          </a:xfrm>
          <a:custGeom>
            <a:avLst/>
            <a:gdLst>
              <a:gd name="connsiteX0" fmla="*/ 893600 w 1787200"/>
              <a:gd name="connsiteY0" fmla="*/ 0 h 1787200"/>
              <a:gd name="connsiteX1" fmla="*/ 1787200 w 1787200"/>
              <a:gd name="connsiteY1" fmla="*/ 893600 h 1787200"/>
              <a:gd name="connsiteX2" fmla="*/ 893600 w 1787200"/>
              <a:gd name="connsiteY2" fmla="*/ 1787200 h 1787200"/>
              <a:gd name="connsiteX3" fmla="*/ 0 w 1787200"/>
              <a:gd name="connsiteY3" fmla="*/ 893600 h 1787200"/>
              <a:gd name="connsiteX4" fmla="*/ 893600 w 1787200"/>
              <a:gd name="connsiteY4" fmla="*/ 0 h 178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200" h="1787200">
                <a:moveTo>
                  <a:pt x="893600" y="0"/>
                </a:moveTo>
                <a:cubicBezTo>
                  <a:pt x="1387122" y="0"/>
                  <a:pt x="1787200" y="400078"/>
                  <a:pt x="1787200" y="893600"/>
                </a:cubicBezTo>
                <a:cubicBezTo>
                  <a:pt x="1787200" y="1387122"/>
                  <a:pt x="1387122" y="1787200"/>
                  <a:pt x="893600" y="1787200"/>
                </a:cubicBezTo>
                <a:cubicBezTo>
                  <a:pt x="400078" y="1787200"/>
                  <a:pt x="0" y="1387122"/>
                  <a:pt x="0" y="893600"/>
                </a:cubicBezTo>
                <a:cubicBezTo>
                  <a:pt x="0" y="400078"/>
                  <a:pt x="400078" y="0"/>
                  <a:pt x="893600" y="0"/>
                </a:cubicBezTo>
                <a:close/>
              </a:path>
            </a:pathLst>
          </a:custGeom>
        </p:spPr>
      </p:pic>
      <p:pic>
        <p:nvPicPr>
          <p:cNvPr id="31" name="图片 30"/>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5594557" y="5035455"/>
            <a:ext cx="1526679" cy="1526679"/>
          </a:xfrm>
          <a:custGeom>
            <a:avLst/>
            <a:gdLst>
              <a:gd name="connsiteX0" fmla="*/ 893600 w 1787200"/>
              <a:gd name="connsiteY0" fmla="*/ 0 h 1787200"/>
              <a:gd name="connsiteX1" fmla="*/ 1787200 w 1787200"/>
              <a:gd name="connsiteY1" fmla="*/ 893600 h 1787200"/>
              <a:gd name="connsiteX2" fmla="*/ 893600 w 1787200"/>
              <a:gd name="connsiteY2" fmla="*/ 1787200 h 1787200"/>
              <a:gd name="connsiteX3" fmla="*/ 0 w 1787200"/>
              <a:gd name="connsiteY3" fmla="*/ 893600 h 1787200"/>
              <a:gd name="connsiteX4" fmla="*/ 893600 w 1787200"/>
              <a:gd name="connsiteY4" fmla="*/ 0 h 178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200" h="1787200">
                <a:moveTo>
                  <a:pt x="893600" y="0"/>
                </a:moveTo>
                <a:cubicBezTo>
                  <a:pt x="1387122" y="0"/>
                  <a:pt x="1787200" y="400078"/>
                  <a:pt x="1787200" y="893600"/>
                </a:cubicBezTo>
                <a:cubicBezTo>
                  <a:pt x="1787200" y="1387122"/>
                  <a:pt x="1387122" y="1787200"/>
                  <a:pt x="893600" y="1787200"/>
                </a:cubicBezTo>
                <a:cubicBezTo>
                  <a:pt x="400078" y="1787200"/>
                  <a:pt x="0" y="1387122"/>
                  <a:pt x="0" y="893600"/>
                </a:cubicBezTo>
                <a:cubicBezTo>
                  <a:pt x="0" y="400078"/>
                  <a:pt x="400078" y="0"/>
                  <a:pt x="893600" y="0"/>
                </a:cubicBezTo>
                <a:close/>
              </a:path>
            </a:pathLst>
          </a:custGeom>
        </p:spPr>
      </p:pic>
      <p:sp>
        <p:nvSpPr>
          <p:cNvPr id="32" name="椭圆 31"/>
          <p:cNvSpPr/>
          <p:nvPr/>
        </p:nvSpPr>
        <p:spPr>
          <a:xfrm rot="10800000">
            <a:off x="6787659" y="4600769"/>
            <a:ext cx="246112" cy="2461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53" name="椭圆 52"/>
          <p:cNvSpPr/>
          <p:nvPr/>
        </p:nvSpPr>
        <p:spPr>
          <a:xfrm rot="10800000">
            <a:off x="7229654" y="1781375"/>
            <a:ext cx="256157" cy="25615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54" name="椭圆 53"/>
          <p:cNvSpPr/>
          <p:nvPr/>
        </p:nvSpPr>
        <p:spPr>
          <a:xfrm rot="10800000">
            <a:off x="6863000" y="1456576"/>
            <a:ext cx="199232" cy="19923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55" name="椭圆 54"/>
          <p:cNvSpPr/>
          <p:nvPr/>
        </p:nvSpPr>
        <p:spPr>
          <a:xfrm rot="10800000">
            <a:off x="6896484" y="1816534"/>
            <a:ext cx="160726" cy="16072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sp>
        <p:nvSpPr>
          <p:cNvPr id="56" name="椭圆 55"/>
          <p:cNvSpPr/>
          <p:nvPr/>
        </p:nvSpPr>
        <p:spPr>
          <a:xfrm rot="10800000">
            <a:off x="7454000" y="4470179"/>
            <a:ext cx="160726" cy="16072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Century Gothic" panose="020B0502020202020204" pitchFamily="34" charset="0"/>
            </a:endParaRPr>
          </a:p>
        </p:txBody>
      </p:sp>
      <p:grpSp>
        <p:nvGrpSpPr>
          <p:cNvPr id="77" name="组合 76"/>
          <p:cNvGrpSpPr>
            <a:grpSpLocks/>
          </p:cNvGrpSpPr>
          <p:nvPr/>
        </p:nvGrpSpPr>
        <p:grpSpPr bwMode="auto">
          <a:xfrm>
            <a:off x="487553" y="1232230"/>
            <a:ext cx="11491877" cy="4746096"/>
            <a:chOff x="462256" y="1167677"/>
            <a:chExt cx="10896071" cy="4500230"/>
          </a:xfrm>
        </p:grpSpPr>
        <p:grpSp>
          <p:nvGrpSpPr>
            <p:cNvPr id="27680" name="组合 32"/>
            <p:cNvGrpSpPr>
              <a:grpSpLocks/>
            </p:cNvGrpSpPr>
            <p:nvPr/>
          </p:nvGrpSpPr>
          <p:grpSpPr bwMode="auto">
            <a:xfrm>
              <a:off x="884511" y="1167677"/>
              <a:ext cx="4438434" cy="825184"/>
              <a:chOff x="884511" y="1746207"/>
              <a:chExt cx="4438434" cy="825184"/>
            </a:xfrm>
          </p:grpSpPr>
          <p:cxnSp>
            <p:nvCxnSpPr>
              <p:cNvPr id="34" name="直接连接符 33"/>
              <p:cNvCxnSpPr/>
              <p:nvPr/>
            </p:nvCxnSpPr>
            <p:spPr>
              <a:xfrm>
                <a:off x="884511" y="2206580"/>
                <a:ext cx="443843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5" name="文本框 34"/>
              <p:cNvSpPr txBox="1"/>
              <p:nvPr/>
            </p:nvSpPr>
            <p:spPr>
              <a:xfrm>
                <a:off x="2114763" y="1746207"/>
                <a:ext cx="2906572" cy="395312"/>
              </a:xfrm>
              <a:prstGeom prst="rect">
                <a:avLst/>
              </a:prstGeom>
              <a:noFill/>
            </p:spPr>
            <p:txBody>
              <a:bodyPr>
                <a:spAutoFit/>
              </a:bodyPr>
              <a:lstStyle/>
              <a:p>
                <a:pPr algn="r" fontAlgn="auto">
                  <a:spcBef>
                    <a:spcPts val="0"/>
                  </a:spcBef>
                  <a:spcAft>
                    <a:spcPts val="0"/>
                  </a:spcAft>
                  <a:defRPr/>
                </a:pPr>
                <a:r>
                  <a:rPr lang="zh-CN" altLang="en-US" sz="2109" dirty="0">
                    <a:solidFill>
                      <a:schemeClr val="tx1">
                        <a:lumMod val="75000"/>
                        <a:lumOff val="25000"/>
                      </a:schemeClr>
                    </a:solidFill>
                    <a:latin typeface="微软雅黑" panose="020B0503020204020204" pitchFamily="34" charset="-122"/>
                    <a:ea typeface="微软雅黑" panose="020B0503020204020204" pitchFamily="34" charset="-122"/>
                  </a:rPr>
                  <a:t>输入文字内容</a:t>
                </a:r>
              </a:p>
            </p:txBody>
          </p:sp>
          <p:sp>
            <p:nvSpPr>
              <p:cNvPr id="37" name="文本框 36"/>
              <p:cNvSpPr txBox="1"/>
              <p:nvPr/>
            </p:nvSpPr>
            <p:spPr>
              <a:xfrm>
                <a:off x="884511" y="2268493"/>
                <a:ext cx="4311440" cy="302898"/>
              </a:xfrm>
              <a:prstGeom prst="rect">
                <a:avLst/>
              </a:prstGeom>
              <a:noFill/>
            </p:spPr>
            <p:txBody>
              <a:bodyPr>
                <a:spAutoFit/>
              </a:bodyPr>
              <a:lstStyle/>
              <a:p>
                <a:pPr algn="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7681" name="组合 58"/>
            <p:cNvGrpSpPr>
              <a:grpSpLocks/>
            </p:cNvGrpSpPr>
            <p:nvPr/>
          </p:nvGrpSpPr>
          <p:grpSpPr bwMode="auto">
            <a:xfrm>
              <a:off x="462256" y="3634642"/>
              <a:ext cx="4440021" cy="825184"/>
              <a:chOff x="883920" y="1745520"/>
              <a:chExt cx="4440021" cy="825184"/>
            </a:xfrm>
          </p:grpSpPr>
          <p:cxnSp>
            <p:nvCxnSpPr>
              <p:cNvPr id="60" name="直接连接符 59"/>
              <p:cNvCxnSpPr/>
              <p:nvPr/>
            </p:nvCxnSpPr>
            <p:spPr>
              <a:xfrm>
                <a:off x="883920" y="2207481"/>
                <a:ext cx="4440021"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1" name="文本框 60"/>
              <p:cNvSpPr txBox="1"/>
              <p:nvPr/>
            </p:nvSpPr>
            <p:spPr>
              <a:xfrm>
                <a:off x="2114172" y="1745520"/>
                <a:ext cx="2908158" cy="395312"/>
              </a:xfrm>
              <a:prstGeom prst="rect">
                <a:avLst/>
              </a:prstGeom>
              <a:noFill/>
            </p:spPr>
            <p:txBody>
              <a:bodyPr>
                <a:spAutoFit/>
              </a:bodyPr>
              <a:lstStyle/>
              <a:p>
                <a:pPr algn="r" fontAlgn="auto">
                  <a:spcBef>
                    <a:spcPts val="0"/>
                  </a:spcBef>
                  <a:spcAft>
                    <a:spcPts val="0"/>
                  </a:spcAft>
                  <a:defRPr/>
                </a:pPr>
                <a:r>
                  <a:rPr lang="zh-CN" altLang="en-US" sz="2109" dirty="0">
                    <a:solidFill>
                      <a:schemeClr val="tx1">
                        <a:lumMod val="75000"/>
                        <a:lumOff val="25000"/>
                      </a:schemeClr>
                    </a:solidFill>
                    <a:latin typeface="微软雅黑" panose="020B0503020204020204" pitchFamily="34" charset="-122"/>
                    <a:ea typeface="微软雅黑" panose="020B0503020204020204" pitchFamily="34" charset="-122"/>
                  </a:rPr>
                  <a:t>输入文字内容</a:t>
                </a:r>
              </a:p>
            </p:txBody>
          </p:sp>
          <p:sp>
            <p:nvSpPr>
              <p:cNvPr id="62" name="文本框 61"/>
              <p:cNvSpPr txBox="1"/>
              <p:nvPr/>
            </p:nvSpPr>
            <p:spPr>
              <a:xfrm>
                <a:off x="883920" y="2267806"/>
                <a:ext cx="4313027" cy="302898"/>
              </a:xfrm>
              <a:prstGeom prst="rect">
                <a:avLst/>
              </a:prstGeom>
              <a:noFill/>
            </p:spPr>
            <p:txBody>
              <a:bodyPr>
                <a:spAutoFit/>
              </a:bodyPr>
              <a:lstStyle/>
              <a:p>
                <a:pPr algn="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7682" name="组合 70"/>
            <p:cNvGrpSpPr>
              <a:grpSpLocks/>
            </p:cNvGrpSpPr>
            <p:nvPr/>
          </p:nvGrpSpPr>
          <p:grpSpPr bwMode="auto">
            <a:xfrm>
              <a:off x="6918305" y="2391635"/>
              <a:ext cx="4440022" cy="825183"/>
              <a:chOff x="6443651" y="2504939"/>
              <a:chExt cx="4440022" cy="825183"/>
            </a:xfrm>
          </p:grpSpPr>
          <p:cxnSp>
            <p:nvCxnSpPr>
              <p:cNvPr id="64" name="直接连接符 63"/>
              <p:cNvCxnSpPr/>
              <p:nvPr/>
            </p:nvCxnSpPr>
            <p:spPr>
              <a:xfrm>
                <a:off x="6443651" y="2965312"/>
                <a:ext cx="4440022"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文本框 64"/>
              <p:cNvSpPr txBox="1"/>
              <p:nvPr/>
            </p:nvSpPr>
            <p:spPr>
              <a:xfrm>
                <a:off x="6443651" y="2504939"/>
                <a:ext cx="2908158" cy="395312"/>
              </a:xfrm>
              <a:prstGeom prst="rect">
                <a:avLst/>
              </a:prstGeom>
              <a:noFill/>
            </p:spPr>
            <p:txBody>
              <a:bodyPr>
                <a:spAutoFit/>
              </a:bodyPr>
              <a:lstStyle/>
              <a:p>
                <a:pPr fontAlgn="auto">
                  <a:spcBef>
                    <a:spcPts val="0"/>
                  </a:spcBef>
                  <a:spcAft>
                    <a:spcPts val="0"/>
                  </a:spcAft>
                  <a:defRPr/>
                </a:pPr>
                <a:r>
                  <a:rPr lang="zh-CN" altLang="en-US" sz="2109" dirty="0">
                    <a:solidFill>
                      <a:schemeClr val="tx1">
                        <a:lumMod val="75000"/>
                        <a:lumOff val="25000"/>
                      </a:schemeClr>
                    </a:solidFill>
                    <a:latin typeface="微软雅黑" panose="020B0503020204020204" pitchFamily="34" charset="-122"/>
                    <a:ea typeface="微软雅黑" panose="020B0503020204020204" pitchFamily="34" charset="-122"/>
                  </a:rPr>
                  <a:t>输入文字内容</a:t>
                </a:r>
              </a:p>
            </p:txBody>
          </p:sp>
          <p:sp>
            <p:nvSpPr>
              <p:cNvPr id="66" name="文本框 65"/>
              <p:cNvSpPr txBox="1"/>
              <p:nvPr/>
            </p:nvSpPr>
            <p:spPr>
              <a:xfrm>
                <a:off x="6443651" y="3027224"/>
                <a:ext cx="4313028" cy="302898"/>
              </a:xfrm>
              <a:prstGeom prst="rect">
                <a:avLst/>
              </a:prstGeom>
              <a:noFill/>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nvGrpSpPr>
            <p:cNvPr id="27683" name="组合 71"/>
            <p:cNvGrpSpPr>
              <a:grpSpLocks/>
            </p:cNvGrpSpPr>
            <p:nvPr/>
          </p:nvGrpSpPr>
          <p:grpSpPr bwMode="auto">
            <a:xfrm>
              <a:off x="6827822" y="4842724"/>
              <a:ext cx="4438434" cy="825183"/>
              <a:chOff x="6444558" y="4972472"/>
              <a:chExt cx="4438434" cy="825183"/>
            </a:xfrm>
          </p:grpSpPr>
          <p:cxnSp>
            <p:nvCxnSpPr>
              <p:cNvPr id="68" name="直接连接符 67"/>
              <p:cNvCxnSpPr/>
              <p:nvPr/>
            </p:nvCxnSpPr>
            <p:spPr>
              <a:xfrm>
                <a:off x="6444558" y="5432845"/>
                <a:ext cx="443843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9" name="文本框 68"/>
              <p:cNvSpPr txBox="1"/>
              <p:nvPr/>
            </p:nvSpPr>
            <p:spPr>
              <a:xfrm>
                <a:off x="6444558" y="4972472"/>
                <a:ext cx="2906571" cy="395312"/>
              </a:xfrm>
              <a:prstGeom prst="rect">
                <a:avLst/>
              </a:prstGeom>
              <a:noFill/>
            </p:spPr>
            <p:txBody>
              <a:bodyPr>
                <a:spAutoFit/>
              </a:bodyPr>
              <a:lstStyle/>
              <a:p>
                <a:pPr fontAlgn="auto">
                  <a:spcBef>
                    <a:spcPts val="0"/>
                  </a:spcBef>
                  <a:spcAft>
                    <a:spcPts val="0"/>
                  </a:spcAft>
                  <a:defRPr/>
                </a:pPr>
                <a:r>
                  <a:rPr lang="zh-CN" altLang="en-US" sz="2109" dirty="0">
                    <a:solidFill>
                      <a:schemeClr val="tx1">
                        <a:lumMod val="75000"/>
                        <a:lumOff val="25000"/>
                      </a:schemeClr>
                    </a:solidFill>
                    <a:latin typeface="微软雅黑" panose="020B0503020204020204" pitchFamily="34" charset="-122"/>
                    <a:ea typeface="微软雅黑" panose="020B0503020204020204" pitchFamily="34" charset="-122"/>
                  </a:rPr>
                  <a:t>输入文字内容</a:t>
                </a:r>
              </a:p>
            </p:txBody>
          </p:sp>
          <p:sp>
            <p:nvSpPr>
              <p:cNvPr id="70" name="文本框 69"/>
              <p:cNvSpPr txBox="1"/>
              <p:nvPr/>
            </p:nvSpPr>
            <p:spPr>
              <a:xfrm>
                <a:off x="6444558" y="5494757"/>
                <a:ext cx="4311440" cy="302898"/>
              </a:xfrm>
              <a:prstGeom prst="rect">
                <a:avLst/>
              </a:prstGeom>
              <a:noFill/>
            </p:spPr>
            <p:txBody>
              <a:bodyPr>
                <a:spAutoFit/>
              </a:bodyPr>
              <a:lstStyle/>
              <a:p>
                <a:pPr fontAlgn="auto">
                  <a:spcBef>
                    <a:spcPts val="0"/>
                  </a:spcBef>
                  <a:spcAft>
                    <a:spcPts val="0"/>
                  </a:spcAft>
                  <a:defRPr/>
                </a:pPr>
                <a:r>
                  <a:rPr lang="en-US" altLang="zh-CN" sz="1476" dirty="0">
                    <a:solidFill>
                      <a:schemeClr val="tx1">
                        <a:lumMod val="50000"/>
                        <a:lumOff val="50000"/>
                      </a:schemeClr>
                    </a:solidFill>
                    <a:latin typeface="微软雅黑 Light" panose="020B0502040204020203" pitchFamily="34" charset="-122"/>
                    <a:ea typeface="微软雅黑 Light" panose="020B0502040204020203" pitchFamily="34" charset="-122"/>
                  </a:rPr>
                  <a:t>Add your text here and write down your ideas</a:t>
                </a:r>
              </a:p>
            </p:txBody>
          </p:sp>
        </p:grpSp>
      </p:grpSp>
      <p:pic>
        <p:nvPicPr>
          <p:cNvPr id="29" name="图片 28"/>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a:off x="5626545" y="1203663"/>
            <a:ext cx="1075593" cy="1075593"/>
          </a:xfrm>
          <a:custGeom>
            <a:avLst/>
            <a:gdLst>
              <a:gd name="connsiteX0" fmla="*/ 893600 w 1787200"/>
              <a:gd name="connsiteY0" fmla="*/ 0 h 1787200"/>
              <a:gd name="connsiteX1" fmla="*/ 1787200 w 1787200"/>
              <a:gd name="connsiteY1" fmla="*/ 893600 h 1787200"/>
              <a:gd name="connsiteX2" fmla="*/ 893600 w 1787200"/>
              <a:gd name="connsiteY2" fmla="*/ 1787200 h 1787200"/>
              <a:gd name="connsiteX3" fmla="*/ 0 w 1787200"/>
              <a:gd name="connsiteY3" fmla="*/ 893600 h 1787200"/>
              <a:gd name="connsiteX4" fmla="*/ 893600 w 1787200"/>
              <a:gd name="connsiteY4" fmla="*/ 0 h 178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200" h="1787200">
                <a:moveTo>
                  <a:pt x="893600" y="0"/>
                </a:moveTo>
                <a:cubicBezTo>
                  <a:pt x="1387122" y="0"/>
                  <a:pt x="1787200" y="400078"/>
                  <a:pt x="1787200" y="893600"/>
                </a:cubicBezTo>
                <a:cubicBezTo>
                  <a:pt x="1787200" y="1387122"/>
                  <a:pt x="1387122" y="1787200"/>
                  <a:pt x="893600" y="1787200"/>
                </a:cubicBezTo>
                <a:cubicBezTo>
                  <a:pt x="400078" y="1787200"/>
                  <a:pt x="0" y="1387122"/>
                  <a:pt x="0" y="893600"/>
                </a:cubicBezTo>
                <a:cubicBezTo>
                  <a:pt x="0" y="400078"/>
                  <a:pt x="400078" y="0"/>
                  <a:pt x="893600" y="0"/>
                </a:cubicBezTo>
                <a:close/>
              </a:path>
            </a:pathLst>
          </a:custGeom>
        </p:spPr>
      </p:pic>
      <p:sp>
        <p:nvSpPr>
          <p:cNvPr id="73" name="Freeform 96"/>
          <p:cNvSpPr>
            <a:spLocks noEditPoints="1"/>
          </p:cNvSpPr>
          <p:nvPr/>
        </p:nvSpPr>
        <p:spPr bwMode="auto">
          <a:xfrm>
            <a:off x="5642490" y="4003071"/>
            <a:ext cx="624486" cy="567562"/>
          </a:xfrm>
          <a:custGeom>
            <a:avLst/>
            <a:gdLst>
              <a:gd name="T0" fmla="*/ 188411517 w 122"/>
              <a:gd name="T1" fmla="*/ 729204662 h 111"/>
              <a:gd name="T2" fmla="*/ 1248222050 w 122"/>
              <a:gd name="T3" fmla="*/ 635113581 h 111"/>
              <a:gd name="T4" fmla="*/ 1413083948 w 122"/>
              <a:gd name="T5" fmla="*/ 141134197 h 111"/>
              <a:gd name="T6" fmla="*/ 2147483646 w 122"/>
              <a:gd name="T7" fmla="*/ 117615063 h 111"/>
              <a:gd name="T8" fmla="*/ 2147483646 w 122"/>
              <a:gd name="T9" fmla="*/ 2147483646 h 111"/>
              <a:gd name="T10" fmla="*/ 1648594703 w 122"/>
              <a:gd name="T11" fmla="*/ 329316358 h 111"/>
              <a:gd name="T12" fmla="*/ 1248222050 w 122"/>
              <a:gd name="T13" fmla="*/ 2147483646 h 111"/>
              <a:gd name="T14" fmla="*/ 871399017 w 122"/>
              <a:gd name="T15" fmla="*/ 846819724 h 111"/>
              <a:gd name="T16" fmla="*/ 282614848 w 122"/>
              <a:gd name="T17" fmla="*/ 2147483646 h 111"/>
              <a:gd name="T18" fmla="*/ 1931214405 w 122"/>
              <a:gd name="T19" fmla="*/ 893862840 h 111"/>
              <a:gd name="T20" fmla="*/ 1978313644 w 122"/>
              <a:gd name="T21" fmla="*/ 705680679 h 111"/>
              <a:gd name="T22" fmla="*/ 1978313644 w 122"/>
              <a:gd name="T23" fmla="*/ 564546483 h 111"/>
              <a:gd name="T24" fmla="*/ 1931214405 w 122"/>
              <a:gd name="T25" fmla="*/ 399888304 h 111"/>
              <a:gd name="T26" fmla="*/ 2025417736 w 122"/>
              <a:gd name="T27" fmla="*/ 1176136082 h 111"/>
              <a:gd name="T28" fmla="*/ 1931214405 w 122"/>
              <a:gd name="T29" fmla="*/ 1317275127 h 111"/>
              <a:gd name="T30" fmla="*/ 2025417736 w 122"/>
              <a:gd name="T31" fmla="*/ 1317275127 h 111"/>
              <a:gd name="T32" fmla="*/ 1931214405 w 122"/>
              <a:gd name="T33" fmla="*/ 1811254511 h 111"/>
              <a:gd name="T34" fmla="*/ 1978313644 w 122"/>
              <a:gd name="T35" fmla="*/ 1623072350 h 111"/>
              <a:gd name="T36" fmla="*/ 1789902127 w 122"/>
              <a:gd name="T37" fmla="*/ 893862840 h 111"/>
              <a:gd name="T38" fmla="*/ 1719248415 w 122"/>
              <a:gd name="T39" fmla="*/ 729204662 h 111"/>
              <a:gd name="T40" fmla="*/ 1837006220 w 122"/>
              <a:gd name="T41" fmla="*/ 588070465 h 111"/>
              <a:gd name="T42" fmla="*/ 1719248415 w 122"/>
              <a:gd name="T43" fmla="*/ 1035001885 h 111"/>
              <a:gd name="T44" fmla="*/ 1837006220 w 122"/>
              <a:gd name="T45" fmla="*/ 1011477903 h 111"/>
              <a:gd name="T46" fmla="*/ 1719248415 w 122"/>
              <a:gd name="T47" fmla="*/ 1505457288 h 111"/>
              <a:gd name="T48" fmla="*/ 1789902127 w 122"/>
              <a:gd name="T49" fmla="*/ 1340799109 h 111"/>
              <a:gd name="T50" fmla="*/ 1789902127 w 122"/>
              <a:gd name="T51" fmla="*/ 1811254511 h 111"/>
              <a:gd name="T52" fmla="*/ 1719248415 w 122"/>
              <a:gd name="T53" fmla="*/ 1623072350 h 111"/>
              <a:gd name="T54" fmla="*/ 2025417736 w 122"/>
              <a:gd name="T55" fmla="*/ 2117046887 h 111"/>
              <a:gd name="T56" fmla="*/ 1719248415 w 122"/>
              <a:gd name="T57" fmla="*/ 1928864726 h 111"/>
              <a:gd name="T58" fmla="*/ 1837006220 w 122"/>
              <a:gd name="T59" fmla="*/ 1928864726 h 111"/>
              <a:gd name="T60" fmla="*/ 494580838 w 122"/>
              <a:gd name="T61" fmla="*/ 1481933306 h 111"/>
              <a:gd name="T62" fmla="*/ 541680077 w 122"/>
              <a:gd name="T63" fmla="*/ 1293751145 h 111"/>
              <a:gd name="T64" fmla="*/ 730091593 w 122"/>
              <a:gd name="T65" fmla="*/ 1458409323 h 111"/>
              <a:gd name="T66" fmla="*/ 682987501 w 122"/>
              <a:gd name="T67" fmla="*/ 1293751145 h 111"/>
              <a:gd name="T68" fmla="*/ 777195686 w 122"/>
              <a:gd name="T69" fmla="*/ 1152616948 h 111"/>
              <a:gd name="T70" fmla="*/ 682987501 w 122"/>
              <a:gd name="T71" fmla="*/ 1599548368 h 111"/>
              <a:gd name="T72" fmla="*/ 777195686 w 122"/>
              <a:gd name="T73" fmla="*/ 1576024386 h 111"/>
              <a:gd name="T74" fmla="*/ 682987501 w 122"/>
              <a:gd name="T75" fmla="*/ 2070003771 h 111"/>
              <a:gd name="T76" fmla="*/ 730091593 w 122"/>
              <a:gd name="T77" fmla="*/ 1905345592 h 111"/>
              <a:gd name="T78" fmla="*/ 730091593 w 122"/>
              <a:gd name="T79" fmla="*/ 2147483646 h 111"/>
              <a:gd name="T80" fmla="*/ 682987501 w 122"/>
              <a:gd name="T81" fmla="*/ 2147483646 h 111"/>
              <a:gd name="T82" fmla="*/ 588784169 w 122"/>
              <a:gd name="T83" fmla="*/ 1176136082 h 111"/>
              <a:gd name="T84" fmla="*/ 494580838 w 122"/>
              <a:gd name="T85" fmla="*/ 1599548368 h 111"/>
              <a:gd name="T86" fmla="*/ 588784169 w 122"/>
              <a:gd name="T87" fmla="*/ 1599548368 h 111"/>
              <a:gd name="T88" fmla="*/ 494580838 w 122"/>
              <a:gd name="T89" fmla="*/ 2070003771 h 111"/>
              <a:gd name="T90" fmla="*/ 541680077 w 122"/>
              <a:gd name="T91" fmla="*/ 1905345592 h 111"/>
              <a:gd name="T92" fmla="*/ 541680077 w 122"/>
              <a:gd name="T93" fmla="*/ 2147483646 h 111"/>
              <a:gd name="T94" fmla="*/ 494580838 w 122"/>
              <a:gd name="T95" fmla="*/ 2147483646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22" h="111">
                <a:moveTo>
                  <a:pt x="0" y="102"/>
                </a:moveTo>
                <a:cubicBezTo>
                  <a:pt x="8" y="102"/>
                  <a:pt x="8" y="102"/>
                  <a:pt x="8" y="102"/>
                </a:cubicBezTo>
                <a:cubicBezTo>
                  <a:pt x="8" y="35"/>
                  <a:pt x="8" y="35"/>
                  <a:pt x="8" y="35"/>
                </a:cubicBezTo>
                <a:cubicBezTo>
                  <a:pt x="8" y="31"/>
                  <a:pt x="8" y="31"/>
                  <a:pt x="8" y="31"/>
                </a:cubicBezTo>
                <a:cubicBezTo>
                  <a:pt x="12" y="31"/>
                  <a:pt x="12" y="31"/>
                  <a:pt x="12" y="31"/>
                </a:cubicBezTo>
                <a:cubicBezTo>
                  <a:pt x="41" y="26"/>
                  <a:pt x="41" y="26"/>
                  <a:pt x="41" y="26"/>
                </a:cubicBezTo>
                <a:cubicBezTo>
                  <a:pt x="47" y="25"/>
                  <a:pt x="47" y="25"/>
                  <a:pt x="47" y="25"/>
                </a:cubicBezTo>
                <a:cubicBezTo>
                  <a:pt x="53" y="27"/>
                  <a:pt x="53" y="27"/>
                  <a:pt x="53" y="27"/>
                </a:cubicBezTo>
                <a:cubicBezTo>
                  <a:pt x="58" y="69"/>
                  <a:pt x="58" y="69"/>
                  <a:pt x="58" y="69"/>
                </a:cubicBezTo>
                <a:cubicBezTo>
                  <a:pt x="60" y="70"/>
                  <a:pt x="60" y="70"/>
                  <a:pt x="60" y="70"/>
                </a:cubicBezTo>
                <a:cubicBezTo>
                  <a:pt x="60" y="10"/>
                  <a:pt x="60" y="10"/>
                  <a:pt x="60" y="10"/>
                </a:cubicBezTo>
                <a:cubicBezTo>
                  <a:pt x="60" y="6"/>
                  <a:pt x="60" y="6"/>
                  <a:pt x="60" y="6"/>
                </a:cubicBezTo>
                <a:cubicBezTo>
                  <a:pt x="65" y="5"/>
                  <a:pt x="65" y="5"/>
                  <a:pt x="65" y="5"/>
                </a:cubicBezTo>
                <a:cubicBezTo>
                  <a:pt x="94" y="1"/>
                  <a:pt x="94" y="1"/>
                  <a:pt x="94" y="1"/>
                </a:cubicBezTo>
                <a:cubicBezTo>
                  <a:pt x="100" y="0"/>
                  <a:pt x="100" y="0"/>
                  <a:pt x="100" y="0"/>
                </a:cubicBezTo>
                <a:cubicBezTo>
                  <a:pt x="116" y="5"/>
                  <a:pt x="116" y="5"/>
                  <a:pt x="116" y="5"/>
                </a:cubicBezTo>
                <a:cubicBezTo>
                  <a:pt x="116" y="102"/>
                  <a:pt x="116" y="102"/>
                  <a:pt x="116" y="102"/>
                </a:cubicBezTo>
                <a:cubicBezTo>
                  <a:pt x="122" y="102"/>
                  <a:pt x="122" y="102"/>
                  <a:pt x="122" y="102"/>
                </a:cubicBezTo>
                <a:cubicBezTo>
                  <a:pt x="122" y="111"/>
                  <a:pt x="122" y="111"/>
                  <a:pt x="122" y="111"/>
                </a:cubicBezTo>
                <a:cubicBezTo>
                  <a:pt x="95" y="111"/>
                  <a:pt x="95" y="111"/>
                  <a:pt x="95" y="111"/>
                </a:cubicBezTo>
                <a:cubicBezTo>
                  <a:pt x="90" y="111"/>
                  <a:pt x="90" y="111"/>
                  <a:pt x="90" y="111"/>
                </a:cubicBezTo>
                <a:cubicBezTo>
                  <a:pt x="90" y="106"/>
                  <a:pt x="90" y="106"/>
                  <a:pt x="90" y="106"/>
                </a:cubicBezTo>
                <a:cubicBezTo>
                  <a:pt x="90" y="11"/>
                  <a:pt x="90" y="11"/>
                  <a:pt x="90" y="11"/>
                </a:cubicBezTo>
                <a:cubicBezTo>
                  <a:pt x="70" y="14"/>
                  <a:pt x="70" y="14"/>
                  <a:pt x="70" y="14"/>
                </a:cubicBezTo>
                <a:cubicBezTo>
                  <a:pt x="70" y="106"/>
                  <a:pt x="70" y="106"/>
                  <a:pt x="70" y="106"/>
                </a:cubicBezTo>
                <a:cubicBezTo>
                  <a:pt x="70" y="111"/>
                  <a:pt x="70" y="111"/>
                  <a:pt x="70" y="111"/>
                </a:cubicBezTo>
                <a:cubicBezTo>
                  <a:pt x="69" y="111"/>
                  <a:pt x="69" y="111"/>
                  <a:pt x="69" y="111"/>
                </a:cubicBezTo>
                <a:cubicBezTo>
                  <a:pt x="53" y="111"/>
                  <a:pt x="53" y="111"/>
                  <a:pt x="53" y="111"/>
                </a:cubicBezTo>
                <a:cubicBezTo>
                  <a:pt x="42" y="111"/>
                  <a:pt x="42" y="111"/>
                  <a:pt x="42" y="111"/>
                </a:cubicBezTo>
                <a:cubicBezTo>
                  <a:pt x="37" y="111"/>
                  <a:pt x="37" y="111"/>
                  <a:pt x="37" y="111"/>
                </a:cubicBezTo>
                <a:cubicBezTo>
                  <a:pt x="37" y="106"/>
                  <a:pt x="37" y="106"/>
                  <a:pt x="37" y="106"/>
                </a:cubicBezTo>
                <a:cubicBezTo>
                  <a:pt x="37" y="36"/>
                  <a:pt x="37" y="36"/>
                  <a:pt x="37" y="36"/>
                </a:cubicBezTo>
                <a:cubicBezTo>
                  <a:pt x="17" y="39"/>
                  <a:pt x="17" y="39"/>
                  <a:pt x="17" y="39"/>
                </a:cubicBezTo>
                <a:cubicBezTo>
                  <a:pt x="17" y="106"/>
                  <a:pt x="17" y="106"/>
                  <a:pt x="17" y="106"/>
                </a:cubicBezTo>
                <a:cubicBezTo>
                  <a:pt x="17" y="111"/>
                  <a:pt x="17" y="111"/>
                  <a:pt x="17" y="111"/>
                </a:cubicBezTo>
                <a:cubicBezTo>
                  <a:pt x="12" y="111"/>
                  <a:pt x="12" y="111"/>
                  <a:pt x="12" y="111"/>
                </a:cubicBezTo>
                <a:cubicBezTo>
                  <a:pt x="0" y="111"/>
                  <a:pt x="0" y="111"/>
                  <a:pt x="0" y="111"/>
                </a:cubicBezTo>
                <a:cubicBezTo>
                  <a:pt x="0" y="102"/>
                  <a:pt x="0" y="102"/>
                  <a:pt x="0" y="102"/>
                </a:cubicBezTo>
                <a:close/>
                <a:moveTo>
                  <a:pt x="82" y="30"/>
                </a:moveTo>
                <a:cubicBezTo>
                  <a:pt x="82" y="33"/>
                  <a:pt x="82" y="35"/>
                  <a:pt x="82" y="38"/>
                </a:cubicBezTo>
                <a:cubicBezTo>
                  <a:pt x="82" y="37"/>
                  <a:pt x="83" y="37"/>
                  <a:pt x="84" y="37"/>
                </a:cubicBezTo>
                <a:cubicBezTo>
                  <a:pt x="85" y="37"/>
                  <a:pt x="86" y="37"/>
                  <a:pt x="86" y="37"/>
                </a:cubicBezTo>
                <a:cubicBezTo>
                  <a:pt x="86" y="35"/>
                  <a:pt x="86" y="32"/>
                  <a:pt x="86" y="30"/>
                </a:cubicBezTo>
                <a:cubicBezTo>
                  <a:pt x="86" y="30"/>
                  <a:pt x="85" y="30"/>
                  <a:pt x="84" y="30"/>
                </a:cubicBezTo>
                <a:cubicBezTo>
                  <a:pt x="83" y="30"/>
                  <a:pt x="82" y="30"/>
                  <a:pt x="82" y="30"/>
                </a:cubicBezTo>
                <a:close/>
                <a:moveTo>
                  <a:pt x="82" y="17"/>
                </a:moveTo>
                <a:cubicBezTo>
                  <a:pt x="82" y="20"/>
                  <a:pt x="82" y="22"/>
                  <a:pt x="82" y="25"/>
                </a:cubicBezTo>
                <a:cubicBezTo>
                  <a:pt x="82" y="24"/>
                  <a:pt x="83" y="24"/>
                  <a:pt x="84" y="24"/>
                </a:cubicBezTo>
                <a:cubicBezTo>
                  <a:pt x="85" y="24"/>
                  <a:pt x="86" y="24"/>
                  <a:pt x="86" y="24"/>
                </a:cubicBezTo>
                <a:cubicBezTo>
                  <a:pt x="86" y="22"/>
                  <a:pt x="86" y="19"/>
                  <a:pt x="86" y="17"/>
                </a:cubicBezTo>
                <a:cubicBezTo>
                  <a:pt x="86" y="17"/>
                  <a:pt x="85" y="17"/>
                  <a:pt x="84" y="17"/>
                </a:cubicBezTo>
                <a:cubicBezTo>
                  <a:pt x="83" y="17"/>
                  <a:pt x="82" y="17"/>
                  <a:pt x="82" y="17"/>
                </a:cubicBezTo>
                <a:close/>
                <a:moveTo>
                  <a:pt x="82" y="43"/>
                </a:moveTo>
                <a:cubicBezTo>
                  <a:pt x="82" y="46"/>
                  <a:pt x="82" y="48"/>
                  <a:pt x="82" y="51"/>
                </a:cubicBezTo>
                <a:cubicBezTo>
                  <a:pt x="82" y="50"/>
                  <a:pt x="83" y="50"/>
                  <a:pt x="84" y="50"/>
                </a:cubicBezTo>
                <a:cubicBezTo>
                  <a:pt x="85" y="50"/>
                  <a:pt x="86" y="50"/>
                  <a:pt x="86" y="50"/>
                </a:cubicBezTo>
                <a:cubicBezTo>
                  <a:pt x="86" y="48"/>
                  <a:pt x="86" y="45"/>
                  <a:pt x="86" y="43"/>
                </a:cubicBezTo>
                <a:cubicBezTo>
                  <a:pt x="86" y="43"/>
                  <a:pt x="85" y="43"/>
                  <a:pt x="84" y="43"/>
                </a:cubicBezTo>
                <a:cubicBezTo>
                  <a:pt x="83" y="43"/>
                  <a:pt x="82" y="43"/>
                  <a:pt x="82" y="43"/>
                </a:cubicBezTo>
                <a:close/>
                <a:moveTo>
                  <a:pt x="82" y="56"/>
                </a:moveTo>
                <a:cubicBezTo>
                  <a:pt x="82" y="59"/>
                  <a:pt x="82" y="61"/>
                  <a:pt x="82" y="64"/>
                </a:cubicBezTo>
                <a:cubicBezTo>
                  <a:pt x="82" y="63"/>
                  <a:pt x="83" y="63"/>
                  <a:pt x="84" y="63"/>
                </a:cubicBezTo>
                <a:cubicBezTo>
                  <a:pt x="85" y="63"/>
                  <a:pt x="86" y="63"/>
                  <a:pt x="86" y="63"/>
                </a:cubicBezTo>
                <a:cubicBezTo>
                  <a:pt x="86" y="61"/>
                  <a:pt x="86" y="58"/>
                  <a:pt x="86" y="56"/>
                </a:cubicBezTo>
                <a:cubicBezTo>
                  <a:pt x="86" y="56"/>
                  <a:pt x="85" y="56"/>
                  <a:pt x="84" y="56"/>
                </a:cubicBezTo>
                <a:cubicBezTo>
                  <a:pt x="83" y="56"/>
                  <a:pt x="82" y="56"/>
                  <a:pt x="82" y="56"/>
                </a:cubicBezTo>
                <a:close/>
                <a:moveTo>
                  <a:pt x="82" y="69"/>
                </a:moveTo>
                <a:cubicBezTo>
                  <a:pt x="82" y="72"/>
                  <a:pt x="82" y="74"/>
                  <a:pt x="82" y="77"/>
                </a:cubicBezTo>
                <a:cubicBezTo>
                  <a:pt x="82" y="76"/>
                  <a:pt x="83" y="76"/>
                  <a:pt x="84" y="76"/>
                </a:cubicBezTo>
                <a:cubicBezTo>
                  <a:pt x="85" y="76"/>
                  <a:pt x="86" y="76"/>
                  <a:pt x="86" y="76"/>
                </a:cubicBezTo>
                <a:cubicBezTo>
                  <a:pt x="86" y="74"/>
                  <a:pt x="86" y="71"/>
                  <a:pt x="86" y="69"/>
                </a:cubicBezTo>
                <a:cubicBezTo>
                  <a:pt x="86" y="69"/>
                  <a:pt x="85" y="69"/>
                  <a:pt x="84" y="69"/>
                </a:cubicBezTo>
                <a:cubicBezTo>
                  <a:pt x="83" y="69"/>
                  <a:pt x="82" y="69"/>
                  <a:pt x="82" y="69"/>
                </a:cubicBezTo>
                <a:close/>
                <a:moveTo>
                  <a:pt x="73" y="31"/>
                </a:moveTo>
                <a:cubicBezTo>
                  <a:pt x="73" y="33"/>
                  <a:pt x="73" y="36"/>
                  <a:pt x="73" y="38"/>
                </a:cubicBezTo>
                <a:cubicBezTo>
                  <a:pt x="74" y="38"/>
                  <a:pt x="75" y="38"/>
                  <a:pt x="76" y="38"/>
                </a:cubicBezTo>
                <a:cubicBezTo>
                  <a:pt x="76" y="38"/>
                  <a:pt x="77" y="38"/>
                  <a:pt x="78" y="38"/>
                </a:cubicBezTo>
                <a:cubicBezTo>
                  <a:pt x="78" y="35"/>
                  <a:pt x="78" y="33"/>
                  <a:pt x="78" y="31"/>
                </a:cubicBezTo>
                <a:cubicBezTo>
                  <a:pt x="77" y="31"/>
                  <a:pt x="76" y="31"/>
                  <a:pt x="76" y="31"/>
                </a:cubicBezTo>
                <a:cubicBezTo>
                  <a:pt x="75" y="31"/>
                  <a:pt x="74" y="31"/>
                  <a:pt x="73" y="31"/>
                </a:cubicBezTo>
                <a:close/>
                <a:moveTo>
                  <a:pt x="73" y="18"/>
                </a:moveTo>
                <a:cubicBezTo>
                  <a:pt x="73" y="21"/>
                  <a:pt x="73" y="23"/>
                  <a:pt x="73" y="26"/>
                </a:cubicBezTo>
                <a:cubicBezTo>
                  <a:pt x="74" y="25"/>
                  <a:pt x="75" y="25"/>
                  <a:pt x="76" y="25"/>
                </a:cubicBezTo>
                <a:cubicBezTo>
                  <a:pt x="76" y="25"/>
                  <a:pt x="77" y="25"/>
                  <a:pt x="78" y="25"/>
                </a:cubicBezTo>
                <a:cubicBezTo>
                  <a:pt x="78" y="23"/>
                  <a:pt x="78" y="20"/>
                  <a:pt x="78" y="18"/>
                </a:cubicBezTo>
                <a:cubicBezTo>
                  <a:pt x="77" y="18"/>
                  <a:pt x="76" y="18"/>
                  <a:pt x="76" y="18"/>
                </a:cubicBezTo>
                <a:cubicBezTo>
                  <a:pt x="75" y="18"/>
                  <a:pt x="74" y="18"/>
                  <a:pt x="73" y="18"/>
                </a:cubicBezTo>
                <a:close/>
                <a:moveTo>
                  <a:pt x="73" y="44"/>
                </a:moveTo>
                <a:cubicBezTo>
                  <a:pt x="73" y="46"/>
                  <a:pt x="73" y="49"/>
                  <a:pt x="73" y="51"/>
                </a:cubicBezTo>
                <a:cubicBezTo>
                  <a:pt x="74" y="51"/>
                  <a:pt x="75" y="51"/>
                  <a:pt x="76" y="51"/>
                </a:cubicBezTo>
                <a:cubicBezTo>
                  <a:pt x="76" y="51"/>
                  <a:pt x="77" y="51"/>
                  <a:pt x="78" y="51"/>
                </a:cubicBezTo>
                <a:cubicBezTo>
                  <a:pt x="78" y="48"/>
                  <a:pt x="78" y="46"/>
                  <a:pt x="78" y="43"/>
                </a:cubicBezTo>
                <a:cubicBezTo>
                  <a:pt x="77" y="44"/>
                  <a:pt x="76" y="44"/>
                  <a:pt x="76" y="44"/>
                </a:cubicBezTo>
                <a:cubicBezTo>
                  <a:pt x="75" y="44"/>
                  <a:pt x="74" y="44"/>
                  <a:pt x="73" y="44"/>
                </a:cubicBezTo>
                <a:close/>
                <a:moveTo>
                  <a:pt x="73" y="57"/>
                </a:moveTo>
                <a:cubicBezTo>
                  <a:pt x="73" y="59"/>
                  <a:pt x="73" y="61"/>
                  <a:pt x="73" y="64"/>
                </a:cubicBezTo>
                <a:cubicBezTo>
                  <a:pt x="74" y="64"/>
                  <a:pt x="75" y="64"/>
                  <a:pt x="76" y="64"/>
                </a:cubicBezTo>
                <a:cubicBezTo>
                  <a:pt x="76" y="64"/>
                  <a:pt x="77" y="64"/>
                  <a:pt x="78" y="64"/>
                </a:cubicBezTo>
                <a:cubicBezTo>
                  <a:pt x="78" y="61"/>
                  <a:pt x="78" y="59"/>
                  <a:pt x="78" y="56"/>
                </a:cubicBezTo>
                <a:cubicBezTo>
                  <a:pt x="77" y="56"/>
                  <a:pt x="76" y="56"/>
                  <a:pt x="76" y="57"/>
                </a:cubicBezTo>
                <a:cubicBezTo>
                  <a:pt x="75" y="57"/>
                  <a:pt x="74" y="57"/>
                  <a:pt x="73" y="57"/>
                </a:cubicBezTo>
                <a:close/>
                <a:moveTo>
                  <a:pt x="73" y="69"/>
                </a:moveTo>
                <a:cubicBezTo>
                  <a:pt x="73" y="72"/>
                  <a:pt x="73" y="74"/>
                  <a:pt x="73" y="77"/>
                </a:cubicBezTo>
                <a:cubicBezTo>
                  <a:pt x="74" y="77"/>
                  <a:pt x="75" y="77"/>
                  <a:pt x="76" y="77"/>
                </a:cubicBezTo>
                <a:cubicBezTo>
                  <a:pt x="76" y="77"/>
                  <a:pt x="77" y="77"/>
                  <a:pt x="78" y="77"/>
                </a:cubicBezTo>
                <a:cubicBezTo>
                  <a:pt x="78" y="74"/>
                  <a:pt x="78" y="72"/>
                  <a:pt x="78" y="69"/>
                </a:cubicBezTo>
                <a:cubicBezTo>
                  <a:pt x="77" y="69"/>
                  <a:pt x="76" y="69"/>
                  <a:pt x="76" y="69"/>
                </a:cubicBezTo>
                <a:cubicBezTo>
                  <a:pt x="75" y="69"/>
                  <a:pt x="74" y="69"/>
                  <a:pt x="73" y="69"/>
                </a:cubicBezTo>
                <a:close/>
                <a:moveTo>
                  <a:pt x="82" y="82"/>
                </a:moveTo>
                <a:cubicBezTo>
                  <a:pt x="82" y="85"/>
                  <a:pt x="82" y="87"/>
                  <a:pt x="82" y="90"/>
                </a:cubicBezTo>
                <a:cubicBezTo>
                  <a:pt x="82" y="90"/>
                  <a:pt x="83" y="90"/>
                  <a:pt x="84" y="90"/>
                </a:cubicBezTo>
                <a:cubicBezTo>
                  <a:pt x="85" y="90"/>
                  <a:pt x="86" y="90"/>
                  <a:pt x="86" y="90"/>
                </a:cubicBezTo>
                <a:cubicBezTo>
                  <a:pt x="86" y="87"/>
                  <a:pt x="86" y="85"/>
                  <a:pt x="86" y="82"/>
                </a:cubicBezTo>
                <a:cubicBezTo>
                  <a:pt x="86" y="82"/>
                  <a:pt x="85" y="82"/>
                  <a:pt x="84" y="82"/>
                </a:cubicBezTo>
                <a:cubicBezTo>
                  <a:pt x="83" y="82"/>
                  <a:pt x="82" y="82"/>
                  <a:pt x="82" y="82"/>
                </a:cubicBezTo>
                <a:close/>
                <a:moveTo>
                  <a:pt x="73" y="82"/>
                </a:moveTo>
                <a:cubicBezTo>
                  <a:pt x="73" y="85"/>
                  <a:pt x="73" y="87"/>
                  <a:pt x="73" y="90"/>
                </a:cubicBezTo>
                <a:cubicBezTo>
                  <a:pt x="74" y="90"/>
                  <a:pt x="75" y="90"/>
                  <a:pt x="76" y="90"/>
                </a:cubicBezTo>
                <a:cubicBezTo>
                  <a:pt x="76" y="90"/>
                  <a:pt x="77" y="90"/>
                  <a:pt x="78" y="90"/>
                </a:cubicBezTo>
                <a:cubicBezTo>
                  <a:pt x="78" y="87"/>
                  <a:pt x="78" y="85"/>
                  <a:pt x="78" y="82"/>
                </a:cubicBezTo>
                <a:cubicBezTo>
                  <a:pt x="77" y="82"/>
                  <a:pt x="76" y="82"/>
                  <a:pt x="76" y="82"/>
                </a:cubicBezTo>
                <a:cubicBezTo>
                  <a:pt x="75" y="82"/>
                  <a:pt x="74" y="82"/>
                  <a:pt x="73" y="82"/>
                </a:cubicBezTo>
                <a:close/>
                <a:moveTo>
                  <a:pt x="21" y="56"/>
                </a:moveTo>
                <a:cubicBezTo>
                  <a:pt x="21" y="58"/>
                  <a:pt x="21" y="60"/>
                  <a:pt x="21" y="63"/>
                </a:cubicBezTo>
                <a:cubicBezTo>
                  <a:pt x="21" y="63"/>
                  <a:pt x="22" y="63"/>
                  <a:pt x="23" y="63"/>
                </a:cubicBezTo>
                <a:cubicBezTo>
                  <a:pt x="23" y="63"/>
                  <a:pt x="24" y="63"/>
                  <a:pt x="25" y="63"/>
                </a:cubicBezTo>
                <a:cubicBezTo>
                  <a:pt x="25" y="60"/>
                  <a:pt x="25" y="58"/>
                  <a:pt x="25" y="55"/>
                </a:cubicBezTo>
                <a:cubicBezTo>
                  <a:pt x="24" y="55"/>
                  <a:pt x="23" y="55"/>
                  <a:pt x="23" y="55"/>
                </a:cubicBezTo>
                <a:cubicBezTo>
                  <a:pt x="22" y="55"/>
                  <a:pt x="21" y="56"/>
                  <a:pt x="21" y="56"/>
                </a:cubicBezTo>
                <a:close/>
                <a:moveTo>
                  <a:pt x="29" y="55"/>
                </a:moveTo>
                <a:cubicBezTo>
                  <a:pt x="29" y="57"/>
                  <a:pt x="29" y="60"/>
                  <a:pt x="29" y="62"/>
                </a:cubicBezTo>
                <a:cubicBezTo>
                  <a:pt x="30" y="62"/>
                  <a:pt x="30" y="62"/>
                  <a:pt x="31" y="62"/>
                </a:cubicBezTo>
                <a:cubicBezTo>
                  <a:pt x="32" y="62"/>
                  <a:pt x="33" y="62"/>
                  <a:pt x="33" y="62"/>
                </a:cubicBezTo>
                <a:cubicBezTo>
                  <a:pt x="33" y="59"/>
                  <a:pt x="33" y="57"/>
                  <a:pt x="33" y="54"/>
                </a:cubicBezTo>
                <a:cubicBezTo>
                  <a:pt x="33" y="54"/>
                  <a:pt x="32" y="54"/>
                  <a:pt x="31" y="55"/>
                </a:cubicBezTo>
                <a:cubicBezTo>
                  <a:pt x="30" y="55"/>
                  <a:pt x="30" y="55"/>
                  <a:pt x="29" y="55"/>
                </a:cubicBezTo>
                <a:close/>
                <a:moveTo>
                  <a:pt x="29" y="42"/>
                </a:moveTo>
                <a:cubicBezTo>
                  <a:pt x="29" y="44"/>
                  <a:pt x="29" y="47"/>
                  <a:pt x="29" y="49"/>
                </a:cubicBezTo>
                <a:cubicBezTo>
                  <a:pt x="30" y="49"/>
                  <a:pt x="30" y="49"/>
                  <a:pt x="31" y="49"/>
                </a:cubicBezTo>
                <a:cubicBezTo>
                  <a:pt x="32" y="49"/>
                  <a:pt x="33" y="49"/>
                  <a:pt x="33" y="49"/>
                </a:cubicBezTo>
                <a:cubicBezTo>
                  <a:pt x="33" y="46"/>
                  <a:pt x="33" y="44"/>
                  <a:pt x="33" y="41"/>
                </a:cubicBezTo>
                <a:cubicBezTo>
                  <a:pt x="33" y="41"/>
                  <a:pt x="32" y="41"/>
                  <a:pt x="31" y="41"/>
                </a:cubicBezTo>
                <a:cubicBezTo>
                  <a:pt x="30" y="42"/>
                  <a:pt x="30" y="42"/>
                  <a:pt x="29" y="42"/>
                </a:cubicBezTo>
                <a:close/>
                <a:moveTo>
                  <a:pt x="29" y="68"/>
                </a:moveTo>
                <a:cubicBezTo>
                  <a:pt x="29" y="70"/>
                  <a:pt x="29" y="73"/>
                  <a:pt x="29" y="75"/>
                </a:cubicBezTo>
                <a:cubicBezTo>
                  <a:pt x="30" y="75"/>
                  <a:pt x="30" y="75"/>
                  <a:pt x="31" y="75"/>
                </a:cubicBezTo>
                <a:cubicBezTo>
                  <a:pt x="32" y="75"/>
                  <a:pt x="33" y="75"/>
                  <a:pt x="33" y="75"/>
                </a:cubicBezTo>
                <a:cubicBezTo>
                  <a:pt x="33" y="72"/>
                  <a:pt x="33" y="70"/>
                  <a:pt x="33" y="67"/>
                </a:cubicBezTo>
                <a:cubicBezTo>
                  <a:pt x="33" y="68"/>
                  <a:pt x="32" y="68"/>
                  <a:pt x="31" y="68"/>
                </a:cubicBezTo>
                <a:cubicBezTo>
                  <a:pt x="30" y="68"/>
                  <a:pt x="30" y="68"/>
                  <a:pt x="29" y="68"/>
                </a:cubicBezTo>
                <a:close/>
                <a:moveTo>
                  <a:pt x="29" y="81"/>
                </a:moveTo>
                <a:cubicBezTo>
                  <a:pt x="29" y="83"/>
                  <a:pt x="29" y="86"/>
                  <a:pt x="29" y="88"/>
                </a:cubicBezTo>
                <a:cubicBezTo>
                  <a:pt x="30" y="88"/>
                  <a:pt x="30" y="88"/>
                  <a:pt x="31" y="88"/>
                </a:cubicBezTo>
                <a:cubicBezTo>
                  <a:pt x="32" y="88"/>
                  <a:pt x="33" y="88"/>
                  <a:pt x="33" y="88"/>
                </a:cubicBezTo>
                <a:cubicBezTo>
                  <a:pt x="33" y="86"/>
                  <a:pt x="33" y="83"/>
                  <a:pt x="33" y="81"/>
                </a:cubicBezTo>
                <a:cubicBezTo>
                  <a:pt x="33" y="81"/>
                  <a:pt x="32" y="81"/>
                  <a:pt x="31" y="81"/>
                </a:cubicBezTo>
                <a:cubicBezTo>
                  <a:pt x="30" y="81"/>
                  <a:pt x="30" y="81"/>
                  <a:pt x="29" y="81"/>
                </a:cubicBezTo>
                <a:close/>
                <a:moveTo>
                  <a:pt x="29" y="94"/>
                </a:moveTo>
                <a:cubicBezTo>
                  <a:pt x="29" y="96"/>
                  <a:pt x="29" y="99"/>
                  <a:pt x="29" y="101"/>
                </a:cubicBezTo>
                <a:cubicBezTo>
                  <a:pt x="30" y="101"/>
                  <a:pt x="30" y="101"/>
                  <a:pt x="31" y="101"/>
                </a:cubicBezTo>
                <a:cubicBezTo>
                  <a:pt x="32" y="101"/>
                  <a:pt x="33" y="101"/>
                  <a:pt x="33" y="101"/>
                </a:cubicBezTo>
                <a:cubicBezTo>
                  <a:pt x="33" y="99"/>
                  <a:pt x="33" y="96"/>
                  <a:pt x="33" y="94"/>
                </a:cubicBezTo>
                <a:cubicBezTo>
                  <a:pt x="33" y="94"/>
                  <a:pt x="32" y="94"/>
                  <a:pt x="31" y="94"/>
                </a:cubicBezTo>
                <a:cubicBezTo>
                  <a:pt x="30" y="94"/>
                  <a:pt x="30" y="94"/>
                  <a:pt x="29" y="94"/>
                </a:cubicBezTo>
                <a:close/>
                <a:moveTo>
                  <a:pt x="21" y="43"/>
                </a:moveTo>
                <a:cubicBezTo>
                  <a:pt x="21" y="45"/>
                  <a:pt x="21" y="48"/>
                  <a:pt x="21" y="50"/>
                </a:cubicBezTo>
                <a:cubicBezTo>
                  <a:pt x="21" y="50"/>
                  <a:pt x="22" y="50"/>
                  <a:pt x="23" y="50"/>
                </a:cubicBezTo>
                <a:cubicBezTo>
                  <a:pt x="23" y="50"/>
                  <a:pt x="24" y="50"/>
                  <a:pt x="25" y="50"/>
                </a:cubicBezTo>
                <a:cubicBezTo>
                  <a:pt x="25" y="47"/>
                  <a:pt x="25" y="45"/>
                  <a:pt x="25" y="42"/>
                </a:cubicBezTo>
                <a:cubicBezTo>
                  <a:pt x="24" y="42"/>
                  <a:pt x="23" y="42"/>
                  <a:pt x="23" y="43"/>
                </a:cubicBezTo>
                <a:cubicBezTo>
                  <a:pt x="22" y="43"/>
                  <a:pt x="21" y="43"/>
                  <a:pt x="21" y="43"/>
                </a:cubicBezTo>
                <a:close/>
                <a:moveTo>
                  <a:pt x="21" y="68"/>
                </a:moveTo>
                <a:cubicBezTo>
                  <a:pt x="21" y="71"/>
                  <a:pt x="21" y="73"/>
                  <a:pt x="21" y="76"/>
                </a:cubicBezTo>
                <a:cubicBezTo>
                  <a:pt x="21" y="76"/>
                  <a:pt x="22" y="76"/>
                  <a:pt x="23" y="76"/>
                </a:cubicBezTo>
                <a:cubicBezTo>
                  <a:pt x="23" y="76"/>
                  <a:pt x="24" y="75"/>
                  <a:pt x="25" y="75"/>
                </a:cubicBezTo>
                <a:cubicBezTo>
                  <a:pt x="25" y="73"/>
                  <a:pt x="25" y="71"/>
                  <a:pt x="25" y="68"/>
                </a:cubicBezTo>
                <a:cubicBezTo>
                  <a:pt x="24" y="68"/>
                  <a:pt x="23" y="68"/>
                  <a:pt x="23" y="68"/>
                </a:cubicBezTo>
                <a:cubicBezTo>
                  <a:pt x="22" y="68"/>
                  <a:pt x="21" y="68"/>
                  <a:pt x="21" y="68"/>
                </a:cubicBezTo>
                <a:close/>
                <a:moveTo>
                  <a:pt x="21" y="81"/>
                </a:moveTo>
                <a:cubicBezTo>
                  <a:pt x="21" y="84"/>
                  <a:pt x="21" y="86"/>
                  <a:pt x="21" y="88"/>
                </a:cubicBezTo>
                <a:cubicBezTo>
                  <a:pt x="21" y="88"/>
                  <a:pt x="22" y="88"/>
                  <a:pt x="23" y="88"/>
                </a:cubicBezTo>
                <a:cubicBezTo>
                  <a:pt x="23" y="88"/>
                  <a:pt x="24" y="88"/>
                  <a:pt x="25" y="88"/>
                </a:cubicBezTo>
                <a:cubicBezTo>
                  <a:pt x="25" y="86"/>
                  <a:pt x="25" y="83"/>
                  <a:pt x="25" y="81"/>
                </a:cubicBezTo>
                <a:cubicBezTo>
                  <a:pt x="24" y="81"/>
                  <a:pt x="23" y="81"/>
                  <a:pt x="23" y="81"/>
                </a:cubicBezTo>
                <a:cubicBezTo>
                  <a:pt x="22" y="81"/>
                  <a:pt x="21" y="81"/>
                  <a:pt x="21" y="81"/>
                </a:cubicBezTo>
                <a:close/>
                <a:moveTo>
                  <a:pt x="21" y="94"/>
                </a:moveTo>
                <a:cubicBezTo>
                  <a:pt x="21" y="96"/>
                  <a:pt x="21" y="99"/>
                  <a:pt x="21" y="101"/>
                </a:cubicBezTo>
                <a:cubicBezTo>
                  <a:pt x="21" y="101"/>
                  <a:pt x="22" y="101"/>
                  <a:pt x="23" y="101"/>
                </a:cubicBezTo>
                <a:cubicBezTo>
                  <a:pt x="23" y="101"/>
                  <a:pt x="24" y="101"/>
                  <a:pt x="25" y="101"/>
                </a:cubicBezTo>
                <a:cubicBezTo>
                  <a:pt x="25" y="99"/>
                  <a:pt x="25" y="96"/>
                  <a:pt x="25" y="94"/>
                </a:cubicBezTo>
                <a:cubicBezTo>
                  <a:pt x="24" y="94"/>
                  <a:pt x="23" y="94"/>
                  <a:pt x="23" y="94"/>
                </a:cubicBezTo>
                <a:cubicBezTo>
                  <a:pt x="22" y="94"/>
                  <a:pt x="21" y="94"/>
                  <a:pt x="21" y="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4" name="Freeform 99"/>
          <p:cNvSpPr>
            <a:spLocks noEditPoints="1"/>
          </p:cNvSpPr>
          <p:nvPr/>
        </p:nvSpPr>
        <p:spPr bwMode="auto">
          <a:xfrm>
            <a:off x="6333945" y="2648623"/>
            <a:ext cx="569236" cy="716568"/>
          </a:xfrm>
          <a:custGeom>
            <a:avLst/>
            <a:gdLst>
              <a:gd name="T0" fmla="*/ 71016026 w 222"/>
              <a:gd name="T1" fmla="*/ 0 h 279"/>
              <a:gd name="T2" fmla="*/ 1242774375 w 222"/>
              <a:gd name="T3" fmla="*/ 0 h 279"/>
              <a:gd name="T4" fmla="*/ 1313790401 w 222"/>
              <a:gd name="T5" fmla="*/ 0 h 279"/>
              <a:gd name="T6" fmla="*/ 1313790401 w 222"/>
              <a:gd name="T7" fmla="*/ 71132814 h 279"/>
              <a:gd name="T8" fmla="*/ 1313790401 w 222"/>
              <a:gd name="T9" fmla="*/ 1582692322 h 279"/>
              <a:gd name="T10" fmla="*/ 1313790401 w 222"/>
              <a:gd name="T11" fmla="*/ 1653825135 h 279"/>
              <a:gd name="T12" fmla="*/ 1242774375 w 222"/>
              <a:gd name="T13" fmla="*/ 1653825135 h 279"/>
              <a:gd name="T14" fmla="*/ 420175925 w 222"/>
              <a:gd name="T15" fmla="*/ 1653825135 h 279"/>
              <a:gd name="T16" fmla="*/ 390586927 w 222"/>
              <a:gd name="T17" fmla="*/ 1653825135 h 279"/>
              <a:gd name="T18" fmla="*/ 378751328 w 222"/>
              <a:gd name="T19" fmla="*/ 1641970072 h 279"/>
              <a:gd name="T20" fmla="*/ 23671198 w 222"/>
              <a:gd name="T21" fmla="*/ 1375223847 h 279"/>
              <a:gd name="T22" fmla="*/ 0 w 222"/>
              <a:gd name="T23" fmla="*/ 1357441253 h 279"/>
              <a:gd name="T24" fmla="*/ 0 w 222"/>
              <a:gd name="T25" fmla="*/ 1333731126 h 279"/>
              <a:gd name="T26" fmla="*/ 0 w 222"/>
              <a:gd name="T27" fmla="*/ 71132814 h 279"/>
              <a:gd name="T28" fmla="*/ 0 w 222"/>
              <a:gd name="T29" fmla="*/ 0 h 279"/>
              <a:gd name="T30" fmla="*/ 71016026 w 222"/>
              <a:gd name="T31" fmla="*/ 0 h 279"/>
              <a:gd name="T32" fmla="*/ 71016026 w 222"/>
              <a:gd name="T33" fmla="*/ 0 h 279"/>
              <a:gd name="T34" fmla="*/ 136114252 w 222"/>
              <a:gd name="T35" fmla="*/ 1262598313 h 279"/>
              <a:gd name="T36" fmla="*/ 349159899 w 222"/>
              <a:gd name="T37" fmla="*/ 1179610436 h 279"/>
              <a:gd name="T38" fmla="*/ 378751328 w 222"/>
              <a:gd name="T39" fmla="*/ 1161827841 h 279"/>
              <a:gd name="T40" fmla="*/ 390586927 w 222"/>
              <a:gd name="T41" fmla="*/ 1191465499 h 279"/>
              <a:gd name="T42" fmla="*/ 473438552 w 222"/>
              <a:gd name="T43" fmla="*/ 1511559508 h 279"/>
              <a:gd name="T44" fmla="*/ 1171758349 w 222"/>
              <a:gd name="T45" fmla="*/ 1511559508 h 279"/>
              <a:gd name="T46" fmla="*/ 1171758349 w 222"/>
              <a:gd name="T47" fmla="*/ 142265628 h 279"/>
              <a:gd name="T48" fmla="*/ 136114252 w 222"/>
              <a:gd name="T49" fmla="*/ 142265628 h 279"/>
              <a:gd name="T50" fmla="*/ 136114252 w 222"/>
              <a:gd name="T51" fmla="*/ 1262598313 h 279"/>
              <a:gd name="T52" fmla="*/ 136114252 w 222"/>
              <a:gd name="T53" fmla="*/ 1262598313 h 279"/>
              <a:gd name="T54" fmla="*/ 402422526 w 222"/>
              <a:gd name="T55" fmla="*/ 1499704445 h 279"/>
              <a:gd name="T56" fmla="*/ 331406500 w 222"/>
              <a:gd name="T57" fmla="*/ 1250743249 h 279"/>
              <a:gd name="T58" fmla="*/ 165703250 w 222"/>
              <a:gd name="T59" fmla="*/ 1304091033 h 279"/>
              <a:gd name="T60" fmla="*/ 402422526 w 222"/>
              <a:gd name="T61" fmla="*/ 1499704445 h 279"/>
              <a:gd name="T62" fmla="*/ 402422526 w 222"/>
              <a:gd name="T63" fmla="*/ 1499704445 h 279"/>
              <a:gd name="T64" fmla="*/ 307735302 w 222"/>
              <a:gd name="T65" fmla="*/ 883226553 h 279"/>
              <a:gd name="T66" fmla="*/ 307735302 w 222"/>
              <a:gd name="T67" fmla="*/ 954356931 h 279"/>
              <a:gd name="T68" fmla="*/ 1017890698 w 222"/>
              <a:gd name="T69" fmla="*/ 954356931 h 279"/>
              <a:gd name="T70" fmla="*/ 1017890698 w 222"/>
              <a:gd name="T71" fmla="*/ 883226553 h 279"/>
              <a:gd name="T72" fmla="*/ 307735302 w 222"/>
              <a:gd name="T73" fmla="*/ 883226553 h 279"/>
              <a:gd name="T74" fmla="*/ 307735302 w 222"/>
              <a:gd name="T75" fmla="*/ 883226553 h 279"/>
              <a:gd name="T76" fmla="*/ 307735302 w 222"/>
              <a:gd name="T77" fmla="*/ 717250799 h 279"/>
              <a:gd name="T78" fmla="*/ 307735302 w 222"/>
              <a:gd name="T79" fmla="*/ 770598583 h 279"/>
              <a:gd name="T80" fmla="*/ 1017890698 w 222"/>
              <a:gd name="T81" fmla="*/ 770598583 h 279"/>
              <a:gd name="T82" fmla="*/ 1017890698 w 222"/>
              <a:gd name="T83" fmla="*/ 717250799 h 279"/>
              <a:gd name="T84" fmla="*/ 307735302 w 222"/>
              <a:gd name="T85" fmla="*/ 717250799 h 279"/>
              <a:gd name="T86" fmla="*/ 307735302 w 222"/>
              <a:gd name="T87" fmla="*/ 717250799 h 279"/>
              <a:gd name="T88" fmla="*/ 307735302 w 222"/>
              <a:gd name="T89" fmla="*/ 533492451 h 279"/>
              <a:gd name="T90" fmla="*/ 307735302 w 222"/>
              <a:gd name="T91" fmla="*/ 586840234 h 279"/>
              <a:gd name="T92" fmla="*/ 1017890698 w 222"/>
              <a:gd name="T93" fmla="*/ 586840234 h 279"/>
              <a:gd name="T94" fmla="*/ 1017890698 w 222"/>
              <a:gd name="T95" fmla="*/ 533492451 h 279"/>
              <a:gd name="T96" fmla="*/ 307735302 w 222"/>
              <a:gd name="T97" fmla="*/ 533492451 h 279"/>
              <a:gd name="T98" fmla="*/ 307735302 w 222"/>
              <a:gd name="T99" fmla="*/ 533492451 h 279"/>
              <a:gd name="T100" fmla="*/ 307735302 w 222"/>
              <a:gd name="T101" fmla="*/ 349734102 h 279"/>
              <a:gd name="T102" fmla="*/ 307735302 w 222"/>
              <a:gd name="T103" fmla="*/ 420866916 h 279"/>
              <a:gd name="T104" fmla="*/ 1017890698 w 222"/>
              <a:gd name="T105" fmla="*/ 420866916 h 279"/>
              <a:gd name="T106" fmla="*/ 1017890698 w 222"/>
              <a:gd name="T107" fmla="*/ 349734102 h 279"/>
              <a:gd name="T108" fmla="*/ 307735302 w 222"/>
              <a:gd name="T109" fmla="*/ 349734102 h 2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22" h="279">
                <a:moveTo>
                  <a:pt x="12" y="0"/>
                </a:moveTo>
                <a:lnTo>
                  <a:pt x="210" y="0"/>
                </a:lnTo>
                <a:lnTo>
                  <a:pt x="222" y="0"/>
                </a:lnTo>
                <a:lnTo>
                  <a:pt x="222" y="12"/>
                </a:lnTo>
                <a:lnTo>
                  <a:pt x="222" y="267"/>
                </a:lnTo>
                <a:lnTo>
                  <a:pt x="222" y="279"/>
                </a:lnTo>
                <a:lnTo>
                  <a:pt x="210" y="279"/>
                </a:lnTo>
                <a:lnTo>
                  <a:pt x="71" y="279"/>
                </a:lnTo>
                <a:lnTo>
                  <a:pt x="66" y="279"/>
                </a:lnTo>
                <a:lnTo>
                  <a:pt x="64" y="277"/>
                </a:lnTo>
                <a:lnTo>
                  <a:pt x="4" y="232"/>
                </a:lnTo>
                <a:lnTo>
                  <a:pt x="0" y="229"/>
                </a:lnTo>
                <a:lnTo>
                  <a:pt x="0" y="225"/>
                </a:lnTo>
                <a:lnTo>
                  <a:pt x="0" y="12"/>
                </a:lnTo>
                <a:lnTo>
                  <a:pt x="0" y="0"/>
                </a:lnTo>
                <a:lnTo>
                  <a:pt x="12" y="0"/>
                </a:lnTo>
                <a:close/>
                <a:moveTo>
                  <a:pt x="23" y="213"/>
                </a:moveTo>
                <a:lnTo>
                  <a:pt x="59" y="199"/>
                </a:lnTo>
                <a:lnTo>
                  <a:pt x="64" y="196"/>
                </a:lnTo>
                <a:lnTo>
                  <a:pt x="66" y="201"/>
                </a:lnTo>
                <a:lnTo>
                  <a:pt x="80" y="255"/>
                </a:lnTo>
                <a:lnTo>
                  <a:pt x="198" y="255"/>
                </a:lnTo>
                <a:lnTo>
                  <a:pt x="198" y="24"/>
                </a:lnTo>
                <a:lnTo>
                  <a:pt x="23" y="24"/>
                </a:lnTo>
                <a:lnTo>
                  <a:pt x="23" y="213"/>
                </a:lnTo>
                <a:close/>
                <a:moveTo>
                  <a:pt x="68" y="253"/>
                </a:moveTo>
                <a:lnTo>
                  <a:pt x="56" y="211"/>
                </a:lnTo>
                <a:lnTo>
                  <a:pt x="28" y="220"/>
                </a:lnTo>
                <a:lnTo>
                  <a:pt x="68" y="253"/>
                </a:lnTo>
                <a:close/>
                <a:moveTo>
                  <a:pt x="52" y="149"/>
                </a:moveTo>
                <a:lnTo>
                  <a:pt x="52" y="161"/>
                </a:lnTo>
                <a:lnTo>
                  <a:pt x="172" y="161"/>
                </a:lnTo>
                <a:lnTo>
                  <a:pt x="172" y="149"/>
                </a:lnTo>
                <a:lnTo>
                  <a:pt x="52" y="149"/>
                </a:lnTo>
                <a:close/>
                <a:moveTo>
                  <a:pt x="52" y="121"/>
                </a:moveTo>
                <a:lnTo>
                  <a:pt x="52" y="130"/>
                </a:lnTo>
                <a:lnTo>
                  <a:pt x="172" y="130"/>
                </a:lnTo>
                <a:lnTo>
                  <a:pt x="172" y="121"/>
                </a:lnTo>
                <a:lnTo>
                  <a:pt x="52" y="121"/>
                </a:lnTo>
                <a:close/>
                <a:moveTo>
                  <a:pt x="52" y="90"/>
                </a:moveTo>
                <a:lnTo>
                  <a:pt x="52" y="99"/>
                </a:lnTo>
                <a:lnTo>
                  <a:pt x="172" y="99"/>
                </a:lnTo>
                <a:lnTo>
                  <a:pt x="172" y="90"/>
                </a:lnTo>
                <a:lnTo>
                  <a:pt x="52" y="90"/>
                </a:lnTo>
                <a:close/>
                <a:moveTo>
                  <a:pt x="52" y="59"/>
                </a:moveTo>
                <a:lnTo>
                  <a:pt x="52" y="71"/>
                </a:lnTo>
                <a:lnTo>
                  <a:pt x="172" y="71"/>
                </a:lnTo>
                <a:lnTo>
                  <a:pt x="172" y="59"/>
                </a:lnTo>
                <a:lnTo>
                  <a:pt x="52" y="5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5" name="Freeform 94"/>
          <p:cNvSpPr>
            <a:spLocks noEditPoints="1"/>
          </p:cNvSpPr>
          <p:nvPr/>
        </p:nvSpPr>
        <p:spPr bwMode="auto">
          <a:xfrm>
            <a:off x="5963941" y="1478341"/>
            <a:ext cx="378375" cy="480502"/>
          </a:xfrm>
          <a:custGeom>
            <a:avLst/>
            <a:gdLst>
              <a:gd name="T0" fmla="*/ 1708457617 w 62"/>
              <a:gd name="T1" fmla="*/ 900122062 h 79"/>
              <a:gd name="T2" fmla="*/ 1708457617 w 62"/>
              <a:gd name="T3" fmla="*/ 900122062 h 79"/>
              <a:gd name="T4" fmla="*/ 1741956785 w 62"/>
              <a:gd name="T5" fmla="*/ 900122062 h 79"/>
              <a:gd name="T6" fmla="*/ 1741956785 w 62"/>
              <a:gd name="T7" fmla="*/ 933462479 h 79"/>
              <a:gd name="T8" fmla="*/ 1708457617 w 62"/>
              <a:gd name="T9" fmla="*/ 1166822332 h 79"/>
              <a:gd name="T10" fmla="*/ 1607960110 w 62"/>
              <a:gd name="T11" fmla="*/ 1266837817 h 79"/>
              <a:gd name="T12" fmla="*/ 1406965096 w 62"/>
              <a:gd name="T13" fmla="*/ 1600218922 h 79"/>
              <a:gd name="T14" fmla="*/ 1038474238 w 62"/>
              <a:gd name="T15" fmla="*/ 1766909474 h 79"/>
              <a:gd name="T16" fmla="*/ 669983379 w 62"/>
              <a:gd name="T17" fmla="*/ 1600218922 h 79"/>
              <a:gd name="T18" fmla="*/ 468988365 w 62"/>
              <a:gd name="T19" fmla="*/ 1266837817 h 79"/>
              <a:gd name="T20" fmla="*/ 368490858 w 62"/>
              <a:gd name="T21" fmla="*/ 1166822332 h 79"/>
              <a:gd name="T22" fmla="*/ 334991690 w 62"/>
              <a:gd name="T23" fmla="*/ 933462479 h 79"/>
              <a:gd name="T24" fmla="*/ 334991690 w 62"/>
              <a:gd name="T25" fmla="*/ 900122062 h 79"/>
              <a:gd name="T26" fmla="*/ 368490858 w 62"/>
              <a:gd name="T27" fmla="*/ 900122062 h 79"/>
              <a:gd name="T28" fmla="*/ 368490858 w 62"/>
              <a:gd name="T29" fmla="*/ 900122062 h 79"/>
              <a:gd name="T30" fmla="*/ 535986703 w 62"/>
              <a:gd name="T31" fmla="*/ 233365620 h 79"/>
              <a:gd name="T32" fmla="*/ 1507462603 w 62"/>
              <a:gd name="T33" fmla="*/ 200025202 h 79"/>
              <a:gd name="T34" fmla="*/ 1708457617 w 62"/>
              <a:gd name="T35" fmla="*/ 900122062 h 79"/>
              <a:gd name="T36" fmla="*/ 301492521 w 62"/>
              <a:gd name="T37" fmla="*/ 1766909474 h 79"/>
              <a:gd name="T38" fmla="*/ 569485872 w 62"/>
              <a:gd name="T39" fmla="*/ 1766909474 h 79"/>
              <a:gd name="T40" fmla="*/ 1038474238 w 62"/>
              <a:gd name="T41" fmla="*/ 1966934676 h 79"/>
              <a:gd name="T42" fmla="*/ 1473963434 w 62"/>
              <a:gd name="T43" fmla="*/ 1766909474 h 79"/>
              <a:gd name="T44" fmla="*/ 1775455954 w 62"/>
              <a:gd name="T45" fmla="*/ 1766909474 h 79"/>
              <a:gd name="T46" fmla="*/ 2043449306 w 62"/>
              <a:gd name="T47" fmla="*/ 2147483646 h 79"/>
              <a:gd name="T48" fmla="*/ 0 w 62"/>
              <a:gd name="T49" fmla="*/ 2147483646 h 79"/>
              <a:gd name="T50" fmla="*/ 301492521 w 62"/>
              <a:gd name="T51" fmla="*/ 1766909474 h 79"/>
              <a:gd name="T52" fmla="*/ 1607960110 w 62"/>
              <a:gd name="T53" fmla="*/ 966797130 h 79"/>
              <a:gd name="T54" fmla="*/ 1540961772 w 62"/>
              <a:gd name="T55" fmla="*/ 966797130 h 79"/>
              <a:gd name="T56" fmla="*/ 1473963434 w 62"/>
              <a:gd name="T57" fmla="*/ 833446995 h 79"/>
              <a:gd name="T58" fmla="*/ 669983379 w 62"/>
              <a:gd name="T59" fmla="*/ 800106577 h 79"/>
              <a:gd name="T60" fmla="*/ 569485872 w 62"/>
              <a:gd name="T61" fmla="*/ 966797130 h 79"/>
              <a:gd name="T62" fmla="*/ 468988365 w 62"/>
              <a:gd name="T63" fmla="*/ 966797130 h 79"/>
              <a:gd name="T64" fmla="*/ 468988365 w 62"/>
              <a:gd name="T65" fmla="*/ 966797130 h 79"/>
              <a:gd name="T66" fmla="*/ 435489196 w 62"/>
              <a:gd name="T67" fmla="*/ 966797130 h 79"/>
              <a:gd name="T68" fmla="*/ 468988365 w 62"/>
              <a:gd name="T69" fmla="*/ 1133487682 h 79"/>
              <a:gd name="T70" fmla="*/ 535986703 w 62"/>
              <a:gd name="T71" fmla="*/ 1166822332 h 79"/>
              <a:gd name="T72" fmla="*/ 535986703 w 62"/>
              <a:gd name="T73" fmla="*/ 1200162749 h 79"/>
              <a:gd name="T74" fmla="*/ 569485872 w 62"/>
              <a:gd name="T75" fmla="*/ 1233503167 h 79"/>
              <a:gd name="T76" fmla="*/ 736981717 w 62"/>
              <a:gd name="T77" fmla="*/ 1533543854 h 79"/>
              <a:gd name="T78" fmla="*/ 1038474238 w 62"/>
              <a:gd name="T79" fmla="*/ 1633553572 h 79"/>
              <a:gd name="T80" fmla="*/ 1339966758 w 62"/>
              <a:gd name="T81" fmla="*/ 1533543854 h 79"/>
              <a:gd name="T82" fmla="*/ 1507462603 w 62"/>
              <a:gd name="T83" fmla="*/ 1233503167 h 79"/>
              <a:gd name="T84" fmla="*/ 1540961772 w 62"/>
              <a:gd name="T85" fmla="*/ 1200162749 h 79"/>
              <a:gd name="T86" fmla="*/ 1540961772 w 62"/>
              <a:gd name="T87" fmla="*/ 1166822332 h 79"/>
              <a:gd name="T88" fmla="*/ 1607960110 w 62"/>
              <a:gd name="T89" fmla="*/ 1133487682 h 79"/>
              <a:gd name="T90" fmla="*/ 1641459279 w 62"/>
              <a:gd name="T91" fmla="*/ 966797130 h 79"/>
              <a:gd name="T92" fmla="*/ 1607960110 w 62"/>
              <a:gd name="T93" fmla="*/ 966797130 h 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2" h="79">
                <a:moveTo>
                  <a:pt x="51" y="27"/>
                </a:moveTo>
                <a:cubicBezTo>
                  <a:pt x="51" y="27"/>
                  <a:pt x="51" y="27"/>
                  <a:pt x="51" y="27"/>
                </a:cubicBezTo>
                <a:cubicBezTo>
                  <a:pt x="52" y="27"/>
                  <a:pt x="52" y="27"/>
                  <a:pt x="52" y="27"/>
                </a:cubicBezTo>
                <a:cubicBezTo>
                  <a:pt x="52" y="28"/>
                  <a:pt x="52" y="28"/>
                  <a:pt x="52" y="28"/>
                </a:cubicBezTo>
                <a:cubicBezTo>
                  <a:pt x="52" y="31"/>
                  <a:pt x="52" y="33"/>
                  <a:pt x="51" y="35"/>
                </a:cubicBezTo>
                <a:cubicBezTo>
                  <a:pt x="50" y="36"/>
                  <a:pt x="50" y="37"/>
                  <a:pt x="48" y="38"/>
                </a:cubicBezTo>
                <a:cubicBezTo>
                  <a:pt x="47" y="42"/>
                  <a:pt x="45" y="46"/>
                  <a:pt x="42" y="48"/>
                </a:cubicBezTo>
                <a:cubicBezTo>
                  <a:pt x="39" y="51"/>
                  <a:pt x="35" y="53"/>
                  <a:pt x="31" y="53"/>
                </a:cubicBezTo>
                <a:cubicBezTo>
                  <a:pt x="27" y="53"/>
                  <a:pt x="23" y="51"/>
                  <a:pt x="20" y="48"/>
                </a:cubicBezTo>
                <a:cubicBezTo>
                  <a:pt x="17" y="46"/>
                  <a:pt x="15" y="42"/>
                  <a:pt x="14" y="38"/>
                </a:cubicBezTo>
                <a:cubicBezTo>
                  <a:pt x="13" y="37"/>
                  <a:pt x="12" y="36"/>
                  <a:pt x="11" y="35"/>
                </a:cubicBezTo>
                <a:cubicBezTo>
                  <a:pt x="10" y="33"/>
                  <a:pt x="10" y="31"/>
                  <a:pt x="10" y="28"/>
                </a:cubicBezTo>
                <a:cubicBezTo>
                  <a:pt x="10" y="27"/>
                  <a:pt x="10" y="27"/>
                  <a:pt x="10" y="27"/>
                </a:cubicBezTo>
                <a:cubicBezTo>
                  <a:pt x="11" y="27"/>
                  <a:pt x="11" y="27"/>
                  <a:pt x="11" y="27"/>
                </a:cubicBezTo>
                <a:cubicBezTo>
                  <a:pt x="11" y="27"/>
                  <a:pt x="11" y="27"/>
                  <a:pt x="11" y="27"/>
                </a:cubicBezTo>
                <a:cubicBezTo>
                  <a:pt x="9" y="16"/>
                  <a:pt x="11" y="11"/>
                  <a:pt x="16" y="7"/>
                </a:cubicBezTo>
                <a:cubicBezTo>
                  <a:pt x="23" y="0"/>
                  <a:pt x="37" y="0"/>
                  <a:pt x="45" y="6"/>
                </a:cubicBezTo>
                <a:cubicBezTo>
                  <a:pt x="50" y="10"/>
                  <a:pt x="52" y="16"/>
                  <a:pt x="51" y="27"/>
                </a:cubicBezTo>
                <a:close/>
                <a:moveTo>
                  <a:pt x="9" y="53"/>
                </a:moveTo>
                <a:cubicBezTo>
                  <a:pt x="12" y="53"/>
                  <a:pt x="15" y="53"/>
                  <a:pt x="17" y="53"/>
                </a:cubicBezTo>
                <a:cubicBezTo>
                  <a:pt x="21" y="57"/>
                  <a:pt x="25" y="59"/>
                  <a:pt x="31" y="59"/>
                </a:cubicBezTo>
                <a:cubicBezTo>
                  <a:pt x="36" y="59"/>
                  <a:pt x="41" y="57"/>
                  <a:pt x="44" y="53"/>
                </a:cubicBezTo>
                <a:cubicBezTo>
                  <a:pt x="47" y="53"/>
                  <a:pt x="50" y="53"/>
                  <a:pt x="53" y="53"/>
                </a:cubicBezTo>
                <a:cubicBezTo>
                  <a:pt x="58" y="58"/>
                  <a:pt x="62" y="71"/>
                  <a:pt x="61" y="79"/>
                </a:cubicBezTo>
                <a:cubicBezTo>
                  <a:pt x="41" y="79"/>
                  <a:pt x="21" y="79"/>
                  <a:pt x="0" y="79"/>
                </a:cubicBezTo>
                <a:cubicBezTo>
                  <a:pt x="1" y="72"/>
                  <a:pt x="2" y="60"/>
                  <a:pt x="9" y="53"/>
                </a:cubicBezTo>
                <a:close/>
                <a:moveTo>
                  <a:pt x="48" y="29"/>
                </a:moveTo>
                <a:cubicBezTo>
                  <a:pt x="47" y="29"/>
                  <a:pt x="46" y="29"/>
                  <a:pt x="46" y="29"/>
                </a:cubicBezTo>
                <a:cubicBezTo>
                  <a:pt x="45" y="28"/>
                  <a:pt x="45" y="27"/>
                  <a:pt x="44" y="25"/>
                </a:cubicBezTo>
                <a:cubicBezTo>
                  <a:pt x="38" y="27"/>
                  <a:pt x="30" y="27"/>
                  <a:pt x="20" y="24"/>
                </a:cubicBezTo>
                <a:cubicBezTo>
                  <a:pt x="19" y="26"/>
                  <a:pt x="18" y="28"/>
                  <a:pt x="17" y="29"/>
                </a:cubicBezTo>
                <a:cubicBezTo>
                  <a:pt x="16" y="29"/>
                  <a:pt x="15" y="29"/>
                  <a:pt x="14" y="29"/>
                </a:cubicBezTo>
                <a:cubicBezTo>
                  <a:pt x="14" y="29"/>
                  <a:pt x="14" y="29"/>
                  <a:pt x="14" y="29"/>
                </a:cubicBezTo>
                <a:cubicBezTo>
                  <a:pt x="13" y="29"/>
                  <a:pt x="13" y="29"/>
                  <a:pt x="13" y="29"/>
                </a:cubicBezTo>
                <a:cubicBezTo>
                  <a:pt x="13" y="31"/>
                  <a:pt x="13" y="32"/>
                  <a:pt x="14" y="34"/>
                </a:cubicBezTo>
                <a:cubicBezTo>
                  <a:pt x="14" y="35"/>
                  <a:pt x="15" y="35"/>
                  <a:pt x="16" y="35"/>
                </a:cubicBezTo>
                <a:cubicBezTo>
                  <a:pt x="16" y="36"/>
                  <a:pt x="16" y="36"/>
                  <a:pt x="16" y="36"/>
                </a:cubicBezTo>
                <a:cubicBezTo>
                  <a:pt x="17" y="37"/>
                  <a:pt x="17" y="37"/>
                  <a:pt x="17" y="37"/>
                </a:cubicBezTo>
                <a:cubicBezTo>
                  <a:pt x="18" y="40"/>
                  <a:pt x="20" y="44"/>
                  <a:pt x="22" y="46"/>
                </a:cubicBezTo>
                <a:cubicBezTo>
                  <a:pt x="25" y="48"/>
                  <a:pt x="28" y="49"/>
                  <a:pt x="31" y="49"/>
                </a:cubicBezTo>
                <a:cubicBezTo>
                  <a:pt x="34" y="49"/>
                  <a:pt x="37" y="48"/>
                  <a:pt x="40" y="46"/>
                </a:cubicBezTo>
                <a:cubicBezTo>
                  <a:pt x="42" y="44"/>
                  <a:pt x="44" y="40"/>
                  <a:pt x="45" y="37"/>
                </a:cubicBezTo>
                <a:cubicBezTo>
                  <a:pt x="46" y="36"/>
                  <a:pt x="46" y="36"/>
                  <a:pt x="46" y="36"/>
                </a:cubicBezTo>
                <a:cubicBezTo>
                  <a:pt x="46" y="35"/>
                  <a:pt x="46" y="35"/>
                  <a:pt x="46" y="35"/>
                </a:cubicBezTo>
                <a:cubicBezTo>
                  <a:pt x="47" y="35"/>
                  <a:pt x="48" y="35"/>
                  <a:pt x="48" y="34"/>
                </a:cubicBezTo>
                <a:cubicBezTo>
                  <a:pt x="49" y="32"/>
                  <a:pt x="49" y="31"/>
                  <a:pt x="49" y="29"/>
                </a:cubicBezTo>
                <a:cubicBezTo>
                  <a:pt x="49" y="29"/>
                  <a:pt x="49" y="29"/>
                  <a:pt x="48" y="2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6" name="Freeform 72"/>
          <p:cNvSpPr>
            <a:spLocks noEditPoints="1"/>
          </p:cNvSpPr>
          <p:nvPr/>
        </p:nvSpPr>
        <p:spPr bwMode="auto">
          <a:xfrm>
            <a:off x="6410959" y="5320686"/>
            <a:ext cx="475480" cy="505616"/>
          </a:xfrm>
          <a:custGeom>
            <a:avLst/>
            <a:gdLst>
              <a:gd name="T0" fmla="*/ 200925458 w 358"/>
              <a:gd name="T1" fmla="*/ 459873998 h 382"/>
              <a:gd name="T2" fmla="*/ 509432794 w 358"/>
              <a:gd name="T3" fmla="*/ 99219639 h 382"/>
              <a:gd name="T4" fmla="*/ 526835856 w 358"/>
              <a:gd name="T5" fmla="*/ 177964568 h 382"/>
              <a:gd name="T6" fmla="*/ 531582375 w 358"/>
              <a:gd name="T7" fmla="*/ 280334356 h 382"/>
              <a:gd name="T8" fmla="*/ 534747140 w 358"/>
              <a:gd name="T9" fmla="*/ 385853037 h 382"/>
              <a:gd name="T10" fmla="*/ 507851041 w 358"/>
              <a:gd name="T11" fmla="*/ 494521867 h 382"/>
              <a:gd name="T12" fmla="*/ 428747016 w 358"/>
              <a:gd name="T13" fmla="*/ 601615623 h 382"/>
              <a:gd name="T14" fmla="*/ 272119459 w 358"/>
              <a:gd name="T15" fmla="*/ 355929136 h 382"/>
              <a:gd name="T16" fmla="*/ 194597187 w 358"/>
              <a:gd name="T17" fmla="*/ 310257002 h 382"/>
              <a:gd name="T18" fmla="*/ 197761952 w 358"/>
              <a:gd name="T19" fmla="*/ 327581564 h 382"/>
              <a:gd name="T20" fmla="*/ 275284224 w 358"/>
              <a:gd name="T21" fmla="*/ 371678624 h 382"/>
              <a:gd name="T22" fmla="*/ 272119459 w 358"/>
              <a:gd name="T23" fmla="*/ 355929136 h 382"/>
              <a:gd name="T24" fmla="*/ 455641855 w 358"/>
              <a:gd name="T25" fmla="*/ 214187511 h 382"/>
              <a:gd name="T26" fmla="*/ 416090472 w 358"/>
              <a:gd name="T27" fmla="*/ 196864204 h 382"/>
              <a:gd name="T28" fmla="*/ 270537706 w 358"/>
              <a:gd name="T29" fmla="*/ 110243904 h 382"/>
              <a:gd name="T30" fmla="*/ 234149829 w 358"/>
              <a:gd name="T31" fmla="*/ 85045226 h 382"/>
              <a:gd name="T32" fmla="*/ 270537706 w 358"/>
              <a:gd name="T33" fmla="*/ 110243904 h 382"/>
              <a:gd name="T34" fmla="*/ 322746891 w 358"/>
              <a:gd name="T35" fmla="*/ 61421622 h 382"/>
              <a:gd name="T36" fmla="*/ 305343830 w 358"/>
              <a:gd name="T37" fmla="*/ 100794714 h 382"/>
              <a:gd name="T38" fmla="*/ 408179188 w 358"/>
              <a:gd name="T39" fmla="*/ 162216335 h 382"/>
              <a:gd name="T40" fmla="*/ 433492275 w 358"/>
              <a:gd name="T41" fmla="*/ 125993392 h 382"/>
              <a:gd name="T42" fmla="*/ 408179188 w 358"/>
              <a:gd name="T43" fmla="*/ 162216335 h 382"/>
              <a:gd name="T44" fmla="*/ 393940892 w 358"/>
              <a:gd name="T45" fmla="*/ 86620300 h 382"/>
              <a:gd name="T46" fmla="*/ 357553015 w 358"/>
              <a:gd name="T47" fmla="*/ 111818979 h 382"/>
              <a:gd name="T48" fmla="*/ 287940768 w 358"/>
              <a:gd name="T49" fmla="*/ 329156638 h 382"/>
              <a:gd name="T50" fmla="*/ 210418496 w 358"/>
              <a:gd name="T51" fmla="*/ 283483249 h 382"/>
              <a:gd name="T52" fmla="*/ 213582002 w 358"/>
              <a:gd name="T53" fmla="*/ 299232737 h 382"/>
              <a:gd name="T54" fmla="*/ 291104274 w 358"/>
              <a:gd name="T55" fmla="*/ 344904871 h 382"/>
              <a:gd name="T56" fmla="*/ 287940768 w 358"/>
              <a:gd name="T57" fmla="*/ 329156638 h 382"/>
              <a:gd name="T58" fmla="*/ 248388125 w 358"/>
              <a:gd name="T59" fmla="*/ 163790155 h 382"/>
              <a:gd name="T60" fmla="*/ 294269039 w 358"/>
              <a:gd name="T61" fmla="*/ 307106854 h 382"/>
              <a:gd name="T62" fmla="*/ 351224744 w 358"/>
              <a:gd name="T63" fmla="*/ 141741625 h 382"/>
              <a:gd name="T64" fmla="*/ 215163755 w 358"/>
              <a:gd name="T65" fmla="*/ 374828772 h 382"/>
              <a:gd name="T66" fmla="*/ 204090224 w 358"/>
              <a:gd name="T67" fmla="*/ 340180903 h 3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58" h="382">
                <a:moveTo>
                  <a:pt x="131" y="382"/>
                </a:moveTo>
                <a:cubicBezTo>
                  <a:pt x="135" y="352"/>
                  <a:pt x="135" y="320"/>
                  <a:pt x="127" y="292"/>
                </a:cubicBezTo>
                <a:cubicBezTo>
                  <a:pt x="0" y="220"/>
                  <a:pt x="34" y="56"/>
                  <a:pt x="140" y="23"/>
                </a:cubicBezTo>
                <a:cubicBezTo>
                  <a:pt x="196" y="0"/>
                  <a:pt x="272" y="14"/>
                  <a:pt x="322" y="63"/>
                </a:cubicBezTo>
                <a:cubicBezTo>
                  <a:pt x="358" y="99"/>
                  <a:pt x="340" y="109"/>
                  <a:pt x="340" y="109"/>
                </a:cubicBezTo>
                <a:cubicBezTo>
                  <a:pt x="333" y="113"/>
                  <a:pt x="333" y="113"/>
                  <a:pt x="333" y="113"/>
                </a:cubicBezTo>
                <a:cubicBezTo>
                  <a:pt x="337" y="130"/>
                  <a:pt x="345" y="162"/>
                  <a:pt x="344" y="166"/>
                </a:cubicBezTo>
                <a:cubicBezTo>
                  <a:pt x="342" y="172"/>
                  <a:pt x="336" y="178"/>
                  <a:pt x="336" y="178"/>
                </a:cubicBezTo>
                <a:cubicBezTo>
                  <a:pt x="354" y="239"/>
                  <a:pt x="354" y="239"/>
                  <a:pt x="354" y="239"/>
                </a:cubicBezTo>
                <a:cubicBezTo>
                  <a:pt x="338" y="245"/>
                  <a:pt x="338" y="245"/>
                  <a:pt x="338" y="245"/>
                </a:cubicBezTo>
                <a:cubicBezTo>
                  <a:pt x="341" y="265"/>
                  <a:pt x="343" y="281"/>
                  <a:pt x="341" y="300"/>
                </a:cubicBezTo>
                <a:cubicBezTo>
                  <a:pt x="341" y="304"/>
                  <a:pt x="330" y="313"/>
                  <a:pt x="321" y="314"/>
                </a:cubicBezTo>
                <a:cubicBezTo>
                  <a:pt x="267" y="317"/>
                  <a:pt x="267" y="317"/>
                  <a:pt x="267" y="317"/>
                </a:cubicBezTo>
                <a:cubicBezTo>
                  <a:pt x="271" y="382"/>
                  <a:pt x="271" y="382"/>
                  <a:pt x="271" y="382"/>
                </a:cubicBezTo>
                <a:cubicBezTo>
                  <a:pt x="131" y="382"/>
                  <a:pt x="131" y="382"/>
                  <a:pt x="131" y="382"/>
                </a:cubicBezTo>
                <a:close/>
                <a:moveTo>
                  <a:pt x="172" y="226"/>
                </a:moveTo>
                <a:cubicBezTo>
                  <a:pt x="132" y="196"/>
                  <a:pt x="132" y="196"/>
                  <a:pt x="132" y="196"/>
                </a:cubicBezTo>
                <a:cubicBezTo>
                  <a:pt x="129" y="193"/>
                  <a:pt x="125" y="194"/>
                  <a:pt x="123" y="197"/>
                </a:cubicBezTo>
                <a:cubicBezTo>
                  <a:pt x="123" y="197"/>
                  <a:pt x="123" y="197"/>
                  <a:pt x="123" y="197"/>
                </a:cubicBezTo>
                <a:cubicBezTo>
                  <a:pt x="121" y="201"/>
                  <a:pt x="122" y="205"/>
                  <a:pt x="125" y="208"/>
                </a:cubicBezTo>
                <a:cubicBezTo>
                  <a:pt x="165" y="238"/>
                  <a:pt x="165" y="238"/>
                  <a:pt x="165" y="238"/>
                </a:cubicBezTo>
                <a:cubicBezTo>
                  <a:pt x="168" y="240"/>
                  <a:pt x="172" y="239"/>
                  <a:pt x="174" y="236"/>
                </a:cubicBezTo>
                <a:cubicBezTo>
                  <a:pt x="174" y="236"/>
                  <a:pt x="174" y="236"/>
                  <a:pt x="174" y="236"/>
                </a:cubicBezTo>
                <a:cubicBezTo>
                  <a:pt x="176" y="233"/>
                  <a:pt x="175" y="228"/>
                  <a:pt x="172" y="226"/>
                </a:cubicBezTo>
                <a:close/>
                <a:moveTo>
                  <a:pt x="263" y="136"/>
                </a:moveTo>
                <a:cubicBezTo>
                  <a:pt x="288" y="136"/>
                  <a:pt x="288" y="136"/>
                  <a:pt x="288" y="136"/>
                </a:cubicBezTo>
                <a:cubicBezTo>
                  <a:pt x="288" y="125"/>
                  <a:pt x="288" y="125"/>
                  <a:pt x="288" y="125"/>
                </a:cubicBezTo>
                <a:cubicBezTo>
                  <a:pt x="263" y="125"/>
                  <a:pt x="263" y="125"/>
                  <a:pt x="263" y="125"/>
                </a:cubicBezTo>
                <a:cubicBezTo>
                  <a:pt x="263" y="136"/>
                  <a:pt x="263" y="136"/>
                  <a:pt x="263" y="136"/>
                </a:cubicBezTo>
                <a:close/>
                <a:moveTo>
                  <a:pt x="171" y="70"/>
                </a:moveTo>
                <a:cubicBezTo>
                  <a:pt x="158" y="48"/>
                  <a:pt x="158" y="48"/>
                  <a:pt x="158" y="48"/>
                </a:cubicBezTo>
                <a:cubicBezTo>
                  <a:pt x="148" y="54"/>
                  <a:pt x="148" y="54"/>
                  <a:pt x="148" y="54"/>
                </a:cubicBezTo>
                <a:cubicBezTo>
                  <a:pt x="161" y="76"/>
                  <a:pt x="161" y="76"/>
                  <a:pt x="161" y="76"/>
                </a:cubicBezTo>
                <a:cubicBezTo>
                  <a:pt x="171" y="70"/>
                  <a:pt x="171" y="70"/>
                  <a:pt x="171" y="70"/>
                </a:cubicBezTo>
                <a:close/>
                <a:moveTo>
                  <a:pt x="204" y="64"/>
                </a:moveTo>
                <a:cubicBezTo>
                  <a:pt x="204" y="39"/>
                  <a:pt x="204" y="39"/>
                  <a:pt x="204" y="39"/>
                </a:cubicBezTo>
                <a:cubicBezTo>
                  <a:pt x="193" y="39"/>
                  <a:pt x="193" y="39"/>
                  <a:pt x="193" y="39"/>
                </a:cubicBezTo>
                <a:cubicBezTo>
                  <a:pt x="193" y="64"/>
                  <a:pt x="193" y="64"/>
                  <a:pt x="193" y="64"/>
                </a:cubicBezTo>
                <a:cubicBezTo>
                  <a:pt x="204" y="64"/>
                  <a:pt x="204" y="64"/>
                  <a:pt x="204" y="64"/>
                </a:cubicBezTo>
                <a:close/>
                <a:moveTo>
                  <a:pt x="258" y="103"/>
                </a:moveTo>
                <a:cubicBezTo>
                  <a:pt x="279" y="90"/>
                  <a:pt x="279" y="90"/>
                  <a:pt x="279" y="90"/>
                </a:cubicBezTo>
                <a:cubicBezTo>
                  <a:pt x="274" y="80"/>
                  <a:pt x="274" y="80"/>
                  <a:pt x="274" y="80"/>
                </a:cubicBezTo>
                <a:cubicBezTo>
                  <a:pt x="252" y="93"/>
                  <a:pt x="252" y="93"/>
                  <a:pt x="252" y="93"/>
                </a:cubicBezTo>
                <a:cubicBezTo>
                  <a:pt x="258" y="103"/>
                  <a:pt x="258" y="103"/>
                  <a:pt x="258" y="103"/>
                </a:cubicBezTo>
                <a:close/>
                <a:moveTo>
                  <a:pt x="236" y="76"/>
                </a:moveTo>
                <a:cubicBezTo>
                  <a:pt x="249" y="55"/>
                  <a:pt x="249" y="55"/>
                  <a:pt x="249" y="55"/>
                </a:cubicBezTo>
                <a:cubicBezTo>
                  <a:pt x="239" y="49"/>
                  <a:pt x="239" y="49"/>
                  <a:pt x="239" y="49"/>
                </a:cubicBezTo>
                <a:cubicBezTo>
                  <a:pt x="226" y="71"/>
                  <a:pt x="226" y="71"/>
                  <a:pt x="226" y="71"/>
                </a:cubicBezTo>
                <a:cubicBezTo>
                  <a:pt x="236" y="76"/>
                  <a:pt x="236" y="76"/>
                  <a:pt x="236" y="76"/>
                </a:cubicBezTo>
                <a:close/>
                <a:moveTo>
                  <a:pt x="182" y="209"/>
                </a:moveTo>
                <a:cubicBezTo>
                  <a:pt x="142" y="178"/>
                  <a:pt x="142" y="178"/>
                  <a:pt x="142" y="178"/>
                </a:cubicBezTo>
                <a:cubicBezTo>
                  <a:pt x="139" y="176"/>
                  <a:pt x="135" y="177"/>
                  <a:pt x="133" y="180"/>
                </a:cubicBezTo>
                <a:cubicBezTo>
                  <a:pt x="133" y="180"/>
                  <a:pt x="133" y="180"/>
                  <a:pt x="133" y="180"/>
                </a:cubicBezTo>
                <a:cubicBezTo>
                  <a:pt x="131" y="183"/>
                  <a:pt x="132" y="188"/>
                  <a:pt x="135" y="190"/>
                </a:cubicBezTo>
                <a:cubicBezTo>
                  <a:pt x="175" y="221"/>
                  <a:pt x="175" y="221"/>
                  <a:pt x="175" y="221"/>
                </a:cubicBezTo>
                <a:cubicBezTo>
                  <a:pt x="178" y="223"/>
                  <a:pt x="182" y="222"/>
                  <a:pt x="184" y="219"/>
                </a:cubicBezTo>
                <a:cubicBezTo>
                  <a:pt x="184" y="219"/>
                  <a:pt x="184" y="219"/>
                  <a:pt x="184" y="219"/>
                </a:cubicBezTo>
                <a:cubicBezTo>
                  <a:pt x="186" y="216"/>
                  <a:pt x="185" y="211"/>
                  <a:pt x="182" y="209"/>
                </a:cubicBezTo>
                <a:close/>
                <a:moveTo>
                  <a:pt x="222" y="90"/>
                </a:moveTo>
                <a:cubicBezTo>
                  <a:pt x="198" y="76"/>
                  <a:pt x="169" y="83"/>
                  <a:pt x="157" y="104"/>
                </a:cubicBezTo>
                <a:cubicBezTo>
                  <a:pt x="144" y="126"/>
                  <a:pt x="160" y="151"/>
                  <a:pt x="149" y="174"/>
                </a:cubicBezTo>
                <a:cubicBezTo>
                  <a:pt x="186" y="195"/>
                  <a:pt x="186" y="195"/>
                  <a:pt x="186" y="195"/>
                </a:cubicBezTo>
                <a:cubicBezTo>
                  <a:pt x="200" y="174"/>
                  <a:pt x="229" y="176"/>
                  <a:pt x="242" y="154"/>
                </a:cubicBezTo>
                <a:cubicBezTo>
                  <a:pt x="255" y="132"/>
                  <a:pt x="245" y="104"/>
                  <a:pt x="222" y="90"/>
                </a:cubicBezTo>
                <a:close/>
                <a:moveTo>
                  <a:pt x="129" y="216"/>
                </a:moveTo>
                <a:cubicBezTo>
                  <a:pt x="125" y="224"/>
                  <a:pt x="128" y="233"/>
                  <a:pt x="136" y="238"/>
                </a:cubicBezTo>
                <a:cubicBezTo>
                  <a:pt x="142" y="241"/>
                  <a:pt x="150" y="240"/>
                  <a:pt x="155" y="236"/>
                </a:cubicBezTo>
                <a:lnTo>
                  <a:pt x="129" y="2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 name="文本框 49"/>
          <p:cNvSpPr txBox="1"/>
          <p:nvPr/>
        </p:nvSpPr>
        <p:spPr bwMode="auto">
          <a:xfrm>
            <a:off x="423933" y="256157"/>
            <a:ext cx="2797241" cy="481799"/>
          </a:xfrm>
          <a:prstGeom prst="rect">
            <a:avLst/>
          </a:prstGeom>
          <a:noFill/>
        </p:spPr>
        <p:txBody>
          <a:bodyPr wrap="none">
            <a:spAutoFit/>
          </a:bodyPr>
          <a:lstStyle/>
          <a:p>
            <a:pPr fontAlgn="auto">
              <a:spcBef>
                <a:spcPts val="0"/>
              </a:spcBef>
              <a:spcAft>
                <a:spcPts val="0"/>
              </a:spcAft>
              <a:defRPr/>
            </a:pPr>
            <a:r>
              <a:rPr lang="en-US" altLang="zh-CN" sz="2531" dirty="0">
                <a:solidFill>
                  <a:schemeClr val="tx1">
                    <a:lumMod val="75000"/>
                    <a:lumOff val="25000"/>
                  </a:schemeClr>
                </a:solidFill>
                <a:latin typeface="微软雅黑 Light" panose="020B0502040204020203" pitchFamily="34" charset="-122"/>
                <a:ea typeface="微软雅黑 Light" panose="020B0502040204020203" pitchFamily="34" charset="-122"/>
              </a:rPr>
              <a:t>YOUR TITLE HERE</a:t>
            </a:r>
          </a:p>
        </p:txBody>
      </p:sp>
    </p:spTree>
    <p:extLst>
      <p:ext uri="{BB962C8B-B14F-4D97-AF65-F5344CB8AC3E}">
        <p14:creationId xmlns:p14="http://schemas.microsoft.com/office/powerpoint/2010/main" val="2653520572"/>
      </p:ext>
    </p:extLst>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p:cTn id="37" dur="500" fill="hold"/>
                                        <p:tgtEl>
                                          <p:spTgt spid="12"/>
                                        </p:tgtEl>
                                        <p:attrNameLst>
                                          <p:attrName>ppt_w</p:attrName>
                                        </p:attrNameLst>
                                      </p:cBhvr>
                                      <p:tavLst>
                                        <p:tav tm="0">
                                          <p:val>
                                            <p:fltVal val="0"/>
                                          </p:val>
                                        </p:tav>
                                        <p:tav tm="100000">
                                          <p:val>
                                            <p:strVal val="#ppt_w"/>
                                          </p:val>
                                        </p:tav>
                                      </p:tavLst>
                                    </p:anim>
                                    <p:anim calcmode="lin" valueType="num">
                                      <p:cBhvr>
                                        <p:cTn id="38" dur="500" fill="hold"/>
                                        <p:tgtEl>
                                          <p:spTgt spid="12"/>
                                        </p:tgtEl>
                                        <p:attrNameLst>
                                          <p:attrName>ppt_h</p:attrName>
                                        </p:attrNameLst>
                                      </p:cBhvr>
                                      <p:tavLst>
                                        <p:tav tm="0">
                                          <p:val>
                                            <p:fltVal val="0"/>
                                          </p:val>
                                        </p:tav>
                                        <p:tav tm="100000">
                                          <p:val>
                                            <p:strVal val="#ppt_h"/>
                                          </p:val>
                                        </p:tav>
                                      </p:tavLst>
                                    </p:anim>
                                    <p:animEffect transition="in" filter="fade">
                                      <p:cBhvr>
                                        <p:cTn id="39" dur="500"/>
                                        <p:tgtEl>
                                          <p:spTgt spid="1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p:cTn id="42" dur="500" fill="hold"/>
                                        <p:tgtEl>
                                          <p:spTgt spid="13"/>
                                        </p:tgtEl>
                                        <p:attrNameLst>
                                          <p:attrName>ppt_w</p:attrName>
                                        </p:attrNameLst>
                                      </p:cBhvr>
                                      <p:tavLst>
                                        <p:tav tm="0">
                                          <p:val>
                                            <p:fltVal val="0"/>
                                          </p:val>
                                        </p:tav>
                                        <p:tav tm="100000">
                                          <p:val>
                                            <p:strVal val="#ppt_w"/>
                                          </p:val>
                                        </p:tav>
                                      </p:tavLst>
                                    </p:anim>
                                    <p:anim calcmode="lin" valueType="num">
                                      <p:cBhvr>
                                        <p:cTn id="43" dur="500" fill="hold"/>
                                        <p:tgtEl>
                                          <p:spTgt spid="13"/>
                                        </p:tgtEl>
                                        <p:attrNameLst>
                                          <p:attrName>ppt_h</p:attrName>
                                        </p:attrNameLst>
                                      </p:cBhvr>
                                      <p:tavLst>
                                        <p:tav tm="0">
                                          <p:val>
                                            <p:fltVal val="0"/>
                                          </p:val>
                                        </p:tav>
                                        <p:tav tm="100000">
                                          <p:val>
                                            <p:strVal val="#ppt_h"/>
                                          </p:val>
                                        </p:tav>
                                      </p:tavLst>
                                    </p:anim>
                                    <p:animEffect transition="in" filter="fade">
                                      <p:cBhvr>
                                        <p:cTn id="44" dur="500"/>
                                        <p:tgtEl>
                                          <p:spTgt spid="13"/>
                                        </p:tgtEl>
                                      </p:cBhvr>
                                    </p:animEffect>
                                  </p:childTnLst>
                                </p:cTn>
                              </p:par>
                              <p:par>
                                <p:cTn id="45" presetID="53" presetClass="entr" presetSubtype="16" fill="hold" grpId="0" nodeType="withEffect">
                                  <p:stCondLst>
                                    <p:cond delay="200"/>
                                  </p:stCondLst>
                                  <p:childTnLst>
                                    <p:set>
                                      <p:cBhvr>
                                        <p:cTn id="46" dur="1" fill="hold">
                                          <p:stCondLst>
                                            <p:cond delay="0"/>
                                          </p:stCondLst>
                                        </p:cTn>
                                        <p:tgtEl>
                                          <p:spTgt spid="14"/>
                                        </p:tgtEl>
                                        <p:attrNameLst>
                                          <p:attrName>style.visibility</p:attrName>
                                        </p:attrNameLst>
                                      </p:cBhvr>
                                      <p:to>
                                        <p:strVal val="visible"/>
                                      </p:to>
                                    </p:set>
                                    <p:anim calcmode="lin" valueType="num">
                                      <p:cBhvr>
                                        <p:cTn id="47" dur="500" fill="hold"/>
                                        <p:tgtEl>
                                          <p:spTgt spid="14"/>
                                        </p:tgtEl>
                                        <p:attrNameLst>
                                          <p:attrName>ppt_w</p:attrName>
                                        </p:attrNameLst>
                                      </p:cBhvr>
                                      <p:tavLst>
                                        <p:tav tm="0">
                                          <p:val>
                                            <p:fltVal val="0"/>
                                          </p:val>
                                        </p:tav>
                                        <p:tav tm="100000">
                                          <p:val>
                                            <p:strVal val="#ppt_w"/>
                                          </p:val>
                                        </p:tav>
                                      </p:tavLst>
                                    </p:anim>
                                    <p:anim calcmode="lin" valueType="num">
                                      <p:cBhvr>
                                        <p:cTn id="48" dur="500" fill="hold"/>
                                        <p:tgtEl>
                                          <p:spTgt spid="14"/>
                                        </p:tgtEl>
                                        <p:attrNameLst>
                                          <p:attrName>ppt_h</p:attrName>
                                        </p:attrNameLst>
                                      </p:cBhvr>
                                      <p:tavLst>
                                        <p:tav tm="0">
                                          <p:val>
                                            <p:fltVal val="0"/>
                                          </p:val>
                                        </p:tav>
                                        <p:tav tm="100000">
                                          <p:val>
                                            <p:strVal val="#ppt_h"/>
                                          </p:val>
                                        </p:tav>
                                      </p:tavLst>
                                    </p:anim>
                                    <p:animEffect transition="in" filter="fade">
                                      <p:cBhvr>
                                        <p:cTn id="49" dur="500"/>
                                        <p:tgtEl>
                                          <p:spTgt spid="14"/>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17"/>
                                        </p:tgtEl>
                                        <p:attrNameLst>
                                          <p:attrName>style.visibility</p:attrName>
                                        </p:attrNameLst>
                                      </p:cBhvr>
                                      <p:to>
                                        <p:strVal val="visible"/>
                                      </p:to>
                                    </p:set>
                                    <p:anim calcmode="lin" valueType="num">
                                      <p:cBhvr>
                                        <p:cTn id="57" dur="500" fill="hold"/>
                                        <p:tgtEl>
                                          <p:spTgt spid="17"/>
                                        </p:tgtEl>
                                        <p:attrNameLst>
                                          <p:attrName>ppt_w</p:attrName>
                                        </p:attrNameLst>
                                      </p:cBhvr>
                                      <p:tavLst>
                                        <p:tav tm="0">
                                          <p:val>
                                            <p:fltVal val="0"/>
                                          </p:val>
                                        </p:tav>
                                        <p:tav tm="100000">
                                          <p:val>
                                            <p:strVal val="#ppt_w"/>
                                          </p:val>
                                        </p:tav>
                                      </p:tavLst>
                                    </p:anim>
                                    <p:anim calcmode="lin" valueType="num">
                                      <p:cBhvr>
                                        <p:cTn id="58" dur="500" fill="hold"/>
                                        <p:tgtEl>
                                          <p:spTgt spid="17"/>
                                        </p:tgtEl>
                                        <p:attrNameLst>
                                          <p:attrName>ppt_h</p:attrName>
                                        </p:attrNameLst>
                                      </p:cBhvr>
                                      <p:tavLst>
                                        <p:tav tm="0">
                                          <p:val>
                                            <p:fltVal val="0"/>
                                          </p:val>
                                        </p:tav>
                                        <p:tav tm="100000">
                                          <p:val>
                                            <p:strVal val="#ppt_h"/>
                                          </p:val>
                                        </p:tav>
                                      </p:tavLst>
                                    </p:anim>
                                    <p:animEffect transition="in" filter="fade">
                                      <p:cBhvr>
                                        <p:cTn id="59" dur="500"/>
                                        <p:tgtEl>
                                          <p:spTgt spid="17"/>
                                        </p:tgtEl>
                                      </p:cBhvr>
                                    </p:animEffect>
                                  </p:childTnLst>
                                </p:cTn>
                              </p:par>
                              <p:par>
                                <p:cTn id="60" presetID="53" presetClass="entr" presetSubtype="16" fill="hold" grpId="0" nodeType="withEffect">
                                  <p:stCondLst>
                                    <p:cond delay="200"/>
                                  </p:stCondLst>
                                  <p:childTnLst>
                                    <p:set>
                                      <p:cBhvr>
                                        <p:cTn id="61" dur="1" fill="hold">
                                          <p:stCondLst>
                                            <p:cond delay="0"/>
                                          </p:stCondLst>
                                        </p:cTn>
                                        <p:tgtEl>
                                          <p:spTgt spid="20"/>
                                        </p:tgtEl>
                                        <p:attrNameLst>
                                          <p:attrName>style.visibility</p:attrName>
                                        </p:attrNameLst>
                                      </p:cBhvr>
                                      <p:to>
                                        <p:strVal val="visible"/>
                                      </p:to>
                                    </p:set>
                                    <p:anim calcmode="lin" valueType="num">
                                      <p:cBhvr>
                                        <p:cTn id="62" dur="500" fill="hold"/>
                                        <p:tgtEl>
                                          <p:spTgt spid="20"/>
                                        </p:tgtEl>
                                        <p:attrNameLst>
                                          <p:attrName>ppt_w</p:attrName>
                                        </p:attrNameLst>
                                      </p:cBhvr>
                                      <p:tavLst>
                                        <p:tav tm="0">
                                          <p:val>
                                            <p:fltVal val="0"/>
                                          </p:val>
                                        </p:tav>
                                        <p:tav tm="100000">
                                          <p:val>
                                            <p:strVal val="#ppt_w"/>
                                          </p:val>
                                        </p:tav>
                                      </p:tavLst>
                                    </p:anim>
                                    <p:anim calcmode="lin" valueType="num">
                                      <p:cBhvr>
                                        <p:cTn id="63" dur="500" fill="hold"/>
                                        <p:tgtEl>
                                          <p:spTgt spid="20"/>
                                        </p:tgtEl>
                                        <p:attrNameLst>
                                          <p:attrName>ppt_h</p:attrName>
                                        </p:attrNameLst>
                                      </p:cBhvr>
                                      <p:tavLst>
                                        <p:tav tm="0">
                                          <p:val>
                                            <p:fltVal val="0"/>
                                          </p:val>
                                        </p:tav>
                                        <p:tav tm="100000">
                                          <p:val>
                                            <p:strVal val="#ppt_h"/>
                                          </p:val>
                                        </p:tav>
                                      </p:tavLst>
                                    </p:anim>
                                    <p:animEffect transition="in" filter="fade">
                                      <p:cBhvr>
                                        <p:cTn id="64" dur="500"/>
                                        <p:tgtEl>
                                          <p:spTgt spid="20"/>
                                        </p:tgtEl>
                                      </p:cBhvr>
                                    </p:animEffect>
                                  </p:childTnLst>
                                </p:cTn>
                              </p:par>
                              <p:par>
                                <p:cTn id="65" presetID="53" presetClass="entr" presetSubtype="16" fill="hold" grpId="0" nodeType="withEffect">
                                  <p:stCondLst>
                                    <p:cond delay="200"/>
                                  </p:stCondLst>
                                  <p:childTnLst>
                                    <p:set>
                                      <p:cBhvr>
                                        <p:cTn id="66" dur="1" fill="hold">
                                          <p:stCondLst>
                                            <p:cond delay="0"/>
                                          </p:stCondLst>
                                        </p:cTn>
                                        <p:tgtEl>
                                          <p:spTgt spid="23"/>
                                        </p:tgtEl>
                                        <p:attrNameLst>
                                          <p:attrName>style.visibility</p:attrName>
                                        </p:attrNameLst>
                                      </p:cBhvr>
                                      <p:to>
                                        <p:strVal val="visible"/>
                                      </p:to>
                                    </p:set>
                                    <p:anim calcmode="lin" valueType="num">
                                      <p:cBhvr>
                                        <p:cTn id="67" dur="500" fill="hold"/>
                                        <p:tgtEl>
                                          <p:spTgt spid="23"/>
                                        </p:tgtEl>
                                        <p:attrNameLst>
                                          <p:attrName>ppt_w</p:attrName>
                                        </p:attrNameLst>
                                      </p:cBhvr>
                                      <p:tavLst>
                                        <p:tav tm="0">
                                          <p:val>
                                            <p:fltVal val="0"/>
                                          </p:val>
                                        </p:tav>
                                        <p:tav tm="100000">
                                          <p:val>
                                            <p:strVal val="#ppt_w"/>
                                          </p:val>
                                        </p:tav>
                                      </p:tavLst>
                                    </p:anim>
                                    <p:anim calcmode="lin" valueType="num">
                                      <p:cBhvr>
                                        <p:cTn id="68" dur="500" fill="hold"/>
                                        <p:tgtEl>
                                          <p:spTgt spid="23"/>
                                        </p:tgtEl>
                                        <p:attrNameLst>
                                          <p:attrName>ppt_h</p:attrName>
                                        </p:attrNameLst>
                                      </p:cBhvr>
                                      <p:tavLst>
                                        <p:tav tm="0">
                                          <p:val>
                                            <p:fltVal val="0"/>
                                          </p:val>
                                        </p:tav>
                                        <p:tav tm="100000">
                                          <p:val>
                                            <p:strVal val="#ppt_h"/>
                                          </p:val>
                                        </p:tav>
                                      </p:tavLst>
                                    </p:anim>
                                    <p:animEffect transition="in" filter="fade">
                                      <p:cBhvr>
                                        <p:cTn id="69" dur="500"/>
                                        <p:tgtEl>
                                          <p:spTgt spid="23"/>
                                        </p:tgtEl>
                                      </p:cBhvr>
                                    </p:animEffect>
                                  </p:childTnLst>
                                </p:cTn>
                              </p:par>
                              <p:par>
                                <p:cTn id="70" presetID="53" presetClass="entr" presetSubtype="16" fill="hold" grpId="0" nodeType="withEffect">
                                  <p:stCondLst>
                                    <p:cond delay="200"/>
                                  </p:stCondLst>
                                  <p:childTnLst>
                                    <p:set>
                                      <p:cBhvr>
                                        <p:cTn id="71" dur="1" fill="hold">
                                          <p:stCondLst>
                                            <p:cond delay="0"/>
                                          </p:stCondLst>
                                        </p:cTn>
                                        <p:tgtEl>
                                          <p:spTgt spid="26"/>
                                        </p:tgtEl>
                                        <p:attrNameLst>
                                          <p:attrName>style.visibility</p:attrName>
                                        </p:attrNameLst>
                                      </p:cBhvr>
                                      <p:to>
                                        <p:strVal val="visible"/>
                                      </p:to>
                                    </p:set>
                                    <p:anim calcmode="lin" valueType="num">
                                      <p:cBhvr>
                                        <p:cTn id="72" dur="500" fill="hold"/>
                                        <p:tgtEl>
                                          <p:spTgt spid="26"/>
                                        </p:tgtEl>
                                        <p:attrNameLst>
                                          <p:attrName>ppt_w</p:attrName>
                                        </p:attrNameLst>
                                      </p:cBhvr>
                                      <p:tavLst>
                                        <p:tav tm="0">
                                          <p:val>
                                            <p:fltVal val="0"/>
                                          </p:val>
                                        </p:tav>
                                        <p:tav tm="100000">
                                          <p:val>
                                            <p:strVal val="#ppt_w"/>
                                          </p:val>
                                        </p:tav>
                                      </p:tavLst>
                                    </p:anim>
                                    <p:anim calcmode="lin" valueType="num">
                                      <p:cBhvr>
                                        <p:cTn id="73" dur="500" fill="hold"/>
                                        <p:tgtEl>
                                          <p:spTgt spid="26"/>
                                        </p:tgtEl>
                                        <p:attrNameLst>
                                          <p:attrName>ppt_h</p:attrName>
                                        </p:attrNameLst>
                                      </p:cBhvr>
                                      <p:tavLst>
                                        <p:tav tm="0">
                                          <p:val>
                                            <p:fltVal val="0"/>
                                          </p:val>
                                        </p:tav>
                                        <p:tav tm="100000">
                                          <p:val>
                                            <p:strVal val="#ppt_h"/>
                                          </p:val>
                                        </p:tav>
                                      </p:tavLst>
                                    </p:anim>
                                    <p:animEffect transition="in" filter="fade">
                                      <p:cBhvr>
                                        <p:cTn id="74" dur="500"/>
                                        <p:tgtEl>
                                          <p:spTgt spid="26"/>
                                        </p:tgtEl>
                                      </p:cBhvr>
                                    </p:animEffect>
                                  </p:childTnLst>
                                </p:cTn>
                              </p:par>
                              <p:par>
                                <p:cTn id="75" presetID="53" presetClass="entr" presetSubtype="16" fill="hold" nodeType="withEffect">
                                  <p:stCondLst>
                                    <p:cond delay="200"/>
                                  </p:stCondLst>
                                  <p:childTnLst>
                                    <p:set>
                                      <p:cBhvr>
                                        <p:cTn id="76" dur="1" fill="hold">
                                          <p:stCondLst>
                                            <p:cond delay="0"/>
                                          </p:stCondLst>
                                        </p:cTn>
                                        <p:tgtEl>
                                          <p:spTgt spid="28"/>
                                        </p:tgtEl>
                                        <p:attrNameLst>
                                          <p:attrName>style.visibility</p:attrName>
                                        </p:attrNameLst>
                                      </p:cBhvr>
                                      <p:to>
                                        <p:strVal val="visible"/>
                                      </p:to>
                                    </p:set>
                                    <p:anim calcmode="lin" valueType="num">
                                      <p:cBhvr>
                                        <p:cTn id="77" dur="500" fill="hold"/>
                                        <p:tgtEl>
                                          <p:spTgt spid="28"/>
                                        </p:tgtEl>
                                        <p:attrNameLst>
                                          <p:attrName>ppt_w</p:attrName>
                                        </p:attrNameLst>
                                      </p:cBhvr>
                                      <p:tavLst>
                                        <p:tav tm="0">
                                          <p:val>
                                            <p:fltVal val="0"/>
                                          </p:val>
                                        </p:tav>
                                        <p:tav tm="100000">
                                          <p:val>
                                            <p:strVal val="#ppt_w"/>
                                          </p:val>
                                        </p:tav>
                                      </p:tavLst>
                                    </p:anim>
                                    <p:anim calcmode="lin" valueType="num">
                                      <p:cBhvr>
                                        <p:cTn id="78" dur="500" fill="hold"/>
                                        <p:tgtEl>
                                          <p:spTgt spid="28"/>
                                        </p:tgtEl>
                                        <p:attrNameLst>
                                          <p:attrName>ppt_h</p:attrName>
                                        </p:attrNameLst>
                                      </p:cBhvr>
                                      <p:tavLst>
                                        <p:tav tm="0">
                                          <p:val>
                                            <p:fltVal val="0"/>
                                          </p:val>
                                        </p:tav>
                                        <p:tav tm="100000">
                                          <p:val>
                                            <p:strVal val="#ppt_h"/>
                                          </p:val>
                                        </p:tav>
                                      </p:tavLst>
                                    </p:anim>
                                    <p:animEffect transition="in" filter="fade">
                                      <p:cBhvr>
                                        <p:cTn id="79" dur="500"/>
                                        <p:tgtEl>
                                          <p:spTgt spid="28"/>
                                        </p:tgtEl>
                                      </p:cBhvr>
                                    </p:animEffect>
                                  </p:childTnLst>
                                </p:cTn>
                              </p:par>
                              <p:par>
                                <p:cTn id="80" presetID="53" presetClass="entr" presetSubtype="16" fill="hold" nodeType="withEffect">
                                  <p:stCondLst>
                                    <p:cond delay="200"/>
                                  </p:stCondLst>
                                  <p:childTnLst>
                                    <p:set>
                                      <p:cBhvr>
                                        <p:cTn id="81" dur="1" fill="hold">
                                          <p:stCondLst>
                                            <p:cond delay="0"/>
                                          </p:stCondLst>
                                        </p:cTn>
                                        <p:tgtEl>
                                          <p:spTgt spid="30"/>
                                        </p:tgtEl>
                                        <p:attrNameLst>
                                          <p:attrName>style.visibility</p:attrName>
                                        </p:attrNameLst>
                                      </p:cBhvr>
                                      <p:to>
                                        <p:strVal val="visible"/>
                                      </p:to>
                                    </p:set>
                                    <p:anim calcmode="lin" valueType="num">
                                      <p:cBhvr>
                                        <p:cTn id="82" dur="500" fill="hold"/>
                                        <p:tgtEl>
                                          <p:spTgt spid="30"/>
                                        </p:tgtEl>
                                        <p:attrNameLst>
                                          <p:attrName>ppt_w</p:attrName>
                                        </p:attrNameLst>
                                      </p:cBhvr>
                                      <p:tavLst>
                                        <p:tav tm="0">
                                          <p:val>
                                            <p:fltVal val="0"/>
                                          </p:val>
                                        </p:tav>
                                        <p:tav tm="100000">
                                          <p:val>
                                            <p:strVal val="#ppt_w"/>
                                          </p:val>
                                        </p:tav>
                                      </p:tavLst>
                                    </p:anim>
                                    <p:anim calcmode="lin" valueType="num">
                                      <p:cBhvr>
                                        <p:cTn id="83" dur="500" fill="hold"/>
                                        <p:tgtEl>
                                          <p:spTgt spid="30"/>
                                        </p:tgtEl>
                                        <p:attrNameLst>
                                          <p:attrName>ppt_h</p:attrName>
                                        </p:attrNameLst>
                                      </p:cBhvr>
                                      <p:tavLst>
                                        <p:tav tm="0">
                                          <p:val>
                                            <p:fltVal val="0"/>
                                          </p:val>
                                        </p:tav>
                                        <p:tav tm="100000">
                                          <p:val>
                                            <p:strVal val="#ppt_h"/>
                                          </p:val>
                                        </p:tav>
                                      </p:tavLst>
                                    </p:anim>
                                    <p:animEffect transition="in" filter="fade">
                                      <p:cBhvr>
                                        <p:cTn id="84" dur="500"/>
                                        <p:tgtEl>
                                          <p:spTgt spid="30"/>
                                        </p:tgtEl>
                                      </p:cBhvr>
                                    </p:animEffect>
                                  </p:childTnLst>
                                </p:cTn>
                              </p:par>
                              <p:par>
                                <p:cTn id="85" presetID="53" presetClass="entr" presetSubtype="16" fill="hold" nodeType="withEffect">
                                  <p:stCondLst>
                                    <p:cond delay="200"/>
                                  </p:stCondLst>
                                  <p:childTnLst>
                                    <p:set>
                                      <p:cBhvr>
                                        <p:cTn id="86" dur="1" fill="hold">
                                          <p:stCondLst>
                                            <p:cond delay="0"/>
                                          </p:stCondLst>
                                        </p:cTn>
                                        <p:tgtEl>
                                          <p:spTgt spid="31"/>
                                        </p:tgtEl>
                                        <p:attrNameLst>
                                          <p:attrName>style.visibility</p:attrName>
                                        </p:attrNameLst>
                                      </p:cBhvr>
                                      <p:to>
                                        <p:strVal val="visible"/>
                                      </p:to>
                                    </p:set>
                                    <p:anim calcmode="lin" valueType="num">
                                      <p:cBhvr>
                                        <p:cTn id="87" dur="500" fill="hold"/>
                                        <p:tgtEl>
                                          <p:spTgt spid="31"/>
                                        </p:tgtEl>
                                        <p:attrNameLst>
                                          <p:attrName>ppt_w</p:attrName>
                                        </p:attrNameLst>
                                      </p:cBhvr>
                                      <p:tavLst>
                                        <p:tav tm="0">
                                          <p:val>
                                            <p:fltVal val="0"/>
                                          </p:val>
                                        </p:tav>
                                        <p:tav tm="100000">
                                          <p:val>
                                            <p:strVal val="#ppt_w"/>
                                          </p:val>
                                        </p:tav>
                                      </p:tavLst>
                                    </p:anim>
                                    <p:anim calcmode="lin" valueType="num">
                                      <p:cBhvr>
                                        <p:cTn id="88" dur="500" fill="hold"/>
                                        <p:tgtEl>
                                          <p:spTgt spid="31"/>
                                        </p:tgtEl>
                                        <p:attrNameLst>
                                          <p:attrName>ppt_h</p:attrName>
                                        </p:attrNameLst>
                                      </p:cBhvr>
                                      <p:tavLst>
                                        <p:tav tm="0">
                                          <p:val>
                                            <p:fltVal val="0"/>
                                          </p:val>
                                        </p:tav>
                                        <p:tav tm="100000">
                                          <p:val>
                                            <p:strVal val="#ppt_h"/>
                                          </p:val>
                                        </p:tav>
                                      </p:tavLst>
                                    </p:anim>
                                    <p:animEffect transition="in" filter="fade">
                                      <p:cBhvr>
                                        <p:cTn id="89" dur="500"/>
                                        <p:tgtEl>
                                          <p:spTgt spid="31"/>
                                        </p:tgtEl>
                                      </p:cBhvr>
                                    </p:animEffect>
                                  </p:childTnLst>
                                </p:cTn>
                              </p:par>
                              <p:par>
                                <p:cTn id="90" presetID="53" presetClass="entr" presetSubtype="16" fill="hold" grpId="0" nodeType="withEffect">
                                  <p:stCondLst>
                                    <p:cond delay="200"/>
                                  </p:stCondLst>
                                  <p:childTnLst>
                                    <p:set>
                                      <p:cBhvr>
                                        <p:cTn id="91" dur="1" fill="hold">
                                          <p:stCondLst>
                                            <p:cond delay="0"/>
                                          </p:stCondLst>
                                        </p:cTn>
                                        <p:tgtEl>
                                          <p:spTgt spid="32"/>
                                        </p:tgtEl>
                                        <p:attrNameLst>
                                          <p:attrName>style.visibility</p:attrName>
                                        </p:attrNameLst>
                                      </p:cBhvr>
                                      <p:to>
                                        <p:strVal val="visible"/>
                                      </p:to>
                                    </p:set>
                                    <p:anim calcmode="lin" valueType="num">
                                      <p:cBhvr>
                                        <p:cTn id="92" dur="500" fill="hold"/>
                                        <p:tgtEl>
                                          <p:spTgt spid="32"/>
                                        </p:tgtEl>
                                        <p:attrNameLst>
                                          <p:attrName>ppt_w</p:attrName>
                                        </p:attrNameLst>
                                      </p:cBhvr>
                                      <p:tavLst>
                                        <p:tav tm="0">
                                          <p:val>
                                            <p:fltVal val="0"/>
                                          </p:val>
                                        </p:tav>
                                        <p:tav tm="100000">
                                          <p:val>
                                            <p:strVal val="#ppt_w"/>
                                          </p:val>
                                        </p:tav>
                                      </p:tavLst>
                                    </p:anim>
                                    <p:anim calcmode="lin" valueType="num">
                                      <p:cBhvr>
                                        <p:cTn id="93" dur="500" fill="hold"/>
                                        <p:tgtEl>
                                          <p:spTgt spid="32"/>
                                        </p:tgtEl>
                                        <p:attrNameLst>
                                          <p:attrName>ppt_h</p:attrName>
                                        </p:attrNameLst>
                                      </p:cBhvr>
                                      <p:tavLst>
                                        <p:tav tm="0">
                                          <p:val>
                                            <p:fltVal val="0"/>
                                          </p:val>
                                        </p:tav>
                                        <p:tav tm="100000">
                                          <p:val>
                                            <p:strVal val="#ppt_h"/>
                                          </p:val>
                                        </p:tav>
                                      </p:tavLst>
                                    </p:anim>
                                    <p:animEffect transition="in" filter="fade">
                                      <p:cBhvr>
                                        <p:cTn id="94" dur="500"/>
                                        <p:tgtEl>
                                          <p:spTgt spid="32"/>
                                        </p:tgtEl>
                                      </p:cBhvr>
                                    </p:animEffect>
                                  </p:childTnLst>
                                </p:cTn>
                              </p:par>
                              <p:par>
                                <p:cTn id="95" presetID="53" presetClass="entr" presetSubtype="16" fill="hold" grpId="0" nodeType="withEffect">
                                  <p:stCondLst>
                                    <p:cond delay="400"/>
                                  </p:stCondLst>
                                  <p:childTnLst>
                                    <p:set>
                                      <p:cBhvr>
                                        <p:cTn id="96" dur="1" fill="hold">
                                          <p:stCondLst>
                                            <p:cond delay="0"/>
                                          </p:stCondLst>
                                        </p:cTn>
                                        <p:tgtEl>
                                          <p:spTgt spid="53"/>
                                        </p:tgtEl>
                                        <p:attrNameLst>
                                          <p:attrName>style.visibility</p:attrName>
                                        </p:attrNameLst>
                                      </p:cBhvr>
                                      <p:to>
                                        <p:strVal val="visible"/>
                                      </p:to>
                                    </p:set>
                                    <p:anim calcmode="lin" valueType="num">
                                      <p:cBhvr>
                                        <p:cTn id="97" dur="500" fill="hold"/>
                                        <p:tgtEl>
                                          <p:spTgt spid="53"/>
                                        </p:tgtEl>
                                        <p:attrNameLst>
                                          <p:attrName>ppt_w</p:attrName>
                                        </p:attrNameLst>
                                      </p:cBhvr>
                                      <p:tavLst>
                                        <p:tav tm="0">
                                          <p:val>
                                            <p:fltVal val="0"/>
                                          </p:val>
                                        </p:tav>
                                        <p:tav tm="100000">
                                          <p:val>
                                            <p:strVal val="#ppt_w"/>
                                          </p:val>
                                        </p:tav>
                                      </p:tavLst>
                                    </p:anim>
                                    <p:anim calcmode="lin" valueType="num">
                                      <p:cBhvr>
                                        <p:cTn id="98" dur="500" fill="hold"/>
                                        <p:tgtEl>
                                          <p:spTgt spid="53"/>
                                        </p:tgtEl>
                                        <p:attrNameLst>
                                          <p:attrName>ppt_h</p:attrName>
                                        </p:attrNameLst>
                                      </p:cBhvr>
                                      <p:tavLst>
                                        <p:tav tm="0">
                                          <p:val>
                                            <p:fltVal val="0"/>
                                          </p:val>
                                        </p:tav>
                                        <p:tav tm="100000">
                                          <p:val>
                                            <p:strVal val="#ppt_h"/>
                                          </p:val>
                                        </p:tav>
                                      </p:tavLst>
                                    </p:anim>
                                    <p:animEffect transition="in" filter="fade">
                                      <p:cBhvr>
                                        <p:cTn id="99" dur="500"/>
                                        <p:tgtEl>
                                          <p:spTgt spid="53"/>
                                        </p:tgtEl>
                                      </p:cBhvr>
                                    </p:animEffect>
                                  </p:childTnLst>
                                </p:cTn>
                              </p:par>
                              <p:par>
                                <p:cTn id="100" presetID="53" presetClass="entr" presetSubtype="16" fill="hold" grpId="0" nodeType="withEffect">
                                  <p:stCondLst>
                                    <p:cond delay="400"/>
                                  </p:stCondLst>
                                  <p:childTnLst>
                                    <p:set>
                                      <p:cBhvr>
                                        <p:cTn id="101" dur="1" fill="hold">
                                          <p:stCondLst>
                                            <p:cond delay="0"/>
                                          </p:stCondLst>
                                        </p:cTn>
                                        <p:tgtEl>
                                          <p:spTgt spid="54"/>
                                        </p:tgtEl>
                                        <p:attrNameLst>
                                          <p:attrName>style.visibility</p:attrName>
                                        </p:attrNameLst>
                                      </p:cBhvr>
                                      <p:to>
                                        <p:strVal val="visible"/>
                                      </p:to>
                                    </p:set>
                                    <p:anim calcmode="lin" valueType="num">
                                      <p:cBhvr>
                                        <p:cTn id="102" dur="500" fill="hold"/>
                                        <p:tgtEl>
                                          <p:spTgt spid="54"/>
                                        </p:tgtEl>
                                        <p:attrNameLst>
                                          <p:attrName>ppt_w</p:attrName>
                                        </p:attrNameLst>
                                      </p:cBhvr>
                                      <p:tavLst>
                                        <p:tav tm="0">
                                          <p:val>
                                            <p:fltVal val="0"/>
                                          </p:val>
                                        </p:tav>
                                        <p:tav tm="100000">
                                          <p:val>
                                            <p:strVal val="#ppt_w"/>
                                          </p:val>
                                        </p:tav>
                                      </p:tavLst>
                                    </p:anim>
                                    <p:anim calcmode="lin" valueType="num">
                                      <p:cBhvr>
                                        <p:cTn id="103" dur="500" fill="hold"/>
                                        <p:tgtEl>
                                          <p:spTgt spid="54"/>
                                        </p:tgtEl>
                                        <p:attrNameLst>
                                          <p:attrName>ppt_h</p:attrName>
                                        </p:attrNameLst>
                                      </p:cBhvr>
                                      <p:tavLst>
                                        <p:tav tm="0">
                                          <p:val>
                                            <p:fltVal val="0"/>
                                          </p:val>
                                        </p:tav>
                                        <p:tav tm="100000">
                                          <p:val>
                                            <p:strVal val="#ppt_h"/>
                                          </p:val>
                                        </p:tav>
                                      </p:tavLst>
                                    </p:anim>
                                    <p:animEffect transition="in" filter="fade">
                                      <p:cBhvr>
                                        <p:cTn id="104" dur="500"/>
                                        <p:tgtEl>
                                          <p:spTgt spid="54"/>
                                        </p:tgtEl>
                                      </p:cBhvr>
                                    </p:animEffect>
                                  </p:childTnLst>
                                </p:cTn>
                              </p:par>
                              <p:par>
                                <p:cTn id="105" presetID="53" presetClass="entr" presetSubtype="16" fill="hold" grpId="0" nodeType="withEffect">
                                  <p:stCondLst>
                                    <p:cond delay="400"/>
                                  </p:stCondLst>
                                  <p:childTnLst>
                                    <p:set>
                                      <p:cBhvr>
                                        <p:cTn id="106" dur="1" fill="hold">
                                          <p:stCondLst>
                                            <p:cond delay="0"/>
                                          </p:stCondLst>
                                        </p:cTn>
                                        <p:tgtEl>
                                          <p:spTgt spid="55"/>
                                        </p:tgtEl>
                                        <p:attrNameLst>
                                          <p:attrName>style.visibility</p:attrName>
                                        </p:attrNameLst>
                                      </p:cBhvr>
                                      <p:to>
                                        <p:strVal val="visible"/>
                                      </p:to>
                                    </p:set>
                                    <p:anim calcmode="lin" valueType="num">
                                      <p:cBhvr>
                                        <p:cTn id="107" dur="500" fill="hold"/>
                                        <p:tgtEl>
                                          <p:spTgt spid="55"/>
                                        </p:tgtEl>
                                        <p:attrNameLst>
                                          <p:attrName>ppt_w</p:attrName>
                                        </p:attrNameLst>
                                      </p:cBhvr>
                                      <p:tavLst>
                                        <p:tav tm="0">
                                          <p:val>
                                            <p:fltVal val="0"/>
                                          </p:val>
                                        </p:tav>
                                        <p:tav tm="100000">
                                          <p:val>
                                            <p:strVal val="#ppt_w"/>
                                          </p:val>
                                        </p:tav>
                                      </p:tavLst>
                                    </p:anim>
                                    <p:anim calcmode="lin" valueType="num">
                                      <p:cBhvr>
                                        <p:cTn id="108" dur="500" fill="hold"/>
                                        <p:tgtEl>
                                          <p:spTgt spid="55"/>
                                        </p:tgtEl>
                                        <p:attrNameLst>
                                          <p:attrName>ppt_h</p:attrName>
                                        </p:attrNameLst>
                                      </p:cBhvr>
                                      <p:tavLst>
                                        <p:tav tm="0">
                                          <p:val>
                                            <p:fltVal val="0"/>
                                          </p:val>
                                        </p:tav>
                                        <p:tav tm="100000">
                                          <p:val>
                                            <p:strVal val="#ppt_h"/>
                                          </p:val>
                                        </p:tav>
                                      </p:tavLst>
                                    </p:anim>
                                    <p:animEffect transition="in" filter="fade">
                                      <p:cBhvr>
                                        <p:cTn id="109" dur="500"/>
                                        <p:tgtEl>
                                          <p:spTgt spid="55"/>
                                        </p:tgtEl>
                                      </p:cBhvr>
                                    </p:animEffect>
                                  </p:childTnLst>
                                </p:cTn>
                              </p:par>
                              <p:par>
                                <p:cTn id="110" presetID="53" presetClass="entr" presetSubtype="16" fill="hold" grpId="0" nodeType="withEffect">
                                  <p:stCondLst>
                                    <p:cond delay="400"/>
                                  </p:stCondLst>
                                  <p:childTnLst>
                                    <p:set>
                                      <p:cBhvr>
                                        <p:cTn id="111" dur="1" fill="hold">
                                          <p:stCondLst>
                                            <p:cond delay="0"/>
                                          </p:stCondLst>
                                        </p:cTn>
                                        <p:tgtEl>
                                          <p:spTgt spid="56"/>
                                        </p:tgtEl>
                                        <p:attrNameLst>
                                          <p:attrName>style.visibility</p:attrName>
                                        </p:attrNameLst>
                                      </p:cBhvr>
                                      <p:to>
                                        <p:strVal val="visible"/>
                                      </p:to>
                                    </p:set>
                                    <p:anim calcmode="lin" valueType="num">
                                      <p:cBhvr>
                                        <p:cTn id="112" dur="500" fill="hold"/>
                                        <p:tgtEl>
                                          <p:spTgt spid="56"/>
                                        </p:tgtEl>
                                        <p:attrNameLst>
                                          <p:attrName>ppt_w</p:attrName>
                                        </p:attrNameLst>
                                      </p:cBhvr>
                                      <p:tavLst>
                                        <p:tav tm="0">
                                          <p:val>
                                            <p:fltVal val="0"/>
                                          </p:val>
                                        </p:tav>
                                        <p:tav tm="100000">
                                          <p:val>
                                            <p:strVal val="#ppt_w"/>
                                          </p:val>
                                        </p:tav>
                                      </p:tavLst>
                                    </p:anim>
                                    <p:anim calcmode="lin" valueType="num">
                                      <p:cBhvr>
                                        <p:cTn id="113" dur="500" fill="hold"/>
                                        <p:tgtEl>
                                          <p:spTgt spid="56"/>
                                        </p:tgtEl>
                                        <p:attrNameLst>
                                          <p:attrName>ppt_h</p:attrName>
                                        </p:attrNameLst>
                                      </p:cBhvr>
                                      <p:tavLst>
                                        <p:tav tm="0">
                                          <p:val>
                                            <p:fltVal val="0"/>
                                          </p:val>
                                        </p:tav>
                                        <p:tav tm="100000">
                                          <p:val>
                                            <p:strVal val="#ppt_h"/>
                                          </p:val>
                                        </p:tav>
                                      </p:tavLst>
                                    </p:anim>
                                    <p:animEffect transition="in" filter="fade">
                                      <p:cBhvr>
                                        <p:cTn id="114" dur="500"/>
                                        <p:tgtEl>
                                          <p:spTgt spid="56"/>
                                        </p:tgtEl>
                                      </p:cBhvr>
                                    </p:animEffect>
                                  </p:childTnLst>
                                </p:cTn>
                              </p:par>
                              <p:par>
                                <p:cTn id="115" presetID="53" presetClass="entr" presetSubtype="16" fill="hold" nodeType="withEffect">
                                  <p:stCondLst>
                                    <p:cond delay="400"/>
                                  </p:stCondLst>
                                  <p:childTnLst>
                                    <p:set>
                                      <p:cBhvr>
                                        <p:cTn id="116" dur="1" fill="hold">
                                          <p:stCondLst>
                                            <p:cond delay="0"/>
                                          </p:stCondLst>
                                        </p:cTn>
                                        <p:tgtEl>
                                          <p:spTgt spid="29"/>
                                        </p:tgtEl>
                                        <p:attrNameLst>
                                          <p:attrName>style.visibility</p:attrName>
                                        </p:attrNameLst>
                                      </p:cBhvr>
                                      <p:to>
                                        <p:strVal val="visible"/>
                                      </p:to>
                                    </p:set>
                                    <p:anim calcmode="lin" valueType="num">
                                      <p:cBhvr>
                                        <p:cTn id="117" dur="500" fill="hold"/>
                                        <p:tgtEl>
                                          <p:spTgt spid="29"/>
                                        </p:tgtEl>
                                        <p:attrNameLst>
                                          <p:attrName>ppt_w</p:attrName>
                                        </p:attrNameLst>
                                      </p:cBhvr>
                                      <p:tavLst>
                                        <p:tav tm="0">
                                          <p:val>
                                            <p:fltVal val="0"/>
                                          </p:val>
                                        </p:tav>
                                        <p:tav tm="100000">
                                          <p:val>
                                            <p:strVal val="#ppt_w"/>
                                          </p:val>
                                        </p:tav>
                                      </p:tavLst>
                                    </p:anim>
                                    <p:anim calcmode="lin" valueType="num">
                                      <p:cBhvr>
                                        <p:cTn id="118" dur="500" fill="hold"/>
                                        <p:tgtEl>
                                          <p:spTgt spid="29"/>
                                        </p:tgtEl>
                                        <p:attrNameLst>
                                          <p:attrName>ppt_h</p:attrName>
                                        </p:attrNameLst>
                                      </p:cBhvr>
                                      <p:tavLst>
                                        <p:tav tm="0">
                                          <p:val>
                                            <p:fltVal val="0"/>
                                          </p:val>
                                        </p:tav>
                                        <p:tav tm="100000">
                                          <p:val>
                                            <p:strVal val="#ppt_h"/>
                                          </p:val>
                                        </p:tav>
                                      </p:tavLst>
                                    </p:anim>
                                    <p:animEffect transition="in" filter="fade">
                                      <p:cBhvr>
                                        <p:cTn id="119" dur="500"/>
                                        <p:tgtEl>
                                          <p:spTgt spid="29"/>
                                        </p:tgtEl>
                                      </p:cBhvr>
                                    </p:animEffect>
                                  </p:childTnLst>
                                </p:cTn>
                              </p:par>
                              <p:par>
                                <p:cTn id="120" presetID="53" presetClass="entr" presetSubtype="16" fill="hold" grpId="0" nodeType="withEffect">
                                  <p:stCondLst>
                                    <p:cond delay="400"/>
                                  </p:stCondLst>
                                  <p:childTnLst>
                                    <p:set>
                                      <p:cBhvr>
                                        <p:cTn id="121" dur="1" fill="hold">
                                          <p:stCondLst>
                                            <p:cond delay="0"/>
                                          </p:stCondLst>
                                        </p:cTn>
                                        <p:tgtEl>
                                          <p:spTgt spid="73"/>
                                        </p:tgtEl>
                                        <p:attrNameLst>
                                          <p:attrName>style.visibility</p:attrName>
                                        </p:attrNameLst>
                                      </p:cBhvr>
                                      <p:to>
                                        <p:strVal val="visible"/>
                                      </p:to>
                                    </p:set>
                                    <p:anim calcmode="lin" valueType="num">
                                      <p:cBhvr>
                                        <p:cTn id="122" dur="500" fill="hold"/>
                                        <p:tgtEl>
                                          <p:spTgt spid="73"/>
                                        </p:tgtEl>
                                        <p:attrNameLst>
                                          <p:attrName>ppt_w</p:attrName>
                                        </p:attrNameLst>
                                      </p:cBhvr>
                                      <p:tavLst>
                                        <p:tav tm="0">
                                          <p:val>
                                            <p:fltVal val="0"/>
                                          </p:val>
                                        </p:tav>
                                        <p:tav tm="100000">
                                          <p:val>
                                            <p:strVal val="#ppt_w"/>
                                          </p:val>
                                        </p:tav>
                                      </p:tavLst>
                                    </p:anim>
                                    <p:anim calcmode="lin" valueType="num">
                                      <p:cBhvr>
                                        <p:cTn id="123" dur="500" fill="hold"/>
                                        <p:tgtEl>
                                          <p:spTgt spid="73"/>
                                        </p:tgtEl>
                                        <p:attrNameLst>
                                          <p:attrName>ppt_h</p:attrName>
                                        </p:attrNameLst>
                                      </p:cBhvr>
                                      <p:tavLst>
                                        <p:tav tm="0">
                                          <p:val>
                                            <p:fltVal val="0"/>
                                          </p:val>
                                        </p:tav>
                                        <p:tav tm="100000">
                                          <p:val>
                                            <p:strVal val="#ppt_h"/>
                                          </p:val>
                                        </p:tav>
                                      </p:tavLst>
                                    </p:anim>
                                    <p:animEffect transition="in" filter="fade">
                                      <p:cBhvr>
                                        <p:cTn id="124" dur="500"/>
                                        <p:tgtEl>
                                          <p:spTgt spid="73"/>
                                        </p:tgtEl>
                                      </p:cBhvr>
                                    </p:animEffect>
                                  </p:childTnLst>
                                </p:cTn>
                              </p:par>
                              <p:par>
                                <p:cTn id="125" presetID="53" presetClass="entr" presetSubtype="16" fill="hold" grpId="0" nodeType="withEffect">
                                  <p:stCondLst>
                                    <p:cond delay="400"/>
                                  </p:stCondLst>
                                  <p:childTnLst>
                                    <p:set>
                                      <p:cBhvr>
                                        <p:cTn id="126" dur="1" fill="hold">
                                          <p:stCondLst>
                                            <p:cond delay="0"/>
                                          </p:stCondLst>
                                        </p:cTn>
                                        <p:tgtEl>
                                          <p:spTgt spid="74"/>
                                        </p:tgtEl>
                                        <p:attrNameLst>
                                          <p:attrName>style.visibility</p:attrName>
                                        </p:attrNameLst>
                                      </p:cBhvr>
                                      <p:to>
                                        <p:strVal val="visible"/>
                                      </p:to>
                                    </p:set>
                                    <p:anim calcmode="lin" valueType="num">
                                      <p:cBhvr>
                                        <p:cTn id="127" dur="500" fill="hold"/>
                                        <p:tgtEl>
                                          <p:spTgt spid="74"/>
                                        </p:tgtEl>
                                        <p:attrNameLst>
                                          <p:attrName>ppt_w</p:attrName>
                                        </p:attrNameLst>
                                      </p:cBhvr>
                                      <p:tavLst>
                                        <p:tav tm="0">
                                          <p:val>
                                            <p:fltVal val="0"/>
                                          </p:val>
                                        </p:tav>
                                        <p:tav tm="100000">
                                          <p:val>
                                            <p:strVal val="#ppt_w"/>
                                          </p:val>
                                        </p:tav>
                                      </p:tavLst>
                                    </p:anim>
                                    <p:anim calcmode="lin" valueType="num">
                                      <p:cBhvr>
                                        <p:cTn id="128" dur="500" fill="hold"/>
                                        <p:tgtEl>
                                          <p:spTgt spid="74"/>
                                        </p:tgtEl>
                                        <p:attrNameLst>
                                          <p:attrName>ppt_h</p:attrName>
                                        </p:attrNameLst>
                                      </p:cBhvr>
                                      <p:tavLst>
                                        <p:tav tm="0">
                                          <p:val>
                                            <p:fltVal val="0"/>
                                          </p:val>
                                        </p:tav>
                                        <p:tav tm="100000">
                                          <p:val>
                                            <p:strVal val="#ppt_h"/>
                                          </p:val>
                                        </p:tav>
                                      </p:tavLst>
                                    </p:anim>
                                    <p:animEffect transition="in" filter="fade">
                                      <p:cBhvr>
                                        <p:cTn id="129" dur="500"/>
                                        <p:tgtEl>
                                          <p:spTgt spid="74"/>
                                        </p:tgtEl>
                                      </p:cBhvr>
                                    </p:animEffect>
                                  </p:childTnLst>
                                </p:cTn>
                              </p:par>
                              <p:par>
                                <p:cTn id="130" presetID="53" presetClass="entr" presetSubtype="16" fill="hold" grpId="0" nodeType="withEffect">
                                  <p:stCondLst>
                                    <p:cond delay="400"/>
                                  </p:stCondLst>
                                  <p:childTnLst>
                                    <p:set>
                                      <p:cBhvr>
                                        <p:cTn id="131" dur="1" fill="hold">
                                          <p:stCondLst>
                                            <p:cond delay="0"/>
                                          </p:stCondLst>
                                        </p:cTn>
                                        <p:tgtEl>
                                          <p:spTgt spid="75"/>
                                        </p:tgtEl>
                                        <p:attrNameLst>
                                          <p:attrName>style.visibility</p:attrName>
                                        </p:attrNameLst>
                                      </p:cBhvr>
                                      <p:to>
                                        <p:strVal val="visible"/>
                                      </p:to>
                                    </p:set>
                                    <p:anim calcmode="lin" valueType="num">
                                      <p:cBhvr>
                                        <p:cTn id="132" dur="500" fill="hold"/>
                                        <p:tgtEl>
                                          <p:spTgt spid="75"/>
                                        </p:tgtEl>
                                        <p:attrNameLst>
                                          <p:attrName>ppt_w</p:attrName>
                                        </p:attrNameLst>
                                      </p:cBhvr>
                                      <p:tavLst>
                                        <p:tav tm="0">
                                          <p:val>
                                            <p:fltVal val="0"/>
                                          </p:val>
                                        </p:tav>
                                        <p:tav tm="100000">
                                          <p:val>
                                            <p:strVal val="#ppt_w"/>
                                          </p:val>
                                        </p:tav>
                                      </p:tavLst>
                                    </p:anim>
                                    <p:anim calcmode="lin" valueType="num">
                                      <p:cBhvr>
                                        <p:cTn id="133" dur="500" fill="hold"/>
                                        <p:tgtEl>
                                          <p:spTgt spid="75"/>
                                        </p:tgtEl>
                                        <p:attrNameLst>
                                          <p:attrName>ppt_h</p:attrName>
                                        </p:attrNameLst>
                                      </p:cBhvr>
                                      <p:tavLst>
                                        <p:tav tm="0">
                                          <p:val>
                                            <p:fltVal val="0"/>
                                          </p:val>
                                        </p:tav>
                                        <p:tav tm="100000">
                                          <p:val>
                                            <p:strVal val="#ppt_h"/>
                                          </p:val>
                                        </p:tav>
                                      </p:tavLst>
                                    </p:anim>
                                    <p:animEffect transition="in" filter="fade">
                                      <p:cBhvr>
                                        <p:cTn id="134" dur="500"/>
                                        <p:tgtEl>
                                          <p:spTgt spid="75"/>
                                        </p:tgtEl>
                                      </p:cBhvr>
                                    </p:animEffect>
                                  </p:childTnLst>
                                </p:cTn>
                              </p:par>
                              <p:par>
                                <p:cTn id="135" presetID="53" presetClass="entr" presetSubtype="16" fill="hold" grpId="0" nodeType="withEffect">
                                  <p:stCondLst>
                                    <p:cond delay="400"/>
                                  </p:stCondLst>
                                  <p:childTnLst>
                                    <p:set>
                                      <p:cBhvr>
                                        <p:cTn id="136" dur="1" fill="hold">
                                          <p:stCondLst>
                                            <p:cond delay="0"/>
                                          </p:stCondLst>
                                        </p:cTn>
                                        <p:tgtEl>
                                          <p:spTgt spid="76"/>
                                        </p:tgtEl>
                                        <p:attrNameLst>
                                          <p:attrName>style.visibility</p:attrName>
                                        </p:attrNameLst>
                                      </p:cBhvr>
                                      <p:to>
                                        <p:strVal val="visible"/>
                                      </p:to>
                                    </p:set>
                                    <p:anim calcmode="lin" valueType="num">
                                      <p:cBhvr>
                                        <p:cTn id="137" dur="500" fill="hold"/>
                                        <p:tgtEl>
                                          <p:spTgt spid="76"/>
                                        </p:tgtEl>
                                        <p:attrNameLst>
                                          <p:attrName>ppt_w</p:attrName>
                                        </p:attrNameLst>
                                      </p:cBhvr>
                                      <p:tavLst>
                                        <p:tav tm="0">
                                          <p:val>
                                            <p:fltVal val="0"/>
                                          </p:val>
                                        </p:tav>
                                        <p:tav tm="100000">
                                          <p:val>
                                            <p:strVal val="#ppt_w"/>
                                          </p:val>
                                        </p:tav>
                                      </p:tavLst>
                                    </p:anim>
                                    <p:anim calcmode="lin" valueType="num">
                                      <p:cBhvr>
                                        <p:cTn id="138" dur="500" fill="hold"/>
                                        <p:tgtEl>
                                          <p:spTgt spid="76"/>
                                        </p:tgtEl>
                                        <p:attrNameLst>
                                          <p:attrName>ppt_h</p:attrName>
                                        </p:attrNameLst>
                                      </p:cBhvr>
                                      <p:tavLst>
                                        <p:tav tm="0">
                                          <p:val>
                                            <p:fltVal val="0"/>
                                          </p:val>
                                        </p:tav>
                                        <p:tav tm="100000">
                                          <p:val>
                                            <p:strVal val="#ppt_h"/>
                                          </p:val>
                                        </p:tav>
                                      </p:tavLst>
                                    </p:anim>
                                    <p:animEffect transition="in" filter="fade">
                                      <p:cBhvr>
                                        <p:cTn id="139" dur="500"/>
                                        <p:tgtEl>
                                          <p:spTgt spid="76"/>
                                        </p:tgtEl>
                                      </p:cBhvr>
                                    </p:animEffect>
                                  </p:childTnLst>
                                </p:cTn>
                              </p:par>
                            </p:childTnLst>
                          </p:cTn>
                        </p:par>
                        <p:par>
                          <p:cTn id="140" fill="hold" nodeType="afterGroup">
                            <p:stCondLst>
                              <p:cond delay="900"/>
                            </p:stCondLst>
                            <p:childTnLst>
                              <p:par>
                                <p:cTn id="141" presetID="16" presetClass="entr" presetSubtype="37" fill="hold" nodeType="afterEffect">
                                  <p:stCondLst>
                                    <p:cond delay="0"/>
                                  </p:stCondLst>
                                  <p:childTnLst>
                                    <p:set>
                                      <p:cBhvr>
                                        <p:cTn id="142" dur="1" fill="hold">
                                          <p:stCondLst>
                                            <p:cond delay="0"/>
                                          </p:stCondLst>
                                        </p:cTn>
                                        <p:tgtEl>
                                          <p:spTgt spid="77"/>
                                        </p:tgtEl>
                                        <p:attrNameLst>
                                          <p:attrName>style.visibility</p:attrName>
                                        </p:attrNameLst>
                                      </p:cBhvr>
                                      <p:to>
                                        <p:strVal val="visible"/>
                                      </p:to>
                                    </p:set>
                                    <p:animEffect transition="in" filter="barn(outVertical)">
                                      <p:cBhvr>
                                        <p:cTn id="143"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7" grpId="0" animBg="1"/>
      <p:bldP spid="20" grpId="0" animBg="1"/>
      <p:bldP spid="23" grpId="0" animBg="1"/>
      <p:bldP spid="26" grpId="0" animBg="1"/>
      <p:bldP spid="32" grpId="0" animBg="1"/>
      <p:bldP spid="53" grpId="0" animBg="1"/>
      <p:bldP spid="54" grpId="0" animBg="1"/>
      <p:bldP spid="55" grpId="0" animBg="1"/>
      <p:bldP spid="56" grpId="0" animBg="1"/>
      <p:bldP spid="73" grpId="0" animBg="1"/>
      <p:bldP spid="74" grpId="0" animBg="1"/>
      <p:bldP spid="75" grpId="0" animBg="1"/>
      <p:bldP spid="76"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10" name="矩形 9"/>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6" name="组合 35"/>
          <p:cNvGrpSpPr/>
          <p:nvPr/>
        </p:nvGrpSpPr>
        <p:grpSpPr>
          <a:xfrm>
            <a:off x="939997" y="1763553"/>
            <a:ext cx="4143026" cy="5165493"/>
            <a:chOff x="890971" y="1672201"/>
            <a:chExt cx="3485660" cy="4897921"/>
          </a:xfrm>
        </p:grpSpPr>
        <p:sp>
          <p:nvSpPr>
            <p:cNvPr id="37" name="Rectangle 42"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SpPr/>
            <p:nvPr/>
          </p:nvSpPr>
          <p:spPr>
            <a:xfrm>
              <a:off x="890971" y="1672201"/>
              <a:ext cx="3485660" cy="4897921"/>
            </a:xfrm>
            <a:prstGeom prst="rect">
              <a:avLst/>
            </a:prstGeom>
            <a:pattFill prst="dkUpDiag">
              <a:fgClr>
                <a:schemeClr val="bg1">
                  <a:lumMod val="95000"/>
                </a:schemeClr>
              </a:fgClr>
              <a:bgClr>
                <a:schemeClr val="bg1"/>
              </a:bgClr>
            </a:pattFill>
            <a:ln w="47625">
              <a:solidFill>
                <a:schemeClr val="bg1">
                  <a:alpha val="6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矩形 37"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SpPr/>
            <p:nvPr/>
          </p:nvSpPr>
          <p:spPr>
            <a:xfrm>
              <a:off x="1006572" y="1780751"/>
              <a:ext cx="3254458" cy="4653481"/>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 name="组合 38"/>
          <p:cNvGrpSpPr/>
          <p:nvPr/>
        </p:nvGrpSpPr>
        <p:grpSpPr>
          <a:xfrm>
            <a:off x="5879709" y="4363366"/>
            <a:ext cx="1449022" cy="1448990"/>
            <a:chOff x="5574806" y="4137344"/>
            <a:chExt cx="1373963" cy="1373933"/>
          </a:xfrm>
        </p:grpSpPr>
        <p:grpSp>
          <p:nvGrpSpPr>
            <p:cNvPr id="40" name="组合 39"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GrpSpPr/>
            <p:nvPr/>
          </p:nvGrpSpPr>
          <p:grpSpPr>
            <a:xfrm>
              <a:off x="5574806" y="4137344"/>
              <a:ext cx="1373963" cy="1373933"/>
              <a:chOff x="4815148" y="3450527"/>
              <a:chExt cx="1373963" cy="1373933"/>
            </a:xfrm>
          </p:grpSpPr>
          <p:pic>
            <p:nvPicPr>
              <p:cNvPr id="42" name="Picture 7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rot="20700000">
                <a:off x="4815148" y="3450527"/>
                <a:ext cx="1373933" cy="1373933"/>
              </a:xfrm>
              <a:prstGeom prst="rect">
                <a:avLst/>
              </a:prstGeom>
              <a:noFill/>
              <a:ln w="190500" cap="sq">
                <a:solidFill>
                  <a:srgbClr val="FFFFFF"/>
                </a:solidFill>
                <a:miter lim="800000"/>
              </a:ln>
              <a:effectLst>
                <a:outerShdw blurRad="65000" dist="50800" dir="12900000" kx="195000" ky="145000" algn="tl" rotWithShape="0">
                  <a:srgbClr val="000000">
                    <a:alpha val="30000"/>
                  </a:srgbClr>
                </a:outerShdw>
              </a:effectLst>
            </p:spPr>
          </p:pic>
          <p:sp>
            <p:nvSpPr>
              <p:cNvPr id="43" name="矩形 42"/>
              <p:cNvSpPr/>
              <p:nvPr/>
            </p:nvSpPr>
            <p:spPr>
              <a:xfrm rot="20723693">
                <a:off x="4816832" y="3465869"/>
                <a:ext cx="1372279" cy="1342028"/>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 name="文本框 40"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SpPr txBox="1"/>
            <p:nvPr/>
          </p:nvSpPr>
          <p:spPr>
            <a:xfrm>
              <a:off x="5652343" y="4624153"/>
              <a:ext cx="1202599" cy="395313"/>
            </a:xfrm>
            <a:prstGeom prst="rect">
              <a:avLst/>
            </a:prstGeom>
            <a:noFill/>
            <a:effectLst/>
          </p:spPr>
          <p:txBody>
            <a:bodyPr wrap="none" rtlCol="0">
              <a:spAutoFit/>
            </a:bodyPr>
            <a:lstStyle/>
            <a:p>
              <a:pPr fontAlgn="auto">
                <a:spcBef>
                  <a:spcPts val="0"/>
                </a:spcBef>
                <a:spcAft>
                  <a:spcPts val="0"/>
                </a:spcAft>
                <a:defRPr/>
              </a:pPr>
              <a:r>
                <a:rPr lang="zh-CN" altLang="en-US" sz="2109" b="1" dirty="0">
                  <a:solidFill>
                    <a:schemeClr val="bg1"/>
                  </a:solidFill>
                  <a:latin typeface="微软雅黑" panose="020B0503020204020204" pitchFamily="34" charset="-122"/>
                  <a:ea typeface="微软雅黑" panose="020B0503020204020204" pitchFamily="34" charset="-122"/>
                </a:rPr>
                <a:t>输入标题</a:t>
              </a:r>
            </a:p>
          </p:txBody>
        </p:sp>
      </p:grpSp>
      <p:grpSp>
        <p:nvGrpSpPr>
          <p:cNvPr id="44" name="组合 43"/>
          <p:cNvGrpSpPr/>
          <p:nvPr/>
        </p:nvGrpSpPr>
        <p:grpSpPr>
          <a:xfrm>
            <a:off x="8043711" y="4340508"/>
            <a:ext cx="1448990" cy="1448990"/>
            <a:chOff x="7626713" y="4115670"/>
            <a:chExt cx="1373933" cy="1373933"/>
          </a:xfrm>
        </p:grpSpPr>
        <p:grpSp>
          <p:nvGrpSpPr>
            <p:cNvPr id="45" name="组合 44"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GrpSpPr/>
            <p:nvPr/>
          </p:nvGrpSpPr>
          <p:grpSpPr>
            <a:xfrm>
              <a:off x="7626713" y="4115670"/>
              <a:ext cx="1373933" cy="1373933"/>
              <a:chOff x="6867055" y="3428853"/>
              <a:chExt cx="1373933" cy="1373933"/>
            </a:xfrm>
          </p:grpSpPr>
          <p:pic>
            <p:nvPicPr>
              <p:cNvPr id="47" name="Picture 76"/>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rot="-900000">
                <a:off x="6867055" y="3428853"/>
                <a:ext cx="1373933" cy="1373933"/>
              </a:xfrm>
              <a:prstGeom prst="rect">
                <a:avLst/>
              </a:prstGeom>
              <a:noFill/>
              <a:ln w="190500" cap="sq">
                <a:solidFill>
                  <a:srgbClr val="FFFFFF"/>
                </a:solidFill>
                <a:miter lim="800000"/>
              </a:ln>
              <a:effectLst>
                <a:outerShdw blurRad="65000" dist="50800" dir="12900000" kx="195000" ky="145000" algn="tl" rotWithShape="0">
                  <a:srgbClr val="000000">
                    <a:alpha val="30000"/>
                  </a:srgbClr>
                </a:outerShdw>
              </a:effectLst>
            </p:spPr>
          </p:pic>
          <p:sp>
            <p:nvSpPr>
              <p:cNvPr id="48" name="矩形 47"/>
              <p:cNvSpPr/>
              <p:nvPr/>
            </p:nvSpPr>
            <p:spPr>
              <a:xfrm rot="20723693">
                <a:off x="6867882" y="3444804"/>
                <a:ext cx="1372279" cy="1342028"/>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6" name="文本框 45"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SpPr txBox="1"/>
            <p:nvPr/>
          </p:nvSpPr>
          <p:spPr>
            <a:xfrm>
              <a:off x="7712439" y="4624153"/>
              <a:ext cx="1202599" cy="395313"/>
            </a:xfrm>
            <a:prstGeom prst="rect">
              <a:avLst/>
            </a:prstGeom>
            <a:noFill/>
            <a:effectLst/>
          </p:spPr>
          <p:txBody>
            <a:bodyPr wrap="none" rtlCol="0">
              <a:spAutoFit/>
            </a:bodyPr>
            <a:lstStyle/>
            <a:p>
              <a:pPr fontAlgn="auto">
                <a:spcBef>
                  <a:spcPts val="0"/>
                </a:spcBef>
                <a:spcAft>
                  <a:spcPts val="0"/>
                </a:spcAft>
                <a:defRPr/>
              </a:pPr>
              <a:r>
                <a:rPr lang="zh-CN" altLang="en-US" sz="2109" b="1" dirty="0">
                  <a:solidFill>
                    <a:schemeClr val="bg1"/>
                  </a:solidFill>
                  <a:latin typeface="微软雅黑" panose="020B0503020204020204" pitchFamily="34" charset="-122"/>
                  <a:ea typeface="微软雅黑" panose="020B0503020204020204" pitchFamily="34" charset="-122"/>
                </a:rPr>
                <a:t>输入标题</a:t>
              </a:r>
            </a:p>
          </p:txBody>
        </p:sp>
      </p:grpSp>
      <p:grpSp>
        <p:nvGrpSpPr>
          <p:cNvPr id="49" name="组合 48"/>
          <p:cNvGrpSpPr/>
          <p:nvPr/>
        </p:nvGrpSpPr>
        <p:grpSpPr>
          <a:xfrm>
            <a:off x="10207712" y="4376031"/>
            <a:ext cx="1448990" cy="1448990"/>
            <a:chOff x="9678619" y="4149353"/>
            <a:chExt cx="1373933" cy="1373933"/>
          </a:xfrm>
        </p:grpSpPr>
        <p:grpSp>
          <p:nvGrpSpPr>
            <p:cNvPr id="50" name="组合 49"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GrpSpPr/>
            <p:nvPr/>
          </p:nvGrpSpPr>
          <p:grpSpPr>
            <a:xfrm>
              <a:off x="9678619" y="4149353"/>
              <a:ext cx="1373933" cy="1373933"/>
              <a:chOff x="8918961" y="3462536"/>
              <a:chExt cx="1373933" cy="1373933"/>
            </a:xfrm>
          </p:grpSpPr>
          <p:pic>
            <p:nvPicPr>
              <p:cNvPr id="52" name="Picture 75"/>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rot="20700000">
                <a:off x="8918961" y="3462536"/>
                <a:ext cx="1373933" cy="1373933"/>
              </a:xfrm>
              <a:prstGeom prst="rect">
                <a:avLst/>
              </a:prstGeom>
              <a:blipFill>
                <a:blip r:embed="rId8" cstate="screen">
                  <a:extLst>
                    <a:ext uri="{28A0092B-C50C-407E-A947-70E740481C1C}">
                      <a14:useLocalDpi xmlns:a14="http://schemas.microsoft.com/office/drawing/2010/main"/>
                    </a:ext>
                  </a:extLst>
                </a:blip>
                <a:stretch>
                  <a:fillRect/>
                </a:stretch>
              </a:blipFill>
              <a:ln w="190500" cap="sq">
                <a:solidFill>
                  <a:srgbClr val="FFFFFF"/>
                </a:solidFill>
                <a:miter lim="800000"/>
              </a:ln>
              <a:effectLst>
                <a:outerShdw blurRad="65000" dist="50800" dir="12900000" kx="195000" ky="145000" algn="tl" rotWithShape="0">
                  <a:srgbClr val="000000">
                    <a:alpha val="30000"/>
                  </a:srgbClr>
                </a:outerShdw>
              </a:effectLst>
            </p:spPr>
          </p:pic>
          <p:sp>
            <p:nvSpPr>
              <p:cNvPr id="53" name="矩形 52"/>
              <p:cNvSpPr/>
              <p:nvPr/>
            </p:nvSpPr>
            <p:spPr>
              <a:xfrm rot="20723693">
                <a:off x="8919787" y="3465868"/>
                <a:ext cx="1372279" cy="1342028"/>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1" name="文本框 50" descr="e7d195523061f1c0deeec63e560781cfd59afb0ea006f2a87ABB68BF51EA6619813959095094C18C62A12F549504892A4AAA8C1554C6663626E05CA27F281A14E6983772AFC3FB97135759321DEA3D709AACD122C08E6ED18AC4724D23CAB3829F65D0411205866223E37BE19CE774DBCB820A1ED8BD4B48F73A41B7D19FD586C99C8798EB43CB1C"/>
            <p:cNvSpPr txBox="1"/>
            <p:nvPr/>
          </p:nvSpPr>
          <p:spPr>
            <a:xfrm>
              <a:off x="9781964" y="4624153"/>
              <a:ext cx="1202599" cy="395313"/>
            </a:xfrm>
            <a:prstGeom prst="rect">
              <a:avLst/>
            </a:prstGeom>
            <a:noFill/>
            <a:effectLst/>
          </p:spPr>
          <p:txBody>
            <a:bodyPr wrap="none" rtlCol="0">
              <a:spAutoFit/>
            </a:bodyPr>
            <a:lstStyle/>
            <a:p>
              <a:pPr fontAlgn="auto">
                <a:spcBef>
                  <a:spcPts val="0"/>
                </a:spcBef>
                <a:spcAft>
                  <a:spcPts val="0"/>
                </a:spcAft>
                <a:defRPr/>
              </a:pPr>
              <a:r>
                <a:rPr lang="zh-CN" altLang="en-US" sz="2109" b="1" dirty="0">
                  <a:solidFill>
                    <a:schemeClr val="bg1"/>
                  </a:solidFill>
                  <a:latin typeface="微软雅黑" panose="020B0503020204020204" pitchFamily="34" charset="-122"/>
                  <a:ea typeface="微软雅黑" panose="020B0503020204020204" pitchFamily="34" charset="-122"/>
                </a:rPr>
                <a:t>输入标题</a:t>
              </a:r>
            </a:p>
          </p:txBody>
        </p:sp>
      </p:grpSp>
      <p:sp>
        <p:nvSpPr>
          <p:cNvPr id="54" name="TextBox 19"/>
          <p:cNvSpPr txBox="1"/>
          <p:nvPr/>
        </p:nvSpPr>
        <p:spPr bwMode="auto">
          <a:xfrm>
            <a:off x="5498144" y="2372096"/>
            <a:ext cx="6202085" cy="1066061"/>
          </a:xfrm>
          <a:prstGeom prst="rect">
            <a:avLst/>
          </a:prstGeom>
          <a:noFill/>
        </p:spPr>
        <p:txBody>
          <a:bodyPr wrap="square">
            <a:spAutoFit/>
          </a:bodyPr>
          <a:lstStyle/>
          <a:p>
            <a:pPr>
              <a:lnSpc>
                <a:spcPct val="150000"/>
              </a:lnSpc>
            </a:pPr>
            <a:r>
              <a:rPr lang="zh-CN" altLang="en-US" sz="2109" dirty="0">
                <a:solidFill>
                  <a:schemeClr val="tx1">
                    <a:lumMod val="75000"/>
                    <a:lumOff val="25000"/>
                  </a:schemeClr>
                </a:solidFill>
                <a:latin typeface="微软雅黑" panose="020B0503020204020204" pitchFamily="34" charset="-122"/>
                <a:ea typeface="微软雅黑" panose="020B0503020204020204" pitchFamily="34" charset="-122"/>
              </a:rPr>
              <a:t>这里输入简单的文字概述这里输入简单文字概述简单的文字概述这里输入简单的文字概述这里输入简</a:t>
            </a:r>
          </a:p>
        </p:txBody>
      </p:sp>
      <p:sp>
        <p:nvSpPr>
          <p:cNvPr id="27" name="文本框 26"/>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52195581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strips(downRight)">
                                      <p:cBhvr>
                                        <p:cTn id="7" dur="500"/>
                                        <p:tgtEl>
                                          <p:spTgt spid="36"/>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wipe(up)">
                                      <p:cBhvr>
                                        <p:cTn id="11" dur="500"/>
                                        <p:tgtEl>
                                          <p:spTgt spid="54"/>
                                        </p:tgtEl>
                                      </p:cBhvr>
                                    </p:animEffect>
                                  </p:childTnLst>
                                </p:cTn>
                              </p:par>
                            </p:childTnLst>
                          </p:cTn>
                        </p:par>
                        <p:par>
                          <p:cTn id="12" fill="hold">
                            <p:stCondLst>
                              <p:cond delay="1000"/>
                            </p:stCondLst>
                            <p:childTnLst>
                              <p:par>
                                <p:cTn id="13" presetID="37"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000"/>
                                        <p:tgtEl>
                                          <p:spTgt spid="39"/>
                                        </p:tgtEl>
                                      </p:cBhvr>
                                    </p:animEffect>
                                    <p:anim calcmode="lin" valueType="num">
                                      <p:cBhvr>
                                        <p:cTn id="16" dur="1000" fill="hold"/>
                                        <p:tgtEl>
                                          <p:spTgt spid="39"/>
                                        </p:tgtEl>
                                        <p:attrNameLst>
                                          <p:attrName>ppt_x</p:attrName>
                                        </p:attrNameLst>
                                      </p:cBhvr>
                                      <p:tavLst>
                                        <p:tav tm="0">
                                          <p:val>
                                            <p:strVal val="#ppt_x"/>
                                          </p:val>
                                        </p:tav>
                                        <p:tav tm="100000">
                                          <p:val>
                                            <p:strVal val="#ppt_x"/>
                                          </p:val>
                                        </p:tav>
                                      </p:tavLst>
                                    </p:anim>
                                    <p:anim calcmode="lin" valueType="num">
                                      <p:cBhvr>
                                        <p:cTn id="17" dur="900" decel="100000" fill="hold"/>
                                        <p:tgtEl>
                                          <p:spTgt spid="39"/>
                                        </p:tgtEl>
                                        <p:attrNameLst>
                                          <p:attrName>ppt_y</p:attrName>
                                        </p:attrNameLst>
                                      </p:cBhvr>
                                      <p:tavLst>
                                        <p:tav tm="0">
                                          <p:val>
                                            <p:strVal val="#ppt_y+1"/>
                                          </p:val>
                                        </p:tav>
                                        <p:tav tm="100000">
                                          <p:val>
                                            <p:strVal val="#ppt_y-.03"/>
                                          </p:val>
                                        </p:tav>
                                      </p:tavLst>
                                    </p:anim>
                                    <p:anim calcmode="lin" valueType="num">
                                      <p:cBhvr>
                                        <p:cTn id="18" dur="100" accel="100000" fill="hold">
                                          <p:stCondLst>
                                            <p:cond delay="900"/>
                                          </p:stCondLst>
                                        </p:cTn>
                                        <p:tgtEl>
                                          <p:spTgt spid="39"/>
                                        </p:tgtEl>
                                        <p:attrNameLst>
                                          <p:attrName>ppt_y</p:attrName>
                                        </p:attrNameLst>
                                      </p:cBhvr>
                                      <p:tavLst>
                                        <p:tav tm="0">
                                          <p:val>
                                            <p:strVal val="#ppt_y-.03"/>
                                          </p:val>
                                        </p:tav>
                                        <p:tav tm="100000">
                                          <p:val>
                                            <p:strVal val="#ppt_y"/>
                                          </p:val>
                                        </p:tav>
                                      </p:tavLst>
                                    </p:anim>
                                  </p:childTnLst>
                                </p:cTn>
                              </p:par>
                              <p:par>
                                <p:cTn id="19" presetID="37" presetClass="entr" presetSubtype="0" fill="hold" nodeType="withEffect">
                                  <p:stCondLst>
                                    <p:cond delay="25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1000"/>
                                        <p:tgtEl>
                                          <p:spTgt spid="44"/>
                                        </p:tgtEl>
                                      </p:cBhvr>
                                    </p:animEffect>
                                    <p:anim calcmode="lin" valueType="num">
                                      <p:cBhvr>
                                        <p:cTn id="22" dur="1000" fill="hold"/>
                                        <p:tgtEl>
                                          <p:spTgt spid="44"/>
                                        </p:tgtEl>
                                        <p:attrNameLst>
                                          <p:attrName>ppt_x</p:attrName>
                                        </p:attrNameLst>
                                      </p:cBhvr>
                                      <p:tavLst>
                                        <p:tav tm="0">
                                          <p:val>
                                            <p:strVal val="#ppt_x"/>
                                          </p:val>
                                        </p:tav>
                                        <p:tav tm="100000">
                                          <p:val>
                                            <p:strVal val="#ppt_x"/>
                                          </p:val>
                                        </p:tav>
                                      </p:tavLst>
                                    </p:anim>
                                    <p:anim calcmode="lin" valueType="num">
                                      <p:cBhvr>
                                        <p:cTn id="23" dur="900" decel="100000" fill="hold"/>
                                        <p:tgtEl>
                                          <p:spTgt spid="44"/>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44"/>
                                        </p:tgtEl>
                                        <p:attrNameLst>
                                          <p:attrName>ppt_y</p:attrName>
                                        </p:attrNameLst>
                                      </p:cBhvr>
                                      <p:tavLst>
                                        <p:tav tm="0">
                                          <p:val>
                                            <p:strVal val="#ppt_y-.03"/>
                                          </p:val>
                                        </p:tav>
                                        <p:tav tm="100000">
                                          <p:val>
                                            <p:strVal val="#ppt_y"/>
                                          </p:val>
                                        </p:tav>
                                      </p:tavLst>
                                    </p:anim>
                                  </p:childTnLst>
                                </p:cTn>
                              </p:par>
                              <p:par>
                                <p:cTn id="25" presetID="37" presetClass="entr" presetSubtype="0" fill="hold" nodeType="withEffect">
                                  <p:stCondLst>
                                    <p:cond delay="50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1000"/>
                                        <p:tgtEl>
                                          <p:spTgt spid="49"/>
                                        </p:tgtEl>
                                      </p:cBhvr>
                                    </p:animEffect>
                                    <p:anim calcmode="lin" valueType="num">
                                      <p:cBhvr>
                                        <p:cTn id="28" dur="1000" fill="hold"/>
                                        <p:tgtEl>
                                          <p:spTgt spid="49"/>
                                        </p:tgtEl>
                                        <p:attrNameLst>
                                          <p:attrName>ppt_x</p:attrName>
                                        </p:attrNameLst>
                                      </p:cBhvr>
                                      <p:tavLst>
                                        <p:tav tm="0">
                                          <p:val>
                                            <p:strVal val="#ppt_x"/>
                                          </p:val>
                                        </p:tav>
                                        <p:tav tm="100000">
                                          <p:val>
                                            <p:strVal val="#ppt_x"/>
                                          </p:val>
                                        </p:tav>
                                      </p:tavLst>
                                    </p:anim>
                                    <p:anim calcmode="lin" valueType="num">
                                      <p:cBhvr>
                                        <p:cTn id="29" dur="900" decel="100000" fill="hold"/>
                                        <p:tgtEl>
                                          <p:spTgt spid="49"/>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49"/>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9" name="组合 58"/>
          <p:cNvGrpSpPr/>
          <p:nvPr/>
        </p:nvGrpSpPr>
        <p:grpSpPr>
          <a:xfrm>
            <a:off x="693654" y="4838015"/>
            <a:ext cx="6540417" cy="1643368"/>
            <a:chOff x="657388" y="4587407"/>
            <a:chExt cx="6201625" cy="1558242"/>
          </a:xfrm>
        </p:grpSpPr>
        <p:sp>
          <p:nvSpPr>
            <p:cNvPr id="19" name="五边形 18"/>
            <p:cNvSpPr/>
            <p:nvPr/>
          </p:nvSpPr>
          <p:spPr>
            <a:xfrm>
              <a:off x="4965422" y="4601454"/>
              <a:ext cx="1893591" cy="867653"/>
            </a:xfrm>
            <a:prstGeom prst="homePlate">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任意多边形 22"/>
            <p:cNvSpPr/>
            <p:nvPr/>
          </p:nvSpPr>
          <p:spPr>
            <a:xfrm>
              <a:off x="4553880" y="4587407"/>
              <a:ext cx="1188356" cy="1558242"/>
            </a:xfrm>
            <a:custGeom>
              <a:avLst/>
              <a:gdLst>
                <a:gd name="connsiteX0" fmla="*/ 382395 w 1093887"/>
                <a:gd name="connsiteY0" fmla="*/ 0 h 1434369"/>
                <a:gd name="connsiteX1" fmla="*/ 1093887 w 1093887"/>
                <a:gd name="connsiteY1" fmla="*/ 799668 h 1434369"/>
                <a:gd name="connsiteX2" fmla="*/ 588278 w 1093887"/>
                <a:gd name="connsiteY2" fmla="*/ 1434369 h 1434369"/>
                <a:gd name="connsiteX3" fmla="*/ 0 w 1093887"/>
                <a:gd name="connsiteY3" fmla="*/ 421397 h 1434369"/>
                <a:gd name="connsiteX4" fmla="*/ 8884 w 1093887"/>
                <a:gd name="connsiteY4" fmla="*/ 421397 h 1434369"/>
                <a:gd name="connsiteX5" fmla="*/ 382395 w 1093887"/>
                <a:gd name="connsiteY5" fmla="*/ 0 h 1434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3887" h="1434369">
                  <a:moveTo>
                    <a:pt x="382395" y="0"/>
                  </a:moveTo>
                  <a:lnTo>
                    <a:pt x="1093887" y="799668"/>
                  </a:lnTo>
                  <a:lnTo>
                    <a:pt x="588278" y="1434369"/>
                  </a:lnTo>
                  <a:lnTo>
                    <a:pt x="0" y="421397"/>
                  </a:lnTo>
                  <a:lnTo>
                    <a:pt x="8884" y="421397"/>
                  </a:lnTo>
                  <a:lnTo>
                    <a:pt x="382395" y="0"/>
                  </a:lnTo>
                  <a:close/>
                </a:path>
              </a:pathLst>
            </a:custGeom>
            <a:solidFill>
              <a:srgbClr val="35A6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 name="任意多边形 26"/>
            <p:cNvSpPr/>
            <p:nvPr/>
          </p:nvSpPr>
          <p:spPr>
            <a:xfrm>
              <a:off x="657388" y="5031587"/>
              <a:ext cx="4559896" cy="1105939"/>
            </a:xfrm>
            <a:custGeom>
              <a:avLst/>
              <a:gdLst>
                <a:gd name="connsiteX0" fmla="*/ 637828 w 4197406"/>
                <a:gd name="connsiteY0" fmla="*/ 0 h 1018022"/>
                <a:gd name="connsiteX1" fmla="*/ 3615517 w 4197406"/>
                <a:gd name="connsiteY1" fmla="*/ 0 h 1018022"/>
                <a:gd name="connsiteX2" fmla="*/ 4197406 w 4197406"/>
                <a:gd name="connsiteY2" fmla="*/ 1018022 h 1018022"/>
                <a:gd name="connsiteX3" fmla="*/ 0 w 4197406"/>
                <a:gd name="connsiteY3" fmla="*/ 1018022 h 1018022"/>
                <a:gd name="connsiteX4" fmla="*/ 637828 w 4197406"/>
                <a:gd name="connsiteY4" fmla="*/ 0 h 101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7406" h="1018022">
                  <a:moveTo>
                    <a:pt x="637828" y="0"/>
                  </a:moveTo>
                  <a:lnTo>
                    <a:pt x="3615517" y="0"/>
                  </a:lnTo>
                  <a:lnTo>
                    <a:pt x="4197406" y="1018022"/>
                  </a:lnTo>
                  <a:lnTo>
                    <a:pt x="0" y="1018022"/>
                  </a:lnTo>
                  <a:lnTo>
                    <a:pt x="637828" y="0"/>
                  </a:ln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1" name="矩形 30"/>
            <p:cNvSpPr/>
            <p:nvPr/>
          </p:nvSpPr>
          <p:spPr>
            <a:xfrm>
              <a:off x="2403474" y="5266107"/>
              <a:ext cx="1126967" cy="641609"/>
            </a:xfrm>
            <a:prstGeom prst="rect">
              <a:avLst/>
            </a:prstGeom>
          </p:spPr>
          <p:txBody>
            <a:bodyPr wrap="square">
              <a:spAutoFit/>
            </a:bodyPr>
            <a:lstStyle/>
            <a:p>
              <a:pPr algn="ctr"/>
              <a:r>
                <a:rPr lang="en-US" altLang="zh-CN" sz="3797" dirty="0">
                  <a:solidFill>
                    <a:prstClr val="white"/>
                  </a:solidFill>
                  <a:latin typeface="Haettenschweiler" panose="020B0706040902060204" pitchFamily="34" charset="0"/>
                  <a:ea typeface="微软雅黑" panose="020B0503020204020204" pitchFamily="34" charset="-122"/>
                </a:rPr>
                <a:t>04</a:t>
              </a:r>
              <a:endParaRPr lang="zh-CN" altLang="en-US" sz="3797" dirty="0">
                <a:solidFill>
                  <a:prstClr val="white"/>
                </a:solidFill>
                <a:latin typeface="Haettenschweiler" panose="020B0706040902060204" pitchFamily="34" charset="0"/>
                <a:ea typeface="微软雅黑" panose="020B0503020204020204" pitchFamily="34" charset="-122"/>
              </a:endParaRPr>
            </a:p>
          </p:txBody>
        </p:sp>
        <p:sp>
          <p:nvSpPr>
            <p:cNvPr id="46" name="Freeform 22"/>
            <p:cNvSpPr>
              <a:spLocks noEditPoints="1"/>
            </p:cNvSpPr>
            <p:nvPr/>
          </p:nvSpPr>
          <p:spPr bwMode="auto">
            <a:xfrm>
              <a:off x="5932779" y="4850828"/>
              <a:ext cx="307944" cy="361632"/>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grpSp>
      <p:grpSp>
        <p:nvGrpSpPr>
          <p:cNvPr id="4" name="组合 3"/>
          <p:cNvGrpSpPr/>
          <p:nvPr/>
        </p:nvGrpSpPr>
        <p:grpSpPr>
          <a:xfrm>
            <a:off x="2080801" y="3256959"/>
            <a:ext cx="3808017" cy="1001868"/>
            <a:chOff x="1972682" y="3088249"/>
            <a:chExt cx="3610762" cy="949971"/>
          </a:xfrm>
        </p:grpSpPr>
        <p:sp>
          <p:nvSpPr>
            <p:cNvPr id="16" name="五边形 15"/>
            <p:cNvSpPr/>
            <p:nvPr/>
          </p:nvSpPr>
          <p:spPr>
            <a:xfrm>
              <a:off x="3689853" y="3093770"/>
              <a:ext cx="1893591" cy="663043"/>
            </a:xfrm>
            <a:prstGeom prst="homePlate">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 name="任意多边形 20"/>
            <p:cNvSpPr/>
            <p:nvPr/>
          </p:nvSpPr>
          <p:spPr>
            <a:xfrm>
              <a:off x="3538777" y="3088249"/>
              <a:ext cx="747205" cy="949970"/>
            </a:xfrm>
            <a:custGeom>
              <a:avLst/>
              <a:gdLst>
                <a:gd name="connsiteX0" fmla="*/ 135121 w 687806"/>
                <a:gd name="connsiteY0" fmla="*/ 0 h 874452"/>
                <a:gd name="connsiteX1" fmla="*/ 687806 w 687806"/>
                <a:gd name="connsiteY1" fmla="*/ 621180 h 874452"/>
                <a:gd name="connsiteX2" fmla="*/ 441569 w 687806"/>
                <a:gd name="connsiteY2" fmla="*/ 874452 h 874452"/>
                <a:gd name="connsiteX3" fmla="*/ 438363 w 687806"/>
                <a:gd name="connsiteY3" fmla="*/ 874452 h 874452"/>
                <a:gd name="connsiteX4" fmla="*/ 0 w 687806"/>
                <a:gd name="connsiteY4" fmla="*/ 119624 h 874452"/>
                <a:gd name="connsiteX5" fmla="*/ 27074 w 687806"/>
                <a:gd name="connsiteY5" fmla="*/ 119624 h 874452"/>
                <a:gd name="connsiteX6" fmla="*/ 135121 w 687806"/>
                <a:gd name="connsiteY6" fmla="*/ 0 h 87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806" h="874452">
                  <a:moveTo>
                    <a:pt x="135121" y="0"/>
                  </a:moveTo>
                  <a:lnTo>
                    <a:pt x="687806" y="621180"/>
                  </a:lnTo>
                  <a:lnTo>
                    <a:pt x="441569" y="874452"/>
                  </a:lnTo>
                  <a:lnTo>
                    <a:pt x="438363" y="874452"/>
                  </a:lnTo>
                  <a:lnTo>
                    <a:pt x="0" y="119624"/>
                  </a:lnTo>
                  <a:lnTo>
                    <a:pt x="27074" y="119624"/>
                  </a:lnTo>
                  <a:lnTo>
                    <a:pt x="135121" y="0"/>
                  </a:lnTo>
                  <a:close/>
                </a:path>
              </a:pathLst>
            </a:custGeom>
            <a:solidFill>
              <a:srgbClr val="35A6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 name="任意多边形 24"/>
            <p:cNvSpPr/>
            <p:nvPr/>
          </p:nvSpPr>
          <p:spPr>
            <a:xfrm>
              <a:off x="1972682" y="3218204"/>
              <a:ext cx="2044666" cy="820016"/>
            </a:xfrm>
            <a:custGeom>
              <a:avLst/>
              <a:gdLst>
                <a:gd name="connsiteX0" fmla="*/ 472928 w 1882125"/>
                <a:gd name="connsiteY0" fmla="*/ 0 h 754829"/>
                <a:gd name="connsiteX1" fmla="*/ 1450674 w 1882125"/>
                <a:gd name="connsiteY1" fmla="*/ 0 h 754829"/>
                <a:gd name="connsiteX2" fmla="*/ 1882125 w 1882125"/>
                <a:gd name="connsiteY2" fmla="*/ 754829 h 754829"/>
                <a:gd name="connsiteX3" fmla="*/ 0 w 1882125"/>
                <a:gd name="connsiteY3" fmla="*/ 754829 h 754829"/>
                <a:gd name="connsiteX4" fmla="*/ 472928 w 1882125"/>
                <a:gd name="connsiteY4" fmla="*/ 0 h 754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2125" h="754829">
                  <a:moveTo>
                    <a:pt x="472928" y="0"/>
                  </a:moveTo>
                  <a:lnTo>
                    <a:pt x="1450674" y="0"/>
                  </a:lnTo>
                  <a:lnTo>
                    <a:pt x="1882125" y="754829"/>
                  </a:lnTo>
                  <a:lnTo>
                    <a:pt x="0" y="754829"/>
                  </a:lnTo>
                  <a:lnTo>
                    <a:pt x="472928" y="0"/>
                  </a:ln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 name="矩形 28"/>
            <p:cNvSpPr/>
            <p:nvPr/>
          </p:nvSpPr>
          <p:spPr>
            <a:xfrm>
              <a:off x="2283057" y="3416355"/>
              <a:ext cx="1474671" cy="456842"/>
            </a:xfrm>
            <a:prstGeom prst="rect">
              <a:avLst/>
            </a:prstGeom>
          </p:spPr>
          <p:txBody>
            <a:bodyPr wrap="square">
              <a:spAutoFit/>
            </a:bodyPr>
            <a:lstStyle/>
            <a:p>
              <a:pPr algn="ctr"/>
              <a:r>
                <a:rPr lang="en-US" altLang="zh-CN" sz="2531" dirty="0">
                  <a:solidFill>
                    <a:prstClr val="white"/>
                  </a:solidFill>
                  <a:latin typeface="Haettenschweiler" panose="020B0706040902060204" pitchFamily="34" charset="0"/>
                  <a:ea typeface="微软雅黑" panose="020B0503020204020204" pitchFamily="34" charset="-122"/>
                </a:rPr>
                <a:t>02</a:t>
              </a:r>
              <a:endParaRPr lang="zh-CN" altLang="en-US" sz="2531" dirty="0">
                <a:solidFill>
                  <a:prstClr val="white"/>
                </a:solidFill>
                <a:latin typeface="Haettenschweiler" panose="020B0706040902060204" pitchFamily="34" charset="0"/>
                <a:ea typeface="微软雅黑" panose="020B0503020204020204" pitchFamily="34" charset="-122"/>
              </a:endParaRPr>
            </a:p>
          </p:txBody>
        </p:sp>
        <p:sp>
          <p:nvSpPr>
            <p:cNvPr id="47" name="Freeform 14"/>
            <p:cNvSpPr>
              <a:spLocks noEditPoints="1"/>
            </p:cNvSpPr>
            <p:nvPr/>
          </p:nvSpPr>
          <p:spPr bwMode="auto">
            <a:xfrm>
              <a:off x="4749338" y="3267244"/>
              <a:ext cx="348290" cy="346887"/>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3" name="组合 2"/>
          <p:cNvGrpSpPr/>
          <p:nvPr/>
        </p:nvGrpSpPr>
        <p:grpSpPr>
          <a:xfrm>
            <a:off x="2434679" y="2459039"/>
            <a:ext cx="2769511" cy="825605"/>
            <a:chOff x="2308228" y="2331661"/>
            <a:chExt cx="2626051" cy="782839"/>
          </a:xfrm>
        </p:grpSpPr>
        <p:sp>
          <p:nvSpPr>
            <p:cNvPr id="17" name="五边形 16"/>
            <p:cNvSpPr/>
            <p:nvPr/>
          </p:nvSpPr>
          <p:spPr>
            <a:xfrm>
              <a:off x="3040688" y="2331661"/>
              <a:ext cx="1893591" cy="680797"/>
            </a:xfrm>
            <a:prstGeom prst="homePlate">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任意多边形 19"/>
            <p:cNvSpPr/>
            <p:nvPr/>
          </p:nvSpPr>
          <p:spPr>
            <a:xfrm>
              <a:off x="3045564" y="2368929"/>
              <a:ext cx="584508" cy="745571"/>
            </a:xfrm>
            <a:custGeom>
              <a:avLst/>
              <a:gdLst>
                <a:gd name="connsiteX0" fmla="*/ 0 w 538042"/>
                <a:gd name="connsiteY0" fmla="*/ 0 h 686302"/>
                <a:gd name="connsiteX1" fmla="*/ 538042 w 538042"/>
                <a:gd name="connsiteY1" fmla="*/ 604723 h 686302"/>
                <a:gd name="connsiteX2" fmla="*/ 471031 w 538042"/>
                <a:gd name="connsiteY2" fmla="*/ 686302 h 686302"/>
                <a:gd name="connsiteX3" fmla="*/ 398567 w 538042"/>
                <a:gd name="connsiteY3" fmla="*/ 686302 h 686302"/>
                <a:gd name="connsiteX4" fmla="*/ 0 w 538042"/>
                <a:gd name="connsiteY4" fmla="*/ 0 h 686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42" h="686302">
                  <a:moveTo>
                    <a:pt x="0" y="0"/>
                  </a:moveTo>
                  <a:lnTo>
                    <a:pt x="538042" y="604723"/>
                  </a:lnTo>
                  <a:lnTo>
                    <a:pt x="471031" y="686302"/>
                  </a:lnTo>
                  <a:lnTo>
                    <a:pt x="398567" y="686302"/>
                  </a:lnTo>
                  <a:lnTo>
                    <a:pt x="0" y="0"/>
                  </a:lnTo>
                  <a:close/>
                </a:path>
              </a:pathLst>
            </a:custGeom>
            <a:solidFill>
              <a:srgbClr val="1D66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任意多边形 23"/>
            <p:cNvSpPr/>
            <p:nvPr/>
          </p:nvSpPr>
          <p:spPr>
            <a:xfrm>
              <a:off x="2551426" y="2331663"/>
              <a:ext cx="937934" cy="782836"/>
            </a:xfrm>
            <a:custGeom>
              <a:avLst/>
              <a:gdLst>
                <a:gd name="connsiteX0" fmla="*/ 451485 w 863373"/>
                <a:gd name="connsiteY0" fmla="*/ 0 h 720604"/>
                <a:gd name="connsiteX1" fmla="*/ 863373 w 863373"/>
                <a:gd name="connsiteY1" fmla="*/ 720604 h 720604"/>
                <a:gd name="connsiteX2" fmla="*/ 0 w 863373"/>
                <a:gd name="connsiteY2" fmla="*/ 720604 h 720604"/>
                <a:gd name="connsiteX3" fmla="*/ 451485 w 863373"/>
                <a:gd name="connsiteY3" fmla="*/ 0 h 720604"/>
              </a:gdLst>
              <a:ahLst/>
              <a:cxnLst>
                <a:cxn ang="0">
                  <a:pos x="connsiteX0" y="connsiteY0"/>
                </a:cxn>
                <a:cxn ang="0">
                  <a:pos x="connsiteX1" y="connsiteY1"/>
                </a:cxn>
                <a:cxn ang="0">
                  <a:pos x="connsiteX2" y="connsiteY2"/>
                </a:cxn>
                <a:cxn ang="0">
                  <a:pos x="connsiteX3" y="connsiteY3"/>
                </a:cxn>
              </a:cxnLst>
              <a:rect l="l" t="t" r="r" b="b"/>
              <a:pathLst>
                <a:path w="863373" h="720604">
                  <a:moveTo>
                    <a:pt x="451485" y="0"/>
                  </a:moveTo>
                  <a:lnTo>
                    <a:pt x="863373" y="720604"/>
                  </a:lnTo>
                  <a:lnTo>
                    <a:pt x="0" y="720604"/>
                  </a:lnTo>
                  <a:lnTo>
                    <a:pt x="451485" y="0"/>
                  </a:ln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 name="矩形 27"/>
            <p:cNvSpPr/>
            <p:nvPr/>
          </p:nvSpPr>
          <p:spPr>
            <a:xfrm>
              <a:off x="2308228" y="2566559"/>
              <a:ext cx="1474671" cy="456842"/>
            </a:xfrm>
            <a:prstGeom prst="rect">
              <a:avLst/>
            </a:prstGeom>
          </p:spPr>
          <p:txBody>
            <a:bodyPr wrap="square">
              <a:spAutoFit/>
            </a:bodyPr>
            <a:lstStyle/>
            <a:p>
              <a:pPr algn="ctr"/>
              <a:r>
                <a:rPr lang="en-US" altLang="zh-CN" sz="2531" dirty="0">
                  <a:solidFill>
                    <a:prstClr val="white"/>
                  </a:solidFill>
                  <a:latin typeface="Haettenschweiler" panose="020B0706040902060204" pitchFamily="34" charset="0"/>
                  <a:ea typeface="微软雅黑" panose="020B0503020204020204" pitchFamily="34" charset="-122"/>
                </a:rPr>
                <a:t>01</a:t>
              </a:r>
              <a:endParaRPr lang="zh-CN" altLang="en-US" sz="2531" dirty="0">
                <a:solidFill>
                  <a:prstClr val="white"/>
                </a:solidFill>
                <a:latin typeface="Haettenschweiler" panose="020B0706040902060204" pitchFamily="34" charset="0"/>
                <a:ea typeface="微软雅黑" panose="020B0503020204020204" pitchFamily="34" charset="-122"/>
              </a:endParaRPr>
            </a:p>
          </p:txBody>
        </p:sp>
        <p:sp>
          <p:nvSpPr>
            <p:cNvPr id="48" name="Freeform 26"/>
            <p:cNvSpPr>
              <a:spLocks noEditPoints="1"/>
            </p:cNvSpPr>
            <p:nvPr/>
          </p:nvSpPr>
          <p:spPr bwMode="auto">
            <a:xfrm>
              <a:off x="4029339" y="2497211"/>
              <a:ext cx="332843" cy="349695"/>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58" name="组合 57"/>
          <p:cNvGrpSpPr/>
          <p:nvPr/>
        </p:nvGrpSpPr>
        <p:grpSpPr>
          <a:xfrm>
            <a:off x="1488632" y="4053365"/>
            <a:ext cx="5085817" cy="1150610"/>
            <a:chOff x="1411186" y="3843401"/>
            <a:chExt cx="4822373" cy="1091009"/>
          </a:xfrm>
        </p:grpSpPr>
        <p:sp>
          <p:nvSpPr>
            <p:cNvPr id="18" name="五边形 17"/>
            <p:cNvSpPr/>
            <p:nvPr/>
          </p:nvSpPr>
          <p:spPr>
            <a:xfrm>
              <a:off x="4339968" y="3848151"/>
              <a:ext cx="1893591" cy="643561"/>
            </a:xfrm>
            <a:prstGeom prst="homePlate">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任意多边形 21"/>
            <p:cNvSpPr/>
            <p:nvPr/>
          </p:nvSpPr>
          <p:spPr>
            <a:xfrm>
              <a:off x="4064909" y="3843401"/>
              <a:ext cx="858574" cy="1091009"/>
            </a:xfrm>
            <a:custGeom>
              <a:avLst/>
              <a:gdLst>
                <a:gd name="connsiteX0" fmla="*/ 259348 w 790321"/>
                <a:gd name="connsiteY0" fmla="*/ 0 h 1004279"/>
                <a:gd name="connsiteX1" fmla="*/ 790321 w 790321"/>
                <a:gd name="connsiteY1" fmla="*/ 596778 h 1004279"/>
                <a:gd name="connsiteX2" fmla="*/ 424401 w 790321"/>
                <a:gd name="connsiteY2" fmla="*/ 1004279 h 1004279"/>
                <a:gd name="connsiteX3" fmla="*/ 423202 w 790321"/>
                <a:gd name="connsiteY3" fmla="*/ 1004279 h 1004279"/>
                <a:gd name="connsiteX4" fmla="*/ 0 w 790321"/>
                <a:gd name="connsiteY4" fmla="*/ 275557 h 1004279"/>
                <a:gd name="connsiteX5" fmla="*/ 259348 w 790321"/>
                <a:gd name="connsiteY5" fmla="*/ 0 h 100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321" h="1004279">
                  <a:moveTo>
                    <a:pt x="259348" y="0"/>
                  </a:moveTo>
                  <a:lnTo>
                    <a:pt x="790321" y="596778"/>
                  </a:lnTo>
                  <a:lnTo>
                    <a:pt x="424401" y="1004279"/>
                  </a:lnTo>
                  <a:lnTo>
                    <a:pt x="423202" y="1004279"/>
                  </a:lnTo>
                  <a:lnTo>
                    <a:pt x="0" y="275557"/>
                  </a:lnTo>
                  <a:lnTo>
                    <a:pt x="259348" y="0"/>
                  </a:lnTo>
                  <a:close/>
                </a:path>
              </a:pathLst>
            </a:custGeom>
            <a:solidFill>
              <a:srgbClr val="1D66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 name="任意多边形 25"/>
            <p:cNvSpPr/>
            <p:nvPr/>
          </p:nvSpPr>
          <p:spPr>
            <a:xfrm>
              <a:off x="1411186" y="4141835"/>
              <a:ext cx="3118412" cy="792574"/>
            </a:xfrm>
            <a:custGeom>
              <a:avLst/>
              <a:gdLst>
                <a:gd name="connsiteX0" fmla="*/ 2453501 w 2870513"/>
                <a:gd name="connsiteY0" fmla="*/ 0 h 729568"/>
                <a:gd name="connsiteX1" fmla="*/ 2870513 w 2870513"/>
                <a:gd name="connsiteY1" fmla="*/ 729568 h 729568"/>
                <a:gd name="connsiteX2" fmla="*/ 0 w 2870513"/>
                <a:gd name="connsiteY2" fmla="*/ 729568 h 729568"/>
                <a:gd name="connsiteX3" fmla="*/ 454587 w 2870513"/>
                <a:gd name="connsiteY3" fmla="*/ 4013 h 729568"/>
                <a:gd name="connsiteX4" fmla="*/ 2449723 w 2870513"/>
                <a:gd name="connsiteY4" fmla="*/ 4013 h 729568"/>
                <a:gd name="connsiteX5" fmla="*/ 2453501 w 2870513"/>
                <a:gd name="connsiteY5" fmla="*/ 0 h 72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0513" h="729568">
                  <a:moveTo>
                    <a:pt x="2453501" y="0"/>
                  </a:moveTo>
                  <a:lnTo>
                    <a:pt x="2870513" y="729568"/>
                  </a:lnTo>
                  <a:lnTo>
                    <a:pt x="0" y="729568"/>
                  </a:lnTo>
                  <a:lnTo>
                    <a:pt x="454587" y="4013"/>
                  </a:lnTo>
                  <a:lnTo>
                    <a:pt x="2449723" y="4013"/>
                  </a:lnTo>
                  <a:lnTo>
                    <a:pt x="2453501" y="0"/>
                  </a:ln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0" name="矩形 29"/>
            <p:cNvSpPr/>
            <p:nvPr/>
          </p:nvSpPr>
          <p:spPr>
            <a:xfrm>
              <a:off x="2257679" y="4244252"/>
              <a:ext cx="1474671" cy="518431"/>
            </a:xfrm>
            <a:prstGeom prst="rect">
              <a:avLst/>
            </a:prstGeom>
          </p:spPr>
          <p:txBody>
            <a:bodyPr wrap="square">
              <a:spAutoFit/>
            </a:bodyPr>
            <a:lstStyle/>
            <a:p>
              <a:pPr algn="ctr"/>
              <a:r>
                <a:rPr lang="en-US" altLang="zh-CN" sz="2953" dirty="0">
                  <a:solidFill>
                    <a:prstClr val="white"/>
                  </a:solidFill>
                  <a:latin typeface="Haettenschweiler" panose="020B0706040902060204" pitchFamily="34" charset="0"/>
                  <a:ea typeface="微软雅黑" panose="020B0503020204020204" pitchFamily="34" charset="-122"/>
                </a:rPr>
                <a:t>03</a:t>
              </a:r>
              <a:endParaRPr lang="zh-CN" altLang="en-US" sz="2953" dirty="0">
                <a:solidFill>
                  <a:prstClr val="white"/>
                </a:solidFill>
                <a:latin typeface="Haettenschweiler" panose="020B0706040902060204" pitchFamily="34" charset="0"/>
                <a:ea typeface="微软雅黑" panose="020B0503020204020204" pitchFamily="34" charset="-122"/>
              </a:endParaRPr>
            </a:p>
          </p:txBody>
        </p:sp>
        <p:sp>
          <p:nvSpPr>
            <p:cNvPr id="49" name="Freeform 33"/>
            <p:cNvSpPr>
              <a:spLocks noEditPoints="1"/>
            </p:cNvSpPr>
            <p:nvPr/>
          </p:nvSpPr>
          <p:spPr bwMode="auto">
            <a:xfrm>
              <a:off x="5298445" y="4019231"/>
              <a:ext cx="369355" cy="346886"/>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50" name="矩形 49"/>
          <p:cNvSpPr/>
          <p:nvPr/>
        </p:nvSpPr>
        <p:spPr>
          <a:xfrm>
            <a:off x="7938091" y="2157716"/>
            <a:ext cx="360041" cy="36004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1" name="矩形 50"/>
          <p:cNvSpPr/>
          <p:nvPr/>
        </p:nvSpPr>
        <p:spPr>
          <a:xfrm>
            <a:off x="7938091" y="3445460"/>
            <a:ext cx="360041" cy="360041"/>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2" name="矩形 51"/>
          <p:cNvSpPr/>
          <p:nvPr/>
        </p:nvSpPr>
        <p:spPr>
          <a:xfrm>
            <a:off x="7938091" y="4786439"/>
            <a:ext cx="360041" cy="36004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3" name="矩形 47"/>
          <p:cNvSpPr>
            <a:spLocks noChangeArrowheads="1"/>
          </p:cNvSpPr>
          <p:nvPr/>
        </p:nvSpPr>
        <p:spPr bwMode="auto">
          <a:xfrm>
            <a:off x="8648393" y="1929997"/>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4" name="矩形 47"/>
          <p:cNvSpPr>
            <a:spLocks noChangeArrowheads="1"/>
          </p:cNvSpPr>
          <p:nvPr/>
        </p:nvSpPr>
        <p:spPr bwMode="auto">
          <a:xfrm>
            <a:off x="8617094" y="4528246"/>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5" name="矩形 47"/>
          <p:cNvSpPr>
            <a:spLocks noChangeArrowheads="1"/>
          </p:cNvSpPr>
          <p:nvPr/>
        </p:nvSpPr>
        <p:spPr bwMode="auto">
          <a:xfrm>
            <a:off x="8648392" y="3202504"/>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6" name="矩形 55"/>
          <p:cNvSpPr/>
          <p:nvPr/>
        </p:nvSpPr>
        <p:spPr>
          <a:xfrm>
            <a:off x="7938091" y="6096944"/>
            <a:ext cx="360041" cy="360041"/>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7" name="矩形 47"/>
          <p:cNvSpPr>
            <a:spLocks noChangeArrowheads="1"/>
          </p:cNvSpPr>
          <p:nvPr/>
        </p:nvSpPr>
        <p:spPr bwMode="auto">
          <a:xfrm>
            <a:off x="8648392" y="5853988"/>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40" name="文本框 39"/>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37271915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0667"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750" fill="hold"/>
                                        <p:tgtEl>
                                          <p:spTgt spid="3"/>
                                        </p:tgtEl>
                                        <p:attrNameLst>
                                          <p:attrName>ppt_x</p:attrName>
                                        </p:attrNameLst>
                                      </p:cBhvr>
                                      <p:tavLst>
                                        <p:tav tm="0">
                                          <p:val>
                                            <p:strVal val="0-#ppt_w/2"/>
                                          </p:val>
                                        </p:tav>
                                        <p:tav tm="100000">
                                          <p:val>
                                            <p:strVal val="#ppt_x"/>
                                          </p:val>
                                        </p:tav>
                                      </p:tavLst>
                                    </p:anim>
                                    <p:anim calcmode="lin" valueType="num">
                                      <p:cBhvr additive="base">
                                        <p:cTn id="8" dur="7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30667" fill="hold" nodeType="withEffect">
                                  <p:stCondLst>
                                    <p:cond delay="25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750" fill="hold"/>
                                        <p:tgtEl>
                                          <p:spTgt spid="4"/>
                                        </p:tgtEl>
                                        <p:attrNameLst>
                                          <p:attrName>ppt_x</p:attrName>
                                        </p:attrNameLst>
                                      </p:cBhvr>
                                      <p:tavLst>
                                        <p:tav tm="0">
                                          <p:val>
                                            <p:strVal val="0-#ppt_w/2"/>
                                          </p:val>
                                        </p:tav>
                                        <p:tav tm="100000">
                                          <p:val>
                                            <p:strVal val="#ppt_x"/>
                                          </p:val>
                                        </p:tav>
                                      </p:tavLst>
                                    </p:anim>
                                    <p:anim calcmode="lin" valueType="num">
                                      <p:cBhvr additive="base">
                                        <p:cTn id="12" dur="7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decel="30667" fill="hold" nodeType="withEffect">
                                  <p:stCondLst>
                                    <p:cond delay="500"/>
                                  </p:stCondLst>
                                  <p:childTnLst>
                                    <p:set>
                                      <p:cBhvr>
                                        <p:cTn id="14" dur="1" fill="hold">
                                          <p:stCondLst>
                                            <p:cond delay="0"/>
                                          </p:stCondLst>
                                        </p:cTn>
                                        <p:tgtEl>
                                          <p:spTgt spid="58"/>
                                        </p:tgtEl>
                                        <p:attrNameLst>
                                          <p:attrName>style.visibility</p:attrName>
                                        </p:attrNameLst>
                                      </p:cBhvr>
                                      <p:to>
                                        <p:strVal val="visible"/>
                                      </p:to>
                                    </p:set>
                                    <p:anim calcmode="lin" valueType="num">
                                      <p:cBhvr additive="base">
                                        <p:cTn id="15" dur="750" fill="hold"/>
                                        <p:tgtEl>
                                          <p:spTgt spid="58"/>
                                        </p:tgtEl>
                                        <p:attrNameLst>
                                          <p:attrName>ppt_x</p:attrName>
                                        </p:attrNameLst>
                                      </p:cBhvr>
                                      <p:tavLst>
                                        <p:tav tm="0">
                                          <p:val>
                                            <p:strVal val="0-#ppt_w/2"/>
                                          </p:val>
                                        </p:tav>
                                        <p:tav tm="100000">
                                          <p:val>
                                            <p:strVal val="#ppt_x"/>
                                          </p:val>
                                        </p:tav>
                                      </p:tavLst>
                                    </p:anim>
                                    <p:anim calcmode="lin" valueType="num">
                                      <p:cBhvr additive="base">
                                        <p:cTn id="16" dur="750" fill="hold"/>
                                        <p:tgtEl>
                                          <p:spTgt spid="58"/>
                                        </p:tgtEl>
                                        <p:attrNameLst>
                                          <p:attrName>ppt_y</p:attrName>
                                        </p:attrNameLst>
                                      </p:cBhvr>
                                      <p:tavLst>
                                        <p:tav tm="0">
                                          <p:val>
                                            <p:strVal val="#ppt_y"/>
                                          </p:val>
                                        </p:tav>
                                        <p:tav tm="100000">
                                          <p:val>
                                            <p:strVal val="#ppt_y"/>
                                          </p:val>
                                        </p:tav>
                                      </p:tavLst>
                                    </p:anim>
                                  </p:childTnLst>
                                </p:cTn>
                              </p:par>
                              <p:par>
                                <p:cTn id="17" presetID="2" presetClass="entr" presetSubtype="8" decel="30667" fill="hold" nodeType="withEffect">
                                  <p:stCondLst>
                                    <p:cond delay="75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750" fill="hold"/>
                                        <p:tgtEl>
                                          <p:spTgt spid="59"/>
                                        </p:tgtEl>
                                        <p:attrNameLst>
                                          <p:attrName>ppt_x</p:attrName>
                                        </p:attrNameLst>
                                      </p:cBhvr>
                                      <p:tavLst>
                                        <p:tav tm="0">
                                          <p:val>
                                            <p:strVal val="0-#ppt_w/2"/>
                                          </p:val>
                                        </p:tav>
                                        <p:tav tm="100000">
                                          <p:val>
                                            <p:strVal val="#ppt_x"/>
                                          </p:val>
                                        </p:tav>
                                      </p:tavLst>
                                    </p:anim>
                                    <p:anim calcmode="lin" valueType="num">
                                      <p:cBhvr additive="base">
                                        <p:cTn id="20" dur="750" fill="hold"/>
                                        <p:tgtEl>
                                          <p:spTgt spid="59"/>
                                        </p:tgtEl>
                                        <p:attrNameLst>
                                          <p:attrName>ppt_y</p:attrName>
                                        </p:attrNameLst>
                                      </p:cBhvr>
                                      <p:tavLst>
                                        <p:tav tm="0">
                                          <p:val>
                                            <p:strVal val="#ppt_y"/>
                                          </p:val>
                                        </p:tav>
                                        <p:tav tm="100000">
                                          <p:val>
                                            <p:strVal val="#ppt_y"/>
                                          </p:val>
                                        </p:tav>
                                      </p:tavLst>
                                    </p:anim>
                                  </p:childTnLst>
                                </p:cTn>
                              </p:par>
                            </p:childTnLst>
                          </p:cTn>
                        </p:par>
                        <p:par>
                          <p:cTn id="21" fill="hold">
                            <p:stCondLst>
                              <p:cond delay="1500"/>
                            </p:stCondLst>
                            <p:childTnLst>
                              <p:par>
                                <p:cTn id="22" presetID="10" presetClass="entr" presetSubtype="0" fill="hold" grpId="0" nodeType="after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fade">
                                      <p:cBhvr>
                                        <p:cTn id="24" dur="500"/>
                                        <p:tgtEl>
                                          <p:spTgt spid="50"/>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51"/>
                                        </p:tgtEl>
                                        <p:attrNameLst>
                                          <p:attrName>style.visibility</p:attrName>
                                        </p:attrNameLst>
                                      </p:cBhvr>
                                      <p:to>
                                        <p:strVal val="visible"/>
                                      </p:to>
                                    </p:set>
                                    <p:animEffect transition="in" filter="fade">
                                      <p:cBhvr>
                                        <p:cTn id="27" dur="500"/>
                                        <p:tgtEl>
                                          <p:spTgt spid="51"/>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52"/>
                                        </p:tgtEl>
                                        <p:attrNameLst>
                                          <p:attrName>style.visibility</p:attrName>
                                        </p:attrNameLst>
                                      </p:cBhvr>
                                      <p:to>
                                        <p:strVal val="visible"/>
                                      </p:to>
                                    </p:set>
                                    <p:animEffect transition="in" filter="fade">
                                      <p:cBhvr>
                                        <p:cTn id="30" dur="500"/>
                                        <p:tgtEl>
                                          <p:spTgt spid="52"/>
                                        </p:tgtEl>
                                      </p:cBhvr>
                                    </p:animEffect>
                                  </p:childTnLst>
                                </p:cTn>
                              </p:par>
                              <p:par>
                                <p:cTn id="31" presetID="10" presetClass="entr" presetSubtype="0" fill="hold" grpId="0" nodeType="withEffect">
                                  <p:stCondLst>
                                    <p:cond delay="750"/>
                                  </p:stCondLst>
                                  <p:childTnLst>
                                    <p:set>
                                      <p:cBhvr>
                                        <p:cTn id="32" dur="1" fill="hold">
                                          <p:stCondLst>
                                            <p:cond delay="0"/>
                                          </p:stCondLst>
                                        </p:cTn>
                                        <p:tgtEl>
                                          <p:spTgt spid="56"/>
                                        </p:tgtEl>
                                        <p:attrNameLst>
                                          <p:attrName>style.visibility</p:attrName>
                                        </p:attrNameLst>
                                      </p:cBhvr>
                                      <p:to>
                                        <p:strVal val="visible"/>
                                      </p:to>
                                    </p:set>
                                    <p:animEffect transition="in" filter="fade">
                                      <p:cBhvr>
                                        <p:cTn id="33" dur="500"/>
                                        <p:tgtEl>
                                          <p:spTgt spid="56"/>
                                        </p:tgtEl>
                                      </p:cBhvr>
                                    </p:animEffect>
                                  </p:childTnLst>
                                </p:cTn>
                              </p:par>
                            </p:childTnLst>
                          </p:cTn>
                        </p:par>
                        <p:par>
                          <p:cTn id="34" fill="hold">
                            <p:stCondLst>
                              <p:cond delay="2750"/>
                            </p:stCondLst>
                            <p:childTnLst>
                              <p:par>
                                <p:cTn id="35" presetID="22" presetClass="entr" presetSubtype="8" fill="hold" grpId="0" nodeType="afterEffect">
                                  <p:stCondLst>
                                    <p:cond delay="0"/>
                                  </p:stCondLst>
                                  <p:childTnLst>
                                    <p:set>
                                      <p:cBhvr>
                                        <p:cTn id="36" dur="1" fill="hold">
                                          <p:stCondLst>
                                            <p:cond delay="0"/>
                                          </p:stCondLst>
                                        </p:cTn>
                                        <p:tgtEl>
                                          <p:spTgt spid="53"/>
                                        </p:tgtEl>
                                        <p:attrNameLst>
                                          <p:attrName>style.visibility</p:attrName>
                                        </p:attrNameLst>
                                      </p:cBhvr>
                                      <p:to>
                                        <p:strVal val="visible"/>
                                      </p:to>
                                    </p:set>
                                    <p:animEffect transition="in" filter="wipe(left)">
                                      <p:cBhvr>
                                        <p:cTn id="37" dur="500"/>
                                        <p:tgtEl>
                                          <p:spTgt spid="53"/>
                                        </p:tgtEl>
                                      </p:cBhvr>
                                    </p:animEffect>
                                  </p:childTnLst>
                                </p:cTn>
                              </p:par>
                              <p:par>
                                <p:cTn id="38" presetID="22" presetClass="entr" presetSubtype="8" fill="hold" grpId="0" nodeType="withEffect">
                                  <p:stCondLst>
                                    <p:cond delay="250"/>
                                  </p:stCondLst>
                                  <p:childTnLst>
                                    <p:set>
                                      <p:cBhvr>
                                        <p:cTn id="39" dur="1" fill="hold">
                                          <p:stCondLst>
                                            <p:cond delay="0"/>
                                          </p:stCondLst>
                                        </p:cTn>
                                        <p:tgtEl>
                                          <p:spTgt spid="55"/>
                                        </p:tgtEl>
                                        <p:attrNameLst>
                                          <p:attrName>style.visibility</p:attrName>
                                        </p:attrNameLst>
                                      </p:cBhvr>
                                      <p:to>
                                        <p:strVal val="visible"/>
                                      </p:to>
                                    </p:set>
                                    <p:animEffect transition="in" filter="wipe(left)">
                                      <p:cBhvr>
                                        <p:cTn id="40" dur="500"/>
                                        <p:tgtEl>
                                          <p:spTgt spid="55"/>
                                        </p:tgtEl>
                                      </p:cBhvr>
                                    </p:animEffect>
                                  </p:childTnLst>
                                </p:cTn>
                              </p:par>
                              <p:par>
                                <p:cTn id="41" presetID="22" presetClass="entr" presetSubtype="8" fill="hold" grpId="0" nodeType="withEffect">
                                  <p:stCondLst>
                                    <p:cond delay="500"/>
                                  </p:stCondLst>
                                  <p:childTnLst>
                                    <p:set>
                                      <p:cBhvr>
                                        <p:cTn id="42" dur="1" fill="hold">
                                          <p:stCondLst>
                                            <p:cond delay="0"/>
                                          </p:stCondLst>
                                        </p:cTn>
                                        <p:tgtEl>
                                          <p:spTgt spid="54"/>
                                        </p:tgtEl>
                                        <p:attrNameLst>
                                          <p:attrName>style.visibility</p:attrName>
                                        </p:attrNameLst>
                                      </p:cBhvr>
                                      <p:to>
                                        <p:strVal val="visible"/>
                                      </p:to>
                                    </p:set>
                                    <p:animEffect transition="in" filter="wipe(left)">
                                      <p:cBhvr>
                                        <p:cTn id="43" dur="500"/>
                                        <p:tgtEl>
                                          <p:spTgt spid="54"/>
                                        </p:tgtEl>
                                      </p:cBhvr>
                                    </p:animEffect>
                                  </p:childTnLst>
                                </p:cTn>
                              </p:par>
                              <p:par>
                                <p:cTn id="44" presetID="22" presetClass="entr" presetSubtype="8" fill="hold" grpId="0" nodeType="withEffect">
                                  <p:stCondLst>
                                    <p:cond delay="750"/>
                                  </p:stCondLst>
                                  <p:childTnLst>
                                    <p:set>
                                      <p:cBhvr>
                                        <p:cTn id="45" dur="1" fill="hold">
                                          <p:stCondLst>
                                            <p:cond delay="0"/>
                                          </p:stCondLst>
                                        </p:cTn>
                                        <p:tgtEl>
                                          <p:spTgt spid="57"/>
                                        </p:tgtEl>
                                        <p:attrNameLst>
                                          <p:attrName>style.visibility</p:attrName>
                                        </p:attrNameLst>
                                      </p:cBhvr>
                                      <p:to>
                                        <p:strVal val="visible"/>
                                      </p:to>
                                    </p:set>
                                    <p:animEffect transition="in" filter="wipe(left)">
                                      <p:cBhvr>
                                        <p:cTn id="46"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2" grpId="0" animBg="1"/>
      <p:bldP spid="53" grpId="0"/>
      <p:bldP spid="54" grpId="0"/>
      <p:bldP spid="55" grpId="0"/>
      <p:bldP spid="56" grpId="0" animBg="1"/>
      <p:bldP spid="57"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a:spLocks noChangeArrowheads="1"/>
          </p:cNvSpPr>
          <p:nvPr/>
        </p:nvSpPr>
        <p:spPr bwMode="auto">
          <a:xfrm>
            <a:off x="3677783" y="3156150"/>
            <a:ext cx="2551518" cy="3887549"/>
          </a:xfrm>
          <a:custGeom>
            <a:avLst/>
            <a:gdLst>
              <a:gd name="T0" fmla="*/ 1028700 w 2419350"/>
              <a:gd name="T1" fmla="*/ 542925 h 3686175"/>
              <a:gd name="T2" fmla="*/ 819150 w 2419350"/>
              <a:gd name="T3" fmla="*/ 657225 h 3686175"/>
              <a:gd name="T4" fmla="*/ 1019175 w 2419350"/>
              <a:gd name="T5" fmla="*/ 0 h 3686175"/>
              <a:gd name="T6" fmla="*/ 1647825 w 2419350"/>
              <a:gd name="T7" fmla="*/ 190500 h 3686175"/>
              <a:gd name="T8" fmla="*/ 1485900 w 2419350"/>
              <a:gd name="T9" fmla="*/ 295275 h 3686175"/>
              <a:gd name="T10" fmla="*/ 2419350 w 2419350"/>
              <a:gd name="T11" fmla="*/ 2000250 h 3686175"/>
              <a:gd name="T12" fmla="*/ 1295400 w 2419350"/>
              <a:gd name="T13" fmla="*/ 3686175 h 3686175"/>
              <a:gd name="T14" fmla="*/ 0 w 2419350"/>
              <a:gd name="T15" fmla="*/ 3686175 h 3686175"/>
              <a:gd name="T16" fmla="*/ 2209800 w 2419350"/>
              <a:gd name="T17" fmla="*/ 2000250 h 3686175"/>
              <a:gd name="T18" fmla="*/ 1028700 w 2419350"/>
              <a:gd name="T19" fmla="*/ 542925 h 3686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19350"/>
              <a:gd name="T31" fmla="*/ 0 h 3686175"/>
              <a:gd name="T32" fmla="*/ 2419350 w 2419350"/>
              <a:gd name="T33" fmla="*/ 3686175 h 3686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19350" h="3686175">
                <a:moveTo>
                  <a:pt x="1028700" y="542925"/>
                </a:moveTo>
                <a:lnTo>
                  <a:pt x="819150" y="657225"/>
                </a:lnTo>
                <a:lnTo>
                  <a:pt x="1019175" y="0"/>
                </a:lnTo>
                <a:lnTo>
                  <a:pt x="1647825" y="190500"/>
                </a:lnTo>
                <a:lnTo>
                  <a:pt x="1485900" y="295275"/>
                </a:lnTo>
                <a:lnTo>
                  <a:pt x="2419350" y="2000250"/>
                </a:lnTo>
                <a:lnTo>
                  <a:pt x="1295400" y="3686175"/>
                </a:lnTo>
                <a:lnTo>
                  <a:pt x="0" y="3686175"/>
                </a:lnTo>
                <a:lnTo>
                  <a:pt x="2209800" y="2000250"/>
                </a:lnTo>
                <a:lnTo>
                  <a:pt x="1028700" y="542925"/>
                </a:lnTo>
                <a:close/>
              </a:path>
            </a:pathLst>
          </a:custGeom>
          <a:solidFill>
            <a:srgbClr val="247CAE"/>
          </a:solidFill>
          <a:ln>
            <a:noFill/>
          </a:ln>
        </p:spPr>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algn="ctr"/>
            <a:endParaRPr lang="zh-CN" altLang="zh-CN">
              <a:solidFill>
                <a:srgbClr val="FFFFFF"/>
              </a:solidFill>
              <a:latin typeface="Calibri" panose="020F0502020204030204" pitchFamily="34" charset="0"/>
              <a:sym typeface="Calibri" panose="020F0502020204030204" pitchFamily="34" charset="0"/>
            </a:endParaRPr>
          </a:p>
        </p:txBody>
      </p:sp>
      <p:sp>
        <p:nvSpPr>
          <p:cNvPr id="12" name="任意多边形 14"/>
          <p:cNvSpPr>
            <a:spLocks noChangeArrowheads="1"/>
          </p:cNvSpPr>
          <p:nvPr/>
        </p:nvSpPr>
        <p:spPr bwMode="auto">
          <a:xfrm>
            <a:off x="5043951" y="2513247"/>
            <a:ext cx="1396303" cy="4530452"/>
          </a:xfrm>
          <a:custGeom>
            <a:avLst/>
            <a:gdLst>
              <a:gd name="T0" fmla="*/ 1257300 w 1323975"/>
              <a:gd name="T1" fmla="*/ 352425 h 4295775"/>
              <a:gd name="T2" fmla="*/ 733425 w 1323975"/>
              <a:gd name="T3" fmla="*/ 0 h 4295775"/>
              <a:gd name="T4" fmla="*/ 352425 w 1323975"/>
              <a:gd name="T5" fmla="*/ 552450 h 4295775"/>
              <a:gd name="T6" fmla="*/ 542925 w 1323975"/>
              <a:gd name="T7" fmla="*/ 523875 h 4295775"/>
              <a:gd name="T8" fmla="*/ 1123950 w 1323975"/>
              <a:gd name="T9" fmla="*/ 2609850 h 4295775"/>
              <a:gd name="T10" fmla="*/ 0 w 1323975"/>
              <a:gd name="T11" fmla="*/ 4295775 h 4295775"/>
              <a:gd name="T12" fmla="*/ 1323975 w 1323975"/>
              <a:gd name="T13" fmla="*/ 4295775 h 4295775"/>
              <a:gd name="T14" fmla="*/ 1323975 w 1323975"/>
              <a:gd name="T15" fmla="*/ 2600325 h 4295775"/>
              <a:gd name="T16" fmla="*/ 1085850 w 1323975"/>
              <a:gd name="T17" fmla="*/ 390525 h 4295775"/>
              <a:gd name="T18" fmla="*/ 1257300 w 1323975"/>
              <a:gd name="T19" fmla="*/ 352425 h 42957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3975"/>
              <a:gd name="T31" fmla="*/ 0 h 4295775"/>
              <a:gd name="T32" fmla="*/ 1323975 w 1323975"/>
              <a:gd name="T33" fmla="*/ 4295775 h 42957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3975" h="4295775">
                <a:moveTo>
                  <a:pt x="1257300" y="352425"/>
                </a:moveTo>
                <a:lnTo>
                  <a:pt x="733425" y="0"/>
                </a:lnTo>
                <a:lnTo>
                  <a:pt x="352425" y="552450"/>
                </a:lnTo>
                <a:lnTo>
                  <a:pt x="542925" y="523875"/>
                </a:lnTo>
                <a:lnTo>
                  <a:pt x="1123950" y="2609850"/>
                </a:lnTo>
                <a:lnTo>
                  <a:pt x="0" y="4295775"/>
                </a:lnTo>
                <a:lnTo>
                  <a:pt x="1323975" y="4295775"/>
                </a:lnTo>
                <a:lnTo>
                  <a:pt x="1323975" y="2600325"/>
                </a:lnTo>
                <a:lnTo>
                  <a:pt x="1085850" y="390525"/>
                </a:lnTo>
                <a:lnTo>
                  <a:pt x="1257300" y="352425"/>
                </a:lnTo>
                <a:close/>
              </a:path>
            </a:pathLst>
          </a:custGeom>
          <a:solidFill>
            <a:srgbClr val="5ABCD2"/>
          </a:solidFill>
          <a:ln w="12700" cap="flat" cmpd="sng">
            <a:noFill/>
            <a:bevel/>
            <a:headEnd/>
            <a:tailEnd/>
          </a:ln>
        </p:spPr>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algn="ctr"/>
            <a:endParaRPr lang="zh-CN" altLang="zh-CN">
              <a:solidFill>
                <a:srgbClr val="FFFFFF"/>
              </a:solidFill>
              <a:latin typeface="Calibri" panose="020F0502020204030204" pitchFamily="34" charset="0"/>
              <a:sym typeface="Calibri" panose="020F0502020204030204" pitchFamily="34" charset="0"/>
            </a:endParaRPr>
          </a:p>
        </p:txBody>
      </p:sp>
      <p:sp>
        <p:nvSpPr>
          <p:cNvPr id="13" name="任意多边形 18"/>
          <p:cNvSpPr>
            <a:spLocks noChangeArrowheads="1"/>
          </p:cNvSpPr>
          <p:nvPr/>
        </p:nvSpPr>
        <p:spPr bwMode="auto">
          <a:xfrm flipH="1">
            <a:off x="6651206" y="3156150"/>
            <a:ext cx="2551518" cy="3887549"/>
          </a:xfrm>
          <a:custGeom>
            <a:avLst/>
            <a:gdLst>
              <a:gd name="T0" fmla="*/ 1028700 w 2419350"/>
              <a:gd name="T1" fmla="*/ 542925 h 3686175"/>
              <a:gd name="T2" fmla="*/ 819150 w 2419350"/>
              <a:gd name="T3" fmla="*/ 657225 h 3686175"/>
              <a:gd name="T4" fmla="*/ 1019175 w 2419350"/>
              <a:gd name="T5" fmla="*/ 0 h 3686175"/>
              <a:gd name="T6" fmla="*/ 1647825 w 2419350"/>
              <a:gd name="T7" fmla="*/ 190500 h 3686175"/>
              <a:gd name="T8" fmla="*/ 1485900 w 2419350"/>
              <a:gd name="T9" fmla="*/ 295275 h 3686175"/>
              <a:gd name="T10" fmla="*/ 2419350 w 2419350"/>
              <a:gd name="T11" fmla="*/ 2000250 h 3686175"/>
              <a:gd name="T12" fmla="*/ 1295400 w 2419350"/>
              <a:gd name="T13" fmla="*/ 3686175 h 3686175"/>
              <a:gd name="T14" fmla="*/ 0 w 2419350"/>
              <a:gd name="T15" fmla="*/ 3686175 h 3686175"/>
              <a:gd name="T16" fmla="*/ 2209800 w 2419350"/>
              <a:gd name="T17" fmla="*/ 2000250 h 3686175"/>
              <a:gd name="T18" fmla="*/ 1028700 w 2419350"/>
              <a:gd name="T19" fmla="*/ 542925 h 3686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19350"/>
              <a:gd name="T31" fmla="*/ 0 h 3686175"/>
              <a:gd name="T32" fmla="*/ 2419350 w 2419350"/>
              <a:gd name="T33" fmla="*/ 3686175 h 3686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19350" h="3686175">
                <a:moveTo>
                  <a:pt x="1028700" y="542925"/>
                </a:moveTo>
                <a:lnTo>
                  <a:pt x="819150" y="657225"/>
                </a:lnTo>
                <a:lnTo>
                  <a:pt x="1019175" y="0"/>
                </a:lnTo>
                <a:lnTo>
                  <a:pt x="1647825" y="190500"/>
                </a:lnTo>
                <a:lnTo>
                  <a:pt x="1485900" y="295275"/>
                </a:lnTo>
                <a:lnTo>
                  <a:pt x="2419350" y="2000250"/>
                </a:lnTo>
                <a:lnTo>
                  <a:pt x="1295400" y="3686175"/>
                </a:lnTo>
                <a:lnTo>
                  <a:pt x="0" y="3686175"/>
                </a:lnTo>
                <a:lnTo>
                  <a:pt x="2209800" y="2000250"/>
                </a:lnTo>
                <a:lnTo>
                  <a:pt x="1028700" y="542925"/>
                </a:lnTo>
                <a:close/>
              </a:path>
            </a:pathLst>
          </a:custGeom>
          <a:solidFill>
            <a:srgbClr val="5ABCD2"/>
          </a:solidFill>
          <a:ln w="12700" cap="flat" cmpd="sng">
            <a:noFill/>
            <a:bevel/>
            <a:headEnd/>
            <a:tailEnd/>
          </a:ln>
        </p:spPr>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algn="ctr"/>
            <a:endParaRPr lang="zh-CN" altLang="zh-CN">
              <a:solidFill>
                <a:srgbClr val="FFFFFF"/>
              </a:solidFill>
              <a:latin typeface="Calibri" panose="020F0502020204030204" pitchFamily="34" charset="0"/>
              <a:sym typeface="Calibri" panose="020F0502020204030204" pitchFamily="34" charset="0"/>
            </a:endParaRPr>
          </a:p>
        </p:txBody>
      </p:sp>
      <p:sp>
        <p:nvSpPr>
          <p:cNvPr id="14" name="任意多边形 19"/>
          <p:cNvSpPr>
            <a:spLocks noChangeArrowheads="1"/>
          </p:cNvSpPr>
          <p:nvPr/>
        </p:nvSpPr>
        <p:spPr bwMode="auto">
          <a:xfrm flipH="1">
            <a:off x="6440254" y="2513247"/>
            <a:ext cx="1396303" cy="4530452"/>
          </a:xfrm>
          <a:custGeom>
            <a:avLst/>
            <a:gdLst>
              <a:gd name="T0" fmla="*/ 1257300 w 1323975"/>
              <a:gd name="T1" fmla="*/ 352425 h 4295775"/>
              <a:gd name="T2" fmla="*/ 733425 w 1323975"/>
              <a:gd name="T3" fmla="*/ 0 h 4295775"/>
              <a:gd name="T4" fmla="*/ 352425 w 1323975"/>
              <a:gd name="T5" fmla="*/ 552450 h 4295775"/>
              <a:gd name="T6" fmla="*/ 542925 w 1323975"/>
              <a:gd name="T7" fmla="*/ 523875 h 4295775"/>
              <a:gd name="T8" fmla="*/ 1123950 w 1323975"/>
              <a:gd name="T9" fmla="*/ 2609850 h 4295775"/>
              <a:gd name="T10" fmla="*/ 0 w 1323975"/>
              <a:gd name="T11" fmla="*/ 4295775 h 4295775"/>
              <a:gd name="T12" fmla="*/ 1323975 w 1323975"/>
              <a:gd name="T13" fmla="*/ 4295775 h 4295775"/>
              <a:gd name="T14" fmla="*/ 1323975 w 1323975"/>
              <a:gd name="T15" fmla="*/ 2600325 h 4295775"/>
              <a:gd name="T16" fmla="*/ 1085850 w 1323975"/>
              <a:gd name="T17" fmla="*/ 390525 h 4295775"/>
              <a:gd name="T18" fmla="*/ 1257300 w 1323975"/>
              <a:gd name="T19" fmla="*/ 352425 h 42957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3975"/>
              <a:gd name="T31" fmla="*/ 0 h 4295775"/>
              <a:gd name="T32" fmla="*/ 1323975 w 1323975"/>
              <a:gd name="T33" fmla="*/ 4295775 h 42957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3975" h="4295775">
                <a:moveTo>
                  <a:pt x="1257300" y="352425"/>
                </a:moveTo>
                <a:lnTo>
                  <a:pt x="733425" y="0"/>
                </a:lnTo>
                <a:lnTo>
                  <a:pt x="352425" y="552450"/>
                </a:lnTo>
                <a:lnTo>
                  <a:pt x="542925" y="523875"/>
                </a:lnTo>
                <a:lnTo>
                  <a:pt x="1123950" y="2609850"/>
                </a:lnTo>
                <a:lnTo>
                  <a:pt x="0" y="4295775"/>
                </a:lnTo>
                <a:lnTo>
                  <a:pt x="1323975" y="4295775"/>
                </a:lnTo>
                <a:lnTo>
                  <a:pt x="1323975" y="2600325"/>
                </a:lnTo>
                <a:lnTo>
                  <a:pt x="1085850" y="390525"/>
                </a:lnTo>
                <a:lnTo>
                  <a:pt x="1257300" y="352425"/>
                </a:lnTo>
                <a:close/>
              </a:path>
            </a:pathLst>
          </a:custGeom>
          <a:solidFill>
            <a:srgbClr val="247CAE"/>
          </a:solidFill>
          <a:ln>
            <a:noFill/>
          </a:ln>
        </p:spPr>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algn="ctr"/>
            <a:endParaRPr lang="zh-CN" altLang="zh-CN">
              <a:solidFill>
                <a:srgbClr val="FFFFFF"/>
              </a:solidFill>
              <a:latin typeface="Calibri" panose="020F0502020204030204" pitchFamily="34" charset="0"/>
              <a:sym typeface="Calibri" panose="020F0502020204030204" pitchFamily="34" charset="0"/>
            </a:endParaRPr>
          </a:p>
        </p:txBody>
      </p:sp>
      <p:grpSp>
        <p:nvGrpSpPr>
          <p:cNvPr id="15" name="组合 20"/>
          <p:cNvGrpSpPr>
            <a:grpSpLocks/>
          </p:cNvGrpSpPr>
          <p:nvPr/>
        </p:nvGrpSpPr>
        <p:grpSpPr bwMode="auto">
          <a:xfrm>
            <a:off x="4516570" y="6564870"/>
            <a:ext cx="492222" cy="373353"/>
            <a:chOff x="0" y="0"/>
            <a:chExt cx="509646" cy="387231"/>
          </a:xfrm>
          <a:solidFill>
            <a:srgbClr val="FFFFFF"/>
          </a:solidFill>
        </p:grpSpPr>
        <p:sp>
          <p:nvSpPr>
            <p:cNvPr id="16" name="Freeform 20"/>
            <p:cNvSpPr>
              <a:spLocks noEditPoints="1" noChangeArrowheads="1"/>
            </p:cNvSpPr>
            <p:nvPr/>
          </p:nvSpPr>
          <p:spPr bwMode="auto">
            <a:xfrm>
              <a:off x="0" y="51839"/>
              <a:ext cx="337890" cy="335392"/>
            </a:xfrm>
            <a:custGeom>
              <a:avLst/>
              <a:gdLst>
                <a:gd name="T0" fmla="*/ 229 w 229"/>
                <a:gd name="T1" fmla="*/ 128 h 227"/>
                <a:gd name="T2" fmla="*/ 229 w 229"/>
                <a:gd name="T3" fmla="*/ 98 h 227"/>
                <a:gd name="T4" fmla="*/ 206 w 229"/>
                <a:gd name="T5" fmla="*/ 93 h 227"/>
                <a:gd name="T6" fmla="*/ 200 w 229"/>
                <a:gd name="T7" fmla="*/ 76 h 227"/>
                <a:gd name="T8" fmla="*/ 216 w 229"/>
                <a:gd name="T9" fmla="*/ 58 h 227"/>
                <a:gd name="T10" fmla="*/ 198 w 229"/>
                <a:gd name="T11" fmla="*/ 34 h 227"/>
                <a:gd name="T12" fmla="*/ 176 w 229"/>
                <a:gd name="T13" fmla="*/ 44 h 227"/>
                <a:gd name="T14" fmla="*/ 161 w 229"/>
                <a:gd name="T15" fmla="*/ 33 h 227"/>
                <a:gd name="T16" fmla="*/ 164 w 229"/>
                <a:gd name="T17" fmla="*/ 9 h 227"/>
                <a:gd name="T18" fmla="*/ 135 w 229"/>
                <a:gd name="T19" fmla="*/ 0 h 227"/>
                <a:gd name="T20" fmla="*/ 123 w 229"/>
                <a:gd name="T21" fmla="*/ 20 h 227"/>
                <a:gd name="T22" fmla="*/ 114 w 229"/>
                <a:gd name="T23" fmla="*/ 20 h 227"/>
                <a:gd name="T24" fmla="*/ 105 w 229"/>
                <a:gd name="T25" fmla="*/ 20 h 227"/>
                <a:gd name="T26" fmla="*/ 93 w 229"/>
                <a:gd name="T27" fmla="*/ 0 h 227"/>
                <a:gd name="T28" fmla="*/ 65 w 229"/>
                <a:gd name="T29" fmla="*/ 9 h 227"/>
                <a:gd name="T30" fmla="*/ 67 w 229"/>
                <a:gd name="T31" fmla="*/ 33 h 227"/>
                <a:gd name="T32" fmla="*/ 52 w 229"/>
                <a:gd name="T33" fmla="*/ 44 h 227"/>
                <a:gd name="T34" fmla="*/ 30 w 229"/>
                <a:gd name="T35" fmla="*/ 34 h 227"/>
                <a:gd name="T36" fmla="*/ 13 w 229"/>
                <a:gd name="T37" fmla="*/ 58 h 227"/>
                <a:gd name="T38" fmla="*/ 29 w 229"/>
                <a:gd name="T39" fmla="*/ 76 h 227"/>
                <a:gd name="T40" fmla="*/ 23 w 229"/>
                <a:gd name="T41" fmla="*/ 94 h 227"/>
                <a:gd name="T42" fmla="*/ 0 w 229"/>
                <a:gd name="T43" fmla="*/ 98 h 227"/>
                <a:gd name="T44" fmla="*/ 0 w 229"/>
                <a:gd name="T45" fmla="*/ 128 h 227"/>
                <a:gd name="T46" fmla="*/ 23 w 229"/>
                <a:gd name="T47" fmla="*/ 133 h 227"/>
                <a:gd name="T48" fmla="*/ 29 w 229"/>
                <a:gd name="T49" fmla="*/ 151 h 227"/>
                <a:gd name="T50" fmla="*/ 13 w 229"/>
                <a:gd name="T51" fmla="*/ 169 h 227"/>
                <a:gd name="T52" fmla="*/ 31 w 229"/>
                <a:gd name="T53" fmla="*/ 193 h 227"/>
                <a:gd name="T54" fmla="*/ 52 w 229"/>
                <a:gd name="T55" fmla="*/ 183 h 227"/>
                <a:gd name="T56" fmla="*/ 67 w 229"/>
                <a:gd name="T57" fmla="*/ 194 h 227"/>
                <a:gd name="T58" fmla="*/ 65 w 229"/>
                <a:gd name="T59" fmla="*/ 218 h 227"/>
                <a:gd name="T60" fmla="*/ 93 w 229"/>
                <a:gd name="T61" fmla="*/ 227 h 227"/>
                <a:gd name="T62" fmla="*/ 105 w 229"/>
                <a:gd name="T63" fmla="*/ 206 h 227"/>
                <a:gd name="T64" fmla="*/ 114 w 229"/>
                <a:gd name="T65" fmla="*/ 207 h 227"/>
                <a:gd name="T66" fmla="*/ 124 w 229"/>
                <a:gd name="T67" fmla="*/ 206 h 227"/>
                <a:gd name="T68" fmla="*/ 135 w 229"/>
                <a:gd name="T69" fmla="*/ 227 h 227"/>
                <a:gd name="T70" fmla="*/ 164 w 229"/>
                <a:gd name="T71" fmla="*/ 217 h 227"/>
                <a:gd name="T72" fmla="*/ 161 w 229"/>
                <a:gd name="T73" fmla="*/ 194 h 227"/>
                <a:gd name="T74" fmla="*/ 176 w 229"/>
                <a:gd name="T75" fmla="*/ 183 h 227"/>
                <a:gd name="T76" fmla="*/ 198 w 229"/>
                <a:gd name="T77" fmla="*/ 193 h 227"/>
                <a:gd name="T78" fmla="*/ 216 w 229"/>
                <a:gd name="T79" fmla="*/ 168 h 227"/>
                <a:gd name="T80" fmla="*/ 200 w 229"/>
                <a:gd name="T81" fmla="*/ 151 h 227"/>
                <a:gd name="T82" fmla="*/ 206 w 229"/>
                <a:gd name="T83" fmla="*/ 133 h 227"/>
                <a:gd name="T84" fmla="*/ 229 w 229"/>
                <a:gd name="T85" fmla="*/ 128 h 227"/>
                <a:gd name="T86" fmla="*/ 114 w 229"/>
                <a:gd name="T87" fmla="*/ 180 h 227"/>
                <a:gd name="T88" fmla="*/ 47 w 229"/>
                <a:gd name="T89" fmla="*/ 113 h 227"/>
                <a:gd name="T90" fmla="*/ 114 w 229"/>
                <a:gd name="T91" fmla="*/ 46 h 227"/>
                <a:gd name="T92" fmla="*/ 181 w 229"/>
                <a:gd name="T93" fmla="*/ 113 h 227"/>
                <a:gd name="T94" fmla="*/ 114 w 229"/>
                <a:gd name="T95" fmla="*/ 180 h 2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9"/>
                <a:gd name="T145" fmla="*/ 0 h 227"/>
                <a:gd name="T146" fmla="*/ 229 w 229"/>
                <a:gd name="T147" fmla="*/ 227 h 2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9" h="227">
                  <a:moveTo>
                    <a:pt x="229" y="128"/>
                  </a:moveTo>
                  <a:cubicBezTo>
                    <a:pt x="229" y="98"/>
                    <a:pt x="229" y="98"/>
                    <a:pt x="229" y="98"/>
                  </a:cubicBezTo>
                  <a:cubicBezTo>
                    <a:pt x="206" y="93"/>
                    <a:pt x="206" y="93"/>
                    <a:pt x="206" y="93"/>
                  </a:cubicBezTo>
                  <a:cubicBezTo>
                    <a:pt x="204" y="87"/>
                    <a:pt x="202" y="81"/>
                    <a:pt x="200" y="76"/>
                  </a:cubicBezTo>
                  <a:cubicBezTo>
                    <a:pt x="216" y="58"/>
                    <a:pt x="216" y="58"/>
                    <a:pt x="216" y="58"/>
                  </a:cubicBezTo>
                  <a:cubicBezTo>
                    <a:pt x="198" y="34"/>
                    <a:pt x="198" y="34"/>
                    <a:pt x="198" y="34"/>
                  </a:cubicBezTo>
                  <a:cubicBezTo>
                    <a:pt x="176" y="44"/>
                    <a:pt x="176" y="44"/>
                    <a:pt x="176" y="44"/>
                  </a:cubicBezTo>
                  <a:cubicBezTo>
                    <a:pt x="172" y="39"/>
                    <a:pt x="167" y="36"/>
                    <a:pt x="161" y="33"/>
                  </a:cubicBezTo>
                  <a:cubicBezTo>
                    <a:pt x="164" y="9"/>
                    <a:pt x="164" y="9"/>
                    <a:pt x="164" y="9"/>
                  </a:cubicBezTo>
                  <a:cubicBezTo>
                    <a:pt x="135" y="0"/>
                    <a:pt x="135" y="0"/>
                    <a:pt x="135" y="0"/>
                  </a:cubicBezTo>
                  <a:cubicBezTo>
                    <a:pt x="123" y="20"/>
                    <a:pt x="123" y="20"/>
                    <a:pt x="123" y="20"/>
                  </a:cubicBezTo>
                  <a:cubicBezTo>
                    <a:pt x="120" y="20"/>
                    <a:pt x="117" y="20"/>
                    <a:pt x="114" y="20"/>
                  </a:cubicBezTo>
                  <a:cubicBezTo>
                    <a:pt x="111" y="20"/>
                    <a:pt x="108" y="20"/>
                    <a:pt x="105" y="20"/>
                  </a:cubicBezTo>
                  <a:cubicBezTo>
                    <a:pt x="93" y="0"/>
                    <a:pt x="93" y="0"/>
                    <a:pt x="93" y="0"/>
                  </a:cubicBezTo>
                  <a:cubicBezTo>
                    <a:pt x="65" y="9"/>
                    <a:pt x="65" y="9"/>
                    <a:pt x="65" y="9"/>
                  </a:cubicBezTo>
                  <a:cubicBezTo>
                    <a:pt x="67" y="33"/>
                    <a:pt x="67" y="33"/>
                    <a:pt x="67" y="33"/>
                  </a:cubicBezTo>
                  <a:cubicBezTo>
                    <a:pt x="62" y="36"/>
                    <a:pt x="57" y="39"/>
                    <a:pt x="52" y="44"/>
                  </a:cubicBezTo>
                  <a:cubicBezTo>
                    <a:pt x="30" y="34"/>
                    <a:pt x="30" y="34"/>
                    <a:pt x="30" y="34"/>
                  </a:cubicBezTo>
                  <a:cubicBezTo>
                    <a:pt x="13" y="58"/>
                    <a:pt x="13" y="58"/>
                    <a:pt x="13" y="58"/>
                  </a:cubicBezTo>
                  <a:cubicBezTo>
                    <a:pt x="29" y="76"/>
                    <a:pt x="29" y="76"/>
                    <a:pt x="29" y="76"/>
                  </a:cubicBezTo>
                  <a:cubicBezTo>
                    <a:pt x="26" y="81"/>
                    <a:pt x="24" y="87"/>
                    <a:pt x="23" y="94"/>
                  </a:cubicBezTo>
                  <a:cubicBezTo>
                    <a:pt x="0" y="98"/>
                    <a:pt x="0" y="98"/>
                    <a:pt x="0" y="98"/>
                  </a:cubicBezTo>
                  <a:cubicBezTo>
                    <a:pt x="0" y="128"/>
                    <a:pt x="0" y="128"/>
                    <a:pt x="0" y="128"/>
                  </a:cubicBezTo>
                  <a:cubicBezTo>
                    <a:pt x="23" y="133"/>
                    <a:pt x="23" y="133"/>
                    <a:pt x="23" y="133"/>
                  </a:cubicBezTo>
                  <a:cubicBezTo>
                    <a:pt x="24" y="139"/>
                    <a:pt x="26" y="145"/>
                    <a:pt x="29" y="151"/>
                  </a:cubicBezTo>
                  <a:cubicBezTo>
                    <a:pt x="13" y="169"/>
                    <a:pt x="13" y="169"/>
                    <a:pt x="13" y="169"/>
                  </a:cubicBezTo>
                  <a:cubicBezTo>
                    <a:pt x="31" y="193"/>
                    <a:pt x="31" y="193"/>
                    <a:pt x="31" y="193"/>
                  </a:cubicBezTo>
                  <a:cubicBezTo>
                    <a:pt x="52" y="183"/>
                    <a:pt x="52" y="183"/>
                    <a:pt x="52" y="183"/>
                  </a:cubicBezTo>
                  <a:cubicBezTo>
                    <a:pt x="57" y="187"/>
                    <a:pt x="62" y="191"/>
                    <a:pt x="67" y="194"/>
                  </a:cubicBezTo>
                  <a:cubicBezTo>
                    <a:pt x="65" y="218"/>
                    <a:pt x="65" y="218"/>
                    <a:pt x="65" y="218"/>
                  </a:cubicBezTo>
                  <a:cubicBezTo>
                    <a:pt x="93" y="227"/>
                    <a:pt x="93" y="227"/>
                    <a:pt x="93" y="227"/>
                  </a:cubicBezTo>
                  <a:cubicBezTo>
                    <a:pt x="105" y="206"/>
                    <a:pt x="105" y="206"/>
                    <a:pt x="105" y="206"/>
                  </a:cubicBezTo>
                  <a:cubicBezTo>
                    <a:pt x="108" y="207"/>
                    <a:pt x="111" y="207"/>
                    <a:pt x="114" y="207"/>
                  </a:cubicBezTo>
                  <a:cubicBezTo>
                    <a:pt x="117" y="207"/>
                    <a:pt x="121" y="207"/>
                    <a:pt x="124" y="206"/>
                  </a:cubicBezTo>
                  <a:cubicBezTo>
                    <a:pt x="135" y="227"/>
                    <a:pt x="135" y="227"/>
                    <a:pt x="135" y="227"/>
                  </a:cubicBezTo>
                  <a:cubicBezTo>
                    <a:pt x="164" y="217"/>
                    <a:pt x="164" y="217"/>
                    <a:pt x="164" y="217"/>
                  </a:cubicBezTo>
                  <a:cubicBezTo>
                    <a:pt x="161" y="194"/>
                    <a:pt x="161" y="194"/>
                    <a:pt x="161" y="194"/>
                  </a:cubicBezTo>
                  <a:cubicBezTo>
                    <a:pt x="167" y="191"/>
                    <a:pt x="172" y="187"/>
                    <a:pt x="176" y="183"/>
                  </a:cubicBezTo>
                  <a:cubicBezTo>
                    <a:pt x="198" y="193"/>
                    <a:pt x="198" y="193"/>
                    <a:pt x="198" y="193"/>
                  </a:cubicBezTo>
                  <a:cubicBezTo>
                    <a:pt x="216" y="168"/>
                    <a:pt x="216" y="168"/>
                    <a:pt x="216" y="168"/>
                  </a:cubicBezTo>
                  <a:cubicBezTo>
                    <a:pt x="200" y="151"/>
                    <a:pt x="200" y="151"/>
                    <a:pt x="200" y="151"/>
                  </a:cubicBezTo>
                  <a:cubicBezTo>
                    <a:pt x="202" y="145"/>
                    <a:pt x="204" y="139"/>
                    <a:pt x="206" y="133"/>
                  </a:cubicBezTo>
                  <a:lnTo>
                    <a:pt x="229" y="128"/>
                  </a:lnTo>
                  <a:close/>
                  <a:moveTo>
                    <a:pt x="114" y="180"/>
                  </a:moveTo>
                  <a:cubicBezTo>
                    <a:pt x="77" y="180"/>
                    <a:pt x="47" y="150"/>
                    <a:pt x="47" y="113"/>
                  </a:cubicBezTo>
                  <a:cubicBezTo>
                    <a:pt x="47" y="76"/>
                    <a:pt x="77" y="46"/>
                    <a:pt x="114" y="46"/>
                  </a:cubicBezTo>
                  <a:cubicBezTo>
                    <a:pt x="151" y="46"/>
                    <a:pt x="181" y="76"/>
                    <a:pt x="181" y="113"/>
                  </a:cubicBezTo>
                  <a:cubicBezTo>
                    <a:pt x="181" y="150"/>
                    <a:pt x="151" y="180"/>
                    <a:pt x="114" y="180"/>
                  </a:cubicBez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sp>
          <p:nvSpPr>
            <p:cNvPr id="17" name="Freeform 21"/>
            <p:cNvSpPr>
              <a:spLocks noEditPoints="1" noChangeArrowheads="1"/>
            </p:cNvSpPr>
            <p:nvPr/>
          </p:nvSpPr>
          <p:spPr bwMode="auto">
            <a:xfrm>
              <a:off x="309785" y="0"/>
              <a:ext cx="199861" cy="199861"/>
            </a:xfrm>
            <a:custGeom>
              <a:avLst/>
              <a:gdLst>
                <a:gd name="T0" fmla="*/ 135 w 135"/>
                <a:gd name="T1" fmla="*/ 76 h 135"/>
                <a:gd name="T2" fmla="*/ 135 w 135"/>
                <a:gd name="T3" fmla="*/ 58 h 135"/>
                <a:gd name="T4" fmla="*/ 122 w 135"/>
                <a:gd name="T5" fmla="*/ 55 h 135"/>
                <a:gd name="T6" fmla="*/ 118 w 135"/>
                <a:gd name="T7" fmla="*/ 45 h 135"/>
                <a:gd name="T8" fmla="*/ 128 w 135"/>
                <a:gd name="T9" fmla="*/ 34 h 135"/>
                <a:gd name="T10" fmla="*/ 117 w 135"/>
                <a:gd name="T11" fmla="*/ 20 h 135"/>
                <a:gd name="T12" fmla="*/ 104 w 135"/>
                <a:gd name="T13" fmla="*/ 26 h 135"/>
                <a:gd name="T14" fmla="*/ 96 w 135"/>
                <a:gd name="T15" fmla="*/ 19 h 135"/>
                <a:gd name="T16" fmla="*/ 97 w 135"/>
                <a:gd name="T17" fmla="*/ 5 h 135"/>
                <a:gd name="T18" fmla="*/ 80 w 135"/>
                <a:gd name="T19" fmla="*/ 0 h 135"/>
                <a:gd name="T20" fmla="*/ 73 w 135"/>
                <a:gd name="T21" fmla="*/ 12 h 135"/>
                <a:gd name="T22" fmla="*/ 67 w 135"/>
                <a:gd name="T23" fmla="*/ 12 h 135"/>
                <a:gd name="T24" fmla="*/ 62 w 135"/>
                <a:gd name="T25" fmla="*/ 12 h 135"/>
                <a:gd name="T26" fmla="*/ 55 w 135"/>
                <a:gd name="T27" fmla="*/ 0 h 135"/>
                <a:gd name="T28" fmla="*/ 38 w 135"/>
                <a:gd name="T29" fmla="*/ 5 h 135"/>
                <a:gd name="T30" fmla="*/ 39 w 135"/>
                <a:gd name="T31" fmla="*/ 19 h 135"/>
                <a:gd name="T32" fmla="*/ 30 w 135"/>
                <a:gd name="T33" fmla="*/ 26 h 135"/>
                <a:gd name="T34" fmla="*/ 18 w 135"/>
                <a:gd name="T35" fmla="*/ 20 h 135"/>
                <a:gd name="T36" fmla="*/ 7 w 135"/>
                <a:gd name="T37" fmla="*/ 34 h 135"/>
                <a:gd name="T38" fmla="*/ 17 w 135"/>
                <a:gd name="T39" fmla="*/ 45 h 135"/>
                <a:gd name="T40" fmla="*/ 13 w 135"/>
                <a:gd name="T41" fmla="*/ 55 h 135"/>
                <a:gd name="T42" fmla="*/ 0 w 135"/>
                <a:gd name="T43" fmla="*/ 58 h 135"/>
                <a:gd name="T44" fmla="*/ 0 w 135"/>
                <a:gd name="T45" fmla="*/ 76 h 135"/>
                <a:gd name="T46" fmla="*/ 13 w 135"/>
                <a:gd name="T47" fmla="*/ 79 h 135"/>
                <a:gd name="T48" fmla="*/ 17 w 135"/>
                <a:gd name="T49" fmla="*/ 90 h 135"/>
                <a:gd name="T50" fmla="*/ 7 w 135"/>
                <a:gd name="T51" fmla="*/ 100 h 135"/>
                <a:gd name="T52" fmla="*/ 18 w 135"/>
                <a:gd name="T53" fmla="*/ 114 h 135"/>
                <a:gd name="T54" fmla="*/ 31 w 135"/>
                <a:gd name="T55" fmla="*/ 109 h 135"/>
                <a:gd name="T56" fmla="*/ 39 w 135"/>
                <a:gd name="T57" fmla="*/ 115 h 135"/>
                <a:gd name="T58" fmla="*/ 38 w 135"/>
                <a:gd name="T59" fmla="*/ 129 h 135"/>
                <a:gd name="T60" fmla="*/ 55 w 135"/>
                <a:gd name="T61" fmla="*/ 135 h 135"/>
                <a:gd name="T62" fmla="*/ 62 w 135"/>
                <a:gd name="T63" fmla="*/ 122 h 135"/>
                <a:gd name="T64" fmla="*/ 68 w 135"/>
                <a:gd name="T65" fmla="*/ 123 h 135"/>
                <a:gd name="T66" fmla="*/ 73 w 135"/>
                <a:gd name="T67" fmla="*/ 122 h 135"/>
                <a:gd name="T68" fmla="*/ 80 w 135"/>
                <a:gd name="T69" fmla="*/ 135 h 135"/>
                <a:gd name="T70" fmla="*/ 97 w 135"/>
                <a:gd name="T71" fmla="*/ 129 h 135"/>
                <a:gd name="T72" fmla="*/ 96 w 135"/>
                <a:gd name="T73" fmla="*/ 115 h 135"/>
                <a:gd name="T74" fmla="*/ 104 w 135"/>
                <a:gd name="T75" fmla="*/ 109 h 135"/>
                <a:gd name="T76" fmla="*/ 117 w 135"/>
                <a:gd name="T77" fmla="*/ 114 h 135"/>
                <a:gd name="T78" fmla="*/ 128 w 135"/>
                <a:gd name="T79" fmla="*/ 100 h 135"/>
                <a:gd name="T80" fmla="*/ 118 w 135"/>
                <a:gd name="T81" fmla="*/ 89 h 135"/>
                <a:gd name="T82" fmla="*/ 122 w 135"/>
                <a:gd name="T83" fmla="*/ 79 h 135"/>
                <a:gd name="T84" fmla="*/ 135 w 135"/>
                <a:gd name="T85" fmla="*/ 76 h 135"/>
                <a:gd name="T86" fmla="*/ 67 w 135"/>
                <a:gd name="T87" fmla="*/ 107 h 135"/>
                <a:gd name="T88" fmla="*/ 28 w 135"/>
                <a:gd name="T89" fmla="*/ 67 h 135"/>
                <a:gd name="T90" fmla="*/ 67 w 135"/>
                <a:gd name="T91" fmla="*/ 27 h 135"/>
                <a:gd name="T92" fmla="*/ 107 w 135"/>
                <a:gd name="T93" fmla="*/ 67 h 135"/>
                <a:gd name="T94" fmla="*/ 67 w 135"/>
                <a:gd name="T95" fmla="*/ 107 h 1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5"/>
                <a:gd name="T145" fmla="*/ 0 h 135"/>
                <a:gd name="T146" fmla="*/ 135 w 135"/>
                <a:gd name="T147" fmla="*/ 135 h 13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5" h="135">
                  <a:moveTo>
                    <a:pt x="135" y="76"/>
                  </a:moveTo>
                  <a:cubicBezTo>
                    <a:pt x="135" y="58"/>
                    <a:pt x="135" y="58"/>
                    <a:pt x="135" y="58"/>
                  </a:cubicBezTo>
                  <a:cubicBezTo>
                    <a:pt x="122" y="55"/>
                    <a:pt x="122" y="55"/>
                    <a:pt x="122" y="55"/>
                  </a:cubicBezTo>
                  <a:cubicBezTo>
                    <a:pt x="121" y="52"/>
                    <a:pt x="120" y="48"/>
                    <a:pt x="118" y="45"/>
                  </a:cubicBezTo>
                  <a:cubicBezTo>
                    <a:pt x="128" y="34"/>
                    <a:pt x="128" y="34"/>
                    <a:pt x="128" y="34"/>
                  </a:cubicBezTo>
                  <a:cubicBezTo>
                    <a:pt x="117" y="20"/>
                    <a:pt x="117" y="20"/>
                    <a:pt x="117" y="20"/>
                  </a:cubicBezTo>
                  <a:cubicBezTo>
                    <a:pt x="104" y="26"/>
                    <a:pt x="104" y="26"/>
                    <a:pt x="104" y="26"/>
                  </a:cubicBezTo>
                  <a:cubicBezTo>
                    <a:pt x="102" y="23"/>
                    <a:pt x="99" y="21"/>
                    <a:pt x="96" y="19"/>
                  </a:cubicBezTo>
                  <a:cubicBezTo>
                    <a:pt x="97" y="5"/>
                    <a:pt x="97" y="5"/>
                    <a:pt x="97" y="5"/>
                  </a:cubicBezTo>
                  <a:cubicBezTo>
                    <a:pt x="80" y="0"/>
                    <a:pt x="80" y="0"/>
                    <a:pt x="80" y="0"/>
                  </a:cubicBezTo>
                  <a:cubicBezTo>
                    <a:pt x="73" y="12"/>
                    <a:pt x="73" y="12"/>
                    <a:pt x="73" y="12"/>
                  </a:cubicBezTo>
                  <a:cubicBezTo>
                    <a:pt x="71" y="12"/>
                    <a:pt x="69" y="12"/>
                    <a:pt x="67" y="12"/>
                  </a:cubicBezTo>
                  <a:cubicBezTo>
                    <a:pt x="66" y="12"/>
                    <a:pt x="64" y="12"/>
                    <a:pt x="62" y="12"/>
                  </a:cubicBezTo>
                  <a:cubicBezTo>
                    <a:pt x="55" y="0"/>
                    <a:pt x="55" y="0"/>
                    <a:pt x="55" y="0"/>
                  </a:cubicBezTo>
                  <a:cubicBezTo>
                    <a:pt x="38" y="5"/>
                    <a:pt x="38" y="5"/>
                    <a:pt x="38" y="5"/>
                  </a:cubicBezTo>
                  <a:cubicBezTo>
                    <a:pt x="39" y="19"/>
                    <a:pt x="39" y="19"/>
                    <a:pt x="39" y="19"/>
                  </a:cubicBezTo>
                  <a:cubicBezTo>
                    <a:pt x="36" y="21"/>
                    <a:pt x="33" y="23"/>
                    <a:pt x="30" y="26"/>
                  </a:cubicBezTo>
                  <a:cubicBezTo>
                    <a:pt x="18" y="20"/>
                    <a:pt x="18" y="20"/>
                    <a:pt x="18" y="20"/>
                  </a:cubicBezTo>
                  <a:cubicBezTo>
                    <a:pt x="7" y="34"/>
                    <a:pt x="7" y="34"/>
                    <a:pt x="7" y="34"/>
                  </a:cubicBezTo>
                  <a:cubicBezTo>
                    <a:pt x="17" y="45"/>
                    <a:pt x="17" y="45"/>
                    <a:pt x="17" y="45"/>
                  </a:cubicBezTo>
                  <a:cubicBezTo>
                    <a:pt x="15" y="48"/>
                    <a:pt x="14" y="52"/>
                    <a:pt x="13" y="55"/>
                  </a:cubicBezTo>
                  <a:cubicBezTo>
                    <a:pt x="0" y="58"/>
                    <a:pt x="0" y="58"/>
                    <a:pt x="0" y="58"/>
                  </a:cubicBezTo>
                  <a:cubicBezTo>
                    <a:pt x="0" y="76"/>
                    <a:pt x="0" y="76"/>
                    <a:pt x="0" y="76"/>
                  </a:cubicBezTo>
                  <a:cubicBezTo>
                    <a:pt x="13" y="79"/>
                    <a:pt x="13" y="79"/>
                    <a:pt x="13" y="79"/>
                  </a:cubicBezTo>
                  <a:cubicBezTo>
                    <a:pt x="14" y="83"/>
                    <a:pt x="15" y="86"/>
                    <a:pt x="17" y="90"/>
                  </a:cubicBezTo>
                  <a:cubicBezTo>
                    <a:pt x="7" y="100"/>
                    <a:pt x="7" y="100"/>
                    <a:pt x="7" y="100"/>
                  </a:cubicBezTo>
                  <a:cubicBezTo>
                    <a:pt x="18" y="114"/>
                    <a:pt x="18" y="114"/>
                    <a:pt x="18" y="114"/>
                  </a:cubicBezTo>
                  <a:cubicBezTo>
                    <a:pt x="31" y="109"/>
                    <a:pt x="31" y="109"/>
                    <a:pt x="31" y="109"/>
                  </a:cubicBezTo>
                  <a:cubicBezTo>
                    <a:pt x="33" y="111"/>
                    <a:pt x="36" y="113"/>
                    <a:pt x="39" y="115"/>
                  </a:cubicBezTo>
                  <a:cubicBezTo>
                    <a:pt x="38" y="129"/>
                    <a:pt x="38" y="129"/>
                    <a:pt x="38" y="129"/>
                  </a:cubicBezTo>
                  <a:cubicBezTo>
                    <a:pt x="55" y="135"/>
                    <a:pt x="55" y="135"/>
                    <a:pt x="55" y="135"/>
                  </a:cubicBezTo>
                  <a:cubicBezTo>
                    <a:pt x="62" y="122"/>
                    <a:pt x="62" y="122"/>
                    <a:pt x="62" y="122"/>
                  </a:cubicBezTo>
                  <a:cubicBezTo>
                    <a:pt x="64" y="123"/>
                    <a:pt x="66" y="123"/>
                    <a:pt x="68" y="123"/>
                  </a:cubicBezTo>
                  <a:cubicBezTo>
                    <a:pt x="69" y="123"/>
                    <a:pt x="71" y="123"/>
                    <a:pt x="73" y="122"/>
                  </a:cubicBezTo>
                  <a:cubicBezTo>
                    <a:pt x="80" y="135"/>
                    <a:pt x="80" y="135"/>
                    <a:pt x="80" y="135"/>
                  </a:cubicBezTo>
                  <a:cubicBezTo>
                    <a:pt x="97" y="129"/>
                    <a:pt x="97" y="129"/>
                    <a:pt x="97" y="129"/>
                  </a:cubicBezTo>
                  <a:cubicBezTo>
                    <a:pt x="96" y="115"/>
                    <a:pt x="96" y="115"/>
                    <a:pt x="96" y="115"/>
                  </a:cubicBezTo>
                  <a:cubicBezTo>
                    <a:pt x="99" y="113"/>
                    <a:pt x="102" y="111"/>
                    <a:pt x="104" y="109"/>
                  </a:cubicBezTo>
                  <a:cubicBezTo>
                    <a:pt x="117" y="114"/>
                    <a:pt x="117" y="114"/>
                    <a:pt x="117" y="114"/>
                  </a:cubicBezTo>
                  <a:cubicBezTo>
                    <a:pt x="128" y="100"/>
                    <a:pt x="128" y="100"/>
                    <a:pt x="128" y="100"/>
                  </a:cubicBezTo>
                  <a:cubicBezTo>
                    <a:pt x="118" y="89"/>
                    <a:pt x="118" y="89"/>
                    <a:pt x="118" y="89"/>
                  </a:cubicBezTo>
                  <a:cubicBezTo>
                    <a:pt x="120" y="86"/>
                    <a:pt x="121" y="83"/>
                    <a:pt x="122" y="79"/>
                  </a:cubicBezTo>
                  <a:lnTo>
                    <a:pt x="135" y="76"/>
                  </a:lnTo>
                  <a:close/>
                  <a:moveTo>
                    <a:pt x="67" y="107"/>
                  </a:moveTo>
                  <a:cubicBezTo>
                    <a:pt x="46" y="107"/>
                    <a:pt x="28" y="89"/>
                    <a:pt x="28" y="67"/>
                  </a:cubicBezTo>
                  <a:cubicBezTo>
                    <a:pt x="28" y="45"/>
                    <a:pt x="46" y="27"/>
                    <a:pt x="67" y="27"/>
                  </a:cubicBezTo>
                  <a:cubicBezTo>
                    <a:pt x="89" y="27"/>
                    <a:pt x="107" y="45"/>
                    <a:pt x="107" y="67"/>
                  </a:cubicBezTo>
                  <a:cubicBezTo>
                    <a:pt x="107" y="89"/>
                    <a:pt x="89" y="107"/>
                    <a:pt x="67" y="107"/>
                  </a:cubicBez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grpSp>
      <p:grpSp>
        <p:nvGrpSpPr>
          <p:cNvPr id="18" name="组合 23"/>
          <p:cNvGrpSpPr>
            <a:grpSpLocks/>
          </p:cNvGrpSpPr>
          <p:nvPr/>
        </p:nvGrpSpPr>
        <p:grpSpPr bwMode="auto">
          <a:xfrm>
            <a:off x="8094388" y="6571567"/>
            <a:ext cx="358284" cy="353262"/>
            <a:chOff x="0" y="0"/>
            <a:chExt cx="453105" cy="448433"/>
          </a:xfrm>
          <a:solidFill>
            <a:srgbClr val="FFFFFF"/>
          </a:solidFill>
        </p:grpSpPr>
        <p:sp>
          <p:nvSpPr>
            <p:cNvPr id="19" name="Freeform 136"/>
            <p:cNvSpPr>
              <a:spLocks noChangeArrowheads="1"/>
            </p:cNvSpPr>
            <p:nvPr/>
          </p:nvSpPr>
          <p:spPr bwMode="auto">
            <a:xfrm>
              <a:off x="0" y="251309"/>
              <a:ext cx="453105" cy="197124"/>
            </a:xfrm>
            <a:custGeom>
              <a:avLst/>
              <a:gdLst>
                <a:gd name="T0" fmla="*/ 103 w 205"/>
                <a:gd name="T1" fmla="*/ 19 h 89"/>
                <a:gd name="T2" fmla="*/ 47 w 205"/>
                <a:gd name="T3" fmla="*/ 0 h 89"/>
                <a:gd name="T4" fmla="*/ 0 w 205"/>
                <a:gd name="T5" fmla="*/ 0 h 89"/>
                <a:gd name="T6" fmla="*/ 0 w 205"/>
                <a:gd name="T7" fmla="*/ 67 h 89"/>
                <a:gd name="T8" fmla="*/ 22 w 205"/>
                <a:gd name="T9" fmla="*/ 89 h 89"/>
                <a:gd name="T10" fmla="*/ 183 w 205"/>
                <a:gd name="T11" fmla="*/ 89 h 89"/>
                <a:gd name="T12" fmla="*/ 205 w 205"/>
                <a:gd name="T13" fmla="*/ 67 h 89"/>
                <a:gd name="T14" fmla="*/ 205 w 205"/>
                <a:gd name="T15" fmla="*/ 0 h 89"/>
                <a:gd name="T16" fmla="*/ 158 w 205"/>
                <a:gd name="T17" fmla="*/ 0 h 89"/>
                <a:gd name="T18" fmla="*/ 103 w 205"/>
                <a:gd name="T19" fmla="*/ 19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5"/>
                <a:gd name="T31" fmla="*/ 0 h 89"/>
                <a:gd name="T32" fmla="*/ 205 w 205"/>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5" h="89">
                  <a:moveTo>
                    <a:pt x="103" y="19"/>
                  </a:moveTo>
                  <a:cubicBezTo>
                    <a:pt x="82" y="19"/>
                    <a:pt x="62" y="12"/>
                    <a:pt x="47" y="0"/>
                  </a:cubicBezTo>
                  <a:cubicBezTo>
                    <a:pt x="0" y="0"/>
                    <a:pt x="0" y="0"/>
                    <a:pt x="0" y="0"/>
                  </a:cubicBezTo>
                  <a:cubicBezTo>
                    <a:pt x="0" y="67"/>
                    <a:pt x="0" y="67"/>
                    <a:pt x="0" y="67"/>
                  </a:cubicBezTo>
                  <a:cubicBezTo>
                    <a:pt x="0" y="79"/>
                    <a:pt x="10" y="89"/>
                    <a:pt x="22" y="89"/>
                  </a:cubicBezTo>
                  <a:cubicBezTo>
                    <a:pt x="183" y="89"/>
                    <a:pt x="183" y="89"/>
                    <a:pt x="183" y="89"/>
                  </a:cubicBezTo>
                  <a:cubicBezTo>
                    <a:pt x="195" y="89"/>
                    <a:pt x="205" y="79"/>
                    <a:pt x="205" y="67"/>
                  </a:cubicBezTo>
                  <a:cubicBezTo>
                    <a:pt x="205" y="0"/>
                    <a:pt x="205" y="0"/>
                    <a:pt x="205" y="0"/>
                  </a:cubicBezTo>
                  <a:cubicBezTo>
                    <a:pt x="158" y="0"/>
                    <a:pt x="158" y="0"/>
                    <a:pt x="158" y="0"/>
                  </a:cubicBezTo>
                  <a:cubicBezTo>
                    <a:pt x="143" y="12"/>
                    <a:pt x="124" y="19"/>
                    <a:pt x="103" y="19"/>
                  </a:cubicBez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sp>
          <p:nvSpPr>
            <p:cNvPr id="20" name="Freeform 137"/>
            <p:cNvSpPr>
              <a:spLocks noEditPoints="1" noChangeArrowheads="1"/>
            </p:cNvSpPr>
            <p:nvPr/>
          </p:nvSpPr>
          <p:spPr bwMode="auto">
            <a:xfrm>
              <a:off x="0" y="0"/>
              <a:ext cx="453105" cy="260652"/>
            </a:xfrm>
            <a:custGeom>
              <a:avLst/>
              <a:gdLst>
                <a:gd name="T0" fmla="*/ 183 w 205"/>
                <a:gd name="T1" fmla="*/ 42 h 118"/>
                <a:gd name="T2" fmla="*/ 180 w 205"/>
                <a:gd name="T3" fmla="*/ 42 h 118"/>
                <a:gd name="T4" fmla="*/ 154 w 205"/>
                <a:gd name="T5" fmla="*/ 42 h 118"/>
                <a:gd name="T6" fmla="*/ 154 w 205"/>
                <a:gd name="T7" fmla="*/ 22 h 118"/>
                <a:gd name="T8" fmla="*/ 132 w 205"/>
                <a:gd name="T9" fmla="*/ 0 h 118"/>
                <a:gd name="T10" fmla="*/ 73 w 205"/>
                <a:gd name="T11" fmla="*/ 0 h 118"/>
                <a:gd name="T12" fmla="*/ 51 w 205"/>
                <a:gd name="T13" fmla="*/ 22 h 118"/>
                <a:gd name="T14" fmla="*/ 51 w 205"/>
                <a:gd name="T15" fmla="*/ 42 h 118"/>
                <a:gd name="T16" fmla="*/ 25 w 205"/>
                <a:gd name="T17" fmla="*/ 42 h 118"/>
                <a:gd name="T18" fmla="*/ 22 w 205"/>
                <a:gd name="T19" fmla="*/ 42 h 118"/>
                <a:gd name="T20" fmla="*/ 0 w 205"/>
                <a:gd name="T21" fmla="*/ 64 h 118"/>
                <a:gd name="T22" fmla="*/ 0 w 205"/>
                <a:gd name="T23" fmla="*/ 101 h 118"/>
                <a:gd name="T24" fmla="*/ 54 w 205"/>
                <a:gd name="T25" fmla="*/ 101 h 118"/>
                <a:gd name="T26" fmla="*/ 103 w 205"/>
                <a:gd name="T27" fmla="*/ 118 h 118"/>
                <a:gd name="T28" fmla="*/ 151 w 205"/>
                <a:gd name="T29" fmla="*/ 101 h 118"/>
                <a:gd name="T30" fmla="*/ 205 w 205"/>
                <a:gd name="T31" fmla="*/ 101 h 118"/>
                <a:gd name="T32" fmla="*/ 205 w 205"/>
                <a:gd name="T33" fmla="*/ 64 h 118"/>
                <a:gd name="T34" fmla="*/ 183 w 205"/>
                <a:gd name="T35" fmla="*/ 42 h 118"/>
                <a:gd name="T36" fmla="*/ 67 w 205"/>
                <a:gd name="T37" fmla="*/ 26 h 118"/>
                <a:gd name="T38" fmla="*/ 67 w 205"/>
                <a:gd name="T39" fmla="*/ 22 h 118"/>
                <a:gd name="T40" fmla="*/ 73 w 205"/>
                <a:gd name="T41" fmla="*/ 17 h 118"/>
                <a:gd name="T42" fmla="*/ 132 w 205"/>
                <a:gd name="T43" fmla="*/ 17 h 118"/>
                <a:gd name="T44" fmla="*/ 138 w 205"/>
                <a:gd name="T45" fmla="*/ 22 h 118"/>
                <a:gd name="T46" fmla="*/ 138 w 205"/>
                <a:gd name="T47" fmla="*/ 26 h 118"/>
                <a:gd name="T48" fmla="*/ 138 w 205"/>
                <a:gd name="T49" fmla="*/ 42 h 118"/>
                <a:gd name="T50" fmla="*/ 67 w 205"/>
                <a:gd name="T51" fmla="*/ 42 h 118"/>
                <a:gd name="T52" fmla="*/ 67 w 205"/>
                <a:gd name="T53" fmla="*/ 26 h 118"/>
                <a:gd name="T54" fmla="*/ 101 w 205"/>
                <a:gd name="T55" fmla="*/ 101 h 118"/>
                <a:gd name="T56" fmla="*/ 85 w 205"/>
                <a:gd name="T57" fmla="*/ 86 h 118"/>
                <a:gd name="T58" fmla="*/ 101 w 205"/>
                <a:gd name="T59" fmla="*/ 70 h 118"/>
                <a:gd name="T60" fmla="*/ 117 w 205"/>
                <a:gd name="T61" fmla="*/ 86 h 118"/>
                <a:gd name="T62" fmla="*/ 101 w 205"/>
                <a:gd name="T63" fmla="*/ 101 h 11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5"/>
                <a:gd name="T97" fmla="*/ 0 h 118"/>
                <a:gd name="T98" fmla="*/ 205 w 205"/>
                <a:gd name="T99" fmla="*/ 118 h 11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5" h="118">
                  <a:moveTo>
                    <a:pt x="183" y="42"/>
                  </a:moveTo>
                  <a:cubicBezTo>
                    <a:pt x="180" y="42"/>
                    <a:pt x="180" y="42"/>
                    <a:pt x="180" y="42"/>
                  </a:cubicBezTo>
                  <a:cubicBezTo>
                    <a:pt x="154" y="42"/>
                    <a:pt x="154" y="42"/>
                    <a:pt x="154" y="42"/>
                  </a:cubicBezTo>
                  <a:cubicBezTo>
                    <a:pt x="154" y="22"/>
                    <a:pt x="154" y="22"/>
                    <a:pt x="154" y="22"/>
                  </a:cubicBezTo>
                  <a:cubicBezTo>
                    <a:pt x="154" y="10"/>
                    <a:pt x="144" y="0"/>
                    <a:pt x="132" y="0"/>
                  </a:cubicBezTo>
                  <a:cubicBezTo>
                    <a:pt x="73" y="0"/>
                    <a:pt x="73" y="0"/>
                    <a:pt x="73" y="0"/>
                  </a:cubicBezTo>
                  <a:cubicBezTo>
                    <a:pt x="61" y="0"/>
                    <a:pt x="51" y="10"/>
                    <a:pt x="51" y="22"/>
                  </a:cubicBezTo>
                  <a:cubicBezTo>
                    <a:pt x="51" y="42"/>
                    <a:pt x="51" y="42"/>
                    <a:pt x="51" y="42"/>
                  </a:cubicBezTo>
                  <a:cubicBezTo>
                    <a:pt x="25" y="42"/>
                    <a:pt x="25" y="42"/>
                    <a:pt x="25" y="42"/>
                  </a:cubicBezTo>
                  <a:cubicBezTo>
                    <a:pt x="22" y="42"/>
                    <a:pt x="22" y="42"/>
                    <a:pt x="22" y="42"/>
                  </a:cubicBezTo>
                  <a:cubicBezTo>
                    <a:pt x="10" y="42"/>
                    <a:pt x="0" y="52"/>
                    <a:pt x="0" y="64"/>
                  </a:cubicBezTo>
                  <a:cubicBezTo>
                    <a:pt x="0" y="101"/>
                    <a:pt x="0" y="101"/>
                    <a:pt x="0" y="101"/>
                  </a:cubicBezTo>
                  <a:cubicBezTo>
                    <a:pt x="54" y="101"/>
                    <a:pt x="54" y="101"/>
                    <a:pt x="54" y="101"/>
                  </a:cubicBezTo>
                  <a:cubicBezTo>
                    <a:pt x="67" y="112"/>
                    <a:pt x="84" y="118"/>
                    <a:pt x="103" y="118"/>
                  </a:cubicBezTo>
                  <a:cubicBezTo>
                    <a:pt x="121" y="118"/>
                    <a:pt x="138" y="112"/>
                    <a:pt x="151" y="101"/>
                  </a:cubicBezTo>
                  <a:cubicBezTo>
                    <a:pt x="205" y="101"/>
                    <a:pt x="205" y="101"/>
                    <a:pt x="205" y="101"/>
                  </a:cubicBezTo>
                  <a:cubicBezTo>
                    <a:pt x="205" y="64"/>
                    <a:pt x="205" y="64"/>
                    <a:pt x="205" y="64"/>
                  </a:cubicBezTo>
                  <a:cubicBezTo>
                    <a:pt x="205" y="52"/>
                    <a:pt x="195" y="42"/>
                    <a:pt x="183" y="42"/>
                  </a:cubicBezTo>
                  <a:close/>
                  <a:moveTo>
                    <a:pt x="67" y="26"/>
                  </a:moveTo>
                  <a:cubicBezTo>
                    <a:pt x="67" y="22"/>
                    <a:pt x="67" y="22"/>
                    <a:pt x="67" y="22"/>
                  </a:cubicBezTo>
                  <a:cubicBezTo>
                    <a:pt x="67" y="19"/>
                    <a:pt x="70" y="17"/>
                    <a:pt x="73" y="17"/>
                  </a:cubicBezTo>
                  <a:cubicBezTo>
                    <a:pt x="132" y="17"/>
                    <a:pt x="132" y="17"/>
                    <a:pt x="132" y="17"/>
                  </a:cubicBezTo>
                  <a:cubicBezTo>
                    <a:pt x="135" y="17"/>
                    <a:pt x="138" y="19"/>
                    <a:pt x="138" y="22"/>
                  </a:cubicBezTo>
                  <a:cubicBezTo>
                    <a:pt x="138" y="26"/>
                    <a:pt x="138" y="26"/>
                    <a:pt x="138" y="26"/>
                  </a:cubicBezTo>
                  <a:cubicBezTo>
                    <a:pt x="138" y="42"/>
                    <a:pt x="138" y="42"/>
                    <a:pt x="138" y="42"/>
                  </a:cubicBezTo>
                  <a:cubicBezTo>
                    <a:pt x="67" y="42"/>
                    <a:pt x="67" y="42"/>
                    <a:pt x="67" y="42"/>
                  </a:cubicBezTo>
                  <a:lnTo>
                    <a:pt x="67" y="26"/>
                  </a:lnTo>
                  <a:close/>
                  <a:moveTo>
                    <a:pt x="101" y="101"/>
                  </a:moveTo>
                  <a:cubicBezTo>
                    <a:pt x="92" y="101"/>
                    <a:pt x="85" y="94"/>
                    <a:pt x="85" y="86"/>
                  </a:cubicBezTo>
                  <a:cubicBezTo>
                    <a:pt x="85" y="77"/>
                    <a:pt x="92" y="70"/>
                    <a:pt x="101" y="70"/>
                  </a:cubicBezTo>
                  <a:cubicBezTo>
                    <a:pt x="110" y="70"/>
                    <a:pt x="117" y="77"/>
                    <a:pt x="117" y="86"/>
                  </a:cubicBezTo>
                  <a:cubicBezTo>
                    <a:pt x="117" y="94"/>
                    <a:pt x="110" y="101"/>
                    <a:pt x="101" y="101"/>
                  </a:cubicBez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grpSp>
      <p:grpSp>
        <p:nvGrpSpPr>
          <p:cNvPr id="21" name="组合 26"/>
          <p:cNvGrpSpPr>
            <a:grpSpLocks/>
          </p:cNvGrpSpPr>
          <p:nvPr/>
        </p:nvGrpSpPr>
        <p:grpSpPr bwMode="auto">
          <a:xfrm>
            <a:off x="5680156" y="6586636"/>
            <a:ext cx="368329" cy="351587"/>
            <a:chOff x="0" y="0"/>
            <a:chExt cx="2438400" cy="2332038"/>
          </a:xfrm>
          <a:solidFill>
            <a:srgbClr val="FFFFFF"/>
          </a:solidFill>
        </p:grpSpPr>
        <p:sp>
          <p:nvSpPr>
            <p:cNvPr id="22" name="Freeform 25"/>
            <p:cNvSpPr>
              <a:spLocks noChangeArrowheads="1"/>
            </p:cNvSpPr>
            <p:nvPr/>
          </p:nvSpPr>
          <p:spPr bwMode="auto">
            <a:xfrm>
              <a:off x="893763" y="1676400"/>
              <a:ext cx="655638" cy="655638"/>
            </a:xfrm>
            <a:custGeom>
              <a:avLst/>
              <a:gdLst>
                <a:gd name="T0" fmla="*/ 206 w 413"/>
                <a:gd name="T1" fmla="*/ 413 h 413"/>
                <a:gd name="T2" fmla="*/ 0 w 413"/>
                <a:gd name="T3" fmla="*/ 0 h 413"/>
                <a:gd name="T4" fmla="*/ 413 w 413"/>
                <a:gd name="T5" fmla="*/ 0 h 413"/>
                <a:gd name="T6" fmla="*/ 206 w 413"/>
                <a:gd name="T7" fmla="*/ 413 h 413"/>
                <a:gd name="T8" fmla="*/ 0 60000 65536"/>
                <a:gd name="T9" fmla="*/ 0 60000 65536"/>
                <a:gd name="T10" fmla="*/ 0 60000 65536"/>
                <a:gd name="T11" fmla="*/ 0 60000 65536"/>
                <a:gd name="T12" fmla="*/ 0 w 413"/>
                <a:gd name="T13" fmla="*/ 0 h 413"/>
                <a:gd name="T14" fmla="*/ 413 w 413"/>
                <a:gd name="T15" fmla="*/ 413 h 413"/>
              </a:gdLst>
              <a:ahLst/>
              <a:cxnLst>
                <a:cxn ang="T8">
                  <a:pos x="T0" y="T1"/>
                </a:cxn>
                <a:cxn ang="T9">
                  <a:pos x="T2" y="T3"/>
                </a:cxn>
                <a:cxn ang="T10">
                  <a:pos x="T4" y="T5"/>
                </a:cxn>
                <a:cxn ang="T11">
                  <a:pos x="T6" y="T7"/>
                </a:cxn>
              </a:cxnLst>
              <a:rect l="T12" t="T13" r="T14" b="T15"/>
              <a:pathLst>
                <a:path w="413" h="413">
                  <a:moveTo>
                    <a:pt x="206" y="413"/>
                  </a:moveTo>
                  <a:lnTo>
                    <a:pt x="0" y="0"/>
                  </a:lnTo>
                  <a:lnTo>
                    <a:pt x="413" y="0"/>
                  </a:lnTo>
                  <a:lnTo>
                    <a:pt x="206" y="413"/>
                  </a:ln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sp>
          <p:nvSpPr>
            <p:cNvPr id="23" name="任意多边形 28"/>
            <p:cNvSpPr>
              <a:spLocks noChangeArrowheads="1"/>
            </p:cNvSpPr>
            <p:nvPr/>
          </p:nvSpPr>
          <p:spPr bwMode="auto">
            <a:xfrm>
              <a:off x="0" y="0"/>
              <a:ext cx="2438400" cy="1774825"/>
            </a:xfrm>
            <a:custGeom>
              <a:avLst/>
              <a:gdLst>
                <a:gd name="T0" fmla="*/ 290196 w 2438400"/>
                <a:gd name="T1" fmla="*/ 0 h 1774825"/>
                <a:gd name="T2" fmla="*/ 2151973 w 2438400"/>
                <a:gd name="T3" fmla="*/ 0 h 1774825"/>
                <a:gd name="T4" fmla="*/ 2438400 w 2438400"/>
                <a:gd name="T5" fmla="*/ 286384 h 1774825"/>
                <a:gd name="T6" fmla="*/ 2438400 w 2438400"/>
                <a:gd name="T7" fmla="*/ 1484673 h 1774825"/>
                <a:gd name="T8" fmla="*/ 2151973 w 2438400"/>
                <a:gd name="T9" fmla="*/ 1774825 h 1774825"/>
                <a:gd name="T10" fmla="*/ 290196 w 2438400"/>
                <a:gd name="T11" fmla="*/ 1774825 h 1774825"/>
                <a:gd name="T12" fmla="*/ 0 w 2438400"/>
                <a:gd name="T13" fmla="*/ 1484673 h 1774825"/>
                <a:gd name="T14" fmla="*/ 0 w 2438400"/>
                <a:gd name="T15" fmla="*/ 286384 h 1774825"/>
                <a:gd name="T16" fmla="*/ 290196 w 2438400"/>
                <a:gd name="T17" fmla="*/ 0 h 1774825"/>
                <a:gd name="T18" fmla="*/ 471488 w 2438400"/>
                <a:gd name="T19" fmla="*/ 425450 h 1774825"/>
                <a:gd name="T20" fmla="*/ 471488 w 2438400"/>
                <a:gd name="T21" fmla="*/ 598488 h 1774825"/>
                <a:gd name="T22" fmla="*/ 1971676 w 2438400"/>
                <a:gd name="T23" fmla="*/ 598488 h 1774825"/>
                <a:gd name="T24" fmla="*/ 1971676 w 2438400"/>
                <a:gd name="T25" fmla="*/ 425450 h 1774825"/>
                <a:gd name="T26" fmla="*/ 471488 w 2438400"/>
                <a:gd name="T27" fmla="*/ 425450 h 1774825"/>
                <a:gd name="T28" fmla="*/ 471488 w 2438400"/>
                <a:gd name="T29" fmla="*/ 801688 h 1774825"/>
                <a:gd name="T30" fmla="*/ 471488 w 2438400"/>
                <a:gd name="T31" fmla="*/ 971551 h 1774825"/>
                <a:gd name="T32" fmla="*/ 1971676 w 2438400"/>
                <a:gd name="T33" fmla="*/ 971551 h 1774825"/>
                <a:gd name="T34" fmla="*/ 1971676 w 2438400"/>
                <a:gd name="T35" fmla="*/ 801688 h 1774825"/>
                <a:gd name="T36" fmla="*/ 471488 w 2438400"/>
                <a:gd name="T37" fmla="*/ 801688 h 1774825"/>
                <a:gd name="T38" fmla="*/ 471488 w 2438400"/>
                <a:gd name="T39" fmla="*/ 1174750 h 1774825"/>
                <a:gd name="T40" fmla="*/ 471488 w 2438400"/>
                <a:gd name="T41" fmla="*/ 1347788 h 1774825"/>
                <a:gd name="T42" fmla="*/ 1971676 w 2438400"/>
                <a:gd name="T43" fmla="*/ 1347788 h 1774825"/>
                <a:gd name="T44" fmla="*/ 1971676 w 2438400"/>
                <a:gd name="T45" fmla="*/ 1174750 h 1774825"/>
                <a:gd name="T46" fmla="*/ 471488 w 2438400"/>
                <a:gd name="T47" fmla="*/ 1174750 h 1774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38400"/>
                <a:gd name="T73" fmla="*/ 0 h 1774825"/>
                <a:gd name="T74" fmla="*/ 2438400 w 2438400"/>
                <a:gd name="T75" fmla="*/ 1774825 h 1774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38400" h="1774825">
                  <a:moveTo>
                    <a:pt x="290196" y="0"/>
                  </a:moveTo>
                  <a:cubicBezTo>
                    <a:pt x="2151973" y="0"/>
                    <a:pt x="2151973" y="0"/>
                    <a:pt x="2151973" y="0"/>
                  </a:cubicBezTo>
                  <a:cubicBezTo>
                    <a:pt x="2310262" y="0"/>
                    <a:pt x="2438400" y="128119"/>
                    <a:pt x="2438400" y="286384"/>
                  </a:cubicBezTo>
                  <a:lnTo>
                    <a:pt x="2438400" y="1484673"/>
                  </a:lnTo>
                  <a:cubicBezTo>
                    <a:pt x="2438400" y="1646706"/>
                    <a:pt x="2310262" y="1774825"/>
                    <a:pt x="2151973" y="1774825"/>
                  </a:cubicBezTo>
                  <a:cubicBezTo>
                    <a:pt x="290196" y="1774825"/>
                    <a:pt x="290196" y="1774825"/>
                    <a:pt x="290196" y="1774825"/>
                  </a:cubicBezTo>
                  <a:cubicBezTo>
                    <a:pt x="131907" y="1774825"/>
                    <a:pt x="0" y="1646706"/>
                    <a:pt x="0" y="1484673"/>
                  </a:cubicBezTo>
                  <a:cubicBezTo>
                    <a:pt x="0" y="286384"/>
                    <a:pt x="0" y="286384"/>
                    <a:pt x="0" y="286384"/>
                  </a:cubicBezTo>
                  <a:cubicBezTo>
                    <a:pt x="0" y="128119"/>
                    <a:pt x="131907" y="0"/>
                    <a:pt x="290196" y="0"/>
                  </a:cubicBezTo>
                  <a:close/>
                  <a:moveTo>
                    <a:pt x="471488" y="425450"/>
                  </a:moveTo>
                  <a:lnTo>
                    <a:pt x="471488" y="598488"/>
                  </a:lnTo>
                  <a:lnTo>
                    <a:pt x="1971676" y="598488"/>
                  </a:lnTo>
                  <a:lnTo>
                    <a:pt x="1971676" y="425450"/>
                  </a:lnTo>
                  <a:lnTo>
                    <a:pt x="471488" y="425450"/>
                  </a:lnTo>
                  <a:close/>
                  <a:moveTo>
                    <a:pt x="471488" y="801688"/>
                  </a:moveTo>
                  <a:lnTo>
                    <a:pt x="471488" y="971551"/>
                  </a:lnTo>
                  <a:lnTo>
                    <a:pt x="1971676" y="971551"/>
                  </a:lnTo>
                  <a:lnTo>
                    <a:pt x="1971676" y="801688"/>
                  </a:lnTo>
                  <a:lnTo>
                    <a:pt x="471488" y="801688"/>
                  </a:lnTo>
                  <a:close/>
                  <a:moveTo>
                    <a:pt x="471488" y="1174750"/>
                  </a:moveTo>
                  <a:lnTo>
                    <a:pt x="471488" y="1347788"/>
                  </a:lnTo>
                  <a:lnTo>
                    <a:pt x="1971676" y="1347788"/>
                  </a:lnTo>
                  <a:lnTo>
                    <a:pt x="1971676" y="1174750"/>
                  </a:lnTo>
                  <a:lnTo>
                    <a:pt x="471488" y="1174750"/>
                  </a:ln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sz="2109">
                <a:solidFill>
                  <a:srgbClr val="000000"/>
                </a:solidFill>
                <a:sym typeface="宋体" panose="02010600030101010101" pitchFamily="2" charset="-122"/>
              </a:endParaRPr>
            </a:p>
          </p:txBody>
        </p:sp>
      </p:grpSp>
      <p:grpSp>
        <p:nvGrpSpPr>
          <p:cNvPr id="24" name="组合 31"/>
          <p:cNvGrpSpPr>
            <a:grpSpLocks/>
          </p:cNvGrpSpPr>
          <p:nvPr/>
        </p:nvGrpSpPr>
        <p:grpSpPr bwMode="auto">
          <a:xfrm>
            <a:off x="6865507" y="6514643"/>
            <a:ext cx="319776" cy="410186"/>
            <a:chOff x="0" y="0"/>
            <a:chExt cx="563562" cy="720725"/>
          </a:xfrm>
          <a:solidFill>
            <a:srgbClr val="FFFFFF"/>
          </a:solidFill>
        </p:grpSpPr>
        <p:sp>
          <p:nvSpPr>
            <p:cNvPr id="25" name="Freeform 32"/>
            <p:cNvSpPr>
              <a:spLocks noChangeArrowheads="1"/>
            </p:cNvSpPr>
            <p:nvPr/>
          </p:nvSpPr>
          <p:spPr bwMode="auto">
            <a:xfrm>
              <a:off x="209550" y="0"/>
              <a:ext cx="142875" cy="720725"/>
            </a:xfrm>
            <a:custGeom>
              <a:avLst/>
              <a:gdLst>
                <a:gd name="T0" fmla="*/ 64 w 64"/>
                <a:gd name="T1" fmla="*/ 289 h 321"/>
                <a:gd name="T2" fmla="*/ 32 w 64"/>
                <a:gd name="T3" fmla="*/ 321 h 321"/>
                <a:gd name="T4" fmla="*/ 0 w 64"/>
                <a:gd name="T5" fmla="*/ 289 h 321"/>
                <a:gd name="T6" fmla="*/ 0 w 64"/>
                <a:gd name="T7" fmla="*/ 32 h 321"/>
                <a:gd name="T8" fmla="*/ 32 w 64"/>
                <a:gd name="T9" fmla="*/ 0 h 321"/>
                <a:gd name="T10" fmla="*/ 64 w 64"/>
                <a:gd name="T11" fmla="*/ 32 h 321"/>
                <a:gd name="T12" fmla="*/ 64 w 64"/>
                <a:gd name="T13" fmla="*/ 289 h 321"/>
                <a:gd name="T14" fmla="*/ 0 60000 65536"/>
                <a:gd name="T15" fmla="*/ 0 60000 65536"/>
                <a:gd name="T16" fmla="*/ 0 60000 65536"/>
                <a:gd name="T17" fmla="*/ 0 60000 65536"/>
                <a:gd name="T18" fmla="*/ 0 60000 65536"/>
                <a:gd name="T19" fmla="*/ 0 60000 65536"/>
                <a:gd name="T20" fmla="*/ 0 60000 65536"/>
                <a:gd name="T21" fmla="*/ 0 w 64"/>
                <a:gd name="T22" fmla="*/ 0 h 321"/>
                <a:gd name="T23" fmla="*/ 64 w 64"/>
                <a:gd name="T24" fmla="*/ 321 h 3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321">
                  <a:moveTo>
                    <a:pt x="64" y="289"/>
                  </a:moveTo>
                  <a:cubicBezTo>
                    <a:pt x="64" y="307"/>
                    <a:pt x="49" y="321"/>
                    <a:pt x="32" y="321"/>
                  </a:cubicBezTo>
                  <a:cubicBezTo>
                    <a:pt x="14" y="321"/>
                    <a:pt x="0" y="307"/>
                    <a:pt x="0" y="289"/>
                  </a:cubicBezTo>
                  <a:cubicBezTo>
                    <a:pt x="0" y="32"/>
                    <a:pt x="0" y="32"/>
                    <a:pt x="0" y="32"/>
                  </a:cubicBezTo>
                  <a:cubicBezTo>
                    <a:pt x="0" y="14"/>
                    <a:pt x="14" y="0"/>
                    <a:pt x="32" y="0"/>
                  </a:cubicBezTo>
                  <a:cubicBezTo>
                    <a:pt x="49" y="0"/>
                    <a:pt x="64" y="14"/>
                    <a:pt x="64" y="32"/>
                  </a:cubicBezTo>
                  <a:lnTo>
                    <a:pt x="64" y="289"/>
                  </a:ln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a:solidFill>
                  <a:srgbClr val="000000"/>
                </a:solidFill>
                <a:latin typeface="Calibri" panose="020F0502020204030204" pitchFamily="34" charset="0"/>
                <a:sym typeface="宋体" panose="02010600030101010101" pitchFamily="2" charset="-122"/>
              </a:endParaRPr>
            </a:p>
          </p:txBody>
        </p:sp>
        <p:sp>
          <p:nvSpPr>
            <p:cNvPr id="26" name="Freeform 33"/>
            <p:cNvSpPr>
              <a:spLocks noChangeArrowheads="1"/>
            </p:cNvSpPr>
            <p:nvPr/>
          </p:nvSpPr>
          <p:spPr bwMode="auto">
            <a:xfrm>
              <a:off x="0" y="439737"/>
              <a:ext cx="141288" cy="280988"/>
            </a:xfrm>
            <a:custGeom>
              <a:avLst/>
              <a:gdLst>
                <a:gd name="T0" fmla="*/ 63 w 63"/>
                <a:gd name="T1" fmla="*/ 93 h 125"/>
                <a:gd name="T2" fmla="*/ 32 w 63"/>
                <a:gd name="T3" fmla="*/ 125 h 125"/>
                <a:gd name="T4" fmla="*/ 0 w 63"/>
                <a:gd name="T5" fmla="*/ 93 h 125"/>
                <a:gd name="T6" fmla="*/ 0 w 63"/>
                <a:gd name="T7" fmla="*/ 32 h 125"/>
                <a:gd name="T8" fmla="*/ 32 w 63"/>
                <a:gd name="T9" fmla="*/ 0 h 125"/>
                <a:gd name="T10" fmla="*/ 63 w 63"/>
                <a:gd name="T11" fmla="*/ 32 h 125"/>
                <a:gd name="T12" fmla="*/ 63 w 63"/>
                <a:gd name="T13" fmla="*/ 93 h 125"/>
                <a:gd name="T14" fmla="*/ 0 60000 65536"/>
                <a:gd name="T15" fmla="*/ 0 60000 65536"/>
                <a:gd name="T16" fmla="*/ 0 60000 65536"/>
                <a:gd name="T17" fmla="*/ 0 60000 65536"/>
                <a:gd name="T18" fmla="*/ 0 60000 65536"/>
                <a:gd name="T19" fmla="*/ 0 60000 65536"/>
                <a:gd name="T20" fmla="*/ 0 60000 65536"/>
                <a:gd name="T21" fmla="*/ 0 w 63"/>
                <a:gd name="T22" fmla="*/ 0 h 125"/>
                <a:gd name="T23" fmla="*/ 63 w 63"/>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125">
                  <a:moveTo>
                    <a:pt x="63" y="93"/>
                  </a:moveTo>
                  <a:cubicBezTo>
                    <a:pt x="63" y="111"/>
                    <a:pt x="49" y="125"/>
                    <a:pt x="32" y="125"/>
                  </a:cubicBezTo>
                  <a:cubicBezTo>
                    <a:pt x="14" y="125"/>
                    <a:pt x="0" y="111"/>
                    <a:pt x="0" y="93"/>
                  </a:cubicBezTo>
                  <a:cubicBezTo>
                    <a:pt x="0" y="32"/>
                    <a:pt x="0" y="32"/>
                    <a:pt x="0" y="32"/>
                  </a:cubicBezTo>
                  <a:cubicBezTo>
                    <a:pt x="0" y="14"/>
                    <a:pt x="14" y="0"/>
                    <a:pt x="32" y="0"/>
                  </a:cubicBezTo>
                  <a:cubicBezTo>
                    <a:pt x="49" y="0"/>
                    <a:pt x="63" y="14"/>
                    <a:pt x="63" y="32"/>
                  </a:cubicBezTo>
                  <a:lnTo>
                    <a:pt x="63" y="93"/>
                  </a:ln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a:solidFill>
                  <a:srgbClr val="000000"/>
                </a:solidFill>
                <a:latin typeface="Calibri" panose="020F0502020204030204" pitchFamily="34" charset="0"/>
                <a:sym typeface="宋体" panose="02010600030101010101" pitchFamily="2" charset="-122"/>
              </a:endParaRPr>
            </a:p>
          </p:txBody>
        </p:sp>
        <p:sp>
          <p:nvSpPr>
            <p:cNvPr id="27" name="Freeform 34"/>
            <p:cNvSpPr>
              <a:spLocks noChangeArrowheads="1"/>
            </p:cNvSpPr>
            <p:nvPr/>
          </p:nvSpPr>
          <p:spPr bwMode="auto">
            <a:xfrm>
              <a:off x="420687" y="231775"/>
              <a:ext cx="142875" cy="488950"/>
            </a:xfrm>
            <a:custGeom>
              <a:avLst/>
              <a:gdLst>
                <a:gd name="T0" fmla="*/ 64 w 64"/>
                <a:gd name="T1" fmla="*/ 186 h 218"/>
                <a:gd name="T2" fmla="*/ 32 w 64"/>
                <a:gd name="T3" fmla="*/ 218 h 218"/>
                <a:gd name="T4" fmla="*/ 0 w 64"/>
                <a:gd name="T5" fmla="*/ 186 h 218"/>
                <a:gd name="T6" fmla="*/ 0 w 64"/>
                <a:gd name="T7" fmla="*/ 32 h 218"/>
                <a:gd name="T8" fmla="*/ 32 w 64"/>
                <a:gd name="T9" fmla="*/ 0 h 218"/>
                <a:gd name="T10" fmla="*/ 64 w 64"/>
                <a:gd name="T11" fmla="*/ 32 h 218"/>
                <a:gd name="T12" fmla="*/ 64 w 64"/>
                <a:gd name="T13" fmla="*/ 186 h 218"/>
                <a:gd name="T14" fmla="*/ 0 60000 65536"/>
                <a:gd name="T15" fmla="*/ 0 60000 65536"/>
                <a:gd name="T16" fmla="*/ 0 60000 65536"/>
                <a:gd name="T17" fmla="*/ 0 60000 65536"/>
                <a:gd name="T18" fmla="*/ 0 60000 65536"/>
                <a:gd name="T19" fmla="*/ 0 60000 65536"/>
                <a:gd name="T20" fmla="*/ 0 60000 65536"/>
                <a:gd name="T21" fmla="*/ 0 w 64"/>
                <a:gd name="T22" fmla="*/ 0 h 218"/>
                <a:gd name="T23" fmla="*/ 64 w 64"/>
                <a:gd name="T24" fmla="*/ 218 h 2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218">
                  <a:moveTo>
                    <a:pt x="64" y="186"/>
                  </a:moveTo>
                  <a:cubicBezTo>
                    <a:pt x="64" y="204"/>
                    <a:pt x="49" y="218"/>
                    <a:pt x="32" y="218"/>
                  </a:cubicBezTo>
                  <a:cubicBezTo>
                    <a:pt x="14" y="218"/>
                    <a:pt x="0" y="204"/>
                    <a:pt x="0" y="186"/>
                  </a:cubicBezTo>
                  <a:cubicBezTo>
                    <a:pt x="0" y="32"/>
                    <a:pt x="0" y="32"/>
                    <a:pt x="0" y="32"/>
                  </a:cubicBezTo>
                  <a:cubicBezTo>
                    <a:pt x="0" y="14"/>
                    <a:pt x="14" y="0"/>
                    <a:pt x="32" y="0"/>
                  </a:cubicBezTo>
                  <a:cubicBezTo>
                    <a:pt x="49" y="0"/>
                    <a:pt x="64" y="14"/>
                    <a:pt x="64" y="32"/>
                  </a:cubicBezTo>
                  <a:lnTo>
                    <a:pt x="64" y="186"/>
                  </a:lnTo>
                  <a:close/>
                </a:path>
              </a:pathLst>
            </a:custGeom>
            <a:grp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zh-CN" altLang="zh-CN">
                <a:solidFill>
                  <a:srgbClr val="000000"/>
                </a:solidFill>
                <a:latin typeface="Calibri" panose="020F0502020204030204" pitchFamily="34" charset="0"/>
                <a:sym typeface="宋体" panose="02010600030101010101" pitchFamily="2" charset="-122"/>
              </a:endParaRPr>
            </a:p>
          </p:txBody>
        </p:sp>
      </p:grpSp>
      <p:sp>
        <p:nvSpPr>
          <p:cNvPr id="28" name="文本框 27"/>
          <p:cNvSpPr txBox="1"/>
          <p:nvPr/>
        </p:nvSpPr>
        <p:spPr>
          <a:xfrm>
            <a:off x="1607239" y="2674142"/>
            <a:ext cx="2454518" cy="1342162"/>
          </a:xfrm>
          <a:prstGeom prst="rect">
            <a:avLst/>
          </a:prstGeom>
          <a:noFill/>
          <a:effectLst/>
        </p:spPr>
        <p:txBody>
          <a:bodyPr wrap="none" rtlCol="0">
            <a:spAutoFit/>
          </a:bodyPr>
          <a:lstStyle/>
          <a:p>
            <a:r>
              <a:rPr lang="zh-CN" altLang="en-US" sz="2215" dirty="0">
                <a:solidFill>
                  <a:srgbClr val="247CAE"/>
                </a:solidFill>
                <a:latin typeface="微软雅黑" panose="020B0503020204020204" pitchFamily="34" charset="-122"/>
                <a:ea typeface="微软雅黑" panose="020B0503020204020204" pitchFamily="34" charset="-122"/>
              </a:rPr>
              <a:t>单击此处输入标题</a:t>
            </a:r>
            <a:endParaRPr lang="en-US" altLang="zh-CN" sz="2215"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29" name="文本框 28"/>
          <p:cNvSpPr txBox="1"/>
          <p:nvPr/>
        </p:nvSpPr>
        <p:spPr>
          <a:xfrm>
            <a:off x="8834279" y="2743030"/>
            <a:ext cx="2454518" cy="1342162"/>
          </a:xfrm>
          <a:prstGeom prst="rect">
            <a:avLst/>
          </a:prstGeom>
          <a:noFill/>
          <a:effectLst/>
        </p:spPr>
        <p:txBody>
          <a:bodyPr wrap="none" rtlCol="0">
            <a:spAutoFit/>
          </a:bodyPr>
          <a:lstStyle/>
          <a:p>
            <a:r>
              <a:rPr lang="zh-CN" altLang="en-US" sz="2215" dirty="0">
                <a:solidFill>
                  <a:srgbClr val="5ABCD2"/>
                </a:solidFill>
                <a:latin typeface="微软雅黑" panose="020B0503020204020204" pitchFamily="34" charset="-122"/>
                <a:ea typeface="微软雅黑" panose="020B0503020204020204" pitchFamily="34" charset="-122"/>
              </a:rPr>
              <a:t>单击此处输入标题</a:t>
            </a:r>
            <a:endParaRPr lang="en-US" altLang="zh-CN" sz="2215"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30" name="文本框 29"/>
          <p:cNvSpPr txBox="1"/>
          <p:nvPr/>
        </p:nvSpPr>
        <p:spPr>
          <a:xfrm>
            <a:off x="8834279" y="4930770"/>
            <a:ext cx="2454518" cy="1342162"/>
          </a:xfrm>
          <a:prstGeom prst="rect">
            <a:avLst/>
          </a:prstGeom>
          <a:noFill/>
          <a:effectLst/>
        </p:spPr>
        <p:txBody>
          <a:bodyPr wrap="none" rtlCol="0">
            <a:spAutoFit/>
          </a:bodyPr>
          <a:lstStyle/>
          <a:p>
            <a:r>
              <a:rPr lang="zh-CN" altLang="en-US" sz="2215" dirty="0">
                <a:solidFill>
                  <a:srgbClr val="247CAE"/>
                </a:solidFill>
                <a:latin typeface="微软雅黑" panose="020B0503020204020204" pitchFamily="34" charset="-122"/>
                <a:ea typeface="微软雅黑" panose="020B0503020204020204" pitchFamily="34" charset="-122"/>
              </a:rPr>
              <a:t>单击此处输入标题</a:t>
            </a:r>
            <a:endParaRPr lang="en-US" altLang="zh-CN" sz="2215"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31" name="文本框 30"/>
          <p:cNvSpPr txBox="1"/>
          <p:nvPr/>
        </p:nvSpPr>
        <p:spPr>
          <a:xfrm>
            <a:off x="1607239" y="4871549"/>
            <a:ext cx="2454518" cy="1342162"/>
          </a:xfrm>
          <a:prstGeom prst="rect">
            <a:avLst/>
          </a:prstGeom>
          <a:noFill/>
          <a:effectLst/>
        </p:spPr>
        <p:txBody>
          <a:bodyPr wrap="none" rtlCol="0">
            <a:spAutoFit/>
          </a:bodyPr>
          <a:lstStyle/>
          <a:p>
            <a:r>
              <a:rPr lang="zh-CN" altLang="en-US" sz="2215" dirty="0">
                <a:solidFill>
                  <a:srgbClr val="5ABCD2"/>
                </a:solidFill>
                <a:latin typeface="微软雅黑" panose="020B0503020204020204" pitchFamily="34" charset="-122"/>
                <a:ea typeface="微软雅黑" panose="020B0503020204020204" pitchFamily="34" charset="-122"/>
              </a:rPr>
              <a:t>单击此处输入标题</a:t>
            </a:r>
            <a:endParaRPr lang="en-US" altLang="zh-CN" sz="2215"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32" name="文本框 31"/>
          <p:cNvSpPr txBox="1"/>
          <p:nvPr/>
        </p:nvSpPr>
        <p:spPr>
          <a:xfrm>
            <a:off x="4395345" y="290660"/>
            <a:ext cx="2133918" cy="676660"/>
          </a:xfrm>
          <a:prstGeom prst="rect">
            <a:avLst/>
          </a:prstGeom>
          <a:noFill/>
        </p:spPr>
        <p:txBody>
          <a:bodyPr wrap="none" rtlCol="0">
            <a:spAutoFit/>
          </a:bodyPr>
          <a:lstStyle/>
          <a:p>
            <a:r>
              <a:rPr lang="zh-CN" altLang="en-US" sz="3797"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33127916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Effect transition="in" filter="wipe(down)">
                                      <p:cBhvr>
                                        <p:cTn id="10" dur="500"/>
                                        <p:tgtEl>
                                          <p:spTgt spid="12"/>
                                        </p:tgtEl>
                                      </p:cBhvr>
                                    </p:animEffect>
                                  </p:childTnLst>
                                </p:cTn>
                              </p:par>
                              <p:par>
                                <p:cTn id="11" presetID="22" presetClass="entr" presetSubtype="4" fill="hold" grpId="0" nodeType="withEffect">
                                  <p:stCondLst>
                                    <p:cond delay="500"/>
                                  </p:stCondLst>
                                  <p:childTnLst>
                                    <p:set>
                                      <p:cBhvr>
                                        <p:cTn id="12" dur="1" fill="hold">
                                          <p:stCondLst>
                                            <p:cond delay="0"/>
                                          </p:stCondLst>
                                        </p:cTn>
                                        <p:tgtEl>
                                          <p:spTgt spid="14"/>
                                        </p:tgtEl>
                                        <p:attrNameLst>
                                          <p:attrName>style.visibility</p:attrName>
                                        </p:attrNameLst>
                                      </p:cBhvr>
                                      <p:to>
                                        <p:strVal val="visible"/>
                                      </p:to>
                                    </p:set>
                                    <p:animEffect transition="in" filter="wipe(down)">
                                      <p:cBhvr>
                                        <p:cTn id="13" dur="500"/>
                                        <p:tgtEl>
                                          <p:spTgt spid="14"/>
                                        </p:tgtEl>
                                      </p:cBhvr>
                                    </p:animEffect>
                                  </p:childTnLst>
                                </p:cTn>
                              </p:par>
                              <p:par>
                                <p:cTn id="14" presetID="22" presetClass="entr" presetSubtype="4" fill="hold" grpId="0" nodeType="withEffect">
                                  <p:stCondLst>
                                    <p:cond delay="750"/>
                                  </p:stCondLst>
                                  <p:childTnLst>
                                    <p:set>
                                      <p:cBhvr>
                                        <p:cTn id="15" dur="1" fill="hold">
                                          <p:stCondLst>
                                            <p:cond delay="0"/>
                                          </p:stCondLst>
                                        </p:cTn>
                                        <p:tgtEl>
                                          <p:spTgt spid="13"/>
                                        </p:tgtEl>
                                        <p:attrNameLst>
                                          <p:attrName>style.visibility</p:attrName>
                                        </p:attrNameLst>
                                      </p:cBhvr>
                                      <p:to>
                                        <p:strVal val="visible"/>
                                      </p:to>
                                    </p:set>
                                    <p:animEffect transition="in" filter="wipe(down)">
                                      <p:cBhvr>
                                        <p:cTn id="16" dur="500"/>
                                        <p:tgtEl>
                                          <p:spTgt spid="13"/>
                                        </p:tgtEl>
                                      </p:cBhvr>
                                    </p:animEffect>
                                  </p:childTnLst>
                                </p:cTn>
                              </p:par>
                              <p:par>
                                <p:cTn id="17" presetID="10" presetClass="entr" presetSubtype="0" fill="hold" nodeType="withEffect">
                                  <p:stCondLst>
                                    <p:cond delay="75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75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75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par>
                                <p:cTn id="26" presetID="10" presetClass="entr" presetSubtype="0" fill="hold" nodeType="withEffect">
                                  <p:stCondLst>
                                    <p:cond delay="75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childTnLst>
                          </p:cTn>
                        </p:par>
                        <p:par>
                          <p:cTn id="29" fill="hold">
                            <p:stCondLst>
                              <p:cond delay="1250"/>
                            </p:stCondLst>
                            <p:childTnLst>
                              <p:par>
                                <p:cTn id="30" presetID="10" presetClass="entr" presetSubtype="0" fill="hold" grpId="0" nodeType="after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500"/>
                                        <p:tgtEl>
                                          <p:spTgt spid="28"/>
                                        </p:tgtEl>
                                      </p:cBhvr>
                                    </p:animEffect>
                                  </p:childTnLst>
                                </p:cTn>
                              </p:par>
                            </p:childTnLst>
                          </p:cTn>
                        </p:par>
                        <p:par>
                          <p:cTn id="33" fill="hold">
                            <p:stCondLst>
                              <p:cond delay="1750"/>
                            </p:stCondLst>
                            <p:childTnLst>
                              <p:par>
                                <p:cTn id="34" presetID="10" presetClass="entr" presetSubtype="0" fill="hold" grpId="0" nodeType="after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childTnLst>
                          </p:cTn>
                        </p:par>
                        <p:par>
                          <p:cTn id="37" fill="hold">
                            <p:stCondLst>
                              <p:cond delay="2250"/>
                            </p:stCondLst>
                            <p:childTnLst>
                              <p:par>
                                <p:cTn id="38" presetID="10" presetClass="entr" presetSubtype="0" fill="hold" grpId="0" nodeType="after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childTnLst>
                          </p:cTn>
                        </p:par>
                        <p:par>
                          <p:cTn id="41" fill="hold">
                            <p:stCondLst>
                              <p:cond delay="2750"/>
                            </p:stCondLst>
                            <p:childTnLst>
                              <p:par>
                                <p:cTn id="42" presetID="10" presetClass="entr" presetSubtype="0" fill="hold" grpId="0" nodeType="after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fade">
                                      <p:cBhvr>
                                        <p:cTn id="4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28" grpId="0"/>
      <p:bldP spid="29" grpId="0"/>
      <p:bldP spid="30" grpId="0"/>
      <p:bldP spid="31"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4329230" y="2369657"/>
            <a:ext cx="4063137" cy="4862994"/>
          </a:xfrm>
          <a:custGeom>
            <a:avLst/>
            <a:gdLst>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181707 w 4181707"/>
              <a:gd name="connsiteY0" fmla="*/ 5107259 h 5107259"/>
              <a:gd name="connsiteX1" fmla="*/ 1817648 w 4181707"/>
              <a:gd name="connsiteY1" fmla="*/ 5107259 h 5107259"/>
              <a:gd name="connsiteX2" fmla="*/ 1405053 w 4181707"/>
              <a:gd name="connsiteY2" fmla="*/ 4371279 h 5107259"/>
              <a:gd name="connsiteX3" fmla="*/ 267629 w 4181707"/>
              <a:gd name="connsiteY3" fmla="*/ 3925230 h 5107259"/>
              <a:gd name="connsiteX4" fmla="*/ 289931 w 4181707"/>
              <a:gd name="connsiteY4" fmla="*/ 3568391 h 5107259"/>
              <a:gd name="connsiteX5" fmla="*/ 178419 w 4181707"/>
              <a:gd name="connsiteY5" fmla="*/ 3144644 h 5107259"/>
              <a:gd name="connsiteX6" fmla="*/ 0 w 4181707"/>
              <a:gd name="connsiteY6" fmla="*/ 2631688 h 5107259"/>
              <a:gd name="connsiteX7" fmla="*/ 323385 w 4181707"/>
              <a:gd name="connsiteY7" fmla="*/ 2018371 h 5107259"/>
              <a:gd name="connsiteX8" fmla="*/ 3066585 w 4181707"/>
              <a:gd name="connsiteY8" fmla="*/ 0 h 5107259"/>
              <a:gd name="connsiteX9" fmla="*/ 3958683 w 4181707"/>
              <a:gd name="connsiteY9" fmla="*/ 2620537 h 5107259"/>
              <a:gd name="connsiteX10" fmla="*/ 4181707 w 4181707"/>
              <a:gd name="connsiteY10" fmla="*/ 5107259 h 5107259"/>
              <a:gd name="connsiteX0" fmla="*/ 4248384 w 4248384"/>
              <a:gd name="connsiteY0" fmla="*/ 5107259 h 5107259"/>
              <a:gd name="connsiteX1" fmla="*/ 1884325 w 4248384"/>
              <a:gd name="connsiteY1" fmla="*/ 5107259 h 5107259"/>
              <a:gd name="connsiteX2" fmla="*/ 1471730 w 4248384"/>
              <a:gd name="connsiteY2" fmla="*/ 4371279 h 5107259"/>
              <a:gd name="connsiteX3" fmla="*/ 334306 w 4248384"/>
              <a:gd name="connsiteY3" fmla="*/ 3925230 h 5107259"/>
              <a:gd name="connsiteX4" fmla="*/ 356608 w 4248384"/>
              <a:gd name="connsiteY4" fmla="*/ 3568391 h 5107259"/>
              <a:gd name="connsiteX5" fmla="*/ 245096 w 4248384"/>
              <a:gd name="connsiteY5" fmla="*/ 3144644 h 5107259"/>
              <a:gd name="connsiteX6" fmla="*/ 66677 w 4248384"/>
              <a:gd name="connsiteY6" fmla="*/ 2631688 h 5107259"/>
              <a:gd name="connsiteX7" fmla="*/ 390062 w 4248384"/>
              <a:gd name="connsiteY7" fmla="*/ 2018371 h 5107259"/>
              <a:gd name="connsiteX8" fmla="*/ 3133262 w 4248384"/>
              <a:gd name="connsiteY8" fmla="*/ 0 h 5107259"/>
              <a:gd name="connsiteX9" fmla="*/ 4025360 w 4248384"/>
              <a:gd name="connsiteY9" fmla="*/ 2620537 h 5107259"/>
              <a:gd name="connsiteX10" fmla="*/ 4248384 w 4248384"/>
              <a:gd name="connsiteY10" fmla="*/ 5107259 h 5107259"/>
              <a:gd name="connsiteX0" fmla="*/ 4314236 w 4314236"/>
              <a:gd name="connsiteY0" fmla="*/ 5107259 h 5107259"/>
              <a:gd name="connsiteX1" fmla="*/ 1950177 w 4314236"/>
              <a:gd name="connsiteY1" fmla="*/ 5107259 h 5107259"/>
              <a:gd name="connsiteX2" fmla="*/ 1537582 w 4314236"/>
              <a:gd name="connsiteY2" fmla="*/ 4371279 h 5107259"/>
              <a:gd name="connsiteX3" fmla="*/ 400158 w 4314236"/>
              <a:gd name="connsiteY3" fmla="*/ 3925230 h 5107259"/>
              <a:gd name="connsiteX4" fmla="*/ 422460 w 4314236"/>
              <a:gd name="connsiteY4" fmla="*/ 3568391 h 5107259"/>
              <a:gd name="connsiteX5" fmla="*/ 310948 w 4314236"/>
              <a:gd name="connsiteY5" fmla="*/ 3144644 h 5107259"/>
              <a:gd name="connsiteX6" fmla="*/ 132529 w 4314236"/>
              <a:gd name="connsiteY6" fmla="*/ 2631688 h 5107259"/>
              <a:gd name="connsiteX7" fmla="*/ 455914 w 4314236"/>
              <a:gd name="connsiteY7" fmla="*/ 2018371 h 5107259"/>
              <a:gd name="connsiteX8" fmla="*/ 3199114 w 4314236"/>
              <a:gd name="connsiteY8" fmla="*/ 0 h 5107259"/>
              <a:gd name="connsiteX9" fmla="*/ 4091212 w 4314236"/>
              <a:gd name="connsiteY9" fmla="*/ 2620537 h 5107259"/>
              <a:gd name="connsiteX10" fmla="*/ 4314236 w 4314236"/>
              <a:gd name="connsiteY10" fmla="*/ 5107259 h 5107259"/>
              <a:gd name="connsiteX0" fmla="*/ 4314236 w 4314236"/>
              <a:gd name="connsiteY0" fmla="*/ 5107259 h 5107259"/>
              <a:gd name="connsiteX1" fmla="*/ 1950177 w 4314236"/>
              <a:gd name="connsiteY1" fmla="*/ 5107259 h 5107259"/>
              <a:gd name="connsiteX2" fmla="*/ 1537582 w 4314236"/>
              <a:gd name="connsiteY2" fmla="*/ 4371279 h 5107259"/>
              <a:gd name="connsiteX3" fmla="*/ 400158 w 4314236"/>
              <a:gd name="connsiteY3" fmla="*/ 3925230 h 5107259"/>
              <a:gd name="connsiteX4" fmla="*/ 422460 w 4314236"/>
              <a:gd name="connsiteY4" fmla="*/ 3568391 h 5107259"/>
              <a:gd name="connsiteX5" fmla="*/ 310948 w 4314236"/>
              <a:gd name="connsiteY5" fmla="*/ 3144644 h 5107259"/>
              <a:gd name="connsiteX6" fmla="*/ 132529 w 4314236"/>
              <a:gd name="connsiteY6" fmla="*/ 2631688 h 5107259"/>
              <a:gd name="connsiteX7" fmla="*/ 455914 w 4314236"/>
              <a:gd name="connsiteY7" fmla="*/ 2018371 h 5107259"/>
              <a:gd name="connsiteX8" fmla="*/ 3199114 w 4314236"/>
              <a:gd name="connsiteY8" fmla="*/ 0 h 5107259"/>
              <a:gd name="connsiteX9" fmla="*/ 4091212 w 4314236"/>
              <a:gd name="connsiteY9" fmla="*/ 2620537 h 5107259"/>
              <a:gd name="connsiteX10" fmla="*/ 4314236 w 4314236"/>
              <a:gd name="connsiteY10" fmla="*/ 5107259 h 5107259"/>
              <a:gd name="connsiteX0" fmla="*/ 4314236 w 4314236"/>
              <a:gd name="connsiteY0" fmla="*/ 5107259 h 5107259"/>
              <a:gd name="connsiteX1" fmla="*/ 1950177 w 4314236"/>
              <a:gd name="connsiteY1" fmla="*/ 5107259 h 5107259"/>
              <a:gd name="connsiteX2" fmla="*/ 1537582 w 4314236"/>
              <a:gd name="connsiteY2" fmla="*/ 4371279 h 5107259"/>
              <a:gd name="connsiteX3" fmla="*/ 400158 w 4314236"/>
              <a:gd name="connsiteY3" fmla="*/ 3925230 h 5107259"/>
              <a:gd name="connsiteX4" fmla="*/ 422460 w 4314236"/>
              <a:gd name="connsiteY4" fmla="*/ 3568391 h 5107259"/>
              <a:gd name="connsiteX5" fmla="*/ 310948 w 4314236"/>
              <a:gd name="connsiteY5" fmla="*/ 3144644 h 5107259"/>
              <a:gd name="connsiteX6" fmla="*/ 132529 w 4314236"/>
              <a:gd name="connsiteY6" fmla="*/ 2631688 h 5107259"/>
              <a:gd name="connsiteX7" fmla="*/ 455914 w 4314236"/>
              <a:gd name="connsiteY7" fmla="*/ 2018371 h 5107259"/>
              <a:gd name="connsiteX8" fmla="*/ 3199114 w 4314236"/>
              <a:gd name="connsiteY8" fmla="*/ 0 h 5107259"/>
              <a:gd name="connsiteX9" fmla="*/ 4091212 w 4314236"/>
              <a:gd name="connsiteY9" fmla="*/ 2620537 h 5107259"/>
              <a:gd name="connsiteX10" fmla="*/ 4314236 w 4314236"/>
              <a:gd name="connsiteY10" fmla="*/ 5107259 h 5107259"/>
              <a:gd name="connsiteX0" fmla="*/ 4314236 w 4314236"/>
              <a:gd name="connsiteY0" fmla="*/ 5107259 h 5107259"/>
              <a:gd name="connsiteX1" fmla="*/ 1950177 w 4314236"/>
              <a:gd name="connsiteY1" fmla="*/ 5107259 h 5107259"/>
              <a:gd name="connsiteX2" fmla="*/ 1537582 w 4314236"/>
              <a:gd name="connsiteY2" fmla="*/ 4371279 h 5107259"/>
              <a:gd name="connsiteX3" fmla="*/ 400158 w 4314236"/>
              <a:gd name="connsiteY3" fmla="*/ 3925230 h 5107259"/>
              <a:gd name="connsiteX4" fmla="*/ 422460 w 4314236"/>
              <a:gd name="connsiteY4" fmla="*/ 3568391 h 5107259"/>
              <a:gd name="connsiteX5" fmla="*/ 310948 w 4314236"/>
              <a:gd name="connsiteY5" fmla="*/ 3144644 h 5107259"/>
              <a:gd name="connsiteX6" fmla="*/ 132529 w 4314236"/>
              <a:gd name="connsiteY6" fmla="*/ 2631688 h 5107259"/>
              <a:gd name="connsiteX7" fmla="*/ 455914 w 4314236"/>
              <a:gd name="connsiteY7" fmla="*/ 2018371 h 5107259"/>
              <a:gd name="connsiteX8" fmla="*/ 3199114 w 4314236"/>
              <a:gd name="connsiteY8" fmla="*/ 0 h 5107259"/>
              <a:gd name="connsiteX9" fmla="*/ 4091212 w 4314236"/>
              <a:gd name="connsiteY9" fmla="*/ 2620537 h 5107259"/>
              <a:gd name="connsiteX10" fmla="*/ 4314236 w 4314236"/>
              <a:gd name="connsiteY10" fmla="*/ 5107259 h 5107259"/>
              <a:gd name="connsiteX0" fmla="*/ 4314236 w 4314236"/>
              <a:gd name="connsiteY0" fmla="*/ 5107259 h 5107259"/>
              <a:gd name="connsiteX1" fmla="*/ 1950177 w 4314236"/>
              <a:gd name="connsiteY1" fmla="*/ 5107259 h 5107259"/>
              <a:gd name="connsiteX2" fmla="*/ 1537582 w 4314236"/>
              <a:gd name="connsiteY2" fmla="*/ 4371279 h 5107259"/>
              <a:gd name="connsiteX3" fmla="*/ 400158 w 4314236"/>
              <a:gd name="connsiteY3" fmla="*/ 3925230 h 5107259"/>
              <a:gd name="connsiteX4" fmla="*/ 422460 w 4314236"/>
              <a:gd name="connsiteY4" fmla="*/ 3568391 h 5107259"/>
              <a:gd name="connsiteX5" fmla="*/ 310948 w 4314236"/>
              <a:gd name="connsiteY5" fmla="*/ 3144644 h 5107259"/>
              <a:gd name="connsiteX6" fmla="*/ 132529 w 4314236"/>
              <a:gd name="connsiteY6" fmla="*/ 2631688 h 5107259"/>
              <a:gd name="connsiteX7" fmla="*/ 455914 w 4314236"/>
              <a:gd name="connsiteY7" fmla="*/ 2018371 h 5107259"/>
              <a:gd name="connsiteX8" fmla="*/ 3199114 w 4314236"/>
              <a:gd name="connsiteY8" fmla="*/ 0 h 5107259"/>
              <a:gd name="connsiteX9" fmla="*/ 4091212 w 4314236"/>
              <a:gd name="connsiteY9" fmla="*/ 2620537 h 5107259"/>
              <a:gd name="connsiteX10" fmla="*/ 4314236 w 4314236"/>
              <a:gd name="connsiteY10" fmla="*/ 5107259 h 5107259"/>
              <a:gd name="connsiteX0" fmla="*/ 4314236 w 4314236"/>
              <a:gd name="connsiteY0" fmla="*/ 5266175 h 5266175"/>
              <a:gd name="connsiteX1" fmla="*/ 1950177 w 4314236"/>
              <a:gd name="connsiteY1" fmla="*/ 5266175 h 5266175"/>
              <a:gd name="connsiteX2" fmla="*/ 1537582 w 4314236"/>
              <a:gd name="connsiteY2" fmla="*/ 4530195 h 5266175"/>
              <a:gd name="connsiteX3" fmla="*/ 400158 w 4314236"/>
              <a:gd name="connsiteY3" fmla="*/ 4084146 h 5266175"/>
              <a:gd name="connsiteX4" fmla="*/ 422460 w 4314236"/>
              <a:gd name="connsiteY4" fmla="*/ 3727307 h 5266175"/>
              <a:gd name="connsiteX5" fmla="*/ 310948 w 4314236"/>
              <a:gd name="connsiteY5" fmla="*/ 3303560 h 5266175"/>
              <a:gd name="connsiteX6" fmla="*/ 132529 w 4314236"/>
              <a:gd name="connsiteY6" fmla="*/ 2790604 h 5266175"/>
              <a:gd name="connsiteX7" fmla="*/ 455914 w 4314236"/>
              <a:gd name="connsiteY7" fmla="*/ 2177287 h 5266175"/>
              <a:gd name="connsiteX8" fmla="*/ 3199114 w 4314236"/>
              <a:gd name="connsiteY8" fmla="*/ 158916 h 5266175"/>
              <a:gd name="connsiteX9" fmla="*/ 4091212 w 4314236"/>
              <a:gd name="connsiteY9" fmla="*/ 2779453 h 5266175"/>
              <a:gd name="connsiteX10" fmla="*/ 4314236 w 4314236"/>
              <a:gd name="connsiteY10" fmla="*/ 5266175 h 5266175"/>
              <a:gd name="connsiteX0" fmla="*/ 4314236 w 4314236"/>
              <a:gd name="connsiteY0" fmla="*/ 5266175 h 5266175"/>
              <a:gd name="connsiteX1" fmla="*/ 1950177 w 4314236"/>
              <a:gd name="connsiteY1" fmla="*/ 5266175 h 5266175"/>
              <a:gd name="connsiteX2" fmla="*/ 1537582 w 4314236"/>
              <a:gd name="connsiteY2" fmla="*/ 4530195 h 5266175"/>
              <a:gd name="connsiteX3" fmla="*/ 400158 w 4314236"/>
              <a:gd name="connsiteY3" fmla="*/ 4084146 h 5266175"/>
              <a:gd name="connsiteX4" fmla="*/ 422460 w 4314236"/>
              <a:gd name="connsiteY4" fmla="*/ 3727307 h 5266175"/>
              <a:gd name="connsiteX5" fmla="*/ 310948 w 4314236"/>
              <a:gd name="connsiteY5" fmla="*/ 3303560 h 5266175"/>
              <a:gd name="connsiteX6" fmla="*/ 132529 w 4314236"/>
              <a:gd name="connsiteY6" fmla="*/ 2790604 h 5266175"/>
              <a:gd name="connsiteX7" fmla="*/ 455914 w 4314236"/>
              <a:gd name="connsiteY7" fmla="*/ 2177287 h 5266175"/>
              <a:gd name="connsiteX8" fmla="*/ 3199114 w 4314236"/>
              <a:gd name="connsiteY8" fmla="*/ 158916 h 5266175"/>
              <a:gd name="connsiteX9" fmla="*/ 4091212 w 4314236"/>
              <a:gd name="connsiteY9" fmla="*/ 2779453 h 5266175"/>
              <a:gd name="connsiteX10" fmla="*/ 4314236 w 4314236"/>
              <a:gd name="connsiteY10" fmla="*/ 5266175 h 5266175"/>
              <a:gd name="connsiteX0" fmla="*/ 4314236 w 4400003"/>
              <a:gd name="connsiteY0" fmla="*/ 5266175 h 5266175"/>
              <a:gd name="connsiteX1" fmla="*/ 1950177 w 4400003"/>
              <a:gd name="connsiteY1" fmla="*/ 5266175 h 5266175"/>
              <a:gd name="connsiteX2" fmla="*/ 1537582 w 4400003"/>
              <a:gd name="connsiteY2" fmla="*/ 4530195 h 5266175"/>
              <a:gd name="connsiteX3" fmla="*/ 400158 w 4400003"/>
              <a:gd name="connsiteY3" fmla="*/ 4084146 h 5266175"/>
              <a:gd name="connsiteX4" fmla="*/ 422460 w 4400003"/>
              <a:gd name="connsiteY4" fmla="*/ 3727307 h 5266175"/>
              <a:gd name="connsiteX5" fmla="*/ 310948 w 4400003"/>
              <a:gd name="connsiteY5" fmla="*/ 3303560 h 5266175"/>
              <a:gd name="connsiteX6" fmla="*/ 132529 w 4400003"/>
              <a:gd name="connsiteY6" fmla="*/ 2790604 h 5266175"/>
              <a:gd name="connsiteX7" fmla="*/ 455914 w 4400003"/>
              <a:gd name="connsiteY7" fmla="*/ 2177287 h 5266175"/>
              <a:gd name="connsiteX8" fmla="*/ 3199114 w 4400003"/>
              <a:gd name="connsiteY8" fmla="*/ 158916 h 5266175"/>
              <a:gd name="connsiteX9" fmla="*/ 4091212 w 4400003"/>
              <a:gd name="connsiteY9" fmla="*/ 2779453 h 5266175"/>
              <a:gd name="connsiteX10" fmla="*/ 4314236 w 4400003"/>
              <a:gd name="connsiteY10" fmla="*/ 5266175 h 5266175"/>
              <a:gd name="connsiteX0" fmla="*/ 4314236 w 4400003"/>
              <a:gd name="connsiteY0" fmla="*/ 5266175 h 5266175"/>
              <a:gd name="connsiteX1" fmla="*/ 1950177 w 4400003"/>
              <a:gd name="connsiteY1" fmla="*/ 5266175 h 5266175"/>
              <a:gd name="connsiteX2" fmla="*/ 1537582 w 4400003"/>
              <a:gd name="connsiteY2" fmla="*/ 4530195 h 5266175"/>
              <a:gd name="connsiteX3" fmla="*/ 400158 w 4400003"/>
              <a:gd name="connsiteY3" fmla="*/ 4084146 h 5266175"/>
              <a:gd name="connsiteX4" fmla="*/ 422460 w 4400003"/>
              <a:gd name="connsiteY4" fmla="*/ 3727307 h 5266175"/>
              <a:gd name="connsiteX5" fmla="*/ 310948 w 4400003"/>
              <a:gd name="connsiteY5" fmla="*/ 3303560 h 5266175"/>
              <a:gd name="connsiteX6" fmla="*/ 132529 w 4400003"/>
              <a:gd name="connsiteY6" fmla="*/ 2790604 h 5266175"/>
              <a:gd name="connsiteX7" fmla="*/ 455914 w 4400003"/>
              <a:gd name="connsiteY7" fmla="*/ 2177287 h 5266175"/>
              <a:gd name="connsiteX8" fmla="*/ 3199114 w 4400003"/>
              <a:gd name="connsiteY8" fmla="*/ 158916 h 5266175"/>
              <a:gd name="connsiteX9" fmla="*/ 4091212 w 4400003"/>
              <a:gd name="connsiteY9" fmla="*/ 2779453 h 5266175"/>
              <a:gd name="connsiteX10" fmla="*/ 4314236 w 4400003"/>
              <a:gd name="connsiteY10" fmla="*/ 5266175 h 5266175"/>
              <a:gd name="connsiteX0" fmla="*/ 4314236 w 4400003"/>
              <a:gd name="connsiteY0" fmla="*/ 5266175 h 5266175"/>
              <a:gd name="connsiteX1" fmla="*/ 1950177 w 4400003"/>
              <a:gd name="connsiteY1" fmla="*/ 5266175 h 5266175"/>
              <a:gd name="connsiteX2" fmla="*/ 1537582 w 4400003"/>
              <a:gd name="connsiteY2" fmla="*/ 4530195 h 5266175"/>
              <a:gd name="connsiteX3" fmla="*/ 400158 w 4400003"/>
              <a:gd name="connsiteY3" fmla="*/ 4084146 h 5266175"/>
              <a:gd name="connsiteX4" fmla="*/ 422460 w 4400003"/>
              <a:gd name="connsiteY4" fmla="*/ 3727307 h 5266175"/>
              <a:gd name="connsiteX5" fmla="*/ 310948 w 4400003"/>
              <a:gd name="connsiteY5" fmla="*/ 3303560 h 5266175"/>
              <a:gd name="connsiteX6" fmla="*/ 132529 w 4400003"/>
              <a:gd name="connsiteY6" fmla="*/ 2790604 h 5266175"/>
              <a:gd name="connsiteX7" fmla="*/ 455914 w 4400003"/>
              <a:gd name="connsiteY7" fmla="*/ 2177287 h 5266175"/>
              <a:gd name="connsiteX8" fmla="*/ 3199114 w 4400003"/>
              <a:gd name="connsiteY8" fmla="*/ 158916 h 5266175"/>
              <a:gd name="connsiteX9" fmla="*/ 4091212 w 4400003"/>
              <a:gd name="connsiteY9" fmla="*/ 2779453 h 5266175"/>
              <a:gd name="connsiteX10" fmla="*/ 4314236 w 4400003"/>
              <a:gd name="connsiteY10" fmla="*/ 5266175 h 526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00003" h="5266175">
                <a:moveTo>
                  <a:pt x="4314236" y="5266175"/>
                </a:moveTo>
                <a:lnTo>
                  <a:pt x="1950177" y="5266175"/>
                </a:lnTo>
                <a:lnTo>
                  <a:pt x="1537582" y="4530195"/>
                </a:lnTo>
                <a:cubicBezTo>
                  <a:pt x="355553" y="4838712"/>
                  <a:pt x="199436" y="4533912"/>
                  <a:pt x="400158" y="4084146"/>
                </a:cubicBezTo>
                <a:cubicBezTo>
                  <a:pt x="262627" y="3864839"/>
                  <a:pt x="303514" y="3823951"/>
                  <a:pt x="422460" y="3727307"/>
                </a:cubicBezTo>
                <a:cubicBezTo>
                  <a:pt x="117660" y="3742175"/>
                  <a:pt x="348119" y="3444809"/>
                  <a:pt x="310948" y="3303560"/>
                </a:cubicBezTo>
                <a:cubicBezTo>
                  <a:pt x="-149969" y="3188331"/>
                  <a:pt x="2431" y="2983891"/>
                  <a:pt x="132529" y="2790604"/>
                </a:cubicBezTo>
                <a:cubicBezTo>
                  <a:pt x="262626" y="2597316"/>
                  <a:pt x="392724" y="2404028"/>
                  <a:pt x="455914" y="2177287"/>
                </a:cubicBezTo>
                <a:cubicBezTo>
                  <a:pt x="-123949" y="645853"/>
                  <a:pt x="2061690" y="-417230"/>
                  <a:pt x="3199114" y="158916"/>
                </a:cubicBezTo>
                <a:cubicBezTo>
                  <a:pt x="4254763" y="653286"/>
                  <a:pt x="4775154" y="1749824"/>
                  <a:pt x="4091212" y="2779453"/>
                </a:cubicBezTo>
                <a:cubicBezTo>
                  <a:pt x="3797563" y="3441092"/>
                  <a:pt x="3793846" y="4849863"/>
                  <a:pt x="4314236" y="5266175"/>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3" name="组合 2"/>
          <p:cNvGrpSpPr/>
          <p:nvPr/>
        </p:nvGrpSpPr>
        <p:grpSpPr>
          <a:xfrm>
            <a:off x="5245699" y="2355552"/>
            <a:ext cx="1853784" cy="1853784"/>
            <a:chOff x="4973638" y="2233535"/>
            <a:chExt cx="1757758" cy="1757758"/>
          </a:xfrm>
        </p:grpSpPr>
        <p:sp>
          <p:nvSpPr>
            <p:cNvPr id="12" name="椭圆 11"/>
            <p:cNvSpPr/>
            <p:nvPr/>
          </p:nvSpPr>
          <p:spPr>
            <a:xfrm>
              <a:off x="4973638" y="2233535"/>
              <a:ext cx="1757758" cy="1757758"/>
            </a:xfrm>
            <a:prstGeom prst="ellipse">
              <a:avLst/>
            </a:prstGeom>
            <a:solidFill>
              <a:srgbClr val="247CA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2" name="Freeform 22"/>
            <p:cNvSpPr>
              <a:spLocks noEditPoints="1"/>
            </p:cNvSpPr>
            <p:nvPr/>
          </p:nvSpPr>
          <p:spPr bwMode="auto">
            <a:xfrm>
              <a:off x="5557910" y="2721122"/>
              <a:ext cx="591758" cy="694926"/>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grpSp>
      <p:grpSp>
        <p:nvGrpSpPr>
          <p:cNvPr id="43" name="组合 42"/>
          <p:cNvGrpSpPr/>
          <p:nvPr/>
        </p:nvGrpSpPr>
        <p:grpSpPr>
          <a:xfrm>
            <a:off x="7016986" y="5359460"/>
            <a:ext cx="1072475" cy="1072475"/>
            <a:chOff x="6653172" y="5081840"/>
            <a:chExt cx="1016921" cy="1016921"/>
          </a:xfrm>
        </p:grpSpPr>
        <p:sp>
          <p:nvSpPr>
            <p:cNvPr id="14" name="椭圆 13"/>
            <p:cNvSpPr/>
            <p:nvPr/>
          </p:nvSpPr>
          <p:spPr>
            <a:xfrm>
              <a:off x="6653172" y="5081840"/>
              <a:ext cx="1016921" cy="1016921"/>
            </a:xfrm>
            <a:prstGeom prst="ellipse">
              <a:avLst/>
            </a:prstGeom>
            <a:solidFill>
              <a:srgbClr val="247CA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3" name="Freeform 14"/>
            <p:cNvSpPr>
              <a:spLocks noEditPoints="1"/>
            </p:cNvSpPr>
            <p:nvPr/>
          </p:nvSpPr>
          <p:spPr bwMode="auto">
            <a:xfrm>
              <a:off x="6929992" y="5359593"/>
              <a:ext cx="463280" cy="461414"/>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2" name="组合 41"/>
          <p:cNvGrpSpPr/>
          <p:nvPr/>
        </p:nvGrpSpPr>
        <p:grpSpPr>
          <a:xfrm>
            <a:off x="5463680" y="4447126"/>
            <a:ext cx="1552905" cy="1552905"/>
            <a:chOff x="5180327" y="4216765"/>
            <a:chExt cx="1472465" cy="1472465"/>
          </a:xfrm>
        </p:grpSpPr>
        <p:sp>
          <p:nvSpPr>
            <p:cNvPr id="16" name="椭圆 15"/>
            <p:cNvSpPr/>
            <p:nvPr/>
          </p:nvSpPr>
          <p:spPr>
            <a:xfrm>
              <a:off x="5180327" y="4216765"/>
              <a:ext cx="1472465" cy="1472465"/>
            </a:xfrm>
            <a:prstGeom prst="ellipse">
              <a:avLst/>
            </a:prstGeom>
            <a:solidFill>
              <a:srgbClr val="247CA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 name="Freeform 26"/>
            <p:cNvSpPr>
              <a:spLocks noEditPoints="1"/>
            </p:cNvSpPr>
            <p:nvPr/>
          </p:nvSpPr>
          <p:spPr bwMode="auto">
            <a:xfrm>
              <a:off x="5701829" y="4723813"/>
              <a:ext cx="429459" cy="451204"/>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1" name="组合 40"/>
          <p:cNvGrpSpPr/>
          <p:nvPr/>
        </p:nvGrpSpPr>
        <p:grpSpPr>
          <a:xfrm>
            <a:off x="6982615" y="3694937"/>
            <a:ext cx="1552905" cy="1552905"/>
            <a:chOff x="6620582" y="3503539"/>
            <a:chExt cx="1472465" cy="1472465"/>
          </a:xfrm>
        </p:grpSpPr>
        <p:sp>
          <p:nvSpPr>
            <p:cNvPr id="15" name="椭圆 14"/>
            <p:cNvSpPr/>
            <p:nvPr/>
          </p:nvSpPr>
          <p:spPr>
            <a:xfrm>
              <a:off x="6620582" y="3503539"/>
              <a:ext cx="1472465" cy="1472465"/>
            </a:xfrm>
            <a:prstGeom prst="ellipse">
              <a:avLst/>
            </a:prstGeom>
            <a:solidFill>
              <a:srgbClr val="247CA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5" name="Freeform 33"/>
            <p:cNvSpPr>
              <a:spLocks noEditPoints="1"/>
            </p:cNvSpPr>
            <p:nvPr/>
          </p:nvSpPr>
          <p:spPr bwMode="auto">
            <a:xfrm>
              <a:off x="7070412" y="3971112"/>
              <a:ext cx="583900" cy="548381"/>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 name="组合 3"/>
          <p:cNvGrpSpPr/>
          <p:nvPr/>
        </p:nvGrpSpPr>
        <p:grpSpPr>
          <a:xfrm>
            <a:off x="7186835" y="2423495"/>
            <a:ext cx="1072475" cy="1072475"/>
            <a:chOff x="6814223" y="2297958"/>
            <a:chExt cx="1016921" cy="1016921"/>
          </a:xfrm>
        </p:grpSpPr>
        <p:sp>
          <p:nvSpPr>
            <p:cNvPr id="13" name="椭圆 12"/>
            <p:cNvSpPr/>
            <p:nvPr/>
          </p:nvSpPr>
          <p:spPr>
            <a:xfrm>
              <a:off x="6814223" y="2297958"/>
              <a:ext cx="1016921" cy="1016921"/>
            </a:xfrm>
            <a:prstGeom prst="ellipse">
              <a:avLst/>
            </a:prstGeom>
            <a:solidFill>
              <a:srgbClr val="247CA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Freeform 32"/>
            <p:cNvSpPr>
              <a:spLocks noEditPoints="1"/>
            </p:cNvSpPr>
            <p:nvPr/>
          </p:nvSpPr>
          <p:spPr bwMode="auto">
            <a:xfrm>
              <a:off x="7143829" y="2567948"/>
              <a:ext cx="437805" cy="467870"/>
            </a:xfrm>
            <a:custGeom>
              <a:avLst/>
              <a:gdLst>
                <a:gd name="T0" fmla="*/ 171 w 568"/>
                <a:gd name="T1" fmla="*/ 92 h 606"/>
                <a:gd name="T2" fmla="*/ 372 w 568"/>
                <a:gd name="T3" fmla="*/ 67 h 606"/>
                <a:gd name="T4" fmla="*/ 300 w 568"/>
                <a:gd name="T5" fmla="*/ 41 h 606"/>
                <a:gd name="T6" fmla="*/ 217 w 568"/>
                <a:gd name="T7" fmla="*/ 41 h 606"/>
                <a:gd name="T8" fmla="*/ 145 w 568"/>
                <a:gd name="T9" fmla="*/ 67 h 606"/>
                <a:gd name="T10" fmla="*/ 468 w 568"/>
                <a:gd name="T11" fmla="*/ 525 h 606"/>
                <a:gd name="T12" fmla="*/ 475 w 568"/>
                <a:gd name="T13" fmla="*/ 507 h 606"/>
                <a:gd name="T14" fmla="*/ 443 w 568"/>
                <a:gd name="T15" fmla="*/ 393 h 606"/>
                <a:gd name="T16" fmla="*/ 422 w 568"/>
                <a:gd name="T17" fmla="*/ 393 h 606"/>
                <a:gd name="T18" fmla="*/ 422 w 568"/>
                <a:gd name="T19" fmla="*/ 481 h 606"/>
                <a:gd name="T20" fmla="*/ 422 w 568"/>
                <a:gd name="T21" fmla="*/ 483 h 606"/>
                <a:gd name="T22" fmla="*/ 423 w 568"/>
                <a:gd name="T23" fmla="*/ 484 h 606"/>
                <a:gd name="T24" fmla="*/ 425 w 568"/>
                <a:gd name="T25" fmla="*/ 486 h 606"/>
                <a:gd name="T26" fmla="*/ 541 w 568"/>
                <a:gd name="T27" fmla="*/ 400 h 606"/>
                <a:gd name="T28" fmla="*/ 432 w 568"/>
                <a:gd name="T29" fmla="*/ 342 h 606"/>
                <a:gd name="T30" fmla="*/ 407 w 568"/>
                <a:gd name="T31" fmla="*/ 604 h 606"/>
                <a:gd name="T32" fmla="*/ 562 w 568"/>
                <a:gd name="T33" fmla="*/ 499 h 606"/>
                <a:gd name="T34" fmla="*/ 542 w 568"/>
                <a:gd name="T35" fmla="*/ 495 h 606"/>
                <a:gd name="T36" fmla="*/ 432 w 568"/>
                <a:gd name="T37" fmla="*/ 586 h 606"/>
                <a:gd name="T38" fmla="*/ 323 w 568"/>
                <a:gd name="T39" fmla="*/ 453 h 606"/>
                <a:gd name="T40" fmla="*/ 453 w 568"/>
                <a:gd name="T41" fmla="*/ 364 h 606"/>
                <a:gd name="T42" fmla="*/ 542 w 568"/>
                <a:gd name="T43" fmla="*/ 495 h 606"/>
                <a:gd name="T44" fmla="*/ 190 w 568"/>
                <a:gd name="T45" fmla="*/ 494 h 606"/>
                <a:gd name="T46" fmla="*/ 325 w 568"/>
                <a:gd name="T47" fmla="*/ 360 h 606"/>
                <a:gd name="T48" fmla="*/ 353 w 568"/>
                <a:gd name="T49" fmla="*/ 339 h 606"/>
                <a:gd name="T50" fmla="*/ 491 w 568"/>
                <a:gd name="T51" fmla="*/ 205 h 606"/>
                <a:gd name="T52" fmla="*/ 496 w 568"/>
                <a:gd name="T53" fmla="*/ 331 h 606"/>
                <a:gd name="T54" fmla="*/ 518 w 568"/>
                <a:gd name="T55" fmla="*/ 339 h 606"/>
                <a:gd name="T56" fmla="*/ 518 w 568"/>
                <a:gd name="T57" fmla="*/ 139 h 606"/>
                <a:gd name="T58" fmla="*/ 27 w 568"/>
                <a:gd name="T59" fmla="*/ 112 h 606"/>
                <a:gd name="T60" fmla="*/ 0 w 568"/>
                <a:gd name="T61" fmla="*/ 211 h 606"/>
                <a:gd name="T62" fmla="*/ 0 w 568"/>
                <a:gd name="T63" fmla="*/ 360 h 606"/>
                <a:gd name="T64" fmla="*/ 0 w 568"/>
                <a:gd name="T65" fmla="*/ 504 h 606"/>
                <a:gd name="T66" fmla="*/ 286 w 568"/>
                <a:gd name="T67" fmla="*/ 531 h 606"/>
                <a:gd name="T68" fmla="*/ 21 w 568"/>
                <a:gd name="T69" fmla="*/ 211 h 606"/>
                <a:gd name="T70" fmla="*/ 27 w 568"/>
                <a:gd name="T71" fmla="*/ 205 h 606"/>
                <a:gd name="T72" fmla="*/ 169 w 568"/>
                <a:gd name="T73" fmla="*/ 339 h 606"/>
                <a:gd name="T74" fmla="*/ 21 w 568"/>
                <a:gd name="T75" fmla="*/ 211 h 606"/>
                <a:gd name="T76" fmla="*/ 169 w 568"/>
                <a:gd name="T77" fmla="*/ 360 h 606"/>
                <a:gd name="T78" fmla="*/ 27 w 568"/>
                <a:gd name="T79" fmla="*/ 494 h 606"/>
                <a:gd name="T80" fmla="*/ 21 w 568"/>
                <a:gd name="T81" fmla="*/ 360 h 606"/>
                <a:gd name="T82" fmla="*/ 190 w 568"/>
                <a:gd name="T83" fmla="*/ 339 h 606"/>
                <a:gd name="T84" fmla="*/ 190 w 568"/>
                <a:gd name="T85" fmla="*/ 205 h 606"/>
                <a:gd name="T86" fmla="*/ 332 w 568"/>
                <a:gd name="T87" fmla="*/ 339 h 606"/>
                <a:gd name="T88" fmla="*/ 342 w 568"/>
                <a:gd name="T89" fmla="*/ 139 h 606"/>
                <a:gd name="T90" fmla="*/ 361 w 568"/>
                <a:gd name="T91" fmla="*/ 157 h 606"/>
                <a:gd name="T92" fmla="*/ 324 w 568"/>
                <a:gd name="T93" fmla="*/ 157 h 606"/>
                <a:gd name="T94" fmla="*/ 180 w 568"/>
                <a:gd name="T95" fmla="*/ 139 h 606"/>
                <a:gd name="T96" fmla="*/ 198 w 568"/>
                <a:gd name="T97" fmla="*/ 157 h 606"/>
                <a:gd name="T98" fmla="*/ 161 w 568"/>
                <a:gd name="T99" fmla="*/ 15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8" h="606">
                  <a:moveTo>
                    <a:pt x="145" y="67"/>
                  </a:moveTo>
                  <a:cubicBezTo>
                    <a:pt x="145" y="81"/>
                    <a:pt x="157" y="92"/>
                    <a:pt x="171" y="92"/>
                  </a:cubicBezTo>
                  <a:lnTo>
                    <a:pt x="347" y="92"/>
                  </a:lnTo>
                  <a:cubicBezTo>
                    <a:pt x="361" y="92"/>
                    <a:pt x="372" y="81"/>
                    <a:pt x="372" y="67"/>
                  </a:cubicBezTo>
                  <a:cubicBezTo>
                    <a:pt x="372" y="53"/>
                    <a:pt x="361" y="41"/>
                    <a:pt x="347" y="41"/>
                  </a:cubicBezTo>
                  <a:lnTo>
                    <a:pt x="300" y="41"/>
                  </a:lnTo>
                  <a:cubicBezTo>
                    <a:pt x="300" y="18"/>
                    <a:pt x="282" y="0"/>
                    <a:pt x="259" y="0"/>
                  </a:cubicBezTo>
                  <a:cubicBezTo>
                    <a:pt x="236" y="0"/>
                    <a:pt x="217" y="18"/>
                    <a:pt x="217" y="41"/>
                  </a:cubicBezTo>
                  <a:lnTo>
                    <a:pt x="171" y="41"/>
                  </a:lnTo>
                  <a:cubicBezTo>
                    <a:pt x="157" y="41"/>
                    <a:pt x="145" y="53"/>
                    <a:pt x="145" y="67"/>
                  </a:cubicBezTo>
                  <a:close/>
                  <a:moveTo>
                    <a:pt x="460" y="522"/>
                  </a:moveTo>
                  <a:cubicBezTo>
                    <a:pt x="462" y="524"/>
                    <a:pt x="465" y="525"/>
                    <a:pt x="468" y="525"/>
                  </a:cubicBezTo>
                  <a:cubicBezTo>
                    <a:pt x="471" y="525"/>
                    <a:pt x="473" y="524"/>
                    <a:pt x="475" y="522"/>
                  </a:cubicBezTo>
                  <a:cubicBezTo>
                    <a:pt x="480" y="517"/>
                    <a:pt x="480" y="511"/>
                    <a:pt x="475" y="507"/>
                  </a:cubicBezTo>
                  <a:lnTo>
                    <a:pt x="443" y="474"/>
                  </a:lnTo>
                  <a:lnTo>
                    <a:pt x="443" y="393"/>
                  </a:lnTo>
                  <a:cubicBezTo>
                    <a:pt x="443" y="387"/>
                    <a:pt x="438" y="382"/>
                    <a:pt x="432" y="382"/>
                  </a:cubicBezTo>
                  <a:cubicBezTo>
                    <a:pt x="426" y="382"/>
                    <a:pt x="422" y="387"/>
                    <a:pt x="422" y="393"/>
                  </a:cubicBezTo>
                  <a:lnTo>
                    <a:pt x="422" y="478"/>
                  </a:lnTo>
                  <a:cubicBezTo>
                    <a:pt x="422" y="479"/>
                    <a:pt x="422" y="480"/>
                    <a:pt x="422" y="481"/>
                  </a:cubicBezTo>
                  <a:cubicBezTo>
                    <a:pt x="422" y="481"/>
                    <a:pt x="422" y="481"/>
                    <a:pt x="422" y="481"/>
                  </a:cubicBezTo>
                  <a:cubicBezTo>
                    <a:pt x="422" y="482"/>
                    <a:pt x="422" y="482"/>
                    <a:pt x="422" y="483"/>
                  </a:cubicBezTo>
                  <a:cubicBezTo>
                    <a:pt x="423" y="483"/>
                    <a:pt x="423" y="483"/>
                    <a:pt x="423" y="483"/>
                  </a:cubicBezTo>
                  <a:cubicBezTo>
                    <a:pt x="423" y="484"/>
                    <a:pt x="423" y="484"/>
                    <a:pt x="423" y="484"/>
                  </a:cubicBezTo>
                  <a:cubicBezTo>
                    <a:pt x="424" y="485"/>
                    <a:pt x="424" y="485"/>
                    <a:pt x="425" y="486"/>
                  </a:cubicBezTo>
                  <a:cubicBezTo>
                    <a:pt x="425" y="486"/>
                    <a:pt x="425" y="486"/>
                    <a:pt x="425" y="486"/>
                  </a:cubicBezTo>
                  <a:lnTo>
                    <a:pt x="460" y="522"/>
                  </a:lnTo>
                  <a:close/>
                  <a:moveTo>
                    <a:pt x="541" y="400"/>
                  </a:moveTo>
                  <a:cubicBezTo>
                    <a:pt x="522" y="371"/>
                    <a:pt x="492" y="351"/>
                    <a:pt x="457" y="344"/>
                  </a:cubicBezTo>
                  <a:cubicBezTo>
                    <a:pt x="449" y="343"/>
                    <a:pt x="440" y="342"/>
                    <a:pt x="432" y="342"/>
                  </a:cubicBezTo>
                  <a:cubicBezTo>
                    <a:pt x="369" y="342"/>
                    <a:pt x="314" y="387"/>
                    <a:pt x="303" y="449"/>
                  </a:cubicBezTo>
                  <a:cubicBezTo>
                    <a:pt x="289" y="521"/>
                    <a:pt x="336" y="590"/>
                    <a:pt x="407" y="604"/>
                  </a:cubicBezTo>
                  <a:cubicBezTo>
                    <a:pt x="416" y="605"/>
                    <a:pt x="424" y="606"/>
                    <a:pt x="432" y="606"/>
                  </a:cubicBezTo>
                  <a:cubicBezTo>
                    <a:pt x="496" y="606"/>
                    <a:pt x="550" y="561"/>
                    <a:pt x="562" y="499"/>
                  </a:cubicBezTo>
                  <a:cubicBezTo>
                    <a:pt x="568" y="464"/>
                    <a:pt x="561" y="429"/>
                    <a:pt x="541" y="400"/>
                  </a:cubicBezTo>
                  <a:close/>
                  <a:moveTo>
                    <a:pt x="542" y="495"/>
                  </a:moveTo>
                  <a:lnTo>
                    <a:pt x="542" y="495"/>
                  </a:lnTo>
                  <a:cubicBezTo>
                    <a:pt x="532" y="547"/>
                    <a:pt x="486" y="586"/>
                    <a:pt x="432" y="586"/>
                  </a:cubicBezTo>
                  <a:cubicBezTo>
                    <a:pt x="425" y="586"/>
                    <a:pt x="418" y="585"/>
                    <a:pt x="411" y="584"/>
                  </a:cubicBezTo>
                  <a:cubicBezTo>
                    <a:pt x="351" y="572"/>
                    <a:pt x="311" y="513"/>
                    <a:pt x="323" y="453"/>
                  </a:cubicBezTo>
                  <a:cubicBezTo>
                    <a:pt x="333" y="401"/>
                    <a:pt x="379" y="362"/>
                    <a:pt x="432" y="362"/>
                  </a:cubicBezTo>
                  <a:cubicBezTo>
                    <a:pt x="439" y="362"/>
                    <a:pt x="446" y="363"/>
                    <a:pt x="453" y="364"/>
                  </a:cubicBezTo>
                  <a:cubicBezTo>
                    <a:pt x="482" y="370"/>
                    <a:pt x="508" y="387"/>
                    <a:pt x="524" y="411"/>
                  </a:cubicBezTo>
                  <a:cubicBezTo>
                    <a:pt x="541" y="436"/>
                    <a:pt x="547" y="466"/>
                    <a:pt x="542" y="495"/>
                  </a:cubicBezTo>
                  <a:close/>
                  <a:moveTo>
                    <a:pt x="277" y="494"/>
                  </a:moveTo>
                  <a:lnTo>
                    <a:pt x="190" y="494"/>
                  </a:lnTo>
                  <a:lnTo>
                    <a:pt x="190" y="360"/>
                  </a:lnTo>
                  <a:lnTo>
                    <a:pt x="325" y="360"/>
                  </a:lnTo>
                  <a:cubicBezTo>
                    <a:pt x="334" y="352"/>
                    <a:pt x="343" y="345"/>
                    <a:pt x="353" y="339"/>
                  </a:cubicBezTo>
                  <a:lnTo>
                    <a:pt x="353" y="339"/>
                  </a:lnTo>
                  <a:lnTo>
                    <a:pt x="353" y="205"/>
                  </a:lnTo>
                  <a:lnTo>
                    <a:pt x="491" y="205"/>
                  </a:lnTo>
                  <a:cubicBezTo>
                    <a:pt x="494" y="205"/>
                    <a:pt x="496" y="208"/>
                    <a:pt x="496" y="211"/>
                  </a:cubicBezTo>
                  <a:lnTo>
                    <a:pt x="496" y="331"/>
                  </a:lnTo>
                  <a:cubicBezTo>
                    <a:pt x="504" y="335"/>
                    <a:pt x="511" y="339"/>
                    <a:pt x="518" y="343"/>
                  </a:cubicBezTo>
                  <a:lnTo>
                    <a:pt x="518" y="339"/>
                  </a:lnTo>
                  <a:lnTo>
                    <a:pt x="518" y="211"/>
                  </a:lnTo>
                  <a:lnTo>
                    <a:pt x="518" y="139"/>
                  </a:lnTo>
                  <a:cubicBezTo>
                    <a:pt x="518" y="124"/>
                    <a:pt x="506" y="112"/>
                    <a:pt x="491" y="112"/>
                  </a:cubicBezTo>
                  <a:lnTo>
                    <a:pt x="27" y="112"/>
                  </a:lnTo>
                  <a:cubicBezTo>
                    <a:pt x="12" y="112"/>
                    <a:pt x="0" y="124"/>
                    <a:pt x="0" y="139"/>
                  </a:cubicBezTo>
                  <a:lnTo>
                    <a:pt x="0" y="211"/>
                  </a:lnTo>
                  <a:lnTo>
                    <a:pt x="0" y="339"/>
                  </a:lnTo>
                  <a:lnTo>
                    <a:pt x="0" y="360"/>
                  </a:lnTo>
                  <a:lnTo>
                    <a:pt x="0" y="488"/>
                  </a:lnTo>
                  <a:lnTo>
                    <a:pt x="0" y="504"/>
                  </a:lnTo>
                  <a:cubicBezTo>
                    <a:pt x="0" y="519"/>
                    <a:pt x="12" y="531"/>
                    <a:pt x="27" y="531"/>
                  </a:cubicBezTo>
                  <a:lnTo>
                    <a:pt x="286" y="531"/>
                  </a:lnTo>
                  <a:cubicBezTo>
                    <a:pt x="282" y="519"/>
                    <a:pt x="278" y="506"/>
                    <a:pt x="277" y="494"/>
                  </a:cubicBezTo>
                  <a:close/>
                  <a:moveTo>
                    <a:pt x="21" y="211"/>
                  </a:moveTo>
                  <a:lnTo>
                    <a:pt x="21" y="211"/>
                  </a:lnTo>
                  <a:cubicBezTo>
                    <a:pt x="21" y="208"/>
                    <a:pt x="24" y="205"/>
                    <a:pt x="27" y="205"/>
                  </a:cubicBezTo>
                  <a:lnTo>
                    <a:pt x="169" y="205"/>
                  </a:lnTo>
                  <a:lnTo>
                    <a:pt x="169" y="339"/>
                  </a:lnTo>
                  <a:lnTo>
                    <a:pt x="21" y="339"/>
                  </a:lnTo>
                  <a:lnTo>
                    <a:pt x="21" y="211"/>
                  </a:lnTo>
                  <a:close/>
                  <a:moveTo>
                    <a:pt x="169" y="360"/>
                  </a:moveTo>
                  <a:lnTo>
                    <a:pt x="169" y="360"/>
                  </a:lnTo>
                  <a:lnTo>
                    <a:pt x="169" y="494"/>
                  </a:lnTo>
                  <a:lnTo>
                    <a:pt x="27" y="494"/>
                  </a:lnTo>
                  <a:cubicBezTo>
                    <a:pt x="24" y="494"/>
                    <a:pt x="21" y="491"/>
                    <a:pt x="21" y="488"/>
                  </a:cubicBezTo>
                  <a:lnTo>
                    <a:pt x="21" y="360"/>
                  </a:lnTo>
                  <a:lnTo>
                    <a:pt x="169" y="360"/>
                  </a:lnTo>
                  <a:close/>
                  <a:moveTo>
                    <a:pt x="190" y="339"/>
                  </a:moveTo>
                  <a:lnTo>
                    <a:pt x="190" y="339"/>
                  </a:lnTo>
                  <a:lnTo>
                    <a:pt x="190" y="205"/>
                  </a:lnTo>
                  <a:lnTo>
                    <a:pt x="332" y="205"/>
                  </a:lnTo>
                  <a:lnTo>
                    <a:pt x="332" y="339"/>
                  </a:lnTo>
                  <a:lnTo>
                    <a:pt x="190" y="339"/>
                  </a:lnTo>
                  <a:close/>
                  <a:moveTo>
                    <a:pt x="342" y="139"/>
                  </a:moveTo>
                  <a:lnTo>
                    <a:pt x="342" y="139"/>
                  </a:lnTo>
                  <a:cubicBezTo>
                    <a:pt x="353" y="139"/>
                    <a:pt x="361" y="147"/>
                    <a:pt x="361" y="157"/>
                  </a:cubicBezTo>
                  <a:cubicBezTo>
                    <a:pt x="361" y="167"/>
                    <a:pt x="353" y="176"/>
                    <a:pt x="342" y="176"/>
                  </a:cubicBezTo>
                  <a:cubicBezTo>
                    <a:pt x="332" y="176"/>
                    <a:pt x="324" y="167"/>
                    <a:pt x="324" y="157"/>
                  </a:cubicBezTo>
                  <a:cubicBezTo>
                    <a:pt x="324" y="147"/>
                    <a:pt x="332" y="139"/>
                    <a:pt x="342" y="139"/>
                  </a:cubicBezTo>
                  <a:close/>
                  <a:moveTo>
                    <a:pt x="180" y="139"/>
                  </a:moveTo>
                  <a:lnTo>
                    <a:pt x="180" y="139"/>
                  </a:lnTo>
                  <a:cubicBezTo>
                    <a:pt x="190" y="139"/>
                    <a:pt x="198" y="147"/>
                    <a:pt x="198" y="157"/>
                  </a:cubicBezTo>
                  <a:cubicBezTo>
                    <a:pt x="198" y="167"/>
                    <a:pt x="190" y="176"/>
                    <a:pt x="180" y="176"/>
                  </a:cubicBezTo>
                  <a:cubicBezTo>
                    <a:pt x="170" y="176"/>
                    <a:pt x="161" y="167"/>
                    <a:pt x="161" y="157"/>
                  </a:cubicBezTo>
                  <a:cubicBezTo>
                    <a:pt x="161" y="147"/>
                    <a:pt x="170" y="139"/>
                    <a:pt x="180" y="139"/>
                  </a:cubicBezTo>
                  <a:close/>
                </a:path>
              </a:pathLst>
            </a:custGeom>
            <a:solidFill>
              <a:srgbClr val="FFFFFF"/>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37" name="文本框 36"/>
          <p:cNvSpPr txBox="1"/>
          <p:nvPr/>
        </p:nvSpPr>
        <p:spPr>
          <a:xfrm>
            <a:off x="1053471" y="2102688"/>
            <a:ext cx="2451312" cy="1390637"/>
          </a:xfrm>
          <a:prstGeom prst="rect">
            <a:avLst/>
          </a:prstGeom>
          <a:noFill/>
          <a:effectLst/>
        </p:spPr>
        <p:txBody>
          <a:bodyPr wrap="none" rtlCol="0">
            <a:spAutoFit/>
          </a:bodyPr>
          <a:lstStyle/>
          <a:p>
            <a:r>
              <a:rPr lang="zh-CN" altLang="en-US" sz="2531" b="1" dirty="0">
                <a:solidFill>
                  <a:srgbClr val="FCDB1F"/>
                </a:solidFill>
                <a:latin typeface="Microsoft YaHei" panose="020B0503020204020204" pitchFamily="34" charset="-122"/>
                <a:ea typeface="Microsoft YaHei" panose="020B0503020204020204" pitchFamily="34" charset="-122"/>
              </a:rPr>
              <a:t>  </a:t>
            </a:r>
            <a:r>
              <a:rPr lang="zh-CN" altLang="en-US" b="1" dirty="0">
                <a:solidFill>
                  <a:srgbClr val="247CAE"/>
                </a:solidFill>
                <a:latin typeface="Microsoft YaHei" panose="020B0503020204020204" pitchFamily="34" charset="-122"/>
                <a:ea typeface="Microsoft YaHei" panose="020B0503020204020204" pitchFamily="34" charset="-122"/>
              </a:rPr>
              <a:t>单击此处输入标题</a:t>
            </a:r>
            <a:endParaRPr lang="en-US" altLang="zh-CN" b="1" dirty="0">
              <a:solidFill>
                <a:srgbClr val="247CAE"/>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p:txBody>
      </p:sp>
      <p:sp>
        <p:nvSpPr>
          <p:cNvPr id="38" name="文本框 37"/>
          <p:cNvSpPr txBox="1"/>
          <p:nvPr/>
        </p:nvSpPr>
        <p:spPr>
          <a:xfrm>
            <a:off x="1058771" y="5120580"/>
            <a:ext cx="2451312" cy="1390637"/>
          </a:xfrm>
          <a:prstGeom prst="rect">
            <a:avLst/>
          </a:prstGeom>
          <a:noFill/>
          <a:effectLst/>
        </p:spPr>
        <p:txBody>
          <a:bodyPr wrap="none" rtlCol="0">
            <a:spAutoFit/>
          </a:bodyPr>
          <a:lstStyle/>
          <a:p>
            <a:r>
              <a:rPr lang="zh-CN" altLang="en-US" sz="2531" b="1" dirty="0">
                <a:solidFill>
                  <a:srgbClr val="FCDB1F"/>
                </a:solidFill>
                <a:latin typeface="Microsoft YaHei" panose="020B0503020204020204" pitchFamily="34" charset="-122"/>
                <a:ea typeface="Microsoft YaHei" panose="020B0503020204020204" pitchFamily="34" charset="-122"/>
              </a:rPr>
              <a:t>  </a:t>
            </a:r>
            <a:r>
              <a:rPr lang="zh-CN" altLang="en-US" b="1" dirty="0">
                <a:solidFill>
                  <a:srgbClr val="5ABCD2"/>
                </a:solidFill>
                <a:latin typeface="Microsoft YaHei" panose="020B0503020204020204" pitchFamily="34" charset="-122"/>
                <a:ea typeface="Microsoft YaHei" panose="020B0503020204020204" pitchFamily="34" charset="-122"/>
              </a:rPr>
              <a:t>单击此处输入标题</a:t>
            </a:r>
            <a:endParaRPr lang="en-US" altLang="zh-CN" b="1" dirty="0">
              <a:solidFill>
                <a:srgbClr val="5ABCD2"/>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p:txBody>
      </p:sp>
      <p:sp>
        <p:nvSpPr>
          <p:cNvPr id="39" name="文本框 38"/>
          <p:cNvSpPr txBox="1"/>
          <p:nvPr/>
        </p:nvSpPr>
        <p:spPr>
          <a:xfrm>
            <a:off x="9397033" y="2102688"/>
            <a:ext cx="2451312" cy="1390637"/>
          </a:xfrm>
          <a:prstGeom prst="rect">
            <a:avLst/>
          </a:prstGeom>
          <a:noFill/>
          <a:effectLst/>
        </p:spPr>
        <p:txBody>
          <a:bodyPr wrap="none" rtlCol="0">
            <a:spAutoFit/>
          </a:bodyPr>
          <a:lstStyle/>
          <a:p>
            <a:r>
              <a:rPr lang="zh-CN" altLang="en-US" sz="2531" b="1" dirty="0">
                <a:solidFill>
                  <a:srgbClr val="FCDB1F"/>
                </a:solidFill>
                <a:latin typeface="Microsoft YaHei" panose="020B0503020204020204" pitchFamily="34" charset="-122"/>
                <a:ea typeface="Microsoft YaHei" panose="020B0503020204020204" pitchFamily="34" charset="-122"/>
              </a:rPr>
              <a:t>  </a:t>
            </a:r>
            <a:r>
              <a:rPr lang="zh-CN" altLang="en-US" b="1" dirty="0">
                <a:solidFill>
                  <a:srgbClr val="5ABCD2"/>
                </a:solidFill>
                <a:latin typeface="Microsoft YaHei" panose="020B0503020204020204" pitchFamily="34" charset="-122"/>
                <a:ea typeface="Microsoft YaHei" panose="020B0503020204020204" pitchFamily="34" charset="-122"/>
              </a:rPr>
              <a:t>单击此处输入标题</a:t>
            </a:r>
            <a:endParaRPr lang="en-US" altLang="zh-CN" b="1" dirty="0">
              <a:solidFill>
                <a:srgbClr val="5ABCD2"/>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p:txBody>
      </p:sp>
      <p:sp>
        <p:nvSpPr>
          <p:cNvPr id="40" name="文本框 39"/>
          <p:cNvSpPr txBox="1"/>
          <p:nvPr/>
        </p:nvSpPr>
        <p:spPr>
          <a:xfrm>
            <a:off x="9402333" y="5120580"/>
            <a:ext cx="2451312" cy="1390637"/>
          </a:xfrm>
          <a:prstGeom prst="rect">
            <a:avLst/>
          </a:prstGeom>
          <a:noFill/>
          <a:effectLst/>
        </p:spPr>
        <p:txBody>
          <a:bodyPr wrap="none" rtlCol="0">
            <a:spAutoFit/>
          </a:bodyPr>
          <a:lstStyle/>
          <a:p>
            <a:r>
              <a:rPr lang="zh-CN" altLang="en-US" sz="2531" b="1" dirty="0">
                <a:solidFill>
                  <a:srgbClr val="FCDB1F"/>
                </a:solidFill>
                <a:latin typeface="Microsoft YaHei" panose="020B0503020204020204" pitchFamily="34" charset="-122"/>
                <a:ea typeface="Microsoft YaHei" panose="020B0503020204020204" pitchFamily="34" charset="-122"/>
              </a:rPr>
              <a:t>  </a:t>
            </a:r>
            <a:r>
              <a:rPr lang="zh-CN" altLang="en-US" b="1" dirty="0">
                <a:solidFill>
                  <a:srgbClr val="247CAE"/>
                </a:solidFill>
                <a:latin typeface="Microsoft YaHei" panose="020B0503020204020204" pitchFamily="34" charset="-122"/>
                <a:ea typeface="Microsoft YaHei" panose="020B0503020204020204" pitchFamily="34" charset="-122"/>
              </a:rPr>
              <a:t>单击此处输入标题</a:t>
            </a:r>
            <a:endParaRPr lang="en-US" altLang="zh-CN" b="1" dirty="0">
              <a:solidFill>
                <a:srgbClr val="247CAE"/>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r>
              <a:rPr lang="zh-CN" altLang="en-US" sz="1266" dirty="0">
                <a:solidFill>
                  <a:schemeClr val="tx1">
                    <a:lumMod val="75000"/>
                    <a:lumOff val="25000"/>
                  </a:schemeClr>
                </a:solidFill>
                <a:latin typeface="Microsoft YaHei" panose="020B0503020204020204" pitchFamily="34" charset="-122"/>
                <a:ea typeface="Microsoft YaHei" panose="020B0503020204020204" pitchFamily="34" charset="-122"/>
              </a:rPr>
              <a:t>请在这里输入您的主要叙述内容</a:t>
            </a:r>
            <a:endParaRPr lang="en-US" altLang="zh-CN" sz="1266"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a:p>
            <a:endParaRPr lang="en-US" altLang="zh-CN" sz="1687" dirty="0">
              <a:solidFill>
                <a:schemeClr val="tx1">
                  <a:lumMod val="75000"/>
                  <a:lumOff val="25000"/>
                </a:schemeClr>
              </a:solidFill>
              <a:latin typeface="Microsoft YaHei" panose="020B0503020204020204" pitchFamily="34" charset="-122"/>
              <a:ea typeface="Microsoft YaHei" panose="020B0503020204020204" pitchFamily="34" charset="-122"/>
            </a:endParaRPr>
          </a:p>
        </p:txBody>
      </p:sp>
      <p:sp>
        <p:nvSpPr>
          <p:cNvPr id="28" name="文本框 27"/>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503531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randombar(horizontal)">
                                      <p:cBhvr>
                                        <p:cTn id="7" dur="500"/>
                                        <p:tgtEl>
                                          <p:spTgt spid="1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par>
                                <p:cTn id="12" presetID="9" presetClass="entr" presetSubtype="0" fill="hold" nodeType="withEffect">
                                  <p:stCondLst>
                                    <p:cond delay="250"/>
                                  </p:stCondLst>
                                  <p:childTnLst>
                                    <p:set>
                                      <p:cBhvr>
                                        <p:cTn id="13" dur="1" fill="hold">
                                          <p:stCondLst>
                                            <p:cond delay="0"/>
                                          </p:stCondLst>
                                        </p:cTn>
                                        <p:tgtEl>
                                          <p:spTgt spid="4"/>
                                        </p:tgtEl>
                                        <p:attrNameLst>
                                          <p:attrName>style.visibility</p:attrName>
                                        </p:attrNameLst>
                                      </p:cBhvr>
                                      <p:to>
                                        <p:strVal val="visible"/>
                                      </p:to>
                                    </p:set>
                                    <p:animEffect transition="in" filter="dissolve">
                                      <p:cBhvr>
                                        <p:cTn id="14" dur="500"/>
                                        <p:tgtEl>
                                          <p:spTgt spid="4"/>
                                        </p:tgtEl>
                                      </p:cBhvr>
                                    </p:animEffect>
                                  </p:childTnLst>
                                </p:cTn>
                              </p:par>
                              <p:par>
                                <p:cTn id="15" presetID="9" presetClass="entr" presetSubtype="0" fill="hold" nodeType="withEffect">
                                  <p:stCondLst>
                                    <p:cond delay="50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par>
                                <p:cTn id="18" presetID="9" presetClass="entr" presetSubtype="0" fill="hold" nodeType="withEffect">
                                  <p:stCondLst>
                                    <p:cond delay="750"/>
                                  </p:stCondLst>
                                  <p:childTnLst>
                                    <p:set>
                                      <p:cBhvr>
                                        <p:cTn id="19" dur="1" fill="hold">
                                          <p:stCondLst>
                                            <p:cond delay="0"/>
                                          </p:stCondLst>
                                        </p:cTn>
                                        <p:tgtEl>
                                          <p:spTgt spid="41"/>
                                        </p:tgtEl>
                                        <p:attrNameLst>
                                          <p:attrName>style.visibility</p:attrName>
                                        </p:attrNameLst>
                                      </p:cBhvr>
                                      <p:to>
                                        <p:strVal val="visible"/>
                                      </p:to>
                                    </p:set>
                                    <p:animEffect transition="in" filter="dissolve">
                                      <p:cBhvr>
                                        <p:cTn id="20" dur="500"/>
                                        <p:tgtEl>
                                          <p:spTgt spid="41"/>
                                        </p:tgtEl>
                                      </p:cBhvr>
                                    </p:animEffect>
                                  </p:childTnLst>
                                </p:cTn>
                              </p:par>
                              <p:par>
                                <p:cTn id="21" presetID="9" presetClass="entr" presetSubtype="0" fill="hold" nodeType="withEffect">
                                  <p:stCondLst>
                                    <p:cond delay="100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left)">
                                      <p:cBhvr>
                                        <p:cTn id="27" dur="500"/>
                                        <p:tgtEl>
                                          <p:spTgt spid="37"/>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wipe(left)">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7" grpId="0"/>
      <p:bldP spid="38" grpId="0"/>
      <p:bldP spid="39" grpId="0"/>
      <p:bldP spid="4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p:cNvGrpSpPr/>
          <p:nvPr/>
        </p:nvGrpSpPr>
        <p:grpSpPr>
          <a:xfrm>
            <a:off x="4669407" y="3260981"/>
            <a:ext cx="1986576" cy="3449778"/>
            <a:chOff x="4427198" y="3092063"/>
            <a:chExt cx="1883672" cy="3271080"/>
          </a:xfrm>
        </p:grpSpPr>
        <p:sp>
          <p:nvSpPr>
            <p:cNvPr id="11" name="任意多边形 10"/>
            <p:cNvSpPr/>
            <p:nvPr/>
          </p:nvSpPr>
          <p:spPr>
            <a:xfrm>
              <a:off x="4427198" y="3092063"/>
              <a:ext cx="1883672" cy="1654289"/>
            </a:xfrm>
            <a:custGeom>
              <a:avLst/>
              <a:gdLst>
                <a:gd name="connsiteX0" fmla="*/ 1012372 w 2024744"/>
                <a:gd name="connsiteY0" fmla="*/ 0 h 1778181"/>
                <a:gd name="connsiteX1" fmla="*/ 2024744 w 2024744"/>
                <a:gd name="connsiteY1" fmla="*/ 803366 h 1778181"/>
                <a:gd name="connsiteX2" fmla="*/ 1578399 w 2024744"/>
                <a:gd name="connsiteY2" fmla="*/ 1469530 h 1778181"/>
                <a:gd name="connsiteX3" fmla="*/ 1571378 w 2024744"/>
                <a:gd name="connsiteY3" fmla="*/ 1472554 h 1778181"/>
                <a:gd name="connsiteX4" fmla="*/ 1526368 w 2024744"/>
                <a:gd name="connsiteY4" fmla="*/ 1533011 h 1778181"/>
                <a:gd name="connsiteX5" fmla="*/ 1258661 w 2024744"/>
                <a:gd name="connsiteY5" fmla="*/ 1778181 h 1778181"/>
                <a:gd name="connsiteX6" fmla="*/ 1331080 w 2024744"/>
                <a:gd name="connsiteY6" fmla="*/ 1576978 h 1778181"/>
                <a:gd name="connsiteX7" fmla="*/ 1333637 w 2024744"/>
                <a:gd name="connsiteY7" fmla="*/ 1564743 h 1778181"/>
                <a:gd name="connsiteX8" fmla="*/ 1313421 w 2024744"/>
                <a:gd name="connsiteY8" fmla="*/ 1570614 h 1778181"/>
                <a:gd name="connsiteX9" fmla="*/ 1012372 w 2024744"/>
                <a:gd name="connsiteY9" fmla="*/ 1606732 h 1778181"/>
                <a:gd name="connsiteX10" fmla="*/ 0 w 2024744"/>
                <a:gd name="connsiteY10" fmla="*/ 803366 h 1778181"/>
                <a:gd name="connsiteX11" fmla="*/ 1012372 w 2024744"/>
                <a:gd name="connsiteY11" fmla="*/ 0 h 17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24744" h="1778181">
                  <a:moveTo>
                    <a:pt x="1012372" y="0"/>
                  </a:moveTo>
                  <a:cubicBezTo>
                    <a:pt x="1571490" y="0"/>
                    <a:pt x="2024744" y="359679"/>
                    <a:pt x="2024744" y="803366"/>
                  </a:cubicBezTo>
                  <a:cubicBezTo>
                    <a:pt x="2024744" y="1080670"/>
                    <a:pt x="1847692" y="1325159"/>
                    <a:pt x="1578399" y="1469530"/>
                  </a:cubicBezTo>
                  <a:lnTo>
                    <a:pt x="1571378" y="1472554"/>
                  </a:lnTo>
                  <a:lnTo>
                    <a:pt x="1526368" y="1533011"/>
                  </a:lnTo>
                  <a:cubicBezTo>
                    <a:pt x="1453040" y="1624455"/>
                    <a:pt x="1358502" y="1720761"/>
                    <a:pt x="1258661" y="1778181"/>
                  </a:cubicBezTo>
                  <a:cubicBezTo>
                    <a:pt x="1290264" y="1709935"/>
                    <a:pt x="1314011" y="1643260"/>
                    <a:pt x="1331080" y="1576978"/>
                  </a:cubicBezTo>
                  <a:lnTo>
                    <a:pt x="1333637" y="1564743"/>
                  </a:lnTo>
                  <a:lnTo>
                    <a:pt x="1313421" y="1570614"/>
                  </a:lnTo>
                  <a:cubicBezTo>
                    <a:pt x="1218319" y="1594087"/>
                    <a:pt x="1117207" y="1606732"/>
                    <a:pt x="1012372" y="1606732"/>
                  </a:cubicBezTo>
                  <a:cubicBezTo>
                    <a:pt x="453254" y="1606732"/>
                    <a:pt x="0" y="1247053"/>
                    <a:pt x="0" y="803366"/>
                  </a:cubicBezTo>
                  <a:cubicBezTo>
                    <a:pt x="0" y="359679"/>
                    <a:pt x="453254" y="0"/>
                    <a:pt x="1012372" y="0"/>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26" name="组合 25"/>
            <p:cNvGrpSpPr/>
            <p:nvPr/>
          </p:nvGrpSpPr>
          <p:grpSpPr>
            <a:xfrm>
              <a:off x="4652603" y="4689055"/>
              <a:ext cx="835266" cy="1674088"/>
              <a:chOff x="1647825" y="4345931"/>
              <a:chExt cx="816298" cy="1636071"/>
            </a:xfrm>
            <a:solidFill>
              <a:srgbClr val="5ABCD2"/>
            </a:solidFill>
          </p:grpSpPr>
          <p:sp>
            <p:nvSpPr>
              <p:cNvPr id="27" name="椭圆 26"/>
              <p:cNvSpPr/>
              <p:nvPr/>
            </p:nvSpPr>
            <p:spPr>
              <a:xfrm>
                <a:off x="1888535" y="4345931"/>
                <a:ext cx="275698" cy="27569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 name="任意多边形 27"/>
              <p:cNvSpPr/>
              <p:nvPr/>
            </p:nvSpPr>
            <p:spPr>
              <a:xfrm>
                <a:off x="1663381" y="4650115"/>
                <a:ext cx="771956" cy="611131"/>
              </a:xfrm>
              <a:custGeom>
                <a:avLst/>
                <a:gdLst>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2214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956" h="611131">
                    <a:moveTo>
                      <a:pt x="101089" y="592751"/>
                    </a:moveTo>
                    <a:lnTo>
                      <a:pt x="0" y="583561"/>
                    </a:lnTo>
                    <a:lnTo>
                      <a:pt x="133254" y="87304"/>
                    </a:lnTo>
                    <a:cubicBezTo>
                      <a:pt x="145711" y="62965"/>
                      <a:pt x="277230" y="29101"/>
                      <a:pt x="349218" y="0"/>
                    </a:cubicBezTo>
                    <a:lnTo>
                      <a:pt x="422738" y="2214"/>
                    </a:lnTo>
                    <a:cubicBezTo>
                      <a:pt x="493194" y="23657"/>
                      <a:pt x="625562" y="47481"/>
                      <a:pt x="634106" y="68924"/>
                    </a:cubicBezTo>
                    <a:lnTo>
                      <a:pt x="771956" y="588156"/>
                    </a:lnTo>
                    <a:lnTo>
                      <a:pt x="684651" y="611131"/>
                    </a:lnTo>
                    <a:lnTo>
                      <a:pt x="583562" y="220558"/>
                    </a:lnTo>
                    <a:cubicBezTo>
                      <a:pt x="573008" y="193347"/>
                      <a:pt x="552929" y="232811"/>
                      <a:pt x="537612" y="238938"/>
                    </a:cubicBezTo>
                    <a:lnTo>
                      <a:pt x="537612" y="555992"/>
                    </a:lnTo>
                    <a:lnTo>
                      <a:pt x="225154" y="555992"/>
                    </a:lnTo>
                    <a:lnTo>
                      <a:pt x="225154" y="229748"/>
                    </a:lnTo>
                    <a:cubicBezTo>
                      <a:pt x="212901" y="231280"/>
                      <a:pt x="198266" y="213761"/>
                      <a:pt x="188394" y="234343"/>
                    </a:cubicBezTo>
                    <a:lnTo>
                      <a:pt x="101089" y="59275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 name="任意多边形 28"/>
              <p:cNvSpPr/>
              <p:nvPr/>
            </p:nvSpPr>
            <p:spPr>
              <a:xfrm>
                <a:off x="1647825"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0" name="任意多边形 29"/>
              <p:cNvSpPr/>
              <p:nvPr/>
            </p:nvSpPr>
            <p:spPr>
              <a:xfrm flipH="1">
                <a:off x="2344848"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1" name="任意多边形 30"/>
              <p:cNvSpPr/>
              <p:nvPr/>
            </p:nvSpPr>
            <p:spPr>
              <a:xfrm>
                <a:off x="2350293" y="5366534"/>
                <a:ext cx="113830" cy="412760"/>
              </a:xfrm>
              <a:custGeom>
                <a:avLst/>
                <a:gdLst>
                  <a:gd name="connsiteX0" fmla="*/ 34055 w 113830"/>
                  <a:gd name="connsiteY0" fmla="*/ 0 h 412760"/>
                  <a:gd name="connsiteX1" fmla="*/ 79774 w 113830"/>
                  <a:gd name="connsiteY1" fmla="*/ 0 h 412760"/>
                  <a:gd name="connsiteX2" fmla="*/ 79774 w 113830"/>
                  <a:gd name="connsiteY2" fmla="*/ 17472 h 412760"/>
                  <a:gd name="connsiteX3" fmla="*/ 94858 w 113830"/>
                  <a:gd name="connsiteY3" fmla="*/ 17472 h 412760"/>
                  <a:gd name="connsiteX4" fmla="*/ 113830 w 113830"/>
                  <a:gd name="connsiteY4" fmla="*/ 36444 h 412760"/>
                  <a:gd name="connsiteX5" fmla="*/ 113830 w 113830"/>
                  <a:gd name="connsiteY5" fmla="*/ 393788 h 412760"/>
                  <a:gd name="connsiteX6" fmla="*/ 94858 w 113830"/>
                  <a:gd name="connsiteY6" fmla="*/ 412760 h 412760"/>
                  <a:gd name="connsiteX7" fmla="*/ 18972 w 113830"/>
                  <a:gd name="connsiteY7" fmla="*/ 412760 h 412760"/>
                  <a:gd name="connsiteX8" fmla="*/ 0 w 113830"/>
                  <a:gd name="connsiteY8" fmla="*/ 393788 h 412760"/>
                  <a:gd name="connsiteX9" fmla="*/ 0 w 113830"/>
                  <a:gd name="connsiteY9" fmla="*/ 36444 h 412760"/>
                  <a:gd name="connsiteX10" fmla="*/ 18972 w 113830"/>
                  <a:gd name="connsiteY10" fmla="*/ 17472 h 412760"/>
                  <a:gd name="connsiteX11" fmla="*/ 34055 w 113830"/>
                  <a:gd name="connsiteY11" fmla="*/ 17472 h 41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830" h="412760">
                    <a:moveTo>
                      <a:pt x="34055" y="0"/>
                    </a:moveTo>
                    <a:lnTo>
                      <a:pt x="79774" y="0"/>
                    </a:lnTo>
                    <a:lnTo>
                      <a:pt x="79774" y="17472"/>
                    </a:lnTo>
                    <a:lnTo>
                      <a:pt x="94858" y="17472"/>
                    </a:lnTo>
                    <a:cubicBezTo>
                      <a:pt x="105336" y="17472"/>
                      <a:pt x="113830" y="25966"/>
                      <a:pt x="113830" y="36444"/>
                    </a:cubicBezTo>
                    <a:lnTo>
                      <a:pt x="113830" y="393788"/>
                    </a:lnTo>
                    <a:cubicBezTo>
                      <a:pt x="113830" y="404266"/>
                      <a:pt x="105336" y="412760"/>
                      <a:pt x="94858" y="412760"/>
                    </a:cubicBezTo>
                    <a:lnTo>
                      <a:pt x="18972" y="412760"/>
                    </a:lnTo>
                    <a:cubicBezTo>
                      <a:pt x="8494" y="412760"/>
                      <a:pt x="0" y="404266"/>
                      <a:pt x="0" y="393788"/>
                    </a:cubicBezTo>
                    <a:lnTo>
                      <a:pt x="0" y="36444"/>
                    </a:lnTo>
                    <a:cubicBezTo>
                      <a:pt x="0" y="25966"/>
                      <a:pt x="8494" y="17472"/>
                      <a:pt x="18972" y="17472"/>
                    </a:cubicBezTo>
                    <a:lnTo>
                      <a:pt x="34055" y="174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2" name="任意多边形 31"/>
              <p:cNvSpPr/>
              <p:nvPr/>
            </p:nvSpPr>
            <p:spPr>
              <a:xfrm>
                <a:off x="1900234" y="5253040"/>
                <a:ext cx="311951" cy="728962"/>
              </a:xfrm>
              <a:custGeom>
                <a:avLst/>
                <a:gdLst>
                  <a:gd name="connsiteX0" fmla="*/ 311943 w 311943"/>
                  <a:gd name="connsiteY0" fmla="*/ 647700 h 669131"/>
                  <a:gd name="connsiteX1" fmla="*/ 311943 w 311943"/>
                  <a:gd name="connsiteY1" fmla="*/ 0 h 669131"/>
                  <a:gd name="connsiteX2" fmla="*/ 0 w 311943"/>
                  <a:gd name="connsiteY2" fmla="*/ 0 h 669131"/>
                  <a:gd name="connsiteX3" fmla="*/ 0 w 311943"/>
                  <a:gd name="connsiteY3" fmla="*/ 669131 h 669131"/>
                  <a:gd name="connsiteX4" fmla="*/ 111918 w 311943"/>
                  <a:gd name="connsiteY4" fmla="*/ 669131 h 669131"/>
                  <a:gd name="connsiteX5" fmla="*/ 111918 w 311943"/>
                  <a:gd name="connsiteY5" fmla="*/ 92868 h 669131"/>
                  <a:gd name="connsiteX6" fmla="*/ 192881 w 311943"/>
                  <a:gd name="connsiteY6" fmla="*/ 92868 h 669131"/>
                  <a:gd name="connsiteX7" fmla="*/ 192881 w 311943"/>
                  <a:gd name="connsiteY7" fmla="*/ 652462 h 669131"/>
                  <a:gd name="connsiteX8" fmla="*/ 311943 w 311943"/>
                  <a:gd name="connsiteY8" fmla="*/ 647700 h 669131"/>
                  <a:gd name="connsiteX0" fmla="*/ 312037 w 312037"/>
                  <a:gd name="connsiteY0" fmla="*/ 647700 h 695589"/>
                  <a:gd name="connsiteX1" fmla="*/ 312037 w 312037"/>
                  <a:gd name="connsiteY1" fmla="*/ 0 h 695589"/>
                  <a:gd name="connsiteX2" fmla="*/ 94 w 312037"/>
                  <a:gd name="connsiteY2" fmla="*/ 0 h 695589"/>
                  <a:gd name="connsiteX3" fmla="*/ 94 w 312037"/>
                  <a:gd name="connsiteY3" fmla="*/ 669131 h 695589"/>
                  <a:gd name="connsiteX4" fmla="*/ 112012 w 312037"/>
                  <a:gd name="connsiteY4" fmla="*/ 669131 h 695589"/>
                  <a:gd name="connsiteX5" fmla="*/ 112012 w 312037"/>
                  <a:gd name="connsiteY5" fmla="*/ 92868 h 695589"/>
                  <a:gd name="connsiteX6" fmla="*/ 192975 w 312037"/>
                  <a:gd name="connsiteY6" fmla="*/ 92868 h 695589"/>
                  <a:gd name="connsiteX7" fmla="*/ 192975 w 312037"/>
                  <a:gd name="connsiteY7" fmla="*/ 652462 h 695589"/>
                  <a:gd name="connsiteX8" fmla="*/ 312037 w 312037"/>
                  <a:gd name="connsiteY8" fmla="*/ 647700 h 695589"/>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3"/>
                  <a:gd name="connsiteY0" fmla="*/ 647700 h 719108"/>
                  <a:gd name="connsiteX1" fmla="*/ 312010 w 312013"/>
                  <a:gd name="connsiteY1" fmla="*/ 0 h 719108"/>
                  <a:gd name="connsiteX2" fmla="*/ 67 w 312013"/>
                  <a:gd name="connsiteY2" fmla="*/ 0 h 719108"/>
                  <a:gd name="connsiteX3" fmla="*/ 67 w 312013"/>
                  <a:gd name="connsiteY3" fmla="*/ 669131 h 719108"/>
                  <a:gd name="connsiteX4" fmla="*/ 111985 w 312013"/>
                  <a:gd name="connsiteY4" fmla="*/ 669131 h 719108"/>
                  <a:gd name="connsiteX5" fmla="*/ 111985 w 312013"/>
                  <a:gd name="connsiteY5" fmla="*/ 92868 h 719108"/>
                  <a:gd name="connsiteX6" fmla="*/ 192948 w 312013"/>
                  <a:gd name="connsiteY6" fmla="*/ 92868 h 719108"/>
                  <a:gd name="connsiteX7" fmla="*/ 192948 w 312013"/>
                  <a:gd name="connsiteY7" fmla="*/ 652462 h 719108"/>
                  <a:gd name="connsiteX8" fmla="*/ 312010 w 312013"/>
                  <a:gd name="connsiteY8" fmla="*/ 647700 h 719108"/>
                  <a:gd name="connsiteX0" fmla="*/ 311948 w 311951"/>
                  <a:gd name="connsiteY0" fmla="*/ 647700 h 720495"/>
                  <a:gd name="connsiteX1" fmla="*/ 311948 w 311951"/>
                  <a:gd name="connsiteY1" fmla="*/ 0 h 720495"/>
                  <a:gd name="connsiteX2" fmla="*/ 5 w 311951"/>
                  <a:gd name="connsiteY2" fmla="*/ 0 h 720495"/>
                  <a:gd name="connsiteX3" fmla="*/ 5 w 311951"/>
                  <a:gd name="connsiteY3" fmla="*/ 669131 h 720495"/>
                  <a:gd name="connsiteX4" fmla="*/ 111923 w 311951"/>
                  <a:gd name="connsiteY4" fmla="*/ 669131 h 720495"/>
                  <a:gd name="connsiteX5" fmla="*/ 111923 w 311951"/>
                  <a:gd name="connsiteY5" fmla="*/ 92868 h 720495"/>
                  <a:gd name="connsiteX6" fmla="*/ 192886 w 311951"/>
                  <a:gd name="connsiteY6" fmla="*/ 92868 h 720495"/>
                  <a:gd name="connsiteX7" fmla="*/ 192886 w 311951"/>
                  <a:gd name="connsiteY7" fmla="*/ 652462 h 720495"/>
                  <a:gd name="connsiteX8" fmla="*/ 311948 w 311951"/>
                  <a:gd name="connsiteY8" fmla="*/ 647700 h 720495"/>
                  <a:gd name="connsiteX0" fmla="*/ 311948 w 311951"/>
                  <a:gd name="connsiteY0" fmla="*/ 647700 h 728962"/>
                  <a:gd name="connsiteX1" fmla="*/ 311948 w 311951"/>
                  <a:gd name="connsiteY1" fmla="*/ 0 h 728962"/>
                  <a:gd name="connsiteX2" fmla="*/ 5 w 311951"/>
                  <a:gd name="connsiteY2" fmla="*/ 0 h 728962"/>
                  <a:gd name="connsiteX3" fmla="*/ 5 w 311951"/>
                  <a:gd name="connsiteY3" fmla="*/ 669131 h 728962"/>
                  <a:gd name="connsiteX4" fmla="*/ 111923 w 311951"/>
                  <a:gd name="connsiteY4" fmla="*/ 669131 h 728962"/>
                  <a:gd name="connsiteX5" fmla="*/ 111923 w 311951"/>
                  <a:gd name="connsiteY5" fmla="*/ 92868 h 728962"/>
                  <a:gd name="connsiteX6" fmla="*/ 192886 w 311951"/>
                  <a:gd name="connsiteY6" fmla="*/ 92868 h 728962"/>
                  <a:gd name="connsiteX7" fmla="*/ 192886 w 311951"/>
                  <a:gd name="connsiteY7" fmla="*/ 652462 h 728962"/>
                  <a:gd name="connsiteX8" fmla="*/ 311948 w 311951"/>
                  <a:gd name="connsiteY8" fmla="*/ 647700 h 7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951" h="728962">
                    <a:moveTo>
                      <a:pt x="311948" y="647700"/>
                    </a:moveTo>
                    <a:lnTo>
                      <a:pt x="311948" y="0"/>
                    </a:lnTo>
                    <a:lnTo>
                      <a:pt x="5" y="0"/>
                    </a:lnTo>
                    <a:lnTo>
                      <a:pt x="5" y="669131"/>
                    </a:lnTo>
                    <a:cubicBezTo>
                      <a:pt x="-789" y="750093"/>
                      <a:pt x="107955" y="747712"/>
                      <a:pt x="111923" y="669131"/>
                    </a:cubicBezTo>
                    <a:lnTo>
                      <a:pt x="111923" y="92868"/>
                    </a:lnTo>
                    <a:lnTo>
                      <a:pt x="192886" y="92868"/>
                    </a:lnTo>
                    <a:lnTo>
                      <a:pt x="192886" y="652462"/>
                    </a:lnTo>
                    <a:cubicBezTo>
                      <a:pt x="192091" y="750888"/>
                      <a:pt x="312742" y="732630"/>
                      <a:pt x="311948" y="647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47" name="Freeform 22"/>
            <p:cNvSpPr>
              <a:spLocks noEditPoints="1"/>
            </p:cNvSpPr>
            <p:nvPr/>
          </p:nvSpPr>
          <p:spPr bwMode="auto">
            <a:xfrm>
              <a:off x="5144917" y="3279834"/>
              <a:ext cx="441812" cy="518838"/>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sp>
          <p:nvSpPr>
            <p:cNvPr id="53" name="文本框 52"/>
            <p:cNvSpPr txBox="1"/>
            <p:nvPr/>
          </p:nvSpPr>
          <p:spPr>
            <a:xfrm>
              <a:off x="4673816" y="3855249"/>
              <a:ext cx="1409314" cy="456842"/>
            </a:xfrm>
            <a:prstGeom prst="rect">
              <a:avLst/>
            </a:prstGeom>
            <a:noFill/>
          </p:spPr>
          <p:txBody>
            <a:bodyPr wrap="none" rtlCol="0">
              <a:spAutoFit/>
            </a:bodyPr>
            <a:lstStyle/>
            <a:p>
              <a:r>
                <a:rPr lang="zh-CN" altLang="en-US" sz="2531" b="1" dirty="0">
                  <a:solidFill>
                    <a:srgbClr val="FFFFFF"/>
                  </a:solidFill>
                  <a:latin typeface="幼圆" panose="02010509060101010101" pitchFamily="49" charset="-122"/>
                  <a:ea typeface="幼圆" panose="02010509060101010101" pitchFamily="49" charset="-122"/>
                </a:rPr>
                <a:t>您的标题</a:t>
              </a:r>
            </a:p>
          </p:txBody>
        </p:sp>
      </p:grpSp>
      <p:grpSp>
        <p:nvGrpSpPr>
          <p:cNvPr id="4" name="组合 3"/>
          <p:cNvGrpSpPr/>
          <p:nvPr/>
        </p:nvGrpSpPr>
        <p:grpSpPr>
          <a:xfrm>
            <a:off x="780641" y="2822894"/>
            <a:ext cx="2289810" cy="3928717"/>
            <a:chOff x="739870" y="2676669"/>
            <a:chExt cx="2171198" cy="3725210"/>
          </a:xfrm>
        </p:grpSpPr>
        <p:sp>
          <p:nvSpPr>
            <p:cNvPr id="8" name="任意多边形 7"/>
            <p:cNvSpPr/>
            <p:nvPr/>
          </p:nvSpPr>
          <p:spPr>
            <a:xfrm>
              <a:off x="739870" y="2676669"/>
              <a:ext cx="2171198" cy="1906801"/>
            </a:xfrm>
            <a:custGeom>
              <a:avLst/>
              <a:gdLst>
                <a:gd name="connsiteX0" fmla="*/ 1012372 w 2024744"/>
                <a:gd name="connsiteY0" fmla="*/ 0 h 1778181"/>
                <a:gd name="connsiteX1" fmla="*/ 2024744 w 2024744"/>
                <a:gd name="connsiteY1" fmla="*/ 803366 h 1778181"/>
                <a:gd name="connsiteX2" fmla="*/ 1578399 w 2024744"/>
                <a:gd name="connsiteY2" fmla="*/ 1469530 h 1778181"/>
                <a:gd name="connsiteX3" fmla="*/ 1571378 w 2024744"/>
                <a:gd name="connsiteY3" fmla="*/ 1472554 h 1778181"/>
                <a:gd name="connsiteX4" fmla="*/ 1526368 w 2024744"/>
                <a:gd name="connsiteY4" fmla="*/ 1533011 h 1778181"/>
                <a:gd name="connsiteX5" fmla="*/ 1258661 w 2024744"/>
                <a:gd name="connsiteY5" fmla="*/ 1778181 h 1778181"/>
                <a:gd name="connsiteX6" fmla="*/ 1331080 w 2024744"/>
                <a:gd name="connsiteY6" fmla="*/ 1576978 h 1778181"/>
                <a:gd name="connsiteX7" fmla="*/ 1333637 w 2024744"/>
                <a:gd name="connsiteY7" fmla="*/ 1564743 h 1778181"/>
                <a:gd name="connsiteX8" fmla="*/ 1313421 w 2024744"/>
                <a:gd name="connsiteY8" fmla="*/ 1570614 h 1778181"/>
                <a:gd name="connsiteX9" fmla="*/ 1012372 w 2024744"/>
                <a:gd name="connsiteY9" fmla="*/ 1606732 h 1778181"/>
                <a:gd name="connsiteX10" fmla="*/ 0 w 2024744"/>
                <a:gd name="connsiteY10" fmla="*/ 803366 h 1778181"/>
                <a:gd name="connsiteX11" fmla="*/ 1012372 w 2024744"/>
                <a:gd name="connsiteY11" fmla="*/ 0 h 17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24744" h="1778181">
                  <a:moveTo>
                    <a:pt x="1012372" y="0"/>
                  </a:moveTo>
                  <a:cubicBezTo>
                    <a:pt x="1571490" y="0"/>
                    <a:pt x="2024744" y="359679"/>
                    <a:pt x="2024744" y="803366"/>
                  </a:cubicBezTo>
                  <a:cubicBezTo>
                    <a:pt x="2024744" y="1080670"/>
                    <a:pt x="1847692" y="1325159"/>
                    <a:pt x="1578399" y="1469530"/>
                  </a:cubicBezTo>
                  <a:lnTo>
                    <a:pt x="1571378" y="1472554"/>
                  </a:lnTo>
                  <a:lnTo>
                    <a:pt x="1526368" y="1533011"/>
                  </a:lnTo>
                  <a:cubicBezTo>
                    <a:pt x="1453040" y="1624455"/>
                    <a:pt x="1358502" y="1720761"/>
                    <a:pt x="1258661" y="1778181"/>
                  </a:cubicBezTo>
                  <a:cubicBezTo>
                    <a:pt x="1290264" y="1709935"/>
                    <a:pt x="1314011" y="1643260"/>
                    <a:pt x="1331080" y="1576978"/>
                  </a:cubicBezTo>
                  <a:lnTo>
                    <a:pt x="1333637" y="1564743"/>
                  </a:lnTo>
                  <a:lnTo>
                    <a:pt x="1313421" y="1570614"/>
                  </a:lnTo>
                  <a:cubicBezTo>
                    <a:pt x="1218319" y="1594087"/>
                    <a:pt x="1117207" y="1606732"/>
                    <a:pt x="1012372" y="1606732"/>
                  </a:cubicBezTo>
                  <a:cubicBezTo>
                    <a:pt x="453254" y="1606732"/>
                    <a:pt x="0" y="1247053"/>
                    <a:pt x="0" y="803366"/>
                  </a:cubicBezTo>
                  <a:cubicBezTo>
                    <a:pt x="0" y="359679"/>
                    <a:pt x="453254" y="0"/>
                    <a:pt x="1012372" y="0"/>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2" name="组合 11"/>
            <p:cNvGrpSpPr/>
            <p:nvPr/>
          </p:nvGrpSpPr>
          <p:grpSpPr>
            <a:xfrm>
              <a:off x="1456308" y="4647468"/>
              <a:ext cx="875343" cy="1754411"/>
              <a:chOff x="1647825" y="4345931"/>
              <a:chExt cx="816298" cy="1636071"/>
            </a:xfrm>
            <a:solidFill>
              <a:srgbClr val="5ABCD2"/>
            </a:solidFill>
          </p:grpSpPr>
          <p:sp>
            <p:nvSpPr>
              <p:cNvPr id="13" name="椭圆 12"/>
              <p:cNvSpPr/>
              <p:nvPr/>
            </p:nvSpPr>
            <p:spPr>
              <a:xfrm>
                <a:off x="1888535" y="4345931"/>
                <a:ext cx="275698" cy="27569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任意多边形 13"/>
              <p:cNvSpPr/>
              <p:nvPr/>
            </p:nvSpPr>
            <p:spPr>
              <a:xfrm>
                <a:off x="1663381" y="4650115"/>
                <a:ext cx="771956" cy="611131"/>
              </a:xfrm>
              <a:custGeom>
                <a:avLst/>
                <a:gdLst>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2214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956" h="611131">
                    <a:moveTo>
                      <a:pt x="101089" y="592751"/>
                    </a:moveTo>
                    <a:lnTo>
                      <a:pt x="0" y="583561"/>
                    </a:lnTo>
                    <a:lnTo>
                      <a:pt x="133254" y="87304"/>
                    </a:lnTo>
                    <a:cubicBezTo>
                      <a:pt x="145711" y="62965"/>
                      <a:pt x="277230" y="29101"/>
                      <a:pt x="349218" y="0"/>
                    </a:cubicBezTo>
                    <a:lnTo>
                      <a:pt x="422738" y="2214"/>
                    </a:lnTo>
                    <a:cubicBezTo>
                      <a:pt x="493194" y="23657"/>
                      <a:pt x="625562" y="47481"/>
                      <a:pt x="634106" y="68924"/>
                    </a:cubicBezTo>
                    <a:lnTo>
                      <a:pt x="771956" y="588156"/>
                    </a:lnTo>
                    <a:lnTo>
                      <a:pt x="684651" y="611131"/>
                    </a:lnTo>
                    <a:lnTo>
                      <a:pt x="583562" y="220558"/>
                    </a:lnTo>
                    <a:cubicBezTo>
                      <a:pt x="573008" y="193347"/>
                      <a:pt x="552929" y="232811"/>
                      <a:pt x="537612" y="238938"/>
                    </a:cubicBezTo>
                    <a:lnTo>
                      <a:pt x="537612" y="555992"/>
                    </a:lnTo>
                    <a:lnTo>
                      <a:pt x="225154" y="555992"/>
                    </a:lnTo>
                    <a:lnTo>
                      <a:pt x="225154" y="229748"/>
                    </a:lnTo>
                    <a:cubicBezTo>
                      <a:pt x="212901" y="231280"/>
                      <a:pt x="198266" y="213761"/>
                      <a:pt x="188394" y="234343"/>
                    </a:cubicBezTo>
                    <a:lnTo>
                      <a:pt x="101089" y="59275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任意多边形 14"/>
              <p:cNvSpPr/>
              <p:nvPr/>
            </p:nvSpPr>
            <p:spPr>
              <a:xfrm>
                <a:off x="1647825"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 name="任意多边形 15"/>
              <p:cNvSpPr/>
              <p:nvPr/>
            </p:nvSpPr>
            <p:spPr>
              <a:xfrm flipH="1">
                <a:off x="2344848"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 name="任意多边形 16"/>
              <p:cNvSpPr/>
              <p:nvPr/>
            </p:nvSpPr>
            <p:spPr>
              <a:xfrm>
                <a:off x="2350293" y="5366534"/>
                <a:ext cx="113830" cy="412760"/>
              </a:xfrm>
              <a:custGeom>
                <a:avLst/>
                <a:gdLst>
                  <a:gd name="connsiteX0" fmla="*/ 34055 w 113830"/>
                  <a:gd name="connsiteY0" fmla="*/ 0 h 412760"/>
                  <a:gd name="connsiteX1" fmla="*/ 79774 w 113830"/>
                  <a:gd name="connsiteY1" fmla="*/ 0 h 412760"/>
                  <a:gd name="connsiteX2" fmla="*/ 79774 w 113830"/>
                  <a:gd name="connsiteY2" fmla="*/ 17472 h 412760"/>
                  <a:gd name="connsiteX3" fmla="*/ 94858 w 113830"/>
                  <a:gd name="connsiteY3" fmla="*/ 17472 h 412760"/>
                  <a:gd name="connsiteX4" fmla="*/ 113830 w 113830"/>
                  <a:gd name="connsiteY4" fmla="*/ 36444 h 412760"/>
                  <a:gd name="connsiteX5" fmla="*/ 113830 w 113830"/>
                  <a:gd name="connsiteY5" fmla="*/ 393788 h 412760"/>
                  <a:gd name="connsiteX6" fmla="*/ 94858 w 113830"/>
                  <a:gd name="connsiteY6" fmla="*/ 412760 h 412760"/>
                  <a:gd name="connsiteX7" fmla="*/ 18972 w 113830"/>
                  <a:gd name="connsiteY7" fmla="*/ 412760 h 412760"/>
                  <a:gd name="connsiteX8" fmla="*/ 0 w 113830"/>
                  <a:gd name="connsiteY8" fmla="*/ 393788 h 412760"/>
                  <a:gd name="connsiteX9" fmla="*/ 0 w 113830"/>
                  <a:gd name="connsiteY9" fmla="*/ 36444 h 412760"/>
                  <a:gd name="connsiteX10" fmla="*/ 18972 w 113830"/>
                  <a:gd name="connsiteY10" fmla="*/ 17472 h 412760"/>
                  <a:gd name="connsiteX11" fmla="*/ 34055 w 113830"/>
                  <a:gd name="connsiteY11" fmla="*/ 17472 h 41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830" h="412760">
                    <a:moveTo>
                      <a:pt x="34055" y="0"/>
                    </a:moveTo>
                    <a:lnTo>
                      <a:pt x="79774" y="0"/>
                    </a:lnTo>
                    <a:lnTo>
                      <a:pt x="79774" y="17472"/>
                    </a:lnTo>
                    <a:lnTo>
                      <a:pt x="94858" y="17472"/>
                    </a:lnTo>
                    <a:cubicBezTo>
                      <a:pt x="105336" y="17472"/>
                      <a:pt x="113830" y="25966"/>
                      <a:pt x="113830" y="36444"/>
                    </a:cubicBezTo>
                    <a:lnTo>
                      <a:pt x="113830" y="393788"/>
                    </a:lnTo>
                    <a:cubicBezTo>
                      <a:pt x="113830" y="404266"/>
                      <a:pt x="105336" y="412760"/>
                      <a:pt x="94858" y="412760"/>
                    </a:cubicBezTo>
                    <a:lnTo>
                      <a:pt x="18972" y="412760"/>
                    </a:lnTo>
                    <a:cubicBezTo>
                      <a:pt x="8494" y="412760"/>
                      <a:pt x="0" y="404266"/>
                      <a:pt x="0" y="393788"/>
                    </a:cubicBezTo>
                    <a:lnTo>
                      <a:pt x="0" y="36444"/>
                    </a:lnTo>
                    <a:cubicBezTo>
                      <a:pt x="0" y="25966"/>
                      <a:pt x="8494" y="17472"/>
                      <a:pt x="18972" y="17472"/>
                    </a:cubicBezTo>
                    <a:lnTo>
                      <a:pt x="34055" y="174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任意多边形 17"/>
              <p:cNvSpPr/>
              <p:nvPr/>
            </p:nvSpPr>
            <p:spPr>
              <a:xfrm>
                <a:off x="1900234" y="5253040"/>
                <a:ext cx="311951" cy="728962"/>
              </a:xfrm>
              <a:custGeom>
                <a:avLst/>
                <a:gdLst>
                  <a:gd name="connsiteX0" fmla="*/ 311943 w 311943"/>
                  <a:gd name="connsiteY0" fmla="*/ 647700 h 669131"/>
                  <a:gd name="connsiteX1" fmla="*/ 311943 w 311943"/>
                  <a:gd name="connsiteY1" fmla="*/ 0 h 669131"/>
                  <a:gd name="connsiteX2" fmla="*/ 0 w 311943"/>
                  <a:gd name="connsiteY2" fmla="*/ 0 h 669131"/>
                  <a:gd name="connsiteX3" fmla="*/ 0 w 311943"/>
                  <a:gd name="connsiteY3" fmla="*/ 669131 h 669131"/>
                  <a:gd name="connsiteX4" fmla="*/ 111918 w 311943"/>
                  <a:gd name="connsiteY4" fmla="*/ 669131 h 669131"/>
                  <a:gd name="connsiteX5" fmla="*/ 111918 w 311943"/>
                  <a:gd name="connsiteY5" fmla="*/ 92868 h 669131"/>
                  <a:gd name="connsiteX6" fmla="*/ 192881 w 311943"/>
                  <a:gd name="connsiteY6" fmla="*/ 92868 h 669131"/>
                  <a:gd name="connsiteX7" fmla="*/ 192881 w 311943"/>
                  <a:gd name="connsiteY7" fmla="*/ 652462 h 669131"/>
                  <a:gd name="connsiteX8" fmla="*/ 311943 w 311943"/>
                  <a:gd name="connsiteY8" fmla="*/ 647700 h 669131"/>
                  <a:gd name="connsiteX0" fmla="*/ 312037 w 312037"/>
                  <a:gd name="connsiteY0" fmla="*/ 647700 h 695589"/>
                  <a:gd name="connsiteX1" fmla="*/ 312037 w 312037"/>
                  <a:gd name="connsiteY1" fmla="*/ 0 h 695589"/>
                  <a:gd name="connsiteX2" fmla="*/ 94 w 312037"/>
                  <a:gd name="connsiteY2" fmla="*/ 0 h 695589"/>
                  <a:gd name="connsiteX3" fmla="*/ 94 w 312037"/>
                  <a:gd name="connsiteY3" fmla="*/ 669131 h 695589"/>
                  <a:gd name="connsiteX4" fmla="*/ 112012 w 312037"/>
                  <a:gd name="connsiteY4" fmla="*/ 669131 h 695589"/>
                  <a:gd name="connsiteX5" fmla="*/ 112012 w 312037"/>
                  <a:gd name="connsiteY5" fmla="*/ 92868 h 695589"/>
                  <a:gd name="connsiteX6" fmla="*/ 192975 w 312037"/>
                  <a:gd name="connsiteY6" fmla="*/ 92868 h 695589"/>
                  <a:gd name="connsiteX7" fmla="*/ 192975 w 312037"/>
                  <a:gd name="connsiteY7" fmla="*/ 652462 h 695589"/>
                  <a:gd name="connsiteX8" fmla="*/ 312037 w 312037"/>
                  <a:gd name="connsiteY8" fmla="*/ 647700 h 695589"/>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3"/>
                  <a:gd name="connsiteY0" fmla="*/ 647700 h 719108"/>
                  <a:gd name="connsiteX1" fmla="*/ 312010 w 312013"/>
                  <a:gd name="connsiteY1" fmla="*/ 0 h 719108"/>
                  <a:gd name="connsiteX2" fmla="*/ 67 w 312013"/>
                  <a:gd name="connsiteY2" fmla="*/ 0 h 719108"/>
                  <a:gd name="connsiteX3" fmla="*/ 67 w 312013"/>
                  <a:gd name="connsiteY3" fmla="*/ 669131 h 719108"/>
                  <a:gd name="connsiteX4" fmla="*/ 111985 w 312013"/>
                  <a:gd name="connsiteY4" fmla="*/ 669131 h 719108"/>
                  <a:gd name="connsiteX5" fmla="*/ 111985 w 312013"/>
                  <a:gd name="connsiteY5" fmla="*/ 92868 h 719108"/>
                  <a:gd name="connsiteX6" fmla="*/ 192948 w 312013"/>
                  <a:gd name="connsiteY6" fmla="*/ 92868 h 719108"/>
                  <a:gd name="connsiteX7" fmla="*/ 192948 w 312013"/>
                  <a:gd name="connsiteY7" fmla="*/ 652462 h 719108"/>
                  <a:gd name="connsiteX8" fmla="*/ 312010 w 312013"/>
                  <a:gd name="connsiteY8" fmla="*/ 647700 h 719108"/>
                  <a:gd name="connsiteX0" fmla="*/ 311948 w 311951"/>
                  <a:gd name="connsiteY0" fmla="*/ 647700 h 720495"/>
                  <a:gd name="connsiteX1" fmla="*/ 311948 w 311951"/>
                  <a:gd name="connsiteY1" fmla="*/ 0 h 720495"/>
                  <a:gd name="connsiteX2" fmla="*/ 5 w 311951"/>
                  <a:gd name="connsiteY2" fmla="*/ 0 h 720495"/>
                  <a:gd name="connsiteX3" fmla="*/ 5 w 311951"/>
                  <a:gd name="connsiteY3" fmla="*/ 669131 h 720495"/>
                  <a:gd name="connsiteX4" fmla="*/ 111923 w 311951"/>
                  <a:gd name="connsiteY4" fmla="*/ 669131 h 720495"/>
                  <a:gd name="connsiteX5" fmla="*/ 111923 w 311951"/>
                  <a:gd name="connsiteY5" fmla="*/ 92868 h 720495"/>
                  <a:gd name="connsiteX6" fmla="*/ 192886 w 311951"/>
                  <a:gd name="connsiteY6" fmla="*/ 92868 h 720495"/>
                  <a:gd name="connsiteX7" fmla="*/ 192886 w 311951"/>
                  <a:gd name="connsiteY7" fmla="*/ 652462 h 720495"/>
                  <a:gd name="connsiteX8" fmla="*/ 311948 w 311951"/>
                  <a:gd name="connsiteY8" fmla="*/ 647700 h 720495"/>
                  <a:gd name="connsiteX0" fmla="*/ 311948 w 311951"/>
                  <a:gd name="connsiteY0" fmla="*/ 647700 h 728962"/>
                  <a:gd name="connsiteX1" fmla="*/ 311948 w 311951"/>
                  <a:gd name="connsiteY1" fmla="*/ 0 h 728962"/>
                  <a:gd name="connsiteX2" fmla="*/ 5 w 311951"/>
                  <a:gd name="connsiteY2" fmla="*/ 0 h 728962"/>
                  <a:gd name="connsiteX3" fmla="*/ 5 w 311951"/>
                  <a:gd name="connsiteY3" fmla="*/ 669131 h 728962"/>
                  <a:gd name="connsiteX4" fmla="*/ 111923 w 311951"/>
                  <a:gd name="connsiteY4" fmla="*/ 669131 h 728962"/>
                  <a:gd name="connsiteX5" fmla="*/ 111923 w 311951"/>
                  <a:gd name="connsiteY5" fmla="*/ 92868 h 728962"/>
                  <a:gd name="connsiteX6" fmla="*/ 192886 w 311951"/>
                  <a:gd name="connsiteY6" fmla="*/ 92868 h 728962"/>
                  <a:gd name="connsiteX7" fmla="*/ 192886 w 311951"/>
                  <a:gd name="connsiteY7" fmla="*/ 652462 h 728962"/>
                  <a:gd name="connsiteX8" fmla="*/ 311948 w 311951"/>
                  <a:gd name="connsiteY8" fmla="*/ 647700 h 7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951" h="728962">
                    <a:moveTo>
                      <a:pt x="311948" y="647700"/>
                    </a:moveTo>
                    <a:lnTo>
                      <a:pt x="311948" y="0"/>
                    </a:lnTo>
                    <a:lnTo>
                      <a:pt x="5" y="0"/>
                    </a:lnTo>
                    <a:lnTo>
                      <a:pt x="5" y="669131"/>
                    </a:lnTo>
                    <a:cubicBezTo>
                      <a:pt x="-789" y="750093"/>
                      <a:pt x="107955" y="747712"/>
                      <a:pt x="111923" y="669131"/>
                    </a:cubicBezTo>
                    <a:lnTo>
                      <a:pt x="111923" y="92868"/>
                    </a:lnTo>
                    <a:lnTo>
                      <a:pt x="192886" y="92868"/>
                    </a:lnTo>
                    <a:lnTo>
                      <a:pt x="192886" y="652462"/>
                    </a:lnTo>
                    <a:cubicBezTo>
                      <a:pt x="192091" y="750888"/>
                      <a:pt x="312742" y="732630"/>
                      <a:pt x="311948" y="647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49" name="Freeform 33"/>
            <p:cNvSpPr>
              <a:spLocks noEditPoints="1"/>
            </p:cNvSpPr>
            <p:nvPr/>
          </p:nvSpPr>
          <p:spPr bwMode="auto">
            <a:xfrm>
              <a:off x="1472989" y="2861978"/>
              <a:ext cx="529919" cy="497683"/>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54" name="文本框 53"/>
            <p:cNvSpPr txBox="1"/>
            <p:nvPr/>
          </p:nvSpPr>
          <p:spPr>
            <a:xfrm>
              <a:off x="1015882" y="3624416"/>
              <a:ext cx="1409314" cy="456842"/>
            </a:xfrm>
            <a:prstGeom prst="rect">
              <a:avLst/>
            </a:prstGeom>
            <a:noFill/>
          </p:spPr>
          <p:txBody>
            <a:bodyPr wrap="none" rtlCol="0">
              <a:spAutoFit/>
            </a:bodyPr>
            <a:lstStyle/>
            <a:p>
              <a:r>
                <a:rPr lang="zh-CN" altLang="en-US" sz="2531" b="1" dirty="0">
                  <a:solidFill>
                    <a:srgbClr val="FFFFFF"/>
                  </a:solidFill>
                  <a:latin typeface="幼圆" panose="02010509060101010101" pitchFamily="49" charset="-122"/>
                  <a:ea typeface="幼圆" panose="02010509060101010101" pitchFamily="49" charset="-122"/>
                </a:rPr>
                <a:t>您的标题</a:t>
              </a:r>
            </a:p>
          </p:txBody>
        </p:sp>
      </p:grpSp>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grpSp>
        <p:nvGrpSpPr>
          <p:cNvPr id="3" name="组合 2"/>
          <p:cNvGrpSpPr/>
          <p:nvPr/>
        </p:nvGrpSpPr>
        <p:grpSpPr>
          <a:xfrm>
            <a:off x="2357120" y="1952508"/>
            <a:ext cx="3024863" cy="5059347"/>
            <a:chOff x="2234687" y="1851368"/>
            <a:chExt cx="2868176" cy="4797274"/>
          </a:xfrm>
        </p:grpSpPr>
        <p:sp>
          <p:nvSpPr>
            <p:cNvPr id="10" name="任意多边形 9"/>
            <p:cNvSpPr/>
            <p:nvPr/>
          </p:nvSpPr>
          <p:spPr>
            <a:xfrm flipH="1">
              <a:off x="2234687" y="1851368"/>
              <a:ext cx="2868176" cy="2518905"/>
            </a:xfrm>
            <a:custGeom>
              <a:avLst/>
              <a:gdLst>
                <a:gd name="connsiteX0" fmla="*/ 1012372 w 2024744"/>
                <a:gd name="connsiteY0" fmla="*/ 0 h 1778181"/>
                <a:gd name="connsiteX1" fmla="*/ 2024744 w 2024744"/>
                <a:gd name="connsiteY1" fmla="*/ 803366 h 1778181"/>
                <a:gd name="connsiteX2" fmla="*/ 1578399 w 2024744"/>
                <a:gd name="connsiteY2" fmla="*/ 1469530 h 1778181"/>
                <a:gd name="connsiteX3" fmla="*/ 1571378 w 2024744"/>
                <a:gd name="connsiteY3" fmla="*/ 1472554 h 1778181"/>
                <a:gd name="connsiteX4" fmla="*/ 1526368 w 2024744"/>
                <a:gd name="connsiteY4" fmla="*/ 1533011 h 1778181"/>
                <a:gd name="connsiteX5" fmla="*/ 1258661 w 2024744"/>
                <a:gd name="connsiteY5" fmla="*/ 1778181 h 1778181"/>
                <a:gd name="connsiteX6" fmla="*/ 1331080 w 2024744"/>
                <a:gd name="connsiteY6" fmla="*/ 1576978 h 1778181"/>
                <a:gd name="connsiteX7" fmla="*/ 1333637 w 2024744"/>
                <a:gd name="connsiteY7" fmla="*/ 1564743 h 1778181"/>
                <a:gd name="connsiteX8" fmla="*/ 1313421 w 2024744"/>
                <a:gd name="connsiteY8" fmla="*/ 1570614 h 1778181"/>
                <a:gd name="connsiteX9" fmla="*/ 1012372 w 2024744"/>
                <a:gd name="connsiteY9" fmla="*/ 1606732 h 1778181"/>
                <a:gd name="connsiteX10" fmla="*/ 0 w 2024744"/>
                <a:gd name="connsiteY10" fmla="*/ 803366 h 1778181"/>
                <a:gd name="connsiteX11" fmla="*/ 1012372 w 2024744"/>
                <a:gd name="connsiteY11" fmla="*/ 0 h 17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24744" h="1778181">
                  <a:moveTo>
                    <a:pt x="1012372" y="0"/>
                  </a:moveTo>
                  <a:cubicBezTo>
                    <a:pt x="1571490" y="0"/>
                    <a:pt x="2024744" y="359679"/>
                    <a:pt x="2024744" y="803366"/>
                  </a:cubicBezTo>
                  <a:cubicBezTo>
                    <a:pt x="2024744" y="1080670"/>
                    <a:pt x="1847692" y="1325159"/>
                    <a:pt x="1578399" y="1469530"/>
                  </a:cubicBezTo>
                  <a:lnTo>
                    <a:pt x="1571378" y="1472554"/>
                  </a:lnTo>
                  <a:lnTo>
                    <a:pt x="1526368" y="1533011"/>
                  </a:lnTo>
                  <a:cubicBezTo>
                    <a:pt x="1453040" y="1624455"/>
                    <a:pt x="1358502" y="1720761"/>
                    <a:pt x="1258661" y="1778181"/>
                  </a:cubicBezTo>
                  <a:cubicBezTo>
                    <a:pt x="1290264" y="1709935"/>
                    <a:pt x="1314011" y="1643260"/>
                    <a:pt x="1331080" y="1576978"/>
                  </a:cubicBezTo>
                  <a:lnTo>
                    <a:pt x="1333637" y="1564743"/>
                  </a:lnTo>
                  <a:lnTo>
                    <a:pt x="1313421" y="1570614"/>
                  </a:lnTo>
                  <a:cubicBezTo>
                    <a:pt x="1218319" y="1594087"/>
                    <a:pt x="1117207" y="1606732"/>
                    <a:pt x="1012372" y="1606732"/>
                  </a:cubicBezTo>
                  <a:cubicBezTo>
                    <a:pt x="453254" y="1606732"/>
                    <a:pt x="0" y="1247053"/>
                    <a:pt x="0" y="803366"/>
                  </a:cubicBezTo>
                  <a:cubicBezTo>
                    <a:pt x="0" y="359679"/>
                    <a:pt x="453254" y="0"/>
                    <a:pt x="1012372" y="0"/>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9" name="组合 18"/>
            <p:cNvGrpSpPr/>
            <p:nvPr/>
          </p:nvGrpSpPr>
          <p:grpSpPr>
            <a:xfrm>
              <a:off x="3061007" y="4574617"/>
              <a:ext cx="1034810" cy="2074025"/>
              <a:chOff x="1647825" y="4345931"/>
              <a:chExt cx="816298" cy="1636071"/>
            </a:xfrm>
            <a:solidFill>
              <a:srgbClr val="247CAE"/>
            </a:solidFill>
          </p:grpSpPr>
          <p:sp>
            <p:nvSpPr>
              <p:cNvPr id="20" name="椭圆 19"/>
              <p:cNvSpPr/>
              <p:nvPr/>
            </p:nvSpPr>
            <p:spPr>
              <a:xfrm>
                <a:off x="1888535" y="4345931"/>
                <a:ext cx="275698" cy="27569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 name="任意多边形 20"/>
              <p:cNvSpPr/>
              <p:nvPr/>
            </p:nvSpPr>
            <p:spPr>
              <a:xfrm>
                <a:off x="1663381" y="4650115"/>
                <a:ext cx="771956" cy="611131"/>
              </a:xfrm>
              <a:custGeom>
                <a:avLst/>
                <a:gdLst>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4595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 name="connsiteX0" fmla="*/ 101089 w 771956"/>
                  <a:gd name="connsiteY0" fmla="*/ 592751 h 611131"/>
                  <a:gd name="connsiteX1" fmla="*/ 0 w 771956"/>
                  <a:gd name="connsiteY1" fmla="*/ 583561 h 611131"/>
                  <a:gd name="connsiteX2" fmla="*/ 133254 w 771956"/>
                  <a:gd name="connsiteY2" fmla="*/ 87304 h 611131"/>
                  <a:gd name="connsiteX3" fmla="*/ 349218 w 771956"/>
                  <a:gd name="connsiteY3" fmla="*/ 0 h 611131"/>
                  <a:gd name="connsiteX4" fmla="*/ 422738 w 771956"/>
                  <a:gd name="connsiteY4" fmla="*/ 2214 h 611131"/>
                  <a:gd name="connsiteX5" fmla="*/ 634106 w 771956"/>
                  <a:gd name="connsiteY5" fmla="*/ 68924 h 611131"/>
                  <a:gd name="connsiteX6" fmla="*/ 771956 w 771956"/>
                  <a:gd name="connsiteY6" fmla="*/ 588156 h 611131"/>
                  <a:gd name="connsiteX7" fmla="*/ 684651 w 771956"/>
                  <a:gd name="connsiteY7" fmla="*/ 611131 h 611131"/>
                  <a:gd name="connsiteX8" fmla="*/ 583562 w 771956"/>
                  <a:gd name="connsiteY8" fmla="*/ 220558 h 611131"/>
                  <a:gd name="connsiteX9" fmla="*/ 537612 w 771956"/>
                  <a:gd name="connsiteY9" fmla="*/ 238938 h 611131"/>
                  <a:gd name="connsiteX10" fmla="*/ 537612 w 771956"/>
                  <a:gd name="connsiteY10" fmla="*/ 555992 h 611131"/>
                  <a:gd name="connsiteX11" fmla="*/ 225154 w 771956"/>
                  <a:gd name="connsiteY11" fmla="*/ 555992 h 611131"/>
                  <a:gd name="connsiteX12" fmla="*/ 225154 w 771956"/>
                  <a:gd name="connsiteY12" fmla="*/ 229748 h 611131"/>
                  <a:gd name="connsiteX13" fmla="*/ 188394 w 771956"/>
                  <a:gd name="connsiteY13" fmla="*/ 234343 h 611131"/>
                  <a:gd name="connsiteX14" fmla="*/ 101089 w 771956"/>
                  <a:gd name="connsiteY14" fmla="*/ 592751 h 61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956" h="611131">
                    <a:moveTo>
                      <a:pt x="101089" y="592751"/>
                    </a:moveTo>
                    <a:lnTo>
                      <a:pt x="0" y="583561"/>
                    </a:lnTo>
                    <a:lnTo>
                      <a:pt x="133254" y="87304"/>
                    </a:lnTo>
                    <a:cubicBezTo>
                      <a:pt x="145711" y="62965"/>
                      <a:pt x="277230" y="29101"/>
                      <a:pt x="349218" y="0"/>
                    </a:cubicBezTo>
                    <a:lnTo>
                      <a:pt x="422738" y="2214"/>
                    </a:lnTo>
                    <a:cubicBezTo>
                      <a:pt x="493194" y="23657"/>
                      <a:pt x="625562" y="47481"/>
                      <a:pt x="634106" y="68924"/>
                    </a:cubicBezTo>
                    <a:lnTo>
                      <a:pt x="771956" y="588156"/>
                    </a:lnTo>
                    <a:lnTo>
                      <a:pt x="684651" y="611131"/>
                    </a:lnTo>
                    <a:lnTo>
                      <a:pt x="583562" y="220558"/>
                    </a:lnTo>
                    <a:cubicBezTo>
                      <a:pt x="573008" y="193347"/>
                      <a:pt x="552929" y="232811"/>
                      <a:pt x="537612" y="238938"/>
                    </a:cubicBezTo>
                    <a:lnTo>
                      <a:pt x="537612" y="555992"/>
                    </a:lnTo>
                    <a:lnTo>
                      <a:pt x="225154" y="555992"/>
                    </a:lnTo>
                    <a:lnTo>
                      <a:pt x="225154" y="229748"/>
                    </a:lnTo>
                    <a:cubicBezTo>
                      <a:pt x="212901" y="231280"/>
                      <a:pt x="198266" y="213761"/>
                      <a:pt x="188394" y="234343"/>
                    </a:cubicBezTo>
                    <a:lnTo>
                      <a:pt x="101089" y="59275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任意多边形 21"/>
              <p:cNvSpPr/>
              <p:nvPr/>
            </p:nvSpPr>
            <p:spPr>
              <a:xfrm>
                <a:off x="1647825"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任意多边形 22"/>
              <p:cNvSpPr/>
              <p:nvPr/>
            </p:nvSpPr>
            <p:spPr>
              <a:xfrm flipH="1">
                <a:off x="2344848" y="5272089"/>
                <a:ext cx="107156" cy="76972"/>
              </a:xfrm>
              <a:custGeom>
                <a:avLst/>
                <a:gdLst>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200"/>
                  <a:gd name="connsiteX1" fmla="*/ 0 w 107156"/>
                  <a:gd name="connsiteY1" fmla="*/ 0 h 76200"/>
                  <a:gd name="connsiteX2" fmla="*/ 42863 w 107156"/>
                  <a:gd name="connsiteY2" fmla="*/ 76200 h 76200"/>
                  <a:gd name="connsiteX3" fmla="*/ 107156 w 107156"/>
                  <a:gd name="connsiteY3" fmla="*/ 23812 h 76200"/>
                  <a:gd name="connsiteX0" fmla="*/ 107156 w 107156"/>
                  <a:gd name="connsiteY0" fmla="*/ 23812 h 76857"/>
                  <a:gd name="connsiteX1" fmla="*/ 0 w 107156"/>
                  <a:gd name="connsiteY1" fmla="*/ 0 h 76857"/>
                  <a:gd name="connsiteX2" fmla="*/ 42863 w 107156"/>
                  <a:gd name="connsiteY2" fmla="*/ 76200 h 76857"/>
                  <a:gd name="connsiteX3" fmla="*/ 107156 w 107156"/>
                  <a:gd name="connsiteY3" fmla="*/ 23812 h 76857"/>
                  <a:gd name="connsiteX0" fmla="*/ 107156 w 107156"/>
                  <a:gd name="connsiteY0" fmla="*/ 23812 h 76972"/>
                  <a:gd name="connsiteX1" fmla="*/ 0 w 107156"/>
                  <a:gd name="connsiteY1" fmla="*/ 0 h 76972"/>
                  <a:gd name="connsiteX2" fmla="*/ 42863 w 107156"/>
                  <a:gd name="connsiteY2" fmla="*/ 76200 h 76972"/>
                  <a:gd name="connsiteX3" fmla="*/ 107156 w 107156"/>
                  <a:gd name="connsiteY3" fmla="*/ 23812 h 76972"/>
                </a:gdLst>
                <a:ahLst/>
                <a:cxnLst>
                  <a:cxn ang="0">
                    <a:pos x="connsiteX0" y="connsiteY0"/>
                  </a:cxn>
                  <a:cxn ang="0">
                    <a:pos x="connsiteX1" y="connsiteY1"/>
                  </a:cxn>
                  <a:cxn ang="0">
                    <a:pos x="connsiteX2" y="connsiteY2"/>
                  </a:cxn>
                  <a:cxn ang="0">
                    <a:pos x="connsiteX3" y="connsiteY3"/>
                  </a:cxn>
                </a:cxnLst>
                <a:rect l="l" t="t" r="r" b="b"/>
                <a:pathLst>
                  <a:path w="107156" h="76972">
                    <a:moveTo>
                      <a:pt x="107156" y="23812"/>
                    </a:moveTo>
                    <a:lnTo>
                      <a:pt x="0" y="0"/>
                    </a:lnTo>
                    <a:cubicBezTo>
                      <a:pt x="1" y="56356"/>
                      <a:pt x="16668" y="67469"/>
                      <a:pt x="42863" y="76200"/>
                    </a:cubicBezTo>
                    <a:cubicBezTo>
                      <a:pt x="73819" y="82549"/>
                      <a:pt x="95250" y="48419"/>
                      <a:pt x="107156" y="238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任意多边形 23"/>
              <p:cNvSpPr/>
              <p:nvPr/>
            </p:nvSpPr>
            <p:spPr>
              <a:xfrm>
                <a:off x="2350293" y="5366534"/>
                <a:ext cx="113830" cy="412760"/>
              </a:xfrm>
              <a:custGeom>
                <a:avLst/>
                <a:gdLst>
                  <a:gd name="connsiteX0" fmla="*/ 34055 w 113830"/>
                  <a:gd name="connsiteY0" fmla="*/ 0 h 412760"/>
                  <a:gd name="connsiteX1" fmla="*/ 79774 w 113830"/>
                  <a:gd name="connsiteY1" fmla="*/ 0 h 412760"/>
                  <a:gd name="connsiteX2" fmla="*/ 79774 w 113830"/>
                  <a:gd name="connsiteY2" fmla="*/ 17472 h 412760"/>
                  <a:gd name="connsiteX3" fmla="*/ 94858 w 113830"/>
                  <a:gd name="connsiteY3" fmla="*/ 17472 h 412760"/>
                  <a:gd name="connsiteX4" fmla="*/ 113830 w 113830"/>
                  <a:gd name="connsiteY4" fmla="*/ 36444 h 412760"/>
                  <a:gd name="connsiteX5" fmla="*/ 113830 w 113830"/>
                  <a:gd name="connsiteY5" fmla="*/ 393788 h 412760"/>
                  <a:gd name="connsiteX6" fmla="*/ 94858 w 113830"/>
                  <a:gd name="connsiteY6" fmla="*/ 412760 h 412760"/>
                  <a:gd name="connsiteX7" fmla="*/ 18972 w 113830"/>
                  <a:gd name="connsiteY7" fmla="*/ 412760 h 412760"/>
                  <a:gd name="connsiteX8" fmla="*/ 0 w 113830"/>
                  <a:gd name="connsiteY8" fmla="*/ 393788 h 412760"/>
                  <a:gd name="connsiteX9" fmla="*/ 0 w 113830"/>
                  <a:gd name="connsiteY9" fmla="*/ 36444 h 412760"/>
                  <a:gd name="connsiteX10" fmla="*/ 18972 w 113830"/>
                  <a:gd name="connsiteY10" fmla="*/ 17472 h 412760"/>
                  <a:gd name="connsiteX11" fmla="*/ 34055 w 113830"/>
                  <a:gd name="connsiteY11" fmla="*/ 17472 h 41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830" h="412760">
                    <a:moveTo>
                      <a:pt x="34055" y="0"/>
                    </a:moveTo>
                    <a:lnTo>
                      <a:pt x="79774" y="0"/>
                    </a:lnTo>
                    <a:lnTo>
                      <a:pt x="79774" y="17472"/>
                    </a:lnTo>
                    <a:lnTo>
                      <a:pt x="94858" y="17472"/>
                    </a:lnTo>
                    <a:cubicBezTo>
                      <a:pt x="105336" y="17472"/>
                      <a:pt x="113830" y="25966"/>
                      <a:pt x="113830" y="36444"/>
                    </a:cubicBezTo>
                    <a:lnTo>
                      <a:pt x="113830" y="393788"/>
                    </a:lnTo>
                    <a:cubicBezTo>
                      <a:pt x="113830" y="404266"/>
                      <a:pt x="105336" y="412760"/>
                      <a:pt x="94858" y="412760"/>
                    </a:cubicBezTo>
                    <a:lnTo>
                      <a:pt x="18972" y="412760"/>
                    </a:lnTo>
                    <a:cubicBezTo>
                      <a:pt x="8494" y="412760"/>
                      <a:pt x="0" y="404266"/>
                      <a:pt x="0" y="393788"/>
                    </a:cubicBezTo>
                    <a:lnTo>
                      <a:pt x="0" y="36444"/>
                    </a:lnTo>
                    <a:cubicBezTo>
                      <a:pt x="0" y="25966"/>
                      <a:pt x="8494" y="17472"/>
                      <a:pt x="18972" y="17472"/>
                    </a:cubicBezTo>
                    <a:lnTo>
                      <a:pt x="34055" y="174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 name="任意多边形 24"/>
              <p:cNvSpPr/>
              <p:nvPr/>
            </p:nvSpPr>
            <p:spPr>
              <a:xfrm>
                <a:off x="1900234" y="5253040"/>
                <a:ext cx="311951" cy="728962"/>
              </a:xfrm>
              <a:custGeom>
                <a:avLst/>
                <a:gdLst>
                  <a:gd name="connsiteX0" fmla="*/ 311943 w 311943"/>
                  <a:gd name="connsiteY0" fmla="*/ 647700 h 669131"/>
                  <a:gd name="connsiteX1" fmla="*/ 311943 w 311943"/>
                  <a:gd name="connsiteY1" fmla="*/ 0 h 669131"/>
                  <a:gd name="connsiteX2" fmla="*/ 0 w 311943"/>
                  <a:gd name="connsiteY2" fmla="*/ 0 h 669131"/>
                  <a:gd name="connsiteX3" fmla="*/ 0 w 311943"/>
                  <a:gd name="connsiteY3" fmla="*/ 669131 h 669131"/>
                  <a:gd name="connsiteX4" fmla="*/ 111918 w 311943"/>
                  <a:gd name="connsiteY4" fmla="*/ 669131 h 669131"/>
                  <a:gd name="connsiteX5" fmla="*/ 111918 w 311943"/>
                  <a:gd name="connsiteY5" fmla="*/ 92868 h 669131"/>
                  <a:gd name="connsiteX6" fmla="*/ 192881 w 311943"/>
                  <a:gd name="connsiteY6" fmla="*/ 92868 h 669131"/>
                  <a:gd name="connsiteX7" fmla="*/ 192881 w 311943"/>
                  <a:gd name="connsiteY7" fmla="*/ 652462 h 669131"/>
                  <a:gd name="connsiteX8" fmla="*/ 311943 w 311943"/>
                  <a:gd name="connsiteY8" fmla="*/ 647700 h 669131"/>
                  <a:gd name="connsiteX0" fmla="*/ 312037 w 312037"/>
                  <a:gd name="connsiteY0" fmla="*/ 647700 h 695589"/>
                  <a:gd name="connsiteX1" fmla="*/ 312037 w 312037"/>
                  <a:gd name="connsiteY1" fmla="*/ 0 h 695589"/>
                  <a:gd name="connsiteX2" fmla="*/ 94 w 312037"/>
                  <a:gd name="connsiteY2" fmla="*/ 0 h 695589"/>
                  <a:gd name="connsiteX3" fmla="*/ 94 w 312037"/>
                  <a:gd name="connsiteY3" fmla="*/ 669131 h 695589"/>
                  <a:gd name="connsiteX4" fmla="*/ 112012 w 312037"/>
                  <a:gd name="connsiteY4" fmla="*/ 669131 h 695589"/>
                  <a:gd name="connsiteX5" fmla="*/ 112012 w 312037"/>
                  <a:gd name="connsiteY5" fmla="*/ 92868 h 695589"/>
                  <a:gd name="connsiteX6" fmla="*/ 192975 w 312037"/>
                  <a:gd name="connsiteY6" fmla="*/ 92868 h 695589"/>
                  <a:gd name="connsiteX7" fmla="*/ 192975 w 312037"/>
                  <a:gd name="connsiteY7" fmla="*/ 652462 h 695589"/>
                  <a:gd name="connsiteX8" fmla="*/ 312037 w 312037"/>
                  <a:gd name="connsiteY8" fmla="*/ 647700 h 695589"/>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0"/>
                  <a:gd name="connsiteY0" fmla="*/ 647700 h 712012"/>
                  <a:gd name="connsiteX1" fmla="*/ 312010 w 312010"/>
                  <a:gd name="connsiteY1" fmla="*/ 0 h 712012"/>
                  <a:gd name="connsiteX2" fmla="*/ 67 w 312010"/>
                  <a:gd name="connsiteY2" fmla="*/ 0 h 712012"/>
                  <a:gd name="connsiteX3" fmla="*/ 67 w 312010"/>
                  <a:gd name="connsiteY3" fmla="*/ 669131 h 712012"/>
                  <a:gd name="connsiteX4" fmla="*/ 111985 w 312010"/>
                  <a:gd name="connsiteY4" fmla="*/ 669131 h 712012"/>
                  <a:gd name="connsiteX5" fmla="*/ 111985 w 312010"/>
                  <a:gd name="connsiteY5" fmla="*/ 92868 h 712012"/>
                  <a:gd name="connsiteX6" fmla="*/ 192948 w 312010"/>
                  <a:gd name="connsiteY6" fmla="*/ 92868 h 712012"/>
                  <a:gd name="connsiteX7" fmla="*/ 192948 w 312010"/>
                  <a:gd name="connsiteY7" fmla="*/ 652462 h 712012"/>
                  <a:gd name="connsiteX8" fmla="*/ 312010 w 312010"/>
                  <a:gd name="connsiteY8" fmla="*/ 647700 h 712012"/>
                  <a:gd name="connsiteX0" fmla="*/ 312010 w 312013"/>
                  <a:gd name="connsiteY0" fmla="*/ 647700 h 719108"/>
                  <a:gd name="connsiteX1" fmla="*/ 312010 w 312013"/>
                  <a:gd name="connsiteY1" fmla="*/ 0 h 719108"/>
                  <a:gd name="connsiteX2" fmla="*/ 67 w 312013"/>
                  <a:gd name="connsiteY2" fmla="*/ 0 h 719108"/>
                  <a:gd name="connsiteX3" fmla="*/ 67 w 312013"/>
                  <a:gd name="connsiteY3" fmla="*/ 669131 h 719108"/>
                  <a:gd name="connsiteX4" fmla="*/ 111985 w 312013"/>
                  <a:gd name="connsiteY4" fmla="*/ 669131 h 719108"/>
                  <a:gd name="connsiteX5" fmla="*/ 111985 w 312013"/>
                  <a:gd name="connsiteY5" fmla="*/ 92868 h 719108"/>
                  <a:gd name="connsiteX6" fmla="*/ 192948 w 312013"/>
                  <a:gd name="connsiteY6" fmla="*/ 92868 h 719108"/>
                  <a:gd name="connsiteX7" fmla="*/ 192948 w 312013"/>
                  <a:gd name="connsiteY7" fmla="*/ 652462 h 719108"/>
                  <a:gd name="connsiteX8" fmla="*/ 312010 w 312013"/>
                  <a:gd name="connsiteY8" fmla="*/ 647700 h 719108"/>
                  <a:gd name="connsiteX0" fmla="*/ 311948 w 311951"/>
                  <a:gd name="connsiteY0" fmla="*/ 647700 h 720495"/>
                  <a:gd name="connsiteX1" fmla="*/ 311948 w 311951"/>
                  <a:gd name="connsiteY1" fmla="*/ 0 h 720495"/>
                  <a:gd name="connsiteX2" fmla="*/ 5 w 311951"/>
                  <a:gd name="connsiteY2" fmla="*/ 0 h 720495"/>
                  <a:gd name="connsiteX3" fmla="*/ 5 w 311951"/>
                  <a:gd name="connsiteY3" fmla="*/ 669131 h 720495"/>
                  <a:gd name="connsiteX4" fmla="*/ 111923 w 311951"/>
                  <a:gd name="connsiteY4" fmla="*/ 669131 h 720495"/>
                  <a:gd name="connsiteX5" fmla="*/ 111923 w 311951"/>
                  <a:gd name="connsiteY5" fmla="*/ 92868 h 720495"/>
                  <a:gd name="connsiteX6" fmla="*/ 192886 w 311951"/>
                  <a:gd name="connsiteY6" fmla="*/ 92868 h 720495"/>
                  <a:gd name="connsiteX7" fmla="*/ 192886 w 311951"/>
                  <a:gd name="connsiteY7" fmla="*/ 652462 h 720495"/>
                  <a:gd name="connsiteX8" fmla="*/ 311948 w 311951"/>
                  <a:gd name="connsiteY8" fmla="*/ 647700 h 720495"/>
                  <a:gd name="connsiteX0" fmla="*/ 311948 w 311951"/>
                  <a:gd name="connsiteY0" fmla="*/ 647700 h 728962"/>
                  <a:gd name="connsiteX1" fmla="*/ 311948 w 311951"/>
                  <a:gd name="connsiteY1" fmla="*/ 0 h 728962"/>
                  <a:gd name="connsiteX2" fmla="*/ 5 w 311951"/>
                  <a:gd name="connsiteY2" fmla="*/ 0 h 728962"/>
                  <a:gd name="connsiteX3" fmla="*/ 5 w 311951"/>
                  <a:gd name="connsiteY3" fmla="*/ 669131 h 728962"/>
                  <a:gd name="connsiteX4" fmla="*/ 111923 w 311951"/>
                  <a:gd name="connsiteY4" fmla="*/ 669131 h 728962"/>
                  <a:gd name="connsiteX5" fmla="*/ 111923 w 311951"/>
                  <a:gd name="connsiteY5" fmla="*/ 92868 h 728962"/>
                  <a:gd name="connsiteX6" fmla="*/ 192886 w 311951"/>
                  <a:gd name="connsiteY6" fmla="*/ 92868 h 728962"/>
                  <a:gd name="connsiteX7" fmla="*/ 192886 w 311951"/>
                  <a:gd name="connsiteY7" fmla="*/ 652462 h 728962"/>
                  <a:gd name="connsiteX8" fmla="*/ 311948 w 311951"/>
                  <a:gd name="connsiteY8" fmla="*/ 647700 h 7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951" h="728962">
                    <a:moveTo>
                      <a:pt x="311948" y="647700"/>
                    </a:moveTo>
                    <a:lnTo>
                      <a:pt x="311948" y="0"/>
                    </a:lnTo>
                    <a:lnTo>
                      <a:pt x="5" y="0"/>
                    </a:lnTo>
                    <a:lnTo>
                      <a:pt x="5" y="669131"/>
                    </a:lnTo>
                    <a:cubicBezTo>
                      <a:pt x="-789" y="750093"/>
                      <a:pt x="107955" y="747712"/>
                      <a:pt x="111923" y="669131"/>
                    </a:cubicBezTo>
                    <a:lnTo>
                      <a:pt x="111923" y="92868"/>
                    </a:lnTo>
                    <a:lnTo>
                      <a:pt x="192886" y="92868"/>
                    </a:lnTo>
                    <a:lnTo>
                      <a:pt x="192886" y="652462"/>
                    </a:lnTo>
                    <a:cubicBezTo>
                      <a:pt x="192091" y="750888"/>
                      <a:pt x="312742" y="732630"/>
                      <a:pt x="311948" y="647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48" name="Freeform 14"/>
            <p:cNvSpPr>
              <a:spLocks noEditPoints="1"/>
            </p:cNvSpPr>
            <p:nvPr/>
          </p:nvSpPr>
          <p:spPr bwMode="auto">
            <a:xfrm>
              <a:off x="3372767" y="2178986"/>
              <a:ext cx="499696" cy="497683"/>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52" name="文本框 51"/>
            <p:cNvSpPr txBox="1"/>
            <p:nvPr/>
          </p:nvSpPr>
          <p:spPr>
            <a:xfrm>
              <a:off x="2706338" y="2877792"/>
              <a:ext cx="1822745" cy="580020"/>
            </a:xfrm>
            <a:prstGeom prst="rect">
              <a:avLst/>
            </a:prstGeom>
            <a:noFill/>
          </p:spPr>
          <p:txBody>
            <a:bodyPr wrap="none" rtlCol="0">
              <a:spAutoFit/>
            </a:bodyPr>
            <a:lstStyle/>
            <a:p>
              <a:r>
                <a:rPr lang="zh-CN" altLang="en-US" sz="3375" b="1" dirty="0">
                  <a:solidFill>
                    <a:srgbClr val="FFFFFF"/>
                  </a:solidFill>
                  <a:latin typeface="幼圆" panose="02010509060101010101" pitchFamily="49" charset="-122"/>
                  <a:ea typeface="幼圆" panose="02010509060101010101" pitchFamily="49" charset="-122"/>
                </a:rPr>
                <a:t>您的标题</a:t>
              </a:r>
            </a:p>
          </p:txBody>
        </p:sp>
      </p:grpSp>
      <p:sp>
        <p:nvSpPr>
          <p:cNvPr id="55" name="矩形 54"/>
          <p:cNvSpPr/>
          <p:nvPr/>
        </p:nvSpPr>
        <p:spPr>
          <a:xfrm>
            <a:off x="7917189" y="2510184"/>
            <a:ext cx="360041" cy="36004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6" name="矩形 55"/>
          <p:cNvSpPr/>
          <p:nvPr/>
        </p:nvSpPr>
        <p:spPr>
          <a:xfrm>
            <a:off x="7917189" y="3971580"/>
            <a:ext cx="360041" cy="360041"/>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7" name="矩形 56"/>
          <p:cNvSpPr/>
          <p:nvPr/>
        </p:nvSpPr>
        <p:spPr>
          <a:xfrm>
            <a:off x="7948487" y="5531666"/>
            <a:ext cx="360041" cy="36004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8" name="矩形 47"/>
          <p:cNvSpPr>
            <a:spLocks noChangeArrowheads="1"/>
          </p:cNvSpPr>
          <p:nvPr/>
        </p:nvSpPr>
        <p:spPr bwMode="auto">
          <a:xfrm>
            <a:off x="8627492" y="2282465"/>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9" name="矩形 47"/>
          <p:cNvSpPr>
            <a:spLocks noChangeArrowheads="1"/>
          </p:cNvSpPr>
          <p:nvPr/>
        </p:nvSpPr>
        <p:spPr bwMode="auto">
          <a:xfrm>
            <a:off x="8627491" y="5273472"/>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60" name="矩形 47"/>
          <p:cNvSpPr>
            <a:spLocks noChangeArrowheads="1"/>
          </p:cNvSpPr>
          <p:nvPr/>
        </p:nvSpPr>
        <p:spPr bwMode="auto">
          <a:xfrm>
            <a:off x="8627491" y="3728624"/>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61" name="矩形 60"/>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文本框 49"/>
          <p:cNvSpPr txBox="1"/>
          <p:nvPr/>
        </p:nvSpPr>
        <p:spPr>
          <a:xfrm>
            <a:off x="5183351" y="189191"/>
            <a:ext cx="2563522" cy="806375"/>
          </a:xfrm>
          <a:prstGeom prst="rect">
            <a:avLst/>
          </a:prstGeom>
          <a:noFill/>
        </p:spPr>
        <p:txBody>
          <a:bodyPr wrap="none" rtlCol="0">
            <a:spAutoFit/>
          </a:bodyPr>
          <a:lstStyle/>
          <a:p>
            <a:r>
              <a:rPr lang="zh-CN" altLang="en-US" sz="4640" dirty="0">
                <a:gradFill>
                  <a:gsLst>
                    <a:gs pos="0">
                      <a:srgbClr val="E2D9EF"/>
                    </a:gs>
                    <a:gs pos="100000">
                      <a:srgbClr val="8960A2"/>
                    </a:gs>
                  </a:gsLst>
                  <a:lin ang="5400000" scaled="1"/>
                </a:gra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304541241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63"/>
                                        </p:tgtEl>
                                        <p:attrNameLst>
                                          <p:attrName>style.visibility</p:attrName>
                                        </p:attrNameLst>
                                      </p:cBhvr>
                                      <p:to>
                                        <p:strVal val="visible"/>
                                      </p:to>
                                    </p:set>
                                    <p:animEffect transition="in" filter="fade">
                                      <p:cBhvr>
                                        <p:cTn id="17" dur="1000"/>
                                        <p:tgtEl>
                                          <p:spTgt spid="63"/>
                                        </p:tgtEl>
                                      </p:cBhvr>
                                    </p:animEffect>
                                    <p:anim calcmode="lin" valueType="num">
                                      <p:cBhvr>
                                        <p:cTn id="18" dur="1000" fill="hold"/>
                                        <p:tgtEl>
                                          <p:spTgt spid="63"/>
                                        </p:tgtEl>
                                        <p:attrNameLst>
                                          <p:attrName>ppt_x</p:attrName>
                                        </p:attrNameLst>
                                      </p:cBhvr>
                                      <p:tavLst>
                                        <p:tav tm="0">
                                          <p:val>
                                            <p:strVal val="#ppt_x"/>
                                          </p:val>
                                        </p:tav>
                                        <p:tav tm="100000">
                                          <p:val>
                                            <p:strVal val="#ppt_x"/>
                                          </p:val>
                                        </p:tav>
                                      </p:tavLst>
                                    </p:anim>
                                    <p:anim calcmode="lin" valueType="num">
                                      <p:cBhvr>
                                        <p:cTn id="19" dur="1000" fill="hold"/>
                                        <p:tgtEl>
                                          <p:spTgt spid="63"/>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fade">
                                      <p:cBhvr>
                                        <p:cTn id="23" dur="500"/>
                                        <p:tgtEl>
                                          <p:spTgt spid="55"/>
                                        </p:tgtEl>
                                      </p:cBhvr>
                                    </p:animEffect>
                                  </p:childTnLst>
                                </p:cTn>
                              </p:par>
                              <p:par>
                                <p:cTn id="24" presetID="10" presetClass="entr" presetSubtype="0" fill="hold" grpId="0" nodeType="withEffect">
                                  <p:stCondLst>
                                    <p:cond delay="250"/>
                                  </p:stCondLst>
                                  <p:childTnLst>
                                    <p:set>
                                      <p:cBhvr>
                                        <p:cTn id="25" dur="1" fill="hold">
                                          <p:stCondLst>
                                            <p:cond delay="0"/>
                                          </p:stCondLst>
                                        </p:cTn>
                                        <p:tgtEl>
                                          <p:spTgt spid="56"/>
                                        </p:tgtEl>
                                        <p:attrNameLst>
                                          <p:attrName>style.visibility</p:attrName>
                                        </p:attrNameLst>
                                      </p:cBhvr>
                                      <p:to>
                                        <p:strVal val="visible"/>
                                      </p:to>
                                    </p:set>
                                    <p:animEffect transition="in" filter="fade">
                                      <p:cBhvr>
                                        <p:cTn id="26" dur="500"/>
                                        <p:tgtEl>
                                          <p:spTgt spid="56"/>
                                        </p:tgtEl>
                                      </p:cBhvr>
                                    </p:animEffect>
                                  </p:childTnLst>
                                </p:cTn>
                              </p:par>
                              <p:par>
                                <p:cTn id="27" presetID="10" presetClass="entr" presetSubtype="0" fill="hold" grpId="0" nodeType="withEffect">
                                  <p:stCondLst>
                                    <p:cond delay="500"/>
                                  </p:stCondLst>
                                  <p:childTnLst>
                                    <p:set>
                                      <p:cBhvr>
                                        <p:cTn id="28" dur="1" fill="hold">
                                          <p:stCondLst>
                                            <p:cond delay="0"/>
                                          </p:stCondLst>
                                        </p:cTn>
                                        <p:tgtEl>
                                          <p:spTgt spid="57"/>
                                        </p:tgtEl>
                                        <p:attrNameLst>
                                          <p:attrName>style.visibility</p:attrName>
                                        </p:attrNameLst>
                                      </p:cBhvr>
                                      <p:to>
                                        <p:strVal val="visible"/>
                                      </p:to>
                                    </p:set>
                                    <p:animEffect transition="in" filter="fade">
                                      <p:cBhvr>
                                        <p:cTn id="29" dur="500"/>
                                        <p:tgtEl>
                                          <p:spTgt spid="57"/>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58"/>
                                        </p:tgtEl>
                                        <p:attrNameLst>
                                          <p:attrName>style.visibility</p:attrName>
                                        </p:attrNameLst>
                                      </p:cBhvr>
                                      <p:to>
                                        <p:strVal val="visible"/>
                                      </p:to>
                                    </p:set>
                                    <p:animEffect transition="in" filter="wipe(left)">
                                      <p:cBhvr>
                                        <p:cTn id="33" dur="500"/>
                                        <p:tgtEl>
                                          <p:spTgt spid="58"/>
                                        </p:tgtEl>
                                      </p:cBhvr>
                                    </p:animEffect>
                                  </p:childTnLst>
                                </p:cTn>
                              </p:par>
                              <p:par>
                                <p:cTn id="34" presetID="22" presetClass="entr" presetSubtype="8" fill="hold" grpId="0" nodeType="withEffect">
                                  <p:stCondLst>
                                    <p:cond delay="250"/>
                                  </p:stCondLst>
                                  <p:childTnLst>
                                    <p:set>
                                      <p:cBhvr>
                                        <p:cTn id="35" dur="1" fill="hold">
                                          <p:stCondLst>
                                            <p:cond delay="0"/>
                                          </p:stCondLst>
                                        </p:cTn>
                                        <p:tgtEl>
                                          <p:spTgt spid="60"/>
                                        </p:tgtEl>
                                        <p:attrNameLst>
                                          <p:attrName>style.visibility</p:attrName>
                                        </p:attrNameLst>
                                      </p:cBhvr>
                                      <p:to>
                                        <p:strVal val="visible"/>
                                      </p:to>
                                    </p:set>
                                    <p:animEffect transition="in" filter="wipe(left)">
                                      <p:cBhvr>
                                        <p:cTn id="36" dur="500"/>
                                        <p:tgtEl>
                                          <p:spTgt spid="60"/>
                                        </p:tgtEl>
                                      </p:cBhvr>
                                    </p:animEffect>
                                  </p:childTnLst>
                                </p:cTn>
                              </p:par>
                              <p:par>
                                <p:cTn id="37" presetID="22" presetClass="entr" presetSubtype="8" fill="hold" grpId="0" nodeType="withEffect">
                                  <p:stCondLst>
                                    <p:cond delay="500"/>
                                  </p:stCondLst>
                                  <p:childTnLst>
                                    <p:set>
                                      <p:cBhvr>
                                        <p:cTn id="38" dur="1" fill="hold">
                                          <p:stCondLst>
                                            <p:cond delay="0"/>
                                          </p:stCondLst>
                                        </p:cTn>
                                        <p:tgtEl>
                                          <p:spTgt spid="59"/>
                                        </p:tgtEl>
                                        <p:attrNameLst>
                                          <p:attrName>style.visibility</p:attrName>
                                        </p:attrNameLst>
                                      </p:cBhvr>
                                      <p:to>
                                        <p:strVal val="visible"/>
                                      </p:to>
                                    </p:set>
                                    <p:animEffect transition="in" filter="wipe(left)">
                                      <p:cBhvr>
                                        <p:cTn id="3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59" grpId="0"/>
      <p:bldP spid="6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矩形 95"/>
          <p:cNvSpPr/>
          <p:nvPr/>
        </p:nvSpPr>
        <p:spPr>
          <a:xfrm>
            <a:off x="7945787" y="2091146"/>
            <a:ext cx="4912611" cy="4671934"/>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nvGrpSpPr>
          <p:cNvPr id="108" name="组合 107"/>
          <p:cNvGrpSpPr/>
          <p:nvPr/>
        </p:nvGrpSpPr>
        <p:grpSpPr>
          <a:xfrm>
            <a:off x="353" y="2083578"/>
            <a:ext cx="7945433" cy="1398194"/>
            <a:chOff x="0" y="1975649"/>
            <a:chExt cx="7533861" cy="1325768"/>
          </a:xfrm>
        </p:grpSpPr>
        <p:grpSp>
          <p:nvGrpSpPr>
            <p:cNvPr id="2" name="组合 1"/>
            <p:cNvGrpSpPr/>
            <p:nvPr/>
          </p:nvGrpSpPr>
          <p:grpSpPr>
            <a:xfrm>
              <a:off x="0" y="1975649"/>
              <a:ext cx="7533861" cy="1325768"/>
              <a:chOff x="0" y="1975649"/>
              <a:chExt cx="7533861" cy="1325768"/>
            </a:xfrm>
          </p:grpSpPr>
          <p:sp>
            <p:nvSpPr>
              <p:cNvPr id="56" name="矩形 55"/>
              <p:cNvSpPr/>
              <p:nvPr/>
            </p:nvSpPr>
            <p:spPr>
              <a:xfrm>
                <a:off x="0" y="2372027"/>
                <a:ext cx="5613162" cy="914400"/>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0" name="矩形 59"/>
              <p:cNvSpPr/>
              <p:nvPr/>
            </p:nvSpPr>
            <p:spPr>
              <a:xfrm>
                <a:off x="6046304" y="1975649"/>
                <a:ext cx="1487557" cy="1109871"/>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4" name="平行四边形 20"/>
              <p:cNvSpPr/>
              <p:nvPr/>
            </p:nvSpPr>
            <p:spPr>
              <a:xfrm rot="16200000" flipH="1">
                <a:off x="5170436" y="2425550"/>
                <a:ext cx="1318593" cy="433142"/>
              </a:xfrm>
              <a:custGeom>
                <a:avLst/>
                <a:gdLst>
                  <a:gd name="connsiteX0" fmla="*/ 0 w 1338472"/>
                  <a:gd name="connsiteY0" fmla="*/ 433142 h 433142"/>
                  <a:gd name="connsiteX1" fmla="*/ 406460 w 1338472"/>
                  <a:gd name="connsiteY1" fmla="*/ 0 h 433142"/>
                  <a:gd name="connsiteX2" fmla="*/ 1338472 w 1338472"/>
                  <a:gd name="connsiteY2" fmla="*/ 0 h 433142"/>
                  <a:gd name="connsiteX3" fmla="*/ 932012 w 1338472"/>
                  <a:gd name="connsiteY3" fmla="*/ 433142 h 433142"/>
                  <a:gd name="connsiteX4" fmla="*/ 0 w 1338472"/>
                  <a:gd name="connsiteY4" fmla="*/ 433142 h 433142"/>
                  <a:gd name="connsiteX0" fmla="*/ 0 w 1338472"/>
                  <a:gd name="connsiteY0" fmla="*/ 433142 h 433142"/>
                  <a:gd name="connsiteX1" fmla="*/ 406460 w 1338472"/>
                  <a:gd name="connsiteY1" fmla="*/ 0 h 433142"/>
                  <a:gd name="connsiteX2" fmla="*/ 1338472 w 1338472"/>
                  <a:gd name="connsiteY2" fmla="*/ 0 h 433142"/>
                  <a:gd name="connsiteX3" fmla="*/ 1120856 w 1338472"/>
                  <a:gd name="connsiteY3" fmla="*/ 433142 h 433142"/>
                  <a:gd name="connsiteX4" fmla="*/ 0 w 1338472"/>
                  <a:gd name="connsiteY4" fmla="*/ 433142 h 4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472" h="433142">
                    <a:moveTo>
                      <a:pt x="0" y="433142"/>
                    </a:moveTo>
                    <a:lnTo>
                      <a:pt x="406460" y="0"/>
                    </a:lnTo>
                    <a:lnTo>
                      <a:pt x="1338472" y="0"/>
                    </a:lnTo>
                    <a:lnTo>
                      <a:pt x="1120856" y="433142"/>
                    </a:lnTo>
                    <a:lnTo>
                      <a:pt x="0" y="433142"/>
                    </a:lnTo>
                    <a:close/>
                  </a:path>
                </a:pathLst>
              </a:custGeom>
              <a:solidFill>
                <a:srgbClr val="1F6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1" name="Freeform 26"/>
              <p:cNvSpPr>
                <a:spLocks noEditPoints="1"/>
              </p:cNvSpPr>
              <p:nvPr/>
            </p:nvSpPr>
            <p:spPr bwMode="auto">
              <a:xfrm>
                <a:off x="6579160" y="2325074"/>
                <a:ext cx="445322" cy="467870"/>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92" name="矩形 91"/>
            <p:cNvSpPr/>
            <p:nvPr/>
          </p:nvSpPr>
          <p:spPr>
            <a:xfrm>
              <a:off x="203340" y="2510706"/>
              <a:ext cx="890516" cy="641609"/>
            </a:xfrm>
            <a:prstGeom prst="rect">
              <a:avLst/>
            </a:prstGeom>
          </p:spPr>
          <p:txBody>
            <a:bodyPr wrap="square">
              <a:spAutoFit/>
            </a:bodyPr>
            <a:lstStyle/>
            <a:p>
              <a:pPr algn="ctr"/>
              <a:r>
                <a:rPr lang="en-US" altLang="zh-CN" sz="3797" dirty="0">
                  <a:solidFill>
                    <a:prstClr val="white"/>
                  </a:solidFill>
                  <a:latin typeface="Haettenschweiler" panose="020B0706040902060204" pitchFamily="34" charset="0"/>
                  <a:ea typeface="微软雅黑" panose="020B0503020204020204" pitchFamily="34" charset="-122"/>
                </a:rPr>
                <a:t>01</a:t>
              </a:r>
              <a:endParaRPr lang="zh-CN" altLang="en-US" sz="3797" dirty="0">
                <a:solidFill>
                  <a:prstClr val="white"/>
                </a:solidFill>
                <a:latin typeface="Haettenschweiler" panose="020B0706040902060204" pitchFamily="34" charset="0"/>
                <a:ea typeface="微软雅黑" panose="020B0503020204020204" pitchFamily="34" charset="-122"/>
              </a:endParaRPr>
            </a:p>
          </p:txBody>
        </p:sp>
        <p:sp>
          <p:nvSpPr>
            <p:cNvPr id="103" name="TextBox 4"/>
            <p:cNvSpPr txBox="1"/>
            <p:nvPr/>
          </p:nvSpPr>
          <p:spPr>
            <a:xfrm>
              <a:off x="1297196" y="2559009"/>
              <a:ext cx="3905032" cy="615526"/>
            </a:xfrm>
            <a:prstGeom prst="rect">
              <a:avLst/>
            </a:prstGeom>
            <a:noFill/>
          </p:spPr>
          <p:txBody>
            <a:bodyPr wrap="square" lIns="0" tIns="0" rIns="0" bIns="0" rtlCol="0">
              <a:spAutoFit/>
            </a:bodyPr>
            <a:lstStyle/>
            <a:p>
              <a:r>
                <a:rPr lang="zh-CN" altLang="en-US" sz="2109" dirty="0">
                  <a:solidFill>
                    <a:srgbClr val="FEFEFE"/>
                  </a:solidFill>
                  <a:latin typeface="微软雅黑" panose="020B0503020204020204" pitchFamily="34" charset="-122"/>
                  <a:ea typeface="微软雅黑" panose="020B0503020204020204" pitchFamily="34" charset="-122"/>
                </a:rPr>
                <a:t>请在这里输入您的主要叙述内容请在这里输入您的主要叙述内容</a:t>
              </a:r>
              <a:endParaRPr lang="en-US" altLang="zh-CN" sz="2109" dirty="0">
                <a:solidFill>
                  <a:srgbClr val="FEFEFE"/>
                </a:solidFill>
                <a:latin typeface="微软雅黑" panose="020B0503020204020204" pitchFamily="34" charset="-122"/>
                <a:ea typeface="微软雅黑" panose="020B0503020204020204" pitchFamily="34" charset="-122"/>
              </a:endParaRPr>
            </a:p>
          </p:txBody>
        </p:sp>
      </p:grpSp>
      <p:grpSp>
        <p:nvGrpSpPr>
          <p:cNvPr id="109" name="组合 108"/>
          <p:cNvGrpSpPr/>
          <p:nvPr/>
        </p:nvGrpSpPr>
        <p:grpSpPr>
          <a:xfrm>
            <a:off x="353" y="3237629"/>
            <a:ext cx="7945433" cy="1193387"/>
            <a:chOff x="0" y="3069920"/>
            <a:chExt cx="7533861" cy="1131570"/>
          </a:xfrm>
        </p:grpSpPr>
        <p:grpSp>
          <p:nvGrpSpPr>
            <p:cNvPr id="3" name="组合 2"/>
            <p:cNvGrpSpPr/>
            <p:nvPr/>
          </p:nvGrpSpPr>
          <p:grpSpPr>
            <a:xfrm>
              <a:off x="0" y="3069920"/>
              <a:ext cx="7533861" cy="1131570"/>
              <a:chOff x="0" y="3069920"/>
              <a:chExt cx="7533861" cy="1131570"/>
            </a:xfrm>
          </p:grpSpPr>
          <p:sp>
            <p:nvSpPr>
              <p:cNvPr id="55" name="任意多边形 54"/>
              <p:cNvSpPr/>
              <p:nvPr/>
            </p:nvSpPr>
            <p:spPr>
              <a:xfrm>
                <a:off x="5611235" y="3069920"/>
                <a:ext cx="458095" cy="1131570"/>
              </a:xfrm>
              <a:custGeom>
                <a:avLst/>
                <a:gdLst>
                  <a:gd name="connsiteX0" fmla="*/ 434340 w 453390"/>
                  <a:gd name="connsiteY0" fmla="*/ 0 h 1131570"/>
                  <a:gd name="connsiteX1" fmla="*/ 0 w 453390"/>
                  <a:gd name="connsiteY1" fmla="*/ 209550 h 1131570"/>
                  <a:gd name="connsiteX2" fmla="*/ 0 w 453390"/>
                  <a:gd name="connsiteY2" fmla="*/ 1131570 h 1131570"/>
                  <a:gd name="connsiteX3" fmla="*/ 453390 w 453390"/>
                  <a:gd name="connsiteY3" fmla="*/ 1131570 h 1131570"/>
                  <a:gd name="connsiteX4" fmla="*/ 434340 w 453390"/>
                  <a:gd name="connsiteY4" fmla="*/ 0 h 1131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390" h="1131570">
                    <a:moveTo>
                      <a:pt x="434340" y="0"/>
                    </a:moveTo>
                    <a:lnTo>
                      <a:pt x="0" y="209550"/>
                    </a:lnTo>
                    <a:lnTo>
                      <a:pt x="0" y="1131570"/>
                    </a:lnTo>
                    <a:lnTo>
                      <a:pt x="453390" y="1131570"/>
                    </a:lnTo>
                    <a:lnTo>
                      <a:pt x="434340" y="0"/>
                    </a:lnTo>
                    <a:close/>
                  </a:path>
                </a:pathLst>
              </a:custGeom>
              <a:solidFill>
                <a:srgbClr val="3EAF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7" name="矩形 56"/>
              <p:cNvSpPr/>
              <p:nvPr/>
            </p:nvSpPr>
            <p:spPr>
              <a:xfrm>
                <a:off x="0" y="3286427"/>
                <a:ext cx="5613162" cy="914400"/>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1" name="矩形 60"/>
              <p:cNvSpPr/>
              <p:nvPr/>
            </p:nvSpPr>
            <p:spPr>
              <a:xfrm>
                <a:off x="6046304" y="3085520"/>
                <a:ext cx="1487557" cy="110987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0" name="Freeform 14"/>
              <p:cNvSpPr>
                <a:spLocks noEditPoints="1"/>
              </p:cNvSpPr>
              <p:nvPr/>
            </p:nvSpPr>
            <p:spPr bwMode="auto">
              <a:xfrm>
                <a:off x="6552118" y="3430223"/>
                <a:ext cx="465990" cy="464113"/>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93" name="矩形 92"/>
            <p:cNvSpPr/>
            <p:nvPr/>
          </p:nvSpPr>
          <p:spPr>
            <a:xfrm>
              <a:off x="213982" y="3395166"/>
              <a:ext cx="890516" cy="641609"/>
            </a:xfrm>
            <a:prstGeom prst="rect">
              <a:avLst/>
            </a:prstGeom>
          </p:spPr>
          <p:txBody>
            <a:bodyPr wrap="square">
              <a:spAutoFit/>
            </a:bodyPr>
            <a:lstStyle/>
            <a:p>
              <a:pPr algn="ctr"/>
              <a:r>
                <a:rPr lang="en-US" altLang="zh-CN" sz="3797" dirty="0">
                  <a:solidFill>
                    <a:prstClr val="white"/>
                  </a:solidFill>
                  <a:latin typeface="Haettenschweiler" panose="020B0706040902060204" pitchFamily="34" charset="0"/>
                  <a:ea typeface="微软雅黑" panose="020B0503020204020204" pitchFamily="34" charset="-122"/>
                </a:rPr>
                <a:t>02</a:t>
              </a:r>
              <a:endParaRPr lang="zh-CN" altLang="en-US" sz="3797" dirty="0">
                <a:solidFill>
                  <a:prstClr val="white"/>
                </a:solidFill>
                <a:latin typeface="Haettenschweiler" panose="020B0706040902060204" pitchFamily="34" charset="0"/>
                <a:ea typeface="微软雅黑" panose="020B0503020204020204" pitchFamily="34" charset="-122"/>
              </a:endParaRPr>
            </a:p>
          </p:txBody>
        </p:sp>
        <p:sp>
          <p:nvSpPr>
            <p:cNvPr id="104" name="TextBox 4"/>
            <p:cNvSpPr txBox="1"/>
            <p:nvPr/>
          </p:nvSpPr>
          <p:spPr>
            <a:xfrm>
              <a:off x="1281470" y="3476535"/>
              <a:ext cx="3905032" cy="615526"/>
            </a:xfrm>
            <a:prstGeom prst="rect">
              <a:avLst/>
            </a:prstGeom>
            <a:noFill/>
          </p:spPr>
          <p:txBody>
            <a:bodyPr wrap="square" lIns="0" tIns="0" rIns="0" bIns="0" rtlCol="0">
              <a:spAutoFit/>
            </a:bodyPr>
            <a:lstStyle/>
            <a:p>
              <a:r>
                <a:rPr lang="zh-CN" altLang="en-US" sz="2109" dirty="0">
                  <a:solidFill>
                    <a:srgbClr val="FEFEFE"/>
                  </a:solidFill>
                  <a:latin typeface="微软雅黑" panose="020B0503020204020204" pitchFamily="34" charset="-122"/>
                  <a:ea typeface="微软雅黑" panose="020B0503020204020204" pitchFamily="34" charset="-122"/>
                </a:rPr>
                <a:t>请在这里输入您的主要叙述内容请在这里输入您的主要叙述内容</a:t>
              </a:r>
              <a:endParaRPr lang="en-US" altLang="zh-CN" sz="2109" dirty="0">
                <a:solidFill>
                  <a:srgbClr val="FEFEFE"/>
                </a:solidFill>
                <a:latin typeface="微软雅黑" panose="020B0503020204020204" pitchFamily="34" charset="-122"/>
                <a:ea typeface="微软雅黑" panose="020B0503020204020204" pitchFamily="34" charset="-122"/>
              </a:endParaRPr>
            </a:p>
          </p:txBody>
        </p:sp>
      </p:grpSp>
      <p:grpSp>
        <p:nvGrpSpPr>
          <p:cNvPr id="110" name="组合 109"/>
          <p:cNvGrpSpPr/>
          <p:nvPr/>
        </p:nvGrpSpPr>
        <p:grpSpPr>
          <a:xfrm>
            <a:off x="353" y="4417473"/>
            <a:ext cx="7945433" cy="1205530"/>
            <a:chOff x="0" y="4188649"/>
            <a:chExt cx="7533861" cy="1143084"/>
          </a:xfrm>
        </p:grpSpPr>
        <p:grpSp>
          <p:nvGrpSpPr>
            <p:cNvPr id="4" name="组合 3"/>
            <p:cNvGrpSpPr/>
            <p:nvPr/>
          </p:nvGrpSpPr>
          <p:grpSpPr>
            <a:xfrm>
              <a:off x="0" y="4188649"/>
              <a:ext cx="7533861" cy="1143084"/>
              <a:chOff x="0" y="4188649"/>
              <a:chExt cx="7533861" cy="1143084"/>
            </a:xfrm>
          </p:grpSpPr>
          <p:sp>
            <p:nvSpPr>
              <p:cNvPr id="54" name="任意多边形 53"/>
              <p:cNvSpPr/>
              <p:nvPr/>
            </p:nvSpPr>
            <p:spPr>
              <a:xfrm flipV="1">
                <a:off x="5611235" y="4200163"/>
                <a:ext cx="458095" cy="1131570"/>
              </a:xfrm>
              <a:custGeom>
                <a:avLst/>
                <a:gdLst>
                  <a:gd name="connsiteX0" fmla="*/ 434340 w 453390"/>
                  <a:gd name="connsiteY0" fmla="*/ 0 h 1131570"/>
                  <a:gd name="connsiteX1" fmla="*/ 0 w 453390"/>
                  <a:gd name="connsiteY1" fmla="*/ 209550 h 1131570"/>
                  <a:gd name="connsiteX2" fmla="*/ 0 w 453390"/>
                  <a:gd name="connsiteY2" fmla="*/ 1131570 h 1131570"/>
                  <a:gd name="connsiteX3" fmla="*/ 453390 w 453390"/>
                  <a:gd name="connsiteY3" fmla="*/ 1131570 h 1131570"/>
                  <a:gd name="connsiteX4" fmla="*/ 434340 w 453390"/>
                  <a:gd name="connsiteY4" fmla="*/ 0 h 1131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390" h="1131570">
                    <a:moveTo>
                      <a:pt x="434340" y="0"/>
                    </a:moveTo>
                    <a:lnTo>
                      <a:pt x="0" y="209550"/>
                    </a:lnTo>
                    <a:lnTo>
                      <a:pt x="0" y="1131570"/>
                    </a:lnTo>
                    <a:lnTo>
                      <a:pt x="453390" y="1131570"/>
                    </a:lnTo>
                    <a:lnTo>
                      <a:pt x="434340" y="0"/>
                    </a:lnTo>
                    <a:close/>
                  </a:path>
                </a:pathLst>
              </a:custGeom>
              <a:solidFill>
                <a:srgbClr val="1F6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8" name="矩形 57"/>
              <p:cNvSpPr/>
              <p:nvPr/>
            </p:nvSpPr>
            <p:spPr>
              <a:xfrm>
                <a:off x="0" y="4200827"/>
                <a:ext cx="5613162" cy="914400"/>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2" name="矩形 61"/>
              <p:cNvSpPr/>
              <p:nvPr/>
            </p:nvSpPr>
            <p:spPr>
              <a:xfrm>
                <a:off x="6046304" y="4188649"/>
                <a:ext cx="1487557" cy="1141594"/>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2" name="Freeform 33"/>
              <p:cNvSpPr>
                <a:spLocks noEditPoints="1"/>
              </p:cNvSpPr>
              <p:nvPr/>
            </p:nvSpPr>
            <p:spPr bwMode="auto">
              <a:xfrm>
                <a:off x="6606545" y="4533891"/>
                <a:ext cx="494174" cy="464113"/>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94" name="矩形 93"/>
            <p:cNvSpPr/>
            <p:nvPr/>
          </p:nvSpPr>
          <p:spPr>
            <a:xfrm>
              <a:off x="213983" y="4300456"/>
              <a:ext cx="890516" cy="641609"/>
            </a:xfrm>
            <a:prstGeom prst="rect">
              <a:avLst/>
            </a:prstGeom>
          </p:spPr>
          <p:txBody>
            <a:bodyPr wrap="square">
              <a:spAutoFit/>
            </a:bodyPr>
            <a:lstStyle/>
            <a:p>
              <a:pPr algn="ctr"/>
              <a:r>
                <a:rPr lang="en-US" altLang="zh-CN" sz="3797" dirty="0">
                  <a:solidFill>
                    <a:prstClr val="white"/>
                  </a:solidFill>
                  <a:latin typeface="Haettenschweiler" panose="020B0706040902060204" pitchFamily="34" charset="0"/>
                  <a:ea typeface="微软雅黑" panose="020B0503020204020204" pitchFamily="34" charset="-122"/>
                </a:rPr>
                <a:t>03</a:t>
              </a:r>
              <a:endParaRPr lang="zh-CN" altLang="en-US" sz="3797" dirty="0">
                <a:solidFill>
                  <a:prstClr val="white"/>
                </a:solidFill>
                <a:latin typeface="Haettenschweiler" panose="020B0706040902060204" pitchFamily="34" charset="0"/>
                <a:ea typeface="微软雅黑" panose="020B0503020204020204" pitchFamily="34" charset="-122"/>
              </a:endParaRPr>
            </a:p>
          </p:txBody>
        </p:sp>
        <p:sp>
          <p:nvSpPr>
            <p:cNvPr id="105" name="TextBox 4"/>
            <p:cNvSpPr txBox="1"/>
            <p:nvPr/>
          </p:nvSpPr>
          <p:spPr>
            <a:xfrm>
              <a:off x="1318480" y="4375944"/>
              <a:ext cx="3905032" cy="615526"/>
            </a:xfrm>
            <a:prstGeom prst="rect">
              <a:avLst/>
            </a:prstGeom>
            <a:noFill/>
          </p:spPr>
          <p:txBody>
            <a:bodyPr wrap="square" lIns="0" tIns="0" rIns="0" bIns="0" rtlCol="0">
              <a:spAutoFit/>
            </a:bodyPr>
            <a:lstStyle/>
            <a:p>
              <a:r>
                <a:rPr lang="zh-CN" altLang="en-US" sz="2109" dirty="0">
                  <a:solidFill>
                    <a:srgbClr val="FEFEFE"/>
                  </a:solidFill>
                  <a:latin typeface="微软雅黑" panose="020B0503020204020204" pitchFamily="34" charset="-122"/>
                  <a:ea typeface="微软雅黑" panose="020B0503020204020204" pitchFamily="34" charset="-122"/>
                </a:rPr>
                <a:t>请在这里输入您的主要叙述内容请在这里输入您的主要叙述内容</a:t>
              </a:r>
              <a:endParaRPr lang="en-US" altLang="zh-CN" sz="2109" dirty="0">
                <a:solidFill>
                  <a:srgbClr val="FEFEFE"/>
                </a:solidFill>
                <a:latin typeface="微软雅黑" panose="020B0503020204020204" pitchFamily="34" charset="-122"/>
                <a:ea typeface="微软雅黑" panose="020B0503020204020204" pitchFamily="34" charset="-122"/>
              </a:endParaRPr>
            </a:p>
          </p:txBody>
        </p:sp>
      </p:grpSp>
      <p:grpSp>
        <p:nvGrpSpPr>
          <p:cNvPr id="111" name="组合 110"/>
          <p:cNvGrpSpPr/>
          <p:nvPr/>
        </p:nvGrpSpPr>
        <p:grpSpPr>
          <a:xfrm>
            <a:off x="353" y="5382192"/>
            <a:ext cx="7945433" cy="1390627"/>
            <a:chOff x="0" y="5103395"/>
            <a:chExt cx="7533861" cy="1318593"/>
          </a:xfrm>
        </p:grpSpPr>
        <p:grpSp>
          <p:nvGrpSpPr>
            <p:cNvPr id="107" name="组合 106"/>
            <p:cNvGrpSpPr/>
            <p:nvPr/>
          </p:nvGrpSpPr>
          <p:grpSpPr>
            <a:xfrm>
              <a:off x="0" y="5103395"/>
              <a:ext cx="7533861" cy="1318593"/>
              <a:chOff x="0" y="5103395"/>
              <a:chExt cx="7533861" cy="1318593"/>
            </a:xfrm>
          </p:grpSpPr>
          <p:sp>
            <p:nvSpPr>
              <p:cNvPr id="59" name="矩形 58"/>
              <p:cNvSpPr/>
              <p:nvPr/>
            </p:nvSpPr>
            <p:spPr>
              <a:xfrm>
                <a:off x="0" y="5115227"/>
                <a:ext cx="5613162" cy="914400"/>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3" name="矩形 62"/>
              <p:cNvSpPr/>
              <p:nvPr/>
            </p:nvSpPr>
            <p:spPr>
              <a:xfrm>
                <a:off x="6036365" y="5302882"/>
                <a:ext cx="1497496" cy="1109871"/>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5" name="平行四边形 20"/>
              <p:cNvSpPr/>
              <p:nvPr/>
            </p:nvSpPr>
            <p:spPr>
              <a:xfrm rot="5400000" flipH="1" flipV="1">
                <a:off x="5168510" y="5546121"/>
                <a:ext cx="1318593" cy="433142"/>
              </a:xfrm>
              <a:custGeom>
                <a:avLst/>
                <a:gdLst>
                  <a:gd name="connsiteX0" fmla="*/ 0 w 1338472"/>
                  <a:gd name="connsiteY0" fmla="*/ 433142 h 433142"/>
                  <a:gd name="connsiteX1" fmla="*/ 406460 w 1338472"/>
                  <a:gd name="connsiteY1" fmla="*/ 0 h 433142"/>
                  <a:gd name="connsiteX2" fmla="*/ 1338472 w 1338472"/>
                  <a:gd name="connsiteY2" fmla="*/ 0 h 433142"/>
                  <a:gd name="connsiteX3" fmla="*/ 932012 w 1338472"/>
                  <a:gd name="connsiteY3" fmla="*/ 433142 h 433142"/>
                  <a:gd name="connsiteX4" fmla="*/ 0 w 1338472"/>
                  <a:gd name="connsiteY4" fmla="*/ 433142 h 433142"/>
                  <a:gd name="connsiteX0" fmla="*/ 0 w 1338472"/>
                  <a:gd name="connsiteY0" fmla="*/ 433142 h 433142"/>
                  <a:gd name="connsiteX1" fmla="*/ 406460 w 1338472"/>
                  <a:gd name="connsiteY1" fmla="*/ 0 h 433142"/>
                  <a:gd name="connsiteX2" fmla="*/ 1338472 w 1338472"/>
                  <a:gd name="connsiteY2" fmla="*/ 0 h 433142"/>
                  <a:gd name="connsiteX3" fmla="*/ 1120856 w 1338472"/>
                  <a:gd name="connsiteY3" fmla="*/ 433142 h 433142"/>
                  <a:gd name="connsiteX4" fmla="*/ 0 w 1338472"/>
                  <a:gd name="connsiteY4" fmla="*/ 433142 h 4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472" h="433142">
                    <a:moveTo>
                      <a:pt x="0" y="433142"/>
                    </a:moveTo>
                    <a:lnTo>
                      <a:pt x="406460" y="0"/>
                    </a:lnTo>
                    <a:lnTo>
                      <a:pt x="1338472" y="0"/>
                    </a:lnTo>
                    <a:lnTo>
                      <a:pt x="1120856" y="433142"/>
                    </a:lnTo>
                    <a:lnTo>
                      <a:pt x="0" y="433142"/>
                    </a:lnTo>
                    <a:close/>
                  </a:path>
                </a:pathLst>
              </a:custGeom>
              <a:solidFill>
                <a:srgbClr val="3EAF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9" name="Freeform 22"/>
              <p:cNvSpPr>
                <a:spLocks noEditPoints="1"/>
              </p:cNvSpPr>
              <p:nvPr/>
            </p:nvSpPr>
            <p:spPr bwMode="auto">
              <a:xfrm>
                <a:off x="6612472" y="5624556"/>
                <a:ext cx="412010" cy="483841"/>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grpSp>
        <p:sp>
          <p:nvSpPr>
            <p:cNvPr id="95" name="矩形 94"/>
            <p:cNvSpPr/>
            <p:nvPr/>
          </p:nvSpPr>
          <p:spPr>
            <a:xfrm>
              <a:off x="213982" y="5209189"/>
              <a:ext cx="890516" cy="641609"/>
            </a:xfrm>
            <a:prstGeom prst="rect">
              <a:avLst/>
            </a:prstGeom>
          </p:spPr>
          <p:txBody>
            <a:bodyPr wrap="square">
              <a:spAutoFit/>
            </a:bodyPr>
            <a:lstStyle/>
            <a:p>
              <a:pPr algn="ctr"/>
              <a:r>
                <a:rPr lang="en-US" altLang="zh-CN" sz="3797" dirty="0">
                  <a:solidFill>
                    <a:prstClr val="white"/>
                  </a:solidFill>
                  <a:latin typeface="Haettenschweiler" panose="020B0706040902060204" pitchFamily="34" charset="0"/>
                  <a:ea typeface="微软雅黑" panose="020B0503020204020204" pitchFamily="34" charset="-122"/>
                </a:rPr>
                <a:t>04</a:t>
              </a:r>
              <a:endParaRPr lang="zh-CN" altLang="en-US" sz="3797" dirty="0">
                <a:solidFill>
                  <a:prstClr val="white"/>
                </a:solidFill>
                <a:latin typeface="Haettenschweiler" panose="020B0706040902060204" pitchFamily="34" charset="0"/>
                <a:ea typeface="微软雅黑" panose="020B0503020204020204" pitchFamily="34" charset="-122"/>
              </a:endParaRPr>
            </a:p>
          </p:txBody>
        </p:sp>
        <p:sp>
          <p:nvSpPr>
            <p:cNvPr id="106" name="TextBox 4"/>
            <p:cNvSpPr txBox="1"/>
            <p:nvPr/>
          </p:nvSpPr>
          <p:spPr>
            <a:xfrm>
              <a:off x="1302754" y="5293470"/>
              <a:ext cx="3905032" cy="615526"/>
            </a:xfrm>
            <a:prstGeom prst="rect">
              <a:avLst/>
            </a:prstGeom>
            <a:noFill/>
          </p:spPr>
          <p:txBody>
            <a:bodyPr wrap="square" lIns="0" tIns="0" rIns="0" bIns="0" rtlCol="0">
              <a:spAutoFit/>
            </a:bodyPr>
            <a:lstStyle/>
            <a:p>
              <a:r>
                <a:rPr lang="zh-CN" altLang="en-US" sz="2109" dirty="0">
                  <a:solidFill>
                    <a:srgbClr val="FEFEFE"/>
                  </a:solidFill>
                  <a:latin typeface="微软雅黑" panose="020B0503020204020204" pitchFamily="34" charset="-122"/>
                  <a:ea typeface="微软雅黑" panose="020B0503020204020204" pitchFamily="34" charset="-122"/>
                </a:rPr>
                <a:t>请在这里输入您的主要叙述内容请在这里输入您的主要叙述内容</a:t>
              </a:r>
              <a:endParaRPr lang="en-US" altLang="zh-CN" sz="2109" dirty="0">
                <a:solidFill>
                  <a:srgbClr val="FEFEFE"/>
                </a:solidFill>
                <a:latin typeface="微软雅黑" panose="020B0503020204020204" pitchFamily="34" charset="-122"/>
                <a:ea typeface="微软雅黑" panose="020B0503020204020204" pitchFamily="34" charset="-122"/>
              </a:endParaRPr>
            </a:p>
          </p:txBody>
        </p:sp>
      </p:grpSp>
      <p:sp>
        <p:nvSpPr>
          <p:cNvPr id="41" name="文本框 40"/>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27461676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grpId="0" nodeType="with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strips(downLeft)">
                                      <p:cBhvr>
                                        <p:cTn id="7" dur="500"/>
                                        <p:tgtEl>
                                          <p:spTgt spid="96"/>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right)">
                                      <p:cBhvr>
                                        <p:cTn id="11" dur="750"/>
                                        <p:tgtEl>
                                          <p:spTgt spid="108"/>
                                        </p:tgtEl>
                                      </p:cBhvr>
                                    </p:animEffect>
                                  </p:childTnLst>
                                </p:cTn>
                              </p:par>
                            </p:childTnLst>
                          </p:cTn>
                        </p:par>
                        <p:par>
                          <p:cTn id="12" fill="hold">
                            <p:stCondLst>
                              <p:cond delay="1250"/>
                            </p:stCondLst>
                            <p:childTnLst>
                              <p:par>
                                <p:cTn id="13" presetID="22" presetClass="entr" presetSubtype="2" fill="hold" nodeType="afterEffect">
                                  <p:stCondLst>
                                    <p:cond delay="0"/>
                                  </p:stCondLst>
                                  <p:childTnLst>
                                    <p:set>
                                      <p:cBhvr>
                                        <p:cTn id="14" dur="1" fill="hold">
                                          <p:stCondLst>
                                            <p:cond delay="0"/>
                                          </p:stCondLst>
                                        </p:cTn>
                                        <p:tgtEl>
                                          <p:spTgt spid="109"/>
                                        </p:tgtEl>
                                        <p:attrNameLst>
                                          <p:attrName>style.visibility</p:attrName>
                                        </p:attrNameLst>
                                      </p:cBhvr>
                                      <p:to>
                                        <p:strVal val="visible"/>
                                      </p:to>
                                    </p:set>
                                    <p:animEffect transition="in" filter="wipe(right)">
                                      <p:cBhvr>
                                        <p:cTn id="15" dur="750"/>
                                        <p:tgtEl>
                                          <p:spTgt spid="109"/>
                                        </p:tgtEl>
                                      </p:cBhvr>
                                    </p:animEffect>
                                  </p:childTnLst>
                                </p:cTn>
                              </p:par>
                            </p:childTnLst>
                          </p:cTn>
                        </p:par>
                        <p:par>
                          <p:cTn id="16" fill="hold">
                            <p:stCondLst>
                              <p:cond delay="2000"/>
                            </p:stCondLst>
                            <p:childTnLst>
                              <p:par>
                                <p:cTn id="17" presetID="22" presetClass="entr" presetSubtype="2" fill="hold" nodeType="after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right)">
                                      <p:cBhvr>
                                        <p:cTn id="19" dur="750"/>
                                        <p:tgtEl>
                                          <p:spTgt spid="110"/>
                                        </p:tgtEl>
                                      </p:cBhvr>
                                    </p:animEffect>
                                  </p:childTnLst>
                                </p:cTn>
                              </p:par>
                            </p:childTnLst>
                          </p:cTn>
                        </p:par>
                        <p:par>
                          <p:cTn id="20" fill="hold">
                            <p:stCondLst>
                              <p:cond delay="2750"/>
                            </p:stCondLst>
                            <p:childTnLst>
                              <p:par>
                                <p:cTn id="21" presetID="22" presetClass="entr" presetSubtype="2" fill="hold" nodeType="afterEffect">
                                  <p:stCondLst>
                                    <p:cond delay="0"/>
                                  </p:stCondLst>
                                  <p:childTnLst>
                                    <p:set>
                                      <p:cBhvr>
                                        <p:cTn id="22" dur="1" fill="hold">
                                          <p:stCondLst>
                                            <p:cond delay="0"/>
                                          </p:stCondLst>
                                        </p:cTn>
                                        <p:tgtEl>
                                          <p:spTgt spid="111"/>
                                        </p:tgtEl>
                                        <p:attrNameLst>
                                          <p:attrName>style.visibility</p:attrName>
                                        </p:attrNameLst>
                                      </p:cBhvr>
                                      <p:to>
                                        <p:strVal val="visible"/>
                                      </p:to>
                                    </p:set>
                                    <p:animEffect transition="in" filter="wipe(right)">
                                      <p:cBhvr>
                                        <p:cTn id="23" dur="75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Freeform 60"/>
          <p:cNvSpPr>
            <a:spLocks noEditPoints="1"/>
          </p:cNvSpPr>
          <p:nvPr/>
        </p:nvSpPr>
        <p:spPr bwMode="auto">
          <a:xfrm rot="898892">
            <a:off x="1043630" y="4145168"/>
            <a:ext cx="1926805" cy="1961946"/>
          </a:xfrm>
          <a:custGeom>
            <a:avLst/>
            <a:gdLst>
              <a:gd name="T0" fmla="*/ 135 w 672"/>
              <a:gd name="T1" fmla="*/ 480 h 684"/>
              <a:gd name="T2" fmla="*/ 153 w 672"/>
              <a:gd name="T3" fmla="*/ 484 h 684"/>
              <a:gd name="T4" fmla="*/ 222 w 672"/>
              <a:gd name="T5" fmla="*/ 369 h 684"/>
              <a:gd name="T6" fmla="*/ 195 w 672"/>
              <a:gd name="T7" fmla="*/ 345 h 684"/>
              <a:gd name="T8" fmla="*/ 178 w 672"/>
              <a:gd name="T9" fmla="*/ 318 h 684"/>
              <a:gd name="T10" fmla="*/ 165 w 672"/>
              <a:gd name="T11" fmla="*/ 281 h 684"/>
              <a:gd name="T12" fmla="*/ 176 w 672"/>
              <a:gd name="T13" fmla="*/ 218 h 684"/>
              <a:gd name="T14" fmla="*/ 214 w 672"/>
              <a:gd name="T15" fmla="*/ 190 h 684"/>
              <a:gd name="T16" fmla="*/ 206 w 672"/>
              <a:gd name="T17" fmla="*/ 334 h 684"/>
              <a:gd name="T18" fmla="*/ 270 w 672"/>
              <a:gd name="T19" fmla="*/ 354 h 684"/>
              <a:gd name="T20" fmla="*/ 293 w 672"/>
              <a:gd name="T21" fmla="*/ 388 h 684"/>
              <a:gd name="T22" fmla="*/ 313 w 672"/>
              <a:gd name="T23" fmla="*/ 440 h 684"/>
              <a:gd name="T24" fmla="*/ 270 w 672"/>
              <a:gd name="T25" fmla="*/ 537 h 684"/>
              <a:gd name="T26" fmla="*/ 229 w 672"/>
              <a:gd name="T27" fmla="*/ 590 h 684"/>
              <a:gd name="T28" fmla="*/ 231 w 672"/>
              <a:gd name="T29" fmla="*/ 634 h 684"/>
              <a:gd name="T30" fmla="*/ 300 w 672"/>
              <a:gd name="T31" fmla="*/ 671 h 684"/>
              <a:gd name="T32" fmla="*/ 279 w 672"/>
              <a:gd name="T33" fmla="*/ 637 h 684"/>
              <a:gd name="T34" fmla="*/ 275 w 672"/>
              <a:gd name="T35" fmla="*/ 617 h 684"/>
              <a:gd name="T36" fmla="*/ 310 w 672"/>
              <a:gd name="T37" fmla="*/ 606 h 684"/>
              <a:gd name="T38" fmla="*/ 332 w 672"/>
              <a:gd name="T39" fmla="*/ 529 h 684"/>
              <a:gd name="T40" fmla="*/ 376 w 672"/>
              <a:gd name="T41" fmla="*/ 400 h 684"/>
              <a:gd name="T42" fmla="*/ 424 w 672"/>
              <a:gd name="T43" fmla="*/ 326 h 684"/>
              <a:gd name="T44" fmla="*/ 490 w 672"/>
              <a:gd name="T45" fmla="*/ 346 h 684"/>
              <a:gd name="T46" fmla="*/ 531 w 672"/>
              <a:gd name="T47" fmla="*/ 390 h 684"/>
              <a:gd name="T48" fmla="*/ 563 w 672"/>
              <a:gd name="T49" fmla="*/ 422 h 684"/>
              <a:gd name="T50" fmla="*/ 578 w 672"/>
              <a:gd name="T51" fmla="*/ 455 h 684"/>
              <a:gd name="T52" fmla="*/ 624 w 672"/>
              <a:gd name="T53" fmla="*/ 444 h 684"/>
              <a:gd name="T54" fmla="*/ 643 w 672"/>
              <a:gd name="T55" fmla="*/ 403 h 684"/>
              <a:gd name="T56" fmla="*/ 604 w 672"/>
              <a:gd name="T57" fmla="*/ 405 h 684"/>
              <a:gd name="T58" fmla="*/ 586 w 672"/>
              <a:gd name="T59" fmla="*/ 399 h 684"/>
              <a:gd name="T60" fmla="*/ 565 w 672"/>
              <a:gd name="T61" fmla="*/ 379 h 684"/>
              <a:gd name="T62" fmla="*/ 527 w 672"/>
              <a:gd name="T63" fmla="*/ 321 h 684"/>
              <a:gd name="T64" fmla="*/ 493 w 672"/>
              <a:gd name="T65" fmla="*/ 271 h 684"/>
              <a:gd name="T66" fmla="*/ 420 w 672"/>
              <a:gd name="T67" fmla="*/ 265 h 684"/>
              <a:gd name="T68" fmla="*/ 397 w 672"/>
              <a:gd name="T69" fmla="*/ 225 h 684"/>
              <a:gd name="T70" fmla="*/ 443 w 672"/>
              <a:gd name="T71" fmla="*/ 187 h 684"/>
              <a:gd name="T72" fmla="*/ 483 w 672"/>
              <a:gd name="T73" fmla="*/ 138 h 684"/>
              <a:gd name="T74" fmla="*/ 479 w 672"/>
              <a:gd name="T75" fmla="*/ 126 h 684"/>
              <a:gd name="T76" fmla="*/ 466 w 672"/>
              <a:gd name="T77" fmla="*/ 129 h 684"/>
              <a:gd name="T78" fmla="*/ 456 w 672"/>
              <a:gd name="T79" fmla="*/ 134 h 684"/>
              <a:gd name="T80" fmla="*/ 448 w 672"/>
              <a:gd name="T81" fmla="*/ 130 h 684"/>
              <a:gd name="T82" fmla="*/ 424 w 672"/>
              <a:gd name="T83" fmla="*/ 129 h 684"/>
              <a:gd name="T84" fmla="*/ 413 w 672"/>
              <a:gd name="T85" fmla="*/ 175 h 684"/>
              <a:gd name="T86" fmla="*/ 370 w 672"/>
              <a:gd name="T87" fmla="*/ 195 h 684"/>
              <a:gd name="T88" fmla="*/ 333 w 672"/>
              <a:gd name="T89" fmla="*/ 134 h 684"/>
              <a:gd name="T90" fmla="*/ 306 w 672"/>
              <a:gd name="T91" fmla="*/ 95 h 684"/>
              <a:gd name="T92" fmla="*/ 321 w 672"/>
              <a:gd name="T93" fmla="*/ 66 h 684"/>
              <a:gd name="T94" fmla="*/ 314 w 672"/>
              <a:gd name="T95" fmla="*/ 31 h 684"/>
              <a:gd name="T96" fmla="*/ 303 w 672"/>
              <a:gd name="T97" fmla="*/ 6 h 684"/>
              <a:gd name="T98" fmla="*/ 243 w 672"/>
              <a:gd name="T99" fmla="*/ 17 h 684"/>
              <a:gd name="T100" fmla="*/ 240 w 672"/>
              <a:gd name="T101" fmla="*/ 61 h 684"/>
              <a:gd name="T102" fmla="*/ 254 w 672"/>
              <a:gd name="T103" fmla="*/ 79 h 684"/>
              <a:gd name="T104" fmla="*/ 205 w 672"/>
              <a:gd name="T105" fmla="*/ 106 h 684"/>
              <a:gd name="T106" fmla="*/ 175 w 672"/>
              <a:gd name="T107" fmla="*/ 135 h 684"/>
              <a:gd name="T108" fmla="*/ 125 w 672"/>
              <a:gd name="T109" fmla="*/ 237 h 684"/>
              <a:gd name="T110" fmla="*/ 135 w 672"/>
              <a:gd name="T111" fmla="*/ 282 h 684"/>
              <a:gd name="T112" fmla="*/ 101 w 672"/>
              <a:gd name="T113" fmla="*/ 287 h 684"/>
              <a:gd name="T114" fmla="*/ 66 w 672"/>
              <a:gd name="T115" fmla="*/ 274 h 684"/>
              <a:gd name="T116" fmla="*/ 132 w 672"/>
              <a:gd name="T117" fmla="*/ 307 h 684"/>
              <a:gd name="T118" fmla="*/ 146 w 672"/>
              <a:gd name="T119" fmla="*/ 309 h 684"/>
              <a:gd name="T120" fmla="*/ 164 w 672"/>
              <a:gd name="T121" fmla="*/ 31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2" h="684">
                <a:moveTo>
                  <a:pt x="4" y="397"/>
                </a:moveTo>
                <a:cubicBezTo>
                  <a:pt x="5" y="397"/>
                  <a:pt x="6" y="397"/>
                  <a:pt x="7" y="398"/>
                </a:cubicBezTo>
                <a:cubicBezTo>
                  <a:pt x="8" y="398"/>
                  <a:pt x="9" y="399"/>
                  <a:pt x="9" y="399"/>
                </a:cubicBezTo>
                <a:cubicBezTo>
                  <a:pt x="9" y="399"/>
                  <a:pt x="9" y="399"/>
                  <a:pt x="9" y="401"/>
                </a:cubicBezTo>
                <a:cubicBezTo>
                  <a:pt x="9" y="402"/>
                  <a:pt x="10" y="403"/>
                  <a:pt x="12" y="403"/>
                </a:cubicBezTo>
                <a:cubicBezTo>
                  <a:pt x="13" y="404"/>
                  <a:pt x="15" y="403"/>
                  <a:pt x="15" y="403"/>
                </a:cubicBezTo>
                <a:cubicBezTo>
                  <a:pt x="15" y="403"/>
                  <a:pt x="48" y="424"/>
                  <a:pt x="55" y="429"/>
                </a:cubicBezTo>
                <a:cubicBezTo>
                  <a:pt x="63" y="433"/>
                  <a:pt x="80" y="444"/>
                  <a:pt x="88" y="450"/>
                </a:cubicBezTo>
                <a:cubicBezTo>
                  <a:pt x="97" y="455"/>
                  <a:pt x="108" y="462"/>
                  <a:pt x="114" y="466"/>
                </a:cubicBezTo>
                <a:cubicBezTo>
                  <a:pt x="120" y="470"/>
                  <a:pt x="126" y="474"/>
                  <a:pt x="129" y="476"/>
                </a:cubicBezTo>
                <a:cubicBezTo>
                  <a:pt x="133" y="478"/>
                  <a:pt x="135" y="479"/>
                  <a:pt x="135" y="479"/>
                </a:cubicBezTo>
                <a:cubicBezTo>
                  <a:pt x="135" y="479"/>
                  <a:pt x="135" y="480"/>
                  <a:pt x="135" y="480"/>
                </a:cubicBezTo>
                <a:cubicBezTo>
                  <a:pt x="135" y="480"/>
                  <a:pt x="134" y="481"/>
                  <a:pt x="135" y="482"/>
                </a:cubicBezTo>
                <a:cubicBezTo>
                  <a:pt x="136" y="483"/>
                  <a:pt x="136" y="483"/>
                  <a:pt x="138" y="483"/>
                </a:cubicBezTo>
                <a:cubicBezTo>
                  <a:pt x="139" y="484"/>
                  <a:pt x="140" y="483"/>
                  <a:pt x="140" y="483"/>
                </a:cubicBezTo>
                <a:cubicBezTo>
                  <a:pt x="140" y="483"/>
                  <a:pt x="141" y="483"/>
                  <a:pt x="141" y="484"/>
                </a:cubicBezTo>
                <a:cubicBezTo>
                  <a:pt x="141" y="484"/>
                  <a:pt x="142" y="484"/>
                  <a:pt x="142" y="485"/>
                </a:cubicBezTo>
                <a:cubicBezTo>
                  <a:pt x="143" y="486"/>
                  <a:pt x="144" y="486"/>
                  <a:pt x="144" y="487"/>
                </a:cubicBezTo>
                <a:cubicBezTo>
                  <a:pt x="145" y="488"/>
                  <a:pt x="146" y="488"/>
                  <a:pt x="146" y="488"/>
                </a:cubicBezTo>
                <a:cubicBezTo>
                  <a:pt x="147" y="488"/>
                  <a:pt x="148" y="487"/>
                  <a:pt x="148" y="487"/>
                </a:cubicBezTo>
                <a:cubicBezTo>
                  <a:pt x="148" y="487"/>
                  <a:pt x="149" y="487"/>
                  <a:pt x="149" y="486"/>
                </a:cubicBezTo>
                <a:cubicBezTo>
                  <a:pt x="150" y="485"/>
                  <a:pt x="150" y="485"/>
                  <a:pt x="150" y="485"/>
                </a:cubicBezTo>
                <a:cubicBezTo>
                  <a:pt x="150" y="485"/>
                  <a:pt x="151" y="485"/>
                  <a:pt x="151" y="485"/>
                </a:cubicBezTo>
                <a:cubicBezTo>
                  <a:pt x="151" y="485"/>
                  <a:pt x="153" y="484"/>
                  <a:pt x="153" y="484"/>
                </a:cubicBezTo>
                <a:cubicBezTo>
                  <a:pt x="153" y="484"/>
                  <a:pt x="153" y="484"/>
                  <a:pt x="154" y="485"/>
                </a:cubicBezTo>
                <a:cubicBezTo>
                  <a:pt x="154" y="485"/>
                  <a:pt x="156" y="484"/>
                  <a:pt x="156" y="484"/>
                </a:cubicBezTo>
                <a:cubicBezTo>
                  <a:pt x="156" y="484"/>
                  <a:pt x="157" y="484"/>
                  <a:pt x="157" y="484"/>
                </a:cubicBezTo>
                <a:cubicBezTo>
                  <a:pt x="158" y="483"/>
                  <a:pt x="158" y="482"/>
                  <a:pt x="158" y="482"/>
                </a:cubicBezTo>
                <a:cubicBezTo>
                  <a:pt x="159" y="481"/>
                  <a:pt x="159" y="480"/>
                  <a:pt x="160" y="479"/>
                </a:cubicBezTo>
                <a:cubicBezTo>
                  <a:pt x="160" y="478"/>
                  <a:pt x="160" y="478"/>
                  <a:pt x="160" y="478"/>
                </a:cubicBezTo>
                <a:cubicBezTo>
                  <a:pt x="160" y="478"/>
                  <a:pt x="168" y="463"/>
                  <a:pt x="171" y="458"/>
                </a:cubicBezTo>
                <a:cubicBezTo>
                  <a:pt x="175" y="452"/>
                  <a:pt x="185" y="433"/>
                  <a:pt x="190" y="424"/>
                </a:cubicBezTo>
                <a:cubicBezTo>
                  <a:pt x="195" y="415"/>
                  <a:pt x="202" y="403"/>
                  <a:pt x="206" y="396"/>
                </a:cubicBezTo>
                <a:cubicBezTo>
                  <a:pt x="210" y="388"/>
                  <a:pt x="218" y="375"/>
                  <a:pt x="219" y="373"/>
                </a:cubicBezTo>
                <a:cubicBezTo>
                  <a:pt x="219" y="372"/>
                  <a:pt x="220" y="371"/>
                  <a:pt x="220" y="371"/>
                </a:cubicBezTo>
                <a:cubicBezTo>
                  <a:pt x="221" y="370"/>
                  <a:pt x="221" y="370"/>
                  <a:pt x="222" y="369"/>
                </a:cubicBezTo>
                <a:cubicBezTo>
                  <a:pt x="222" y="368"/>
                  <a:pt x="223" y="368"/>
                  <a:pt x="223" y="368"/>
                </a:cubicBezTo>
                <a:cubicBezTo>
                  <a:pt x="224" y="367"/>
                  <a:pt x="225" y="366"/>
                  <a:pt x="224" y="365"/>
                </a:cubicBezTo>
                <a:cubicBezTo>
                  <a:pt x="224" y="363"/>
                  <a:pt x="222" y="363"/>
                  <a:pt x="221" y="363"/>
                </a:cubicBezTo>
                <a:cubicBezTo>
                  <a:pt x="220" y="362"/>
                  <a:pt x="219" y="361"/>
                  <a:pt x="219" y="361"/>
                </a:cubicBezTo>
                <a:cubicBezTo>
                  <a:pt x="218" y="361"/>
                  <a:pt x="218" y="361"/>
                  <a:pt x="217" y="360"/>
                </a:cubicBezTo>
                <a:cubicBezTo>
                  <a:pt x="216" y="359"/>
                  <a:pt x="211" y="356"/>
                  <a:pt x="208" y="355"/>
                </a:cubicBezTo>
                <a:cubicBezTo>
                  <a:pt x="205" y="353"/>
                  <a:pt x="202" y="351"/>
                  <a:pt x="202" y="351"/>
                </a:cubicBezTo>
                <a:cubicBezTo>
                  <a:pt x="202" y="351"/>
                  <a:pt x="202" y="351"/>
                  <a:pt x="202" y="350"/>
                </a:cubicBezTo>
                <a:cubicBezTo>
                  <a:pt x="203" y="349"/>
                  <a:pt x="202" y="349"/>
                  <a:pt x="202" y="349"/>
                </a:cubicBezTo>
                <a:cubicBezTo>
                  <a:pt x="201" y="349"/>
                  <a:pt x="201" y="349"/>
                  <a:pt x="201" y="348"/>
                </a:cubicBezTo>
                <a:cubicBezTo>
                  <a:pt x="201" y="348"/>
                  <a:pt x="199" y="347"/>
                  <a:pt x="197" y="346"/>
                </a:cubicBezTo>
                <a:cubicBezTo>
                  <a:pt x="196" y="345"/>
                  <a:pt x="195" y="345"/>
                  <a:pt x="195" y="345"/>
                </a:cubicBezTo>
                <a:cubicBezTo>
                  <a:pt x="194" y="346"/>
                  <a:pt x="193" y="346"/>
                  <a:pt x="193" y="346"/>
                </a:cubicBezTo>
                <a:cubicBezTo>
                  <a:pt x="193" y="346"/>
                  <a:pt x="172" y="332"/>
                  <a:pt x="170" y="331"/>
                </a:cubicBezTo>
                <a:cubicBezTo>
                  <a:pt x="168" y="330"/>
                  <a:pt x="166" y="328"/>
                  <a:pt x="166" y="328"/>
                </a:cubicBezTo>
                <a:cubicBezTo>
                  <a:pt x="166" y="328"/>
                  <a:pt x="166" y="327"/>
                  <a:pt x="166" y="327"/>
                </a:cubicBezTo>
                <a:cubicBezTo>
                  <a:pt x="167" y="326"/>
                  <a:pt x="166" y="326"/>
                  <a:pt x="166" y="326"/>
                </a:cubicBezTo>
                <a:cubicBezTo>
                  <a:pt x="166" y="326"/>
                  <a:pt x="166" y="325"/>
                  <a:pt x="167" y="325"/>
                </a:cubicBezTo>
                <a:cubicBezTo>
                  <a:pt x="167" y="324"/>
                  <a:pt x="168" y="324"/>
                  <a:pt x="168" y="324"/>
                </a:cubicBezTo>
                <a:cubicBezTo>
                  <a:pt x="169" y="324"/>
                  <a:pt x="169" y="323"/>
                  <a:pt x="171" y="321"/>
                </a:cubicBezTo>
                <a:cubicBezTo>
                  <a:pt x="173" y="318"/>
                  <a:pt x="173" y="317"/>
                  <a:pt x="173" y="317"/>
                </a:cubicBezTo>
                <a:cubicBezTo>
                  <a:pt x="173" y="317"/>
                  <a:pt x="173" y="317"/>
                  <a:pt x="174" y="316"/>
                </a:cubicBezTo>
                <a:cubicBezTo>
                  <a:pt x="174" y="316"/>
                  <a:pt x="174" y="317"/>
                  <a:pt x="176" y="317"/>
                </a:cubicBezTo>
                <a:cubicBezTo>
                  <a:pt x="177" y="318"/>
                  <a:pt x="177" y="318"/>
                  <a:pt x="178" y="318"/>
                </a:cubicBezTo>
                <a:cubicBezTo>
                  <a:pt x="178" y="317"/>
                  <a:pt x="179" y="317"/>
                  <a:pt x="178" y="315"/>
                </a:cubicBezTo>
                <a:cubicBezTo>
                  <a:pt x="178" y="314"/>
                  <a:pt x="177" y="311"/>
                  <a:pt x="177" y="311"/>
                </a:cubicBezTo>
                <a:cubicBezTo>
                  <a:pt x="177" y="311"/>
                  <a:pt x="177" y="311"/>
                  <a:pt x="177" y="310"/>
                </a:cubicBezTo>
                <a:cubicBezTo>
                  <a:pt x="177" y="309"/>
                  <a:pt x="177" y="308"/>
                  <a:pt x="177" y="306"/>
                </a:cubicBezTo>
                <a:cubicBezTo>
                  <a:pt x="178" y="305"/>
                  <a:pt x="177" y="304"/>
                  <a:pt x="177" y="302"/>
                </a:cubicBezTo>
                <a:cubicBezTo>
                  <a:pt x="176" y="301"/>
                  <a:pt x="176" y="300"/>
                  <a:pt x="175" y="298"/>
                </a:cubicBezTo>
                <a:cubicBezTo>
                  <a:pt x="175" y="296"/>
                  <a:pt x="175" y="295"/>
                  <a:pt x="175" y="294"/>
                </a:cubicBezTo>
                <a:cubicBezTo>
                  <a:pt x="175" y="292"/>
                  <a:pt x="174" y="291"/>
                  <a:pt x="173" y="290"/>
                </a:cubicBezTo>
                <a:cubicBezTo>
                  <a:pt x="172" y="289"/>
                  <a:pt x="171" y="287"/>
                  <a:pt x="170" y="287"/>
                </a:cubicBezTo>
                <a:cubicBezTo>
                  <a:pt x="170" y="286"/>
                  <a:pt x="169" y="285"/>
                  <a:pt x="168" y="284"/>
                </a:cubicBezTo>
                <a:cubicBezTo>
                  <a:pt x="168" y="284"/>
                  <a:pt x="168" y="283"/>
                  <a:pt x="167" y="282"/>
                </a:cubicBezTo>
                <a:cubicBezTo>
                  <a:pt x="166" y="282"/>
                  <a:pt x="165" y="281"/>
                  <a:pt x="165" y="281"/>
                </a:cubicBezTo>
                <a:cubicBezTo>
                  <a:pt x="165" y="281"/>
                  <a:pt x="166" y="281"/>
                  <a:pt x="166" y="280"/>
                </a:cubicBezTo>
                <a:cubicBezTo>
                  <a:pt x="167" y="280"/>
                  <a:pt x="167" y="280"/>
                  <a:pt x="167" y="278"/>
                </a:cubicBezTo>
                <a:cubicBezTo>
                  <a:pt x="167" y="276"/>
                  <a:pt x="167" y="275"/>
                  <a:pt x="168" y="271"/>
                </a:cubicBezTo>
                <a:cubicBezTo>
                  <a:pt x="168" y="267"/>
                  <a:pt x="168" y="266"/>
                  <a:pt x="169" y="262"/>
                </a:cubicBezTo>
                <a:cubicBezTo>
                  <a:pt x="169" y="258"/>
                  <a:pt x="169" y="256"/>
                  <a:pt x="170" y="253"/>
                </a:cubicBezTo>
                <a:cubicBezTo>
                  <a:pt x="170" y="250"/>
                  <a:pt x="171" y="248"/>
                  <a:pt x="171" y="245"/>
                </a:cubicBezTo>
                <a:cubicBezTo>
                  <a:pt x="172" y="242"/>
                  <a:pt x="172" y="241"/>
                  <a:pt x="172" y="240"/>
                </a:cubicBezTo>
                <a:cubicBezTo>
                  <a:pt x="172" y="238"/>
                  <a:pt x="172" y="237"/>
                  <a:pt x="172" y="235"/>
                </a:cubicBezTo>
                <a:cubicBezTo>
                  <a:pt x="172" y="234"/>
                  <a:pt x="172" y="233"/>
                  <a:pt x="172" y="231"/>
                </a:cubicBezTo>
                <a:cubicBezTo>
                  <a:pt x="172" y="229"/>
                  <a:pt x="173" y="228"/>
                  <a:pt x="173" y="227"/>
                </a:cubicBezTo>
                <a:cubicBezTo>
                  <a:pt x="174" y="225"/>
                  <a:pt x="174" y="224"/>
                  <a:pt x="175" y="223"/>
                </a:cubicBezTo>
                <a:cubicBezTo>
                  <a:pt x="175" y="222"/>
                  <a:pt x="176" y="221"/>
                  <a:pt x="176" y="218"/>
                </a:cubicBezTo>
                <a:cubicBezTo>
                  <a:pt x="177" y="216"/>
                  <a:pt x="177" y="215"/>
                  <a:pt x="177" y="213"/>
                </a:cubicBezTo>
                <a:cubicBezTo>
                  <a:pt x="178" y="211"/>
                  <a:pt x="177" y="209"/>
                  <a:pt x="177" y="209"/>
                </a:cubicBezTo>
                <a:cubicBezTo>
                  <a:pt x="177" y="209"/>
                  <a:pt x="178" y="209"/>
                  <a:pt x="179" y="208"/>
                </a:cubicBezTo>
                <a:cubicBezTo>
                  <a:pt x="180" y="206"/>
                  <a:pt x="181" y="205"/>
                  <a:pt x="183" y="202"/>
                </a:cubicBezTo>
                <a:cubicBezTo>
                  <a:pt x="185" y="200"/>
                  <a:pt x="186" y="199"/>
                  <a:pt x="187" y="198"/>
                </a:cubicBezTo>
                <a:cubicBezTo>
                  <a:pt x="188" y="197"/>
                  <a:pt x="188" y="196"/>
                  <a:pt x="189" y="195"/>
                </a:cubicBezTo>
                <a:cubicBezTo>
                  <a:pt x="192" y="193"/>
                  <a:pt x="194" y="191"/>
                  <a:pt x="198" y="188"/>
                </a:cubicBezTo>
                <a:cubicBezTo>
                  <a:pt x="202" y="185"/>
                  <a:pt x="205" y="182"/>
                  <a:pt x="207" y="180"/>
                </a:cubicBezTo>
                <a:cubicBezTo>
                  <a:pt x="209" y="178"/>
                  <a:pt x="210" y="178"/>
                  <a:pt x="210" y="178"/>
                </a:cubicBezTo>
                <a:cubicBezTo>
                  <a:pt x="210" y="178"/>
                  <a:pt x="210" y="178"/>
                  <a:pt x="211" y="180"/>
                </a:cubicBezTo>
                <a:cubicBezTo>
                  <a:pt x="211" y="181"/>
                  <a:pt x="212" y="182"/>
                  <a:pt x="212" y="184"/>
                </a:cubicBezTo>
                <a:cubicBezTo>
                  <a:pt x="213" y="185"/>
                  <a:pt x="213" y="187"/>
                  <a:pt x="214" y="190"/>
                </a:cubicBezTo>
                <a:cubicBezTo>
                  <a:pt x="214" y="192"/>
                  <a:pt x="214" y="194"/>
                  <a:pt x="213" y="199"/>
                </a:cubicBezTo>
                <a:cubicBezTo>
                  <a:pt x="213" y="204"/>
                  <a:pt x="212" y="208"/>
                  <a:pt x="211" y="212"/>
                </a:cubicBezTo>
                <a:cubicBezTo>
                  <a:pt x="211" y="217"/>
                  <a:pt x="210" y="221"/>
                  <a:pt x="210" y="222"/>
                </a:cubicBezTo>
                <a:cubicBezTo>
                  <a:pt x="209" y="223"/>
                  <a:pt x="209" y="224"/>
                  <a:pt x="208" y="226"/>
                </a:cubicBezTo>
                <a:cubicBezTo>
                  <a:pt x="206" y="228"/>
                  <a:pt x="205" y="229"/>
                  <a:pt x="204" y="231"/>
                </a:cubicBezTo>
                <a:cubicBezTo>
                  <a:pt x="204" y="233"/>
                  <a:pt x="204" y="235"/>
                  <a:pt x="204" y="242"/>
                </a:cubicBezTo>
                <a:cubicBezTo>
                  <a:pt x="204" y="248"/>
                  <a:pt x="203" y="260"/>
                  <a:pt x="203" y="268"/>
                </a:cubicBezTo>
                <a:cubicBezTo>
                  <a:pt x="203" y="276"/>
                  <a:pt x="203" y="283"/>
                  <a:pt x="202" y="290"/>
                </a:cubicBezTo>
                <a:cubicBezTo>
                  <a:pt x="202" y="297"/>
                  <a:pt x="202" y="304"/>
                  <a:pt x="202" y="309"/>
                </a:cubicBezTo>
                <a:cubicBezTo>
                  <a:pt x="202" y="314"/>
                  <a:pt x="202" y="320"/>
                  <a:pt x="202" y="324"/>
                </a:cubicBezTo>
                <a:cubicBezTo>
                  <a:pt x="202" y="327"/>
                  <a:pt x="202" y="330"/>
                  <a:pt x="202" y="332"/>
                </a:cubicBezTo>
                <a:cubicBezTo>
                  <a:pt x="202" y="333"/>
                  <a:pt x="204" y="333"/>
                  <a:pt x="206" y="334"/>
                </a:cubicBezTo>
                <a:cubicBezTo>
                  <a:pt x="209" y="334"/>
                  <a:pt x="211" y="335"/>
                  <a:pt x="212" y="335"/>
                </a:cubicBezTo>
                <a:cubicBezTo>
                  <a:pt x="213" y="335"/>
                  <a:pt x="213" y="336"/>
                  <a:pt x="213" y="337"/>
                </a:cubicBezTo>
                <a:cubicBezTo>
                  <a:pt x="214" y="337"/>
                  <a:pt x="213" y="338"/>
                  <a:pt x="214" y="340"/>
                </a:cubicBezTo>
                <a:cubicBezTo>
                  <a:pt x="214" y="341"/>
                  <a:pt x="217" y="342"/>
                  <a:pt x="220" y="343"/>
                </a:cubicBezTo>
                <a:cubicBezTo>
                  <a:pt x="222" y="344"/>
                  <a:pt x="224" y="345"/>
                  <a:pt x="225" y="346"/>
                </a:cubicBezTo>
                <a:cubicBezTo>
                  <a:pt x="226" y="346"/>
                  <a:pt x="226" y="346"/>
                  <a:pt x="227" y="348"/>
                </a:cubicBezTo>
                <a:cubicBezTo>
                  <a:pt x="228" y="350"/>
                  <a:pt x="230" y="351"/>
                  <a:pt x="233" y="352"/>
                </a:cubicBezTo>
                <a:cubicBezTo>
                  <a:pt x="236" y="353"/>
                  <a:pt x="238" y="354"/>
                  <a:pt x="241" y="355"/>
                </a:cubicBezTo>
                <a:cubicBezTo>
                  <a:pt x="244" y="356"/>
                  <a:pt x="248" y="357"/>
                  <a:pt x="251" y="358"/>
                </a:cubicBezTo>
                <a:cubicBezTo>
                  <a:pt x="254" y="359"/>
                  <a:pt x="255" y="359"/>
                  <a:pt x="258" y="359"/>
                </a:cubicBezTo>
                <a:cubicBezTo>
                  <a:pt x="260" y="360"/>
                  <a:pt x="262" y="359"/>
                  <a:pt x="265" y="358"/>
                </a:cubicBezTo>
                <a:cubicBezTo>
                  <a:pt x="268" y="356"/>
                  <a:pt x="269" y="355"/>
                  <a:pt x="270" y="354"/>
                </a:cubicBezTo>
                <a:cubicBezTo>
                  <a:pt x="270" y="354"/>
                  <a:pt x="271" y="353"/>
                  <a:pt x="271" y="353"/>
                </a:cubicBezTo>
                <a:cubicBezTo>
                  <a:pt x="271" y="353"/>
                  <a:pt x="271" y="354"/>
                  <a:pt x="273" y="356"/>
                </a:cubicBezTo>
                <a:cubicBezTo>
                  <a:pt x="274" y="357"/>
                  <a:pt x="276" y="358"/>
                  <a:pt x="277" y="359"/>
                </a:cubicBezTo>
                <a:cubicBezTo>
                  <a:pt x="277" y="359"/>
                  <a:pt x="277" y="359"/>
                  <a:pt x="278" y="360"/>
                </a:cubicBezTo>
                <a:cubicBezTo>
                  <a:pt x="278" y="361"/>
                  <a:pt x="279" y="361"/>
                  <a:pt x="280" y="363"/>
                </a:cubicBezTo>
                <a:cubicBezTo>
                  <a:pt x="281" y="365"/>
                  <a:pt x="282" y="364"/>
                  <a:pt x="283" y="365"/>
                </a:cubicBezTo>
                <a:cubicBezTo>
                  <a:pt x="284" y="365"/>
                  <a:pt x="285" y="366"/>
                  <a:pt x="285" y="367"/>
                </a:cubicBezTo>
                <a:cubicBezTo>
                  <a:pt x="286" y="368"/>
                  <a:pt x="284" y="368"/>
                  <a:pt x="284" y="370"/>
                </a:cubicBezTo>
                <a:cubicBezTo>
                  <a:pt x="284" y="373"/>
                  <a:pt x="286" y="375"/>
                  <a:pt x="287" y="376"/>
                </a:cubicBezTo>
                <a:cubicBezTo>
                  <a:pt x="288" y="377"/>
                  <a:pt x="289" y="378"/>
                  <a:pt x="289" y="379"/>
                </a:cubicBezTo>
                <a:cubicBezTo>
                  <a:pt x="289" y="379"/>
                  <a:pt x="289" y="380"/>
                  <a:pt x="290" y="380"/>
                </a:cubicBezTo>
                <a:cubicBezTo>
                  <a:pt x="290" y="382"/>
                  <a:pt x="291" y="384"/>
                  <a:pt x="293" y="388"/>
                </a:cubicBezTo>
                <a:cubicBezTo>
                  <a:pt x="295" y="392"/>
                  <a:pt x="296" y="396"/>
                  <a:pt x="298" y="399"/>
                </a:cubicBezTo>
                <a:cubicBezTo>
                  <a:pt x="299" y="402"/>
                  <a:pt x="300" y="406"/>
                  <a:pt x="302" y="410"/>
                </a:cubicBezTo>
                <a:cubicBezTo>
                  <a:pt x="303" y="411"/>
                  <a:pt x="304" y="413"/>
                  <a:pt x="305" y="414"/>
                </a:cubicBezTo>
                <a:cubicBezTo>
                  <a:pt x="305" y="415"/>
                  <a:pt x="306" y="417"/>
                  <a:pt x="307" y="418"/>
                </a:cubicBezTo>
                <a:cubicBezTo>
                  <a:pt x="308" y="420"/>
                  <a:pt x="308" y="421"/>
                  <a:pt x="309" y="423"/>
                </a:cubicBezTo>
                <a:cubicBezTo>
                  <a:pt x="310" y="425"/>
                  <a:pt x="311" y="426"/>
                  <a:pt x="311" y="426"/>
                </a:cubicBezTo>
                <a:cubicBezTo>
                  <a:pt x="312" y="427"/>
                  <a:pt x="311" y="428"/>
                  <a:pt x="311" y="429"/>
                </a:cubicBezTo>
                <a:cubicBezTo>
                  <a:pt x="311" y="430"/>
                  <a:pt x="312" y="431"/>
                  <a:pt x="312" y="431"/>
                </a:cubicBezTo>
                <a:cubicBezTo>
                  <a:pt x="312" y="432"/>
                  <a:pt x="312" y="432"/>
                  <a:pt x="312" y="434"/>
                </a:cubicBezTo>
                <a:cubicBezTo>
                  <a:pt x="312" y="436"/>
                  <a:pt x="313" y="437"/>
                  <a:pt x="313" y="437"/>
                </a:cubicBezTo>
                <a:cubicBezTo>
                  <a:pt x="313" y="438"/>
                  <a:pt x="314" y="439"/>
                  <a:pt x="314" y="439"/>
                </a:cubicBezTo>
                <a:cubicBezTo>
                  <a:pt x="314" y="439"/>
                  <a:pt x="314" y="439"/>
                  <a:pt x="313" y="440"/>
                </a:cubicBezTo>
                <a:cubicBezTo>
                  <a:pt x="312" y="441"/>
                  <a:pt x="311" y="442"/>
                  <a:pt x="310" y="443"/>
                </a:cubicBezTo>
                <a:cubicBezTo>
                  <a:pt x="308" y="445"/>
                  <a:pt x="307" y="448"/>
                  <a:pt x="308" y="450"/>
                </a:cubicBezTo>
                <a:cubicBezTo>
                  <a:pt x="308" y="452"/>
                  <a:pt x="309" y="453"/>
                  <a:pt x="309" y="453"/>
                </a:cubicBezTo>
                <a:cubicBezTo>
                  <a:pt x="309" y="453"/>
                  <a:pt x="308" y="455"/>
                  <a:pt x="306" y="458"/>
                </a:cubicBezTo>
                <a:cubicBezTo>
                  <a:pt x="304" y="461"/>
                  <a:pt x="302" y="465"/>
                  <a:pt x="300" y="469"/>
                </a:cubicBezTo>
                <a:cubicBezTo>
                  <a:pt x="298" y="473"/>
                  <a:pt x="296" y="478"/>
                  <a:pt x="295" y="480"/>
                </a:cubicBezTo>
                <a:cubicBezTo>
                  <a:pt x="295" y="481"/>
                  <a:pt x="294" y="481"/>
                  <a:pt x="293" y="482"/>
                </a:cubicBezTo>
                <a:cubicBezTo>
                  <a:pt x="292" y="484"/>
                  <a:pt x="290" y="486"/>
                  <a:pt x="288" y="488"/>
                </a:cubicBezTo>
                <a:cubicBezTo>
                  <a:pt x="287" y="490"/>
                  <a:pt x="284" y="497"/>
                  <a:pt x="282" y="502"/>
                </a:cubicBezTo>
                <a:cubicBezTo>
                  <a:pt x="280" y="507"/>
                  <a:pt x="278" y="517"/>
                  <a:pt x="277" y="521"/>
                </a:cubicBezTo>
                <a:cubicBezTo>
                  <a:pt x="276" y="526"/>
                  <a:pt x="275" y="529"/>
                  <a:pt x="274" y="531"/>
                </a:cubicBezTo>
                <a:cubicBezTo>
                  <a:pt x="272" y="533"/>
                  <a:pt x="272" y="535"/>
                  <a:pt x="270" y="537"/>
                </a:cubicBezTo>
                <a:cubicBezTo>
                  <a:pt x="268" y="539"/>
                  <a:pt x="264" y="542"/>
                  <a:pt x="261" y="546"/>
                </a:cubicBezTo>
                <a:cubicBezTo>
                  <a:pt x="259" y="550"/>
                  <a:pt x="256" y="553"/>
                  <a:pt x="254" y="556"/>
                </a:cubicBezTo>
                <a:cubicBezTo>
                  <a:pt x="253" y="559"/>
                  <a:pt x="251" y="562"/>
                  <a:pt x="249" y="565"/>
                </a:cubicBezTo>
                <a:cubicBezTo>
                  <a:pt x="248" y="567"/>
                  <a:pt x="246" y="570"/>
                  <a:pt x="245" y="573"/>
                </a:cubicBezTo>
                <a:cubicBezTo>
                  <a:pt x="243" y="576"/>
                  <a:pt x="243" y="577"/>
                  <a:pt x="243" y="577"/>
                </a:cubicBezTo>
                <a:cubicBezTo>
                  <a:pt x="243" y="577"/>
                  <a:pt x="242" y="577"/>
                  <a:pt x="242" y="577"/>
                </a:cubicBezTo>
                <a:cubicBezTo>
                  <a:pt x="242" y="576"/>
                  <a:pt x="241" y="578"/>
                  <a:pt x="240" y="580"/>
                </a:cubicBezTo>
                <a:cubicBezTo>
                  <a:pt x="239" y="582"/>
                  <a:pt x="239" y="583"/>
                  <a:pt x="238" y="585"/>
                </a:cubicBezTo>
                <a:cubicBezTo>
                  <a:pt x="237" y="586"/>
                  <a:pt x="237" y="587"/>
                  <a:pt x="237" y="587"/>
                </a:cubicBezTo>
                <a:cubicBezTo>
                  <a:pt x="237" y="587"/>
                  <a:pt x="237" y="587"/>
                  <a:pt x="236" y="588"/>
                </a:cubicBezTo>
                <a:cubicBezTo>
                  <a:pt x="235" y="588"/>
                  <a:pt x="233" y="588"/>
                  <a:pt x="231" y="589"/>
                </a:cubicBezTo>
                <a:cubicBezTo>
                  <a:pt x="230" y="589"/>
                  <a:pt x="229" y="590"/>
                  <a:pt x="229" y="590"/>
                </a:cubicBezTo>
                <a:cubicBezTo>
                  <a:pt x="229" y="590"/>
                  <a:pt x="229" y="590"/>
                  <a:pt x="228" y="591"/>
                </a:cubicBezTo>
                <a:cubicBezTo>
                  <a:pt x="227" y="591"/>
                  <a:pt x="225" y="592"/>
                  <a:pt x="222" y="594"/>
                </a:cubicBezTo>
                <a:cubicBezTo>
                  <a:pt x="219" y="597"/>
                  <a:pt x="217" y="600"/>
                  <a:pt x="217" y="600"/>
                </a:cubicBezTo>
                <a:cubicBezTo>
                  <a:pt x="217" y="600"/>
                  <a:pt x="217" y="600"/>
                  <a:pt x="216" y="601"/>
                </a:cubicBezTo>
                <a:cubicBezTo>
                  <a:pt x="216" y="601"/>
                  <a:pt x="215" y="601"/>
                  <a:pt x="214" y="603"/>
                </a:cubicBezTo>
                <a:cubicBezTo>
                  <a:pt x="212" y="604"/>
                  <a:pt x="211" y="604"/>
                  <a:pt x="210" y="606"/>
                </a:cubicBezTo>
                <a:cubicBezTo>
                  <a:pt x="208" y="608"/>
                  <a:pt x="209" y="611"/>
                  <a:pt x="210" y="615"/>
                </a:cubicBezTo>
                <a:cubicBezTo>
                  <a:pt x="211" y="618"/>
                  <a:pt x="213" y="620"/>
                  <a:pt x="217" y="625"/>
                </a:cubicBezTo>
                <a:cubicBezTo>
                  <a:pt x="220" y="629"/>
                  <a:pt x="224" y="633"/>
                  <a:pt x="226" y="635"/>
                </a:cubicBezTo>
                <a:cubicBezTo>
                  <a:pt x="227" y="636"/>
                  <a:pt x="228" y="637"/>
                  <a:pt x="228" y="637"/>
                </a:cubicBezTo>
                <a:cubicBezTo>
                  <a:pt x="228" y="637"/>
                  <a:pt x="229" y="636"/>
                  <a:pt x="229" y="635"/>
                </a:cubicBezTo>
                <a:cubicBezTo>
                  <a:pt x="230" y="634"/>
                  <a:pt x="231" y="634"/>
                  <a:pt x="231" y="634"/>
                </a:cubicBezTo>
                <a:cubicBezTo>
                  <a:pt x="231" y="634"/>
                  <a:pt x="231" y="635"/>
                  <a:pt x="233" y="638"/>
                </a:cubicBezTo>
                <a:cubicBezTo>
                  <a:pt x="236" y="641"/>
                  <a:pt x="238" y="646"/>
                  <a:pt x="238" y="646"/>
                </a:cubicBezTo>
                <a:cubicBezTo>
                  <a:pt x="238" y="646"/>
                  <a:pt x="238" y="646"/>
                  <a:pt x="240" y="649"/>
                </a:cubicBezTo>
                <a:cubicBezTo>
                  <a:pt x="240" y="650"/>
                  <a:pt x="242" y="653"/>
                  <a:pt x="243" y="655"/>
                </a:cubicBezTo>
                <a:cubicBezTo>
                  <a:pt x="245" y="658"/>
                  <a:pt x="247" y="660"/>
                  <a:pt x="248" y="661"/>
                </a:cubicBezTo>
                <a:cubicBezTo>
                  <a:pt x="254" y="667"/>
                  <a:pt x="259" y="670"/>
                  <a:pt x="266" y="674"/>
                </a:cubicBezTo>
                <a:cubicBezTo>
                  <a:pt x="274" y="679"/>
                  <a:pt x="281" y="681"/>
                  <a:pt x="285" y="682"/>
                </a:cubicBezTo>
                <a:cubicBezTo>
                  <a:pt x="289" y="683"/>
                  <a:pt x="291" y="684"/>
                  <a:pt x="293" y="683"/>
                </a:cubicBezTo>
                <a:cubicBezTo>
                  <a:pt x="294" y="683"/>
                  <a:pt x="296" y="682"/>
                  <a:pt x="298" y="681"/>
                </a:cubicBezTo>
                <a:cubicBezTo>
                  <a:pt x="299" y="679"/>
                  <a:pt x="299" y="677"/>
                  <a:pt x="299" y="676"/>
                </a:cubicBezTo>
                <a:cubicBezTo>
                  <a:pt x="299" y="675"/>
                  <a:pt x="299" y="675"/>
                  <a:pt x="299" y="674"/>
                </a:cubicBezTo>
                <a:cubicBezTo>
                  <a:pt x="300" y="673"/>
                  <a:pt x="300" y="673"/>
                  <a:pt x="300" y="671"/>
                </a:cubicBezTo>
                <a:cubicBezTo>
                  <a:pt x="300" y="668"/>
                  <a:pt x="299" y="667"/>
                  <a:pt x="297" y="665"/>
                </a:cubicBezTo>
                <a:cubicBezTo>
                  <a:pt x="296" y="662"/>
                  <a:pt x="293" y="660"/>
                  <a:pt x="292" y="658"/>
                </a:cubicBezTo>
                <a:cubicBezTo>
                  <a:pt x="290" y="656"/>
                  <a:pt x="289" y="655"/>
                  <a:pt x="288" y="653"/>
                </a:cubicBezTo>
                <a:cubicBezTo>
                  <a:pt x="288" y="652"/>
                  <a:pt x="287" y="652"/>
                  <a:pt x="287" y="651"/>
                </a:cubicBezTo>
                <a:cubicBezTo>
                  <a:pt x="286" y="651"/>
                  <a:pt x="286" y="650"/>
                  <a:pt x="285" y="649"/>
                </a:cubicBezTo>
                <a:cubicBezTo>
                  <a:pt x="285" y="649"/>
                  <a:pt x="284" y="648"/>
                  <a:pt x="283" y="648"/>
                </a:cubicBezTo>
                <a:cubicBezTo>
                  <a:pt x="282" y="647"/>
                  <a:pt x="282" y="646"/>
                  <a:pt x="282" y="645"/>
                </a:cubicBezTo>
                <a:cubicBezTo>
                  <a:pt x="282" y="644"/>
                  <a:pt x="281" y="643"/>
                  <a:pt x="281" y="643"/>
                </a:cubicBezTo>
                <a:cubicBezTo>
                  <a:pt x="280" y="643"/>
                  <a:pt x="280" y="641"/>
                  <a:pt x="280" y="641"/>
                </a:cubicBezTo>
                <a:cubicBezTo>
                  <a:pt x="280" y="640"/>
                  <a:pt x="280" y="640"/>
                  <a:pt x="280" y="639"/>
                </a:cubicBezTo>
                <a:cubicBezTo>
                  <a:pt x="279" y="639"/>
                  <a:pt x="279" y="638"/>
                  <a:pt x="279" y="638"/>
                </a:cubicBezTo>
                <a:cubicBezTo>
                  <a:pt x="279" y="638"/>
                  <a:pt x="279" y="637"/>
                  <a:pt x="279" y="637"/>
                </a:cubicBezTo>
                <a:cubicBezTo>
                  <a:pt x="279" y="636"/>
                  <a:pt x="279" y="636"/>
                  <a:pt x="279" y="636"/>
                </a:cubicBezTo>
                <a:cubicBezTo>
                  <a:pt x="278" y="635"/>
                  <a:pt x="278" y="634"/>
                  <a:pt x="278" y="634"/>
                </a:cubicBezTo>
                <a:cubicBezTo>
                  <a:pt x="278" y="633"/>
                  <a:pt x="278" y="633"/>
                  <a:pt x="278" y="632"/>
                </a:cubicBezTo>
                <a:cubicBezTo>
                  <a:pt x="278" y="632"/>
                  <a:pt x="278" y="632"/>
                  <a:pt x="277" y="631"/>
                </a:cubicBezTo>
                <a:cubicBezTo>
                  <a:pt x="277" y="631"/>
                  <a:pt x="277" y="630"/>
                  <a:pt x="277" y="629"/>
                </a:cubicBezTo>
                <a:cubicBezTo>
                  <a:pt x="277" y="628"/>
                  <a:pt x="277" y="628"/>
                  <a:pt x="277" y="628"/>
                </a:cubicBezTo>
                <a:cubicBezTo>
                  <a:pt x="277" y="627"/>
                  <a:pt x="277" y="627"/>
                  <a:pt x="276" y="627"/>
                </a:cubicBezTo>
                <a:cubicBezTo>
                  <a:pt x="276" y="627"/>
                  <a:pt x="276" y="624"/>
                  <a:pt x="275" y="624"/>
                </a:cubicBezTo>
                <a:cubicBezTo>
                  <a:pt x="276" y="623"/>
                  <a:pt x="276" y="623"/>
                  <a:pt x="275" y="623"/>
                </a:cubicBezTo>
                <a:cubicBezTo>
                  <a:pt x="275" y="623"/>
                  <a:pt x="275" y="622"/>
                  <a:pt x="275" y="621"/>
                </a:cubicBezTo>
                <a:cubicBezTo>
                  <a:pt x="274" y="620"/>
                  <a:pt x="274" y="620"/>
                  <a:pt x="274" y="620"/>
                </a:cubicBezTo>
                <a:cubicBezTo>
                  <a:pt x="275" y="617"/>
                  <a:pt x="275" y="617"/>
                  <a:pt x="275" y="617"/>
                </a:cubicBezTo>
                <a:cubicBezTo>
                  <a:pt x="275" y="617"/>
                  <a:pt x="275" y="617"/>
                  <a:pt x="275" y="617"/>
                </a:cubicBezTo>
                <a:cubicBezTo>
                  <a:pt x="275" y="617"/>
                  <a:pt x="276" y="617"/>
                  <a:pt x="276" y="616"/>
                </a:cubicBezTo>
                <a:cubicBezTo>
                  <a:pt x="276" y="615"/>
                  <a:pt x="275" y="614"/>
                  <a:pt x="274" y="614"/>
                </a:cubicBezTo>
                <a:cubicBezTo>
                  <a:pt x="274" y="613"/>
                  <a:pt x="274" y="613"/>
                  <a:pt x="273" y="612"/>
                </a:cubicBezTo>
                <a:cubicBezTo>
                  <a:pt x="273" y="611"/>
                  <a:pt x="272" y="610"/>
                  <a:pt x="272" y="610"/>
                </a:cubicBezTo>
                <a:cubicBezTo>
                  <a:pt x="273" y="607"/>
                  <a:pt x="273" y="607"/>
                  <a:pt x="273" y="607"/>
                </a:cubicBezTo>
                <a:cubicBezTo>
                  <a:pt x="273" y="607"/>
                  <a:pt x="276" y="607"/>
                  <a:pt x="279" y="608"/>
                </a:cubicBezTo>
                <a:cubicBezTo>
                  <a:pt x="280" y="609"/>
                  <a:pt x="282" y="609"/>
                  <a:pt x="283" y="609"/>
                </a:cubicBezTo>
                <a:cubicBezTo>
                  <a:pt x="284" y="609"/>
                  <a:pt x="285" y="609"/>
                  <a:pt x="287" y="609"/>
                </a:cubicBezTo>
                <a:cubicBezTo>
                  <a:pt x="290" y="610"/>
                  <a:pt x="294" y="609"/>
                  <a:pt x="298" y="609"/>
                </a:cubicBezTo>
                <a:cubicBezTo>
                  <a:pt x="301" y="609"/>
                  <a:pt x="304" y="608"/>
                  <a:pt x="307" y="607"/>
                </a:cubicBezTo>
                <a:cubicBezTo>
                  <a:pt x="310" y="607"/>
                  <a:pt x="310" y="607"/>
                  <a:pt x="310" y="606"/>
                </a:cubicBezTo>
                <a:cubicBezTo>
                  <a:pt x="310" y="604"/>
                  <a:pt x="311" y="603"/>
                  <a:pt x="311" y="600"/>
                </a:cubicBezTo>
                <a:cubicBezTo>
                  <a:pt x="311" y="597"/>
                  <a:pt x="311" y="596"/>
                  <a:pt x="311" y="596"/>
                </a:cubicBezTo>
                <a:cubicBezTo>
                  <a:pt x="311" y="595"/>
                  <a:pt x="310" y="595"/>
                  <a:pt x="310" y="595"/>
                </a:cubicBezTo>
                <a:cubicBezTo>
                  <a:pt x="310" y="595"/>
                  <a:pt x="310" y="594"/>
                  <a:pt x="309" y="592"/>
                </a:cubicBezTo>
                <a:cubicBezTo>
                  <a:pt x="309" y="590"/>
                  <a:pt x="309" y="587"/>
                  <a:pt x="309" y="582"/>
                </a:cubicBezTo>
                <a:cubicBezTo>
                  <a:pt x="308" y="577"/>
                  <a:pt x="308" y="573"/>
                  <a:pt x="308" y="570"/>
                </a:cubicBezTo>
                <a:cubicBezTo>
                  <a:pt x="308" y="567"/>
                  <a:pt x="308" y="567"/>
                  <a:pt x="308" y="567"/>
                </a:cubicBezTo>
                <a:cubicBezTo>
                  <a:pt x="308" y="567"/>
                  <a:pt x="309" y="565"/>
                  <a:pt x="311" y="560"/>
                </a:cubicBezTo>
                <a:cubicBezTo>
                  <a:pt x="313" y="556"/>
                  <a:pt x="314" y="554"/>
                  <a:pt x="315" y="551"/>
                </a:cubicBezTo>
                <a:cubicBezTo>
                  <a:pt x="316" y="549"/>
                  <a:pt x="316" y="549"/>
                  <a:pt x="317" y="548"/>
                </a:cubicBezTo>
                <a:cubicBezTo>
                  <a:pt x="318" y="547"/>
                  <a:pt x="317" y="547"/>
                  <a:pt x="321" y="542"/>
                </a:cubicBezTo>
                <a:cubicBezTo>
                  <a:pt x="324" y="537"/>
                  <a:pt x="327" y="535"/>
                  <a:pt x="332" y="529"/>
                </a:cubicBezTo>
                <a:cubicBezTo>
                  <a:pt x="337" y="524"/>
                  <a:pt x="343" y="516"/>
                  <a:pt x="346" y="513"/>
                </a:cubicBezTo>
                <a:cubicBezTo>
                  <a:pt x="349" y="509"/>
                  <a:pt x="356" y="501"/>
                  <a:pt x="360" y="496"/>
                </a:cubicBezTo>
                <a:cubicBezTo>
                  <a:pt x="363" y="493"/>
                  <a:pt x="365" y="490"/>
                  <a:pt x="367" y="488"/>
                </a:cubicBezTo>
                <a:cubicBezTo>
                  <a:pt x="369" y="486"/>
                  <a:pt x="369" y="485"/>
                  <a:pt x="370" y="484"/>
                </a:cubicBezTo>
                <a:cubicBezTo>
                  <a:pt x="372" y="480"/>
                  <a:pt x="372" y="480"/>
                  <a:pt x="373" y="478"/>
                </a:cubicBezTo>
                <a:cubicBezTo>
                  <a:pt x="373" y="477"/>
                  <a:pt x="374" y="477"/>
                  <a:pt x="375" y="473"/>
                </a:cubicBezTo>
                <a:cubicBezTo>
                  <a:pt x="376" y="469"/>
                  <a:pt x="376" y="467"/>
                  <a:pt x="376" y="466"/>
                </a:cubicBezTo>
                <a:cubicBezTo>
                  <a:pt x="376" y="464"/>
                  <a:pt x="377" y="464"/>
                  <a:pt x="377" y="460"/>
                </a:cubicBezTo>
                <a:cubicBezTo>
                  <a:pt x="377" y="457"/>
                  <a:pt x="377" y="454"/>
                  <a:pt x="378" y="449"/>
                </a:cubicBezTo>
                <a:cubicBezTo>
                  <a:pt x="378" y="445"/>
                  <a:pt x="378" y="436"/>
                  <a:pt x="377" y="429"/>
                </a:cubicBezTo>
                <a:cubicBezTo>
                  <a:pt x="377" y="422"/>
                  <a:pt x="377" y="420"/>
                  <a:pt x="377" y="414"/>
                </a:cubicBezTo>
                <a:cubicBezTo>
                  <a:pt x="376" y="408"/>
                  <a:pt x="376" y="405"/>
                  <a:pt x="376" y="400"/>
                </a:cubicBezTo>
                <a:cubicBezTo>
                  <a:pt x="375" y="395"/>
                  <a:pt x="375" y="391"/>
                  <a:pt x="375" y="386"/>
                </a:cubicBezTo>
                <a:cubicBezTo>
                  <a:pt x="375" y="380"/>
                  <a:pt x="374" y="377"/>
                  <a:pt x="374" y="373"/>
                </a:cubicBezTo>
                <a:cubicBezTo>
                  <a:pt x="374" y="369"/>
                  <a:pt x="374" y="367"/>
                  <a:pt x="374" y="364"/>
                </a:cubicBezTo>
                <a:cubicBezTo>
                  <a:pt x="373" y="361"/>
                  <a:pt x="373" y="360"/>
                  <a:pt x="374" y="358"/>
                </a:cubicBezTo>
                <a:cubicBezTo>
                  <a:pt x="374" y="355"/>
                  <a:pt x="375" y="351"/>
                  <a:pt x="375" y="346"/>
                </a:cubicBezTo>
                <a:cubicBezTo>
                  <a:pt x="376" y="340"/>
                  <a:pt x="376" y="338"/>
                  <a:pt x="376" y="338"/>
                </a:cubicBezTo>
                <a:cubicBezTo>
                  <a:pt x="376" y="338"/>
                  <a:pt x="379" y="338"/>
                  <a:pt x="382" y="337"/>
                </a:cubicBezTo>
                <a:cubicBezTo>
                  <a:pt x="385" y="337"/>
                  <a:pt x="386" y="337"/>
                  <a:pt x="387" y="337"/>
                </a:cubicBezTo>
                <a:cubicBezTo>
                  <a:pt x="389" y="337"/>
                  <a:pt x="395" y="336"/>
                  <a:pt x="400" y="335"/>
                </a:cubicBezTo>
                <a:cubicBezTo>
                  <a:pt x="405" y="334"/>
                  <a:pt x="407" y="333"/>
                  <a:pt x="409" y="332"/>
                </a:cubicBezTo>
                <a:cubicBezTo>
                  <a:pt x="410" y="331"/>
                  <a:pt x="411" y="332"/>
                  <a:pt x="415" y="330"/>
                </a:cubicBezTo>
                <a:cubicBezTo>
                  <a:pt x="418" y="329"/>
                  <a:pt x="421" y="328"/>
                  <a:pt x="424" y="326"/>
                </a:cubicBezTo>
                <a:cubicBezTo>
                  <a:pt x="428" y="325"/>
                  <a:pt x="429" y="325"/>
                  <a:pt x="435" y="323"/>
                </a:cubicBezTo>
                <a:cubicBezTo>
                  <a:pt x="440" y="322"/>
                  <a:pt x="446" y="320"/>
                  <a:pt x="446" y="320"/>
                </a:cubicBezTo>
                <a:cubicBezTo>
                  <a:pt x="446" y="320"/>
                  <a:pt x="447" y="321"/>
                  <a:pt x="448" y="321"/>
                </a:cubicBezTo>
                <a:cubicBezTo>
                  <a:pt x="449" y="321"/>
                  <a:pt x="450" y="321"/>
                  <a:pt x="453" y="321"/>
                </a:cubicBezTo>
                <a:cubicBezTo>
                  <a:pt x="456" y="322"/>
                  <a:pt x="458" y="322"/>
                  <a:pt x="460" y="322"/>
                </a:cubicBezTo>
                <a:cubicBezTo>
                  <a:pt x="462" y="322"/>
                  <a:pt x="464" y="323"/>
                  <a:pt x="464" y="323"/>
                </a:cubicBezTo>
                <a:cubicBezTo>
                  <a:pt x="464" y="323"/>
                  <a:pt x="465" y="323"/>
                  <a:pt x="465" y="324"/>
                </a:cubicBezTo>
                <a:cubicBezTo>
                  <a:pt x="465" y="325"/>
                  <a:pt x="466" y="327"/>
                  <a:pt x="466" y="329"/>
                </a:cubicBezTo>
                <a:cubicBezTo>
                  <a:pt x="467" y="330"/>
                  <a:pt x="468" y="330"/>
                  <a:pt x="470" y="331"/>
                </a:cubicBezTo>
                <a:cubicBezTo>
                  <a:pt x="473" y="331"/>
                  <a:pt x="476" y="332"/>
                  <a:pt x="476" y="332"/>
                </a:cubicBezTo>
                <a:cubicBezTo>
                  <a:pt x="476" y="332"/>
                  <a:pt x="476" y="333"/>
                  <a:pt x="479" y="336"/>
                </a:cubicBezTo>
                <a:cubicBezTo>
                  <a:pt x="481" y="339"/>
                  <a:pt x="484" y="341"/>
                  <a:pt x="490" y="346"/>
                </a:cubicBezTo>
                <a:cubicBezTo>
                  <a:pt x="492" y="348"/>
                  <a:pt x="494" y="350"/>
                  <a:pt x="495" y="351"/>
                </a:cubicBezTo>
                <a:cubicBezTo>
                  <a:pt x="497" y="353"/>
                  <a:pt x="499" y="354"/>
                  <a:pt x="499" y="354"/>
                </a:cubicBezTo>
                <a:cubicBezTo>
                  <a:pt x="499" y="354"/>
                  <a:pt x="498" y="355"/>
                  <a:pt x="498" y="358"/>
                </a:cubicBezTo>
                <a:cubicBezTo>
                  <a:pt x="498" y="361"/>
                  <a:pt x="498" y="362"/>
                  <a:pt x="498" y="362"/>
                </a:cubicBezTo>
                <a:cubicBezTo>
                  <a:pt x="498" y="363"/>
                  <a:pt x="497" y="363"/>
                  <a:pt x="497" y="364"/>
                </a:cubicBezTo>
                <a:cubicBezTo>
                  <a:pt x="497" y="365"/>
                  <a:pt x="498" y="366"/>
                  <a:pt x="500" y="367"/>
                </a:cubicBezTo>
                <a:cubicBezTo>
                  <a:pt x="502" y="368"/>
                  <a:pt x="503" y="369"/>
                  <a:pt x="504" y="370"/>
                </a:cubicBezTo>
                <a:cubicBezTo>
                  <a:pt x="506" y="371"/>
                  <a:pt x="508" y="373"/>
                  <a:pt x="509" y="374"/>
                </a:cubicBezTo>
                <a:cubicBezTo>
                  <a:pt x="511" y="376"/>
                  <a:pt x="513" y="377"/>
                  <a:pt x="514" y="378"/>
                </a:cubicBezTo>
                <a:cubicBezTo>
                  <a:pt x="515" y="380"/>
                  <a:pt x="515" y="379"/>
                  <a:pt x="517" y="381"/>
                </a:cubicBezTo>
                <a:cubicBezTo>
                  <a:pt x="519" y="382"/>
                  <a:pt x="524" y="386"/>
                  <a:pt x="526" y="388"/>
                </a:cubicBezTo>
                <a:cubicBezTo>
                  <a:pt x="529" y="389"/>
                  <a:pt x="531" y="390"/>
                  <a:pt x="531" y="390"/>
                </a:cubicBezTo>
                <a:cubicBezTo>
                  <a:pt x="531" y="390"/>
                  <a:pt x="531" y="391"/>
                  <a:pt x="531" y="392"/>
                </a:cubicBezTo>
                <a:cubicBezTo>
                  <a:pt x="531" y="394"/>
                  <a:pt x="532" y="395"/>
                  <a:pt x="533" y="396"/>
                </a:cubicBezTo>
                <a:cubicBezTo>
                  <a:pt x="533" y="396"/>
                  <a:pt x="533" y="397"/>
                  <a:pt x="534" y="398"/>
                </a:cubicBezTo>
                <a:cubicBezTo>
                  <a:pt x="536" y="399"/>
                  <a:pt x="538" y="401"/>
                  <a:pt x="541" y="403"/>
                </a:cubicBezTo>
                <a:cubicBezTo>
                  <a:pt x="543" y="404"/>
                  <a:pt x="543" y="404"/>
                  <a:pt x="544" y="404"/>
                </a:cubicBezTo>
                <a:cubicBezTo>
                  <a:pt x="545" y="404"/>
                  <a:pt x="546" y="405"/>
                  <a:pt x="548" y="405"/>
                </a:cubicBezTo>
                <a:cubicBezTo>
                  <a:pt x="549" y="405"/>
                  <a:pt x="551" y="405"/>
                  <a:pt x="551" y="405"/>
                </a:cubicBezTo>
                <a:cubicBezTo>
                  <a:pt x="551" y="405"/>
                  <a:pt x="552" y="407"/>
                  <a:pt x="554" y="409"/>
                </a:cubicBezTo>
                <a:cubicBezTo>
                  <a:pt x="555" y="410"/>
                  <a:pt x="557" y="413"/>
                  <a:pt x="558" y="414"/>
                </a:cubicBezTo>
                <a:cubicBezTo>
                  <a:pt x="559" y="416"/>
                  <a:pt x="559" y="416"/>
                  <a:pt x="560" y="417"/>
                </a:cubicBezTo>
                <a:cubicBezTo>
                  <a:pt x="561" y="417"/>
                  <a:pt x="561" y="419"/>
                  <a:pt x="562" y="420"/>
                </a:cubicBezTo>
                <a:cubicBezTo>
                  <a:pt x="563" y="421"/>
                  <a:pt x="562" y="421"/>
                  <a:pt x="563" y="422"/>
                </a:cubicBezTo>
                <a:cubicBezTo>
                  <a:pt x="564" y="422"/>
                  <a:pt x="564" y="423"/>
                  <a:pt x="564" y="424"/>
                </a:cubicBezTo>
                <a:cubicBezTo>
                  <a:pt x="565" y="424"/>
                  <a:pt x="565" y="425"/>
                  <a:pt x="565" y="425"/>
                </a:cubicBezTo>
                <a:cubicBezTo>
                  <a:pt x="565" y="426"/>
                  <a:pt x="566" y="426"/>
                  <a:pt x="566" y="427"/>
                </a:cubicBezTo>
                <a:cubicBezTo>
                  <a:pt x="566" y="428"/>
                  <a:pt x="567" y="428"/>
                  <a:pt x="567" y="429"/>
                </a:cubicBezTo>
                <a:cubicBezTo>
                  <a:pt x="567" y="429"/>
                  <a:pt x="568" y="430"/>
                  <a:pt x="568" y="431"/>
                </a:cubicBezTo>
                <a:cubicBezTo>
                  <a:pt x="569" y="432"/>
                  <a:pt x="569" y="433"/>
                  <a:pt x="570" y="435"/>
                </a:cubicBezTo>
                <a:cubicBezTo>
                  <a:pt x="571" y="437"/>
                  <a:pt x="571" y="438"/>
                  <a:pt x="571" y="438"/>
                </a:cubicBezTo>
                <a:cubicBezTo>
                  <a:pt x="571" y="438"/>
                  <a:pt x="571" y="438"/>
                  <a:pt x="570" y="438"/>
                </a:cubicBezTo>
                <a:cubicBezTo>
                  <a:pt x="570" y="439"/>
                  <a:pt x="571" y="440"/>
                  <a:pt x="571" y="440"/>
                </a:cubicBezTo>
                <a:cubicBezTo>
                  <a:pt x="571" y="440"/>
                  <a:pt x="571" y="440"/>
                  <a:pt x="571" y="441"/>
                </a:cubicBezTo>
                <a:cubicBezTo>
                  <a:pt x="571" y="442"/>
                  <a:pt x="571" y="443"/>
                  <a:pt x="572" y="446"/>
                </a:cubicBezTo>
                <a:cubicBezTo>
                  <a:pt x="573" y="448"/>
                  <a:pt x="576" y="452"/>
                  <a:pt x="578" y="455"/>
                </a:cubicBezTo>
                <a:cubicBezTo>
                  <a:pt x="581" y="458"/>
                  <a:pt x="583" y="459"/>
                  <a:pt x="583" y="459"/>
                </a:cubicBezTo>
                <a:cubicBezTo>
                  <a:pt x="583" y="459"/>
                  <a:pt x="582" y="459"/>
                  <a:pt x="582" y="460"/>
                </a:cubicBezTo>
                <a:cubicBezTo>
                  <a:pt x="582" y="461"/>
                  <a:pt x="582" y="461"/>
                  <a:pt x="583" y="462"/>
                </a:cubicBezTo>
                <a:cubicBezTo>
                  <a:pt x="584" y="464"/>
                  <a:pt x="585" y="465"/>
                  <a:pt x="586" y="466"/>
                </a:cubicBezTo>
                <a:cubicBezTo>
                  <a:pt x="587" y="468"/>
                  <a:pt x="588" y="468"/>
                  <a:pt x="590" y="468"/>
                </a:cubicBezTo>
                <a:cubicBezTo>
                  <a:pt x="591" y="468"/>
                  <a:pt x="592" y="467"/>
                  <a:pt x="593" y="466"/>
                </a:cubicBezTo>
                <a:cubicBezTo>
                  <a:pt x="595" y="466"/>
                  <a:pt x="596" y="465"/>
                  <a:pt x="598" y="463"/>
                </a:cubicBezTo>
                <a:cubicBezTo>
                  <a:pt x="602" y="461"/>
                  <a:pt x="609" y="456"/>
                  <a:pt x="611" y="455"/>
                </a:cubicBezTo>
                <a:cubicBezTo>
                  <a:pt x="613" y="453"/>
                  <a:pt x="613" y="453"/>
                  <a:pt x="613" y="452"/>
                </a:cubicBezTo>
                <a:cubicBezTo>
                  <a:pt x="613" y="451"/>
                  <a:pt x="614" y="449"/>
                  <a:pt x="614" y="449"/>
                </a:cubicBezTo>
                <a:cubicBezTo>
                  <a:pt x="614" y="448"/>
                  <a:pt x="617" y="447"/>
                  <a:pt x="620" y="446"/>
                </a:cubicBezTo>
                <a:cubicBezTo>
                  <a:pt x="622" y="445"/>
                  <a:pt x="623" y="444"/>
                  <a:pt x="624" y="444"/>
                </a:cubicBezTo>
                <a:cubicBezTo>
                  <a:pt x="625" y="444"/>
                  <a:pt x="625" y="444"/>
                  <a:pt x="630" y="441"/>
                </a:cubicBezTo>
                <a:cubicBezTo>
                  <a:pt x="635" y="439"/>
                  <a:pt x="639" y="435"/>
                  <a:pt x="645" y="430"/>
                </a:cubicBezTo>
                <a:cubicBezTo>
                  <a:pt x="652" y="424"/>
                  <a:pt x="656" y="419"/>
                  <a:pt x="662" y="411"/>
                </a:cubicBezTo>
                <a:cubicBezTo>
                  <a:pt x="668" y="404"/>
                  <a:pt x="671" y="398"/>
                  <a:pt x="672" y="396"/>
                </a:cubicBezTo>
                <a:cubicBezTo>
                  <a:pt x="672" y="395"/>
                  <a:pt x="671" y="394"/>
                  <a:pt x="670" y="394"/>
                </a:cubicBezTo>
                <a:cubicBezTo>
                  <a:pt x="670" y="393"/>
                  <a:pt x="668" y="394"/>
                  <a:pt x="668" y="394"/>
                </a:cubicBezTo>
                <a:cubicBezTo>
                  <a:pt x="668" y="394"/>
                  <a:pt x="668" y="394"/>
                  <a:pt x="668" y="393"/>
                </a:cubicBezTo>
                <a:cubicBezTo>
                  <a:pt x="667" y="392"/>
                  <a:pt x="666" y="391"/>
                  <a:pt x="663" y="392"/>
                </a:cubicBezTo>
                <a:cubicBezTo>
                  <a:pt x="661" y="392"/>
                  <a:pt x="659" y="393"/>
                  <a:pt x="656" y="395"/>
                </a:cubicBezTo>
                <a:cubicBezTo>
                  <a:pt x="653" y="397"/>
                  <a:pt x="652" y="398"/>
                  <a:pt x="650" y="399"/>
                </a:cubicBezTo>
                <a:cubicBezTo>
                  <a:pt x="649" y="399"/>
                  <a:pt x="647" y="400"/>
                  <a:pt x="646" y="401"/>
                </a:cubicBezTo>
                <a:cubicBezTo>
                  <a:pt x="645" y="401"/>
                  <a:pt x="645" y="401"/>
                  <a:pt x="643" y="403"/>
                </a:cubicBezTo>
                <a:cubicBezTo>
                  <a:pt x="642" y="404"/>
                  <a:pt x="641" y="404"/>
                  <a:pt x="640" y="404"/>
                </a:cubicBezTo>
                <a:cubicBezTo>
                  <a:pt x="639" y="404"/>
                  <a:pt x="636" y="405"/>
                  <a:pt x="634" y="405"/>
                </a:cubicBezTo>
                <a:cubicBezTo>
                  <a:pt x="632" y="406"/>
                  <a:pt x="631" y="406"/>
                  <a:pt x="630" y="406"/>
                </a:cubicBezTo>
                <a:cubicBezTo>
                  <a:pt x="629" y="406"/>
                  <a:pt x="629" y="406"/>
                  <a:pt x="627" y="406"/>
                </a:cubicBezTo>
                <a:cubicBezTo>
                  <a:pt x="626" y="406"/>
                  <a:pt x="625" y="406"/>
                  <a:pt x="624" y="406"/>
                </a:cubicBezTo>
                <a:cubicBezTo>
                  <a:pt x="623" y="406"/>
                  <a:pt x="622" y="406"/>
                  <a:pt x="622" y="405"/>
                </a:cubicBezTo>
                <a:cubicBezTo>
                  <a:pt x="621" y="405"/>
                  <a:pt x="620" y="405"/>
                  <a:pt x="620" y="406"/>
                </a:cubicBezTo>
                <a:cubicBezTo>
                  <a:pt x="619" y="406"/>
                  <a:pt x="618" y="406"/>
                  <a:pt x="618" y="405"/>
                </a:cubicBezTo>
                <a:cubicBezTo>
                  <a:pt x="617" y="405"/>
                  <a:pt x="617" y="405"/>
                  <a:pt x="616" y="405"/>
                </a:cubicBezTo>
                <a:cubicBezTo>
                  <a:pt x="615" y="406"/>
                  <a:pt x="614" y="405"/>
                  <a:pt x="612" y="404"/>
                </a:cubicBezTo>
                <a:cubicBezTo>
                  <a:pt x="609" y="404"/>
                  <a:pt x="608" y="404"/>
                  <a:pt x="606" y="404"/>
                </a:cubicBezTo>
                <a:cubicBezTo>
                  <a:pt x="606" y="404"/>
                  <a:pt x="605" y="404"/>
                  <a:pt x="604" y="405"/>
                </a:cubicBezTo>
                <a:cubicBezTo>
                  <a:pt x="604" y="405"/>
                  <a:pt x="604" y="405"/>
                  <a:pt x="603" y="405"/>
                </a:cubicBezTo>
                <a:cubicBezTo>
                  <a:pt x="603" y="404"/>
                  <a:pt x="602" y="404"/>
                  <a:pt x="601" y="405"/>
                </a:cubicBezTo>
                <a:cubicBezTo>
                  <a:pt x="600" y="405"/>
                  <a:pt x="601" y="405"/>
                  <a:pt x="601" y="405"/>
                </a:cubicBezTo>
                <a:cubicBezTo>
                  <a:pt x="601" y="405"/>
                  <a:pt x="601" y="405"/>
                  <a:pt x="600" y="406"/>
                </a:cubicBezTo>
                <a:cubicBezTo>
                  <a:pt x="599" y="406"/>
                  <a:pt x="599" y="406"/>
                  <a:pt x="599" y="406"/>
                </a:cubicBezTo>
                <a:cubicBezTo>
                  <a:pt x="598" y="405"/>
                  <a:pt x="598" y="405"/>
                  <a:pt x="598" y="405"/>
                </a:cubicBezTo>
                <a:cubicBezTo>
                  <a:pt x="597" y="405"/>
                  <a:pt x="597" y="405"/>
                  <a:pt x="597" y="405"/>
                </a:cubicBezTo>
                <a:cubicBezTo>
                  <a:pt x="596" y="405"/>
                  <a:pt x="596" y="404"/>
                  <a:pt x="594" y="404"/>
                </a:cubicBezTo>
                <a:cubicBezTo>
                  <a:pt x="593" y="403"/>
                  <a:pt x="592" y="403"/>
                  <a:pt x="592" y="403"/>
                </a:cubicBezTo>
                <a:cubicBezTo>
                  <a:pt x="592" y="402"/>
                  <a:pt x="592" y="402"/>
                  <a:pt x="591" y="402"/>
                </a:cubicBezTo>
                <a:cubicBezTo>
                  <a:pt x="590" y="402"/>
                  <a:pt x="589" y="401"/>
                  <a:pt x="588" y="401"/>
                </a:cubicBezTo>
                <a:cubicBezTo>
                  <a:pt x="587" y="400"/>
                  <a:pt x="587" y="400"/>
                  <a:pt x="586" y="399"/>
                </a:cubicBezTo>
                <a:cubicBezTo>
                  <a:pt x="585" y="399"/>
                  <a:pt x="586" y="399"/>
                  <a:pt x="584" y="398"/>
                </a:cubicBezTo>
                <a:cubicBezTo>
                  <a:pt x="583" y="398"/>
                  <a:pt x="583" y="397"/>
                  <a:pt x="583" y="397"/>
                </a:cubicBezTo>
                <a:cubicBezTo>
                  <a:pt x="582" y="397"/>
                  <a:pt x="582" y="397"/>
                  <a:pt x="582" y="396"/>
                </a:cubicBezTo>
                <a:cubicBezTo>
                  <a:pt x="582" y="395"/>
                  <a:pt x="581" y="396"/>
                  <a:pt x="580" y="395"/>
                </a:cubicBezTo>
                <a:cubicBezTo>
                  <a:pt x="579" y="395"/>
                  <a:pt x="579" y="394"/>
                  <a:pt x="578" y="394"/>
                </a:cubicBezTo>
                <a:cubicBezTo>
                  <a:pt x="577" y="393"/>
                  <a:pt x="577" y="392"/>
                  <a:pt x="576" y="392"/>
                </a:cubicBezTo>
                <a:cubicBezTo>
                  <a:pt x="576" y="392"/>
                  <a:pt x="575" y="391"/>
                  <a:pt x="575" y="391"/>
                </a:cubicBezTo>
                <a:cubicBezTo>
                  <a:pt x="575" y="391"/>
                  <a:pt x="575" y="390"/>
                  <a:pt x="574" y="390"/>
                </a:cubicBezTo>
                <a:cubicBezTo>
                  <a:pt x="573" y="390"/>
                  <a:pt x="572" y="388"/>
                  <a:pt x="571" y="387"/>
                </a:cubicBezTo>
                <a:cubicBezTo>
                  <a:pt x="569" y="386"/>
                  <a:pt x="569" y="385"/>
                  <a:pt x="569" y="385"/>
                </a:cubicBezTo>
                <a:cubicBezTo>
                  <a:pt x="569" y="385"/>
                  <a:pt x="569" y="384"/>
                  <a:pt x="568" y="383"/>
                </a:cubicBezTo>
                <a:cubicBezTo>
                  <a:pt x="567" y="383"/>
                  <a:pt x="566" y="381"/>
                  <a:pt x="565" y="379"/>
                </a:cubicBezTo>
                <a:cubicBezTo>
                  <a:pt x="564" y="378"/>
                  <a:pt x="563" y="378"/>
                  <a:pt x="562" y="377"/>
                </a:cubicBezTo>
                <a:cubicBezTo>
                  <a:pt x="561" y="375"/>
                  <a:pt x="560" y="373"/>
                  <a:pt x="560" y="373"/>
                </a:cubicBezTo>
                <a:cubicBezTo>
                  <a:pt x="559" y="373"/>
                  <a:pt x="559" y="373"/>
                  <a:pt x="559" y="372"/>
                </a:cubicBezTo>
                <a:cubicBezTo>
                  <a:pt x="558" y="371"/>
                  <a:pt x="555" y="369"/>
                  <a:pt x="555" y="368"/>
                </a:cubicBezTo>
                <a:cubicBezTo>
                  <a:pt x="554" y="366"/>
                  <a:pt x="553" y="365"/>
                  <a:pt x="552" y="364"/>
                </a:cubicBezTo>
                <a:cubicBezTo>
                  <a:pt x="552" y="363"/>
                  <a:pt x="551" y="362"/>
                  <a:pt x="550" y="360"/>
                </a:cubicBezTo>
                <a:cubicBezTo>
                  <a:pt x="548" y="357"/>
                  <a:pt x="548" y="356"/>
                  <a:pt x="547" y="356"/>
                </a:cubicBezTo>
                <a:cubicBezTo>
                  <a:pt x="546" y="355"/>
                  <a:pt x="544" y="351"/>
                  <a:pt x="542" y="348"/>
                </a:cubicBezTo>
                <a:cubicBezTo>
                  <a:pt x="541" y="345"/>
                  <a:pt x="538" y="342"/>
                  <a:pt x="537" y="339"/>
                </a:cubicBezTo>
                <a:cubicBezTo>
                  <a:pt x="536" y="338"/>
                  <a:pt x="535" y="336"/>
                  <a:pt x="534" y="334"/>
                </a:cubicBezTo>
                <a:cubicBezTo>
                  <a:pt x="533" y="332"/>
                  <a:pt x="532" y="330"/>
                  <a:pt x="531" y="330"/>
                </a:cubicBezTo>
                <a:cubicBezTo>
                  <a:pt x="531" y="329"/>
                  <a:pt x="531" y="328"/>
                  <a:pt x="527" y="321"/>
                </a:cubicBezTo>
                <a:cubicBezTo>
                  <a:pt x="526" y="320"/>
                  <a:pt x="526" y="318"/>
                  <a:pt x="525" y="317"/>
                </a:cubicBezTo>
                <a:cubicBezTo>
                  <a:pt x="524" y="316"/>
                  <a:pt x="524" y="315"/>
                  <a:pt x="523" y="314"/>
                </a:cubicBezTo>
                <a:cubicBezTo>
                  <a:pt x="522" y="311"/>
                  <a:pt x="520" y="309"/>
                  <a:pt x="519" y="307"/>
                </a:cubicBezTo>
                <a:cubicBezTo>
                  <a:pt x="518" y="304"/>
                  <a:pt x="516" y="301"/>
                  <a:pt x="515" y="299"/>
                </a:cubicBezTo>
                <a:cubicBezTo>
                  <a:pt x="513" y="296"/>
                  <a:pt x="513" y="295"/>
                  <a:pt x="513" y="295"/>
                </a:cubicBezTo>
                <a:cubicBezTo>
                  <a:pt x="513" y="295"/>
                  <a:pt x="513" y="294"/>
                  <a:pt x="512" y="291"/>
                </a:cubicBezTo>
                <a:cubicBezTo>
                  <a:pt x="512" y="288"/>
                  <a:pt x="510" y="286"/>
                  <a:pt x="508" y="283"/>
                </a:cubicBezTo>
                <a:cubicBezTo>
                  <a:pt x="507" y="280"/>
                  <a:pt x="504" y="279"/>
                  <a:pt x="504" y="279"/>
                </a:cubicBezTo>
                <a:cubicBezTo>
                  <a:pt x="504" y="279"/>
                  <a:pt x="503" y="277"/>
                  <a:pt x="501" y="275"/>
                </a:cubicBezTo>
                <a:cubicBezTo>
                  <a:pt x="500" y="273"/>
                  <a:pt x="499" y="273"/>
                  <a:pt x="498" y="273"/>
                </a:cubicBezTo>
                <a:cubicBezTo>
                  <a:pt x="497" y="272"/>
                  <a:pt x="497" y="272"/>
                  <a:pt x="496" y="272"/>
                </a:cubicBezTo>
                <a:cubicBezTo>
                  <a:pt x="495" y="272"/>
                  <a:pt x="494" y="272"/>
                  <a:pt x="493" y="271"/>
                </a:cubicBezTo>
                <a:cubicBezTo>
                  <a:pt x="491" y="270"/>
                  <a:pt x="487" y="270"/>
                  <a:pt x="486" y="270"/>
                </a:cubicBezTo>
                <a:cubicBezTo>
                  <a:pt x="484" y="270"/>
                  <a:pt x="483" y="269"/>
                  <a:pt x="482" y="268"/>
                </a:cubicBezTo>
                <a:cubicBezTo>
                  <a:pt x="480" y="268"/>
                  <a:pt x="478" y="268"/>
                  <a:pt x="477" y="267"/>
                </a:cubicBezTo>
                <a:cubicBezTo>
                  <a:pt x="475" y="267"/>
                  <a:pt x="474" y="267"/>
                  <a:pt x="471" y="267"/>
                </a:cubicBezTo>
                <a:cubicBezTo>
                  <a:pt x="468" y="267"/>
                  <a:pt x="465" y="266"/>
                  <a:pt x="462" y="266"/>
                </a:cubicBezTo>
                <a:cubicBezTo>
                  <a:pt x="460" y="266"/>
                  <a:pt x="458" y="266"/>
                  <a:pt x="456" y="266"/>
                </a:cubicBezTo>
                <a:cubicBezTo>
                  <a:pt x="453" y="265"/>
                  <a:pt x="452" y="266"/>
                  <a:pt x="449" y="266"/>
                </a:cubicBezTo>
                <a:cubicBezTo>
                  <a:pt x="447" y="266"/>
                  <a:pt x="446" y="266"/>
                  <a:pt x="444" y="266"/>
                </a:cubicBezTo>
                <a:cubicBezTo>
                  <a:pt x="441" y="266"/>
                  <a:pt x="438" y="266"/>
                  <a:pt x="435" y="266"/>
                </a:cubicBezTo>
                <a:cubicBezTo>
                  <a:pt x="431" y="266"/>
                  <a:pt x="424" y="266"/>
                  <a:pt x="424" y="266"/>
                </a:cubicBezTo>
                <a:cubicBezTo>
                  <a:pt x="424" y="266"/>
                  <a:pt x="424" y="266"/>
                  <a:pt x="423" y="266"/>
                </a:cubicBezTo>
                <a:cubicBezTo>
                  <a:pt x="422" y="265"/>
                  <a:pt x="422" y="265"/>
                  <a:pt x="420" y="265"/>
                </a:cubicBezTo>
                <a:cubicBezTo>
                  <a:pt x="418" y="265"/>
                  <a:pt x="415" y="265"/>
                  <a:pt x="410" y="264"/>
                </a:cubicBezTo>
                <a:cubicBezTo>
                  <a:pt x="405" y="264"/>
                  <a:pt x="400" y="263"/>
                  <a:pt x="395" y="262"/>
                </a:cubicBezTo>
                <a:cubicBezTo>
                  <a:pt x="393" y="262"/>
                  <a:pt x="391" y="261"/>
                  <a:pt x="389" y="261"/>
                </a:cubicBezTo>
                <a:cubicBezTo>
                  <a:pt x="388" y="261"/>
                  <a:pt x="386" y="261"/>
                  <a:pt x="385" y="260"/>
                </a:cubicBezTo>
                <a:cubicBezTo>
                  <a:pt x="383" y="260"/>
                  <a:pt x="381" y="260"/>
                  <a:pt x="381" y="260"/>
                </a:cubicBezTo>
                <a:cubicBezTo>
                  <a:pt x="381" y="260"/>
                  <a:pt x="381" y="259"/>
                  <a:pt x="382" y="257"/>
                </a:cubicBezTo>
                <a:cubicBezTo>
                  <a:pt x="382" y="255"/>
                  <a:pt x="382" y="253"/>
                  <a:pt x="383" y="251"/>
                </a:cubicBezTo>
                <a:cubicBezTo>
                  <a:pt x="383" y="248"/>
                  <a:pt x="383" y="247"/>
                  <a:pt x="381" y="244"/>
                </a:cubicBezTo>
                <a:cubicBezTo>
                  <a:pt x="379" y="240"/>
                  <a:pt x="377" y="237"/>
                  <a:pt x="377" y="237"/>
                </a:cubicBezTo>
                <a:cubicBezTo>
                  <a:pt x="377" y="237"/>
                  <a:pt x="378" y="237"/>
                  <a:pt x="379" y="236"/>
                </a:cubicBezTo>
                <a:cubicBezTo>
                  <a:pt x="380" y="235"/>
                  <a:pt x="382" y="233"/>
                  <a:pt x="386" y="231"/>
                </a:cubicBezTo>
                <a:cubicBezTo>
                  <a:pt x="390" y="228"/>
                  <a:pt x="394" y="226"/>
                  <a:pt x="397" y="225"/>
                </a:cubicBezTo>
                <a:cubicBezTo>
                  <a:pt x="400" y="223"/>
                  <a:pt x="403" y="222"/>
                  <a:pt x="406" y="221"/>
                </a:cubicBezTo>
                <a:cubicBezTo>
                  <a:pt x="409" y="220"/>
                  <a:pt x="410" y="220"/>
                  <a:pt x="415" y="218"/>
                </a:cubicBezTo>
                <a:cubicBezTo>
                  <a:pt x="419" y="215"/>
                  <a:pt x="422" y="214"/>
                  <a:pt x="426" y="213"/>
                </a:cubicBezTo>
                <a:cubicBezTo>
                  <a:pt x="429" y="211"/>
                  <a:pt x="433" y="210"/>
                  <a:pt x="435" y="209"/>
                </a:cubicBezTo>
                <a:cubicBezTo>
                  <a:pt x="438" y="208"/>
                  <a:pt x="441" y="207"/>
                  <a:pt x="442" y="206"/>
                </a:cubicBezTo>
                <a:cubicBezTo>
                  <a:pt x="443" y="206"/>
                  <a:pt x="444" y="206"/>
                  <a:pt x="443" y="206"/>
                </a:cubicBezTo>
                <a:cubicBezTo>
                  <a:pt x="443" y="205"/>
                  <a:pt x="443" y="205"/>
                  <a:pt x="443" y="203"/>
                </a:cubicBezTo>
                <a:cubicBezTo>
                  <a:pt x="442" y="201"/>
                  <a:pt x="442" y="199"/>
                  <a:pt x="441" y="197"/>
                </a:cubicBezTo>
                <a:cubicBezTo>
                  <a:pt x="441" y="194"/>
                  <a:pt x="440" y="192"/>
                  <a:pt x="440" y="192"/>
                </a:cubicBezTo>
                <a:cubicBezTo>
                  <a:pt x="440" y="192"/>
                  <a:pt x="441" y="191"/>
                  <a:pt x="441" y="191"/>
                </a:cubicBezTo>
                <a:cubicBezTo>
                  <a:pt x="441" y="191"/>
                  <a:pt x="442" y="190"/>
                  <a:pt x="442" y="190"/>
                </a:cubicBezTo>
                <a:cubicBezTo>
                  <a:pt x="443" y="189"/>
                  <a:pt x="443" y="188"/>
                  <a:pt x="443" y="187"/>
                </a:cubicBezTo>
                <a:cubicBezTo>
                  <a:pt x="443" y="187"/>
                  <a:pt x="443" y="187"/>
                  <a:pt x="443" y="185"/>
                </a:cubicBezTo>
                <a:cubicBezTo>
                  <a:pt x="443" y="183"/>
                  <a:pt x="443" y="180"/>
                  <a:pt x="443" y="180"/>
                </a:cubicBezTo>
                <a:cubicBezTo>
                  <a:pt x="443" y="180"/>
                  <a:pt x="447" y="178"/>
                  <a:pt x="450" y="176"/>
                </a:cubicBezTo>
                <a:cubicBezTo>
                  <a:pt x="454" y="173"/>
                  <a:pt x="455" y="172"/>
                  <a:pt x="458" y="170"/>
                </a:cubicBezTo>
                <a:cubicBezTo>
                  <a:pt x="461" y="167"/>
                  <a:pt x="462" y="165"/>
                  <a:pt x="464" y="163"/>
                </a:cubicBezTo>
                <a:cubicBezTo>
                  <a:pt x="465" y="161"/>
                  <a:pt x="467" y="159"/>
                  <a:pt x="468" y="157"/>
                </a:cubicBezTo>
                <a:cubicBezTo>
                  <a:pt x="469" y="155"/>
                  <a:pt x="470" y="154"/>
                  <a:pt x="471" y="153"/>
                </a:cubicBezTo>
                <a:cubicBezTo>
                  <a:pt x="472" y="152"/>
                  <a:pt x="473" y="151"/>
                  <a:pt x="474" y="149"/>
                </a:cubicBezTo>
                <a:cubicBezTo>
                  <a:pt x="475" y="148"/>
                  <a:pt x="476" y="148"/>
                  <a:pt x="477" y="146"/>
                </a:cubicBezTo>
                <a:cubicBezTo>
                  <a:pt x="478" y="145"/>
                  <a:pt x="479" y="145"/>
                  <a:pt x="479" y="144"/>
                </a:cubicBezTo>
                <a:cubicBezTo>
                  <a:pt x="480" y="143"/>
                  <a:pt x="480" y="143"/>
                  <a:pt x="481" y="142"/>
                </a:cubicBezTo>
                <a:cubicBezTo>
                  <a:pt x="482" y="141"/>
                  <a:pt x="483" y="140"/>
                  <a:pt x="483" y="138"/>
                </a:cubicBezTo>
                <a:cubicBezTo>
                  <a:pt x="484" y="136"/>
                  <a:pt x="483" y="135"/>
                  <a:pt x="482" y="135"/>
                </a:cubicBezTo>
                <a:cubicBezTo>
                  <a:pt x="480" y="134"/>
                  <a:pt x="479" y="135"/>
                  <a:pt x="478" y="136"/>
                </a:cubicBezTo>
                <a:cubicBezTo>
                  <a:pt x="477" y="137"/>
                  <a:pt x="476" y="140"/>
                  <a:pt x="475" y="141"/>
                </a:cubicBezTo>
                <a:cubicBezTo>
                  <a:pt x="474" y="142"/>
                  <a:pt x="473" y="142"/>
                  <a:pt x="472" y="143"/>
                </a:cubicBezTo>
                <a:cubicBezTo>
                  <a:pt x="470" y="144"/>
                  <a:pt x="469" y="145"/>
                  <a:pt x="468" y="146"/>
                </a:cubicBezTo>
                <a:cubicBezTo>
                  <a:pt x="468" y="147"/>
                  <a:pt x="467" y="148"/>
                  <a:pt x="467" y="148"/>
                </a:cubicBezTo>
                <a:cubicBezTo>
                  <a:pt x="466" y="148"/>
                  <a:pt x="466" y="147"/>
                  <a:pt x="466" y="146"/>
                </a:cubicBezTo>
                <a:cubicBezTo>
                  <a:pt x="466" y="145"/>
                  <a:pt x="466" y="145"/>
                  <a:pt x="467" y="143"/>
                </a:cubicBezTo>
                <a:cubicBezTo>
                  <a:pt x="468" y="142"/>
                  <a:pt x="469" y="141"/>
                  <a:pt x="471" y="140"/>
                </a:cubicBezTo>
                <a:cubicBezTo>
                  <a:pt x="472" y="138"/>
                  <a:pt x="472" y="137"/>
                  <a:pt x="473" y="136"/>
                </a:cubicBezTo>
                <a:cubicBezTo>
                  <a:pt x="474" y="133"/>
                  <a:pt x="476" y="131"/>
                  <a:pt x="477" y="130"/>
                </a:cubicBezTo>
                <a:cubicBezTo>
                  <a:pt x="478" y="128"/>
                  <a:pt x="479" y="127"/>
                  <a:pt x="479" y="126"/>
                </a:cubicBezTo>
                <a:cubicBezTo>
                  <a:pt x="480" y="124"/>
                  <a:pt x="481" y="124"/>
                  <a:pt x="481" y="122"/>
                </a:cubicBezTo>
                <a:cubicBezTo>
                  <a:pt x="481" y="121"/>
                  <a:pt x="480" y="120"/>
                  <a:pt x="479" y="119"/>
                </a:cubicBezTo>
                <a:cubicBezTo>
                  <a:pt x="477" y="119"/>
                  <a:pt x="476" y="120"/>
                  <a:pt x="475" y="122"/>
                </a:cubicBezTo>
                <a:cubicBezTo>
                  <a:pt x="474" y="123"/>
                  <a:pt x="473" y="125"/>
                  <a:pt x="472" y="127"/>
                </a:cubicBezTo>
                <a:cubicBezTo>
                  <a:pt x="470" y="129"/>
                  <a:pt x="470" y="130"/>
                  <a:pt x="468" y="132"/>
                </a:cubicBezTo>
                <a:cubicBezTo>
                  <a:pt x="467" y="133"/>
                  <a:pt x="466" y="134"/>
                  <a:pt x="466" y="135"/>
                </a:cubicBezTo>
                <a:cubicBezTo>
                  <a:pt x="465" y="136"/>
                  <a:pt x="464" y="137"/>
                  <a:pt x="464" y="138"/>
                </a:cubicBezTo>
                <a:cubicBezTo>
                  <a:pt x="463" y="139"/>
                  <a:pt x="463" y="139"/>
                  <a:pt x="462" y="140"/>
                </a:cubicBezTo>
                <a:cubicBezTo>
                  <a:pt x="462" y="140"/>
                  <a:pt x="461" y="138"/>
                  <a:pt x="461" y="138"/>
                </a:cubicBezTo>
                <a:cubicBezTo>
                  <a:pt x="461" y="138"/>
                  <a:pt x="461" y="138"/>
                  <a:pt x="462" y="137"/>
                </a:cubicBezTo>
                <a:cubicBezTo>
                  <a:pt x="462" y="136"/>
                  <a:pt x="464" y="134"/>
                  <a:pt x="465" y="133"/>
                </a:cubicBezTo>
                <a:cubicBezTo>
                  <a:pt x="466" y="131"/>
                  <a:pt x="466" y="130"/>
                  <a:pt x="466" y="129"/>
                </a:cubicBezTo>
                <a:cubicBezTo>
                  <a:pt x="467" y="128"/>
                  <a:pt x="468" y="126"/>
                  <a:pt x="469" y="124"/>
                </a:cubicBezTo>
                <a:cubicBezTo>
                  <a:pt x="470" y="122"/>
                  <a:pt x="470" y="122"/>
                  <a:pt x="471" y="120"/>
                </a:cubicBezTo>
                <a:cubicBezTo>
                  <a:pt x="472" y="119"/>
                  <a:pt x="472" y="118"/>
                  <a:pt x="473" y="117"/>
                </a:cubicBezTo>
                <a:cubicBezTo>
                  <a:pt x="473" y="115"/>
                  <a:pt x="474" y="115"/>
                  <a:pt x="474" y="113"/>
                </a:cubicBezTo>
                <a:cubicBezTo>
                  <a:pt x="474" y="111"/>
                  <a:pt x="472" y="110"/>
                  <a:pt x="471" y="110"/>
                </a:cubicBezTo>
                <a:cubicBezTo>
                  <a:pt x="469" y="110"/>
                  <a:pt x="468" y="112"/>
                  <a:pt x="467" y="114"/>
                </a:cubicBezTo>
                <a:cubicBezTo>
                  <a:pt x="466" y="116"/>
                  <a:pt x="465" y="118"/>
                  <a:pt x="464" y="120"/>
                </a:cubicBezTo>
                <a:cubicBezTo>
                  <a:pt x="463" y="122"/>
                  <a:pt x="462" y="123"/>
                  <a:pt x="461" y="124"/>
                </a:cubicBezTo>
                <a:cubicBezTo>
                  <a:pt x="460" y="125"/>
                  <a:pt x="460" y="126"/>
                  <a:pt x="460" y="127"/>
                </a:cubicBezTo>
                <a:cubicBezTo>
                  <a:pt x="460" y="128"/>
                  <a:pt x="459" y="128"/>
                  <a:pt x="459" y="129"/>
                </a:cubicBezTo>
                <a:cubicBezTo>
                  <a:pt x="458" y="130"/>
                  <a:pt x="458" y="131"/>
                  <a:pt x="457" y="132"/>
                </a:cubicBezTo>
                <a:cubicBezTo>
                  <a:pt x="457" y="133"/>
                  <a:pt x="456" y="134"/>
                  <a:pt x="456" y="134"/>
                </a:cubicBezTo>
                <a:cubicBezTo>
                  <a:pt x="455" y="135"/>
                  <a:pt x="455" y="134"/>
                  <a:pt x="455" y="134"/>
                </a:cubicBezTo>
                <a:cubicBezTo>
                  <a:pt x="454" y="134"/>
                  <a:pt x="454" y="132"/>
                  <a:pt x="455" y="131"/>
                </a:cubicBezTo>
                <a:cubicBezTo>
                  <a:pt x="455" y="129"/>
                  <a:pt x="455" y="128"/>
                  <a:pt x="456" y="127"/>
                </a:cubicBezTo>
                <a:cubicBezTo>
                  <a:pt x="456" y="125"/>
                  <a:pt x="456" y="124"/>
                  <a:pt x="457" y="121"/>
                </a:cubicBezTo>
                <a:cubicBezTo>
                  <a:pt x="458" y="119"/>
                  <a:pt x="459" y="118"/>
                  <a:pt x="460" y="116"/>
                </a:cubicBezTo>
                <a:cubicBezTo>
                  <a:pt x="461" y="114"/>
                  <a:pt x="461" y="112"/>
                  <a:pt x="462" y="110"/>
                </a:cubicBezTo>
                <a:cubicBezTo>
                  <a:pt x="462" y="108"/>
                  <a:pt x="460" y="107"/>
                  <a:pt x="458" y="108"/>
                </a:cubicBezTo>
                <a:cubicBezTo>
                  <a:pt x="456" y="108"/>
                  <a:pt x="455" y="111"/>
                  <a:pt x="454" y="112"/>
                </a:cubicBezTo>
                <a:cubicBezTo>
                  <a:pt x="454" y="113"/>
                  <a:pt x="453" y="115"/>
                  <a:pt x="453" y="116"/>
                </a:cubicBezTo>
                <a:cubicBezTo>
                  <a:pt x="452" y="117"/>
                  <a:pt x="452" y="118"/>
                  <a:pt x="451" y="119"/>
                </a:cubicBezTo>
                <a:cubicBezTo>
                  <a:pt x="450" y="121"/>
                  <a:pt x="450" y="121"/>
                  <a:pt x="449" y="124"/>
                </a:cubicBezTo>
                <a:cubicBezTo>
                  <a:pt x="448" y="126"/>
                  <a:pt x="448" y="127"/>
                  <a:pt x="448" y="130"/>
                </a:cubicBezTo>
                <a:cubicBezTo>
                  <a:pt x="447" y="132"/>
                  <a:pt x="446" y="133"/>
                  <a:pt x="446" y="134"/>
                </a:cubicBezTo>
                <a:cubicBezTo>
                  <a:pt x="445" y="135"/>
                  <a:pt x="445" y="136"/>
                  <a:pt x="444" y="137"/>
                </a:cubicBezTo>
                <a:cubicBezTo>
                  <a:pt x="444" y="139"/>
                  <a:pt x="442" y="139"/>
                  <a:pt x="441" y="140"/>
                </a:cubicBezTo>
                <a:cubicBezTo>
                  <a:pt x="440" y="140"/>
                  <a:pt x="437" y="142"/>
                  <a:pt x="437" y="142"/>
                </a:cubicBezTo>
                <a:cubicBezTo>
                  <a:pt x="436" y="143"/>
                  <a:pt x="436" y="142"/>
                  <a:pt x="436" y="142"/>
                </a:cubicBezTo>
                <a:cubicBezTo>
                  <a:pt x="435" y="141"/>
                  <a:pt x="435" y="141"/>
                  <a:pt x="435" y="140"/>
                </a:cubicBezTo>
                <a:cubicBezTo>
                  <a:pt x="435" y="139"/>
                  <a:pt x="435" y="138"/>
                  <a:pt x="435" y="137"/>
                </a:cubicBezTo>
                <a:cubicBezTo>
                  <a:pt x="434" y="136"/>
                  <a:pt x="434" y="135"/>
                  <a:pt x="433" y="134"/>
                </a:cubicBezTo>
                <a:cubicBezTo>
                  <a:pt x="433" y="133"/>
                  <a:pt x="433" y="132"/>
                  <a:pt x="431" y="129"/>
                </a:cubicBezTo>
                <a:cubicBezTo>
                  <a:pt x="430" y="127"/>
                  <a:pt x="428" y="126"/>
                  <a:pt x="427" y="125"/>
                </a:cubicBezTo>
                <a:cubicBezTo>
                  <a:pt x="426" y="125"/>
                  <a:pt x="425" y="125"/>
                  <a:pt x="424" y="126"/>
                </a:cubicBezTo>
                <a:cubicBezTo>
                  <a:pt x="423" y="127"/>
                  <a:pt x="424" y="128"/>
                  <a:pt x="424" y="129"/>
                </a:cubicBezTo>
                <a:cubicBezTo>
                  <a:pt x="425" y="129"/>
                  <a:pt x="425" y="131"/>
                  <a:pt x="426" y="133"/>
                </a:cubicBezTo>
                <a:cubicBezTo>
                  <a:pt x="426" y="135"/>
                  <a:pt x="427" y="136"/>
                  <a:pt x="427" y="138"/>
                </a:cubicBezTo>
                <a:cubicBezTo>
                  <a:pt x="427" y="140"/>
                  <a:pt x="427" y="141"/>
                  <a:pt x="427" y="143"/>
                </a:cubicBezTo>
                <a:cubicBezTo>
                  <a:pt x="427" y="144"/>
                  <a:pt x="426" y="145"/>
                  <a:pt x="426" y="147"/>
                </a:cubicBezTo>
                <a:cubicBezTo>
                  <a:pt x="426" y="149"/>
                  <a:pt x="427" y="152"/>
                  <a:pt x="428" y="154"/>
                </a:cubicBezTo>
                <a:cubicBezTo>
                  <a:pt x="428" y="157"/>
                  <a:pt x="428" y="158"/>
                  <a:pt x="429" y="160"/>
                </a:cubicBezTo>
                <a:cubicBezTo>
                  <a:pt x="429" y="163"/>
                  <a:pt x="429" y="163"/>
                  <a:pt x="429" y="164"/>
                </a:cubicBezTo>
                <a:cubicBezTo>
                  <a:pt x="428" y="165"/>
                  <a:pt x="426" y="167"/>
                  <a:pt x="426" y="167"/>
                </a:cubicBezTo>
                <a:cubicBezTo>
                  <a:pt x="426" y="167"/>
                  <a:pt x="426" y="167"/>
                  <a:pt x="425" y="167"/>
                </a:cubicBezTo>
                <a:cubicBezTo>
                  <a:pt x="425" y="167"/>
                  <a:pt x="425" y="167"/>
                  <a:pt x="424" y="168"/>
                </a:cubicBezTo>
                <a:cubicBezTo>
                  <a:pt x="424" y="168"/>
                  <a:pt x="423" y="169"/>
                  <a:pt x="421" y="170"/>
                </a:cubicBezTo>
                <a:cubicBezTo>
                  <a:pt x="419" y="171"/>
                  <a:pt x="417" y="173"/>
                  <a:pt x="413" y="175"/>
                </a:cubicBezTo>
                <a:cubicBezTo>
                  <a:pt x="409" y="177"/>
                  <a:pt x="407" y="178"/>
                  <a:pt x="406" y="179"/>
                </a:cubicBezTo>
                <a:cubicBezTo>
                  <a:pt x="404" y="179"/>
                  <a:pt x="401" y="182"/>
                  <a:pt x="400" y="183"/>
                </a:cubicBezTo>
                <a:cubicBezTo>
                  <a:pt x="399" y="184"/>
                  <a:pt x="398" y="186"/>
                  <a:pt x="398" y="186"/>
                </a:cubicBezTo>
                <a:cubicBezTo>
                  <a:pt x="398" y="186"/>
                  <a:pt x="398" y="186"/>
                  <a:pt x="397" y="185"/>
                </a:cubicBezTo>
                <a:cubicBezTo>
                  <a:pt x="396" y="185"/>
                  <a:pt x="394" y="185"/>
                  <a:pt x="393" y="186"/>
                </a:cubicBezTo>
                <a:cubicBezTo>
                  <a:pt x="391" y="186"/>
                  <a:pt x="387" y="188"/>
                  <a:pt x="386" y="189"/>
                </a:cubicBezTo>
                <a:cubicBezTo>
                  <a:pt x="385" y="190"/>
                  <a:pt x="383" y="190"/>
                  <a:pt x="383" y="192"/>
                </a:cubicBezTo>
                <a:cubicBezTo>
                  <a:pt x="382" y="193"/>
                  <a:pt x="381" y="194"/>
                  <a:pt x="381" y="194"/>
                </a:cubicBezTo>
                <a:cubicBezTo>
                  <a:pt x="381" y="194"/>
                  <a:pt x="380" y="195"/>
                  <a:pt x="378" y="195"/>
                </a:cubicBezTo>
                <a:cubicBezTo>
                  <a:pt x="375" y="196"/>
                  <a:pt x="374" y="196"/>
                  <a:pt x="373" y="196"/>
                </a:cubicBezTo>
                <a:cubicBezTo>
                  <a:pt x="373" y="196"/>
                  <a:pt x="372" y="196"/>
                  <a:pt x="371" y="196"/>
                </a:cubicBezTo>
                <a:cubicBezTo>
                  <a:pt x="371" y="196"/>
                  <a:pt x="371" y="195"/>
                  <a:pt x="370" y="195"/>
                </a:cubicBezTo>
                <a:cubicBezTo>
                  <a:pt x="369" y="195"/>
                  <a:pt x="369" y="195"/>
                  <a:pt x="369" y="195"/>
                </a:cubicBezTo>
                <a:cubicBezTo>
                  <a:pt x="369" y="195"/>
                  <a:pt x="368" y="194"/>
                  <a:pt x="367" y="191"/>
                </a:cubicBezTo>
                <a:cubicBezTo>
                  <a:pt x="367" y="189"/>
                  <a:pt x="366" y="187"/>
                  <a:pt x="365" y="185"/>
                </a:cubicBezTo>
                <a:cubicBezTo>
                  <a:pt x="365" y="184"/>
                  <a:pt x="364" y="182"/>
                  <a:pt x="363" y="181"/>
                </a:cubicBezTo>
                <a:cubicBezTo>
                  <a:pt x="362" y="178"/>
                  <a:pt x="361" y="176"/>
                  <a:pt x="360" y="174"/>
                </a:cubicBezTo>
                <a:cubicBezTo>
                  <a:pt x="359" y="173"/>
                  <a:pt x="358" y="171"/>
                  <a:pt x="357" y="170"/>
                </a:cubicBezTo>
                <a:cubicBezTo>
                  <a:pt x="355" y="168"/>
                  <a:pt x="354" y="166"/>
                  <a:pt x="353" y="164"/>
                </a:cubicBezTo>
                <a:cubicBezTo>
                  <a:pt x="352" y="163"/>
                  <a:pt x="352" y="162"/>
                  <a:pt x="352" y="161"/>
                </a:cubicBezTo>
                <a:cubicBezTo>
                  <a:pt x="351" y="160"/>
                  <a:pt x="350" y="157"/>
                  <a:pt x="347" y="152"/>
                </a:cubicBezTo>
                <a:cubicBezTo>
                  <a:pt x="346" y="149"/>
                  <a:pt x="344" y="147"/>
                  <a:pt x="343" y="145"/>
                </a:cubicBezTo>
                <a:cubicBezTo>
                  <a:pt x="341" y="142"/>
                  <a:pt x="339" y="140"/>
                  <a:pt x="338" y="139"/>
                </a:cubicBezTo>
                <a:cubicBezTo>
                  <a:pt x="336" y="137"/>
                  <a:pt x="335" y="135"/>
                  <a:pt x="333" y="134"/>
                </a:cubicBezTo>
                <a:cubicBezTo>
                  <a:pt x="332" y="133"/>
                  <a:pt x="332" y="132"/>
                  <a:pt x="331" y="132"/>
                </a:cubicBezTo>
                <a:cubicBezTo>
                  <a:pt x="330" y="130"/>
                  <a:pt x="329" y="130"/>
                  <a:pt x="328" y="128"/>
                </a:cubicBezTo>
                <a:cubicBezTo>
                  <a:pt x="327" y="127"/>
                  <a:pt x="326" y="126"/>
                  <a:pt x="323" y="123"/>
                </a:cubicBezTo>
                <a:cubicBezTo>
                  <a:pt x="320" y="119"/>
                  <a:pt x="316" y="116"/>
                  <a:pt x="314" y="113"/>
                </a:cubicBezTo>
                <a:cubicBezTo>
                  <a:pt x="311" y="111"/>
                  <a:pt x="310" y="109"/>
                  <a:pt x="309" y="108"/>
                </a:cubicBezTo>
                <a:cubicBezTo>
                  <a:pt x="308" y="108"/>
                  <a:pt x="307" y="106"/>
                  <a:pt x="306" y="105"/>
                </a:cubicBezTo>
                <a:cubicBezTo>
                  <a:pt x="304" y="103"/>
                  <a:pt x="302" y="102"/>
                  <a:pt x="302" y="102"/>
                </a:cubicBezTo>
                <a:cubicBezTo>
                  <a:pt x="302" y="100"/>
                  <a:pt x="302" y="100"/>
                  <a:pt x="302" y="100"/>
                </a:cubicBezTo>
                <a:cubicBezTo>
                  <a:pt x="302" y="100"/>
                  <a:pt x="302" y="100"/>
                  <a:pt x="303" y="99"/>
                </a:cubicBezTo>
                <a:cubicBezTo>
                  <a:pt x="304" y="98"/>
                  <a:pt x="304" y="97"/>
                  <a:pt x="304" y="96"/>
                </a:cubicBezTo>
                <a:cubicBezTo>
                  <a:pt x="303" y="96"/>
                  <a:pt x="304" y="96"/>
                  <a:pt x="304" y="96"/>
                </a:cubicBezTo>
                <a:cubicBezTo>
                  <a:pt x="305" y="96"/>
                  <a:pt x="305" y="95"/>
                  <a:pt x="306" y="95"/>
                </a:cubicBezTo>
                <a:cubicBezTo>
                  <a:pt x="307" y="94"/>
                  <a:pt x="309" y="93"/>
                  <a:pt x="310" y="93"/>
                </a:cubicBezTo>
                <a:cubicBezTo>
                  <a:pt x="311" y="92"/>
                  <a:pt x="311" y="92"/>
                  <a:pt x="312" y="91"/>
                </a:cubicBezTo>
                <a:cubicBezTo>
                  <a:pt x="313" y="90"/>
                  <a:pt x="314" y="90"/>
                  <a:pt x="316" y="89"/>
                </a:cubicBezTo>
                <a:cubicBezTo>
                  <a:pt x="317" y="88"/>
                  <a:pt x="318" y="87"/>
                  <a:pt x="319" y="86"/>
                </a:cubicBezTo>
                <a:cubicBezTo>
                  <a:pt x="320" y="84"/>
                  <a:pt x="319" y="83"/>
                  <a:pt x="319" y="82"/>
                </a:cubicBezTo>
                <a:cubicBezTo>
                  <a:pt x="319" y="81"/>
                  <a:pt x="318" y="79"/>
                  <a:pt x="318" y="79"/>
                </a:cubicBezTo>
                <a:cubicBezTo>
                  <a:pt x="318" y="79"/>
                  <a:pt x="318" y="78"/>
                  <a:pt x="318" y="77"/>
                </a:cubicBezTo>
                <a:cubicBezTo>
                  <a:pt x="319" y="76"/>
                  <a:pt x="320" y="75"/>
                  <a:pt x="320" y="74"/>
                </a:cubicBezTo>
                <a:cubicBezTo>
                  <a:pt x="321" y="74"/>
                  <a:pt x="320" y="72"/>
                  <a:pt x="319" y="71"/>
                </a:cubicBezTo>
                <a:cubicBezTo>
                  <a:pt x="318" y="70"/>
                  <a:pt x="317" y="70"/>
                  <a:pt x="317" y="70"/>
                </a:cubicBezTo>
                <a:cubicBezTo>
                  <a:pt x="317" y="70"/>
                  <a:pt x="318" y="69"/>
                  <a:pt x="319" y="68"/>
                </a:cubicBezTo>
                <a:cubicBezTo>
                  <a:pt x="320" y="68"/>
                  <a:pt x="320" y="67"/>
                  <a:pt x="321" y="66"/>
                </a:cubicBezTo>
                <a:cubicBezTo>
                  <a:pt x="322" y="65"/>
                  <a:pt x="322" y="64"/>
                  <a:pt x="321" y="63"/>
                </a:cubicBezTo>
                <a:cubicBezTo>
                  <a:pt x="321" y="62"/>
                  <a:pt x="321" y="61"/>
                  <a:pt x="321" y="59"/>
                </a:cubicBezTo>
                <a:cubicBezTo>
                  <a:pt x="321" y="58"/>
                  <a:pt x="321" y="57"/>
                  <a:pt x="322" y="57"/>
                </a:cubicBezTo>
                <a:cubicBezTo>
                  <a:pt x="323" y="56"/>
                  <a:pt x="324" y="56"/>
                  <a:pt x="325" y="56"/>
                </a:cubicBezTo>
                <a:cubicBezTo>
                  <a:pt x="326" y="56"/>
                  <a:pt x="327" y="55"/>
                  <a:pt x="327" y="54"/>
                </a:cubicBezTo>
                <a:cubicBezTo>
                  <a:pt x="328" y="52"/>
                  <a:pt x="326" y="51"/>
                  <a:pt x="325" y="49"/>
                </a:cubicBezTo>
                <a:cubicBezTo>
                  <a:pt x="323" y="48"/>
                  <a:pt x="322" y="46"/>
                  <a:pt x="320" y="44"/>
                </a:cubicBezTo>
                <a:cubicBezTo>
                  <a:pt x="318" y="43"/>
                  <a:pt x="317" y="43"/>
                  <a:pt x="316" y="42"/>
                </a:cubicBezTo>
                <a:cubicBezTo>
                  <a:pt x="316" y="41"/>
                  <a:pt x="316" y="41"/>
                  <a:pt x="315" y="41"/>
                </a:cubicBezTo>
                <a:cubicBezTo>
                  <a:pt x="314" y="39"/>
                  <a:pt x="315" y="36"/>
                  <a:pt x="315" y="35"/>
                </a:cubicBezTo>
                <a:cubicBezTo>
                  <a:pt x="316" y="34"/>
                  <a:pt x="315" y="33"/>
                  <a:pt x="315" y="33"/>
                </a:cubicBezTo>
                <a:cubicBezTo>
                  <a:pt x="314" y="33"/>
                  <a:pt x="315" y="32"/>
                  <a:pt x="314" y="31"/>
                </a:cubicBezTo>
                <a:cubicBezTo>
                  <a:pt x="313" y="29"/>
                  <a:pt x="313" y="30"/>
                  <a:pt x="313" y="30"/>
                </a:cubicBezTo>
                <a:cubicBezTo>
                  <a:pt x="313" y="30"/>
                  <a:pt x="313" y="29"/>
                  <a:pt x="312" y="28"/>
                </a:cubicBezTo>
                <a:cubicBezTo>
                  <a:pt x="312" y="28"/>
                  <a:pt x="312" y="26"/>
                  <a:pt x="311" y="26"/>
                </a:cubicBezTo>
                <a:cubicBezTo>
                  <a:pt x="310" y="25"/>
                  <a:pt x="310" y="25"/>
                  <a:pt x="310" y="24"/>
                </a:cubicBezTo>
                <a:cubicBezTo>
                  <a:pt x="310" y="24"/>
                  <a:pt x="310" y="23"/>
                  <a:pt x="310" y="23"/>
                </a:cubicBezTo>
                <a:cubicBezTo>
                  <a:pt x="309" y="23"/>
                  <a:pt x="309" y="22"/>
                  <a:pt x="309" y="22"/>
                </a:cubicBezTo>
                <a:cubicBezTo>
                  <a:pt x="309" y="21"/>
                  <a:pt x="308" y="20"/>
                  <a:pt x="308" y="20"/>
                </a:cubicBezTo>
                <a:cubicBezTo>
                  <a:pt x="307" y="20"/>
                  <a:pt x="307" y="19"/>
                  <a:pt x="307" y="18"/>
                </a:cubicBezTo>
                <a:cubicBezTo>
                  <a:pt x="306" y="17"/>
                  <a:pt x="305" y="16"/>
                  <a:pt x="305" y="16"/>
                </a:cubicBezTo>
                <a:cubicBezTo>
                  <a:pt x="305" y="16"/>
                  <a:pt x="306" y="16"/>
                  <a:pt x="306" y="16"/>
                </a:cubicBezTo>
                <a:cubicBezTo>
                  <a:pt x="306" y="15"/>
                  <a:pt x="307" y="15"/>
                  <a:pt x="307" y="12"/>
                </a:cubicBezTo>
                <a:cubicBezTo>
                  <a:pt x="307" y="10"/>
                  <a:pt x="305" y="8"/>
                  <a:pt x="303" y="6"/>
                </a:cubicBezTo>
                <a:cubicBezTo>
                  <a:pt x="301" y="5"/>
                  <a:pt x="298" y="3"/>
                  <a:pt x="296" y="2"/>
                </a:cubicBezTo>
                <a:cubicBezTo>
                  <a:pt x="294" y="1"/>
                  <a:pt x="291" y="1"/>
                  <a:pt x="290" y="1"/>
                </a:cubicBezTo>
                <a:cubicBezTo>
                  <a:pt x="288" y="1"/>
                  <a:pt x="285" y="1"/>
                  <a:pt x="283" y="1"/>
                </a:cubicBezTo>
                <a:cubicBezTo>
                  <a:pt x="281" y="1"/>
                  <a:pt x="280" y="0"/>
                  <a:pt x="278" y="1"/>
                </a:cubicBezTo>
                <a:cubicBezTo>
                  <a:pt x="276" y="1"/>
                  <a:pt x="275" y="2"/>
                  <a:pt x="274" y="2"/>
                </a:cubicBezTo>
                <a:cubicBezTo>
                  <a:pt x="273" y="2"/>
                  <a:pt x="271" y="2"/>
                  <a:pt x="269" y="2"/>
                </a:cubicBezTo>
                <a:cubicBezTo>
                  <a:pt x="268" y="2"/>
                  <a:pt x="266" y="3"/>
                  <a:pt x="265" y="3"/>
                </a:cubicBezTo>
                <a:cubicBezTo>
                  <a:pt x="263" y="3"/>
                  <a:pt x="261" y="4"/>
                  <a:pt x="260" y="4"/>
                </a:cubicBezTo>
                <a:cubicBezTo>
                  <a:pt x="259" y="5"/>
                  <a:pt x="257" y="5"/>
                  <a:pt x="256" y="6"/>
                </a:cubicBezTo>
                <a:cubicBezTo>
                  <a:pt x="255" y="6"/>
                  <a:pt x="254" y="7"/>
                  <a:pt x="253" y="8"/>
                </a:cubicBezTo>
                <a:cubicBezTo>
                  <a:pt x="251" y="8"/>
                  <a:pt x="250" y="10"/>
                  <a:pt x="248" y="11"/>
                </a:cubicBezTo>
                <a:cubicBezTo>
                  <a:pt x="247" y="13"/>
                  <a:pt x="246" y="14"/>
                  <a:pt x="243" y="17"/>
                </a:cubicBezTo>
                <a:cubicBezTo>
                  <a:pt x="240" y="20"/>
                  <a:pt x="241" y="22"/>
                  <a:pt x="240" y="23"/>
                </a:cubicBezTo>
                <a:cubicBezTo>
                  <a:pt x="239" y="25"/>
                  <a:pt x="239" y="26"/>
                  <a:pt x="238" y="28"/>
                </a:cubicBezTo>
                <a:cubicBezTo>
                  <a:pt x="238" y="29"/>
                  <a:pt x="238" y="30"/>
                  <a:pt x="237" y="31"/>
                </a:cubicBezTo>
                <a:cubicBezTo>
                  <a:pt x="237" y="33"/>
                  <a:pt x="237" y="34"/>
                  <a:pt x="237" y="37"/>
                </a:cubicBezTo>
                <a:cubicBezTo>
                  <a:pt x="237" y="39"/>
                  <a:pt x="237" y="40"/>
                  <a:pt x="237" y="41"/>
                </a:cubicBezTo>
                <a:cubicBezTo>
                  <a:pt x="237" y="42"/>
                  <a:pt x="238" y="42"/>
                  <a:pt x="238" y="43"/>
                </a:cubicBezTo>
                <a:cubicBezTo>
                  <a:pt x="238" y="44"/>
                  <a:pt x="237" y="44"/>
                  <a:pt x="237" y="45"/>
                </a:cubicBezTo>
                <a:cubicBezTo>
                  <a:pt x="237" y="47"/>
                  <a:pt x="238" y="48"/>
                  <a:pt x="238" y="49"/>
                </a:cubicBezTo>
                <a:cubicBezTo>
                  <a:pt x="238" y="49"/>
                  <a:pt x="238" y="50"/>
                  <a:pt x="238" y="51"/>
                </a:cubicBezTo>
                <a:cubicBezTo>
                  <a:pt x="238" y="51"/>
                  <a:pt x="238" y="52"/>
                  <a:pt x="238" y="53"/>
                </a:cubicBezTo>
                <a:cubicBezTo>
                  <a:pt x="238" y="56"/>
                  <a:pt x="239" y="57"/>
                  <a:pt x="239" y="59"/>
                </a:cubicBezTo>
                <a:cubicBezTo>
                  <a:pt x="239" y="60"/>
                  <a:pt x="240" y="60"/>
                  <a:pt x="240" y="61"/>
                </a:cubicBezTo>
                <a:cubicBezTo>
                  <a:pt x="240" y="61"/>
                  <a:pt x="240" y="61"/>
                  <a:pt x="240" y="62"/>
                </a:cubicBezTo>
                <a:cubicBezTo>
                  <a:pt x="240" y="62"/>
                  <a:pt x="241" y="63"/>
                  <a:pt x="241" y="64"/>
                </a:cubicBezTo>
                <a:cubicBezTo>
                  <a:pt x="242" y="65"/>
                  <a:pt x="242" y="66"/>
                  <a:pt x="243" y="66"/>
                </a:cubicBezTo>
                <a:cubicBezTo>
                  <a:pt x="243" y="67"/>
                  <a:pt x="243" y="68"/>
                  <a:pt x="244" y="69"/>
                </a:cubicBezTo>
                <a:cubicBezTo>
                  <a:pt x="244" y="69"/>
                  <a:pt x="244" y="70"/>
                  <a:pt x="244" y="70"/>
                </a:cubicBezTo>
                <a:cubicBezTo>
                  <a:pt x="244" y="71"/>
                  <a:pt x="244" y="72"/>
                  <a:pt x="244" y="73"/>
                </a:cubicBezTo>
                <a:cubicBezTo>
                  <a:pt x="245" y="73"/>
                  <a:pt x="245" y="74"/>
                  <a:pt x="246" y="74"/>
                </a:cubicBezTo>
                <a:cubicBezTo>
                  <a:pt x="246" y="75"/>
                  <a:pt x="246" y="75"/>
                  <a:pt x="246" y="76"/>
                </a:cubicBezTo>
                <a:cubicBezTo>
                  <a:pt x="246" y="76"/>
                  <a:pt x="247" y="76"/>
                  <a:pt x="247" y="77"/>
                </a:cubicBezTo>
                <a:cubicBezTo>
                  <a:pt x="248" y="78"/>
                  <a:pt x="249" y="78"/>
                  <a:pt x="249" y="79"/>
                </a:cubicBezTo>
                <a:cubicBezTo>
                  <a:pt x="250" y="79"/>
                  <a:pt x="251" y="80"/>
                  <a:pt x="252" y="79"/>
                </a:cubicBezTo>
                <a:cubicBezTo>
                  <a:pt x="253" y="79"/>
                  <a:pt x="254" y="79"/>
                  <a:pt x="254" y="79"/>
                </a:cubicBezTo>
                <a:cubicBezTo>
                  <a:pt x="254" y="79"/>
                  <a:pt x="254" y="80"/>
                  <a:pt x="254" y="81"/>
                </a:cubicBezTo>
                <a:cubicBezTo>
                  <a:pt x="254" y="82"/>
                  <a:pt x="253" y="83"/>
                  <a:pt x="252" y="85"/>
                </a:cubicBezTo>
                <a:cubicBezTo>
                  <a:pt x="252" y="86"/>
                  <a:pt x="251" y="87"/>
                  <a:pt x="251" y="88"/>
                </a:cubicBezTo>
                <a:cubicBezTo>
                  <a:pt x="250" y="88"/>
                  <a:pt x="248" y="87"/>
                  <a:pt x="246" y="86"/>
                </a:cubicBezTo>
                <a:cubicBezTo>
                  <a:pt x="244" y="86"/>
                  <a:pt x="244" y="86"/>
                  <a:pt x="239" y="86"/>
                </a:cubicBezTo>
                <a:cubicBezTo>
                  <a:pt x="238" y="86"/>
                  <a:pt x="236" y="86"/>
                  <a:pt x="235" y="86"/>
                </a:cubicBezTo>
                <a:cubicBezTo>
                  <a:pt x="234" y="86"/>
                  <a:pt x="232" y="87"/>
                  <a:pt x="230" y="87"/>
                </a:cubicBezTo>
                <a:cubicBezTo>
                  <a:pt x="229" y="87"/>
                  <a:pt x="228" y="88"/>
                  <a:pt x="227" y="88"/>
                </a:cubicBezTo>
                <a:cubicBezTo>
                  <a:pt x="224" y="89"/>
                  <a:pt x="223" y="90"/>
                  <a:pt x="220" y="92"/>
                </a:cubicBezTo>
                <a:cubicBezTo>
                  <a:pt x="218" y="93"/>
                  <a:pt x="215" y="95"/>
                  <a:pt x="214" y="97"/>
                </a:cubicBezTo>
                <a:cubicBezTo>
                  <a:pt x="212" y="98"/>
                  <a:pt x="211" y="99"/>
                  <a:pt x="209" y="101"/>
                </a:cubicBezTo>
                <a:cubicBezTo>
                  <a:pt x="207" y="103"/>
                  <a:pt x="206" y="104"/>
                  <a:pt x="205" y="106"/>
                </a:cubicBezTo>
                <a:cubicBezTo>
                  <a:pt x="204" y="108"/>
                  <a:pt x="204" y="108"/>
                  <a:pt x="203" y="110"/>
                </a:cubicBezTo>
                <a:cubicBezTo>
                  <a:pt x="203" y="112"/>
                  <a:pt x="203" y="113"/>
                  <a:pt x="203" y="114"/>
                </a:cubicBezTo>
                <a:cubicBezTo>
                  <a:pt x="202" y="116"/>
                  <a:pt x="202" y="117"/>
                  <a:pt x="202" y="117"/>
                </a:cubicBezTo>
                <a:cubicBezTo>
                  <a:pt x="202" y="117"/>
                  <a:pt x="201" y="118"/>
                  <a:pt x="200" y="119"/>
                </a:cubicBezTo>
                <a:cubicBezTo>
                  <a:pt x="198" y="119"/>
                  <a:pt x="197" y="121"/>
                  <a:pt x="196" y="122"/>
                </a:cubicBezTo>
                <a:cubicBezTo>
                  <a:pt x="195" y="122"/>
                  <a:pt x="194" y="122"/>
                  <a:pt x="194" y="122"/>
                </a:cubicBezTo>
                <a:cubicBezTo>
                  <a:pt x="193" y="122"/>
                  <a:pt x="193" y="122"/>
                  <a:pt x="191" y="124"/>
                </a:cubicBezTo>
                <a:cubicBezTo>
                  <a:pt x="189" y="125"/>
                  <a:pt x="188" y="127"/>
                  <a:pt x="187" y="129"/>
                </a:cubicBezTo>
                <a:cubicBezTo>
                  <a:pt x="186" y="130"/>
                  <a:pt x="186" y="131"/>
                  <a:pt x="185" y="132"/>
                </a:cubicBezTo>
                <a:cubicBezTo>
                  <a:pt x="184" y="132"/>
                  <a:pt x="183" y="133"/>
                  <a:pt x="183" y="133"/>
                </a:cubicBezTo>
                <a:cubicBezTo>
                  <a:pt x="182" y="133"/>
                  <a:pt x="181" y="134"/>
                  <a:pt x="180" y="134"/>
                </a:cubicBezTo>
                <a:cubicBezTo>
                  <a:pt x="178" y="134"/>
                  <a:pt x="178" y="134"/>
                  <a:pt x="175" y="135"/>
                </a:cubicBezTo>
                <a:cubicBezTo>
                  <a:pt x="173" y="136"/>
                  <a:pt x="171" y="137"/>
                  <a:pt x="170" y="138"/>
                </a:cubicBezTo>
                <a:cubicBezTo>
                  <a:pt x="169" y="139"/>
                  <a:pt x="168" y="140"/>
                  <a:pt x="167" y="141"/>
                </a:cubicBezTo>
                <a:cubicBezTo>
                  <a:pt x="165" y="142"/>
                  <a:pt x="165" y="142"/>
                  <a:pt x="161" y="144"/>
                </a:cubicBezTo>
                <a:cubicBezTo>
                  <a:pt x="160" y="145"/>
                  <a:pt x="158" y="146"/>
                  <a:pt x="157" y="147"/>
                </a:cubicBezTo>
                <a:cubicBezTo>
                  <a:pt x="156" y="148"/>
                  <a:pt x="155" y="148"/>
                  <a:pt x="154" y="149"/>
                </a:cubicBezTo>
                <a:cubicBezTo>
                  <a:pt x="152" y="151"/>
                  <a:pt x="150" y="152"/>
                  <a:pt x="147" y="154"/>
                </a:cubicBezTo>
                <a:cubicBezTo>
                  <a:pt x="144" y="156"/>
                  <a:pt x="141" y="159"/>
                  <a:pt x="140" y="162"/>
                </a:cubicBezTo>
                <a:cubicBezTo>
                  <a:pt x="138" y="165"/>
                  <a:pt x="137" y="174"/>
                  <a:pt x="135" y="180"/>
                </a:cubicBezTo>
                <a:cubicBezTo>
                  <a:pt x="134" y="187"/>
                  <a:pt x="132" y="200"/>
                  <a:pt x="130" y="205"/>
                </a:cubicBezTo>
                <a:cubicBezTo>
                  <a:pt x="129" y="211"/>
                  <a:pt x="129" y="214"/>
                  <a:pt x="128" y="218"/>
                </a:cubicBezTo>
                <a:cubicBezTo>
                  <a:pt x="127" y="222"/>
                  <a:pt x="127" y="224"/>
                  <a:pt x="126" y="228"/>
                </a:cubicBezTo>
                <a:cubicBezTo>
                  <a:pt x="126" y="232"/>
                  <a:pt x="126" y="232"/>
                  <a:pt x="125" y="237"/>
                </a:cubicBezTo>
                <a:cubicBezTo>
                  <a:pt x="124" y="242"/>
                  <a:pt x="124" y="248"/>
                  <a:pt x="123" y="252"/>
                </a:cubicBezTo>
                <a:cubicBezTo>
                  <a:pt x="123" y="256"/>
                  <a:pt x="122" y="259"/>
                  <a:pt x="122" y="261"/>
                </a:cubicBezTo>
                <a:cubicBezTo>
                  <a:pt x="122" y="262"/>
                  <a:pt x="122" y="264"/>
                  <a:pt x="121" y="265"/>
                </a:cubicBezTo>
                <a:cubicBezTo>
                  <a:pt x="121" y="266"/>
                  <a:pt x="121" y="268"/>
                  <a:pt x="120" y="269"/>
                </a:cubicBezTo>
                <a:cubicBezTo>
                  <a:pt x="120" y="272"/>
                  <a:pt x="119" y="274"/>
                  <a:pt x="119" y="275"/>
                </a:cubicBezTo>
                <a:cubicBezTo>
                  <a:pt x="119" y="275"/>
                  <a:pt x="119" y="275"/>
                  <a:pt x="120" y="275"/>
                </a:cubicBezTo>
                <a:cubicBezTo>
                  <a:pt x="121" y="275"/>
                  <a:pt x="122" y="275"/>
                  <a:pt x="125" y="276"/>
                </a:cubicBezTo>
                <a:cubicBezTo>
                  <a:pt x="129" y="277"/>
                  <a:pt x="134" y="278"/>
                  <a:pt x="134" y="278"/>
                </a:cubicBezTo>
                <a:cubicBezTo>
                  <a:pt x="134" y="278"/>
                  <a:pt x="134" y="279"/>
                  <a:pt x="134" y="279"/>
                </a:cubicBezTo>
                <a:cubicBezTo>
                  <a:pt x="134" y="280"/>
                  <a:pt x="134" y="280"/>
                  <a:pt x="135" y="280"/>
                </a:cubicBezTo>
                <a:cubicBezTo>
                  <a:pt x="135" y="280"/>
                  <a:pt x="136" y="280"/>
                  <a:pt x="136" y="281"/>
                </a:cubicBezTo>
                <a:cubicBezTo>
                  <a:pt x="136" y="281"/>
                  <a:pt x="135" y="281"/>
                  <a:pt x="135" y="282"/>
                </a:cubicBezTo>
                <a:cubicBezTo>
                  <a:pt x="134" y="284"/>
                  <a:pt x="134" y="284"/>
                  <a:pt x="134" y="286"/>
                </a:cubicBezTo>
                <a:cubicBezTo>
                  <a:pt x="133" y="289"/>
                  <a:pt x="133" y="290"/>
                  <a:pt x="133" y="290"/>
                </a:cubicBezTo>
                <a:cubicBezTo>
                  <a:pt x="133" y="290"/>
                  <a:pt x="132" y="291"/>
                  <a:pt x="132" y="291"/>
                </a:cubicBezTo>
                <a:cubicBezTo>
                  <a:pt x="131" y="292"/>
                  <a:pt x="131" y="292"/>
                  <a:pt x="131" y="293"/>
                </a:cubicBezTo>
                <a:cubicBezTo>
                  <a:pt x="130" y="295"/>
                  <a:pt x="128" y="298"/>
                  <a:pt x="128" y="299"/>
                </a:cubicBezTo>
                <a:cubicBezTo>
                  <a:pt x="127" y="301"/>
                  <a:pt x="127" y="301"/>
                  <a:pt x="127" y="301"/>
                </a:cubicBezTo>
                <a:cubicBezTo>
                  <a:pt x="127" y="302"/>
                  <a:pt x="127" y="302"/>
                  <a:pt x="126" y="302"/>
                </a:cubicBezTo>
                <a:cubicBezTo>
                  <a:pt x="126" y="303"/>
                  <a:pt x="126" y="304"/>
                  <a:pt x="126" y="304"/>
                </a:cubicBezTo>
                <a:cubicBezTo>
                  <a:pt x="126" y="304"/>
                  <a:pt x="119" y="300"/>
                  <a:pt x="114" y="296"/>
                </a:cubicBezTo>
                <a:cubicBezTo>
                  <a:pt x="108" y="293"/>
                  <a:pt x="103" y="290"/>
                  <a:pt x="103" y="290"/>
                </a:cubicBezTo>
                <a:cubicBezTo>
                  <a:pt x="103" y="290"/>
                  <a:pt x="103" y="289"/>
                  <a:pt x="103" y="288"/>
                </a:cubicBezTo>
                <a:cubicBezTo>
                  <a:pt x="103" y="288"/>
                  <a:pt x="102" y="287"/>
                  <a:pt x="101" y="287"/>
                </a:cubicBezTo>
                <a:cubicBezTo>
                  <a:pt x="100" y="286"/>
                  <a:pt x="99" y="285"/>
                  <a:pt x="98" y="285"/>
                </a:cubicBezTo>
                <a:cubicBezTo>
                  <a:pt x="97" y="284"/>
                  <a:pt x="96" y="284"/>
                  <a:pt x="95" y="284"/>
                </a:cubicBezTo>
                <a:cubicBezTo>
                  <a:pt x="95" y="284"/>
                  <a:pt x="94" y="284"/>
                  <a:pt x="94" y="284"/>
                </a:cubicBezTo>
                <a:cubicBezTo>
                  <a:pt x="93" y="284"/>
                  <a:pt x="91" y="282"/>
                  <a:pt x="88" y="280"/>
                </a:cubicBezTo>
                <a:cubicBezTo>
                  <a:pt x="84" y="278"/>
                  <a:pt x="84" y="278"/>
                  <a:pt x="82" y="277"/>
                </a:cubicBezTo>
                <a:cubicBezTo>
                  <a:pt x="81" y="276"/>
                  <a:pt x="80" y="275"/>
                  <a:pt x="80" y="274"/>
                </a:cubicBezTo>
                <a:cubicBezTo>
                  <a:pt x="79" y="273"/>
                  <a:pt x="77" y="274"/>
                  <a:pt x="77" y="274"/>
                </a:cubicBezTo>
                <a:cubicBezTo>
                  <a:pt x="76" y="274"/>
                  <a:pt x="75" y="274"/>
                  <a:pt x="75" y="275"/>
                </a:cubicBezTo>
                <a:cubicBezTo>
                  <a:pt x="75" y="275"/>
                  <a:pt x="75" y="275"/>
                  <a:pt x="73" y="275"/>
                </a:cubicBezTo>
                <a:cubicBezTo>
                  <a:pt x="72" y="275"/>
                  <a:pt x="72" y="275"/>
                  <a:pt x="71" y="275"/>
                </a:cubicBezTo>
                <a:cubicBezTo>
                  <a:pt x="70" y="275"/>
                  <a:pt x="69" y="274"/>
                  <a:pt x="68" y="274"/>
                </a:cubicBezTo>
                <a:cubicBezTo>
                  <a:pt x="67" y="274"/>
                  <a:pt x="67" y="274"/>
                  <a:pt x="66" y="274"/>
                </a:cubicBezTo>
                <a:cubicBezTo>
                  <a:pt x="65" y="274"/>
                  <a:pt x="65" y="276"/>
                  <a:pt x="65" y="276"/>
                </a:cubicBezTo>
                <a:cubicBezTo>
                  <a:pt x="64" y="277"/>
                  <a:pt x="64" y="278"/>
                  <a:pt x="64" y="279"/>
                </a:cubicBezTo>
                <a:cubicBezTo>
                  <a:pt x="63" y="280"/>
                  <a:pt x="63" y="281"/>
                  <a:pt x="63" y="281"/>
                </a:cubicBezTo>
                <a:cubicBezTo>
                  <a:pt x="63" y="281"/>
                  <a:pt x="55" y="296"/>
                  <a:pt x="44" y="314"/>
                </a:cubicBezTo>
                <a:cubicBezTo>
                  <a:pt x="39" y="325"/>
                  <a:pt x="33" y="336"/>
                  <a:pt x="27" y="346"/>
                </a:cubicBezTo>
                <a:cubicBezTo>
                  <a:pt x="15" y="369"/>
                  <a:pt x="5" y="388"/>
                  <a:pt x="5" y="388"/>
                </a:cubicBezTo>
                <a:cubicBezTo>
                  <a:pt x="5" y="388"/>
                  <a:pt x="4" y="388"/>
                  <a:pt x="4" y="388"/>
                </a:cubicBezTo>
                <a:cubicBezTo>
                  <a:pt x="3" y="388"/>
                  <a:pt x="3" y="389"/>
                  <a:pt x="3" y="390"/>
                </a:cubicBezTo>
                <a:cubicBezTo>
                  <a:pt x="3" y="391"/>
                  <a:pt x="2" y="391"/>
                  <a:pt x="2" y="391"/>
                </a:cubicBezTo>
                <a:cubicBezTo>
                  <a:pt x="1" y="392"/>
                  <a:pt x="0" y="393"/>
                  <a:pt x="1" y="394"/>
                </a:cubicBezTo>
                <a:cubicBezTo>
                  <a:pt x="1" y="396"/>
                  <a:pt x="3" y="396"/>
                  <a:pt x="4" y="397"/>
                </a:cubicBezTo>
                <a:close/>
                <a:moveTo>
                  <a:pt x="132" y="307"/>
                </a:moveTo>
                <a:cubicBezTo>
                  <a:pt x="132" y="307"/>
                  <a:pt x="132" y="306"/>
                  <a:pt x="132" y="306"/>
                </a:cubicBezTo>
                <a:cubicBezTo>
                  <a:pt x="133" y="305"/>
                  <a:pt x="133" y="304"/>
                  <a:pt x="134" y="303"/>
                </a:cubicBezTo>
                <a:cubicBezTo>
                  <a:pt x="134" y="302"/>
                  <a:pt x="135" y="301"/>
                  <a:pt x="135" y="300"/>
                </a:cubicBezTo>
                <a:cubicBezTo>
                  <a:pt x="136" y="300"/>
                  <a:pt x="136" y="300"/>
                  <a:pt x="136" y="300"/>
                </a:cubicBezTo>
                <a:cubicBezTo>
                  <a:pt x="136" y="300"/>
                  <a:pt x="136" y="300"/>
                  <a:pt x="136" y="301"/>
                </a:cubicBezTo>
                <a:cubicBezTo>
                  <a:pt x="136" y="302"/>
                  <a:pt x="136" y="302"/>
                  <a:pt x="137" y="303"/>
                </a:cubicBezTo>
                <a:cubicBezTo>
                  <a:pt x="138" y="304"/>
                  <a:pt x="139" y="304"/>
                  <a:pt x="139" y="304"/>
                </a:cubicBezTo>
                <a:cubicBezTo>
                  <a:pt x="139" y="304"/>
                  <a:pt x="140" y="305"/>
                  <a:pt x="141" y="305"/>
                </a:cubicBezTo>
                <a:cubicBezTo>
                  <a:pt x="141" y="306"/>
                  <a:pt x="141" y="306"/>
                  <a:pt x="142" y="306"/>
                </a:cubicBezTo>
                <a:cubicBezTo>
                  <a:pt x="142" y="305"/>
                  <a:pt x="143" y="305"/>
                  <a:pt x="143" y="305"/>
                </a:cubicBezTo>
                <a:cubicBezTo>
                  <a:pt x="143" y="305"/>
                  <a:pt x="142" y="307"/>
                  <a:pt x="144" y="308"/>
                </a:cubicBezTo>
                <a:cubicBezTo>
                  <a:pt x="145" y="309"/>
                  <a:pt x="145" y="309"/>
                  <a:pt x="146" y="309"/>
                </a:cubicBezTo>
                <a:cubicBezTo>
                  <a:pt x="148" y="310"/>
                  <a:pt x="148" y="310"/>
                  <a:pt x="148" y="309"/>
                </a:cubicBezTo>
                <a:cubicBezTo>
                  <a:pt x="149" y="309"/>
                  <a:pt x="149" y="309"/>
                  <a:pt x="149" y="309"/>
                </a:cubicBezTo>
                <a:cubicBezTo>
                  <a:pt x="149" y="309"/>
                  <a:pt x="149" y="311"/>
                  <a:pt x="150" y="312"/>
                </a:cubicBezTo>
                <a:cubicBezTo>
                  <a:pt x="151" y="313"/>
                  <a:pt x="152" y="313"/>
                  <a:pt x="153" y="314"/>
                </a:cubicBezTo>
                <a:cubicBezTo>
                  <a:pt x="154" y="314"/>
                  <a:pt x="155" y="314"/>
                  <a:pt x="155" y="313"/>
                </a:cubicBezTo>
                <a:cubicBezTo>
                  <a:pt x="156" y="313"/>
                  <a:pt x="156" y="313"/>
                  <a:pt x="156" y="313"/>
                </a:cubicBezTo>
                <a:cubicBezTo>
                  <a:pt x="156" y="313"/>
                  <a:pt x="156" y="316"/>
                  <a:pt x="157" y="316"/>
                </a:cubicBezTo>
                <a:cubicBezTo>
                  <a:pt x="157" y="317"/>
                  <a:pt x="158" y="317"/>
                  <a:pt x="159" y="318"/>
                </a:cubicBezTo>
                <a:cubicBezTo>
                  <a:pt x="160" y="318"/>
                  <a:pt x="161" y="318"/>
                  <a:pt x="162" y="317"/>
                </a:cubicBezTo>
                <a:cubicBezTo>
                  <a:pt x="163" y="317"/>
                  <a:pt x="163" y="317"/>
                  <a:pt x="164" y="316"/>
                </a:cubicBezTo>
                <a:cubicBezTo>
                  <a:pt x="164" y="316"/>
                  <a:pt x="165" y="316"/>
                  <a:pt x="165" y="316"/>
                </a:cubicBezTo>
                <a:cubicBezTo>
                  <a:pt x="165" y="316"/>
                  <a:pt x="165" y="317"/>
                  <a:pt x="164" y="319"/>
                </a:cubicBezTo>
                <a:cubicBezTo>
                  <a:pt x="163" y="321"/>
                  <a:pt x="162" y="323"/>
                  <a:pt x="162" y="323"/>
                </a:cubicBezTo>
                <a:cubicBezTo>
                  <a:pt x="162" y="323"/>
                  <a:pt x="162" y="322"/>
                  <a:pt x="161" y="323"/>
                </a:cubicBezTo>
                <a:cubicBezTo>
                  <a:pt x="161" y="323"/>
                  <a:pt x="160" y="324"/>
                  <a:pt x="160" y="324"/>
                </a:cubicBezTo>
                <a:cubicBezTo>
                  <a:pt x="160" y="324"/>
                  <a:pt x="160" y="324"/>
                  <a:pt x="160" y="324"/>
                </a:cubicBezTo>
                <a:cubicBezTo>
                  <a:pt x="160" y="324"/>
                  <a:pt x="156" y="322"/>
                  <a:pt x="152" y="320"/>
                </a:cubicBezTo>
                <a:cubicBezTo>
                  <a:pt x="148" y="317"/>
                  <a:pt x="132" y="307"/>
                  <a:pt x="132" y="307"/>
                </a:cubicBezTo>
                <a:close/>
              </a:path>
            </a:pathLst>
          </a:custGeom>
          <a:solidFill>
            <a:srgbClr val="247CAE"/>
          </a:solidFill>
          <a:ln w="44450">
            <a:noFill/>
          </a:ln>
          <a:effectLst>
            <a:outerShdw blurRad="76200" dist="12700" dir="2700000" sy="-23000" kx="-800400" algn="bl" rotWithShape="0">
              <a:prstClr val="black">
                <a:alpha val="20000"/>
              </a:prstClr>
            </a:outerShdw>
          </a:effectLst>
        </p:spPr>
        <p:txBody>
          <a:bodyPr vert="horz" wrap="square" lIns="96435" tIns="48218" rIns="96435" bIns="48218" numCol="1" anchor="t" anchorCtr="0" compatLnSpc="1">
            <a:prstTxWarp prst="textNoShape">
              <a:avLst/>
            </a:prstTxWarp>
          </a:bodyPr>
          <a:lstStyle/>
          <a:p>
            <a:endParaRPr lang="id-ID">
              <a:gradFill>
                <a:gsLst>
                  <a:gs pos="0">
                    <a:srgbClr val="5BA3EF"/>
                  </a:gs>
                  <a:gs pos="100000">
                    <a:srgbClr val="4661D6"/>
                  </a:gs>
                </a:gsLst>
                <a:lin ang="3600000" scaled="0"/>
              </a:gradFill>
            </a:endParaRPr>
          </a:p>
        </p:txBody>
      </p:sp>
      <p:grpSp>
        <p:nvGrpSpPr>
          <p:cNvPr id="12" name="组合 11"/>
          <p:cNvGrpSpPr/>
          <p:nvPr/>
        </p:nvGrpSpPr>
        <p:grpSpPr>
          <a:xfrm>
            <a:off x="2652834" y="3855288"/>
            <a:ext cx="1810111" cy="2817936"/>
            <a:chOff x="2556647" y="3460127"/>
            <a:chExt cx="1716347" cy="2671967"/>
          </a:xfrm>
        </p:grpSpPr>
        <p:cxnSp>
          <p:nvCxnSpPr>
            <p:cNvPr id="13" name="Straight Connector 33"/>
            <p:cNvCxnSpPr/>
            <p:nvPr/>
          </p:nvCxnSpPr>
          <p:spPr>
            <a:xfrm flipV="1">
              <a:off x="3329996" y="3460127"/>
              <a:ext cx="0" cy="579393"/>
            </a:xfrm>
            <a:prstGeom prst="line">
              <a:avLst/>
            </a:prstGeom>
            <a:ln w="12700">
              <a:solidFill>
                <a:srgbClr val="0170C1"/>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4" name="Straight Connector 34"/>
            <p:cNvCxnSpPr/>
            <p:nvPr/>
          </p:nvCxnSpPr>
          <p:spPr>
            <a:xfrm rot="5400000">
              <a:off x="3130118" y="4903583"/>
              <a:ext cx="399757" cy="2083"/>
            </a:xfrm>
            <a:prstGeom prst="line">
              <a:avLst/>
            </a:prstGeom>
            <a:ln w="12700">
              <a:solidFill>
                <a:srgbClr val="0170C1"/>
              </a:solidFill>
              <a:prstDash val="sysDash"/>
            </a:ln>
          </p:spPr>
          <p:style>
            <a:lnRef idx="1">
              <a:schemeClr val="accent1"/>
            </a:lnRef>
            <a:fillRef idx="0">
              <a:schemeClr val="accent1"/>
            </a:fillRef>
            <a:effectRef idx="0">
              <a:schemeClr val="accent1"/>
            </a:effectRef>
            <a:fontRef idx="minor">
              <a:schemeClr val="tx1"/>
            </a:fontRef>
          </p:style>
        </p:cxnSp>
        <p:grpSp>
          <p:nvGrpSpPr>
            <p:cNvPr id="15" name="组合 14"/>
            <p:cNvGrpSpPr/>
            <p:nvPr/>
          </p:nvGrpSpPr>
          <p:grpSpPr>
            <a:xfrm>
              <a:off x="2780331" y="5104060"/>
              <a:ext cx="1450032" cy="1028034"/>
              <a:chOff x="2780331" y="5104060"/>
              <a:chExt cx="1450032" cy="1028034"/>
            </a:xfrm>
          </p:grpSpPr>
          <p:sp>
            <p:nvSpPr>
              <p:cNvPr id="17" name="Parallelogram 31"/>
              <p:cNvSpPr/>
              <p:nvPr/>
            </p:nvSpPr>
            <p:spPr>
              <a:xfrm rot="20990454" flipV="1">
                <a:off x="2858732" y="5171494"/>
                <a:ext cx="1371631" cy="960600"/>
              </a:xfrm>
              <a:prstGeom prst="parallelogram">
                <a:avLst>
                  <a:gd name="adj" fmla="val 27315"/>
                </a:avLst>
              </a:prstGeom>
              <a:gradFill flip="none" rotWithShape="1">
                <a:gsLst>
                  <a:gs pos="14000">
                    <a:srgbClr val="0170C1">
                      <a:alpha val="0"/>
                    </a:srgbClr>
                  </a:gs>
                  <a:gs pos="100000">
                    <a:srgbClr val="0170C1"/>
                  </a:gs>
                </a:gsLst>
                <a:lin ang="4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32"/>
              <p:cNvSpPr/>
              <p:nvPr/>
            </p:nvSpPr>
            <p:spPr>
              <a:xfrm>
                <a:off x="2780331" y="5104060"/>
                <a:ext cx="1099331" cy="199878"/>
              </a:xfrm>
              <a:prstGeom prst="rect">
                <a:avLst/>
              </a:prstGeom>
              <a:solidFill>
                <a:srgbClr val="0170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grpSp>
        <p:sp>
          <p:nvSpPr>
            <p:cNvPr id="16" name="矩形 15"/>
            <p:cNvSpPr/>
            <p:nvPr/>
          </p:nvSpPr>
          <p:spPr>
            <a:xfrm>
              <a:off x="2556647" y="4181515"/>
              <a:ext cx="1716347" cy="657964"/>
            </a:xfrm>
            <a:prstGeom prst="rect">
              <a:avLst/>
            </a:prstGeom>
          </p:spPr>
          <p:txBody>
            <a:bodyPr wrap="none">
              <a:spAutoFit/>
            </a:bodyPr>
            <a:lstStyle/>
            <a:p>
              <a:r>
                <a:rPr lang="zh-CN" altLang="en-US" sz="2109" dirty="0">
                  <a:solidFill>
                    <a:srgbClr val="0170C1"/>
                  </a:solidFill>
                  <a:latin typeface="微软雅黑" panose="020B0503020204020204" pitchFamily="34" charset="-122"/>
                  <a:ea typeface="微软雅黑" panose="020B0503020204020204" pitchFamily="34" charset="-122"/>
                </a:rPr>
                <a:t>此处输入标题</a:t>
              </a:r>
              <a:endParaRPr lang="en-US" altLang="zh-CN" sz="2109" dirty="0">
                <a:solidFill>
                  <a:srgbClr val="0170C1"/>
                </a:solidFill>
                <a:latin typeface="微软雅黑" panose="020B0503020204020204" pitchFamily="34" charset="-122"/>
                <a:ea typeface="微软雅黑" panose="020B0503020204020204" pitchFamily="34" charset="-122"/>
              </a:endParaRPr>
            </a:p>
            <a:p>
              <a:r>
                <a:rPr lang="en-US" altLang="zh-CN" dirty="0">
                  <a:solidFill>
                    <a:srgbClr val="BF417E"/>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rPr>
                <a:t>                      </a:t>
              </a:r>
              <a:endParaRPr lang="zh-CN" altLang="en-US" sz="1687" dirty="0">
                <a:solidFill>
                  <a:srgbClr val="BF417E"/>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endParaRPr>
            </a:p>
          </p:txBody>
        </p:sp>
      </p:grpSp>
      <p:grpSp>
        <p:nvGrpSpPr>
          <p:cNvPr id="19" name="组合 18"/>
          <p:cNvGrpSpPr/>
          <p:nvPr/>
        </p:nvGrpSpPr>
        <p:grpSpPr>
          <a:xfrm>
            <a:off x="4344071" y="3402007"/>
            <a:ext cx="1810111" cy="2818820"/>
            <a:chOff x="4160277" y="3030326"/>
            <a:chExt cx="1716347" cy="2672806"/>
          </a:xfrm>
        </p:grpSpPr>
        <p:cxnSp>
          <p:nvCxnSpPr>
            <p:cNvPr id="20" name="Straight Connector 39"/>
            <p:cNvCxnSpPr/>
            <p:nvPr/>
          </p:nvCxnSpPr>
          <p:spPr>
            <a:xfrm flipV="1">
              <a:off x="4950289" y="3030326"/>
              <a:ext cx="0" cy="579393"/>
            </a:xfrm>
            <a:prstGeom prst="line">
              <a:avLst/>
            </a:prstGeom>
            <a:ln w="12700">
              <a:solidFill>
                <a:srgbClr val="5ABCD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40"/>
            <p:cNvCxnSpPr/>
            <p:nvPr/>
          </p:nvCxnSpPr>
          <p:spPr>
            <a:xfrm rot="5400000">
              <a:off x="4750411" y="4473782"/>
              <a:ext cx="399757" cy="2083"/>
            </a:xfrm>
            <a:prstGeom prst="line">
              <a:avLst/>
            </a:prstGeom>
            <a:ln w="12700">
              <a:solidFill>
                <a:srgbClr val="5ABCD2"/>
              </a:solidFill>
              <a:prstDash val="sysDash"/>
            </a:ln>
          </p:spPr>
          <p:style>
            <a:lnRef idx="1">
              <a:schemeClr val="accent1"/>
            </a:lnRef>
            <a:fillRef idx="0">
              <a:schemeClr val="accent1"/>
            </a:fillRef>
            <a:effectRef idx="0">
              <a:schemeClr val="accent1"/>
            </a:effectRef>
            <a:fontRef idx="minor">
              <a:schemeClr val="tx1"/>
            </a:fontRef>
          </p:style>
        </p:cxnSp>
        <p:grpSp>
          <p:nvGrpSpPr>
            <p:cNvPr id="22" name="组合 21"/>
            <p:cNvGrpSpPr/>
            <p:nvPr/>
          </p:nvGrpSpPr>
          <p:grpSpPr>
            <a:xfrm>
              <a:off x="4400624" y="4674258"/>
              <a:ext cx="1451678" cy="1028874"/>
              <a:chOff x="4400624" y="4674258"/>
              <a:chExt cx="1451678" cy="1028874"/>
            </a:xfrm>
          </p:grpSpPr>
          <p:sp>
            <p:nvSpPr>
              <p:cNvPr id="24" name="Parallelogram 37"/>
              <p:cNvSpPr/>
              <p:nvPr/>
            </p:nvSpPr>
            <p:spPr>
              <a:xfrm rot="20990454" flipV="1">
                <a:off x="4480671" y="4742531"/>
                <a:ext cx="1371631" cy="960601"/>
              </a:xfrm>
              <a:prstGeom prst="parallelogram">
                <a:avLst>
                  <a:gd name="adj" fmla="val 27315"/>
                </a:avLst>
              </a:prstGeom>
              <a:gradFill flip="none" rotWithShape="1">
                <a:gsLst>
                  <a:gs pos="14000">
                    <a:srgbClr val="5ABCD2">
                      <a:alpha val="0"/>
                    </a:srgbClr>
                  </a:gs>
                  <a:gs pos="100000">
                    <a:srgbClr val="5ABCD2"/>
                  </a:gs>
                </a:gsLst>
                <a:lin ang="4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38"/>
              <p:cNvSpPr/>
              <p:nvPr/>
            </p:nvSpPr>
            <p:spPr>
              <a:xfrm>
                <a:off x="4400624" y="4674258"/>
                <a:ext cx="1099331" cy="199878"/>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grpSp>
        <p:sp>
          <p:nvSpPr>
            <p:cNvPr id="23" name="矩形 22"/>
            <p:cNvSpPr/>
            <p:nvPr/>
          </p:nvSpPr>
          <p:spPr>
            <a:xfrm>
              <a:off x="4160277" y="3700966"/>
              <a:ext cx="1716347" cy="657964"/>
            </a:xfrm>
            <a:prstGeom prst="rect">
              <a:avLst/>
            </a:prstGeom>
          </p:spPr>
          <p:txBody>
            <a:bodyPr wrap="none">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en-US" altLang="zh-CN"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rPr>
                <a:t>                      </a:t>
              </a:r>
              <a:endParaRPr lang="zh-CN" altLang="en-US" sz="1687"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endParaRPr>
            </a:p>
          </p:txBody>
        </p:sp>
      </p:grpSp>
      <p:grpSp>
        <p:nvGrpSpPr>
          <p:cNvPr id="26" name="组合 25"/>
          <p:cNvGrpSpPr/>
          <p:nvPr/>
        </p:nvGrpSpPr>
        <p:grpSpPr>
          <a:xfrm>
            <a:off x="6026726" y="2948725"/>
            <a:ext cx="1810111" cy="2821596"/>
            <a:chOff x="5755771" y="2600524"/>
            <a:chExt cx="1716347" cy="2675438"/>
          </a:xfrm>
        </p:grpSpPr>
        <p:cxnSp>
          <p:nvCxnSpPr>
            <p:cNvPr id="27" name="Straight Connector 45"/>
            <p:cNvCxnSpPr/>
            <p:nvPr/>
          </p:nvCxnSpPr>
          <p:spPr>
            <a:xfrm flipV="1">
              <a:off x="6560672" y="2600524"/>
              <a:ext cx="0" cy="579393"/>
            </a:xfrm>
            <a:prstGeom prst="line">
              <a:avLst/>
            </a:prstGeom>
            <a:ln w="12700">
              <a:solidFill>
                <a:srgbClr val="0170C1"/>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46"/>
            <p:cNvCxnSpPr/>
            <p:nvPr/>
          </p:nvCxnSpPr>
          <p:spPr>
            <a:xfrm rot="5400000">
              <a:off x="6360794" y="4043981"/>
              <a:ext cx="399757" cy="2083"/>
            </a:xfrm>
            <a:prstGeom prst="line">
              <a:avLst/>
            </a:prstGeom>
            <a:ln w="12700">
              <a:solidFill>
                <a:srgbClr val="0170C1"/>
              </a:solidFill>
              <a:prstDash val="sysDash"/>
            </a:ln>
          </p:spPr>
          <p:style>
            <a:lnRef idx="1">
              <a:schemeClr val="accent1"/>
            </a:lnRef>
            <a:fillRef idx="0">
              <a:schemeClr val="accent1"/>
            </a:fillRef>
            <a:effectRef idx="0">
              <a:schemeClr val="accent1"/>
            </a:effectRef>
            <a:fontRef idx="minor">
              <a:schemeClr val="tx1"/>
            </a:fontRef>
          </p:style>
        </p:cxnSp>
        <p:grpSp>
          <p:nvGrpSpPr>
            <p:cNvPr id="29" name="组合 28"/>
            <p:cNvGrpSpPr/>
            <p:nvPr/>
          </p:nvGrpSpPr>
          <p:grpSpPr>
            <a:xfrm>
              <a:off x="6011007" y="4244457"/>
              <a:ext cx="1449697" cy="1031505"/>
              <a:chOff x="6011007" y="4244457"/>
              <a:chExt cx="1449697" cy="1031505"/>
            </a:xfrm>
          </p:grpSpPr>
          <p:sp>
            <p:nvSpPr>
              <p:cNvPr id="31" name="Parallelogram 43"/>
              <p:cNvSpPr/>
              <p:nvPr/>
            </p:nvSpPr>
            <p:spPr>
              <a:xfrm rot="20990454" flipV="1">
                <a:off x="6089074" y="4315361"/>
                <a:ext cx="1371630" cy="960601"/>
              </a:xfrm>
              <a:prstGeom prst="parallelogram">
                <a:avLst>
                  <a:gd name="adj" fmla="val 27315"/>
                </a:avLst>
              </a:prstGeom>
              <a:gradFill flip="none" rotWithShape="1">
                <a:gsLst>
                  <a:gs pos="14000">
                    <a:srgbClr val="0170C1">
                      <a:alpha val="0"/>
                    </a:srgbClr>
                  </a:gs>
                  <a:gs pos="100000">
                    <a:srgbClr val="0170C1"/>
                  </a:gs>
                </a:gsLst>
                <a:lin ang="4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44"/>
              <p:cNvSpPr/>
              <p:nvPr/>
            </p:nvSpPr>
            <p:spPr>
              <a:xfrm>
                <a:off x="6011007" y="4244457"/>
                <a:ext cx="1099330" cy="199878"/>
              </a:xfrm>
              <a:prstGeom prst="rect">
                <a:avLst/>
              </a:prstGeom>
              <a:solidFill>
                <a:srgbClr val="0170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grpSp>
        <p:sp>
          <p:nvSpPr>
            <p:cNvPr id="30" name="矩形 29"/>
            <p:cNvSpPr/>
            <p:nvPr/>
          </p:nvSpPr>
          <p:spPr>
            <a:xfrm>
              <a:off x="5755771" y="3271165"/>
              <a:ext cx="1716347" cy="657964"/>
            </a:xfrm>
            <a:prstGeom prst="rect">
              <a:avLst/>
            </a:prstGeom>
          </p:spPr>
          <p:txBody>
            <a:bodyPr wrap="none">
              <a:spAutoFit/>
            </a:bodyPr>
            <a:lstStyle/>
            <a:p>
              <a:r>
                <a:rPr lang="zh-CN" altLang="en-US" sz="2109" dirty="0">
                  <a:solidFill>
                    <a:srgbClr val="0170C1"/>
                  </a:solidFill>
                  <a:latin typeface="微软雅黑" panose="020B0503020204020204" pitchFamily="34" charset="-122"/>
                  <a:ea typeface="微软雅黑" panose="020B0503020204020204" pitchFamily="34" charset="-122"/>
                </a:rPr>
                <a:t>此处输入标题</a:t>
              </a:r>
              <a:endParaRPr lang="en-US" altLang="zh-CN" sz="2109" dirty="0">
                <a:solidFill>
                  <a:srgbClr val="0170C1"/>
                </a:solidFill>
                <a:latin typeface="微软雅黑" panose="020B0503020204020204" pitchFamily="34" charset="-122"/>
                <a:ea typeface="微软雅黑" panose="020B0503020204020204" pitchFamily="34" charset="-122"/>
              </a:endParaRPr>
            </a:p>
            <a:p>
              <a:r>
                <a:rPr lang="en-US" altLang="zh-CN"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rPr>
                <a:t>                      </a:t>
              </a:r>
              <a:endParaRPr lang="zh-CN" altLang="en-US" sz="1687"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endParaRPr>
            </a:p>
          </p:txBody>
        </p:sp>
      </p:grpSp>
      <p:grpSp>
        <p:nvGrpSpPr>
          <p:cNvPr id="33" name="组合 32"/>
          <p:cNvGrpSpPr/>
          <p:nvPr/>
        </p:nvGrpSpPr>
        <p:grpSpPr>
          <a:xfrm>
            <a:off x="7887669" y="2495443"/>
            <a:ext cx="1810111" cy="2817054"/>
            <a:chOff x="7520317" y="2170722"/>
            <a:chExt cx="1716347" cy="2671131"/>
          </a:xfrm>
        </p:grpSpPr>
        <p:cxnSp>
          <p:nvCxnSpPr>
            <p:cNvPr id="34" name="Straight Connector 51"/>
            <p:cNvCxnSpPr/>
            <p:nvPr/>
          </p:nvCxnSpPr>
          <p:spPr>
            <a:xfrm flipV="1">
              <a:off x="8331959" y="2170722"/>
              <a:ext cx="0" cy="579393"/>
            </a:xfrm>
            <a:prstGeom prst="line">
              <a:avLst/>
            </a:prstGeom>
            <a:ln w="12700">
              <a:solidFill>
                <a:srgbClr val="5ABCD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5" name="Straight Connector 52"/>
            <p:cNvCxnSpPr/>
            <p:nvPr/>
          </p:nvCxnSpPr>
          <p:spPr>
            <a:xfrm rot="5400000">
              <a:off x="8132080" y="3614178"/>
              <a:ext cx="399757" cy="2083"/>
            </a:xfrm>
            <a:prstGeom prst="line">
              <a:avLst/>
            </a:prstGeom>
            <a:ln w="12700">
              <a:solidFill>
                <a:srgbClr val="5ABCD2"/>
              </a:solidFill>
              <a:prstDash val="sysDash"/>
            </a:ln>
          </p:spPr>
          <p:style>
            <a:lnRef idx="1">
              <a:schemeClr val="accent1"/>
            </a:lnRef>
            <a:fillRef idx="0">
              <a:schemeClr val="accent1"/>
            </a:fillRef>
            <a:effectRef idx="0">
              <a:schemeClr val="accent1"/>
            </a:effectRef>
            <a:fontRef idx="minor">
              <a:schemeClr val="tx1"/>
            </a:fontRef>
          </p:style>
        </p:cxnSp>
        <p:grpSp>
          <p:nvGrpSpPr>
            <p:cNvPr id="36" name="组合 35"/>
            <p:cNvGrpSpPr/>
            <p:nvPr/>
          </p:nvGrpSpPr>
          <p:grpSpPr>
            <a:xfrm>
              <a:off x="7782293" y="3814654"/>
              <a:ext cx="1446084" cy="1027199"/>
              <a:chOff x="7782293" y="3814654"/>
              <a:chExt cx="1446084" cy="1027199"/>
            </a:xfrm>
          </p:grpSpPr>
          <p:sp>
            <p:nvSpPr>
              <p:cNvPr id="38" name="Parallelogram 49"/>
              <p:cNvSpPr/>
              <p:nvPr/>
            </p:nvSpPr>
            <p:spPr>
              <a:xfrm rot="20990454" flipV="1">
                <a:off x="7856746" y="3881253"/>
                <a:ext cx="1371631" cy="960600"/>
              </a:xfrm>
              <a:prstGeom prst="parallelogram">
                <a:avLst>
                  <a:gd name="adj" fmla="val 27315"/>
                </a:avLst>
              </a:prstGeom>
              <a:gradFill flip="none" rotWithShape="1">
                <a:gsLst>
                  <a:gs pos="14000">
                    <a:srgbClr val="5ABCD2">
                      <a:alpha val="0"/>
                    </a:srgbClr>
                  </a:gs>
                  <a:gs pos="100000">
                    <a:srgbClr val="5ABCD2"/>
                  </a:gs>
                </a:gsLst>
                <a:lin ang="4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50"/>
              <p:cNvSpPr/>
              <p:nvPr/>
            </p:nvSpPr>
            <p:spPr>
              <a:xfrm>
                <a:off x="7782293" y="3814654"/>
                <a:ext cx="1099331" cy="199878"/>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grpSp>
        <p:sp>
          <p:nvSpPr>
            <p:cNvPr id="37" name="矩形 36"/>
            <p:cNvSpPr/>
            <p:nvPr/>
          </p:nvSpPr>
          <p:spPr>
            <a:xfrm>
              <a:off x="7520317" y="2840232"/>
              <a:ext cx="1716347" cy="657964"/>
            </a:xfrm>
            <a:prstGeom prst="rect">
              <a:avLst/>
            </a:prstGeom>
          </p:spPr>
          <p:txBody>
            <a:bodyPr wrap="none">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en-US" altLang="zh-CN"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rPr>
                <a:t>                      </a:t>
              </a:r>
              <a:endParaRPr lang="zh-CN" altLang="en-US" sz="1687" dirty="0">
                <a:solidFill>
                  <a:srgbClr val="DA1F28"/>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endParaRPr>
            </a:p>
          </p:txBody>
        </p:sp>
      </p:grpSp>
      <p:grpSp>
        <p:nvGrpSpPr>
          <p:cNvPr id="40" name="组合 39"/>
          <p:cNvGrpSpPr/>
          <p:nvPr/>
        </p:nvGrpSpPr>
        <p:grpSpPr>
          <a:xfrm>
            <a:off x="9748610" y="2042160"/>
            <a:ext cx="1811256" cy="2818366"/>
            <a:chOff x="9284863" y="1740919"/>
            <a:chExt cx="1717433" cy="2672375"/>
          </a:xfrm>
        </p:grpSpPr>
        <p:grpSp>
          <p:nvGrpSpPr>
            <p:cNvPr id="41" name="组合 40"/>
            <p:cNvGrpSpPr/>
            <p:nvPr/>
          </p:nvGrpSpPr>
          <p:grpSpPr>
            <a:xfrm>
              <a:off x="9553580" y="3384852"/>
              <a:ext cx="1448716" cy="1028442"/>
              <a:chOff x="9553580" y="3384852"/>
              <a:chExt cx="1448716" cy="1028442"/>
            </a:xfrm>
          </p:grpSpPr>
          <p:sp>
            <p:nvSpPr>
              <p:cNvPr id="45" name="Parallelogram 55"/>
              <p:cNvSpPr/>
              <p:nvPr/>
            </p:nvSpPr>
            <p:spPr>
              <a:xfrm rot="20990454" flipV="1">
                <a:off x="9630666" y="3452694"/>
                <a:ext cx="1371630" cy="960600"/>
              </a:xfrm>
              <a:prstGeom prst="parallelogram">
                <a:avLst>
                  <a:gd name="adj" fmla="val 27315"/>
                </a:avLst>
              </a:prstGeom>
              <a:gradFill flip="none" rotWithShape="1">
                <a:gsLst>
                  <a:gs pos="14000">
                    <a:srgbClr val="0170C1">
                      <a:alpha val="0"/>
                    </a:srgbClr>
                  </a:gs>
                  <a:gs pos="100000">
                    <a:srgbClr val="0170C1"/>
                  </a:gs>
                </a:gsLst>
                <a:lin ang="4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56"/>
              <p:cNvSpPr/>
              <p:nvPr/>
            </p:nvSpPr>
            <p:spPr>
              <a:xfrm>
                <a:off x="9553580" y="3384852"/>
                <a:ext cx="1099330" cy="199878"/>
              </a:xfrm>
              <a:prstGeom prst="rect">
                <a:avLst/>
              </a:prstGeom>
              <a:solidFill>
                <a:srgbClr val="0170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endParaRPr>
              </a:p>
            </p:txBody>
          </p:sp>
        </p:grpSp>
        <p:cxnSp>
          <p:nvCxnSpPr>
            <p:cNvPr id="42" name="Straight Connector 57"/>
            <p:cNvCxnSpPr/>
            <p:nvPr/>
          </p:nvCxnSpPr>
          <p:spPr>
            <a:xfrm flipV="1">
              <a:off x="10103245" y="1740919"/>
              <a:ext cx="0" cy="579393"/>
            </a:xfrm>
            <a:prstGeom prst="line">
              <a:avLst/>
            </a:prstGeom>
            <a:ln w="12700">
              <a:solidFill>
                <a:srgbClr val="0170C1"/>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58"/>
            <p:cNvCxnSpPr/>
            <p:nvPr/>
          </p:nvCxnSpPr>
          <p:spPr>
            <a:xfrm rot="5400000">
              <a:off x="9903367" y="3184375"/>
              <a:ext cx="399757" cy="2083"/>
            </a:xfrm>
            <a:prstGeom prst="line">
              <a:avLst/>
            </a:prstGeom>
            <a:ln w="12700">
              <a:solidFill>
                <a:srgbClr val="0170C1"/>
              </a:solidFill>
              <a:prstDash val="sysDash"/>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9284863" y="2442852"/>
              <a:ext cx="1716347" cy="657964"/>
            </a:xfrm>
            <a:prstGeom prst="rect">
              <a:avLst/>
            </a:prstGeom>
          </p:spPr>
          <p:txBody>
            <a:bodyPr wrap="none">
              <a:spAutoFit/>
            </a:bodyPr>
            <a:lstStyle/>
            <a:p>
              <a:r>
                <a:rPr lang="zh-CN" altLang="en-US" sz="2109" dirty="0">
                  <a:solidFill>
                    <a:srgbClr val="0170C1"/>
                  </a:solidFill>
                  <a:latin typeface="微软雅黑" panose="020B0503020204020204" pitchFamily="34" charset="-122"/>
                  <a:ea typeface="微软雅黑" panose="020B0503020204020204" pitchFamily="34" charset="-122"/>
                </a:rPr>
                <a:t>此处输入标题</a:t>
              </a:r>
              <a:endParaRPr lang="en-US" altLang="zh-CN" sz="2109" dirty="0">
                <a:solidFill>
                  <a:srgbClr val="0170C1"/>
                </a:solidFill>
                <a:latin typeface="微软雅黑" panose="020B0503020204020204" pitchFamily="34" charset="-122"/>
                <a:ea typeface="微软雅黑" panose="020B0503020204020204" pitchFamily="34" charset="-122"/>
              </a:endParaRPr>
            </a:p>
            <a:p>
              <a:r>
                <a:rPr lang="en-US" altLang="zh-CN" dirty="0">
                  <a:solidFill>
                    <a:srgbClr val="4BAF33"/>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rPr>
                <a:t>                      </a:t>
              </a:r>
              <a:endParaRPr lang="zh-CN" altLang="en-US" sz="1687" dirty="0">
                <a:solidFill>
                  <a:srgbClr val="4BAF33"/>
                </a:solidFill>
                <a:effectLst>
                  <a:outerShdw blurRad="50800" dist="25400" dir="2700000" algn="tl" rotWithShape="0">
                    <a:prstClr val="black">
                      <a:alpha val="40000"/>
                    </a:prstClr>
                  </a:outerShdw>
                </a:effectLst>
                <a:latin typeface="Impact" panose="020B0806030902050204" pitchFamily="34" charset="0"/>
                <a:ea typeface="方正姚体" panose="02010601030101010101" pitchFamily="2" charset="-122"/>
              </a:endParaRPr>
            </a:p>
          </p:txBody>
        </p:sp>
      </p:grpSp>
      <p:sp>
        <p:nvSpPr>
          <p:cNvPr id="47" name="文本框 46"/>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2703485690"/>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0-#ppt_w/2"/>
                                          </p:val>
                                        </p:tav>
                                        <p:tav tm="100000">
                                          <p:val>
                                            <p:strVal val="#ppt_x"/>
                                          </p:val>
                                        </p:tav>
                                      </p:tavLst>
                                    </p:anim>
                                    <p:anim calcmode="lin" valueType="num">
                                      <p:cBhvr additive="base">
                                        <p:cTn id="8" dur="1000" fill="hold"/>
                                        <p:tgtEl>
                                          <p:spTgt spid="11"/>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2" presetClass="entr" presetSubtype="4" decel="100000"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750" fill="hold"/>
                                        <p:tgtEl>
                                          <p:spTgt spid="12"/>
                                        </p:tgtEl>
                                        <p:attrNameLst>
                                          <p:attrName>ppt_x</p:attrName>
                                        </p:attrNameLst>
                                      </p:cBhvr>
                                      <p:tavLst>
                                        <p:tav tm="0">
                                          <p:val>
                                            <p:strVal val="#ppt_x"/>
                                          </p:val>
                                        </p:tav>
                                        <p:tav tm="100000">
                                          <p:val>
                                            <p:strVal val="#ppt_x"/>
                                          </p:val>
                                        </p:tav>
                                      </p:tavLst>
                                    </p:anim>
                                    <p:anim calcmode="lin" valueType="num">
                                      <p:cBhvr additive="base">
                                        <p:cTn id="13" dur="750" fill="hold"/>
                                        <p:tgtEl>
                                          <p:spTgt spid="12"/>
                                        </p:tgtEl>
                                        <p:attrNameLst>
                                          <p:attrName>ppt_y</p:attrName>
                                        </p:attrNameLst>
                                      </p:cBhvr>
                                      <p:tavLst>
                                        <p:tav tm="0">
                                          <p:val>
                                            <p:strVal val="1+#ppt_h/2"/>
                                          </p:val>
                                        </p:tav>
                                        <p:tav tm="100000">
                                          <p:val>
                                            <p:strVal val="#ppt_y"/>
                                          </p:val>
                                        </p:tav>
                                      </p:tavLst>
                                    </p:anim>
                                  </p:childTnLst>
                                </p:cTn>
                              </p:par>
                              <p:par>
                                <p:cTn id="14" presetID="2" presetClass="entr" presetSubtype="4" decel="100000" fill="hold" nodeType="withEffect">
                                  <p:stCondLst>
                                    <p:cond delay="50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750" fill="hold"/>
                                        <p:tgtEl>
                                          <p:spTgt spid="19"/>
                                        </p:tgtEl>
                                        <p:attrNameLst>
                                          <p:attrName>ppt_x</p:attrName>
                                        </p:attrNameLst>
                                      </p:cBhvr>
                                      <p:tavLst>
                                        <p:tav tm="0">
                                          <p:val>
                                            <p:strVal val="#ppt_x"/>
                                          </p:val>
                                        </p:tav>
                                        <p:tav tm="100000">
                                          <p:val>
                                            <p:strVal val="#ppt_x"/>
                                          </p:val>
                                        </p:tav>
                                      </p:tavLst>
                                    </p:anim>
                                    <p:anim calcmode="lin" valueType="num">
                                      <p:cBhvr additive="base">
                                        <p:cTn id="17" dur="750" fill="hold"/>
                                        <p:tgtEl>
                                          <p:spTgt spid="19"/>
                                        </p:tgtEl>
                                        <p:attrNameLst>
                                          <p:attrName>ppt_y</p:attrName>
                                        </p:attrNameLst>
                                      </p:cBhvr>
                                      <p:tavLst>
                                        <p:tav tm="0">
                                          <p:val>
                                            <p:strVal val="1+#ppt_h/2"/>
                                          </p:val>
                                        </p:tav>
                                        <p:tav tm="100000">
                                          <p:val>
                                            <p:strVal val="#ppt_y"/>
                                          </p:val>
                                        </p:tav>
                                      </p:tavLst>
                                    </p:anim>
                                  </p:childTnLst>
                                </p:cTn>
                              </p:par>
                              <p:par>
                                <p:cTn id="18" presetID="2" presetClass="entr" presetSubtype="4" decel="100000" fill="hold" nodeType="withEffect">
                                  <p:stCondLst>
                                    <p:cond delay="100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750" fill="hold"/>
                                        <p:tgtEl>
                                          <p:spTgt spid="26"/>
                                        </p:tgtEl>
                                        <p:attrNameLst>
                                          <p:attrName>ppt_x</p:attrName>
                                        </p:attrNameLst>
                                      </p:cBhvr>
                                      <p:tavLst>
                                        <p:tav tm="0">
                                          <p:val>
                                            <p:strVal val="#ppt_x"/>
                                          </p:val>
                                        </p:tav>
                                        <p:tav tm="100000">
                                          <p:val>
                                            <p:strVal val="#ppt_x"/>
                                          </p:val>
                                        </p:tav>
                                      </p:tavLst>
                                    </p:anim>
                                    <p:anim calcmode="lin" valueType="num">
                                      <p:cBhvr additive="base">
                                        <p:cTn id="21" dur="750" fill="hold"/>
                                        <p:tgtEl>
                                          <p:spTgt spid="26"/>
                                        </p:tgtEl>
                                        <p:attrNameLst>
                                          <p:attrName>ppt_y</p:attrName>
                                        </p:attrNameLst>
                                      </p:cBhvr>
                                      <p:tavLst>
                                        <p:tav tm="0">
                                          <p:val>
                                            <p:strVal val="1+#ppt_h/2"/>
                                          </p:val>
                                        </p:tav>
                                        <p:tav tm="100000">
                                          <p:val>
                                            <p:strVal val="#ppt_y"/>
                                          </p:val>
                                        </p:tav>
                                      </p:tavLst>
                                    </p:anim>
                                  </p:childTnLst>
                                </p:cTn>
                              </p:par>
                              <p:par>
                                <p:cTn id="22" presetID="2" presetClass="entr" presetSubtype="4" decel="100000" fill="hold" nodeType="withEffect">
                                  <p:stCondLst>
                                    <p:cond delay="1500"/>
                                  </p:stCondLst>
                                  <p:childTnLst>
                                    <p:set>
                                      <p:cBhvr>
                                        <p:cTn id="23" dur="1" fill="hold">
                                          <p:stCondLst>
                                            <p:cond delay="0"/>
                                          </p:stCondLst>
                                        </p:cTn>
                                        <p:tgtEl>
                                          <p:spTgt spid="33"/>
                                        </p:tgtEl>
                                        <p:attrNameLst>
                                          <p:attrName>style.visibility</p:attrName>
                                        </p:attrNameLst>
                                      </p:cBhvr>
                                      <p:to>
                                        <p:strVal val="visible"/>
                                      </p:to>
                                    </p:set>
                                    <p:anim calcmode="lin" valueType="num">
                                      <p:cBhvr additive="base">
                                        <p:cTn id="24" dur="750" fill="hold"/>
                                        <p:tgtEl>
                                          <p:spTgt spid="33"/>
                                        </p:tgtEl>
                                        <p:attrNameLst>
                                          <p:attrName>ppt_x</p:attrName>
                                        </p:attrNameLst>
                                      </p:cBhvr>
                                      <p:tavLst>
                                        <p:tav tm="0">
                                          <p:val>
                                            <p:strVal val="#ppt_x"/>
                                          </p:val>
                                        </p:tav>
                                        <p:tav tm="100000">
                                          <p:val>
                                            <p:strVal val="#ppt_x"/>
                                          </p:val>
                                        </p:tav>
                                      </p:tavLst>
                                    </p:anim>
                                    <p:anim calcmode="lin" valueType="num">
                                      <p:cBhvr additive="base">
                                        <p:cTn id="25" dur="750" fill="hold"/>
                                        <p:tgtEl>
                                          <p:spTgt spid="33"/>
                                        </p:tgtEl>
                                        <p:attrNameLst>
                                          <p:attrName>ppt_y</p:attrName>
                                        </p:attrNameLst>
                                      </p:cBhvr>
                                      <p:tavLst>
                                        <p:tav tm="0">
                                          <p:val>
                                            <p:strVal val="1+#ppt_h/2"/>
                                          </p:val>
                                        </p:tav>
                                        <p:tav tm="100000">
                                          <p:val>
                                            <p:strVal val="#ppt_y"/>
                                          </p:val>
                                        </p:tav>
                                      </p:tavLst>
                                    </p:anim>
                                  </p:childTnLst>
                                </p:cTn>
                              </p:par>
                              <p:par>
                                <p:cTn id="26" presetID="2" presetClass="entr" presetSubtype="4" decel="100000" fill="hold" nodeType="withEffect">
                                  <p:stCondLst>
                                    <p:cond delay="2000"/>
                                  </p:stCondLst>
                                  <p:childTnLst>
                                    <p:set>
                                      <p:cBhvr>
                                        <p:cTn id="27" dur="1" fill="hold">
                                          <p:stCondLst>
                                            <p:cond delay="0"/>
                                          </p:stCondLst>
                                        </p:cTn>
                                        <p:tgtEl>
                                          <p:spTgt spid="40"/>
                                        </p:tgtEl>
                                        <p:attrNameLst>
                                          <p:attrName>style.visibility</p:attrName>
                                        </p:attrNameLst>
                                      </p:cBhvr>
                                      <p:to>
                                        <p:strVal val="visible"/>
                                      </p:to>
                                    </p:set>
                                    <p:anim calcmode="lin" valueType="num">
                                      <p:cBhvr additive="base">
                                        <p:cTn id="28" dur="750" fill="hold"/>
                                        <p:tgtEl>
                                          <p:spTgt spid="40"/>
                                        </p:tgtEl>
                                        <p:attrNameLst>
                                          <p:attrName>ppt_x</p:attrName>
                                        </p:attrNameLst>
                                      </p:cBhvr>
                                      <p:tavLst>
                                        <p:tav tm="0">
                                          <p:val>
                                            <p:strVal val="#ppt_x"/>
                                          </p:val>
                                        </p:tav>
                                        <p:tav tm="100000">
                                          <p:val>
                                            <p:strVal val="#ppt_x"/>
                                          </p:val>
                                        </p:tav>
                                      </p:tavLst>
                                    </p:anim>
                                    <p:anim calcmode="lin" valueType="num">
                                      <p:cBhvr additive="base">
                                        <p:cTn id="29" dur="75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双括号 10"/>
          <p:cNvSpPr/>
          <p:nvPr/>
        </p:nvSpPr>
        <p:spPr>
          <a:xfrm>
            <a:off x="782135" y="2103816"/>
            <a:ext cx="2382394" cy="2410883"/>
          </a:xfrm>
          <a:prstGeom prst="bracketPair">
            <a:avLst/>
          </a:prstGeom>
          <a:ln w="19050">
            <a:solidFill>
              <a:srgbClr val="56505A"/>
            </a:solidFill>
            <a:prstDash val="sysDash"/>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2" name="椭圆 11"/>
          <p:cNvSpPr/>
          <p:nvPr/>
        </p:nvSpPr>
        <p:spPr>
          <a:xfrm>
            <a:off x="1689254" y="5101999"/>
            <a:ext cx="627501" cy="627501"/>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a:off x="1788646" y="5891466"/>
            <a:ext cx="428715" cy="428715"/>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1866412" y="6472333"/>
            <a:ext cx="273183" cy="273183"/>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双括号 14"/>
          <p:cNvSpPr/>
          <p:nvPr/>
        </p:nvSpPr>
        <p:spPr>
          <a:xfrm>
            <a:off x="9610220" y="2103816"/>
            <a:ext cx="2382394" cy="2410883"/>
          </a:xfrm>
          <a:prstGeom prst="bracketPair">
            <a:avLst/>
          </a:prstGeom>
          <a:ln w="19050">
            <a:solidFill>
              <a:srgbClr val="A08D7E"/>
            </a:solidFill>
            <a:prstDash val="sysDash"/>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6" name="椭圆 15"/>
          <p:cNvSpPr/>
          <p:nvPr/>
        </p:nvSpPr>
        <p:spPr>
          <a:xfrm>
            <a:off x="10517340" y="5101999"/>
            <a:ext cx="627501" cy="627501"/>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p:cNvSpPr/>
          <p:nvPr/>
        </p:nvSpPr>
        <p:spPr>
          <a:xfrm>
            <a:off x="10616732" y="5891466"/>
            <a:ext cx="428715" cy="428715"/>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p:cNvSpPr/>
          <p:nvPr/>
        </p:nvSpPr>
        <p:spPr>
          <a:xfrm>
            <a:off x="10694498" y="6472333"/>
            <a:ext cx="273183" cy="273183"/>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双括号 18"/>
          <p:cNvSpPr/>
          <p:nvPr/>
        </p:nvSpPr>
        <p:spPr>
          <a:xfrm>
            <a:off x="3726749" y="2121038"/>
            <a:ext cx="2382394" cy="2410883"/>
          </a:xfrm>
          <a:prstGeom prst="bracketPair">
            <a:avLst/>
          </a:prstGeom>
          <a:ln w="19050">
            <a:solidFill>
              <a:srgbClr val="A08D7E"/>
            </a:solidFill>
            <a:prstDash val="sysDash"/>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0" name="椭圆 19"/>
          <p:cNvSpPr/>
          <p:nvPr/>
        </p:nvSpPr>
        <p:spPr>
          <a:xfrm>
            <a:off x="4633869" y="5119220"/>
            <a:ext cx="627501" cy="627501"/>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p:cNvSpPr/>
          <p:nvPr/>
        </p:nvSpPr>
        <p:spPr>
          <a:xfrm>
            <a:off x="4733261" y="5908687"/>
            <a:ext cx="428715" cy="428715"/>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p:cNvSpPr/>
          <p:nvPr/>
        </p:nvSpPr>
        <p:spPr>
          <a:xfrm>
            <a:off x="4811027" y="6489554"/>
            <a:ext cx="273183" cy="273183"/>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双括号 22"/>
          <p:cNvSpPr/>
          <p:nvPr/>
        </p:nvSpPr>
        <p:spPr>
          <a:xfrm>
            <a:off x="6676428" y="2103816"/>
            <a:ext cx="2382394" cy="2410883"/>
          </a:xfrm>
          <a:prstGeom prst="bracketPair">
            <a:avLst/>
          </a:prstGeom>
          <a:ln w="19050">
            <a:solidFill>
              <a:srgbClr val="56505A"/>
            </a:solidFill>
            <a:prstDash val="sysDash"/>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4" name="椭圆 23"/>
          <p:cNvSpPr/>
          <p:nvPr/>
        </p:nvSpPr>
        <p:spPr>
          <a:xfrm>
            <a:off x="7583548" y="5101999"/>
            <a:ext cx="627501" cy="627501"/>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p:cNvSpPr/>
          <p:nvPr/>
        </p:nvSpPr>
        <p:spPr>
          <a:xfrm>
            <a:off x="7682940" y="5891466"/>
            <a:ext cx="428715" cy="428715"/>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p:cNvSpPr/>
          <p:nvPr/>
        </p:nvSpPr>
        <p:spPr>
          <a:xfrm>
            <a:off x="7760706" y="6472333"/>
            <a:ext cx="273183" cy="273183"/>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26"/>
          <p:cNvGrpSpPr/>
          <p:nvPr/>
        </p:nvGrpSpPr>
        <p:grpSpPr>
          <a:xfrm>
            <a:off x="7408420" y="3972443"/>
            <a:ext cx="979426" cy="979426"/>
            <a:chOff x="6898203" y="3766671"/>
            <a:chExt cx="928692" cy="928692"/>
          </a:xfrm>
        </p:grpSpPr>
        <p:sp>
          <p:nvSpPr>
            <p:cNvPr id="28" name="椭圆 27"/>
            <p:cNvSpPr/>
            <p:nvPr/>
          </p:nvSpPr>
          <p:spPr>
            <a:xfrm>
              <a:off x="6898203" y="3766671"/>
              <a:ext cx="928692" cy="928692"/>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Freeform 223"/>
            <p:cNvSpPr>
              <a:spLocks noChangeAspect="1"/>
            </p:cNvSpPr>
            <p:nvPr/>
          </p:nvSpPr>
          <p:spPr bwMode="auto">
            <a:xfrm>
              <a:off x="7121772" y="4023656"/>
              <a:ext cx="506471" cy="410759"/>
            </a:xfrm>
            <a:custGeom>
              <a:avLst/>
              <a:gdLst>
                <a:gd name="T0" fmla="*/ 107 w 107"/>
                <a:gd name="T1" fmla="*/ 10 h 87"/>
                <a:gd name="T2" fmla="*/ 95 w 107"/>
                <a:gd name="T3" fmla="*/ 13 h 87"/>
                <a:gd name="T4" fmla="*/ 104 w 107"/>
                <a:gd name="T5" fmla="*/ 1 h 87"/>
                <a:gd name="T6" fmla="*/ 90 w 107"/>
                <a:gd name="T7" fmla="*/ 7 h 87"/>
                <a:gd name="T8" fmla="*/ 74 w 107"/>
                <a:gd name="T9" fmla="*/ 0 h 87"/>
                <a:gd name="T10" fmla="*/ 52 w 107"/>
                <a:gd name="T11" fmla="*/ 22 h 87"/>
                <a:gd name="T12" fmla="*/ 53 w 107"/>
                <a:gd name="T13" fmla="*/ 27 h 87"/>
                <a:gd name="T14" fmla="*/ 7 w 107"/>
                <a:gd name="T15" fmla="*/ 4 h 87"/>
                <a:gd name="T16" fmla="*/ 4 w 107"/>
                <a:gd name="T17" fmla="*/ 15 h 87"/>
                <a:gd name="T18" fmla="*/ 14 w 107"/>
                <a:gd name="T19" fmla="*/ 33 h 87"/>
                <a:gd name="T20" fmla="*/ 4 w 107"/>
                <a:gd name="T21" fmla="*/ 30 h 87"/>
                <a:gd name="T22" fmla="*/ 4 w 107"/>
                <a:gd name="T23" fmla="*/ 31 h 87"/>
                <a:gd name="T24" fmla="*/ 22 w 107"/>
                <a:gd name="T25" fmla="*/ 52 h 87"/>
                <a:gd name="T26" fmla="*/ 16 w 107"/>
                <a:gd name="T27" fmla="*/ 53 h 87"/>
                <a:gd name="T28" fmla="*/ 12 w 107"/>
                <a:gd name="T29" fmla="*/ 53 h 87"/>
                <a:gd name="T30" fmla="*/ 32 w 107"/>
                <a:gd name="T31" fmla="*/ 68 h 87"/>
                <a:gd name="T32" fmla="*/ 5 w 107"/>
                <a:gd name="T33" fmla="*/ 77 h 87"/>
                <a:gd name="T34" fmla="*/ 0 w 107"/>
                <a:gd name="T35" fmla="*/ 77 h 87"/>
                <a:gd name="T36" fmla="*/ 33 w 107"/>
                <a:gd name="T37" fmla="*/ 87 h 87"/>
                <a:gd name="T38" fmla="*/ 96 w 107"/>
                <a:gd name="T39" fmla="*/ 24 h 87"/>
                <a:gd name="T40" fmla="*/ 96 w 107"/>
                <a:gd name="T41" fmla="*/ 21 h 87"/>
                <a:gd name="T42" fmla="*/ 107 w 107"/>
                <a:gd name="T43" fmla="*/ 1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7" h="87">
                  <a:moveTo>
                    <a:pt x="107" y="10"/>
                  </a:moveTo>
                  <a:cubicBezTo>
                    <a:pt x="103" y="12"/>
                    <a:pt x="99" y="13"/>
                    <a:pt x="95" y="13"/>
                  </a:cubicBezTo>
                  <a:cubicBezTo>
                    <a:pt x="99" y="11"/>
                    <a:pt x="103" y="6"/>
                    <a:pt x="104" y="1"/>
                  </a:cubicBezTo>
                  <a:cubicBezTo>
                    <a:pt x="100" y="4"/>
                    <a:pt x="95" y="6"/>
                    <a:pt x="90" y="7"/>
                  </a:cubicBezTo>
                  <a:cubicBezTo>
                    <a:pt x="86" y="2"/>
                    <a:pt x="80" y="0"/>
                    <a:pt x="74" y="0"/>
                  </a:cubicBezTo>
                  <a:cubicBezTo>
                    <a:pt x="62" y="0"/>
                    <a:pt x="52" y="9"/>
                    <a:pt x="52" y="22"/>
                  </a:cubicBezTo>
                  <a:cubicBezTo>
                    <a:pt x="52" y="23"/>
                    <a:pt x="52" y="25"/>
                    <a:pt x="53" y="27"/>
                  </a:cubicBezTo>
                  <a:cubicBezTo>
                    <a:pt x="34" y="26"/>
                    <a:pt x="18" y="17"/>
                    <a:pt x="7" y="4"/>
                  </a:cubicBezTo>
                  <a:cubicBezTo>
                    <a:pt x="5" y="7"/>
                    <a:pt x="4" y="11"/>
                    <a:pt x="4" y="15"/>
                  </a:cubicBezTo>
                  <a:cubicBezTo>
                    <a:pt x="4" y="22"/>
                    <a:pt x="8" y="29"/>
                    <a:pt x="14" y="33"/>
                  </a:cubicBezTo>
                  <a:cubicBezTo>
                    <a:pt x="10" y="33"/>
                    <a:pt x="7" y="32"/>
                    <a:pt x="4" y="30"/>
                  </a:cubicBezTo>
                  <a:cubicBezTo>
                    <a:pt x="4" y="31"/>
                    <a:pt x="4" y="31"/>
                    <a:pt x="4" y="31"/>
                  </a:cubicBezTo>
                  <a:cubicBezTo>
                    <a:pt x="4" y="41"/>
                    <a:pt x="12" y="50"/>
                    <a:pt x="22" y="52"/>
                  </a:cubicBezTo>
                  <a:cubicBezTo>
                    <a:pt x="20" y="53"/>
                    <a:pt x="18" y="53"/>
                    <a:pt x="16" y="53"/>
                  </a:cubicBezTo>
                  <a:cubicBezTo>
                    <a:pt x="14" y="53"/>
                    <a:pt x="13" y="53"/>
                    <a:pt x="12" y="53"/>
                  </a:cubicBezTo>
                  <a:cubicBezTo>
                    <a:pt x="15" y="61"/>
                    <a:pt x="23" y="68"/>
                    <a:pt x="32" y="68"/>
                  </a:cubicBezTo>
                  <a:cubicBezTo>
                    <a:pt x="25" y="74"/>
                    <a:pt x="15" y="77"/>
                    <a:pt x="5" y="77"/>
                  </a:cubicBezTo>
                  <a:cubicBezTo>
                    <a:pt x="3" y="77"/>
                    <a:pt x="1" y="77"/>
                    <a:pt x="0" y="77"/>
                  </a:cubicBezTo>
                  <a:cubicBezTo>
                    <a:pt x="9" y="83"/>
                    <a:pt x="21" y="87"/>
                    <a:pt x="33" y="87"/>
                  </a:cubicBezTo>
                  <a:cubicBezTo>
                    <a:pt x="74" y="87"/>
                    <a:pt x="96" y="53"/>
                    <a:pt x="96" y="24"/>
                  </a:cubicBezTo>
                  <a:cubicBezTo>
                    <a:pt x="96" y="23"/>
                    <a:pt x="96" y="22"/>
                    <a:pt x="96" y="21"/>
                  </a:cubicBezTo>
                  <a:cubicBezTo>
                    <a:pt x="101" y="18"/>
                    <a:pt x="104" y="14"/>
                    <a:pt x="107" y="10"/>
                  </a:cubicBezTo>
                  <a:close/>
                </a:path>
              </a:pathLst>
            </a:custGeom>
            <a:solidFill>
              <a:srgbClr val="FEFEFE"/>
            </a:solidFill>
            <a:ln>
              <a:noFill/>
            </a:ln>
          </p:spPr>
          <p:txBody>
            <a:bodyPr vert="horz" wrap="square" lIns="96435" tIns="48218" rIns="96435" bIns="48218" numCol="1" anchor="t" anchorCtr="0" compatLnSpc="1">
              <a:prstTxWarp prst="textNoShape">
                <a:avLst/>
              </a:prstTxWarp>
            </a:bodyPr>
            <a:lstStyle/>
            <a:p>
              <a:endParaRPr lang="zh-CN" altLang="en-US">
                <a:solidFill>
                  <a:prstClr val="black"/>
                </a:solidFill>
              </a:endParaRPr>
            </a:p>
          </p:txBody>
        </p:sp>
      </p:grpSp>
      <p:grpSp>
        <p:nvGrpSpPr>
          <p:cNvPr id="30" name="组合 29"/>
          <p:cNvGrpSpPr/>
          <p:nvPr/>
        </p:nvGrpSpPr>
        <p:grpSpPr>
          <a:xfrm>
            <a:off x="1514127" y="3972443"/>
            <a:ext cx="979426" cy="979426"/>
            <a:chOff x="1309233" y="3766671"/>
            <a:chExt cx="928692" cy="928692"/>
          </a:xfrm>
        </p:grpSpPr>
        <p:sp>
          <p:nvSpPr>
            <p:cNvPr id="31" name="椭圆 30"/>
            <p:cNvSpPr/>
            <p:nvPr/>
          </p:nvSpPr>
          <p:spPr>
            <a:xfrm>
              <a:off x="1309233" y="3766671"/>
              <a:ext cx="928692" cy="928692"/>
            </a:xfrm>
            <a:prstGeom prst="ellipse">
              <a:avLst/>
            </a:prstGeom>
            <a:solidFill>
              <a:srgbClr val="247CAE"/>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Freeform 16"/>
            <p:cNvSpPr>
              <a:spLocks noEditPoints="1"/>
            </p:cNvSpPr>
            <p:nvPr/>
          </p:nvSpPr>
          <p:spPr bwMode="auto">
            <a:xfrm>
              <a:off x="1608618" y="3981112"/>
              <a:ext cx="388536" cy="442080"/>
            </a:xfrm>
            <a:custGeom>
              <a:avLst/>
              <a:gdLst>
                <a:gd name="T0" fmla="*/ 381 w 598"/>
                <a:gd name="T1" fmla="*/ 84 h 674"/>
                <a:gd name="T2" fmla="*/ 296 w 598"/>
                <a:gd name="T3" fmla="*/ 169 h 674"/>
                <a:gd name="T4" fmla="*/ 212 w 598"/>
                <a:gd name="T5" fmla="*/ 169 h 674"/>
                <a:gd name="T6" fmla="*/ 127 w 598"/>
                <a:gd name="T7" fmla="*/ 84 h 674"/>
                <a:gd name="T8" fmla="*/ 212 w 598"/>
                <a:gd name="T9" fmla="*/ 0 h 674"/>
                <a:gd name="T10" fmla="*/ 296 w 598"/>
                <a:gd name="T11" fmla="*/ 0 h 674"/>
                <a:gd name="T12" fmla="*/ 381 w 598"/>
                <a:gd name="T13" fmla="*/ 84 h 674"/>
                <a:gd name="T14" fmla="*/ 421 w 598"/>
                <a:gd name="T15" fmla="*/ 84 h 674"/>
                <a:gd name="T16" fmla="*/ 423 w 598"/>
                <a:gd name="T17" fmla="*/ 103 h 674"/>
                <a:gd name="T18" fmla="*/ 317 w 598"/>
                <a:gd name="T19" fmla="*/ 209 h 674"/>
                <a:gd name="T20" fmla="*/ 191 w 598"/>
                <a:gd name="T21" fmla="*/ 209 h 674"/>
                <a:gd name="T22" fmla="*/ 85 w 598"/>
                <a:gd name="T23" fmla="*/ 103 h 674"/>
                <a:gd name="T24" fmla="*/ 87 w 598"/>
                <a:gd name="T25" fmla="*/ 84 h 674"/>
                <a:gd name="T26" fmla="*/ 0 w 598"/>
                <a:gd name="T27" fmla="*/ 188 h 674"/>
                <a:gd name="T28" fmla="*/ 0 w 598"/>
                <a:gd name="T29" fmla="*/ 569 h 674"/>
                <a:gd name="T30" fmla="*/ 106 w 598"/>
                <a:gd name="T31" fmla="*/ 674 h 674"/>
                <a:gd name="T32" fmla="*/ 387 w 598"/>
                <a:gd name="T33" fmla="*/ 674 h 674"/>
                <a:gd name="T34" fmla="*/ 272 w 598"/>
                <a:gd name="T35" fmla="*/ 500 h 674"/>
                <a:gd name="T36" fmla="*/ 461 w 598"/>
                <a:gd name="T37" fmla="*/ 311 h 674"/>
                <a:gd name="T38" fmla="*/ 508 w 598"/>
                <a:gd name="T39" fmla="*/ 317 h 674"/>
                <a:gd name="T40" fmla="*/ 508 w 598"/>
                <a:gd name="T41" fmla="*/ 188 h 674"/>
                <a:gd name="T42" fmla="*/ 421 w 598"/>
                <a:gd name="T43" fmla="*/ 84 h 674"/>
                <a:gd name="T44" fmla="*/ 238 w 598"/>
                <a:gd name="T45" fmla="*/ 422 h 674"/>
                <a:gd name="T46" fmla="*/ 238 w 598"/>
                <a:gd name="T47" fmla="*/ 422 h 674"/>
                <a:gd name="T48" fmla="*/ 106 w 598"/>
                <a:gd name="T49" fmla="*/ 422 h 674"/>
                <a:gd name="T50" fmla="*/ 85 w 598"/>
                <a:gd name="T51" fmla="*/ 401 h 674"/>
                <a:gd name="T52" fmla="*/ 106 w 598"/>
                <a:gd name="T53" fmla="*/ 380 h 674"/>
                <a:gd name="T54" fmla="*/ 238 w 598"/>
                <a:gd name="T55" fmla="*/ 380 h 674"/>
                <a:gd name="T56" fmla="*/ 259 w 598"/>
                <a:gd name="T57" fmla="*/ 401 h 674"/>
                <a:gd name="T58" fmla="*/ 238 w 598"/>
                <a:gd name="T59" fmla="*/ 422 h 674"/>
                <a:gd name="T60" fmla="*/ 280 w 598"/>
                <a:gd name="T61" fmla="*/ 338 h 674"/>
                <a:gd name="T62" fmla="*/ 280 w 598"/>
                <a:gd name="T63" fmla="*/ 338 h 674"/>
                <a:gd name="T64" fmla="*/ 106 w 598"/>
                <a:gd name="T65" fmla="*/ 338 h 674"/>
                <a:gd name="T66" fmla="*/ 85 w 598"/>
                <a:gd name="T67" fmla="*/ 317 h 674"/>
                <a:gd name="T68" fmla="*/ 106 w 598"/>
                <a:gd name="T69" fmla="*/ 296 h 674"/>
                <a:gd name="T70" fmla="*/ 280 w 598"/>
                <a:gd name="T71" fmla="*/ 296 h 674"/>
                <a:gd name="T72" fmla="*/ 302 w 598"/>
                <a:gd name="T73" fmla="*/ 317 h 674"/>
                <a:gd name="T74" fmla="*/ 280 w 598"/>
                <a:gd name="T75" fmla="*/ 338 h 674"/>
                <a:gd name="T76" fmla="*/ 496 w 598"/>
                <a:gd name="T77" fmla="*/ 369 h 674"/>
                <a:gd name="T78" fmla="*/ 463 w 598"/>
                <a:gd name="T79" fmla="*/ 365 h 674"/>
                <a:gd name="T80" fmla="*/ 328 w 598"/>
                <a:gd name="T81" fmla="*/ 500 h 674"/>
                <a:gd name="T82" fmla="*/ 434 w 598"/>
                <a:gd name="T83" fmla="*/ 632 h 674"/>
                <a:gd name="T84" fmla="*/ 463 w 598"/>
                <a:gd name="T85" fmla="*/ 635 h 674"/>
                <a:gd name="T86" fmla="*/ 598 w 598"/>
                <a:gd name="T87" fmla="*/ 500 h 674"/>
                <a:gd name="T88" fmla="*/ 496 w 598"/>
                <a:gd name="T89" fmla="*/ 369 h 674"/>
                <a:gd name="T90" fmla="*/ 539 w 598"/>
                <a:gd name="T91" fmla="*/ 481 h 674"/>
                <a:gd name="T92" fmla="*/ 539 w 598"/>
                <a:gd name="T93" fmla="*/ 481 h 674"/>
                <a:gd name="T94" fmla="*/ 496 w 598"/>
                <a:gd name="T95" fmla="*/ 523 h 674"/>
                <a:gd name="T96" fmla="*/ 463 w 598"/>
                <a:gd name="T97" fmla="*/ 557 h 674"/>
                <a:gd name="T98" fmla="*/ 425 w 598"/>
                <a:gd name="T99" fmla="*/ 557 h 674"/>
                <a:gd name="T100" fmla="*/ 386 w 598"/>
                <a:gd name="T101" fmla="*/ 519 h 674"/>
                <a:gd name="T102" fmla="*/ 386 w 598"/>
                <a:gd name="T103" fmla="*/ 481 h 674"/>
                <a:gd name="T104" fmla="*/ 425 w 598"/>
                <a:gd name="T105" fmla="*/ 481 h 674"/>
                <a:gd name="T106" fmla="*/ 444 w 598"/>
                <a:gd name="T107" fmla="*/ 500 h 674"/>
                <a:gd name="T108" fmla="*/ 496 w 598"/>
                <a:gd name="T109" fmla="*/ 447 h 674"/>
                <a:gd name="T110" fmla="*/ 501 w 598"/>
                <a:gd name="T111" fmla="*/ 443 h 674"/>
                <a:gd name="T112" fmla="*/ 539 w 598"/>
                <a:gd name="T113" fmla="*/ 443 h 674"/>
                <a:gd name="T114" fmla="*/ 539 w 598"/>
                <a:gd name="T115" fmla="*/ 48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8" h="674">
                  <a:moveTo>
                    <a:pt x="381" y="84"/>
                  </a:moveTo>
                  <a:cubicBezTo>
                    <a:pt x="381" y="131"/>
                    <a:pt x="343" y="169"/>
                    <a:pt x="296" y="169"/>
                  </a:cubicBezTo>
                  <a:lnTo>
                    <a:pt x="212" y="169"/>
                  </a:lnTo>
                  <a:cubicBezTo>
                    <a:pt x="165" y="169"/>
                    <a:pt x="127" y="131"/>
                    <a:pt x="127" y="84"/>
                  </a:cubicBezTo>
                  <a:cubicBezTo>
                    <a:pt x="127" y="37"/>
                    <a:pt x="165" y="0"/>
                    <a:pt x="212" y="0"/>
                  </a:cubicBezTo>
                  <a:lnTo>
                    <a:pt x="296" y="0"/>
                  </a:lnTo>
                  <a:cubicBezTo>
                    <a:pt x="343" y="0"/>
                    <a:pt x="381" y="37"/>
                    <a:pt x="381" y="84"/>
                  </a:cubicBezTo>
                  <a:close/>
                  <a:moveTo>
                    <a:pt x="421" y="84"/>
                  </a:moveTo>
                  <a:cubicBezTo>
                    <a:pt x="422" y="90"/>
                    <a:pt x="423" y="97"/>
                    <a:pt x="423" y="103"/>
                  </a:cubicBezTo>
                  <a:cubicBezTo>
                    <a:pt x="423" y="162"/>
                    <a:pt x="376" y="209"/>
                    <a:pt x="317" y="209"/>
                  </a:cubicBezTo>
                  <a:lnTo>
                    <a:pt x="191" y="209"/>
                  </a:lnTo>
                  <a:cubicBezTo>
                    <a:pt x="132" y="209"/>
                    <a:pt x="85" y="162"/>
                    <a:pt x="85" y="103"/>
                  </a:cubicBezTo>
                  <a:cubicBezTo>
                    <a:pt x="85" y="97"/>
                    <a:pt x="85" y="90"/>
                    <a:pt x="87" y="84"/>
                  </a:cubicBezTo>
                  <a:cubicBezTo>
                    <a:pt x="37" y="93"/>
                    <a:pt x="0" y="136"/>
                    <a:pt x="0" y="188"/>
                  </a:cubicBezTo>
                  <a:lnTo>
                    <a:pt x="0" y="569"/>
                  </a:lnTo>
                  <a:cubicBezTo>
                    <a:pt x="0" y="627"/>
                    <a:pt x="47" y="674"/>
                    <a:pt x="106" y="674"/>
                  </a:cubicBezTo>
                  <a:lnTo>
                    <a:pt x="387" y="674"/>
                  </a:lnTo>
                  <a:cubicBezTo>
                    <a:pt x="320" y="646"/>
                    <a:pt x="272" y="579"/>
                    <a:pt x="272" y="500"/>
                  </a:cubicBezTo>
                  <a:cubicBezTo>
                    <a:pt x="272" y="396"/>
                    <a:pt x="357" y="311"/>
                    <a:pt x="461" y="311"/>
                  </a:cubicBezTo>
                  <a:cubicBezTo>
                    <a:pt x="477" y="311"/>
                    <a:pt x="493" y="313"/>
                    <a:pt x="508" y="317"/>
                  </a:cubicBezTo>
                  <a:lnTo>
                    <a:pt x="508" y="188"/>
                  </a:lnTo>
                  <a:cubicBezTo>
                    <a:pt x="508" y="136"/>
                    <a:pt x="470" y="93"/>
                    <a:pt x="421" y="84"/>
                  </a:cubicBezTo>
                  <a:close/>
                  <a:moveTo>
                    <a:pt x="238" y="422"/>
                  </a:moveTo>
                  <a:lnTo>
                    <a:pt x="238" y="422"/>
                  </a:lnTo>
                  <a:lnTo>
                    <a:pt x="106" y="422"/>
                  </a:lnTo>
                  <a:cubicBezTo>
                    <a:pt x="94" y="422"/>
                    <a:pt x="85" y="413"/>
                    <a:pt x="85" y="401"/>
                  </a:cubicBezTo>
                  <a:cubicBezTo>
                    <a:pt x="85" y="390"/>
                    <a:pt x="94" y="380"/>
                    <a:pt x="106" y="380"/>
                  </a:cubicBezTo>
                  <a:lnTo>
                    <a:pt x="238" y="380"/>
                  </a:lnTo>
                  <a:cubicBezTo>
                    <a:pt x="250" y="380"/>
                    <a:pt x="259" y="390"/>
                    <a:pt x="259" y="401"/>
                  </a:cubicBezTo>
                  <a:cubicBezTo>
                    <a:pt x="259" y="413"/>
                    <a:pt x="250" y="422"/>
                    <a:pt x="238" y="422"/>
                  </a:cubicBezTo>
                  <a:close/>
                  <a:moveTo>
                    <a:pt x="280" y="338"/>
                  </a:moveTo>
                  <a:lnTo>
                    <a:pt x="280" y="338"/>
                  </a:lnTo>
                  <a:lnTo>
                    <a:pt x="106" y="338"/>
                  </a:lnTo>
                  <a:cubicBezTo>
                    <a:pt x="94" y="338"/>
                    <a:pt x="85" y="328"/>
                    <a:pt x="85" y="317"/>
                  </a:cubicBezTo>
                  <a:cubicBezTo>
                    <a:pt x="85" y="305"/>
                    <a:pt x="94" y="296"/>
                    <a:pt x="106" y="296"/>
                  </a:cubicBezTo>
                  <a:lnTo>
                    <a:pt x="280" y="296"/>
                  </a:lnTo>
                  <a:cubicBezTo>
                    <a:pt x="292" y="296"/>
                    <a:pt x="302" y="305"/>
                    <a:pt x="302" y="317"/>
                  </a:cubicBezTo>
                  <a:cubicBezTo>
                    <a:pt x="302" y="328"/>
                    <a:pt x="292" y="338"/>
                    <a:pt x="280" y="338"/>
                  </a:cubicBezTo>
                  <a:close/>
                  <a:moveTo>
                    <a:pt x="496" y="369"/>
                  </a:moveTo>
                  <a:cubicBezTo>
                    <a:pt x="486" y="367"/>
                    <a:pt x="474" y="365"/>
                    <a:pt x="463" y="365"/>
                  </a:cubicBezTo>
                  <a:cubicBezTo>
                    <a:pt x="388" y="365"/>
                    <a:pt x="328" y="425"/>
                    <a:pt x="328" y="500"/>
                  </a:cubicBezTo>
                  <a:cubicBezTo>
                    <a:pt x="328" y="565"/>
                    <a:pt x="374" y="619"/>
                    <a:pt x="434" y="632"/>
                  </a:cubicBezTo>
                  <a:cubicBezTo>
                    <a:pt x="443" y="634"/>
                    <a:pt x="453" y="635"/>
                    <a:pt x="463" y="635"/>
                  </a:cubicBezTo>
                  <a:cubicBezTo>
                    <a:pt x="537" y="635"/>
                    <a:pt x="598" y="574"/>
                    <a:pt x="598" y="500"/>
                  </a:cubicBezTo>
                  <a:cubicBezTo>
                    <a:pt x="598" y="437"/>
                    <a:pt x="555" y="384"/>
                    <a:pt x="496" y="369"/>
                  </a:cubicBezTo>
                  <a:close/>
                  <a:moveTo>
                    <a:pt x="539" y="481"/>
                  </a:moveTo>
                  <a:lnTo>
                    <a:pt x="539" y="481"/>
                  </a:lnTo>
                  <a:lnTo>
                    <a:pt x="496" y="523"/>
                  </a:lnTo>
                  <a:lnTo>
                    <a:pt x="463" y="557"/>
                  </a:lnTo>
                  <a:cubicBezTo>
                    <a:pt x="452" y="568"/>
                    <a:pt x="435" y="568"/>
                    <a:pt x="425" y="557"/>
                  </a:cubicBezTo>
                  <a:lnTo>
                    <a:pt x="386" y="519"/>
                  </a:lnTo>
                  <a:cubicBezTo>
                    <a:pt x="376" y="508"/>
                    <a:pt x="376" y="491"/>
                    <a:pt x="386" y="481"/>
                  </a:cubicBezTo>
                  <a:cubicBezTo>
                    <a:pt x="397" y="470"/>
                    <a:pt x="414" y="470"/>
                    <a:pt x="425" y="481"/>
                  </a:cubicBezTo>
                  <a:lnTo>
                    <a:pt x="444" y="500"/>
                  </a:lnTo>
                  <a:lnTo>
                    <a:pt x="496" y="447"/>
                  </a:lnTo>
                  <a:lnTo>
                    <a:pt x="501" y="443"/>
                  </a:lnTo>
                  <a:cubicBezTo>
                    <a:pt x="511" y="432"/>
                    <a:pt x="528" y="432"/>
                    <a:pt x="539" y="443"/>
                  </a:cubicBezTo>
                  <a:cubicBezTo>
                    <a:pt x="549" y="453"/>
                    <a:pt x="549" y="470"/>
                    <a:pt x="539" y="481"/>
                  </a:cubicBezTo>
                  <a:close/>
                </a:path>
              </a:pathLst>
            </a:custGeom>
            <a:solidFill>
              <a:srgbClr val="FEFEFE"/>
            </a:solidFill>
            <a:ln>
              <a:noFill/>
            </a:ln>
          </p:spPr>
          <p:txBody>
            <a:bodyPr vert="horz" wrap="square" lIns="96435" tIns="48218" rIns="96435" bIns="48218" numCol="1" anchor="t" anchorCtr="0" compatLnSpc="1">
              <a:prstTxWarp prst="textNoShape">
                <a:avLst/>
              </a:prstTxWarp>
            </a:bodyPr>
            <a:lstStyle/>
            <a:p>
              <a:endParaRPr lang="zh-CN" altLang="en-US"/>
            </a:p>
          </p:txBody>
        </p:sp>
      </p:grpSp>
      <p:grpSp>
        <p:nvGrpSpPr>
          <p:cNvPr id="33" name="组合 32"/>
          <p:cNvGrpSpPr/>
          <p:nvPr/>
        </p:nvGrpSpPr>
        <p:grpSpPr>
          <a:xfrm>
            <a:off x="4458742" y="3989664"/>
            <a:ext cx="979426" cy="979426"/>
            <a:chOff x="4101317" y="3783000"/>
            <a:chExt cx="928692" cy="928692"/>
          </a:xfrm>
        </p:grpSpPr>
        <p:sp>
          <p:nvSpPr>
            <p:cNvPr id="34" name="椭圆 33"/>
            <p:cNvSpPr/>
            <p:nvPr/>
          </p:nvSpPr>
          <p:spPr>
            <a:xfrm>
              <a:off x="4101317" y="3783000"/>
              <a:ext cx="928692" cy="928692"/>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Freeform 12"/>
            <p:cNvSpPr>
              <a:spLocks noEditPoints="1"/>
            </p:cNvSpPr>
            <p:nvPr/>
          </p:nvSpPr>
          <p:spPr bwMode="auto">
            <a:xfrm>
              <a:off x="4360340" y="4042718"/>
              <a:ext cx="463802" cy="345699"/>
            </a:xfrm>
            <a:custGeom>
              <a:avLst/>
              <a:gdLst>
                <a:gd name="T0" fmla="*/ 201 w 983"/>
                <a:gd name="T1" fmla="*/ 386 h 731"/>
                <a:gd name="T2" fmla="*/ 359 w 983"/>
                <a:gd name="T3" fmla="*/ 110 h 731"/>
                <a:gd name="T4" fmla="*/ 398 w 983"/>
                <a:gd name="T5" fmla="*/ 64 h 731"/>
                <a:gd name="T6" fmla="*/ 759 w 983"/>
                <a:gd name="T7" fmla="*/ 93 h 731"/>
                <a:gd name="T8" fmla="*/ 738 w 983"/>
                <a:gd name="T9" fmla="*/ 49 h 731"/>
                <a:gd name="T10" fmla="*/ 821 w 983"/>
                <a:gd name="T11" fmla="*/ 24 h 731"/>
                <a:gd name="T12" fmla="*/ 877 w 983"/>
                <a:gd name="T13" fmla="*/ 27 h 731"/>
                <a:gd name="T14" fmla="*/ 859 w 983"/>
                <a:gd name="T15" fmla="*/ 109 h 731"/>
                <a:gd name="T16" fmla="*/ 830 w 983"/>
                <a:gd name="T17" fmla="*/ 154 h 731"/>
                <a:gd name="T18" fmla="*/ 623 w 983"/>
                <a:gd name="T19" fmla="*/ 344 h 731"/>
                <a:gd name="T20" fmla="*/ 622 w 983"/>
                <a:gd name="T21" fmla="*/ 345 h 731"/>
                <a:gd name="T22" fmla="*/ 952 w 983"/>
                <a:gd name="T23" fmla="*/ 670 h 731"/>
                <a:gd name="T24" fmla="*/ 952 w 983"/>
                <a:gd name="T25" fmla="*/ 731 h 731"/>
                <a:gd name="T26" fmla="*/ 763 w 983"/>
                <a:gd name="T27" fmla="*/ 731 h 731"/>
                <a:gd name="T28" fmla="*/ 558 w 983"/>
                <a:gd name="T29" fmla="*/ 731 h 731"/>
                <a:gd name="T30" fmla="*/ 353 w 983"/>
                <a:gd name="T31" fmla="*/ 731 h 731"/>
                <a:gd name="T32" fmla="*/ 148 w 983"/>
                <a:gd name="T33" fmla="*/ 731 h 731"/>
                <a:gd name="T34" fmla="*/ 0 w 983"/>
                <a:gd name="T35" fmla="*/ 701 h 731"/>
                <a:gd name="T36" fmla="*/ 31 w 983"/>
                <a:gd name="T37" fmla="*/ 0 h 731"/>
                <a:gd name="T38" fmla="*/ 62 w 983"/>
                <a:gd name="T39" fmla="*/ 670 h 731"/>
                <a:gd name="T40" fmla="*/ 148 w 983"/>
                <a:gd name="T41" fmla="*/ 530 h 731"/>
                <a:gd name="T42" fmla="*/ 236 w 983"/>
                <a:gd name="T43" fmla="*/ 499 h 731"/>
                <a:gd name="T44" fmla="*/ 267 w 983"/>
                <a:gd name="T45" fmla="*/ 670 h 731"/>
                <a:gd name="T46" fmla="*/ 353 w 983"/>
                <a:gd name="T47" fmla="*/ 316 h 731"/>
                <a:gd name="T48" fmla="*/ 441 w 983"/>
                <a:gd name="T49" fmla="*/ 286 h 731"/>
                <a:gd name="T50" fmla="*/ 472 w 983"/>
                <a:gd name="T51" fmla="*/ 670 h 731"/>
                <a:gd name="T52" fmla="*/ 558 w 983"/>
                <a:gd name="T53" fmla="*/ 421 h 731"/>
                <a:gd name="T54" fmla="*/ 646 w 983"/>
                <a:gd name="T55" fmla="*/ 390 h 731"/>
                <a:gd name="T56" fmla="*/ 677 w 983"/>
                <a:gd name="T57" fmla="*/ 670 h 731"/>
                <a:gd name="T58" fmla="*/ 763 w 983"/>
                <a:gd name="T59" fmla="*/ 245 h 731"/>
                <a:gd name="T60" fmla="*/ 851 w 983"/>
                <a:gd name="T61" fmla="*/ 214 h 731"/>
                <a:gd name="T62" fmla="*/ 881 w 983"/>
                <a:gd name="T63" fmla="*/ 67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3" h="731">
                  <a:moveTo>
                    <a:pt x="404" y="154"/>
                  </a:moveTo>
                  <a:lnTo>
                    <a:pt x="201" y="386"/>
                  </a:lnTo>
                  <a:lnTo>
                    <a:pt x="153" y="345"/>
                  </a:lnTo>
                  <a:lnTo>
                    <a:pt x="359" y="110"/>
                  </a:lnTo>
                  <a:lnTo>
                    <a:pt x="359" y="110"/>
                  </a:lnTo>
                  <a:lnTo>
                    <a:pt x="398" y="64"/>
                  </a:lnTo>
                  <a:lnTo>
                    <a:pt x="616" y="255"/>
                  </a:lnTo>
                  <a:lnTo>
                    <a:pt x="759" y="93"/>
                  </a:lnTo>
                  <a:lnTo>
                    <a:pt x="734" y="71"/>
                  </a:lnTo>
                  <a:cubicBezTo>
                    <a:pt x="724" y="63"/>
                    <a:pt x="726" y="53"/>
                    <a:pt x="738" y="49"/>
                  </a:cubicBezTo>
                  <a:lnTo>
                    <a:pt x="777" y="37"/>
                  </a:lnTo>
                  <a:cubicBezTo>
                    <a:pt x="789" y="34"/>
                    <a:pt x="809" y="27"/>
                    <a:pt x="821" y="24"/>
                  </a:cubicBezTo>
                  <a:lnTo>
                    <a:pt x="860" y="12"/>
                  </a:lnTo>
                  <a:cubicBezTo>
                    <a:pt x="872" y="8"/>
                    <a:pt x="880" y="15"/>
                    <a:pt x="877" y="27"/>
                  </a:cubicBezTo>
                  <a:lnTo>
                    <a:pt x="869" y="65"/>
                  </a:lnTo>
                  <a:cubicBezTo>
                    <a:pt x="866" y="77"/>
                    <a:pt x="862" y="97"/>
                    <a:pt x="859" y="109"/>
                  </a:cubicBezTo>
                  <a:lnTo>
                    <a:pt x="851" y="147"/>
                  </a:lnTo>
                  <a:cubicBezTo>
                    <a:pt x="849" y="159"/>
                    <a:pt x="839" y="162"/>
                    <a:pt x="830" y="154"/>
                  </a:cubicBezTo>
                  <a:lnTo>
                    <a:pt x="807" y="134"/>
                  </a:lnTo>
                  <a:lnTo>
                    <a:pt x="623" y="344"/>
                  </a:lnTo>
                  <a:lnTo>
                    <a:pt x="623" y="344"/>
                  </a:lnTo>
                  <a:lnTo>
                    <a:pt x="622" y="345"/>
                  </a:lnTo>
                  <a:lnTo>
                    <a:pt x="404" y="154"/>
                  </a:lnTo>
                  <a:close/>
                  <a:moveTo>
                    <a:pt x="952" y="670"/>
                  </a:moveTo>
                  <a:cubicBezTo>
                    <a:pt x="969" y="670"/>
                    <a:pt x="983" y="684"/>
                    <a:pt x="983" y="701"/>
                  </a:cubicBezTo>
                  <a:cubicBezTo>
                    <a:pt x="983" y="718"/>
                    <a:pt x="969" y="731"/>
                    <a:pt x="952" y="731"/>
                  </a:cubicBezTo>
                  <a:lnTo>
                    <a:pt x="881" y="731"/>
                  </a:lnTo>
                  <a:lnTo>
                    <a:pt x="763" y="731"/>
                  </a:lnTo>
                  <a:lnTo>
                    <a:pt x="677" y="731"/>
                  </a:lnTo>
                  <a:lnTo>
                    <a:pt x="558" y="731"/>
                  </a:lnTo>
                  <a:lnTo>
                    <a:pt x="472" y="731"/>
                  </a:lnTo>
                  <a:lnTo>
                    <a:pt x="353" y="731"/>
                  </a:lnTo>
                  <a:lnTo>
                    <a:pt x="267" y="731"/>
                  </a:lnTo>
                  <a:lnTo>
                    <a:pt x="148" y="731"/>
                  </a:lnTo>
                  <a:lnTo>
                    <a:pt x="32" y="731"/>
                  </a:lnTo>
                  <a:cubicBezTo>
                    <a:pt x="14" y="731"/>
                    <a:pt x="0" y="718"/>
                    <a:pt x="0" y="701"/>
                  </a:cubicBezTo>
                  <a:lnTo>
                    <a:pt x="0" y="31"/>
                  </a:lnTo>
                  <a:cubicBezTo>
                    <a:pt x="0" y="14"/>
                    <a:pt x="14" y="0"/>
                    <a:pt x="31" y="0"/>
                  </a:cubicBezTo>
                  <a:cubicBezTo>
                    <a:pt x="48" y="0"/>
                    <a:pt x="62" y="14"/>
                    <a:pt x="62" y="31"/>
                  </a:cubicBezTo>
                  <a:lnTo>
                    <a:pt x="62" y="670"/>
                  </a:lnTo>
                  <a:lnTo>
                    <a:pt x="148" y="670"/>
                  </a:lnTo>
                  <a:lnTo>
                    <a:pt x="148" y="530"/>
                  </a:lnTo>
                  <a:cubicBezTo>
                    <a:pt x="148" y="513"/>
                    <a:pt x="162" y="499"/>
                    <a:pt x="179" y="499"/>
                  </a:cubicBezTo>
                  <a:lnTo>
                    <a:pt x="236" y="499"/>
                  </a:lnTo>
                  <a:cubicBezTo>
                    <a:pt x="253" y="499"/>
                    <a:pt x="267" y="513"/>
                    <a:pt x="267" y="530"/>
                  </a:cubicBezTo>
                  <a:lnTo>
                    <a:pt x="267" y="670"/>
                  </a:lnTo>
                  <a:lnTo>
                    <a:pt x="353" y="670"/>
                  </a:lnTo>
                  <a:lnTo>
                    <a:pt x="353" y="316"/>
                  </a:lnTo>
                  <a:cubicBezTo>
                    <a:pt x="353" y="299"/>
                    <a:pt x="367" y="286"/>
                    <a:pt x="384" y="286"/>
                  </a:cubicBezTo>
                  <a:lnTo>
                    <a:pt x="441" y="286"/>
                  </a:lnTo>
                  <a:cubicBezTo>
                    <a:pt x="458" y="286"/>
                    <a:pt x="472" y="299"/>
                    <a:pt x="472" y="316"/>
                  </a:cubicBezTo>
                  <a:lnTo>
                    <a:pt x="472" y="670"/>
                  </a:lnTo>
                  <a:lnTo>
                    <a:pt x="558" y="670"/>
                  </a:lnTo>
                  <a:lnTo>
                    <a:pt x="558" y="421"/>
                  </a:lnTo>
                  <a:cubicBezTo>
                    <a:pt x="558" y="404"/>
                    <a:pt x="572" y="390"/>
                    <a:pt x="589" y="390"/>
                  </a:cubicBezTo>
                  <a:lnTo>
                    <a:pt x="646" y="390"/>
                  </a:lnTo>
                  <a:cubicBezTo>
                    <a:pt x="663" y="390"/>
                    <a:pt x="677" y="404"/>
                    <a:pt x="677" y="421"/>
                  </a:cubicBezTo>
                  <a:lnTo>
                    <a:pt x="677" y="670"/>
                  </a:lnTo>
                  <a:lnTo>
                    <a:pt x="763" y="670"/>
                  </a:lnTo>
                  <a:lnTo>
                    <a:pt x="763" y="245"/>
                  </a:lnTo>
                  <a:cubicBezTo>
                    <a:pt x="763" y="228"/>
                    <a:pt x="776" y="214"/>
                    <a:pt x="793" y="214"/>
                  </a:cubicBezTo>
                  <a:lnTo>
                    <a:pt x="851" y="214"/>
                  </a:lnTo>
                  <a:cubicBezTo>
                    <a:pt x="868" y="214"/>
                    <a:pt x="881" y="228"/>
                    <a:pt x="881" y="245"/>
                  </a:cubicBezTo>
                  <a:lnTo>
                    <a:pt x="881" y="670"/>
                  </a:lnTo>
                  <a:lnTo>
                    <a:pt x="952" y="670"/>
                  </a:lnTo>
                  <a:close/>
                </a:path>
              </a:pathLst>
            </a:custGeom>
            <a:solidFill>
              <a:srgbClr val="FEFEFE"/>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36" name="组合 35"/>
          <p:cNvGrpSpPr/>
          <p:nvPr/>
        </p:nvGrpSpPr>
        <p:grpSpPr>
          <a:xfrm>
            <a:off x="10342212" y="3972443"/>
            <a:ext cx="979426" cy="979426"/>
            <a:chOff x="9680025" y="3766671"/>
            <a:chExt cx="928692" cy="928692"/>
          </a:xfrm>
        </p:grpSpPr>
        <p:sp>
          <p:nvSpPr>
            <p:cNvPr id="37" name="椭圆 36"/>
            <p:cNvSpPr/>
            <p:nvPr/>
          </p:nvSpPr>
          <p:spPr>
            <a:xfrm>
              <a:off x="9680025" y="3766671"/>
              <a:ext cx="928692" cy="928692"/>
            </a:xfrm>
            <a:prstGeom prst="ellipse">
              <a:avLst/>
            </a:prstGeom>
            <a:solidFill>
              <a:srgbClr val="5ABCD2"/>
            </a:solidFill>
            <a:ln w="222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Freeform 16"/>
            <p:cNvSpPr>
              <a:spLocks noEditPoints="1"/>
            </p:cNvSpPr>
            <p:nvPr/>
          </p:nvSpPr>
          <p:spPr bwMode="auto">
            <a:xfrm>
              <a:off x="9903123" y="4046694"/>
              <a:ext cx="486189" cy="387721"/>
            </a:xfrm>
            <a:custGeom>
              <a:avLst/>
              <a:gdLst>
                <a:gd name="T0" fmla="*/ 1238 w 1238"/>
                <a:gd name="T1" fmla="*/ 579 h 986"/>
                <a:gd name="T2" fmla="*/ 424 w 1238"/>
                <a:gd name="T3" fmla="*/ 579 h 986"/>
                <a:gd name="T4" fmla="*/ 443 w 1238"/>
                <a:gd name="T5" fmla="*/ 209 h 986"/>
                <a:gd name="T6" fmla="*/ 357 w 1238"/>
                <a:gd name="T7" fmla="*/ 223 h 986"/>
                <a:gd name="T8" fmla="*/ 329 w 1238"/>
                <a:gd name="T9" fmla="*/ 254 h 986"/>
                <a:gd name="T10" fmla="*/ 441 w 1238"/>
                <a:gd name="T11" fmla="*/ 316 h 986"/>
                <a:gd name="T12" fmla="*/ 311 w 1238"/>
                <a:gd name="T13" fmla="*/ 0 h 986"/>
                <a:gd name="T14" fmla="*/ 311 w 1238"/>
                <a:gd name="T15" fmla="*/ 620 h 986"/>
                <a:gd name="T16" fmla="*/ 367 w 1238"/>
                <a:gd name="T17" fmla="*/ 550 h 986"/>
                <a:gd name="T18" fmla="*/ 329 w 1238"/>
                <a:gd name="T19" fmla="*/ 473 h 986"/>
                <a:gd name="T20" fmla="*/ 295 w 1238"/>
                <a:gd name="T21" fmla="*/ 516 h 986"/>
                <a:gd name="T22" fmla="*/ 168 w 1238"/>
                <a:gd name="T23" fmla="*/ 370 h 986"/>
                <a:gd name="T24" fmla="*/ 295 w 1238"/>
                <a:gd name="T25" fmla="*/ 410 h 986"/>
                <a:gd name="T26" fmla="*/ 229 w 1238"/>
                <a:gd name="T27" fmla="*/ 307 h 986"/>
                <a:gd name="T28" fmla="*/ 295 w 1238"/>
                <a:gd name="T29" fmla="*/ 127 h 986"/>
                <a:gd name="T30" fmla="*/ 329 w 1238"/>
                <a:gd name="T31" fmla="*/ 104 h 986"/>
                <a:gd name="T32" fmla="*/ 443 w 1238"/>
                <a:gd name="T33" fmla="*/ 209 h 986"/>
                <a:gd name="T34" fmla="*/ 295 w 1238"/>
                <a:gd name="T35" fmla="*/ 186 h 986"/>
                <a:gd name="T36" fmla="*/ 295 w 1238"/>
                <a:gd name="T37" fmla="*/ 245 h 986"/>
                <a:gd name="T38" fmla="*/ 329 w 1238"/>
                <a:gd name="T39" fmla="*/ 413 h 986"/>
                <a:gd name="T40" fmla="*/ 357 w 1238"/>
                <a:gd name="T41" fmla="*/ 398 h 986"/>
                <a:gd name="T42" fmla="*/ 359 w 1238"/>
                <a:gd name="T43" fmla="*/ 356 h 986"/>
                <a:gd name="T44" fmla="*/ 329 w 1238"/>
                <a:gd name="T45" fmla="*/ 413 h 986"/>
                <a:gd name="T46" fmla="*/ 854 w 1238"/>
                <a:gd name="T47" fmla="*/ 713 h 986"/>
                <a:gd name="T48" fmla="*/ 904 w 1238"/>
                <a:gd name="T49" fmla="*/ 665 h 986"/>
                <a:gd name="T50" fmla="*/ 854 w 1238"/>
                <a:gd name="T51" fmla="*/ 617 h 986"/>
                <a:gd name="T52" fmla="*/ 810 w 1238"/>
                <a:gd name="T53" fmla="*/ 416 h 986"/>
                <a:gd name="T54" fmla="*/ 784 w 1238"/>
                <a:gd name="T55" fmla="*/ 477 h 986"/>
                <a:gd name="T56" fmla="*/ 810 w 1238"/>
                <a:gd name="T57" fmla="*/ 416 h 986"/>
                <a:gd name="T58" fmla="*/ 1004 w 1238"/>
                <a:gd name="T59" fmla="*/ 447 h 986"/>
                <a:gd name="T60" fmla="*/ 854 w 1238"/>
                <a:gd name="T61" fmla="*/ 418 h 986"/>
                <a:gd name="T62" fmla="*/ 977 w 1238"/>
                <a:gd name="T63" fmla="*/ 557 h 986"/>
                <a:gd name="T64" fmla="*/ 854 w 1238"/>
                <a:gd name="T65" fmla="*/ 792 h 986"/>
                <a:gd name="T66" fmla="*/ 810 w 1238"/>
                <a:gd name="T67" fmla="*/ 849 h 986"/>
                <a:gd name="T68" fmla="*/ 643 w 1238"/>
                <a:gd name="T69" fmla="*/ 658 h 986"/>
                <a:gd name="T70" fmla="*/ 810 w 1238"/>
                <a:gd name="T71" fmla="*/ 710 h 986"/>
                <a:gd name="T72" fmla="*/ 724 w 1238"/>
                <a:gd name="T73" fmla="*/ 575 h 986"/>
                <a:gd name="T74" fmla="*/ 810 w 1238"/>
                <a:gd name="T75" fmla="*/ 339 h 986"/>
                <a:gd name="T76" fmla="*/ 854 w 1238"/>
                <a:gd name="T77" fmla="*/ 309 h 986"/>
                <a:gd name="T78" fmla="*/ 1004 w 1238"/>
                <a:gd name="T79" fmla="*/ 447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8" h="986">
                  <a:moveTo>
                    <a:pt x="831" y="172"/>
                  </a:moveTo>
                  <a:cubicBezTo>
                    <a:pt x="1055" y="172"/>
                    <a:pt x="1238" y="354"/>
                    <a:pt x="1238" y="579"/>
                  </a:cubicBezTo>
                  <a:cubicBezTo>
                    <a:pt x="1238" y="804"/>
                    <a:pt x="1055" y="986"/>
                    <a:pt x="831" y="986"/>
                  </a:cubicBezTo>
                  <a:cubicBezTo>
                    <a:pt x="606" y="986"/>
                    <a:pt x="424" y="804"/>
                    <a:pt x="424" y="579"/>
                  </a:cubicBezTo>
                  <a:cubicBezTo>
                    <a:pt x="424" y="354"/>
                    <a:pt x="606" y="172"/>
                    <a:pt x="831" y="172"/>
                  </a:cubicBezTo>
                  <a:close/>
                  <a:moveTo>
                    <a:pt x="443" y="209"/>
                  </a:moveTo>
                  <a:lnTo>
                    <a:pt x="443" y="209"/>
                  </a:lnTo>
                  <a:lnTo>
                    <a:pt x="357" y="223"/>
                  </a:lnTo>
                  <a:cubicBezTo>
                    <a:pt x="350" y="204"/>
                    <a:pt x="346" y="197"/>
                    <a:pt x="329" y="187"/>
                  </a:cubicBezTo>
                  <a:lnTo>
                    <a:pt x="329" y="254"/>
                  </a:lnTo>
                  <a:cubicBezTo>
                    <a:pt x="375" y="266"/>
                    <a:pt x="406" y="279"/>
                    <a:pt x="422" y="293"/>
                  </a:cubicBezTo>
                  <a:cubicBezTo>
                    <a:pt x="430" y="300"/>
                    <a:pt x="436" y="308"/>
                    <a:pt x="441" y="316"/>
                  </a:cubicBezTo>
                  <a:cubicBezTo>
                    <a:pt x="480" y="260"/>
                    <a:pt x="533" y="215"/>
                    <a:pt x="594" y="185"/>
                  </a:cubicBezTo>
                  <a:cubicBezTo>
                    <a:pt x="546" y="76"/>
                    <a:pt x="437" y="0"/>
                    <a:pt x="311" y="0"/>
                  </a:cubicBezTo>
                  <a:cubicBezTo>
                    <a:pt x="139" y="0"/>
                    <a:pt x="0" y="139"/>
                    <a:pt x="0" y="310"/>
                  </a:cubicBezTo>
                  <a:cubicBezTo>
                    <a:pt x="0" y="481"/>
                    <a:pt x="139" y="620"/>
                    <a:pt x="311" y="620"/>
                  </a:cubicBezTo>
                  <a:cubicBezTo>
                    <a:pt x="331" y="620"/>
                    <a:pt x="352" y="618"/>
                    <a:pt x="372" y="614"/>
                  </a:cubicBezTo>
                  <a:cubicBezTo>
                    <a:pt x="368" y="593"/>
                    <a:pt x="367" y="572"/>
                    <a:pt x="367" y="550"/>
                  </a:cubicBezTo>
                  <a:cubicBezTo>
                    <a:pt x="367" y="521"/>
                    <a:pt x="370" y="493"/>
                    <a:pt x="376" y="465"/>
                  </a:cubicBezTo>
                  <a:cubicBezTo>
                    <a:pt x="361" y="470"/>
                    <a:pt x="345" y="472"/>
                    <a:pt x="329" y="473"/>
                  </a:cubicBezTo>
                  <a:lnTo>
                    <a:pt x="329" y="516"/>
                  </a:lnTo>
                  <a:lnTo>
                    <a:pt x="295" y="516"/>
                  </a:lnTo>
                  <a:lnTo>
                    <a:pt x="295" y="473"/>
                  </a:lnTo>
                  <a:cubicBezTo>
                    <a:pt x="226" y="467"/>
                    <a:pt x="180" y="440"/>
                    <a:pt x="168" y="370"/>
                  </a:cubicBezTo>
                  <a:lnTo>
                    <a:pt x="261" y="359"/>
                  </a:lnTo>
                  <a:cubicBezTo>
                    <a:pt x="265" y="385"/>
                    <a:pt x="271" y="398"/>
                    <a:pt x="295" y="410"/>
                  </a:cubicBezTo>
                  <a:lnTo>
                    <a:pt x="295" y="329"/>
                  </a:lnTo>
                  <a:cubicBezTo>
                    <a:pt x="264" y="320"/>
                    <a:pt x="242" y="313"/>
                    <a:pt x="229" y="307"/>
                  </a:cubicBezTo>
                  <a:cubicBezTo>
                    <a:pt x="173" y="279"/>
                    <a:pt x="166" y="200"/>
                    <a:pt x="210" y="157"/>
                  </a:cubicBezTo>
                  <a:cubicBezTo>
                    <a:pt x="229" y="139"/>
                    <a:pt x="257" y="129"/>
                    <a:pt x="295" y="127"/>
                  </a:cubicBezTo>
                  <a:lnTo>
                    <a:pt x="295" y="104"/>
                  </a:lnTo>
                  <a:lnTo>
                    <a:pt x="329" y="104"/>
                  </a:lnTo>
                  <a:lnTo>
                    <a:pt x="329" y="127"/>
                  </a:lnTo>
                  <a:cubicBezTo>
                    <a:pt x="384" y="130"/>
                    <a:pt x="430" y="151"/>
                    <a:pt x="443" y="209"/>
                  </a:cubicBezTo>
                  <a:close/>
                  <a:moveTo>
                    <a:pt x="295" y="186"/>
                  </a:moveTo>
                  <a:lnTo>
                    <a:pt x="295" y="186"/>
                  </a:lnTo>
                  <a:cubicBezTo>
                    <a:pt x="274" y="193"/>
                    <a:pt x="259" y="212"/>
                    <a:pt x="275" y="233"/>
                  </a:cubicBezTo>
                  <a:cubicBezTo>
                    <a:pt x="279" y="238"/>
                    <a:pt x="285" y="242"/>
                    <a:pt x="295" y="245"/>
                  </a:cubicBezTo>
                  <a:lnTo>
                    <a:pt x="295" y="186"/>
                  </a:lnTo>
                  <a:close/>
                  <a:moveTo>
                    <a:pt x="329" y="413"/>
                  </a:moveTo>
                  <a:lnTo>
                    <a:pt x="329" y="413"/>
                  </a:lnTo>
                  <a:cubicBezTo>
                    <a:pt x="342" y="410"/>
                    <a:pt x="351" y="405"/>
                    <a:pt x="357" y="398"/>
                  </a:cubicBezTo>
                  <a:cubicBezTo>
                    <a:pt x="363" y="392"/>
                    <a:pt x="366" y="384"/>
                    <a:pt x="366" y="376"/>
                  </a:cubicBezTo>
                  <a:cubicBezTo>
                    <a:pt x="366" y="368"/>
                    <a:pt x="364" y="362"/>
                    <a:pt x="359" y="356"/>
                  </a:cubicBezTo>
                  <a:cubicBezTo>
                    <a:pt x="354" y="350"/>
                    <a:pt x="344" y="344"/>
                    <a:pt x="329" y="339"/>
                  </a:cubicBezTo>
                  <a:lnTo>
                    <a:pt x="329" y="413"/>
                  </a:lnTo>
                  <a:close/>
                  <a:moveTo>
                    <a:pt x="854" y="713"/>
                  </a:moveTo>
                  <a:lnTo>
                    <a:pt x="854" y="713"/>
                  </a:lnTo>
                  <a:cubicBezTo>
                    <a:pt x="871" y="710"/>
                    <a:pt x="884" y="703"/>
                    <a:pt x="892" y="695"/>
                  </a:cubicBezTo>
                  <a:cubicBezTo>
                    <a:pt x="900" y="686"/>
                    <a:pt x="904" y="676"/>
                    <a:pt x="904" y="665"/>
                  </a:cubicBezTo>
                  <a:cubicBezTo>
                    <a:pt x="904" y="656"/>
                    <a:pt x="901" y="647"/>
                    <a:pt x="894" y="639"/>
                  </a:cubicBezTo>
                  <a:cubicBezTo>
                    <a:pt x="887" y="631"/>
                    <a:pt x="874" y="624"/>
                    <a:pt x="854" y="617"/>
                  </a:cubicBezTo>
                  <a:lnTo>
                    <a:pt x="854" y="713"/>
                  </a:lnTo>
                  <a:close/>
                  <a:moveTo>
                    <a:pt x="810" y="416"/>
                  </a:moveTo>
                  <a:lnTo>
                    <a:pt x="810" y="416"/>
                  </a:lnTo>
                  <a:cubicBezTo>
                    <a:pt x="783" y="426"/>
                    <a:pt x="763" y="451"/>
                    <a:pt x="784" y="477"/>
                  </a:cubicBezTo>
                  <a:cubicBezTo>
                    <a:pt x="789" y="484"/>
                    <a:pt x="798" y="489"/>
                    <a:pt x="810" y="494"/>
                  </a:cubicBezTo>
                  <a:lnTo>
                    <a:pt x="810" y="416"/>
                  </a:lnTo>
                  <a:close/>
                  <a:moveTo>
                    <a:pt x="1004" y="447"/>
                  </a:moveTo>
                  <a:lnTo>
                    <a:pt x="1004" y="447"/>
                  </a:lnTo>
                  <a:lnTo>
                    <a:pt x="892" y="464"/>
                  </a:lnTo>
                  <a:cubicBezTo>
                    <a:pt x="883" y="440"/>
                    <a:pt x="877" y="430"/>
                    <a:pt x="854" y="418"/>
                  </a:cubicBezTo>
                  <a:lnTo>
                    <a:pt x="854" y="505"/>
                  </a:lnTo>
                  <a:cubicBezTo>
                    <a:pt x="916" y="521"/>
                    <a:pt x="956" y="539"/>
                    <a:pt x="977" y="557"/>
                  </a:cubicBezTo>
                  <a:cubicBezTo>
                    <a:pt x="1043" y="616"/>
                    <a:pt x="1024" y="719"/>
                    <a:pt x="953" y="765"/>
                  </a:cubicBezTo>
                  <a:cubicBezTo>
                    <a:pt x="925" y="783"/>
                    <a:pt x="892" y="791"/>
                    <a:pt x="854" y="792"/>
                  </a:cubicBezTo>
                  <a:lnTo>
                    <a:pt x="854" y="849"/>
                  </a:lnTo>
                  <a:lnTo>
                    <a:pt x="810" y="849"/>
                  </a:lnTo>
                  <a:lnTo>
                    <a:pt x="810" y="792"/>
                  </a:lnTo>
                  <a:cubicBezTo>
                    <a:pt x="720" y="784"/>
                    <a:pt x="660" y="750"/>
                    <a:pt x="643" y="658"/>
                  </a:cubicBezTo>
                  <a:lnTo>
                    <a:pt x="765" y="644"/>
                  </a:lnTo>
                  <a:cubicBezTo>
                    <a:pt x="772" y="677"/>
                    <a:pt x="779" y="695"/>
                    <a:pt x="810" y="710"/>
                  </a:cubicBezTo>
                  <a:lnTo>
                    <a:pt x="810" y="604"/>
                  </a:lnTo>
                  <a:cubicBezTo>
                    <a:pt x="770" y="593"/>
                    <a:pt x="741" y="583"/>
                    <a:pt x="724" y="575"/>
                  </a:cubicBezTo>
                  <a:cubicBezTo>
                    <a:pt x="650" y="539"/>
                    <a:pt x="641" y="434"/>
                    <a:pt x="699" y="379"/>
                  </a:cubicBezTo>
                  <a:cubicBezTo>
                    <a:pt x="724" y="355"/>
                    <a:pt x="761" y="341"/>
                    <a:pt x="810" y="339"/>
                  </a:cubicBezTo>
                  <a:lnTo>
                    <a:pt x="810" y="309"/>
                  </a:lnTo>
                  <a:lnTo>
                    <a:pt x="854" y="309"/>
                  </a:lnTo>
                  <a:lnTo>
                    <a:pt x="854" y="339"/>
                  </a:lnTo>
                  <a:cubicBezTo>
                    <a:pt x="927" y="343"/>
                    <a:pt x="987" y="370"/>
                    <a:pt x="1004" y="447"/>
                  </a:cubicBezTo>
                  <a:close/>
                </a:path>
              </a:pathLst>
            </a:custGeom>
            <a:solidFill>
              <a:srgbClr val="FEFEFE"/>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39" name="矩形 47"/>
          <p:cNvSpPr>
            <a:spLocks noChangeArrowheads="1"/>
          </p:cNvSpPr>
          <p:nvPr/>
        </p:nvSpPr>
        <p:spPr bwMode="auto">
          <a:xfrm>
            <a:off x="1289123" y="2039189"/>
            <a:ext cx="1522376" cy="1875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0170C1"/>
                </a:solidFill>
              </a:rPr>
              <a:t>单击此处输入标题</a:t>
            </a:r>
            <a:endParaRPr lang="en-US" altLang="zh-CN" sz="2531" dirty="0">
              <a:solidFill>
                <a:srgbClr val="0170C1"/>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p:txBody>
      </p:sp>
      <p:sp>
        <p:nvSpPr>
          <p:cNvPr id="40" name="矩形 47"/>
          <p:cNvSpPr>
            <a:spLocks noChangeArrowheads="1"/>
          </p:cNvSpPr>
          <p:nvPr/>
        </p:nvSpPr>
        <p:spPr bwMode="auto">
          <a:xfrm>
            <a:off x="4186430" y="2045200"/>
            <a:ext cx="1522376" cy="1875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0170C1"/>
                </a:solidFill>
              </a:rPr>
              <a:t>单击此处输入标题</a:t>
            </a:r>
            <a:endParaRPr lang="en-US" altLang="zh-CN" sz="2531" dirty="0">
              <a:solidFill>
                <a:srgbClr val="0170C1"/>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p:txBody>
      </p:sp>
      <p:sp>
        <p:nvSpPr>
          <p:cNvPr id="41" name="矩形 40"/>
          <p:cNvSpPr>
            <a:spLocks noChangeArrowheads="1"/>
          </p:cNvSpPr>
          <p:nvPr/>
        </p:nvSpPr>
        <p:spPr bwMode="auto">
          <a:xfrm>
            <a:off x="7158187" y="2039189"/>
            <a:ext cx="1522376" cy="1875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0170C1"/>
                </a:solidFill>
              </a:rPr>
              <a:t>单击此处输入标题</a:t>
            </a:r>
            <a:endParaRPr lang="en-US" altLang="zh-CN" sz="2531" dirty="0">
              <a:solidFill>
                <a:srgbClr val="0170C1"/>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p:txBody>
      </p:sp>
      <p:sp>
        <p:nvSpPr>
          <p:cNvPr id="42" name="矩形 47"/>
          <p:cNvSpPr>
            <a:spLocks noChangeArrowheads="1"/>
          </p:cNvSpPr>
          <p:nvPr/>
        </p:nvSpPr>
        <p:spPr bwMode="auto">
          <a:xfrm>
            <a:off x="10040229" y="2040085"/>
            <a:ext cx="1522376" cy="1875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0170C1"/>
                </a:solidFill>
              </a:rPr>
              <a:t>单击此处输入标题</a:t>
            </a:r>
            <a:endParaRPr lang="en-US" altLang="zh-CN" sz="2531" dirty="0">
              <a:solidFill>
                <a:srgbClr val="0170C1"/>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a:p>
            <a:pPr>
              <a:buNone/>
            </a:pPr>
            <a:r>
              <a:rPr lang="zh-CN" altLang="en-US" sz="1476" dirty="0">
                <a:solidFill>
                  <a:schemeClr val="tx1">
                    <a:lumMod val="85000"/>
                    <a:lumOff val="15000"/>
                  </a:schemeClr>
                </a:solidFill>
              </a:rPr>
              <a:t>请在这里输入您的主要叙述内容</a:t>
            </a:r>
            <a:endParaRPr lang="en-US" altLang="zh-CN" sz="1476" dirty="0">
              <a:solidFill>
                <a:schemeClr val="tx1">
                  <a:lumMod val="85000"/>
                  <a:lumOff val="15000"/>
                </a:schemeClr>
              </a:solidFill>
            </a:endParaRPr>
          </a:p>
        </p:txBody>
      </p:sp>
      <p:sp>
        <p:nvSpPr>
          <p:cNvPr id="43" name="文本框 42"/>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303100954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75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par>
                          <p:cTn id="17" fill="hold">
                            <p:stCondLst>
                              <p:cond delay="1250"/>
                            </p:stCondLst>
                            <p:childTnLst>
                              <p:par>
                                <p:cTn id="18" presetID="2" presetClass="entr" presetSubtype="1" decel="42000" fill="hold" grpId="0" nodeType="afterEffect">
                                  <p:stCondLst>
                                    <p:cond delay="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750" fill="hold"/>
                                        <p:tgtEl>
                                          <p:spTgt spid="11"/>
                                        </p:tgtEl>
                                        <p:attrNameLst>
                                          <p:attrName>ppt_x</p:attrName>
                                        </p:attrNameLst>
                                      </p:cBhvr>
                                      <p:tavLst>
                                        <p:tav tm="0">
                                          <p:val>
                                            <p:strVal val="#ppt_x"/>
                                          </p:val>
                                        </p:tav>
                                        <p:tav tm="100000">
                                          <p:val>
                                            <p:strVal val="#ppt_x"/>
                                          </p:val>
                                        </p:tav>
                                      </p:tavLst>
                                    </p:anim>
                                    <p:anim calcmode="lin" valueType="num">
                                      <p:cBhvr additive="base">
                                        <p:cTn id="21" dur="750" fill="hold"/>
                                        <p:tgtEl>
                                          <p:spTgt spid="11"/>
                                        </p:tgtEl>
                                        <p:attrNameLst>
                                          <p:attrName>ppt_y</p:attrName>
                                        </p:attrNameLst>
                                      </p:cBhvr>
                                      <p:tavLst>
                                        <p:tav tm="0">
                                          <p:val>
                                            <p:strVal val="0-#ppt_h/2"/>
                                          </p:val>
                                        </p:tav>
                                        <p:tav tm="100000">
                                          <p:val>
                                            <p:strVal val="#ppt_y"/>
                                          </p:val>
                                        </p:tav>
                                      </p:tavLst>
                                    </p:anim>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39"/>
                                        </p:tgtEl>
                                        <p:attrNameLst>
                                          <p:attrName>style.visibility</p:attrName>
                                        </p:attrNameLst>
                                      </p:cBhvr>
                                      <p:to>
                                        <p:strVal val="visible"/>
                                      </p:to>
                                    </p:set>
                                    <p:animEffect transition="in" filter="fade">
                                      <p:cBhvr>
                                        <p:cTn id="25" dur="500"/>
                                        <p:tgtEl>
                                          <p:spTgt spid="39"/>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fade">
                                      <p:cBhvr>
                                        <p:cTn id="29" dur="500"/>
                                        <p:tgtEl>
                                          <p:spTgt spid="33"/>
                                        </p:tgtEl>
                                      </p:cBhvr>
                                    </p:animEffect>
                                  </p:childTnLst>
                                </p:cTn>
                              </p:par>
                              <p:par>
                                <p:cTn id="30" presetID="10" presetClass="entr" presetSubtype="0" fill="hold" grpId="0" nodeType="withEffect">
                                  <p:stCondLst>
                                    <p:cond delay="25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grpId="0" nodeType="withEffect">
                                  <p:stCondLst>
                                    <p:cond delay="75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par>
                          <p:cTn id="39" fill="hold">
                            <p:stCondLst>
                              <p:cond delay="3750"/>
                            </p:stCondLst>
                            <p:childTnLst>
                              <p:par>
                                <p:cTn id="40" presetID="2" presetClass="entr" presetSubtype="1" decel="4200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750" fill="hold"/>
                                        <p:tgtEl>
                                          <p:spTgt spid="19"/>
                                        </p:tgtEl>
                                        <p:attrNameLst>
                                          <p:attrName>ppt_x</p:attrName>
                                        </p:attrNameLst>
                                      </p:cBhvr>
                                      <p:tavLst>
                                        <p:tav tm="0">
                                          <p:val>
                                            <p:strVal val="#ppt_x"/>
                                          </p:val>
                                        </p:tav>
                                        <p:tav tm="100000">
                                          <p:val>
                                            <p:strVal val="#ppt_x"/>
                                          </p:val>
                                        </p:tav>
                                      </p:tavLst>
                                    </p:anim>
                                    <p:anim calcmode="lin" valueType="num">
                                      <p:cBhvr additive="base">
                                        <p:cTn id="43" dur="750" fill="hold"/>
                                        <p:tgtEl>
                                          <p:spTgt spid="19"/>
                                        </p:tgtEl>
                                        <p:attrNameLst>
                                          <p:attrName>ppt_y</p:attrName>
                                        </p:attrNameLst>
                                      </p:cBhvr>
                                      <p:tavLst>
                                        <p:tav tm="0">
                                          <p:val>
                                            <p:strVal val="0-#ppt_h/2"/>
                                          </p:val>
                                        </p:tav>
                                        <p:tav tm="100000">
                                          <p:val>
                                            <p:strVal val="#ppt_y"/>
                                          </p:val>
                                        </p:tav>
                                      </p:tavLst>
                                    </p:anim>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25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par>
                                <p:cTn id="55" presetID="10" presetClass="entr" presetSubtype="0" fill="hold" grpId="0" nodeType="withEffect">
                                  <p:stCondLst>
                                    <p:cond delay="500"/>
                                  </p:stCondLst>
                                  <p:childTnLst>
                                    <p:set>
                                      <p:cBhvr>
                                        <p:cTn id="56" dur="1" fill="hold">
                                          <p:stCondLst>
                                            <p:cond delay="0"/>
                                          </p:stCondLst>
                                        </p:cTn>
                                        <p:tgtEl>
                                          <p:spTgt spid="25"/>
                                        </p:tgtEl>
                                        <p:attrNameLst>
                                          <p:attrName>style.visibility</p:attrName>
                                        </p:attrNameLst>
                                      </p:cBhvr>
                                      <p:to>
                                        <p:strVal val="visible"/>
                                      </p:to>
                                    </p:set>
                                    <p:animEffect transition="in" filter="fade">
                                      <p:cBhvr>
                                        <p:cTn id="57" dur="500"/>
                                        <p:tgtEl>
                                          <p:spTgt spid="25"/>
                                        </p:tgtEl>
                                      </p:cBhvr>
                                    </p:animEffect>
                                  </p:childTnLst>
                                </p:cTn>
                              </p:par>
                              <p:par>
                                <p:cTn id="58" presetID="10" presetClass="entr" presetSubtype="0" fill="hold" grpId="0" nodeType="withEffect">
                                  <p:stCondLst>
                                    <p:cond delay="750"/>
                                  </p:stCondLst>
                                  <p:childTnLst>
                                    <p:set>
                                      <p:cBhvr>
                                        <p:cTn id="59" dur="1" fill="hold">
                                          <p:stCondLst>
                                            <p:cond delay="0"/>
                                          </p:stCondLst>
                                        </p:cTn>
                                        <p:tgtEl>
                                          <p:spTgt spid="26"/>
                                        </p:tgtEl>
                                        <p:attrNameLst>
                                          <p:attrName>style.visibility</p:attrName>
                                        </p:attrNameLst>
                                      </p:cBhvr>
                                      <p:to>
                                        <p:strVal val="visible"/>
                                      </p:to>
                                    </p:set>
                                    <p:animEffect transition="in" filter="fade">
                                      <p:cBhvr>
                                        <p:cTn id="60" dur="500"/>
                                        <p:tgtEl>
                                          <p:spTgt spid="26"/>
                                        </p:tgtEl>
                                      </p:cBhvr>
                                    </p:animEffect>
                                  </p:childTnLst>
                                </p:cTn>
                              </p:par>
                            </p:childTnLst>
                          </p:cTn>
                        </p:par>
                        <p:par>
                          <p:cTn id="61" fill="hold">
                            <p:stCondLst>
                              <p:cond delay="6250"/>
                            </p:stCondLst>
                            <p:childTnLst>
                              <p:par>
                                <p:cTn id="62" presetID="2" presetClass="entr" presetSubtype="1" decel="42000" fill="hold" grpId="0" nodeType="afterEffect">
                                  <p:stCondLst>
                                    <p:cond delay="0"/>
                                  </p:stCondLst>
                                  <p:childTnLst>
                                    <p:set>
                                      <p:cBhvr>
                                        <p:cTn id="63" dur="1" fill="hold">
                                          <p:stCondLst>
                                            <p:cond delay="0"/>
                                          </p:stCondLst>
                                        </p:cTn>
                                        <p:tgtEl>
                                          <p:spTgt spid="23"/>
                                        </p:tgtEl>
                                        <p:attrNameLst>
                                          <p:attrName>style.visibility</p:attrName>
                                        </p:attrNameLst>
                                      </p:cBhvr>
                                      <p:to>
                                        <p:strVal val="visible"/>
                                      </p:to>
                                    </p:set>
                                    <p:anim calcmode="lin" valueType="num">
                                      <p:cBhvr additive="base">
                                        <p:cTn id="64" dur="750" fill="hold"/>
                                        <p:tgtEl>
                                          <p:spTgt spid="23"/>
                                        </p:tgtEl>
                                        <p:attrNameLst>
                                          <p:attrName>ppt_x</p:attrName>
                                        </p:attrNameLst>
                                      </p:cBhvr>
                                      <p:tavLst>
                                        <p:tav tm="0">
                                          <p:val>
                                            <p:strVal val="#ppt_x"/>
                                          </p:val>
                                        </p:tav>
                                        <p:tav tm="100000">
                                          <p:val>
                                            <p:strVal val="#ppt_x"/>
                                          </p:val>
                                        </p:tav>
                                      </p:tavLst>
                                    </p:anim>
                                    <p:anim calcmode="lin" valueType="num">
                                      <p:cBhvr additive="base">
                                        <p:cTn id="65" dur="750" fill="hold"/>
                                        <p:tgtEl>
                                          <p:spTgt spid="23"/>
                                        </p:tgtEl>
                                        <p:attrNameLst>
                                          <p:attrName>ppt_y</p:attrName>
                                        </p:attrNameLst>
                                      </p:cBhvr>
                                      <p:tavLst>
                                        <p:tav tm="0">
                                          <p:val>
                                            <p:strVal val="0-#ppt_h/2"/>
                                          </p:val>
                                        </p:tav>
                                        <p:tav tm="100000">
                                          <p:val>
                                            <p:strVal val="#ppt_y"/>
                                          </p:val>
                                        </p:tav>
                                      </p:tavLst>
                                    </p:anim>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fade">
                                      <p:cBhvr>
                                        <p:cTn id="69" dur="500"/>
                                        <p:tgtEl>
                                          <p:spTgt spid="41"/>
                                        </p:tgtEl>
                                      </p:cBhvr>
                                    </p:animEffect>
                                  </p:childTnLst>
                                </p:cTn>
                              </p:par>
                            </p:childTnLst>
                          </p:cTn>
                        </p:par>
                        <p:par>
                          <p:cTn id="70" fill="hold">
                            <p:stCondLst>
                              <p:cond delay="7500"/>
                            </p:stCondLst>
                            <p:childTnLst>
                              <p:par>
                                <p:cTn id="71" presetID="10" presetClass="entr" presetSubtype="0" fill="hold"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250"/>
                                  </p:stCondLst>
                                  <p:childTnLst>
                                    <p:set>
                                      <p:cBhvr>
                                        <p:cTn id="75" dur="1" fill="hold">
                                          <p:stCondLst>
                                            <p:cond delay="0"/>
                                          </p:stCondLst>
                                        </p:cTn>
                                        <p:tgtEl>
                                          <p:spTgt spid="16"/>
                                        </p:tgtEl>
                                        <p:attrNameLst>
                                          <p:attrName>style.visibility</p:attrName>
                                        </p:attrNameLst>
                                      </p:cBhvr>
                                      <p:to>
                                        <p:strVal val="visible"/>
                                      </p:to>
                                    </p:set>
                                    <p:animEffect transition="in" filter="fade">
                                      <p:cBhvr>
                                        <p:cTn id="76" dur="500"/>
                                        <p:tgtEl>
                                          <p:spTgt spid="16"/>
                                        </p:tgtEl>
                                      </p:cBhvr>
                                    </p:animEffect>
                                  </p:childTnLst>
                                </p:cTn>
                              </p:par>
                              <p:par>
                                <p:cTn id="77" presetID="10" presetClass="entr" presetSubtype="0" fill="hold" grpId="0" nodeType="withEffect">
                                  <p:stCondLst>
                                    <p:cond delay="500"/>
                                  </p:stCondLst>
                                  <p:childTnLst>
                                    <p:set>
                                      <p:cBhvr>
                                        <p:cTn id="78" dur="1" fill="hold">
                                          <p:stCondLst>
                                            <p:cond delay="0"/>
                                          </p:stCondLst>
                                        </p:cTn>
                                        <p:tgtEl>
                                          <p:spTgt spid="17"/>
                                        </p:tgtEl>
                                        <p:attrNameLst>
                                          <p:attrName>style.visibility</p:attrName>
                                        </p:attrNameLst>
                                      </p:cBhvr>
                                      <p:to>
                                        <p:strVal val="visible"/>
                                      </p:to>
                                    </p:set>
                                    <p:animEffect transition="in" filter="fade">
                                      <p:cBhvr>
                                        <p:cTn id="79" dur="500"/>
                                        <p:tgtEl>
                                          <p:spTgt spid="17"/>
                                        </p:tgtEl>
                                      </p:cBhvr>
                                    </p:animEffect>
                                  </p:childTnLst>
                                </p:cTn>
                              </p:par>
                              <p:par>
                                <p:cTn id="80" presetID="10" presetClass="entr" presetSubtype="0" fill="hold" grpId="0" nodeType="withEffect">
                                  <p:stCondLst>
                                    <p:cond delay="750"/>
                                  </p:stCondLst>
                                  <p:childTnLst>
                                    <p:set>
                                      <p:cBhvr>
                                        <p:cTn id="81" dur="1" fill="hold">
                                          <p:stCondLst>
                                            <p:cond delay="0"/>
                                          </p:stCondLst>
                                        </p:cTn>
                                        <p:tgtEl>
                                          <p:spTgt spid="18"/>
                                        </p:tgtEl>
                                        <p:attrNameLst>
                                          <p:attrName>style.visibility</p:attrName>
                                        </p:attrNameLst>
                                      </p:cBhvr>
                                      <p:to>
                                        <p:strVal val="visible"/>
                                      </p:to>
                                    </p:set>
                                    <p:animEffect transition="in" filter="fade">
                                      <p:cBhvr>
                                        <p:cTn id="82" dur="500"/>
                                        <p:tgtEl>
                                          <p:spTgt spid="18"/>
                                        </p:tgtEl>
                                      </p:cBhvr>
                                    </p:animEffect>
                                  </p:childTnLst>
                                </p:cTn>
                              </p:par>
                            </p:childTnLst>
                          </p:cTn>
                        </p:par>
                        <p:par>
                          <p:cTn id="83" fill="hold">
                            <p:stCondLst>
                              <p:cond delay="8750"/>
                            </p:stCondLst>
                            <p:childTnLst>
                              <p:par>
                                <p:cTn id="84" presetID="2" presetClass="entr" presetSubtype="1" decel="42000" fill="hold" grpId="0" nodeType="after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additive="base">
                                        <p:cTn id="86" dur="750" fill="hold"/>
                                        <p:tgtEl>
                                          <p:spTgt spid="15"/>
                                        </p:tgtEl>
                                        <p:attrNameLst>
                                          <p:attrName>ppt_x</p:attrName>
                                        </p:attrNameLst>
                                      </p:cBhvr>
                                      <p:tavLst>
                                        <p:tav tm="0">
                                          <p:val>
                                            <p:strVal val="#ppt_x"/>
                                          </p:val>
                                        </p:tav>
                                        <p:tav tm="100000">
                                          <p:val>
                                            <p:strVal val="#ppt_x"/>
                                          </p:val>
                                        </p:tav>
                                      </p:tavLst>
                                    </p:anim>
                                    <p:anim calcmode="lin" valueType="num">
                                      <p:cBhvr additive="base">
                                        <p:cTn id="87" dur="750" fill="hold"/>
                                        <p:tgtEl>
                                          <p:spTgt spid="15"/>
                                        </p:tgtEl>
                                        <p:attrNameLst>
                                          <p:attrName>ppt_y</p:attrName>
                                        </p:attrNameLst>
                                      </p:cBhvr>
                                      <p:tavLst>
                                        <p:tav tm="0">
                                          <p:val>
                                            <p:strVal val="0-#ppt_h/2"/>
                                          </p:val>
                                        </p:tav>
                                        <p:tav tm="100000">
                                          <p:val>
                                            <p:strVal val="#ppt_y"/>
                                          </p:val>
                                        </p:tav>
                                      </p:tavLst>
                                    </p:anim>
                                  </p:childTnLst>
                                </p:cTn>
                              </p:par>
                            </p:childTnLst>
                          </p:cTn>
                        </p:par>
                        <p:par>
                          <p:cTn id="88" fill="hold">
                            <p:stCondLst>
                              <p:cond delay="9500"/>
                            </p:stCondLst>
                            <p:childTnLst>
                              <p:par>
                                <p:cTn id="89" presetID="10" presetClass="entr" presetSubtype="0" fill="hold" grpId="0" nodeType="afterEffect">
                                  <p:stCondLst>
                                    <p:cond delay="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39" grpId="0"/>
      <p:bldP spid="40" grpId="0"/>
      <p:bldP spid="41" grpId="0"/>
      <p:bldP spid="42"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p:cNvGrpSpPr/>
          <p:nvPr/>
        </p:nvGrpSpPr>
        <p:grpSpPr>
          <a:xfrm>
            <a:off x="4180821" y="2183509"/>
            <a:ext cx="1518607" cy="1496248"/>
            <a:chOff x="4025900" y="2024063"/>
            <a:chExt cx="1401763" cy="1381125"/>
          </a:xfrm>
          <a:solidFill>
            <a:srgbClr val="247CAE"/>
          </a:solidFill>
        </p:grpSpPr>
        <p:sp>
          <p:nvSpPr>
            <p:cNvPr id="12" name="Freeform 12"/>
            <p:cNvSpPr>
              <a:spLocks/>
            </p:cNvSpPr>
            <p:nvPr/>
          </p:nvSpPr>
          <p:spPr bwMode="auto">
            <a:xfrm>
              <a:off x="4025900" y="2024063"/>
              <a:ext cx="1401763" cy="1381125"/>
            </a:xfrm>
            <a:custGeom>
              <a:avLst/>
              <a:gdLst>
                <a:gd name="T0" fmla="*/ 145 w 469"/>
                <a:gd name="T1" fmla="*/ 291 h 463"/>
                <a:gd name="T2" fmla="*/ 39 w 469"/>
                <a:gd name="T3" fmla="*/ 297 h 463"/>
                <a:gd name="T4" fmla="*/ 14 w 469"/>
                <a:gd name="T5" fmla="*/ 293 h 463"/>
                <a:gd name="T6" fmla="*/ 11 w 469"/>
                <a:gd name="T7" fmla="*/ 266 h 463"/>
                <a:gd name="T8" fmla="*/ 35 w 469"/>
                <a:gd name="T9" fmla="*/ 255 h 463"/>
                <a:gd name="T10" fmla="*/ 121 w 469"/>
                <a:gd name="T11" fmla="*/ 229 h 463"/>
                <a:gd name="T12" fmla="*/ 246 w 469"/>
                <a:gd name="T13" fmla="*/ 99 h 463"/>
                <a:gd name="T14" fmla="*/ 261 w 469"/>
                <a:gd name="T15" fmla="*/ 43 h 463"/>
                <a:gd name="T16" fmla="*/ 274 w 469"/>
                <a:gd name="T17" fmla="*/ 10 h 463"/>
                <a:gd name="T18" fmla="*/ 294 w 469"/>
                <a:gd name="T19" fmla="*/ 1 h 463"/>
                <a:gd name="T20" fmla="*/ 309 w 469"/>
                <a:gd name="T21" fmla="*/ 17 h 463"/>
                <a:gd name="T22" fmla="*/ 312 w 469"/>
                <a:gd name="T23" fmla="*/ 50 h 463"/>
                <a:gd name="T24" fmla="*/ 310 w 469"/>
                <a:gd name="T25" fmla="*/ 134 h 463"/>
                <a:gd name="T26" fmla="*/ 367 w 469"/>
                <a:gd name="T27" fmla="*/ 242 h 463"/>
                <a:gd name="T28" fmla="*/ 441 w 469"/>
                <a:gd name="T29" fmla="*/ 323 h 463"/>
                <a:gd name="T30" fmla="*/ 466 w 469"/>
                <a:gd name="T31" fmla="*/ 366 h 463"/>
                <a:gd name="T32" fmla="*/ 459 w 469"/>
                <a:gd name="T33" fmla="*/ 392 h 463"/>
                <a:gd name="T34" fmla="*/ 437 w 469"/>
                <a:gd name="T35" fmla="*/ 386 h 463"/>
                <a:gd name="T36" fmla="*/ 400 w 469"/>
                <a:gd name="T37" fmla="*/ 353 h 463"/>
                <a:gd name="T38" fmla="*/ 369 w 469"/>
                <a:gd name="T39" fmla="*/ 332 h 463"/>
                <a:gd name="T40" fmla="*/ 346 w 469"/>
                <a:gd name="T41" fmla="*/ 333 h 463"/>
                <a:gd name="T42" fmla="*/ 349 w 469"/>
                <a:gd name="T43" fmla="*/ 355 h 463"/>
                <a:gd name="T44" fmla="*/ 387 w 469"/>
                <a:gd name="T45" fmla="*/ 411 h 463"/>
                <a:gd name="T46" fmla="*/ 396 w 469"/>
                <a:gd name="T47" fmla="*/ 448 h 463"/>
                <a:gd name="T48" fmla="*/ 354 w 469"/>
                <a:gd name="T49" fmla="*/ 444 h 463"/>
                <a:gd name="T50" fmla="*/ 254 w 469"/>
                <a:gd name="T51" fmla="*/ 348 h 463"/>
                <a:gd name="T52" fmla="*/ 145 w 469"/>
                <a:gd name="T53" fmla="*/ 29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9" h="463">
                  <a:moveTo>
                    <a:pt x="145" y="291"/>
                  </a:moveTo>
                  <a:cubicBezTo>
                    <a:pt x="100" y="294"/>
                    <a:pt x="69" y="296"/>
                    <a:pt x="39" y="297"/>
                  </a:cubicBezTo>
                  <a:cubicBezTo>
                    <a:pt x="30" y="297"/>
                    <a:pt x="21" y="296"/>
                    <a:pt x="14" y="293"/>
                  </a:cubicBezTo>
                  <a:cubicBezTo>
                    <a:pt x="1" y="287"/>
                    <a:pt x="0" y="274"/>
                    <a:pt x="11" y="266"/>
                  </a:cubicBezTo>
                  <a:cubicBezTo>
                    <a:pt x="18" y="261"/>
                    <a:pt x="27" y="258"/>
                    <a:pt x="35" y="255"/>
                  </a:cubicBezTo>
                  <a:cubicBezTo>
                    <a:pt x="63" y="246"/>
                    <a:pt x="92" y="238"/>
                    <a:pt x="121" y="229"/>
                  </a:cubicBezTo>
                  <a:cubicBezTo>
                    <a:pt x="186" y="208"/>
                    <a:pt x="225" y="163"/>
                    <a:pt x="246" y="99"/>
                  </a:cubicBezTo>
                  <a:cubicBezTo>
                    <a:pt x="252" y="81"/>
                    <a:pt x="256" y="62"/>
                    <a:pt x="261" y="43"/>
                  </a:cubicBezTo>
                  <a:cubicBezTo>
                    <a:pt x="265" y="32"/>
                    <a:pt x="268" y="20"/>
                    <a:pt x="274" y="10"/>
                  </a:cubicBezTo>
                  <a:cubicBezTo>
                    <a:pt x="278" y="5"/>
                    <a:pt x="288" y="0"/>
                    <a:pt x="294" y="1"/>
                  </a:cubicBezTo>
                  <a:cubicBezTo>
                    <a:pt x="300" y="2"/>
                    <a:pt x="307" y="10"/>
                    <a:pt x="309" y="17"/>
                  </a:cubicBezTo>
                  <a:cubicBezTo>
                    <a:pt x="312" y="27"/>
                    <a:pt x="312" y="39"/>
                    <a:pt x="312" y="50"/>
                  </a:cubicBezTo>
                  <a:cubicBezTo>
                    <a:pt x="312" y="78"/>
                    <a:pt x="311" y="106"/>
                    <a:pt x="310" y="134"/>
                  </a:cubicBezTo>
                  <a:cubicBezTo>
                    <a:pt x="309" y="181"/>
                    <a:pt x="338" y="211"/>
                    <a:pt x="367" y="242"/>
                  </a:cubicBezTo>
                  <a:cubicBezTo>
                    <a:pt x="392" y="269"/>
                    <a:pt x="418" y="295"/>
                    <a:pt x="441" y="323"/>
                  </a:cubicBezTo>
                  <a:cubicBezTo>
                    <a:pt x="452" y="335"/>
                    <a:pt x="460" y="350"/>
                    <a:pt x="466" y="366"/>
                  </a:cubicBezTo>
                  <a:cubicBezTo>
                    <a:pt x="469" y="373"/>
                    <a:pt x="464" y="385"/>
                    <a:pt x="459" y="392"/>
                  </a:cubicBezTo>
                  <a:cubicBezTo>
                    <a:pt x="457" y="394"/>
                    <a:pt x="443" y="391"/>
                    <a:pt x="437" y="386"/>
                  </a:cubicBezTo>
                  <a:cubicBezTo>
                    <a:pt x="424" y="376"/>
                    <a:pt x="413" y="364"/>
                    <a:pt x="400" y="353"/>
                  </a:cubicBezTo>
                  <a:cubicBezTo>
                    <a:pt x="390" y="345"/>
                    <a:pt x="380" y="337"/>
                    <a:pt x="369" y="332"/>
                  </a:cubicBezTo>
                  <a:cubicBezTo>
                    <a:pt x="363" y="329"/>
                    <a:pt x="354" y="332"/>
                    <a:pt x="346" y="333"/>
                  </a:cubicBezTo>
                  <a:cubicBezTo>
                    <a:pt x="347" y="340"/>
                    <a:pt x="345" y="349"/>
                    <a:pt x="349" y="355"/>
                  </a:cubicBezTo>
                  <a:cubicBezTo>
                    <a:pt x="361" y="374"/>
                    <a:pt x="375" y="392"/>
                    <a:pt x="387" y="411"/>
                  </a:cubicBezTo>
                  <a:cubicBezTo>
                    <a:pt x="395" y="422"/>
                    <a:pt x="408" y="434"/>
                    <a:pt x="396" y="448"/>
                  </a:cubicBezTo>
                  <a:cubicBezTo>
                    <a:pt x="382" y="463"/>
                    <a:pt x="366" y="454"/>
                    <a:pt x="354" y="444"/>
                  </a:cubicBezTo>
                  <a:cubicBezTo>
                    <a:pt x="320" y="413"/>
                    <a:pt x="284" y="383"/>
                    <a:pt x="254" y="348"/>
                  </a:cubicBezTo>
                  <a:cubicBezTo>
                    <a:pt x="220" y="309"/>
                    <a:pt x="183" y="287"/>
                    <a:pt x="145" y="2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Freeform 16"/>
            <p:cNvSpPr>
              <a:spLocks/>
            </p:cNvSpPr>
            <p:nvPr/>
          </p:nvSpPr>
          <p:spPr bwMode="auto">
            <a:xfrm>
              <a:off x="4346575" y="2268538"/>
              <a:ext cx="292100" cy="295275"/>
            </a:xfrm>
            <a:custGeom>
              <a:avLst/>
              <a:gdLst>
                <a:gd name="T0" fmla="*/ 58 w 98"/>
                <a:gd name="T1" fmla="*/ 99 h 99"/>
                <a:gd name="T2" fmla="*/ 0 w 98"/>
                <a:gd name="T3" fmla="*/ 47 h 99"/>
                <a:gd name="T4" fmla="*/ 40 w 98"/>
                <a:gd name="T5" fmla="*/ 1 h 99"/>
                <a:gd name="T6" fmla="*/ 98 w 98"/>
                <a:gd name="T7" fmla="*/ 58 h 99"/>
                <a:gd name="T8" fmla="*/ 58 w 98"/>
                <a:gd name="T9" fmla="*/ 99 h 99"/>
              </a:gdLst>
              <a:ahLst/>
              <a:cxnLst>
                <a:cxn ang="0">
                  <a:pos x="T0" y="T1"/>
                </a:cxn>
                <a:cxn ang="0">
                  <a:pos x="T2" y="T3"/>
                </a:cxn>
                <a:cxn ang="0">
                  <a:pos x="T4" y="T5"/>
                </a:cxn>
                <a:cxn ang="0">
                  <a:pos x="T6" y="T7"/>
                </a:cxn>
                <a:cxn ang="0">
                  <a:pos x="T8" y="T9"/>
                </a:cxn>
              </a:cxnLst>
              <a:rect l="0" t="0" r="r" b="b"/>
              <a:pathLst>
                <a:path w="98" h="99">
                  <a:moveTo>
                    <a:pt x="58" y="99"/>
                  </a:moveTo>
                  <a:cubicBezTo>
                    <a:pt x="28" y="99"/>
                    <a:pt x="0" y="74"/>
                    <a:pt x="0" y="47"/>
                  </a:cubicBezTo>
                  <a:cubicBezTo>
                    <a:pt x="0" y="22"/>
                    <a:pt x="18" y="1"/>
                    <a:pt x="40" y="1"/>
                  </a:cubicBezTo>
                  <a:cubicBezTo>
                    <a:pt x="69" y="0"/>
                    <a:pt x="98" y="29"/>
                    <a:pt x="98" y="58"/>
                  </a:cubicBezTo>
                  <a:cubicBezTo>
                    <a:pt x="98" y="82"/>
                    <a:pt x="82" y="99"/>
                    <a:pt x="58" y="9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14" name="组合 13"/>
          <p:cNvGrpSpPr/>
          <p:nvPr/>
        </p:nvGrpSpPr>
        <p:grpSpPr>
          <a:xfrm>
            <a:off x="7150960" y="2186948"/>
            <a:ext cx="1458413" cy="1503129"/>
            <a:chOff x="6767513" y="2027238"/>
            <a:chExt cx="1346200" cy="1387475"/>
          </a:xfrm>
          <a:solidFill>
            <a:srgbClr val="5ABCD2"/>
          </a:solidFill>
        </p:grpSpPr>
        <p:sp>
          <p:nvSpPr>
            <p:cNvPr id="15" name="Freeform 13"/>
            <p:cNvSpPr>
              <a:spLocks/>
            </p:cNvSpPr>
            <p:nvPr/>
          </p:nvSpPr>
          <p:spPr bwMode="auto">
            <a:xfrm>
              <a:off x="6767513" y="2027238"/>
              <a:ext cx="1346200" cy="1387475"/>
            </a:xfrm>
            <a:custGeom>
              <a:avLst/>
              <a:gdLst>
                <a:gd name="T0" fmla="*/ 371 w 451"/>
                <a:gd name="T1" fmla="*/ 303 h 465"/>
                <a:gd name="T2" fmla="*/ 335 w 451"/>
                <a:gd name="T3" fmla="*/ 303 h 465"/>
                <a:gd name="T4" fmla="*/ 229 w 451"/>
                <a:gd name="T5" fmla="*/ 346 h 465"/>
                <a:gd name="T6" fmla="*/ 136 w 451"/>
                <a:gd name="T7" fmla="*/ 434 h 465"/>
                <a:gd name="T8" fmla="*/ 90 w 451"/>
                <a:gd name="T9" fmla="*/ 462 h 465"/>
                <a:gd name="T10" fmla="*/ 63 w 451"/>
                <a:gd name="T11" fmla="*/ 458 h 465"/>
                <a:gd name="T12" fmla="*/ 70 w 451"/>
                <a:gd name="T13" fmla="*/ 433 h 465"/>
                <a:gd name="T14" fmla="*/ 107 w 451"/>
                <a:gd name="T15" fmla="*/ 391 h 465"/>
                <a:gd name="T16" fmla="*/ 112 w 451"/>
                <a:gd name="T17" fmla="*/ 385 h 465"/>
                <a:gd name="T18" fmla="*/ 120 w 451"/>
                <a:gd name="T19" fmla="*/ 344 h 465"/>
                <a:gd name="T20" fmla="*/ 85 w 451"/>
                <a:gd name="T21" fmla="*/ 354 h 465"/>
                <a:gd name="T22" fmla="*/ 33 w 451"/>
                <a:gd name="T23" fmla="*/ 391 h 465"/>
                <a:gd name="T24" fmla="*/ 8 w 451"/>
                <a:gd name="T25" fmla="*/ 394 h 465"/>
                <a:gd name="T26" fmla="*/ 3 w 451"/>
                <a:gd name="T27" fmla="*/ 365 h 465"/>
                <a:gd name="T28" fmla="*/ 38 w 451"/>
                <a:gd name="T29" fmla="*/ 317 h 465"/>
                <a:gd name="T30" fmla="*/ 114 w 451"/>
                <a:gd name="T31" fmla="*/ 243 h 465"/>
                <a:gd name="T32" fmla="*/ 159 w 451"/>
                <a:gd name="T33" fmla="*/ 108 h 465"/>
                <a:gd name="T34" fmla="*/ 153 w 451"/>
                <a:gd name="T35" fmla="*/ 38 h 465"/>
                <a:gd name="T36" fmla="*/ 155 w 451"/>
                <a:gd name="T37" fmla="*/ 17 h 465"/>
                <a:gd name="T38" fmla="*/ 170 w 451"/>
                <a:gd name="T39" fmla="*/ 1 h 465"/>
                <a:gd name="T40" fmla="*/ 186 w 451"/>
                <a:gd name="T41" fmla="*/ 14 h 465"/>
                <a:gd name="T42" fmla="*/ 207 w 451"/>
                <a:gd name="T43" fmla="*/ 74 h 465"/>
                <a:gd name="T44" fmla="*/ 401 w 451"/>
                <a:gd name="T45" fmla="*/ 254 h 465"/>
                <a:gd name="T46" fmla="*/ 439 w 451"/>
                <a:gd name="T47" fmla="*/ 267 h 465"/>
                <a:gd name="T48" fmla="*/ 451 w 451"/>
                <a:gd name="T49" fmla="*/ 288 h 465"/>
                <a:gd name="T50" fmla="*/ 432 w 451"/>
                <a:gd name="T51" fmla="*/ 303 h 465"/>
                <a:gd name="T52" fmla="*/ 371 w 451"/>
                <a:gd name="T53" fmla="*/ 30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1" h="465">
                  <a:moveTo>
                    <a:pt x="371" y="303"/>
                  </a:moveTo>
                  <a:cubicBezTo>
                    <a:pt x="359" y="303"/>
                    <a:pt x="347" y="304"/>
                    <a:pt x="335" y="303"/>
                  </a:cubicBezTo>
                  <a:cubicBezTo>
                    <a:pt x="293" y="302"/>
                    <a:pt x="258" y="317"/>
                    <a:pt x="229" y="346"/>
                  </a:cubicBezTo>
                  <a:cubicBezTo>
                    <a:pt x="198" y="376"/>
                    <a:pt x="168" y="406"/>
                    <a:pt x="136" y="434"/>
                  </a:cubicBezTo>
                  <a:cubicBezTo>
                    <a:pt x="123" y="446"/>
                    <a:pt x="107" y="455"/>
                    <a:pt x="90" y="462"/>
                  </a:cubicBezTo>
                  <a:cubicBezTo>
                    <a:pt x="83" y="465"/>
                    <a:pt x="72" y="460"/>
                    <a:pt x="63" y="458"/>
                  </a:cubicBezTo>
                  <a:cubicBezTo>
                    <a:pt x="65" y="450"/>
                    <a:pt x="65" y="440"/>
                    <a:pt x="70" y="433"/>
                  </a:cubicBezTo>
                  <a:cubicBezTo>
                    <a:pt x="81" y="418"/>
                    <a:pt x="94" y="405"/>
                    <a:pt x="107" y="391"/>
                  </a:cubicBezTo>
                  <a:cubicBezTo>
                    <a:pt x="108" y="389"/>
                    <a:pt x="110" y="387"/>
                    <a:pt x="112" y="385"/>
                  </a:cubicBezTo>
                  <a:cubicBezTo>
                    <a:pt x="120" y="372"/>
                    <a:pt x="133" y="357"/>
                    <a:pt x="120" y="344"/>
                  </a:cubicBezTo>
                  <a:cubicBezTo>
                    <a:pt x="107" y="332"/>
                    <a:pt x="95" y="347"/>
                    <a:pt x="85" y="354"/>
                  </a:cubicBezTo>
                  <a:cubicBezTo>
                    <a:pt x="67" y="366"/>
                    <a:pt x="51" y="380"/>
                    <a:pt x="33" y="391"/>
                  </a:cubicBezTo>
                  <a:cubicBezTo>
                    <a:pt x="26" y="395"/>
                    <a:pt x="10" y="397"/>
                    <a:pt x="8" y="394"/>
                  </a:cubicBezTo>
                  <a:cubicBezTo>
                    <a:pt x="3" y="386"/>
                    <a:pt x="0" y="373"/>
                    <a:pt x="3" y="365"/>
                  </a:cubicBezTo>
                  <a:cubicBezTo>
                    <a:pt x="12" y="348"/>
                    <a:pt x="24" y="331"/>
                    <a:pt x="38" y="317"/>
                  </a:cubicBezTo>
                  <a:cubicBezTo>
                    <a:pt x="62" y="291"/>
                    <a:pt x="86" y="265"/>
                    <a:pt x="114" y="243"/>
                  </a:cubicBezTo>
                  <a:cubicBezTo>
                    <a:pt x="159" y="207"/>
                    <a:pt x="164" y="160"/>
                    <a:pt x="159" y="108"/>
                  </a:cubicBezTo>
                  <a:cubicBezTo>
                    <a:pt x="156" y="85"/>
                    <a:pt x="154" y="62"/>
                    <a:pt x="153" y="38"/>
                  </a:cubicBezTo>
                  <a:cubicBezTo>
                    <a:pt x="152" y="31"/>
                    <a:pt x="152" y="23"/>
                    <a:pt x="155" y="17"/>
                  </a:cubicBezTo>
                  <a:cubicBezTo>
                    <a:pt x="158" y="10"/>
                    <a:pt x="164" y="3"/>
                    <a:pt x="170" y="1"/>
                  </a:cubicBezTo>
                  <a:cubicBezTo>
                    <a:pt x="174" y="0"/>
                    <a:pt x="183" y="8"/>
                    <a:pt x="186" y="14"/>
                  </a:cubicBezTo>
                  <a:cubicBezTo>
                    <a:pt x="194" y="33"/>
                    <a:pt x="202" y="53"/>
                    <a:pt x="207" y="74"/>
                  </a:cubicBezTo>
                  <a:cubicBezTo>
                    <a:pt x="230" y="180"/>
                    <a:pt x="298" y="235"/>
                    <a:pt x="401" y="254"/>
                  </a:cubicBezTo>
                  <a:cubicBezTo>
                    <a:pt x="414" y="256"/>
                    <a:pt x="428" y="260"/>
                    <a:pt x="439" y="267"/>
                  </a:cubicBezTo>
                  <a:cubicBezTo>
                    <a:pt x="445" y="270"/>
                    <a:pt x="451" y="281"/>
                    <a:pt x="451" y="288"/>
                  </a:cubicBezTo>
                  <a:cubicBezTo>
                    <a:pt x="450" y="294"/>
                    <a:pt x="439" y="302"/>
                    <a:pt x="432" y="303"/>
                  </a:cubicBezTo>
                  <a:cubicBezTo>
                    <a:pt x="412" y="305"/>
                    <a:pt x="391" y="303"/>
                    <a:pt x="371" y="3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17"/>
            <p:cNvSpPr>
              <a:spLocks/>
            </p:cNvSpPr>
            <p:nvPr/>
          </p:nvSpPr>
          <p:spPr bwMode="auto">
            <a:xfrm>
              <a:off x="7578725" y="2332038"/>
              <a:ext cx="290513" cy="292100"/>
            </a:xfrm>
            <a:custGeom>
              <a:avLst/>
              <a:gdLst>
                <a:gd name="T0" fmla="*/ 0 w 97"/>
                <a:gd name="T1" fmla="*/ 56 h 98"/>
                <a:gd name="T2" fmla="*/ 50 w 97"/>
                <a:gd name="T3" fmla="*/ 1 h 98"/>
                <a:gd name="T4" fmla="*/ 97 w 97"/>
                <a:gd name="T5" fmla="*/ 41 h 98"/>
                <a:gd name="T6" fmla="*/ 38 w 97"/>
                <a:gd name="T7" fmla="*/ 97 h 98"/>
                <a:gd name="T8" fmla="*/ 0 w 97"/>
                <a:gd name="T9" fmla="*/ 56 h 98"/>
              </a:gdLst>
              <a:ahLst/>
              <a:cxnLst>
                <a:cxn ang="0">
                  <a:pos x="T0" y="T1"/>
                </a:cxn>
                <a:cxn ang="0">
                  <a:pos x="T2" y="T3"/>
                </a:cxn>
                <a:cxn ang="0">
                  <a:pos x="T4" y="T5"/>
                </a:cxn>
                <a:cxn ang="0">
                  <a:pos x="T6" y="T7"/>
                </a:cxn>
                <a:cxn ang="0">
                  <a:pos x="T8" y="T9"/>
                </a:cxn>
              </a:cxnLst>
              <a:rect l="0" t="0" r="r" b="b"/>
              <a:pathLst>
                <a:path w="97" h="98">
                  <a:moveTo>
                    <a:pt x="0" y="56"/>
                  </a:moveTo>
                  <a:cubicBezTo>
                    <a:pt x="0" y="25"/>
                    <a:pt x="23" y="0"/>
                    <a:pt x="50" y="1"/>
                  </a:cubicBezTo>
                  <a:cubicBezTo>
                    <a:pt x="76" y="1"/>
                    <a:pt x="97" y="20"/>
                    <a:pt x="97" y="41"/>
                  </a:cubicBezTo>
                  <a:cubicBezTo>
                    <a:pt x="96" y="68"/>
                    <a:pt x="65" y="98"/>
                    <a:pt x="38" y="97"/>
                  </a:cubicBezTo>
                  <a:cubicBezTo>
                    <a:pt x="14" y="97"/>
                    <a:pt x="0" y="82"/>
                    <a:pt x="0" y="5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17" name="组合 16"/>
          <p:cNvGrpSpPr/>
          <p:nvPr/>
        </p:nvGrpSpPr>
        <p:grpSpPr>
          <a:xfrm>
            <a:off x="7152679" y="5064219"/>
            <a:ext cx="1499689" cy="1494529"/>
            <a:chOff x="6769100" y="4683126"/>
            <a:chExt cx="1384300" cy="1379538"/>
          </a:xfrm>
          <a:solidFill>
            <a:srgbClr val="247CAE"/>
          </a:solidFill>
        </p:grpSpPr>
        <p:sp>
          <p:nvSpPr>
            <p:cNvPr id="18" name="Freeform 14"/>
            <p:cNvSpPr>
              <a:spLocks/>
            </p:cNvSpPr>
            <p:nvPr/>
          </p:nvSpPr>
          <p:spPr bwMode="auto">
            <a:xfrm>
              <a:off x="6769100" y="4683126"/>
              <a:ext cx="1384300" cy="1379538"/>
            </a:xfrm>
            <a:custGeom>
              <a:avLst/>
              <a:gdLst>
                <a:gd name="T0" fmla="*/ 159 w 463"/>
                <a:gd name="T1" fmla="*/ 374 h 462"/>
                <a:gd name="T2" fmla="*/ 160 w 463"/>
                <a:gd name="T3" fmla="*/ 354 h 462"/>
                <a:gd name="T4" fmla="*/ 108 w 463"/>
                <a:gd name="T5" fmla="*/ 224 h 462"/>
                <a:gd name="T6" fmla="*/ 22 w 463"/>
                <a:gd name="T7" fmla="*/ 129 h 462"/>
                <a:gd name="T8" fmla="*/ 2 w 463"/>
                <a:gd name="T9" fmla="*/ 91 h 462"/>
                <a:gd name="T10" fmla="*/ 10 w 463"/>
                <a:gd name="T11" fmla="*/ 68 h 462"/>
                <a:gd name="T12" fmla="*/ 29 w 463"/>
                <a:gd name="T13" fmla="*/ 73 h 462"/>
                <a:gd name="T14" fmla="*/ 69 w 463"/>
                <a:gd name="T15" fmla="*/ 108 h 462"/>
                <a:gd name="T16" fmla="*/ 104 w 463"/>
                <a:gd name="T17" fmla="*/ 130 h 462"/>
                <a:gd name="T18" fmla="*/ 124 w 463"/>
                <a:gd name="T19" fmla="*/ 125 h 462"/>
                <a:gd name="T20" fmla="*/ 122 w 463"/>
                <a:gd name="T21" fmla="*/ 108 h 462"/>
                <a:gd name="T22" fmla="*/ 78 w 463"/>
                <a:gd name="T23" fmla="*/ 43 h 462"/>
                <a:gd name="T24" fmla="*/ 73 w 463"/>
                <a:gd name="T25" fmla="*/ 13 h 462"/>
                <a:gd name="T26" fmla="*/ 107 w 463"/>
                <a:gd name="T27" fmla="*/ 13 h 462"/>
                <a:gd name="T28" fmla="*/ 208 w 463"/>
                <a:gd name="T29" fmla="*/ 106 h 462"/>
                <a:gd name="T30" fmla="*/ 300 w 463"/>
                <a:gd name="T31" fmla="*/ 167 h 462"/>
                <a:gd name="T32" fmla="*/ 374 w 463"/>
                <a:gd name="T33" fmla="*/ 167 h 462"/>
                <a:gd name="T34" fmla="*/ 441 w 463"/>
                <a:gd name="T35" fmla="*/ 165 h 462"/>
                <a:gd name="T36" fmla="*/ 463 w 463"/>
                <a:gd name="T37" fmla="*/ 179 h 462"/>
                <a:gd name="T38" fmla="*/ 447 w 463"/>
                <a:gd name="T39" fmla="*/ 198 h 462"/>
                <a:gd name="T40" fmla="*/ 367 w 463"/>
                <a:gd name="T41" fmla="*/ 223 h 462"/>
                <a:gd name="T42" fmla="*/ 215 w 463"/>
                <a:gd name="T43" fmla="*/ 380 h 462"/>
                <a:gd name="T44" fmla="*/ 199 w 463"/>
                <a:gd name="T45" fmla="*/ 438 h 462"/>
                <a:gd name="T46" fmla="*/ 174 w 463"/>
                <a:gd name="T47" fmla="*/ 457 h 462"/>
                <a:gd name="T48" fmla="*/ 158 w 463"/>
                <a:gd name="T49" fmla="*/ 432 h 462"/>
                <a:gd name="T50" fmla="*/ 157 w 463"/>
                <a:gd name="T51" fmla="*/ 374 h 462"/>
                <a:gd name="T52" fmla="*/ 159 w 463"/>
                <a:gd name="T53" fmla="*/ 37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3" h="462">
                  <a:moveTo>
                    <a:pt x="159" y="374"/>
                  </a:moveTo>
                  <a:cubicBezTo>
                    <a:pt x="159" y="368"/>
                    <a:pt x="159" y="361"/>
                    <a:pt x="160" y="354"/>
                  </a:cubicBezTo>
                  <a:cubicBezTo>
                    <a:pt x="164" y="302"/>
                    <a:pt x="145" y="260"/>
                    <a:pt x="108" y="224"/>
                  </a:cubicBezTo>
                  <a:cubicBezTo>
                    <a:pt x="77" y="194"/>
                    <a:pt x="50" y="161"/>
                    <a:pt x="22" y="129"/>
                  </a:cubicBezTo>
                  <a:cubicBezTo>
                    <a:pt x="13" y="118"/>
                    <a:pt x="6" y="104"/>
                    <a:pt x="2" y="91"/>
                  </a:cubicBezTo>
                  <a:cubicBezTo>
                    <a:pt x="0" y="84"/>
                    <a:pt x="5" y="74"/>
                    <a:pt x="10" y="68"/>
                  </a:cubicBezTo>
                  <a:cubicBezTo>
                    <a:pt x="12" y="66"/>
                    <a:pt x="24" y="69"/>
                    <a:pt x="29" y="73"/>
                  </a:cubicBezTo>
                  <a:cubicBezTo>
                    <a:pt x="43" y="84"/>
                    <a:pt x="55" y="97"/>
                    <a:pt x="69" y="108"/>
                  </a:cubicBezTo>
                  <a:cubicBezTo>
                    <a:pt x="80" y="117"/>
                    <a:pt x="92" y="125"/>
                    <a:pt x="104" y="130"/>
                  </a:cubicBezTo>
                  <a:cubicBezTo>
                    <a:pt x="109" y="132"/>
                    <a:pt x="119" y="130"/>
                    <a:pt x="124" y="125"/>
                  </a:cubicBezTo>
                  <a:cubicBezTo>
                    <a:pt x="126" y="123"/>
                    <a:pt x="125" y="112"/>
                    <a:pt x="122" y="108"/>
                  </a:cubicBezTo>
                  <a:cubicBezTo>
                    <a:pt x="108" y="86"/>
                    <a:pt x="92" y="65"/>
                    <a:pt x="78" y="43"/>
                  </a:cubicBezTo>
                  <a:cubicBezTo>
                    <a:pt x="73" y="34"/>
                    <a:pt x="69" y="20"/>
                    <a:pt x="73" y="13"/>
                  </a:cubicBezTo>
                  <a:cubicBezTo>
                    <a:pt x="81" y="0"/>
                    <a:pt x="97" y="4"/>
                    <a:pt x="107" y="13"/>
                  </a:cubicBezTo>
                  <a:cubicBezTo>
                    <a:pt x="141" y="43"/>
                    <a:pt x="176" y="73"/>
                    <a:pt x="208" y="106"/>
                  </a:cubicBezTo>
                  <a:cubicBezTo>
                    <a:pt x="235" y="133"/>
                    <a:pt x="257" y="165"/>
                    <a:pt x="300" y="167"/>
                  </a:cubicBezTo>
                  <a:cubicBezTo>
                    <a:pt x="324" y="168"/>
                    <a:pt x="349" y="167"/>
                    <a:pt x="374" y="167"/>
                  </a:cubicBezTo>
                  <a:cubicBezTo>
                    <a:pt x="396" y="166"/>
                    <a:pt x="419" y="164"/>
                    <a:pt x="441" y="165"/>
                  </a:cubicBezTo>
                  <a:cubicBezTo>
                    <a:pt x="449" y="165"/>
                    <a:pt x="456" y="174"/>
                    <a:pt x="463" y="179"/>
                  </a:cubicBezTo>
                  <a:cubicBezTo>
                    <a:pt x="458" y="185"/>
                    <a:pt x="454" y="195"/>
                    <a:pt x="447" y="198"/>
                  </a:cubicBezTo>
                  <a:cubicBezTo>
                    <a:pt x="421" y="208"/>
                    <a:pt x="394" y="216"/>
                    <a:pt x="367" y="223"/>
                  </a:cubicBezTo>
                  <a:cubicBezTo>
                    <a:pt x="284" y="245"/>
                    <a:pt x="236" y="299"/>
                    <a:pt x="215" y="380"/>
                  </a:cubicBezTo>
                  <a:cubicBezTo>
                    <a:pt x="210" y="399"/>
                    <a:pt x="205" y="418"/>
                    <a:pt x="199" y="438"/>
                  </a:cubicBezTo>
                  <a:cubicBezTo>
                    <a:pt x="195" y="449"/>
                    <a:pt x="188" y="462"/>
                    <a:pt x="174" y="457"/>
                  </a:cubicBezTo>
                  <a:cubicBezTo>
                    <a:pt x="166" y="454"/>
                    <a:pt x="159" y="441"/>
                    <a:pt x="158" y="432"/>
                  </a:cubicBezTo>
                  <a:cubicBezTo>
                    <a:pt x="155" y="413"/>
                    <a:pt x="157" y="394"/>
                    <a:pt x="157" y="374"/>
                  </a:cubicBezTo>
                  <a:cubicBezTo>
                    <a:pt x="158" y="374"/>
                    <a:pt x="159" y="374"/>
                    <a:pt x="159" y="3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Freeform 18"/>
            <p:cNvSpPr>
              <a:spLocks/>
            </p:cNvSpPr>
            <p:nvPr/>
          </p:nvSpPr>
          <p:spPr bwMode="auto">
            <a:xfrm>
              <a:off x="7558088" y="5519738"/>
              <a:ext cx="290513" cy="292100"/>
            </a:xfrm>
            <a:custGeom>
              <a:avLst/>
              <a:gdLst>
                <a:gd name="T0" fmla="*/ 38 w 97"/>
                <a:gd name="T1" fmla="*/ 0 h 98"/>
                <a:gd name="T2" fmla="*/ 96 w 97"/>
                <a:gd name="T3" fmla="*/ 50 h 98"/>
                <a:gd name="T4" fmla="*/ 57 w 97"/>
                <a:gd name="T5" fmla="*/ 97 h 98"/>
                <a:gd name="T6" fmla="*/ 0 w 97"/>
                <a:gd name="T7" fmla="*/ 40 h 98"/>
                <a:gd name="T8" fmla="*/ 38 w 97"/>
                <a:gd name="T9" fmla="*/ 0 h 98"/>
              </a:gdLst>
              <a:ahLst/>
              <a:cxnLst>
                <a:cxn ang="0">
                  <a:pos x="T0" y="T1"/>
                </a:cxn>
                <a:cxn ang="0">
                  <a:pos x="T2" y="T3"/>
                </a:cxn>
                <a:cxn ang="0">
                  <a:pos x="T4" y="T5"/>
                </a:cxn>
                <a:cxn ang="0">
                  <a:pos x="T6" y="T7"/>
                </a:cxn>
                <a:cxn ang="0">
                  <a:pos x="T8" y="T9"/>
                </a:cxn>
              </a:cxnLst>
              <a:rect l="0" t="0" r="r" b="b"/>
              <a:pathLst>
                <a:path w="97" h="98">
                  <a:moveTo>
                    <a:pt x="38" y="0"/>
                  </a:moveTo>
                  <a:cubicBezTo>
                    <a:pt x="69" y="0"/>
                    <a:pt x="95" y="22"/>
                    <a:pt x="96" y="50"/>
                  </a:cubicBezTo>
                  <a:cubicBezTo>
                    <a:pt x="97" y="74"/>
                    <a:pt x="78" y="96"/>
                    <a:pt x="57" y="97"/>
                  </a:cubicBezTo>
                  <a:cubicBezTo>
                    <a:pt x="30" y="98"/>
                    <a:pt x="0" y="67"/>
                    <a:pt x="0" y="40"/>
                  </a:cubicBezTo>
                  <a:cubicBezTo>
                    <a:pt x="0" y="17"/>
                    <a:pt x="15" y="1"/>
                    <a:pt x="3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20" name="组合 19"/>
          <p:cNvGrpSpPr/>
          <p:nvPr/>
        </p:nvGrpSpPr>
        <p:grpSpPr>
          <a:xfrm>
            <a:off x="4239295" y="5045300"/>
            <a:ext cx="1460133" cy="1496248"/>
            <a:chOff x="4079875" y="4665663"/>
            <a:chExt cx="1347788" cy="1381125"/>
          </a:xfrm>
          <a:solidFill>
            <a:srgbClr val="5ABCD2"/>
          </a:solidFill>
        </p:grpSpPr>
        <p:sp>
          <p:nvSpPr>
            <p:cNvPr id="21" name="Freeform 15"/>
            <p:cNvSpPr>
              <a:spLocks/>
            </p:cNvSpPr>
            <p:nvPr/>
          </p:nvSpPr>
          <p:spPr bwMode="auto">
            <a:xfrm>
              <a:off x="4079875" y="4665663"/>
              <a:ext cx="1347788" cy="1381125"/>
            </a:xfrm>
            <a:custGeom>
              <a:avLst/>
              <a:gdLst>
                <a:gd name="T0" fmla="*/ 38 w 451"/>
                <a:gd name="T1" fmla="*/ 160 h 463"/>
                <a:gd name="T2" fmla="*/ 150 w 451"/>
                <a:gd name="T3" fmla="*/ 159 h 463"/>
                <a:gd name="T4" fmla="*/ 214 w 451"/>
                <a:gd name="T5" fmla="*/ 127 h 463"/>
                <a:gd name="T6" fmla="*/ 323 w 451"/>
                <a:gd name="T7" fmla="*/ 26 h 463"/>
                <a:gd name="T8" fmla="*/ 366 w 451"/>
                <a:gd name="T9" fmla="*/ 2 h 463"/>
                <a:gd name="T10" fmla="*/ 386 w 451"/>
                <a:gd name="T11" fmla="*/ 8 h 463"/>
                <a:gd name="T12" fmla="*/ 383 w 451"/>
                <a:gd name="T13" fmla="*/ 29 h 463"/>
                <a:gd name="T14" fmla="*/ 338 w 451"/>
                <a:gd name="T15" fmla="*/ 80 h 463"/>
                <a:gd name="T16" fmla="*/ 330 w 451"/>
                <a:gd name="T17" fmla="*/ 122 h 463"/>
                <a:gd name="T18" fmla="*/ 368 w 451"/>
                <a:gd name="T19" fmla="*/ 111 h 463"/>
                <a:gd name="T20" fmla="*/ 420 w 451"/>
                <a:gd name="T21" fmla="*/ 74 h 463"/>
                <a:gd name="T22" fmla="*/ 443 w 451"/>
                <a:gd name="T23" fmla="*/ 72 h 463"/>
                <a:gd name="T24" fmla="*/ 447 w 451"/>
                <a:gd name="T25" fmla="*/ 97 h 463"/>
                <a:gd name="T26" fmla="*/ 414 w 451"/>
                <a:gd name="T27" fmla="*/ 146 h 463"/>
                <a:gd name="T28" fmla="*/ 340 w 451"/>
                <a:gd name="T29" fmla="*/ 218 h 463"/>
                <a:gd name="T30" fmla="*/ 291 w 451"/>
                <a:gd name="T31" fmla="*/ 338 h 463"/>
                <a:gd name="T32" fmla="*/ 296 w 451"/>
                <a:gd name="T33" fmla="*/ 428 h 463"/>
                <a:gd name="T34" fmla="*/ 295 w 451"/>
                <a:gd name="T35" fmla="*/ 447 h 463"/>
                <a:gd name="T36" fmla="*/ 281 w 451"/>
                <a:gd name="T37" fmla="*/ 462 h 463"/>
                <a:gd name="T38" fmla="*/ 267 w 451"/>
                <a:gd name="T39" fmla="*/ 452 h 463"/>
                <a:gd name="T40" fmla="*/ 251 w 451"/>
                <a:gd name="T41" fmla="*/ 411 h 463"/>
                <a:gd name="T42" fmla="*/ 211 w 451"/>
                <a:gd name="T43" fmla="*/ 307 h 463"/>
                <a:gd name="T44" fmla="*/ 88 w 451"/>
                <a:gd name="T45" fmla="*/ 220 h 463"/>
                <a:gd name="T46" fmla="*/ 17 w 451"/>
                <a:gd name="T47" fmla="*/ 200 h 463"/>
                <a:gd name="T48" fmla="*/ 1 w 451"/>
                <a:gd name="T49" fmla="*/ 180 h 463"/>
                <a:gd name="T50" fmla="*/ 17 w 451"/>
                <a:gd name="T51" fmla="*/ 163 h 463"/>
                <a:gd name="T52" fmla="*/ 38 w 451"/>
                <a:gd name="T53" fmla="*/ 16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1" h="463">
                  <a:moveTo>
                    <a:pt x="38" y="160"/>
                  </a:moveTo>
                  <a:cubicBezTo>
                    <a:pt x="77" y="160"/>
                    <a:pt x="113" y="161"/>
                    <a:pt x="150" y="159"/>
                  </a:cubicBezTo>
                  <a:cubicBezTo>
                    <a:pt x="175" y="158"/>
                    <a:pt x="196" y="145"/>
                    <a:pt x="214" y="127"/>
                  </a:cubicBezTo>
                  <a:cubicBezTo>
                    <a:pt x="250" y="93"/>
                    <a:pt x="286" y="59"/>
                    <a:pt x="323" y="26"/>
                  </a:cubicBezTo>
                  <a:cubicBezTo>
                    <a:pt x="335" y="16"/>
                    <a:pt x="351" y="8"/>
                    <a:pt x="366" y="2"/>
                  </a:cubicBezTo>
                  <a:cubicBezTo>
                    <a:pt x="371" y="0"/>
                    <a:pt x="383" y="3"/>
                    <a:pt x="386" y="8"/>
                  </a:cubicBezTo>
                  <a:cubicBezTo>
                    <a:pt x="389" y="12"/>
                    <a:pt x="387" y="24"/>
                    <a:pt x="383" y="29"/>
                  </a:cubicBezTo>
                  <a:cubicBezTo>
                    <a:pt x="369" y="47"/>
                    <a:pt x="352" y="62"/>
                    <a:pt x="338" y="80"/>
                  </a:cubicBezTo>
                  <a:cubicBezTo>
                    <a:pt x="329" y="92"/>
                    <a:pt x="316" y="109"/>
                    <a:pt x="330" y="122"/>
                  </a:cubicBezTo>
                  <a:cubicBezTo>
                    <a:pt x="344" y="135"/>
                    <a:pt x="357" y="118"/>
                    <a:pt x="368" y="111"/>
                  </a:cubicBezTo>
                  <a:cubicBezTo>
                    <a:pt x="386" y="99"/>
                    <a:pt x="402" y="85"/>
                    <a:pt x="420" y="74"/>
                  </a:cubicBezTo>
                  <a:cubicBezTo>
                    <a:pt x="427" y="70"/>
                    <a:pt x="440" y="68"/>
                    <a:pt x="443" y="72"/>
                  </a:cubicBezTo>
                  <a:cubicBezTo>
                    <a:pt x="448" y="78"/>
                    <a:pt x="451" y="90"/>
                    <a:pt x="447" y="97"/>
                  </a:cubicBezTo>
                  <a:cubicBezTo>
                    <a:pt x="438" y="114"/>
                    <a:pt x="427" y="131"/>
                    <a:pt x="414" y="146"/>
                  </a:cubicBezTo>
                  <a:cubicBezTo>
                    <a:pt x="391" y="171"/>
                    <a:pt x="366" y="196"/>
                    <a:pt x="340" y="218"/>
                  </a:cubicBezTo>
                  <a:cubicBezTo>
                    <a:pt x="300" y="250"/>
                    <a:pt x="287" y="290"/>
                    <a:pt x="291" y="338"/>
                  </a:cubicBezTo>
                  <a:cubicBezTo>
                    <a:pt x="293" y="368"/>
                    <a:pt x="295" y="398"/>
                    <a:pt x="296" y="428"/>
                  </a:cubicBezTo>
                  <a:cubicBezTo>
                    <a:pt x="297" y="434"/>
                    <a:pt x="298" y="442"/>
                    <a:pt x="295" y="447"/>
                  </a:cubicBezTo>
                  <a:cubicBezTo>
                    <a:pt x="292" y="453"/>
                    <a:pt x="287" y="460"/>
                    <a:pt x="281" y="462"/>
                  </a:cubicBezTo>
                  <a:cubicBezTo>
                    <a:pt x="278" y="463"/>
                    <a:pt x="269" y="457"/>
                    <a:pt x="267" y="452"/>
                  </a:cubicBezTo>
                  <a:cubicBezTo>
                    <a:pt x="260" y="439"/>
                    <a:pt x="256" y="425"/>
                    <a:pt x="251" y="411"/>
                  </a:cubicBezTo>
                  <a:cubicBezTo>
                    <a:pt x="238" y="376"/>
                    <a:pt x="228" y="340"/>
                    <a:pt x="211" y="307"/>
                  </a:cubicBezTo>
                  <a:cubicBezTo>
                    <a:pt x="186" y="258"/>
                    <a:pt x="139" y="235"/>
                    <a:pt x="88" y="220"/>
                  </a:cubicBezTo>
                  <a:cubicBezTo>
                    <a:pt x="64" y="213"/>
                    <a:pt x="40" y="208"/>
                    <a:pt x="17" y="200"/>
                  </a:cubicBezTo>
                  <a:cubicBezTo>
                    <a:pt x="10" y="197"/>
                    <a:pt x="2" y="187"/>
                    <a:pt x="1" y="180"/>
                  </a:cubicBezTo>
                  <a:cubicBezTo>
                    <a:pt x="0" y="175"/>
                    <a:pt x="10" y="167"/>
                    <a:pt x="17" y="163"/>
                  </a:cubicBezTo>
                  <a:cubicBezTo>
                    <a:pt x="23" y="160"/>
                    <a:pt x="32" y="161"/>
                    <a:pt x="38" y="1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Freeform 19"/>
            <p:cNvSpPr>
              <a:spLocks/>
            </p:cNvSpPr>
            <p:nvPr/>
          </p:nvSpPr>
          <p:spPr bwMode="auto">
            <a:xfrm>
              <a:off x="4376738" y="5480051"/>
              <a:ext cx="265113" cy="298450"/>
            </a:xfrm>
            <a:custGeom>
              <a:avLst/>
              <a:gdLst>
                <a:gd name="T0" fmla="*/ 89 w 89"/>
                <a:gd name="T1" fmla="*/ 52 h 100"/>
                <a:gd name="T2" fmla="*/ 41 w 89"/>
                <a:gd name="T3" fmla="*/ 100 h 100"/>
                <a:gd name="T4" fmla="*/ 1 w 89"/>
                <a:gd name="T5" fmla="*/ 56 h 100"/>
                <a:gd name="T6" fmla="*/ 49 w 89"/>
                <a:gd name="T7" fmla="*/ 0 h 100"/>
                <a:gd name="T8" fmla="*/ 89 w 89"/>
                <a:gd name="T9" fmla="*/ 52 h 100"/>
              </a:gdLst>
              <a:ahLst/>
              <a:cxnLst>
                <a:cxn ang="0">
                  <a:pos x="T0" y="T1"/>
                </a:cxn>
                <a:cxn ang="0">
                  <a:pos x="T2" y="T3"/>
                </a:cxn>
                <a:cxn ang="0">
                  <a:pos x="T4" y="T5"/>
                </a:cxn>
                <a:cxn ang="0">
                  <a:pos x="T6" y="T7"/>
                </a:cxn>
                <a:cxn ang="0">
                  <a:pos x="T8" y="T9"/>
                </a:cxn>
              </a:cxnLst>
              <a:rect l="0" t="0" r="r" b="b"/>
              <a:pathLst>
                <a:path w="89" h="100">
                  <a:moveTo>
                    <a:pt x="89" y="52"/>
                  </a:moveTo>
                  <a:cubicBezTo>
                    <a:pt x="88" y="80"/>
                    <a:pt x="68" y="100"/>
                    <a:pt x="41" y="100"/>
                  </a:cubicBezTo>
                  <a:cubicBezTo>
                    <a:pt x="15" y="100"/>
                    <a:pt x="0" y="83"/>
                    <a:pt x="1" y="56"/>
                  </a:cubicBezTo>
                  <a:cubicBezTo>
                    <a:pt x="1" y="26"/>
                    <a:pt x="24" y="0"/>
                    <a:pt x="49" y="0"/>
                  </a:cubicBezTo>
                  <a:cubicBezTo>
                    <a:pt x="71" y="1"/>
                    <a:pt x="89" y="25"/>
                    <a:pt x="89" y="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grpSp>
        <p:nvGrpSpPr>
          <p:cNvPr id="23" name="Group 5"/>
          <p:cNvGrpSpPr>
            <a:grpSpLocks/>
          </p:cNvGrpSpPr>
          <p:nvPr/>
        </p:nvGrpSpPr>
        <p:grpSpPr bwMode="auto">
          <a:xfrm>
            <a:off x="5485950" y="3320313"/>
            <a:ext cx="1876769" cy="1878788"/>
            <a:chOff x="0" y="0"/>
            <a:chExt cx="11159" cy="11170"/>
          </a:xfrm>
          <a:solidFill>
            <a:srgbClr val="247CAE"/>
          </a:solidFill>
        </p:grpSpPr>
        <p:sp>
          <p:nvSpPr>
            <p:cNvPr id="24" name="AutoShape 6"/>
            <p:cNvSpPr>
              <a:spLocks/>
            </p:cNvSpPr>
            <p:nvPr/>
          </p:nvSpPr>
          <p:spPr bwMode="auto">
            <a:xfrm>
              <a:off x="5723" y="1096"/>
              <a:ext cx="128" cy="64"/>
            </a:xfrm>
            <a:custGeom>
              <a:avLst/>
              <a:gdLst/>
              <a:ahLst/>
              <a:cxnLst/>
              <a:rect l="0" t="0" r="r" b="b"/>
              <a:pathLst>
                <a:path w="21600" h="21600">
                  <a:moveTo>
                    <a:pt x="21600" y="0"/>
                  </a:moveTo>
                  <a:lnTo>
                    <a:pt x="21600" y="0"/>
                  </a:lnTo>
                  <a:lnTo>
                    <a:pt x="5400" y="10800"/>
                  </a:lnTo>
                  <a:lnTo>
                    <a:pt x="2700" y="10800"/>
                  </a:lnTo>
                  <a:lnTo>
                    <a:pt x="0" y="10800"/>
                  </a:lnTo>
                  <a:lnTo>
                    <a:pt x="2700" y="21600"/>
                  </a:lnTo>
                  <a:lnTo>
                    <a:pt x="5400" y="21600"/>
                  </a:lnTo>
                  <a:lnTo>
                    <a:pt x="10800" y="216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5" name="AutoShape 7"/>
            <p:cNvSpPr>
              <a:spLocks/>
            </p:cNvSpPr>
            <p:nvPr/>
          </p:nvSpPr>
          <p:spPr bwMode="auto">
            <a:xfrm>
              <a:off x="4178" y="496"/>
              <a:ext cx="544" cy="200"/>
            </a:xfrm>
            <a:custGeom>
              <a:avLst/>
              <a:gdLst/>
              <a:ahLst/>
              <a:cxnLst/>
              <a:rect l="0" t="0" r="r" b="b"/>
              <a:pathLst>
                <a:path w="21600" h="21600">
                  <a:moveTo>
                    <a:pt x="5718" y="7776"/>
                  </a:moveTo>
                  <a:lnTo>
                    <a:pt x="5718" y="7776"/>
                  </a:lnTo>
                  <a:lnTo>
                    <a:pt x="4447" y="11232"/>
                  </a:lnTo>
                  <a:lnTo>
                    <a:pt x="1906" y="14688"/>
                  </a:lnTo>
                  <a:lnTo>
                    <a:pt x="0" y="16416"/>
                  </a:lnTo>
                  <a:lnTo>
                    <a:pt x="635" y="16416"/>
                  </a:lnTo>
                  <a:lnTo>
                    <a:pt x="635" y="19872"/>
                  </a:lnTo>
                  <a:lnTo>
                    <a:pt x="635" y="21600"/>
                  </a:lnTo>
                  <a:lnTo>
                    <a:pt x="1271" y="21600"/>
                  </a:lnTo>
                  <a:lnTo>
                    <a:pt x="6353" y="21600"/>
                  </a:lnTo>
                  <a:lnTo>
                    <a:pt x="6988" y="19872"/>
                  </a:lnTo>
                  <a:lnTo>
                    <a:pt x="6988" y="18144"/>
                  </a:lnTo>
                  <a:lnTo>
                    <a:pt x="5718" y="16416"/>
                  </a:lnTo>
                  <a:lnTo>
                    <a:pt x="6988" y="16416"/>
                  </a:lnTo>
                  <a:lnTo>
                    <a:pt x="12706" y="19872"/>
                  </a:lnTo>
                  <a:lnTo>
                    <a:pt x="15882" y="21600"/>
                  </a:lnTo>
                  <a:lnTo>
                    <a:pt x="18424" y="21600"/>
                  </a:lnTo>
                  <a:lnTo>
                    <a:pt x="19694" y="19872"/>
                  </a:lnTo>
                  <a:lnTo>
                    <a:pt x="20329" y="18144"/>
                  </a:lnTo>
                  <a:lnTo>
                    <a:pt x="20965" y="11232"/>
                  </a:lnTo>
                  <a:lnTo>
                    <a:pt x="19694" y="11232"/>
                  </a:lnTo>
                  <a:lnTo>
                    <a:pt x="18424" y="11232"/>
                  </a:lnTo>
                  <a:lnTo>
                    <a:pt x="18424" y="9504"/>
                  </a:lnTo>
                  <a:lnTo>
                    <a:pt x="19059" y="7776"/>
                  </a:lnTo>
                  <a:lnTo>
                    <a:pt x="19694" y="7776"/>
                  </a:lnTo>
                  <a:lnTo>
                    <a:pt x="20965" y="7776"/>
                  </a:lnTo>
                  <a:lnTo>
                    <a:pt x="21600" y="6048"/>
                  </a:lnTo>
                  <a:lnTo>
                    <a:pt x="21600" y="1728"/>
                  </a:lnTo>
                  <a:lnTo>
                    <a:pt x="20965" y="1728"/>
                  </a:lnTo>
                  <a:lnTo>
                    <a:pt x="19059" y="0"/>
                  </a:lnTo>
                  <a:lnTo>
                    <a:pt x="18424" y="1728"/>
                  </a:lnTo>
                  <a:lnTo>
                    <a:pt x="17788" y="4320"/>
                  </a:lnTo>
                  <a:lnTo>
                    <a:pt x="16518" y="6048"/>
                  </a:lnTo>
                  <a:lnTo>
                    <a:pt x="14612" y="6048"/>
                  </a:lnTo>
                  <a:lnTo>
                    <a:pt x="13341" y="6048"/>
                  </a:lnTo>
                  <a:lnTo>
                    <a:pt x="12071" y="7776"/>
                  </a:lnTo>
                  <a:lnTo>
                    <a:pt x="10800" y="9504"/>
                  </a:lnTo>
                  <a:lnTo>
                    <a:pt x="8894" y="12960"/>
                  </a:lnTo>
                  <a:lnTo>
                    <a:pt x="6988" y="14688"/>
                  </a:lnTo>
                  <a:lnTo>
                    <a:pt x="8259" y="11232"/>
                  </a:lnTo>
                  <a:lnTo>
                    <a:pt x="12071" y="7776"/>
                  </a:lnTo>
                  <a:lnTo>
                    <a:pt x="12071" y="6048"/>
                  </a:lnTo>
                  <a:lnTo>
                    <a:pt x="7624" y="9504"/>
                  </a:lnTo>
                  <a:lnTo>
                    <a:pt x="5718" y="7776"/>
                  </a:lnTo>
                  <a:close/>
                  <a:moveTo>
                    <a:pt x="5718" y="7776"/>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6" name="AutoShape 8"/>
            <p:cNvSpPr>
              <a:spLocks/>
            </p:cNvSpPr>
            <p:nvPr/>
          </p:nvSpPr>
          <p:spPr bwMode="auto">
            <a:xfrm>
              <a:off x="4354" y="568"/>
              <a:ext cx="128" cy="64"/>
            </a:xfrm>
            <a:custGeom>
              <a:avLst/>
              <a:gdLst/>
              <a:ahLst/>
              <a:cxnLst/>
              <a:rect l="0" t="0" r="r" b="b"/>
              <a:pathLst>
                <a:path w="21600" h="21600">
                  <a:moveTo>
                    <a:pt x="21600" y="0"/>
                  </a:moveTo>
                  <a:lnTo>
                    <a:pt x="21600" y="0"/>
                  </a:lnTo>
                  <a:lnTo>
                    <a:pt x="5400" y="10800"/>
                  </a:lnTo>
                  <a:lnTo>
                    <a:pt x="0" y="21600"/>
                  </a:lnTo>
                  <a:lnTo>
                    <a:pt x="8100" y="16200"/>
                  </a:lnTo>
                  <a:lnTo>
                    <a:pt x="16200" y="54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7" name="AutoShape 9"/>
            <p:cNvSpPr>
              <a:spLocks/>
            </p:cNvSpPr>
            <p:nvPr/>
          </p:nvSpPr>
          <p:spPr bwMode="auto">
            <a:xfrm>
              <a:off x="4018" y="568"/>
              <a:ext cx="208" cy="144"/>
            </a:xfrm>
            <a:custGeom>
              <a:avLst/>
              <a:gdLst/>
              <a:ahLst/>
              <a:cxnLst/>
              <a:rect l="0" t="0" r="r" b="b"/>
              <a:pathLst>
                <a:path w="21600" h="21600">
                  <a:moveTo>
                    <a:pt x="21600" y="0"/>
                  </a:moveTo>
                  <a:lnTo>
                    <a:pt x="21600" y="0"/>
                  </a:lnTo>
                  <a:lnTo>
                    <a:pt x="19938" y="0"/>
                  </a:lnTo>
                  <a:lnTo>
                    <a:pt x="18277" y="0"/>
                  </a:lnTo>
                  <a:lnTo>
                    <a:pt x="13292" y="2400"/>
                  </a:lnTo>
                  <a:lnTo>
                    <a:pt x="9969" y="0"/>
                  </a:lnTo>
                  <a:lnTo>
                    <a:pt x="8308" y="2400"/>
                  </a:lnTo>
                  <a:lnTo>
                    <a:pt x="8308" y="7200"/>
                  </a:lnTo>
                  <a:lnTo>
                    <a:pt x="8308" y="12000"/>
                  </a:lnTo>
                  <a:lnTo>
                    <a:pt x="4985" y="14400"/>
                  </a:lnTo>
                  <a:lnTo>
                    <a:pt x="1662" y="16800"/>
                  </a:lnTo>
                  <a:lnTo>
                    <a:pt x="0" y="16800"/>
                  </a:lnTo>
                  <a:lnTo>
                    <a:pt x="0" y="21600"/>
                  </a:lnTo>
                  <a:lnTo>
                    <a:pt x="1662" y="21600"/>
                  </a:lnTo>
                  <a:lnTo>
                    <a:pt x="4985" y="19200"/>
                  </a:lnTo>
                  <a:lnTo>
                    <a:pt x="9969" y="14400"/>
                  </a:lnTo>
                  <a:lnTo>
                    <a:pt x="13292" y="9600"/>
                  </a:lnTo>
                  <a:lnTo>
                    <a:pt x="14954" y="7200"/>
                  </a:lnTo>
                  <a:lnTo>
                    <a:pt x="18277" y="4800"/>
                  </a:lnTo>
                  <a:lnTo>
                    <a:pt x="19938" y="24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8" name="AutoShape 10"/>
            <p:cNvSpPr>
              <a:spLocks/>
            </p:cNvSpPr>
            <p:nvPr/>
          </p:nvSpPr>
          <p:spPr bwMode="auto">
            <a:xfrm>
              <a:off x="6788" y="600"/>
              <a:ext cx="176" cy="80"/>
            </a:xfrm>
            <a:custGeom>
              <a:avLst/>
              <a:gdLst/>
              <a:ahLst/>
              <a:cxnLst/>
              <a:rect l="0" t="0" r="r" b="b"/>
              <a:pathLst>
                <a:path w="21600" h="21600">
                  <a:moveTo>
                    <a:pt x="11782" y="4320"/>
                  </a:moveTo>
                  <a:lnTo>
                    <a:pt x="11782" y="4320"/>
                  </a:lnTo>
                  <a:lnTo>
                    <a:pt x="3927" y="0"/>
                  </a:lnTo>
                  <a:lnTo>
                    <a:pt x="0" y="4320"/>
                  </a:lnTo>
                  <a:lnTo>
                    <a:pt x="3927" y="12960"/>
                  </a:lnTo>
                  <a:lnTo>
                    <a:pt x="9818" y="17280"/>
                  </a:lnTo>
                  <a:lnTo>
                    <a:pt x="21600" y="21600"/>
                  </a:lnTo>
                  <a:lnTo>
                    <a:pt x="17673" y="12960"/>
                  </a:lnTo>
                  <a:lnTo>
                    <a:pt x="11782" y="4320"/>
                  </a:lnTo>
                  <a:close/>
                  <a:moveTo>
                    <a:pt x="11782" y="432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9" name="AutoShape 11"/>
            <p:cNvSpPr>
              <a:spLocks/>
            </p:cNvSpPr>
            <p:nvPr/>
          </p:nvSpPr>
          <p:spPr bwMode="auto">
            <a:xfrm>
              <a:off x="5579" y="1128"/>
              <a:ext cx="256" cy="272"/>
            </a:xfrm>
            <a:custGeom>
              <a:avLst/>
              <a:gdLst/>
              <a:ahLst/>
              <a:cxnLst/>
              <a:rect l="0" t="0" r="r" b="b"/>
              <a:pathLst>
                <a:path w="21600" h="21600">
                  <a:moveTo>
                    <a:pt x="4050" y="11435"/>
                  </a:moveTo>
                  <a:lnTo>
                    <a:pt x="4050" y="11435"/>
                  </a:lnTo>
                  <a:lnTo>
                    <a:pt x="9450" y="10165"/>
                  </a:lnTo>
                  <a:lnTo>
                    <a:pt x="10800" y="10165"/>
                  </a:lnTo>
                  <a:lnTo>
                    <a:pt x="13500" y="10165"/>
                  </a:lnTo>
                  <a:lnTo>
                    <a:pt x="10800" y="11435"/>
                  </a:lnTo>
                  <a:lnTo>
                    <a:pt x="8100" y="11435"/>
                  </a:lnTo>
                  <a:lnTo>
                    <a:pt x="5400" y="12706"/>
                  </a:lnTo>
                  <a:lnTo>
                    <a:pt x="5400" y="13976"/>
                  </a:lnTo>
                  <a:lnTo>
                    <a:pt x="5400" y="16518"/>
                  </a:lnTo>
                  <a:lnTo>
                    <a:pt x="6750" y="17788"/>
                  </a:lnTo>
                  <a:lnTo>
                    <a:pt x="13500" y="19059"/>
                  </a:lnTo>
                  <a:lnTo>
                    <a:pt x="12150" y="19059"/>
                  </a:lnTo>
                  <a:lnTo>
                    <a:pt x="10800" y="19059"/>
                  </a:lnTo>
                  <a:lnTo>
                    <a:pt x="12150" y="21600"/>
                  </a:lnTo>
                  <a:lnTo>
                    <a:pt x="13500" y="21600"/>
                  </a:lnTo>
                  <a:lnTo>
                    <a:pt x="16200" y="16518"/>
                  </a:lnTo>
                  <a:lnTo>
                    <a:pt x="17550" y="11435"/>
                  </a:lnTo>
                  <a:lnTo>
                    <a:pt x="16200" y="10165"/>
                  </a:lnTo>
                  <a:lnTo>
                    <a:pt x="18900" y="8894"/>
                  </a:lnTo>
                  <a:lnTo>
                    <a:pt x="21600" y="7624"/>
                  </a:lnTo>
                  <a:lnTo>
                    <a:pt x="18900" y="6353"/>
                  </a:lnTo>
                  <a:lnTo>
                    <a:pt x="17550" y="5082"/>
                  </a:lnTo>
                  <a:lnTo>
                    <a:pt x="12150" y="3812"/>
                  </a:lnTo>
                  <a:lnTo>
                    <a:pt x="13500" y="2541"/>
                  </a:lnTo>
                  <a:lnTo>
                    <a:pt x="10800" y="0"/>
                  </a:lnTo>
                  <a:lnTo>
                    <a:pt x="9450" y="0"/>
                  </a:lnTo>
                  <a:lnTo>
                    <a:pt x="9450" y="2541"/>
                  </a:lnTo>
                  <a:lnTo>
                    <a:pt x="10800" y="3812"/>
                  </a:lnTo>
                  <a:lnTo>
                    <a:pt x="12150" y="6353"/>
                  </a:lnTo>
                  <a:lnTo>
                    <a:pt x="10800" y="7624"/>
                  </a:lnTo>
                  <a:lnTo>
                    <a:pt x="9450" y="6353"/>
                  </a:lnTo>
                  <a:lnTo>
                    <a:pt x="8100" y="5082"/>
                  </a:lnTo>
                  <a:lnTo>
                    <a:pt x="6750" y="2541"/>
                  </a:lnTo>
                  <a:lnTo>
                    <a:pt x="5400" y="1271"/>
                  </a:lnTo>
                  <a:lnTo>
                    <a:pt x="2700" y="2541"/>
                  </a:lnTo>
                  <a:lnTo>
                    <a:pt x="0" y="3812"/>
                  </a:lnTo>
                  <a:lnTo>
                    <a:pt x="4050" y="8894"/>
                  </a:lnTo>
                  <a:lnTo>
                    <a:pt x="4050" y="10165"/>
                  </a:lnTo>
                  <a:lnTo>
                    <a:pt x="4050" y="11435"/>
                  </a:lnTo>
                  <a:close/>
                  <a:moveTo>
                    <a:pt x="4050" y="11435"/>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0" name="AutoShape 12"/>
            <p:cNvSpPr>
              <a:spLocks/>
            </p:cNvSpPr>
            <p:nvPr/>
          </p:nvSpPr>
          <p:spPr bwMode="auto">
            <a:xfrm>
              <a:off x="3906" y="496"/>
              <a:ext cx="272" cy="232"/>
            </a:xfrm>
            <a:custGeom>
              <a:avLst/>
              <a:gdLst/>
              <a:ahLst/>
              <a:cxnLst/>
              <a:rect l="0" t="0" r="r" b="b"/>
              <a:pathLst>
                <a:path w="21600" h="21600">
                  <a:moveTo>
                    <a:pt x="1271" y="21600"/>
                  </a:moveTo>
                  <a:lnTo>
                    <a:pt x="1271" y="21600"/>
                  </a:lnTo>
                  <a:lnTo>
                    <a:pt x="2541" y="21600"/>
                  </a:lnTo>
                  <a:lnTo>
                    <a:pt x="3812" y="20110"/>
                  </a:lnTo>
                  <a:lnTo>
                    <a:pt x="3812" y="14152"/>
                  </a:lnTo>
                  <a:lnTo>
                    <a:pt x="5082" y="12662"/>
                  </a:lnTo>
                  <a:lnTo>
                    <a:pt x="5082" y="9683"/>
                  </a:lnTo>
                  <a:lnTo>
                    <a:pt x="6353" y="9683"/>
                  </a:lnTo>
                  <a:lnTo>
                    <a:pt x="8894" y="9683"/>
                  </a:lnTo>
                  <a:lnTo>
                    <a:pt x="12706" y="8193"/>
                  </a:lnTo>
                  <a:lnTo>
                    <a:pt x="17788" y="5214"/>
                  </a:lnTo>
                  <a:lnTo>
                    <a:pt x="20329" y="1490"/>
                  </a:lnTo>
                  <a:lnTo>
                    <a:pt x="21600" y="0"/>
                  </a:lnTo>
                  <a:lnTo>
                    <a:pt x="20329" y="0"/>
                  </a:lnTo>
                  <a:lnTo>
                    <a:pt x="17788" y="1490"/>
                  </a:lnTo>
                  <a:lnTo>
                    <a:pt x="15247" y="3724"/>
                  </a:lnTo>
                  <a:lnTo>
                    <a:pt x="8894" y="6703"/>
                  </a:lnTo>
                  <a:lnTo>
                    <a:pt x="2541" y="8193"/>
                  </a:lnTo>
                  <a:lnTo>
                    <a:pt x="0" y="8193"/>
                  </a:lnTo>
                  <a:lnTo>
                    <a:pt x="0" y="11172"/>
                  </a:lnTo>
                  <a:lnTo>
                    <a:pt x="0" y="15641"/>
                  </a:lnTo>
                  <a:lnTo>
                    <a:pt x="1271" y="21600"/>
                  </a:lnTo>
                  <a:close/>
                  <a:moveTo>
                    <a:pt x="1271"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1" name="AutoShape 13"/>
            <p:cNvSpPr>
              <a:spLocks/>
            </p:cNvSpPr>
            <p:nvPr/>
          </p:nvSpPr>
          <p:spPr bwMode="auto">
            <a:xfrm>
              <a:off x="6836" y="1080"/>
              <a:ext cx="144" cy="336"/>
            </a:xfrm>
            <a:custGeom>
              <a:avLst/>
              <a:gdLst/>
              <a:ahLst/>
              <a:cxnLst/>
              <a:rect l="0" t="0" r="r" b="b"/>
              <a:pathLst>
                <a:path w="21600" h="21600">
                  <a:moveTo>
                    <a:pt x="19200" y="12343"/>
                  </a:moveTo>
                  <a:lnTo>
                    <a:pt x="19200" y="12343"/>
                  </a:lnTo>
                  <a:lnTo>
                    <a:pt x="16800" y="10286"/>
                  </a:lnTo>
                  <a:lnTo>
                    <a:pt x="12000" y="8229"/>
                  </a:lnTo>
                  <a:lnTo>
                    <a:pt x="14400" y="7200"/>
                  </a:lnTo>
                  <a:lnTo>
                    <a:pt x="16800" y="0"/>
                  </a:lnTo>
                  <a:lnTo>
                    <a:pt x="2400" y="3086"/>
                  </a:lnTo>
                  <a:lnTo>
                    <a:pt x="0" y="6171"/>
                  </a:lnTo>
                  <a:lnTo>
                    <a:pt x="0" y="9257"/>
                  </a:lnTo>
                  <a:lnTo>
                    <a:pt x="2400" y="11314"/>
                  </a:lnTo>
                  <a:lnTo>
                    <a:pt x="9600" y="14400"/>
                  </a:lnTo>
                  <a:lnTo>
                    <a:pt x="9600" y="17486"/>
                  </a:lnTo>
                  <a:lnTo>
                    <a:pt x="12000" y="20571"/>
                  </a:lnTo>
                  <a:lnTo>
                    <a:pt x="16800" y="21600"/>
                  </a:lnTo>
                  <a:lnTo>
                    <a:pt x="19200" y="21600"/>
                  </a:lnTo>
                  <a:lnTo>
                    <a:pt x="21600" y="19543"/>
                  </a:lnTo>
                  <a:lnTo>
                    <a:pt x="21600" y="16457"/>
                  </a:lnTo>
                  <a:lnTo>
                    <a:pt x="21600" y="15429"/>
                  </a:lnTo>
                  <a:lnTo>
                    <a:pt x="19200" y="15429"/>
                  </a:lnTo>
                  <a:lnTo>
                    <a:pt x="14400" y="13371"/>
                  </a:lnTo>
                  <a:lnTo>
                    <a:pt x="16800" y="13371"/>
                  </a:lnTo>
                  <a:lnTo>
                    <a:pt x="19200" y="12343"/>
                  </a:lnTo>
                  <a:close/>
                  <a:moveTo>
                    <a:pt x="19200" y="12343"/>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2" name="AutoShape 14"/>
            <p:cNvSpPr>
              <a:spLocks/>
            </p:cNvSpPr>
            <p:nvPr/>
          </p:nvSpPr>
          <p:spPr bwMode="auto">
            <a:xfrm>
              <a:off x="3722" y="552"/>
              <a:ext cx="160" cy="64"/>
            </a:xfrm>
            <a:custGeom>
              <a:avLst/>
              <a:gdLst/>
              <a:ahLst/>
              <a:cxnLst/>
              <a:rect l="0" t="0" r="r" b="b"/>
              <a:pathLst>
                <a:path w="21600" h="21600">
                  <a:moveTo>
                    <a:pt x="0" y="21600"/>
                  </a:moveTo>
                  <a:lnTo>
                    <a:pt x="0" y="21600"/>
                  </a:lnTo>
                  <a:lnTo>
                    <a:pt x="10800" y="16200"/>
                  </a:lnTo>
                  <a:lnTo>
                    <a:pt x="21600" y="0"/>
                  </a:lnTo>
                  <a:lnTo>
                    <a:pt x="12960" y="0"/>
                  </a:lnTo>
                  <a:lnTo>
                    <a:pt x="6480" y="5400"/>
                  </a:lnTo>
                  <a:lnTo>
                    <a:pt x="0" y="16200"/>
                  </a:lnTo>
                  <a:lnTo>
                    <a:pt x="0" y="21600"/>
                  </a:lnTo>
                  <a:close/>
                  <a:moveTo>
                    <a:pt x="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3" name="AutoShape 15"/>
            <p:cNvSpPr>
              <a:spLocks/>
            </p:cNvSpPr>
            <p:nvPr/>
          </p:nvSpPr>
          <p:spPr bwMode="auto">
            <a:xfrm>
              <a:off x="6932" y="1400"/>
              <a:ext cx="344" cy="192"/>
            </a:xfrm>
            <a:custGeom>
              <a:avLst/>
              <a:gdLst/>
              <a:ahLst/>
              <a:cxnLst/>
              <a:rect l="0" t="0" r="r" b="b"/>
              <a:pathLst>
                <a:path w="21600" h="21600">
                  <a:moveTo>
                    <a:pt x="1005" y="1800"/>
                  </a:moveTo>
                  <a:lnTo>
                    <a:pt x="1005" y="1800"/>
                  </a:lnTo>
                  <a:lnTo>
                    <a:pt x="0" y="3600"/>
                  </a:lnTo>
                  <a:lnTo>
                    <a:pt x="1005" y="7200"/>
                  </a:lnTo>
                  <a:lnTo>
                    <a:pt x="4019" y="18000"/>
                  </a:lnTo>
                  <a:lnTo>
                    <a:pt x="16074" y="21600"/>
                  </a:lnTo>
                  <a:lnTo>
                    <a:pt x="20093" y="21600"/>
                  </a:lnTo>
                  <a:lnTo>
                    <a:pt x="21600" y="21600"/>
                  </a:lnTo>
                  <a:lnTo>
                    <a:pt x="20093" y="18000"/>
                  </a:lnTo>
                  <a:lnTo>
                    <a:pt x="18084" y="18000"/>
                  </a:lnTo>
                  <a:lnTo>
                    <a:pt x="15070" y="16200"/>
                  </a:lnTo>
                  <a:lnTo>
                    <a:pt x="10047" y="12600"/>
                  </a:lnTo>
                  <a:lnTo>
                    <a:pt x="7033" y="9000"/>
                  </a:lnTo>
                  <a:lnTo>
                    <a:pt x="5023" y="1800"/>
                  </a:lnTo>
                  <a:lnTo>
                    <a:pt x="5023" y="0"/>
                  </a:lnTo>
                  <a:lnTo>
                    <a:pt x="2009" y="1800"/>
                  </a:lnTo>
                  <a:lnTo>
                    <a:pt x="1005" y="1800"/>
                  </a:lnTo>
                  <a:close/>
                  <a:moveTo>
                    <a:pt x="1005" y="18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4" name="AutoShape 16"/>
            <p:cNvSpPr>
              <a:spLocks/>
            </p:cNvSpPr>
            <p:nvPr/>
          </p:nvSpPr>
          <p:spPr bwMode="auto">
            <a:xfrm>
              <a:off x="4210" y="1544"/>
              <a:ext cx="48" cy="120"/>
            </a:xfrm>
            <a:custGeom>
              <a:avLst/>
              <a:gdLst/>
              <a:ahLst/>
              <a:cxnLst/>
              <a:rect l="0" t="0" r="r" b="b"/>
              <a:pathLst>
                <a:path w="21600" h="21600">
                  <a:moveTo>
                    <a:pt x="0" y="0"/>
                  </a:moveTo>
                  <a:lnTo>
                    <a:pt x="0" y="0"/>
                  </a:lnTo>
                  <a:lnTo>
                    <a:pt x="0" y="2880"/>
                  </a:lnTo>
                  <a:lnTo>
                    <a:pt x="0" y="11520"/>
                  </a:lnTo>
                  <a:lnTo>
                    <a:pt x="7200" y="21600"/>
                  </a:lnTo>
                  <a:lnTo>
                    <a:pt x="14400" y="21600"/>
                  </a:lnTo>
                  <a:lnTo>
                    <a:pt x="21600" y="17280"/>
                  </a:lnTo>
                  <a:lnTo>
                    <a:pt x="0" y="0"/>
                  </a:lnTo>
                  <a:close/>
                  <a:moveTo>
                    <a:pt x="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5" name="AutoShape 17"/>
            <p:cNvSpPr>
              <a:spLocks/>
            </p:cNvSpPr>
            <p:nvPr/>
          </p:nvSpPr>
          <p:spPr bwMode="auto">
            <a:xfrm>
              <a:off x="2689" y="696"/>
              <a:ext cx="2442" cy="1576"/>
            </a:xfrm>
            <a:custGeom>
              <a:avLst/>
              <a:gdLst/>
              <a:ahLst/>
              <a:cxnLst/>
              <a:rect l="0" t="0" r="r" b="b"/>
              <a:pathLst>
                <a:path w="21600" h="21600">
                  <a:moveTo>
                    <a:pt x="19971" y="5263"/>
                  </a:moveTo>
                  <a:lnTo>
                    <a:pt x="19971" y="5263"/>
                  </a:lnTo>
                  <a:lnTo>
                    <a:pt x="20254" y="5044"/>
                  </a:lnTo>
                  <a:lnTo>
                    <a:pt x="20113" y="5044"/>
                  </a:lnTo>
                  <a:lnTo>
                    <a:pt x="21175" y="4605"/>
                  </a:lnTo>
                  <a:lnTo>
                    <a:pt x="21458" y="4386"/>
                  </a:lnTo>
                  <a:lnTo>
                    <a:pt x="21600" y="4386"/>
                  </a:lnTo>
                  <a:lnTo>
                    <a:pt x="21033" y="4166"/>
                  </a:lnTo>
                  <a:lnTo>
                    <a:pt x="20254" y="3947"/>
                  </a:lnTo>
                  <a:lnTo>
                    <a:pt x="19971" y="4166"/>
                  </a:lnTo>
                  <a:lnTo>
                    <a:pt x="19830" y="4166"/>
                  </a:lnTo>
                  <a:lnTo>
                    <a:pt x="20538" y="3728"/>
                  </a:lnTo>
                  <a:lnTo>
                    <a:pt x="20750" y="3509"/>
                  </a:lnTo>
                  <a:lnTo>
                    <a:pt x="20750" y="3289"/>
                  </a:lnTo>
                  <a:lnTo>
                    <a:pt x="20538" y="3070"/>
                  </a:lnTo>
                  <a:lnTo>
                    <a:pt x="20113" y="2851"/>
                  </a:lnTo>
                  <a:lnTo>
                    <a:pt x="19830" y="2851"/>
                  </a:lnTo>
                  <a:lnTo>
                    <a:pt x="19688" y="2851"/>
                  </a:lnTo>
                  <a:lnTo>
                    <a:pt x="19546" y="2851"/>
                  </a:lnTo>
                  <a:lnTo>
                    <a:pt x="19546" y="2631"/>
                  </a:lnTo>
                  <a:lnTo>
                    <a:pt x="19688" y="2631"/>
                  </a:lnTo>
                  <a:lnTo>
                    <a:pt x="19971" y="2412"/>
                  </a:lnTo>
                  <a:lnTo>
                    <a:pt x="20396" y="2631"/>
                  </a:lnTo>
                  <a:lnTo>
                    <a:pt x="20892" y="2851"/>
                  </a:lnTo>
                  <a:lnTo>
                    <a:pt x="21175" y="2851"/>
                  </a:lnTo>
                  <a:lnTo>
                    <a:pt x="21458" y="2851"/>
                  </a:lnTo>
                  <a:lnTo>
                    <a:pt x="21458" y="2412"/>
                  </a:lnTo>
                  <a:lnTo>
                    <a:pt x="21458" y="2193"/>
                  </a:lnTo>
                  <a:lnTo>
                    <a:pt x="20750" y="1974"/>
                  </a:lnTo>
                  <a:lnTo>
                    <a:pt x="20113" y="1754"/>
                  </a:lnTo>
                  <a:lnTo>
                    <a:pt x="20254" y="1754"/>
                  </a:lnTo>
                  <a:lnTo>
                    <a:pt x="20538" y="1754"/>
                  </a:lnTo>
                  <a:lnTo>
                    <a:pt x="21175" y="1974"/>
                  </a:lnTo>
                  <a:lnTo>
                    <a:pt x="21317" y="1974"/>
                  </a:lnTo>
                  <a:lnTo>
                    <a:pt x="21458" y="1974"/>
                  </a:lnTo>
                  <a:lnTo>
                    <a:pt x="21175" y="1535"/>
                  </a:lnTo>
                  <a:lnTo>
                    <a:pt x="20750" y="1316"/>
                  </a:lnTo>
                  <a:lnTo>
                    <a:pt x="19830" y="1535"/>
                  </a:lnTo>
                  <a:lnTo>
                    <a:pt x="19688" y="1535"/>
                  </a:lnTo>
                  <a:lnTo>
                    <a:pt x="19546" y="1316"/>
                  </a:lnTo>
                  <a:lnTo>
                    <a:pt x="19405" y="1096"/>
                  </a:lnTo>
                  <a:lnTo>
                    <a:pt x="19263" y="1096"/>
                  </a:lnTo>
                  <a:lnTo>
                    <a:pt x="19121" y="1316"/>
                  </a:lnTo>
                  <a:lnTo>
                    <a:pt x="18838" y="1535"/>
                  </a:lnTo>
                  <a:lnTo>
                    <a:pt x="18413" y="1754"/>
                  </a:lnTo>
                  <a:lnTo>
                    <a:pt x="18130" y="1754"/>
                  </a:lnTo>
                  <a:lnTo>
                    <a:pt x="17988" y="1754"/>
                  </a:lnTo>
                  <a:lnTo>
                    <a:pt x="17988" y="1535"/>
                  </a:lnTo>
                  <a:lnTo>
                    <a:pt x="17988" y="1316"/>
                  </a:lnTo>
                  <a:lnTo>
                    <a:pt x="18130" y="877"/>
                  </a:lnTo>
                  <a:lnTo>
                    <a:pt x="18130" y="658"/>
                  </a:lnTo>
                  <a:lnTo>
                    <a:pt x="17988" y="439"/>
                  </a:lnTo>
                  <a:lnTo>
                    <a:pt x="17847" y="439"/>
                  </a:lnTo>
                  <a:lnTo>
                    <a:pt x="17563" y="658"/>
                  </a:lnTo>
                  <a:lnTo>
                    <a:pt x="17422" y="877"/>
                  </a:lnTo>
                  <a:lnTo>
                    <a:pt x="17280" y="877"/>
                  </a:lnTo>
                  <a:lnTo>
                    <a:pt x="17138" y="877"/>
                  </a:lnTo>
                  <a:lnTo>
                    <a:pt x="16997" y="658"/>
                  </a:lnTo>
                  <a:lnTo>
                    <a:pt x="16855" y="219"/>
                  </a:lnTo>
                  <a:lnTo>
                    <a:pt x="16005" y="0"/>
                  </a:lnTo>
                  <a:lnTo>
                    <a:pt x="15722" y="219"/>
                  </a:lnTo>
                  <a:lnTo>
                    <a:pt x="15580" y="439"/>
                  </a:lnTo>
                  <a:lnTo>
                    <a:pt x="15155" y="877"/>
                  </a:lnTo>
                  <a:lnTo>
                    <a:pt x="14872" y="877"/>
                  </a:lnTo>
                  <a:lnTo>
                    <a:pt x="14589" y="658"/>
                  </a:lnTo>
                  <a:lnTo>
                    <a:pt x="14447" y="439"/>
                  </a:lnTo>
                  <a:lnTo>
                    <a:pt x="14022" y="219"/>
                  </a:lnTo>
                  <a:lnTo>
                    <a:pt x="13456" y="439"/>
                  </a:lnTo>
                  <a:lnTo>
                    <a:pt x="13172" y="658"/>
                  </a:lnTo>
                  <a:lnTo>
                    <a:pt x="13031" y="1096"/>
                  </a:lnTo>
                  <a:lnTo>
                    <a:pt x="13172" y="1316"/>
                  </a:lnTo>
                  <a:lnTo>
                    <a:pt x="13314" y="1535"/>
                  </a:lnTo>
                  <a:lnTo>
                    <a:pt x="13172" y="1535"/>
                  </a:lnTo>
                  <a:lnTo>
                    <a:pt x="12889" y="1316"/>
                  </a:lnTo>
                  <a:lnTo>
                    <a:pt x="12606" y="1096"/>
                  </a:lnTo>
                  <a:lnTo>
                    <a:pt x="12181" y="1316"/>
                  </a:lnTo>
                  <a:lnTo>
                    <a:pt x="11898" y="1535"/>
                  </a:lnTo>
                  <a:lnTo>
                    <a:pt x="11756" y="1754"/>
                  </a:lnTo>
                  <a:lnTo>
                    <a:pt x="11614" y="1974"/>
                  </a:lnTo>
                  <a:lnTo>
                    <a:pt x="11898" y="2412"/>
                  </a:lnTo>
                  <a:lnTo>
                    <a:pt x="12039" y="2631"/>
                  </a:lnTo>
                  <a:lnTo>
                    <a:pt x="12181" y="2851"/>
                  </a:lnTo>
                  <a:lnTo>
                    <a:pt x="12039" y="3289"/>
                  </a:lnTo>
                  <a:lnTo>
                    <a:pt x="11756" y="3947"/>
                  </a:lnTo>
                  <a:lnTo>
                    <a:pt x="11614" y="3947"/>
                  </a:lnTo>
                  <a:lnTo>
                    <a:pt x="11473" y="3947"/>
                  </a:lnTo>
                  <a:lnTo>
                    <a:pt x="11190" y="4166"/>
                  </a:lnTo>
                  <a:lnTo>
                    <a:pt x="10552" y="5044"/>
                  </a:lnTo>
                  <a:lnTo>
                    <a:pt x="9986" y="5482"/>
                  </a:lnTo>
                  <a:lnTo>
                    <a:pt x="9561" y="6140"/>
                  </a:lnTo>
                  <a:lnTo>
                    <a:pt x="9561" y="6359"/>
                  </a:lnTo>
                  <a:lnTo>
                    <a:pt x="8852" y="6579"/>
                  </a:lnTo>
                  <a:lnTo>
                    <a:pt x="8569" y="6798"/>
                  </a:lnTo>
                  <a:lnTo>
                    <a:pt x="8286" y="7017"/>
                  </a:lnTo>
                  <a:lnTo>
                    <a:pt x="8144" y="7017"/>
                  </a:lnTo>
                  <a:lnTo>
                    <a:pt x="8286" y="7017"/>
                  </a:lnTo>
                  <a:lnTo>
                    <a:pt x="8569" y="7017"/>
                  </a:lnTo>
                  <a:lnTo>
                    <a:pt x="8852" y="6798"/>
                  </a:lnTo>
                  <a:lnTo>
                    <a:pt x="9136" y="7017"/>
                  </a:lnTo>
                  <a:lnTo>
                    <a:pt x="9136" y="7456"/>
                  </a:lnTo>
                  <a:lnTo>
                    <a:pt x="8994" y="7675"/>
                  </a:lnTo>
                  <a:lnTo>
                    <a:pt x="8711" y="7894"/>
                  </a:lnTo>
                  <a:lnTo>
                    <a:pt x="8428" y="8114"/>
                  </a:lnTo>
                  <a:lnTo>
                    <a:pt x="8144" y="8333"/>
                  </a:lnTo>
                  <a:lnTo>
                    <a:pt x="7719" y="8991"/>
                  </a:lnTo>
                  <a:lnTo>
                    <a:pt x="7861" y="8991"/>
                  </a:lnTo>
                  <a:lnTo>
                    <a:pt x="7719" y="8991"/>
                  </a:lnTo>
                  <a:lnTo>
                    <a:pt x="7436" y="8991"/>
                  </a:lnTo>
                  <a:lnTo>
                    <a:pt x="7153" y="8991"/>
                  </a:lnTo>
                  <a:lnTo>
                    <a:pt x="7153" y="9210"/>
                  </a:lnTo>
                  <a:lnTo>
                    <a:pt x="7294" y="9210"/>
                  </a:lnTo>
                  <a:lnTo>
                    <a:pt x="7436" y="9429"/>
                  </a:lnTo>
                  <a:lnTo>
                    <a:pt x="7436" y="9649"/>
                  </a:lnTo>
                  <a:lnTo>
                    <a:pt x="6870" y="10307"/>
                  </a:lnTo>
                  <a:lnTo>
                    <a:pt x="6161" y="10526"/>
                  </a:lnTo>
                  <a:lnTo>
                    <a:pt x="5878" y="10526"/>
                  </a:lnTo>
                  <a:lnTo>
                    <a:pt x="5736" y="10307"/>
                  </a:lnTo>
                  <a:lnTo>
                    <a:pt x="5595" y="10307"/>
                  </a:lnTo>
                  <a:lnTo>
                    <a:pt x="5453" y="10307"/>
                  </a:lnTo>
                  <a:lnTo>
                    <a:pt x="5453" y="10526"/>
                  </a:lnTo>
                  <a:lnTo>
                    <a:pt x="5595" y="10745"/>
                  </a:lnTo>
                  <a:lnTo>
                    <a:pt x="5595" y="11184"/>
                  </a:lnTo>
                  <a:lnTo>
                    <a:pt x="5595" y="11403"/>
                  </a:lnTo>
                  <a:lnTo>
                    <a:pt x="5453" y="11403"/>
                  </a:lnTo>
                  <a:lnTo>
                    <a:pt x="5453" y="11184"/>
                  </a:lnTo>
                  <a:lnTo>
                    <a:pt x="5311" y="10745"/>
                  </a:lnTo>
                  <a:lnTo>
                    <a:pt x="5311" y="10526"/>
                  </a:lnTo>
                  <a:lnTo>
                    <a:pt x="5170" y="10745"/>
                  </a:lnTo>
                  <a:lnTo>
                    <a:pt x="5170" y="10964"/>
                  </a:lnTo>
                  <a:lnTo>
                    <a:pt x="4745" y="10964"/>
                  </a:lnTo>
                  <a:lnTo>
                    <a:pt x="4603" y="10964"/>
                  </a:lnTo>
                  <a:lnTo>
                    <a:pt x="4462" y="10964"/>
                  </a:lnTo>
                  <a:lnTo>
                    <a:pt x="4462" y="11403"/>
                  </a:lnTo>
                  <a:lnTo>
                    <a:pt x="4745" y="11622"/>
                  </a:lnTo>
                  <a:lnTo>
                    <a:pt x="4887" y="11842"/>
                  </a:lnTo>
                  <a:lnTo>
                    <a:pt x="4887" y="12061"/>
                  </a:lnTo>
                  <a:lnTo>
                    <a:pt x="4745" y="12061"/>
                  </a:lnTo>
                  <a:lnTo>
                    <a:pt x="4603" y="11622"/>
                  </a:lnTo>
                  <a:lnTo>
                    <a:pt x="4462" y="11403"/>
                  </a:lnTo>
                  <a:lnTo>
                    <a:pt x="4320" y="11184"/>
                  </a:lnTo>
                  <a:lnTo>
                    <a:pt x="4178" y="11403"/>
                  </a:lnTo>
                  <a:lnTo>
                    <a:pt x="4037" y="11622"/>
                  </a:lnTo>
                  <a:lnTo>
                    <a:pt x="3753" y="12061"/>
                  </a:lnTo>
                  <a:lnTo>
                    <a:pt x="3612" y="12061"/>
                  </a:lnTo>
                  <a:lnTo>
                    <a:pt x="4462" y="12061"/>
                  </a:lnTo>
                  <a:lnTo>
                    <a:pt x="4745" y="12061"/>
                  </a:lnTo>
                  <a:lnTo>
                    <a:pt x="4887" y="12280"/>
                  </a:lnTo>
                  <a:lnTo>
                    <a:pt x="4603" y="12280"/>
                  </a:lnTo>
                  <a:lnTo>
                    <a:pt x="4462" y="12061"/>
                  </a:lnTo>
                  <a:lnTo>
                    <a:pt x="3753" y="12280"/>
                  </a:lnTo>
                  <a:lnTo>
                    <a:pt x="3612" y="12280"/>
                  </a:lnTo>
                  <a:lnTo>
                    <a:pt x="3470" y="12280"/>
                  </a:lnTo>
                  <a:lnTo>
                    <a:pt x="3470" y="12499"/>
                  </a:lnTo>
                  <a:lnTo>
                    <a:pt x="3612" y="12938"/>
                  </a:lnTo>
                  <a:lnTo>
                    <a:pt x="3612" y="13267"/>
                  </a:lnTo>
                  <a:lnTo>
                    <a:pt x="3612" y="13486"/>
                  </a:lnTo>
                  <a:lnTo>
                    <a:pt x="3470" y="13486"/>
                  </a:lnTo>
                  <a:lnTo>
                    <a:pt x="3329" y="13486"/>
                  </a:lnTo>
                  <a:lnTo>
                    <a:pt x="3187" y="13267"/>
                  </a:lnTo>
                  <a:lnTo>
                    <a:pt x="3045" y="13267"/>
                  </a:lnTo>
                  <a:lnTo>
                    <a:pt x="2762" y="13486"/>
                  </a:lnTo>
                  <a:lnTo>
                    <a:pt x="2479" y="13925"/>
                  </a:lnTo>
                  <a:lnTo>
                    <a:pt x="2195" y="14363"/>
                  </a:lnTo>
                  <a:lnTo>
                    <a:pt x="1912" y="15021"/>
                  </a:lnTo>
                  <a:lnTo>
                    <a:pt x="2054" y="15021"/>
                  </a:lnTo>
                  <a:lnTo>
                    <a:pt x="1912" y="15460"/>
                  </a:lnTo>
                  <a:lnTo>
                    <a:pt x="1487" y="15898"/>
                  </a:lnTo>
                  <a:lnTo>
                    <a:pt x="921" y="16776"/>
                  </a:lnTo>
                  <a:lnTo>
                    <a:pt x="921" y="16995"/>
                  </a:lnTo>
                  <a:lnTo>
                    <a:pt x="921" y="17214"/>
                  </a:lnTo>
                  <a:lnTo>
                    <a:pt x="921" y="17434"/>
                  </a:lnTo>
                  <a:lnTo>
                    <a:pt x="425" y="18091"/>
                  </a:lnTo>
                  <a:lnTo>
                    <a:pt x="567" y="18091"/>
                  </a:lnTo>
                  <a:lnTo>
                    <a:pt x="425" y="18091"/>
                  </a:lnTo>
                  <a:lnTo>
                    <a:pt x="283" y="18091"/>
                  </a:lnTo>
                  <a:lnTo>
                    <a:pt x="283" y="18311"/>
                  </a:lnTo>
                  <a:lnTo>
                    <a:pt x="425" y="18530"/>
                  </a:lnTo>
                  <a:lnTo>
                    <a:pt x="283" y="18749"/>
                  </a:lnTo>
                  <a:lnTo>
                    <a:pt x="142" y="19188"/>
                  </a:lnTo>
                  <a:lnTo>
                    <a:pt x="0" y="19188"/>
                  </a:lnTo>
                  <a:lnTo>
                    <a:pt x="142" y="19407"/>
                  </a:lnTo>
                  <a:lnTo>
                    <a:pt x="567" y="19846"/>
                  </a:lnTo>
                  <a:lnTo>
                    <a:pt x="779" y="19626"/>
                  </a:lnTo>
                  <a:lnTo>
                    <a:pt x="921" y="19626"/>
                  </a:lnTo>
                  <a:lnTo>
                    <a:pt x="1062" y="19626"/>
                  </a:lnTo>
                  <a:lnTo>
                    <a:pt x="1062" y="19846"/>
                  </a:lnTo>
                  <a:lnTo>
                    <a:pt x="921" y="20065"/>
                  </a:lnTo>
                  <a:lnTo>
                    <a:pt x="567" y="20504"/>
                  </a:lnTo>
                  <a:lnTo>
                    <a:pt x="142" y="20942"/>
                  </a:lnTo>
                  <a:lnTo>
                    <a:pt x="0" y="21161"/>
                  </a:lnTo>
                  <a:lnTo>
                    <a:pt x="142" y="21381"/>
                  </a:lnTo>
                  <a:lnTo>
                    <a:pt x="425" y="21600"/>
                  </a:lnTo>
                  <a:lnTo>
                    <a:pt x="567" y="21600"/>
                  </a:lnTo>
                  <a:lnTo>
                    <a:pt x="921" y="21381"/>
                  </a:lnTo>
                  <a:lnTo>
                    <a:pt x="1204" y="20942"/>
                  </a:lnTo>
                  <a:lnTo>
                    <a:pt x="1629" y="20284"/>
                  </a:lnTo>
                  <a:lnTo>
                    <a:pt x="1629" y="20504"/>
                  </a:lnTo>
                  <a:lnTo>
                    <a:pt x="1912" y="20065"/>
                  </a:lnTo>
                  <a:lnTo>
                    <a:pt x="2054" y="19846"/>
                  </a:lnTo>
                  <a:lnTo>
                    <a:pt x="2054" y="20065"/>
                  </a:lnTo>
                  <a:lnTo>
                    <a:pt x="2620" y="19407"/>
                  </a:lnTo>
                  <a:lnTo>
                    <a:pt x="3329" y="18530"/>
                  </a:lnTo>
                  <a:lnTo>
                    <a:pt x="4037" y="17872"/>
                  </a:lnTo>
                  <a:lnTo>
                    <a:pt x="4037" y="18091"/>
                  </a:lnTo>
                  <a:lnTo>
                    <a:pt x="4178" y="18311"/>
                  </a:lnTo>
                  <a:lnTo>
                    <a:pt x="4178" y="17872"/>
                  </a:lnTo>
                  <a:lnTo>
                    <a:pt x="4320" y="17434"/>
                  </a:lnTo>
                  <a:lnTo>
                    <a:pt x="4462" y="17653"/>
                  </a:lnTo>
                  <a:lnTo>
                    <a:pt x="4603" y="17653"/>
                  </a:lnTo>
                  <a:lnTo>
                    <a:pt x="4745" y="17434"/>
                  </a:lnTo>
                  <a:lnTo>
                    <a:pt x="4887" y="17214"/>
                  </a:lnTo>
                  <a:lnTo>
                    <a:pt x="4887" y="16776"/>
                  </a:lnTo>
                  <a:lnTo>
                    <a:pt x="5028" y="16556"/>
                  </a:lnTo>
                  <a:lnTo>
                    <a:pt x="5453" y="16556"/>
                  </a:lnTo>
                  <a:lnTo>
                    <a:pt x="5878" y="16776"/>
                  </a:lnTo>
                  <a:lnTo>
                    <a:pt x="5878" y="16556"/>
                  </a:lnTo>
                  <a:lnTo>
                    <a:pt x="6020" y="16337"/>
                  </a:lnTo>
                  <a:lnTo>
                    <a:pt x="6161" y="16776"/>
                  </a:lnTo>
                  <a:lnTo>
                    <a:pt x="6586" y="16556"/>
                  </a:lnTo>
                  <a:lnTo>
                    <a:pt x="6870" y="16118"/>
                  </a:lnTo>
                  <a:lnTo>
                    <a:pt x="7011" y="16118"/>
                  </a:lnTo>
                  <a:lnTo>
                    <a:pt x="7011" y="16337"/>
                  </a:lnTo>
                  <a:lnTo>
                    <a:pt x="7153" y="16776"/>
                  </a:lnTo>
                  <a:lnTo>
                    <a:pt x="7436" y="16776"/>
                  </a:lnTo>
                  <a:lnTo>
                    <a:pt x="8003" y="16776"/>
                  </a:lnTo>
                  <a:lnTo>
                    <a:pt x="8286" y="16337"/>
                  </a:lnTo>
                  <a:lnTo>
                    <a:pt x="8711" y="16118"/>
                  </a:lnTo>
                  <a:lnTo>
                    <a:pt x="8852" y="16118"/>
                  </a:lnTo>
                  <a:lnTo>
                    <a:pt x="8994" y="15679"/>
                  </a:lnTo>
                  <a:lnTo>
                    <a:pt x="9277" y="15898"/>
                  </a:lnTo>
                  <a:lnTo>
                    <a:pt x="9419" y="15898"/>
                  </a:lnTo>
                  <a:lnTo>
                    <a:pt x="9702" y="15241"/>
                  </a:lnTo>
                  <a:lnTo>
                    <a:pt x="9844" y="15021"/>
                  </a:lnTo>
                  <a:lnTo>
                    <a:pt x="9986" y="14802"/>
                  </a:lnTo>
                  <a:lnTo>
                    <a:pt x="10552" y="15021"/>
                  </a:lnTo>
                  <a:lnTo>
                    <a:pt x="10906" y="15241"/>
                  </a:lnTo>
                  <a:lnTo>
                    <a:pt x="11190" y="15460"/>
                  </a:lnTo>
                  <a:lnTo>
                    <a:pt x="11331" y="15679"/>
                  </a:lnTo>
                  <a:lnTo>
                    <a:pt x="11473" y="16118"/>
                  </a:lnTo>
                  <a:lnTo>
                    <a:pt x="12039" y="15898"/>
                  </a:lnTo>
                  <a:lnTo>
                    <a:pt x="12889" y="15241"/>
                  </a:lnTo>
                  <a:lnTo>
                    <a:pt x="13172" y="15460"/>
                  </a:lnTo>
                  <a:lnTo>
                    <a:pt x="13597" y="15241"/>
                  </a:lnTo>
                  <a:lnTo>
                    <a:pt x="13739" y="15241"/>
                  </a:lnTo>
                  <a:lnTo>
                    <a:pt x="13739" y="15021"/>
                  </a:lnTo>
                  <a:lnTo>
                    <a:pt x="13456" y="14802"/>
                  </a:lnTo>
                  <a:lnTo>
                    <a:pt x="12889" y="14583"/>
                  </a:lnTo>
                  <a:lnTo>
                    <a:pt x="12464" y="14363"/>
                  </a:lnTo>
                  <a:lnTo>
                    <a:pt x="12039" y="13925"/>
                  </a:lnTo>
                  <a:lnTo>
                    <a:pt x="12323" y="13925"/>
                  </a:lnTo>
                  <a:lnTo>
                    <a:pt x="12606" y="13925"/>
                  </a:lnTo>
                  <a:lnTo>
                    <a:pt x="12889" y="13925"/>
                  </a:lnTo>
                  <a:lnTo>
                    <a:pt x="12889" y="13706"/>
                  </a:lnTo>
                  <a:lnTo>
                    <a:pt x="12889" y="13486"/>
                  </a:lnTo>
                  <a:lnTo>
                    <a:pt x="12889" y="13267"/>
                  </a:lnTo>
                  <a:lnTo>
                    <a:pt x="13314" y="12938"/>
                  </a:lnTo>
                  <a:lnTo>
                    <a:pt x="13597" y="13267"/>
                  </a:lnTo>
                  <a:lnTo>
                    <a:pt x="13456" y="12499"/>
                  </a:lnTo>
                  <a:lnTo>
                    <a:pt x="13456" y="11842"/>
                  </a:lnTo>
                  <a:lnTo>
                    <a:pt x="13456" y="11622"/>
                  </a:lnTo>
                  <a:lnTo>
                    <a:pt x="13881" y="12938"/>
                  </a:lnTo>
                  <a:lnTo>
                    <a:pt x="13739" y="13267"/>
                  </a:lnTo>
                  <a:lnTo>
                    <a:pt x="13597" y="13267"/>
                  </a:lnTo>
                  <a:lnTo>
                    <a:pt x="13739" y="14144"/>
                  </a:lnTo>
                  <a:lnTo>
                    <a:pt x="13739" y="14583"/>
                  </a:lnTo>
                  <a:lnTo>
                    <a:pt x="14022" y="14583"/>
                  </a:lnTo>
                  <a:lnTo>
                    <a:pt x="14164" y="14363"/>
                  </a:lnTo>
                  <a:lnTo>
                    <a:pt x="14164" y="14144"/>
                  </a:lnTo>
                  <a:lnTo>
                    <a:pt x="14306" y="14144"/>
                  </a:lnTo>
                  <a:lnTo>
                    <a:pt x="14164" y="14363"/>
                  </a:lnTo>
                  <a:lnTo>
                    <a:pt x="14022" y="14583"/>
                  </a:lnTo>
                  <a:lnTo>
                    <a:pt x="14164" y="14802"/>
                  </a:lnTo>
                  <a:lnTo>
                    <a:pt x="14306" y="14583"/>
                  </a:lnTo>
                  <a:lnTo>
                    <a:pt x="14730" y="13486"/>
                  </a:lnTo>
                  <a:lnTo>
                    <a:pt x="14872" y="12719"/>
                  </a:lnTo>
                  <a:lnTo>
                    <a:pt x="14872" y="12280"/>
                  </a:lnTo>
                  <a:lnTo>
                    <a:pt x="14589" y="12061"/>
                  </a:lnTo>
                  <a:lnTo>
                    <a:pt x="14447" y="12061"/>
                  </a:lnTo>
                  <a:lnTo>
                    <a:pt x="14164" y="12280"/>
                  </a:lnTo>
                  <a:lnTo>
                    <a:pt x="14306" y="12061"/>
                  </a:lnTo>
                  <a:lnTo>
                    <a:pt x="14447" y="11842"/>
                  </a:lnTo>
                  <a:lnTo>
                    <a:pt x="14447" y="11184"/>
                  </a:lnTo>
                  <a:lnTo>
                    <a:pt x="14447" y="10745"/>
                  </a:lnTo>
                  <a:lnTo>
                    <a:pt x="14589" y="10526"/>
                  </a:lnTo>
                  <a:lnTo>
                    <a:pt x="14730" y="10526"/>
                  </a:lnTo>
                  <a:lnTo>
                    <a:pt x="15014" y="10526"/>
                  </a:lnTo>
                  <a:lnTo>
                    <a:pt x="15439" y="10745"/>
                  </a:lnTo>
                  <a:lnTo>
                    <a:pt x="15580" y="10745"/>
                  </a:lnTo>
                  <a:lnTo>
                    <a:pt x="15722" y="10526"/>
                  </a:lnTo>
                  <a:lnTo>
                    <a:pt x="15722" y="11403"/>
                  </a:lnTo>
                  <a:lnTo>
                    <a:pt x="15722" y="11622"/>
                  </a:lnTo>
                  <a:lnTo>
                    <a:pt x="15864" y="11842"/>
                  </a:lnTo>
                  <a:lnTo>
                    <a:pt x="16005" y="11622"/>
                  </a:lnTo>
                  <a:lnTo>
                    <a:pt x="16289" y="11403"/>
                  </a:lnTo>
                  <a:lnTo>
                    <a:pt x="16430" y="11184"/>
                  </a:lnTo>
                  <a:lnTo>
                    <a:pt x="16430" y="10745"/>
                  </a:lnTo>
                  <a:lnTo>
                    <a:pt x="16430" y="10307"/>
                  </a:lnTo>
                  <a:lnTo>
                    <a:pt x="16572" y="10087"/>
                  </a:lnTo>
                  <a:lnTo>
                    <a:pt x="16713" y="10087"/>
                  </a:lnTo>
                  <a:lnTo>
                    <a:pt x="16997" y="10307"/>
                  </a:lnTo>
                  <a:lnTo>
                    <a:pt x="17138" y="10526"/>
                  </a:lnTo>
                  <a:lnTo>
                    <a:pt x="17280" y="10526"/>
                  </a:lnTo>
                  <a:lnTo>
                    <a:pt x="17280" y="10307"/>
                  </a:lnTo>
                  <a:lnTo>
                    <a:pt x="16997" y="9868"/>
                  </a:lnTo>
                  <a:lnTo>
                    <a:pt x="16855" y="9649"/>
                  </a:lnTo>
                  <a:lnTo>
                    <a:pt x="16855" y="9429"/>
                  </a:lnTo>
                  <a:lnTo>
                    <a:pt x="16997" y="9210"/>
                  </a:lnTo>
                  <a:lnTo>
                    <a:pt x="17280" y="9429"/>
                  </a:lnTo>
                  <a:lnTo>
                    <a:pt x="17422" y="9429"/>
                  </a:lnTo>
                  <a:lnTo>
                    <a:pt x="17705" y="9429"/>
                  </a:lnTo>
                  <a:lnTo>
                    <a:pt x="17847" y="9210"/>
                  </a:lnTo>
                  <a:lnTo>
                    <a:pt x="17847" y="8772"/>
                  </a:lnTo>
                  <a:lnTo>
                    <a:pt x="17847" y="8114"/>
                  </a:lnTo>
                  <a:lnTo>
                    <a:pt x="17847" y="7894"/>
                  </a:lnTo>
                  <a:lnTo>
                    <a:pt x="17847" y="7675"/>
                  </a:lnTo>
                  <a:lnTo>
                    <a:pt x="18271" y="7894"/>
                  </a:lnTo>
                  <a:lnTo>
                    <a:pt x="18555" y="8114"/>
                  </a:lnTo>
                  <a:lnTo>
                    <a:pt x="18696" y="8114"/>
                  </a:lnTo>
                  <a:lnTo>
                    <a:pt x="18838" y="8114"/>
                  </a:lnTo>
                  <a:lnTo>
                    <a:pt x="18555" y="7456"/>
                  </a:lnTo>
                  <a:lnTo>
                    <a:pt x="18413" y="7237"/>
                  </a:lnTo>
                  <a:lnTo>
                    <a:pt x="18413" y="7017"/>
                  </a:lnTo>
                  <a:lnTo>
                    <a:pt x="19121" y="6140"/>
                  </a:lnTo>
                  <a:lnTo>
                    <a:pt x="20113" y="5044"/>
                  </a:lnTo>
                  <a:lnTo>
                    <a:pt x="19971" y="5263"/>
                  </a:lnTo>
                  <a:close/>
                  <a:moveTo>
                    <a:pt x="19971" y="5263"/>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6" name="AutoShape 18"/>
            <p:cNvSpPr>
              <a:spLocks/>
            </p:cNvSpPr>
            <p:nvPr/>
          </p:nvSpPr>
          <p:spPr bwMode="auto">
            <a:xfrm>
              <a:off x="3402" y="1304"/>
              <a:ext cx="96" cy="80"/>
            </a:xfrm>
            <a:custGeom>
              <a:avLst/>
              <a:gdLst/>
              <a:ahLst/>
              <a:cxnLst/>
              <a:rect l="0" t="0" r="r" b="b"/>
              <a:pathLst>
                <a:path w="21600" h="21600">
                  <a:moveTo>
                    <a:pt x="0" y="21600"/>
                  </a:moveTo>
                  <a:lnTo>
                    <a:pt x="0" y="21600"/>
                  </a:lnTo>
                  <a:lnTo>
                    <a:pt x="21600" y="0"/>
                  </a:lnTo>
                  <a:lnTo>
                    <a:pt x="0" y="17280"/>
                  </a:lnTo>
                  <a:lnTo>
                    <a:pt x="0" y="21600"/>
                  </a:lnTo>
                  <a:close/>
                  <a:moveTo>
                    <a:pt x="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7" name="AutoShape 19"/>
            <p:cNvSpPr>
              <a:spLocks/>
            </p:cNvSpPr>
            <p:nvPr/>
          </p:nvSpPr>
          <p:spPr bwMode="auto">
            <a:xfrm>
              <a:off x="3370" y="584"/>
              <a:ext cx="144" cy="80"/>
            </a:xfrm>
            <a:custGeom>
              <a:avLst/>
              <a:gdLst/>
              <a:ahLst/>
              <a:cxnLst/>
              <a:rect l="0" t="0" r="r" b="b"/>
              <a:pathLst>
                <a:path w="21600" h="21600">
                  <a:moveTo>
                    <a:pt x="12000" y="0"/>
                  </a:moveTo>
                  <a:lnTo>
                    <a:pt x="12000" y="0"/>
                  </a:lnTo>
                  <a:lnTo>
                    <a:pt x="4800" y="8640"/>
                  </a:lnTo>
                  <a:lnTo>
                    <a:pt x="0" y="21600"/>
                  </a:lnTo>
                  <a:lnTo>
                    <a:pt x="2400" y="21600"/>
                  </a:lnTo>
                  <a:lnTo>
                    <a:pt x="7200" y="12960"/>
                  </a:lnTo>
                  <a:lnTo>
                    <a:pt x="21600" y="4320"/>
                  </a:lnTo>
                  <a:lnTo>
                    <a:pt x="16800" y="0"/>
                  </a:lnTo>
                  <a:lnTo>
                    <a:pt x="12000" y="0"/>
                  </a:lnTo>
                  <a:close/>
                  <a:moveTo>
                    <a:pt x="120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8" name="AutoShape 20"/>
            <p:cNvSpPr>
              <a:spLocks/>
            </p:cNvSpPr>
            <p:nvPr/>
          </p:nvSpPr>
          <p:spPr bwMode="auto">
            <a:xfrm>
              <a:off x="5739" y="2112"/>
              <a:ext cx="48" cy="16"/>
            </a:xfrm>
            <a:custGeom>
              <a:avLst/>
              <a:gdLst/>
              <a:ahLst/>
              <a:cxnLst/>
              <a:rect l="0" t="0" r="r" b="b"/>
              <a:pathLst>
                <a:path w="21600" h="21600">
                  <a:moveTo>
                    <a:pt x="7200" y="21600"/>
                  </a:moveTo>
                  <a:lnTo>
                    <a:pt x="7200" y="21600"/>
                  </a:lnTo>
                  <a:lnTo>
                    <a:pt x="14400" y="21600"/>
                  </a:lnTo>
                  <a:lnTo>
                    <a:pt x="14400" y="0"/>
                  </a:lnTo>
                  <a:lnTo>
                    <a:pt x="21600" y="0"/>
                  </a:lnTo>
                  <a:lnTo>
                    <a:pt x="14400" y="0"/>
                  </a:lnTo>
                  <a:lnTo>
                    <a:pt x="0" y="0"/>
                  </a:lnTo>
                  <a:lnTo>
                    <a:pt x="0" y="21600"/>
                  </a:lnTo>
                  <a:lnTo>
                    <a:pt x="7200" y="21600"/>
                  </a:lnTo>
                  <a:close/>
                  <a:moveTo>
                    <a:pt x="72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9" name="AutoShape 21"/>
            <p:cNvSpPr>
              <a:spLocks/>
            </p:cNvSpPr>
            <p:nvPr/>
          </p:nvSpPr>
          <p:spPr bwMode="auto">
            <a:xfrm>
              <a:off x="2529" y="664"/>
              <a:ext cx="1241" cy="912"/>
            </a:xfrm>
            <a:custGeom>
              <a:avLst/>
              <a:gdLst/>
              <a:ahLst/>
              <a:cxnLst/>
              <a:rect l="0" t="0" r="r" b="b"/>
              <a:pathLst>
                <a:path w="21600" h="21600">
                  <a:moveTo>
                    <a:pt x="1672" y="16674"/>
                  </a:moveTo>
                  <a:lnTo>
                    <a:pt x="1672" y="16674"/>
                  </a:lnTo>
                  <a:lnTo>
                    <a:pt x="1394" y="18189"/>
                  </a:lnTo>
                  <a:lnTo>
                    <a:pt x="557" y="19326"/>
                  </a:lnTo>
                  <a:lnTo>
                    <a:pt x="0" y="20463"/>
                  </a:lnTo>
                  <a:lnTo>
                    <a:pt x="0" y="20842"/>
                  </a:lnTo>
                  <a:lnTo>
                    <a:pt x="0" y="21221"/>
                  </a:lnTo>
                  <a:lnTo>
                    <a:pt x="279" y="21600"/>
                  </a:lnTo>
                  <a:lnTo>
                    <a:pt x="557" y="21221"/>
                  </a:lnTo>
                  <a:lnTo>
                    <a:pt x="1115" y="20842"/>
                  </a:lnTo>
                  <a:lnTo>
                    <a:pt x="1951" y="20842"/>
                  </a:lnTo>
                  <a:lnTo>
                    <a:pt x="2787" y="20084"/>
                  </a:lnTo>
                  <a:lnTo>
                    <a:pt x="3623" y="18947"/>
                  </a:lnTo>
                  <a:lnTo>
                    <a:pt x="4877" y="17053"/>
                  </a:lnTo>
                  <a:lnTo>
                    <a:pt x="5435" y="16295"/>
                  </a:lnTo>
                  <a:lnTo>
                    <a:pt x="6271" y="15537"/>
                  </a:lnTo>
                  <a:lnTo>
                    <a:pt x="6828" y="14779"/>
                  </a:lnTo>
                  <a:lnTo>
                    <a:pt x="7107" y="14400"/>
                  </a:lnTo>
                  <a:lnTo>
                    <a:pt x="7665" y="14021"/>
                  </a:lnTo>
                  <a:lnTo>
                    <a:pt x="7943" y="14400"/>
                  </a:lnTo>
                  <a:lnTo>
                    <a:pt x="7943" y="14779"/>
                  </a:lnTo>
                  <a:lnTo>
                    <a:pt x="7943" y="16295"/>
                  </a:lnTo>
                  <a:lnTo>
                    <a:pt x="7665" y="16674"/>
                  </a:lnTo>
                  <a:lnTo>
                    <a:pt x="7386" y="16674"/>
                  </a:lnTo>
                  <a:lnTo>
                    <a:pt x="6550" y="17053"/>
                  </a:lnTo>
                  <a:lnTo>
                    <a:pt x="5992" y="17811"/>
                  </a:lnTo>
                  <a:lnTo>
                    <a:pt x="5714" y="18189"/>
                  </a:lnTo>
                  <a:lnTo>
                    <a:pt x="5435" y="18568"/>
                  </a:lnTo>
                  <a:lnTo>
                    <a:pt x="6271" y="18189"/>
                  </a:lnTo>
                  <a:lnTo>
                    <a:pt x="7107" y="17811"/>
                  </a:lnTo>
                  <a:lnTo>
                    <a:pt x="8779" y="16674"/>
                  </a:lnTo>
                  <a:lnTo>
                    <a:pt x="8779" y="17053"/>
                  </a:lnTo>
                  <a:lnTo>
                    <a:pt x="9058" y="17432"/>
                  </a:lnTo>
                  <a:lnTo>
                    <a:pt x="9615" y="15158"/>
                  </a:lnTo>
                  <a:lnTo>
                    <a:pt x="10452" y="14021"/>
                  </a:lnTo>
                  <a:lnTo>
                    <a:pt x="11009" y="13263"/>
                  </a:lnTo>
                  <a:lnTo>
                    <a:pt x="10730" y="13263"/>
                  </a:lnTo>
                  <a:lnTo>
                    <a:pt x="10452" y="13263"/>
                  </a:lnTo>
                  <a:lnTo>
                    <a:pt x="10173" y="13263"/>
                  </a:lnTo>
                  <a:lnTo>
                    <a:pt x="10730" y="12884"/>
                  </a:lnTo>
                  <a:lnTo>
                    <a:pt x="11288" y="12505"/>
                  </a:lnTo>
                  <a:lnTo>
                    <a:pt x="11566" y="11747"/>
                  </a:lnTo>
                  <a:lnTo>
                    <a:pt x="12124" y="10611"/>
                  </a:lnTo>
                  <a:lnTo>
                    <a:pt x="12403" y="10989"/>
                  </a:lnTo>
                  <a:lnTo>
                    <a:pt x="12681" y="10989"/>
                  </a:lnTo>
                  <a:lnTo>
                    <a:pt x="12960" y="11368"/>
                  </a:lnTo>
                  <a:lnTo>
                    <a:pt x="13239" y="11368"/>
                  </a:lnTo>
                  <a:lnTo>
                    <a:pt x="13239" y="10989"/>
                  </a:lnTo>
                  <a:lnTo>
                    <a:pt x="13239" y="10611"/>
                  </a:lnTo>
                  <a:lnTo>
                    <a:pt x="13239" y="10232"/>
                  </a:lnTo>
                  <a:lnTo>
                    <a:pt x="13239" y="9853"/>
                  </a:lnTo>
                  <a:lnTo>
                    <a:pt x="13517" y="9474"/>
                  </a:lnTo>
                  <a:lnTo>
                    <a:pt x="13796" y="9474"/>
                  </a:lnTo>
                  <a:lnTo>
                    <a:pt x="14632" y="9853"/>
                  </a:lnTo>
                  <a:lnTo>
                    <a:pt x="15190" y="9853"/>
                  </a:lnTo>
                  <a:lnTo>
                    <a:pt x="15468" y="9853"/>
                  </a:lnTo>
                  <a:lnTo>
                    <a:pt x="15747" y="9095"/>
                  </a:lnTo>
                  <a:lnTo>
                    <a:pt x="15747" y="8337"/>
                  </a:lnTo>
                  <a:lnTo>
                    <a:pt x="15468" y="8337"/>
                  </a:lnTo>
                  <a:lnTo>
                    <a:pt x="14632" y="8337"/>
                  </a:lnTo>
                  <a:lnTo>
                    <a:pt x="14075" y="8716"/>
                  </a:lnTo>
                  <a:lnTo>
                    <a:pt x="14632" y="7958"/>
                  </a:lnTo>
                  <a:lnTo>
                    <a:pt x="15468" y="7579"/>
                  </a:lnTo>
                  <a:lnTo>
                    <a:pt x="16305" y="7579"/>
                  </a:lnTo>
                  <a:lnTo>
                    <a:pt x="16862" y="6821"/>
                  </a:lnTo>
                  <a:lnTo>
                    <a:pt x="16583" y="6821"/>
                  </a:lnTo>
                  <a:lnTo>
                    <a:pt x="16305" y="7200"/>
                  </a:lnTo>
                  <a:lnTo>
                    <a:pt x="15747" y="6821"/>
                  </a:lnTo>
                  <a:lnTo>
                    <a:pt x="16026" y="6442"/>
                  </a:lnTo>
                  <a:lnTo>
                    <a:pt x="16305" y="6063"/>
                  </a:lnTo>
                  <a:lnTo>
                    <a:pt x="17977" y="4926"/>
                  </a:lnTo>
                  <a:lnTo>
                    <a:pt x="18255" y="5305"/>
                  </a:lnTo>
                  <a:lnTo>
                    <a:pt x="18813" y="4926"/>
                  </a:lnTo>
                  <a:lnTo>
                    <a:pt x="19092" y="4547"/>
                  </a:lnTo>
                  <a:lnTo>
                    <a:pt x="19092" y="4168"/>
                  </a:lnTo>
                  <a:lnTo>
                    <a:pt x="18813" y="3789"/>
                  </a:lnTo>
                  <a:lnTo>
                    <a:pt x="18255" y="3789"/>
                  </a:lnTo>
                  <a:lnTo>
                    <a:pt x="17698" y="3411"/>
                  </a:lnTo>
                  <a:lnTo>
                    <a:pt x="18255" y="3032"/>
                  </a:lnTo>
                  <a:lnTo>
                    <a:pt x="18813" y="2653"/>
                  </a:lnTo>
                  <a:lnTo>
                    <a:pt x="19928" y="2653"/>
                  </a:lnTo>
                  <a:lnTo>
                    <a:pt x="20764" y="2274"/>
                  </a:lnTo>
                  <a:lnTo>
                    <a:pt x="21043" y="2274"/>
                  </a:lnTo>
                  <a:lnTo>
                    <a:pt x="21043" y="1895"/>
                  </a:lnTo>
                  <a:lnTo>
                    <a:pt x="21043" y="1516"/>
                  </a:lnTo>
                  <a:lnTo>
                    <a:pt x="20764" y="1137"/>
                  </a:lnTo>
                  <a:lnTo>
                    <a:pt x="19928" y="1137"/>
                  </a:lnTo>
                  <a:lnTo>
                    <a:pt x="19092" y="1137"/>
                  </a:lnTo>
                  <a:lnTo>
                    <a:pt x="18534" y="1516"/>
                  </a:lnTo>
                  <a:lnTo>
                    <a:pt x="17698" y="1895"/>
                  </a:lnTo>
                  <a:lnTo>
                    <a:pt x="16862" y="2274"/>
                  </a:lnTo>
                  <a:lnTo>
                    <a:pt x="16862" y="1895"/>
                  </a:lnTo>
                  <a:lnTo>
                    <a:pt x="18534" y="1137"/>
                  </a:lnTo>
                  <a:lnTo>
                    <a:pt x="20206" y="758"/>
                  </a:lnTo>
                  <a:lnTo>
                    <a:pt x="21043" y="758"/>
                  </a:lnTo>
                  <a:lnTo>
                    <a:pt x="21600" y="758"/>
                  </a:lnTo>
                  <a:lnTo>
                    <a:pt x="20485" y="379"/>
                  </a:lnTo>
                  <a:lnTo>
                    <a:pt x="19370" y="0"/>
                  </a:lnTo>
                  <a:lnTo>
                    <a:pt x="18534" y="379"/>
                  </a:lnTo>
                  <a:lnTo>
                    <a:pt x="17419" y="758"/>
                  </a:lnTo>
                  <a:lnTo>
                    <a:pt x="16305" y="1137"/>
                  </a:lnTo>
                  <a:lnTo>
                    <a:pt x="16026" y="1516"/>
                  </a:lnTo>
                  <a:lnTo>
                    <a:pt x="15747" y="1895"/>
                  </a:lnTo>
                  <a:lnTo>
                    <a:pt x="15468" y="2653"/>
                  </a:lnTo>
                  <a:lnTo>
                    <a:pt x="15190" y="3789"/>
                  </a:lnTo>
                  <a:lnTo>
                    <a:pt x="14354" y="4168"/>
                  </a:lnTo>
                  <a:lnTo>
                    <a:pt x="13796" y="4547"/>
                  </a:lnTo>
                  <a:lnTo>
                    <a:pt x="13796" y="4926"/>
                  </a:lnTo>
                  <a:lnTo>
                    <a:pt x="14075" y="5305"/>
                  </a:lnTo>
                  <a:lnTo>
                    <a:pt x="14632" y="4926"/>
                  </a:lnTo>
                  <a:lnTo>
                    <a:pt x="15190" y="4926"/>
                  </a:lnTo>
                  <a:lnTo>
                    <a:pt x="15468" y="4926"/>
                  </a:lnTo>
                  <a:lnTo>
                    <a:pt x="15468" y="5305"/>
                  </a:lnTo>
                  <a:lnTo>
                    <a:pt x="14911" y="5684"/>
                  </a:lnTo>
                  <a:lnTo>
                    <a:pt x="13796" y="6442"/>
                  </a:lnTo>
                  <a:lnTo>
                    <a:pt x="11845" y="7579"/>
                  </a:lnTo>
                  <a:lnTo>
                    <a:pt x="11288" y="8716"/>
                  </a:lnTo>
                  <a:lnTo>
                    <a:pt x="10730" y="9853"/>
                  </a:lnTo>
                  <a:lnTo>
                    <a:pt x="10173" y="10611"/>
                  </a:lnTo>
                  <a:lnTo>
                    <a:pt x="9058" y="11368"/>
                  </a:lnTo>
                  <a:lnTo>
                    <a:pt x="8501" y="11368"/>
                  </a:lnTo>
                  <a:lnTo>
                    <a:pt x="8222" y="11368"/>
                  </a:lnTo>
                  <a:lnTo>
                    <a:pt x="8222" y="11747"/>
                  </a:lnTo>
                  <a:lnTo>
                    <a:pt x="8222" y="12505"/>
                  </a:lnTo>
                  <a:lnTo>
                    <a:pt x="8222" y="12884"/>
                  </a:lnTo>
                  <a:lnTo>
                    <a:pt x="7943" y="13642"/>
                  </a:lnTo>
                  <a:lnTo>
                    <a:pt x="7665" y="13642"/>
                  </a:lnTo>
                  <a:lnTo>
                    <a:pt x="7386" y="13642"/>
                  </a:lnTo>
                  <a:lnTo>
                    <a:pt x="6828" y="13263"/>
                  </a:lnTo>
                  <a:lnTo>
                    <a:pt x="5714" y="12884"/>
                  </a:lnTo>
                  <a:lnTo>
                    <a:pt x="5156" y="12884"/>
                  </a:lnTo>
                  <a:lnTo>
                    <a:pt x="4877" y="12505"/>
                  </a:lnTo>
                  <a:lnTo>
                    <a:pt x="5156" y="12126"/>
                  </a:lnTo>
                  <a:lnTo>
                    <a:pt x="5435" y="12126"/>
                  </a:lnTo>
                  <a:lnTo>
                    <a:pt x="5714" y="11747"/>
                  </a:lnTo>
                  <a:lnTo>
                    <a:pt x="5435" y="10989"/>
                  </a:lnTo>
                  <a:lnTo>
                    <a:pt x="4877" y="10989"/>
                  </a:lnTo>
                  <a:lnTo>
                    <a:pt x="4599" y="11368"/>
                  </a:lnTo>
                  <a:lnTo>
                    <a:pt x="4320" y="12505"/>
                  </a:lnTo>
                  <a:lnTo>
                    <a:pt x="3902" y="14021"/>
                  </a:lnTo>
                  <a:lnTo>
                    <a:pt x="2787" y="15158"/>
                  </a:lnTo>
                  <a:lnTo>
                    <a:pt x="2230" y="15916"/>
                  </a:lnTo>
                  <a:lnTo>
                    <a:pt x="1672" y="16674"/>
                  </a:lnTo>
                  <a:close/>
                  <a:moveTo>
                    <a:pt x="1672" y="16674"/>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0" name="AutoShape 22"/>
            <p:cNvSpPr>
              <a:spLocks/>
            </p:cNvSpPr>
            <p:nvPr/>
          </p:nvSpPr>
          <p:spPr bwMode="auto">
            <a:xfrm>
              <a:off x="3818" y="2096"/>
              <a:ext cx="504" cy="352"/>
            </a:xfrm>
            <a:custGeom>
              <a:avLst/>
              <a:gdLst/>
              <a:ahLst/>
              <a:cxnLst/>
              <a:rect l="0" t="0" r="r" b="b"/>
              <a:pathLst>
                <a:path w="21600" h="21600">
                  <a:moveTo>
                    <a:pt x="2743" y="16691"/>
                  </a:moveTo>
                  <a:lnTo>
                    <a:pt x="2743" y="16691"/>
                  </a:lnTo>
                  <a:lnTo>
                    <a:pt x="2743" y="17673"/>
                  </a:lnTo>
                  <a:lnTo>
                    <a:pt x="4457" y="19636"/>
                  </a:lnTo>
                  <a:lnTo>
                    <a:pt x="5829" y="21600"/>
                  </a:lnTo>
                  <a:lnTo>
                    <a:pt x="7886" y="21600"/>
                  </a:lnTo>
                  <a:lnTo>
                    <a:pt x="12000" y="20618"/>
                  </a:lnTo>
                  <a:lnTo>
                    <a:pt x="16114" y="18655"/>
                  </a:lnTo>
                  <a:lnTo>
                    <a:pt x="16800" y="18655"/>
                  </a:lnTo>
                  <a:lnTo>
                    <a:pt x="17486" y="18655"/>
                  </a:lnTo>
                  <a:lnTo>
                    <a:pt x="18857" y="17673"/>
                  </a:lnTo>
                  <a:lnTo>
                    <a:pt x="19543" y="15709"/>
                  </a:lnTo>
                  <a:lnTo>
                    <a:pt x="20914" y="14727"/>
                  </a:lnTo>
                  <a:lnTo>
                    <a:pt x="21600" y="13745"/>
                  </a:lnTo>
                  <a:lnTo>
                    <a:pt x="21600" y="12764"/>
                  </a:lnTo>
                  <a:lnTo>
                    <a:pt x="21600" y="10800"/>
                  </a:lnTo>
                  <a:lnTo>
                    <a:pt x="20914" y="8836"/>
                  </a:lnTo>
                  <a:lnTo>
                    <a:pt x="20229" y="7855"/>
                  </a:lnTo>
                  <a:lnTo>
                    <a:pt x="18857" y="7855"/>
                  </a:lnTo>
                  <a:lnTo>
                    <a:pt x="16114" y="8836"/>
                  </a:lnTo>
                  <a:lnTo>
                    <a:pt x="14057" y="8836"/>
                  </a:lnTo>
                  <a:lnTo>
                    <a:pt x="13371" y="7855"/>
                  </a:lnTo>
                  <a:lnTo>
                    <a:pt x="12686" y="6873"/>
                  </a:lnTo>
                  <a:lnTo>
                    <a:pt x="12686" y="5891"/>
                  </a:lnTo>
                  <a:lnTo>
                    <a:pt x="12000" y="4909"/>
                  </a:lnTo>
                  <a:lnTo>
                    <a:pt x="12000" y="5891"/>
                  </a:lnTo>
                  <a:lnTo>
                    <a:pt x="11314" y="6873"/>
                  </a:lnTo>
                  <a:lnTo>
                    <a:pt x="10629" y="6873"/>
                  </a:lnTo>
                  <a:lnTo>
                    <a:pt x="9943" y="6873"/>
                  </a:lnTo>
                  <a:lnTo>
                    <a:pt x="8571" y="7855"/>
                  </a:lnTo>
                  <a:lnTo>
                    <a:pt x="8571" y="6873"/>
                  </a:lnTo>
                  <a:lnTo>
                    <a:pt x="7200" y="8836"/>
                  </a:lnTo>
                  <a:lnTo>
                    <a:pt x="7886" y="6873"/>
                  </a:lnTo>
                  <a:lnTo>
                    <a:pt x="8571" y="5891"/>
                  </a:lnTo>
                  <a:lnTo>
                    <a:pt x="8571" y="3927"/>
                  </a:lnTo>
                  <a:lnTo>
                    <a:pt x="8571" y="1964"/>
                  </a:lnTo>
                  <a:lnTo>
                    <a:pt x="7886" y="982"/>
                  </a:lnTo>
                  <a:lnTo>
                    <a:pt x="7200" y="0"/>
                  </a:lnTo>
                  <a:lnTo>
                    <a:pt x="5829" y="982"/>
                  </a:lnTo>
                  <a:lnTo>
                    <a:pt x="5143" y="1964"/>
                  </a:lnTo>
                  <a:lnTo>
                    <a:pt x="2743" y="4909"/>
                  </a:lnTo>
                  <a:lnTo>
                    <a:pt x="2057" y="4909"/>
                  </a:lnTo>
                  <a:lnTo>
                    <a:pt x="1371" y="3927"/>
                  </a:lnTo>
                  <a:lnTo>
                    <a:pt x="5829" y="6873"/>
                  </a:lnTo>
                  <a:lnTo>
                    <a:pt x="6514" y="6873"/>
                  </a:lnTo>
                  <a:lnTo>
                    <a:pt x="3771" y="7855"/>
                  </a:lnTo>
                  <a:lnTo>
                    <a:pt x="686" y="9818"/>
                  </a:lnTo>
                  <a:lnTo>
                    <a:pt x="0" y="10800"/>
                  </a:lnTo>
                  <a:lnTo>
                    <a:pt x="0" y="11782"/>
                  </a:lnTo>
                  <a:lnTo>
                    <a:pt x="686" y="13745"/>
                  </a:lnTo>
                  <a:lnTo>
                    <a:pt x="2743" y="16691"/>
                  </a:lnTo>
                  <a:close/>
                  <a:moveTo>
                    <a:pt x="2743" y="16691"/>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1" name="AutoShape 23"/>
            <p:cNvSpPr>
              <a:spLocks/>
            </p:cNvSpPr>
            <p:nvPr/>
          </p:nvSpPr>
          <p:spPr bwMode="auto">
            <a:xfrm>
              <a:off x="2689" y="936"/>
              <a:ext cx="280" cy="192"/>
            </a:xfrm>
            <a:custGeom>
              <a:avLst/>
              <a:gdLst/>
              <a:ahLst/>
              <a:cxnLst/>
              <a:rect l="0" t="0" r="r" b="b"/>
              <a:pathLst>
                <a:path w="21600" h="21600">
                  <a:moveTo>
                    <a:pt x="10491" y="5400"/>
                  </a:moveTo>
                  <a:lnTo>
                    <a:pt x="10491" y="5400"/>
                  </a:lnTo>
                  <a:lnTo>
                    <a:pt x="8023" y="5400"/>
                  </a:lnTo>
                  <a:lnTo>
                    <a:pt x="6789" y="3600"/>
                  </a:lnTo>
                  <a:lnTo>
                    <a:pt x="4937" y="5400"/>
                  </a:lnTo>
                  <a:lnTo>
                    <a:pt x="1234" y="12600"/>
                  </a:lnTo>
                  <a:lnTo>
                    <a:pt x="0" y="18000"/>
                  </a:lnTo>
                  <a:lnTo>
                    <a:pt x="0" y="19800"/>
                  </a:lnTo>
                  <a:lnTo>
                    <a:pt x="1234" y="21600"/>
                  </a:lnTo>
                  <a:lnTo>
                    <a:pt x="2469" y="21600"/>
                  </a:lnTo>
                  <a:lnTo>
                    <a:pt x="3703" y="19800"/>
                  </a:lnTo>
                  <a:lnTo>
                    <a:pt x="4937" y="16200"/>
                  </a:lnTo>
                  <a:lnTo>
                    <a:pt x="12960" y="9000"/>
                  </a:lnTo>
                  <a:lnTo>
                    <a:pt x="16663" y="3600"/>
                  </a:lnTo>
                  <a:lnTo>
                    <a:pt x="21600" y="0"/>
                  </a:lnTo>
                  <a:lnTo>
                    <a:pt x="20366" y="0"/>
                  </a:lnTo>
                  <a:lnTo>
                    <a:pt x="10491" y="5400"/>
                  </a:lnTo>
                  <a:close/>
                  <a:moveTo>
                    <a:pt x="10491" y="54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2" name="AutoShape 24"/>
            <p:cNvSpPr>
              <a:spLocks/>
            </p:cNvSpPr>
            <p:nvPr/>
          </p:nvSpPr>
          <p:spPr bwMode="auto">
            <a:xfrm>
              <a:off x="5579" y="3528"/>
              <a:ext cx="112" cy="96"/>
            </a:xfrm>
            <a:custGeom>
              <a:avLst/>
              <a:gdLst/>
              <a:ahLst/>
              <a:cxnLst/>
              <a:rect l="0" t="0" r="r" b="b"/>
              <a:pathLst>
                <a:path w="21600" h="21600">
                  <a:moveTo>
                    <a:pt x="6171" y="7200"/>
                  </a:moveTo>
                  <a:lnTo>
                    <a:pt x="6171" y="7200"/>
                  </a:lnTo>
                  <a:lnTo>
                    <a:pt x="0" y="7200"/>
                  </a:lnTo>
                  <a:lnTo>
                    <a:pt x="0" y="18000"/>
                  </a:lnTo>
                  <a:lnTo>
                    <a:pt x="0" y="21600"/>
                  </a:lnTo>
                  <a:lnTo>
                    <a:pt x="3086" y="21600"/>
                  </a:lnTo>
                  <a:lnTo>
                    <a:pt x="9257" y="18000"/>
                  </a:lnTo>
                  <a:lnTo>
                    <a:pt x="15429" y="10800"/>
                  </a:lnTo>
                  <a:lnTo>
                    <a:pt x="21600" y="0"/>
                  </a:lnTo>
                  <a:lnTo>
                    <a:pt x="6171" y="7200"/>
                  </a:lnTo>
                  <a:close/>
                  <a:moveTo>
                    <a:pt x="6171" y="72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3" name="AutoShape 25"/>
            <p:cNvSpPr>
              <a:spLocks/>
            </p:cNvSpPr>
            <p:nvPr/>
          </p:nvSpPr>
          <p:spPr bwMode="auto">
            <a:xfrm>
              <a:off x="4354" y="3448"/>
              <a:ext cx="48" cy="64"/>
            </a:xfrm>
            <a:custGeom>
              <a:avLst/>
              <a:gdLst/>
              <a:ahLst/>
              <a:cxnLst/>
              <a:rect l="0" t="0" r="r" b="b"/>
              <a:pathLst>
                <a:path w="21600" h="21600">
                  <a:moveTo>
                    <a:pt x="21600" y="5400"/>
                  </a:moveTo>
                  <a:lnTo>
                    <a:pt x="21600" y="5400"/>
                  </a:lnTo>
                  <a:lnTo>
                    <a:pt x="14400" y="0"/>
                  </a:lnTo>
                  <a:lnTo>
                    <a:pt x="0" y="21600"/>
                  </a:lnTo>
                  <a:lnTo>
                    <a:pt x="7200" y="16200"/>
                  </a:lnTo>
                  <a:lnTo>
                    <a:pt x="21600" y="5400"/>
                  </a:lnTo>
                  <a:close/>
                  <a:moveTo>
                    <a:pt x="21600" y="54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4" name="AutoShape 26"/>
            <p:cNvSpPr>
              <a:spLocks/>
            </p:cNvSpPr>
            <p:nvPr/>
          </p:nvSpPr>
          <p:spPr bwMode="auto">
            <a:xfrm>
              <a:off x="4274" y="3144"/>
              <a:ext cx="561" cy="1016"/>
            </a:xfrm>
            <a:custGeom>
              <a:avLst/>
              <a:gdLst/>
              <a:ahLst/>
              <a:cxnLst/>
              <a:rect l="0" t="0" r="r" b="b"/>
              <a:pathLst>
                <a:path w="21600" h="21600">
                  <a:moveTo>
                    <a:pt x="1851" y="21260"/>
                  </a:moveTo>
                  <a:lnTo>
                    <a:pt x="1851" y="21260"/>
                  </a:lnTo>
                  <a:lnTo>
                    <a:pt x="2469" y="21600"/>
                  </a:lnTo>
                  <a:lnTo>
                    <a:pt x="3703" y="21600"/>
                  </a:lnTo>
                  <a:lnTo>
                    <a:pt x="3703" y="21260"/>
                  </a:lnTo>
                  <a:lnTo>
                    <a:pt x="4320" y="20920"/>
                  </a:lnTo>
                  <a:lnTo>
                    <a:pt x="4320" y="20580"/>
                  </a:lnTo>
                  <a:lnTo>
                    <a:pt x="4937" y="20580"/>
                  </a:lnTo>
                  <a:lnTo>
                    <a:pt x="6171" y="20920"/>
                  </a:lnTo>
                  <a:lnTo>
                    <a:pt x="6789" y="21260"/>
                  </a:lnTo>
                  <a:lnTo>
                    <a:pt x="7406" y="21260"/>
                  </a:lnTo>
                  <a:lnTo>
                    <a:pt x="9257" y="20920"/>
                  </a:lnTo>
                  <a:lnTo>
                    <a:pt x="11109" y="20580"/>
                  </a:lnTo>
                  <a:lnTo>
                    <a:pt x="12960" y="20580"/>
                  </a:lnTo>
                  <a:lnTo>
                    <a:pt x="15429" y="20920"/>
                  </a:lnTo>
                  <a:lnTo>
                    <a:pt x="15429" y="21260"/>
                  </a:lnTo>
                  <a:lnTo>
                    <a:pt x="16046" y="21260"/>
                  </a:lnTo>
                  <a:lnTo>
                    <a:pt x="16663" y="20239"/>
                  </a:lnTo>
                  <a:lnTo>
                    <a:pt x="16663" y="19219"/>
                  </a:lnTo>
                  <a:lnTo>
                    <a:pt x="18514" y="18539"/>
                  </a:lnTo>
                  <a:lnTo>
                    <a:pt x="19749" y="18539"/>
                  </a:lnTo>
                  <a:lnTo>
                    <a:pt x="20983" y="18198"/>
                  </a:lnTo>
                  <a:lnTo>
                    <a:pt x="21600" y="16838"/>
                  </a:lnTo>
                  <a:lnTo>
                    <a:pt x="21600" y="15987"/>
                  </a:lnTo>
                  <a:lnTo>
                    <a:pt x="20983" y="15647"/>
                  </a:lnTo>
                  <a:lnTo>
                    <a:pt x="19749" y="15647"/>
                  </a:lnTo>
                  <a:lnTo>
                    <a:pt x="18514" y="15307"/>
                  </a:lnTo>
                  <a:lnTo>
                    <a:pt x="17897" y="14287"/>
                  </a:lnTo>
                  <a:lnTo>
                    <a:pt x="17897" y="12926"/>
                  </a:lnTo>
                  <a:lnTo>
                    <a:pt x="16663" y="11225"/>
                  </a:lnTo>
                  <a:lnTo>
                    <a:pt x="14811" y="8504"/>
                  </a:lnTo>
                  <a:lnTo>
                    <a:pt x="14811" y="8164"/>
                  </a:lnTo>
                  <a:lnTo>
                    <a:pt x="11109" y="6803"/>
                  </a:lnTo>
                  <a:lnTo>
                    <a:pt x="10491" y="6803"/>
                  </a:lnTo>
                  <a:lnTo>
                    <a:pt x="9874" y="6463"/>
                  </a:lnTo>
                  <a:lnTo>
                    <a:pt x="9874" y="6123"/>
                  </a:lnTo>
                  <a:lnTo>
                    <a:pt x="11109" y="5783"/>
                  </a:lnTo>
                  <a:lnTo>
                    <a:pt x="13577" y="5443"/>
                  </a:lnTo>
                  <a:lnTo>
                    <a:pt x="15429" y="5102"/>
                  </a:lnTo>
                  <a:lnTo>
                    <a:pt x="16663" y="4762"/>
                  </a:lnTo>
                  <a:lnTo>
                    <a:pt x="16663" y="4082"/>
                  </a:lnTo>
                  <a:lnTo>
                    <a:pt x="16046" y="3402"/>
                  </a:lnTo>
                  <a:lnTo>
                    <a:pt x="14811" y="3061"/>
                  </a:lnTo>
                  <a:lnTo>
                    <a:pt x="13577" y="3061"/>
                  </a:lnTo>
                  <a:lnTo>
                    <a:pt x="11726" y="3061"/>
                  </a:lnTo>
                  <a:lnTo>
                    <a:pt x="9874" y="2721"/>
                  </a:lnTo>
                  <a:lnTo>
                    <a:pt x="9257" y="2721"/>
                  </a:lnTo>
                  <a:lnTo>
                    <a:pt x="9874" y="2381"/>
                  </a:lnTo>
                  <a:lnTo>
                    <a:pt x="11109" y="2041"/>
                  </a:lnTo>
                  <a:lnTo>
                    <a:pt x="12960" y="1701"/>
                  </a:lnTo>
                  <a:lnTo>
                    <a:pt x="13577" y="1361"/>
                  </a:lnTo>
                  <a:lnTo>
                    <a:pt x="13577" y="1020"/>
                  </a:lnTo>
                  <a:lnTo>
                    <a:pt x="12960" y="340"/>
                  </a:lnTo>
                  <a:lnTo>
                    <a:pt x="11726" y="340"/>
                  </a:lnTo>
                  <a:lnTo>
                    <a:pt x="9257" y="0"/>
                  </a:lnTo>
                  <a:lnTo>
                    <a:pt x="9257" y="680"/>
                  </a:lnTo>
                  <a:lnTo>
                    <a:pt x="8023" y="1701"/>
                  </a:lnTo>
                  <a:lnTo>
                    <a:pt x="7406" y="1701"/>
                  </a:lnTo>
                  <a:lnTo>
                    <a:pt x="6789" y="1361"/>
                  </a:lnTo>
                  <a:lnTo>
                    <a:pt x="6171" y="1701"/>
                  </a:lnTo>
                  <a:lnTo>
                    <a:pt x="6171" y="2041"/>
                  </a:lnTo>
                  <a:lnTo>
                    <a:pt x="6789" y="2721"/>
                  </a:lnTo>
                  <a:lnTo>
                    <a:pt x="6171" y="3402"/>
                  </a:lnTo>
                  <a:lnTo>
                    <a:pt x="5554" y="4082"/>
                  </a:lnTo>
                  <a:lnTo>
                    <a:pt x="4937" y="4422"/>
                  </a:lnTo>
                  <a:lnTo>
                    <a:pt x="4937" y="5102"/>
                  </a:lnTo>
                  <a:lnTo>
                    <a:pt x="6171" y="4762"/>
                  </a:lnTo>
                  <a:lnTo>
                    <a:pt x="6789" y="4422"/>
                  </a:lnTo>
                  <a:lnTo>
                    <a:pt x="6171" y="5102"/>
                  </a:lnTo>
                  <a:lnTo>
                    <a:pt x="5554" y="5443"/>
                  </a:lnTo>
                  <a:lnTo>
                    <a:pt x="4320" y="6123"/>
                  </a:lnTo>
                  <a:lnTo>
                    <a:pt x="4320" y="6463"/>
                  </a:lnTo>
                  <a:lnTo>
                    <a:pt x="4937" y="6123"/>
                  </a:lnTo>
                  <a:lnTo>
                    <a:pt x="5554" y="5783"/>
                  </a:lnTo>
                  <a:lnTo>
                    <a:pt x="6171" y="5443"/>
                  </a:lnTo>
                  <a:lnTo>
                    <a:pt x="6789" y="5783"/>
                  </a:lnTo>
                  <a:lnTo>
                    <a:pt x="6789" y="6123"/>
                  </a:lnTo>
                  <a:lnTo>
                    <a:pt x="6789" y="6803"/>
                  </a:lnTo>
                  <a:lnTo>
                    <a:pt x="6789" y="7824"/>
                  </a:lnTo>
                  <a:lnTo>
                    <a:pt x="7406" y="9524"/>
                  </a:lnTo>
                  <a:lnTo>
                    <a:pt x="8640" y="12926"/>
                  </a:lnTo>
                  <a:lnTo>
                    <a:pt x="9257" y="13266"/>
                  </a:lnTo>
                  <a:lnTo>
                    <a:pt x="9257" y="13606"/>
                  </a:lnTo>
                  <a:lnTo>
                    <a:pt x="8023" y="13606"/>
                  </a:lnTo>
                  <a:lnTo>
                    <a:pt x="6171" y="13266"/>
                  </a:lnTo>
                  <a:lnTo>
                    <a:pt x="4320" y="13606"/>
                  </a:lnTo>
                  <a:lnTo>
                    <a:pt x="3703" y="13946"/>
                  </a:lnTo>
                  <a:lnTo>
                    <a:pt x="3086" y="14287"/>
                  </a:lnTo>
                  <a:lnTo>
                    <a:pt x="3086" y="14967"/>
                  </a:lnTo>
                  <a:lnTo>
                    <a:pt x="3703" y="14967"/>
                  </a:lnTo>
                  <a:lnTo>
                    <a:pt x="4937" y="15307"/>
                  </a:lnTo>
                  <a:lnTo>
                    <a:pt x="4937" y="15647"/>
                  </a:lnTo>
                  <a:lnTo>
                    <a:pt x="3703" y="15987"/>
                  </a:lnTo>
                  <a:lnTo>
                    <a:pt x="1851" y="16498"/>
                  </a:lnTo>
                  <a:lnTo>
                    <a:pt x="617" y="16498"/>
                  </a:lnTo>
                  <a:lnTo>
                    <a:pt x="0" y="16838"/>
                  </a:lnTo>
                  <a:lnTo>
                    <a:pt x="617" y="17178"/>
                  </a:lnTo>
                  <a:lnTo>
                    <a:pt x="1234" y="17518"/>
                  </a:lnTo>
                  <a:lnTo>
                    <a:pt x="3086" y="17858"/>
                  </a:lnTo>
                  <a:lnTo>
                    <a:pt x="4320" y="18539"/>
                  </a:lnTo>
                  <a:lnTo>
                    <a:pt x="5554" y="18879"/>
                  </a:lnTo>
                  <a:lnTo>
                    <a:pt x="6789" y="18539"/>
                  </a:lnTo>
                  <a:lnTo>
                    <a:pt x="7406" y="18198"/>
                  </a:lnTo>
                  <a:lnTo>
                    <a:pt x="8023" y="17858"/>
                  </a:lnTo>
                  <a:lnTo>
                    <a:pt x="8640" y="17858"/>
                  </a:lnTo>
                  <a:lnTo>
                    <a:pt x="8640" y="18539"/>
                  </a:lnTo>
                  <a:lnTo>
                    <a:pt x="8023" y="18879"/>
                  </a:lnTo>
                  <a:lnTo>
                    <a:pt x="6171" y="19219"/>
                  </a:lnTo>
                  <a:lnTo>
                    <a:pt x="4320" y="19219"/>
                  </a:lnTo>
                  <a:lnTo>
                    <a:pt x="3703" y="18879"/>
                  </a:lnTo>
                  <a:lnTo>
                    <a:pt x="3086" y="19219"/>
                  </a:lnTo>
                  <a:lnTo>
                    <a:pt x="0" y="19559"/>
                  </a:lnTo>
                  <a:lnTo>
                    <a:pt x="0" y="19899"/>
                  </a:lnTo>
                  <a:lnTo>
                    <a:pt x="0" y="20239"/>
                  </a:lnTo>
                  <a:lnTo>
                    <a:pt x="617" y="20580"/>
                  </a:lnTo>
                  <a:lnTo>
                    <a:pt x="1851" y="21260"/>
                  </a:lnTo>
                  <a:close/>
                  <a:moveTo>
                    <a:pt x="1851" y="2126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5" name="AutoShape 27"/>
            <p:cNvSpPr>
              <a:spLocks/>
            </p:cNvSpPr>
            <p:nvPr/>
          </p:nvSpPr>
          <p:spPr bwMode="auto">
            <a:xfrm>
              <a:off x="3906" y="3512"/>
              <a:ext cx="432" cy="368"/>
            </a:xfrm>
            <a:custGeom>
              <a:avLst/>
              <a:gdLst/>
              <a:ahLst/>
              <a:cxnLst/>
              <a:rect l="0" t="0" r="r" b="b"/>
              <a:pathLst>
                <a:path w="21600" h="21600">
                  <a:moveTo>
                    <a:pt x="13600" y="21600"/>
                  </a:moveTo>
                  <a:lnTo>
                    <a:pt x="13600" y="21600"/>
                  </a:lnTo>
                  <a:lnTo>
                    <a:pt x="14400" y="21600"/>
                  </a:lnTo>
                  <a:lnTo>
                    <a:pt x="15200" y="21600"/>
                  </a:lnTo>
                  <a:lnTo>
                    <a:pt x="17600" y="16904"/>
                  </a:lnTo>
                  <a:lnTo>
                    <a:pt x="18400" y="12209"/>
                  </a:lnTo>
                  <a:lnTo>
                    <a:pt x="18400" y="10330"/>
                  </a:lnTo>
                  <a:lnTo>
                    <a:pt x="18400" y="9391"/>
                  </a:lnTo>
                  <a:lnTo>
                    <a:pt x="19200" y="8452"/>
                  </a:lnTo>
                  <a:lnTo>
                    <a:pt x="20000" y="6574"/>
                  </a:lnTo>
                  <a:lnTo>
                    <a:pt x="21600" y="4696"/>
                  </a:lnTo>
                  <a:lnTo>
                    <a:pt x="21600" y="3757"/>
                  </a:lnTo>
                  <a:lnTo>
                    <a:pt x="21600" y="1878"/>
                  </a:lnTo>
                  <a:lnTo>
                    <a:pt x="20000" y="0"/>
                  </a:lnTo>
                  <a:lnTo>
                    <a:pt x="19200" y="0"/>
                  </a:lnTo>
                  <a:lnTo>
                    <a:pt x="17600" y="0"/>
                  </a:lnTo>
                  <a:lnTo>
                    <a:pt x="14400" y="2817"/>
                  </a:lnTo>
                  <a:lnTo>
                    <a:pt x="11200" y="5635"/>
                  </a:lnTo>
                  <a:lnTo>
                    <a:pt x="9600" y="5635"/>
                  </a:lnTo>
                  <a:lnTo>
                    <a:pt x="8000" y="3757"/>
                  </a:lnTo>
                  <a:lnTo>
                    <a:pt x="6400" y="3757"/>
                  </a:lnTo>
                  <a:lnTo>
                    <a:pt x="5600" y="4696"/>
                  </a:lnTo>
                  <a:lnTo>
                    <a:pt x="2400" y="11270"/>
                  </a:lnTo>
                  <a:lnTo>
                    <a:pt x="4000" y="9391"/>
                  </a:lnTo>
                  <a:lnTo>
                    <a:pt x="5600" y="8452"/>
                  </a:lnTo>
                  <a:lnTo>
                    <a:pt x="7200" y="7513"/>
                  </a:lnTo>
                  <a:lnTo>
                    <a:pt x="8000" y="8452"/>
                  </a:lnTo>
                  <a:lnTo>
                    <a:pt x="8000" y="12209"/>
                  </a:lnTo>
                  <a:lnTo>
                    <a:pt x="7200" y="13148"/>
                  </a:lnTo>
                  <a:lnTo>
                    <a:pt x="5600" y="14087"/>
                  </a:lnTo>
                  <a:lnTo>
                    <a:pt x="4000" y="15026"/>
                  </a:lnTo>
                  <a:lnTo>
                    <a:pt x="3200" y="15965"/>
                  </a:lnTo>
                  <a:lnTo>
                    <a:pt x="3200" y="16904"/>
                  </a:lnTo>
                  <a:lnTo>
                    <a:pt x="4800" y="15965"/>
                  </a:lnTo>
                  <a:lnTo>
                    <a:pt x="6400" y="15965"/>
                  </a:lnTo>
                  <a:lnTo>
                    <a:pt x="7200" y="15965"/>
                  </a:lnTo>
                  <a:lnTo>
                    <a:pt x="7200" y="16904"/>
                  </a:lnTo>
                  <a:lnTo>
                    <a:pt x="5600" y="17843"/>
                  </a:lnTo>
                  <a:lnTo>
                    <a:pt x="3200" y="18783"/>
                  </a:lnTo>
                  <a:lnTo>
                    <a:pt x="0" y="17843"/>
                  </a:lnTo>
                  <a:lnTo>
                    <a:pt x="13600" y="21600"/>
                  </a:lnTo>
                  <a:close/>
                  <a:moveTo>
                    <a:pt x="136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6" name="AutoShape 28"/>
            <p:cNvSpPr>
              <a:spLocks/>
            </p:cNvSpPr>
            <p:nvPr/>
          </p:nvSpPr>
          <p:spPr bwMode="auto">
            <a:xfrm>
              <a:off x="1448" y="2984"/>
              <a:ext cx="16" cy="48"/>
            </a:xfrm>
            <a:custGeom>
              <a:avLst/>
              <a:gdLst/>
              <a:ahLst/>
              <a:cxnLst/>
              <a:rect l="0" t="0" r="r" b="b"/>
              <a:pathLst>
                <a:path w="21600" h="21600">
                  <a:moveTo>
                    <a:pt x="21600" y="0"/>
                  </a:moveTo>
                  <a:lnTo>
                    <a:pt x="21600" y="0"/>
                  </a:lnTo>
                  <a:lnTo>
                    <a:pt x="0" y="14400"/>
                  </a:lnTo>
                  <a:lnTo>
                    <a:pt x="0" y="216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7" name="AutoShape 29"/>
            <p:cNvSpPr>
              <a:spLocks/>
            </p:cNvSpPr>
            <p:nvPr/>
          </p:nvSpPr>
          <p:spPr bwMode="auto">
            <a:xfrm>
              <a:off x="1368" y="2608"/>
              <a:ext cx="361" cy="424"/>
            </a:xfrm>
            <a:custGeom>
              <a:avLst/>
              <a:gdLst/>
              <a:ahLst/>
              <a:cxnLst/>
              <a:rect l="0" t="0" r="r" b="b"/>
              <a:pathLst>
                <a:path w="21600" h="21600">
                  <a:moveTo>
                    <a:pt x="19680" y="0"/>
                  </a:moveTo>
                  <a:lnTo>
                    <a:pt x="19680" y="0"/>
                  </a:lnTo>
                  <a:lnTo>
                    <a:pt x="17760" y="815"/>
                  </a:lnTo>
                  <a:lnTo>
                    <a:pt x="15360" y="1630"/>
                  </a:lnTo>
                  <a:lnTo>
                    <a:pt x="4800" y="7336"/>
                  </a:lnTo>
                  <a:lnTo>
                    <a:pt x="4800" y="6521"/>
                  </a:lnTo>
                  <a:lnTo>
                    <a:pt x="3840" y="6521"/>
                  </a:lnTo>
                  <a:lnTo>
                    <a:pt x="3840" y="7336"/>
                  </a:lnTo>
                  <a:lnTo>
                    <a:pt x="4800" y="8151"/>
                  </a:lnTo>
                  <a:lnTo>
                    <a:pt x="2880" y="10189"/>
                  </a:lnTo>
                  <a:lnTo>
                    <a:pt x="960" y="11819"/>
                  </a:lnTo>
                  <a:lnTo>
                    <a:pt x="0" y="13449"/>
                  </a:lnTo>
                  <a:lnTo>
                    <a:pt x="1920" y="15894"/>
                  </a:lnTo>
                  <a:lnTo>
                    <a:pt x="2880" y="15894"/>
                  </a:lnTo>
                  <a:lnTo>
                    <a:pt x="3840" y="15894"/>
                  </a:lnTo>
                  <a:lnTo>
                    <a:pt x="4800" y="15894"/>
                  </a:lnTo>
                  <a:lnTo>
                    <a:pt x="3840" y="17525"/>
                  </a:lnTo>
                  <a:lnTo>
                    <a:pt x="1920" y="18340"/>
                  </a:lnTo>
                  <a:lnTo>
                    <a:pt x="0" y="19970"/>
                  </a:lnTo>
                  <a:lnTo>
                    <a:pt x="0" y="20785"/>
                  </a:lnTo>
                  <a:lnTo>
                    <a:pt x="0" y="21600"/>
                  </a:lnTo>
                  <a:lnTo>
                    <a:pt x="1920" y="21600"/>
                  </a:lnTo>
                  <a:lnTo>
                    <a:pt x="3840" y="20785"/>
                  </a:lnTo>
                  <a:lnTo>
                    <a:pt x="4800" y="20785"/>
                  </a:lnTo>
                  <a:lnTo>
                    <a:pt x="3840" y="18340"/>
                  </a:lnTo>
                  <a:lnTo>
                    <a:pt x="4800" y="17525"/>
                  </a:lnTo>
                  <a:lnTo>
                    <a:pt x="5760" y="16709"/>
                  </a:lnTo>
                  <a:lnTo>
                    <a:pt x="6720" y="17525"/>
                  </a:lnTo>
                  <a:lnTo>
                    <a:pt x="8640" y="19155"/>
                  </a:lnTo>
                  <a:lnTo>
                    <a:pt x="9600" y="19155"/>
                  </a:lnTo>
                  <a:lnTo>
                    <a:pt x="10560" y="19155"/>
                  </a:lnTo>
                  <a:lnTo>
                    <a:pt x="10560" y="18340"/>
                  </a:lnTo>
                  <a:lnTo>
                    <a:pt x="9600" y="18340"/>
                  </a:lnTo>
                  <a:lnTo>
                    <a:pt x="8640" y="17525"/>
                  </a:lnTo>
                  <a:lnTo>
                    <a:pt x="10560" y="16709"/>
                  </a:lnTo>
                  <a:lnTo>
                    <a:pt x="9600" y="15894"/>
                  </a:lnTo>
                  <a:lnTo>
                    <a:pt x="11520" y="15079"/>
                  </a:lnTo>
                  <a:lnTo>
                    <a:pt x="12480" y="15079"/>
                  </a:lnTo>
                  <a:lnTo>
                    <a:pt x="13440" y="14264"/>
                  </a:lnTo>
                  <a:lnTo>
                    <a:pt x="12480" y="13449"/>
                  </a:lnTo>
                  <a:lnTo>
                    <a:pt x="11520" y="13449"/>
                  </a:lnTo>
                  <a:lnTo>
                    <a:pt x="10560" y="12634"/>
                  </a:lnTo>
                  <a:lnTo>
                    <a:pt x="9600" y="11819"/>
                  </a:lnTo>
                  <a:lnTo>
                    <a:pt x="9600" y="9374"/>
                  </a:lnTo>
                  <a:lnTo>
                    <a:pt x="10560" y="6521"/>
                  </a:lnTo>
                  <a:lnTo>
                    <a:pt x="21600" y="0"/>
                  </a:lnTo>
                  <a:lnTo>
                    <a:pt x="20640" y="0"/>
                  </a:lnTo>
                  <a:lnTo>
                    <a:pt x="19680" y="0"/>
                  </a:lnTo>
                  <a:close/>
                  <a:moveTo>
                    <a:pt x="1968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8" name="AutoShape 30"/>
            <p:cNvSpPr>
              <a:spLocks/>
            </p:cNvSpPr>
            <p:nvPr/>
          </p:nvSpPr>
          <p:spPr bwMode="auto">
            <a:xfrm>
              <a:off x="1384" y="3016"/>
              <a:ext cx="128" cy="128"/>
            </a:xfrm>
            <a:custGeom>
              <a:avLst/>
              <a:gdLst/>
              <a:ahLst/>
              <a:cxnLst/>
              <a:rect l="0" t="0" r="r" b="b"/>
              <a:pathLst>
                <a:path w="21600" h="21600">
                  <a:moveTo>
                    <a:pt x="0" y="16200"/>
                  </a:moveTo>
                  <a:lnTo>
                    <a:pt x="0" y="16200"/>
                  </a:lnTo>
                  <a:lnTo>
                    <a:pt x="0" y="18900"/>
                  </a:lnTo>
                  <a:lnTo>
                    <a:pt x="2700" y="21600"/>
                  </a:lnTo>
                  <a:lnTo>
                    <a:pt x="8100" y="16200"/>
                  </a:lnTo>
                  <a:lnTo>
                    <a:pt x="10800" y="8100"/>
                  </a:lnTo>
                  <a:lnTo>
                    <a:pt x="13500" y="5400"/>
                  </a:lnTo>
                  <a:lnTo>
                    <a:pt x="18900" y="2700"/>
                  </a:lnTo>
                  <a:lnTo>
                    <a:pt x="21600" y="2700"/>
                  </a:lnTo>
                  <a:lnTo>
                    <a:pt x="21600" y="0"/>
                  </a:lnTo>
                  <a:lnTo>
                    <a:pt x="18900" y="0"/>
                  </a:lnTo>
                  <a:lnTo>
                    <a:pt x="16200" y="2700"/>
                  </a:lnTo>
                  <a:lnTo>
                    <a:pt x="13500" y="5400"/>
                  </a:lnTo>
                  <a:lnTo>
                    <a:pt x="10800" y="5400"/>
                  </a:lnTo>
                  <a:lnTo>
                    <a:pt x="10800" y="2700"/>
                  </a:lnTo>
                  <a:lnTo>
                    <a:pt x="8100" y="10800"/>
                  </a:lnTo>
                  <a:lnTo>
                    <a:pt x="0" y="16200"/>
                  </a:lnTo>
                  <a:close/>
                  <a:moveTo>
                    <a:pt x="0" y="162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9" name="AutoShape 31"/>
            <p:cNvSpPr>
              <a:spLocks/>
            </p:cNvSpPr>
            <p:nvPr/>
          </p:nvSpPr>
          <p:spPr bwMode="auto">
            <a:xfrm>
              <a:off x="1208" y="2840"/>
              <a:ext cx="80" cy="96"/>
            </a:xfrm>
            <a:custGeom>
              <a:avLst/>
              <a:gdLst/>
              <a:ahLst/>
              <a:cxnLst/>
              <a:rect l="0" t="0" r="r" b="b"/>
              <a:pathLst>
                <a:path w="21600" h="21600">
                  <a:moveTo>
                    <a:pt x="0" y="14400"/>
                  </a:moveTo>
                  <a:lnTo>
                    <a:pt x="0" y="14400"/>
                  </a:lnTo>
                  <a:lnTo>
                    <a:pt x="0" y="18000"/>
                  </a:lnTo>
                  <a:lnTo>
                    <a:pt x="8640" y="21600"/>
                  </a:lnTo>
                  <a:lnTo>
                    <a:pt x="17280" y="10800"/>
                  </a:lnTo>
                  <a:lnTo>
                    <a:pt x="21600" y="0"/>
                  </a:lnTo>
                  <a:lnTo>
                    <a:pt x="8640" y="7200"/>
                  </a:lnTo>
                  <a:lnTo>
                    <a:pt x="0" y="14400"/>
                  </a:lnTo>
                  <a:close/>
                  <a:moveTo>
                    <a:pt x="0" y="144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0" name="AutoShape 32"/>
            <p:cNvSpPr>
              <a:spLocks/>
            </p:cNvSpPr>
            <p:nvPr/>
          </p:nvSpPr>
          <p:spPr bwMode="auto">
            <a:xfrm>
              <a:off x="5339" y="5240"/>
              <a:ext cx="80" cy="128"/>
            </a:xfrm>
            <a:custGeom>
              <a:avLst/>
              <a:gdLst/>
              <a:ahLst/>
              <a:cxnLst/>
              <a:rect l="0" t="0" r="r" b="b"/>
              <a:pathLst>
                <a:path w="21600" h="21600">
                  <a:moveTo>
                    <a:pt x="4320" y="21600"/>
                  </a:moveTo>
                  <a:lnTo>
                    <a:pt x="4320" y="21600"/>
                  </a:lnTo>
                  <a:lnTo>
                    <a:pt x="12960" y="13500"/>
                  </a:lnTo>
                  <a:lnTo>
                    <a:pt x="21600" y="0"/>
                  </a:lnTo>
                  <a:lnTo>
                    <a:pt x="8640" y="2700"/>
                  </a:lnTo>
                  <a:lnTo>
                    <a:pt x="0" y="8100"/>
                  </a:lnTo>
                  <a:lnTo>
                    <a:pt x="0" y="16200"/>
                  </a:lnTo>
                  <a:lnTo>
                    <a:pt x="0" y="21600"/>
                  </a:lnTo>
                  <a:lnTo>
                    <a:pt x="4320" y="21600"/>
                  </a:lnTo>
                  <a:close/>
                  <a:moveTo>
                    <a:pt x="432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1" name="AutoShape 33"/>
            <p:cNvSpPr>
              <a:spLocks/>
            </p:cNvSpPr>
            <p:nvPr/>
          </p:nvSpPr>
          <p:spPr bwMode="auto">
            <a:xfrm>
              <a:off x="5307" y="5432"/>
              <a:ext cx="160" cy="321"/>
            </a:xfrm>
            <a:custGeom>
              <a:avLst/>
              <a:gdLst/>
              <a:ahLst/>
              <a:cxnLst/>
              <a:rect l="0" t="0" r="r" b="b"/>
              <a:pathLst>
                <a:path w="21600" h="21600">
                  <a:moveTo>
                    <a:pt x="0" y="19440"/>
                  </a:moveTo>
                  <a:lnTo>
                    <a:pt x="0" y="19440"/>
                  </a:lnTo>
                  <a:lnTo>
                    <a:pt x="4320" y="20520"/>
                  </a:lnTo>
                  <a:lnTo>
                    <a:pt x="6480" y="21600"/>
                  </a:lnTo>
                  <a:lnTo>
                    <a:pt x="15120" y="19440"/>
                  </a:lnTo>
                  <a:lnTo>
                    <a:pt x="17280" y="17280"/>
                  </a:lnTo>
                  <a:lnTo>
                    <a:pt x="19440" y="14040"/>
                  </a:lnTo>
                  <a:lnTo>
                    <a:pt x="19440" y="10800"/>
                  </a:lnTo>
                  <a:lnTo>
                    <a:pt x="19440" y="9720"/>
                  </a:lnTo>
                  <a:lnTo>
                    <a:pt x="17280" y="8640"/>
                  </a:lnTo>
                  <a:lnTo>
                    <a:pt x="19440" y="7560"/>
                  </a:lnTo>
                  <a:lnTo>
                    <a:pt x="21600" y="6480"/>
                  </a:lnTo>
                  <a:lnTo>
                    <a:pt x="17280" y="3240"/>
                  </a:lnTo>
                  <a:lnTo>
                    <a:pt x="12960" y="0"/>
                  </a:lnTo>
                  <a:lnTo>
                    <a:pt x="2160" y="19440"/>
                  </a:lnTo>
                  <a:lnTo>
                    <a:pt x="0" y="19440"/>
                  </a:lnTo>
                  <a:close/>
                  <a:moveTo>
                    <a:pt x="0" y="1944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2" name="AutoShape 34"/>
            <p:cNvSpPr>
              <a:spLocks/>
            </p:cNvSpPr>
            <p:nvPr/>
          </p:nvSpPr>
          <p:spPr bwMode="auto">
            <a:xfrm>
              <a:off x="7124" y="5561"/>
              <a:ext cx="32" cy="48"/>
            </a:xfrm>
            <a:custGeom>
              <a:avLst/>
              <a:gdLst/>
              <a:ahLst/>
              <a:cxnLst/>
              <a:rect l="0" t="0" r="r" b="b"/>
              <a:pathLst>
                <a:path w="21600" h="21600">
                  <a:moveTo>
                    <a:pt x="0" y="0"/>
                  </a:moveTo>
                  <a:lnTo>
                    <a:pt x="0" y="0"/>
                  </a:lnTo>
                  <a:lnTo>
                    <a:pt x="0" y="14400"/>
                  </a:lnTo>
                  <a:lnTo>
                    <a:pt x="10800" y="21600"/>
                  </a:lnTo>
                  <a:lnTo>
                    <a:pt x="21600" y="14400"/>
                  </a:lnTo>
                  <a:lnTo>
                    <a:pt x="10800" y="0"/>
                  </a:lnTo>
                  <a:lnTo>
                    <a:pt x="0" y="0"/>
                  </a:lnTo>
                  <a:close/>
                  <a:moveTo>
                    <a:pt x="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3" name="AutoShape 35"/>
            <p:cNvSpPr>
              <a:spLocks/>
            </p:cNvSpPr>
            <p:nvPr/>
          </p:nvSpPr>
          <p:spPr bwMode="auto">
            <a:xfrm>
              <a:off x="5723" y="5817"/>
              <a:ext cx="336" cy="224"/>
            </a:xfrm>
            <a:custGeom>
              <a:avLst/>
              <a:gdLst/>
              <a:ahLst/>
              <a:cxnLst/>
              <a:rect l="0" t="0" r="r" b="b"/>
              <a:pathLst>
                <a:path w="21600" h="21600">
                  <a:moveTo>
                    <a:pt x="17486" y="1543"/>
                  </a:moveTo>
                  <a:lnTo>
                    <a:pt x="17486" y="1543"/>
                  </a:lnTo>
                  <a:lnTo>
                    <a:pt x="11314" y="3086"/>
                  </a:lnTo>
                  <a:lnTo>
                    <a:pt x="9257" y="4629"/>
                  </a:lnTo>
                  <a:lnTo>
                    <a:pt x="7200" y="3086"/>
                  </a:lnTo>
                  <a:lnTo>
                    <a:pt x="6171" y="1543"/>
                  </a:lnTo>
                  <a:lnTo>
                    <a:pt x="5143" y="1543"/>
                  </a:lnTo>
                  <a:lnTo>
                    <a:pt x="2057" y="1543"/>
                  </a:lnTo>
                  <a:lnTo>
                    <a:pt x="1029" y="4629"/>
                  </a:lnTo>
                  <a:lnTo>
                    <a:pt x="0" y="7714"/>
                  </a:lnTo>
                  <a:lnTo>
                    <a:pt x="1029" y="9257"/>
                  </a:lnTo>
                  <a:lnTo>
                    <a:pt x="3086" y="9257"/>
                  </a:lnTo>
                  <a:lnTo>
                    <a:pt x="5143" y="10800"/>
                  </a:lnTo>
                  <a:lnTo>
                    <a:pt x="9257" y="15429"/>
                  </a:lnTo>
                  <a:lnTo>
                    <a:pt x="13371" y="15429"/>
                  </a:lnTo>
                  <a:lnTo>
                    <a:pt x="14400" y="18514"/>
                  </a:lnTo>
                  <a:lnTo>
                    <a:pt x="15429" y="20057"/>
                  </a:lnTo>
                  <a:lnTo>
                    <a:pt x="16457" y="21600"/>
                  </a:lnTo>
                  <a:lnTo>
                    <a:pt x="18514" y="21600"/>
                  </a:lnTo>
                  <a:lnTo>
                    <a:pt x="19543" y="20057"/>
                  </a:lnTo>
                  <a:lnTo>
                    <a:pt x="20571" y="18514"/>
                  </a:lnTo>
                  <a:lnTo>
                    <a:pt x="20571" y="15429"/>
                  </a:lnTo>
                  <a:lnTo>
                    <a:pt x="18514" y="12343"/>
                  </a:lnTo>
                  <a:lnTo>
                    <a:pt x="18514" y="10800"/>
                  </a:lnTo>
                  <a:lnTo>
                    <a:pt x="19543" y="4629"/>
                  </a:lnTo>
                  <a:lnTo>
                    <a:pt x="21600" y="0"/>
                  </a:lnTo>
                  <a:lnTo>
                    <a:pt x="17486" y="1543"/>
                  </a:lnTo>
                  <a:close/>
                  <a:moveTo>
                    <a:pt x="17486" y="1543"/>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4" name="AutoShape 36"/>
            <p:cNvSpPr>
              <a:spLocks/>
            </p:cNvSpPr>
            <p:nvPr/>
          </p:nvSpPr>
          <p:spPr bwMode="auto">
            <a:xfrm>
              <a:off x="7804" y="5833"/>
              <a:ext cx="209" cy="208"/>
            </a:xfrm>
            <a:custGeom>
              <a:avLst/>
              <a:gdLst/>
              <a:ahLst/>
              <a:cxnLst/>
              <a:rect l="0" t="0" r="r" b="b"/>
              <a:pathLst>
                <a:path w="21600" h="21600">
                  <a:moveTo>
                    <a:pt x="0" y="14954"/>
                  </a:moveTo>
                  <a:lnTo>
                    <a:pt x="0" y="14954"/>
                  </a:lnTo>
                  <a:lnTo>
                    <a:pt x="1662" y="18277"/>
                  </a:lnTo>
                  <a:lnTo>
                    <a:pt x="4985" y="19938"/>
                  </a:lnTo>
                  <a:lnTo>
                    <a:pt x="6646" y="21600"/>
                  </a:lnTo>
                  <a:lnTo>
                    <a:pt x="8308" y="19938"/>
                  </a:lnTo>
                  <a:lnTo>
                    <a:pt x="14954" y="13292"/>
                  </a:lnTo>
                  <a:lnTo>
                    <a:pt x="16615" y="11631"/>
                  </a:lnTo>
                  <a:lnTo>
                    <a:pt x="18277" y="11631"/>
                  </a:lnTo>
                  <a:lnTo>
                    <a:pt x="19938" y="6646"/>
                  </a:lnTo>
                  <a:lnTo>
                    <a:pt x="21600" y="0"/>
                  </a:lnTo>
                  <a:lnTo>
                    <a:pt x="18277" y="3323"/>
                  </a:lnTo>
                  <a:lnTo>
                    <a:pt x="14954" y="6646"/>
                  </a:lnTo>
                  <a:lnTo>
                    <a:pt x="9969" y="6646"/>
                  </a:lnTo>
                  <a:lnTo>
                    <a:pt x="4985" y="8308"/>
                  </a:lnTo>
                  <a:lnTo>
                    <a:pt x="4985" y="9969"/>
                  </a:lnTo>
                  <a:lnTo>
                    <a:pt x="6646" y="11631"/>
                  </a:lnTo>
                  <a:lnTo>
                    <a:pt x="1662" y="13292"/>
                  </a:lnTo>
                  <a:lnTo>
                    <a:pt x="0" y="13292"/>
                  </a:lnTo>
                  <a:lnTo>
                    <a:pt x="0" y="14954"/>
                  </a:lnTo>
                  <a:close/>
                  <a:moveTo>
                    <a:pt x="0" y="14954"/>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5" name="AutoShape 37"/>
            <p:cNvSpPr>
              <a:spLocks/>
            </p:cNvSpPr>
            <p:nvPr/>
          </p:nvSpPr>
          <p:spPr bwMode="auto">
            <a:xfrm>
              <a:off x="9934" y="5993"/>
              <a:ext cx="64" cy="96"/>
            </a:xfrm>
            <a:custGeom>
              <a:avLst/>
              <a:gdLst/>
              <a:ahLst/>
              <a:cxnLst/>
              <a:rect l="0" t="0" r="r" b="b"/>
              <a:pathLst>
                <a:path w="21600" h="21600">
                  <a:moveTo>
                    <a:pt x="5400" y="21600"/>
                  </a:moveTo>
                  <a:lnTo>
                    <a:pt x="5400" y="21600"/>
                  </a:lnTo>
                  <a:lnTo>
                    <a:pt x="10800" y="10800"/>
                  </a:lnTo>
                  <a:lnTo>
                    <a:pt x="21600" y="0"/>
                  </a:lnTo>
                  <a:lnTo>
                    <a:pt x="10800" y="3600"/>
                  </a:lnTo>
                  <a:lnTo>
                    <a:pt x="0" y="14400"/>
                  </a:lnTo>
                  <a:lnTo>
                    <a:pt x="0" y="18000"/>
                  </a:lnTo>
                  <a:lnTo>
                    <a:pt x="5400" y="21600"/>
                  </a:lnTo>
                  <a:close/>
                  <a:moveTo>
                    <a:pt x="54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6" name="Rectangle 38"/>
            <p:cNvSpPr>
              <a:spLocks/>
            </p:cNvSpPr>
            <p:nvPr/>
          </p:nvSpPr>
          <p:spPr bwMode="auto">
            <a:xfrm>
              <a:off x="11094" y="4528"/>
              <a:ext cx="8" cy="8"/>
            </a:xfrm>
            <a:prstGeom prst="rect">
              <a:avLst/>
            </a:pr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7" name="AutoShape 39"/>
            <p:cNvSpPr>
              <a:spLocks/>
            </p:cNvSpPr>
            <p:nvPr/>
          </p:nvSpPr>
          <p:spPr bwMode="auto">
            <a:xfrm>
              <a:off x="11126" y="6225"/>
              <a:ext cx="33" cy="240"/>
            </a:xfrm>
            <a:custGeom>
              <a:avLst/>
              <a:gdLst/>
              <a:ahLst/>
              <a:cxnLst/>
              <a:rect l="0" t="0" r="r" b="b"/>
              <a:pathLst>
                <a:path w="21600" h="21600">
                  <a:moveTo>
                    <a:pt x="10800" y="0"/>
                  </a:moveTo>
                  <a:lnTo>
                    <a:pt x="10800" y="0"/>
                  </a:lnTo>
                  <a:lnTo>
                    <a:pt x="0" y="14400"/>
                  </a:lnTo>
                  <a:lnTo>
                    <a:pt x="0" y="18720"/>
                  </a:lnTo>
                  <a:lnTo>
                    <a:pt x="0" y="20160"/>
                  </a:lnTo>
                  <a:lnTo>
                    <a:pt x="0" y="21600"/>
                  </a:lnTo>
                  <a:lnTo>
                    <a:pt x="10800" y="21600"/>
                  </a:lnTo>
                  <a:lnTo>
                    <a:pt x="10800" y="20160"/>
                  </a:lnTo>
                  <a:lnTo>
                    <a:pt x="10800" y="14400"/>
                  </a:lnTo>
                  <a:lnTo>
                    <a:pt x="21600" y="4320"/>
                  </a:lnTo>
                  <a:lnTo>
                    <a:pt x="10800" y="0"/>
                  </a:lnTo>
                  <a:close/>
                  <a:moveTo>
                    <a:pt x="108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8" name="AutoShape 40"/>
            <p:cNvSpPr>
              <a:spLocks/>
            </p:cNvSpPr>
            <p:nvPr/>
          </p:nvSpPr>
          <p:spPr bwMode="auto">
            <a:xfrm>
              <a:off x="11142" y="6177"/>
              <a:ext cx="17" cy="48"/>
            </a:xfrm>
            <a:custGeom>
              <a:avLst/>
              <a:gdLst/>
              <a:ahLst/>
              <a:cxnLst/>
              <a:rect l="0" t="0" r="r" b="b"/>
              <a:pathLst>
                <a:path w="21600" h="21600">
                  <a:moveTo>
                    <a:pt x="0" y="7200"/>
                  </a:moveTo>
                  <a:lnTo>
                    <a:pt x="0" y="7200"/>
                  </a:lnTo>
                  <a:lnTo>
                    <a:pt x="0" y="21600"/>
                  </a:lnTo>
                  <a:lnTo>
                    <a:pt x="21600" y="0"/>
                  </a:lnTo>
                  <a:lnTo>
                    <a:pt x="0" y="7200"/>
                  </a:lnTo>
                  <a:close/>
                  <a:moveTo>
                    <a:pt x="0" y="72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9" name="AutoShape 41"/>
            <p:cNvSpPr>
              <a:spLocks/>
            </p:cNvSpPr>
            <p:nvPr/>
          </p:nvSpPr>
          <p:spPr bwMode="auto">
            <a:xfrm>
              <a:off x="536" y="0"/>
              <a:ext cx="4787" cy="3160"/>
            </a:xfrm>
            <a:custGeom>
              <a:avLst/>
              <a:gdLst/>
              <a:ahLst/>
              <a:cxnLst/>
              <a:rect l="0" t="0" r="r" b="b"/>
              <a:pathLst>
                <a:path w="21600" h="21600">
                  <a:moveTo>
                    <a:pt x="8344" y="11593"/>
                  </a:moveTo>
                  <a:lnTo>
                    <a:pt x="8344" y="11593"/>
                  </a:lnTo>
                  <a:lnTo>
                    <a:pt x="8344" y="11484"/>
                  </a:lnTo>
                  <a:lnTo>
                    <a:pt x="8199" y="11593"/>
                  </a:lnTo>
                  <a:lnTo>
                    <a:pt x="7983" y="11812"/>
                  </a:lnTo>
                  <a:lnTo>
                    <a:pt x="7910" y="11921"/>
                  </a:lnTo>
                  <a:lnTo>
                    <a:pt x="7766" y="12030"/>
                  </a:lnTo>
                  <a:lnTo>
                    <a:pt x="7477" y="12030"/>
                  </a:lnTo>
                  <a:lnTo>
                    <a:pt x="7188" y="11812"/>
                  </a:lnTo>
                  <a:lnTo>
                    <a:pt x="7332" y="11812"/>
                  </a:lnTo>
                  <a:lnTo>
                    <a:pt x="7549" y="11702"/>
                  </a:lnTo>
                  <a:lnTo>
                    <a:pt x="7694" y="11484"/>
                  </a:lnTo>
                  <a:lnTo>
                    <a:pt x="7838" y="11210"/>
                  </a:lnTo>
                  <a:lnTo>
                    <a:pt x="7838" y="11101"/>
                  </a:lnTo>
                  <a:lnTo>
                    <a:pt x="7983" y="10991"/>
                  </a:lnTo>
                  <a:lnTo>
                    <a:pt x="8127" y="10773"/>
                  </a:lnTo>
                  <a:lnTo>
                    <a:pt x="8127" y="10663"/>
                  </a:lnTo>
                  <a:lnTo>
                    <a:pt x="8127" y="10554"/>
                  </a:lnTo>
                  <a:lnTo>
                    <a:pt x="8344" y="10554"/>
                  </a:lnTo>
                  <a:lnTo>
                    <a:pt x="8416" y="10554"/>
                  </a:lnTo>
                  <a:lnTo>
                    <a:pt x="8488" y="10554"/>
                  </a:lnTo>
                  <a:lnTo>
                    <a:pt x="8561" y="10335"/>
                  </a:lnTo>
                  <a:lnTo>
                    <a:pt x="8633" y="10007"/>
                  </a:lnTo>
                  <a:lnTo>
                    <a:pt x="8777" y="9788"/>
                  </a:lnTo>
                  <a:lnTo>
                    <a:pt x="8849" y="9679"/>
                  </a:lnTo>
                  <a:lnTo>
                    <a:pt x="9066" y="8913"/>
                  </a:lnTo>
                  <a:lnTo>
                    <a:pt x="9138" y="8913"/>
                  </a:lnTo>
                  <a:lnTo>
                    <a:pt x="9211" y="8695"/>
                  </a:lnTo>
                  <a:lnTo>
                    <a:pt x="9283" y="8476"/>
                  </a:lnTo>
                  <a:lnTo>
                    <a:pt x="9211" y="8476"/>
                  </a:lnTo>
                  <a:lnTo>
                    <a:pt x="8849" y="8913"/>
                  </a:lnTo>
                  <a:lnTo>
                    <a:pt x="8272" y="9351"/>
                  </a:lnTo>
                  <a:lnTo>
                    <a:pt x="7983" y="9460"/>
                  </a:lnTo>
                  <a:lnTo>
                    <a:pt x="7694" y="9679"/>
                  </a:lnTo>
                  <a:lnTo>
                    <a:pt x="7405" y="10226"/>
                  </a:lnTo>
                  <a:lnTo>
                    <a:pt x="7116" y="10663"/>
                  </a:lnTo>
                  <a:lnTo>
                    <a:pt x="6827" y="10882"/>
                  </a:lnTo>
                  <a:lnTo>
                    <a:pt x="6466" y="11101"/>
                  </a:lnTo>
                  <a:lnTo>
                    <a:pt x="6393" y="11101"/>
                  </a:lnTo>
                  <a:lnTo>
                    <a:pt x="6249" y="10991"/>
                  </a:lnTo>
                  <a:lnTo>
                    <a:pt x="6104" y="11101"/>
                  </a:lnTo>
                  <a:lnTo>
                    <a:pt x="6032" y="11210"/>
                  </a:lnTo>
                  <a:lnTo>
                    <a:pt x="5888" y="11593"/>
                  </a:lnTo>
                  <a:lnTo>
                    <a:pt x="5599" y="11812"/>
                  </a:lnTo>
                  <a:lnTo>
                    <a:pt x="5310" y="12358"/>
                  </a:lnTo>
                  <a:lnTo>
                    <a:pt x="5165" y="12358"/>
                  </a:lnTo>
                  <a:lnTo>
                    <a:pt x="4985" y="12468"/>
                  </a:lnTo>
                  <a:lnTo>
                    <a:pt x="4912" y="12577"/>
                  </a:lnTo>
                  <a:lnTo>
                    <a:pt x="4768" y="12796"/>
                  </a:lnTo>
                  <a:lnTo>
                    <a:pt x="4768" y="12687"/>
                  </a:lnTo>
                  <a:lnTo>
                    <a:pt x="4840" y="12468"/>
                  </a:lnTo>
                  <a:lnTo>
                    <a:pt x="4985" y="12358"/>
                  </a:lnTo>
                  <a:lnTo>
                    <a:pt x="5237" y="12030"/>
                  </a:lnTo>
                  <a:lnTo>
                    <a:pt x="5671" y="11210"/>
                  </a:lnTo>
                  <a:lnTo>
                    <a:pt x="6249" y="10663"/>
                  </a:lnTo>
                  <a:lnTo>
                    <a:pt x="6393" y="10445"/>
                  </a:lnTo>
                  <a:lnTo>
                    <a:pt x="6538" y="10335"/>
                  </a:lnTo>
                  <a:lnTo>
                    <a:pt x="6682" y="9679"/>
                  </a:lnTo>
                  <a:lnTo>
                    <a:pt x="6827" y="9679"/>
                  </a:lnTo>
                  <a:lnTo>
                    <a:pt x="6971" y="9351"/>
                  </a:lnTo>
                  <a:lnTo>
                    <a:pt x="7260" y="8913"/>
                  </a:lnTo>
                  <a:lnTo>
                    <a:pt x="7621" y="8476"/>
                  </a:lnTo>
                  <a:lnTo>
                    <a:pt x="7838" y="8257"/>
                  </a:lnTo>
                  <a:lnTo>
                    <a:pt x="7983" y="7929"/>
                  </a:lnTo>
                  <a:lnTo>
                    <a:pt x="7983" y="7710"/>
                  </a:lnTo>
                  <a:lnTo>
                    <a:pt x="8127" y="7710"/>
                  </a:lnTo>
                  <a:lnTo>
                    <a:pt x="8488" y="7382"/>
                  </a:lnTo>
                  <a:lnTo>
                    <a:pt x="8777" y="6945"/>
                  </a:lnTo>
                  <a:lnTo>
                    <a:pt x="8705" y="7054"/>
                  </a:lnTo>
                  <a:lnTo>
                    <a:pt x="8994" y="6726"/>
                  </a:lnTo>
                  <a:lnTo>
                    <a:pt x="9283" y="6507"/>
                  </a:lnTo>
                  <a:lnTo>
                    <a:pt x="10114" y="6289"/>
                  </a:lnTo>
                  <a:lnTo>
                    <a:pt x="10186" y="6398"/>
                  </a:lnTo>
                  <a:lnTo>
                    <a:pt x="10547" y="5961"/>
                  </a:lnTo>
                  <a:lnTo>
                    <a:pt x="10692" y="5742"/>
                  </a:lnTo>
                  <a:lnTo>
                    <a:pt x="10836" y="5632"/>
                  </a:lnTo>
                  <a:lnTo>
                    <a:pt x="10619" y="6070"/>
                  </a:lnTo>
                  <a:lnTo>
                    <a:pt x="10475" y="6179"/>
                  </a:lnTo>
                  <a:lnTo>
                    <a:pt x="10475" y="6398"/>
                  </a:lnTo>
                  <a:lnTo>
                    <a:pt x="10475" y="6507"/>
                  </a:lnTo>
                  <a:lnTo>
                    <a:pt x="10619" y="6507"/>
                  </a:lnTo>
                  <a:lnTo>
                    <a:pt x="10836" y="6289"/>
                  </a:lnTo>
                  <a:lnTo>
                    <a:pt x="10908" y="6289"/>
                  </a:lnTo>
                  <a:lnTo>
                    <a:pt x="10908" y="6179"/>
                  </a:lnTo>
                  <a:lnTo>
                    <a:pt x="10981" y="5961"/>
                  </a:lnTo>
                  <a:lnTo>
                    <a:pt x="11197" y="5742"/>
                  </a:lnTo>
                  <a:lnTo>
                    <a:pt x="11270" y="5632"/>
                  </a:lnTo>
                  <a:lnTo>
                    <a:pt x="11414" y="5523"/>
                  </a:lnTo>
                  <a:lnTo>
                    <a:pt x="11342" y="5632"/>
                  </a:lnTo>
                  <a:lnTo>
                    <a:pt x="11270" y="5742"/>
                  </a:lnTo>
                  <a:lnTo>
                    <a:pt x="10908" y="6179"/>
                  </a:lnTo>
                  <a:lnTo>
                    <a:pt x="10908" y="6289"/>
                  </a:lnTo>
                  <a:lnTo>
                    <a:pt x="10908" y="6398"/>
                  </a:lnTo>
                  <a:lnTo>
                    <a:pt x="10981" y="6289"/>
                  </a:lnTo>
                  <a:lnTo>
                    <a:pt x="11053" y="6289"/>
                  </a:lnTo>
                  <a:lnTo>
                    <a:pt x="10981" y="6398"/>
                  </a:lnTo>
                  <a:lnTo>
                    <a:pt x="11053" y="6398"/>
                  </a:lnTo>
                  <a:lnTo>
                    <a:pt x="10981" y="6507"/>
                  </a:lnTo>
                  <a:lnTo>
                    <a:pt x="11053" y="6507"/>
                  </a:lnTo>
                  <a:lnTo>
                    <a:pt x="11125" y="6398"/>
                  </a:lnTo>
                  <a:lnTo>
                    <a:pt x="11270" y="6179"/>
                  </a:lnTo>
                  <a:lnTo>
                    <a:pt x="11342" y="6179"/>
                  </a:lnTo>
                  <a:lnTo>
                    <a:pt x="11486" y="6179"/>
                  </a:lnTo>
                  <a:lnTo>
                    <a:pt x="11414" y="6289"/>
                  </a:lnTo>
                  <a:lnTo>
                    <a:pt x="11414" y="6507"/>
                  </a:lnTo>
                  <a:lnTo>
                    <a:pt x="11342" y="6617"/>
                  </a:lnTo>
                  <a:lnTo>
                    <a:pt x="11414" y="6617"/>
                  </a:lnTo>
                  <a:lnTo>
                    <a:pt x="11486" y="6617"/>
                  </a:lnTo>
                  <a:lnTo>
                    <a:pt x="11559" y="6507"/>
                  </a:lnTo>
                  <a:lnTo>
                    <a:pt x="11920" y="6179"/>
                  </a:lnTo>
                  <a:lnTo>
                    <a:pt x="12064" y="6070"/>
                  </a:lnTo>
                  <a:lnTo>
                    <a:pt x="12064" y="6179"/>
                  </a:lnTo>
                  <a:lnTo>
                    <a:pt x="12353" y="6070"/>
                  </a:lnTo>
                  <a:lnTo>
                    <a:pt x="12570" y="5851"/>
                  </a:lnTo>
                  <a:lnTo>
                    <a:pt x="12787" y="5632"/>
                  </a:lnTo>
                  <a:lnTo>
                    <a:pt x="12787" y="5523"/>
                  </a:lnTo>
                  <a:lnTo>
                    <a:pt x="12787" y="5414"/>
                  </a:lnTo>
                  <a:lnTo>
                    <a:pt x="12714" y="5414"/>
                  </a:lnTo>
                  <a:lnTo>
                    <a:pt x="12570" y="5523"/>
                  </a:lnTo>
                  <a:lnTo>
                    <a:pt x="12353" y="5632"/>
                  </a:lnTo>
                  <a:lnTo>
                    <a:pt x="12281" y="5742"/>
                  </a:lnTo>
                  <a:lnTo>
                    <a:pt x="12281" y="5632"/>
                  </a:lnTo>
                  <a:lnTo>
                    <a:pt x="11775" y="5851"/>
                  </a:lnTo>
                  <a:lnTo>
                    <a:pt x="11703" y="5851"/>
                  </a:lnTo>
                  <a:lnTo>
                    <a:pt x="12209" y="5414"/>
                  </a:lnTo>
                  <a:lnTo>
                    <a:pt x="12209" y="5523"/>
                  </a:lnTo>
                  <a:lnTo>
                    <a:pt x="12281" y="5304"/>
                  </a:lnTo>
                  <a:lnTo>
                    <a:pt x="12281" y="5195"/>
                  </a:lnTo>
                  <a:lnTo>
                    <a:pt x="12425" y="5086"/>
                  </a:lnTo>
                  <a:lnTo>
                    <a:pt x="12570" y="5086"/>
                  </a:lnTo>
                  <a:lnTo>
                    <a:pt x="12931" y="4867"/>
                  </a:lnTo>
                  <a:lnTo>
                    <a:pt x="12931" y="4757"/>
                  </a:lnTo>
                  <a:lnTo>
                    <a:pt x="13076" y="4648"/>
                  </a:lnTo>
                  <a:lnTo>
                    <a:pt x="13220" y="4648"/>
                  </a:lnTo>
                  <a:lnTo>
                    <a:pt x="13365" y="4648"/>
                  </a:lnTo>
                  <a:lnTo>
                    <a:pt x="13581" y="4429"/>
                  </a:lnTo>
                  <a:lnTo>
                    <a:pt x="13581" y="4320"/>
                  </a:lnTo>
                  <a:lnTo>
                    <a:pt x="13437" y="4211"/>
                  </a:lnTo>
                  <a:lnTo>
                    <a:pt x="13365" y="4211"/>
                  </a:lnTo>
                  <a:lnTo>
                    <a:pt x="13220" y="4320"/>
                  </a:lnTo>
                  <a:lnTo>
                    <a:pt x="12787" y="4648"/>
                  </a:lnTo>
                  <a:lnTo>
                    <a:pt x="12859" y="4648"/>
                  </a:lnTo>
                  <a:lnTo>
                    <a:pt x="12425" y="4757"/>
                  </a:lnTo>
                  <a:lnTo>
                    <a:pt x="11920" y="4867"/>
                  </a:lnTo>
                  <a:lnTo>
                    <a:pt x="11992" y="4757"/>
                  </a:lnTo>
                  <a:lnTo>
                    <a:pt x="12281" y="4648"/>
                  </a:lnTo>
                  <a:lnTo>
                    <a:pt x="12714" y="4429"/>
                  </a:lnTo>
                  <a:lnTo>
                    <a:pt x="12859" y="4320"/>
                  </a:lnTo>
                  <a:lnTo>
                    <a:pt x="12931" y="4320"/>
                  </a:lnTo>
                  <a:lnTo>
                    <a:pt x="12714" y="4429"/>
                  </a:lnTo>
                  <a:lnTo>
                    <a:pt x="12498" y="4539"/>
                  </a:lnTo>
                  <a:lnTo>
                    <a:pt x="12498" y="4429"/>
                  </a:lnTo>
                  <a:lnTo>
                    <a:pt x="12642" y="4320"/>
                  </a:lnTo>
                  <a:lnTo>
                    <a:pt x="12931" y="3883"/>
                  </a:lnTo>
                  <a:lnTo>
                    <a:pt x="13365" y="3500"/>
                  </a:lnTo>
                  <a:lnTo>
                    <a:pt x="13726" y="3281"/>
                  </a:lnTo>
                  <a:lnTo>
                    <a:pt x="13798" y="3172"/>
                  </a:lnTo>
                  <a:lnTo>
                    <a:pt x="13726" y="3172"/>
                  </a:lnTo>
                  <a:lnTo>
                    <a:pt x="13654" y="3172"/>
                  </a:lnTo>
                  <a:lnTo>
                    <a:pt x="13437" y="3172"/>
                  </a:lnTo>
                  <a:lnTo>
                    <a:pt x="13798" y="2953"/>
                  </a:lnTo>
                  <a:lnTo>
                    <a:pt x="13870" y="2953"/>
                  </a:lnTo>
                  <a:lnTo>
                    <a:pt x="14304" y="2515"/>
                  </a:lnTo>
                  <a:lnTo>
                    <a:pt x="14665" y="2406"/>
                  </a:lnTo>
                  <a:lnTo>
                    <a:pt x="14882" y="2297"/>
                  </a:lnTo>
                  <a:lnTo>
                    <a:pt x="15423" y="1969"/>
                  </a:lnTo>
                  <a:lnTo>
                    <a:pt x="15929" y="1750"/>
                  </a:lnTo>
                  <a:lnTo>
                    <a:pt x="16218" y="1531"/>
                  </a:lnTo>
                  <a:lnTo>
                    <a:pt x="16579" y="1422"/>
                  </a:lnTo>
                  <a:lnTo>
                    <a:pt x="16868" y="1312"/>
                  </a:lnTo>
                  <a:lnTo>
                    <a:pt x="16868" y="1203"/>
                  </a:lnTo>
                  <a:lnTo>
                    <a:pt x="17157" y="1094"/>
                  </a:lnTo>
                  <a:lnTo>
                    <a:pt x="17880" y="766"/>
                  </a:lnTo>
                  <a:lnTo>
                    <a:pt x="18746" y="437"/>
                  </a:lnTo>
                  <a:lnTo>
                    <a:pt x="19686" y="328"/>
                  </a:lnTo>
                  <a:lnTo>
                    <a:pt x="21600" y="0"/>
                  </a:lnTo>
                  <a:lnTo>
                    <a:pt x="19902" y="219"/>
                  </a:lnTo>
                  <a:lnTo>
                    <a:pt x="18241" y="547"/>
                  </a:lnTo>
                  <a:lnTo>
                    <a:pt x="16652" y="1094"/>
                  </a:lnTo>
                  <a:lnTo>
                    <a:pt x="15026" y="1750"/>
                  </a:lnTo>
                  <a:lnTo>
                    <a:pt x="13798" y="2406"/>
                  </a:lnTo>
                  <a:lnTo>
                    <a:pt x="12642" y="3172"/>
                  </a:lnTo>
                  <a:lnTo>
                    <a:pt x="11486" y="3992"/>
                  </a:lnTo>
                  <a:lnTo>
                    <a:pt x="10330" y="4867"/>
                  </a:lnTo>
                  <a:lnTo>
                    <a:pt x="9211" y="5851"/>
                  </a:lnTo>
                  <a:lnTo>
                    <a:pt x="8199" y="6945"/>
                  </a:lnTo>
                  <a:lnTo>
                    <a:pt x="7116" y="8148"/>
                  </a:lnTo>
                  <a:lnTo>
                    <a:pt x="6177" y="9351"/>
                  </a:lnTo>
                  <a:lnTo>
                    <a:pt x="5237" y="10663"/>
                  </a:lnTo>
                  <a:lnTo>
                    <a:pt x="4334" y="12030"/>
                  </a:lnTo>
                  <a:lnTo>
                    <a:pt x="3468" y="13452"/>
                  </a:lnTo>
                  <a:lnTo>
                    <a:pt x="2673" y="14983"/>
                  </a:lnTo>
                  <a:lnTo>
                    <a:pt x="1951" y="16514"/>
                  </a:lnTo>
                  <a:lnTo>
                    <a:pt x="1228" y="18155"/>
                  </a:lnTo>
                  <a:lnTo>
                    <a:pt x="578" y="19850"/>
                  </a:lnTo>
                  <a:lnTo>
                    <a:pt x="0" y="21600"/>
                  </a:lnTo>
                  <a:lnTo>
                    <a:pt x="144" y="21272"/>
                  </a:lnTo>
                  <a:lnTo>
                    <a:pt x="289" y="20944"/>
                  </a:lnTo>
                  <a:lnTo>
                    <a:pt x="289" y="21053"/>
                  </a:lnTo>
                  <a:lnTo>
                    <a:pt x="289" y="21163"/>
                  </a:lnTo>
                  <a:lnTo>
                    <a:pt x="361" y="21053"/>
                  </a:lnTo>
                  <a:lnTo>
                    <a:pt x="433" y="20944"/>
                  </a:lnTo>
                  <a:lnTo>
                    <a:pt x="578" y="20506"/>
                  </a:lnTo>
                  <a:lnTo>
                    <a:pt x="650" y="20288"/>
                  </a:lnTo>
                  <a:lnTo>
                    <a:pt x="795" y="19959"/>
                  </a:lnTo>
                  <a:lnTo>
                    <a:pt x="867" y="19631"/>
                  </a:lnTo>
                  <a:lnTo>
                    <a:pt x="795" y="19850"/>
                  </a:lnTo>
                  <a:lnTo>
                    <a:pt x="795" y="19959"/>
                  </a:lnTo>
                  <a:lnTo>
                    <a:pt x="795" y="20069"/>
                  </a:lnTo>
                  <a:lnTo>
                    <a:pt x="795" y="19959"/>
                  </a:lnTo>
                  <a:lnTo>
                    <a:pt x="867" y="19741"/>
                  </a:lnTo>
                  <a:lnTo>
                    <a:pt x="1156" y="19085"/>
                  </a:lnTo>
                  <a:lnTo>
                    <a:pt x="1228" y="18921"/>
                  </a:lnTo>
                  <a:lnTo>
                    <a:pt x="1228" y="18811"/>
                  </a:lnTo>
                  <a:lnTo>
                    <a:pt x="1156" y="19085"/>
                  </a:lnTo>
                  <a:lnTo>
                    <a:pt x="1011" y="19522"/>
                  </a:lnTo>
                  <a:lnTo>
                    <a:pt x="1084" y="19303"/>
                  </a:lnTo>
                  <a:lnTo>
                    <a:pt x="1300" y="18811"/>
                  </a:lnTo>
                  <a:lnTo>
                    <a:pt x="1373" y="18811"/>
                  </a:lnTo>
                  <a:lnTo>
                    <a:pt x="1228" y="19085"/>
                  </a:lnTo>
                  <a:lnTo>
                    <a:pt x="1373" y="18811"/>
                  </a:lnTo>
                  <a:lnTo>
                    <a:pt x="1156" y="19413"/>
                  </a:lnTo>
                  <a:lnTo>
                    <a:pt x="1156" y="19522"/>
                  </a:lnTo>
                  <a:lnTo>
                    <a:pt x="1228" y="19522"/>
                  </a:lnTo>
                  <a:lnTo>
                    <a:pt x="1300" y="19413"/>
                  </a:lnTo>
                  <a:lnTo>
                    <a:pt x="1445" y="18921"/>
                  </a:lnTo>
                  <a:lnTo>
                    <a:pt x="1517" y="18811"/>
                  </a:lnTo>
                  <a:lnTo>
                    <a:pt x="1589" y="18921"/>
                  </a:lnTo>
                  <a:lnTo>
                    <a:pt x="1589" y="19194"/>
                  </a:lnTo>
                  <a:lnTo>
                    <a:pt x="1662" y="19303"/>
                  </a:lnTo>
                  <a:lnTo>
                    <a:pt x="2095" y="18483"/>
                  </a:lnTo>
                  <a:lnTo>
                    <a:pt x="2312" y="18592"/>
                  </a:lnTo>
                  <a:lnTo>
                    <a:pt x="2528" y="18702"/>
                  </a:lnTo>
                  <a:lnTo>
                    <a:pt x="2601" y="18483"/>
                  </a:lnTo>
                  <a:lnTo>
                    <a:pt x="2673" y="18483"/>
                  </a:lnTo>
                  <a:lnTo>
                    <a:pt x="2673" y="18374"/>
                  </a:lnTo>
                  <a:lnTo>
                    <a:pt x="2745" y="18483"/>
                  </a:lnTo>
                  <a:lnTo>
                    <a:pt x="2745" y="18592"/>
                  </a:lnTo>
                  <a:lnTo>
                    <a:pt x="2673" y="18702"/>
                  </a:lnTo>
                  <a:lnTo>
                    <a:pt x="2745" y="18811"/>
                  </a:lnTo>
                  <a:lnTo>
                    <a:pt x="2817" y="18702"/>
                  </a:lnTo>
                  <a:lnTo>
                    <a:pt x="2890" y="18702"/>
                  </a:lnTo>
                  <a:lnTo>
                    <a:pt x="2962" y="18592"/>
                  </a:lnTo>
                  <a:lnTo>
                    <a:pt x="3034" y="18592"/>
                  </a:lnTo>
                  <a:lnTo>
                    <a:pt x="2962" y="18702"/>
                  </a:lnTo>
                  <a:lnTo>
                    <a:pt x="2890" y="18811"/>
                  </a:lnTo>
                  <a:lnTo>
                    <a:pt x="2745" y="18921"/>
                  </a:lnTo>
                  <a:lnTo>
                    <a:pt x="2817" y="19194"/>
                  </a:lnTo>
                  <a:lnTo>
                    <a:pt x="2817" y="19303"/>
                  </a:lnTo>
                  <a:lnTo>
                    <a:pt x="2817" y="19413"/>
                  </a:lnTo>
                  <a:lnTo>
                    <a:pt x="2745" y="19413"/>
                  </a:lnTo>
                  <a:lnTo>
                    <a:pt x="2673" y="19303"/>
                  </a:lnTo>
                  <a:lnTo>
                    <a:pt x="2528" y="19194"/>
                  </a:lnTo>
                  <a:lnTo>
                    <a:pt x="2456" y="19194"/>
                  </a:lnTo>
                  <a:lnTo>
                    <a:pt x="2312" y="19522"/>
                  </a:lnTo>
                  <a:lnTo>
                    <a:pt x="2239" y="19741"/>
                  </a:lnTo>
                  <a:lnTo>
                    <a:pt x="2167" y="19850"/>
                  </a:lnTo>
                  <a:lnTo>
                    <a:pt x="2312" y="19959"/>
                  </a:lnTo>
                  <a:lnTo>
                    <a:pt x="2384" y="19959"/>
                  </a:lnTo>
                  <a:lnTo>
                    <a:pt x="2673" y="19959"/>
                  </a:lnTo>
                  <a:lnTo>
                    <a:pt x="2745" y="20069"/>
                  </a:lnTo>
                  <a:lnTo>
                    <a:pt x="2817" y="20178"/>
                  </a:lnTo>
                  <a:lnTo>
                    <a:pt x="2890" y="20178"/>
                  </a:lnTo>
                  <a:lnTo>
                    <a:pt x="2962" y="19850"/>
                  </a:lnTo>
                  <a:lnTo>
                    <a:pt x="2962" y="19631"/>
                  </a:lnTo>
                  <a:lnTo>
                    <a:pt x="2962" y="19085"/>
                  </a:lnTo>
                  <a:lnTo>
                    <a:pt x="3106" y="18483"/>
                  </a:lnTo>
                  <a:lnTo>
                    <a:pt x="3179" y="18155"/>
                  </a:lnTo>
                  <a:lnTo>
                    <a:pt x="3323" y="17936"/>
                  </a:lnTo>
                  <a:lnTo>
                    <a:pt x="3468" y="17827"/>
                  </a:lnTo>
                  <a:lnTo>
                    <a:pt x="3540" y="17717"/>
                  </a:lnTo>
                  <a:lnTo>
                    <a:pt x="3540" y="17608"/>
                  </a:lnTo>
                  <a:lnTo>
                    <a:pt x="3540" y="17389"/>
                  </a:lnTo>
                  <a:lnTo>
                    <a:pt x="3540" y="17171"/>
                  </a:lnTo>
                  <a:lnTo>
                    <a:pt x="3612" y="17061"/>
                  </a:lnTo>
                  <a:lnTo>
                    <a:pt x="3684" y="17061"/>
                  </a:lnTo>
                  <a:lnTo>
                    <a:pt x="3684" y="17171"/>
                  </a:lnTo>
                  <a:lnTo>
                    <a:pt x="3757" y="17389"/>
                  </a:lnTo>
                  <a:lnTo>
                    <a:pt x="3829" y="17499"/>
                  </a:lnTo>
                  <a:lnTo>
                    <a:pt x="3901" y="17389"/>
                  </a:lnTo>
                  <a:lnTo>
                    <a:pt x="3973" y="17171"/>
                  </a:lnTo>
                  <a:lnTo>
                    <a:pt x="4045" y="16952"/>
                  </a:lnTo>
                  <a:lnTo>
                    <a:pt x="4045" y="16843"/>
                  </a:lnTo>
                  <a:lnTo>
                    <a:pt x="4045" y="16733"/>
                  </a:lnTo>
                  <a:lnTo>
                    <a:pt x="3829" y="16624"/>
                  </a:lnTo>
                  <a:lnTo>
                    <a:pt x="3684" y="16624"/>
                  </a:lnTo>
                  <a:lnTo>
                    <a:pt x="3251" y="16624"/>
                  </a:lnTo>
                  <a:lnTo>
                    <a:pt x="3179" y="16514"/>
                  </a:lnTo>
                  <a:lnTo>
                    <a:pt x="3395" y="16405"/>
                  </a:lnTo>
                  <a:lnTo>
                    <a:pt x="3612" y="16296"/>
                  </a:lnTo>
                  <a:lnTo>
                    <a:pt x="3684" y="16077"/>
                  </a:lnTo>
                  <a:lnTo>
                    <a:pt x="3684" y="15968"/>
                  </a:lnTo>
                  <a:lnTo>
                    <a:pt x="3684" y="15858"/>
                  </a:lnTo>
                  <a:lnTo>
                    <a:pt x="3757" y="15749"/>
                  </a:lnTo>
                  <a:lnTo>
                    <a:pt x="3829" y="15858"/>
                  </a:lnTo>
                  <a:lnTo>
                    <a:pt x="3901" y="15968"/>
                  </a:lnTo>
                  <a:lnTo>
                    <a:pt x="3973" y="16186"/>
                  </a:lnTo>
                  <a:lnTo>
                    <a:pt x="4045" y="16186"/>
                  </a:lnTo>
                  <a:lnTo>
                    <a:pt x="4118" y="16186"/>
                  </a:lnTo>
                  <a:lnTo>
                    <a:pt x="4190" y="16077"/>
                  </a:lnTo>
                  <a:lnTo>
                    <a:pt x="4334" y="15968"/>
                  </a:lnTo>
                  <a:lnTo>
                    <a:pt x="4407" y="15968"/>
                  </a:lnTo>
                  <a:lnTo>
                    <a:pt x="4407" y="16296"/>
                  </a:lnTo>
                  <a:lnTo>
                    <a:pt x="4407" y="16843"/>
                  </a:lnTo>
                  <a:lnTo>
                    <a:pt x="4479" y="17280"/>
                  </a:lnTo>
                  <a:lnTo>
                    <a:pt x="4479" y="17499"/>
                  </a:lnTo>
                  <a:lnTo>
                    <a:pt x="4551" y="17608"/>
                  </a:lnTo>
                  <a:lnTo>
                    <a:pt x="4696" y="17608"/>
                  </a:lnTo>
                  <a:lnTo>
                    <a:pt x="4840" y="17499"/>
                  </a:lnTo>
                  <a:lnTo>
                    <a:pt x="4912" y="17389"/>
                  </a:lnTo>
                  <a:lnTo>
                    <a:pt x="5093" y="17389"/>
                  </a:lnTo>
                  <a:lnTo>
                    <a:pt x="5165" y="17389"/>
                  </a:lnTo>
                  <a:lnTo>
                    <a:pt x="5237" y="17608"/>
                  </a:lnTo>
                  <a:lnTo>
                    <a:pt x="5237" y="17827"/>
                  </a:lnTo>
                  <a:lnTo>
                    <a:pt x="5310" y="17827"/>
                  </a:lnTo>
                  <a:lnTo>
                    <a:pt x="5599" y="17499"/>
                  </a:lnTo>
                  <a:lnTo>
                    <a:pt x="5960" y="17171"/>
                  </a:lnTo>
                  <a:lnTo>
                    <a:pt x="6032" y="17061"/>
                  </a:lnTo>
                  <a:lnTo>
                    <a:pt x="5960" y="16843"/>
                  </a:lnTo>
                  <a:lnTo>
                    <a:pt x="5888" y="16733"/>
                  </a:lnTo>
                  <a:lnTo>
                    <a:pt x="5960" y="16514"/>
                  </a:lnTo>
                  <a:lnTo>
                    <a:pt x="6032" y="16186"/>
                  </a:lnTo>
                  <a:lnTo>
                    <a:pt x="6177" y="15968"/>
                  </a:lnTo>
                  <a:lnTo>
                    <a:pt x="6177" y="15858"/>
                  </a:lnTo>
                  <a:lnTo>
                    <a:pt x="6249" y="15858"/>
                  </a:lnTo>
                  <a:lnTo>
                    <a:pt x="6321" y="15858"/>
                  </a:lnTo>
                  <a:lnTo>
                    <a:pt x="6393" y="15858"/>
                  </a:lnTo>
                  <a:lnTo>
                    <a:pt x="6393" y="15749"/>
                  </a:lnTo>
                  <a:lnTo>
                    <a:pt x="6321" y="15530"/>
                  </a:lnTo>
                  <a:lnTo>
                    <a:pt x="6321" y="15202"/>
                  </a:lnTo>
                  <a:lnTo>
                    <a:pt x="6393" y="15093"/>
                  </a:lnTo>
                  <a:lnTo>
                    <a:pt x="6466" y="14874"/>
                  </a:lnTo>
                  <a:lnTo>
                    <a:pt x="6393" y="14874"/>
                  </a:lnTo>
                  <a:lnTo>
                    <a:pt x="6321" y="14874"/>
                  </a:lnTo>
                  <a:lnTo>
                    <a:pt x="6538" y="14546"/>
                  </a:lnTo>
                  <a:lnTo>
                    <a:pt x="6827" y="14218"/>
                  </a:lnTo>
                  <a:lnTo>
                    <a:pt x="6971" y="13671"/>
                  </a:lnTo>
                  <a:lnTo>
                    <a:pt x="6971" y="13780"/>
                  </a:lnTo>
                  <a:lnTo>
                    <a:pt x="7116" y="13671"/>
                  </a:lnTo>
                  <a:lnTo>
                    <a:pt x="7260" y="13562"/>
                  </a:lnTo>
                  <a:lnTo>
                    <a:pt x="7405" y="13124"/>
                  </a:lnTo>
                  <a:lnTo>
                    <a:pt x="7549" y="13015"/>
                  </a:lnTo>
                  <a:lnTo>
                    <a:pt x="7694" y="12905"/>
                  </a:lnTo>
                  <a:lnTo>
                    <a:pt x="7621" y="12796"/>
                  </a:lnTo>
                  <a:lnTo>
                    <a:pt x="7549" y="12796"/>
                  </a:lnTo>
                  <a:lnTo>
                    <a:pt x="7766" y="12577"/>
                  </a:lnTo>
                  <a:lnTo>
                    <a:pt x="7983" y="12358"/>
                  </a:lnTo>
                  <a:lnTo>
                    <a:pt x="7983" y="12140"/>
                  </a:lnTo>
                  <a:lnTo>
                    <a:pt x="8055" y="12140"/>
                  </a:lnTo>
                  <a:lnTo>
                    <a:pt x="8127" y="12140"/>
                  </a:lnTo>
                  <a:lnTo>
                    <a:pt x="8272" y="12140"/>
                  </a:lnTo>
                  <a:lnTo>
                    <a:pt x="8344" y="12140"/>
                  </a:lnTo>
                  <a:lnTo>
                    <a:pt x="8416" y="12030"/>
                  </a:lnTo>
                  <a:lnTo>
                    <a:pt x="8416" y="11921"/>
                  </a:lnTo>
                  <a:lnTo>
                    <a:pt x="8344" y="11593"/>
                  </a:lnTo>
                  <a:close/>
                  <a:moveTo>
                    <a:pt x="8344" y="11593"/>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0" name="AutoShape 42"/>
            <p:cNvSpPr>
              <a:spLocks/>
            </p:cNvSpPr>
            <p:nvPr/>
          </p:nvSpPr>
          <p:spPr bwMode="auto">
            <a:xfrm>
              <a:off x="792" y="2752"/>
              <a:ext cx="48" cy="88"/>
            </a:xfrm>
            <a:custGeom>
              <a:avLst/>
              <a:gdLst/>
              <a:ahLst/>
              <a:cxnLst/>
              <a:rect l="0" t="0" r="r" b="b"/>
              <a:pathLst>
                <a:path w="21600" h="21600">
                  <a:moveTo>
                    <a:pt x="21600" y="0"/>
                  </a:moveTo>
                  <a:lnTo>
                    <a:pt x="21600" y="0"/>
                  </a:lnTo>
                  <a:lnTo>
                    <a:pt x="7200" y="9818"/>
                  </a:lnTo>
                  <a:lnTo>
                    <a:pt x="0" y="13745"/>
                  </a:lnTo>
                  <a:lnTo>
                    <a:pt x="0" y="216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1" name="AutoShape 43"/>
            <p:cNvSpPr>
              <a:spLocks/>
            </p:cNvSpPr>
            <p:nvPr/>
          </p:nvSpPr>
          <p:spPr bwMode="auto">
            <a:xfrm>
              <a:off x="632" y="2968"/>
              <a:ext cx="48" cy="80"/>
            </a:xfrm>
            <a:custGeom>
              <a:avLst/>
              <a:gdLst/>
              <a:ahLst/>
              <a:cxnLst/>
              <a:rect l="0" t="0" r="r" b="b"/>
              <a:pathLst>
                <a:path w="21600" h="21600">
                  <a:moveTo>
                    <a:pt x="0" y="21600"/>
                  </a:moveTo>
                  <a:lnTo>
                    <a:pt x="0" y="21600"/>
                  </a:lnTo>
                  <a:lnTo>
                    <a:pt x="21600" y="0"/>
                  </a:lnTo>
                  <a:lnTo>
                    <a:pt x="21600" y="4320"/>
                  </a:lnTo>
                  <a:lnTo>
                    <a:pt x="0" y="21600"/>
                  </a:lnTo>
                  <a:close/>
                  <a:moveTo>
                    <a:pt x="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2" name="AutoShape 44"/>
            <p:cNvSpPr>
              <a:spLocks/>
            </p:cNvSpPr>
            <p:nvPr/>
          </p:nvSpPr>
          <p:spPr bwMode="auto">
            <a:xfrm>
              <a:off x="712" y="2808"/>
              <a:ext cx="80" cy="144"/>
            </a:xfrm>
            <a:custGeom>
              <a:avLst/>
              <a:gdLst/>
              <a:ahLst/>
              <a:cxnLst/>
              <a:rect l="0" t="0" r="r" b="b"/>
              <a:pathLst>
                <a:path w="21600" h="21600">
                  <a:moveTo>
                    <a:pt x="21600" y="0"/>
                  </a:moveTo>
                  <a:lnTo>
                    <a:pt x="21600" y="0"/>
                  </a:lnTo>
                  <a:lnTo>
                    <a:pt x="0" y="16800"/>
                  </a:lnTo>
                  <a:lnTo>
                    <a:pt x="0" y="19200"/>
                  </a:lnTo>
                  <a:lnTo>
                    <a:pt x="0" y="21600"/>
                  </a:lnTo>
                  <a:lnTo>
                    <a:pt x="4320" y="19200"/>
                  </a:lnTo>
                  <a:lnTo>
                    <a:pt x="12960" y="12000"/>
                  </a:lnTo>
                  <a:lnTo>
                    <a:pt x="21600" y="48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3" name="AutoShape 45"/>
            <p:cNvSpPr>
              <a:spLocks/>
            </p:cNvSpPr>
            <p:nvPr/>
          </p:nvSpPr>
          <p:spPr bwMode="auto">
            <a:xfrm>
              <a:off x="712" y="2872"/>
              <a:ext cx="16" cy="48"/>
            </a:xfrm>
            <a:custGeom>
              <a:avLst/>
              <a:gdLst/>
              <a:ahLst/>
              <a:cxnLst/>
              <a:rect l="0" t="0" r="r" b="b"/>
              <a:pathLst>
                <a:path w="21600" h="21600">
                  <a:moveTo>
                    <a:pt x="21600" y="0"/>
                  </a:moveTo>
                  <a:lnTo>
                    <a:pt x="21600" y="0"/>
                  </a:lnTo>
                  <a:lnTo>
                    <a:pt x="0" y="21600"/>
                  </a:lnTo>
                  <a:lnTo>
                    <a:pt x="0" y="144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4" name="AutoShape 46"/>
            <p:cNvSpPr>
              <a:spLocks/>
            </p:cNvSpPr>
            <p:nvPr/>
          </p:nvSpPr>
          <p:spPr bwMode="auto">
            <a:xfrm>
              <a:off x="2305" y="5945"/>
              <a:ext cx="7565" cy="5225"/>
            </a:xfrm>
            <a:custGeom>
              <a:avLst/>
              <a:gdLst/>
              <a:ahLst/>
              <a:cxnLst/>
              <a:rect l="0" t="0" r="r" b="b"/>
              <a:pathLst>
                <a:path w="21600" h="21600">
                  <a:moveTo>
                    <a:pt x="15566" y="2084"/>
                  </a:moveTo>
                  <a:lnTo>
                    <a:pt x="15566" y="2084"/>
                  </a:lnTo>
                  <a:lnTo>
                    <a:pt x="15474" y="2216"/>
                  </a:lnTo>
                  <a:lnTo>
                    <a:pt x="15383" y="2349"/>
                  </a:lnTo>
                  <a:lnTo>
                    <a:pt x="15291" y="2349"/>
                  </a:lnTo>
                  <a:lnTo>
                    <a:pt x="15200" y="2547"/>
                  </a:lnTo>
                  <a:lnTo>
                    <a:pt x="15154" y="2613"/>
                  </a:lnTo>
                  <a:lnTo>
                    <a:pt x="15063" y="2679"/>
                  </a:lnTo>
                  <a:lnTo>
                    <a:pt x="14651" y="2613"/>
                  </a:lnTo>
                  <a:lnTo>
                    <a:pt x="14240" y="2547"/>
                  </a:lnTo>
                  <a:lnTo>
                    <a:pt x="14080" y="2547"/>
                  </a:lnTo>
                  <a:lnTo>
                    <a:pt x="13989" y="2613"/>
                  </a:lnTo>
                  <a:lnTo>
                    <a:pt x="13897" y="2679"/>
                  </a:lnTo>
                  <a:lnTo>
                    <a:pt x="13669" y="2613"/>
                  </a:lnTo>
                  <a:lnTo>
                    <a:pt x="13440" y="2481"/>
                  </a:lnTo>
                  <a:lnTo>
                    <a:pt x="13440" y="2415"/>
                  </a:lnTo>
                  <a:lnTo>
                    <a:pt x="13349" y="2481"/>
                  </a:lnTo>
                  <a:lnTo>
                    <a:pt x="13303" y="2481"/>
                  </a:lnTo>
                  <a:lnTo>
                    <a:pt x="13257" y="2481"/>
                  </a:lnTo>
                  <a:lnTo>
                    <a:pt x="13211" y="2349"/>
                  </a:lnTo>
                  <a:lnTo>
                    <a:pt x="13166" y="2216"/>
                  </a:lnTo>
                  <a:lnTo>
                    <a:pt x="13029" y="2150"/>
                  </a:lnTo>
                  <a:lnTo>
                    <a:pt x="12846" y="2084"/>
                  </a:lnTo>
                  <a:lnTo>
                    <a:pt x="12617" y="2216"/>
                  </a:lnTo>
                  <a:lnTo>
                    <a:pt x="12480" y="2349"/>
                  </a:lnTo>
                  <a:lnTo>
                    <a:pt x="12389" y="2415"/>
                  </a:lnTo>
                  <a:lnTo>
                    <a:pt x="12297" y="2878"/>
                  </a:lnTo>
                  <a:lnTo>
                    <a:pt x="12297" y="3142"/>
                  </a:lnTo>
                  <a:lnTo>
                    <a:pt x="12251" y="3407"/>
                  </a:lnTo>
                  <a:lnTo>
                    <a:pt x="12069" y="3672"/>
                  </a:lnTo>
                  <a:lnTo>
                    <a:pt x="11977" y="3738"/>
                  </a:lnTo>
                  <a:lnTo>
                    <a:pt x="11840" y="3606"/>
                  </a:lnTo>
                  <a:lnTo>
                    <a:pt x="11703" y="3473"/>
                  </a:lnTo>
                  <a:lnTo>
                    <a:pt x="11429" y="3341"/>
                  </a:lnTo>
                  <a:lnTo>
                    <a:pt x="11109" y="3275"/>
                  </a:lnTo>
                  <a:lnTo>
                    <a:pt x="10903" y="3275"/>
                  </a:lnTo>
                  <a:lnTo>
                    <a:pt x="10811" y="3076"/>
                  </a:lnTo>
                  <a:lnTo>
                    <a:pt x="10766" y="2878"/>
                  </a:lnTo>
                  <a:lnTo>
                    <a:pt x="10720" y="2745"/>
                  </a:lnTo>
                  <a:lnTo>
                    <a:pt x="10674" y="2679"/>
                  </a:lnTo>
                  <a:lnTo>
                    <a:pt x="10263" y="2349"/>
                  </a:lnTo>
                  <a:lnTo>
                    <a:pt x="10171" y="2349"/>
                  </a:lnTo>
                  <a:lnTo>
                    <a:pt x="10126" y="2349"/>
                  </a:lnTo>
                  <a:lnTo>
                    <a:pt x="10034" y="2481"/>
                  </a:lnTo>
                  <a:lnTo>
                    <a:pt x="9943" y="2547"/>
                  </a:lnTo>
                  <a:lnTo>
                    <a:pt x="9760" y="2481"/>
                  </a:lnTo>
                  <a:lnTo>
                    <a:pt x="9623" y="2415"/>
                  </a:lnTo>
                  <a:lnTo>
                    <a:pt x="9531" y="2282"/>
                  </a:lnTo>
                  <a:lnTo>
                    <a:pt x="9394" y="2150"/>
                  </a:lnTo>
                  <a:lnTo>
                    <a:pt x="9257" y="2018"/>
                  </a:lnTo>
                  <a:lnTo>
                    <a:pt x="9211" y="2018"/>
                  </a:lnTo>
                  <a:lnTo>
                    <a:pt x="9166" y="2018"/>
                  </a:lnTo>
                  <a:lnTo>
                    <a:pt x="9074" y="1885"/>
                  </a:lnTo>
                  <a:lnTo>
                    <a:pt x="9029" y="1819"/>
                  </a:lnTo>
                  <a:lnTo>
                    <a:pt x="9074" y="1687"/>
                  </a:lnTo>
                  <a:lnTo>
                    <a:pt x="9166" y="1621"/>
                  </a:lnTo>
                  <a:lnTo>
                    <a:pt x="9303" y="1489"/>
                  </a:lnTo>
                  <a:lnTo>
                    <a:pt x="9394" y="1356"/>
                  </a:lnTo>
                  <a:lnTo>
                    <a:pt x="9394" y="1224"/>
                  </a:lnTo>
                  <a:lnTo>
                    <a:pt x="9303" y="959"/>
                  </a:lnTo>
                  <a:lnTo>
                    <a:pt x="9211" y="728"/>
                  </a:lnTo>
                  <a:lnTo>
                    <a:pt x="9257" y="529"/>
                  </a:lnTo>
                  <a:lnTo>
                    <a:pt x="9303" y="397"/>
                  </a:lnTo>
                  <a:lnTo>
                    <a:pt x="9394" y="265"/>
                  </a:lnTo>
                  <a:lnTo>
                    <a:pt x="9394" y="198"/>
                  </a:lnTo>
                  <a:lnTo>
                    <a:pt x="9349" y="198"/>
                  </a:lnTo>
                  <a:lnTo>
                    <a:pt x="9029" y="66"/>
                  </a:lnTo>
                  <a:lnTo>
                    <a:pt x="8891" y="0"/>
                  </a:lnTo>
                  <a:lnTo>
                    <a:pt x="8800" y="66"/>
                  </a:lnTo>
                  <a:lnTo>
                    <a:pt x="8754" y="198"/>
                  </a:lnTo>
                  <a:lnTo>
                    <a:pt x="8617" y="265"/>
                  </a:lnTo>
                  <a:lnTo>
                    <a:pt x="8526" y="265"/>
                  </a:lnTo>
                  <a:lnTo>
                    <a:pt x="8389" y="265"/>
                  </a:lnTo>
                  <a:lnTo>
                    <a:pt x="8206" y="198"/>
                  </a:lnTo>
                  <a:lnTo>
                    <a:pt x="8114" y="198"/>
                  </a:lnTo>
                  <a:lnTo>
                    <a:pt x="7977" y="132"/>
                  </a:lnTo>
                  <a:lnTo>
                    <a:pt x="7931" y="198"/>
                  </a:lnTo>
                  <a:lnTo>
                    <a:pt x="7794" y="331"/>
                  </a:lnTo>
                  <a:lnTo>
                    <a:pt x="7634" y="331"/>
                  </a:lnTo>
                  <a:lnTo>
                    <a:pt x="7406" y="265"/>
                  </a:lnTo>
                  <a:lnTo>
                    <a:pt x="7177" y="132"/>
                  </a:lnTo>
                  <a:lnTo>
                    <a:pt x="6949" y="132"/>
                  </a:lnTo>
                  <a:lnTo>
                    <a:pt x="6629" y="198"/>
                  </a:lnTo>
                  <a:lnTo>
                    <a:pt x="6309" y="265"/>
                  </a:lnTo>
                  <a:lnTo>
                    <a:pt x="6126" y="397"/>
                  </a:lnTo>
                  <a:lnTo>
                    <a:pt x="6080" y="463"/>
                  </a:lnTo>
                  <a:lnTo>
                    <a:pt x="5989" y="529"/>
                  </a:lnTo>
                  <a:lnTo>
                    <a:pt x="5897" y="529"/>
                  </a:lnTo>
                  <a:lnTo>
                    <a:pt x="5760" y="529"/>
                  </a:lnTo>
                  <a:lnTo>
                    <a:pt x="5623" y="662"/>
                  </a:lnTo>
                  <a:lnTo>
                    <a:pt x="5440" y="794"/>
                  </a:lnTo>
                  <a:lnTo>
                    <a:pt x="5349" y="893"/>
                  </a:lnTo>
                  <a:lnTo>
                    <a:pt x="5257" y="728"/>
                  </a:lnTo>
                  <a:lnTo>
                    <a:pt x="5211" y="662"/>
                  </a:lnTo>
                  <a:lnTo>
                    <a:pt x="5120" y="595"/>
                  </a:lnTo>
                  <a:lnTo>
                    <a:pt x="5074" y="595"/>
                  </a:lnTo>
                  <a:lnTo>
                    <a:pt x="4983" y="662"/>
                  </a:lnTo>
                  <a:lnTo>
                    <a:pt x="4800" y="662"/>
                  </a:lnTo>
                  <a:lnTo>
                    <a:pt x="4709" y="595"/>
                  </a:lnTo>
                  <a:lnTo>
                    <a:pt x="4617" y="529"/>
                  </a:lnTo>
                  <a:lnTo>
                    <a:pt x="4457" y="331"/>
                  </a:lnTo>
                  <a:lnTo>
                    <a:pt x="4411" y="132"/>
                  </a:lnTo>
                  <a:lnTo>
                    <a:pt x="4366" y="66"/>
                  </a:lnTo>
                  <a:lnTo>
                    <a:pt x="4274" y="132"/>
                  </a:lnTo>
                  <a:lnTo>
                    <a:pt x="4183" y="331"/>
                  </a:lnTo>
                  <a:lnTo>
                    <a:pt x="4091" y="662"/>
                  </a:lnTo>
                  <a:lnTo>
                    <a:pt x="4000" y="959"/>
                  </a:lnTo>
                  <a:lnTo>
                    <a:pt x="3863" y="1092"/>
                  </a:lnTo>
                  <a:lnTo>
                    <a:pt x="3589" y="1158"/>
                  </a:lnTo>
                  <a:lnTo>
                    <a:pt x="3497" y="1224"/>
                  </a:lnTo>
                  <a:lnTo>
                    <a:pt x="3360" y="1290"/>
                  </a:lnTo>
                  <a:lnTo>
                    <a:pt x="3223" y="1422"/>
                  </a:lnTo>
                  <a:lnTo>
                    <a:pt x="3177" y="1489"/>
                  </a:lnTo>
                  <a:lnTo>
                    <a:pt x="3131" y="1555"/>
                  </a:lnTo>
                  <a:lnTo>
                    <a:pt x="3086" y="1687"/>
                  </a:lnTo>
                  <a:lnTo>
                    <a:pt x="3086" y="1753"/>
                  </a:lnTo>
                  <a:lnTo>
                    <a:pt x="2994" y="1885"/>
                  </a:lnTo>
                  <a:lnTo>
                    <a:pt x="2949" y="2018"/>
                  </a:lnTo>
                  <a:lnTo>
                    <a:pt x="2903" y="2415"/>
                  </a:lnTo>
                  <a:lnTo>
                    <a:pt x="2903" y="2613"/>
                  </a:lnTo>
                  <a:lnTo>
                    <a:pt x="2857" y="2745"/>
                  </a:lnTo>
                  <a:lnTo>
                    <a:pt x="2720" y="3010"/>
                  </a:lnTo>
                  <a:lnTo>
                    <a:pt x="2583" y="3209"/>
                  </a:lnTo>
                  <a:lnTo>
                    <a:pt x="2400" y="3341"/>
                  </a:lnTo>
                  <a:lnTo>
                    <a:pt x="2080" y="3539"/>
                  </a:lnTo>
                  <a:lnTo>
                    <a:pt x="1943" y="3539"/>
                  </a:lnTo>
                  <a:lnTo>
                    <a:pt x="1851" y="3473"/>
                  </a:lnTo>
                  <a:lnTo>
                    <a:pt x="1806" y="3473"/>
                  </a:lnTo>
                  <a:lnTo>
                    <a:pt x="1714" y="3606"/>
                  </a:lnTo>
                  <a:lnTo>
                    <a:pt x="1669" y="3738"/>
                  </a:lnTo>
                  <a:lnTo>
                    <a:pt x="1577" y="3936"/>
                  </a:lnTo>
                  <a:lnTo>
                    <a:pt x="1531" y="3936"/>
                  </a:lnTo>
                  <a:lnTo>
                    <a:pt x="1440" y="4002"/>
                  </a:lnTo>
                  <a:lnTo>
                    <a:pt x="1349" y="4069"/>
                  </a:lnTo>
                  <a:lnTo>
                    <a:pt x="1234" y="4135"/>
                  </a:lnTo>
                  <a:lnTo>
                    <a:pt x="1097" y="4466"/>
                  </a:lnTo>
                  <a:lnTo>
                    <a:pt x="1097" y="4664"/>
                  </a:lnTo>
                  <a:lnTo>
                    <a:pt x="1051" y="4796"/>
                  </a:lnTo>
                  <a:lnTo>
                    <a:pt x="960" y="4929"/>
                  </a:lnTo>
                  <a:lnTo>
                    <a:pt x="823" y="4995"/>
                  </a:lnTo>
                  <a:lnTo>
                    <a:pt x="731" y="5061"/>
                  </a:lnTo>
                  <a:lnTo>
                    <a:pt x="686" y="5061"/>
                  </a:lnTo>
                  <a:lnTo>
                    <a:pt x="731" y="5127"/>
                  </a:lnTo>
                  <a:lnTo>
                    <a:pt x="777" y="5061"/>
                  </a:lnTo>
                  <a:lnTo>
                    <a:pt x="640" y="5392"/>
                  </a:lnTo>
                  <a:lnTo>
                    <a:pt x="594" y="5458"/>
                  </a:lnTo>
                  <a:lnTo>
                    <a:pt x="503" y="5689"/>
                  </a:lnTo>
                  <a:lnTo>
                    <a:pt x="366" y="5756"/>
                  </a:lnTo>
                  <a:lnTo>
                    <a:pt x="366" y="5888"/>
                  </a:lnTo>
                  <a:lnTo>
                    <a:pt x="320" y="6086"/>
                  </a:lnTo>
                  <a:lnTo>
                    <a:pt x="320" y="6285"/>
                  </a:lnTo>
                  <a:lnTo>
                    <a:pt x="366" y="6351"/>
                  </a:lnTo>
                  <a:lnTo>
                    <a:pt x="411" y="6417"/>
                  </a:lnTo>
                  <a:lnTo>
                    <a:pt x="457" y="6549"/>
                  </a:lnTo>
                  <a:lnTo>
                    <a:pt x="503" y="6682"/>
                  </a:lnTo>
                  <a:lnTo>
                    <a:pt x="503" y="6748"/>
                  </a:lnTo>
                  <a:lnTo>
                    <a:pt x="457" y="6880"/>
                  </a:lnTo>
                  <a:lnTo>
                    <a:pt x="411" y="6946"/>
                  </a:lnTo>
                  <a:lnTo>
                    <a:pt x="411" y="7013"/>
                  </a:lnTo>
                  <a:lnTo>
                    <a:pt x="411" y="7211"/>
                  </a:lnTo>
                  <a:lnTo>
                    <a:pt x="457" y="7409"/>
                  </a:lnTo>
                  <a:lnTo>
                    <a:pt x="503" y="7608"/>
                  </a:lnTo>
                  <a:lnTo>
                    <a:pt x="503" y="7806"/>
                  </a:lnTo>
                  <a:lnTo>
                    <a:pt x="366" y="8270"/>
                  </a:lnTo>
                  <a:lnTo>
                    <a:pt x="320" y="8402"/>
                  </a:lnTo>
                  <a:lnTo>
                    <a:pt x="320" y="8534"/>
                  </a:lnTo>
                  <a:lnTo>
                    <a:pt x="274" y="8600"/>
                  </a:lnTo>
                  <a:lnTo>
                    <a:pt x="183" y="8733"/>
                  </a:lnTo>
                  <a:lnTo>
                    <a:pt x="91" y="8799"/>
                  </a:lnTo>
                  <a:lnTo>
                    <a:pt x="0" y="8865"/>
                  </a:lnTo>
                  <a:lnTo>
                    <a:pt x="46" y="8931"/>
                  </a:lnTo>
                  <a:lnTo>
                    <a:pt x="91" y="8931"/>
                  </a:lnTo>
                  <a:lnTo>
                    <a:pt x="229" y="9130"/>
                  </a:lnTo>
                  <a:lnTo>
                    <a:pt x="320" y="9262"/>
                  </a:lnTo>
                  <a:lnTo>
                    <a:pt x="320" y="9328"/>
                  </a:lnTo>
                  <a:lnTo>
                    <a:pt x="274" y="9526"/>
                  </a:lnTo>
                  <a:lnTo>
                    <a:pt x="320" y="9659"/>
                  </a:lnTo>
                  <a:lnTo>
                    <a:pt x="366" y="9659"/>
                  </a:lnTo>
                  <a:lnTo>
                    <a:pt x="366" y="9725"/>
                  </a:lnTo>
                  <a:lnTo>
                    <a:pt x="366" y="9791"/>
                  </a:lnTo>
                  <a:lnTo>
                    <a:pt x="320" y="9725"/>
                  </a:lnTo>
                  <a:lnTo>
                    <a:pt x="274" y="9593"/>
                  </a:lnTo>
                  <a:lnTo>
                    <a:pt x="229" y="9526"/>
                  </a:lnTo>
                  <a:lnTo>
                    <a:pt x="183" y="9593"/>
                  </a:lnTo>
                  <a:lnTo>
                    <a:pt x="229" y="9659"/>
                  </a:lnTo>
                  <a:lnTo>
                    <a:pt x="366" y="9923"/>
                  </a:lnTo>
                  <a:lnTo>
                    <a:pt x="549" y="10056"/>
                  </a:lnTo>
                  <a:lnTo>
                    <a:pt x="411" y="9990"/>
                  </a:lnTo>
                  <a:lnTo>
                    <a:pt x="274" y="9857"/>
                  </a:lnTo>
                  <a:lnTo>
                    <a:pt x="229" y="9857"/>
                  </a:lnTo>
                  <a:lnTo>
                    <a:pt x="229" y="9990"/>
                  </a:lnTo>
                  <a:lnTo>
                    <a:pt x="274" y="10122"/>
                  </a:lnTo>
                  <a:lnTo>
                    <a:pt x="366" y="10287"/>
                  </a:lnTo>
                  <a:lnTo>
                    <a:pt x="457" y="10287"/>
                  </a:lnTo>
                  <a:lnTo>
                    <a:pt x="503" y="10287"/>
                  </a:lnTo>
                  <a:lnTo>
                    <a:pt x="457" y="10353"/>
                  </a:lnTo>
                  <a:lnTo>
                    <a:pt x="411" y="10353"/>
                  </a:lnTo>
                  <a:lnTo>
                    <a:pt x="594" y="10420"/>
                  </a:lnTo>
                  <a:lnTo>
                    <a:pt x="640" y="10420"/>
                  </a:lnTo>
                  <a:lnTo>
                    <a:pt x="686" y="10420"/>
                  </a:lnTo>
                  <a:lnTo>
                    <a:pt x="686" y="10486"/>
                  </a:lnTo>
                  <a:lnTo>
                    <a:pt x="640" y="10486"/>
                  </a:lnTo>
                  <a:lnTo>
                    <a:pt x="594" y="10552"/>
                  </a:lnTo>
                  <a:lnTo>
                    <a:pt x="549" y="10618"/>
                  </a:lnTo>
                  <a:lnTo>
                    <a:pt x="594" y="10684"/>
                  </a:lnTo>
                  <a:lnTo>
                    <a:pt x="640" y="10750"/>
                  </a:lnTo>
                  <a:lnTo>
                    <a:pt x="686" y="10883"/>
                  </a:lnTo>
                  <a:lnTo>
                    <a:pt x="823" y="11081"/>
                  </a:lnTo>
                  <a:lnTo>
                    <a:pt x="1006" y="11280"/>
                  </a:lnTo>
                  <a:lnTo>
                    <a:pt x="1189" y="11743"/>
                  </a:lnTo>
                  <a:lnTo>
                    <a:pt x="1189" y="11875"/>
                  </a:lnTo>
                  <a:lnTo>
                    <a:pt x="1349" y="12272"/>
                  </a:lnTo>
                  <a:lnTo>
                    <a:pt x="1349" y="12338"/>
                  </a:lnTo>
                  <a:lnTo>
                    <a:pt x="1486" y="12470"/>
                  </a:lnTo>
                  <a:lnTo>
                    <a:pt x="1531" y="12537"/>
                  </a:lnTo>
                  <a:lnTo>
                    <a:pt x="1577" y="12603"/>
                  </a:lnTo>
                  <a:lnTo>
                    <a:pt x="1531" y="12603"/>
                  </a:lnTo>
                  <a:lnTo>
                    <a:pt x="1486" y="12603"/>
                  </a:lnTo>
                  <a:lnTo>
                    <a:pt x="1577" y="12735"/>
                  </a:lnTo>
                  <a:lnTo>
                    <a:pt x="1669" y="12801"/>
                  </a:lnTo>
                  <a:lnTo>
                    <a:pt x="1806" y="12934"/>
                  </a:lnTo>
                  <a:lnTo>
                    <a:pt x="1851" y="13000"/>
                  </a:lnTo>
                  <a:lnTo>
                    <a:pt x="2034" y="13330"/>
                  </a:lnTo>
                  <a:lnTo>
                    <a:pt x="1989" y="13264"/>
                  </a:lnTo>
                  <a:lnTo>
                    <a:pt x="2171" y="13397"/>
                  </a:lnTo>
                  <a:lnTo>
                    <a:pt x="2491" y="13926"/>
                  </a:lnTo>
                  <a:lnTo>
                    <a:pt x="2720" y="14124"/>
                  </a:lnTo>
                  <a:lnTo>
                    <a:pt x="2903" y="14257"/>
                  </a:lnTo>
                  <a:lnTo>
                    <a:pt x="3726" y="14389"/>
                  </a:lnTo>
                  <a:lnTo>
                    <a:pt x="4137" y="14455"/>
                  </a:lnTo>
                  <a:lnTo>
                    <a:pt x="4571" y="14654"/>
                  </a:lnTo>
                  <a:lnTo>
                    <a:pt x="4457" y="14654"/>
                  </a:lnTo>
                  <a:lnTo>
                    <a:pt x="4800" y="14720"/>
                  </a:lnTo>
                  <a:lnTo>
                    <a:pt x="5120" y="14786"/>
                  </a:lnTo>
                  <a:lnTo>
                    <a:pt x="5257" y="14786"/>
                  </a:lnTo>
                  <a:lnTo>
                    <a:pt x="5394" y="14720"/>
                  </a:lnTo>
                  <a:lnTo>
                    <a:pt x="6903" y="14720"/>
                  </a:lnTo>
                  <a:lnTo>
                    <a:pt x="7040" y="14720"/>
                  </a:lnTo>
                  <a:lnTo>
                    <a:pt x="7086" y="14786"/>
                  </a:lnTo>
                  <a:lnTo>
                    <a:pt x="7131" y="14885"/>
                  </a:lnTo>
                  <a:lnTo>
                    <a:pt x="7269" y="15017"/>
                  </a:lnTo>
                  <a:lnTo>
                    <a:pt x="7314" y="15017"/>
                  </a:lnTo>
                  <a:lnTo>
                    <a:pt x="7360" y="14951"/>
                  </a:lnTo>
                  <a:lnTo>
                    <a:pt x="7406" y="15150"/>
                  </a:lnTo>
                  <a:lnTo>
                    <a:pt x="7406" y="15348"/>
                  </a:lnTo>
                  <a:lnTo>
                    <a:pt x="7451" y="15481"/>
                  </a:lnTo>
                  <a:lnTo>
                    <a:pt x="7634" y="15547"/>
                  </a:lnTo>
                  <a:lnTo>
                    <a:pt x="7680" y="15547"/>
                  </a:lnTo>
                  <a:lnTo>
                    <a:pt x="7726" y="15481"/>
                  </a:lnTo>
                  <a:lnTo>
                    <a:pt x="7794" y="15414"/>
                  </a:lnTo>
                  <a:lnTo>
                    <a:pt x="7886" y="15414"/>
                  </a:lnTo>
                  <a:lnTo>
                    <a:pt x="8023" y="15481"/>
                  </a:lnTo>
                  <a:lnTo>
                    <a:pt x="8206" y="15547"/>
                  </a:lnTo>
                  <a:lnTo>
                    <a:pt x="8297" y="15547"/>
                  </a:lnTo>
                  <a:lnTo>
                    <a:pt x="8434" y="15547"/>
                  </a:lnTo>
                  <a:lnTo>
                    <a:pt x="8434" y="15481"/>
                  </a:lnTo>
                  <a:lnTo>
                    <a:pt x="8389" y="15481"/>
                  </a:lnTo>
                  <a:lnTo>
                    <a:pt x="8389" y="15414"/>
                  </a:lnTo>
                  <a:lnTo>
                    <a:pt x="8480" y="15414"/>
                  </a:lnTo>
                  <a:lnTo>
                    <a:pt x="8526" y="15481"/>
                  </a:lnTo>
                  <a:lnTo>
                    <a:pt x="8617" y="15613"/>
                  </a:lnTo>
                  <a:lnTo>
                    <a:pt x="8709" y="15745"/>
                  </a:lnTo>
                  <a:lnTo>
                    <a:pt x="8754" y="15745"/>
                  </a:lnTo>
                  <a:lnTo>
                    <a:pt x="8800" y="15679"/>
                  </a:lnTo>
                  <a:lnTo>
                    <a:pt x="8891" y="15679"/>
                  </a:lnTo>
                  <a:lnTo>
                    <a:pt x="8937" y="15679"/>
                  </a:lnTo>
                  <a:lnTo>
                    <a:pt x="8983" y="15877"/>
                  </a:lnTo>
                  <a:lnTo>
                    <a:pt x="9029" y="16010"/>
                  </a:lnTo>
                  <a:lnTo>
                    <a:pt x="8937" y="16274"/>
                  </a:lnTo>
                  <a:lnTo>
                    <a:pt x="8937" y="16539"/>
                  </a:lnTo>
                  <a:lnTo>
                    <a:pt x="8937" y="16738"/>
                  </a:lnTo>
                  <a:lnTo>
                    <a:pt x="8800" y="17201"/>
                  </a:lnTo>
                  <a:lnTo>
                    <a:pt x="8754" y="17333"/>
                  </a:lnTo>
                  <a:lnTo>
                    <a:pt x="8800" y="16936"/>
                  </a:lnTo>
                  <a:lnTo>
                    <a:pt x="8800" y="16671"/>
                  </a:lnTo>
                  <a:lnTo>
                    <a:pt x="8800" y="16539"/>
                  </a:lnTo>
                  <a:lnTo>
                    <a:pt x="8709" y="16671"/>
                  </a:lnTo>
                  <a:lnTo>
                    <a:pt x="8571" y="17201"/>
                  </a:lnTo>
                  <a:lnTo>
                    <a:pt x="8617" y="17333"/>
                  </a:lnTo>
                  <a:lnTo>
                    <a:pt x="8663" y="17399"/>
                  </a:lnTo>
                  <a:lnTo>
                    <a:pt x="8754" y="17598"/>
                  </a:lnTo>
                  <a:lnTo>
                    <a:pt x="8937" y="17664"/>
                  </a:lnTo>
                  <a:lnTo>
                    <a:pt x="9074" y="17730"/>
                  </a:lnTo>
                  <a:lnTo>
                    <a:pt x="8983" y="17730"/>
                  </a:lnTo>
                  <a:lnTo>
                    <a:pt x="8937" y="17730"/>
                  </a:lnTo>
                  <a:lnTo>
                    <a:pt x="9257" y="17994"/>
                  </a:lnTo>
                  <a:lnTo>
                    <a:pt x="9623" y="18325"/>
                  </a:lnTo>
                  <a:lnTo>
                    <a:pt x="9669" y="18391"/>
                  </a:lnTo>
                  <a:lnTo>
                    <a:pt x="9714" y="18458"/>
                  </a:lnTo>
                  <a:lnTo>
                    <a:pt x="9714" y="18524"/>
                  </a:lnTo>
                  <a:lnTo>
                    <a:pt x="9760" y="18656"/>
                  </a:lnTo>
                  <a:lnTo>
                    <a:pt x="9989" y="18987"/>
                  </a:lnTo>
                  <a:lnTo>
                    <a:pt x="10080" y="19119"/>
                  </a:lnTo>
                  <a:lnTo>
                    <a:pt x="10126" y="19251"/>
                  </a:lnTo>
                  <a:lnTo>
                    <a:pt x="10126" y="19318"/>
                  </a:lnTo>
                  <a:lnTo>
                    <a:pt x="10080" y="19318"/>
                  </a:lnTo>
                  <a:lnTo>
                    <a:pt x="10034" y="19318"/>
                  </a:lnTo>
                  <a:lnTo>
                    <a:pt x="9989" y="19384"/>
                  </a:lnTo>
                  <a:lnTo>
                    <a:pt x="10080" y="19450"/>
                  </a:lnTo>
                  <a:lnTo>
                    <a:pt x="10171" y="19615"/>
                  </a:lnTo>
                  <a:lnTo>
                    <a:pt x="10263" y="19748"/>
                  </a:lnTo>
                  <a:lnTo>
                    <a:pt x="10263" y="19814"/>
                  </a:lnTo>
                  <a:lnTo>
                    <a:pt x="10263" y="19880"/>
                  </a:lnTo>
                  <a:lnTo>
                    <a:pt x="10126" y="20012"/>
                  </a:lnTo>
                  <a:lnTo>
                    <a:pt x="9989" y="20145"/>
                  </a:lnTo>
                  <a:lnTo>
                    <a:pt x="9851" y="20211"/>
                  </a:lnTo>
                  <a:lnTo>
                    <a:pt x="9714" y="20475"/>
                  </a:lnTo>
                  <a:lnTo>
                    <a:pt x="9623" y="20542"/>
                  </a:lnTo>
                  <a:lnTo>
                    <a:pt x="9577" y="20608"/>
                  </a:lnTo>
                  <a:lnTo>
                    <a:pt x="9577" y="20674"/>
                  </a:lnTo>
                  <a:lnTo>
                    <a:pt x="9577" y="20806"/>
                  </a:lnTo>
                  <a:lnTo>
                    <a:pt x="9577" y="20872"/>
                  </a:lnTo>
                  <a:lnTo>
                    <a:pt x="9577" y="20938"/>
                  </a:lnTo>
                  <a:lnTo>
                    <a:pt x="9714" y="21005"/>
                  </a:lnTo>
                  <a:lnTo>
                    <a:pt x="9806" y="21005"/>
                  </a:lnTo>
                  <a:lnTo>
                    <a:pt x="10309" y="21335"/>
                  </a:lnTo>
                  <a:lnTo>
                    <a:pt x="10354" y="21335"/>
                  </a:lnTo>
                  <a:lnTo>
                    <a:pt x="10309" y="21402"/>
                  </a:lnTo>
                  <a:lnTo>
                    <a:pt x="11154" y="21600"/>
                  </a:lnTo>
                  <a:lnTo>
                    <a:pt x="11977" y="21468"/>
                  </a:lnTo>
                  <a:lnTo>
                    <a:pt x="13120" y="21137"/>
                  </a:lnTo>
                  <a:lnTo>
                    <a:pt x="14240" y="20674"/>
                  </a:lnTo>
                  <a:lnTo>
                    <a:pt x="14286" y="20674"/>
                  </a:lnTo>
                  <a:lnTo>
                    <a:pt x="14880" y="20343"/>
                  </a:lnTo>
                  <a:lnTo>
                    <a:pt x="15520" y="19946"/>
                  </a:lnTo>
                  <a:lnTo>
                    <a:pt x="15703" y="19814"/>
                  </a:lnTo>
                  <a:lnTo>
                    <a:pt x="15886" y="19681"/>
                  </a:lnTo>
                  <a:lnTo>
                    <a:pt x="15931" y="19549"/>
                  </a:lnTo>
                  <a:lnTo>
                    <a:pt x="16023" y="19318"/>
                  </a:lnTo>
                  <a:lnTo>
                    <a:pt x="16069" y="19251"/>
                  </a:lnTo>
                  <a:lnTo>
                    <a:pt x="16160" y="19185"/>
                  </a:lnTo>
                  <a:lnTo>
                    <a:pt x="16434" y="18987"/>
                  </a:lnTo>
                  <a:lnTo>
                    <a:pt x="16709" y="18722"/>
                  </a:lnTo>
                  <a:lnTo>
                    <a:pt x="17371" y="18259"/>
                  </a:lnTo>
                  <a:lnTo>
                    <a:pt x="17691" y="17928"/>
                  </a:lnTo>
                  <a:lnTo>
                    <a:pt x="17829" y="17730"/>
                  </a:lnTo>
                  <a:lnTo>
                    <a:pt x="17920" y="17531"/>
                  </a:lnTo>
                  <a:lnTo>
                    <a:pt x="18057" y="17201"/>
                  </a:lnTo>
                  <a:lnTo>
                    <a:pt x="18103" y="17002"/>
                  </a:lnTo>
                  <a:lnTo>
                    <a:pt x="18194" y="16804"/>
                  </a:lnTo>
                  <a:lnTo>
                    <a:pt x="18103" y="16605"/>
                  </a:lnTo>
                  <a:lnTo>
                    <a:pt x="18057" y="16407"/>
                  </a:lnTo>
                  <a:lnTo>
                    <a:pt x="18057" y="16341"/>
                  </a:lnTo>
                  <a:lnTo>
                    <a:pt x="18103" y="16274"/>
                  </a:lnTo>
                  <a:lnTo>
                    <a:pt x="18149" y="16208"/>
                  </a:lnTo>
                  <a:lnTo>
                    <a:pt x="18194" y="16142"/>
                  </a:lnTo>
                  <a:lnTo>
                    <a:pt x="18149" y="16142"/>
                  </a:lnTo>
                  <a:lnTo>
                    <a:pt x="18103" y="16142"/>
                  </a:lnTo>
                  <a:lnTo>
                    <a:pt x="18057" y="16076"/>
                  </a:lnTo>
                  <a:lnTo>
                    <a:pt x="18011" y="16076"/>
                  </a:lnTo>
                  <a:lnTo>
                    <a:pt x="18057" y="15877"/>
                  </a:lnTo>
                  <a:lnTo>
                    <a:pt x="18149" y="15679"/>
                  </a:lnTo>
                  <a:lnTo>
                    <a:pt x="18377" y="15348"/>
                  </a:lnTo>
                  <a:lnTo>
                    <a:pt x="18469" y="15150"/>
                  </a:lnTo>
                  <a:lnTo>
                    <a:pt x="18514" y="15084"/>
                  </a:lnTo>
                  <a:lnTo>
                    <a:pt x="18560" y="14885"/>
                  </a:lnTo>
                  <a:lnTo>
                    <a:pt x="18789" y="14654"/>
                  </a:lnTo>
                  <a:lnTo>
                    <a:pt x="18789" y="14521"/>
                  </a:lnTo>
                  <a:lnTo>
                    <a:pt x="18880" y="14455"/>
                  </a:lnTo>
                  <a:lnTo>
                    <a:pt x="19017" y="14257"/>
                  </a:lnTo>
                  <a:lnTo>
                    <a:pt x="19109" y="14058"/>
                  </a:lnTo>
                  <a:lnTo>
                    <a:pt x="19794" y="12867"/>
                  </a:lnTo>
                  <a:lnTo>
                    <a:pt x="20251" y="12140"/>
                  </a:lnTo>
                  <a:lnTo>
                    <a:pt x="20526" y="11610"/>
                  </a:lnTo>
                  <a:lnTo>
                    <a:pt x="20777" y="11081"/>
                  </a:lnTo>
                  <a:lnTo>
                    <a:pt x="21097" y="10221"/>
                  </a:lnTo>
                  <a:lnTo>
                    <a:pt x="21280" y="9394"/>
                  </a:lnTo>
                  <a:lnTo>
                    <a:pt x="21417" y="9063"/>
                  </a:lnTo>
                  <a:lnTo>
                    <a:pt x="21509" y="8666"/>
                  </a:lnTo>
                  <a:lnTo>
                    <a:pt x="21509" y="8468"/>
                  </a:lnTo>
                  <a:lnTo>
                    <a:pt x="21554" y="8270"/>
                  </a:lnTo>
                  <a:lnTo>
                    <a:pt x="21554" y="8203"/>
                  </a:lnTo>
                  <a:lnTo>
                    <a:pt x="21554" y="8071"/>
                  </a:lnTo>
                  <a:lnTo>
                    <a:pt x="21600" y="7873"/>
                  </a:lnTo>
                  <a:lnTo>
                    <a:pt x="21600" y="7740"/>
                  </a:lnTo>
                  <a:lnTo>
                    <a:pt x="21600" y="7608"/>
                  </a:lnTo>
                  <a:lnTo>
                    <a:pt x="21554" y="7608"/>
                  </a:lnTo>
                  <a:lnTo>
                    <a:pt x="21509" y="7674"/>
                  </a:lnTo>
                  <a:lnTo>
                    <a:pt x="21417" y="7873"/>
                  </a:lnTo>
                  <a:lnTo>
                    <a:pt x="21371" y="8005"/>
                  </a:lnTo>
                  <a:lnTo>
                    <a:pt x="21189" y="8270"/>
                  </a:lnTo>
                  <a:lnTo>
                    <a:pt x="21143" y="8336"/>
                  </a:lnTo>
                  <a:lnTo>
                    <a:pt x="21143" y="8270"/>
                  </a:lnTo>
                  <a:lnTo>
                    <a:pt x="21006" y="8468"/>
                  </a:lnTo>
                  <a:lnTo>
                    <a:pt x="20914" y="8600"/>
                  </a:lnTo>
                  <a:lnTo>
                    <a:pt x="20777" y="8733"/>
                  </a:lnTo>
                  <a:lnTo>
                    <a:pt x="20640" y="8931"/>
                  </a:lnTo>
                  <a:lnTo>
                    <a:pt x="20526" y="9130"/>
                  </a:lnTo>
                  <a:lnTo>
                    <a:pt x="20434" y="9196"/>
                  </a:lnTo>
                  <a:lnTo>
                    <a:pt x="20343" y="9196"/>
                  </a:lnTo>
                  <a:lnTo>
                    <a:pt x="19703" y="9460"/>
                  </a:lnTo>
                  <a:lnTo>
                    <a:pt x="19566" y="9593"/>
                  </a:lnTo>
                  <a:lnTo>
                    <a:pt x="19520" y="9593"/>
                  </a:lnTo>
                  <a:lnTo>
                    <a:pt x="19566" y="9460"/>
                  </a:lnTo>
                  <a:lnTo>
                    <a:pt x="19611" y="9394"/>
                  </a:lnTo>
                  <a:lnTo>
                    <a:pt x="19703" y="9328"/>
                  </a:lnTo>
                  <a:lnTo>
                    <a:pt x="19749" y="9196"/>
                  </a:lnTo>
                  <a:lnTo>
                    <a:pt x="19749" y="9130"/>
                  </a:lnTo>
                  <a:lnTo>
                    <a:pt x="19703" y="9063"/>
                  </a:lnTo>
                  <a:lnTo>
                    <a:pt x="19474" y="8865"/>
                  </a:lnTo>
                  <a:lnTo>
                    <a:pt x="19154" y="8600"/>
                  </a:lnTo>
                  <a:lnTo>
                    <a:pt x="19017" y="8600"/>
                  </a:lnTo>
                  <a:lnTo>
                    <a:pt x="18880" y="8666"/>
                  </a:lnTo>
                  <a:lnTo>
                    <a:pt x="18834" y="8534"/>
                  </a:lnTo>
                  <a:lnTo>
                    <a:pt x="18789" y="8468"/>
                  </a:lnTo>
                  <a:lnTo>
                    <a:pt x="18743" y="8534"/>
                  </a:lnTo>
                  <a:lnTo>
                    <a:pt x="18743" y="8600"/>
                  </a:lnTo>
                  <a:lnTo>
                    <a:pt x="18743" y="8666"/>
                  </a:lnTo>
                  <a:lnTo>
                    <a:pt x="18697" y="8600"/>
                  </a:lnTo>
                  <a:lnTo>
                    <a:pt x="18651" y="8468"/>
                  </a:lnTo>
                  <a:lnTo>
                    <a:pt x="18560" y="8203"/>
                  </a:lnTo>
                  <a:lnTo>
                    <a:pt x="18469" y="7873"/>
                  </a:lnTo>
                  <a:lnTo>
                    <a:pt x="18377" y="7608"/>
                  </a:lnTo>
                  <a:lnTo>
                    <a:pt x="18240" y="7476"/>
                  </a:lnTo>
                  <a:lnTo>
                    <a:pt x="18103" y="7409"/>
                  </a:lnTo>
                  <a:lnTo>
                    <a:pt x="18057" y="7476"/>
                  </a:lnTo>
                  <a:lnTo>
                    <a:pt x="18011" y="7409"/>
                  </a:lnTo>
                  <a:lnTo>
                    <a:pt x="17966" y="7211"/>
                  </a:lnTo>
                  <a:lnTo>
                    <a:pt x="17966" y="7013"/>
                  </a:lnTo>
                  <a:lnTo>
                    <a:pt x="17874" y="6748"/>
                  </a:lnTo>
                  <a:lnTo>
                    <a:pt x="17829" y="6483"/>
                  </a:lnTo>
                  <a:lnTo>
                    <a:pt x="17874" y="6483"/>
                  </a:lnTo>
                  <a:lnTo>
                    <a:pt x="17920" y="6483"/>
                  </a:lnTo>
                  <a:lnTo>
                    <a:pt x="17829" y="6351"/>
                  </a:lnTo>
                  <a:lnTo>
                    <a:pt x="17783" y="6285"/>
                  </a:lnTo>
                  <a:lnTo>
                    <a:pt x="17783" y="6153"/>
                  </a:lnTo>
                  <a:lnTo>
                    <a:pt x="17783" y="6086"/>
                  </a:lnTo>
                  <a:lnTo>
                    <a:pt x="17646" y="5954"/>
                  </a:lnTo>
                  <a:lnTo>
                    <a:pt x="17554" y="5888"/>
                  </a:lnTo>
                  <a:lnTo>
                    <a:pt x="17463" y="5822"/>
                  </a:lnTo>
                  <a:lnTo>
                    <a:pt x="17371" y="5756"/>
                  </a:lnTo>
                  <a:lnTo>
                    <a:pt x="17371" y="5623"/>
                  </a:lnTo>
                  <a:lnTo>
                    <a:pt x="17371" y="5557"/>
                  </a:lnTo>
                  <a:lnTo>
                    <a:pt x="17371" y="5392"/>
                  </a:lnTo>
                  <a:lnTo>
                    <a:pt x="17371" y="5326"/>
                  </a:lnTo>
                  <a:lnTo>
                    <a:pt x="17303" y="5259"/>
                  </a:lnTo>
                  <a:lnTo>
                    <a:pt x="17257" y="5193"/>
                  </a:lnTo>
                  <a:lnTo>
                    <a:pt x="17120" y="5127"/>
                  </a:lnTo>
                  <a:lnTo>
                    <a:pt x="17029" y="4929"/>
                  </a:lnTo>
                  <a:lnTo>
                    <a:pt x="16983" y="4862"/>
                  </a:lnTo>
                  <a:lnTo>
                    <a:pt x="16983" y="4730"/>
                  </a:lnTo>
                  <a:lnTo>
                    <a:pt x="16937" y="4598"/>
                  </a:lnTo>
                  <a:lnTo>
                    <a:pt x="16800" y="4466"/>
                  </a:lnTo>
                  <a:lnTo>
                    <a:pt x="16709" y="4267"/>
                  </a:lnTo>
                  <a:lnTo>
                    <a:pt x="16709" y="4135"/>
                  </a:lnTo>
                  <a:lnTo>
                    <a:pt x="16480" y="3738"/>
                  </a:lnTo>
                  <a:lnTo>
                    <a:pt x="16526" y="3672"/>
                  </a:lnTo>
                  <a:lnTo>
                    <a:pt x="16389" y="3539"/>
                  </a:lnTo>
                  <a:lnTo>
                    <a:pt x="16251" y="3407"/>
                  </a:lnTo>
                  <a:lnTo>
                    <a:pt x="16160" y="3209"/>
                  </a:lnTo>
                  <a:lnTo>
                    <a:pt x="16069" y="2944"/>
                  </a:lnTo>
                  <a:lnTo>
                    <a:pt x="15840" y="2018"/>
                  </a:lnTo>
                  <a:lnTo>
                    <a:pt x="15703" y="2018"/>
                  </a:lnTo>
                  <a:lnTo>
                    <a:pt x="15566" y="2084"/>
                  </a:lnTo>
                  <a:close/>
                  <a:moveTo>
                    <a:pt x="3726" y="13727"/>
                  </a:moveTo>
                  <a:lnTo>
                    <a:pt x="3726" y="13727"/>
                  </a:lnTo>
                  <a:lnTo>
                    <a:pt x="3680" y="13727"/>
                  </a:lnTo>
                  <a:lnTo>
                    <a:pt x="3634" y="13661"/>
                  </a:lnTo>
                  <a:lnTo>
                    <a:pt x="3634" y="13463"/>
                  </a:lnTo>
                  <a:lnTo>
                    <a:pt x="3680" y="13330"/>
                  </a:lnTo>
                  <a:lnTo>
                    <a:pt x="3680" y="13529"/>
                  </a:lnTo>
                  <a:lnTo>
                    <a:pt x="3726" y="13727"/>
                  </a:lnTo>
                  <a:close/>
                  <a:moveTo>
                    <a:pt x="10354" y="12404"/>
                  </a:moveTo>
                  <a:lnTo>
                    <a:pt x="10354" y="12404"/>
                  </a:lnTo>
                  <a:lnTo>
                    <a:pt x="10217" y="12074"/>
                  </a:lnTo>
                  <a:lnTo>
                    <a:pt x="10171" y="11941"/>
                  </a:lnTo>
                  <a:lnTo>
                    <a:pt x="10217" y="11875"/>
                  </a:lnTo>
                  <a:lnTo>
                    <a:pt x="10309" y="11809"/>
                  </a:lnTo>
                  <a:lnTo>
                    <a:pt x="10354" y="11875"/>
                  </a:lnTo>
                  <a:lnTo>
                    <a:pt x="10354" y="12007"/>
                  </a:lnTo>
                  <a:lnTo>
                    <a:pt x="10446" y="12074"/>
                  </a:lnTo>
                  <a:lnTo>
                    <a:pt x="10446" y="12140"/>
                  </a:lnTo>
                  <a:lnTo>
                    <a:pt x="10491" y="12206"/>
                  </a:lnTo>
                  <a:lnTo>
                    <a:pt x="10537" y="12140"/>
                  </a:lnTo>
                  <a:lnTo>
                    <a:pt x="10583" y="12140"/>
                  </a:lnTo>
                  <a:lnTo>
                    <a:pt x="10811" y="12206"/>
                  </a:lnTo>
                  <a:lnTo>
                    <a:pt x="10583" y="12404"/>
                  </a:lnTo>
                  <a:lnTo>
                    <a:pt x="10446" y="12470"/>
                  </a:lnTo>
                  <a:lnTo>
                    <a:pt x="10354" y="12404"/>
                  </a:lnTo>
                  <a:close/>
                  <a:moveTo>
                    <a:pt x="15657" y="17928"/>
                  </a:moveTo>
                  <a:lnTo>
                    <a:pt x="15657" y="17928"/>
                  </a:lnTo>
                  <a:lnTo>
                    <a:pt x="15611" y="17928"/>
                  </a:lnTo>
                  <a:lnTo>
                    <a:pt x="15566" y="17928"/>
                  </a:lnTo>
                  <a:lnTo>
                    <a:pt x="15429" y="17796"/>
                  </a:lnTo>
                  <a:lnTo>
                    <a:pt x="15337" y="17664"/>
                  </a:lnTo>
                  <a:lnTo>
                    <a:pt x="15291" y="17531"/>
                  </a:lnTo>
                  <a:lnTo>
                    <a:pt x="15291" y="17399"/>
                  </a:lnTo>
                  <a:lnTo>
                    <a:pt x="15291" y="17134"/>
                  </a:lnTo>
                  <a:lnTo>
                    <a:pt x="15337" y="16936"/>
                  </a:lnTo>
                  <a:lnTo>
                    <a:pt x="15337" y="16870"/>
                  </a:lnTo>
                  <a:lnTo>
                    <a:pt x="15383" y="16804"/>
                  </a:lnTo>
                  <a:lnTo>
                    <a:pt x="15429" y="16870"/>
                  </a:lnTo>
                  <a:lnTo>
                    <a:pt x="15429" y="16936"/>
                  </a:lnTo>
                  <a:lnTo>
                    <a:pt x="15474" y="17068"/>
                  </a:lnTo>
                  <a:lnTo>
                    <a:pt x="15657" y="17598"/>
                  </a:lnTo>
                  <a:lnTo>
                    <a:pt x="15703" y="17664"/>
                  </a:lnTo>
                  <a:lnTo>
                    <a:pt x="15749" y="17796"/>
                  </a:lnTo>
                  <a:lnTo>
                    <a:pt x="15703" y="17862"/>
                  </a:lnTo>
                  <a:lnTo>
                    <a:pt x="15657" y="17928"/>
                  </a:lnTo>
                  <a:close/>
                  <a:moveTo>
                    <a:pt x="16526" y="18458"/>
                  </a:moveTo>
                  <a:lnTo>
                    <a:pt x="16526" y="18458"/>
                  </a:lnTo>
                  <a:lnTo>
                    <a:pt x="16480" y="18524"/>
                  </a:lnTo>
                  <a:lnTo>
                    <a:pt x="16389" y="18458"/>
                  </a:lnTo>
                  <a:lnTo>
                    <a:pt x="16389" y="18391"/>
                  </a:lnTo>
                  <a:lnTo>
                    <a:pt x="16389" y="18259"/>
                  </a:lnTo>
                  <a:lnTo>
                    <a:pt x="16480" y="18061"/>
                  </a:lnTo>
                  <a:lnTo>
                    <a:pt x="16480" y="17730"/>
                  </a:lnTo>
                  <a:lnTo>
                    <a:pt x="16526" y="18061"/>
                  </a:lnTo>
                  <a:lnTo>
                    <a:pt x="16571" y="18259"/>
                  </a:lnTo>
                  <a:lnTo>
                    <a:pt x="16526" y="18458"/>
                  </a:lnTo>
                  <a:close/>
                  <a:moveTo>
                    <a:pt x="17120" y="15150"/>
                  </a:moveTo>
                  <a:lnTo>
                    <a:pt x="17120" y="15150"/>
                  </a:lnTo>
                  <a:lnTo>
                    <a:pt x="17166" y="15150"/>
                  </a:lnTo>
                  <a:lnTo>
                    <a:pt x="17029" y="15216"/>
                  </a:lnTo>
                  <a:lnTo>
                    <a:pt x="16937" y="15348"/>
                  </a:lnTo>
                  <a:lnTo>
                    <a:pt x="16891" y="15481"/>
                  </a:lnTo>
                  <a:lnTo>
                    <a:pt x="16846" y="15613"/>
                  </a:lnTo>
                  <a:lnTo>
                    <a:pt x="16754" y="15679"/>
                  </a:lnTo>
                  <a:lnTo>
                    <a:pt x="16663" y="15811"/>
                  </a:lnTo>
                  <a:lnTo>
                    <a:pt x="16709" y="15811"/>
                  </a:lnTo>
                  <a:lnTo>
                    <a:pt x="16754" y="15877"/>
                  </a:lnTo>
                  <a:lnTo>
                    <a:pt x="16800" y="15877"/>
                  </a:lnTo>
                  <a:lnTo>
                    <a:pt x="16663" y="16010"/>
                  </a:lnTo>
                  <a:lnTo>
                    <a:pt x="16571" y="16142"/>
                  </a:lnTo>
                  <a:lnTo>
                    <a:pt x="16434" y="16274"/>
                  </a:lnTo>
                  <a:lnTo>
                    <a:pt x="16434" y="16208"/>
                  </a:lnTo>
                  <a:lnTo>
                    <a:pt x="16434" y="16142"/>
                  </a:lnTo>
                  <a:lnTo>
                    <a:pt x="16297" y="16142"/>
                  </a:lnTo>
                  <a:lnTo>
                    <a:pt x="16160" y="16142"/>
                  </a:lnTo>
                  <a:lnTo>
                    <a:pt x="16251" y="15811"/>
                  </a:lnTo>
                  <a:lnTo>
                    <a:pt x="16297" y="15547"/>
                  </a:lnTo>
                  <a:lnTo>
                    <a:pt x="16434" y="15414"/>
                  </a:lnTo>
                  <a:lnTo>
                    <a:pt x="16663" y="15282"/>
                  </a:lnTo>
                  <a:lnTo>
                    <a:pt x="17120" y="15150"/>
                  </a:lnTo>
                  <a:close/>
                  <a:moveTo>
                    <a:pt x="16114" y="6880"/>
                  </a:moveTo>
                  <a:lnTo>
                    <a:pt x="16114" y="6880"/>
                  </a:lnTo>
                  <a:lnTo>
                    <a:pt x="16114" y="6748"/>
                  </a:lnTo>
                  <a:lnTo>
                    <a:pt x="16206" y="6616"/>
                  </a:lnTo>
                  <a:lnTo>
                    <a:pt x="16251" y="6549"/>
                  </a:lnTo>
                  <a:lnTo>
                    <a:pt x="16297" y="6417"/>
                  </a:lnTo>
                  <a:lnTo>
                    <a:pt x="16343" y="6417"/>
                  </a:lnTo>
                  <a:lnTo>
                    <a:pt x="16480" y="6285"/>
                  </a:lnTo>
                  <a:lnTo>
                    <a:pt x="16480" y="6086"/>
                  </a:lnTo>
                  <a:lnTo>
                    <a:pt x="16480" y="5689"/>
                  </a:lnTo>
                  <a:lnTo>
                    <a:pt x="16571" y="5954"/>
                  </a:lnTo>
                  <a:lnTo>
                    <a:pt x="16571" y="6219"/>
                  </a:lnTo>
                  <a:lnTo>
                    <a:pt x="16480" y="6219"/>
                  </a:lnTo>
                  <a:lnTo>
                    <a:pt x="16434" y="6351"/>
                  </a:lnTo>
                  <a:lnTo>
                    <a:pt x="16389" y="6483"/>
                  </a:lnTo>
                  <a:lnTo>
                    <a:pt x="16343" y="6483"/>
                  </a:lnTo>
                  <a:lnTo>
                    <a:pt x="16343" y="6417"/>
                  </a:lnTo>
                  <a:lnTo>
                    <a:pt x="16251" y="6549"/>
                  </a:lnTo>
                  <a:lnTo>
                    <a:pt x="16069" y="7013"/>
                  </a:lnTo>
                  <a:lnTo>
                    <a:pt x="16114" y="6880"/>
                  </a:lnTo>
                  <a:close/>
                  <a:moveTo>
                    <a:pt x="16114" y="688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5" name="AutoShape 47"/>
            <p:cNvSpPr>
              <a:spLocks/>
            </p:cNvSpPr>
            <p:nvPr/>
          </p:nvSpPr>
          <p:spPr bwMode="auto">
            <a:xfrm>
              <a:off x="6011" y="1952"/>
              <a:ext cx="64" cy="16"/>
            </a:xfrm>
            <a:custGeom>
              <a:avLst/>
              <a:gdLst/>
              <a:ahLst/>
              <a:cxnLst/>
              <a:rect l="0" t="0" r="r" b="b"/>
              <a:pathLst>
                <a:path w="21600" h="21600">
                  <a:moveTo>
                    <a:pt x="0" y="0"/>
                  </a:moveTo>
                  <a:lnTo>
                    <a:pt x="0" y="0"/>
                  </a:lnTo>
                  <a:lnTo>
                    <a:pt x="21600" y="21600"/>
                  </a:lnTo>
                  <a:lnTo>
                    <a:pt x="16200" y="21600"/>
                  </a:lnTo>
                  <a:lnTo>
                    <a:pt x="5400" y="0"/>
                  </a:lnTo>
                  <a:lnTo>
                    <a:pt x="0" y="0"/>
                  </a:lnTo>
                  <a:close/>
                  <a:moveTo>
                    <a:pt x="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6" name="AutoShape 48"/>
            <p:cNvSpPr>
              <a:spLocks/>
            </p:cNvSpPr>
            <p:nvPr/>
          </p:nvSpPr>
          <p:spPr bwMode="auto">
            <a:xfrm>
              <a:off x="7468" y="728"/>
              <a:ext cx="48" cy="16"/>
            </a:xfrm>
            <a:custGeom>
              <a:avLst/>
              <a:gdLst/>
              <a:ahLst/>
              <a:cxnLst/>
              <a:rect l="0" t="0" r="r" b="b"/>
              <a:pathLst>
                <a:path w="21600" h="21600">
                  <a:moveTo>
                    <a:pt x="21600" y="21600"/>
                  </a:moveTo>
                  <a:lnTo>
                    <a:pt x="21600" y="21600"/>
                  </a:lnTo>
                  <a:lnTo>
                    <a:pt x="0" y="0"/>
                  </a:lnTo>
                  <a:lnTo>
                    <a:pt x="21600" y="21600"/>
                  </a:lnTo>
                  <a:close/>
                  <a:moveTo>
                    <a:pt x="216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7" name="AutoShape 49"/>
            <p:cNvSpPr>
              <a:spLocks/>
            </p:cNvSpPr>
            <p:nvPr/>
          </p:nvSpPr>
          <p:spPr bwMode="auto">
            <a:xfrm>
              <a:off x="6163" y="5192"/>
              <a:ext cx="80" cy="16"/>
            </a:xfrm>
            <a:custGeom>
              <a:avLst/>
              <a:gdLst/>
              <a:ahLst/>
              <a:cxnLst/>
              <a:rect l="0" t="0" r="r" b="b"/>
              <a:pathLst>
                <a:path w="21600" h="21600">
                  <a:moveTo>
                    <a:pt x="21600" y="21600"/>
                  </a:moveTo>
                  <a:lnTo>
                    <a:pt x="21600" y="21600"/>
                  </a:lnTo>
                  <a:lnTo>
                    <a:pt x="0" y="0"/>
                  </a:lnTo>
                  <a:lnTo>
                    <a:pt x="8640" y="0"/>
                  </a:lnTo>
                  <a:lnTo>
                    <a:pt x="21600" y="21600"/>
                  </a:lnTo>
                  <a:close/>
                  <a:moveTo>
                    <a:pt x="216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8" name="AutoShape 50"/>
            <p:cNvSpPr>
              <a:spLocks/>
            </p:cNvSpPr>
            <p:nvPr/>
          </p:nvSpPr>
          <p:spPr bwMode="auto">
            <a:xfrm>
              <a:off x="10742" y="5705"/>
              <a:ext cx="32" cy="64"/>
            </a:xfrm>
            <a:custGeom>
              <a:avLst/>
              <a:gdLst/>
              <a:ahLst/>
              <a:cxnLst/>
              <a:rect l="0" t="0" r="r" b="b"/>
              <a:pathLst>
                <a:path w="21600" h="21600">
                  <a:moveTo>
                    <a:pt x="10800" y="16200"/>
                  </a:moveTo>
                  <a:lnTo>
                    <a:pt x="10800" y="16200"/>
                  </a:lnTo>
                  <a:lnTo>
                    <a:pt x="21600" y="0"/>
                  </a:lnTo>
                  <a:lnTo>
                    <a:pt x="0" y="21600"/>
                  </a:lnTo>
                  <a:lnTo>
                    <a:pt x="10800" y="16200"/>
                  </a:lnTo>
                  <a:close/>
                  <a:moveTo>
                    <a:pt x="10800" y="162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69" name="AutoShape 51"/>
            <p:cNvSpPr>
              <a:spLocks/>
            </p:cNvSpPr>
            <p:nvPr/>
          </p:nvSpPr>
          <p:spPr bwMode="auto">
            <a:xfrm>
              <a:off x="3530" y="16"/>
              <a:ext cx="7612" cy="8089"/>
            </a:xfrm>
            <a:custGeom>
              <a:avLst/>
              <a:gdLst/>
              <a:ahLst/>
              <a:cxnLst/>
              <a:rect l="0" t="0" r="r" b="b"/>
              <a:pathLst>
                <a:path w="21600" h="21600">
                  <a:moveTo>
                    <a:pt x="21509" y="12862"/>
                  </a:moveTo>
                  <a:lnTo>
                    <a:pt x="21509" y="12862"/>
                  </a:lnTo>
                  <a:lnTo>
                    <a:pt x="21464" y="12734"/>
                  </a:lnTo>
                  <a:lnTo>
                    <a:pt x="21418" y="12093"/>
                  </a:lnTo>
                  <a:lnTo>
                    <a:pt x="21418" y="12007"/>
                  </a:lnTo>
                  <a:lnTo>
                    <a:pt x="21418" y="11964"/>
                  </a:lnTo>
                  <a:lnTo>
                    <a:pt x="21418" y="12007"/>
                  </a:lnTo>
                  <a:lnTo>
                    <a:pt x="21418" y="11922"/>
                  </a:lnTo>
                  <a:lnTo>
                    <a:pt x="21418" y="11751"/>
                  </a:lnTo>
                  <a:lnTo>
                    <a:pt x="21237" y="11024"/>
                  </a:lnTo>
                  <a:lnTo>
                    <a:pt x="21009" y="10319"/>
                  </a:lnTo>
                  <a:lnTo>
                    <a:pt x="20737" y="9636"/>
                  </a:lnTo>
                  <a:lnTo>
                    <a:pt x="20464" y="8952"/>
                  </a:lnTo>
                  <a:lnTo>
                    <a:pt x="20124" y="8354"/>
                  </a:lnTo>
                  <a:lnTo>
                    <a:pt x="19806" y="7755"/>
                  </a:lnTo>
                  <a:lnTo>
                    <a:pt x="19442" y="7136"/>
                  </a:lnTo>
                  <a:lnTo>
                    <a:pt x="19079" y="6580"/>
                  </a:lnTo>
                  <a:lnTo>
                    <a:pt x="18670" y="6025"/>
                  </a:lnTo>
                  <a:lnTo>
                    <a:pt x="18216" y="5512"/>
                  </a:lnTo>
                  <a:lnTo>
                    <a:pt x="17762" y="4999"/>
                  </a:lnTo>
                  <a:lnTo>
                    <a:pt x="17262" y="4487"/>
                  </a:lnTo>
                  <a:lnTo>
                    <a:pt x="16421" y="3739"/>
                  </a:lnTo>
                  <a:lnTo>
                    <a:pt x="15513" y="3012"/>
                  </a:lnTo>
                  <a:lnTo>
                    <a:pt x="14559" y="2372"/>
                  </a:lnTo>
                  <a:lnTo>
                    <a:pt x="13537" y="1816"/>
                  </a:lnTo>
                  <a:lnTo>
                    <a:pt x="12538" y="1282"/>
                  </a:lnTo>
                  <a:lnTo>
                    <a:pt x="11447" y="855"/>
                  </a:lnTo>
                  <a:lnTo>
                    <a:pt x="10334" y="513"/>
                  </a:lnTo>
                  <a:lnTo>
                    <a:pt x="9199" y="256"/>
                  </a:lnTo>
                  <a:lnTo>
                    <a:pt x="8199" y="85"/>
                  </a:lnTo>
                  <a:lnTo>
                    <a:pt x="7268" y="0"/>
                  </a:lnTo>
                  <a:lnTo>
                    <a:pt x="8063" y="128"/>
                  </a:lnTo>
                  <a:lnTo>
                    <a:pt x="8426" y="171"/>
                  </a:lnTo>
                  <a:lnTo>
                    <a:pt x="8790" y="299"/>
                  </a:lnTo>
                  <a:lnTo>
                    <a:pt x="9380" y="427"/>
                  </a:lnTo>
                  <a:lnTo>
                    <a:pt x="9471" y="470"/>
                  </a:lnTo>
                  <a:lnTo>
                    <a:pt x="9517" y="555"/>
                  </a:lnTo>
                  <a:lnTo>
                    <a:pt x="9653" y="641"/>
                  </a:lnTo>
                  <a:lnTo>
                    <a:pt x="9789" y="684"/>
                  </a:lnTo>
                  <a:lnTo>
                    <a:pt x="10107" y="769"/>
                  </a:lnTo>
                  <a:lnTo>
                    <a:pt x="10153" y="769"/>
                  </a:lnTo>
                  <a:lnTo>
                    <a:pt x="10380" y="897"/>
                  </a:lnTo>
                  <a:lnTo>
                    <a:pt x="10516" y="983"/>
                  </a:lnTo>
                  <a:lnTo>
                    <a:pt x="10902" y="1068"/>
                  </a:lnTo>
                  <a:lnTo>
                    <a:pt x="10902" y="1111"/>
                  </a:lnTo>
                  <a:lnTo>
                    <a:pt x="10857" y="1196"/>
                  </a:lnTo>
                  <a:lnTo>
                    <a:pt x="10766" y="1282"/>
                  </a:lnTo>
                  <a:lnTo>
                    <a:pt x="10811" y="1389"/>
                  </a:lnTo>
                  <a:lnTo>
                    <a:pt x="10857" y="1431"/>
                  </a:lnTo>
                  <a:lnTo>
                    <a:pt x="10766" y="1431"/>
                  </a:lnTo>
                  <a:lnTo>
                    <a:pt x="10721" y="1389"/>
                  </a:lnTo>
                  <a:lnTo>
                    <a:pt x="10902" y="1517"/>
                  </a:lnTo>
                  <a:lnTo>
                    <a:pt x="10993" y="1560"/>
                  </a:lnTo>
                  <a:lnTo>
                    <a:pt x="11038" y="1602"/>
                  </a:lnTo>
                  <a:lnTo>
                    <a:pt x="10993" y="1645"/>
                  </a:lnTo>
                  <a:lnTo>
                    <a:pt x="10948" y="1602"/>
                  </a:lnTo>
                  <a:lnTo>
                    <a:pt x="10811" y="1602"/>
                  </a:lnTo>
                  <a:lnTo>
                    <a:pt x="10857" y="1645"/>
                  </a:lnTo>
                  <a:lnTo>
                    <a:pt x="10993" y="1731"/>
                  </a:lnTo>
                  <a:lnTo>
                    <a:pt x="11175" y="1859"/>
                  </a:lnTo>
                  <a:lnTo>
                    <a:pt x="11175" y="1901"/>
                  </a:lnTo>
                  <a:lnTo>
                    <a:pt x="11311" y="1944"/>
                  </a:lnTo>
                  <a:lnTo>
                    <a:pt x="11175" y="1901"/>
                  </a:lnTo>
                  <a:lnTo>
                    <a:pt x="10721" y="1645"/>
                  </a:lnTo>
                  <a:lnTo>
                    <a:pt x="10471" y="1560"/>
                  </a:lnTo>
                  <a:lnTo>
                    <a:pt x="10334" y="1474"/>
                  </a:lnTo>
                  <a:lnTo>
                    <a:pt x="10016" y="1517"/>
                  </a:lnTo>
                  <a:lnTo>
                    <a:pt x="9835" y="1560"/>
                  </a:lnTo>
                  <a:lnTo>
                    <a:pt x="9789" y="1602"/>
                  </a:lnTo>
                  <a:lnTo>
                    <a:pt x="9789" y="1645"/>
                  </a:lnTo>
                  <a:lnTo>
                    <a:pt x="9880" y="1773"/>
                  </a:lnTo>
                  <a:lnTo>
                    <a:pt x="9971" y="1859"/>
                  </a:lnTo>
                  <a:lnTo>
                    <a:pt x="10153" y="1901"/>
                  </a:lnTo>
                  <a:lnTo>
                    <a:pt x="10289" y="1901"/>
                  </a:lnTo>
                  <a:lnTo>
                    <a:pt x="10334" y="1901"/>
                  </a:lnTo>
                  <a:lnTo>
                    <a:pt x="10630" y="1944"/>
                  </a:lnTo>
                  <a:lnTo>
                    <a:pt x="10471" y="1944"/>
                  </a:lnTo>
                  <a:lnTo>
                    <a:pt x="10334" y="1901"/>
                  </a:lnTo>
                  <a:lnTo>
                    <a:pt x="10289" y="1901"/>
                  </a:lnTo>
                  <a:lnTo>
                    <a:pt x="10244" y="1901"/>
                  </a:lnTo>
                  <a:lnTo>
                    <a:pt x="10244" y="1944"/>
                  </a:lnTo>
                  <a:lnTo>
                    <a:pt x="10289" y="1987"/>
                  </a:lnTo>
                  <a:lnTo>
                    <a:pt x="10380" y="2072"/>
                  </a:lnTo>
                  <a:lnTo>
                    <a:pt x="10425" y="2201"/>
                  </a:lnTo>
                  <a:lnTo>
                    <a:pt x="10471" y="2286"/>
                  </a:lnTo>
                  <a:lnTo>
                    <a:pt x="10562" y="2372"/>
                  </a:lnTo>
                  <a:lnTo>
                    <a:pt x="10721" y="2457"/>
                  </a:lnTo>
                  <a:lnTo>
                    <a:pt x="10675" y="2500"/>
                  </a:lnTo>
                  <a:lnTo>
                    <a:pt x="10948" y="2585"/>
                  </a:lnTo>
                  <a:lnTo>
                    <a:pt x="10948" y="2542"/>
                  </a:lnTo>
                  <a:lnTo>
                    <a:pt x="10993" y="2585"/>
                  </a:lnTo>
                  <a:lnTo>
                    <a:pt x="11220" y="2671"/>
                  </a:lnTo>
                  <a:lnTo>
                    <a:pt x="11038" y="2628"/>
                  </a:lnTo>
                  <a:lnTo>
                    <a:pt x="10993" y="2585"/>
                  </a:lnTo>
                  <a:lnTo>
                    <a:pt x="10948" y="2585"/>
                  </a:lnTo>
                  <a:lnTo>
                    <a:pt x="10902" y="2671"/>
                  </a:lnTo>
                  <a:lnTo>
                    <a:pt x="10902" y="2799"/>
                  </a:lnTo>
                  <a:lnTo>
                    <a:pt x="10993" y="2884"/>
                  </a:lnTo>
                  <a:lnTo>
                    <a:pt x="11084" y="2884"/>
                  </a:lnTo>
                  <a:lnTo>
                    <a:pt x="11356" y="2927"/>
                  </a:lnTo>
                  <a:lnTo>
                    <a:pt x="11584" y="2970"/>
                  </a:lnTo>
                  <a:lnTo>
                    <a:pt x="11629" y="2970"/>
                  </a:lnTo>
                  <a:lnTo>
                    <a:pt x="11720" y="3055"/>
                  </a:lnTo>
                  <a:lnTo>
                    <a:pt x="11856" y="3098"/>
                  </a:lnTo>
                  <a:lnTo>
                    <a:pt x="12038" y="3183"/>
                  </a:lnTo>
                  <a:lnTo>
                    <a:pt x="11992" y="3183"/>
                  </a:lnTo>
                  <a:lnTo>
                    <a:pt x="11856" y="3141"/>
                  </a:lnTo>
                  <a:lnTo>
                    <a:pt x="11538" y="3055"/>
                  </a:lnTo>
                  <a:lnTo>
                    <a:pt x="11356" y="3012"/>
                  </a:lnTo>
                  <a:lnTo>
                    <a:pt x="11266" y="3012"/>
                  </a:lnTo>
                  <a:lnTo>
                    <a:pt x="11220" y="3055"/>
                  </a:lnTo>
                  <a:lnTo>
                    <a:pt x="11175" y="3141"/>
                  </a:lnTo>
                  <a:lnTo>
                    <a:pt x="11220" y="3183"/>
                  </a:lnTo>
                  <a:lnTo>
                    <a:pt x="11266" y="3226"/>
                  </a:lnTo>
                  <a:lnTo>
                    <a:pt x="11356" y="3269"/>
                  </a:lnTo>
                  <a:lnTo>
                    <a:pt x="11629" y="3269"/>
                  </a:lnTo>
                  <a:lnTo>
                    <a:pt x="11629" y="3312"/>
                  </a:lnTo>
                  <a:lnTo>
                    <a:pt x="11584" y="3312"/>
                  </a:lnTo>
                  <a:lnTo>
                    <a:pt x="11402" y="3354"/>
                  </a:lnTo>
                  <a:lnTo>
                    <a:pt x="11220" y="3226"/>
                  </a:lnTo>
                  <a:lnTo>
                    <a:pt x="11084" y="3141"/>
                  </a:lnTo>
                  <a:lnTo>
                    <a:pt x="10993" y="3098"/>
                  </a:lnTo>
                  <a:lnTo>
                    <a:pt x="10948" y="3141"/>
                  </a:lnTo>
                  <a:lnTo>
                    <a:pt x="11038" y="3183"/>
                  </a:lnTo>
                  <a:lnTo>
                    <a:pt x="11175" y="3226"/>
                  </a:lnTo>
                  <a:lnTo>
                    <a:pt x="11220" y="3312"/>
                  </a:lnTo>
                  <a:lnTo>
                    <a:pt x="11266" y="3440"/>
                  </a:lnTo>
                  <a:lnTo>
                    <a:pt x="11402" y="3440"/>
                  </a:lnTo>
                  <a:lnTo>
                    <a:pt x="11538" y="3482"/>
                  </a:lnTo>
                  <a:lnTo>
                    <a:pt x="11629" y="3525"/>
                  </a:lnTo>
                  <a:lnTo>
                    <a:pt x="11765" y="3653"/>
                  </a:lnTo>
                  <a:lnTo>
                    <a:pt x="11902" y="3739"/>
                  </a:lnTo>
                  <a:lnTo>
                    <a:pt x="11992" y="3739"/>
                  </a:lnTo>
                  <a:lnTo>
                    <a:pt x="12038" y="3739"/>
                  </a:lnTo>
                  <a:lnTo>
                    <a:pt x="12083" y="3696"/>
                  </a:lnTo>
                  <a:lnTo>
                    <a:pt x="12129" y="3653"/>
                  </a:lnTo>
                  <a:lnTo>
                    <a:pt x="12174" y="3611"/>
                  </a:lnTo>
                  <a:lnTo>
                    <a:pt x="12356" y="3611"/>
                  </a:lnTo>
                  <a:lnTo>
                    <a:pt x="12401" y="3653"/>
                  </a:lnTo>
                  <a:lnTo>
                    <a:pt x="12447" y="3739"/>
                  </a:lnTo>
                  <a:lnTo>
                    <a:pt x="12538" y="3782"/>
                  </a:lnTo>
                  <a:lnTo>
                    <a:pt x="12583" y="3782"/>
                  </a:lnTo>
                  <a:lnTo>
                    <a:pt x="12628" y="3739"/>
                  </a:lnTo>
                  <a:lnTo>
                    <a:pt x="12583" y="3782"/>
                  </a:lnTo>
                  <a:lnTo>
                    <a:pt x="12492" y="3824"/>
                  </a:lnTo>
                  <a:lnTo>
                    <a:pt x="12356" y="3696"/>
                  </a:lnTo>
                  <a:lnTo>
                    <a:pt x="12220" y="3653"/>
                  </a:lnTo>
                  <a:lnTo>
                    <a:pt x="12129" y="3653"/>
                  </a:lnTo>
                  <a:lnTo>
                    <a:pt x="12083" y="3696"/>
                  </a:lnTo>
                  <a:lnTo>
                    <a:pt x="12129" y="3782"/>
                  </a:lnTo>
                  <a:lnTo>
                    <a:pt x="12174" y="3824"/>
                  </a:lnTo>
                  <a:lnTo>
                    <a:pt x="12265" y="3867"/>
                  </a:lnTo>
                  <a:lnTo>
                    <a:pt x="12447" y="3953"/>
                  </a:lnTo>
                  <a:lnTo>
                    <a:pt x="12583" y="4123"/>
                  </a:lnTo>
                  <a:lnTo>
                    <a:pt x="12628" y="4252"/>
                  </a:lnTo>
                  <a:lnTo>
                    <a:pt x="12674" y="4294"/>
                  </a:lnTo>
                  <a:lnTo>
                    <a:pt x="12674" y="4337"/>
                  </a:lnTo>
                  <a:lnTo>
                    <a:pt x="12583" y="4444"/>
                  </a:lnTo>
                  <a:lnTo>
                    <a:pt x="12492" y="4444"/>
                  </a:lnTo>
                  <a:lnTo>
                    <a:pt x="12401" y="4444"/>
                  </a:lnTo>
                  <a:lnTo>
                    <a:pt x="12356" y="4444"/>
                  </a:lnTo>
                  <a:lnTo>
                    <a:pt x="12401" y="4337"/>
                  </a:lnTo>
                  <a:lnTo>
                    <a:pt x="12447" y="4252"/>
                  </a:lnTo>
                  <a:lnTo>
                    <a:pt x="12401" y="4166"/>
                  </a:lnTo>
                  <a:lnTo>
                    <a:pt x="12356" y="4038"/>
                  </a:lnTo>
                  <a:lnTo>
                    <a:pt x="12129" y="3867"/>
                  </a:lnTo>
                  <a:lnTo>
                    <a:pt x="12038" y="3867"/>
                  </a:lnTo>
                  <a:lnTo>
                    <a:pt x="11947" y="3824"/>
                  </a:lnTo>
                  <a:lnTo>
                    <a:pt x="11584" y="3611"/>
                  </a:lnTo>
                  <a:lnTo>
                    <a:pt x="11447" y="3525"/>
                  </a:lnTo>
                  <a:lnTo>
                    <a:pt x="11311" y="3482"/>
                  </a:lnTo>
                  <a:lnTo>
                    <a:pt x="11220" y="3482"/>
                  </a:lnTo>
                  <a:lnTo>
                    <a:pt x="11038" y="3312"/>
                  </a:lnTo>
                  <a:lnTo>
                    <a:pt x="10993" y="3269"/>
                  </a:lnTo>
                  <a:lnTo>
                    <a:pt x="10902" y="3226"/>
                  </a:lnTo>
                  <a:lnTo>
                    <a:pt x="10811" y="3269"/>
                  </a:lnTo>
                  <a:lnTo>
                    <a:pt x="10766" y="3312"/>
                  </a:lnTo>
                  <a:lnTo>
                    <a:pt x="10766" y="3354"/>
                  </a:lnTo>
                  <a:lnTo>
                    <a:pt x="10766" y="3397"/>
                  </a:lnTo>
                  <a:lnTo>
                    <a:pt x="10902" y="3482"/>
                  </a:lnTo>
                  <a:lnTo>
                    <a:pt x="10993" y="3568"/>
                  </a:lnTo>
                  <a:lnTo>
                    <a:pt x="11038" y="3653"/>
                  </a:lnTo>
                  <a:lnTo>
                    <a:pt x="11084" y="3739"/>
                  </a:lnTo>
                  <a:lnTo>
                    <a:pt x="11129" y="3739"/>
                  </a:lnTo>
                  <a:lnTo>
                    <a:pt x="11220" y="3782"/>
                  </a:lnTo>
                  <a:lnTo>
                    <a:pt x="11720" y="4038"/>
                  </a:lnTo>
                  <a:lnTo>
                    <a:pt x="11811" y="3995"/>
                  </a:lnTo>
                  <a:lnTo>
                    <a:pt x="11765" y="4038"/>
                  </a:lnTo>
                  <a:lnTo>
                    <a:pt x="11720" y="4038"/>
                  </a:lnTo>
                  <a:lnTo>
                    <a:pt x="11447" y="4123"/>
                  </a:lnTo>
                  <a:lnTo>
                    <a:pt x="11311" y="4123"/>
                  </a:lnTo>
                  <a:lnTo>
                    <a:pt x="11266" y="4123"/>
                  </a:lnTo>
                  <a:lnTo>
                    <a:pt x="11175" y="4123"/>
                  </a:lnTo>
                  <a:lnTo>
                    <a:pt x="11038" y="4166"/>
                  </a:lnTo>
                  <a:lnTo>
                    <a:pt x="10993" y="4209"/>
                  </a:lnTo>
                  <a:lnTo>
                    <a:pt x="11038" y="4252"/>
                  </a:lnTo>
                  <a:lnTo>
                    <a:pt x="11175" y="4337"/>
                  </a:lnTo>
                  <a:lnTo>
                    <a:pt x="11266" y="4487"/>
                  </a:lnTo>
                  <a:lnTo>
                    <a:pt x="11311" y="4529"/>
                  </a:lnTo>
                  <a:lnTo>
                    <a:pt x="11311" y="4572"/>
                  </a:lnTo>
                  <a:lnTo>
                    <a:pt x="11220" y="4615"/>
                  </a:lnTo>
                  <a:lnTo>
                    <a:pt x="11084" y="4615"/>
                  </a:lnTo>
                  <a:lnTo>
                    <a:pt x="10993" y="4658"/>
                  </a:lnTo>
                  <a:lnTo>
                    <a:pt x="10948" y="4700"/>
                  </a:lnTo>
                  <a:lnTo>
                    <a:pt x="10902" y="4743"/>
                  </a:lnTo>
                  <a:lnTo>
                    <a:pt x="10857" y="4828"/>
                  </a:lnTo>
                  <a:lnTo>
                    <a:pt x="10857" y="4786"/>
                  </a:lnTo>
                  <a:lnTo>
                    <a:pt x="10811" y="4700"/>
                  </a:lnTo>
                  <a:lnTo>
                    <a:pt x="10766" y="4615"/>
                  </a:lnTo>
                  <a:lnTo>
                    <a:pt x="10721" y="4658"/>
                  </a:lnTo>
                  <a:lnTo>
                    <a:pt x="10675" y="4700"/>
                  </a:lnTo>
                  <a:lnTo>
                    <a:pt x="10675" y="4828"/>
                  </a:lnTo>
                  <a:lnTo>
                    <a:pt x="10425" y="5213"/>
                  </a:lnTo>
                  <a:lnTo>
                    <a:pt x="10425" y="5341"/>
                  </a:lnTo>
                  <a:lnTo>
                    <a:pt x="10425" y="5384"/>
                  </a:lnTo>
                  <a:lnTo>
                    <a:pt x="10380" y="5427"/>
                  </a:lnTo>
                  <a:lnTo>
                    <a:pt x="10334" y="5469"/>
                  </a:lnTo>
                  <a:lnTo>
                    <a:pt x="10244" y="5427"/>
                  </a:lnTo>
                  <a:lnTo>
                    <a:pt x="10153" y="5341"/>
                  </a:lnTo>
                  <a:lnTo>
                    <a:pt x="10198" y="5299"/>
                  </a:lnTo>
                  <a:lnTo>
                    <a:pt x="10244" y="5256"/>
                  </a:lnTo>
                  <a:lnTo>
                    <a:pt x="10289" y="5213"/>
                  </a:lnTo>
                  <a:lnTo>
                    <a:pt x="10289" y="5170"/>
                  </a:lnTo>
                  <a:lnTo>
                    <a:pt x="10198" y="5170"/>
                  </a:lnTo>
                  <a:lnTo>
                    <a:pt x="10107" y="5170"/>
                  </a:lnTo>
                  <a:lnTo>
                    <a:pt x="10016" y="5213"/>
                  </a:lnTo>
                  <a:lnTo>
                    <a:pt x="9971" y="5256"/>
                  </a:lnTo>
                  <a:lnTo>
                    <a:pt x="9971" y="5299"/>
                  </a:lnTo>
                  <a:lnTo>
                    <a:pt x="9971" y="5341"/>
                  </a:lnTo>
                  <a:lnTo>
                    <a:pt x="10062" y="5427"/>
                  </a:lnTo>
                  <a:lnTo>
                    <a:pt x="10244" y="5512"/>
                  </a:lnTo>
                  <a:lnTo>
                    <a:pt x="10289" y="5555"/>
                  </a:lnTo>
                  <a:lnTo>
                    <a:pt x="10244" y="5598"/>
                  </a:lnTo>
                  <a:lnTo>
                    <a:pt x="10153" y="5640"/>
                  </a:lnTo>
                  <a:lnTo>
                    <a:pt x="10016" y="5640"/>
                  </a:lnTo>
                  <a:lnTo>
                    <a:pt x="10016" y="5683"/>
                  </a:lnTo>
                  <a:lnTo>
                    <a:pt x="10016" y="5769"/>
                  </a:lnTo>
                  <a:lnTo>
                    <a:pt x="9880" y="5939"/>
                  </a:lnTo>
                  <a:lnTo>
                    <a:pt x="9926" y="6025"/>
                  </a:lnTo>
                  <a:lnTo>
                    <a:pt x="10016" y="6068"/>
                  </a:lnTo>
                  <a:lnTo>
                    <a:pt x="10107" y="6110"/>
                  </a:lnTo>
                  <a:lnTo>
                    <a:pt x="10107" y="6153"/>
                  </a:lnTo>
                  <a:lnTo>
                    <a:pt x="10062" y="6196"/>
                  </a:lnTo>
                  <a:lnTo>
                    <a:pt x="10016" y="6239"/>
                  </a:lnTo>
                  <a:lnTo>
                    <a:pt x="9835" y="6281"/>
                  </a:lnTo>
                  <a:lnTo>
                    <a:pt x="9835" y="6239"/>
                  </a:lnTo>
                  <a:lnTo>
                    <a:pt x="9835" y="6196"/>
                  </a:lnTo>
                  <a:lnTo>
                    <a:pt x="9698" y="6153"/>
                  </a:lnTo>
                  <a:lnTo>
                    <a:pt x="9562" y="6153"/>
                  </a:lnTo>
                  <a:lnTo>
                    <a:pt x="9562" y="6239"/>
                  </a:lnTo>
                  <a:lnTo>
                    <a:pt x="9608" y="6281"/>
                  </a:lnTo>
                  <a:lnTo>
                    <a:pt x="9744" y="6324"/>
                  </a:lnTo>
                  <a:lnTo>
                    <a:pt x="9880" y="6367"/>
                  </a:lnTo>
                  <a:lnTo>
                    <a:pt x="9926" y="6452"/>
                  </a:lnTo>
                  <a:lnTo>
                    <a:pt x="9926" y="6495"/>
                  </a:lnTo>
                  <a:lnTo>
                    <a:pt x="9880" y="6495"/>
                  </a:lnTo>
                  <a:lnTo>
                    <a:pt x="9789" y="6495"/>
                  </a:lnTo>
                  <a:lnTo>
                    <a:pt x="9698" y="6495"/>
                  </a:lnTo>
                  <a:lnTo>
                    <a:pt x="9517" y="6452"/>
                  </a:lnTo>
                  <a:lnTo>
                    <a:pt x="9380" y="6409"/>
                  </a:lnTo>
                  <a:lnTo>
                    <a:pt x="9290" y="6281"/>
                  </a:lnTo>
                  <a:lnTo>
                    <a:pt x="9199" y="6196"/>
                  </a:lnTo>
                  <a:lnTo>
                    <a:pt x="9244" y="6153"/>
                  </a:lnTo>
                  <a:lnTo>
                    <a:pt x="9244" y="6068"/>
                  </a:lnTo>
                  <a:lnTo>
                    <a:pt x="9199" y="6068"/>
                  </a:lnTo>
                  <a:lnTo>
                    <a:pt x="9153" y="6025"/>
                  </a:lnTo>
                  <a:lnTo>
                    <a:pt x="9108" y="6025"/>
                  </a:lnTo>
                  <a:lnTo>
                    <a:pt x="9108" y="5982"/>
                  </a:lnTo>
                  <a:lnTo>
                    <a:pt x="9153" y="5939"/>
                  </a:lnTo>
                  <a:lnTo>
                    <a:pt x="9244" y="5897"/>
                  </a:lnTo>
                  <a:lnTo>
                    <a:pt x="9471" y="5897"/>
                  </a:lnTo>
                  <a:lnTo>
                    <a:pt x="9517" y="5897"/>
                  </a:lnTo>
                  <a:lnTo>
                    <a:pt x="9608" y="5897"/>
                  </a:lnTo>
                  <a:lnTo>
                    <a:pt x="9789" y="5598"/>
                  </a:lnTo>
                  <a:lnTo>
                    <a:pt x="9835" y="5555"/>
                  </a:lnTo>
                  <a:lnTo>
                    <a:pt x="9789" y="5512"/>
                  </a:lnTo>
                  <a:lnTo>
                    <a:pt x="9653" y="5384"/>
                  </a:lnTo>
                  <a:lnTo>
                    <a:pt x="9471" y="5341"/>
                  </a:lnTo>
                  <a:lnTo>
                    <a:pt x="9199" y="5256"/>
                  </a:lnTo>
                  <a:lnTo>
                    <a:pt x="9017" y="5213"/>
                  </a:lnTo>
                  <a:lnTo>
                    <a:pt x="8881" y="5170"/>
                  </a:lnTo>
                  <a:lnTo>
                    <a:pt x="8608" y="5170"/>
                  </a:lnTo>
                  <a:lnTo>
                    <a:pt x="8608" y="5213"/>
                  </a:lnTo>
                  <a:lnTo>
                    <a:pt x="8608" y="5256"/>
                  </a:lnTo>
                  <a:lnTo>
                    <a:pt x="8472" y="5213"/>
                  </a:lnTo>
                  <a:lnTo>
                    <a:pt x="8336" y="5128"/>
                  </a:lnTo>
                  <a:lnTo>
                    <a:pt x="8290" y="5170"/>
                  </a:lnTo>
                  <a:lnTo>
                    <a:pt x="8199" y="5128"/>
                  </a:lnTo>
                  <a:lnTo>
                    <a:pt x="8109" y="5042"/>
                  </a:lnTo>
                  <a:lnTo>
                    <a:pt x="8018" y="4914"/>
                  </a:lnTo>
                  <a:lnTo>
                    <a:pt x="7972" y="4914"/>
                  </a:lnTo>
                  <a:lnTo>
                    <a:pt x="7881" y="4914"/>
                  </a:lnTo>
                  <a:lnTo>
                    <a:pt x="7700" y="4871"/>
                  </a:lnTo>
                  <a:lnTo>
                    <a:pt x="7473" y="4914"/>
                  </a:lnTo>
                  <a:lnTo>
                    <a:pt x="7518" y="4957"/>
                  </a:lnTo>
                  <a:lnTo>
                    <a:pt x="7518" y="4999"/>
                  </a:lnTo>
                  <a:lnTo>
                    <a:pt x="7518" y="5042"/>
                  </a:lnTo>
                  <a:lnTo>
                    <a:pt x="7473" y="5128"/>
                  </a:lnTo>
                  <a:lnTo>
                    <a:pt x="7314" y="5213"/>
                  </a:lnTo>
                  <a:lnTo>
                    <a:pt x="7223" y="5213"/>
                  </a:lnTo>
                  <a:lnTo>
                    <a:pt x="7177" y="5299"/>
                  </a:lnTo>
                  <a:lnTo>
                    <a:pt x="7086" y="5299"/>
                  </a:lnTo>
                  <a:lnTo>
                    <a:pt x="7041" y="5256"/>
                  </a:lnTo>
                  <a:lnTo>
                    <a:pt x="6905" y="5299"/>
                  </a:lnTo>
                  <a:lnTo>
                    <a:pt x="6723" y="5384"/>
                  </a:lnTo>
                  <a:lnTo>
                    <a:pt x="6723" y="5427"/>
                  </a:lnTo>
                  <a:lnTo>
                    <a:pt x="6768" y="5555"/>
                  </a:lnTo>
                  <a:lnTo>
                    <a:pt x="6723" y="5640"/>
                  </a:lnTo>
                  <a:lnTo>
                    <a:pt x="6678" y="5726"/>
                  </a:lnTo>
                  <a:lnTo>
                    <a:pt x="6632" y="5769"/>
                  </a:lnTo>
                  <a:lnTo>
                    <a:pt x="6587" y="5726"/>
                  </a:lnTo>
                  <a:lnTo>
                    <a:pt x="6496" y="5726"/>
                  </a:lnTo>
                  <a:lnTo>
                    <a:pt x="6541" y="5769"/>
                  </a:lnTo>
                  <a:lnTo>
                    <a:pt x="6541" y="5811"/>
                  </a:lnTo>
                  <a:lnTo>
                    <a:pt x="6541" y="5982"/>
                  </a:lnTo>
                  <a:lnTo>
                    <a:pt x="6496" y="6025"/>
                  </a:lnTo>
                  <a:lnTo>
                    <a:pt x="6405" y="5982"/>
                  </a:lnTo>
                  <a:lnTo>
                    <a:pt x="6269" y="6025"/>
                  </a:lnTo>
                  <a:lnTo>
                    <a:pt x="6269" y="6068"/>
                  </a:lnTo>
                  <a:lnTo>
                    <a:pt x="6223" y="6110"/>
                  </a:lnTo>
                  <a:lnTo>
                    <a:pt x="6178" y="6153"/>
                  </a:lnTo>
                  <a:lnTo>
                    <a:pt x="6132" y="6153"/>
                  </a:lnTo>
                  <a:lnTo>
                    <a:pt x="6178" y="6239"/>
                  </a:lnTo>
                  <a:lnTo>
                    <a:pt x="6223" y="6281"/>
                  </a:lnTo>
                  <a:lnTo>
                    <a:pt x="6178" y="6409"/>
                  </a:lnTo>
                  <a:lnTo>
                    <a:pt x="6132" y="6538"/>
                  </a:lnTo>
                  <a:lnTo>
                    <a:pt x="5996" y="6751"/>
                  </a:lnTo>
                  <a:lnTo>
                    <a:pt x="5996" y="6666"/>
                  </a:lnTo>
                  <a:lnTo>
                    <a:pt x="6042" y="6538"/>
                  </a:lnTo>
                  <a:lnTo>
                    <a:pt x="5996" y="6580"/>
                  </a:lnTo>
                  <a:lnTo>
                    <a:pt x="5905" y="6709"/>
                  </a:lnTo>
                  <a:lnTo>
                    <a:pt x="5905" y="6751"/>
                  </a:lnTo>
                  <a:lnTo>
                    <a:pt x="5905" y="6794"/>
                  </a:lnTo>
                  <a:lnTo>
                    <a:pt x="5815" y="6794"/>
                  </a:lnTo>
                  <a:lnTo>
                    <a:pt x="5815" y="6751"/>
                  </a:lnTo>
                  <a:lnTo>
                    <a:pt x="5815" y="6709"/>
                  </a:lnTo>
                  <a:lnTo>
                    <a:pt x="5724" y="6794"/>
                  </a:lnTo>
                  <a:lnTo>
                    <a:pt x="5633" y="6880"/>
                  </a:lnTo>
                  <a:lnTo>
                    <a:pt x="5587" y="6922"/>
                  </a:lnTo>
                  <a:lnTo>
                    <a:pt x="5587" y="6965"/>
                  </a:lnTo>
                  <a:lnTo>
                    <a:pt x="5633" y="7008"/>
                  </a:lnTo>
                  <a:lnTo>
                    <a:pt x="5724" y="6965"/>
                  </a:lnTo>
                  <a:lnTo>
                    <a:pt x="5815" y="6922"/>
                  </a:lnTo>
                  <a:lnTo>
                    <a:pt x="5860" y="6880"/>
                  </a:lnTo>
                  <a:lnTo>
                    <a:pt x="5905" y="6922"/>
                  </a:lnTo>
                  <a:lnTo>
                    <a:pt x="5905" y="6965"/>
                  </a:lnTo>
                  <a:lnTo>
                    <a:pt x="5769" y="7008"/>
                  </a:lnTo>
                  <a:lnTo>
                    <a:pt x="5633" y="7008"/>
                  </a:lnTo>
                  <a:lnTo>
                    <a:pt x="5542" y="7093"/>
                  </a:lnTo>
                  <a:lnTo>
                    <a:pt x="5497" y="7136"/>
                  </a:lnTo>
                  <a:lnTo>
                    <a:pt x="5360" y="7179"/>
                  </a:lnTo>
                  <a:lnTo>
                    <a:pt x="5315" y="7221"/>
                  </a:lnTo>
                  <a:lnTo>
                    <a:pt x="5224" y="7221"/>
                  </a:lnTo>
                  <a:lnTo>
                    <a:pt x="5133" y="7221"/>
                  </a:lnTo>
                  <a:lnTo>
                    <a:pt x="5088" y="7264"/>
                  </a:lnTo>
                  <a:lnTo>
                    <a:pt x="5088" y="7350"/>
                  </a:lnTo>
                  <a:lnTo>
                    <a:pt x="5088" y="7456"/>
                  </a:lnTo>
                  <a:lnTo>
                    <a:pt x="5042" y="7499"/>
                  </a:lnTo>
                  <a:lnTo>
                    <a:pt x="4997" y="7499"/>
                  </a:lnTo>
                  <a:lnTo>
                    <a:pt x="4951" y="7456"/>
                  </a:lnTo>
                  <a:lnTo>
                    <a:pt x="4815" y="7456"/>
                  </a:lnTo>
                  <a:lnTo>
                    <a:pt x="4815" y="7499"/>
                  </a:lnTo>
                  <a:lnTo>
                    <a:pt x="4815" y="7542"/>
                  </a:lnTo>
                  <a:lnTo>
                    <a:pt x="4906" y="7542"/>
                  </a:lnTo>
                  <a:lnTo>
                    <a:pt x="4997" y="7499"/>
                  </a:lnTo>
                  <a:lnTo>
                    <a:pt x="5042" y="7499"/>
                  </a:lnTo>
                  <a:lnTo>
                    <a:pt x="5088" y="7542"/>
                  </a:lnTo>
                  <a:lnTo>
                    <a:pt x="5133" y="7585"/>
                  </a:lnTo>
                  <a:lnTo>
                    <a:pt x="5088" y="7627"/>
                  </a:lnTo>
                  <a:lnTo>
                    <a:pt x="4997" y="7670"/>
                  </a:lnTo>
                  <a:lnTo>
                    <a:pt x="4861" y="7713"/>
                  </a:lnTo>
                  <a:lnTo>
                    <a:pt x="4770" y="7713"/>
                  </a:lnTo>
                  <a:lnTo>
                    <a:pt x="4770" y="7755"/>
                  </a:lnTo>
                  <a:lnTo>
                    <a:pt x="4815" y="7755"/>
                  </a:lnTo>
                  <a:lnTo>
                    <a:pt x="4951" y="7755"/>
                  </a:lnTo>
                  <a:lnTo>
                    <a:pt x="4997" y="7755"/>
                  </a:lnTo>
                  <a:lnTo>
                    <a:pt x="5179" y="7713"/>
                  </a:lnTo>
                  <a:lnTo>
                    <a:pt x="5224" y="7755"/>
                  </a:lnTo>
                  <a:lnTo>
                    <a:pt x="4770" y="7841"/>
                  </a:lnTo>
                  <a:lnTo>
                    <a:pt x="4815" y="7841"/>
                  </a:lnTo>
                  <a:lnTo>
                    <a:pt x="4861" y="7841"/>
                  </a:lnTo>
                  <a:lnTo>
                    <a:pt x="4815" y="7841"/>
                  </a:lnTo>
                  <a:lnTo>
                    <a:pt x="4770" y="7841"/>
                  </a:lnTo>
                  <a:lnTo>
                    <a:pt x="4724" y="7841"/>
                  </a:lnTo>
                  <a:lnTo>
                    <a:pt x="4861" y="7926"/>
                  </a:lnTo>
                  <a:lnTo>
                    <a:pt x="4951" y="7969"/>
                  </a:lnTo>
                  <a:lnTo>
                    <a:pt x="5042" y="7969"/>
                  </a:lnTo>
                  <a:lnTo>
                    <a:pt x="5088" y="7926"/>
                  </a:lnTo>
                  <a:lnTo>
                    <a:pt x="5133" y="7969"/>
                  </a:lnTo>
                  <a:lnTo>
                    <a:pt x="5088" y="8055"/>
                  </a:lnTo>
                  <a:lnTo>
                    <a:pt x="5042" y="8097"/>
                  </a:lnTo>
                  <a:lnTo>
                    <a:pt x="4815" y="8226"/>
                  </a:lnTo>
                  <a:lnTo>
                    <a:pt x="4724" y="8268"/>
                  </a:lnTo>
                  <a:lnTo>
                    <a:pt x="4679" y="8311"/>
                  </a:lnTo>
                  <a:lnTo>
                    <a:pt x="4679" y="8396"/>
                  </a:lnTo>
                  <a:lnTo>
                    <a:pt x="4770" y="8482"/>
                  </a:lnTo>
                  <a:lnTo>
                    <a:pt x="4861" y="8567"/>
                  </a:lnTo>
                  <a:lnTo>
                    <a:pt x="4997" y="8610"/>
                  </a:lnTo>
                  <a:lnTo>
                    <a:pt x="5224" y="8653"/>
                  </a:lnTo>
                  <a:lnTo>
                    <a:pt x="5269" y="8696"/>
                  </a:lnTo>
                  <a:lnTo>
                    <a:pt x="5497" y="8482"/>
                  </a:lnTo>
                  <a:lnTo>
                    <a:pt x="5542" y="8396"/>
                  </a:lnTo>
                  <a:lnTo>
                    <a:pt x="5633" y="8354"/>
                  </a:lnTo>
                  <a:lnTo>
                    <a:pt x="5724" y="8268"/>
                  </a:lnTo>
                  <a:lnTo>
                    <a:pt x="5724" y="8183"/>
                  </a:lnTo>
                  <a:lnTo>
                    <a:pt x="5724" y="8140"/>
                  </a:lnTo>
                  <a:lnTo>
                    <a:pt x="5769" y="8268"/>
                  </a:lnTo>
                  <a:lnTo>
                    <a:pt x="5769" y="8354"/>
                  </a:lnTo>
                  <a:lnTo>
                    <a:pt x="5905" y="8482"/>
                  </a:lnTo>
                  <a:lnTo>
                    <a:pt x="5996" y="8653"/>
                  </a:lnTo>
                  <a:lnTo>
                    <a:pt x="5996" y="8738"/>
                  </a:lnTo>
                  <a:lnTo>
                    <a:pt x="5951" y="8824"/>
                  </a:lnTo>
                  <a:lnTo>
                    <a:pt x="6042" y="9208"/>
                  </a:lnTo>
                  <a:lnTo>
                    <a:pt x="6087" y="9208"/>
                  </a:lnTo>
                  <a:lnTo>
                    <a:pt x="6087" y="9166"/>
                  </a:lnTo>
                  <a:lnTo>
                    <a:pt x="6087" y="9080"/>
                  </a:lnTo>
                  <a:lnTo>
                    <a:pt x="6132" y="9080"/>
                  </a:lnTo>
                  <a:lnTo>
                    <a:pt x="6223" y="9166"/>
                  </a:lnTo>
                  <a:lnTo>
                    <a:pt x="6223" y="9251"/>
                  </a:lnTo>
                  <a:lnTo>
                    <a:pt x="6178" y="9294"/>
                  </a:lnTo>
                  <a:lnTo>
                    <a:pt x="6132" y="9294"/>
                  </a:lnTo>
                  <a:lnTo>
                    <a:pt x="6132" y="9379"/>
                  </a:lnTo>
                  <a:lnTo>
                    <a:pt x="6223" y="9593"/>
                  </a:lnTo>
                  <a:lnTo>
                    <a:pt x="6360" y="9593"/>
                  </a:lnTo>
                  <a:lnTo>
                    <a:pt x="6496" y="9593"/>
                  </a:lnTo>
                  <a:lnTo>
                    <a:pt x="6541" y="9507"/>
                  </a:lnTo>
                  <a:lnTo>
                    <a:pt x="6541" y="9465"/>
                  </a:lnTo>
                  <a:lnTo>
                    <a:pt x="6541" y="9379"/>
                  </a:lnTo>
                  <a:lnTo>
                    <a:pt x="6587" y="9336"/>
                  </a:lnTo>
                  <a:lnTo>
                    <a:pt x="6678" y="9251"/>
                  </a:lnTo>
                  <a:lnTo>
                    <a:pt x="6768" y="9208"/>
                  </a:lnTo>
                  <a:lnTo>
                    <a:pt x="6859" y="9166"/>
                  </a:lnTo>
                  <a:lnTo>
                    <a:pt x="6950" y="9123"/>
                  </a:lnTo>
                  <a:lnTo>
                    <a:pt x="6950" y="9037"/>
                  </a:lnTo>
                  <a:lnTo>
                    <a:pt x="6905" y="8952"/>
                  </a:lnTo>
                  <a:lnTo>
                    <a:pt x="6950" y="8866"/>
                  </a:lnTo>
                  <a:lnTo>
                    <a:pt x="6905" y="8824"/>
                  </a:lnTo>
                  <a:lnTo>
                    <a:pt x="6859" y="8738"/>
                  </a:lnTo>
                  <a:lnTo>
                    <a:pt x="6905" y="8738"/>
                  </a:lnTo>
                  <a:lnTo>
                    <a:pt x="6950" y="8738"/>
                  </a:lnTo>
                  <a:lnTo>
                    <a:pt x="6950" y="8696"/>
                  </a:lnTo>
                  <a:lnTo>
                    <a:pt x="6950" y="8610"/>
                  </a:lnTo>
                  <a:lnTo>
                    <a:pt x="6859" y="8567"/>
                  </a:lnTo>
                  <a:lnTo>
                    <a:pt x="6814" y="8567"/>
                  </a:lnTo>
                  <a:lnTo>
                    <a:pt x="6814" y="8525"/>
                  </a:lnTo>
                  <a:lnTo>
                    <a:pt x="6859" y="8482"/>
                  </a:lnTo>
                  <a:lnTo>
                    <a:pt x="6905" y="8482"/>
                  </a:lnTo>
                  <a:lnTo>
                    <a:pt x="7041" y="8482"/>
                  </a:lnTo>
                  <a:lnTo>
                    <a:pt x="7132" y="8439"/>
                  </a:lnTo>
                  <a:lnTo>
                    <a:pt x="7223" y="8354"/>
                  </a:lnTo>
                  <a:lnTo>
                    <a:pt x="7177" y="8354"/>
                  </a:lnTo>
                  <a:lnTo>
                    <a:pt x="7086" y="8311"/>
                  </a:lnTo>
                  <a:lnTo>
                    <a:pt x="7041" y="8226"/>
                  </a:lnTo>
                  <a:lnTo>
                    <a:pt x="7041" y="8140"/>
                  </a:lnTo>
                  <a:lnTo>
                    <a:pt x="7041" y="8226"/>
                  </a:lnTo>
                  <a:lnTo>
                    <a:pt x="7086" y="8268"/>
                  </a:lnTo>
                  <a:lnTo>
                    <a:pt x="7132" y="8268"/>
                  </a:lnTo>
                  <a:lnTo>
                    <a:pt x="7223" y="8226"/>
                  </a:lnTo>
                  <a:lnTo>
                    <a:pt x="7314" y="8140"/>
                  </a:lnTo>
                  <a:lnTo>
                    <a:pt x="7268" y="8097"/>
                  </a:lnTo>
                  <a:lnTo>
                    <a:pt x="7223" y="8012"/>
                  </a:lnTo>
                  <a:lnTo>
                    <a:pt x="7086" y="7884"/>
                  </a:lnTo>
                  <a:lnTo>
                    <a:pt x="6950" y="7627"/>
                  </a:lnTo>
                  <a:lnTo>
                    <a:pt x="6905" y="7456"/>
                  </a:lnTo>
                  <a:lnTo>
                    <a:pt x="6905" y="7307"/>
                  </a:lnTo>
                  <a:lnTo>
                    <a:pt x="6950" y="7264"/>
                  </a:lnTo>
                  <a:lnTo>
                    <a:pt x="7041" y="7221"/>
                  </a:lnTo>
                  <a:lnTo>
                    <a:pt x="7086" y="7093"/>
                  </a:lnTo>
                  <a:lnTo>
                    <a:pt x="7177" y="7008"/>
                  </a:lnTo>
                  <a:lnTo>
                    <a:pt x="7268" y="6965"/>
                  </a:lnTo>
                  <a:lnTo>
                    <a:pt x="7359" y="6922"/>
                  </a:lnTo>
                  <a:lnTo>
                    <a:pt x="7518" y="6751"/>
                  </a:lnTo>
                  <a:lnTo>
                    <a:pt x="7518" y="6709"/>
                  </a:lnTo>
                  <a:lnTo>
                    <a:pt x="7427" y="6709"/>
                  </a:lnTo>
                  <a:lnTo>
                    <a:pt x="7359" y="6666"/>
                  </a:lnTo>
                  <a:lnTo>
                    <a:pt x="7359" y="6623"/>
                  </a:lnTo>
                  <a:lnTo>
                    <a:pt x="7427" y="6580"/>
                  </a:lnTo>
                  <a:lnTo>
                    <a:pt x="7427" y="6495"/>
                  </a:lnTo>
                  <a:lnTo>
                    <a:pt x="7359" y="6452"/>
                  </a:lnTo>
                  <a:lnTo>
                    <a:pt x="7359" y="6409"/>
                  </a:lnTo>
                  <a:lnTo>
                    <a:pt x="7427" y="6367"/>
                  </a:lnTo>
                  <a:lnTo>
                    <a:pt x="7518" y="6324"/>
                  </a:lnTo>
                  <a:lnTo>
                    <a:pt x="7654" y="6281"/>
                  </a:lnTo>
                  <a:lnTo>
                    <a:pt x="7745" y="6281"/>
                  </a:lnTo>
                  <a:lnTo>
                    <a:pt x="7927" y="6367"/>
                  </a:lnTo>
                  <a:lnTo>
                    <a:pt x="8018" y="6409"/>
                  </a:lnTo>
                  <a:lnTo>
                    <a:pt x="8018" y="6495"/>
                  </a:lnTo>
                  <a:lnTo>
                    <a:pt x="7972" y="6538"/>
                  </a:lnTo>
                  <a:lnTo>
                    <a:pt x="7881" y="6580"/>
                  </a:lnTo>
                  <a:lnTo>
                    <a:pt x="7881" y="6666"/>
                  </a:lnTo>
                  <a:lnTo>
                    <a:pt x="7836" y="6794"/>
                  </a:lnTo>
                  <a:lnTo>
                    <a:pt x="7745" y="6922"/>
                  </a:lnTo>
                  <a:lnTo>
                    <a:pt x="7654" y="6965"/>
                  </a:lnTo>
                  <a:lnTo>
                    <a:pt x="7654" y="7008"/>
                  </a:lnTo>
                  <a:lnTo>
                    <a:pt x="7700" y="7050"/>
                  </a:lnTo>
                  <a:lnTo>
                    <a:pt x="7563" y="7136"/>
                  </a:lnTo>
                  <a:lnTo>
                    <a:pt x="7518" y="7136"/>
                  </a:lnTo>
                  <a:lnTo>
                    <a:pt x="7518" y="7179"/>
                  </a:lnTo>
                  <a:lnTo>
                    <a:pt x="7518" y="7307"/>
                  </a:lnTo>
                  <a:lnTo>
                    <a:pt x="7563" y="7456"/>
                  </a:lnTo>
                  <a:lnTo>
                    <a:pt x="7654" y="7713"/>
                  </a:lnTo>
                  <a:lnTo>
                    <a:pt x="7654" y="7798"/>
                  </a:lnTo>
                  <a:lnTo>
                    <a:pt x="7700" y="7884"/>
                  </a:lnTo>
                  <a:lnTo>
                    <a:pt x="8063" y="8012"/>
                  </a:lnTo>
                  <a:lnTo>
                    <a:pt x="8018" y="8055"/>
                  </a:lnTo>
                  <a:lnTo>
                    <a:pt x="8290" y="7926"/>
                  </a:lnTo>
                  <a:lnTo>
                    <a:pt x="8381" y="7926"/>
                  </a:lnTo>
                  <a:lnTo>
                    <a:pt x="8472" y="7841"/>
                  </a:lnTo>
                  <a:lnTo>
                    <a:pt x="8608" y="7755"/>
                  </a:lnTo>
                  <a:lnTo>
                    <a:pt x="8608" y="7798"/>
                  </a:lnTo>
                  <a:lnTo>
                    <a:pt x="8699" y="7755"/>
                  </a:lnTo>
                  <a:lnTo>
                    <a:pt x="8790" y="7713"/>
                  </a:lnTo>
                  <a:lnTo>
                    <a:pt x="9062" y="7755"/>
                  </a:lnTo>
                  <a:lnTo>
                    <a:pt x="9290" y="7841"/>
                  </a:lnTo>
                  <a:lnTo>
                    <a:pt x="9244" y="7884"/>
                  </a:lnTo>
                  <a:lnTo>
                    <a:pt x="9062" y="7884"/>
                  </a:lnTo>
                  <a:lnTo>
                    <a:pt x="8926" y="7969"/>
                  </a:lnTo>
                  <a:lnTo>
                    <a:pt x="8608" y="8055"/>
                  </a:lnTo>
                  <a:lnTo>
                    <a:pt x="8472" y="8097"/>
                  </a:lnTo>
                  <a:lnTo>
                    <a:pt x="8290" y="8140"/>
                  </a:lnTo>
                  <a:lnTo>
                    <a:pt x="8245" y="8226"/>
                  </a:lnTo>
                  <a:lnTo>
                    <a:pt x="8199" y="8226"/>
                  </a:lnTo>
                  <a:lnTo>
                    <a:pt x="8154" y="8226"/>
                  </a:lnTo>
                  <a:lnTo>
                    <a:pt x="8199" y="8354"/>
                  </a:lnTo>
                  <a:lnTo>
                    <a:pt x="8290" y="8525"/>
                  </a:lnTo>
                  <a:lnTo>
                    <a:pt x="8336" y="8482"/>
                  </a:lnTo>
                  <a:lnTo>
                    <a:pt x="8381" y="8482"/>
                  </a:lnTo>
                  <a:lnTo>
                    <a:pt x="8426" y="8482"/>
                  </a:lnTo>
                  <a:lnTo>
                    <a:pt x="8426" y="8567"/>
                  </a:lnTo>
                  <a:lnTo>
                    <a:pt x="8426" y="8653"/>
                  </a:lnTo>
                  <a:lnTo>
                    <a:pt x="8472" y="8738"/>
                  </a:lnTo>
                  <a:lnTo>
                    <a:pt x="8472" y="8781"/>
                  </a:lnTo>
                  <a:lnTo>
                    <a:pt x="8472" y="8824"/>
                  </a:lnTo>
                  <a:lnTo>
                    <a:pt x="8381" y="8909"/>
                  </a:lnTo>
                  <a:lnTo>
                    <a:pt x="8336" y="8909"/>
                  </a:lnTo>
                  <a:lnTo>
                    <a:pt x="8290" y="8866"/>
                  </a:lnTo>
                  <a:lnTo>
                    <a:pt x="8245" y="8824"/>
                  </a:lnTo>
                  <a:lnTo>
                    <a:pt x="8154" y="8738"/>
                  </a:lnTo>
                  <a:lnTo>
                    <a:pt x="8109" y="8696"/>
                  </a:lnTo>
                  <a:lnTo>
                    <a:pt x="8018" y="8696"/>
                  </a:lnTo>
                  <a:lnTo>
                    <a:pt x="7927" y="8781"/>
                  </a:lnTo>
                  <a:lnTo>
                    <a:pt x="7927" y="8824"/>
                  </a:lnTo>
                  <a:lnTo>
                    <a:pt x="7927" y="8909"/>
                  </a:lnTo>
                  <a:lnTo>
                    <a:pt x="7881" y="9037"/>
                  </a:lnTo>
                  <a:lnTo>
                    <a:pt x="7881" y="9166"/>
                  </a:lnTo>
                  <a:lnTo>
                    <a:pt x="7927" y="9379"/>
                  </a:lnTo>
                  <a:lnTo>
                    <a:pt x="7972" y="9550"/>
                  </a:lnTo>
                  <a:lnTo>
                    <a:pt x="8018" y="9593"/>
                  </a:lnTo>
                  <a:lnTo>
                    <a:pt x="8018" y="9636"/>
                  </a:lnTo>
                  <a:lnTo>
                    <a:pt x="7881" y="9636"/>
                  </a:lnTo>
                  <a:lnTo>
                    <a:pt x="7791" y="9636"/>
                  </a:lnTo>
                  <a:lnTo>
                    <a:pt x="7745" y="9636"/>
                  </a:lnTo>
                  <a:lnTo>
                    <a:pt x="7700" y="9678"/>
                  </a:lnTo>
                  <a:lnTo>
                    <a:pt x="7700" y="9721"/>
                  </a:lnTo>
                  <a:lnTo>
                    <a:pt x="7700" y="9764"/>
                  </a:lnTo>
                  <a:lnTo>
                    <a:pt x="7700" y="9807"/>
                  </a:lnTo>
                  <a:lnTo>
                    <a:pt x="7609" y="9807"/>
                  </a:lnTo>
                  <a:lnTo>
                    <a:pt x="7518" y="9807"/>
                  </a:lnTo>
                  <a:lnTo>
                    <a:pt x="7473" y="9721"/>
                  </a:lnTo>
                  <a:lnTo>
                    <a:pt x="7359" y="9721"/>
                  </a:lnTo>
                  <a:lnTo>
                    <a:pt x="7223" y="9764"/>
                  </a:lnTo>
                  <a:lnTo>
                    <a:pt x="7086" y="9807"/>
                  </a:lnTo>
                  <a:lnTo>
                    <a:pt x="6996" y="9807"/>
                  </a:lnTo>
                  <a:lnTo>
                    <a:pt x="6950" y="9935"/>
                  </a:lnTo>
                  <a:lnTo>
                    <a:pt x="6768" y="9977"/>
                  </a:lnTo>
                  <a:lnTo>
                    <a:pt x="6541" y="10063"/>
                  </a:lnTo>
                  <a:lnTo>
                    <a:pt x="6541" y="10106"/>
                  </a:lnTo>
                  <a:lnTo>
                    <a:pt x="6360" y="9977"/>
                  </a:lnTo>
                  <a:lnTo>
                    <a:pt x="6269" y="9935"/>
                  </a:lnTo>
                  <a:lnTo>
                    <a:pt x="6132" y="9892"/>
                  </a:lnTo>
                  <a:lnTo>
                    <a:pt x="6087" y="9935"/>
                  </a:lnTo>
                  <a:lnTo>
                    <a:pt x="6087" y="10020"/>
                  </a:lnTo>
                  <a:lnTo>
                    <a:pt x="5905" y="10063"/>
                  </a:lnTo>
                  <a:lnTo>
                    <a:pt x="5815" y="10063"/>
                  </a:lnTo>
                  <a:lnTo>
                    <a:pt x="5678" y="10020"/>
                  </a:lnTo>
                  <a:lnTo>
                    <a:pt x="5587" y="9892"/>
                  </a:lnTo>
                  <a:lnTo>
                    <a:pt x="5587" y="9849"/>
                  </a:lnTo>
                  <a:lnTo>
                    <a:pt x="5587" y="9807"/>
                  </a:lnTo>
                  <a:lnTo>
                    <a:pt x="5542" y="9764"/>
                  </a:lnTo>
                  <a:lnTo>
                    <a:pt x="5497" y="9764"/>
                  </a:lnTo>
                  <a:lnTo>
                    <a:pt x="5497" y="9636"/>
                  </a:lnTo>
                  <a:lnTo>
                    <a:pt x="5542" y="9465"/>
                  </a:lnTo>
                  <a:lnTo>
                    <a:pt x="5587" y="9465"/>
                  </a:lnTo>
                  <a:lnTo>
                    <a:pt x="5633" y="9465"/>
                  </a:lnTo>
                  <a:lnTo>
                    <a:pt x="5633" y="9379"/>
                  </a:lnTo>
                  <a:lnTo>
                    <a:pt x="5678" y="9294"/>
                  </a:lnTo>
                  <a:lnTo>
                    <a:pt x="5724" y="9336"/>
                  </a:lnTo>
                  <a:lnTo>
                    <a:pt x="5769" y="9336"/>
                  </a:lnTo>
                  <a:lnTo>
                    <a:pt x="5815" y="9294"/>
                  </a:lnTo>
                  <a:lnTo>
                    <a:pt x="5815" y="9251"/>
                  </a:lnTo>
                  <a:lnTo>
                    <a:pt x="5815" y="9080"/>
                  </a:lnTo>
                  <a:lnTo>
                    <a:pt x="5724" y="8824"/>
                  </a:lnTo>
                  <a:lnTo>
                    <a:pt x="5678" y="8824"/>
                  </a:lnTo>
                  <a:lnTo>
                    <a:pt x="5633" y="8866"/>
                  </a:lnTo>
                  <a:lnTo>
                    <a:pt x="5542" y="8952"/>
                  </a:lnTo>
                  <a:lnTo>
                    <a:pt x="5497" y="8995"/>
                  </a:lnTo>
                  <a:lnTo>
                    <a:pt x="5542" y="9037"/>
                  </a:lnTo>
                  <a:lnTo>
                    <a:pt x="5587" y="9037"/>
                  </a:lnTo>
                  <a:lnTo>
                    <a:pt x="5633" y="9037"/>
                  </a:lnTo>
                  <a:lnTo>
                    <a:pt x="5542" y="9080"/>
                  </a:lnTo>
                  <a:lnTo>
                    <a:pt x="5451" y="9123"/>
                  </a:lnTo>
                  <a:lnTo>
                    <a:pt x="5269" y="9294"/>
                  </a:lnTo>
                  <a:lnTo>
                    <a:pt x="5224" y="9422"/>
                  </a:lnTo>
                  <a:lnTo>
                    <a:pt x="5224" y="9507"/>
                  </a:lnTo>
                  <a:lnTo>
                    <a:pt x="5315" y="9721"/>
                  </a:lnTo>
                  <a:lnTo>
                    <a:pt x="5315" y="9764"/>
                  </a:lnTo>
                  <a:lnTo>
                    <a:pt x="5406" y="9935"/>
                  </a:lnTo>
                  <a:lnTo>
                    <a:pt x="5360" y="9977"/>
                  </a:lnTo>
                  <a:lnTo>
                    <a:pt x="5360" y="10063"/>
                  </a:lnTo>
                  <a:lnTo>
                    <a:pt x="5497" y="10148"/>
                  </a:lnTo>
                  <a:lnTo>
                    <a:pt x="5587" y="10148"/>
                  </a:lnTo>
                  <a:lnTo>
                    <a:pt x="5587" y="10191"/>
                  </a:lnTo>
                  <a:lnTo>
                    <a:pt x="5497" y="10191"/>
                  </a:lnTo>
                  <a:lnTo>
                    <a:pt x="5451" y="10148"/>
                  </a:lnTo>
                  <a:lnTo>
                    <a:pt x="5360" y="10063"/>
                  </a:lnTo>
                  <a:lnTo>
                    <a:pt x="5315" y="10063"/>
                  </a:lnTo>
                  <a:lnTo>
                    <a:pt x="5269" y="10106"/>
                  </a:lnTo>
                  <a:lnTo>
                    <a:pt x="5269" y="10148"/>
                  </a:lnTo>
                  <a:lnTo>
                    <a:pt x="5315" y="10191"/>
                  </a:lnTo>
                  <a:lnTo>
                    <a:pt x="5269" y="10234"/>
                  </a:lnTo>
                  <a:lnTo>
                    <a:pt x="5224" y="10234"/>
                  </a:lnTo>
                  <a:lnTo>
                    <a:pt x="5224" y="10191"/>
                  </a:lnTo>
                  <a:lnTo>
                    <a:pt x="5179" y="10148"/>
                  </a:lnTo>
                  <a:lnTo>
                    <a:pt x="5179" y="10106"/>
                  </a:lnTo>
                  <a:lnTo>
                    <a:pt x="5088" y="10148"/>
                  </a:lnTo>
                  <a:lnTo>
                    <a:pt x="5088" y="10191"/>
                  </a:lnTo>
                  <a:lnTo>
                    <a:pt x="5042" y="10234"/>
                  </a:lnTo>
                  <a:lnTo>
                    <a:pt x="4997" y="10277"/>
                  </a:lnTo>
                  <a:lnTo>
                    <a:pt x="4906" y="10277"/>
                  </a:lnTo>
                  <a:lnTo>
                    <a:pt x="4861" y="10234"/>
                  </a:lnTo>
                  <a:lnTo>
                    <a:pt x="4770" y="10234"/>
                  </a:lnTo>
                  <a:lnTo>
                    <a:pt x="4724" y="10191"/>
                  </a:lnTo>
                  <a:lnTo>
                    <a:pt x="4633" y="10277"/>
                  </a:lnTo>
                  <a:lnTo>
                    <a:pt x="4543" y="10319"/>
                  </a:lnTo>
                  <a:lnTo>
                    <a:pt x="4588" y="10319"/>
                  </a:lnTo>
                  <a:lnTo>
                    <a:pt x="4543" y="10469"/>
                  </a:lnTo>
                  <a:lnTo>
                    <a:pt x="4543" y="10512"/>
                  </a:lnTo>
                  <a:lnTo>
                    <a:pt x="4497" y="10554"/>
                  </a:lnTo>
                  <a:lnTo>
                    <a:pt x="4452" y="10554"/>
                  </a:lnTo>
                  <a:lnTo>
                    <a:pt x="4452" y="10512"/>
                  </a:lnTo>
                  <a:lnTo>
                    <a:pt x="4497" y="10362"/>
                  </a:lnTo>
                  <a:lnTo>
                    <a:pt x="4452" y="10319"/>
                  </a:lnTo>
                  <a:lnTo>
                    <a:pt x="4406" y="10319"/>
                  </a:lnTo>
                  <a:lnTo>
                    <a:pt x="4361" y="10469"/>
                  </a:lnTo>
                  <a:lnTo>
                    <a:pt x="4315" y="10597"/>
                  </a:lnTo>
                  <a:lnTo>
                    <a:pt x="4270" y="10682"/>
                  </a:lnTo>
                  <a:lnTo>
                    <a:pt x="4202" y="10725"/>
                  </a:lnTo>
                  <a:lnTo>
                    <a:pt x="4270" y="10811"/>
                  </a:lnTo>
                  <a:lnTo>
                    <a:pt x="4270" y="10853"/>
                  </a:lnTo>
                  <a:lnTo>
                    <a:pt x="4202" y="10853"/>
                  </a:lnTo>
                  <a:lnTo>
                    <a:pt x="4156" y="10853"/>
                  </a:lnTo>
                  <a:lnTo>
                    <a:pt x="4066" y="10811"/>
                  </a:lnTo>
                  <a:lnTo>
                    <a:pt x="3929" y="10896"/>
                  </a:lnTo>
                  <a:lnTo>
                    <a:pt x="3838" y="10939"/>
                  </a:lnTo>
                  <a:lnTo>
                    <a:pt x="3702" y="10982"/>
                  </a:lnTo>
                  <a:lnTo>
                    <a:pt x="3657" y="10982"/>
                  </a:lnTo>
                  <a:lnTo>
                    <a:pt x="3611" y="11024"/>
                  </a:lnTo>
                  <a:lnTo>
                    <a:pt x="3566" y="11067"/>
                  </a:lnTo>
                  <a:lnTo>
                    <a:pt x="3611" y="11110"/>
                  </a:lnTo>
                  <a:lnTo>
                    <a:pt x="3611" y="11195"/>
                  </a:lnTo>
                  <a:lnTo>
                    <a:pt x="3566" y="11238"/>
                  </a:lnTo>
                  <a:lnTo>
                    <a:pt x="3521" y="11281"/>
                  </a:lnTo>
                  <a:lnTo>
                    <a:pt x="3475" y="11281"/>
                  </a:lnTo>
                  <a:lnTo>
                    <a:pt x="3339" y="11323"/>
                  </a:lnTo>
                  <a:lnTo>
                    <a:pt x="3203" y="11409"/>
                  </a:lnTo>
                  <a:lnTo>
                    <a:pt x="3157" y="11452"/>
                  </a:lnTo>
                  <a:lnTo>
                    <a:pt x="3157" y="11494"/>
                  </a:lnTo>
                  <a:lnTo>
                    <a:pt x="3021" y="11494"/>
                  </a:lnTo>
                  <a:lnTo>
                    <a:pt x="2885" y="11452"/>
                  </a:lnTo>
                  <a:lnTo>
                    <a:pt x="2885" y="11409"/>
                  </a:lnTo>
                  <a:lnTo>
                    <a:pt x="2885" y="11323"/>
                  </a:lnTo>
                  <a:lnTo>
                    <a:pt x="2794" y="11281"/>
                  </a:lnTo>
                  <a:lnTo>
                    <a:pt x="2748" y="11281"/>
                  </a:lnTo>
                  <a:lnTo>
                    <a:pt x="2703" y="11281"/>
                  </a:lnTo>
                  <a:lnTo>
                    <a:pt x="2657" y="11409"/>
                  </a:lnTo>
                  <a:lnTo>
                    <a:pt x="2703" y="11452"/>
                  </a:lnTo>
                  <a:lnTo>
                    <a:pt x="2748" y="11494"/>
                  </a:lnTo>
                  <a:lnTo>
                    <a:pt x="2794" y="11494"/>
                  </a:lnTo>
                  <a:lnTo>
                    <a:pt x="2839" y="11494"/>
                  </a:lnTo>
                  <a:lnTo>
                    <a:pt x="2657" y="11665"/>
                  </a:lnTo>
                  <a:lnTo>
                    <a:pt x="2567" y="11708"/>
                  </a:lnTo>
                  <a:lnTo>
                    <a:pt x="2476" y="11708"/>
                  </a:lnTo>
                  <a:lnTo>
                    <a:pt x="2430" y="11623"/>
                  </a:lnTo>
                  <a:lnTo>
                    <a:pt x="2385" y="11537"/>
                  </a:lnTo>
                  <a:lnTo>
                    <a:pt x="2158" y="11580"/>
                  </a:lnTo>
                  <a:lnTo>
                    <a:pt x="1976" y="11623"/>
                  </a:lnTo>
                  <a:lnTo>
                    <a:pt x="2021" y="11751"/>
                  </a:lnTo>
                  <a:lnTo>
                    <a:pt x="2112" y="11836"/>
                  </a:lnTo>
                  <a:lnTo>
                    <a:pt x="2294" y="12050"/>
                  </a:lnTo>
                  <a:lnTo>
                    <a:pt x="2339" y="12007"/>
                  </a:lnTo>
                  <a:lnTo>
                    <a:pt x="2385" y="12007"/>
                  </a:lnTo>
                  <a:lnTo>
                    <a:pt x="2430" y="11964"/>
                  </a:lnTo>
                  <a:lnTo>
                    <a:pt x="2476" y="12050"/>
                  </a:lnTo>
                  <a:lnTo>
                    <a:pt x="2430" y="12093"/>
                  </a:lnTo>
                  <a:lnTo>
                    <a:pt x="2521" y="12135"/>
                  </a:lnTo>
                  <a:lnTo>
                    <a:pt x="2567" y="12135"/>
                  </a:lnTo>
                  <a:lnTo>
                    <a:pt x="2612" y="12178"/>
                  </a:lnTo>
                  <a:lnTo>
                    <a:pt x="2567" y="12221"/>
                  </a:lnTo>
                  <a:lnTo>
                    <a:pt x="2476" y="12264"/>
                  </a:lnTo>
                  <a:lnTo>
                    <a:pt x="2521" y="12349"/>
                  </a:lnTo>
                  <a:lnTo>
                    <a:pt x="2567" y="12392"/>
                  </a:lnTo>
                  <a:lnTo>
                    <a:pt x="2612" y="12563"/>
                  </a:lnTo>
                  <a:lnTo>
                    <a:pt x="2657" y="12734"/>
                  </a:lnTo>
                  <a:lnTo>
                    <a:pt x="2703" y="12947"/>
                  </a:lnTo>
                  <a:lnTo>
                    <a:pt x="2657" y="13033"/>
                  </a:lnTo>
                  <a:lnTo>
                    <a:pt x="2567" y="13204"/>
                  </a:lnTo>
                  <a:lnTo>
                    <a:pt x="2430" y="13439"/>
                  </a:lnTo>
                  <a:lnTo>
                    <a:pt x="2385" y="13481"/>
                  </a:lnTo>
                  <a:lnTo>
                    <a:pt x="2294" y="13481"/>
                  </a:lnTo>
                  <a:lnTo>
                    <a:pt x="2112" y="13439"/>
                  </a:lnTo>
                  <a:lnTo>
                    <a:pt x="2067" y="13439"/>
                  </a:lnTo>
                  <a:lnTo>
                    <a:pt x="2021" y="13481"/>
                  </a:lnTo>
                  <a:lnTo>
                    <a:pt x="1976" y="13439"/>
                  </a:lnTo>
                  <a:lnTo>
                    <a:pt x="1885" y="13374"/>
                  </a:lnTo>
                  <a:lnTo>
                    <a:pt x="1794" y="13374"/>
                  </a:lnTo>
                  <a:lnTo>
                    <a:pt x="1658" y="13374"/>
                  </a:lnTo>
                  <a:lnTo>
                    <a:pt x="1340" y="13289"/>
                  </a:lnTo>
                  <a:lnTo>
                    <a:pt x="999" y="13204"/>
                  </a:lnTo>
                  <a:lnTo>
                    <a:pt x="909" y="13118"/>
                  </a:lnTo>
                  <a:lnTo>
                    <a:pt x="863" y="13075"/>
                  </a:lnTo>
                  <a:lnTo>
                    <a:pt x="818" y="13075"/>
                  </a:lnTo>
                  <a:lnTo>
                    <a:pt x="454" y="13118"/>
                  </a:lnTo>
                  <a:lnTo>
                    <a:pt x="409" y="13161"/>
                  </a:lnTo>
                  <a:lnTo>
                    <a:pt x="409" y="13204"/>
                  </a:lnTo>
                  <a:lnTo>
                    <a:pt x="500" y="13332"/>
                  </a:lnTo>
                  <a:lnTo>
                    <a:pt x="500" y="13439"/>
                  </a:lnTo>
                  <a:lnTo>
                    <a:pt x="500" y="13567"/>
                  </a:lnTo>
                  <a:lnTo>
                    <a:pt x="363" y="14080"/>
                  </a:lnTo>
                  <a:lnTo>
                    <a:pt x="409" y="14080"/>
                  </a:lnTo>
                  <a:lnTo>
                    <a:pt x="273" y="14336"/>
                  </a:lnTo>
                  <a:lnTo>
                    <a:pt x="136" y="14507"/>
                  </a:lnTo>
                  <a:lnTo>
                    <a:pt x="45" y="14507"/>
                  </a:lnTo>
                  <a:lnTo>
                    <a:pt x="0" y="14635"/>
                  </a:lnTo>
                  <a:lnTo>
                    <a:pt x="0" y="14720"/>
                  </a:lnTo>
                  <a:lnTo>
                    <a:pt x="45" y="14934"/>
                  </a:lnTo>
                  <a:lnTo>
                    <a:pt x="136" y="15105"/>
                  </a:lnTo>
                  <a:lnTo>
                    <a:pt x="273" y="15233"/>
                  </a:lnTo>
                  <a:lnTo>
                    <a:pt x="454" y="15361"/>
                  </a:lnTo>
                  <a:lnTo>
                    <a:pt x="500" y="15361"/>
                  </a:lnTo>
                  <a:lnTo>
                    <a:pt x="591" y="15361"/>
                  </a:lnTo>
                  <a:lnTo>
                    <a:pt x="636" y="15490"/>
                  </a:lnTo>
                  <a:lnTo>
                    <a:pt x="681" y="15575"/>
                  </a:lnTo>
                  <a:lnTo>
                    <a:pt x="818" y="15703"/>
                  </a:lnTo>
                  <a:lnTo>
                    <a:pt x="954" y="15831"/>
                  </a:lnTo>
                  <a:lnTo>
                    <a:pt x="1840" y="15746"/>
                  </a:lnTo>
                  <a:lnTo>
                    <a:pt x="1885" y="15789"/>
                  </a:lnTo>
                  <a:lnTo>
                    <a:pt x="1931" y="15789"/>
                  </a:lnTo>
                  <a:lnTo>
                    <a:pt x="1976" y="15703"/>
                  </a:lnTo>
                  <a:lnTo>
                    <a:pt x="2067" y="15575"/>
                  </a:lnTo>
                  <a:lnTo>
                    <a:pt x="2203" y="15575"/>
                  </a:lnTo>
                  <a:lnTo>
                    <a:pt x="2294" y="15575"/>
                  </a:lnTo>
                  <a:lnTo>
                    <a:pt x="2339" y="15532"/>
                  </a:lnTo>
                  <a:lnTo>
                    <a:pt x="2385" y="15490"/>
                  </a:lnTo>
                  <a:lnTo>
                    <a:pt x="2385" y="15447"/>
                  </a:lnTo>
                  <a:lnTo>
                    <a:pt x="2385" y="15361"/>
                  </a:lnTo>
                  <a:lnTo>
                    <a:pt x="2521" y="15276"/>
                  </a:lnTo>
                  <a:lnTo>
                    <a:pt x="2612" y="15233"/>
                  </a:lnTo>
                  <a:lnTo>
                    <a:pt x="2567" y="14891"/>
                  </a:lnTo>
                  <a:lnTo>
                    <a:pt x="2612" y="14806"/>
                  </a:lnTo>
                  <a:lnTo>
                    <a:pt x="2657" y="14763"/>
                  </a:lnTo>
                  <a:lnTo>
                    <a:pt x="2885" y="14507"/>
                  </a:lnTo>
                  <a:lnTo>
                    <a:pt x="2975" y="14421"/>
                  </a:lnTo>
                  <a:lnTo>
                    <a:pt x="3157" y="14379"/>
                  </a:lnTo>
                  <a:lnTo>
                    <a:pt x="3248" y="14336"/>
                  </a:lnTo>
                  <a:lnTo>
                    <a:pt x="3339" y="14379"/>
                  </a:lnTo>
                  <a:lnTo>
                    <a:pt x="3430" y="14336"/>
                  </a:lnTo>
                  <a:lnTo>
                    <a:pt x="3566" y="14208"/>
                  </a:lnTo>
                  <a:lnTo>
                    <a:pt x="3611" y="14080"/>
                  </a:lnTo>
                  <a:lnTo>
                    <a:pt x="3657" y="13951"/>
                  </a:lnTo>
                  <a:lnTo>
                    <a:pt x="3611" y="13823"/>
                  </a:lnTo>
                  <a:lnTo>
                    <a:pt x="3611" y="13780"/>
                  </a:lnTo>
                  <a:lnTo>
                    <a:pt x="3657" y="13738"/>
                  </a:lnTo>
                  <a:lnTo>
                    <a:pt x="3748" y="13652"/>
                  </a:lnTo>
                  <a:lnTo>
                    <a:pt x="3884" y="13652"/>
                  </a:lnTo>
                  <a:lnTo>
                    <a:pt x="4202" y="13609"/>
                  </a:lnTo>
                  <a:lnTo>
                    <a:pt x="4202" y="13652"/>
                  </a:lnTo>
                  <a:lnTo>
                    <a:pt x="4156" y="13695"/>
                  </a:lnTo>
                  <a:lnTo>
                    <a:pt x="4270" y="13738"/>
                  </a:lnTo>
                  <a:lnTo>
                    <a:pt x="4406" y="13780"/>
                  </a:lnTo>
                  <a:lnTo>
                    <a:pt x="4497" y="13823"/>
                  </a:lnTo>
                  <a:lnTo>
                    <a:pt x="4679" y="13695"/>
                  </a:lnTo>
                  <a:lnTo>
                    <a:pt x="4861" y="13567"/>
                  </a:lnTo>
                  <a:lnTo>
                    <a:pt x="4951" y="13567"/>
                  </a:lnTo>
                  <a:lnTo>
                    <a:pt x="5042" y="13524"/>
                  </a:lnTo>
                  <a:lnTo>
                    <a:pt x="5133" y="13439"/>
                  </a:lnTo>
                  <a:lnTo>
                    <a:pt x="5179" y="13332"/>
                  </a:lnTo>
                  <a:lnTo>
                    <a:pt x="5224" y="13332"/>
                  </a:lnTo>
                  <a:lnTo>
                    <a:pt x="5406" y="13374"/>
                  </a:lnTo>
                  <a:lnTo>
                    <a:pt x="5542" y="13481"/>
                  </a:lnTo>
                  <a:lnTo>
                    <a:pt x="5633" y="13609"/>
                  </a:lnTo>
                  <a:lnTo>
                    <a:pt x="5678" y="13780"/>
                  </a:lnTo>
                  <a:lnTo>
                    <a:pt x="5678" y="13823"/>
                  </a:lnTo>
                  <a:lnTo>
                    <a:pt x="5678" y="13866"/>
                  </a:lnTo>
                  <a:lnTo>
                    <a:pt x="5769" y="13994"/>
                  </a:lnTo>
                  <a:lnTo>
                    <a:pt x="5860" y="14080"/>
                  </a:lnTo>
                  <a:lnTo>
                    <a:pt x="5905" y="14080"/>
                  </a:lnTo>
                  <a:lnTo>
                    <a:pt x="5996" y="14122"/>
                  </a:lnTo>
                  <a:lnTo>
                    <a:pt x="6042" y="14208"/>
                  </a:lnTo>
                  <a:lnTo>
                    <a:pt x="6223" y="14293"/>
                  </a:lnTo>
                  <a:lnTo>
                    <a:pt x="6360" y="14421"/>
                  </a:lnTo>
                  <a:lnTo>
                    <a:pt x="6405" y="14464"/>
                  </a:lnTo>
                  <a:lnTo>
                    <a:pt x="6496" y="14464"/>
                  </a:lnTo>
                  <a:lnTo>
                    <a:pt x="6587" y="14464"/>
                  </a:lnTo>
                  <a:lnTo>
                    <a:pt x="6632" y="14550"/>
                  </a:lnTo>
                  <a:lnTo>
                    <a:pt x="6678" y="14635"/>
                  </a:lnTo>
                  <a:lnTo>
                    <a:pt x="6814" y="14635"/>
                  </a:lnTo>
                  <a:lnTo>
                    <a:pt x="6905" y="14678"/>
                  </a:lnTo>
                  <a:lnTo>
                    <a:pt x="6996" y="14763"/>
                  </a:lnTo>
                  <a:lnTo>
                    <a:pt x="7041" y="14891"/>
                  </a:lnTo>
                  <a:lnTo>
                    <a:pt x="7086" y="14891"/>
                  </a:lnTo>
                  <a:lnTo>
                    <a:pt x="7177" y="14891"/>
                  </a:lnTo>
                  <a:lnTo>
                    <a:pt x="7268" y="15062"/>
                  </a:lnTo>
                  <a:lnTo>
                    <a:pt x="7359" y="15276"/>
                  </a:lnTo>
                  <a:lnTo>
                    <a:pt x="7314" y="15319"/>
                  </a:lnTo>
                  <a:lnTo>
                    <a:pt x="7223" y="15447"/>
                  </a:lnTo>
                  <a:lnTo>
                    <a:pt x="7177" y="15532"/>
                  </a:lnTo>
                  <a:lnTo>
                    <a:pt x="7177" y="15575"/>
                  </a:lnTo>
                  <a:lnTo>
                    <a:pt x="7268" y="15618"/>
                  </a:lnTo>
                  <a:lnTo>
                    <a:pt x="7359" y="15575"/>
                  </a:lnTo>
                  <a:lnTo>
                    <a:pt x="7473" y="15404"/>
                  </a:lnTo>
                  <a:lnTo>
                    <a:pt x="7473" y="15361"/>
                  </a:lnTo>
                  <a:lnTo>
                    <a:pt x="7473" y="15276"/>
                  </a:lnTo>
                  <a:lnTo>
                    <a:pt x="7563" y="15233"/>
                  </a:lnTo>
                  <a:lnTo>
                    <a:pt x="7654" y="15191"/>
                  </a:lnTo>
                  <a:lnTo>
                    <a:pt x="7700" y="15148"/>
                  </a:lnTo>
                  <a:lnTo>
                    <a:pt x="7654" y="15105"/>
                  </a:lnTo>
                  <a:lnTo>
                    <a:pt x="7563" y="15062"/>
                  </a:lnTo>
                  <a:lnTo>
                    <a:pt x="7427" y="14977"/>
                  </a:lnTo>
                  <a:lnTo>
                    <a:pt x="7427" y="14934"/>
                  </a:lnTo>
                  <a:lnTo>
                    <a:pt x="7473" y="14849"/>
                  </a:lnTo>
                  <a:lnTo>
                    <a:pt x="7518" y="14720"/>
                  </a:lnTo>
                  <a:lnTo>
                    <a:pt x="7609" y="14678"/>
                  </a:lnTo>
                  <a:lnTo>
                    <a:pt x="7700" y="14678"/>
                  </a:lnTo>
                  <a:lnTo>
                    <a:pt x="7791" y="14763"/>
                  </a:lnTo>
                  <a:lnTo>
                    <a:pt x="7836" y="14806"/>
                  </a:lnTo>
                  <a:lnTo>
                    <a:pt x="7881" y="14849"/>
                  </a:lnTo>
                  <a:lnTo>
                    <a:pt x="7927" y="14891"/>
                  </a:lnTo>
                  <a:lnTo>
                    <a:pt x="7972" y="14891"/>
                  </a:lnTo>
                  <a:lnTo>
                    <a:pt x="8018" y="14891"/>
                  </a:lnTo>
                  <a:lnTo>
                    <a:pt x="7972" y="14763"/>
                  </a:lnTo>
                  <a:lnTo>
                    <a:pt x="7927" y="14678"/>
                  </a:lnTo>
                  <a:lnTo>
                    <a:pt x="7836" y="14635"/>
                  </a:lnTo>
                  <a:lnTo>
                    <a:pt x="7654" y="14507"/>
                  </a:lnTo>
                  <a:lnTo>
                    <a:pt x="7427" y="14464"/>
                  </a:lnTo>
                  <a:lnTo>
                    <a:pt x="7223" y="14379"/>
                  </a:lnTo>
                  <a:lnTo>
                    <a:pt x="6950" y="14208"/>
                  </a:lnTo>
                  <a:lnTo>
                    <a:pt x="6678" y="13994"/>
                  </a:lnTo>
                  <a:lnTo>
                    <a:pt x="6632" y="13909"/>
                  </a:lnTo>
                  <a:lnTo>
                    <a:pt x="6632" y="13823"/>
                  </a:lnTo>
                  <a:lnTo>
                    <a:pt x="6587" y="13738"/>
                  </a:lnTo>
                  <a:lnTo>
                    <a:pt x="6541" y="13652"/>
                  </a:lnTo>
                  <a:lnTo>
                    <a:pt x="6269" y="13481"/>
                  </a:lnTo>
                  <a:lnTo>
                    <a:pt x="6178" y="13374"/>
                  </a:lnTo>
                  <a:lnTo>
                    <a:pt x="6132" y="13289"/>
                  </a:lnTo>
                  <a:lnTo>
                    <a:pt x="6178" y="13246"/>
                  </a:lnTo>
                  <a:lnTo>
                    <a:pt x="6223" y="13118"/>
                  </a:lnTo>
                  <a:lnTo>
                    <a:pt x="6314" y="13033"/>
                  </a:lnTo>
                  <a:lnTo>
                    <a:pt x="6496" y="12862"/>
                  </a:lnTo>
                  <a:lnTo>
                    <a:pt x="6541" y="12904"/>
                  </a:lnTo>
                  <a:lnTo>
                    <a:pt x="6632" y="12947"/>
                  </a:lnTo>
                  <a:lnTo>
                    <a:pt x="6768" y="13033"/>
                  </a:lnTo>
                  <a:lnTo>
                    <a:pt x="6814" y="13118"/>
                  </a:lnTo>
                  <a:lnTo>
                    <a:pt x="6905" y="13246"/>
                  </a:lnTo>
                  <a:lnTo>
                    <a:pt x="6950" y="13289"/>
                  </a:lnTo>
                  <a:lnTo>
                    <a:pt x="7041" y="13374"/>
                  </a:lnTo>
                  <a:lnTo>
                    <a:pt x="6996" y="13374"/>
                  </a:lnTo>
                  <a:lnTo>
                    <a:pt x="6950" y="13439"/>
                  </a:lnTo>
                  <a:lnTo>
                    <a:pt x="7041" y="13567"/>
                  </a:lnTo>
                  <a:lnTo>
                    <a:pt x="7132" y="13609"/>
                  </a:lnTo>
                  <a:lnTo>
                    <a:pt x="7223" y="13652"/>
                  </a:lnTo>
                  <a:lnTo>
                    <a:pt x="7359" y="13652"/>
                  </a:lnTo>
                  <a:lnTo>
                    <a:pt x="7563" y="13695"/>
                  </a:lnTo>
                  <a:lnTo>
                    <a:pt x="7654" y="13738"/>
                  </a:lnTo>
                  <a:lnTo>
                    <a:pt x="7700" y="13866"/>
                  </a:lnTo>
                  <a:lnTo>
                    <a:pt x="7972" y="13951"/>
                  </a:lnTo>
                  <a:lnTo>
                    <a:pt x="7927" y="13994"/>
                  </a:lnTo>
                  <a:lnTo>
                    <a:pt x="8109" y="14336"/>
                  </a:lnTo>
                  <a:lnTo>
                    <a:pt x="8245" y="14635"/>
                  </a:lnTo>
                  <a:lnTo>
                    <a:pt x="8245" y="14678"/>
                  </a:lnTo>
                  <a:lnTo>
                    <a:pt x="8199" y="14678"/>
                  </a:lnTo>
                  <a:lnTo>
                    <a:pt x="8381" y="14806"/>
                  </a:lnTo>
                  <a:lnTo>
                    <a:pt x="8426" y="14891"/>
                  </a:lnTo>
                  <a:lnTo>
                    <a:pt x="8563" y="15020"/>
                  </a:lnTo>
                  <a:lnTo>
                    <a:pt x="8654" y="15191"/>
                  </a:lnTo>
                  <a:lnTo>
                    <a:pt x="8790" y="15276"/>
                  </a:lnTo>
                  <a:lnTo>
                    <a:pt x="8881" y="15319"/>
                  </a:lnTo>
                  <a:lnTo>
                    <a:pt x="8972" y="15319"/>
                  </a:lnTo>
                  <a:lnTo>
                    <a:pt x="9062" y="15319"/>
                  </a:lnTo>
                  <a:lnTo>
                    <a:pt x="9153" y="15319"/>
                  </a:lnTo>
                  <a:lnTo>
                    <a:pt x="9153" y="15276"/>
                  </a:lnTo>
                  <a:lnTo>
                    <a:pt x="9290" y="15276"/>
                  </a:lnTo>
                  <a:lnTo>
                    <a:pt x="9426" y="15319"/>
                  </a:lnTo>
                  <a:lnTo>
                    <a:pt x="9426" y="15361"/>
                  </a:lnTo>
                  <a:lnTo>
                    <a:pt x="9380" y="15404"/>
                  </a:lnTo>
                  <a:lnTo>
                    <a:pt x="9335" y="15404"/>
                  </a:lnTo>
                  <a:lnTo>
                    <a:pt x="9199" y="15404"/>
                  </a:lnTo>
                  <a:lnTo>
                    <a:pt x="9062" y="15319"/>
                  </a:lnTo>
                  <a:lnTo>
                    <a:pt x="8926" y="15361"/>
                  </a:lnTo>
                  <a:lnTo>
                    <a:pt x="8881" y="15319"/>
                  </a:lnTo>
                  <a:lnTo>
                    <a:pt x="8835" y="15404"/>
                  </a:lnTo>
                  <a:lnTo>
                    <a:pt x="8790" y="15532"/>
                  </a:lnTo>
                  <a:lnTo>
                    <a:pt x="8835" y="15575"/>
                  </a:lnTo>
                  <a:lnTo>
                    <a:pt x="8881" y="15575"/>
                  </a:lnTo>
                  <a:lnTo>
                    <a:pt x="8972" y="15618"/>
                  </a:lnTo>
                  <a:lnTo>
                    <a:pt x="9017" y="15746"/>
                  </a:lnTo>
                  <a:lnTo>
                    <a:pt x="9017" y="15789"/>
                  </a:lnTo>
                  <a:lnTo>
                    <a:pt x="9017" y="15874"/>
                  </a:lnTo>
                  <a:lnTo>
                    <a:pt x="9062" y="15831"/>
                  </a:lnTo>
                  <a:lnTo>
                    <a:pt x="9108" y="15831"/>
                  </a:lnTo>
                  <a:lnTo>
                    <a:pt x="9108" y="15789"/>
                  </a:lnTo>
                  <a:lnTo>
                    <a:pt x="9153" y="15789"/>
                  </a:lnTo>
                  <a:lnTo>
                    <a:pt x="9199" y="15789"/>
                  </a:lnTo>
                  <a:lnTo>
                    <a:pt x="9199" y="15874"/>
                  </a:lnTo>
                  <a:lnTo>
                    <a:pt x="9199" y="15917"/>
                  </a:lnTo>
                  <a:lnTo>
                    <a:pt x="9244" y="15960"/>
                  </a:lnTo>
                  <a:lnTo>
                    <a:pt x="9290" y="15917"/>
                  </a:lnTo>
                  <a:lnTo>
                    <a:pt x="9290" y="15874"/>
                  </a:lnTo>
                  <a:lnTo>
                    <a:pt x="9290" y="15831"/>
                  </a:lnTo>
                  <a:lnTo>
                    <a:pt x="9335" y="15831"/>
                  </a:lnTo>
                  <a:lnTo>
                    <a:pt x="9380" y="15831"/>
                  </a:lnTo>
                  <a:lnTo>
                    <a:pt x="9426" y="15874"/>
                  </a:lnTo>
                  <a:lnTo>
                    <a:pt x="9426" y="15917"/>
                  </a:lnTo>
                  <a:lnTo>
                    <a:pt x="9471" y="15917"/>
                  </a:lnTo>
                  <a:lnTo>
                    <a:pt x="9471" y="15874"/>
                  </a:lnTo>
                  <a:lnTo>
                    <a:pt x="9426" y="15831"/>
                  </a:lnTo>
                  <a:lnTo>
                    <a:pt x="9335" y="15703"/>
                  </a:lnTo>
                  <a:lnTo>
                    <a:pt x="9290" y="15575"/>
                  </a:lnTo>
                  <a:lnTo>
                    <a:pt x="9290" y="15490"/>
                  </a:lnTo>
                  <a:lnTo>
                    <a:pt x="9380" y="15404"/>
                  </a:lnTo>
                  <a:lnTo>
                    <a:pt x="9517" y="15361"/>
                  </a:lnTo>
                  <a:lnTo>
                    <a:pt x="9562" y="15404"/>
                  </a:lnTo>
                  <a:lnTo>
                    <a:pt x="9608" y="15447"/>
                  </a:lnTo>
                  <a:lnTo>
                    <a:pt x="9608" y="15490"/>
                  </a:lnTo>
                  <a:lnTo>
                    <a:pt x="9653" y="15490"/>
                  </a:lnTo>
                  <a:lnTo>
                    <a:pt x="9698" y="15447"/>
                  </a:lnTo>
                  <a:lnTo>
                    <a:pt x="9698" y="15404"/>
                  </a:lnTo>
                  <a:lnTo>
                    <a:pt x="9653" y="15276"/>
                  </a:lnTo>
                  <a:lnTo>
                    <a:pt x="9517" y="15191"/>
                  </a:lnTo>
                  <a:lnTo>
                    <a:pt x="9335" y="15148"/>
                  </a:lnTo>
                  <a:lnTo>
                    <a:pt x="9244" y="15148"/>
                  </a:lnTo>
                  <a:lnTo>
                    <a:pt x="9199" y="15148"/>
                  </a:lnTo>
                  <a:lnTo>
                    <a:pt x="9153" y="15105"/>
                  </a:lnTo>
                  <a:lnTo>
                    <a:pt x="9199" y="15062"/>
                  </a:lnTo>
                  <a:lnTo>
                    <a:pt x="9290" y="15062"/>
                  </a:lnTo>
                  <a:lnTo>
                    <a:pt x="9335" y="15020"/>
                  </a:lnTo>
                  <a:lnTo>
                    <a:pt x="9380" y="14977"/>
                  </a:lnTo>
                  <a:lnTo>
                    <a:pt x="9380" y="14849"/>
                  </a:lnTo>
                  <a:lnTo>
                    <a:pt x="9290" y="14806"/>
                  </a:lnTo>
                  <a:lnTo>
                    <a:pt x="9199" y="14763"/>
                  </a:lnTo>
                  <a:lnTo>
                    <a:pt x="9153" y="14720"/>
                  </a:lnTo>
                  <a:lnTo>
                    <a:pt x="9108" y="14635"/>
                  </a:lnTo>
                  <a:lnTo>
                    <a:pt x="9108" y="14592"/>
                  </a:lnTo>
                  <a:lnTo>
                    <a:pt x="9108" y="14550"/>
                  </a:lnTo>
                  <a:lnTo>
                    <a:pt x="9199" y="14550"/>
                  </a:lnTo>
                  <a:lnTo>
                    <a:pt x="9335" y="14635"/>
                  </a:lnTo>
                  <a:lnTo>
                    <a:pt x="9426" y="14678"/>
                  </a:lnTo>
                  <a:lnTo>
                    <a:pt x="9517" y="14678"/>
                  </a:lnTo>
                  <a:lnTo>
                    <a:pt x="9517" y="14635"/>
                  </a:lnTo>
                  <a:lnTo>
                    <a:pt x="9517" y="14592"/>
                  </a:lnTo>
                  <a:lnTo>
                    <a:pt x="9471" y="14592"/>
                  </a:lnTo>
                  <a:lnTo>
                    <a:pt x="9471" y="14550"/>
                  </a:lnTo>
                  <a:lnTo>
                    <a:pt x="9517" y="14550"/>
                  </a:lnTo>
                  <a:lnTo>
                    <a:pt x="9562" y="14592"/>
                  </a:lnTo>
                  <a:lnTo>
                    <a:pt x="9608" y="14592"/>
                  </a:lnTo>
                  <a:lnTo>
                    <a:pt x="9653" y="14592"/>
                  </a:lnTo>
                  <a:lnTo>
                    <a:pt x="9608" y="14550"/>
                  </a:lnTo>
                  <a:lnTo>
                    <a:pt x="9517" y="14507"/>
                  </a:lnTo>
                  <a:lnTo>
                    <a:pt x="9426" y="14421"/>
                  </a:lnTo>
                  <a:lnTo>
                    <a:pt x="9517" y="14421"/>
                  </a:lnTo>
                  <a:lnTo>
                    <a:pt x="9698" y="14336"/>
                  </a:lnTo>
                  <a:lnTo>
                    <a:pt x="9744" y="14293"/>
                  </a:lnTo>
                  <a:lnTo>
                    <a:pt x="9789" y="14250"/>
                  </a:lnTo>
                  <a:lnTo>
                    <a:pt x="9926" y="14293"/>
                  </a:lnTo>
                  <a:lnTo>
                    <a:pt x="10016" y="14336"/>
                  </a:lnTo>
                  <a:lnTo>
                    <a:pt x="10062" y="14379"/>
                  </a:lnTo>
                  <a:lnTo>
                    <a:pt x="10062" y="14464"/>
                  </a:lnTo>
                  <a:lnTo>
                    <a:pt x="10062" y="14507"/>
                  </a:lnTo>
                  <a:lnTo>
                    <a:pt x="10107" y="14550"/>
                  </a:lnTo>
                  <a:lnTo>
                    <a:pt x="10153" y="14464"/>
                  </a:lnTo>
                  <a:lnTo>
                    <a:pt x="10198" y="14421"/>
                  </a:lnTo>
                  <a:lnTo>
                    <a:pt x="10244" y="14379"/>
                  </a:lnTo>
                  <a:lnTo>
                    <a:pt x="10380" y="14293"/>
                  </a:lnTo>
                  <a:lnTo>
                    <a:pt x="10380" y="14208"/>
                  </a:lnTo>
                  <a:lnTo>
                    <a:pt x="10425" y="14165"/>
                  </a:lnTo>
                  <a:lnTo>
                    <a:pt x="10562" y="14122"/>
                  </a:lnTo>
                  <a:lnTo>
                    <a:pt x="10766" y="14122"/>
                  </a:lnTo>
                  <a:lnTo>
                    <a:pt x="10811" y="14080"/>
                  </a:lnTo>
                  <a:lnTo>
                    <a:pt x="10721" y="14037"/>
                  </a:lnTo>
                  <a:lnTo>
                    <a:pt x="10562" y="13951"/>
                  </a:lnTo>
                  <a:lnTo>
                    <a:pt x="10516" y="13866"/>
                  </a:lnTo>
                  <a:lnTo>
                    <a:pt x="10471" y="13823"/>
                  </a:lnTo>
                  <a:lnTo>
                    <a:pt x="10380" y="13738"/>
                  </a:lnTo>
                  <a:lnTo>
                    <a:pt x="10334" y="13695"/>
                  </a:lnTo>
                  <a:lnTo>
                    <a:pt x="10289" y="13652"/>
                  </a:lnTo>
                  <a:lnTo>
                    <a:pt x="10289" y="13524"/>
                  </a:lnTo>
                  <a:lnTo>
                    <a:pt x="10334" y="13374"/>
                  </a:lnTo>
                  <a:lnTo>
                    <a:pt x="10471" y="12862"/>
                  </a:lnTo>
                  <a:lnTo>
                    <a:pt x="10471" y="12819"/>
                  </a:lnTo>
                  <a:lnTo>
                    <a:pt x="10471" y="12734"/>
                  </a:lnTo>
                  <a:lnTo>
                    <a:pt x="10516" y="12648"/>
                  </a:lnTo>
                  <a:lnTo>
                    <a:pt x="10675" y="12605"/>
                  </a:lnTo>
                  <a:lnTo>
                    <a:pt x="10721" y="12349"/>
                  </a:lnTo>
                  <a:lnTo>
                    <a:pt x="10766" y="12221"/>
                  </a:lnTo>
                  <a:lnTo>
                    <a:pt x="10811" y="12093"/>
                  </a:lnTo>
                  <a:lnTo>
                    <a:pt x="10857" y="12050"/>
                  </a:lnTo>
                  <a:lnTo>
                    <a:pt x="10948" y="12007"/>
                  </a:lnTo>
                  <a:lnTo>
                    <a:pt x="10993" y="12007"/>
                  </a:lnTo>
                  <a:lnTo>
                    <a:pt x="11038" y="12007"/>
                  </a:lnTo>
                  <a:lnTo>
                    <a:pt x="11038" y="11964"/>
                  </a:lnTo>
                  <a:lnTo>
                    <a:pt x="10993" y="11879"/>
                  </a:lnTo>
                  <a:lnTo>
                    <a:pt x="10948" y="11836"/>
                  </a:lnTo>
                  <a:lnTo>
                    <a:pt x="11038" y="11964"/>
                  </a:lnTo>
                  <a:lnTo>
                    <a:pt x="11084" y="12093"/>
                  </a:lnTo>
                  <a:lnTo>
                    <a:pt x="11084" y="12135"/>
                  </a:lnTo>
                  <a:lnTo>
                    <a:pt x="11038" y="12135"/>
                  </a:lnTo>
                  <a:lnTo>
                    <a:pt x="11129" y="12178"/>
                  </a:lnTo>
                  <a:lnTo>
                    <a:pt x="11266" y="12178"/>
                  </a:lnTo>
                  <a:lnTo>
                    <a:pt x="11447" y="12135"/>
                  </a:lnTo>
                  <a:lnTo>
                    <a:pt x="11493" y="12093"/>
                  </a:lnTo>
                  <a:lnTo>
                    <a:pt x="11538" y="12135"/>
                  </a:lnTo>
                  <a:lnTo>
                    <a:pt x="11402" y="12264"/>
                  </a:lnTo>
                  <a:lnTo>
                    <a:pt x="11311" y="12306"/>
                  </a:lnTo>
                  <a:lnTo>
                    <a:pt x="11311" y="12349"/>
                  </a:lnTo>
                  <a:lnTo>
                    <a:pt x="11311" y="12392"/>
                  </a:lnTo>
                  <a:lnTo>
                    <a:pt x="11356" y="12434"/>
                  </a:lnTo>
                  <a:lnTo>
                    <a:pt x="11447" y="12434"/>
                  </a:lnTo>
                  <a:lnTo>
                    <a:pt x="11538" y="12434"/>
                  </a:lnTo>
                  <a:lnTo>
                    <a:pt x="11584" y="12434"/>
                  </a:lnTo>
                  <a:lnTo>
                    <a:pt x="11584" y="12520"/>
                  </a:lnTo>
                  <a:lnTo>
                    <a:pt x="11584" y="12605"/>
                  </a:lnTo>
                  <a:lnTo>
                    <a:pt x="11584" y="12648"/>
                  </a:lnTo>
                  <a:lnTo>
                    <a:pt x="11674" y="12648"/>
                  </a:lnTo>
                  <a:lnTo>
                    <a:pt x="11765" y="12605"/>
                  </a:lnTo>
                  <a:lnTo>
                    <a:pt x="11811" y="12520"/>
                  </a:lnTo>
                  <a:lnTo>
                    <a:pt x="11902" y="12477"/>
                  </a:lnTo>
                  <a:lnTo>
                    <a:pt x="11947" y="12477"/>
                  </a:lnTo>
                  <a:lnTo>
                    <a:pt x="11992" y="12392"/>
                  </a:lnTo>
                  <a:lnTo>
                    <a:pt x="12038" y="12306"/>
                  </a:lnTo>
                  <a:lnTo>
                    <a:pt x="12174" y="12306"/>
                  </a:lnTo>
                  <a:lnTo>
                    <a:pt x="12220" y="12306"/>
                  </a:lnTo>
                  <a:lnTo>
                    <a:pt x="12174" y="12264"/>
                  </a:lnTo>
                  <a:lnTo>
                    <a:pt x="12083" y="12264"/>
                  </a:lnTo>
                  <a:lnTo>
                    <a:pt x="11947" y="12221"/>
                  </a:lnTo>
                  <a:lnTo>
                    <a:pt x="11811" y="12135"/>
                  </a:lnTo>
                  <a:lnTo>
                    <a:pt x="11765" y="12007"/>
                  </a:lnTo>
                  <a:lnTo>
                    <a:pt x="11856" y="11836"/>
                  </a:lnTo>
                  <a:lnTo>
                    <a:pt x="11902" y="11793"/>
                  </a:lnTo>
                  <a:lnTo>
                    <a:pt x="11992" y="11793"/>
                  </a:lnTo>
                  <a:lnTo>
                    <a:pt x="12129" y="11751"/>
                  </a:lnTo>
                  <a:lnTo>
                    <a:pt x="12129" y="11708"/>
                  </a:lnTo>
                  <a:lnTo>
                    <a:pt x="12174" y="11665"/>
                  </a:lnTo>
                  <a:lnTo>
                    <a:pt x="12401" y="11494"/>
                  </a:lnTo>
                  <a:lnTo>
                    <a:pt x="12492" y="11409"/>
                  </a:lnTo>
                  <a:lnTo>
                    <a:pt x="12583" y="11409"/>
                  </a:lnTo>
                  <a:lnTo>
                    <a:pt x="12628" y="11409"/>
                  </a:lnTo>
                  <a:lnTo>
                    <a:pt x="12674" y="11494"/>
                  </a:lnTo>
                  <a:lnTo>
                    <a:pt x="12674" y="11537"/>
                  </a:lnTo>
                  <a:lnTo>
                    <a:pt x="12538" y="11623"/>
                  </a:lnTo>
                  <a:lnTo>
                    <a:pt x="12356" y="11665"/>
                  </a:lnTo>
                  <a:lnTo>
                    <a:pt x="12310" y="11708"/>
                  </a:lnTo>
                  <a:lnTo>
                    <a:pt x="12310" y="11751"/>
                  </a:lnTo>
                  <a:lnTo>
                    <a:pt x="12401" y="11751"/>
                  </a:lnTo>
                  <a:lnTo>
                    <a:pt x="12492" y="11751"/>
                  </a:lnTo>
                  <a:lnTo>
                    <a:pt x="12538" y="11793"/>
                  </a:lnTo>
                  <a:lnTo>
                    <a:pt x="12583" y="11836"/>
                  </a:lnTo>
                  <a:lnTo>
                    <a:pt x="12538" y="11836"/>
                  </a:lnTo>
                  <a:lnTo>
                    <a:pt x="12492" y="11836"/>
                  </a:lnTo>
                  <a:lnTo>
                    <a:pt x="12447" y="11879"/>
                  </a:lnTo>
                  <a:lnTo>
                    <a:pt x="12447" y="11922"/>
                  </a:lnTo>
                  <a:lnTo>
                    <a:pt x="12492" y="12007"/>
                  </a:lnTo>
                  <a:lnTo>
                    <a:pt x="12492" y="12050"/>
                  </a:lnTo>
                  <a:lnTo>
                    <a:pt x="12492" y="12135"/>
                  </a:lnTo>
                  <a:lnTo>
                    <a:pt x="12447" y="12178"/>
                  </a:lnTo>
                  <a:lnTo>
                    <a:pt x="12356" y="12178"/>
                  </a:lnTo>
                  <a:lnTo>
                    <a:pt x="12265" y="12178"/>
                  </a:lnTo>
                  <a:lnTo>
                    <a:pt x="12265" y="12221"/>
                  </a:lnTo>
                  <a:lnTo>
                    <a:pt x="12356" y="12306"/>
                  </a:lnTo>
                  <a:lnTo>
                    <a:pt x="12447" y="12349"/>
                  </a:lnTo>
                  <a:lnTo>
                    <a:pt x="12719" y="12392"/>
                  </a:lnTo>
                  <a:lnTo>
                    <a:pt x="12856" y="12392"/>
                  </a:lnTo>
                  <a:lnTo>
                    <a:pt x="12992" y="12477"/>
                  </a:lnTo>
                  <a:lnTo>
                    <a:pt x="13174" y="12563"/>
                  </a:lnTo>
                  <a:lnTo>
                    <a:pt x="13537" y="12648"/>
                  </a:lnTo>
                  <a:lnTo>
                    <a:pt x="13673" y="12776"/>
                  </a:lnTo>
                  <a:lnTo>
                    <a:pt x="13832" y="12947"/>
                  </a:lnTo>
                  <a:lnTo>
                    <a:pt x="13832" y="13033"/>
                  </a:lnTo>
                  <a:lnTo>
                    <a:pt x="13787" y="13075"/>
                  </a:lnTo>
                  <a:lnTo>
                    <a:pt x="13673" y="13246"/>
                  </a:lnTo>
                  <a:lnTo>
                    <a:pt x="13537" y="13374"/>
                  </a:lnTo>
                  <a:lnTo>
                    <a:pt x="13446" y="13374"/>
                  </a:lnTo>
                  <a:lnTo>
                    <a:pt x="13355" y="13374"/>
                  </a:lnTo>
                  <a:lnTo>
                    <a:pt x="12538" y="13439"/>
                  </a:lnTo>
                  <a:lnTo>
                    <a:pt x="12447" y="13481"/>
                  </a:lnTo>
                  <a:lnTo>
                    <a:pt x="12310" y="13481"/>
                  </a:lnTo>
                  <a:lnTo>
                    <a:pt x="12265" y="13439"/>
                  </a:lnTo>
                  <a:lnTo>
                    <a:pt x="12265" y="13374"/>
                  </a:lnTo>
                  <a:lnTo>
                    <a:pt x="12220" y="13374"/>
                  </a:lnTo>
                  <a:lnTo>
                    <a:pt x="12083" y="13439"/>
                  </a:lnTo>
                  <a:lnTo>
                    <a:pt x="11947" y="13481"/>
                  </a:lnTo>
                  <a:lnTo>
                    <a:pt x="11811" y="13524"/>
                  </a:lnTo>
                  <a:lnTo>
                    <a:pt x="11720" y="13567"/>
                  </a:lnTo>
                  <a:lnTo>
                    <a:pt x="11629" y="13695"/>
                  </a:lnTo>
                  <a:lnTo>
                    <a:pt x="11538" y="13780"/>
                  </a:lnTo>
                  <a:lnTo>
                    <a:pt x="11402" y="13866"/>
                  </a:lnTo>
                  <a:lnTo>
                    <a:pt x="11084" y="13994"/>
                  </a:lnTo>
                  <a:lnTo>
                    <a:pt x="11038" y="13994"/>
                  </a:lnTo>
                  <a:lnTo>
                    <a:pt x="10993" y="13994"/>
                  </a:lnTo>
                  <a:lnTo>
                    <a:pt x="10902" y="14122"/>
                  </a:lnTo>
                  <a:lnTo>
                    <a:pt x="10811" y="14250"/>
                  </a:lnTo>
                  <a:lnTo>
                    <a:pt x="10675" y="14336"/>
                  </a:lnTo>
                  <a:lnTo>
                    <a:pt x="10471" y="14421"/>
                  </a:lnTo>
                  <a:lnTo>
                    <a:pt x="10334" y="14421"/>
                  </a:lnTo>
                  <a:lnTo>
                    <a:pt x="10198" y="14421"/>
                  </a:lnTo>
                  <a:lnTo>
                    <a:pt x="10198" y="14507"/>
                  </a:lnTo>
                  <a:lnTo>
                    <a:pt x="10153" y="14550"/>
                  </a:lnTo>
                  <a:lnTo>
                    <a:pt x="10107" y="14550"/>
                  </a:lnTo>
                  <a:lnTo>
                    <a:pt x="10107" y="14592"/>
                  </a:lnTo>
                  <a:lnTo>
                    <a:pt x="10153" y="14763"/>
                  </a:lnTo>
                  <a:lnTo>
                    <a:pt x="10198" y="14806"/>
                  </a:lnTo>
                  <a:lnTo>
                    <a:pt x="10153" y="14763"/>
                  </a:lnTo>
                  <a:lnTo>
                    <a:pt x="10198" y="14763"/>
                  </a:lnTo>
                  <a:lnTo>
                    <a:pt x="10244" y="14806"/>
                  </a:lnTo>
                  <a:lnTo>
                    <a:pt x="10334" y="14806"/>
                  </a:lnTo>
                  <a:lnTo>
                    <a:pt x="10380" y="14806"/>
                  </a:lnTo>
                  <a:lnTo>
                    <a:pt x="10425" y="14934"/>
                  </a:lnTo>
                  <a:lnTo>
                    <a:pt x="10380" y="14977"/>
                  </a:lnTo>
                  <a:lnTo>
                    <a:pt x="10334" y="15020"/>
                  </a:lnTo>
                  <a:lnTo>
                    <a:pt x="10380" y="15020"/>
                  </a:lnTo>
                  <a:lnTo>
                    <a:pt x="10425" y="15020"/>
                  </a:lnTo>
                  <a:lnTo>
                    <a:pt x="10471" y="15062"/>
                  </a:lnTo>
                  <a:lnTo>
                    <a:pt x="10425" y="15105"/>
                  </a:lnTo>
                  <a:lnTo>
                    <a:pt x="10334" y="15105"/>
                  </a:lnTo>
                  <a:lnTo>
                    <a:pt x="10244" y="15148"/>
                  </a:lnTo>
                  <a:lnTo>
                    <a:pt x="10289" y="15191"/>
                  </a:lnTo>
                  <a:lnTo>
                    <a:pt x="10380" y="15191"/>
                  </a:lnTo>
                  <a:lnTo>
                    <a:pt x="10471" y="15191"/>
                  </a:lnTo>
                  <a:lnTo>
                    <a:pt x="10562" y="15233"/>
                  </a:lnTo>
                  <a:lnTo>
                    <a:pt x="10516" y="15276"/>
                  </a:lnTo>
                  <a:lnTo>
                    <a:pt x="10471" y="15319"/>
                  </a:lnTo>
                  <a:lnTo>
                    <a:pt x="10471" y="15361"/>
                  </a:lnTo>
                  <a:lnTo>
                    <a:pt x="10675" y="15447"/>
                  </a:lnTo>
                  <a:lnTo>
                    <a:pt x="10857" y="15490"/>
                  </a:lnTo>
                  <a:lnTo>
                    <a:pt x="10902" y="15490"/>
                  </a:lnTo>
                  <a:lnTo>
                    <a:pt x="10766" y="15575"/>
                  </a:lnTo>
                  <a:lnTo>
                    <a:pt x="10721" y="15618"/>
                  </a:lnTo>
                  <a:lnTo>
                    <a:pt x="10675" y="15661"/>
                  </a:lnTo>
                  <a:lnTo>
                    <a:pt x="10675" y="15703"/>
                  </a:lnTo>
                  <a:lnTo>
                    <a:pt x="10766" y="15703"/>
                  </a:lnTo>
                  <a:lnTo>
                    <a:pt x="10857" y="15661"/>
                  </a:lnTo>
                  <a:lnTo>
                    <a:pt x="10902" y="15575"/>
                  </a:lnTo>
                  <a:lnTo>
                    <a:pt x="10948" y="15532"/>
                  </a:lnTo>
                  <a:lnTo>
                    <a:pt x="11266" y="15532"/>
                  </a:lnTo>
                  <a:lnTo>
                    <a:pt x="11356" y="15575"/>
                  </a:lnTo>
                  <a:lnTo>
                    <a:pt x="11356" y="15618"/>
                  </a:lnTo>
                  <a:lnTo>
                    <a:pt x="11220" y="15661"/>
                  </a:lnTo>
                  <a:lnTo>
                    <a:pt x="11084" y="15703"/>
                  </a:lnTo>
                  <a:lnTo>
                    <a:pt x="11129" y="15703"/>
                  </a:lnTo>
                  <a:lnTo>
                    <a:pt x="11356" y="15703"/>
                  </a:lnTo>
                  <a:lnTo>
                    <a:pt x="11493" y="15703"/>
                  </a:lnTo>
                  <a:lnTo>
                    <a:pt x="11538" y="15661"/>
                  </a:lnTo>
                  <a:lnTo>
                    <a:pt x="11538" y="15618"/>
                  </a:lnTo>
                  <a:lnTo>
                    <a:pt x="11538" y="15532"/>
                  </a:lnTo>
                  <a:lnTo>
                    <a:pt x="11538" y="15447"/>
                  </a:lnTo>
                  <a:lnTo>
                    <a:pt x="11584" y="15404"/>
                  </a:lnTo>
                  <a:lnTo>
                    <a:pt x="11674" y="15404"/>
                  </a:lnTo>
                  <a:lnTo>
                    <a:pt x="11811" y="15404"/>
                  </a:lnTo>
                  <a:lnTo>
                    <a:pt x="11947" y="15447"/>
                  </a:lnTo>
                  <a:lnTo>
                    <a:pt x="12083" y="15532"/>
                  </a:lnTo>
                  <a:lnTo>
                    <a:pt x="12129" y="15575"/>
                  </a:lnTo>
                  <a:lnTo>
                    <a:pt x="12220" y="15575"/>
                  </a:lnTo>
                  <a:lnTo>
                    <a:pt x="12538" y="15404"/>
                  </a:lnTo>
                  <a:lnTo>
                    <a:pt x="12492" y="15404"/>
                  </a:lnTo>
                  <a:lnTo>
                    <a:pt x="12447" y="15361"/>
                  </a:lnTo>
                  <a:lnTo>
                    <a:pt x="12401" y="15361"/>
                  </a:lnTo>
                  <a:lnTo>
                    <a:pt x="12447" y="15276"/>
                  </a:lnTo>
                  <a:lnTo>
                    <a:pt x="12628" y="15148"/>
                  </a:lnTo>
                  <a:lnTo>
                    <a:pt x="12674" y="15148"/>
                  </a:lnTo>
                  <a:lnTo>
                    <a:pt x="12719" y="15191"/>
                  </a:lnTo>
                  <a:lnTo>
                    <a:pt x="12765" y="15191"/>
                  </a:lnTo>
                  <a:lnTo>
                    <a:pt x="12810" y="15191"/>
                  </a:lnTo>
                  <a:lnTo>
                    <a:pt x="12856" y="15148"/>
                  </a:lnTo>
                  <a:lnTo>
                    <a:pt x="12901" y="15105"/>
                  </a:lnTo>
                  <a:lnTo>
                    <a:pt x="12901" y="15020"/>
                  </a:lnTo>
                  <a:lnTo>
                    <a:pt x="12946" y="15020"/>
                  </a:lnTo>
                  <a:lnTo>
                    <a:pt x="12992" y="15062"/>
                  </a:lnTo>
                  <a:lnTo>
                    <a:pt x="12992" y="15105"/>
                  </a:lnTo>
                  <a:lnTo>
                    <a:pt x="12946" y="15233"/>
                  </a:lnTo>
                  <a:lnTo>
                    <a:pt x="12992" y="15490"/>
                  </a:lnTo>
                  <a:lnTo>
                    <a:pt x="13083" y="15532"/>
                  </a:lnTo>
                  <a:lnTo>
                    <a:pt x="13128" y="15789"/>
                  </a:lnTo>
                  <a:lnTo>
                    <a:pt x="13128" y="16045"/>
                  </a:lnTo>
                  <a:lnTo>
                    <a:pt x="13037" y="16622"/>
                  </a:lnTo>
                  <a:lnTo>
                    <a:pt x="12992" y="16836"/>
                  </a:lnTo>
                  <a:lnTo>
                    <a:pt x="12992" y="16964"/>
                  </a:lnTo>
                  <a:lnTo>
                    <a:pt x="12901" y="17049"/>
                  </a:lnTo>
                  <a:lnTo>
                    <a:pt x="12765" y="17092"/>
                  </a:lnTo>
                  <a:lnTo>
                    <a:pt x="12583" y="17092"/>
                  </a:lnTo>
                  <a:lnTo>
                    <a:pt x="12265" y="17135"/>
                  </a:lnTo>
                  <a:lnTo>
                    <a:pt x="12492" y="17733"/>
                  </a:lnTo>
                  <a:lnTo>
                    <a:pt x="12538" y="17733"/>
                  </a:lnTo>
                  <a:lnTo>
                    <a:pt x="12628" y="17733"/>
                  </a:lnTo>
                  <a:lnTo>
                    <a:pt x="12674" y="17776"/>
                  </a:lnTo>
                  <a:lnTo>
                    <a:pt x="12719" y="17861"/>
                  </a:lnTo>
                  <a:lnTo>
                    <a:pt x="12810" y="18032"/>
                  </a:lnTo>
                  <a:lnTo>
                    <a:pt x="12946" y="18160"/>
                  </a:lnTo>
                  <a:lnTo>
                    <a:pt x="13037" y="18203"/>
                  </a:lnTo>
                  <a:lnTo>
                    <a:pt x="13128" y="18203"/>
                  </a:lnTo>
                  <a:lnTo>
                    <a:pt x="13174" y="18118"/>
                  </a:lnTo>
                  <a:lnTo>
                    <a:pt x="13219" y="18032"/>
                  </a:lnTo>
                  <a:lnTo>
                    <a:pt x="13219" y="17947"/>
                  </a:lnTo>
                  <a:lnTo>
                    <a:pt x="13264" y="17904"/>
                  </a:lnTo>
                  <a:lnTo>
                    <a:pt x="13219" y="17947"/>
                  </a:lnTo>
                  <a:lnTo>
                    <a:pt x="13219" y="18032"/>
                  </a:lnTo>
                  <a:lnTo>
                    <a:pt x="13219" y="18075"/>
                  </a:lnTo>
                  <a:lnTo>
                    <a:pt x="13264" y="18075"/>
                  </a:lnTo>
                  <a:lnTo>
                    <a:pt x="13310" y="18032"/>
                  </a:lnTo>
                  <a:lnTo>
                    <a:pt x="13355" y="18032"/>
                  </a:lnTo>
                  <a:lnTo>
                    <a:pt x="13401" y="18032"/>
                  </a:lnTo>
                  <a:lnTo>
                    <a:pt x="13491" y="18075"/>
                  </a:lnTo>
                  <a:lnTo>
                    <a:pt x="13582" y="18160"/>
                  </a:lnTo>
                  <a:lnTo>
                    <a:pt x="13719" y="18331"/>
                  </a:lnTo>
                  <a:lnTo>
                    <a:pt x="13878" y="18502"/>
                  </a:lnTo>
                  <a:lnTo>
                    <a:pt x="13923" y="18502"/>
                  </a:lnTo>
                  <a:lnTo>
                    <a:pt x="13923" y="18588"/>
                  </a:lnTo>
                  <a:lnTo>
                    <a:pt x="14105" y="18716"/>
                  </a:lnTo>
                  <a:lnTo>
                    <a:pt x="14377" y="18972"/>
                  </a:lnTo>
                  <a:lnTo>
                    <a:pt x="14468" y="19015"/>
                  </a:lnTo>
                  <a:lnTo>
                    <a:pt x="14514" y="19058"/>
                  </a:lnTo>
                  <a:lnTo>
                    <a:pt x="14695" y="19186"/>
                  </a:lnTo>
                  <a:lnTo>
                    <a:pt x="14786" y="19421"/>
                  </a:lnTo>
                  <a:lnTo>
                    <a:pt x="14786" y="19506"/>
                  </a:lnTo>
                  <a:lnTo>
                    <a:pt x="14741" y="19592"/>
                  </a:lnTo>
                  <a:lnTo>
                    <a:pt x="14786" y="19677"/>
                  </a:lnTo>
                  <a:lnTo>
                    <a:pt x="14832" y="19805"/>
                  </a:lnTo>
                  <a:lnTo>
                    <a:pt x="14968" y="19934"/>
                  </a:lnTo>
                  <a:lnTo>
                    <a:pt x="15059" y="19934"/>
                  </a:lnTo>
                  <a:lnTo>
                    <a:pt x="15150" y="19934"/>
                  </a:lnTo>
                  <a:lnTo>
                    <a:pt x="15331" y="20019"/>
                  </a:lnTo>
                  <a:lnTo>
                    <a:pt x="15422" y="20104"/>
                  </a:lnTo>
                  <a:lnTo>
                    <a:pt x="15468" y="20190"/>
                  </a:lnTo>
                  <a:lnTo>
                    <a:pt x="15513" y="20318"/>
                  </a:lnTo>
                  <a:lnTo>
                    <a:pt x="15649" y="20446"/>
                  </a:lnTo>
                  <a:lnTo>
                    <a:pt x="15740" y="20446"/>
                  </a:lnTo>
                  <a:lnTo>
                    <a:pt x="15785" y="20489"/>
                  </a:lnTo>
                  <a:lnTo>
                    <a:pt x="15876" y="20788"/>
                  </a:lnTo>
                  <a:lnTo>
                    <a:pt x="15922" y="21045"/>
                  </a:lnTo>
                  <a:lnTo>
                    <a:pt x="15967" y="21087"/>
                  </a:lnTo>
                  <a:lnTo>
                    <a:pt x="16013" y="21087"/>
                  </a:lnTo>
                  <a:lnTo>
                    <a:pt x="16058" y="21215"/>
                  </a:lnTo>
                  <a:lnTo>
                    <a:pt x="16103" y="21386"/>
                  </a:lnTo>
                  <a:lnTo>
                    <a:pt x="16103" y="21515"/>
                  </a:lnTo>
                  <a:lnTo>
                    <a:pt x="16103" y="21600"/>
                  </a:lnTo>
                  <a:lnTo>
                    <a:pt x="16149" y="21600"/>
                  </a:lnTo>
                  <a:lnTo>
                    <a:pt x="16194" y="21600"/>
                  </a:lnTo>
                  <a:lnTo>
                    <a:pt x="16421" y="21515"/>
                  </a:lnTo>
                  <a:lnTo>
                    <a:pt x="16512" y="21429"/>
                  </a:lnTo>
                  <a:lnTo>
                    <a:pt x="16603" y="21301"/>
                  </a:lnTo>
                  <a:lnTo>
                    <a:pt x="16694" y="21173"/>
                  </a:lnTo>
                  <a:lnTo>
                    <a:pt x="16989" y="21002"/>
                  </a:lnTo>
                  <a:lnTo>
                    <a:pt x="17216" y="20788"/>
                  </a:lnTo>
                  <a:lnTo>
                    <a:pt x="17126" y="20874"/>
                  </a:lnTo>
                  <a:lnTo>
                    <a:pt x="17035" y="20916"/>
                  </a:lnTo>
                  <a:lnTo>
                    <a:pt x="17262" y="20660"/>
                  </a:lnTo>
                  <a:lnTo>
                    <a:pt x="17353" y="20617"/>
                  </a:lnTo>
                  <a:lnTo>
                    <a:pt x="17444" y="20574"/>
                  </a:lnTo>
                  <a:lnTo>
                    <a:pt x="17489" y="20446"/>
                  </a:lnTo>
                  <a:lnTo>
                    <a:pt x="17580" y="20318"/>
                  </a:lnTo>
                  <a:lnTo>
                    <a:pt x="17807" y="20062"/>
                  </a:lnTo>
                  <a:lnTo>
                    <a:pt x="17989" y="19891"/>
                  </a:lnTo>
                  <a:lnTo>
                    <a:pt x="18079" y="19763"/>
                  </a:lnTo>
                  <a:lnTo>
                    <a:pt x="18170" y="19677"/>
                  </a:lnTo>
                  <a:lnTo>
                    <a:pt x="18170" y="19592"/>
                  </a:lnTo>
                  <a:lnTo>
                    <a:pt x="18170" y="19464"/>
                  </a:lnTo>
                  <a:lnTo>
                    <a:pt x="18307" y="19228"/>
                  </a:lnTo>
                  <a:lnTo>
                    <a:pt x="18488" y="19015"/>
                  </a:lnTo>
                  <a:lnTo>
                    <a:pt x="18579" y="18929"/>
                  </a:lnTo>
                  <a:lnTo>
                    <a:pt x="18670" y="18844"/>
                  </a:lnTo>
                  <a:lnTo>
                    <a:pt x="18715" y="18716"/>
                  </a:lnTo>
                  <a:lnTo>
                    <a:pt x="18715" y="18588"/>
                  </a:lnTo>
                  <a:lnTo>
                    <a:pt x="18806" y="18502"/>
                  </a:lnTo>
                  <a:lnTo>
                    <a:pt x="18897" y="18417"/>
                  </a:lnTo>
                  <a:lnTo>
                    <a:pt x="18897" y="18288"/>
                  </a:lnTo>
                  <a:lnTo>
                    <a:pt x="18943" y="18160"/>
                  </a:lnTo>
                  <a:lnTo>
                    <a:pt x="19124" y="17477"/>
                  </a:lnTo>
                  <a:lnTo>
                    <a:pt x="19215" y="17135"/>
                  </a:lnTo>
                  <a:lnTo>
                    <a:pt x="19261" y="16793"/>
                  </a:lnTo>
                  <a:lnTo>
                    <a:pt x="19261" y="16750"/>
                  </a:lnTo>
                  <a:lnTo>
                    <a:pt x="19215" y="16750"/>
                  </a:lnTo>
                  <a:lnTo>
                    <a:pt x="19124" y="16750"/>
                  </a:lnTo>
                  <a:lnTo>
                    <a:pt x="18943" y="16750"/>
                  </a:lnTo>
                  <a:lnTo>
                    <a:pt x="18852" y="16750"/>
                  </a:lnTo>
                  <a:lnTo>
                    <a:pt x="18715" y="16707"/>
                  </a:lnTo>
                  <a:lnTo>
                    <a:pt x="18625" y="16579"/>
                  </a:lnTo>
                  <a:lnTo>
                    <a:pt x="18579" y="16451"/>
                  </a:lnTo>
                  <a:lnTo>
                    <a:pt x="18488" y="16301"/>
                  </a:lnTo>
                  <a:lnTo>
                    <a:pt x="18443" y="16301"/>
                  </a:lnTo>
                  <a:lnTo>
                    <a:pt x="18307" y="16451"/>
                  </a:lnTo>
                  <a:lnTo>
                    <a:pt x="18307" y="16579"/>
                  </a:lnTo>
                  <a:lnTo>
                    <a:pt x="18216" y="16964"/>
                  </a:lnTo>
                  <a:lnTo>
                    <a:pt x="18125" y="17092"/>
                  </a:lnTo>
                  <a:lnTo>
                    <a:pt x="17943" y="17220"/>
                  </a:lnTo>
                  <a:lnTo>
                    <a:pt x="17716" y="17391"/>
                  </a:lnTo>
                  <a:lnTo>
                    <a:pt x="17625" y="17391"/>
                  </a:lnTo>
                  <a:lnTo>
                    <a:pt x="17580" y="17391"/>
                  </a:lnTo>
                  <a:lnTo>
                    <a:pt x="17534" y="17306"/>
                  </a:lnTo>
                  <a:lnTo>
                    <a:pt x="17625" y="17135"/>
                  </a:lnTo>
                  <a:lnTo>
                    <a:pt x="17489" y="17092"/>
                  </a:lnTo>
                  <a:lnTo>
                    <a:pt x="17444" y="17092"/>
                  </a:lnTo>
                  <a:lnTo>
                    <a:pt x="17398" y="17135"/>
                  </a:lnTo>
                  <a:lnTo>
                    <a:pt x="17398" y="17177"/>
                  </a:lnTo>
                  <a:lnTo>
                    <a:pt x="17444" y="17220"/>
                  </a:lnTo>
                  <a:lnTo>
                    <a:pt x="17489" y="17306"/>
                  </a:lnTo>
                  <a:lnTo>
                    <a:pt x="17444" y="17306"/>
                  </a:lnTo>
                  <a:lnTo>
                    <a:pt x="17398" y="17306"/>
                  </a:lnTo>
                  <a:lnTo>
                    <a:pt x="17353" y="17263"/>
                  </a:lnTo>
                  <a:lnTo>
                    <a:pt x="17262" y="17135"/>
                  </a:lnTo>
                  <a:lnTo>
                    <a:pt x="17216" y="16964"/>
                  </a:lnTo>
                  <a:lnTo>
                    <a:pt x="17171" y="16836"/>
                  </a:lnTo>
                  <a:lnTo>
                    <a:pt x="17080" y="16750"/>
                  </a:lnTo>
                  <a:lnTo>
                    <a:pt x="16921" y="16707"/>
                  </a:lnTo>
                  <a:lnTo>
                    <a:pt x="16876" y="16707"/>
                  </a:lnTo>
                  <a:lnTo>
                    <a:pt x="16830" y="16750"/>
                  </a:lnTo>
                  <a:lnTo>
                    <a:pt x="16739" y="16622"/>
                  </a:lnTo>
                  <a:lnTo>
                    <a:pt x="16649" y="16494"/>
                  </a:lnTo>
                  <a:lnTo>
                    <a:pt x="16512" y="16408"/>
                  </a:lnTo>
                  <a:lnTo>
                    <a:pt x="16467" y="16344"/>
                  </a:lnTo>
                  <a:lnTo>
                    <a:pt x="16421" y="16301"/>
                  </a:lnTo>
                  <a:lnTo>
                    <a:pt x="16467" y="16259"/>
                  </a:lnTo>
                  <a:lnTo>
                    <a:pt x="16512" y="16216"/>
                  </a:lnTo>
                  <a:lnTo>
                    <a:pt x="16467" y="16131"/>
                  </a:lnTo>
                  <a:lnTo>
                    <a:pt x="16421" y="16131"/>
                  </a:lnTo>
                  <a:lnTo>
                    <a:pt x="16421" y="16088"/>
                  </a:lnTo>
                  <a:lnTo>
                    <a:pt x="16467" y="16045"/>
                  </a:lnTo>
                  <a:lnTo>
                    <a:pt x="16558" y="16045"/>
                  </a:lnTo>
                  <a:lnTo>
                    <a:pt x="16694" y="15917"/>
                  </a:lnTo>
                  <a:lnTo>
                    <a:pt x="16739" y="15831"/>
                  </a:lnTo>
                  <a:lnTo>
                    <a:pt x="16876" y="15789"/>
                  </a:lnTo>
                  <a:lnTo>
                    <a:pt x="16921" y="15831"/>
                  </a:lnTo>
                  <a:lnTo>
                    <a:pt x="17035" y="15917"/>
                  </a:lnTo>
                  <a:lnTo>
                    <a:pt x="17216" y="16088"/>
                  </a:lnTo>
                  <a:lnTo>
                    <a:pt x="17262" y="16216"/>
                  </a:lnTo>
                  <a:lnTo>
                    <a:pt x="17307" y="16259"/>
                  </a:lnTo>
                  <a:lnTo>
                    <a:pt x="17444" y="16259"/>
                  </a:lnTo>
                  <a:lnTo>
                    <a:pt x="17580" y="16259"/>
                  </a:lnTo>
                  <a:lnTo>
                    <a:pt x="17716" y="16301"/>
                  </a:lnTo>
                  <a:lnTo>
                    <a:pt x="17852" y="16344"/>
                  </a:lnTo>
                  <a:lnTo>
                    <a:pt x="17943" y="16344"/>
                  </a:lnTo>
                  <a:lnTo>
                    <a:pt x="18079" y="16301"/>
                  </a:lnTo>
                  <a:lnTo>
                    <a:pt x="18170" y="16173"/>
                  </a:lnTo>
                  <a:lnTo>
                    <a:pt x="18261" y="16002"/>
                  </a:lnTo>
                  <a:lnTo>
                    <a:pt x="18307" y="15874"/>
                  </a:lnTo>
                  <a:lnTo>
                    <a:pt x="18352" y="15831"/>
                  </a:lnTo>
                  <a:lnTo>
                    <a:pt x="18397" y="15831"/>
                  </a:lnTo>
                  <a:lnTo>
                    <a:pt x="18488" y="15874"/>
                  </a:lnTo>
                  <a:lnTo>
                    <a:pt x="18534" y="15960"/>
                  </a:lnTo>
                  <a:lnTo>
                    <a:pt x="18579" y="16045"/>
                  </a:lnTo>
                  <a:lnTo>
                    <a:pt x="18625" y="16131"/>
                  </a:lnTo>
                  <a:lnTo>
                    <a:pt x="18715" y="16088"/>
                  </a:lnTo>
                  <a:lnTo>
                    <a:pt x="18943" y="16002"/>
                  </a:lnTo>
                  <a:lnTo>
                    <a:pt x="19033" y="15874"/>
                  </a:lnTo>
                  <a:lnTo>
                    <a:pt x="19170" y="15789"/>
                  </a:lnTo>
                  <a:lnTo>
                    <a:pt x="19306" y="15703"/>
                  </a:lnTo>
                  <a:lnTo>
                    <a:pt x="19760" y="15233"/>
                  </a:lnTo>
                  <a:lnTo>
                    <a:pt x="19760" y="15191"/>
                  </a:lnTo>
                  <a:lnTo>
                    <a:pt x="19851" y="15020"/>
                  </a:lnTo>
                  <a:lnTo>
                    <a:pt x="19897" y="14934"/>
                  </a:lnTo>
                  <a:lnTo>
                    <a:pt x="19897" y="14891"/>
                  </a:lnTo>
                  <a:lnTo>
                    <a:pt x="19942" y="14934"/>
                  </a:lnTo>
                  <a:lnTo>
                    <a:pt x="19987" y="14977"/>
                  </a:lnTo>
                  <a:lnTo>
                    <a:pt x="20283" y="15105"/>
                  </a:lnTo>
                  <a:lnTo>
                    <a:pt x="20374" y="15148"/>
                  </a:lnTo>
                  <a:lnTo>
                    <a:pt x="20419" y="15191"/>
                  </a:lnTo>
                  <a:lnTo>
                    <a:pt x="20464" y="15191"/>
                  </a:lnTo>
                  <a:lnTo>
                    <a:pt x="20510" y="15105"/>
                  </a:lnTo>
                  <a:lnTo>
                    <a:pt x="20510" y="15062"/>
                  </a:lnTo>
                  <a:lnTo>
                    <a:pt x="20510" y="14977"/>
                  </a:lnTo>
                  <a:lnTo>
                    <a:pt x="20555" y="14891"/>
                  </a:lnTo>
                  <a:lnTo>
                    <a:pt x="20601" y="14934"/>
                  </a:lnTo>
                  <a:lnTo>
                    <a:pt x="20601" y="14977"/>
                  </a:lnTo>
                  <a:lnTo>
                    <a:pt x="20555" y="15105"/>
                  </a:lnTo>
                  <a:lnTo>
                    <a:pt x="20555" y="15191"/>
                  </a:lnTo>
                  <a:lnTo>
                    <a:pt x="20646" y="14934"/>
                  </a:lnTo>
                  <a:lnTo>
                    <a:pt x="20828" y="14720"/>
                  </a:lnTo>
                  <a:lnTo>
                    <a:pt x="20873" y="14763"/>
                  </a:lnTo>
                  <a:lnTo>
                    <a:pt x="20873" y="14806"/>
                  </a:lnTo>
                  <a:lnTo>
                    <a:pt x="20873" y="15020"/>
                  </a:lnTo>
                  <a:lnTo>
                    <a:pt x="21009" y="15575"/>
                  </a:lnTo>
                  <a:lnTo>
                    <a:pt x="21009" y="15490"/>
                  </a:lnTo>
                  <a:lnTo>
                    <a:pt x="21100" y="15831"/>
                  </a:lnTo>
                  <a:lnTo>
                    <a:pt x="21146" y="16088"/>
                  </a:lnTo>
                  <a:lnTo>
                    <a:pt x="21237" y="16301"/>
                  </a:lnTo>
                  <a:lnTo>
                    <a:pt x="21282" y="16537"/>
                  </a:lnTo>
                  <a:lnTo>
                    <a:pt x="21418" y="17263"/>
                  </a:lnTo>
                  <a:lnTo>
                    <a:pt x="21464" y="17306"/>
                  </a:lnTo>
                  <a:lnTo>
                    <a:pt x="21600" y="16173"/>
                  </a:lnTo>
                  <a:lnTo>
                    <a:pt x="21600" y="15191"/>
                  </a:lnTo>
                  <a:lnTo>
                    <a:pt x="21555" y="14165"/>
                  </a:lnTo>
                  <a:lnTo>
                    <a:pt x="21509" y="12862"/>
                  </a:lnTo>
                  <a:close/>
                  <a:moveTo>
                    <a:pt x="6087" y="8610"/>
                  </a:moveTo>
                  <a:lnTo>
                    <a:pt x="6087" y="8610"/>
                  </a:lnTo>
                  <a:lnTo>
                    <a:pt x="6132" y="8567"/>
                  </a:lnTo>
                  <a:lnTo>
                    <a:pt x="6178" y="8439"/>
                  </a:lnTo>
                  <a:lnTo>
                    <a:pt x="6223" y="8354"/>
                  </a:lnTo>
                  <a:lnTo>
                    <a:pt x="6314" y="8311"/>
                  </a:lnTo>
                  <a:lnTo>
                    <a:pt x="6405" y="8354"/>
                  </a:lnTo>
                  <a:lnTo>
                    <a:pt x="6087" y="8610"/>
                  </a:lnTo>
                  <a:close/>
                  <a:moveTo>
                    <a:pt x="6450" y="8781"/>
                  </a:moveTo>
                  <a:lnTo>
                    <a:pt x="6450" y="8781"/>
                  </a:lnTo>
                  <a:lnTo>
                    <a:pt x="6450" y="8738"/>
                  </a:lnTo>
                  <a:lnTo>
                    <a:pt x="6450" y="8696"/>
                  </a:lnTo>
                  <a:lnTo>
                    <a:pt x="6587" y="8482"/>
                  </a:lnTo>
                  <a:lnTo>
                    <a:pt x="6541" y="8610"/>
                  </a:lnTo>
                  <a:lnTo>
                    <a:pt x="6450" y="8781"/>
                  </a:lnTo>
                  <a:close/>
                  <a:moveTo>
                    <a:pt x="8381" y="7264"/>
                  </a:moveTo>
                  <a:lnTo>
                    <a:pt x="8381" y="7264"/>
                  </a:lnTo>
                  <a:lnTo>
                    <a:pt x="8426" y="7456"/>
                  </a:lnTo>
                  <a:lnTo>
                    <a:pt x="8472" y="7627"/>
                  </a:lnTo>
                  <a:lnTo>
                    <a:pt x="8472" y="7670"/>
                  </a:lnTo>
                  <a:lnTo>
                    <a:pt x="8426" y="7670"/>
                  </a:lnTo>
                  <a:lnTo>
                    <a:pt x="8336" y="7627"/>
                  </a:lnTo>
                  <a:lnTo>
                    <a:pt x="8290" y="7585"/>
                  </a:lnTo>
                  <a:lnTo>
                    <a:pt x="8290" y="7307"/>
                  </a:lnTo>
                  <a:lnTo>
                    <a:pt x="8245" y="7008"/>
                  </a:lnTo>
                  <a:lnTo>
                    <a:pt x="8336" y="7050"/>
                  </a:lnTo>
                  <a:lnTo>
                    <a:pt x="8426" y="7050"/>
                  </a:lnTo>
                  <a:lnTo>
                    <a:pt x="8472" y="7050"/>
                  </a:lnTo>
                  <a:lnTo>
                    <a:pt x="8472" y="7093"/>
                  </a:lnTo>
                  <a:lnTo>
                    <a:pt x="8426" y="7136"/>
                  </a:lnTo>
                  <a:lnTo>
                    <a:pt x="8381" y="7179"/>
                  </a:lnTo>
                  <a:lnTo>
                    <a:pt x="8381" y="7264"/>
                  </a:lnTo>
                  <a:close/>
                  <a:moveTo>
                    <a:pt x="9517" y="7798"/>
                  </a:moveTo>
                  <a:lnTo>
                    <a:pt x="9517" y="7798"/>
                  </a:lnTo>
                  <a:lnTo>
                    <a:pt x="9471" y="7798"/>
                  </a:lnTo>
                  <a:lnTo>
                    <a:pt x="9426" y="7798"/>
                  </a:lnTo>
                  <a:lnTo>
                    <a:pt x="9335" y="7713"/>
                  </a:lnTo>
                  <a:lnTo>
                    <a:pt x="9244" y="7627"/>
                  </a:lnTo>
                  <a:lnTo>
                    <a:pt x="9153" y="7542"/>
                  </a:lnTo>
                  <a:lnTo>
                    <a:pt x="9108" y="7542"/>
                  </a:lnTo>
                  <a:lnTo>
                    <a:pt x="9062" y="7499"/>
                  </a:lnTo>
                  <a:lnTo>
                    <a:pt x="9108" y="7456"/>
                  </a:lnTo>
                  <a:lnTo>
                    <a:pt x="9108" y="7350"/>
                  </a:lnTo>
                  <a:lnTo>
                    <a:pt x="9199" y="7307"/>
                  </a:lnTo>
                  <a:lnTo>
                    <a:pt x="9380" y="7350"/>
                  </a:lnTo>
                  <a:lnTo>
                    <a:pt x="9562" y="7456"/>
                  </a:lnTo>
                  <a:lnTo>
                    <a:pt x="9608" y="7499"/>
                  </a:lnTo>
                  <a:lnTo>
                    <a:pt x="9608" y="7585"/>
                  </a:lnTo>
                  <a:lnTo>
                    <a:pt x="9562" y="7670"/>
                  </a:lnTo>
                  <a:lnTo>
                    <a:pt x="9517" y="7798"/>
                  </a:lnTo>
                  <a:close/>
                  <a:moveTo>
                    <a:pt x="10244" y="10597"/>
                  </a:moveTo>
                  <a:lnTo>
                    <a:pt x="10244" y="10597"/>
                  </a:lnTo>
                  <a:lnTo>
                    <a:pt x="10334" y="10768"/>
                  </a:lnTo>
                  <a:lnTo>
                    <a:pt x="10244" y="10597"/>
                  </a:lnTo>
                  <a:close/>
                  <a:moveTo>
                    <a:pt x="10766" y="7969"/>
                  </a:moveTo>
                  <a:lnTo>
                    <a:pt x="10766" y="7969"/>
                  </a:lnTo>
                  <a:lnTo>
                    <a:pt x="10766" y="7926"/>
                  </a:lnTo>
                  <a:lnTo>
                    <a:pt x="10675" y="7884"/>
                  </a:lnTo>
                  <a:lnTo>
                    <a:pt x="10630" y="7841"/>
                  </a:lnTo>
                  <a:lnTo>
                    <a:pt x="10562" y="7798"/>
                  </a:lnTo>
                  <a:lnTo>
                    <a:pt x="10630" y="7798"/>
                  </a:lnTo>
                  <a:lnTo>
                    <a:pt x="10721" y="7841"/>
                  </a:lnTo>
                  <a:lnTo>
                    <a:pt x="10902" y="7969"/>
                  </a:lnTo>
                  <a:lnTo>
                    <a:pt x="10993" y="8012"/>
                  </a:lnTo>
                  <a:lnTo>
                    <a:pt x="10948" y="8055"/>
                  </a:lnTo>
                  <a:lnTo>
                    <a:pt x="10902" y="8097"/>
                  </a:lnTo>
                  <a:lnTo>
                    <a:pt x="10811" y="8055"/>
                  </a:lnTo>
                  <a:lnTo>
                    <a:pt x="10562" y="7969"/>
                  </a:lnTo>
                  <a:lnTo>
                    <a:pt x="10675" y="7969"/>
                  </a:lnTo>
                  <a:lnTo>
                    <a:pt x="10721" y="8012"/>
                  </a:lnTo>
                  <a:lnTo>
                    <a:pt x="10766" y="7969"/>
                  </a:lnTo>
                  <a:close/>
                  <a:moveTo>
                    <a:pt x="11402" y="11879"/>
                  </a:moveTo>
                  <a:lnTo>
                    <a:pt x="11402" y="11879"/>
                  </a:lnTo>
                  <a:lnTo>
                    <a:pt x="11311" y="11964"/>
                  </a:lnTo>
                  <a:lnTo>
                    <a:pt x="11266" y="11964"/>
                  </a:lnTo>
                  <a:lnTo>
                    <a:pt x="11493" y="11708"/>
                  </a:lnTo>
                  <a:lnTo>
                    <a:pt x="11584" y="11580"/>
                  </a:lnTo>
                  <a:lnTo>
                    <a:pt x="11629" y="11452"/>
                  </a:lnTo>
                  <a:lnTo>
                    <a:pt x="11629" y="11323"/>
                  </a:lnTo>
                  <a:lnTo>
                    <a:pt x="11493" y="11281"/>
                  </a:lnTo>
                  <a:lnTo>
                    <a:pt x="11447" y="11238"/>
                  </a:lnTo>
                  <a:lnTo>
                    <a:pt x="11084" y="11153"/>
                  </a:lnTo>
                  <a:lnTo>
                    <a:pt x="11038" y="11153"/>
                  </a:lnTo>
                  <a:lnTo>
                    <a:pt x="10902" y="11153"/>
                  </a:lnTo>
                  <a:lnTo>
                    <a:pt x="10766" y="11067"/>
                  </a:lnTo>
                  <a:lnTo>
                    <a:pt x="10630" y="10982"/>
                  </a:lnTo>
                  <a:lnTo>
                    <a:pt x="11038" y="11110"/>
                  </a:lnTo>
                  <a:lnTo>
                    <a:pt x="11266" y="11195"/>
                  </a:lnTo>
                  <a:lnTo>
                    <a:pt x="11493" y="11281"/>
                  </a:lnTo>
                  <a:lnTo>
                    <a:pt x="11538" y="11281"/>
                  </a:lnTo>
                  <a:lnTo>
                    <a:pt x="11584" y="11323"/>
                  </a:lnTo>
                  <a:lnTo>
                    <a:pt x="11629" y="11323"/>
                  </a:lnTo>
                  <a:lnTo>
                    <a:pt x="11629" y="11366"/>
                  </a:lnTo>
                  <a:lnTo>
                    <a:pt x="11674" y="11452"/>
                  </a:lnTo>
                  <a:lnTo>
                    <a:pt x="11720" y="11537"/>
                  </a:lnTo>
                  <a:lnTo>
                    <a:pt x="11674" y="11580"/>
                  </a:lnTo>
                  <a:lnTo>
                    <a:pt x="11629" y="11580"/>
                  </a:lnTo>
                  <a:lnTo>
                    <a:pt x="11584" y="11580"/>
                  </a:lnTo>
                  <a:lnTo>
                    <a:pt x="11493" y="11708"/>
                  </a:lnTo>
                  <a:lnTo>
                    <a:pt x="11402" y="11879"/>
                  </a:lnTo>
                  <a:close/>
                  <a:moveTo>
                    <a:pt x="11856" y="12178"/>
                  </a:moveTo>
                  <a:lnTo>
                    <a:pt x="11856" y="12178"/>
                  </a:lnTo>
                  <a:lnTo>
                    <a:pt x="11765" y="12135"/>
                  </a:lnTo>
                  <a:lnTo>
                    <a:pt x="11493" y="12050"/>
                  </a:lnTo>
                  <a:lnTo>
                    <a:pt x="11856" y="12178"/>
                  </a:lnTo>
                  <a:close/>
                  <a:moveTo>
                    <a:pt x="11674" y="8055"/>
                  </a:moveTo>
                  <a:lnTo>
                    <a:pt x="11674" y="8055"/>
                  </a:lnTo>
                  <a:lnTo>
                    <a:pt x="11856" y="8226"/>
                  </a:lnTo>
                  <a:lnTo>
                    <a:pt x="11674" y="8055"/>
                  </a:lnTo>
                  <a:close/>
                  <a:moveTo>
                    <a:pt x="13491" y="7350"/>
                  </a:moveTo>
                  <a:lnTo>
                    <a:pt x="13491" y="7350"/>
                  </a:lnTo>
                  <a:lnTo>
                    <a:pt x="13401" y="7585"/>
                  </a:lnTo>
                  <a:lnTo>
                    <a:pt x="13491" y="7350"/>
                  </a:lnTo>
                  <a:close/>
                  <a:moveTo>
                    <a:pt x="13128" y="11110"/>
                  </a:moveTo>
                  <a:lnTo>
                    <a:pt x="13128" y="11110"/>
                  </a:lnTo>
                  <a:lnTo>
                    <a:pt x="13128" y="11067"/>
                  </a:lnTo>
                  <a:lnTo>
                    <a:pt x="13083" y="11024"/>
                  </a:lnTo>
                  <a:lnTo>
                    <a:pt x="13128" y="11024"/>
                  </a:lnTo>
                  <a:lnTo>
                    <a:pt x="13174" y="10982"/>
                  </a:lnTo>
                  <a:lnTo>
                    <a:pt x="13174" y="10853"/>
                  </a:lnTo>
                  <a:lnTo>
                    <a:pt x="13174" y="10811"/>
                  </a:lnTo>
                  <a:lnTo>
                    <a:pt x="13128" y="10768"/>
                  </a:lnTo>
                  <a:lnTo>
                    <a:pt x="13174" y="10640"/>
                  </a:lnTo>
                  <a:lnTo>
                    <a:pt x="13219" y="10554"/>
                  </a:lnTo>
                  <a:lnTo>
                    <a:pt x="13174" y="10469"/>
                  </a:lnTo>
                  <a:lnTo>
                    <a:pt x="13083" y="10362"/>
                  </a:lnTo>
                  <a:lnTo>
                    <a:pt x="13174" y="10426"/>
                  </a:lnTo>
                  <a:lnTo>
                    <a:pt x="13264" y="10512"/>
                  </a:lnTo>
                  <a:lnTo>
                    <a:pt x="13219" y="10554"/>
                  </a:lnTo>
                  <a:lnTo>
                    <a:pt x="13264" y="10554"/>
                  </a:lnTo>
                  <a:lnTo>
                    <a:pt x="13219" y="10853"/>
                  </a:lnTo>
                  <a:lnTo>
                    <a:pt x="13128" y="11110"/>
                  </a:lnTo>
                  <a:close/>
                  <a:moveTo>
                    <a:pt x="13355" y="10063"/>
                  </a:moveTo>
                  <a:lnTo>
                    <a:pt x="13355" y="10063"/>
                  </a:lnTo>
                  <a:lnTo>
                    <a:pt x="13355" y="10106"/>
                  </a:lnTo>
                  <a:lnTo>
                    <a:pt x="13401" y="10148"/>
                  </a:lnTo>
                  <a:lnTo>
                    <a:pt x="13446" y="10640"/>
                  </a:lnTo>
                  <a:lnTo>
                    <a:pt x="13310" y="10106"/>
                  </a:lnTo>
                  <a:lnTo>
                    <a:pt x="13219" y="9636"/>
                  </a:lnTo>
                  <a:lnTo>
                    <a:pt x="13264" y="9465"/>
                  </a:lnTo>
                  <a:lnTo>
                    <a:pt x="13264" y="9422"/>
                  </a:lnTo>
                  <a:lnTo>
                    <a:pt x="13310" y="9422"/>
                  </a:lnTo>
                  <a:lnTo>
                    <a:pt x="13355" y="9465"/>
                  </a:lnTo>
                  <a:lnTo>
                    <a:pt x="13310" y="9550"/>
                  </a:lnTo>
                  <a:lnTo>
                    <a:pt x="13219" y="9636"/>
                  </a:lnTo>
                  <a:lnTo>
                    <a:pt x="13264" y="9764"/>
                  </a:lnTo>
                  <a:lnTo>
                    <a:pt x="13355" y="9849"/>
                  </a:lnTo>
                  <a:lnTo>
                    <a:pt x="13446" y="9892"/>
                  </a:lnTo>
                  <a:lnTo>
                    <a:pt x="13491" y="9977"/>
                  </a:lnTo>
                  <a:lnTo>
                    <a:pt x="13491" y="10020"/>
                  </a:lnTo>
                  <a:lnTo>
                    <a:pt x="13446" y="10020"/>
                  </a:lnTo>
                  <a:lnTo>
                    <a:pt x="13355" y="10063"/>
                  </a:lnTo>
                  <a:close/>
                  <a:moveTo>
                    <a:pt x="13401" y="8866"/>
                  </a:moveTo>
                  <a:lnTo>
                    <a:pt x="13401" y="8866"/>
                  </a:lnTo>
                  <a:lnTo>
                    <a:pt x="13355" y="8909"/>
                  </a:lnTo>
                  <a:lnTo>
                    <a:pt x="13401" y="8866"/>
                  </a:lnTo>
                  <a:lnTo>
                    <a:pt x="13264" y="8738"/>
                  </a:lnTo>
                  <a:lnTo>
                    <a:pt x="13128" y="8525"/>
                  </a:lnTo>
                  <a:lnTo>
                    <a:pt x="13083" y="8439"/>
                  </a:lnTo>
                  <a:lnTo>
                    <a:pt x="13037" y="8311"/>
                  </a:lnTo>
                  <a:lnTo>
                    <a:pt x="13083" y="8268"/>
                  </a:lnTo>
                  <a:lnTo>
                    <a:pt x="13174" y="8226"/>
                  </a:lnTo>
                  <a:lnTo>
                    <a:pt x="13355" y="8055"/>
                  </a:lnTo>
                  <a:lnTo>
                    <a:pt x="13355" y="8097"/>
                  </a:lnTo>
                  <a:lnTo>
                    <a:pt x="13264" y="8183"/>
                  </a:lnTo>
                  <a:lnTo>
                    <a:pt x="13128" y="8482"/>
                  </a:lnTo>
                  <a:lnTo>
                    <a:pt x="13264" y="8525"/>
                  </a:lnTo>
                  <a:lnTo>
                    <a:pt x="13355" y="8610"/>
                  </a:lnTo>
                  <a:lnTo>
                    <a:pt x="13355" y="8653"/>
                  </a:lnTo>
                  <a:lnTo>
                    <a:pt x="13355" y="8696"/>
                  </a:lnTo>
                  <a:lnTo>
                    <a:pt x="13355" y="8781"/>
                  </a:lnTo>
                  <a:lnTo>
                    <a:pt x="13355" y="8824"/>
                  </a:lnTo>
                  <a:lnTo>
                    <a:pt x="13401" y="8824"/>
                  </a:lnTo>
                  <a:lnTo>
                    <a:pt x="13446" y="8781"/>
                  </a:lnTo>
                  <a:lnTo>
                    <a:pt x="13491" y="8781"/>
                  </a:lnTo>
                  <a:lnTo>
                    <a:pt x="13446" y="8824"/>
                  </a:lnTo>
                  <a:lnTo>
                    <a:pt x="13401" y="8866"/>
                  </a:lnTo>
                  <a:close/>
                  <a:moveTo>
                    <a:pt x="16649" y="13524"/>
                  </a:moveTo>
                  <a:lnTo>
                    <a:pt x="16649" y="13524"/>
                  </a:lnTo>
                  <a:lnTo>
                    <a:pt x="16558" y="13652"/>
                  </a:lnTo>
                  <a:lnTo>
                    <a:pt x="16421" y="13695"/>
                  </a:lnTo>
                  <a:lnTo>
                    <a:pt x="16331" y="13695"/>
                  </a:lnTo>
                  <a:lnTo>
                    <a:pt x="16194" y="13652"/>
                  </a:lnTo>
                  <a:lnTo>
                    <a:pt x="15922" y="13524"/>
                  </a:lnTo>
                  <a:lnTo>
                    <a:pt x="15695" y="13374"/>
                  </a:lnTo>
                  <a:lnTo>
                    <a:pt x="15649" y="13332"/>
                  </a:lnTo>
                  <a:lnTo>
                    <a:pt x="15649" y="13204"/>
                  </a:lnTo>
                  <a:lnTo>
                    <a:pt x="15649" y="12990"/>
                  </a:lnTo>
                  <a:lnTo>
                    <a:pt x="15740" y="12819"/>
                  </a:lnTo>
                  <a:lnTo>
                    <a:pt x="15740" y="12691"/>
                  </a:lnTo>
                  <a:lnTo>
                    <a:pt x="15740" y="12648"/>
                  </a:lnTo>
                  <a:lnTo>
                    <a:pt x="15649" y="12648"/>
                  </a:lnTo>
                  <a:lnTo>
                    <a:pt x="15558" y="12648"/>
                  </a:lnTo>
                  <a:lnTo>
                    <a:pt x="15468" y="12605"/>
                  </a:lnTo>
                  <a:lnTo>
                    <a:pt x="15422" y="12563"/>
                  </a:lnTo>
                  <a:lnTo>
                    <a:pt x="15422" y="12520"/>
                  </a:lnTo>
                  <a:lnTo>
                    <a:pt x="15377" y="12477"/>
                  </a:lnTo>
                  <a:lnTo>
                    <a:pt x="15150" y="12349"/>
                  </a:lnTo>
                  <a:lnTo>
                    <a:pt x="14922" y="12178"/>
                  </a:lnTo>
                  <a:lnTo>
                    <a:pt x="14832" y="12093"/>
                  </a:lnTo>
                  <a:lnTo>
                    <a:pt x="14786" y="12050"/>
                  </a:lnTo>
                  <a:lnTo>
                    <a:pt x="14786" y="11964"/>
                  </a:lnTo>
                  <a:lnTo>
                    <a:pt x="14741" y="11836"/>
                  </a:lnTo>
                  <a:lnTo>
                    <a:pt x="14695" y="11793"/>
                  </a:lnTo>
                  <a:lnTo>
                    <a:pt x="14604" y="11751"/>
                  </a:lnTo>
                  <a:lnTo>
                    <a:pt x="14514" y="11751"/>
                  </a:lnTo>
                  <a:lnTo>
                    <a:pt x="14468" y="11708"/>
                  </a:lnTo>
                  <a:lnTo>
                    <a:pt x="14468" y="11580"/>
                  </a:lnTo>
                  <a:lnTo>
                    <a:pt x="14514" y="11409"/>
                  </a:lnTo>
                  <a:lnTo>
                    <a:pt x="14650" y="11153"/>
                  </a:lnTo>
                  <a:lnTo>
                    <a:pt x="14650" y="10939"/>
                  </a:lnTo>
                  <a:lnTo>
                    <a:pt x="14695" y="10853"/>
                  </a:lnTo>
                  <a:lnTo>
                    <a:pt x="14741" y="10682"/>
                  </a:lnTo>
                  <a:lnTo>
                    <a:pt x="14786" y="10597"/>
                  </a:lnTo>
                  <a:lnTo>
                    <a:pt x="14832" y="10554"/>
                  </a:lnTo>
                  <a:lnTo>
                    <a:pt x="14922" y="10512"/>
                  </a:lnTo>
                  <a:lnTo>
                    <a:pt x="15104" y="10554"/>
                  </a:lnTo>
                  <a:lnTo>
                    <a:pt x="15286" y="10597"/>
                  </a:lnTo>
                  <a:lnTo>
                    <a:pt x="15331" y="10682"/>
                  </a:lnTo>
                  <a:lnTo>
                    <a:pt x="15331" y="10725"/>
                  </a:lnTo>
                  <a:lnTo>
                    <a:pt x="15377" y="10853"/>
                  </a:lnTo>
                  <a:lnTo>
                    <a:pt x="15422" y="10896"/>
                  </a:lnTo>
                  <a:lnTo>
                    <a:pt x="15468" y="10896"/>
                  </a:lnTo>
                  <a:lnTo>
                    <a:pt x="15377" y="10939"/>
                  </a:lnTo>
                  <a:lnTo>
                    <a:pt x="15240" y="10982"/>
                  </a:lnTo>
                  <a:lnTo>
                    <a:pt x="15195" y="10982"/>
                  </a:lnTo>
                  <a:lnTo>
                    <a:pt x="15150" y="11067"/>
                  </a:lnTo>
                  <a:lnTo>
                    <a:pt x="15286" y="11153"/>
                  </a:lnTo>
                  <a:lnTo>
                    <a:pt x="15331" y="11238"/>
                  </a:lnTo>
                  <a:lnTo>
                    <a:pt x="15331" y="11281"/>
                  </a:lnTo>
                  <a:lnTo>
                    <a:pt x="15286" y="11323"/>
                  </a:lnTo>
                  <a:lnTo>
                    <a:pt x="15195" y="11323"/>
                  </a:lnTo>
                  <a:lnTo>
                    <a:pt x="15150" y="11366"/>
                  </a:lnTo>
                  <a:lnTo>
                    <a:pt x="15104" y="11366"/>
                  </a:lnTo>
                  <a:lnTo>
                    <a:pt x="15104" y="11409"/>
                  </a:lnTo>
                  <a:lnTo>
                    <a:pt x="15150" y="11409"/>
                  </a:lnTo>
                  <a:lnTo>
                    <a:pt x="15240" y="11452"/>
                  </a:lnTo>
                  <a:lnTo>
                    <a:pt x="15468" y="11623"/>
                  </a:lnTo>
                  <a:lnTo>
                    <a:pt x="15468" y="11665"/>
                  </a:lnTo>
                  <a:lnTo>
                    <a:pt x="15513" y="11708"/>
                  </a:lnTo>
                  <a:lnTo>
                    <a:pt x="15649" y="11708"/>
                  </a:lnTo>
                  <a:lnTo>
                    <a:pt x="15740" y="11708"/>
                  </a:lnTo>
                  <a:lnTo>
                    <a:pt x="15831" y="11751"/>
                  </a:lnTo>
                  <a:lnTo>
                    <a:pt x="15876" y="11793"/>
                  </a:lnTo>
                  <a:lnTo>
                    <a:pt x="15876" y="11879"/>
                  </a:lnTo>
                  <a:lnTo>
                    <a:pt x="15922" y="12007"/>
                  </a:lnTo>
                  <a:lnTo>
                    <a:pt x="15967" y="12007"/>
                  </a:lnTo>
                  <a:lnTo>
                    <a:pt x="16013" y="11879"/>
                  </a:lnTo>
                  <a:lnTo>
                    <a:pt x="16013" y="11836"/>
                  </a:lnTo>
                  <a:lnTo>
                    <a:pt x="16058" y="11793"/>
                  </a:lnTo>
                  <a:lnTo>
                    <a:pt x="16103" y="11793"/>
                  </a:lnTo>
                  <a:lnTo>
                    <a:pt x="16194" y="11879"/>
                  </a:lnTo>
                  <a:lnTo>
                    <a:pt x="16285" y="11922"/>
                  </a:lnTo>
                  <a:lnTo>
                    <a:pt x="16421" y="12007"/>
                  </a:lnTo>
                  <a:lnTo>
                    <a:pt x="16376" y="12050"/>
                  </a:lnTo>
                  <a:lnTo>
                    <a:pt x="16331" y="12093"/>
                  </a:lnTo>
                  <a:lnTo>
                    <a:pt x="16285" y="12221"/>
                  </a:lnTo>
                  <a:lnTo>
                    <a:pt x="16194" y="12306"/>
                  </a:lnTo>
                  <a:lnTo>
                    <a:pt x="16149" y="12349"/>
                  </a:lnTo>
                  <a:lnTo>
                    <a:pt x="16149" y="12392"/>
                  </a:lnTo>
                  <a:lnTo>
                    <a:pt x="16149" y="12434"/>
                  </a:lnTo>
                  <a:lnTo>
                    <a:pt x="16194" y="12477"/>
                  </a:lnTo>
                  <a:lnTo>
                    <a:pt x="16285" y="12563"/>
                  </a:lnTo>
                  <a:lnTo>
                    <a:pt x="16240" y="12477"/>
                  </a:lnTo>
                  <a:lnTo>
                    <a:pt x="16376" y="12605"/>
                  </a:lnTo>
                  <a:lnTo>
                    <a:pt x="16467" y="12648"/>
                  </a:lnTo>
                  <a:lnTo>
                    <a:pt x="16558" y="12691"/>
                  </a:lnTo>
                  <a:lnTo>
                    <a:pt x="16603" y="12776"/>
                  </a:lnTo>
                  <a:lnTo>
                    <a:pt x="16649" y="12904"/>
                  </a:lnTo>
                  <a:lnTo>
                    <a:pt x="16785" y="13204"/>
                  </a:lnTo>
                  <a:lnTo>
                    <a:pt x="16649" y="13524"/>
                  </a:lnTo>
                  <a:close/>
                  <a:moveTo>
                    <a:pt x="16512" y="10853"/>
                  </a:moveTo>
                  <a:lnTo>
                    <a:pt x="16512" y="10853"/>
                  </a:lnTo>
                  <a:lnTo>
                    <a:pt x="16467" y="10853"/>
                  </a:lnTo>
                  <a:lnTo>
                    <a:pt x="16421" y="10811"/>
                  </a:lnTo>
                  <a:lnTo>
                    <a:pt x="16421" y="10725"/>
                  </a:lnTo>
                  <a:lnTo>
                    <a:pt x="16285" y="10554"/>
                  </a:lnTo>
                  <a:lnTo>
                    <a:pt x="16240" y="10319"/>
                  </a:lnTo>
                  <a:lnTo>
                    <a:pt x="16240" y="10148"/>
                  </a:lnTo>
                  <a:lnTo>
                    <a:pt x="16331" y="9977"/>
                  </a:lnTo>
                  <a:lnTo>
                    <a:pt x="16421" y="9764"/>
                  </a:lnTo>
                  <a:lnTo>
                    <a:pt x="16421" y="9807"/>
                  </a:lnTo>
                  <a:lnTo>
                    <a:pt x="16467" y="9935"/>
                  </a:lnTo>
                  <a:lnTo>
                    <a:pt x="16512" y="10020"/>
                  </a:lnTo>
                  <a:lnTo>
                    <a:pt x="16558" y="10020"/>
                  </a:lnTo>
                  <a:lnTo>
                    <a:pt x="16649" y="10063"/>
                  </a:lnTo>
                  <a:lnTo>
                    <a:pt x="16739" y="10234"/>
                  </a:lnTo>
                  <a:lnTo>
                    <a:pt x="16785" y="10469"/>
                  </a:lnTo>
                  <a:lnTo>
                    <a:pt x="16830" y="10640"/>
                  </a:lnTo>
                  <a:lnTo>
                    <a:pt x="16785" y="10725"/>
                  </a:lnTo>
                  <a:lnTo>
                    <a:pt x="16739" y="10768"/>
                  </a:lnTo>
                  <a:lnTo>
                    <a:pt x="16649" y="10811"/>
                  </a:lnTo>
                  <a:lnTo>
                    <a:pt x="16512" y="10853"/>
                  </a:lnTo>
                  <a:close/>
                  <a:moveTo>
                    <a:pt x="17943" y="8866"/>
                  </a:moveTo>
                  <a:lnTo>
                    <a:pt x="17943" y="8866"/>
                  </a:lnTo>
                  <a:lnTo>
                    <a:pt x="17807" y="8738"/>
                  </a:lnTo>
                  <a:lnTo>
                    <a:pt x="17671" y="8610"/>
                  </a:lnTo>
                  <a:lnTo>
                    <a:pt x="17671" y="8567"/>
                  </a:lnTo>
                  <a:lnTo>
                    <a:pt x="17671" y="8482"/>
                  </a:lnTo>
                  <a:lnTo>
                    <a:pt x="17716" y="8183"/>
                  </a:lnTo>
                  <a:lnTo>
                    <a:pt x="17807" y="8140"/>
                  </a:lnTo>
                  <a:lnTo>
                    <a:pt x="17807" y="8012"/>
                  </a:lnTo>
                  <a:lnTo>
                    <a:pt x="17852" y="7926"/>
                  </a:lnTo>
                  <a:lnTo>
                    <a:pt x="17852" y="7884"/>
                  </a:lnTo>
                  <a:lnTo>
                    <a:pt x="17898" y="7884"/>
                  </a:lnTo>
                  <a:lnTo>
                    <a:pt x="17943" y="7926"/>
                  </a:lnTo>
                  <a:lnTo>
                    <a:pt x="17943" y="8012"/>
                  </a:lnTo>
                  <a:lnTo>
                    <a:pt x="17852" y="8183"/>
                  </a:lnTo>
                  <a:lnTo>
                    <a:pt x="17716" y="8311"/>
                  </a:lnTo>
                  <a:lnTo>
                    <a:pt x="17716" y="8354"/>
                  </a:lnTo>
                  <a:lnTo>
                    <a:pt x="17716" y="8396"/>
                  </a:lnTo>
                  <a:lnTo>
                    <a:pt x="17898" y="8781"/>
                  </a:lnTo>
                  <a:lnTo>
                    <a:pt x="17943" y="8866"/>
                  </a:lnTo>
                  <a:close/>
                  <a:moveTo>
                    <a:pt x="17943" y="8866"/>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0" name="AutoShape 52"/>
            <p:cNvSpPr>
              <a:spLocks/>
            </p:cNvSpPr>
            <p:nvPr/>
          </p:nvSpPr>
          <p:spPr bwMode="auto">
            <a:xfrm>
              <a:off x="7092" y="5416"/>
              <a:ext cx="32" cy="48"/>
            </a:xfrm>
            <a:custGeom>
              <a:avLst/>
              <a:gdLst/>
              <a:ahLst/>
              <a:cxnLst/>
              <a:rect l="0" t="0" r="r" b="b"/>
              <a:pathLst>
                <a:path w="21600" h="21600">
                  <a:moveTo>
                    <a:pt x="21600" y="0"/>
                  </a:moveTo>
                  <a:lnTo>
                    <a:pt x="21600" y="0"/>
                  </a:lnTo>
                  <a:lnTo>
                    <a:pt x="10800" y="7200"/>
                  </a:lnTo>
                  <a:lnTo>
                    <a:pt x="0" y="21600"/>
                  </a:lnTo>
                  <a:lnTo>
                    <a:pt x="10800" y="21600"/>
                  </a:lnTo>
                  <a:lnTo>
                    <a:pt x="21600" y="144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1" name="AutoShape 53"/>
            <p:cNvSpPr>
              <a:spLocks/>
            </p:cNvSpPr>
            <p:nvPr/>
          </p:nvSpPr>
          <p:spPr bwMode="auto">
            <a:xfrm>
              <a:off x="6660" y="5753"/>
              <a:ext cx="64" cy="16"/>
            </a:xfrm>
            <a:custGeom>
              <a:avLst/>
              <a:gdLst/>
              <a:ahLst/>
              <a:cxnLst/>
              <a:rect l="0" t="0" r="r" b="b"/>
              <a:pathLst>
                <a:path w="21600" h="21600">
                  <a:moveTo>
                    <a:pt x="21600" y="0"/>
                  </a:moveTo>
                  <a:lnTo>
                    <a:pt x="21600" y="0"/>
                  </a:lnTo>
                  <a:lnTo>
                    <a:pt x="10800" y="0"/>
                  </a:lnTo>
                  <a:lnTo>
                    <a:pt x="0" y="0"/>
                  </a:lnTo>
                  <a:lnTo>
                    <a:pt x="5400" y="21600"/>
                  </a:lnTo>
                  <a:lnTo>
                    <a:pt x="21600" y="0"/>
                  </a:lnTo>
                  <a:close/>
                  <a:moveTo>
                    <a:pt x="2160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2" name="AutoShape 54"/>
            <p:cNvSpPr>
              <a:spLocks/>
            </p:cNvSpPr>
            <p:nvPr/>
          </p:nvSpPr>
          <p:spPr bwMode="auto">
            <a:xfrm>
              <a:off x="5099" y="3880"/>
              <a:ext cx="48" cy="88"/>
            </a:xfrm>
            <a:custGeom>
              <a:avLst/>
              <a:gdLst/>
              <a:ahLst/>
              <a:cxnLst/>
              <a:rect l="0" t="0" r="r" b="b"/>
              <a:pathLst>
                <a:path w="21600" h="21600">
                  <a:moveTo>
                    <a:pt x="7200" y="21600"/>
                  </a:moveTo>
                  <a:lnTo>
                    <a:pt x="7200" y="21600"/>
                  </a:lnTo>
                  <a:lnTo>
                    <a:pt x="14400" y="17673"/>
                  </a:lnTo>
                  <a:lnTo>
                    <a:pt x="14400" y="13745"/>
                  </a:lnTo>
                  <a:lnTo>
                    <a:pt x="21600" y="0"/>
                  </a:lnTo>
                  <a:lnTo>
                    <a:pt x="14400" y="0"/>
                  </a:lnTo>
                  <a:lnTo>
                    <a:pt x="7200" y="3927"/>
                  </a:lnTo>
                  <a:lnTo>
                    <a:pt x="0" y="17673"/>
                  </a:lnTo>
                  <a:lnTo>
                    <a:pt x="0" y="21600"/>
                  </a:lnTo>
                  <a:lnTo>
                    <a:pt x="7200" y="21600"/>
                  </a:lnTo>
                  <a:close/>
                  <a:moveTo>
                    <a:pt x="7200" y="216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3" name="AutoShape 55"/>
            <p:cNvSpPr>
              <a:spLocks/>
            </p:cNvSpPr>
            <p:nvPr/>
          </p:nvSpPr>
          <p:spPr bwMode="auto">
            <a:xfrm>
              <a:off x="7580" y="4528"/>
              <a:ext cx="128" cy="48"/>
            </a:xfrm>
            <a:custGeom>
              <a:avLst/>
              <a:gdLst/>
              <a:ahLst/>
              <a:cxnLst/>
              <a:rect l="0" t="0" r="r" b="b"/>
              <a:pathLst>
                <a:path w="21600" h="21600">
                  <a:moveTo>
                    <a:pt x="16200" y="14400"/>
                  </a:moveTo>
                  <a:lnTo>
                    <a:pt x="16200" y="14400"/>
                  </a:lnTo>
                  <a:lnTo>
                    <a:pt x="21600" y="21600"/>
                  </a:lnTo>
                  <a:lnTo>
                    <a:pt x="0" y="0"/>
                  </a:lnTo>
                  <a:lnTo>
                    <a:pt x="16200" y="14400"/>
                  </a:lnTo>
                  <a:close/>
                  <a:moveTo>
                    <a:pt x="16200" y="1440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4" name="AutoShape 56"/>
            <p:cNvSpPr>
              <a:spLocks/>
            </p:cNvSpPr>
            <p:nvPr/>
          </p:nvSpPr>
          <p:spPr bwMode="auto">
            <a:xfrm>
              <a:off x="0" y="5753"/>
              <a:ext cx="32" cy="616"/>
            </a:xfrm>
            <a:custGeom>
              <a:avLst/>
              <a:gdLst/>
              <a:ahLst/>
              <a:cxnLst/>
              <a:rect l="0" t="0" r="r" b="b"/>
              <a:pathLst>
                <a:path w="21600" h="21600">
                  <a:moveTo>
                    <a:pt x="0" y="0"/>
                  </a:moveTo>
                  <a:lnTo>
                    <a:pt x="0" y="0"/>
                  </a:lnTo>
                  <a:lnTo>
                    <a:pt x="0" y="3366"/>
                  </a:lnTo>
                  <a:lnTo>
                    <a:pt x="0" y="7294"/>
                  </a:lnTo>
                  <a:lnTo>
                    <a:pt x="0" y="12904"/>
                  </a:lnTo>
                  <a:lnTo>
                    <a:pt x="21600" y="21600"/>
                  </a:lnTo>
                  <a:lnTo>
                    <a:pt x="10800" y="0"/>
                  </a:lnTo>
                  <a:lnTo>
                    <a:pt x="0" y="0"/>
                  </a:lnTo>
                  <a:close/>
                  <a:moveTo>
                    <a:pt x="0" y="0"/>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5" name="AutoShape 57"/>
            <p:cNvSpPr>
              <a:spLocks/>
            </p:cNvSpPr>
            <p:nvPr/>
          </p:nvSpPr>
          <p:spPr bwMode="auto">
            <a:xfrm>
              <a:off x="32" y="6369"/>
              <a:ext cx="1176" cy="2704"/>
            </a:xfrm>
            <a:custGeom>
              <a:avLst/>
              <a:gdLst/>
              <a:ahLst/>
              <a:cxnLst/>
              <a:rect l="0" t="0" r="r" b="b"/>
              <a:pathLst>
                <a:path w="21600" h="21600">
                  <a:moveTo>
                    <a:pt x="21600" y="21089"/>
                  </a:moveTo>
                  <a:lnTo>
                    <a:pt x="21600" y="21089"/>
                  </a:lnTo>
                  <a:lnTo>
                    <a:pt x="21306" y="20705"/>
                  </a:lnTo>
                  <a:lnTo>
                    <a:pt x="20718" y="20194"/>
                  </a:lnTo>
                  <a:lnTo>
                    <a:pt x="19543" y="19299"/>
                  </a:lnTo>
                  <a:lnTo>
                    <a:pt x="18073" y="18660"/>
                  </a:lnTo>
                  <a:lnTo>
                    <a:pt x="18073" y="18533"/>
                  </a:lnTo>
                  <a:lnTo>
                    <a:pt x="18073" y="18660"/>
                  </a:lnTo>
                  <a:lnTo>
                    <a:pt x="18073" y="18788"/>
                  </a:lnTo>
                  <a:lnTo>
                    <a:pt x="17486" y="18277"/>
                  </a:lnTo>
                  <a:lnTo>
                    <a:pt x="15722" y="16999"/>
                  </a:lnTo>
                  <a:lnTo>
                    <a:pt x="13665" y="15657"/>
                  </a:lnTo>
                  <a:lnTo>
                    <a:pt x="11902" y="14507"/>
                  </a:lnTo>
                  <a:lnTo>
                    <a:pt x="10727" y="13740"/>
                  </a:lnTo>
                  <a:lnTo>
                    <a:pt x="10139" y="13612"/>
                  </a:lnTo>
                  <a:lnTo>
                    <a:pt x="9845" y="13484"/>
                  </a:lnTo>
                  <a:lnTo>
                    <a:pt x="9551" y="12717"/>
                  </a:lnTo>
                  <a:lnTo>
                    <a:pt x="7935" y="11567"/>
                  </a:lnTo>
                  <a:lnTo>
                    <a:pt x="7641" y="11311"/>
                  </a:lnTo>
                  <a:lnTo>
                    <a:pt x="7347" y="10928"/>
                  </a:lnTo>
                  <a:lnTo>
                    <a:pt x="6465" y="10544"/>
                  </a:lnTo>
                  <a:lnTo>
                    <a:pt x="6171" y="10289"/>
                  </a:lnTo>
                  <a:lnTo>
                    <a:pt x="5290" y="9266"/>
                  </a:lnTo>
                  <a:lnTo>
                    <a:pt x="4408" y="8372"/>
                  </a:lnTo>
                  <a:lnTo>
                    <a:pt x="4702" y="8244"/>
                  </a:lnTo>
                  <a:lnTo>
                    <a:pt x="4702" y="7988"/>
                  </a:lnTo>
                  <a:lnTo>
                    <a:pt x="4408" y="7733"/>
                  </a:lnTo>
                  <a:lnTo>
                    <a:pt x="4114" y="7157"/>
                  </a:lnTo>
                  <a:lnTo>
                    <a:pt x="2939" y="5496"/>
                  </a:lnTo>
                  <a:lnTo>
                    <a:pt x="882" y="2173"/>
                  </a:lnTo>
                  <a:lnTo>
                    <a:pt x="882" y="2301"/>
                  </a:lnTo>
                  <a:lnTo>
                    <a:pt x="0" y="0"/>
                  </a:lnTo>
                  <a:lnTo>
                    <a:pt x="0" y="511"/>
                  </a:lnTo>
                  <a:lnTo>
                    <a:pt x="294" y="1534"/>
                  </a:lnTo>
                  <a:lnTo>
                    <a:pt x="882" y="2684"/>
                  </a:lnTo>
                  <a:lnTo>
                    <a:pt x="2351" y="5496"/>
                  </a:lnTo>
                  <a:lnTo>
                    <a:pt x="4114" y="8372"/>
                  </a:lnTo>
                  <a:lnTo>
                    <a:pt x="5584" y="10033"/>
                  </a:lnTo>
                  <a:lnTo>
                    <a:pt x="7347" y="11695"/>
                  </a:lnTo>
                  <a:lnTo>
                    <a:pt x="11020" y="15018"/>
                  </a:lnTo>
                  <a:lnTo>
                    <a:pt x="15429" y="18149"/>
                  </a:lnTo>
                  <a:lnTo>
                    <a:pt x="20131" y="21089"/>
                  </a:lnTo>
                  <a:lnTo>
                    <a:pt x="21012" y="21472"/>
                  </a:lnTo>
                  <a:lnTo>
                    <a:pt x="21012" y="21600"/>
                  </a:lnTo>
                  <a:lnTo>
                    <a:pt x="21306" y="21600"/>
                  </a:lnTo>
                  <a:lnTo>
                    <a:pt x="21600" y="21089"/>
                  </a:lnTo>
                  <a:close/>
                  <a:moveTo>
                    <a:pt x="21600" y="21089"/>
                  </a:moveTo>
                </a:path>
              </a:pathLst>
            </a:custGeom>
            <a:grpFill/>
            <a:ln>
              <a:noFill/>
            </a:ln>
            <a:extLst>
              <a:ext uri="{91240B29-F687-4F45-9708-019B960494DF}">
                <a14:hiddenLine xmlns:a14="http://schemas.microsoft.com/office/drawing/2010/main" w="9525" cap="flat">
                  <a:solidFill>
                    <a:srgbClr val="FEFEFE"/>
                  </a:solidFill>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76" name="文本框 75"/>
          <p:cNvSpPr txBox="1"/>
          <p:nvPr/>
        </p:nvSpPr>
        <p:spPr>
          <a:xfrm>
            <a:off x="1542523" y="2613653"/>
            <a:ext cx="2271776" cy="1180772"/>
          </a:xfrm>
          <a:prstGeom prst="rect">
            <a:avLst/>
          </a:prstGeom>
          <a:noFill/>
          <a:effectLst/>
        </p:spPr>
        <p:txBody>
          <a:bodyPr wrap="none" rtlCol="0">
            <a:spAutoFit/>
          </a:bodyPr>
          <a:lstStyle/>
          <a:p>
            <a:r>
              <a:rPr lang="zh-CN" altLang="en-US" dirty="0">
                <a:solidFill>
                  <a:srgbClr val="004C80"/>
                </a:solidFill>
                <a:latin typeface="微软雅黑" panose="020B0503020204020204" pitchFamily="34" charset="-122"/>
                <a:ea typeface="微软雅黑" panose="020B0503020204020204" pitchFamily="34" charset="-122"/>
              </a:rPr>
              <a:t> </a:t>
            </a:r>
            <a:r>
              <a:rPr lang="zh-CN" altLang="en-US" dirty="0">
                <a:solidFill>
                  <a:srgbClr val="247CAE"/>
                </a:solidFill>
                <a:latin typeface="微软雅黑" panose="020B0503020204020204" pitchFamily="34" charset="-122"/>
                <a:ea typeface="微软雅黑" panose="020B0503020204020204" pitchFamily="34" charset="-122"/>
              </a:rPr>
              <a:t>单击此处输入标题</a:t>
            </a:r>
            <a:endParaRPr lang="en-US" altLang="zh-CN" dirty="0">
              <a:solidFill>
                <a:srgbClr val="247CAE"/>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2953"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77" name="文本框 76"/>
          <p:cNvSpPr txBox="1"/>
          <p:nvPr/>
        </p:nvSpPr>
        <p:spPr>
          <a:xfrm>
            <a:off x="1551828" y="5488742"/>
            <a:ext cx="2271776" cy="1180772"/>
          </a:xfrm>
          <a:prstGeom prst="rect">
            <a:avLst/>
          </a:prstGeom>
          <a:noFill/>
          <a:effectLst/>
        </p:spPr>
        <p:txBody>
          <a:bodyPr wrap="none" rtlCol="0">
            <a:spAutoFit/>
          </a:bodyPr>
          <a:lstStyle/>
          <a:p>
            <a:r>
              <a:rPr lang="zh-CN" altLang="en-US" dirty="0">
                <a:solidFill>
                  <a:srgbClr val="004C80"/>
                </a:solidFill>
                <a:latin typeface="微软雅黑" panose="020B0503020204020204" pitchFamily="34" charset="-122"/>
                <a:ea typeface="微软雅黑" panose="020B0503020204020204" pitchFamily="34" charset="-122"/>
              </a:rPr>
              <a:t> </a:t>
            </a:r>
            <a:r>
              <a:rPr lang="zh-CN" altLang="en-US" dirty="0">
                <a:solidFill>
                  <a:srgbClr val="5ABCD2"/>
                </a:solidFill>
                <a:latin typeface="微软雅黑" panose="020B0503020204020204" pitchFamily="34" charset="-122"/>
                <a:ea typeface="微软雅黑" panose="020B0503020204020204" pitchFamily="34" charset="-122"/>
              </a:rPr>
              <a:t>单击此处输入标题</a:t>
            </a:r>
            <a:endParaRPr lang="en-US" altLang="zh-CN" dirty="0">
              <a:solidFill>
                <a:srgbClr val="5ABCD2"/>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2953"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78" name="文本框 77"/>
          <p:cNvSpPr txBox="1"/>
          <p:nvPr/>
        </p:nvSpPr>
        <p:spPr>
          <a:xfrm>
            <a:off x="9252663" y="5488741"/>
            <a:ext cx="2271776" cy="1180772"/>
          </a:xfrm>
          <a:prstGeom prst="rect">
            <a:avLst/>
          </a:prstGeom>
          <a:noFill/>
          <a:effectLst/>
        </p:spPr>
        <p:txBody>
          <a:bodyPr wrap="none" rtlCol="0">
            <a:spAutoFit/>
          </a:bodyPr>
          <a:lstStyle/>
          <a:p>
            <a:r>
              <a:rPr lang="zh-CN" altLang="en-US" dirty="0">
                <a:solidFill>
                  <a:srgbClr val="004C80"/>
                </a:solidFill>
                <a:latin typeface="微软雅黑" panose="020B0503020204020204" pitchFamily="34" charset="-122"/>
                <a:ea typeface="微软雅黑" panose="020B0503020204020204" pitchFamily="34" charset="-122"/>
              </a:rPr>
              <a:t> </a:t>
            </a:r>
            <a:r>
              <a:rPr lang="zh-CN" altLang="en-US" dirty="0">
                <a:solidFill>
                  <a:srgbClr val="247CAE"/>
                </a:solidFill>
                <a:latin typeface="微软雅黑" panose="020B0503020204020204" pitchFamily="34" charset="-122"/>
                <a:ea typeface="微软雅黑" panose="020B0503020204020204" pitchFamily="34" charset="-122"/>
              </a:rPr>
              <a:t>单击此处输入标题</a:t>
            </a:r>
            <a:endParaRPr lang="en-US" altLang="zh-CN" dirty="0">
              <a:solidFill>
                <a:srgbClr val="247CAE"/>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2953"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79" name="文本框 78"/>
          <p:cNvSpPr txBox="1"/>
          <p:nvPr/>
        </p:nvSpPr>
        <p:spPr>
          <a:xfrm>
            <a:off x="9252663" y="2597015"/>
            <a:ext cx="2271776" cy="1180772"/>
          </a:xfrm>
          <a:prstGeom prst="rect">
            <a:avLst/>
          </a:prstGeom>
          <a:noFill/>
          <a:effectLst/>
        </p:spPr>
        <p:txBody>
          <a:bodyPr wrap="none" rtlCol="0">
            <a:spAutoFit/>
          </a:bodyPr>
          <a:lstStyle/>
          <a:p>
            <a:r>
              <a:rPr lang="zh-CN" altLang="en-US" dirty="0">
                <a:solidFill>
                  <a:srgbClr val="004C80"/>
                </a:solidFill>
                <a:latin typeface="微软雅黑" panose="020B0503020204020204" pitchFamily="34" charset="-122"/>
                <a:ea typeface="微软雅黑" panose="020B0503020204020204" pitchFamily="34" charset="-122"/>
              </a:rPr>
              <a:t> </a:t>
            </a:r>
            <a:r>
              <a:rPr lang="zh-CN" altLang="en-US" dirty="0">
                <a:solidFill>
                  <a:srgbClr val="5ABCD2"/>
                </a:solidFill>
                <a:latin typeface="微软雅黑" panose="020B0503020204020204" pitchFamily="34" charset="-122"/>
                <a:ea typeface="微软雅黑" panose="020B0503020204020204" pitchFamily="34" charset="-122"/>
              </a:rPr>
              <a:t>单击此处输入标题</a:t>
            </a:r>
            <a:endParaRPr lang="en-US" altLang="zh-CN" dirty="0">
              <a:solidFill>
                <a:srgbClr val="5ABCD2"/>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160"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160"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2953"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80" name="文本框 79"/>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3040759870"/>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1000" fill="hold"/>
                                        <p:tgtEl>
                                          <p:spTgt spid="23"/>
                                        </p:tgtEl>
                                        <p:attrNameLst>
                                          <p:attrName>ppt_w</p:attrName>
                                        </p:attrNameLst>
                                      </p:cBhvr>
                                      <p:tavLst>
                                        <p:tav tm="0">
                                          <p:val>
                                            <p:fltVal val="0"/>
                                          </p:val>
                                        </p:tav>
                                        <p:tav tm="100000">
                                          <p:val>
                                            <p:strVal val="#ppt_w"/>
                                          </p:val>
                                        </p:tav>
                                      </p:tavLst>
                                    </p:anim>
                                    <p:anim calcmode="lin" valueType="num">
                                      <p:cBhvr>
                                        <p:cTn id="8" dur="1000" fill="hold"/>
                                        <p:tgtEl>
                                          <p:spTgt spid="23"/>
                                        </p:tgtEl>
                                        <p:attrNameLst>
                                          <p:attrName>ppt_h</p:attrName>
                                        </p:attrNameLst>
                                      </p:cBhvr>
                                      <p:tavLst>
                                        <p:tav tm="0">
                                          <p:val>
                                            <p:fltVal val="0"/>
                                          </p:val>
                                        </p:tav>
                                        <p:tav tm="100000">
                                          <p:val>
                                            <p:strVal val="#ppt_h"/>
                                          </p:val>
                                        </p:tav>
                                      </p:tavLst>
                                    </p:anim>
                                    <p:animEffect transition="in" filter="fade">
                                      <p:cBhvr>
                                        <p:cTn id="9" dur="1000"/>
                                        <p:tgtEl>
                                          <p:spTgt spid="23"/>
                                        </p:tgtEl>
                                      </p:cBhvr>
                                    </p:animEffect>
                                  </p:childTnLst>
                                </p:cTn>
                              </p:par>
                            </p:childTnLst>
                          </p:cTn>
                        </p:par>
                        <p:par>
                          <p:cTn id="10" fill="hold">
                            <p:stCondLst>
                              <p:cond delay="1000"/>
                            </p:stCondLst>
                            <p:childTnLst>
                              <p:par>
                                <p:cTn id="11" presetID="2" presetClass="entr" presetSubtype="9" decel="36000"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750" fill="hold"/>
                                        <p:tgtEl>
                                          <p:spTgt spid="11"/>
                                        </p:tgtEl>
                                        <p:attrNameLst>
                                          <p:attrName>ppt_x</p:attrName>
                                        </p:attrNameLst>
                                      </p:cBhvr>
                                      <p:tavLst>
                                        <p:tav tm="0">
                                          <p:val>
                                            <p:strVal val="0-#ppt_w/2"/>
                                          </p:val>
                                        </p:tav>
                                        <p:tav tm="100000">
                                          <p:val>
                                            <p:strVal val="#ppt_x"/>
                                          </p:val>
                                        </p:tav>
                                      </p:tavLst>
                                    </p:anim>
                                    <p:anim calcmode="lin" valueType="num">
                                      <p:cBhvr additive="base">
                                        <p:cTn id="14" dur="750" fill="hold"/>
                                        <p:tgtEl>
                                          <p:spTgt spid="11"/>
                                        </p:tgtEl>
                                        <p:attrNameLst>
                                          <p:attrName>ppt_y</p:attrName>
                                        </p:attrNameLst>
                                      </p:cBhvr>
                                      <p:tavLst>
                                        <p:tav tm="0">
                                          <p:val>
                                            <p:strVal val="0-#ppt_h/2"/>
                                          </p:val>
                                        </p:tav>
                                        <p:tav tm="100000">
                                          <p:val>
                                            <p:strVal val="#ppt_y"/>
                                          </p:val>
                                        </p:tav>
                                      </p:tavLst>
                                    </p:anim>
                                  </p:childTnLst>
                                </p:cTn>
                              </p:par>
                              <p:par>
                                <p:cTn id="15" presetID="2" presetClass="entr" presetSubtype="3" decel="36000" fill="hold" nodeType="withEffect">
                                  <p:stCondLst>
                                    <p:cond delay="25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750" fill="hold"/>
                                        <p:tgtEl>
                                          <p:spTgt spid="14"/>
                                        </p:tgtEl>
                                        <p:attrNameLst>
                                          <p:attrName>ppt_x</p:attrName>
                                        </p:attrNameLst>
                                      </p:cBhvr>
                                      <p:tavLst>
                                        <p:tav tm="0">
                                          <p:val>
                                            <p:strVal val="1+#ppt_w/2"/>
                                          </p:val>
                                        </p:tav>
                                        <p:tav tm="100000">
                                          <p:val>
                                            <p:strVal val="#ppt_x"/>
                                          </p:val>
                                        </p:tav>
                                      </p:tavLst>
                                    </p:anim>
                                    <p:anim calcmode="lin" valueType="num">
                                      <p:cBhvr additive="base">
                                        <p:cTn id="18" dur="750" fill="hold"/>
                                        <p:tgtEl>
                                          <p:spTgt spid="14"/>
                                        </p:tgtEl>
                                        <p:attrNameLst>
                                          <p:attrName>ppt_y</p:attrName>
                                        </p:attrNameLst>
                                      </p:cBhvr>
                                      <p:tavLst>
                                        <p:tav tm="0">
                                          <p:val>
                                            <p:strVal val="0-#ppt_h/2"/>
                                          </p:val>
                                        </p:tav>
                                        <p:tav tm="100000">
                                          <p:val>
                                            <p:strVal val="#ppt_y"/>
                                          </p:val>
                                        </p:tav>
                                      </p:tavLst>
                                    </p:anim>
                                  </p:childTnLst>
                                </p:cTn>
                              </p:par>
                              <p:par>
                                <p:cTn id="19" presetID="2" presetClass="entr" presetSubtype="12" decel="36000" fill="hold" nodeType="withEffect">
                                  <p:stCondLst>
                                    <p:cond delay="500"/>
                                  </p:stCondLst>
                                  <p:childTnLst>
                                    <p:set>
                                      <p:cBhvr>
                                        <p:cTn id="20" dur="1" fill="hold">
                                          <p:stCondLst>
                                            <p:cond delay="0"/>
                                          </p:stCondLst>
                                        </p:cTn>
                                        <p:tgtEl>
                                          <p:spTgt spid="20"/>
                                        </p:tgtEl>
                                        <p:attrNameLst>
                                          <p:attrName>style.visibility</p:attrName>
                                        </p:attrNameLst>
                                      </p:cBhvr>
                                      <p:to>
                                        <p:strVal val="visible"/>
                                      </p:to>
                                    </p:set>
                                    <p:anim calcmode="lin" valueType="num">
                                      <p:cBhvr additive="base">
                                        <p:cTn id="21" dur="750" fill="hold"/>
                                        <p:tgtEl>
                                          <p:spTgt spid="20"/>
                                        </p:tgtEl>
                                        <p:attrNameLst>
                                          <p:attrName>ppt_x</p:attrName>
                                        </p:attrNameLst>
                                      </p:cBhvr>
                                      <p:tavLst>
                                        <p:tav tm="0">
                                          <p:val>
                                            <p:strVal val="0-#ppt_w/2"/>
                                          </p:val>
                                        </p:tav>
                                        <p:tav tm="100000">
                                          <p:val>
                                            <p:strVal val="#ppt_x"/>
                                          </p:val>
                                        </p:tav>
                                      </p:tavLst>
                                    </p:anim>
                                    <p:anim calcmode="lin" valueType="num">
                                      <p:cBhvr additive="base">
                                        <p:cTn id="22" dur="750" fill="hold"/>
                                        <p:tgtEl>
                                          <p:spTgt spid="20"/>
                                        </p:tgtEl>
                                        <p:attrNameLst>
                                          <p:attrName>ppt_y</p:attrName>
                                        </p:attrNameLst>
                                      </p:cBhvr>
                                      <p:tavLst>
                                        <p:tav tm="0">
                                          <p:val>
                                            <p:strVal val="1+#ppt_h/2"/>
                                          </p:val>
                                        </p:tav>
                                        <p:tav tm="100000">
                                          <p:val>
                                            <p:strVal val="#ppt_y"/>
                                          </p:val>
                                        </p:tav>
                                      </p:tavLst>
                                    </p:anim>
                                  </p:childTnLst>
                                </p:cTn>
                              </p:par>
                              <p:par>
                                <p:cTn id="23" presetID="2" presetClass="entr" presetSubtype="6" decel="36000" fill="hold" nodeType="withEffect">
                                  <p:stCondLst>
                                    <p:cond delay="75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750" fill="hold"/>
                                        <p:tgtEl>
                                          <p:spTgt spid="17"/>
                                        </p:tgtEl>
                                        <p:attrNameLst>
                                          <p:attrName>ppt_x</p:attrName>
                                        </p:attrNameLst>
                                      </p:cBhvr>
                                      <p:tavLst>
                                        <p:tav tm="0">
                                          <p:val>
                                            <p:strVal val="1+#ppt_w/2"/>
                                          </p:val>
                                        </p:tav>
                                        <p:tav tm="100000">
                                          <p:val>
                                            <p:strVal val="#ppt_x"/>
                                          </p:val>
                                        </p:tav>
                                      </p:tavLst>
                                    </p:anim>
                                    <p:anim calcmode="lin" valueType="num">
                                      <p:cBhvr additive="base">
                                        <p:cTn id="26" dur="750" fill="hold"/>
                                        <p:tgtEl>
                                          <p:spTgt spid="17"/>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76"/>
                                        </p:tgtEl>
                                        <p:attrNameLst>
                                          <p:attrName>style.visibility</p:attrName>
                                        </p:attrNameLst>
                                      </p:cBhvr>
                                      <p:to>
                                        <p:strVal val="visible"/>
                                      </p:to>
                                    </p:set>
                                    <p:animEffect transition="in" filter="fade">
                                      <p:cBhvr>
                                        <p:cTn id="30" dur="500"/>
                                        <p:tgtEl>
                                          <p:spTgt spid="76"/>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79"/>
                                        </p:tgtEl>
                                        <p:attrNameLst>
                                          <p:attrName>style.visibility</p:attrName>
                                        </p:attrNameLst>
                                      </p:cBhvr>
                                      <p:to>
                                        <p:strVal val="visible"/>
                                      </p:to>
                                    </p:set>
                                    <p:animEffect transition="in" filter="fade">
                                      <p:cBhvr>
                                        <p:cTn id="33" dur="500"/>
                                        <p:tgtEl>
                                          <p:spTgt spid="79"/>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77"/>
                                        </p:tgtEl>
                                        <p:attrNameLst>
                                          <p:attrName>style.visibility</p:attrName>
                                        </p:attrNameLst>
                                      </p:cBhvr>
                                      <p:to>
                                        <p:strVal val="visible"/>
                                      </p:to>
                                    </p:set>
                                    <p:animEffect transition="in" filter="fade">
                                      <p:cBhvr>
                                        <p:cTn id="36" dur="500"/>
                                        <p:tgtEl>
                                          <p:spTgt spid="77"/>
                                        </p:tgtEl>
                                      </p:cBhvr>
                                    </p:animEffect>
                                  </p:childTnLst>
                                </p:cTn>
                              </p:par>
                              <p:par>
                                <p:cTn id="37" presetID="10" presetClass="entr" presetSubtype="0" fill="hold" grpId="0" nodeType="withEffect">
                                  <p:stCondLst>
                                    <p:cond delay="750"/>
                                  </p:stCondLst>
                                  <p:childTnLst>
                                    <p:set>
                                      <p:cBhvr>
                                        <p:cTn id="38" dur="1" fill="hold">
                                          <p:stCondLst>
                                            <p:cond delay="0"/>
                                          </p:stCondLst>
                                        </p:cTn>
                                        <p:tgtEl>
                                          <p:spTgt spid="78"/>
                                        </p:tgtEl>
                                        <p:attrNameLst>
                                          <p:attrName>style.visibility</p:attrName>
                                        </p:attrNameLst>
                                      </p:cBhvr>
                                      <p:to>
                                        <p:strVal val="visible"/>
                                      </p:to>
                                    </p:set>
                                    <p:animEffect transition="in" filter="fade">
                                      <p:cBhvr>
                                        <p:cTn id="39"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77" grpId="0"/>
      <p:bldP spid="78" grpId="0"/>
      <p:bldP spid="79"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2" name="组合 31"/>
          <p:cNvGrpSpPr/>
          <p:nvPr/>
        </p:nvGrpSpPr>
        <p:grpSpPr>
          <a:xfrm>
            <a:off x="4463573" y="2384971"/>
            <a:ext cx="2469969" cy="1905798"/>
            <a:chOff x="4232026" y="2261430"/>
            <a:chExt cx="2342025" cy="1807078"/>
          </a:xfrm>
        </p:grpSpPr>
        <p:sp>
          <p:nvSpPr>
            <p:cNvPr id="33" name="Freeform 7"/>
            <p:cNvSpPr>
              <a:spLocks/>
            </p:cNvSpPr>
            <p:nvPr/>
          </p:nvSpPr>
          <p:spPr bwMode="auto">
            <a:xfrm>
              <a:off x="4232026" y="2261430"/>
              <a:ext cx="2342025" cy="1807078"/>
            </a:xfrm>
            <a:custGeom>
              <a:avLst/>
              <a:gdLst>
                <a:gd name="T0" fmla="*/ 429 w 455"/>
                <a:gd name="T1" fmla="*/ 60 h 351"/>
                <a:gd name="T2" fmla="*/ 401 w 455"/>
                <a:gd name="T3" fmla="*/ 70 h 351"/>
                <a:gd name="T4" fmla="*/ 372 w 455"/>
                <a:gd name="T5" fmla="*/ 72 h 351"/>
                <a:gd name="T6" fmla="*/ 368 w 455"/>
                <a:gd name="T7" fmla="*/ 70 h 351"/>
                <a:gd name="T8" fmla="*/ 361 w 455"/>
                <a:gd name="T9" fmla="*/ 65 h 351"/>
                <a:gd name="T10" fmla="*/ 351 w 455"/>
                <a:gd name="T11" fmla="*/ 43 h 351"/>
                <a:gd name="T12" fmla="*/ 351 w 455"/>
                <a:gd name="T13" fmla="*/ 42 h 351"/>
                <a:gd name="T14" fmla="*/ 351 w 455"/>
                <a:gd name="T15" fmla="*/ 38 h 351"/>
                <a:gd name="T16" fmla="*/ 351 w 455"/>
                <a:gd name="T17" fmla="*/ 37 h 351"/>
                <a:gd name="T18" fmla="*/ 351 w 455"/>
                <a:gd name="T19" fmla="*/ 35 h 351"/>
                <a:gd name="T20" fmla="*/ 351 w 455"/>
                <a:gd name="T21" fmla="*/ 0 h 351"/>
                <a:gd name="T22" fmla="*/ 0 w 455"/>
                <a:gd name="T23" fmla="*/ 351 h 351"/>
                <a:gd name="T24" fmla="*/ 35 w 455"/>
                <a:gd name="T25" fmla="*/ 351 h 351"/>
                <a:gd name="T26" fmla="*/ 46 w 455"/>
                <a:gd name="T27" fmla="*/ 345 h 351"/>
                <a:gd name="T28" fmla="*/ 46 w 455"/>
                <a:gd name="T29" fmla="*/ 332 h 351"/>
                <a:gd name="T30" fmla="*/ 33 w 455"/>
                <a:gd name="T31" fmla="*/ 294 h 351"/>
                <a:gd name="T32" fmla="*/ 86 w 455"/>
                <a:gd name="T33" fmla="*/ 248 h 351"/>
                <a:gd name="T34" fmla="*/ 138 w 455"/>
                <a:gd name="T35" fmla="*/ 294 h 351"/>
                <a:gd name="T36" fmla="*/ 126 w 455"/>
                <a:gd name="T37" fmla="*/ 332 h 351"/>
                <a:gd name="T38" fmla="*/ 125 w 455"/>
                <a:gd name="T39" fmla="*/ 345 h 351"/>
                <a:gd name="T40" fmla="*/ 137 w 455"/>
                <a:gd name="T41" fmla="*/ 351 h 351"/>
                <a:gd name="T42" fmla="*/ 174 w 455"/>
                <a:gd name="T43" fmla="*/ 351 h 351"/>
                <a:gd name="T44" fmla="*/ 351 w 455"/>
                <a:gd name="T45" fmla="*/ 174 h 351"/>
                <a:gd name="T46" fmla="*/ 351 w 455"/>
                <a:gd name="T47" fmla="*/ 141 h 351"/>
                <a:gd name="T48" fmla="*/ 361 w 455"/>
                <a:gd name="T49" fmla="*/ 118 h 351"/>
                <a:gd name="T50" fmla="*/ 368 w 455"/>
                <a:gd name="T51" fmla="*/ 113 h 351"/>
                <a:gd name="T52" fmla="*/ 372 w 455"/>
                <a:gd name="T53" fmla="*/ 111 h 351"/>
                <a:gd name="T54" fmla="*/ 401 w 455"/>
                <a:gd name="T55" fmla="*/ 113 h 351"/>
                <a:gd name="T56" fmla="*/ 429 w 455"/>
                <a:gd name="T57" fmla="*/ 123 h 351"/>
                <a:gd name="T58" fmla="*/ 455 w 455"/>
                <a:gd name="T59" fmla="*/ 92 h 351"/>
                <a:gd name="T60" fmla="*/ 429 w 455"/>
                <a:gd name="T61" fmla="*/ 6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29" y="60"/>
                  </a:moveTo>
                  <a:cubicBezTo>
                    <a:pt x="424" y="60"/>
                    <a:pt x="410" y="65"/>
                    <a:pt x="401" y="70"/>
                  </a:cubicBezTo>
                  <a:cubicBezTo>
                    <a:pt x="391" y="75"/>
                    <a:pt x="381" y="76"/>
                    <a:pt x="372" y="72"/>
                  </a:cubicBezTo>
                  <a:cubicBezTo>
                    <a:pt x="370" y="72"/>
                    <a:pt x="369" y="71"/>
                    <a:pt x="368" y="70"/>
                  </a:cubicBezTo>
                  <a:cubicBezTo>
                    <a:pt x="365" y="69"/>
                    <a:pt x="363" y="67"/>
                    <a:pt x="361" y="65"/>
                  </a:cubicBezTo>
                  <a:cubicBezTo>
                    <a:pt x="356" y="60"/>
                    <a:pt x="353" y="52"/>
                    <a:pt x="351" y="43"/>
                  </a:cubicBezTo>
                  <a:cubicBezTo>
                    <a:pt x="351" y="42"/>
                    <a:pt x="351" y="42"/>
                    <a:pt x="351" y="42"/>
                  </a:cubicBezTo>
                  <a:cubicBezTo>
                    <a:pt x="351" y="38"/>
                    <a:pt x="351" y="38"/>
                    <a:pt x="351" y="38"/>
                  </a:cubicBezTo>
                  <a:cubicBezTo>
                    <a:pt x="351" y="37"/>
                    <a:pt x="351" y="37"/>
                    <a:pt x="351" y="37"/>
                  </a:cubicBezTo>
                  <a:cubicBezTo>
                    <a:pt x="351" y="35"/>
                    <a:pt x="351" y="35"/>
                    <a:pt x="351" y="35"/>
                  </a:cubicBezTo>
                  <a:cubicBezTo>
                    <a:pt x="351" y="0"/>
                    <a:pt x="351" y="0"/>
                    <a:pt x="351" y="0"/>
                  </a:cubicBezTo>
                  <a:cubicBezTo>
                    <a:pt x="160" y="6"/>
                    <a:pt x="5" y="160"/>
                    <a:pt x="0" y="351"/>
                  </a:cubicBezTo>
                  <a:cubicBezTo>
                    <a:pt x="35" y="351"/>
                    <a:pt x="35" y="351"/>
                    <a:pt x="35" y="351"/>
                  </a:cubicBezTo>
                  <a:cubicBezTo>
                    <a:pt x="39" y="350"/>
                    <a:pt x="44" y="349"/>
                    <a:pt x="46" y="345"/>
                  </a:cubicBezTo>
                  <a:cubicBezTo>
                    <a:pt x="49" y="340"/>
                    <a:pt x="48" y="335"/>
                    <a:pt x="46" y="332"/>
                  </a:cubicBezTo>
                  <a:cubicBezTo>
                    <a:pt x="44" y="329"/>
                    <a:pt x="33" y="306"/>
                    <a:pt x="33" y="294"/>
                  </a:cubicBezTo>
                  <a:cubicBezTo>
                    <a:pt x="33" y="268"/>
                    <a:pt x="57" y="248"/>
                    <a:pt x="86" y="248"/>
                  </a:cubicBezTo>
                  <a:cubicBezTo>
                    <a:pt x="115" y="248"/>
                    <a:pt x="138" y="268"/>
                    <a:pt x="138" y="294"/>
                  </a:cubicBezTo>
                  <a:cubicBezTo>
                    <a:pt x="138" y="306"/>
                    <a:pt x="127" y="329"/>
                    <a:pt x="126" y="332"/>
                  </a:cubicBezTo>
                  <a:cubicBezTo>
                    <a:pt x="124" y="335"/>
                    <a:pt x="122" y="340"/>
                    <a:pt x="125" y="345"/>
                  </a:cubicBezTo>
                  <a:cubicBezTo>
                    <a:pt x="128" y="349"/>
                    <a:pt x="133" y="351"/>
                    <a:pt x="137" y="351"/>
                  </a:cubicBezTo>
                  <a:cubicBezTo>
                    <a:pt x="174" y="351"/>
                    <a:pt x="174" y="351"/>
                    <a:pt x="174" y="351"/>
                  </a:cubicBezTo>
                  <a:cubicBezTo>
                    <a:pt x="179" y="256"/>
                    <a:pt x="256" y="180"/>
                    <a:pt x="351" y="174"/>
                  </a:cubicBezTo>
                  <a:cubicBezTo>
                    <a:pt x="351" y="141"/>
                    <a:pt x="351" y="141"/>
                    <a:pt x="351" y="141"/>
                  </a:cubicBezTo>
                  <a:cubicBezTo>
                    <a:pt x="352" y="132"/>
                    <a:pt x="356" y="124"/>
                    <a:pt x="361" y="118"/>
                  </a:cubicBezTo>
                  <a:cubicBezTo>
                    <a:pt x="363" y="116"/>
                    <a:pt x="365" y="114"/>
                    <a:pt x="368" y="113"/>
                  </a:cubicBezTo>
                  <a:cubicBezTo>
                    <a:pt x="369" y="112"/>
                    <a:pt x="370" y="112"/>
                    <a:pt x="372" y="111"/>
                  </a:cubicBezTo>
                  <a:cubicBezTo>
                    <a:pt x="381" y="107"/>
                    <a:pt x="391" y="108"/>
                    <a:pt x="401" y="113"/>
                  </a:cubicBezTo>
                  <a:cubicBezTo>
                    <a:pt x="410" y="118"/>
                    <a:pt x="424" y="123"/>
                    <a:pt x="429" y="123"/>
                  </a:cubicBezTo>
                  <a:cubicBezTo>
                    <a:pt x="443" y="123"/>
                    <a:pt x="455" y="109"/>
                    <a:pt x="455" y="92"/>
                  </a:cubicBezTo>
                  <a:cubicBezTo>
                    <a:pt x="455" y="74"/>
                    <a:pt x="443" y="60"/>
                    <a:pt x="429" y="60"/>
                  </a:cubicBezTo>
                  <a:close/>
                </a:path>
              </a:pathLst>
            </a:cu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34" name="矩形 33"/>
            <p:cNvSpPr/>
            <p:nvPr/>
          </p:nvSpPr>
          <p:spPr>
            <a:xfrm>
              <a:off x="4879241" y="2826541"/>
              <a:ext cx="731905" cy="580020"/>
            </a:xfrm>
            <a:prstGeom prst="rect">
              <a:avLst/>
            </a:prstGeom>
            <a:effectLst/>
          </p:spPr>
          <p:txBody>
            <a:bodyPr wrap="square">
              <a:spAutoFit/>
            </a:bodyPr>
            <a:lstStyle/>
            <a:p>
              <a:pPr algn="ctr"/>
              <a:r>
                <a:rPr lang="en-US" altLang="zh-CN" sz="3375" dirty="0">
                  <a:solidFill>
                    <a:schemeClr val="bg1"/>
                  </a:solidFill>
                  <a:latin typeface="Haettenschweiler" panose="020B0706040902060204" pitchFamily="34" charset="0"/>
                  <a:ea typeface="微软雅黑" panose="020B0503020204020204" pitchFamily="34" charset="-122"/>
                </a:rPr>
                <a:t>01</a:t>
              </a:r>
              <a:endParaRPr lang="zh-CN" altLang="en-US" sz="3375" dirty="0">
                <a:solidFill>
                  <a:schemeClr val="bg1"/>
                </a:solidFill>
                <a:latin typeface="Haettenschweiler" panose="020B0706040902060204" pitchFamily="34" charset="0"/>
                <a:ea typeface="微软雅黑" panose="020B0503020204020204" pitchFamily="34" charset="-122"/>
              </a:endParaRPr>
            </a:p>
          </p:txBody>
        </p:sp>
      </p:grpSp>
      <p:grpSp>
        <p:nvGrpSpPr>
          <p:cNvPr id="35" name="组合 34"/>
          <p:cNvGrpSpPr/>
          <p:nvPr/>
        </p:nvGrpSpPr>
        <p:grpSpPr>
          <a:xfrm>
            <a:off x="6482205" y="2384971"/>
            <a:ext cx="1905798" cy="2442448"/>
            <a:chOff x="6146093" y="2261430"/>
            <a:chExt cx="1807078" cy="2315930"/>
          </a:xfrm>
        </p:grpSpPr>
        <p:sp>
          <p:nvSpPr>
            <p:cNvPr id="36" name="Freeform 6"/>
            <p:cNvSpPr>
              <a:spLocks/>
            </p:cNvSpPr>
            <p:nvPr/>
          </p:nvSpPr>
          <p:spPr bwMode="auto">
            <a:xfrm>
              <a:off x="6146093" y="2261430"/>
              <a:ext cx="1807078" cy="2315930"/>
            </a:xfrm>
            <a:custGeom>
              <a:avLst/>
              <a:gdLst>
                <a:gd name="T0" fmla="*/ 0 w 351"/>
                <a:gd name="T1" fmla="*/ 0 h 450"/>
                <a:gd name="T2" fmla="*/ 0 w 351"/>
                <a:gd name="T3" fmla="*/ 41 h 450"/>
                <a:gd name="T4" fmla="*/ 6 w 351"/>
                <a:gd name="T5" fmla="*/ 52 h 450"/>
                <a:gd name="T6" fmla="*/ 19 w 351"/>
                <a:gd name="T7" fmla="*/ 52 h 450"/>
                <a:gd name="T8" fmla="*/ 57 w 351"/>
                <a:gd name="T9" fmla="*/ 39 h 450"/>
                <a:gd name="T10" fmla="*/ 103 w 351"/>
                <a:gd name="T11" fmla="*/ 92 h 450"/>
                <a:gd name="T12" fmla="*/ 57 w 351"/>
                <a:gd name="T13" fmla="*/ 144 h 450"/>
                <a:gd name="T14" fmla="*/ 19 w 351"/>
                <a:gd name="T15" fmla="*/ 132 h 450"/>
                <a:gd name="T16" fmla="*/ 6 w 351"/>
                <a:gd name="T17" fmla="*/ 131 h 450"/>
                <a:gd name="T18" fmla="*/ 0 w 351"/>
                <a:gd name="T19" fmla="*/ 143 h 450"/>
                <a:gd name="T20" fmla="*/ 0 w 351"/>
                <a:gd name="T21" fmla="*/ 174 h 450"/>
                <a:gd name="T22" fmla="*/ 177 w 351"/>
                <a:gd name="T23" fmla="*/ 351 h 450"/>
                <a:gd name="T24" fmla="*/ 215 w 351"/>
                <a:gd name="T25" fmla="*/ 351 h 450"/>
                <a:gd name="T26" fmla="*/ 237 w 351"/>
                <a:gd name="T27" fmla="*/ 362 h 450"/>
                <a:gd name="T28" fmla="*/ 242 w 351"/>
                <a:gd name="T29" fmla="*/ 367 h 450"/>
                <a:gd name="T30" fmla="*/ 243 w 351"/>
                <a:gd name="T31" fmla="*/ 369 h 450"/>
                <a:gd name="T32" fmla="*/ 243 w 351"/>
                <a:gd name="T33" fmla="*/ 370 h 450"/>
                <a:gd name="T34" fmla="*/ 244 w 351"/>
                <a:gd name="T35" fmla="*/ 372 h 450"/>
                <a:gd name="T36" fmla="*/ 244 w 351"/>
                <a:gd name="T37" fmla="*/ 372 h 450"/>
                <a:gd name="T38" fmla="*/ 244 w 351"/>
                <a:gd name="T39" fmla="*/ 372 h 450"/>
                <a:gd name="T40" fmla="*/ 246 w 351"/>
                <a:gd name="T41" fmla="*/ 382 h 450"/>
                <a:gd name="T42" fmla="*/ 246 w 351"/>
                <a:gd name="T43" fmla="*/ 382 h 450"/>
                <a:gd name="T44" fmla="*/ 246 w 351"/>
                <a:gd name="T45" fmla="*/ 385 h 450"/>
                <a:gd name="T46" fmla="*/ 246 w 351"/>
                <a:gd name="T47" fmla="*/ 385 h 450"/>
                <a:gd name="T48" fmla="*/ 245 w 351"/>
                <a:gd name="T49" fmla="*/ 392 h 450"/>
                <a:gd name="T50" fmla="*/ 245 w 351"/>
                <a:gd name="T51" fmla="*/ 392 h 450"/>
                <a:gd name="T52" fmla="*/ 244 w 351"/>
                <a:gd name="T53" fmla="*/ 395 h 450"/>
                <a:gd name="T54" fmla="*/ 243 w 351"/>
                <a:gd name="T55" fmla="*/ 396 h 450"/>
                <a:gd name="T56" fmla="*/ 242 w 351"/>
                <a:gd name="T57" fmla="*/ 399 h 450"/>
                <a:gd name="T58" fmla="*/ 232 w 351"/>
                <a:gd name="T59" fmla="*/ 426 h 450"/>
                <a:gd name="T60" fmla="*/ 262 w 351"/>
                <a:gd name="T61" fmla="*/ 450 h 450"/>
                <a:gd name="T62" fmla="*/ 292 w 351"/>
                <a:gd name="T63" fmla="*/ 426 h 450"/>
                <a:gd name="T64" fmla="*/ 282 w 351"/>
                <a:gd name="T65" fmla="*/ 399 h 450"/>
                <a:gd name="T66" fmla="*/ 280 w 351"/>
                <a:gd name="T67" fmla="*/ 396 h 450"/>
                <a:gd name="T68" fmla="*/ 280 w 351"/>
                <a:gd name="T69" fmla="*/ 395 h 450"/>
                <a:gd name="T70" fmla="*/ 279 w 351"/>
                <a:gd name="T71" fmla="*/ 392 h 450"/>
                <a:gd name="T72" fmla="*/ 279 w 351"/>
                <a:gd name="T73" fmla="*/ 392 h 450"/>
                <a:gd name="T74" fmla="*/ 278 w 351"/>
                <a:gd name="T75" fmla="*/ 385 h 450"/>
                <a:gd name="T76" fmla="*/ 278 w 351"/>
                <a:gd name="T77" fmla="*/ 385 h 450"/>
                <a:gd name="T78" fmla="*/ 278 w 351"/>
                <a:gd name="T79" fmla="*/ 382 h 450"/>
                <a:gd name="T80" fmla="*/ 278 w 351"/>
                <a:gd name="T81" fmla="*/ 382 h 450"/>
                <a:gd name="T82" fmla="*/ 280 w 351"/>
                <a:gd name="T83" fmla="*/ 372 h 450"/>
                <a:gd name="T84" fmla="*/ 281 w 351"/>
                <a:gd name="T85" fmla="*/ 370 h 450"/>
                <a:gd name="T86" fmla="*/ 281 w 351"/>
                <a:gd name="T87" fmla="*/ 369 h 450"/>
                <a:gd name="T88" fmla="*/ 282 w 351"/>
                <a:gd name="T89" fmla="*/ 367 h 450"/>
                <a:gd name="T90" fmla="*/ 286 w 351"/>
                <a:gd name="T91" fmla="*/ 362 h 450"/>
                <a:gd name="T92" fmla="*/ 308 w 351"/>
                <a:gd name="T93" fmla="*/ 351 h 450"/>
                <a:gd name="T94" fmla="*/ 308 w 351"/>
                <a:gd name="T95" fmla="*/ 351 h 450"/>
                <a:gd name="T96" fmla="*/ 312 w 351"/>
                <a:gd name="T97" fmla="*/ 351 h 450"/>
                <a:gd name="T98" fmla="*/ 313 w 351"/>
                <a:gd name="T99" fmla="*/ 351 h 450"/>
                <a:gd name="T100" fmla="*/ 316 w 351"/>
                <a:gd name="T101" fmla="*/ 351 h 450"/>
                <a:gd name="T102" fmla="*/ 351 w 351"/>
                <a:gd name="T103" fmla="*/ 351 h 450"/>
                <a:gd name="T104" fmla="*/ 0 w 351"/>
                <a:gd name="T105"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450">
                  <a:moveTo>
                    <a:pt x="0" y="0"/>
                  </a:moveTo>
                  <a:cubicBezTo>
                    <a:pt x="0" y="41"/>
                    <a:pt x="0" y="41"/>
                    <a:pt x="0" y="41"/>
                  </a:cubicBezTo>
                  <a:cubicBezTo>
                    <a:pt x="1" y="45"/>
                    <a:pt x="2" y="50"/>
                    <a:pt x="6" y="52"/>
                  </a:cubicBezTo>
                  <a:cubicBezTo>
                    <a:pt x="10" y="54"/>
                    <a:pt x="14" y="54"/>
                    <a:pt x="19" y="52"/>
                  </a:cubicBezTo>
                  <a:cubicBezTo>
                    <a:pt x="22" y="50"/>
                    <a:pt x="45" y="39"/>
                    <a:pt x="57" y="39"/>
                  </a:cubicBezTo>
                  <a:cubicBezTo>
                    <a:pt x="83" y="39"/>
                    <a:pt x="103" y="63"/>
                    <a:pt x="103" y="92"/>
                  </a:cubicBezTo>
                  <a:cubicBezTo>
                    <a:pt x="103" y="121"/>
                    <a:pt x="83" y="144"/>
                    <a:pt x="57" y="144"/>
                  </a:cubicBezTo>
                  <a:cubicBezTo>
                    <a:pt x="45" y="144"/>
                    <a:pt x="22" y="133"/>
                    <a:pt x="19" y="132"/>
                  </a:cubicBezTo>
                  <a:cubicBezTo>
                    <a:pt x="14" y="129"/>
                    <a:pt x="10" y="129"/>
                    <a:pt x="6" y="131"/>
                  </a:cubicBezTo>
                  <a:cubicBezTo>
                    <a:pt x="2" y="134"/>
                    <a:pt x="0" y="139"/>
                    <a:pt x="0" y="143"/>
                  </a:cubicBezTo>
                  <a:cubicBezTo>
                    <a:pt x="0" y="174"/>
                    <a:pt x="0" y="174"/>
                    <a:pt x="0" y="174"/>
                  </a:cubicBezTo>
                  <a:cubicBezTo>
                    <a:pt x="95" y="180"/>
                    <a:pt x="171" y="256"/>
                    <a:pt x="177" y="351"/>
                  </a:cubicBezTo>
                  <a:cubicBezTo>
                    <a:pt x="215" y="351"/>
                    <a:pt x="215" y="351"/>
                    <a:pt x="215" y="351"/>
                  </a:cubicBezTo>
                  <a:cubicBezTo>
                    <a:pt x="224" y="352"/>
                    <a:pt x="232" y="356"/>
                    <a:pt x="237" y="362"/>
                  </a:cubicBezTo>
                  <a:cubicBezTo>
                    <a:pt x="239" y="363"/>
                    <a:pt x="241" y="365"/>
                    <a:pt x="242" y="367"/>
                  </a:cubicBezTo>
                  <a:cubicBezTo>
                    <a:pt x="242" y="368"/>
                    <a:pt x="243" y="369"/>
                    <a:pt x="243" y="369"/>
                  </a:cubicBezTo>
                  <a:cubicBezTo>
                    <a:pt x="243" y="370"/>
                    <a:pt x="243" y="370"/>
                    <a:pt x="243" y="370"/>
                  </a:cubicBezTo>
                  <a:cubicBezTo>
                    <a:pt x="244" y="370"/>
                    <a:pt x="244" y="371"/>
                    <a:pt x="244" y="372"/>
                  </a:cubicBezTo>
                  <a:cubicBezTo>
                    <a:pt x="244" y="372"/>
                    <a:pt x="244" y="372"/>
                    <a:pt x="244" y="372"/>
                  </a:cubicBezTo>
                  <a:cubicBezTo>
                    <a:pt x="244" y="372"/>
                    <a:pt x="244" y="372"/>
                    <a:pt x="244" y="372"/>
                  </a:cubicBezTo>
                  <a:cubicBezTo>
                    <a:pt x="245" y="375"/>
                    <a:pt x="246" y="378"/>
                    <a:pt x="246" y="382"/>
                  </a:cubicBezTo>
                  <a:cubicBezTo>
                    <a:pt x="246" y="382"/>
                    <a:pt x="246" y="382"/>
                    <a:pt x="246" y="382"/>
                  </a:cubicBezTo>
                  <a:cubicBezTo>
                    <a:pt x="246" y="383"/>
                    <a:pt x="246" y="384"/>
                    <a:pt x="246" y="385"/>
                  </a:cubicBezTo>
                  <a:cubicBezTo>
                    <a:pt x="246" y="385"/>
                    <a:pt x="246" y="385"/>
                    <a:pt x="246" y="385"/>
                  </a:cubicBezTo>
                  <a:cubicBezTo>
                    <a:pt x="246" y="387"/>
                    <a:pt x="245" y="390"/>
                    <a:pt x="245" y="392"/>
                  </a:cubicBezTo>
                  <a:cubicBezTo>
                    <a:pt x="245" y="392"/>
                    <a:pt x="245" y="392"/>
                    <a:pt x="245" y="392"/>
                  </a:cubicBezTo>
                  <a:cubicBezTo>
                    <a:pt x="244" y="393"/>
                    <a:pt x="244" y="394"/>
                    <a:pt x="244" y="395"/>
                  </a:cubicBezTo>
                  <a:cubicBezTo>
                    <a:pt x="244" y="396"/>
                    <a:pt x="243" y="396"/>
                    <a:pt x="243" y="396"/>
                  </a:cubicBezTo>
                  <a:cubicBezTo>
                    <a:pt x="243" y="397"/>
                    <a:pt x="242" y="398"/>
                    <a:pt x="242" y="399"/>
                  </a:cubicBezTo>
                  <a:cubicBezTo>
                    <a:pt x="237" y="408"/>
                    <a:pt x="232" y="421"/>
                    <a:pt x="232" y="426"/>
                  </a:cubicBezTo>
                  <a:cubicBezTo>
                    <a:pt x="232" y="439"/>
                    <a:pt x="246" y="450"/>
                    <a:pt x="262" y="450"/>
                  </a:cubicBezTo>
                  <a:cubicBezTo>
                    <a:pt x="278" y="450"/>
                    <a:pt x="292" y="439"/>
                    <a:pt x="292" y="426"/>
                  </a:cubicBezTo>
                  <a:cubicBezTo>
                    <a:pt x="292" y="421"/>
                    <a:pt x="286" y="408"/>
                    <a:pt x="282" y="399"/>
                  </a:cubicBezTo>
                  <a:cubicBezTo>
                    <a:pt x="281" y="398"/>
                    <a:pt x="281" y="397"/>
                    <a:pt x="280" y="396"/>
                  </a:cubicBezTo>
                  <a:cubicBezTo>
                    <a:pt x="280" y="396"/>
                    <a:pt x="280" y="396"/>
                    <a:pt x="280" y="395"/>
                  </a:cubicBezTo>
                  <a:cubicBezTo>
                    <a:pt x="280" y="394"/>
                    <a:pt x="279" y="393"/>
                    <a:pt x="279" y="392"/>
                  </a:cubicBezTo>
                  <a:cubicBezTo>
                    <a:pt x="279" y="392"/>
                    <a:pt x="279" y="392"/>
                    <a:pt x="279" y="392"/>
                  </a:cubicBezTo>
                  <a:cubicBezTo>
                    <a:pt x="278" y="390"/>
                    <a:pt x="278" y="387"/>
                    <a:pt x="278" y="385"/>
                  </a:cubicBezTo>
                  <a:cubicBezTo>
                    <a:pt x="278" y="385"/>
                    <a:pt x="278" y="385"/>
                    <a:pt x="278" y="385"/>
                  </a:cubicBezTo>
                  <a:cubicBezTo>
                    <a:pt x="278" y="384"/>
                    <a:pt x="278" y="383"/>
                    <a:pt x="278" y="382"/>
                  </a:cubicBezTo>
                  <a:cubicBezTo>
                    <a:pt x="278" y="382"/>
                    <a:pt x="278" y="382"/>
                    <a:pt x="278" y="382"/>
                  </a:cubicBezTo>
                  <a:cubicBezTo>
                    <a:pt x="278" y="378"/>
                    <a:pt x="278" y="375"/>
                    <a:pt x="280" y="372"/>
                  </a:cubicBezTo>
                  <a:cubicBezTo>
                    <a:pt x="280" y="371"/>
                    <a:pt x="280" y="370"/>
                    <a:pt x="281" y="370"/>
                  </a:cubicBezTo>
                  <a:cubicBezTo>
                    <a:pt x="281" y="370"/>
                    <a:pt x="281" y="370"/>
                    <a:pt x="281" y="369"/>
                  </a:cubicBezTo>
                  <a:cubicBezTo>
                    <a:pt x="281" y="369"/>
                    <a:pt x="281" y="368"/>
                    <a:pt x="282" y="367"/>
                  </a:cubicBezTo>
                  <a:cubicBezTo>
                    <a:pt x="283" y="365"/>
                    <a:pt x="285" y="363"/>
                    <a:pt x="286" y="362"/>
                  </a:cubicBezTo>
                  <a:cubicBezTo>
                    <a:pt x="292" y="356"/>
                    <a:pt x="299" y="353"/>
                    <a:pt x="308" y="351"/>
                  </a:cubicBezTo>
                  <a:cubicBezTo>
                    <a:pt x="308" y="351"/>
                    <a:pt x="308" y="351"/>
                    <a:pt x="308" y="351"/>
                  </a:cubicBezTo>
                  <a:cubicBezTo>
                    <a:pt x="312" y="351"/>
                    <a:pt x="312" y="351"/>
                    <a:pt x="312" y="351"/>
                  </a:cubicBezTo>
                  <a:cubicBezTo>
                    <a:pt x="313" y="351"/>
                    <a:pt x="313" y="351"/>
                    <a:pt x="313" y="351"/>
                  </a:cubicBezTo>
                  <a:cubicBezTo>
                    <a:pt x="316" y="351"/>
                    <a:pt x="316" y="351"/>
                    <a:pt x="316" y="351"/>
                  </a:cubicBezTo>
                  <a:cubicBezTo>
                    <a:pt x="351" y="351"/>
                    <a:pt x="351" y="351"/>
                    <a:pt x="351" y="351"/>
                  </a:cubicBezTo>
                  <a:cubicBezTo>
                    <a:pt x="345" y="160"/>
                    <a:pt x="191" y="6"/>
                    <a:pt x="0" y="0"/>
                  </a:cubicBezTo>
                  <a:close/>
                </a:path>
              </a:pathLst>
            </a:custGeom>
            <a:solidFill>
              <a:srgbClr val="5ABCD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37" name="矩形 36"/>
            <p:cNvSpPr/>
            <p:nvPr/>
          </p:nvSpPr>
          <p:spPr>
            <a:xfrm>
              <a:off x="6836109" y="3030744"/>
              <a:ext cx="731905" cy="580020"/>
            </a:xfrm>
            <a:prstGeom prst="rect">
              <a:avLst/>
            </a:prstGeom>
            <a:effectLst/>
          </p:spPr>
          <p:txBody>
            <a:bodyPr wrap="square">
              <a:spAutoFit/>
            </a:bodyPr>
            <a:lstStyle/>
            <a:p>
              <a:pPr algn="ctr"/>
              <a:r>
                <a:rPr lang="en-US" altLang="zh-CN" sz="3375" dirty="0">
                  <a:solidFill>
                    <a:schemeClr val="bg1"/>
                  </a:solidFill>
                  <a:latin typeface="Haettenschweiler" panose="020B0706040902060204" pitchFamily="34" charset="0"/>
                  <a:ea typeface="微软雅黑" panose="020B0503020204020204" pitchFamily="34" charset="-122"/>
                </a:rPr>
                <a:t>02</a:t>
              </a:r>
              <a:endParaRPr lang="zh-CN" altLang="en-US" sz="3375" dirty="0">
                <a:solidFill>
                  <a:schemeClr val="bg1"/>
                </a:solidFill>
                <a:latin typeface="Haettenschweiler" panose="020B0706040902060204" pitchFamily="34" charset="0"/>
                <a:ea typeface="微软雅黑" panose="020B0503020204020204" pitchFamily="34" charset="-122"/>
              </a:endParaRPr>
            </a:p>
          </p:txBody>
        </p:sp>
      </p:grpSp>
      <p:grpSp>
        <p:nvGrpSpPr>
          <p:cNvPr id="38" name="组合 37"/>
          <p:cNvGrpSpPr/>
          <p:nvPr/>
        </p:nvGrpSpPr>
        <p:grpSpPr>
          <a:xfrm>
            <a:off x="5918034" y="4404980"/>
            <a:ext cx="2469969" cy="1904422"/>
            <a:chOff x="5611146" y="4176802"/>
            <a:chExt cx="2342025" cy="1805773"/>
          </a:xfrm>
        </p:grpSpPr>
        <p:sp>
          <p:nvSpPr>
            <p:cNvPr id="39" name="Freeform 5"/>
            <p:cNvSpPr>
              <a:spLocks/>
            </p:cNvSpPr>
            <p:nvPr/>
          </p:nvSpPr>
          <p:spPr bwMode="auto">
            <a:xfrm>
              <a:off x="5611146" y="4176802"/>
              <a:ext cx="2342025" cy="1805773"/>
            </a:xfrm>
            <a:custGeom>
              <a:avLst/>
              <a:gdLst>
                <a:gd name="T0" fmla="*/ 414 w 455"/>
                <a:gd name="T1" fmla="*/ 0 h 351"/>
                <a:gd name="T2" fmla="*/ 404 w 455"/>
                <a:gd name="T3" fmla="*/ 6 h 351"/>
                <a:gd name="T4" fmla="*/ 404 w 455"/>
                <a:gd name="T5" fmla="*/ 18 h 351"/>
                <a:gd name="T6" fmla="*/ 416 w 455"/>
                <a:gd name="T7" fmla="*/ 54 h 351"/>
                <a:gd name="T8" fmla="*/ 366 w 455"/>
                <a:gd name="T9" fmla="*/ 98 h 351"/>
                <a:gd name="T10" fmla="*/ 315 w 455"/>
                <a:gd name="T11" fmla="*/ 54 h 351"/>
                <a:gd name="T12" fmla="*/ 327 w 455"/>
                <a:gd name="T13" fmla="*/ 18 h 351"/>
                <a:gd name="T14" fmla="*/ 328 w 455"/>
                <a:gd name="T15" fmla="*/ 6 h 351"/>
                <a:gd name="T16" fmla="*/ 317 w 455"/>
                <a:gd name="T17" fmla="*/ 0 h 351"/>
                <a:gd name="T18" fmla="*/ 281 w 455"/>
                <a:gd name="T19" fmla="*/ 0 h 351"/>
                <a:gd name="T20" fmla="*/ 104 w 455"/>
                <a:gd name="T21" fmla="*/ 177 h 351"/>
                <a:gd name="T22" fmla="*/ 104 w 455"/>
                <a:gd name="T23" fmla="*/ 215 h 351"/>
                <a:gd name="T24" fmla="*/ 93 w 455"/>
                <a:gd name="T25" fmla="*/ 238 h 351"/>
                <a:gd name="T26" fmla="*/ 87 w 455"/>
                <a:gd name="T27" fmla="*/ 243 h 351"/>
                <a:gd name="T28" fmla="*/ 83 w 455"/>
                <a:gd name="T29" fmla="*/ 245 h 351"/>
                <a:gd name="T30" fmla="*/ 54 w 455"/>
                <a:gd name="T31" fmla="*/ 243 h 351"/>
                <a:gd name="T32" fmla="*/ 26 w 455"/>
                <a:gd name="T33" fmla="*/ 232 h 351"/>
                <a:gd name="T34" fmla="*/ 0 w 455"/>
                <a:gd name="T35" fmla="*/ 264 h 351"/>
                <a:gd name="T36" fmla="*/ 26 w 455"/>
                <a:gd name="T37" fmla="*/ 296 h 351"/>
                <a:gd name="T38" fmla="*/ 54 w 455"/>
                <a:gd name="T39" fmla="*/ 286 h 351"/>
                <a:gd name="T40" fmla="*/ 83 w 455"/>
                <a:gd name="T41" fmla="*/ 284 h 351"/>
                <a:gd name="T42" fmla="*/ 87 w 455"/>
                <a:gd name="T43" fmla="*/ 286 h 351"/>
                <a:gd name="T44" fmla="*/ 93 w 455"/>
                <a:gd name="T45" fmla="*/ 291 h 351"/>
                <a:gd name="T46" fmla="*/ 104 w 455"/>
                <a:gd name="T47" fmla="*/ 312 h 351"/>
                <a:gd name="T48" fmla="*/ 104 w 455"/>
                <a:gd name="T49" fmla="*/ 313 h 351"/>
                <a:gd name="T50" fmla="*/ 104 w 455"/>
                <a:gd name="T51" fmla="*/ 317 h 351"/>
                <a:gd name="T52" fmla="*/ 104 w 455"/>
                <a:gd name="T53" fmla="*/ 318 h 351"/>
                <a:gd name="T54" fmla="*/ 104 w 455"/>
                <a:gd name="T55" fmla="*/ 321 h 351"/>
                <a:gd name="T56" fmla="*/ 104 w 455"/>
                <a:gd name="T57" fmla="*/ 351 h 351"/>
                <a:gd name="T58" fmla="*/ 455 w 455"/>
                <a:gd name="T59" fmla="*/ 0 h 351"/>
                <a:gd name="T60" fmla="*/ 414 w 455"/>
                <a:gd name="T61"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351">
                  <a:moveTo>
                    <a:pt x="414" y="0"/>
                  </a:moveTo>
                  <a:cubicBezTo>
                    <a:pt x="410" y="1"/>
                    <a:pt x="406" y="2"/>
                    <a:pt x="404" y="6"/>
                  </a:cubicBezTo>
                  <a:cubicBezTo>
                    <a:pt x="401" y="10"/>
                    <a:pt x="403" y="15"/>
                    <a:pt x="404" y="18"/>
                  </a:cubicBezTo>
                  <a:cubicBezTo>
                    <a:pt x="406" y="20"/>
                    <a:pt x="416" y="42"/>
                    <a:pt x="416" y="54"/>
                  </a:cubicBezTo>
                  <a:cubicBezTo>
                    <a:pt x="416" y="78"/>
                    <a:pt x="394" y="98"/>
                    <a:pt x="366" y="98"/>
                  </a:cubicBezTo>
                  <a:cubicBezTo>
                    <a:pt x="338" y="98"/>
                    <a:pt x="315" y="78"/>
                    <a:pt x="315" y="54"/>
                  </a:cubicBezTo>
                  <a:cubicBezTo>
                    <a:pt x="315" y="42"/>
                    <a:pt x="326" y="20"/>
                    <a:pt x="327" y="18"/>
                  </a:cubicBezTo>
                  <a:cubicBezTo>
                    <a:pt x="329" y="15"/>
                    <a:pt x="331" y="10"/>
                    <a:pt x="328" y="6"/>
                  </a:cubicBezTo>
                  <a:cubicBezTo>
                    <a:pt x="326" y="2"/>
                    <a:pt x="320" y="0"/>
                    <a:pt x="317" y="0"/>
                  </a:cubicBezTo>
                  <a:cubicBezTo>
                    <a:pt x="281" y="0"/>
                    <a:pt x="281" y="0"/>
                    <a:pt x="281" y="0"/>
                  </a:cubicBezTo>
                  <a:cubicBezTo>
                    <a:pt x="275" y="95"/>
                    <a:pt x="199" y="172"/>
                    <a:pt x="104" y="177"/>
                  </a:cubicBezTo>
                  <a:cubicBezTo>
                    <a:pt x="104" y="215"/>
                    <a:pt x="104" y="215"/>
                    <a:pt x="104" y="215"/>
                  </a:cubicBezTo>
                  <a:cubicBezTo>
                    <a:pt x="103" y="224"/>
                    <a:pt x="99" y="232"/>
                    <a:pt x="93" y="238"/>
                  </a:cubicBezTo>
                  <a:cubicBezTo>
                    <a:pt x="92" y="240"/>
                    <a:pt x="89" y="241"/>
                    <a:pt x="87" y="243"/>
                  </a:cubicBezTo>
                  <a:cubicBezTo>
                    <a:pt x="86" y="243"/>
                    <a:pt x="84" y="244"/>
                    <a:pt x="83" y="245"/>
                  </a:cubicBezTo>
                  <a:cubicBezTo>
                    <a:pt x="74" y="248"/>
                    <a:pt x="64" y="248"/>
                    <a:pt x="54" y="243"/>
                  </a:cubicBezTo>
                  <a:cubicBezTo>
                    <a:pt x="45" y="238"/>
                    <a:pt x="30" y="232"/>
                    <a:pt x="26" y="232"/>
                  </a:cubicBezTo>
                  <a:cubicBezTo>
                    <a:pt x="12" y="232"/>
                    <a:pt x="0" y="247"/>
                    <a:pt x="0" y="264"/>
                  </a:cubicBezTo>
                  <a:cubicBezTo>
                    <a:pt x="0" y="282"/>
                    <a:pt x="12" y="296"/>
                    <a:pt x="26" y="296"/>
                  </a:cubicBezTo>
                  <a:cubicBezTo>
                    <a:pt x="30" y="296"/>
                    <a:pt x="45" y="291"/>
                    <a:pt x="54" y="286"/>
                  </a:cubicBezTo>
                  <a:cubicBezTo>
                    <a:pt x="64" y="281"/>
                    <a:pt x="74" y="280"/>
                    <a:pt x="83" y="284"/>
                  </a:cubicBezTo>
                  <a:cubicBezTo>
                    <a:pt x="84" y="284"/>
                    <a:pt x="86" y="285"/>
                    <a:pt x="87" y="286"/>
                  </a:cubicBezTo>
                  <a:cubicBezTo>
                    <a:pt x="89" y="287"/>
                    <a:pt x="92" y="289"/>
                    <a:pt x="93" y="291"/>
                  </a:cubicBezTo>
                  <a:cubicBezTo>
                    <a:pt x="99" y="296"/>
                    <a:pt x="102" y="304"/>
                    <a:pt x="104" y="312"/>
                  </a:cubicBezTo>
                  <a:cubicBezTo>
                    <a:pt x="104" y="313"/>
                    <a:pt x="104" y="313"/>
                    <a:pt x="104" y="313"/>
                  </a:cubicBezTo>
                  <a:cubicBezTo>
                    <a:pt x="104" y="317"/>
                    <a:pt x="104" y="317"/>
                    <a:pt x="104" y="317"/>
                  </a:cubicBezTo>
                  <a:cubicBezTo>
                    <a:pt x="104" y="318"/>
                    <a:pt x="104" y="318"/>
                    <a:pt x="104" y="318"/>
                  </a:cubicBezTo>
                  <a:cubicBezTo>
                    <a:pt x="104" y="321"/>
                    <a:pt x="104" y="321"/>
                    <a:pt x="104" y="321"/>
                  </a:cubicBezTo>
                  <a:cubicBezTo>
                    <a:pt x="104" y="351"/>
                    <a:pt x="104" y="351"/>
                    <a:pt x="104" y="351"/>
                  </a:cubicBezTo>
                  <a:cubicBezTo>
                    <a:pt x="295" y="346"/>
                    <a:pt x="449" y="191"/>
                    <a:pt x="455" y="0"/>
                  </a:cubicBezTo>
                  <a:lnTo>
                    <a:pt x="414" y="0"/>
                  </a:lnTo>
                  <a:close/>
                </a:path>
              </a:pathLst>
            </a:cu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40" name="矩形 39"/>
            <p:cNvSpPr/>
            <p:nvPr/>
          </p:nvSpPr>
          <p:spPr>
            <a:xfrm>
              <a:off x="6636256" y="4950447"/>
              <a:ext cx="731905" cy="580020"/>
            </a:xfrm>
            <a:prstGeom prst="rect">
              <a:avLst/>
            </a:prstGeom>
            <a:effectLst/>
          </p:spPr>
          <p:txBody>
            <a:bodyPr wrap="square">
              <a:spAutoFit/>
            </a:bodyPr>
            <a:lstStyle/>
            <a:p>
              <a:pPr algn="ctr"/>
              <a:r>
                <a:rPr lang="en-US" altLang="zh-CN" sz="3375" dirty="0">
                  <a:solidFill>
                    <a:schemeClr val="bg1"/>
                  </a:solidFill>
                  <a:latin typeface="Haettenschweiler" panose="020B0706040902060204" pitchFamily="34" charset="0"/>
                  <a:ea typeface="微软雅黑" panose="020B0503020204020204" pitchFamily="34" charset="-122"/>
                </a:rPr>
                <a:t>03</a:t>
              </a:r>
              <a:endParaRPr lang="zh-CN" altLang="en-US" sz="3375" dirty="0">
                <a:solidFill>
                  <a:schemeClr val="bg1"/>
                </a:solidFill>
                <a:latin typeface="Haettenschweiler" panose="020B0706040902060204" pitchFamily="34" charset="0"/>
                <a:ea typeface="微软雅黑" panose="020B0503020204020204" pitchFamily="34" charset="-122"/>
              </a:endParaRPr>
            </a:p>
          </p:txBody>
        </p:sp>
      </p:grpSp>
      <p:grpSp>
        <p:nvGrpSpPr>
          <p:cNvPr id="41" name="组合 40"/>
          <p:cNvGrpSpPr/>
          <p:nvPr/>
        </p:nvGrpSpPr>
        <p:grpSpPr>
          <a:xfrm>
            <a:off x="4463573" y="3839432"/>
            <a:ext cx="1905798" cy="2469969"/>
            <a:chOff x="4232026" y="3640550"/>
            <a:chExt cx="1807078" cy="2342025"/>
          </a:xfrm>
        </p:grpSpPr>
        <p:sp>
          <p:nvSpPr>
            <p:cNvPr id="42" name="Freeform 8"/>
            <p:cNvSpPr>
              <a:spLocks/>
            </p:cNvSpPr>
            <p:nvPr/>
          </p:nvSpPr>
          <p:spPr bwMode="auto">
            <a:xfrm>
              <a:off x="4232026" y="3640550"/>
              <a:ext cx="1807078" cy="2342025"/>
            </a:xfrm>
            <a:custGeom>
              <a:avLst/>
              <a:gdLst>
                <a:gd name="T0" fmla="*/ 294 w 351"/>
                <a:gd name="T1" fmla="*/ 316 h 455"/>
                <a:gd name="T2" fmla="*/ 332 w 351"/>
                <a:gd name="T3" fmla="*/ 328 h 455"/>
                <a:gd name="T4" fmla="*/ 344 w 351"/>
                <a:gd name="T5" fmla="*/ 329 h 455"/>
                <a:gd name="T6" fmla="*/ 351 w 351"/>
                <a:gd name="T7" fmla="*/ 317 h 455"/>
                <a:gd name="T8" fmla="*/ 351 w 351"/>
                <a:gd name="T9" fmla="*/ 281 h 455"/>
                <a:gd name="T10" fmla="*/ 174 w 351"/>
                <a:gd name="T11" fmla="*/ 104 h 455"/>
                <a:gd name="T12" fmla="*/ 135 w 351"/>
                <a:gd name="T13" fmla="*/ 104 h 455"/>
                <a:gd name="T14" fmla="*/ 107 w 351"/>
                <a:gd name="T15" fmla="*/ 87 h 455"/>
                <a:gd name="T16" fmla="*/ 105 w 351"/>
                <a:gd name="T17" fmla="*/ 83 h 455"/>
                <a:gd name="T18" fmla="*/ 107 w 351"/>
                <a:gd name="T19" fmla="*/ 54 h 455"/>
                <a:gd name="T20" fmla="*/ 118 w 351"/>
                <a:gd name="T21" fmla="*/ 26 h 455"/>
                <a:gd name="T22" fmla="*/ 86 w 351"/>
                <a:gd name="T23" fmla="*/ 0 h 455"/>
                <a:gd name="T24" fmla="*/ 54 w 351"/>
                <a:gd name="T25" fmla="*/ 26 h 455"/>
                <a:gd name="T26" fmla="*/ 64 w 351"/>
                <a:gd name="T27" fmla="*/ 54 h 455"/>
                <a:gd name="T28" fmla="*/ 66 w 351"/>
                <a:gd name="T29" fmla="*/ 83 h 455"/>
                <a:gd name="T30" fmla="*/ 64 w 351"/>
                <a:gd name="T31" fmla="*/ 87 h 455"/>
                <a:gd name="T32" fmla="*/ 37 w 351"/>
                <a:gd name="T33" fmla="*/ 104 h 455"/>
                <a:gd name="T34" fmla="*/ 37 w 351"/>
                <a:gd name="T35" fmla="*/ 104 h 455"/>
                <a:gd name="T36" fmla="*/ 32 w 351"/>
                <a:gd name="T37" fmla="*/ 104 h 455"/>
                <a:gd name="T38" fmla="*/ 31 w 351"/>
                <a:gd name="T39" fmla="*/ 104 h 455"/>
                <a:gd name="T40" fmla="*/ 29 w 351"/>
                <a:gd name="T41" fmla="*/ 104 h 455"/>
                <a:gd name="T42" fmla="*/ 0 w 351"/>
                <a:gd name="T43" fmla="*/ 104 h 455"/>
                <a:gd name="T44" fmla="*/ 351 w 351"/>
                <a:gd name="T45" fmla="*/ 455 h 455"/>
                <a:gd name="T46" fmla="*/ 351 w 351"/>
                <a:gd name="T47" fmla="*/ 419 h 455"/>
                <a:gd name="T48" fmla="*/ 344 w 351"/>
                <a:gd name="T49" fmla="*/ 407 h 455"/>
                <a:gd name="T50" fmla="*/ 332 w 351"/>
                <a:gd name="T51" fmla="*/ 408 h 455"/>
                <a:gd name="T52" fmla="*/ 294 w 351"/>
                <a:gd name="T53" fmla="*/ 421 h 455"/>
                <a:gd name="T54" fmla="*/ 247 w 351"/>
                <a:gd name="T55" fmla="*/ 368 h 455"/>
                <a:gd name="T56" fmla="*/ 294 w 351"/>
                <a:gd name="T57" fmla="*/ 316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1" h="455">
                  <a:moveTo>
                    <a:pt x="294" y="316"/>
                  </a:moveTo>
                  <a:cubicBezTo>
                    <a:pt x="306" y="316"/>
                    <a:pt x="329" y="327"/>
                    <a:pt x="332" y="328"/>
                  </a:cubicBezTo>
                  <a:cubicBezTo>
                    <a:pt x="336" y="331"/>
                    <a:pt x="341" y="331"/>
                    <a:pt x="344" y="329"/>
                  </a:cubicBezTo>
                  <a:cubicBezTo>
                    <a:pt x="349" y="326"/>
                    <a:pt x="351" y="320"/>
                    <a:pt x="351" y="317"/>
                  </a:cubicBezTo>
                  <a:cubicBezTo>
                    <a:pt x="351" y="281"/>
                    <a:pt x="351" y="281"/>
                    <a:pt x="351" y="281"/>
                  </a:cubicBezTo>
                  <a:cubicBezTo>
                    <a:pt x="256" y="276"/>
                    <a:pt x="179" y="199"/>
                    <a:pt x="174" y="104"/>
                  </a:cubicBezTo>
                  <a:cubicBezTo>
                    <a:pt x="135" y="104"/>
                    <a:pt x="135" y="104"/>
                    <a:pt x="135" y="104"/>
                  </a:cubicBezTo>
                  <a:cubicBezTo>
                    <a:pt x="123" y="102"/>
                    <a:pt x="113" y="96"/>
                    <a:pt x="107" y="87"/>
                  </a:cubicBezTo>
                  <a:cubicBezTo>
                    <a:pt x="106" y="86"/>
                    <a:pt x="106" y="85"/>
                    <a:pt x="105" y="83"/>
                  </a:cubicBezTo>
                  <a:cubicBezTo>
                    <a:pt x="102" y="74"/>
                    <a:pt x="102" y="64"/>
                    <a:pt x="107" y="54"/>
                  </a:cubicBezTo>
                  <a:cubicBezTo>
                    <a:pt x="112" y="45"/>
                    <a:pt x="118" y="31"/>
                    <a:pt x="118" y="26"/>
                  </a:cubicBezTo>
                  <a:cubicBezTo>
                    <a:pt x="118" y="12"/>
                    <a:pt x="103" y="0"/>
                    <a:pt x="86" y="0"/>
                  </a:cubicBezTo>
                  <a:cubicBezTo>
                    <a:pt x="68" y="0"/>
                    <a:pt x="54" y="12"/>
                    <a:pt x="54" y="26"/>
                  </a:cubicBezTo>
                  <a:cubicBezTo>
                    <a:pt x="54" y="31"/>
                    <a:pt x="59" y="45"/>
                    <a:pt x="64" y="54"/>
                  </a:cubicBezTo>
                  <a:cubicBezTo>
                    <a:pt x="69" y="64"/>
                    <a:pt x="70" y="74"/>
                    <a:pt x="66" y="83"/>
                  </a:cubicBezTo>
                  <a:cubicBezTo>
                    <a:pt x="66" y="85"/>
                    <a:pt x="65" y="86"/>
                    <a:pt x="64" y="87"/>
                  </a:cubicBezTo>
                  <a:cubicBezTo>
                    <a:pt x="59" y="96"/>
                    <a:pt x="49" y="102"/>
                    <a:pt x="37" y="104"/>
                  </a:cubicBezTo>
                  <a:cubicBezTo>
                    <a:pt x="37" y="104"/>
                    <a:pt x="37" y="104"/>
                    <a:pt x="37" y="104"/>
                  </a:cubicBezTo>
                  <a:cubicBezTo>
                    <a:pt x="32" y="104"/>
                    <a:pt x="32" y="104"/>
                    <a:pt x="32" y="104"/>
                  </a:cubicBezTo>
                  <a:cubicBezTo>
                    <a:pt x="31" y="104"/>
                    <a:pt x="31" y="104"/>
                    <a:pt x="31" y="104"/>
                  </a:cubicBezTo>
                  <a:cubicBezTo>
                    <a:pt x="29" y="104"/>
                    <a:pt x="29" y="104"/>
                    <a:pt x="29" y="104"/>
                  </a:cubicBezTo>
                  <a:cubicBezTo>
                    <a:pt x="0" y="104"/>
                    <a:pt x="0" y="104"/>
                    <a:pt x="0" y="104"/>
                  </a:cubicBezTo>
                  <a:cubicBezTo>
                    <a:pt x="5" y="295"/>
                    <a:pt x="160" y="450"/>
                    <a:pt x="351" y="455"/>
                  </a:cubicBezTo>
                  <a:cubicBezTo>
                    <a:pt x="351" y="419"/>
                    <a:pt x="351" y="419"/>
                    <a:pt x="351" y="419"/>
                  </a:cubicBezTo>
                  <a:cubicBezTo>
                    <a:pt x="350" y="415"/>
                    <a:pt x="349" y="410"/>
                    <a:pt x="344" y="407"/>
                  </a:cubicBezTo>
                  <a:cubicBezTo>
                    <a:pt x="341" y="405"/>
                    <a:pt x="336" y="406"/>
                    <a:pt x="332" y="408"/>
                  </a:cubicBezTo>
                  <a:cubicBezTo>
                    <a:pt x="329" y="409"/>
                    <a:pt x="306" y="421"/>
                    <a:pt x="294" y="421"/>
                  </a:cubicBezTo>
                  <a:cubicBezTo>
                    <a:pt x="268" y="421"/>
                    <a:pt x="247" y="397"/>
                    <a:pt x="247" y="368"/>
                  </a:cubicBezTo>
                  <a:cubicBezTo>
                    <a:pt x="247" y="339"/>
                    <a:pt x="268" y="316"/>
                    <a:pt x="294" y="316"/>
                  </a:cubicBezTo>
                  <a:close/>
                </a:path>
              </a:pathLst>
            </a:custGeom>
            <a:solidFill>
              <a:srgbClr val="5ABCD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3" name="矩形 42"/>
            <p:cNvSpPr/>
            <p:nvPr/>
          </p:nvSpPr>
          <p:spPr>
            <a:xfrm>
              <a:off x="4576033" y="4686282"/>
              <a:ext cx="731905" cy="580020"/>
            </a:xfrm>
            <a:prstGeom prst="rect">
              <a:avLst/>
            </a:prstGeom>
            <a:effectLst/>
          </p:spPr>
          <p:txBody>
            <a:bodyPr wrap="square">
              <a:spAutoFit/>
            </a:bodyPr>
            <a:lstStyle/>
            <a:p>
              <a:pPr algn="ctr"/>
              <a:r>
                <a:rPr lang="en-US" altLang="zh-CN" sz="3375" dirty="0">
                  <a:solidFill>
                    <a:schemeClr val="bg1"/>
                  </a:solidFill>
                  <a:latin typeface="Haettenschweiler" panose="020B0706040902060204" pitchFamily="34" charset="0"/>
                  <a:ea typeface="微软雅黑" panose="020B0503020204020204" pitchFamily="34" charset="-122"/>
                </a:rPr>
                <a:t>04</a:t>
              </a:r>
              <a:endParaRPr lang="zh-CN" altLang="en-US" sz="3375" dirty="0">
                <a:solidFill>
                  <a:schemeClr val="bg1"/>
                </a:solidFill>
                <a:latin typeface="Haettenschweiler" panose="020B0706040902060204" pitchFamily="34" charset="0"/>
                <a:ea typeface="微软雅黑" panose="020B0503020204020204" pitchFamily="34" charset="-122"/>
              </a:endParaRPr>
            </a:p>
          </p:txBody>
        </p:sp>
      </p:grpSp>
      <p:sp>
        <p:nvSpPr>
          <p:cNvPr id="44" name="Freeform 26"/>
          <p:cNvSpPr>
            <a:spLocks noEditPoints="1"/>
          </p:cNvSpPr>
          <p:nvPr/>
        </p:nvSpPr>
        <p:spPr bwMode="auto">
          <a:xfrm>
            <a:off x="6121548" y="4062248"/>
            <a:ext cx="567595" cy="596335"/>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BFBFBF"/>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45" name="文本框 44"/>
          <p:cNvSpPr txBox="1"/>
          <p:nvPr/>
        </p:nvSpPr>
        <p:spPr>
          <a:xfrm>
            <a:off x="993169" y="2558215"/>
            <a:ext cx="2451312" cy="1325876"/>
          </a:xfrm>
          <a:prstGeom prst="rect">
            <a:avLst/>
          </a:prstGeom>
          <a:noFill/>
          <a:effectLst/>
        </p:spPr>
        <p:txBody>
          <a:bodyPr wrap="none" rtlCol="0">
            <a:spAutoFit/>
          </a:bodyPr>
          <a:lstStyle/>
          <a:p>
            <a:r>
              <a:rPr lang="zh-CN" altLang="en-US" sz="2109" dirty="0">
                <a:solidFill>
                  <a:srgbClr val="247CAE"/>
                </a:solidFill>
                <a:latin typeface="微软雅黑" panose="020B0503020204020204" pitchFamily="34" charset="-122"/>
                <a:ea typeface="微软雅黑" panose="020B0503020204020204" pitchFamily="34" charset="-122"/>
              </a:rPr>
              <a:t>单击此处输入标题</a:t>
            </a:r>
            <a:endParaRPr lang="en-US" altLang="zh-CN" sz="2109"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46" name="文本框 45"/>
          <p:cNvSpPr txBox="1"/>
          <p:nvPr/>
        </p:nvSpPr>
        <p:spPr>
          <a:xfrm>
            <a:off x="993169" y="5036043"/>
            <a:ext cx="2451312" cy="1325876"/>
          </a:xfrm>
          <a:prstGeom prst="rect">
            <a:avLst/>
          </a:prstGeom>
          <a:noFill/>
          <a:effectLst/>
        </p:spPr>
        <p:txBody>
          <a:bodyPr wrap="none" rtlCol="0">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单击此处输入标题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47" name="文本框 46"/>
          <p:cNvSpPr txBox="1"/>
          <p:nvPr/>
        </p:nvSpPr>
        <p:spPr>
          <a:xfrm>
            <a:off x="9405263" y="2672671"/>
            <a:ext cx="2451312" cy="1325876"/>
          </a:xfrm>
          <a:prstGeom prst="rect">
            <a:avLst/>
          </a:prstGeom>
          <a:noFill/>
          <a:effectLst/>
        </p:spPr>
        <p:txBody>
          <a:bodyPr wrap="none" rtlCol="0">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单击此处输入标题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48" name="文本框 47"/>
          <p:cNvSpPr txBox="1"/>
          <p:nvPr/>
        </p:nvSpPr>
        <p:spPr>
          <a:xfrm>
            <a:off x="9405263" y="5150499"/>
            <a:ext cx="2451312" cy="1325876"/>
          </a:xfrm>
          <a:prstGeom prst="rect">
            <a:avLst/>
          </a:prstGeom>
          <a:noFill/>
          <a:effectLst/>
        </p:spPr>
        <p:txBody>
          <a:bodyPr wrap="none" rtlCol="0">
            <a:spAutoFit/>
          </a:bodyPr>
          <a:lstStyle/>
          <a:p>
            <a:r>
              <a:rPr lang="zh-CN" altLang="en-US" sz="2109" dirty="0">
                <a:solidFill>
                  <a:srgbClr val="247CAE"/>
                </a:solidFill>
                <a:latin typeface="微软雅黑" panose="020B0503020204020204" pitchFamily="34" charset="-122"/>
                <a:ea typeface="微软雅黑" panose="020B0503020204020204" pitchFamily="34" charset="-122"/>
              </a:rPr>
              <a:t>单击此处输入标题</a:t>
            </a:r>
            <a:endParaRPr lang="en-US" altLang="zh-CN" sz="2109"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25" name="文本框 24"/>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关键技术</a:t>
            </a:r>
          </a:p>
        </p:txBody>
      </p:sp>
    </p:spTree>
    <p:extLst>
      <p:ext uri="{BB962C8B-B14F-4D97-AF65-F5344CB8AC3E}">
        <p14:creationId xmlns:p14="http://schemas.microsoft.com/office/powerpoint/2010/main" val="912377025"/>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25333"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750" fill="hold"/>
                                        <p:tgtEl>
                                          <p:spTgt spid="32"/>
                                        </p:tgtEl>
                                        <p:attrNameLst>
                                          <p:attrName>ppt_x</p:attrName>
                                        </p:attrNameLst>
                                      </p:cBhvr>
                                      <p:tavLst>
                                        <p:tav tm="0">
                                          <p:val>
                                            <p:strVal val="0-#ppt_w/2"/>
                                          </p:val>
                                        </p:tav>
                                        <p:tav tm="100000">
                                          <p:val>
                                            <p:strVal val="#ppt_x"/>
                                          </p:val>
                                        </p:tav>
                                      </p:tavLst>
                                    </p:anim>
                                    <p:anim calcmode="lin" valueType="num">
                                      <p:cBhvr additive="base">
                                        <p:cTn id="8" dur="750" fill="hold"/>
                                        <p:tgtEl>
                                          <p:spTgt spid="32"/>
                                        </p:tgtEl>
                                        <p:attrNameLst>
                                          <p:attrName>ppt_y</p:attrName>
                                        </p:attrNameLst>
                                      </p:cBhvr>
                                      <p:tavLst>
                                        <p:tav tm="0">
                                          <p:val>
                                            <p:strVal val="0-#ppt_h/2"/>
                                          </p:val>
                                        </p:tav>
                                        <p:tav tm="100000">
                                          <p:val>
                                            <p:strVal val="#ppt_y"/>
                                          </p:val>
                                        </p:tav>
                                      </p:tavLst>
                                    </p:anim>
                                  </p:childTnLst>
                                </p:cTn>
                              </p:par>
                              <p:par>
                                <p:cTn id="9" presetID="2" presetClass="entr" presetSubtype="3" decel="25333"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750" fill="hold"/>
                                        <p:tgtEl>
                                          <p:spTgt spid="35"/>
                                        </p:tgtEl>
                                        <p:attrNameLst>
                                          <p:attrName>ppt_x</p:attrName>
                                        </p:attrNameLst>
                                      </p:cBhvr>
                                      <p:tavLst>
                                        <p:tav tm="0">
                                          <p:val>
                                            <p:strVal val="1+#ppt_w/2"/>
                                          </p:val>
                                        </p:tav>
                                        <p:tav tm="100000">
                                          <p:val>
                                            <p:strVal val="#ppt_x"/>
                                          </p:val>
                                        </p:tav>
                                      </p:tavLst>
                                    </p:anim>
                                    <p:anim calcmode="lin" valueType="num">
                                      <p:cBhvr additive="base">
                                        <p:cTn id="12" dur="750" fill="hold"/>
                                        <p:tgtEl>
                                          <p:spTgt spid="35"/>
                                        </p:tgtEl>
                                        <p:attrNameLst>
                                          <p:attrName>ppt_y</p:attrName>
                                        </p:attrNameLst>
                                      </p:cBhvr>
                                      <p:tavLst>
                                        <p:tav tm="0">
                                          <p:val>
                                            <p:strVal val="0-#ppt_h/2"/>
                                          </p:val>
                                        </p:tav>
                                        <p:tav tm="100000">
                                          <p:val>
                                            <p:strVal val="#ppt_y"/>
                                          </p:val>
                                        </p:tav>
                                      </p:tavLst>
                                    </p:anim>
                                  </p:childTnLst>
                                </p:cTn>
                              </p:par>
                              <p:par>
                                <p:cTn id="13" presetID="2" presetClass="entr" presetSubtype="12" decel="25333" fill="hold" nodeType="with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750" fill="hold"/>
                                        <p:tgtEl>
                                          <p:spTgt spid="41"/>
                                        </p:tgtEl>
                                        <p:attrNameLst>
                                          <p:attrName>ppt_x</p:attrName>
                                        </p:attrNameLst>
                                      </p:cBhvr>
                                      <p:tavLst>
                                        <p:tav tm="0">
                                          <p:val>
                                            <p:strVal val="0-#ppt_w/2"/>
                                          </p:val>
                                        </p:tav>
                                        <p:tav tm="100000">
                                          <p:val>
                                            <p:strVal val="#ppt_x"/>
                                          </p:val>
                                        </p:tav>
                                      </p:tavLst>
                                    </p:anim>
                                    <p:anim calcmode="lin" valueType="num">
                                      <p:cBhvr additive="base">
                                        <p:cTn id="16" dur="75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6" decel="25333" fill="hold"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additive="base">
                                        <p:cTn id="19" dur="750" fill="hold"/>
                                        <p:tgtEl>
                                          <p:spTgt spid="38"/>
                                        </p:tgtEl>
                                        <p:attrNameLst>
                                          <p:attrName>ppt_x</p:attrName>
                                        </p:attrNameLst>
                                      </p:cBhvr>
                                      <p:tavLst>
                                        <p:tav tm="0">
                                          <p:val>
                                            <p:strVal val="1+#ppt_w/2"/>
                                          </p:val>
                                        </p:tav>
                                        <p:tav tm="100000">
                                          <p:val>
                                            <p:strVal val="#ppt_x"/>
                                          </p:val>
                                        </p:tav>
                                      </p:tavLst>
                                    </p:anim>
                                    <p:anim calcmode="lin" valueType="num">
                                      <p:cBhvr additive="base">
                                        <p:cTn id="20" dur="750" fill="hold"/>
                                        <p:tgtEl>
                                          <p:spTgt spid="38"/>
                                        </p:tgtEl>
                                        <p:attrNameLst>
                                          <p:attrName>ppt_y</p:attrName>
                                        </p:attrNameLst>
                                      </p:cBhvr>
                                      <p:tavLst>
                                        <p:tav tm="0">
                                          <p:val>
                                            <p:strVal val="1+#ppt_h/2"/>
                                          </p:val>
                                        </p:tav>
                                        <p:tav tm="100000">
                                          <p:val>
                                            <p:strVal val="#ppt_y"/>
                                          </p:val>
                                        </p:tav>
                                      </p:tavLst>
                                    </p:anim>
                                  </p:childTnLst>
                                </p:cTn>
                              </p:par>
                            </p:childTnLst>
                          </p:cTn>
                        </p:par>
                        <p:par>
                          <p:cTn id="21" fill="hold">
                            <p:stCondLst>
                              <p:cond delay="750"/>
                            </p:stCondLst>
                            <p:childTnLst>
                              <p:par>
                                <p:cTn id="22" presetID="10" presetClass="entr" presetSubtype="0" fill="hold" grpId="0" nodeType="afterEffect">
                                  <p:stCondLst>
                                    <p:cond delay="0"/>
                                  </p:stCondLst>
                                  <p:childTnLst>
                                    <p:set>
                                      <p:cBhvr>
                                        <p:cTn id="23" dur="1" fill="hold">
                                          <p:stCondLst>
                                            <p:cond delay="0"/>
                                          </p:stCondLst>
                                        </p:cTn>
                                        <p:tgtEl>
                                          <p:spTgt spid="44"/>
                                        </p:tgtEl>
                                        <p:attrNameLst>
                                          <p:attrName>style.visibility</p:attrName>
                                        </p:attrNameLst>
                                      </p:cBhvr>
                                      <p:to>
                                        <p:strVal val="visible"/>
                                      </p:to>
                                    </p:set>
                                    <p:animEffect transition="in" filter="fade">
                                      <p:cBhvr>
                                        <p:cTn id="24" dur="500"/>
                                        <p:tgtEl>
                                          <p:spTgt spid="44"/>
                                        </p:tgtEl>
                                      </p:cBhvr>
                                    </p:animEffect>
                                  </p:childTnLst>
                                </p:cTn>
                              </p:par>
                            </p:childTnLst>
                          </p:cTn>
                        </p:par>
                        <p:par>
                          <p:cTn id="25" fill="hold">
                            <p:stCondLst>
                              <p:cond delay="1250"/>
                            </p:stCondLst>
                            <p:childTnLst>
                              <p:par>
                                <p:cTn id="26" presetID="22" presetClass="entr" presetSubtype="8" fill="hold" grpId="0"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left)">
                                      <p:cBhvr>
                                        <p:cTn id="28" dur="500"/>
                                        <p:tgtEl>
                                          <p:spTgt spid="45"/>
                                        </p:tgtEl>
                                      </p:cBhvr>
                                    </p:animEffect>
                                  </p:childTnLst>
                                </p:cTn>
                              </p:par>
                            </p:childTnLst>
                          </p:cTn>
                        </p:par>
                        <p:par>
                          <p:cTn id="29" fill="hold">
                            <p:stCondLst>
                              <p:cond delay="1750"/>
                            </p:stCondLst>
                            <p:childTnLst>
                              <p:par>
                                <p:cTn id="30" presetID="22" presetClass="entr" presetSubtype="8" fill="hold" grpId="0" nodeType="after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wipe(left)">
                                      <p:cBhvr>
                                        <p:cTn id="32" dur="500"/>
                                        <p:tgtEl>
                                          <p:spTgt spid="47"/>
                                        </p:tgtEl>
                                      </p:cBhvr>
                                    </p:animEffect>
                                  </p:childTnLst>
                                </p:cTn>
                              </p:par>
                            </p:childTnLst>
                          </p:cTn>
                        </p:par>
                        <p:par>
                          <p:cTn id="33" fill="hold">
                            <p:stCondLst>
                              <p:cond delay="2250"/>
                            </p:stCondLst>
                            <p:childTnLst>
                              <p:par>
                                <p:cTn id="34" presetID="22" presetClass="entr" presetSubtype="8" fill="hold" grpId="0" nodeType="afterEffect">
                                  <p:stCondLst>
                                    <p:cond delay="0"/>
                                  </p:stCondLst>
                                  <p:childTnLst>
                                    <p:set>
                                      <p:cBhvr>
                                        <p:cTn id="35" dur="1" fill="hold">
                                          <p:stCondLst>
                                            <p:cond delay="0"/>
                                          </p:stCondLst>
                                        </p:cTn>
                                        <p:tgtEl>
                                          <p:spTgt spid="46"/>
                                        </p:tgtEl>
                                        <p:attrNameLst>
                                          <p:attrName>style.visibility</p:attrName>
                                        </p:attrNameLst>
                                      </p:cBhvr>
                                      <p:to>
                                        <p:strVal val="visible"/>
                                      </p:to>
                                    </p:set>
                                    <p:animEffect transition="in" filter="wipe(left)">
                                      <p:cBhvr>
                                        <p:cTn id="36" dur="500"/>
                                        <p:tgtEl>
                                          <p:spTgt spid="46"/>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wipe(left)">
                                      <p:cBhvr>
                                        <p:cTn id="40"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P spid="46" grpId="0"/>
      <p:bldP spid="47" grpId="0"/>
      <p:bldP spid="4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5" name="组合 54"/>
          <p:cNvGrpSpPr/>
          <p:nvPr/>
        </p:nvGrpSpPr>
        <p:grpSpPr>
          <a:xfrm>
            <a:off x="4097964" y="2223092"/>
            <a:ext cx="4669300" cy="4376747"/>
            <a:chOff x="3885355" y="2107936"/>
            <a:chExt cx="4427431" cy="4150032"/>
          </a:xfrm>
        </p:grpSpPr>
        <p:grpSp>
          <p:nvGrpSpPr>
            <p:cNvPr id="48" name="组合 47"/>
            <p:cNvGrpSpPr/>
            <p:nvPr/>
          </p:nvGrpSpPr>
          <p:grpSpPr>
            <a:xfrm>
              <a:off x="5191909" y="2107936"/>
              <a:ext cx="1787249" cy="850704"/>
              <a:chOff x="5191909" y="2107936"/>
              <a:chExt cx="1787249" cy="850704"/>
            </a:xfrm>
          </p:grpSpPr>
          <p:sp>
            <p:nvSpPr>
              <p:cNvPr id="41" name="任意多边形 40"/>
              <p:cNvSpPr/>
              <p:nvPr/>
            </p:nvSpPr>
            <p:spPr>
              <a:xfrm>
                <a:off x="5191909" y="2107936"/>
                <a:ext cx="1787249" cy="850704"/>
              </a:xfrm>
              <a:custGeom>
                <a:avLst/>
                <a:gdLst>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90194"/>
                  <a:gd name="connsiteY0" fmla="*/ 644165 h 644165"/>
                  <a:gd name="connsiteX1" fmla="*/ 663047 w 1690194"/>
                  <a:gd name="connsiteY1" fmla="*/ 644165 h 644165"/>
                  <a:gd name="connsiteX2" fmla="*/ 527929 w 1690194"/>
                  <a:gd name="connsiteY2" fmla="*/ 590746 h 644165"/>
                  <a:gd name="connsiteX3" fmla="*/ 9455 w 1690194"/>
                  <a:gd name="connsiteY3" fmla="*/ 78557 h 644165"/>
                  <a:gd name="connsiteX4" fmla="*/ 31451 w 1690194"/>
                  <a:gd name="connsiteY4" fmla="*/ 0 h 644165"/>
                  <a:gd name="connsiteX5" fmla="*/ 1630865 w 1690194"/>
                  <a:gd name="connsiteY5" fmla="*/ 0 h 644165"/>
                  <a:gd name="connsiteX6" fmla="*/ 1684284 w 1690194"/>
                  <a:gd name="connsiteY6" fmla="*/ 59703 h 644165"/>
                  <a:gd name="connsiteX7" fmla="*/ 1143814 w 1690194"/>
                  <a:gd name="connsiteY7" fmla="*/ 609600 h 644165"/>
                  <a:gd name="connsiteX8" fmla="*/ 1071542 w 1690194"/>
                  <a:gd name="connsiteY8" fmla="*/ 644165 h 644165"/>
                  <a:gd name="connsiteX0" fmla="*/ 1071542 w 1690194"/>
                  <a:gd name="connsiteY0" fmla="*/ 736338 h 736338"/>
                  <a:gd name="connsiteX1" fmla="*/ 663047 w 1690194"/>
                  <a:gd name="connsiteY1" fmla="*/ 736338 h 736338"/>
                  <a:gd name="connsiteX2" fmla="*/ 527929 w 1690194"/>
                  <a:gd name="connsiteY2" fmla="*/ 682919 h 736338"/>
                  <a:gd name="connsiteX3" fmla="*/ 9455 w 1690194"/>
                  <a:gd name="connsiteY3" fmla="*/ 170730 h 736338"/>
                  <a:gd name="connsiteX4" fmla="*/ 31451 w 1690194"/>
                  <a:gd name="connsiteY4" fmla="*/ 92173 h 736338"/>
                  <a:gd name="connsiteX5" fmla="*/ 1630865 w 1690194"/>
                  <a:gd name="connsiteY5" fmla="*/ 92173 h 736338"/>
                  <a:gd name="connsiteX6" fmla="*/ 1684284 w 1690194"/>
                  <a:gd name="connsiteY6" fmla="*/ 151876 h 736338"/>
                  <a:gd name="connsiteX7" fmla="*/ 1143814 w 1690194"/>
                  <a:gd name="connsiteY7" fmla="*/ 701773 h 736338"/>
                  <a:gd name="connsiteX8" fmla="*/ 1071542 w 1690194"/>
                  <a:gd name="connsiteY8" fmla="*/ 736338 h 736338"/>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507"/>
                  <a:gd name="connsiteX1" fmla="*/ 663047 w 1690194"/>
                  <a:gd name="connsiteY1" fmla="*/ 804455 h 804507"/>
                  <a:gd name="connsiteX2" fmla="*/ 527929 w 1690194"/>
                  <a:gd name="connsiteY2" fmla="*/ 751036 h 804507"/>
                  <a:gd name="connsiteX3" fmla="*/ 9455 w 1690194"/>
                  <a:gd name="connsiteY3" fmla="*/ 238847 h 804507"/>
                  <a:gd name="connsiteX4" fmla="*/ 31451 w 1690194"/>
                  <a:gd name="connsiteY4" fmla="*/ 160290 h 804507"/>
                  <a:gd name="connsiteX5" fmla="*/ 1630865 w 1690194"/>
                  <a:gd name="connsiteY5" fmla="*/ 160290 h 804507"/>
                  <a:gd name="connsiteX6" fmla="*/ 1684284 w 1690194"/>
                  <a:gd name="connsiteY6" fmla="*/ 219993 h 804507"/>
                  <a:gd name="connsiteX7" fmla="*/ 1143814 w 1690194"/>
                  <a:gd name="connsiteY7" fmla="*/ 769890 h 804507"/>
                  <a:gd name="connsiteX8" fmla="*/ 1071542 w 1690194"/>
                  <a:gd name="connsiteY8" fmla="*/ 804455 h 8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0194" h="804507">
                    <a:moveTo>
                      <a:pt x="1071542" y="804455"/>
                    </a:moveTo>
                    <a:lnTo>
                      <a:pt x="663047" y="804455"/>
                    </a:lnTo>
                    <a:cubicBezTo>
                      <a:pt x="608581" y="805503"/>
                      <a:pt x="566684" y="790837"/>
                      <a:pt x="527929" y="751036"/>
                    </a:cubicBezTo>
                    <a:lnTo>
                      <a:pt x="9455" y="238847"/>
                    </a:lnTo>
                    <a:cubicBezTo>
                      <a:pt x="-11493" y="212661"/>
                      <a:pt x="5265" y="167623"/>
                      <a:pt x="31451" y="160290"/>
                    </a:cubicBezTo>
                    <a:cubicBezTo>
                      <a:pt x="526881" y="-47100"/>
                      <a:pt x="1129150" y="-59668"/>
                      <a:pt x="1630865" y="160290"/>
                    </a:cubicBezTo>
                    <a:cubicBezTo>
                      <a:pt x="1670667" y="167622"/>
                      <a:pt x="1704185" y="196950"/>
                      <a:pt x="1684284" y="219993"/>
                    </a:cubicBezTo>
                    <a:lnTo>
                      <a:pt x="1143814" y="769890"/>
                    </a:lnTo>
                    <a:cubicBezTo>
                      <a:pt x="1119723" y="797124"/>
                      <a:pt x="1095633" y="792933"/>
                      <a:pt x="1071542" y="804455"/>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 name="矩形 15"/>
              <p:cNvSpPr/>
              <p:nvPr/>
            </p:nvSpPr>
            <p:spPr>
              <a:xfrm>
                <a:off x="5722232" y="2190817"/>
                <a:ext cx="787242" cy="641609"/>
              </a:xfrm>
              <a:prstGeom prst="rect">
                <a:avLst/>
              </a:prstGeom>
            </p:spPr>
            <p:txBody>
              <a:bodyPr wrap="square">
                <a:spAutoFit/>
              </a:bodyPr>
              <a:lstStyle/>
              <a:p>
                <a:pPr algn="ctr"/>
                <a:r>
                  <a:rPr lang="en-US" altLang="zh-CN" sz="3797" b="1" dirty="0">
                    <a:solidFill>
                      <a:prstClr val="white"/>
                    </a:solidFill>
                    <a:latin typeface="Agency FB" panose="020B0503020202020204" pitchFamily="34" charset="0"/>
                    <a:ea typeface="微软雅黑" panose="020B0503020204020204" pitchFamily="34" charset="-122"/>
                  </a:rPr>
                  <a:t>01</a:t>
                </a:r>
                <a:endParaRPr lang="zh-CN" altLang="en-US" sz="3797" b="1" dirty="0">
                  <a:solidFill>
                    <a:prstClr val="white"/>
                  </a:solidFill>
                  <a:latin typeface="Agency FB" panose="020B0503020202020204" pitchFamily="34" charset="0"/>
                  <a:ea typeface="微软雅黑" panose="020B0503020204020204" pitchFamily="34" charset="-122"/>
                </a:endParaRPr>
              </a:p>
            </p:txBody>
          </p:sp>
        </p:grpSp>
        <p:grpSp>
          <p:nvGrpSpPr>
            <p:cNvPr id="49" name="组合 48"/>
            <p:cNvGrpSpPr/>
            <p:nvPr/>
          </p:nvGrpSpPr>
          <p:grpSpPr>
            <a:xfrm>
              <a:off x="7213709" y="3283907"/>
              <a:ext cx="1099077" cy="1787249"/>
              <a:chOff x="7213709" y="3283907"/>
              <a:chExt cx="1099077" cy="1787249"/>
            </a:xfrm>
          </p:grpSpPr>
          <p:sp>
            <p:nvSpPr>
              <p:cNvPr id="39" name="任意多边形 38"/>
              <p:cNvSpPr/>
              <p:nvPr/>
            </p:nvSpPr>
            <p:spPr>
              <a:xfrm rot="5400000">
                <a:off x="6835061" y="3752180"/>
                <a:ext cx="1787249" cy="850704"/>
              </a:xfrm>
              <a:custGeom>
                <a:avLst/>
                <a:gdLst>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90194"/>
                  <a:gd name="connsiteY0" fmla="*/ 644165 h 644165"/>
                  <a:gd name="connsiteX1" fmla="*/ 663047 w 1690194"/>
                  <a:gd name="connsiteY1" fmla="*/ 644165 h 644165"/>
                  <a:gd name="connsiteX2" fmla="*/ 527929 w 1690194"/>
                  <a:gd name="connsiteY2" fmla="*/ 590746 h 644165"/>
                  <a:gd name="connsiteX3" fmla="*/ 9455 w 1690194"/>
                  <a:gd name="connsiteY3" fmla="*/ 78557 h 644165"/>
                  <a:gd name="connsiteX4" fmla="*/ 31451 w 1690194"/>
                  <a:gd name="connsiteY4" fmla="*/ 0 h 644165"/>
                  <a:gd name="connsiteX5" fmla="*/ 1630865 w 1690194"/>
                  <a:gd name="connsiteY5" fmla="*/ 0 h 644165"/>
                  <a:gd name="connsiteX6" fmla="*/ 1684284 w 1690194"/>
                  <a:gd name="connsiteY6" fmla="*/ 59703 h 644165"/>
                  <a:gd name="connsiteX7" fmla="*/ 1143814 w 1690194"/>
                  <a:gd name="connsiteY7" fmla="*/ 609600 h 644165"/>
                  <a:gd name="connsiteX8" fmla="*/ 1071542 w 1690194"/>
                  <a:gd name="connsiteY8" fmla="*/ 644165 h 644165"/>
                  <a:gd name="connsiteX0" fmla="*/ 1071542 w 1690194"/>
                  <a:gd name="connsiteY0" fmla="*/ 736338 h 736338"/>
                  <a:gd name="connsiteX1" fmla="*/ 663047 w 1690194"/>
                  <a:gd name="connsiteY1" fmla="*/ 736338 h 736338"/>
                  <a:gd name="connsiteX2" fmla="*/ 527929 w 1690194"/>
                  <a:gd name="connsiteY2" fmla="*/ 682919 h 736338"/>
                  <a:gd name="connsiteX3" fmla="*/ 9455 w 1690194"/>
                  <a:gd name="connsiteY3" fmla="*/ 170730 h 736338"/>
                  <a:gd name="connsiteX4" fmla="*/ 31451 w 1690194"/>
                  <a:gd name="connsiteY4" fmla="*/ 92173 h 736338"/>
                  <a:gd name="connsiteX5" fmla="*/ 1630865 w 1690194"/>
                  <a:gd name="connsiteY5" fmla="*/ 92173 h 736338"/>
                  <a:gd name="connsiteX6" fmla="*/ 1684284 w 1690194"/>
                  <a:gd name="connsiteY6" fmla="*/ 151876 h 736338"/>
                  <a:gd name="connsiteX7" fmla="*/ 1143814 w 1690194"/>
                  <a:gd name="connsiteY7" fmla="*/ 701773 h 736338"/>
                  <a:gd name="connsiteX8" fmla="*/ 1071542 w 1690194"/>
                  <a:gd name="connsiteY8" fmla="*/ 736338 h 736338"/>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507"/>
                  <a:gd name="connsiteX1" fmla="*/ 663047 w 1690194"/>
                  <a:gd name="connsiteY1" fmla="*/ 804455 h 804507"/>
                  <a:gd name="connsiteX2" fmla="*/ 527929 w 1690194"/>
                  <a:gd name="connsiteY2" fmla="*/ 751036 h 804507"/>
                  <a:gd name="connsiteX3" fmla="*/ 9455 w 1690194"/>
                  <a:gd name="connsiteY3" fmla="*/ 238847 h 804507"/>
                  <a:gd name="connsiteX4" fmla="*/ 31451 w 1690194"/>
                  <a:gd name="connsiteY4" fmla="*/ 160290 h 804507"/>
                  <a:gd name="connsiteX5" fmla="*/ 1630865 w 1690194"/>
                  <a:gd name="connsiteY5" fmla="*/ 160290 h 804507"/>
                  <a:gd name="connsiteX6" fmla="*/ 1684284 w 1690194"/>
                  <a:gd name="connsiteY6" fmla="*/ 219993 h 804507"/>
                  <a:gd name="connsiteX7" fmla="*/ 1143814 w 1690194"/>
                  <a:gd name="connsiteY7" fmla="*/ 769890 h 804507"/>
                  <a:gd name="connsiteX8" fmla="*/ 1071542 w 1690194"/>
                  <a:gd name="connsiteY8" fmla="*/ 804455 h 8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0194" h="804507">
                    <a:moveTo>
                      <a:pt x="1071542" y="804455"/>
                    </a:moveTo>
                    <a:lnTo>
                      <a:pt x="663047" y="804455"/>
                    </a:lnTo>
                    <a:cubicBezTo>
                      <a:pt x="608581" y="805503"/>
                      <a:pt x="566684" y="790837"/>
                      <a:pt x="527929" y="751036"/>
                    </a:cubicBezTo>
                    <a:lnTo>
                      <a:pt x="9455" y="238847"/>
                    </a:lnTo>
                    <a:cubicBezTo>
                      <a:pt x="-11493" y="212661"/>
                      <a:pt x="5265" y="167623"/>
                      <a:pt x="31451" y="160290"/>
                    </a:cubicBezTo>
                    <a:cubicBezTo>
                      <a:pt x="526881" y="-47100"/>
                      <a:pt x="1129150" y="-59668"/>
                      <a:pt x="1630865" y="160290"/>
                    </a:cubicBezTo>
                    <a:cubicBezTo>
                      <a:pt x="1670667" y="167622"/>
                      <a:pt x="1704185" y="196950"/>
                      <a:pt x="1684284" y="219993"/>
                    </a:cubicBezTo>
                    <a:lnTo>
                      <a:pt x="1143814" y="769890"/>
                    </a:lnTo>
                    <a:cubicBezTo>
                      <a:pt x="1119723" y="797124"/>
                      <a:pt x="1095633" y="792933"/>
                      <a:pt x="1071542" y="804455"/>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 name="矩形 16"/>
              <p:cNvSpPr/>
              <p:nvPr/>
            </p:nvSpPr>
            <p:spPr>
              <a:xfrm>
                <a:off x="7213709" y="3826422"/>
                <a:ext cx="1099077" cy="641609"/>
              </a:xfrm>
              <a:prstGeom prst="rect">
                <a:avLst/>
              </a:prstGeom>
            </p:spPr>
            <p:txBody>
              <a:bodyPr wrap="square">
                <a:spAutoFit/>
              </a:bodyPr>
              <a:lstStyle/>
              <a:p>
                <a:pPr algn="ctr"/>
                <a:r>
                  <a:rPr lang="en-US" altLang="zh-CN" sz="3797" b="1" dirty="0">
                    <a:solidFill>
                      <a:prstClr val="white"/>
                    </a:solidFill>
                    <a:latin typeface="Agency FB" panose="020B0503020202020204" pitchFamily="34" charset="0"/>
                    <a:ea typeface="微软雅黑" panose="020B0503020204020204" pitchFamily="34" charset="-122"/>
                  </a:rPr>
                  <a:t>02</a:t>
                </a:r>
                <a:endParaRPr lang="zh-CN" altLang="en-US" sz="3797" b="1" dirty="0">
                  <a:solidFill>
                    <a:prstClr val="white"/>
                  </a:solidFill>
                  <a:latin typeface="Agency FB" panose="020B0503020202020204" pitchFamily="34" charset="0"/>
                  <a:ea typeface="微软雅黑" panose="020B0503020204020204" pitchFamily="34" charset="-122"/>
                </a:endParaRPr>
              </a:p>
            </p:txBody>
          </p:sp>
        </p:grpSp>
        <p:grpSp>
          <p:nvGrpSpPr>
            <p:cNvPr id="50" name="组合 49"/>
            <p:cNvGrpSpPr/>
            <p:nvPr/>
          </p:nvGrpSpPr>
          <p:grpSpPr>
            <a:xfrm>
              <a:off x="5199855" y="5407264"/>
              <a:ext cx="1787249" cy="850704"/>
              <a:chOff x="5199855" y="5407264"/>
              <a:chExt cx="1787249" cy="850704"/>
            </a:xfrm>
          </p:grpSpPr>
          <p:sp>
            <p:nvSpPr>
              <p:cNvPr id="37" name="任意多边形 36"/>
              <p:cNvSpPr/>
              <p:nvPr/>
            </p:nvSpPr>
            <p:spPr>
              <a:xfrm rot="10800000">
                <a:off x="5199855" y="5407264"/>
                <a:ext cx="1787249" cy="850704"/>
              </a:xfrm>
              <a:custGeom>
                <a:avLst/>
                <a:gdLst>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90194"/>
                  <a:gd name="connsiteY0" fmla="*/ 644165 h 644165"/>
                  <a:gd name="connsiteX1" fmla="*/ 663047 w 1690194"/>
                  <a:gd name="connsiteY1" fmla="*/ 644165 h 644165"/>
                  <a:gd name="connsiteX2" fmla="*/ 527929 w 1690194"/>
                  <a:gd name="connsiteY2" fmla="*/ 590746 h 644165"/>
                  <a:gd name="connsiteX3" fmla="*/ 9455 w 1690194"/>
                  <a:gd name="connsiteY3" fmla="*/ 78557 h 644165"/>
                  <a:gd name="connsiteX4" fmla="*/ 31451 w 1690194"/>
                  <a:gd name="connsiteY4" fmla="*/ 0 h 644165"/>
                  <a:gd name="connsiteX5" fmla="*/ 1630865 w 1690194"/>
                  <a:gd name="connsiteY5" fmla="*/ 0 h 644165"/>
                  <a:gd name="connsiteX6" fmla="*/ 1684284 w 1690194"/>
                  <a:gd name="connsiteY6" fmla="*/ 59703 h 644165"/>
                  <a:gd name="connsiteX7" fmla="*/ 1143814 w 1690194"/>
                  <a:gd name="connsiteY7" fmla="*/ 609600 h 644165"/>
                  <a:gd name="connsiteX8" fmla="*/ 1071542 w 1690194"/>
                  <a:gd name="connsiteY8" fmla="*/ 644165 h 644165"/>
                  <a:gd name="connsiteX0" fmla="*/ 1071542 w 1690194"/>
                  <a:gd name="connsiteY0" fmla="*/ 736338 h 736338"/>
                  <a:gd name="connsiteX1" fmla="*/ 663047 w 1690194"/>
                  <a:gd name="connsiteY1" fmla="*/ 736338 h 736338"/>
                  <a:gd name="connsiteX2" fmla="*/ 527929 w 1690194"/>
                  <a:gd name="connsiteY2" fmla="*/ 682919 h 736338"/>
                  <a:gd name="connsiteX3" fmla="*/ 9455 w 1690194"/>
                  <a:gd name="connsiteY3" fmla="*/ 170730 h 736338"/>
                  <a:gd name="connsiteX4" fmla="*/ 31451 w 1690194"/>
                  <a:gd name="connsiteY4" fmla="*/ 92173 h 736338"/>
                  <a:gd name="connsiteX5" fmla="*/ 1630865 w 1690194"/>
                  <a:gd name="connsiteY5" fmla="*/ 92173 h 736338"/>
                  <a:gd name="connsiteX6" fmla="*/ 1684284 w 1690194"/>
                  <a:gd name="connsiteY6" fmla="*/ 151876 h 736338"/>
                  <a:gd name="connsiteX7" fmla="*/ 1143814 w 1690194"/>
                  <a:gd name="connsiteY7" fmla="*/ 701773 h 736338"/>
                  <a:gd name="connsiteX8" fmla="*/ 1071542 w 1690194"/>
                  <a:gd name="connsiteY8" fmla="*/ 736338 h 736338"/>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507"/>
                  <a:gd name="connsiteX1" fmla="*/ 663047 w 1690194"/>
                  <a:gd name="connsiteY1" fmla="*/ 804455 h 804507"/>
                  <a:gd name="connsiteX2" fmla="*/ 527929 w 1690194"/>
                  <a:gd name="connsiteY2" fmla="*/ 751036 h 804507"/>
                  <a:gd name="connsiteX3" fmla="*/ 9455 w 1690194"/>
                  <a:gd name="connsiteY3" fmla="*/ 238847 h 804507"/>
                  <a:gd name="connsiteX4" fmla="*/ 31451 w 1690194"/>
                  <a:gd name="connsiteY4" fmla="*/ 160290 h 804507"/>
                  <a:gd name="connsiteX5" fmla="*/ 1630865 w 1690194"/>
                  <a:gd name="connsiteY5" fmla="*/ 160290 h 804507"/>
                  <a:gd name="connsiteX6" fmla="*/ 1684284 w 1690194"/>
                  <a:gd name="connsiteY6" fmla="*/ 219993 h 804507"/>
                  <a:gd name="connsiteX7" fmla="*/ 1143814 w 1690194"/>
                  <a:gd name="connsiteY7" fmla="*/ 769890 h 804507"/>
                  <a:gd name="connsiteX8" fmla="*/ 1071542 w 1690194"/>
                  <a:gd name="connsiteY8" fmla="*/ 804455 h 8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0194" h="804507">
                    <a:moveTo>
                      <a:pt x="1071542" y="804455"/>
                    </a:moveTo>
                    <a:lnTo>
                      <a:pt x="663047" y="804455"/>
                    </a:lnTo>
                    <a:cubicBezTo>
                      <a:pt x="608581" y="805503"/>
                      <a:pt x="566684" y="790837"/>
                      <a:pt x="527929" y="751036"/>
                    </a:cubicBezTo>
                    <a:lnTo>
                      <a:pt x="9455" y="238847"/>
                    </a:lnTo>
                    <a:cubicBezTo>
                      <a:pt x="-11493" y="212661"/>
                      <a:pt x="5265" y="167623"/>
                      <a:pt x="31451" y="160290"/>
                    </a:cubicBezTo>
                    <a:cubicBezTo>
                      <a:pt x="526881" y="-47100"/>
                      <a:pt x="1129150" y="-59668"/>
                      <a:pt x="1630865" y="160290"/>
                    </a:cubicBezTo>
                    <a:cubicBezTo>
                      <a:pt x="1670667" y="167622"/>
                      <a:pt x="1704185" y="196950"/>
                      <a:pt x="1684284" y="219993"/>
                    </a:cubicBezTo>
                    <a:lnTo>
                      <a:pt x="1143814" y="769890"/>
                    </a:lnTo>
                    <a:cubicBezTo>
                      <a:pt x="1119723" y="797124"/>
                      <a:pt x="1095633" y="792933"/>
                      <a:pt x="1071542" y="804455"/>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矩形 17"/>
              <p:cNvSpPr/>
              <p:nvPr/>
            </p:nvSpPr>
            <p:spPr>
              <a:xfrm>
                <a:off x="5504829" y="5490894"/>
                <a:ext cx="1099077" cy="641609"/>
              </a:xfrm>
              <a:prstGeom prst="rect">
                <a:avLst/>
              </a:prstGeom>
            </p:spPr>
            <p:txBody>
              <a:bodyPr wrap="square">
                <a:spAutoFit/>
              </a:bodyPr>
              <a:lstStyle/>
              <a:p>
                <a:pPr algn="ctr"/>
                <a:r>
                  <a:rPr lang="en-US" altLang="zh-CN" sz="3797" b="1" dirty="0">
                    <a:solidFill>
                      <a:prstClr val="white"/>
                    </a:solidFill>
                    <a:latin typeface="Agency FB" panose="020B0503020202020204" pitchFamily="34" charset="0"/>
                    <a:ea typeface="微软雅黑" panose="020B0503020204020204" pitchFamily="34" charset="-122"/>
                  </a:rPr>
                  <a:t>03</a:t>
                </a:r>
                <a:endParaRPr lang="zh-CN" altLang="en-US" sz="3797" b="1" dirty="0">
                  <a:solidFill>
                    <a:prstClr val="white"/>
                  </a:solidFill>
                  <a:latin typeface="Agency FB" panose="020B0503020202020204" pitchFamily="34" charset="0"/>
                  <a:ea typeface="微软雅黑" panose="020B0503020204020204" pitchFamily="34" charset="-122"/>
                </a:endParaRPr>
              </a:p>
            </p:txBody>
          </p:sp>
        </p:grpSp>
        <p:grpSp>
          <p:nvGrpSpPr>
            <p:cNvPr id="47" name="组合 46"/>
            <p:cNvGrpSpPr/>
            <p:nvPr/>
          </p:nvGrpSpPr>
          <p:grpSpPr>
            <a:xfrm>
              <a:off x="3885355" y="3300211"/>
              <a:ext cx="1099077" cy="1787249"/>
              <a:chOff x="3885355" y="3300211"/>
              <a:chExt cx="1099077" cy="1787249"/>
            </a:xfrm>
          </p:grpSpPr>
          <p:sp>
            <p:nvSpPr>
              <p:cNvPr id="35" name="任意多边形 34"/>
              <p:cNvSpPr/>
              <p:nvPr/>
            </p:nvSpPr>
            <p:spPr>
              <a:xfrm rot="16200000">
                <a:off x="3551071" y="3768484"/>
                <a:ext cx="1787249" cy="850704"/>
              </a:xfrm>
              <a:custGeom>
                <a:avLst/>
                <a:gdLst>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62087 w 1674829"/>
                  <a:gd name="connsiteY0" fmla="*/ 644165 h 644165"/>
                  <a:gd name="connsiteX1" fmla="*/ 653592 w 1674829"/>
                  <a:gd name="connsiteY1" fmla="*/ 644165 h 644165"/>
                  <a:gd name="connsiteX2" fmla="*/ 518474 w 1674829"/>
                  <a:gd name="connsiteY2" fmla="*/ 590746 h 644165"/>
                  <a:gd name="connsiteX3" fmla="*/ 0 w 1674829"/>
                  <a:gd name="connsiteY3" fmla="*/ 78557 h 644165"/>
                  <a:gd name="connsiteX4" fmla="*/ 21996 w 1674829"/>
                  <a:gd name="connsiteY4" fmla="*/ 0 h 644165"/>
                  <a:gd name="connsiteX5" fmla="*/ 1621410 w 1674829"/>
                  <a:gd name="connsiteY5" fmla="*/ 0 h 644165"/>
                  <a:gd name="connsiteX6" fmla="*/ 1674829 w 1674829"/>
                  <a:gd name="connsiteY6" fmla="*/ 59703 h 644165"/>
                  <a:gd name="connsiteX7" fmla="*/ 1134359 w 1674829"/>
                  <a:gd name="connsiteY7" fmla="*/ 609600 h 644165"/>
                  <a:gd name="connsiteX8" fmla="*/ 1062087 w 1674829"/>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84284"/>
                  <a:gd name="connsiteY0" fmla="*/ 644165 h 644165"/>
                  <a:gd name="connsiteX1" fmla="*/ 663047 w 1684284"/>
                  <a:gd name="connsiteY1" fmla="*/ 644165 h 644165"/>
                  <a:gd name="connsiteX2" fmla="*/ 527929 w 1684284"/>
                  <a:gd name="connsiteY2" fmla="*/ 590746 h 644165"/>
                  <a:gd name="connsiteX3" fmla="*/ 9455 w 1684284"/>
                  <a:gd name="connsiteY3" fmla="*/ 78557 h 644165"/>
                  <a:gd name="connsiteX4" fmla="*/ 31451 w 1684284"/>
                  <a:gd name="connsiteY4" fmla="*/ 0 h 644165"/>
                  <a:gd name="connsiteX5" fmla="*/ 1630865 w 1684284"/>
                  <a:gd name="connsiteY5" fmla="*/ 0 h 644165"/>
                  <a:gd name="connsiteX6" fmla="*/ 1684284 w 1684284"/>
                  <a:gd name="connsiteY6" fmla="*/ 59703 h 644165"/>
                  <a:gd name="connsiteX7" fmla="*/ 1143814 w 1684284"/>
                  <a:gd name="connsiteY7" fmla="*/ 609600 h 644165"/>
                  <a:gd name="connsiteX8" fmla="*/ 1071542 w 1684284"/>
                  <a:gd name="connsiteY8" fmla="*/ 644165 h 644165"/>
                  <a:gd name="connsiteX0" fmla="*/ 1071542 w 1690194"/>
                  <a:gd name="connsiteY0" fmla="*/ 644165 h 644165"/>
                  <a:gd name="connsiteX1" fmla="*/ 663047 w 1690194"/>
                  <a:gd name="connsiteY1" fmla="*/ 644165 h 644165"/>
                  <a:gd name="connsiteX2" fmla="*/ 527929 w 1690194"/>
                  <a:gd name="connsiteY2" fmla="*/ 590746 h 644165"/>
                  <a:gd name="connsiteX3" fmla="*/ 9455 w 1690194"/>
                  <a:gd name="connsiteY3" fmla="*/ 78557 h 644165"/>
                  <a:gd name="connsiteX4" fmla="*/ 31451 w 1690194"/>
                  <a:gd name="connsiteY4" fmla="*/ 0 h 644165"/>
                  <a:gd name="connsiteX5" fmla="*/ 1630865 w 1690194"/>
                  <a:gd name="connsiteY5" fmla="*/ 0 h 644165"/>
                  <a:gd name="connsiteX6" fmla="*/ 1684284 w 1690194"/>
                  <a:gd name="connsiteY6" fmla="*/ 59703 h 644165"/>
                  <a:gd name="connsiteX7" fmla="*/ 1143814 w 1690194"/>
                  <a:gd name="connsiteY7" fmla="*/ 609600 h 644165"/>
                  <a:gd name="connsiteX8" fmla="*/ 1071542 w 1690194"/>
                  <a:gd name="connsiteY8" fmla="*/ 644165 h 644165"/>
                  <a:gd name="connsiteX0" fmla="*/ 1071542 w 1690194"/>
                  <a:gd name="connsiteY0" fmla="*/ 736338 h 736338"/>
                  <a:gd name="connsiteX1" fmla="*/ 663047 w 1690194"/>
                  <a:gd name="connsiteY1" fmla="*/ 736338 h 736338"/>
                  <a:gd name="connsiteX2" fmla="*/ 527929 w 1690194"/>
                  <a:gd name="connsiteY2" fmla="*/ 682919 h 736338"/>
                  <a:gd name="connsiteX3" fmla="*/ 9455 w 1690194"/>
                  <a:gd name="connsiteY3" fmla="*/ 170730 h 736338"/>
                  <a:gd name="connsiteX4" fmla="*/ 31451 w 1690194"/>
                  <a:gd name="connsiteY4" fmla="*/ 92173 h 736338"/>
                  <a:gd name="connsiteX5" fmla="*/ 1630865 w 1690194"/>
                  <a:gd name="connsiteY5" fmla="*/ 92173 h 736338"/>
                  <a:gd name="connsiteX6" fmla="*/ 1684284 w 1690194"/>
                  <a:gd name="connsiteY6" fmla="*/ 151876 h 736338"/>
                  <a:gd name="connsiteX7" fmla="*/ 1143814 w 1690194"/>
                  <a:gd name="connsiteY7" fmla="*/ 701773 h 736338"/>
                  <a:gd name="connsiteX8" fmla="*/ 1071542 w 1690194"/>
                  <a:gd name="connsiteY8" fmla="*/ 736338 h 736338"/>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455"/>
                  <a:gd name="connsiteX1" fmla="*/ 663047 w 1690194"/>
                  <a:gd name="connsiteY1" fmla="*/ 804455 h 804455"/>
                  <a:gd name="connsiteX2" fmla="*/ 527929 w 1690194"/>
                  <a:gd name="connsiteY2" fmla="*/ 751036 h 804455"/>
                  <a:gd name="connsiteX3" fmla="*/ 9455 w 1690194"/>
                  <a:gd name="connsiteY3" fmla="*/ 238847 h 804455"/>
                  <a:gd name="connsiteX4" fmla="*/ 31451 w 1690194"/>
                  <a:gd name="connsiteY4" fmla="*/ 160290 h 804455"/>
                  <a:gd name="connsiteX5" fmla="*/ 1630865 w 1690194"/>
                  <a:gd name="connsiteY5" fmla="*/ 160290 h 804455"/>
                  <a:gd name="connsiteX6" fmla="*/ 1684284 w 1690194"/>
                  <a:gd name="connsiteY6" fmla="*/ 219993 h 804455"/>
                  <a:gd name="connsiteX7" fmla="*/ 1143814 w 1690194"/>
                  <a:gd name="connsiteY7" fmla="*/ 769890 h 804455"/>
                  <a:gd name="connsiteX8" fmla="*/ 1071542 w 1690194"/>
                  <a:gd name="connsiteY8" fmla="*/ 804455 h 804455"/>
                  <a:gd name="connsiteX0" fmla="*/ 1071542 w 1690194"/>
                  <a:gd name="connsiteY0" fmla="*/ 804455 h 804507"/>
                  <a:gd name="connsiteX1" fmla="*/ 663047 w 1690194"/>
                  <a:gd name="connsiteY1" fmla="*/ 804455 h 804507"/>
                  <a:gd name="connsiteX2" fmla="*/ 527929 w 1690194"/>
                  <a:gd name="connsiteY2" fmla="*/ 751036 h 804507"/>
                  <a:gd name="connsiteX3" fmla="*/ 9455 w 1690194"/>
                  <a:gd name="connsiteY3" fmla="*/ 238847 h 804507"/>
                  <a:gd name="connsiteX4" fmla="*/ 31451 w 1690194"/>
                  <a:gd name="connsiteY4" fmla="*/ 160290 h 804507"/>
                  <a:gd name="connsiteX5" fmla="*/ 1630865 w 1690194"/>
                  <a:gd name="connsiteY5" fmla="*/ 160290 h 804507"/>
                  <a:gd name="connsiteX6" fmla="*/ 1684284 w 1690194"/>
                  <a:gd name="connsiteY6" fmla="*/ 219993 h 804507"/>
                  <a:gd name="connsiteX7" fmla="*/ 1143814 w 1690194"/>
                  <a:gd name="connsiteY7" fmla="*/ 769890 h 804507"/>
                  <a:gd name="connsiteX8" fmla="*/ 1071542 w 1690194"/>
                  <a:gd name="connsiteY8" fmla="*/ 804455 h 8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0194" h="804507">
                    <a:moveTo>
                      <a:pt x="1071542" y="804455"/>
                    </a:moveTo>
                    <a:lnTo>
                      <a:pt x="663047" y="804455"/>
                    </a:lnTo>
                    <a:cubicBezTo>
                      <a:pt x="608581" y="805503"/>
                      <a:pt x="566684" y="790837"/>
                      <a:pt x="527929" y="751036"/>
                    </a:cubicBezTo>
                    <a:lnTo>
                      <a:pt x="9455" y="238847"/>
                    </a:lnTo>
                    <a:cubicBezTo>
                      <a:pt x="-11493" y="212661"/>
                      <a:pt x="5265" y="167623"/>
                      <a:pt x="31451" y="160290"/>
                    </a:cubicBezTo>
                    <a:cubicBezTo>
                      <a:pt x="526881" y="-47100"/>
                      <a:pt x="1129150" y="-59668"/>
                      <a:pt x="1630865" y="160290"/>
                    </a:cubicBezTo>
                    <a:cubicBezTo>
                      <a:pt x="1670667" y="167622"/>
                      <a:pt x="1704185" y="196950"/>
                      <a:pt x="1684284" y="219993"/>
                    </a:cubicBezTo>
                    <a:lnTo>
                      <a:pt x="1143814" y="769890"/>
                    </a:lnTo>
                    <a:cubicBezTo>
                      <a:pt x="1119723" y="797124"/>
                      <a:pt x="1095633" y="792933"/>
                      <a:pt x="1071542" y="804455"/>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 name="矩形 18"/>
              <p:cNvSpPr/>
              <p:nvPr/>
            </p:nvSpPr>
            <p:spPr>
              <a:xfrm>
                <a:off x="3885355" y="3840129"/>
                <a:ext cx="1099077" cy="641609"/>
              </a:xfrm>
              <a:prstGeom prst="rect">
                <a:avLst/>
              </a:prstGeom>
            </p:spPr>
            <p:txBody>
              <a:bodyPr wrap="square">
                <a:spAutoFit/>
              </a:bodyPr>
              <a:lstStyle/>
              <a:p>
                <a:pPr algn="ctr"/>
                <a:r>
                  <a:rPr lang="en-US" altLang="zh-CN" sz="3797" b="1" dirty="0">
                    <a:solidFill>
                      <a:prstClr val="white"/>
                    </a:solidFill>
                    <a:latin typeface="Agency FB" panose="020B0503020202020204" pitchFamily="34" charset="0"/>
                    <a:ea typeface="微软雅黑" panose="020B0503020204020204" pitchFamily="34" charset="-122"/>
                  </a:rPr>
                  <a:t>04</a:t>
                </a:r>
                <a:endParaRPr lang="zh-CN" altLang="en-US" sz="3797" b="1" dirty="0">
                  <a:solidFill>
                    <a:prstClr val="white"/>
                  </a:solidFill>
                  <a:latin typeface="Agency FB" panose="020B0503020202020204" pitchFamily="34" charset="0"/>
                  <a:ea typeface="微软雅黑" panose="020B0503020204020204" pitchFamily="34" charset="-122"/>
                </a:endParaRPr>
              </a:p>
            </p:txBody>
          </p:sp>
        </p:grpSp>
        <p:grpSp>
          <p:nvGrpSpPr>
            <p:cNvPr id="4" name="组合 3"/>
            <p:cNvGrpSpPr/>
            <p:nvPr/>
          </p:nvGrpSpPr>
          <p:grpSpPr>
            <a:xfrm>
              <a:off x="6444590" y="4547145"/>
              <a:ext cx="1422231" cy="1432643"/>
              <a:chOff x="6444590" y="4547145"/>
              <a:chExt cx="1422231" cy="1432643"/>
            </a:xfrm>
          </p:grpSpPr>
          <p:sp>
            <p:nvSpPr>
              <p:cNvPr id="36" name="任意多边形 35"/>
              <p:cNvSpPr/>
              <p:nvPr/>
            </p:nvSpPr>
            <p:spPr>
              <a:xfrm rot="10800000">
                <a:off x="6444590" y="4547145"/>
                <a:ext cx="1422231" cy="1432643"/>
              </a:xfrm>
              <a:custGeom>
                <a:avLst/>
                <a:gdLst>
                  <a:gd name="connsiteX0" fmla="*/ 1275184 w 1331168"/>
                  <a:gd name="connsiteY0" fmla="*/ 1331167 h 1337387"/>
                  <a:gd name="connsiteX1" fmla="*/ 678025 w 1331168"/>
                  <a:gd name="connsiteY1" fmla="*/ 1337387 h 1337387"/>
                  <a:gd name="connsiteX2" fmla="*/ 566057 w 1331168"/>
                  <a:gd name="connsiteY2" fmla="*/ 1312506 h 1337387"/>
                  <a:gd name="connsiteX3" fmla="*/ 6221 w 1331168"/>
                  <a:gd name="connsiteY3" fmla="*/ 740228 h 1337387"/>
                  <a:gd name="connsiteX4" fmla="*/ 0 w 1331168"/>
                  <a:gd name="connsiteY4" fmla="*/ 634481 h 1337387"/>
                  <a:gd name="connsiteX5" fmla="*/ 622041 w 1331168"/>
                  <a:gd name="connsiteY5" fmla="*/ 0 h 1337387"/>
                  <a:gd name="connsiteX6" fmla="*/ 715347 w 1331168"/>
                  <a:gd name="connsiteY6" fmla="*/ 6220 h 1337387"/>
                  <a:gd name="connsiteX7" fmla="*/ 1256523 w 1331168"/>
                  <a:gd name="connsiteY7" fmla="*/ 553616 h 1337387"/>
                  <a:gd name="connsiteX8" fmla="*/ 1318727 w 1331168"/>
                  <a:gd name="connsiteY8" fmla="*/ 653143 h 1337387"/>
                  <a:gd name="connsiteX9" fmla="*/ 1331168 w 1331168"/>
                  <a:gd name="connsiteY9" fmla="*/ 1268963 h 1337387"/>
                  <a:gd name="connsiteX10" fmla="*/ 1275184 w 1331168"/>
                  <a:gd name="connsiteY10" fmla="*/ 1331167 h 1337387"/>
                  <a:gd name="connsiteX0" fmla="*/ 1284406 w 1340390"/>
                  <a:gd name="connsiteY0" fmla="*/ 1331167 h 1337387"/>
                  <a:gd name="connsiteX1" fmla="*/ 687247 w 1340390"/>
                  <a:gd name="connsiteY1" fmla="*/ 1337387 h 1337387"/>
                  <a:gd name="connsiteX2" fmla="*/ 575279 w 1340390"/>
                  <a:gd name="connsiteY2" fmla="*/ 1312506 h 1337387"/>
                  <a:gd name="connsiteX3" fmla="*/ 15443 w 1340390"/>
                  <a:gd name="connsiteY3" fmla="*/ 740228 h 1337387"/>
                  <a:gd name="connsiteX4" fmla="*/ 9222 w 1340390"/>
                  <a:gd name="connsiteY4" fmla="*/ 634481 h 1337387"/>
                  <a:gd name="connsiteX5" fmla="*/ 631263 w 1340390"/>
                  <a:gd name="connsiteY5" fmla="*/ 0 h 1337387"/>
                  <a:gd name="connsiteX6" fmla="*/ 724569 w 1340390"/>
                  <a:gd name="connsiteY6" fmla="*/ 6220 h 1337387"/>
                  <a:gd name="connsiteX7" fmla="*/ 1265745 w 1340390"/>
                  <a:gd name="connsiteY7" fmla="*/ 553616 h 1337387"/>
                  <a:gd name="connsiteX8" fmla="*/ 1327949 w 1340390"/>
                  <a:gd name="connsiteY8" fmla="*/ 653143 h 1337387"/>
                  <a:gd name="connsiteX9" fmla="*/ 1340390 w 1340390"/>
                  <a:gd name="connsiteY9" fmla="*/ 1268963 h 1337387"/>
                  <a:gd name="connsiteX10" fmla="*/ 1284406 w 1340390"/>
                  <a:gd name="connsiteY10" fmla="*/ 1331167 h 1337387"/>
                  <a:gd name="connsiteX0" fmla="*/ 1289013 w 1344997"/>
                  <a:gd name="connsiteY0" fmla="*/ 1331167 h 1337387"/>
                  <a:gd name="connsiteX1" fmla="*/ 691854 w 1344997"/>
                  <a:gd name="connsiteY1" fmla="*/ 1337387 h 1337387"/>
                  <a:gd name="connsiteX2" fmla="*/ 579886 w 1344997"/>
                  <a:gd name="connsiteY2" fmla="*/ 1312506 h 1337387"/>
                  <a:gd name="connsiteX3" fmla="*/ 20050 w 1344997"/>
                  <a:gd name="connsiteY3" fmla="*/ 740228 h 1337387"/>
                  <a:gd name="connsiteX4" fmla="*/ 13829 w 1344997"/>
                  <a:gd name="connsiteY4" fmla="*/ 634481 h 1337387"/>
                  <a:gd name="connsiteX5" fmla="*/ 635870 w 1344997"/>
                  <a:gd name="connsiteY5" fmla="*/ 0 h 1337387"/>
                  <a:gd name="connsiteX6" fmla="*/ 729176 w 1344997"/>
                  <a:gd name="connsiteY6" fmla="*/ 6220 h 1337387"/>
                  <a:gd name="connsiteX7" fmla="*/ 1270352 w 1344997"/>
                  <a:gd name="connsiteY7" fmla="*/ 553616 h 1337387"/>
                  <a:gd name="connsiteX8" fmla="*/ 1332556 w 1344997"/>
                  <a:gd name="connsiteY8" fmla="*/ 653143 h 1337387"/>
                  <a:gd name="connsiteX9" fmla="*/ 1344997 w 1344997"/>
                  <a:gd name="connsiteY9" fmla="*/ 1268963 h 1337387"/>
                  <a:gd name="connsiteX10" fmla="*/ 1289013 w 1344997"/>
                  <a:gd name="connsiteY10" fmla="*/ 1331167 h 1337387"/>
                  <a:gd name="connsiteX0" fmla="*/ 1289013 w 1344997"/>
                  <a:gd name="connsiteY0" fmla="*/ 1343158 h 1349378"/>
                  <a:gd name="connsiteX1" fmla="*/ 691854 w 1344997"/>
                  <a:gd name="connsiteY1" fmla="*/ 1349378 h 1349378"/>
                  <a:gd name="connsiteX2" fmla="*/ 579886 w 1344997"/>
                  <a:gd name="connsiteY2" fmla="*/ 1324497 h 1349378"/>
                  <a:gd name="connsiteX3" fmla="*/ 20050 w 1344997"/>
                  <a:gd name="connsiteY3" fmla="*/ 752219 h 1349378"/>
                  <a:gd name="connsiteX4" fmla="*/ 13829 w 1344997"/>
                  <a:gd name="connsiteY4" fmla="*/ 646472 h 1349378"/>
                  <a:gd name="connsiteX5" fmla="*/ 635870 w 1344997"/>
                  <a:gd name="connsiteY5" fmla="*/ 11991 h 1349378"/>
                  <a:gd name="connsiteX6" fmla="*/ 729176 w 1344997"/>
                  <a:gd name="connsiteY6" fmla="*/ 18211 h 1349378"/>
                  <a:gd name="connsiteX7" fmla="*/ 1270352 w 1344997"/>
                  <a:gd name="connsiteY7" fmla="*/ 565607 h 1349378"/>
                  <a:gd name="connsiteX8" fmla="*/ 1332556 w 1344997"/>
                  <a:gd name="connsiteY8" fmla="*/ 665134 h 1349378"/>
                  <a:gd name="connsiteX9" fmla="*/ 1344997 w 1344997"/>
                  <a:gd name="connsiteY9" fmla="*/ 1280954 h 1349378"/>
                  <a:gd name="connsiteX10" fmla="*/ 1289013 w 1344997"/>
                  <a:gd name="connsiteY10" fmla="*/ 1343158 h 1349378"/>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8"/>
                  <a:gd name="connsiteY0" fmla="*/ 1348624 h 1354844"/>
                  <a:gd name="connsiteX1" fmla="*/ 691854 w 1344998"/>
                  <a:gd name="connsiteY1" fmla="*/ 1354844 h 1354844"/>
                  <a:gd name="connsiteX2" fmla="*/ 579886 w 1344998"/>
                  <a:gd name="connsiteY2" fmla="*/ 1329963 h 1354844"/>
                  <a:gd name="connsiteX3" fmla="*/ 20050 w 1344998"/>
                  <a:gd name="connsiteY3" fmla="*/ 757685 h 1354844"/>
                  <a:gd name="connsiteX4" fmla="*/ 13829 w 1344998"/>
                  <a:gd name="connsiteY4" fmla="*/ 651938 h 1354844"/>
                  <a:gd name="connsiteX5" fmla="*/ 635870 w 1344998"/>
                  <a:gd name="connsiteY5" fmla="*/ 17457 h 1354844"/>
                  <a:gd name="connsiteX6" fmla="*/ 729176 w 1344998"/>
                  <a:gd name="connsiteY6" fmla="*/ 23677 h 1354844"/>
                  <a:gd name="connsiteX7" fmla="*/ 1270352 w 1344998"/>
                  <a:gd name="connsiteY7" fmla="*/ 571073 h 1354844"/>
                  <a:gd name="connsiteX8" fmla="*/ 1332556 w 1344998"/>
                  <a:gd name="connsiteY8" fmla="*/ 670600 h 1354844"/>
                  <a:gd name="connsiteX9" fmla="*/ 1344997 w 1344998"/>
                  <a:gd name="connsiteY9" fmla="*/ 1286420 h 1354844"/>
                  <a:gd name="connsiteX10" fmla="*/ 1289013 w 1344998"/>
                  <a:gd name="connsiteY10" fmla="*/ 1348624 h 13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4998" h="1354844">
                    <a:moveTo>
                      <a:pt x="1289013" y="1348624"/>
                    </a:moveTo>
                    <a:lnTo>
                      <a:pt x="691854" y="1354844"/>
                    </a:lnTo>
                    <a:cubicBezTo>
                      <a:pt x="660816" y="1352835"/>
                      <a:pt x="604640" y="1353968"/>
                      <a:pt x="579886" y="1329963"/>
                    </a:cubicBezTo>
                    <a:lnTo>
                      <a:pt x="20050" y="757685"/>
                    </a:lnTo>
                    <a:cubicBezTo>
                      <a:pt x="-878" y="722436"/>
                      <a:pt x="-9235" y="684045"/>
                      <a:pt x="13829" y="651938"/>
                    </a:cubicBezTo>
                    <a:lnTo>
                      <a:pt x="635870" y="17457"/>
                    </a:lnTo>
                    <a:cubicBezTo>
                      <a:pt x="666972" y="-11892"/>
                      <a:pt x="704358" y="-392"/>
                      <a:pt x="729176" y="23677"/>
                    </a:cubicBezTo>
                    <a:lnTo>
                      <a:pt x="1270352" y="571073"/>
                    </a:lnTo>
                    <a:cubicBezTo>
                      <a:pt x="1297372" y="601107"/>
                      <a:pt x="1324390" y="634281"/>
                      <a:pt x="1332556" y="670600"/>
                    </a:cubicBezTo>
                    <a:lnTo>
                      <a:pt x="1344997" y="1286420"/>
                    </a:lnTo>
                    <a:cubicBezTo>
                      <a:pt x="1345189" y="1319725"/>
                      <a:pt x="1320243" y="1349885"/>
                      <a:pt x="1289013" y="1348624"/>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 name="Freeform 22"/>
              <p:cNvSpPr>
                <a:spLocks noEditPoints="1"/>
              </p:cNvSpPr>
              <p:nvPr/>
            </p:nvSpPr>
            <p:spPr bwMode="auto">
              <a:xfrm>
                <a:off x="6664182" y="4748985"/>
                <a:ext cx="386804" cy="454241"/>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grpSp>
        <p:grpSp>
          <p:nvGrpSpPr>
            <p:cNvPr id="2" name="组合 1"/>
            <p:cNvGrpSpPr/>
            <p:nvPr/>
          </p:nvGrpSpPr>
          <p:grpSpPr>
            <a:xfrm>
              <a:off x="4312192" y="2386116"/>
              <a:ext cx="1422231" cy="1432643"/>
              <a:chOff x="4312192" y="2386116"/>
              <a:chExt cx="1422231" cy="1432643"/>
            </a:xfrm>
          </p:grpSpPr>
          <p:sp>
            <p:nvSpPr>
              <p:cNvPr id="40" name="任意多边形 39"/>
              <p:cNvSpPr/>
              <p:nvPr/>
            </p:nvSpPr>
            <p:spPr>
              <a:xfrm>
                <a:off x="4312192" y="2386116"/>
                <a:ext cx="1422231" cy="1432643"/>
              </a:xfrm>
              <a:custGeom>
                <a:avLst/>
                <a:gdLst>
                  <a:gd name="connsiteX0" fmla="*/ 1275184 w 1331168"/>
                  <a:gd name="connsiteY0" fmla="*/ 1331167 h 1337387"/>
                  <a:gd name="connsiteX1" fmla="*/ 678025 w 1331168"/>
                  <a:gd name="connsiteY1" fmla="*/ 1337387 h 1337387"/>
                  <a:gd name="connsiteX2" fmla="*/ 566057 w 1331168"/>
                  <a:gd name="connsiteY2" fmla="*/ 1312506 h 1337387"/>
                  <a:gd name="connsiteX3" fmla="*/ 6221 w 1331168"/>
                  <a:gd name="connsiteY3" fmla="*/ 740228 h 1337387"/>
                  <a:gd name="connsiteX4" fmla="*/ 0 w 1331168"/>
                  <a:gd name="connsiteY4" fmla="*/ 634481 h 1337387"/>
                  <a:gd name="connsiteX5" fmla="*/ 622041 w 1331168"/>
                  <a:gd name="connsiteY5" fmla="*/ 0 h 1337387"/>
                  <a:gd name="connsiteX6" fmla="*/ 715347 w 1331168"/>
                  <a:gd name="connsiteY6" fmla="*/ 6220 h 1337387"/>
                  <a:gd name="connsiteX7" fmla="*/ 1256523 w 1331168"/>
                  <a:gd name="connsiteY7" fmla="*/ 553616 h 1337387"/>
                  <a:gd name="connsiteX8" fmla="*/ 1318727 w 1331168"/>
                  <a:gd name="connsiteY8" fmla="*/ 653143 h 1337387"/>
                  <a:gd name="connsiteX9" fmla="*/ 1331168 w 1331168"/>
                  <a:gd name="connsiteY9" fmla="*/ 1268963 h 1337387"/>
                  <a:gd name="connsiteX10" fmla="*/ 1275184 w 1331168"/>
                  <a:gd name="connsiteY10" fmla="*/ 1331167 h 1337387"/>
                  <a:gd name="connsiteX0" fmla="*/ 1284406 w 1340390"/>
                  <a:gd name="connsiteY0" fmla="*/ 1331167 h 1337387"/>
                  <a:gd name="connsiteX1" fmla="*/ 687247 w 1340390"/>
                  <a:gd name="connsiteY1" fmla="*/ 1337387 h 1337387"/>
                  <a:gd name="connsiteX2" fmla="*/ 575279 w 1340390"/>
                  <a:gd name="connsiteY2" fmla="*/ 1312506 h 1337387"/>
                  <a:gd name="connsiteX3" fmla="*/ 15443 w 1340390"/>
                  <a:gd name="connsiteY3" fmla="*/ 740228 h 1337387"/>
                  <a:gd name="connsiteX4" fmla="*/ 9222 w 1340390"/>
                  <a:gd name="connsiteY4" fmla="*/ 634481 h 1337387"/>
                  <a:gd name="connsiteX5" fmla="*/ 631263 w 1340390"/>
                  <a:gd name="connsiteY5" fmla="*/ 0 h 1337387"/>
                  <a:gd name="connsiteX6" fmla="*/ 724569 w 1340390"/>
                  <a:gd name="connsiteY6" fmla="*/ 6220 h 1337387"/>
                  <a:gd name="connsiteX7" fmla="*/ 1265745 w 1340390"/>
                  <a:gd name="connsiteY7" fmla="*/ 553616 h 1337387"/>
                  <a:gd name="connsiteX8" fmla="*/ 1327949 w 1340390"/>
                  <a:gd name="connsiteY8" fmla="*/ 653143 h 1337387"/>
                  <a:gd name="connsiteX9" fmla="*/ 1340390 w 1340390"/>
                  <a:gd name="connsiteY9" fmla="*/ 1268963 h 1337387"/>
                  <a:gd name="connsiteX10" fmla="*/ 1284406 w 1340390"/>
                  <a:gd name="connsiteY10" fmla="*/ 1331167 h 1337387"/>
                  <a:gd name="connsiteX0" fmla="*/ 1289013 w 1344997"/>
                  <a:gd name="connsiteY0" fmla="*/ 1331167 h 1337387"/>
                  <a:gd name="connsiteX1" fmla="*/ 691854 w 1344997"/>
                  <a:gd name="connsiteY1" fmla="*/ 1337387 h 1337387"/>
                  <a:gd name="connsiteX2" fmla="*/ 579886 w 1344997"/>
                  <a:gd name="connsiteY2" fmla="*/ 1312506 h 1337387"/>
                  <a:gd name="connsiteX3" fmla="*/ 20050 w 1344997"/>
                  <a:gd name="connsiteY3" fmla="*/ 740228 h 1337387"/>
                  <a:gd name="connsiteX4" fmla="*/ 13829 w 1344997"/>
                  <a:gd name="connsiteY4" fmla="*/ 634481 h 1337387"/>
                  <a:gd name="connsiteX5" fmla="*/ 635870 w 1344997"/>
                  <a:gd name="connsiteY5" fmla="*/ 0 h 1337387"/>
                  <a:gd name="connsiteX6" fmla="*/ 729176 w 1344997"/>
                  <a:gd name="connsiteY6" fmla="*/ 6220 h 1337387"/>
                  <a:gd name="connsiteX7" fmla="*/ 1270352 w 1344997"/>
                  <a:gd name="connsiteY7" fmla="*/ 553616 h 1337387"/>
                  <a:gd name="connsiteX8" fmla="*/ 1332556 w 1344997"/>
                  <a:gd name="connsiteY8" fmla="*/ 653143 h 1337387"/>
                  <a:gd name="connsiteX9" fmla="*/ 1344997 w 1344997"/>
                  <a:gd name="connsiteY9" fmla="*/ 1268963 h 1337387"/>
                  <a:gd name="connsiteX10" fmla="*/ 1289013 w 1344997"/>
                  <a:gd name="connsiteY10" fmla="*/ 1331167 h 1337387"/>
                  <a:gd name="connsiteX0" fmla="*/ 1289013 w 1344997"/>
                  <a:gd name="connsiteY0" fmla="*/ 1343158 h 1349378"/>
                  <a:gd name="connsiteX1" fmla="*/ 691854 w 1344997"/>
                  <a:gd name="connsiteY1" fmla="*/ 1349378 h 1349378"/>
                  <a:gd name="connsiteX2" fmla="*/ 579886 w 1344997"/>
                  <a:gd name="connsiteY2" fmla="*/ 1324497 h 1349378"/>
                  <a:gd name="connsiteX3" fmla="*/ 20050 w 1344997"/>
                  <a:gd name="connsiteY3" fmla="*/ 752219 h 1349378"/>
                  <a:gd name="connsiteX4" fmla="*/ 13829 w 1344997"/>
                  <a:gd name="connsiteY4" fmla="*/ 646472 h 1349378"/>
                  <a:gd name="connsiteX5" fmla="*/ 635870 w 1344997"/>
                  <a:gd name="connsiteY5" fmla="*/ 11991 h 1349378"/>
                  <a:gd name="connsiteX6" fmla="*/ 729176 w 1344997"/>
                  <a:gd name="connsiteY6" fmla="*/ 18211 h 1349378"/>
                  <a:gd name="connsiteX7" fmla="*/ 1270352 w 1344997"/>
                  <a:gd name="connsiteY7" fmla="*/ 565607 h 1349378"/>
                  <a:gd name="connsiteX8" fmla="*/ 1332556 w 1344997"/>
                  <a:gd name="connsiteY8" fmla="*/ 665134 h 1349378"/>
                  <a:gd name="connsiteX9" fmla="*/ 1344997 w 1344997"/>
                  <a:gd name="connsiteY9" fmla="*/ 1280954 h 1349378"/>
                  <a:gd name="connsiteX10" fmla="*/ 1289013 w 1344997"/>
                  <a:gd name="connsiteY10" fmla="*/ 1343158 h 1349378"/>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8"/>
                  <a:gd name="connsiteY0" fmla="*/ 1348624 h 1354844"/>
                  <a:gd name="connsiteX1" fmla="*/ 691854 w 1344998"/>
                  <a:gd name="connsiteY1" fmla="*/ 1354844 h 1354844"/>
                  <a:gd name="connsiteX2" fmla="*/ 579886 w 1344998"/>
                  <a:gd name="connsiteY2" fmla="*/ 1329963 h 1354844"/>
                  <a:gd name="connsiteX3" fmla="*/ 20050 w 1344998"/>
                  <a:gd name="connsiteY3" fmla="*/ 757685 h 1354844"/>
                  <a:gd name="connsiteX4" fmla="*/ 13829 w 1344998"/>
                  <a:gd name="connsiteY4" fmla="*/ 651938 h 1354844"/>
                  <a:gd name="connsiteX5" fmla="*/ 635870 w 1344998"/>
                  <a:gd name="connsiteY5" fmla="*/ 17457 h 1354844"/>
                  <a:gd name="connsiteX6" fmla="*/ 729176 w 1344998"/>
                  <a:gd name="connsiteY6" fmla="*/ 23677 h 1354844"/>
                  <a:gd name="connsiteX7" fmla="*/ 1270352 w 1344998"/>
                  <a:gd name="connsiteY7" fmla="*/ 571073 h 1354844"/>
                  <a:gd name="connsiteX8" fmla="*/ 1332556 w 1344998"/>
                  <a:gd name="connsiteY8" fmla="*/ 670600 h 1354844"/>
                  <a:gd name="connsiteX9" fmla="*/ 1344997 w 1344998"/>
                  <a:gd name="connsiteY9" fmla="*/ 1286420 h 1354844"/>
                  <a:gd name="connsiteX10" fmla="*/ 1289013 w 1344998"/>
                  <a:gd name="connsiteY10" fmla="*/ 1348624 h 13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4998" h="1354844">
                    <a:moveTo>
                      <a:pt x="1289013" y="1348624"/>
                    </a:moveTo>
                    <a:lnTo>
                      <a:pt x="691854" y="1354844"/>
                    </a:lnTo>
                    <a:cubicBezTo>
                      <a:pt x="660816" y="1352835"/>
                      <a:pt x="604640" y="1353968"/>
                      <a:pt x="579886" y="1329963"/>
                    </a:cubicBezTo>
                    <a:lnTo>
                      <a:pt x="20050" y="757685"/>
                    </a:lnTo>
                    <a:cubicBezTo>
                      <a:pt x="-878" y="722436"/>
                      <a:pt x="-9235" y="684045"/>
                      <a:pt x="13829" y="651938"/>
                    </a:cubicBezTo>
                    <a:lnTo>
                      <a:pt x="635870" y="17457"/>
                    </a:lnTo>
                    <a:cubicBezTo>
                      <a:pt x="666972" y="-11892"/>
                      <a:pt x="704358" y="-392"/>
                      <a:pt x="729176" y="23677"/>
                    </a:cubicBezTo>
                    <a:lnTo>
                      <a:pt x="1270352" y="571073"/>
                    </a:lnTo>
                    <a:cubicBezTo>
                      <a:pt x="1297372" y="601107"/>
                      <a:pt x="1324390" y="634281"/>
                      <a:pt x="1332556" y="670600"/>
                    </a:cubicBezTo>
                    <a:lnTo>
                      <a:pt x="1344997" y="1286420"/>
                    </a:lnTo>
                    <a:cubicBezTo>
                      <a:pt x="1345189" y="1319725"/>
                      <a:pt x="1320243" y="1349885"/>
                      <a:pt x="1289013" y="1348624"/>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3" name="Freeform 14"/>
              <p:cNvSpPr>
                <a:spLocks noEditPoints="1"/>
              </p:cNvSpPr>
              <p:nvPr/>
            </p:nvSpPr>
            <p:spPr bwMode="auto">
              <a:xfrm>
                <a:off x="5038832" y="3175864"/>
                <a:ext cx="437483" cy="435720"/>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6" name="组合 45"/>
            <p:cNvGrpSpPr/>
            <p:nvPr/>
          </p:nvGrpSpPr>
          <p:grpSpPr>
            <a:xfrm>
              <a:off x="4297524" y="4544947"/>
              <a:ext cx="1432643" cy="1422231"/>
              <a:chOff x="4297524" y="4544947"/>
              <a:chExt cx="1432643" cy="1422231"/>
            </a:xfrm>
          </p:grpSpPr>
          <p:sp>
            <p:nvSpPr>
              <p:cNvPr id="34" name="任意多边形 33"/>
              <p:cNvSpPr/>
              <p:nvPr/>
            </p:nvSpPr>
            <p:spPr>
              <a:xfrm rot="16200000">
                <a:off x="4302730" y="4539741"/>
                <a:ext cx="1422231" cy="1432643"/>
              </a:xfrm>
              <a:custGeom>
                <a:avLst/>
                <a:gdLst>
                  <a:gd name="connsiteX0" fmla="*/ 1275184 w 1331168"/>
                  <a:gd name="connsiteY0" fmla="*/ 1331167 h 1337387"/>
                  <a:gd name="connsiteX1" fmla="*/ 678025 w 1331168"/>
                  <a:gd name="connsiteY1" fmla="*/ 1337387 h 1337387"/>
                  <a:gd name="connsiteX2" fmla="*/ 566057 w 1331168"/>
                  <a:gd name="connsiteY2" fmla="*/ 1312506 h 1337387"/>
                  <a:gd name="connsiteX3" fmla="*/ 6221 w 1331168"/>
                  <a:gd name="connsiteY3" fmla="*/ 740228 h 1337387"/>
                  <a:gd name="connsiteX4" fmla="*/ 0 w 1331168"/>
                  <a:gd name="connsiteY4" fmla="*/ 634481 h 1337387"/>
                  <a:gd name="connsiteX5" fmla="*/ 622041 w 1331168"/>
                  <a:gd name="connsiteY5" fmla="*/ 0 h 1337387"/>
                  <a:gd name="connsiteX6" fmla="*/ 715347 w 1331168"/>
                  <a:gd name="connsiteY6" fmla="*/ 6220 h 1337387"/>
                  <a:gd name="connsiteX7" fmla="*/ 1256523 w 1331168"/>
                  <a:gd name="connsiteY7" fmla="*/ 553616 h 1337387"/>
                  <a:gd name="connsiteX8" fmla="*/ 1318727 w 1331168"/>
                  <a:gd name="connsiteY8" fmla="*/ 653143 h 1337387"/>
                  <a:gd name="connsiteX9" fmla="*/ 1331168 w 1331168"/>
                  <a:gd name="connsiteY9" fmla="*/ 1268963 h 1337387"/>
                  <a:gd name="connsiteX10" fmla="*/ 1275184 w 1331168"/>
                  <a:gd name="connsiteY10" fmla="*/ 1331167 h 1337387"/>
                  <a:gd name="connsiteX0" fmla="*/ 1284406 w 1340390"/>
                  <a:gd name="connsiteY0" fmla="*/ 1331167 h 1337387"/>
                  <a:gd name="connsiteX1" fmla="*/ 687247 w 1340390"/>
                  <a:gd name="connsiteY1" fmla="*/ 1337387 h 1337387"/>
                  <a:gd name="connsiteX2" fmla="*/ 575279 w 1340390"/>
                  <a:gd name="connsiteY2" fmla="*/ 1312506 h 1337387"/>
                  <a:gd name="connsiteX3" fmla="*/ 15443 w 1340390"/>
                  <a:gd name="connsiteY3" fmla="*/ 740228 h 1337387"/>
                  <a:gd name="connsiteX4" fmla="*/ 9222 w 1340390"/>
                  <a:gd name="connsiteY4" fmla="*/ 634481 h 1337387"/>
                  <a:gd name="connsiteX5" fmla="*/ 631263 w 1340390"/>
                  <a:gd name="connsiteY5" fmla="*/ 0 h 1337387"/>
                  <a:gd name="connsiteX6" fmla="*/ 724569 w 1340390"/>
                  <a:gd name="connsiteY6" fmla="*/ 6220 h 1337387"/>
                  <a:gd name="connsiteX7" fmla="*/ 1265745 w 1340390"/>
                  <a:gd name="connsiteY7" fmla="*/ 553616 h 1337387"/>
                  <a:gd name="connsiteX8" fmla="*/ 1327949 w 1340390"/>
                  <a:gd name="connsiteY8" fmla="*/ 653143 h 1337387"/>
                  <a:gd name="connsiteX9" fmla="*/ 1340390 w 1340390"/>
                  <a:gd name="connsiteY9" fmla="*/ 1268963 h 1337387"/>
                  <a:gd name="connsiteX10" fmla="*/ 1284406 w 1340390"/>
                  <a:gd name="connsiteY10" fmla="*/ 1331167 h 1337387"/>
                  <a:gd name="connsiteX0" fmla="*/ 1289013 w 1344997"/>
                  <a:gd name="connsiteY0" fmla="*/ 1331167 h 1337387"/>
                  <a:gd name="connsiteX1" fmla="*/ 691854 w 1344997"/>
                  <a:gd name="connsiteY1" fmla="*/ 1337387 h 1337387"/>
                  <a:gd name="connsiteX2" fmla="*/ 579886 w 1344997"/>
                  <a:gd name="connsiteY2" fmla="*/ 1312506 h 1337387"/>
                  <a:gd name="connsiteX3" fmla="*/ 20050 w 1344997"/>
                  <a:gd name="connsiteY3" fmla="*/ 740228 h 1337387"/>
                  <a:gd name="connsiteX4" fmla="*/ 13829 w 1344997"/>
                  <a:gd name="connsiteY4" fmla="*/ 634481 h 1337387"/>
                  <a:gd name="connsiteX5" fmla="*/ 635870 w 1344997"/>
                  <a:gd name="connsiteY5" fmla="*/ 0 h 1337387"/>
                  <a:gd name="connsiteX6" fmla="*/ 729176 w 1344997"/>
                  <a:gd name="connsiteY6" fmla="*/ 6220 h 1337387"/>
                  <a:gd name="connsiteX7" fmla="*/ 1270352 w 1344997"/>
                  <a:gd name="connsiteY7" fmla="*/ 553616 h 1337387"/>
                  <a:gd name="connsiteX8" fmla="*/ 1332556 w 1344997"/>
                  <a:gd name="connsiteY8" fmla="*/ 653143 h 1337387"/>
                  <a:gd name="connsiteX9" fmla="*/ 1344997 w 1344997"/>
                  <a:gd name="connsiteY9" fmla="*/ 1268963 h 1337387"/>
                  <a:gd name="connsiteX10" fmla="*/ 1289013 w 1344997"/>
                  <a:gd name="connsiteY10" fmla="*/ 1331167 h 1337387"/>
                  <a:gd name="connsiteX0" fmla="*/ 1289013 w 1344997"/>
                  <a:gd name="connsiteY0" fmla="*/ 1343158 h 1349378"/>
                  <a:gd name="connsiteX1" fmla="*/ 691854 w 1344997"/>
                  <a:gd name="connsiteY1" fmla="*/ 1349378 h 1349378"/>
                  <a:gd name="connsiteX2" fmla="*/ 579886 w 1344997"/>
                  <a:gd name="connsiteY2" fmla="*/ 1324497 h 1349378"/>
                  <a:gd name="connsiteX3" fmla="*/ 20050 w 1344997"/>
                  <a:gd name="connsiteY3" fmla="*/ 752219 h 1349378"/>
                  <a:gd name="connsiteX4" fmla="*/ 13829 w 1344997"/>
                  <a:gd name="connsiteY4" fmla="*/ 646472 h 1349378"/>
                  <a:gd name="connsiteX5" fmla="*/ 635870 w 1344997"/>
                  <a:gd name="connsiteY5" fmla="*/ 11991 h 1349378"/>
                  <a:gd name="connsiteX6" fmla="*/ 729176 w 1344997"/>
                  <a:gd name="connsiteY6" fmla="*/ 18211 h 1349378"/>
                  <a:gd name="connsiteX7" fmla="*/ 1270352 w 1344997"/>
                  <a:gd name="connsiteY7" fmla="*/ 565607 h 1349378"/>
                  <a:gd name="connsiteX8" fmla="*/ 1332556 w 1344997"/>
                  <a:gd name="connsiteY8" fmla="*/ 665134 h 1349378"/>
                  <a:gd name="connsiteX9" fmla="*/ 1344997 w 1344997"/>
                  <a:gd name="connsiteY9" fmla="*/ 1280954 h 1349378"/>
                  <a:gd name="connsiteX10" fmla="*/ 1289013 w 1344997"/>
                  <a:gd name="connsiteY10" fmla="*/ 1343158 h 1349378"/>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8"/>
                  <a:gd name="connsiteY0" fmla="*/ 1348624 h 1354844"/>
                  <a:gd name="connsiteX1" fmla="*/ 691854 w 1344998"/>
                  <a:gd name="connsiteY1" fmla="*/ 1354844 h 1354844"/>
                  <a:gd name="connsiteX2" fmla="*/ 579886 w 1344998"/>
                  <a:gd name="connsiteY2" fmla="*/ 1329963 h 1354844"/>
                  <a:gd name="connsiteX3" fmla="*/ 20050 w 1344998"/>
                  <a:gd name="connsiteY3" fmla="*/ 757685 h 1354844"/>
                  <a:gd name="connsiteX4" fmla="*/ 13829 w 1344998"/>
                  <a:gd name="connsiteY4" fmla="*/ 651938 h 1354844"/>
                  <a:gd name="connsiteX5" fmla="*/ 635870 w 1344998"/>
                  <a:gd name="connsiteY5" fmla="*/ 17457 h 1354844"/>
                  <a:gd name="connsiteX6" fmla="*/ 729176 w 1344998"/>
                  <a:gd name="connsiteY6" fmla="*/ 23677 h 1354844"/>
                  <a:gd name="connsiteX7" fmla="*/ 1270352 w 1344998"/>
                  <a:gd name="connsiteY7" fmla="*/ 571073 h 1354844"/>
                  <a:gd name="connsiteX8" fmla="*/ 1332556 w 1344998"/>
                  <a:gd name="connsiteY8" fmla="*/ 670600 h 1354844"/>
                  <a:gd name="connsiteX9" fmla="*/ 1344997 w 1344998"/>
                  <a:gd name="connsiteY9" fmla="*/ 1286420 h 1354844"/>
                  <a:gd name="connsiteX10" fmla="*/ 1289013 w 1344998"/>
                  <a:gd name="connsiteY10" fmla="*/ 1348624 h 13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4998" h="1354844">
                    <a:moveTo>
                      <a:pt x="1289013" y="1348624"/>
                    </a:moveTo>
                    <a:lnTo>
                      <a:pt x="691854" y="1354844"/>
                    </a:lnTo>
                    <a:cubicBezTo>
                      <a:pt x="660816" y="1352835"/>
                      <a:pt x="604640" y="1353968"/>
                      <a:pt x="579886" y="1329963"/>
                    </a:cubicBezTo>
                    <a:lnTo>
                      <a:pt x="20050" y="757685"/>
                    </a:lnTo>
                    <a:cubicBezTo>
                      <a:pt x="-878" y="722436"/>
                      <a:pt x="-9235" y="684045"/>
                      <a:pt x="13829" y="651938"/>
                    </a:cubicBezTo>
                    <a:lnTo>
                      <a:pt x="635870" y="17457"/>
                    </a:lnTo>
                    <a:cubicBezTo>
                      <a:pt x="666972" y="-11892"/>
                      <a:pt x="704358" y="-392"/>
                      <a:pt x="729176" y="23677"/>
                    </a:cubicBezTo>
                    <a:lnTo>
                      <a:pt x="1270352" y="571073"/>
                    </a:lnTo>
                    <a:cubicBezTo>
                      <a:pt x="1297372" y="601107"/>
                      <a:pt x="1324390" y="634281"/>
                      <a:pt x="1332556" y="670600"/>
                    </a:cubicBezTo>
                    <a:lnTo>
                      <a:pt x="1344997" y="1286420"/>
                    </a:lnTo>
                    <a:cubicBezTo>
                      <a:pt x="1345189" y="1319725"/>
                      <a:pt x="1320243" y="1349885"/>
                      <a:pt x="1289013" y="1348624"/>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4" name="Freeform 26"/>
              <p:cNvSpPr>
                <a:spLocks noEditPoints="1"/>
              </p:cNvSpPr>
              <p:nvPr/>
            </p:nvSpPr>
            <p:spPr bwMode="auto">
              <a:xfrm>
                <a:off x="5177203" y="4801539"/>
                <a:ext cx="337720" cy="354819"/>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3" name="组合 2"/>
            <p:cNvGrpSpPr/>
            <p:nvPr/>
          </p:nvGrpSpPr>
          <p:grpSpPr>
            <a:xfrm>
              <a:off x="6443214" y="2404191"/>
              <a:ext cx="1432643" cy="1422231"/>
              <a:chOff x="6443214" y="2404191"/>
              <a:chExt cx="1432643" cy="1422231"/>
            </a:xfrm>
          </p:grpSpPr>
          <p:sp>
            <p:nvSpPr>
              <p:cNvPr id="38" name="任意多边形 37"/>
              <p:cNvSpPr/>
              <p:nvPr/>
            </p:nvSpPr>
            <p:spPr>
              <a:xfrm rot="5400000">
                <a:off x="6448420" y="2398985"/>
                <a:ext cx="1422231" cy="1432643"/>
              </a:xfrm>
              <a:custGeom>
                <a:avLst/>
                <a:gdLst>
                  <a:gd name="connsiteX0" fmla="*/ 1275184 w 1331168"/>
                  <a:gd name="connsiteY0" fmla="*/ 1331167 h 1337387"/>
                  <a:gd name="connsiteX1" fmla="*/ 678025 w 1331168"/>
                  <a:gd name="connsiteY1" fmla="*/ 1337387 h 1337387"/>
                  <a:gd name="connsiteX2" fmla="*/ 566057 w 1331168"/>
                  <a:gd name="connsiteY2" fmla="*/ 1312506 h 1337387"/>
                  <a:gd name="connsiteX3" fmla="*/ 6221 w 1331168"/>
                  <a:gd name="connsiteY3" fmla="*/ 740228 h 1337387"/>
                  <a:gd name="connsiteX4" fmla="*/ 0 w 1331168"/>
                  <a:gd name="connsiteY4" fmla="*/ 634481 h 1337387"/>
                  <a:gd name="connsiteX5" fmla="*/ 622041 w 1331168"/>
                  <a:gd name="connsiteY5" fmla="*/ 0 h 1337387"/>
                  <a:gd name="connsiteX6" fmla="*/ 715347 w 1331168"/>
                  <a:gd name="connsiteY6" fmla="*/ 6220 h 1337387"/>
                  <a:gd name="connsiteX7" fmla="*/ 1256523 w 1331168"/>
                  <a:gd name="connsiteY7" fmla="*/ 553616 h 1337387"/>
                  <a:gd name="connsiteX8" fmla="*/ 1318727 w 1331168"/>
                  <a:gd name="connsiteY8" fmla="*/ 653143 h 1337387"/>
                  <a:gd name="connsiteX9" fmla="*/ 1331168 w 1331168"/>
                  <a:gd name="connsiteY9" fmla="*/ 1268963 h 1337387"/>
                  <a:gd name="connsiteX10" fmla="*/ 1275184 w 1331168"/>
                  <a:gd name="connsiteY10" fmla="*/ 1331167 h 1337387"/>
                  <a:gd name="connsiteX0" fmla="*/ 1284406 w 1340390"/>
                  <a:gd name="connsiteY0" fmla="*/ 1331167 h 1337387"/>
                  <a:gd name="connsiteX1" fmla="*/ 687247 w 1340390"/>
                  <a:gd name="connsiteY1" fmla="*/ 1337387 h 1337387"/>
                  <a:gd name="connsiteX2" fmla="*/ 575279 w 1340390"/>
                  <a:gd name="connsiteY2" fmla="*/ 1312506 h 1337387"/>
                  <a:gd name="connsiteX3" fmla="*/ 15443 w 1340390"/>
                  <a:gd name="connsiteY3" fmla="*/ 740228 h 1337387"/>
                  <a:gd name="connsiteX4" fmla="*/ 9222 w 1340390"/>
                  <a:gd name="connsiteY4" fmla="*/ 634481 h 1337387"/>
                  <a:gd name="connsiteX5" fmla="*/ 631263 w 1340390"/>
                  <a:gd name="connsiteY5" fmla="*/ 0 h 1337387"/>
                  <a:gd name="connsiteX6" fmla="*/ 724569 w 1340390"/>
                  <a:gd name="connsiteY6" fmla="*/ 6220 h 1337387"/>
                  <a:gd name="connsiteX7" fmla="*/ 1265745 w 1340390"/>
                  <a:gd name="connsiteY7" fmla="*/ 553616 h 1337387"/>
                  <a:gd name="connsiteX8" fmla="*/ 1327949 w 1340390"/>
                  <a:gd name="connsiteY8" fmla="*/ 653143 h 1337387"/>
                  <a:gd name="connsiteX9" fmla="*/ 1340390 w 1340390"/>
                  <a:gd name="connsiteY9" fmla="*/ 1268963 h 1337387"/>
                  <a:gd name="connsiteX10" fmla="*/ 1284406 w 1340390"/>
                  <a:gd name="connsiteY10" fmla="*/ 1331167 h 1337387"/>
                  <a:gd name="connsiteX0" fmla="*/ 1289013 w 1344997"/>
                  <a:gd name="connsiteY0" fmla="*/ 1331167 h 1337387"/>
                  <a:gd name="connsiteX1" fmla="*/ 691854 w 1344997"/>
                  <a:gd name="connsiteY1" fmla="*/ 1337387 h 1337387"/>
                  <a:gd name="connsiteX2" fmla="*/ 579886 w 1344997"/>
                  <a:gd name="connsiteY2" fmla="*/ 1312506 h 1337387"/>
                  <a:gd name="connsiteX3" fmla="*/ 20050 w 1344997"/>
                  <a:gd name="connsiteY3" fmla="*/ 740228 h 1337387"/>
                  <a:gd name="connsiteX4" fmla="*/ 13829 w 1344997"/>
                  <a:gd name="connsiteY4" fmla="*/ 634481 h 1337387"/>
                  <a:gd name="connsiteX5" fmla="*/ 635870 w 1344997"/>
                  <a:gd name="connsiteY5" fmla="*/ 0 h 1337387"/>
                  <a:gd name="connsiteX6" fmla="*/ 729176 w 1344997"/>
                  <a:gd name="connsiteY6" fmla="*/ 6220 h 1337387"/>
                  <a:gd name="connsiteX7" fmla="*/ 1270352 w 1344997"/>
                  <a:gd name="connsiteY7" fmla="*/ 553616 h 1337387"/>
                  <a:gd name="connsiteX8" fmla="*/ 1332556 w 1344997"/>
                  <a:gd name="connsiteY8" fmla="*/ 653143 h 1337387"/>
                  <a:gd name="connsiteX9" fmla="*/ 1344997 w 1344997"/>
                  <a:gd name="connsiteY9" fmla="*/ 1268963 h 1337387"/>
                  <a:gd name="connsiteX10" fmla="*/ 1289013 w 1344997"/>
                  <a:gd name="connsiteY10" fmla="*/ 1331167 h 1337387"/>
                  <a:gd name="connsiteX0" fmla="*/ 1289013 w 1344997"/>
                  <a:gd name="connsiteY0" fmla="*/ 1343158 h 1349378"/>
                  <a:gd name="connsiteX1" fmla="*/ 691854 w 1344997"/>
                  <a:gd name="connsiteY1" fmla="*/ 1349378 h 1349378"/>
                  <a:gd name="connsiteX2" fmla="*/ 579886 w 1344997"/>
                  <a:gd name="connsiteY2" fmla="*/ 1324497 h 1349378"/>
                  <a:gd name="connsiteX3" fmla="*/ 20050 w 1344997"/>
                  <a:gd name="connsiteY3" fmla="*/ 752219 h 1349378"/>
                  <a:gd name="connsiteX4" fmla="*/ 13829 w 1344997"/>
                  <a:gd name="connsiteY4" fmla="*/ 646472 h 1349378"/>
                  <a:gd name="connsiteX5" fmla="*/ 635870 w 1344997"/>
                  <a:gd name="connsiteY5" fmla="*/ 11991 h 1349378"/>
                  <a:gd name="connsiteX6" fmla="*/ 729176 w 1344997"/>
                  <a:gd name="connsiteY6" fmla="*/ 18211 h 1349378"/>
                  <a:gd name="connsiteX7" fmla="*/ 1270352 w 1344997"/>
                  <a:gd name="connsiteY7" fmla="*/ 565607 h 1349378"/>
                  <a:gd name="connsiteX8" fmla="*/ 1332556 w 1344997"/>
                  <a:gd name="connsiteY8" fmla="*/ 665134 h 1349378"/>
                  <a:gd name="connsiteX9" fmla="*/ 1344997 w 1344997"/>
                  <a:gd name="connsiteY9" fmla="*/ 1280954 h 1349378"/>
                  <a:gd name="connsiteX10" fmla="*/ 1289013 w 1344997"/>
                  <a:gd name="connsiteY10" fmla="*/ 1343158 h 1349378"/>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7"/>
                  <a:gd name="connsiteY0" fmla="*/ 1348624 h 1354844"/>
                  <a:gd name="connsiteX1" fmla="*/ 691854 w 1344997"/>
                  <a:gd name="connsiteY1" fmla="*/ 1354844 h 1354844"/>
                  <a:gd name="connsiteX2" fmla="*/ 579886 w 1344997"/>
                  <a:gd name="connsiteY2" fmla="*/ 1329963 h 1354844"/>
                  <a:gd name="connsiteX3" fmla="*/ 20050 w 1344997"/>
                  <a:gd name="connsiteY3" fmla="*/ 757685 h 1354844"/>
                  <a:gd name="connsiteX4" fmla="*/ 13829 w 1344997"/>
                  <a:gd name="connsiteY4" fmla="*/ 651938 h 1354844"/>
                  <a:gd name="connsiteX5" fmla="*/ 635870 w 1344997"/>
                  <a:gd name="connsiteY5" fmla="*/ 17457 h 1354844"/>
                  <a:gd name="connsiteX6" fmla="*/ 729176 w 1344997"/>
                  <a:gd name="connsiteY6" fmla="*/ 23677 h 1354844"/>
                  <a:gd name="connsiteX7" fmla="*/ 1270352 w 1344997"/>
                  <a:gd name="connsiteY7" fmla="*/ 571073 h 1354844"/>
                  <a:gd name="connsiteX8" fmla="*/ 1332556 w 1344997"/>
                  <a:gd name="connsiteY8" fmla="*/ 670600 h 1354844"/>
                  <a:gd name="connsiteX9" fmla="*/ 1344997 w 1344997"/>
                  <a:gd name="connsiteY9" fmla="*/ 1286420 h 1354844"/>
                  <a:gd name="connsiteX10" fmla="*/ 1289013 w 1344997"/>
                  <a:gd name="connsiteY10" fmla="*/ 1348624 h 1354844"/>
                  <a:gd name="connsiteX0" fmla="*/ 1289013 w 1344998"/>
                  <a:gd name="connsiteY0" fmla="*/ 1348624 h 1354844"/>
                  <a:gd name="connsiteX1" fmla="*/ 691854 w 1344998"/>
                  <a:gd name="connsiteY1" fmla="*/ 1354844 h 1354844"/>
                  <a:gd name="connsiteX2" fmla="*/ 579886 w 1344998"/>
                  <a:gd name="connsiteY2" fmla="*/ 1329963 h 1354844"/>
                  <a:gd name="connsiteX3" fmla="*/ 20050 w 1344998"/>
                  <a:gd name="connsiteY3" fmla="*/ 757685 h 1354844"/>
                  <a:gd name="connsiteX4" fmla="*/ 13829 w 1344998"/>
                  <a:gd name="connsiteY4" fmla="*/ 651938 h 1354844"/>
                  <a:gd name="connsiteX5" fmla="*/ 635870 w 1344998"/>
                  <a:gd name="connsiteY5" fmla="*/ 17457 h 1354844"/>
                  <a:gd name="connsiteX6" fmla="*/ 729176 w 1344998"/>
                  <a:gd name="connsiteY6" fmla="*/ 23677 h 1354844"/>
                  <a:gd name="connsiteX7" fmla="*/ 1270352 w 1344998"/>
                  <a:gd name="connsiteY7" fmla="*/ 571073 h 1354844"/>
                  <a:gd name="connsiteX8" fmla="*/ 1332556 w 1344998"/>
                  <a:gd name="connsiteY8" fmla="*/ 670600 h 1354844"/>
                  <a:gd name="connsiteX9" fmla="*/ 1344997 w 1344998"/>
                  <a:gd name="connsiteY9" fmla="*/ 1286420 h 1354844"/>
                  <a:gd name="connsiteX10" fmla="*/ 1289013 w 1344998"/>
                  <a:gd name="connsiteY10" fmla="*/ 1348624 h 13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4998" h="1354844">
                    <a:moveTo>
                      <a:pt x="1289013" y="1348624"/>
                    </a:moveTo>
                    <a:lnTo>
                      <a:pt x="691854" y="1354844"/>
                    </a:lnTo>
                    <a:cubicBezTo>
                      <a:pt x="660816" y="1352835"/>
                      <a:pt x="604640" y="1353968"/>
                      <a:pt x="579886" y="1329963"/>
                    </a:cubicBezTo>
                    <a:lnTo>
                      <a:pt x="20050" y="757685"/>
                    </a:lnTo>
                    <a:cubicBezTo>
                      <a:pt x="-878" y="722436"/>
                      <a:pt x="-9235" y="684045"/>
                      <a:pt x="13829" y="651938"/>
                    </a:cubicBezTo>
                    <a:lnTo>
                      <a:pt x="635870" y="17457"/>
                    </a:lnTo>
                    <a:cubicBezTo>
                      <a:pt x="666972" y="-11892"/>
                      <a:pt x="704358" y="-392"/>
                      <a:pt x="729176" y="23677"/>
                    </a:cubicBezTo>
                    <a:lnTo>
                      <a:pt x="1270352" y="571073"/>
                    </a:lnTo>
                    <a:cubicBezTo>
                      <a:pt x="1297372" y="601107"/>
                      <a:pt x="1324390" y="634281"/>
                      <a:pt x="1332556" y="670600"/>
                    </a:cubicBezTo>
                    <a:lnTo>
                      <a:pt x="1344997" y="1286420"/>
                    </a:lnTo>
                    <a:cubicBezTo>
                      <a:pt x="1345189" y="1319725"/>
                      <a:pt x="1320243" y="1349885"/>
                      <a:pt x="1289013" y="1348624"/>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5" name="Freeform 33"/>
              <p:cNvSpPr>
                <a:spLocks noEditPoints="1"/>
              </p:cNvSpPr>
              <p:nvPr/>
            </p:nvSpPr>
            <p:spPr bwMode="auto">
              <a:xfrm>
                <a:off x="6664182" y="3203673"/>
                <a:ext cx="463942" cy="435719"/>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sp>
        <p:nvSpPr>
          <p:cNvPr id="51" name="矩形 47"/>
          <p:cNvSpPr>
            <a:spLocks noChangeArrowheads="1"/>
          </p:cNvSpPr>
          <p:nvPr/>
        </p:nvSpPr>
        <p:spPr bwMode="auto">
          <a:xfrm>
            <a:off x="9389333" y="2803268"/>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2" name="矩形 47"/>
          <p:cNvSpPr>
            <a:spLocks noChangeArrowheads="1"/>
          </p:cNvSpPr>
          <p:nvPr/>
        </p:nvSpPr>
        <p:spPr bwMode="auto">
          <a:xfrm>
            <a:off x="1062281" y="2848966"/>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3" name="矩形 47"/>
          <p:cNvSpPr>
            <a:spLocks noChangeArrowheads="1"/>
          </p:cNvSpPr>
          <p:nvPr/>
        </p:nvSpPr>
        <p:spPr bwMode="auto">
          <a:xfrm>
            <a:off x="1094212" y="5278731"/>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4" name="矩形 47"/>
          <p:cNvSpPr>
            <a:spLocks noChangeArrowheads="1"/>
          </p:cNvSpPr>
          <p:nvPr/>
        </p:nvSpPr>
        <p:spPr bwMode="auto">
          <a:xfrm>
            <a:off x="9389332" y="5233033"/>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56" name="文本框 55"/>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59333558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52"/>
                                        </p:tgtEl>
                                        <p:attrNameLst>
                                          <p:attrName>style.visibility</p:attrName>
                                        </p:attrNameLst>
                                      </p:cBhvr>
                                      <p:to>
                                        <p:strVal val="visible"/>
                                      </p:to>
                                    </p:set>
                                    <p:animEffect transition="in" filter="fade">
                                      <p:cBhvr>
                                        <p:cTn id="14" dur="500"/>
                                        <p:tgtEl>
                                          <p:spTgt spid="52"/>
                                        </p:tgtEl>
                                      </p:cBhvr>
                                    </p:animEffect>
                                  </p:childTnLst>
                                </p:cTn>
                              </p:par>
                              <p:par>
                                <p:cTn id="15" presetID="10" presetClass="entr" presetSubtype="0" fill="hold" grpId="0" nodeType="withEffect">
                                  <p:stCondLst>
                                    <p:cond delay="25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53"/>
                                        </p:tgtEl>
                                        <p:attrNameLst>
                                          <p:attrName>style.visibility</p:attrName>
                                        </p:attrNameLst>
                                      </p:cBhvr>
                                      <p:to>
                                        <p:strVal val="visible"/>
                                      </p:to>
                                    </p:set>
                                    <p:animEffect transition="in" filter="fade">
                                      <p:cBhvr>
                                        <p:cTn id="20" dur="500"/>
                                        <p:tgtEl>
                                          <p:spTgt spid="53"/>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4"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p:cNvSpPr/>
          <p:nvPr/>
        </p:nvSpPr>
        <p:spPr>
          <a:xfrm flipH="1">
            <a:off x="1129410" y="2723008"/>
            <a:ext cx="4270365" cy="1661935"/>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p:cNvSpPr/>
          <p:nvPr/>
        </p:nvSpPr>
        <p:spPr>
          <a:xfrm flipH="1">
            <a:off x="7473324" y="2691807"/>
            <a:ext cx="4270365" cy="1661935"/>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a:off x="1410768" y="2036764"/>
            <a:ext cx="2096978" cy="2096978"/>
          </a:xfrm>
          <a:prstGeom prst="ellipse">
            <a:avLst/>
          </a:prstGeom>
          <a:blipFill>
            <a:blip r:embed="rId6" cstate="screen">
              <a:extLst>
                <a:ext uri="{28A0092B-C50C-407E-A947-70E740481C1C}">
                  <a14:useLocalDpi xmlns:a14="http://schemas.microsoft.com/office/drawing/2010/main"/>
                </a:ext>
              </a:extLst>
            </a:blip>
            <a:stretch>
              <a:fillRect/>
            </a:stretch>
          </a:blipFill>
          <a:ln w="22225">
            <a:solidFill>
              <a:srgbClr val="FEFEF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7754680" y="2036764"/>
            <a:ext cx="2096978" cy="2096978"/>
          </a:xfrm>
          <a:prstGeom prst="ellipse">
            <a:avLst/>
          </a:prstGeom>
          <a:blipFill>
            <a:blip r:embed="rId7" cstate="screen">
              <a:extLst>
                <a:ext uri="{28A0092B-C50C-407E-A947-70E740481C1C}">
                  <a14:useLocalDpi xmlns:a14="http://schemas.microsoft.com/office/drawing/2010/main"/>
                </a:ext>
              </a:extLst>
            </a:blip>
            <a:stretch>
              <a:fillRect/>
            </a:stretch>
          </a:blipFill>
          <a:ln w="22225">
            <a:solidFill>
              <a:srgbClr val="FEFEF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Freeform 30"/>
          <p:cNvSpPr>
            <a:spLocks noEditPoints="1"/>
          </p:cNvSpPr>
          <p:nvPr/>
        </p:nvSpPr>
        <p:spPr bwMode="auto">
          <a:xfrm>
            <a:off x="10286122" y="3153206"/>
            <a:ext cx="1023103" cy="801539"/>
          </a:xfrm>
          <a:custGeom>
            <a:avLst/>
            <a:gdLst>
              <a:gd name="T0" fmla="*/ 282 w 766"/>
              <a:gd name="T1" fmla="*/ 304 h 600"/>
              <a:gd name="T2" fmla="*/ 391 w 766"/>
              <a:gd name="T3" fmla="*/ 248 h 600"/>
              <a:gd name="T4" fmla="*/ 596 w 766"/>
              <a:gd name="T5" fmla="*/ 213 h 600"/>
              <a:gd name="T6" fmla="*/ 652 w 766"/>
              <a:gd name="T7" fmla="*/ 129 h 600"/>
              <a:gd name="T8" fmla="*/ 570 w 766"/>
              <a:gd name="T9" fmla="*/ 186 h 600"/>
              <a:gd name="T10" fmla="*/ 391 w 766"/>
              <a:gd name="T11" fmla="*/ 195 h 600"/>
              <a:gd name="T12" fmla="*/ 766 w 766"/>
              <a:gd name="T13" fmla="*/ 80 h 600"/>
              <a:gd name="T14" fmla="*/ 465 w 766"/>
              <a:gd name="T15" fmla="*/ 32 h 600"/>
              <a:gd name="T16" fmla="*/ 437 w 766"/>
              <a:gd name="T17" fmla="*/ 0 h 600"/>
              <a:gd name="T18" fmla="*/ 154 w 766"/>
              <a:gd name="T19" fmla="*/ 32 h 600"/>
              <a:gd name="T20" fmla="*/ 175 w 766"/>
              <a:gd name="T21" fmla="*/ 80 h 600"/>
              <a:gd name="T22" fmla="*/ 216 w 766"/>
              <a:gd name="T23" fmla="*/ 135 h 600"/>
              <a:gd name="T24" fmla="*/ 706 w 766"/>
              <a:gd name="T25" fmla="*/ 80 h 600"/>
              <a:gd name="T26" fmla="*/ 355 w 766"/>
              <a:gd name="T27" fmla="*/ 394 h 600"/>
              <a:gd name="T28" fmla="*/ 706 w 766"/>
              <a:gd name="T29" fmla="*/ 410 h 600"/>
              <a:gd name="T30" fmla="*/ 361 w 766"/>
              <a:gd name="T31" fmla="*/ 426 h 600"/>
              <a:gd name="T32" fmla="*/ 362 w 766"/>
              <a:gd name="T33" fmla="*/ 478 h 600"/>
              <a:gd name="T34" fmla="*/ 437 w 766"/>
              <a:gd name="T35" fmla="*/ 595 h 600"/>
              <a:gd name="T36" fmla="*/ 465 w 766"/>
              <a:gd name="T37" fmla="*/ 478 h 600"/>
              <a:gd name="T38" fmla="*/ 603 w 766"/>
              <a:gd name="T39" fmla="*/ 592 h 600"/>
              <a:gd name="T40" fmla="*/ 591 w 766"/>
              <a:gd name="T41" fmla="*/ 478 h 600"/>
              <a:gd name="T42" fmla="*/ 766 w 766"/>
              <a:gd name="T43" fmla="*/ 426 h 600"/>
              <a:gd name="T44" fmla="*/ 747 w 766"/>
              <a:gd name="T45" fmla="*/ 80 h 600"/>
              <a:gd name="T46" fmla="*/ 161 w 766"/>
              <a:gd name="T47" fmla="*/ 310 h 600"/>
              <a:gd name="T48" fmla="*/ 235 w 766"/>
              <a:gd name="T49" fmla="*/ 236 h 600"/>
              <a:gd name="T50" fmla="*/ 86 w 766"/>
              <a:gd name="T51" fmla="*/ 236 h 600"/>
              <a:gd name="T52" fmla="*/ 208 w 766"/>
              <a:gd name="T53" fmla="*/ 325 h 600"/>
              <a:gd name="T54" fmla="*/ 181 w 766"/>
              <a:gd name="T55" fmla="*/ 325 h 600"/>
              <a:gd name="T56" fmla="*/ 189 w 766"/>
              <a:gd name="T57" fmla="*/ 339 h 600"/>
              <a:gd name="T58" fmla="*/ 196 w 766"/>
              <a:gd name="T59" fmla="*/ 510 h 600"/>
              <a:gd name="T60" fmla="*/ 129 w 766"/>
              <a:gd name="T61" fmla="*/ 510 h 600"/>
              <a:gd name="T62" fmla="*/ 137 w 766"/>
              <a:gd name="T63" fmla="*/ 339 h 600"/>
              <a:gd name="T64" fmla="*/ 145 w 766"/>
              <a:gd name="T65" fmla="*/ 325 h 600"/>
              <a:gd name="T66" fmla="*/ 0 w 766"/>
              <a:gd name="T67" fmla="*/ 438 h 600"/>
              <a:gd name="T68" fmla="*/ 66 w 766"/>
              <a:gd name="T69" fmla="*/ 600 h 600"/>
              <a:gd name="T70" fmla="*/ 89 w 766"/>
              <a:gd name="T71" fmla="*/ 432 h 600"/>
              <a:gd name="T72" fmla="*/ 230 w 766"/>
              <a:gd name="T73" fmla="*/ 600 h 600"/>
              <a:gd name="T74" fmla="*/ 253 w 766"/>
              <a:gd name="T75" fmla="*/ 432 h 600"/>
              <a:gd name="T76" fmla="*/ 321 w 766"/>
              <a:gd name="T77" fmla="*/ 600 h 600"/>
              <a:gd name="T78" fmla="*/ 208 w 766"/>
              <a:gd name="T79" fmla="*/ 325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6" h="600">
                <a:moveTo>
                  <a:pt x="391" y="195"/>
                </a:moveTo>
                <a:lnTo>
                  <a:pt x="282" y="304"/>
                </a:lnTo>
                <a:cubicBezTo>
                  <a:pt x="293" y="310"/>
                  <a:pt x="303" y="317"/>
                  <a:pt x="312" y="326"/>
                </a:cubicBezTo>
                <a:lnTo>
                  <a:pt x="391" y="248"/>
                </a:lnTo>
                <a:lnTo>
                  <a:pt x="476" y="332"/>
                </a:lnTo>
                <a:lnTo>
                  <a:pt x="596" y="213"/>
                </a:lnTo>
                <a:lnTo>
                  <a:pt x="614" y="259"/>
                </a:lnTo>
                <a:lnTo>
                  <a:pt x="652" y="129"/>
                </a:lnTo>
                <a:lnTo>
                  <a:pt x="522" y="167"/>
                </a:lnTo>
                <a:lnTo>
                  <a:pt x="570" y="186"/>
                </a:lnTo>
                <a:lnTo>
                  <a:pt x="476" y="280"/>
                </a:lnTo>
                <a:lnTo>
                  <a:pt x="391" y="195"/>
                </a:lnTo>
                <a:close/>
                <a:moveTo>
                  <a:pt x="766" y="80"/>
                </a:moveTo>
                <a:lnTo>
                  <a:pt x="766" y="80"/>
                </a:lnTo>
                <a:lnTo>
                  <a:pt x="766" y="32"/>
                </a:lnTo>
                <a:lnTo>
                  <a:pt x="465" y="32"/>
                </a:lnTo>
                <a:lnTo>
                  <a:pt x="465" y="0"/>
                </a:lnTo>
                <a:lnTo>
                  <a:pt x="437" y="0"/>
                </a:lnTo>
                <a:lnTo>
                  <a:pt x="437" y="32"/>
                </a:lnTo>
                <a:lnTo>
                  <a:pt x="154" y="32"/>
                </a:lnTo>
                <a:lnTo>
                  <a:pt x="154" y="80"/>
                </a:lnTo>
                <a:lnTo>
                  <a:pt x="175" y="80"/>
                </a:lnTo>
                <a:lnTo>
                  <a:pt x="175" y="122"/>
                </a:lnTo>
                <a:cubicBezTo>
                  <a:pt x="190" y="124"/>
                  <a:pt x="203" y="128"/>
                  <a:pt x="216" y="135"/>
                </a:cubicBezTo>
                <a:lnTo>
                  <a:pt x="216" y="80"/>
                </a:lnTo>
                <a:lnTo>
                  <a:pt x="706" y="80"/>
                </a:lnTo>
                <a:lnTo>
                  <a:pt x="706" y="394"/>
                </a:lnTo>
                <a:lnTo>
                  <a:pt x="355" y="394"/>
                </a:lnTo>
                <a:cubicBezTo>
                  <a:pt x="356" y="399"/>
                  <a:pt x="358" y="404"/>
                  <a:pt x="359" y="410"/>
                </a:cubicBezTo>
                <a:lnTo>
                  <a:pt x="706" y="410"/>
                </a:lnTo>
                <a:lnTo>
                  <a:pt x="706" y="426"/>
                </a:lnTo>
                <a:lnTo>
                  <a:pt x="361" y="426"/>
                </a:lnTo>
                <a:cubicBezTo>
                  <a:pt x="361" y="430"/>
                  <a:pt x="362" y="434"/>
                  <a:pt x="362" y="438"/>
                </a:cubicBezTo>
                <a:lnTo>
                  <a:pt x="362" y="478"/>
                </a:lnTo>
                <a:lnTo>
                  <a:pt x="437" y="478"/>
                </a:lnTo>
                <a:lnTo>
                  <a:pt x="437" y="595"/>
                </a:lnTo>
                <a:lnTo>
                  <a:pt x="465" y="595"/>
                </a:lnTo>
                <a:lnTo>
                  <a:pt x="465" y="478"/>
                </a:lnTo>
                <a:lnTo>
                  <a:pt x="560" y="478"/>
                </a:lnTo>
                <a:lnTo>
                  <a:pt x="603" y="592"/>
                </a:lnTo>
                <a:lnTo>
                  <a:pt x="631" y="585"/>
                </a:lnTo>
                <a:lnTo>
                  <a:pt x="591" y="478"/>
                </a:lnTo>
                <a:lnTo>
                  <a:pt x="766" y="478"/>
                </a:lnTo>
                <a:lnTo>
                  <a:pt x="766" y="426"/>
                </a:lnTo>
                <a:lnTo>
                  <a:pt x="747" y="426"/>
                </a:lnTo>
                <a:lnTo>
                  <a:pt x="747" y="80"/>
                </a:lnTo>
                <a:lnTo>
                  <a:pt x="766" y="80"/>
                </a:lnTo>
                <a:close/>
                <a:moveTo>
                  <a:pt x="161" y="310"/>
                </a:moveTo>
                <a:lnTo>
                  <a:pt x="161" y="310"/>
                </a:lnTo>
                <a:cubicBezTo>
                  <a:pt x="202" y="310"/>
                  <a:pt x="235" y="277"/>
                  <a:pt x="235" y="236"/>
                </a:cubicBezTo>
                <a:cubicBezTo>
                  <a:pt x="235" y="194"/>
                  <a:pt x="202" y="161"/>
                  <a:pt x="161" y="161"/>
                </a:cubicBezTo>
                <a:cubicBezTo>
                  <a:pt x="119" y="161"/>
                  <a:pt x="86" y="194"/>
                  <a:pt x="86" y="236"/>
                </a:cubicBezTo>
                <a:cubicBezTo>
                  <a:pt x="86" y="277"/>
                  <a:pt x="119" y="310"/>
                  <a:pt x="161" y="310"/>
                </a:cubicBezTo>
                <a:close/>
                <a:moveTo>
                  <a:pt x="208" y="325"/>
                </a:moveTo>
                <a:lnTo>
                  <a:pt x="208" y="325"/>
                </a:lnTo>
                <a:lnTo>
                  <a:pt x="181" y="325"/>
                </a:lnTo>
                <a:lnTo>
                  <a:pt x="185" y="328"/>
                </a:lnTo>
                <a:cubicBezTo>
                  <a:pt x="188" y="331"/>
                  <a:pt x="190" y="335"/>
                  <a:pt x="189" y="339"/>
                </a:cubicBezTo>
                <a:lnTo>
                  <a:pt x="178" y="364"/>
                </a:lnTo>
                <a:lnTo>
                  <a:pt x="196" y="510"/>
                </a:lnTo>
                <a:lnTo>
                  <a:pt x="163" y="540"/>
                </a:lnTo>
                <a:lnTo>
                  <a:pt x="129" y="510"/>
                </a:lnTo>
                <a:lnTo>
                  <a:pt x="147" y="364"/>
                </a:lnTo>
                <a:lnTo>
                  <a:pt x="137" y="339"/>
                </a:lnTo>
                <a:cubicBezTo>
                  <a:pt x="135" y="335"/>
                  <a:pt x="137" y="331"/>
                  <a:pt x="140" y="328"/>
                </a:cubicBezTo>
                <a:lnTo>
                  <a:pt x="145" y="325"/>
                </a:lnTo>
                <a:lnTo>
                  <a:pt x="112" y="325"/>
                </a:lnTo>
                <a:cubicBezTo>
                  <a:pt x="50" y="325"/>
                  <a:pt x="0" y="376"/>
                  <a:pt x="0" y="438"/>
                </a:cubicBezTo>
                <a:lnTo>
                  <a:pt x="0" y="600"/>
                </a:lnTo>
                <a:lnTo>
                  <a:pt x="66" y="600"/>
                </a:lnTo>
                <a:lnTo>
                  <a:pt x="66" y="432"/>
                </a:lnTo>
                <a:lnTo>
                  <a:pt x="89" y="432"/>
                </a:lnTo>
                <a:lnTo>
                  <a:pt x="89" y="600"/>
                </a:lnTo>
                <a:lnTo>
                  <a:pt x="230" y="600"/>
                </a:lnTo>
                <a:lnTo>
                  <a:pt x="230" y="432"/>
                </a:lnTo>
                <a:lnTo>
                  <a:pt x="253" y="432"/>
                </a:lnTo>
                <a:lnTo>
                  <a:pt x="253" y="600"/>
                </a:lnTo>
                <a:lnTo>
                  <a:pt x="321" y="600"/>
                </a:lnTo>
                <a:lnTo>
                  <a:pt x="321" y="438"/>
                </a:lnTo>
                <a:cubicBezTo>
                  <a:pt x="321" y="376"/>
                  <a:pt x="271" y="325"/>
                  <a:pt x="208" y="325"/>
                </a:cubicBezTo>
                <a:close/>
              </a:path>
            </a:pathLst>
          </a:custGeom>
          <a:solidFill>
            <a:srgbClr val="FFFFFF"/>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16" name="Freeform 35"/>
          <p:cNvSpPr>
            <a:spLocks noEditPoints="1"/>
          </p:cNvSpPr>
          <p:nvPr/>
        </p:nvSpPr>
        <p:spPr bwMode="auto">
          <a:xfrm>
            <a:off x="4020790" y="3109786"/>
            <a:ext cx="942324" cy="888376"/>
          </a:xfrm>
          <a:custGeom>
            <a:avLst/>
            <a:gdLst>
              <a:gd name="T0" fmla="*/ 522 w 638"/>
              <a:gd name="T1" fmla="*/ 59 h 603"/>
              <a:gd name="T2" fmla="*/ 520 w 638"/>
              <a:gd name="T3" fmla="*/ 186 h 603"/>
              <a:gd name="T4" fmla="*/ 301 w 638"/>
              <a:gd name="T5" fmla="*/ 186 h 603"/>
              <a:gd name="T6" fmla="*/ 299 w 638"/>
              <a:gd name="T7" fmla="*/ 129 h 603"/>
              <a:gd name="T8" fmla="*/ 299 w 638"/>
              <a:gd name="T9" fmla="*/ 119 h 603"/>
              <a:gd name="T10" fmla="*/ 301 w 638"/>
              <a:gd name="T11" fmla="*/ 54 h 603"/>
              <a:gd name="T12" fmla="*/ 305 w 638"/>
              <a:gd name="T13" fmla="*/ 27 h 603"/>
              <a:gd name="T14" fmla="*/ 273 w 638"/>
              <a:gd name="T15" fmla="*/ 59 h 603"/>
              <a:gd name="T16" fmla="*/ 263 w 638"/>
              <a:gd name="T17" fmla="*/ 113 h 603"/>
              <a:gd name="T18" fmla="*/ 111 w 638"/>
              <a:gd name="T19" fmla="*/ 94 h 603"/>
              <a:gd name="T20" fmla="*/ 112 w 638"/>
              <a:gd name="T21" fmla="*/ 207 h 603"/>
              <a:gd name="T22" fmla="*/ 117 w 638"/>
              <a:gd name="T23" fmla="*/ 207 h 603"/>
              <a:gd name="T24" fmla="*/ 148 w 638"/>
              <a:gd name="T25" fmla="*/ 339 h 603"/>
              <a:gd name="T26" fmla="*/ 155 w 638"/>
              <a:gd name="T27" fmla="*/ 339 h 603"/>
              <a:gd name="T28" fmla="*/ 185 w 638"/>
              <a:gd name="T29" fmla="*/ 223 h 603"/>
              <a:gd name="T30" fmla="*/ 185 w 638"/>
              <a:gd name="T31" fmla="*/ 126 h 603"/>
              <a:gd name="T32" fmla="*/ 263 w 638"/>
              <a:gd name="T33" fmla="*/ 136 h 603"/>
              <a:gd name="T34" fmla="*/ 282 w 638"/>
              <a:gd name="T35" fmla="*/ 204 h 603"/>
              <a:gd name="T36" fmla="*/ 305 w 638"/>
              <a:gd name="T37" fmla="*/ 214 h 603"/>
              <a:gd name="T38" fmla="*/ 539 w 638"/>
              <a:gd name="T39" fmla="*/ 204 h 603"/>
              <a:gd name="T40" fmla="*/ 539 w 638"/>
              <a:gd name="T41" fmla="*/ 36 h 603"/>
              <a:gd name="T42" fmla="*/ 520 w 638"/>
              <a:gd name="T43" fmla="*/ 221 h 603"/>
              <a:gd name="T44" fmla="*/ 523 w 638"/>
              <a:gd name="T45" fmla="*/ 341 h 603"/>
              <a:gd name="T46" fmla="*/ 367 w 638"/>
              <a:gd name="T47" fmla="*/ 249 h 603"/>
              <a:gd name="T48" fmla="*/ 334 w 638"/>
              <a:gd name="T49" fmla="*/ 249 h 603"/>
              <a:gd name="T50" fmla="*/ 520 w 638"/>
              <a:gd name="T51" fmla="*/ 221 h 603"/>
              <a:gd name="T52" fmla="*/ 158 w 638"/>
              <a:gd name="T53" fmla="*/ 438 h 603"/>
              <a:gd name="T54" fmla="*/ 113 w 638"/>
              <a:gd name="T55" fmla="*/ 373 h 603"/>
              <a:gd name="T56" fmla="*/ 361 w 638"/>
              <a:gd name="T57" fmla="*/ 438 h 603"/>
              <a:gd name="T58" fmla="*/ 316 w 638"/>
              <a:gd name="T59" fmla="*/ 373 h 603"/>
              <a:gd name="T60" fmla="*/ 567 w 638"/>
              <a:gd name="T61" fmla="*/ 438 h 603"/>
              <a:gd name="T62" fmla="*/ 522 w 638"/>
              <a:gd name="T63" fmla="*/ 373 h 603"/>
              <a:gd name="T64" fmla="*/ 200 w 638"/>
              <a:gd name="T65" fmla="*/ 487 h 603"/>
              <a:gd name="T66" fmla="*/ 221 w 638"/>
              <a:gd name="T67" fmla="*/ 527 h 603"/>
              <a:gd name="T68" fmla="*/ 265 w 638"/>
              <a:gd name="T69" fmla="*/ 448 h 603"/>
              <a:gd name="T70" fmla="*/ 403 w 638"/>
              <a:gd name="T71" fmla="*/ 527 h 603"/>
              <a:gd name="T72" fmla="*/ 433 w 638"/>
              <a:gd name="T73" fmla="*/ 527 h 603"/>
              <a:gd name="T74" fmla="*/ 570 w 638"/>
              <a:gd name="T75" fmla="*/ 448 h 603"/>
              <a:gd name="T76" fmla="*/ 614 w 638"/>
              <a:gd name="T77" fmla="*/ 527 h 603"/>
              <a:gd name="T78" fmla="*/ 638 w 638"/>
              <a:gd name="T79" fmla="*/ 549 h 603"/>
              <a:gd name="T80" fmla="*/ 608 w 638"/>
              <a:gd name="T81" fmla="*/ 549 h 603"/>
              <a:gd name="T82" fmla="*/ 433 w 638"/>
              <a:gd name="T83" fmla="*/ 549 h 603"/>
              <a:gd name="T84" fmla="*/ 403 w 638"/>
              <a:gd name="T85" fmla="*/ 549 h 603"/>
              <a:gd name="T86" fmla="*/ 227 w 638"/>
              <a:gd name="T87" fmla="*/ 549 h 603"/>
              <a:gd name="T88" fmla="*/ 200 w 638"/>
              <a:gd name="T89" fmla="*/ 549 h 603"/>
              <a:gd name="T90" fmla="*/ 24 w 638"/>
              <a:gd name="T91" fmla="*/ 549 h 603"/>
              <a:gd name="T92" fmla="*/ 24 w 638"/>
              <a:gd name="T93" fmla="*/ 527 h 603"/>
              <a:gd name="T94" fmla="*/ 152 w 638"/>
              <a:gd name="T95" fmla="*/ 0 h 603"/>
              <a:gd name="T96" fmla="*/ 108 w 638"/>
              <a:gd name="T97" fmla="*/ 4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8" h="603">
                <a:moveTo>
                  <a:pt x="516" y="52"/>
                </a:moveTo>
                <a:cubicBezTo>
                  <a:pt x="517" y="52"/>
                  <a:pt x="519" y="53"/>
                  <a:pt x="520" y="54"/>
                </a:cubicBezTo>
                <a:cubicBezTo>
                  <a:pt x="522" y="56"/>
                  <a:pt x="522" y="57"/>
                  <a:pt x="522" y="59"/>
                </a:cubicBezTo>
                <a:lnTo>
                  <a:pt x="522" y="181"/>
                </a:lnTo>
                <a:cubicBezTo>
                  <a:pt x="522" y="183"/>
                  <a:pt x="522" y="185"/>
                  <a:pt x="520" y="186"/>
                </a:cubicBezTo>
                <a:lnTo>
                  <a:pt x="520" y="186"/>
                </a:lnTo>
                <a:cubicBezTo>
                  <a:pt x="519" y="187"/>
                  <a:pt x="517" y="188"/>
                  <a:pt x="516" y="188"/>
                </a:cubicBezTo>
                <a:lnTo>
                  <a:pt x="305" y="188"/>
                </a:lnTo>
                <a:cubicBezTo>
                  <a:pt x="303" y="188"/>
                  <a:pt x="302" y="187"/>
                  <a:pt x="301" y="186"/>
                </a:cubicBezTo>
                <a:lnTo>
                  <a:pt x="300" y="186"/>
                </a:lnTo>
                <a:cubicBezTo>
                  <a:pt x="299" y="185"/>
                  <a:pt x="299" y="183"/>
                  <a:pt x="299" y="181"/>
                </a:cubicBezTo>
                <a:lnTo>
                  <a:pt x="299" y="129"/>
                </a:lnTo>
                <a:lnTo>
                  <a:pt x="403" y="107"/>
                </a:lnTo>
                <a:lnTo>
                  <a:pt x="403" y="105"/>
                </a:lnTo>
                <a:lnTo>
                  <a:pt x="299" y="119"/>
                </a:lnTo>
                <a:lnTo>
                  <a:pt x="299" y="59"/>
                </a:lnTo>
                <a:cubicBezTo>
                  <a:pt x="299" y="57"/>
                  <a:pt x="299" y="56"/>
                  <a:pt x="300" y="54"/>
                </a:cubicBezTo>
                <a:lnTo>
                  <a:pt x="301" y="54"/>
                </a:lnTo>
                <a:cubicBezTo>
                  <a:pt x="302" y="53"/>
                  <a:pt x="303" y="52"/>
                  <a:pt x="305" y="52"/>
                </a:cubicBezTo>
                <a:lnTo>
                  <a:pt x="516" y="52"/>
                </a:lnTo>
                <a:close/>
                <a:moveTo>
                  <a:pt x="305" y="27"/>
                </a:moveTo>
                <a:cubicBezTo>
                  <a:pt x="296" y="27"/>
                  <a:pt x="288" y="30"/>
                  <a:pt x="282" y="36"/>
                </a:cubicBezTo>
                <a:lnTo>
                  <a:pt x="282" y="36"/>
                </a:lnTo>
                <a:cubicBezTo>
                  <a:pt x="276" y="42"/>
                  <a:pt x="273" y="50"/>
                  <a:pt x="273" y="59"/>
                </a:cubicBezTo>
                <a:lnTo>
                  <a:pt x="273" y="122"/>
                </a:lnTo>
                <a:lnTo>
                  <a:pt x="263" y="124"/>
                </a:lnTo>
                <a:lnTo>
                  <a:pt x="263" y="113"/>
                </a:lnTo>
                <a:lnTo>
                  <a:pt x="217" y="113"/>
                </a:lnTo>
                <a:lnTo>
                  <a:pt x="185" y="94"/>
                </a:lnTo>
                <a:lnTo>
                  <a:pt x="111" y="94"/>
                </a:lnTo>
                <a:cubicBezTo>
                  <a:pt x="96" y="94"/>
                  <a:pt x="84" y="106"/>
                  <a:pt x="84" y="121"/>
                </a:cubicBezTo>
                <a:lnTo>
                  <a:pt x="84" y="207"/>
                </a:lnTo>
                <a:lnTo>
                  <a:pt x="112" y="207"/>
                </a:lnTo>
                <a:lnTo>
                  <a:pt x="112" y="144"/>
                </a:lnTo>
                <a:lnTo>
                  <a:pt x="117" y="144"/>
                </a:lnTo>
                <a:lnTo>
                  <a:pt x="117" y="207"/>
                </a:lnTo>
                <a:lnTo>
                  <a:pt x="117" y="223"/>
                </a:lnTo>
                <a:lnTo>
                  <a:pt x="117" y="339"/>
                </a:lnTo>
                <a:lnTo>
                  <a:pt x="148" y="339"/>
                </a:lnTo>
                <a:lnTo>
                  <a:pt x="148" y="243"/>
                </a:lnTo>
                <a:lnTo>
                  <a:pt x="155" y="243"/>
                </a:lnTo>
                <a:lnTo>
                  <a:pt x="155" y="339"/>
                </a:lnTo>
                <a:lnTo>
                  <a:pt x="185" y="339"/>
                </a:lnTo>
                <a:lnTo>
                  <a:pt x="185" y="322"/>
                </a:lnTo>
                <a:lnTo>
                  <a:pt x="185" y="223"/>
                </a:lnTo>
                <a:lnTo>
                  <a:pt x="185" y="207"/>
                </a:lnTo>
                <a:lnTo>
                  <a:pt x="185" y="144"/>
                </a:lnTo>
                <a:lnTo>
                  <a:pt x="185" y="126"/>
                </a:lnTo>
                <a:lnTo>
                  <a:pt x="217" y="144"/>
                </a:lnTo>
                <a:lnTo>
                  <a:pt x="263" y="144"/>
                </a:lnTo>
                <a:lnTo>
                  <a:pt x="263" y="136"/>
                </a:lnTo>
                <a:lnTo>
                  <a:pt x="273" y="134"/>
                </a:lnTo>
                <a:lnTo>
                  <a:pt x="273" y="181"/>
                </a:lnTo>
                <a:cubicBezTo>
                  <a:pt x="273" y="190"/>
                  <a:pt x="276" y="198"/>
                  <a:pt x="282" y="204"/>
                </a:cubicBezTo>
                <a:lnTo>
                  <a:pt x="282" y="204"/>
                </a:lnTo>
                <a:lnTo>
                  <a:pt x="282" y="204"/>
                </a:lnTo>
                <a:cubicBezTo>
                  <a:pt x="288" y="210"/>
                  <a:pt x="296" y="214"/>
                  <a:pt x="305" y="214"/>
                </a:cubicBezTo>
                <a:lnTo>
                  <a:pt x="516" y="214"/>
                </a:lnTo>
                <a:cubicBezTo>
                  <a:pt x="525" y="214"/>
                  <a:pt x="533" y="210"/>
                  <a:pt x="539" y="204"/>
                </a:cubicBezTo>
                <a:lnTo>
                  <a:pt x="539" y="204"/>
                </a:lnTo>
                <a:cubicBezTo>
                  <a:pt x="545" y="198"/>
                  <a:pt x="548" y="190"/>
                  <a:pt x="548" y="181"/>
                </a:cubicBezTo>
                <a:lnTo>
                  <a:pt x="548" y="59"/>
                </a:lnTo>
                <a:cubicBezTo>
                  <a:pt x="548" y="50"/>
                  <a:pt x="545" y="42"/>
                  <a:pt x="539" y="36"/>
                </a:cubicBezTo>
                <a:cubicBezTo>
                  <a:pt x="533" y="30"/>
                  <a:pt x="525" y="27"/>
                  <a:pt x="516" y="27"/>
                </a:cubicBezTo>
                <a:lnTo>
                  <a:pt x="305" y="27"/>
                </a:lnTo>
                <a:close/>
                <a:moveTo>
                  <a:pt x="520" y="221"/>
                </a:moveTo>
                <a:lnTo>
                  <a:pt x="520" y="249"/>
                </a:lnTo>
                <a:lnTo>
                  <a:pt x="497" y="249"/>
                </a:lnTo>
                <a:lnTo>
                  <a:pt x="523" y="341"/>
                </a:lnTo>
                <a:lnTo>
                  <a:pt x="490" y="341"/>
                </a:lnTo>
                <a:lnTo>
                  <a:pt x="464" y="249"/>
                </a:lnTo>
                <a:lnTo>
                  <a:pt x="367" y="249"/>
                </a:lnTo>
                <a:lnTo>
                  <a:pt x="341" y="341"/>
                </a:lnTo>
                <a:lnTo>
                  <a:pt x="308" y="341"/>
                </a:lnTo>
                <a:lnTo>
                  <a:pt x="334" y="249"/>
                </a:lnTo>
                <a:lnTo>
                  <a:pt x="306" y="249"/>
                </a:lnTo>
                <a:lnTo>
                  <a:pt x="306" y="221"/>
                </a:lnTo>
                <a:lnTo>
                  <a:pt x="520" y="221"/>
                </a:lnTo>
                <a:close/>
                <a:moveTo>
                  <a:pt x="113" y="373"/>
                </a:moveTo>
                <a:cubicBezTo>
                  <a:pt x="139" y="373"/>
                  <a:pt x="161" y="394"/>
                  <a:pt x="161" y="421"/>
                </a:cubicBezTo>
                <a:cubicBezTo>
                  <a:pt x="161" y="427"/>
                  <a:pt x="160" y="433"/>
                  <a:pt x="158" y="438"/>
                </a:cubicBezTo>
                <a:lnTo>
                  <a:pt x="68" y="438"/>
                </a:lnTo>
                <a:cubicBezTo>
                  <a:pt x="66" y="433"/>
                  <a:pt x="65" y="427"/>
                  <a:pt x="65" y="421"/>
                </a:cubicBezTo>
                <a:cubicBezTo>
                  <a:pt x="65" y="394"/>
                  <a:pt x="86" y="373"/>
                  <a:pt x="113" y="373"/>
                </a:cubicBezTo>
                <a:close/>
                <a:moveTo>
                  <a:pt x="316" y="373"/>
                </a:moveTo>
                <a:cubicBezTo>
                  <a:pt x="342" y="373"/>
                  <a:pt x="364" y="394"/>
                  <a:pt x="364" y="421"/>
                </a:cubicBezTo>
                <a:cubicBezTo>
                  <a:pt x="364" y="427"/>
                  <a:pt x="363" y="433"/>
                  <a:pt x="361" y="438"/>
                </a:cubicBezTo>
                <a:lnTo>
                  <a:pt x="271" y="438"/>
                </a:lnTo>
                <a:cubicBezTo>
                  <a:pt x="269" y="433"/>
                  <a:pt x="268" y="427"/>
                  <a:pt x="268" y="421"/>
                </a:cubicBezTo>
                <a:cubicBezTo>
                  <a:pt x="268" y="394"/>
                  <a:pt x="289" y="373"/>
                  <a:pt x="316" y="373"/>
                </a:cubicBezTo>
                <a:close/>
                <a:moveTo>
                  <a:pt x="522" y="373"/>
                </a:moveTo>
                <a:cubicBezTo>
                  <a:pt x="548" y="373"/>
                  <a:pt x="570" y="394"/>
                  <a:pt x="570" y="421"/>
                </a:cubicBezTo>
                <a:cubicBezTo>
                  <a:pt x="570" y="427"/>
                  <a:pt x="569" y="433"/>
                  <a:pt x="567" y="438"/>
                </a:cubicBezTo>
                <a:lnTo>
                  <a:pt x="477" y="438"/>
                </a:lnTo>
                <a:cubicBezTo>
                  <a:pt x="475" y="433"/>
                  <a:pt x="474" y="427"/>
                  <a:pt x="474" y="421"/>
                </a:cubicBezTo>
                <a:cubicBezTo>
                  <a:pt x="474" y="394"/>
                  <a:pt x="495" y="373"/>
                  <a:pt x="522" y="373"/>
                </a:cubicBezTo>
                <a:close/>
                <a:moveTo>
                  <a:pt x="62" y="448"/>
                </a:moveTo>
                <a:lnTo>
                  <a:pt x="161" y="448"/>
                </a:lnTo>
                <a:cubicBezTo>
                  <a:pt x="182" y="448"/>
                  <a:pt x="200" y="466"/>
                  <a:pt x="200" y="487"/>
                </a:cubicBezTo>
                <a:lnTo>
                  <a:pt x="200" y="527"/>
                </a:lnTo>
                <a:lnTo>
                  <a:pt x="203" y="527"/>
                </a:lnTo>
                <a:lnTo>
                  <a:pt x="221" y="527"/>
                </a:lnTo>
                <a:lnTo>
                  <a:pt x="227" y="527"/>
                </a:lnTo>
                <a:lnTo>
                  <a:pt x="227" y="487"/>
                </a:lnTo>
                <a:cubicBezTo>
                  <a:pt x="227" y="466"/>
                  <a:pt x="244" y="448"/>
                  <a:pt x="265" y="448"/>
                </a:cubicBezTo>
                <a:lnTo>
                  <a:pt x="364" y="448"/>
                </a:lnTo>
                <a:cubicBezTo>
                  <a:pt x="385" y="448"/>
                  <a:pt x="403" y="466"/>
                  <a:pt x="403" y="487"/>
                </a:cubicBezTo>
                <a:lnTo>
                  <a:pt x="403" y="527"/>
                </a:lnTo>
                <a:lnTo>
                  <a:pt x="409" y="527"/>
                </a:lnTo>
                <a:lnTo>
                  <a:pt x="424" y="527"/>
                </a:lnTo>
                <a:lnTo>
                  <a:pt x="433" y="527"/>
                </a:lnTo>
                <a:lnTo>
                  <a:pt x="433" y="487"/>
                </a:lnTo>
                <a:cubicBezTo>
                  <a:pt x="433" y="466"/>
                  <a:pt x="450" y="448"/>
                  <a:pt x="471" y="448"/>
                </a:cubicBezTo>
                <a:lnTo>
                  <a:pt x="570" y="448"/>
                </a:lnTo>
                <a:cubicBezTo>
                  <a:pt x="591" y="448"/>
                  <a:pt x="608" y="466"/>
                  <a:pt x="608" y="487"/>
                </a:cubicBezTo>
                <a:lnTo>
                  <a:pt x="608" y="527"/>
                </a:lnTo>
                <a:lnTo>
                  <a:pt x="614" y="527"/>
                </a:lnTo>
                <a:lnTo>
                  <a:pt x="630" y="527"/>
                </a:lnTo>
                <a:lnTo>
                  <a:pt x="638" y="527"/>
                </a:lnTo>
                <a:lnTo>
                  <a:pt x="638" y="549"/>
                </a:lnTo>
                <a:lnTo>
                  <a:pt x="630" y="549"/>
                </a:lnTo>
                <a:lnTo>
                  <a:pt x="614" y="549"/>
                </a:lnTo>
                <a:lnTo>
                  <a:pt x="608" y="549"/>
                </a:lnTo>
                <a:lnTo>
                  <a:pt x="608" y="603"/>
                </a:lnTo>
                <a:lnTo>
                  <a:pt x="433" y="603"/>
                </a:lnTo>
                <a:lnTo>
                  <a:pt x="433" y="549"/>
                </a:lnTo>
                <a:lnTo>
                  <a:pt x="424" y="549"/>
                </a:lnTo>
                <a:lnTo>
                  <a:pt x="409" y="549"/>
                </a:lnTo>
                <a:lnTo>
                  <a:pt x="403" y="549"/>
                </a:lnTo>
                <a:lnTo>
                  <a:pt x="403" y="603"/>
                </a:lnTo>
                <a:lnTo>
                  <a:pt x="227" y="603"/>
                </a:lnTo>
                <a:lnTo>
                  <a:pt x="227" y="549"/>
                </a:lnTo>
                <a:lnTo>
                  <a:pt x="221" y="549"/>
                </a:lnTo>
                <a:lnTo>
                  <a:pt x="203" y="549"/>
                </a:lnTo>
                <a:lnTo>
                  <a:pt x="200" y="549"/>
                </a:lnTo>
                <a:lnTo>
                  <a:pt x="200" y="603"/>
                </a:lnTo>
                <a:lnTo>
                  <a:pt x="24" y="603"/>
                </a:lnTo>
                <a:lnTo>
                  <a:pt x="24" y="549"/>
                </a:lnTo>
                <a:lnTo>
                  <a:pt x="0" y="549"/>
                </a:lnTo>
                <a:lnTo>
                  <a:pt x="0" y="527"/>
                </a:lnTo>
                <a:lnTo>
                  <a:pt x="24" y="527"/>
                </a:lnTo>
                <a:lnTo>
                  <a:pt x="24" y="487"/>
                </a:lnTo>
                <a:cubicBezTo>
                  <a:pt x="24" y="466"/>
                  <a:pt x="41" y="448"/>
                  <a:pt x="62" y="448"/>
                </a:cubicBezTo>
                <a:close/>
                <a:moveTo>
                  <a:pt x="152" y="0"/>
                </a:moveTo>
                <a:cubicBezTo>
                  <a:pt x="176" y="0"/>
                  <a:pt x="196" y="20"/>
                  <a:pt x="196" y="44"/>
                </a:cubicBezTo>
                <a:cubicBezTo>
                  <a:pt x="196" y="68"/>
                  <a:pt x="176" y="88"/>
                  <a:pt x="152" y="88"/>
                </a:cubicBezTo>
                <a:cubicBezTo>
                  <a:pt x="127" y="88"/>
                  <a:pt x="108" y="68"/>
                  <a:pt x="108" y="44"/>
                </a:cubicBezTo>
                <a:cubicBezTo>
                  <a:pt x="108" y="20"/>
                  <a:pt x="127" y="0"/>
                  <a:pt x="152" y="0"/>
                </a:cubicBezTo>
                <a:close/>
              </a:path>
            </a:pathLst>
          </a:custGeom>
          <a:solidFill>
            <a:srgbClr val="FFFFFF"/>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17" name="TextBox 12"/>
          <p:cNvSpPr txBox="1"/>
          <p:nvPr/>
        </p:nvSpPr>
        <p:spPr>
          <a:xfrm>
            <a:off x="1060492" y="4768943"/>
            <a:ext cx="4408199" cy="2039661"/>
          </a:xfrm>
          <a:prstGeom prst="rect">
            <a:avLst/>
          </a:prstGeom>
          <a:noFill/>
        </p:spPr>
        <p:txBody>
          <a:bodyPr wrap="square" rtlCol="0">
            <a:spAutoFit/>
          </a:bodyPr>
          <a:lstStyle/>
          <a:p>
            <a:pPr>
              <a:lnSpc>
                <a:spcPct val="150000"/>
              </a:lnSpc>
            </a:pPr>
            <a:r>
              <a:rPr lang="zh-CN" altLang="en-US" sz="1687" dirty="0">
                <a:solidFill>
                  <a:schemeClr val="tx1">
                    <a:lumMod val="85000"/>
                    <a:lumOff val="15000"/>
                  </a:schemeClr>
                </a:solidFill>
                <a:latin typeface="微软雅黑" panose="020B0503020204020204" pitchFamily="34" charset="-122"/>
                <a:ea typeface="微软雅黑" panose="020B0503020204020204" pitchFamily="34" charset="-122"/>
              </a:rPr>
              <a:t>这里输入简单的文字概述里输入简单文字概述这里简单输入简单文字</a:t>
            </a: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a:p>
            <a:pPr>
              <a:lnSpc>
                <a:spcPct val="150000"/>
              </a:lnSpc>
            </a:pPr>
            <a:r>
              <a:rPr lang="zh-CN" altLang="en-US" sz="1687" dirty="0">
                <a:solidFill>
                  <a:schemeClr val="tx1">
                    <a:lumMod val="85000"/>
                    <a:lumOff val="15000"/>
                  </a:schemeClr>
                </a:solidFill>
                <a:latin typeface="微软雅黑" panose="020B0503020204020204" pitchFamily="34" charset="-122"/>
                <a:ea typeface="微软雅黑" panose="020B0503020204020204" pitchFamily="34" charset="-122"/>
              </a:rPr>
              <a:t>这里输入简单的文字概述里输入简单文字概述这里简单输入简单文字</a:t>
            </a: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a:p>
            <a:pPr>
              <a:lnSpc>
                <a:spcPct val="150000"/>
              </a:lnSpc>
            </a:pP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18" name="TextBox 12"/>
          <p:cNvSpPr txBox="1"/>
          <p:nvPr/>
        </p:nvSpPr>
        <p:spPr>
          <a:xfrm>
            <a:off x="7335490" y="4768942"/>
            <a:ext cx="4408199" cy="2039661"/>
          </a:xfrm>
          <a:prstGeom prst="rect">
            <a:avLst/>
          </a:prstGeom>
          <a:noFill/>
        </p:spPr>
        <p:txBody>
          <a:bodyPr wrap="square" rtlCol="0">
            <a:spAutoFit/>
          </a:bodyPr>
          <a:lstStyle/>
          <a:p>
            <a:pPr>
              <a:lnSpc>
                <a:spcPct val="150000"/>
              </a:lnSpc>
            </a:pPr>
            <a:r>
              <a:rPr lang="zh-CN" altLang="en-US" sz="1687" dirty="0">
                <a:solidFill>
                  <a:schemeClr val="tx1">
                    <a:lumMod val="85000"/>
                    <a:lumOff val="15000"/>
                  </a:schemeClr>
                </a:solidFill>
                <a:latin typeface="微软雅黑" panose="020B0503020204020204" pitchFamily="34" charset="-122"/>
                <a:ea typeface="微软雅黑" panose="020B0503020204020204" pitchFamily="34" charset="-122"/>
              </a:rPr>
              <a:t>这里输入简单的文字概述里输入简单文字概述这里简单输入简单文字</a:t>
            </a: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a:p>
            <a:pPr>
              <a:lnSpc>
                <a:spcPct val="150000"/>
              </a:lnSpc>
            </a:pPr>
            <a:r>
              <a:rPr lang="zh-CN" altLang="en-US" sz="1687" dirty="0">
                <a:solidFill>
                  <a:schemeClr val="tx1">
                    <a:lumMod val="85000"/>
                    <a:lumOff val="15000"/>
                  </a:schemeClr>
                </a:solidFill>
                <a:latin typeface="微软雅黑" panose="020B0503020204020204" pitchFamily="34" charset="-122"/>
                <a:ea typeface="微软雅黑" panose="020B0503020204020204" pitchFamily="34" charset="-122"/>
              </a:rPr>
              <a:t>这里输入简单的文字概述里输入简单文字概述这里简单输入简单文字</a:t>
            </a: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a:p>
            <a:pPr>
              <a:lnSpc>
                <a:spcPct val="150000"/>
              </a:lnSpc>
            </a:pPr>
            <a:endParaRPr lang="en-US" altLang="zh-CN" sz="168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19" name="文本框 18"/>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507879453"/>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outVertical)">
                                      <p:cBhvr>
                                        <p:cTn id="7" dur="500"/>
                                        <p:tgtEl>
                                          <p:spTgt spid="11"/>
                                        </p:tgtEl>
                                      </p:cBhvr>
                                    </p:animEffect>
                                  </p:childTnLst>
                                </p:cTn>
                              </p:par>
                            </p:childTnLst>
                          </p:cTn>
                        </p:par>
                        <p:par>
                          <p:cTn id="8" fill="hold">
                            <p:stCondLst>
                              <p:cond delay="500"/>
                            </p:stCondLst>
                            <p:childTnLst>
                              <p:par>
                                <p:cTn id="9" presetID="47"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1000"/>
                                        <p:tgtEl>
                                          <p:spTgt spid="13"/>
                                        </p:tgtEl>
                                      </p:cBhvr>
                                    </p:animEffect>
                                    <p:anim calcmode="lin" valueType="num">
                                      <p:cBhvr>
                                        <p:cTn id="12" dur="1000" fill="hold"/>
                                        <p:tgtEl>
                                          <p:spTgt spid="13"/>
                                        </p:tgtEl>
                                        <p:attrNameLst>
                                          <p:attrName>ppt_x</p:attrName>
                                        </p:attrNameLst>
                                      </p:cBhvr>
                                      <p:tavLst>
                                        <p:tav tm="0">
                                          <p:val>
                                            <p:strVal val="#ppt_x"/>
                                          </p:val>
                                        </p:tav>
                                        <p:tav tm="100000">
                                          <p:val>
                                            <p:strVal val="#ppt_x"/>
                                          </p:val>
                                        </p:tav>
                                      </p:tavLst>
                                    </p:anim>
                                    <p:anim calcmode="lin" valueType="num">
                                      <p:cBhvr>
                                        <p:cTn id="13" dur="1000" fill="hold"/>
                                        <p:tgtEl>
                                          <p:spTgt spid="13"/>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par>
                          <p:cTn id="18" fill="hold">
                            <p:stCondLst>
                              <p:cond delay="2000"/>
                            </p:stCondLst>
                            <p:childTnLst>
                              <p:par>
                                <p:cTn id="19" presetID="16" presetClass="entr" presetSubtype="37"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barn(outVertical)">
                                      <p:cBhvr>
                                        <p:cTn id="21" dur="500"/>
                                        <p:tgtEl>
                                          <p:spTgt spid="17"/>
                                        </p:tgtEl>
                                      </p:cBhvr>
                                    </p:animEffect>
                                  </p:childTnLst>
                                </p:cTn>
                              </p:par>
                            </p:childTnLst>
                          </p:cTn>
                        </p:par>
                        <p:par>
                          <p:cTn id="22" fill="hold">
                            <p:stCondLst>
                              <p:cond delay="2500"/>
                            </p:stCondLst>
                            <p:childTnLst>
                              <p:par>
                                <p:cTn id="23" presetID="16" presetClass="entr" presetSubtype="37"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barn(outVertical)">
                                      <p:cBhvr>
                                        <p:cTn id="25" dur="500"/>
                                        <p:tgtEl>
                                          <p:spTgt spid="12"/>
                                        </p:tgtEl>
                                      </p:cBhvr>
                                    </p:animEffect>
                                  </p:childTnLst>
                                </p:cTn>
                              </p:par>
                            </p:childTnLst>
                          </p:cTn>
                        </p:par>
                        <p:par>
                          <p:cTn id="26" fill="hold">
                            <p:stCondLst>
                              <p:cond delay="3000"/>
                            </p:stCondLst>
                            <p:childTnLst>
                              <p:par>
                                <p:cTn id="27" presetID="47" presetClass="entr" presetSubtype="0"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1000"/>
                                        <p:tgtEl>
                                          <p:spTgt spid="14"/>
                                        </p:tgtEl>
                                      </p:cBhvr>
                                    </p:animEffect>
                                    <p:anim calcmode="lin" valueType="num">
                                      <p:cBhvr>
                                        <p:cTn id="30" dur="1000" fill="hold"/>
                                        <p:tgtEl>
                                          <p:spTgt spid="14"/>
                                        </p:tgtEl>
                                        <p:attrNameLst>
                                          <p:attrName>ppt_x</p:attrName>
                                        </p:attrNameLst>
                                      </p:cBhvr>
                                      <p:tavLst>
                                        <p:tav tm="0">
                                          <p:val>
                                            <p:strVal val="#ppt_x"/>
                                          </p:val>
                                        </p:tav>
                                        <p:tav tm="100000">
                                          <p:val>
                                            <p:strVal val="#ppt_x"/>
                                          </p:val>
                                        </p:tav>
                                      </p:tavLst>
                                    </p:anim>
                                    <p:anim calcmode="lin" valueType="num">
                                      <p:cBhvr>
                                        <p:cTn id="31" dur="1000" fill="hold"/>
                                        <p:tgtEl>
                                          <p:spTgt spid="14"/>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10" presetClass="entr" presetSubtype="0"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par>
                          <p:cTn id="36" fill="hold">
                            <p:stCondLst>
                              <p:cond delay="4500"/>
                            </p:stCondLst>
                            <p:childTnLst>
                              <p:par>
                                <p:cTn id="37" presetID="16" presetClass="entr" presetSubtype="37"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barn(outVertical)">
                                      <p:cBhvr>
                                        <p:cTn id="3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p:bldP spid="18"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p:cNvSpPr>
            <a:spLocks noChangeAspect="1"/>
          </p:cNvSpPr>
          <p:nvPr/>
        </p:nvSpPr>
        <p:spPr>
          <a:xfrm>
            <a:off x="6338988" y="4272789"/>
            <a:ext cx="2120474" cy="2120473"/>
          </a:xfrm>
          <a:prstGeom prst="ellipse">
            <a:avLst/>
          </a:prstGeom>
          <a:blipFill>
            <a:blip r:embed="rId6" cstate="screen">
              <a:extLst>
                <a:ext uri="{28A0092B-C50C-407E-A947-70E740481C1C}">
                  <a14:useLocalDpi xmlns:a14="http://schemas.microsoft.com/office/drawing/2010/main"/>
                </a:ext>
              </a:extLst>
            </a:blip>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p:cNvSpPr>
            <a:spLocks noChangeAspect="1"/>
          </p:cNvSpPr>
          <p:nvPr/>
        </p:nvSpPr>
        <p:spPr>
          <a:xfrm>
            <a:off x="4220738" y="2202558"/>
            <a:ext cx="2120474" cy="2120473"/>
          </a:xfrm>
          <a:prstGeom prst="ellipse">
            <a:avLst/>
          </a:prstGeom>
          <a:blipFill>
            <a:blip r:embed="rId7" cstate="screen">
              <a:extLst>
                <a:ext uri="{28A0092B-C50C-407E-A947-70E740481C1C}">
                  <a14:useLocalDpi xmlns:a14="http://schemas.microsoft.com/office/drawing/2010/main"/>
                </a:ext>
              </a:extLst>
            </a:blip>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a:spLocks noChangeAspect="1"/>
          </p:cNvSpPr>
          <p:nvPr/>
        </p:nvSpPr>
        <p:spPr>
          <a:xfrm>
            <a:off x="8461688" y="2202558"/>
            <a:ext cx="2120474" cy="2120473"/>
          </a:xfrm>
          <a:prstGeom prst="ellipse">
            <a:avLst/>
          </a:prstGeom>
          <a:blipFill>
            <a:blip r:embed="rId8" cstate="screen">
              <a:extLst>
                <a:ext uri="{28A0092B-C50C-407E-A947-70E740481C1C}">
                  <a14:useLocalDpi xmlns:a14="http://schemas.microsoft.com/office/drawing/2010/main"/>
                </a:ext>
              </a:extLst>
            </a:blip>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a:spLocks noChangeAspect="1"/>
          </p:cNvSpPr>
          <p:nvPr/>
        </p:nvSpPr>
        <p:spPr>
          <a:xfrm>
            <a:off x="2142484" y="4323031"/>
            <a:ext cx="2120474" cy="2120473"/>
          </a:xfrm>
          <a:prstGeom prst="ellipse">
            <a:avLst/>
          </a:prstGeom>
          <a:blipFill>
            <a:blip r:embed="rId9" cstate="screen">
              <a:extLst>
                <a:ext uri="{28A0092B-C50C-407E-A947-70E740481C1C}">
                  <a14:useLocalDpi xmlns:a14="http://schemas.microsoft.com/office/drawing/2010/main"/>
                </a:ext>
              </a:extLst>
            </a:blip>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p:cNvGrpSpPr/>
          <p:nvPr/>
        </p:nvGrpSpPr>
        <p:grpSpPr>
          <a:xfrm>
            <a:off x="2167524" y="2202557"/>
            <a:ext cx="2501486" cy="2120474"/>
            <a:chOff x="2054912" y="1992929"/>
            <a:chExt cx="2371909" cy="2010634"/>
          </a:xfrm>
        </p:grpSpPr>
        <p:sp>
          <p:nvSpPr>
            <p:cNvPr id="16" name="任意多边形 15"/>
            <p:cNvSpPr>
              <a:spLocks noChangeAspect="1"/>
            </p:cNvSpPr>
            <p:nvPr/>
          </p:nvSpPr>
          <p:spPr>
            <a:xfrm>
              <a:off x="2054912" y="1992929"/>
              <a:ext cx="2371909" cy="2010634"/>
            </a:xfrm>
            <a:custGeom>
              <a:avLst/>
              <a:gdLst>
                <a:gd name="connsiteX0" fmla="*/ 900000 w 2123428"/>
                <a:gd name="connsiteY0" fmla="*/ 0 h 1800000"/>
                <a:gd name="connsiteX1" fmla="*/ 1729274 w 2123428"/>
                <a:gd name="connsiteY1" fmla="*/ 549680 h 1800000"/>
                <a:gd name="connsiteX2" fmla="*/ 1775351 w 2123428"/>
                <a:gd name="connsiteY2" fmla="*/ 698116 h 1800000"/>
                <a:gd name="connsiteX3" fmla="*/ 2123428 w 2123428"/>
                <a:gd name="connsiteY3" fmla="*/ 900000 h 1800000"/>
                <a:gd name="connsiteX4" fmla="*/ 1775351 w 2123428"/>
                <a:gd name="connsiteY4" fmla="*/ 1101883 h 1800000"/>
                <a:gd name="connsiteX5" fmla="*/ 1729274 w 2123428"/>
                <a:gd name="connsiteY5" fmla="*/ 1250321 h 1800000"/>
                <a:gd name="connsiteX6" fmla="*/ 900000 w 2123428"/>
                <a:gd name="connsiteY6" fmla="*/ 1800000 h 1800000"/>
                <a:gd name="connsiteX7" fmla="*/ 0 w 2123428"/>
                <a:gd name="connsiteY7" fmla="*/ 900000 h 1800000"/>
                <a:gd name="connsiteX8" fmla="*/ 900000 w 2123428"/>
                <a:gd name="connsiteY8" fmla="*/ 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428" h="1800000">
                  <a:moveTo>
                    <a:pt x="900000" y="0"/>
                  </a:moveTo>
                  <a:cubicBezTo>
                    <a:pt x="1272792" y="0"/>
                    <a:pt x="1592646" y="226656"/>
                    <a:pt x="1729274" y="549680"/>
                  </a:cubicBezTo>
                  <a:lnTo>
                    <a:pt x="1775351" y="698116"/>
                  </a:lnTo>
                  <a:lnTo>
                    <a:pt x="2123428" y="900000"/>
                  </a:lnTo>
                  <a:lnTo>
                    <a:pt x="1775351" y="1101883"/>
                  </a:lnTo>
                  <a:lnTo>
                    <a:pt x="1729274" y="1250321"/>
                  </a:lnTo>
                  <a:cubicBezTo>
                    <a:pt x="1592646" y="1573344"/>
                    <a:pt x="1272792" y="1800000"/>
                    <a:pt x="900000" y="1800000"/>
                  </a:cubicBezTo>
                  <a:cubicBezTo>
                    <a:pt x="402944" y="1800000"/>
                    <a:pt x="0" y="1397056"/>
                    <a:pt x="0" y="900000"/>
                  </a:cubicBezTo>
                  <a:cubicBezTo>
                    <a:pt x="0" y="402944"/>
                    <a:pt x="402944" y="0"/>
                    <a:pt x="900000" y="0"/>
                  </a:cubicBezTo>
                  <a:close/>
                </a:path>
              </a:pathLst>
            </a:cu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Freeform 26"/>
            <p:cNvSpPr>
              <a:spLocks noEditPoints="1"/>
            </p:cNvSpPr>
            <p:nvPr/>
          </p:nvSpPr>
          <p:spPr bwMode="auto">
            <a:xfrm>
              <a:off x="2795544" y="2358136"/>
              <a:ext cx="445322" cy="467870"/>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8F8F8"/>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18" name="矩形 47"/>
            <p:cNvSpPr>
              <a:spLocks noChangeArrowheads="1"/>
            </p:cNvSpPr>
            <p:nvPr/>
          </p:nvSpPr>
          <p:spPr bwMode="auto">
            <a:xfrm>
              <a:off x="2342279" y="3115751"/>
              <a:ext cx="1606805" cy="461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FEFEFE"/>
                  </a:solidFill>
                </a:rPr>
                <a:t>输入标题</a:t>
              </a:r>
              <a:endParaRPr lang="en-US" altLang="zh-CN" sz="2531" dirty="0">
                <a:solidFill>
                  <a:srgbClr val="FEFEFE"/>
                </a:solidFill>
              </a:endParaRPr>
            </a:p>
          </p:txBody>
        </p:sp>
      </p:grpSp>
      <p:grpSp>
        <p:nvGrpSpPr>
          <p:cNvPr id="19" name="组合 18"/>
          <p:cNvGrpSpPr/>
          <p:nvPr/>
        </p:nvGrpSpPr>
        <p:grpSpPr>
          <a:xfrm>
            <a:off x="6341213" y="2202557"/>
            <a:ext cx="2120474" cy="2501486"/>
            <a:chOff x="6012405" y="1992929"/>
            <a:chExt cx="2010634" cy="2371909"/>
          </a:xfrm>
        </p:grpSpPr>
        <p:sp>
          <p:nvSpPr>
            <p:cNvPr id="20" name="任意多边形 19"/>
            <p:cNvSpPr>
              <a:spLocks noChangeAspect="1"/>
            </p:cNvSpPr>
            <p:nvPr/>
          </p:nvSpPr>
          <p:spPr>
            <a:xfrm rot="5400000">
              <a:off x="5831767" y="2173567"/>
              <a:ext cx="2371909" cy="2010634"/>
            </a:xfrm>
            <a:custGeom>
              <a:avLst/>
              <a:gdLst>
                <a:gd name="connsiteX0" fmla="*/ 900000 w 2123428"/>
                <a:gd name="connsiteY0" fmla="*/ 0 h 1800000"/>
                <a:gd name="connsiteX1" fmla="*/ 1729274 w 2123428"/>
                <a:gd name="connsiteY1" fmla="*/ 549680 h 1800000"/>
                <a:gd name="connsiteX2" fmla="*/ 1775351 w 2123428"/>
                <a:gd name="connsiteY2" fmla="*/ 698116 h 1800000"/>
                <a:gd name="connsiteX3" fmla="*/ 2123428 w 2123428"/>
                <a:gd name="connsiteY3" fmla="*/ 900000 h 1800000"/>
                <a:gd name="connsiteX4" fmla="*/ 1775351 w 2123428"/>
                <a:gd name="connsiteY4" fmla="*/ 1101883 h 1800000"/>
                <a:gd name="connsiteX5" fmla="*/ 1729274 w 2123428"/>
                <a:gd name="connsiteY5" fmla="*/ 1250321 h 1800000"/>
                <a:gd name="connsiteX6" fmla="*/ 900000 w 2123428"/>
                <a:gd name="connsiteY6" fmla="*/ 1800000 h 1800000"/>
                <a:gd name="connsiteX7" fmla="*/ 0 w 2123428"/>
                <a:gd name="connsiteY7" fmla="*/ 900000 h 1800000"/>
                <a:gd name="connsiteX8" fmla="*/ 900000 w 2123428"/>
                <a:gd name="connsiteY8" fmla="*/ 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428" h="1800000">
                  <a:moveTo>
                    <a:pt x="900000" y="0"/>
                  </a:moveTo>
                  <a:cubicBezTo>
                    <a:pt x="1272792" y="0"/>
                    <a:pt x="1592646" y="226656"/>
                    <a:pt x="1729274" y="549680"/>
                  </a:cubicBezTo>
                  <a:lnTo>
                    <a:pt x="1775351" y="698116"/>
                  </a:lnTo>
                  <a:lnTo>
                    <a:pt x="2123428" y="900000"/>
                  </a:lnTo>
                  <a:lnTo>
                    <a:pt x="1775351" y="1101883"/>
                  </a:lnTo>
                  <a:lnTo>
                    <a:pt x="1729274" y="1250321"/>
                  </a:lnTo>
                  <a:cubicBezTo>
                    <a:pt x="1592646" y="1573344"/>
                    <a:pt x="1272792" y="1800000"/>
                    <a:pt x="900000" y="1800000"/>
                  </a:cubicBezTo>
                  <a:cubicBezTo>
                    <a:pt x="402944" y="1800000"/>
                    <a:pt x="0" y="1397056"/>
                    <a:pt x="0" y="900000"/>
                  </a:cubicBezTo>
                  <a:cubicBezTo>
                    <a:pt x="0" y="402944"/>
                    <a:pt x="402944" y="0"/>
                    <a:pt x="900000" y="0"/>
                  </a:cubicBezTo>
                  <a:close/>
                </a:path>
              </a:pathLst>
            </a:cu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Freeform 32"/>
            <p:cNvSpPr>
              <a:spLocks noEditPoints="1"/>
            </p:cNvSpPr>
            <p:nvPr/>
          </p:nvSpPr>
          <p:spPr bwMode="auto">
            <a:xfrm>
              <a:off x="6797764" y="2358136"/>
              <a:ext cx="437805" cy="467870"/>
            </a:xfrm>
            <a:custGeom>
              <a:avLst/>
              <a:gdLst>
                <a:gd name="T0" fmla="*/ 171 w 568"/>
                <a:gd name="T1" fmla="*/ 92 h 606"/>
                <a:gd name="T2" fmla="*/ 372 w 568"/>
                <a:gd name="T3" fmla="*/ 67 h 606"/>
                <a:gd name="T4" fmla="*/ 300 w 568"/>
                <a:gd name="T5" fmla="*/ 41 h 606"/>
                <a:gd name="T6" fmla="*/ 217 w 568"/>
                <a:gd name="T7" fmla="*/ 41 h 606"/>
                <a:gd name="T8" fmla="*/ 145 w 568"/>
                <a:gd name="T9" fmla="*/ 67 h 606"/>
                <a:gd name="T10" fmla="*/ 468 w 568"/>
                <a:gd name="T11" fmla="*/ 525 h 606"/>
                <a:gd name="T12" fmla="*/ 475 w 568"/>
                <a:gd name="T13" fmla="*/ 507 h 606"/>
                <a:gd name="T14" fmla="*/ 443 w 568"/>
                <a:gd name="T15" fmla="*/ 393 h 606"/>
                <a:gd name="T16" fmla="*/ 422 w 568"/>
                <a:gd name="T17" fmla="*/ 393 h 606"/>
                <a:gd name="T18" fmla="*/ 422 w 568"/>
                <a:gd name="T19" fmla="*/ 481 h 606"/>
                <a:gd name="T20" fmla="*/ 422 w 568"/>
                <a:gd name="T21" fmla="*/ 483 h 606"/>
                <a:gd name="T22" fmla="*/ 423 w 568"/>
                <a:gd name="T23" fmla="*/ 484 h 606"/>
                <a:gd name="T24" fmla="*/ 425 w 568"/>
                <a:gd name="T25" fmla="*/ 486 h 606"/>
                <a:gd name="T26" fmla="*/ 541 w 568"/>
                <a:gd name="T27" fmla="*/ 400 h 606"/>
                <a:gd name="T28" fmla="*/ 432 w 568"/>
                <a:gd name="T29" fmla="*/ 342 h 606"/>
                <a:gd name="T30" fmla="*/ 407 w 568"/>
                <a:gd name="T31" fmla="*/ 604 h 606"/>
                <a:gd name="T32" fmla="*/ 562 w 568"/>
                <a:gd name="T33" fmla="*/ 499 h 606"/>
                <a:gd name="T34" fmla="*/ 542 w 568"/>
                <a:gd name="T35" fmla="*/ 495 h 606"/>
                <a:gd name="T36" fmla="*/ 432 w 568"/>
                <a:gd name="T37" fmla="*/ 586 h 606"/>
                <a:gd name="T38" fmla="*/ 323 w 568"/>
                <a:gd name="T39" fmla="*/ 453 h 606"/>
                <a:gd name="T40" fmla="*/ 453 w 568"/>
                <a:gd name="T41" fmla="*/ 364 h 606"/>
                <a:gd name="T42" fmla="*/ 542 w 568"/>
                <a:gd name="T43" fmla="*/ 495 h 606"/>
                <a:gd name="T44" fmla="*/ 190 w 568"/>
                <a:gd name="T45" fmla="*/ 494 h 606"/>
                <a:gd name="T46" fmla="*/ 325 w 568"/>
                <a:gd name="T47" fmla="*/ 360 h 606"/>
                <a:gd name="T48" fmla="*/ 353 w 568"/>
                <a:gd name="T49" fmla="*/ 339 h 606"/>
                <a:gd name="T50" fmla="*/ 491 w 568"/>
                <a:gd name="T51" fmla="*/ 205 h 606"/>
                <a:gd name="T52" fmla="*/ 496 w 568"/>
                <a:gd name="T53" fmla="*/ 331 h 606"/>
                <a:gd name="T54" fmla="*/ 518 w 568"/>
                <a:gd name="T55" fmla="*/ 339 h 606"/>
                <a:gd name="T56" fmla="*/ 518 w 568"/>
                <a:gd name="T57" fmla="*/ 139 h 606"/>
                <a:gd name="T58" fmla="*/ 27 w 568"/>
                <a:gd name="T59" fmla="*/ 112 h 606"/>
                <a:gd name="T60" fmla="*/ 0 w 568"/>
                <a:gd name="T61" fmla="*/ 211 h 606"/>
                <a:gd name="T62" fmla="*/ 0 w 568"/>
                <a:gd name="T63" fmla="*/ 360 h 606"/>
                <a:gd name="T64" fmla="*/ 0 w 568"/>
                <a:gd name="T65" fmla="*/ 504 h 606"/>
                <a:gd name="T66" fmla="*/ 286 w 568"/>
                <a:gd name="T67" fmla="*/ 531 h 606"/>
                <a:gd name="T68" fmla="*/ 21 w 568"/>
                <a:gd name="T69" fmla="*/ 211 h 606"/>
                <a:gd name="T70" fmla="*/ 27 w 568"/>
                <a:gd name="T71" fmla="*/ 205 h 606"/>
                <a:gd name="T72" fmla="*/ 169 w 568"/>
                <a:gd name="T73" fmla="*/ 339 h 606"/>
                <a:gd name="T74" fmla="*/ 21 w 568"/>
                <a:gd name="T75" fmla="*/ 211 h 606"/>
                <a:gd name="T76" fmla="*/ 169 w 568"/>
                <a:gd name="T77" fmla="*/ 360 h 606"/>
                <a:gd name="T78" fmla="*/ 27 w 568"/>
                <a:gd name="T79" fmla="*/ 494 h 606"/>
                <a:gd name="T80" fmla="*/ 21 w 568"/>
                <a:gd name="T81" fmla="*/ 360 h 606"/>
                <a:gd name="T82" fmla="*/ 190 w 568"/>
                <a:gd name="T83" fmla="*/ 339 h 606"/>
                <a:gd name="T84" fmla="*/ 190 w 568"/>
                <a:gd name="T85" fmla="*/ 205 h 606"/>
                <a:gd name="T86" fmla="*/ 332 w 568"/>
                <a:gd name="T87" fmla="*/ 339 h 606"/>
                <a:gd name="T88" fmla="*/ 342 w 568"/>
                <a:gd name="T89" fmla="*/ 139 h 606"/>
                <a:gd name="T90" fmla="*/ 361 w 568"/>
                <a:gd name="T91" fmla="*/ 157 h 606"/>
                <a:gd name="T92" fmla="*/ 324 w 568"/>
                <a:gd name="T93" fmla="*/ 157 h 606"/>
                <a:gd name="T94" fmla="*/ 180 w 568"/>
                <a:gd name="T95" fmla="*/ 139 h 606"/>
                <a:gd name="T96" fmla="*/ 198 w 568"/>
                <a:gd name="T97" fmla="*/ 157 h 606"/>
                <a:gd name="T98" fmla="*/ 161 w 568"/>
                <a:gd name="T99" fmla="*/ 15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8" h="606">
                  <a:moveTo>
                    <a:pt x="145" y="67"/>
                  </a:moveTo>
                  <a:cubicBezTo>
                    <a:pt x="145" y="81"/>
                    <a:pt x="157" y="92"/>
                    <a:pt x="171" y="92"/>
                  </a:cubicBezTo>
                  <a:lnTo>
                    <a:pt x="347" y="92"/>
                  </a:lnTo>
                  <a:cubicBezTo>
                    <a:pt x="361" y="92"/>
                    <a:pt x="372" y="81"/>
                    <a:pt x="372" y="67"/>
                  </a:cubicBezTo>
                  <a:cubicBezTo>
                    <a:pt x="372" y="53"/>
                    <a:pt x="361" y="41"/>
                    <a:pt x="347" y="41"/>
                  </a:cubicBezTo>
                  <a:lnTo>
                    <a:pt x="300" y="41"/>
                  </a:lnTo>
                  <a:cubicBezTo>
                    <a:pt x="300" y="18"/>
                    <a:pt x="282" y="0"/>
                    <a:pt x="259" y="0"/>
                  </a:cubicBezTo>
                  <a:cubicBezTo>
                    <a:pt x="236" y="0"/>
                    <a:pt x="217" y="18"/>
                    <a:pt x="217" y="41"/>
                  </a:cubicBezTo>
                  <a:lnTo>
                    <a:pt x="171" y="41"/>
                  </a:lnTo>
                  <a:cubicBezTo>
                    <a:pt x="157" y="41"/>
                    <a:pt x="145" y="53"/>
                    <a:pt x="145" y="67"/>
                  </a:cubicBezTo>
                  <a:close/>
                  <a:moveTo>
                    <a:pt x="460" y="522"/>
                  </a:moveTo>
                  <a:cubicBezTo>
                    <a:pt x="462" y="524"/>
                    <a:pt x="465" y="525"/>
                    <a:pt x="468" y="525"/>
                  </a:cubicBezTo>
                  <a:cubicBezTo>
                    <a:pt x="471" y="525"/>
                    <a:pt x="473" y="524"/>
                    <a:pt x="475" y="522"/>
                  </a:cubicBezTo>
                  <a:cubicBezTo>
                    <a:pt x="480" y="517"/>
                    <a:pt x="480" y="511"/>
                    <a:pt x="475" y="507"/>
                  </a:cubicBezTo>
                  <a:lnTo>
                    <a:pt x="443" y="474"/>
                  </a:lnTo>
                  <a:lnTo>
                    <a:pt x="443" y="393"/>
                  </a:lnTo>
                  <a:cubicBezTo>
                    <a:pt x="443" y="387"/>
                    <a:pt x="438" y="382"/>
                    <a:pt x="432" y="382"/>
                  </a:cubicBezTo>
                  <a:cubicBezTo>
                    <a:pt x="426" y="382"/>
                    <a:pt x="422" y="387"/>
                    <a:pt x="422" y="393"/>
                  </a:cubicBezTo>
                  <a:lnTo>
                    <a:pt x="422" y="478"/>
                  </a:lnTo>
                  <a:cubicBezTo>
                    <a:pt x="422" y="479"/>
                    <a:pt x="422" y="480"/>
                    <a:pt x="422" y="481"/>
                  </a:cubicBezTo>
                  <a:cubicBezTo>
                    <a:pt x="422" y="481"/>
                    <a:pt x="422" y="481"/>
                    <a:pt x="422" y="481"/>
                  </a:cubicBezTo>
                  <a:cubicBezTo>
                    <a:pt x="422" y="482"/>
                    <a:pt x="422" y="482"/>
                    <a:pt x="422" y="483"/>
                  </a:cubicBezTo>
                  <a:cubicBezTo>
                    <a:pt x="423" y="483"/>
                    <a:pt x="423" y="483"/>
                    <a:pt x="423" y="483"/>
                  </a:cubicBezTo>
                  <a:cubicBezTo>
                    <a:pt x="423" y="484"/>
                    <a:pt x="423" y="484"/>
                    <a:pt x="423" y="484"/>
                  </a:cubicBezTo>
                  <a:cubicBezTo>
                    <a:pt x="424" y="485"/>
                    <a:pt x="424" y="485"/>
                    <a:pt x="425" y="486"/>
                  </a:cubicBezTo>
                  <a:cubicBezTo>
                    <a:pt x="425" y="486"/>
                    <a:pt x="425" y="486"/>
                    <a:pt x="425" y="486"/>
                  </a:cubicBezTo>
                  <a:lnTo>
                    <a:pt x="460" y="522"/>
                  </a:lnTo>
                  <a:close/>
                  <a:moveTo>
                    <a:pt x="541" y="400"/>
                  </a:moveTo>
                  <a:cubicBezTo>
                    <a:pt x="522" y="371"/>
                    <a:pt x="492" y="351"/>
                    <a:pt x="457" y="344"/>
                  </a:cubicBezTo>
                  <a:cubicBezTo>
                    <a:pt x="449" y="343"/>
                    <a:pt x="440" y="342"/>
                    <a:pt x="432" y="342"/>
                  </a:cubicBezTo>
                  <a:cubicBezTo>
                    <a:pt x="369" y="342"/>
                    <a:pt x="314" y="387"/>
                    <a:pt x="303" y="449"/>
                  </a:cubicBezTo>
                  <a:cubicBezTo>
                    <a:pt x="289" y="521"/>
                    <a:pt x="336" y="590"/>
                    <a:pt x="407" y="604"/>
                  </a:cubicBezTo>
                  <a:cubicBezTo>
                    <a:pt x="416" y="605"/>
                    <a:pt x="424" y="606"/>
                    <a:pt x="432" y="606"/>
                  </a:cubicBezTo>
                  <a:cubicBezTo>
                    <a:pt x="496" y="606"/>
                    <a:pt x="550" y="561"/>
                    <a:pt x="562" y="499"/>
                  </a:cubicBezTo>
                  <a:cubicBezTo>
                    <a:pt x="568" y="464"/>
                    <a:pt x="561" y="429"/>
                    <a:pt x="541" y="400"/>
                  </a:cubicBezTo>
                  <a:close/>
                  <a:moveTo>
                    <a:pt x="542" y="495"/>
                  </a:moveTo>
                  <a:lnTo>
                    <a:pt x="542" y="495"/>
                  </a:lnTo>
                  <a:cubicBezTo>
                    <a:pt x="532" y="547"/>
                    <a:pt x="486" y="586"/>
                    <a:pt x="432" y="586"/>
                  </a:cubicBezTo>
                  <a:cubicBezTo>
                    <a:pt x="425" y="586"/>
                    <a:pt x="418" y="585"/>
                    <a:pt x="411" y="584"/>
                  </a:cubicBezTo>
                  <a:cubicBezTo>
                    <a:pt x="351" y="572"/>
                    <a:pt x="311" y="513"/>
                    <a:pt x="323" y="453"/>
                  </a:cubicBezTo>
                  <a:cubicBezTo>
                    <a:pt x="333" y="401"/>
                    <a:pt x="379" y="362"/>
                    <a:pt x="432" y="362"/>
                  </a:cubicBezTo>
                  <a:cubicBezTo>
                    <a:pt x="439" y="362"/>
                    <a:pt x="446" y="363"/>
                    <a:pt x="453" y="364"/>
                  </a:cubicBezTo>
                  <a:cubicBezTo>
                    <a:pt x="482" y="370"/>
                    <a:pt x="508" y="387"/>
                    <a:pt x="524" y="411"/>
                  </a:cubicBezTo>
                  <a:cubicBezTo>
                    <a:pt x="541" y="436"/>
                    <a:pt x="547" y="466"/>
                    <a:pt x="542" y="495"/>
                  </a:cubicBezTo>
                  <a:close/>
                  <a:moveTo>
                    <a:pt x="277" y="494"/>
                  </a:moveTo>
                  <a:lnTo>
                    <a:pt x="190" y="494"/>
                  </a:lnTo>
                  <a:lnTo>
                    <a:pt x="190" y="360"/>
                  </a:lnTo>
                  <a:lnTo>
                    <a:pt x="325" y="360"/>
                  </a:lnTo>
                  <a:cubicBezTo>
                    <a:pt x="334" y="352"/>
                    <a:pt x="343" y="345"/>
                    <a:pt x="353" y="339"/>
                  </a:cubicBezTo>
                  <a:lnTo>
                    <a:pt x="353" y="339"/>
                  </a:lnTo>
                  <a:lnTo>
                    <a:pt x="353" y="205"/>
                  </a:lnTo>
                  <a:lnTo>
                    <a:pt x="491" y="205"/>
                  </a:lnTo>
                  <a:cubicBezTo>
                    <a:pt x="494" y="205"/>
                    <a:pt x="496" y="208"/>
                    <a:pt x="496" y="211"/>
                  </a:cubicBezTo>
                  <a:lnTo>
                    <a:pt x="496" y="331"/>
                  </a:lnTo>
                  <a:cubicBezTo>
                    <a:pt x="504" y="335"/>
                    <a:pt x="511" y="339"/>
                    <a:pt x="518" y="343"/>
                  </a:cubicBezTo>
                  <a:lnTo>
                    <a:pt x="518" y="339"/>
                  </a:lnTo>
                  <a:lnTo>
                    <a:pt x="518" y="211"/>
                  </a:lnTo>
                  <a:lnTo>
                    <a:pt x="518" y="139"/>
                  </a:lnTo>
                  <a:cubicBezTo>
                    <a:pt x="518" y="124"/>
                    <a:pt x="506" y="112"/>
                    <a:pt x="491" y="112"/>
                  </a:cubicBezTo>
                  <a:lnTo>
                    <a:pt x="27" y="112"/>
                  </a:lnTo>
                  <a:cubicBezTo>
                    <a:pt x="12" y="112"/>
                    <a:pt x="0" y="124"/>
                    <a:pt x="0" y="139"/>
                  </a:cubicBezTo>
                  <a:lnTo>
                    <a:pt x="0" y="211"/>
                  </a:lnTo>
                  <a:lnTo>
                    <a:pt x="0" y="339"/>
                  </a:lnTo>
                  <a:lnTo>
                    <a:pt x="0" y="360"/>
                  </a:lnTo>
                  <a:lnTo>
                    <a:pt x="0" y="488"/>
                  </a:lnTo>
                  <a:lnTo>
                    <a:pt x="0" y="504"/>
                  </a:lnTo>
                  <a:cubicBezTo>
                    <a:pt x="0" y="519"/>
                    <a:pt x="12" y="531"/>
                    <a:pt x="27" y="531"/>
                  </a:cubicBezTo>
                  <a:lnTo>
                    <a:pt x="286" y="531"/>
                  </a:lnTo>
                  <a:cubicBezTo>
                    <a:pt x="282" y="519"/>
                    <a:pt x="278" y="506"/>
                    <a:pt x="277" y="494"/>
                  </a:cubicBezTo>
                  <a:close/>
                  <a:moveTo>
                    <a:pt x="21" y="211"/>
                  </a:moveTo>
                  <a:lnTo>
                    <a:pt x="21" y="211"/>
                  </a:lnTo>
                  <a:cubicBezTo>
                    <a:pt x="21" y="208"/>
                    <a:pt x="24" y="205"/>
                    <a:pt x="27" y="205"/>
                  </a:cubicBezTo>
                  <a:lnTo>
                    <a:pt x="169" y="205"/>
                  </a:lnTo>
                  <a:lnTo>
                    <a:pt x="169" y="339"/>
                  </a:lnTo>
                  <a:lnTo>
                    <a:pt x="21" y="339"/>
                  </a:lnTo>
                  <a:lnTo>
                    <a:pt x="21" y="211"/>
                  </a:lnTo>
                  <a:close/>
                  <a:moveTo>
                    <a:pt x="169" y="360"/>
                  </a:moveTo>
                  <a:lnTo>
                    <a:pt x="169" y="360"/>
                  </a:lnTo>
                  <a:lnTo>
                    <a:pt x="169" y="494"/>
                  </a:lnTo>
                  <a:lnTo>
                    <a:pt x="27" y="494"/>
                  </a:lnTo>
                  <a:cubicBezTo>
                    <a:pt x="24" y="494"/>
                    <a:pt x="21" y="491"/>
                    <a:pt x="21" y="488"/>
                  </a:cubicBezTo>
                  <a:lnTo>
                    <a:pt x="21" y="360"/>
                  </a:lnTo>
                  <a:lnTo>
                    <a:pt x="169" y="360"/>
                  </a:lnTo>
                  <a:close/>
                  <a:moveTo>
                    <a:pt x="190" y="339"/>
                  </a:moveTo>
                  <a:lnTo>
                    <a:pt x="190" y="339"/>
                  </a:lnTo>
                  <a:lnTo>
                    <a:pt x="190" y="205"/>
                  </a:lnTo>
                  <a:lnTo>
                    <a:pt x="332" y="205"/>
                  </a:lnTo>
                  <a:lnTo>
                    <a:pt x="332" y="339"/>
                  </a:lnTo>
                  <a:lnTo>
                    <a:pt x="190" y="339"/>
                  </a:lnTo>
                  <a:close/>
                  <a:moveTo>
                    <a:pt x="342" y="139"/>
                  </a:moveTo>
                  <a:lnTo>
                    <a:pt x="342" y="139"/>
                  </a:lnTo>
                  <a:cubicBezTo>
                    <a:pt x="353" y="139"/>
                    <a:pt x="361" y="147"/>
                    <a:pt x="361" y="157"/>
                  </a:cubicBezTo>
                  <a:cubicBezTo>
                    <a:pt x="361" y="167"/>
                    <a:pt x="353" y="176"/>
                    <a:pt x="342" y="176"/>
                  </a:cubicBezTo>
                  <a:cubicBezTo>
                    <a:pt x="332" y="176"/>
                    <a:pt x="324" y="167"/>
                    <a:pt x="324" y="157"/>
                  </a:cubicBezTo>
                  <a:cubicBezTo>
                    <a:pt x="324" y="147"/>
                    <a:pt x="332" y="139"/>
                    <a:pt x="342" y="139"/>
                  </a:cubicBezTo>
                  <a:close/>
                  <a:moveTo>
                    <a:pt x="180" y="139"/>
                  </a:moveTo>
                  <a:lnTo>
                    <a:pt x="180" y="139"/>
                  </a:lnTo>
                  <a:cubicBezTo>
                    <a:pt x="190" y="139"/>
                    <a:pt x="198" y="147"/>
                    <a:pt x="198" y="157"/>
                  </a:cubicBezTo>
                  <a:cubicBezTo>
                    <a:pt x="198" y="167"/>
                    <a:pt x="190" y="176"/>
                    <a:pt x="180" y="176"/>
                  </a:cubicBezTo>
                  <a:cubicBezTo>
                    <a:pt x="170" y="176"/>
                    <a:pt x="161" y="167"/>
                    <a:pt x="161" y="157"/>
                  </a:cubicBezTo>
                  <a:cubicBezTo>
                    <a:pt x="161" y="147"/>
                    <a:pt x="170" y="139"/>
                    <a:pt x="180" y="139"/>
                  </a:cubicBezTo>
                  <a:close/>
                </a:path>
              </a:pathLst>
            </a:custGeom>
            <a:solidFill>
              <a:srgbClr val="F8F8F8"/>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22" name="矩形 47"/>
            <p:cNvSpPr>
              <a:spLocks noChangeArrowheads="1"/>
            </p:cNvSpPr>
            <p:nvPr/>
          </p:nvSpPr>
          <p:spPr bwMode="auto">
            <a:xfrm>
              <a:off x="6299330" y="3115751"/>
              <a:ext cx="1606805" cy="461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FEFEFE"/>
                  </a:solidFill>
                </a:rPr>
                <a:t>输入标题</a:t>
              </a:r>
              <a:endParaRPr lang="en-US" altLang="zh-CN" sz="2531" dirty="0">
                <a:solidFill>
                  <a:srgbClr val="FEFEFE"/>
                </a:solidFill>
              </a:endParaRPr>
            </a:p>
          </p:txBody>
        </p:sp>
      </p:grpSp>
      <p:grpSp>
        <p:nvGrpSpPr>
          <p:cNvPr id="23" name="组合 22"/>
          <p:cNvGrpSpPr/>
          <p:nvPr/>
        </p:nvGrpSpPr>
        <p:grpSpPr>
          <a:xfrm>
            <a:off x="3812462" y="4301960"/>
            <a:ext cx="2501486" cy="2120474"/>
            <a:chOff x="3614642" y="3983583"/>
            <a:chExt cx="2371909" cy="2010634"/>
          </a:xfrm>
        </p:grpSpPr>
        <p:sp>
          <p:nvSpPr>
            <p:cNvPr id="24" name="任意多边形 23"/>
            <p:cNvSpPr>
              <a:spLocks noChangeAspect="1"/>
            </p:cNvSpPr>
            <p:nvPr/>
          </p:nvSpPr>
          <p:spPr>
            <a:xfrm flipH="1">
              <a:off x="3614642" y="3983583"/>
              <a:ext cx="2371909" cy="2010634"/>
            </a:xfrm>
            <a:custGeom>
              <a:avLst/>
              <a:gdLst>
                <a:gd name="connsiteX0" fmla="*/ 900000 w 2123428"/>
                <a:gd name="connsiteY0" fmla="*/ 0 h 1800000"/>
                <a:gd name="connsiteX1" fmla="*/ 1729274 w 2123428"/>
                <a:gd name="connsiteY1" fmla="*/ 549680 h 1800000"/>
                <a:gd name="connsiteX2" fmla="*/ 1775351 w 2123428"/>
                <a:gd name="connsiteY2" fmla="*/ 698116 h 1800000"/>
                <a:gd name="connsiteX3" fmla="*/ 2123428 w 2123428"/>
                <a:gd name="connsiteY3" fmla="*/ 900000 h 1800000"/>
                <a:gd name="connsiteX4" fmla="*/ 1775351 w 2123428"/>
                <a:gd name="connsiteY4" fmla="*/ 1101883 h 1800000"/>
                <a:gd name="connsiteX5" fmla="*/ 1729274 w 2123428"/>
                <a:gd name="connsiteY5" fmla="*/ 1250321 h 1800000"/>
                <a:gd name="connsiteX6" fmla="*/ 900000 w 2123428"/>
                <a:gd name="connsiteY6" fmla="*/ 1800000 h 1800000"/>
                <a:gd name="connsiteX7" fmla="*/ 0 w 2123428"/>
                <a:gd name="connsiteY7" fmla="*/ 900000 h 1800000"/>
                <a:gd name="connsiteX8" fmla="*/ 900000 w 2123428"/>
                <a:gd name="connsiteY8" fmla="*/ 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428" h="1800000">
                  <a:moveTo>
                    <a:pt x="900000" y="0"/>
                  </a:moveTo>
                  <a:cubicBezTo>
                    <a:pt x="1272792" y="0"/>
                    <a:pt x="1592646" y="226656"/>
                    <a:pt x="1729274" y="549680"/>
                  </a:cubicBezTo>
                  <a:lnTo>
                    <a:pt x="1775351" y="698116"/>
                  </a:lnTo>
                  <a:lnTo>
                    <a:pt x="2123428" y="900000"/>
                  </a:lnTo>
                  <a:lnTo>
                    <a:pt x="1775351" y="1101883"/>
                  </a:lnTo>
                  <a:lnTo>
                    <a:pt x="1729274" y="1250321"/>
                  </a:lnTo>
                  <a:cubicBezTo>
                    <a:pt x="1592646" y="1573344"/>
                    <a:pt x="1272792" y="1800000"/>
                    <a:pt x="900000" y="1800000"/>
                  </a:cubicBezTo>
                  <a:cubicBezTo>
                    <a:pt x="402944" y="1800000"/>
                    <a:pt x="0" y="1397056"/>
                    <a:pt x="0" y="900000"/>
                  </a:cubicBezTo>
                  <a:cubicBezTo>
                    <a:pt x="0" y="402944"/>
                    <a:pt x="402944" y="0"/>
                    <a:pt x="900000" y="0"/>
                  </a:cubicBezTo>
                  <a:close/>
                </a:path>
              </a:pathLst>
            </a:custGeom>
            <a:solidFill>
              <a:srgbClr val="5ABCD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Freeform 14"/>
            <p:cNvSpPr>
              <a:spLocks noEditPoints="1"/>
            </p:cNvSpPr>
            <p:nvPr/>
          </p:nvSpPr>
          <p:spPr bwMode="auto">
            <a:xfrm>
              <a:off x="4751514" y="4346055"/>
              <a:ext cx="465990" cy="464113"/>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8F8F8"/>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26" name="矩形 25"/>
            <p:cNvSpPr>
              <a:spLocks noChangeArrowheads="1"/>
            </p:cNvSpPr>
            <p:nvPr/>
          </p:nvSpPr>
          <p:spPr bwMode="auto">
            <a:xfrm>
              <a:off x="4269342" y="5081986"/>
              <a:ext cx="1606805" cy="461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FEFEFE"/>
                  </a:solidFill>
                </a:rPr>
                <a:t>输入标题</a:t>
              </a:r>
              <a:endParaRPr lang="en-US" altLang="zh-CN" sz="2531" dirty="0">
                <a:solidFill>
                  <a:srgbClr val="FEFEFE"/>
                </a:solidFill>
              </a:endParaRPr>
            </a:p>
          </p:txBody>
        </p:sp>
      </p:grpSp>
      <p:grpSp>
        <p:nvGrpSpPr>
          <p:cNvPr id="27" name="组合 26"/>
          <p:cNvGrpSpPr/>
          <p:nvPr/>
        </p:nvGrpSpPr>
        <p:grpSpPr>
          <a:xfrm>
            <a:off x="8463913" y="3891777"/>
            <a:ext cx="2120474" cy="2501486"/>
            <a:chOff x="8025149" y="3594647"/>
            <a:chExt cx="2010634" cy="2371909"/>
          </a:xfrm>
        </p:grpSpPr>
        <p:sp>
          <p:nvSpPr>
            <p:cNvPr id="28" name="任意多边形 27"/>
            <p:cNvSpPr>
              <a:spLocks noChangeAspect="1"/>
            </p:cNvSpPr>
            <p:nvPr/>
          </p:nvSpPr>
          <p:spPr>
            <a:xfrm rot="16200000" flipV="1">
              <a:off x="7844511" y="3775285"/>
              <a:ext cx="2371909" cy="2010634"/>
            </a:xfrm>
            <a:custGeom>
              <a:avLst/>
              <a:gdLst>
                <a:gd name="connsiteX0" fmla="*/ 900000 w 2123428"/>
                <a:gd name="connsiteY0" fmla="*/ 0 h 1800000"/>
                <a:gd name="connsiteX1" fmla="*/ 1729274 w 2123428"/>
                <a:gd name="connsiteY1" fmla="*/ 549680 h 1800000"/>
                <a:gd name="connsiteX2" fmla="*/ 1775351 w 2123428"/>
                <a:gd name="connsiteY2" fmla="*/ 698116 h 1800000"/>
                <a:gd name="connsiteX3" fmla="*/ 2123428 w 2123428"/>
                <a:gd name="connsiteY3" fmla="*/ 900000 h 1800000"/>
                <a:gd name="connsiteX4" fmla="*/ 1775351 w 2123428"/>
                <a:gd name="connsiteY4" fmla="*/ 1101883 h 1800000"/>
                <a:gd name="connsiteX5" fmla="*/ 1729274 w 2123428"/>
                <a:gd name="connsiteY5" fmla="*/ 1250321 h 1800000"/>
                <a:gd name="connsiteX6" fmla="*/ 900000 w 2123428"/>
                <a:gd name="connsiteY6" fmla="*/ 1800000 h 1800000"/>
                <a:gd name="connsiteX7" fmla="*/ 0 w 2123428"/>
                <a:gd name="connsiteY7" fmla="*/ 900000 h 1800000"/>
                <a:gd name="connsiteX8" fmla="*/ 900000 w 2123428"/>
                <a:gd name="connsiteY8" fmla="*/ 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428" h="1800000">
                  <a:moveTo>
                    <a:pt x="900000" y="0"/>
                  </a:moveTo>
                  <a:cubicBezTo>
                    <a:pt x="1272792" y="0"/>
                    <a:pt x="1592646" y="226656"/>
                    <a:pt x="1729274" y="549680"/>
                  </a:cubicBezTo>
                  <a:lnTo>
                    <a:pt x="1775351" y="698116"/>
                  </a:lnTo>
                  <a:lnTo>
                    <a:pt x="2123428" y="900000"/>
                  </a:lnTo>
                  <a:lnTo>
                    <a:pt x="1775351" y="1101883"/>
                  </a:lnTo>
                  <a:lnTo>
                    <a:pt x="1729274" y="1250321"/>
                  </a:lnTo>
                  <a:cubicBezTo>
                    <a:pt x="1592646" y="1573344"/>
                    <a:pt x="1272792" y="1800000"/>
                    <a:pt x="900000" y="1800000"/>
                  </a:cubicBezTo>
                  <a:cubicBezTo>
                    <a:pt x="402944" y="1800000"/>
                    <a:pt x="0" y="1397056"/>
                    <a:pt x="0" y="900000"/>
                  </a:cubicBezTo>
                  <a:cubicBezTo>
                    <a:pt x="0" y="402944"/>
                    <a:pt x="402944" y="0"/>
                    <a:pt x="900000" y="0"/>
                  </a:cubicBezTo>
                  <a:close/>
                </a:path>
              </a:pathLst>
            </a:custGeom>
            <a:solidFill>
              <a:srgbClr val="5ABCD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Freeform 33"/>
            <p:cNvSpPr>
              <a:spLocks noEditPoints="1"/>
            </p:cNvSpPr>
            <p:nvPr/>
          </p:nvSpPr>
          <p:spPr bwMode="auto">
            <a:xfrm>
              <a:off x="8821025" y="4346056"/>
              <a:ext cx="494174" cy="464113"/>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8F8F8"/>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sp>
          <p:nvSpPr>
            <p:cNvPr id="30" name="矩形 47"/>
            <p:cNvSpPr>
              <a:spLocks noChangeArrowheads="1"/>
            </p:cNvSpPr>
            <p:nvPr/>
          </p:nvSpPr>
          <p:spPr bwMode="auto">
            <a:xfrm>
              <a:off x="8304465" y="5081986"/>
              <a:ext cx="1606805" cy="461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531" dirty="0">
                  <a:solidFill>
                    <a:srgbClr val="FEFEFE"/>
                  </a:solidFill>
                </a:rPr>
                <a:t>输入标题</a:t>
              </a:r>
              <a:endParaRPr lang="en-US" altLang="zh-CN" sz="2531" dirty="0">
                <a:solidFill>
                  <a:srgbClr val="FEFEFE"/>
                </a:solidFill>
              </a:endParaRPr>
            </a:p>
          </p:txBody>
        </p:sp>
      </p:grpSp>
      <p:sp>
        <p:nvSpPr>
          <p:cNvPr id="31" name="文本框 30"/>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15478462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750" fill="hold"/>
                                        <p:tgtEl>
                                          <p:spTgt spid="12"/>
                                        </p:tgtEl>
                                        <p:attrNameLst>
                                          <p:attrName>ppt_w</p:attrName>
                                        </p:attrNameLst>
                                      </p:cBhvr>
                                      <p:tavLst>
                                        <p:tav tm="0">
                                          <p:val>
                                            <p:fltVal val="0"/>
                                          </p:val>
                                        </p:tav>
                                        <p:tav tm="100000">
                                          <p:val>
                                            <p:strVal val="#ppt_w"/>
                                          </p:val>
                                        </p:tav>
                                      </p:tavLst>
                                    </p:anim>
                                    <p:anim calcmode="lin" valueType="num">
                                      <p:cBhvr>
                                        <p:cTn id="8" dur="750" fill="hold"/>
                                        <p:tgtEl>
                                          <p:spTgt spid="12"/>
                                        </p:tgtEl>
                                        <p:attrNameLst>
                                          <p:attrName>ppt_h</p:attrName>
                                        </p:attrNameLst>
                                      </p:cBhvr>
                                      <p:tavLst>
                                        <p:tav tm="0">
                                          <p:val>
                                            <p:fltVal val="0"/>
                                          </p:val>
                                        </p:tav>
                                        <p:tav tm="100000">
                                          <p:val>
                                            <p:strVal val="#ppt_h"/>
                                          </p:val>
                                        </p:tav>
                                      </p:tavLst>
                                    </p:anim>
                                    <p:animEffect transition="in" filter="fade">
                                      <p:cBhvr>
                                        <p:cTn id="9" dur="750"/>
                                        <p:tgtEl>
                                          <p:spTgt spid="12"/>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14"/>
                                        </p:tgtEl>
                                        <p:attrNameLst>
                                          <p:attrName>style.visibility</p:attrName>
                                        </p:attrNameLst>
                                      </p:cBhvr>
                                      <p:to>
                                        <p:strVal val="visible"/>
                                      </p:to>
                                    </p:set>
                                    <p:anim calcmode="lin" valueType="num">
                                      <p:cBhvr>
                                        <p:cTn id="12" dur="750" fill="hold"/>
                                        <p:tgtEl>
                                          <p:spTgt spid="14"/>
                                        </p:tgtEl>
                                        <p:attrNameLst>
                                          <p:attrName>ppt_w</p:attrName>
                                        </p:attrNameLst>
                                      </p:cBhvr>
                                      <p:tavLst>
                                        <p:tav tm="0">
                                          <p:val>
                                            <p:fltVal val="0"/>
                                          </p:val>
                                        </p:tav>
                                        <p:tav tm="100000">
                                          <p:val>
                                            <p:strVal val="#ppt_w"/>
                                          </p:val>
                                        </p:tav>
                                      </p:tavLst>
                                    </p:anim>
                                    <p:anim calcmode="lin" valueType="num">
                                      <p:cBhvr>
                                        <p:cTn id="13" dur="750" fill="hold"/>
                                        <p:tgtEl>
                                          <p:spTgt spid="14"/>
                                        </p:tgtEl>
                                        <p:attrNameLst>
                                          <p:attrName>ppt_h</p:attrName>
                                        </p:attrNameLst>
                                      </p:cBhvr>
                                      <p:tavLst>
                                        <p:tav tm="0">
                                          <p:val>
                                            <p:fltVal val="0"/>
                                          </p:val>
                                        </p:tav>
                                        <p:tav tm="100000">
                                          <p:val>
                                            <p:strVal val="#ppt_h"/>
                                          </p:val>
                                        </p:tav>
                                      </p:tavLst>
                                    </p:anim>
                                    <p:animEffect transition="in" filter="fade">
                                      <p:cBhvr>
                                        <p:cTn id="14" dur="750"/>
                                        <p:tgtEl>
                                          <p:spTgt spid="14"/>
                                        </p:tgtEl>
                                      </p:cBhvr>
                                    </p:animEffect>
                                  </p:childTnLst>
                                </p:cTn>
                              </p:par>
                              <p:par>
                                <p:cTn id="15" presetID="53" presetClass="entr" presetSubtype="16" fill="hold" grpId="0" nodeType="withEffect">
                                  <p:stCondLst>
                                    <p:cond delay="500"/>
                                  </p:stCondLst>
                                  <p:childTnLst>
                                    <p:set>
                                      <p:cBhvr>
                                        <p:cTn id="16" dur="1" fill="hold">
                                          <p:stCondLst>
                                            <p:cond delay="0"/>
                                          </p:stCondLst>
                                        </p:cTn>
                                        <p:tgtEl>
                                          <p:spTgt spid="11"/>
                                        </p:tgtEl>
                                        <p:attrNameLst>
                                          <p:attrName>style.visibility</p:attrName>
                                        </p:attrNameLst>
                                      </p:cBhvr>
                                      <p:to>
                                        <p:strVal val="visible"/>
                                      </p:to>
                                    </p:set>
                                    <p:anim calcmode="lin" valueType="num">
                                      <p:cBhvr>
                                        <p:cTn id="17" dur="750" fill="hold"/>
                                        <p:tgtEl>
                                          <p:spTgt spid="11"/>
                                        </p:tgtEl>
                                        <p:attrNameLst>
                                          <p:attrName>ppt_w</p:attrName>
                                        </p:attrNameLst>
                                      </p:cBhvr>
                                      <p:tavLst>
                                        <p:tav tm="0">
                                          <p:val>
                                            <p:fltVal val="0"/>
                                          </p:val>
                                        </p:tav>
                                        <p:tav tm="100000">
                                          <p:val>
                                            <p:strVal val="#ppt_w"/>
                                          </p:val>
                                        </p:tav>
                                      </p:tavLst>
                                    </p:anim>
                                    <p:anim calcmode="lin" valueType="num">
                                      <p:cBhvr>
                                        <p:cTn id="18" dur="750" fill="hold"/>
                                        <p:tgtEl>
                                          <p:spTgt spid="11"/>
                                        </p:tgtEl>
                                        <p:attrNameLst>
                                          <p:attrName>ppt_h</p:attrName>
                                        </p:attrNameLst>
                                      </p:cBhvr>
                                      <p:tavLst>
                                        <p:tav tm="0">
                                          <p:val>
                                            <p:fltVal val="0"/>
                                          </p:val>
                                        </p:tav>
                                        <p:tav tm="100000">
                                          <p:val>
                                            <p:strVal val="#ppt_h"/>
                                          </p:val>
                                        </p:tav>
                                      </p:tavLst>
                                    </p:anim>
                                    <p:animEffect transition="in" filter="fade">
                                      <p:cBhvr>
                                        <p:cTn id="19" dur="750"/>
                                        <p:tgtEl>
                                          <p:spTgt spid="11"/>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13"/>
                                        </p:tgtEl>
                                        <p:attrNameLst>
                                          <p:attrName>style.visibility</p:attrName>
                                        </p:attrNameLst>
                                      </p:cBhvr>
                                      <p:to>
                                        <p:strVal val="visible"/>
                                      </p:to>
                                    </p:set>
                                    <p:anim calcmode="lin" valueType="num">
                                      <p:cBhvr>
                                        <p:cTn id="22" dur="750" fill="hold"/>
                                        <p:tgtEl>
                                          <p:spTgt spid="13"/>
                                        </p:tgtEl>
                                        <p:attrNameLst>
                                          <p:attrName>ppt_w</p:attrName>
                                        </p:attrNameLst>
                                      </p:cBhvr>
                                      <p:tavLst>
                                        <p:tav tm="0">
                                          <p:val>
                                            <p:fltVal val="0"/>
                                          </p:val>
                                        </p:tav>
                                        <p:tav tm="100000">
                                          <p:val>
                                            <p:strVal val="#ppt_w"/>
                                          </p:val>
                                        </p:tav>
                                      </p:tavLst>
                                    </p:anim>
                                    <p:anim calcmode="lin" valueType="num">
                                      <p:cBhvr>
                                        <p:cTn id="23" dur="750" fill="hold"/>
                                        <p:tgtEl>
                                          <p:spTgt spid="13"/>
                                        </p:tgtEl>
                                        <p:attrNameLst>
                                          <p:attrName>ppt_h</p:attrName>
                                        </p:attrNameLst>
                                      </p:cBhvr>
                                      <p:tavLst>
                                        <p:tav tm="0">
                                          <p:val>
                                            <p:fltVal val="0"/>
                                          </p:val>
                                        </p:tav>
                                        <p:tav tm="100000">
                                          <p:val>
                                            <p:strVal val="#ppt_h"/>
                                          </p:val>
                                        </p:tav>
                                      </p:tavLst>
                                    </p:anim>
                                    <p:animEffect transition="in" filter="fade">
                                      <p:cBhvr>
                                        <p:cTn id="24" dur="750"/>
                                        <p:tgtEl>
                                          <p:spTgt spid="13"/>
                                        </p:tgtEl>
                                      </p:cBhvr>
                                    </p:animEffect>
                                  </p:childTnLst>
                                </p:cTn>
                              </p:par>
                            </p:childTnLst>
                          </p:cTn>
                        </p:par>
                        <p:par>
                          <p:cTn id="25" fill="hold">
                            <p:stCondLst>
                              <p:cond delay="1500"/>
                            </p:stCondLst>
                            <p:childTnLst>
                              <p:par>
                                <p:cTn id="26" presetID="2" presetClass="entr" presetSubtype="8" decel="42000" fill="hold" nodeType="afterEffect">
                                  <p:stCondLst>
                                    <p:cond delay="0"/>
                                  </p:stCondLst>
                                  <p:childTnLst>
                                    <p:set>
                                      <p:cBhvr>
                                        <p:cTn id="27" dur="1" fill="hold">
                                          <p:stCondLst>
                                            <p:cond delay="0"/>
                                          </p:stCondLst>
                                        </p:cTn>
                                        <p:tgtEl>
                                          <p:spTgt spid="15"/>
                                        </p:tgtEl>
                                        <p:attrNameLst>
                                          <p:attrName>style.visibility</p:attrName>
                                        </p:attrNameLst>
                                      </p:cBhvr>
                                      <p:to>
                                        <p:strVal val="visible"/>
                                      </p:to>
                                    </p:set>
                                    <p:anim calcmode="lin" valueType="num">
                                      <p:cBhvr additive="base">
                                        <p:cTn id="28" dur="750" fill="hold"/>
                                        <p:tgtEl>
                                          <p:spTgt spid="15"/>
                                        </p:tgtEl>
                                        <p:attrNameLst>
                                          <p:attrName>ppt_x</p:attrName>
                                        </p:attrNameLst>
                                      </p:cBhvr>
                                      <p:tavLst>
                                        <p:tav tm="0">
                                          <p:val>
                                            <p:strVal val="0-#ppt_w/2"/>
                                          </p:val>
                                        </p:tav>
                                        <p:tav tm="100000">
                                          <p:val>
                                            <p:strVal val="#ppt_x"/>
                                          </p:val>
                                        </p:tav>
                                      </p:tavLst>
                                    </p:anim>
                                    <p:anim calcmode="lin" valueType="num">
                                      <p:cBhvr additive="base">
                                        <p:cTn id="29" dur="750" fill="hold"/>
                                        <p:tgtEl>
                                          <p:spTgt spid="15"/>
                                        </p:tgtEl>
                                        <p:attrNameLst>
                                          <p:attrName>ppt_y</p:attrName>
                                        </p:attrNameLst>
                                      </p:cBhvr>
                                      <p:tavLst>
                                        <p:tav tm="0">
                                          <p:val>
                                            <p:strVal val="#ppt_y"/>
                                          </p:val>
                                        </p:tav>
                                        <p:tav tm="100000">
                                          <p:val>
                                            <p:strVal val="#ppt_y"/>
                                          </p:val>
                                        </p:tav>
                                      </p:tavLst>
                                    </p:anim>
                                  </p:childTnLst>
                                </p:cTn>
                              </p:par>
                              <p:par>
                                <p:cTn id="30" presetID="2" presetClass="entr" presetSubtype="1" decel="42000" fill="hold" nodeType="withEffect">
                                  <p:stCondLst>
                                    <p:cond delay="25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750" fill="hold"/>
                                        <p:tgtEl>
                                          <p:spTgt spid="19"/>
                                        </p:tgtEl>
                                        <p:attrNameLst>
                                          <p:attrName>ppt_x</p:attrName>
                                        </p:attrNameLst>
                                      </p:cBhvr>
                                      <p:tavLst>
                                        <p:tav tm="0">
                                          <p:val>
                                            <p:strVal val="#ppt_x"/>
                                          </p:val>
                                        </p:tav>
                                        <p:tav tm="100000">
                                          <p:val>
                                            <p:strVal val="#ppt_x"/>
                                          </p:val>
                                        </p:tav>
                                      </p:tavLst>
                                    </p:anim>
                                    <p:anim calcmode="lin" valueType="num">
                                      <p:cBhvr additive="base">
                                        <p:cTn id="33" dur="750" fill="hold"/>
                                        <p:tgtEl>
                                          <p:spTgt spid="19"/>
                                        </p:tgtEl>
                                        <p:attrNameLst>
                                          <p:attrName>ppt_y</p:attrName>
                                        </p:attrNameLst>
                                      </p:cBhvr>
                                      <p:tavLst>
                                        <p:tav tm="0">
                                          <p:val>
                                            <p:strVal val="0-#ppt_h/2"/>
                                          </p:val>
                                        </p:tav>
                                        <p:tav tm="100000">
                                          <p:val>
                                            <p:strVal val="#ppt_y"/>
                                          </p:val>
                                        </p:tav>
                                      </p:tavLst>
                                    </p:anim>
                                  </p:childTnLst>
                                </p:cTn>
                              </p:par>
                              <p:par>
                                <p:cTn id="34" presetID="2" presetClass="entr" presetSubtype="2" decel="42000" fill="hold" nodeType="withEffect">
                                  <p:stCondLst>
                                    <p:cond delay="500"/>
                                  </p:stCondLst>
                                  <p:childTnLst>
                                    <p:set>
                                      <p:cBhvr>
                                        <p:cTn id="35" dur="1" fill="hold">
                                          <p:stCondLst>
                                            <p:cond delay="0"/>
                                          </p:stCondLst>
                                        </p:cTn>
                                        <p:tgtEl>
                                          <p:spTgt spid="23"/>
                                        </p:tgtEl>
                                        <p:attrNameLst>
                                          <p:attrName>style.visibility</p:attrName>
                                        </p:attrNameLst>
                                      </p:cBhvr>
                                      <p:to>
                                        <p:strVal val="visible"/>
                                      </p:to>
                                    </p:set>
                                    <p:anim calcmode="lin" valueType="num">
                                      <p:cBhvr additive="base">
                                        <p:cTn id="36" dur="750" fill="hold"/>
                                        <p:tgtEl>
                                          <p:spTgt spid="23"/>
                                        </p:tgtEl>
                                        <p:attrNameLst>
                                          <p:attrName>ppt_x</p:attrName>
                                        </p:attrNameLst>
                                      </p:cBhvr>
                                      <p:tavLst>
                                        <p:tav tm="0">
                                          <p:val>
                                            <p:strVal val="1+#ppt_w/2"/>
                                          </p:val>
                                        </p:tav>
                                        <p:tav tm="100000">
                                          <p:val>
                                            <p:strVal val="#ppt_x"/>
                                          </p:val>
                                        </p:tav>
                                      </p:tavLst>
                                    </p:anim>
                                    <p:anim calcmode="lin" valueType="num">
                                      <p:cBhvr additive="base">
                                        <p:cTn id="37" dur="750" fill="hold"/>
                                        <p:tgtEl>
                                          <p:spTgt spid="23"/>
                                        </p:tgtEl>
                                        <p:attrNameLst>
                                          <p:attrName>ppt_y</p:attrName>
                                        </p:attrNameLst>
                                      </p:cBhvr>
                                      <p:tavLst>
                                        <p:tav tm="0">
                                          <p:val>
                                            <p:strVal val="#ppt_y"/>
                                          </p:val>
                                        </p:tav>
                                        <p:tav tm="100000">
                                          <p:val>
                                            <p:strVal val="#ppt_y"/>
                                          </p:val>
                                        </p:tav>
                                      </p:tavLst>
                                    </p:anim>
                                  </p:childTnLst>
                                </p:cTn>
                              </p:par>
                              <p:par>
                                <p:cTn id="38" presetID="2" presetClass="entr" presetSubtype="4" decel="42000" fill="hold" nodeType="withEffect">
                                  <p:stCondLst>
                                    <p:cond delay="750"/>
                                  </p:stCondLst>
                                  <p:childTnLst>
                                    <p:set>
                                      <p:cBhvr>
                                        <p:cTn id="39" dur="1" fill="hold">
                                          <p:stCondLst>
                                            <p:cond delay="0"/>
                                          </p:stCondLst>
                                        </p:cTn>
                                        <p:tgtEl>
                                          <p:spTgt spid="27"/>
                                        </p:tgtEl>
                                        <p:attrNameLst>
                                          <p:attrName>style.visibility</p:attrName>
                                        </p:attrNameLst>
                                      </p:cBhvr>
                                      <p:to>
                                        <p:strVal val="visible"/>
                                      </p:to>
                                    </p:set>
                                    <p:anim calcmode="lin" valueType="num">
                                      <p:cBhvr additive="base">
                                        <p:cTn id="40" dur="750" fill="hold"/>
                                        <p:tgtEl>
                                          <p:spTgt spid="27"/>
                                        </p:tgtEl>
                                        <p:attrNameLst>
                                          <p:attrName>ppt_x</p:attrName>
                                        </p:attrNameLst>
                                      </p:cBhvr>
                                      <p:tavLst>
                                        <p:tav tm="0">
                                          <p:val>
                                            <p:strVal val="#ppt_x"/>
                                          </p:val>
                                        </p:tav>
                                        <p:tav tm="100000">
                                          <p:val>
                                            <p:strVal val="#ppt_x"/>
                                          </p:val>
                                        </p:tav>
                                      </p:tavLst>
                                    </p:anim>
                                    <p:anim calcmode="lin" valueType="num">
                                      <p:cBhvr additive="base">
                                        <p:cTn id="41" dur="75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矩形 10"/>
          <p:cNvSpPr/>
          <p:nvPr/>
        </p:nvSpPr>
        <p:spPr>
          <a:xfrm>
            <a:off x="964711" y="2546971"/>
            <a:ext cx="3734590" cy="3472820"/>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p:cNvSpPr/>
          <p:nvPr/>
        </p:nvSpPr>
        <p:spPr>
          <a:xfrm>
            <a:off x="4784703" y="4266159"/>
            <a:ext cx="2308071" cy="1753632"/>
          </a:xfrm>
          <a:prstGeom prst="rect">
            <a:avLst/>
          </a:prstGeom>
          <a:blipFill>
            <a:blip r:embed="rId7"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7178175" y="4266159"/>
            <a:ext cx="2308071" cy="1753632"/>
          </a:xfrm>
          <a:prstGeom prst="rect">
            <a:avLst/>
          </a:prstGeom>
          <a:blipFill>
            <a:blip r:embed="rId8"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p:cNvSpPr/>
          <p:nvPr/>
        </p:nvSpPr>
        <p:spPr>
          <a:xfrm>
            <a:off x="9571646" y="4266159"/>
            <a:ext cx="2308071" cy="1753632"/>
          </a:xfrm>
          <a:prstGeom prst="rect">
            <a:avLst/>
          </a:prstGeom>
          <a:blipFill>
            <a:blip r:embed="rId9"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p:cNvGrpSpPr/>
          <p:nvPr/>
        </p:nvGrpSpPr>
        <p:grpSpPr>
          <a:xfrm>
            <a:off x="4784703" y="2546972"/>
            <a:ext cx="2308071" cy="1731003"/>
            <a:chOff x="4536521" y="2415038"/>
            <a:chExt cx="2188513" cy="1641337"/>
          </a:xfrm>
        </p:grpSpPr>
        <p:sp>
          <p:nvSpPr>
            <p:cNvPr id="16" name="矩形 15"/>
            <p:cNvSpPr/>
            <p:nvPr/>
          </p:nvSpPr>
          <p:spPr>
            <a:xfrm>
              <a:off x="4536521" y="2415038"/>
              <a:ext cx="2188513" cy="1559849"/>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p:cNvSpPr txBox="1"/>
            <p:nvPr/>
          </p:nvSpPr>
          <p:spPr>
            <a:xfrm>
              <a:off x="4640762" y="2768840"/>
              <a:ext cx="1968661" cy="1287535"/>
            </a:xfrm>
            <a:prstGeom prst="rect">
              <a:avLst/>
            </a:prstGeom>
            <a:noFill/>
            <a:effectLst/>
          </p:spPr>
          <p:txBody>
            <a:bodyPr wrap="none" rtlCol="0">
              <a:spAutoFit/>
            </a:bodyPr>
            <a:lstStyle/>
            <a:p>
              <a:r>
                <a:rPr lang="zh-CN" altLang="en-US" b="1" dirty="0">
                  <a:solidFill>
                    <a:srgbClr val="F8F8F8"/>
                  </a:solidFill>
                  <a:latin typeface="Microsoft YaHei" panose="020B0503020204020204" pitchFamily="34" charset="-122"/>
                  <a:ea typeface="Microsoft YaHei" panose="020B0503020204020204" pitchFamily="34" charset="-122"/>
                </a:rPr>
                <a:t>  </a:t>
              </a:r>
              <a:r>
                <a:rPr lang="zh-CN" altLang="en-US" sz="2109" b="1" dirty="0">
                  <a:solidFill>
                    <a:schemeClr val="bg1"/>
                  </a:solidFill>
                  <a:latin typeface="Microsoft YaHei" panose="020B0503020204020204" pitchFamily="34" charset="-122"/>
                  <a:ea typeface="Microsoft YaHei" panose="020B0503020204020204" pitchFamily="34" charset="-122"/>
                </a:rPr>
                <a:t>此处输入标题</a:t>
              </a:r>
              <a:endParaRPr lang="en-US" altLang="zh-CN" sz="2109" b="1"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687" dirty="0">
                <a:solidFill>
                  <a:schemeClr val="bg1"/>
                </a:solidFill>
                <a:latin typeface="Microsoft YaHei" panose="020B0503020204020204" pitchFamily="34" charset="-122"/>
                <a:ea typeface="Microsoft YaHei" panose="020B0503020204020204" pitchFamily="34" charset="-122"/>
              </a:endParaRPr>
            </a:p>
          </p:txBody>
        </p:sp>
      </p:grpSp>
      <p:grpSp>
        <p:nvGrpSpPr>
          <p:cNvPr id="18" name="组合 17"/>
          <p:cNvGrpSpPr/>
          <p:nvPr/>
        </p:nvGrpSpPr>
        <p:grpSpPr>
          <a:xfrm>
            <a:off x="7178175" y="2546972"/>
            <a:ext cx="2308071" cy="1731003"/>
            <a:chOff x="6806012" y="2415038"/>
            <a:chExt cx="2188513" cy="1641337"/>
          </a:xfrm>
        </p:grpSpPr>
        <p:sp>
          <p:nvSpPr>
            <p:cNvPr id="19" name="矩形 18"/>
            <p:cNvSpPr/>
            <p:nvPr/>
          </p:nvSpPr>
          <p:spPr>
            <a:xfrm>
              <a:off x="6806012" y="2415038"/>
              <a:ext cx="2188513" cy="1559849"/>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19"/>
            <p:cNvSpPr txBox="1"/>
            <p:nvPr/>
          </p:nvSpPr>
          <p:spPr>
            <a:xfrm>
              <a:off x="6910253" y="2768840"/>
              <a:ext cx="1968661" cy="1287535"/>
            </a:xfrm>
            <a:prstGeom prst="rect">
              <a:avLst/>
            </a:prstGeom>
            <a:noFill/>
            <a:effectLst/>
          </p:spPr>
          <p:txBody>
            <a:bodyPr wrap="none" rtlCol="0">
              <a:spAutoFit/>
            </a:bodyPr>
            <a:lstStyle/>
            <a:p>
              <a:r>
                <a:rPr lang="zh-CN" altLang="en-US" b="1" dirty="0">
                  <a:solidFill>
                    <a:srgbClr val="F8F8F8"/>
                  </a:solidFill>
                  <a:latin typeface="Microsoft YaHei" panose="020B0503020204020204" pitchFamily="34" charset="-122"/>
                  <a:ea typeface="Microsoft YaHei" panose="020B0503020204020204" pitchFamily="34" charset="-122"/>
                </a:rPr>
                <a:t>  </a:t>
              </a:r>
              <a:r>
                <a:rPr lang="zh-CN" altLang="en-US" sz="2109" b="1" dirty="0">
                  <a:solidFill>
                    <a:schemeClr val="bg1"/>
                  </a:solidFill>
                  <a:latin typeface="Microsoft YaHei" panose="020B0503020204020204" pitchFamily="34" charset="-122"/>
                  <a:ea typeface="Microsoft YaHei" panose="020B0503020204020204" pitchFamily="34" charset="-122"/>
                </a:rPr>
                <a:t>此处输入标题</a:t>
              </a:r>
              <a:endParaRPr lang="en-US" altLang="zh-CN" sz="2109" b="1"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687" dirty="0">
                <a:solidFill>
                  <a:schemeClr val="bg1"/>
                </a:solidFill>
                <a:latin typeface="Microsoft YaHei" panose="020B0503020204020204" pitchFamily="34" charset="-122"/>
                <a:ea typeface="Microsoft YaHei" panose="020B0503020204020204" pitchFamily="34" charset="-122"/>
              </a:endParaRPr>
            </a:p>
          </p:txBody>
        </p:sp>
      </p:grpSp>
      <p:grpSp>
        <p:nvGrpSpPr>
          <p:cNvPr id="21" name="组合 20"/>
          <p:cNvGrpSpPr/>
          <p:nvPr/>
        </p:nvGrpSpPr>
        <p:grpSpPr>
          <a:xfrm>
            <a:off x="9571648" y="2546971"/>
            <a:ext cx="2308071" cy="1731004"/>
            <a:chOff x="9075503" y="2415037"/>
            <a:chExt cx="2188513" cy="1641338"/>
          </a:xfrm>
        </p:grpSpPr>
        <p:sp>
          <p:nvSpPr>
            <p:cNvPr id="22" name="矩形 21"/>
            <p:cNvSpPr/>
            <p:nvPr/>
          </p:nvSpPr>
          <p:spPr>
            <a:xfrm>
              <a:off x="9075503" y="2415037"/>
              <a:ext cx="2188513" cy="1559849"/>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文本框 22"/>
            <p:cNvSpPr txBox="1"/>
            <p:nvPr/>
          </p:nvSpPr>
          <p:spPr>
            <a:xfrm>
              <a:off x="9176924" y="2768840"/>
              <a:ext cx="1968661" cy="1287535"/>
            </a:xfrm>
            <a:prstGeom prst="rect">
              <a:avLst/>
            </a:prstGeom>
            <a:noFill/>
            <a:effectLst/>
          </p:spPr>
          <p:txBody>
            <a:bodyPr wrap="none" rtlCol="0">
              <a:spAutoFit/>
            </a:bodyPr>
            <a:lstStyle/>
            <a:p>
              <a:r>
                <a:rPr lang="zh-CN" altLang="en-US" b="1" dirty="0">
                  <a:solidFill>
                    <a:srgbClr val="F8F8F8"/>
                  </a:solidFill>
                  <a:latin typeface="Microsoft YaHei" panose="020B0503020204020204" pitchFamily="34" charset="-122"/>
                  <a:ea typeface="Microsoft YaHei" panose="020B0503020204020204" pitchFamily="34" charset="-122"/>
                </a:rPr>
                <a:t>  </a:t>
              </a:r>
              <a:r>
                <a:rPr lang="zh-CN" altLang="en-US" sz="2109" b="1" dirty="0">
                  <a:solidFill>
                    <a:schemeClr val="bg1"/>
                  </a:solidFill>
                  <a:latin typeface="Microsoft YaHei" panose="020B0503020204020204" pitchFamily="34" charset="-122"/>
                  <a:ea typeface="Microsoft YaHei" panose="020B0503020204020204" pitchFamily="34" charset="-122"/>
                </a:rPr>
                <a:t>此处输入标题</a:t>
              </a:r>
              <a:endParaRPr lang="en-US" altLang="zh-CN" sz="2109" b="1"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r>
                <a:rPr lang="zh-CN" altLang="en-US" sz="1476" dirty="0">
                  <a:solidFill>
                    <a:schemeClr val="bg1"/>
                  </a:solidFill>
                  <a:latin typeface="Microsoft YaHei" panose="020B0503020204020204" pitchFamily="34" charset="-122"/>
                  <a:ea typeface="Microsoft YaHei" panose="020B0503020204020204" pitchFamily="34" charset="-122"/>
                </a:rPr>
                <a:t>这里输入主要叙述内容</a:t>
              </a:r>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476" dirty="0">
                <a:solidFill>
                  <a:schemeClr val="bg1"/>
                </a:solidFill>
                <a:latin typeface="Microsoft YaHei" panose="020B0503020204020204" pitchFamily="34" charset="-122"/>
                <a:ea typeface="Microsoft YaHei" panose="020B0503020204020204" pitchFamily="34" charset="-122"/>
              </a:endParaRPr>
            </a:p>
            <a:p>
              <a:endParaRPr lang="en-US" altLang="zh-CN" sz="1687" dirty="0">
                <a:solidFill>
                  <a:schemeClr val="bg1"/>
                </a:solidFill>
                <a:latin typeface="Microsoft YaHei" panose="020B0503020204020204" pitchFamily="34" charset="-122"/>
                <a:ea typeface="Microsoft YaHei" panose="020B0503020204020204" pitchFamily="34" charset="-122"/>
              </a:endParaRPr>
            </a:p>
          </p:txBody>
        </p:sp>
      </p:grpSp>
      <p:sp>
        <p:nvSpPr>
          <p:cNvPr id="24" name="文本框 23"/>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591145239"/>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trips(downRight)">
                                      <p:cBhvr>
                                        <p:cTn id="7" dur="500"/>
                                        <p:tgtEl>
                                          <p:spTgt spid="11"/>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750"/>
                                        <p:tgtEl>
                                          <p:spTgt spid="15"/>
                                        </p:tgtEl>
                                      </p:cBhvr>
                                    </p:animEffect>
                                    <p:anim calcmode="lin" valueType="num">
                                      <p:cBhvr>
                                        <p:cTn id="12" dur="750" fill="hold"/>
                                        <p:tgtEl>
                                          <p:spTgt spid="15"/>
                                        </p:tgtEl>
                                        <p:attrNameLst>
                                          <p:attrName>ppt_x</p:attrName>
                                        </p:attrNameLst>
                                      </p:cBhvr>
                                      <p:tavLst>
                                        <p:tav tm="0">
                                          <p:val>
                                            <p:strVal val="#ppt_x"/>
                                          </p:val>
                                        </p:tav>
                                        <p:tav tm="100000">
                                          <p:val>
                                            <p:strVal val="#ppt_x"/>
                                          </p:val>
                                        </p:tav>
                                      </p:tavLst>
                                    </p:anim>
                                    <p:anim calcmode="lin" valueType="num">
                                      <p:cBhvr>
                                        <p:cTn id="13" dur="750" fill="hold"/>
                                        <p:tgtEl>
                                          <p:spTgt spid="15"/>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750"/>
                                        <p:tgtEl>
                                          <p:spTgt spid="12"/>
                                        </p:tgtEl>
                                      </p:cBhvr>
                                    </p:animEffect>
                                    <p:anim calcmode="lin" valueType="num">
                                      <p:cBhvr>
                                        <p:cTn id="17" dur="750" fill="hold"/>
                                        <p:tgtEl>
                                          <p:spTgt spid="12"/>
                                        </p:tgtEl>
                                        <p:attrNameLst>
                                          <p:attrName>ppt_x</p:attrName>
                                        </p:attrNameLst>
                                      </p:cBhvr>
                                      <p:tavLst>
                                        <p:tav tm="0">
                                          <p:val>
                                            <p:strVal val="#ppt_x"/>
                                          </p:val>
                                        </p:tav>
                                        <p:tav tm="100000">
                                          <p:val>
                                            <p:strVal val="#ppt_x"/>
                                          </p:val>
                                        </p:tav>
                                      </p:tavLst>
                                    </p:anim>
                                    <p:anim calcmode="lin" valueType="num">
                                      <p:cBhvr>
                                        <p:cTn id="18" dur="750" fill="hold"/>
                                        <p:tgtEl>
                                          <p:spTgt spid="12"/>
                                        </p:tgtEl>
                                        <p:attrNameLst>
                                          <p:attrName>ppt_y</p:attrName>
                                        </p:attrNameLst>
                                      </p:cBhvr>
                                      <p:tavLst>
                                        <p:tav tm="0">
                                          <p:val>
                                            <p:strVal val="#ppt_y+.1"/>
                                          </p:val>
                                        </p:tav>
                                        <p:tav tm="100000">
                                          <p:val>
                                            <p:strVal val="#ppt_y"/>
                                          </p:val>
                                        </p:tav>
                                      </p:tavLst>
                                    </p:anim>
                                  </p:childTnLst>
                                </p:cTn>
                              </p:par>
                            </p:childTnLst>
                          </p:cTn>
                        </p:par>
                        <p:par>
                          <p:cTn id="19" fill="hold">
                            <p:stCondLst>
                              <p:cond delay="1250"/>
                            </p:stCondLst>
                            <p:childTnLst>
                              <p:par>
                                <p:cTn id="20" presetID="47" presetClass="entr" presetSubtype="0"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750"/>
                                        <p:tgtEl>
                                          <p:spTgt spid="18"/>
                                        </p:tgtEl>
                                      </p:cBhvr>
                                    </p:animEffect>
                                    <p:anim calcmode="lin" valueType="num">
                                      <p:cBhvr>
                                        <p:cTn id="23" dur="750" fill="hold"/>
                                        <p:tgtEl>
                                          <p:spTgt spid="18"/>
                                        </p:tgtEl>
                                        <p:attrNameLst>
                                          <p:attrName>ppt_x</p:attrName>
                                        </p:attrNameLst>
                                      </p:cBhvr>
                                      <p:tavLst>
                                        <p:tav tm="0">
                                          <p:val>
                                            <p:strVal val="#ppt_x"/>
                                          </p:val>
                                        </p:tav>
                                        <p:tav tm="100000">
                                          <p:val>
                                            <p:strVal val="#ppt_x"/>
                                          </p:val>
                                        </p:tav>
                                      </p:tavLst>
                                    </p:anim>
                                    <p:anim calcmode="lin" valueType="num">
                                      <p:cBhvr>
                                        <p:cTn id="24" dur="750" fill="hold"/>
                                        <p:tgtEl>
                                          <p:spTgt spid="18"/>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750"/>
                                        <p:tgtEl>
                                          <p:spTgt spid="13"/>
                                        </p:tgtEl>
                                      </p:cBhvr>
                                    </p:animEffect>
                                    <p:anim calcmode="lin" valueType="num">
                                      <p:cBhvr>
                                        <p:cTn id="28" dur="750" fill="hold"/>
                                        <p:tgtEl>
                                          <p:spTgt spid="13"/>
                                        </p:tgtEl>
                                        <p:attrNameLst>
                                          <p:attrName>ppt_x</p:attrName>
                                        </p:attrNameLst>
                                      </p:cBhvr>
                                      <p:tavLst>
                                        <p:tav tm="0">
                                          <p:val>
                                            <p:strVal val="#ppt_x"/>
                                          </p:val>
                                        </p:tav>
                                        <p:tav tm="100000">
                                          <p:val>
                                            <p:strVal val="#ppt_x"/>
                                          </p:val>
                                        </p:tav>
                                      </p:tavLst>
                                    </p:anim>
                                    <p:anim calcmode="lin" valueType="num">
                                      <p:cBhvr>
                                        <p:cTn id="29" dur="750" fill="hold"/>
                                        <p:tgtEl>
                                          <p:spTgt spid="13"/>
                                        </p:tgtEl>
                                        <p:attrNameLst>
                                          <p:attrName>ppt_y</p:attrName>
                                        </p:attrNameLst>
                                      </p:cBhvr>
                                      <p:tavLst>
                                        <p:tav tm="0">
                                          <p:val>
                                            <p:strVal val="#ppt_y+.1"/>
                                          </p:val>
                                        </p:tav>
                                        <p:tav tm="100000">
                                          <p:val>
                                            <p:strVal val="#ppt_y"/>
                                          </p:val>
                                        </p:tav>
                                      </p:tavLst>
                                    </p:anim>
                                  </p:childTnLst>
                                </p:cTn>
                              </p:par>
                            </p:childTnLst>
                          </p:cTn>
                        </p:par>
                        <p:par>
                          <p:cTn id="30" fill="hold">
                            <p:stCondLst>
                              <p:cond delay="2000"/>
                            </p:stCondLst>
                            <p:childTnLst>
                              <p:par>
                                <p:cTn id="31" presetID="47" presetClass="entr" presetSubtype="0" fill="hold" nodeType="after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750"/>
                                        <p:tgtEl>
                                          <p:spTgt spid="21"/>
                                        </p:tgtEl>
                                      </p:cBhvr>
                                    </p:animEffect>
                                    <p:anim calcmode="lin" valueType="num">
                                      <p:cBhvr>
                                        <p:cTn id="34" dur="750" fill="hold"/>
                                        <p:tgtEl>
                                          <p:spTgt spid="21"/>
                                        </p:tgtEl>
                                        <p:attrNameLst>
                                          <p:attrName>ppt_x</p:attrName>
                                        </p:attrNameLst>
                                      </p:cBhvr>
                                      <p:tavLst>
                                        <p:tav tm="0">
                                          <p:val>
                                            <p:strVal val="#ppt_x"/>
                                          </p:val>
                                        </p:tav>
                                        <p:tav tm="100000">
                                          <p:val>
                                            <p:strVal val="#ppt_x"/>
                                          </p:val>
                                        </p:tav>
                                      </p:tavLst>
                                    </p:anim>
                                    <p:anim calcmode="lin" valueType="num">
                                      <p:cBhvr>
                                        <p:cTn id="35" dur="750" fill="hold"/>
                                        <p:tgtEl>
                                          <p:spTgt spid="21"/>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750"/>
                                        <p:tgtEl>
                                          <p:spTgt spid="14"/>
                                        </p:tgtEl>
                                      </p:cBhvr>
                                    </p:animEffect>
                                    <p:anim calcmode="lin" valueType="num">
                                      <p:cBhvr>
                                        <p:cTn id="39" dur="750" fill="hold"/>
                                        <p:tgtEl>
                                          <p:spTgt spid="14"/>
                                        </p:tgtEl>
                                        <p:attrNameLst>
                                          <p:attrName>ppt_x</p:attrName>
                                        </p:attrNameLst>
                                      </p:cBhvr>
                                      <p:tavLst>
                                        <p:tav tm="0">
                                          <p:val>
                                            <p:strVal val="#ppt_x"/>
                                          </p:val>
                                        </p:tav>
                                        <p:tav tm="100000">
                                          <p:val>
                                            <p:strVal val="#ppt_x"/>
                                          </p:val>
                                        </p:tav>
                                      </p:tavLst>
                                    </p:anim>
                                    <p:anim calcmode="lin" valueType="num">
                                      <p:cBhvr>
                                        <p:cTn id="40" dur="75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7" name="组合 46"/>
          <p:cNvGrpSpPr/>
          <p:nvPr/>
        </p:nvGrpSpPr>
        <p:grpSpPr>
          <a:xfrm>
            <a:off x="5630922" y="2048229"/>
            <a:ext cx="1609272" cy="2829567"/>
            <a:chOff x="5338907" y="1942131"/>
            <a:chExt cx="1525912" cy="2682996"/>
          </a:xfrm>
        </p:grpSpPr>
        <p:sp>
          <p:nvSpPr>
            <p:cNvPr id="11" name="任意多边形 10"/>
            <p:cNvSpPr/>
            <p:nvPr/>
          </p:nvSpPr>
          <p:spPr>
            <a:xfrm flipH="1">
              <a:off x="5741392" y="1942131"/>
              <a:ext cx="1123427" cy="1611873"/>
            </a:xfrm>
            <a:custGeom>
              <a:avLst/>
              <a:gdLst>
                <a:gd name="connsiteX0" fmla="*/ 1261872 w 1261872"/>
                <a:gd name="connsiteY0" fmla="*/ 1810512 h 1810512"/>
                <a:gd name="connsiteX1" fmla="*/ 475488 w 1261872"/>
                <a:gd name="connsiteY1" fmla="*/ 1810512 h 1810512"/>
                <a:gd name="connsiteX2" fmla="*/ 0 w 1261872"/>
                <a:gd name="connsiteY2" fmla="*/ 0 h 1810512"/>
                <a:gd name="connsiteX3" fmla="*/ 749808 w 1261872"/>
                <a:gd name="connsiteY3" fmla="*/ 0 h 1810512"/>
                <a:gd name="connsiteX4" fmla="*/ 1261872 w 1261872"/>
                <a:gd name="connsiteY4" fmla="*/ 1810512 h 181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872" h="1810512">
                  <a:moveTo>
                    <a:pt x="1261872" y="1810512"/>
                  </a:moveTo>
                  <a:lnTo>
                    <a:pt x="475488" y="1810512"/>
                  </a:lnTo>
                  <a:lnTo>
                    <a:pt x="0" y="0"/>
                  </a:lnTo>
                  <a:lnTo>
                    <a:pt x="749808" y="0"/>
                  </a:lnTo>
                  <a:lnTo>
                    <a:pt x="1261872" y="1810512"/>
                  </a:ln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圆角矩形 11"/>
            <p:cNvSpPr/>
            <p:nvPr/>
          </p:nvSpPr>
          <p:spPr>
            <a:xfrm>
              <a:off x="5627001" y="3433570"/>
              <a:ext cx="981867" cy="283250"/>
            </a:xfrm>
            <a:prstGeom prst="roundRect">
              <a:avLst>
                <a:gd name="adj" fmla="val 50000"/>
              </a:avLst>
            </a:prstGeom>
            <a:noFill/>
            <a:ln w="762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圆角矩形 12"/>
            <p:cNvSpPr/>
            <p:nvPr/>
          </p:nvSpPr>
          <p:spPr>
            <a:xfrm rot="5400000">
              <a:off x="5673947" y="4015840"/>
              <a:ext cx="909227" cy="309348"/>
            </a:xfrm>
            <a:prstGeom prst="roundRect">
              <a:avLst>
                <a:gd name="adj" fmla="val 50000"/>
              </a:avLst>
            </a:prstGeom>
            <a:noFill/>
            <a:ln w="762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任意多边形 13"/>
            <p:cNvSpPr/>
            <p:nvPr/>
          </p:nvSpPr>
          <p:spPr>
            <a:xfrm>
              <a:off x="5338907" y="1942131"/>
              <a:ext cx="1123427" cy="1611873"/>
            </a:xfrm>
            <a:custGeom>
              <a:avLst/>
              <a:gdLst>
                <a:gd name="connsiteX0" fmla="*/ 1261872 w 1261872"/>
                <a:gd name="connsiteY0" fmla="*/ 1810512 h 1810512"/>
                <a:gd name="connsiteX1" fmla="*/ 475488 w 1261872"/>
                <a:gd name="connsiteY1" fmla="*/ 1810512 h 1810512"/>
                <a:gd name="connsiteX2" fmla="*/ 0 w 1261872"/>
                <a:gd name="connsiteY2" fmla="*/ 0 h 1810512"/>
                <a:gd name="connsiteX3" fmla="*/ 749808 w 1261872"/>
                <a:gd name="connsiteY3" fmla="*/ 0 h 1810512"/>
                <a:gd name="connsiteX4" fmla="*/ 1261872 w 1261872"/>
                <a:gd name="connsiteY4" fmla="*/ 1810512 h 181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872" h="1810512">
                  <a:moveTo>
                    <a:pt x="1261872" y="1810512"/>
                  </a:moveTo>
                  <a:lnTo>
                    <a:pt x="475488" y="1810512"/>
                  </a:lnTo>
                  <a:lnTo>
                    <a:pt x="0" y="0"/>
                  </a:lnTo>
                  <a:lnTo>
                    <a:pt x="749808" y="0"/>
                  </a:lnTo>
                  <a:lnTo>
                    <a:pt x="1261872" y="1810512"/>
                  </a:ln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41" name="组合 40"/>
          <p:cNvGrpSpPr/>
          <p:nvPr/>
        </p:nvGrpSpPr>
        <p:grpSpPr>
          <a:xfrm>
            <a:off x="6429375" y="5421614"/>
            <a:ext cx="1358646" cy="1358646"/>
            <a:chOff x="6096000" y="5140776"/>
            <a:chExt cx="1288268" cy="1288268"/>
          </a:xfrm>
        </p:grpSpPr>
        <p:sp>
          <p:nvSpPr>
            <p:cNvPr id="18" name="任意多边形 17"/>
            <p:cNvSpPr/>
            <p:nvPr/>
          </p:nvSpPr>
          <p:spPr>
            <a:xfrm>
              <a:off x="6096000" y="5140776"/>
              <a:ext cx="1288268" cy="1288268"/>
            </a:xfrm>
            <a:custGeom>
              <a:avLst/>
              <a:gdLst>
                <a:gd name="connsiteX0" fmla="*/ 0 w 1447027"/>
                <a:gd name="connsiteY0" fmla="*/ 0 h 1447027"/>
                <a:gd name="connsiteX1" fmla="*/ 1447027 w 1447027"/>
                <a:gd name="connsiteY1" fmla="*/ 0 h 1447027"/>
                <a:gd name="connsiteX2" fmla="*/ 0 w 1447027"/>
                <a:gd name="connsiteY2" fmla="*/ 1447027 h 1447027"/>
                <a:gd name="connsiteX3" fmla="*/ 0 w 1447027"/>
                <a:gd name="connsiteY3" fmla="*/ 0 h 1447027"/>
              </a:gdLst>
              <a:ahLst/>
              <a:cxnLst>
                <a:cxn ang="0">
                  <a:pos x="connsiteX0" y="connsiteY0"/>
                </a:cxn>
                <a:cxn ang="0">
                  <a:pos x="connsiteX1" y="connsiteY1"/>
                </a:cxn>
                <a:cxn ang="0">
                  <a:pos x="connsiteX2" y="connsiteY2"/>
                </a:cxn>
                <a:cxn ang="0">
                  <a:pos x="connsiteX3" y="connsiteY3"/>
                </a:cxn>
              </a:cxnLst>
              <a:rect l="l" t="t" r="r" b="b"/>
              <a:pathLst>
                <a:path w="1447027" h="1447027">
                  <a:moveTo>
                    <a:pt x="0" y="0"/>
                  </a:moveTo>
                  <a:lnTo>
                    <a:pt x="1447027" y="0"/>
                  </a:lnTo>
                  <a:cubicBezTo>
                    <a:pt x="1447027" y="799171"/>
                    <a:pt x="799171" y="1447027"/>
                    <a:pt x="0" y="1447027"/>
                  </a:cubicBezTo>
                  <a:lnTo>
                    <a:pt x="0" y="0"/>
                  </a:ln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3" name="Freeform 22"/>
            <p:cNvSpPr>
              <a:spLocks noEditPoints="1"/>
            </p:cNvSpPr>
            <p:nvPr/>
          </p:nvSpPr>
          <p:spPr bwMode="auto">
            <a:xfrm>
              <a:off x="6477536" y="5446696"/>
              <a:ext cx="343851" cy="403799"/>
            </a:xfrm>
            <a:custGeom>
              <a:avLst/>
              <a:gdLst>
                <a:gd name="T0" fmla="*/ 90 w 641"/>
                <a:gd name="T1" fmla="*/ 424 h 748"/>
                <a:gd name="T2" fmla="*/ 158 w 641"/>
                <a:gd name="T3" fmla="*/ 424 h 748"/>
                <a:gd name="T4" fmla="*/ 205 w 641"/>
                <a:gd name="T5" fmla="*/ 408 h 748"/>
                <a:gd name="T6" fmla="*/ 291 w 641"/>
                <a:gd name="T7" fmla="*/ 588 h 748"/>
                <a:gd name="T8" fmla="*/ 312 w 641"/>
                <a:gd name="T9" fmla="*/ 475 h 748"/>
                <a:gd name="T10" fmla="*/ 297 w 641"/>
                <a:gd name="T11" fmla="*/ 468 h 748"/>
                <a:gd name="T12" fmla="*/ 298 w 641"/>
                <a:gd name="T13" fmla="*/ 452 h 748"/>
                <a:gd name="T14" fmla="*/ 360 w 641"/>
                <a:gd name="T15" fmla="*/ 452 h 748"/>
                <a:gd name="T16" fmla="*/ 360 w 641"/>
                <a:gd name="T17" fmla="*/ 468 h 748"/>
                <a:gd name="T18" fmla="*/ 346 w 641"/>
                <a:gd name="T19" fmla="*/ 475 h 748"/>
                <a:gd name="T20" fmla="*/ 365 w 641"/>
                <a:gd name="T21" fmla="*/ 583 h 748"/>
                <a:gd name="T22" fmla="*/ 439 w 641"/>
                <a:gd name="T23" fmla="*/ 415 h 748"/>
                <a:gd name="T24" fmla="*/ 482 w 641"/>
                <a:gd name="T25" fmla="*/ 420 h 748"/>
                <a:gd name="T26" fmla="*/ 545 w 641"/>
                <a:gd name="T27" fmla="*/ 420 h 748"/>
                <a:gd name="T28" fmla="*/ 632 w 641"/>
                <a:gd name="T29" fmla="*/ 691 h 748"/>
                <a:gd name="T30" fmla="*/ 544 w 641"/>
                <a:gd name="T31" fmla="*/ 722 h 748"/>
                <a:gd name="T32" fmla="*/ 532 w 641"/>
                <a:gd name="T33" fmla="*/ 681 h 748"/>
                <a:gd name="T34" fmla="*/ 504 w 641"/>
                <a:gd name="T35" fmla="*/ 729 h 748"/>
                <a:gd name="T36" fmla="*/ 123 w 641"/>
                <a:gd name="T37" fmla="*/ 731 h 748"/>
                <a:gd name="T38" fmla="*/ 94 w 641"/>
                <a:gd name="T39" fmla="*/ 681 h 748"/>
                <a:gd name="T40" fmla="*/ 81 w 641"/>
                <a:gd name="T41" fmla="*/ 724 h 748"/>
                <a:gd name="T42" fmla="*/ 0 w 641"/>
                <a:gd name="T43" fmla="*/ 691 h 748"/>
                <a:gd name="T44" fmla="*/ 90 w 641"/>
                <a:gd name="T45" fmla="*/ 424 h 748"/>
                <a:gd name="T46" fmla="*/ 185 w 641"/>
                <a:gd name="T47" fmla="*/ 289 h 748"/>
                <a:gd name="T48" fmla="*/ 185 w 641"/>
                <a:gd name="T49" fmla="*/ 289 h 748"/>
                <a:gd name="T50" fmla="*/ 163 w 641"/>
                <a:gd name="T51" fmla="*/ 264 h 748"/>
                <a:gd name="T52" fmla="*/ 155 w 641"/>
                <a:gd name="T53" fmla="*/ 214 h 748"/>
                <a:gd name="T54" fmla="*/ 155 w 641"/>
                <a:gd name="T55" fmla="*/ 207 h 748"/>
                <a:gd name="T56" fmla="*/ 160 w 641"/>
                <a:gd name="T57" fmla="*/ 204 h 748"/>
                <a:gd name="T58" fmla="*/ 164 w 641"/>
                <a:gd name="T59" fmla="*/ 202 h 748"/>
                <a:gd name="T60" fmla="*/ 199 w 641"/>
                <a:gd name="T61" fmla="*/ 47 h 748"/>
                <a:gd name="T62" fmla="*/ 423 w 641"/>
                <a:gd name="T63" fmla="*/ 43 h 748"/>
                <a:gd name="T64" fmla="*/ 466 w 641"/>
                <a:gd name="T65" fmla="*/ 200 h 748"/>
                <a:gd name="T66" fmla="*/ 472 w 641"/>
                <a:gd name="T67" fmla="*/ 204 h 748"/>
                <a:gd name="T68" fmla="*/ 478 w 641"/>
                <a:gd name="T69" fmla="*/ 207 h 748"/>
                <a:gd name="T70" fmla="*/ 478 w 641"/>
                <a:gd name="T71" fmla="*/ 214 h 748"/>
                <a:gd name="T72" fmla="*/ 471 w 641"/>
                <a:gd name="T73" fmla="*/ 263 h 748"/>
                <a:gd name="T74" fmla="*/ 449 w 641"/>
                <a:gd name="T75" fmla="*/ 288 h 748"/>
                <a:gd name="T76" fmla="*/ 328 w 641"/>
                <a:gd name="T77" fmla="*/ 397 h 748"/>
                <a:gd name="T78" fmla="*/ 299 w 641"/>
                <a:gd name="T79" fmla="*/ 395 h 748"/>
                <a:gd name="T80" fmla="*/ 185 w 641"/>
                <a:gd name="T81" fmla="*/ 289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1" h="748">
                  <a:moveTo>
                    <a:pt x="90" y="424"/>
                  </a:moveTo>
                  <a:cubicBezTo>
                    <a:pt x="114" y="424"/>
                    <a:pt x="137" y="424"/>
                    <a:pt x="158" y="424"/>
                  </a:cubicBezTo>
                  <a:cubicBezTo>
                    <a:pt x="178" y="425"/>
                    <a:pt x="194" y="421"/>
                    <a:pt x="205" y="408"/>
                  </a:cubicBezTo>
                  <a:lnTo>
                    <a:pt x="291" y="588"/>
                  </a:lnTo>
                  <a:lnTo>
                    <a:pt x="312" y="475"/>
                  </a:lnTo>
                  <a:lnTo>
                    <a:pt x="297" y="468"/>
                  </a:lnTo>
                  <a:lnTo>
                    <a:pt x="298" y="452"/>
                  </a:lnTo>
                  <a:lnTo>
                    <a:pt x="360" y="452"/>
                  </a:lnTo>
                  <a:lnTo>
                    <a:pt x="360" y="468"/>
                  </a:lnTo>
                  <a:lnTo>
                    <a:pt x="346" y="475"/>
                  </a:lnTo>
                  <a:lnTo>
                    <a:pt x="365" y="583"/>
                  </a:lnTo>
                  <a:lnTo>
                    <a:pt x="439" y="415"/>
                  </a:lnTo>
                  <a:cubicBezTo>
                    <a:pt x="450" y="420"/>
                    <a:pt x="464" y="422"/>
                    <a:pt x="482" y="420"/>
                  </a:cubicBezTo>
                  <a:cubicBezTo>
                    <a:pt x="502" y="420"/>
                    <a:pt x="523" y="420"/>
                    <a:pt x="545" y="420"/>
                  </a:cubicBezTo>
                  <a:cubicBezTo>
                    <a:pt x="604" y="475"/>
                    <a:pt x="641" y="606"/>
                    <a:pt x="632" y="691"/>
                  </a:cubicBezTo>
                  <a:cubicBezTo>
                    <a:pt x="614" y="704"/>
                    <a:pt x="583" y="714"/>
                    <a:pt x="544" y="722"/>
                  </a:cubicBezTo>
                  <a:lnTo>
                    <a:pt x="532" y="681"/>
                  </a:lnTo>
                  <a:lnTo>
                    <a:pt x="504" y="729"/>
                  </a:lnTo>
                  <a:cubicBezTo>
                    <a:pt x="390" y="746"/>
                    <a:pt x="233" y="748"/>
                    <a:pt x="123" y="731"/>
                  </a:cubicBezTo>
                  <a:lnTo>
                    <a:pt x="94" y="681"/>
                  </a:lnTo>
                  <a:lnTo>
                    <a:pt x="81" y="724"/>
                  </a:lnTo>
                  <a:cubicBezTo>
                    <a:pt x="43" y="716"/>
                    <a:pt x="14" y="705"/>
                    <a:pt x="0" y="691"/>
                  </a:cubicBezTo>
                  <a:cubicBezTo>
                    <a:pt x="1" y="616"/>
                    <a:pt x="15" y="489"/>
                    <a:pt x="90" y="424"/>
                  </a:cubicBezTo>
                  <a:close/>
                  <a:moveTo>
                    <a:pt x="185" y="289"/>
                  </a:moveTo>
                  <a:lnTo>
                    <a:pt x="185" y="289"/>
                  </a:lnTo>
                  <a:cubicBezTo>
                    <a:pt x="175" y="284"/>
                    <a:pt x="168" y="275"/>
                    <a:pt x="163" y="264"/>
                  </a:cubicBezTo>
                  <a:cubicBezTo>
                    <a:pt x="157" y="251"/>
                    <a:pt x="155" y="234"/>
                    <a:pt x="155" y="214"/>
                  </a:cubicBezTo>
                  <a:lnTo>
                    <a:pt x="155" y="207"/>
                  </a:lnTo>
                  <a:lnTo>
                    <a:pt x="160" y="204"/>
                  </a:lnTo>
                  <a:cubicBezTo>
                    <a:pt x="162" y="203"/>
                    <a:pt x="163" y="202"/>
                    <a:pt x="164" y="202"/>
                  </a:cubicBezTo>
                  <a:cubicBezTo>
                    <a:pt x="152" y="117"/>
                    <a:pt x="162" y="78"/>
                    <a:pt x="199" y="47"/>
                  </a:cubicBezTo>
                  <a:cubicBezTo>
                    <a:pt x="256" y="0"/>
                    <a:pt x="365" y="0"/>
                    <a:pt x="423" y="43"/>
                  </a:cubicBezTo>
                  <a:cubicBezTo>
                    <a:pt x="463" y="72"/>
                    <a:pt x="477" y="123"/>
                    <a:pt x="466" y="200"/>
                  </a:cubicBezTo>
                  <a:cubicBezTo>
                    <a:pt x="468" y="201"/>
                    <a:pt x="470" y="202"/>
                    <a:pt x="472" y="204"/>
                  </a:cubicBezTo>
                  <a:lnTo>
                    <a:pt x="478" y="207"/>
                  </a:lnTo>
                  <a:lnTo>
                    <a:pt x="478" y="214"/>
                  </a:lnTo>
                  <a:cubicBezTo>
                    <a:pt x="478" y="233"/>
                    <a:pt x="476" y="250"/>
                    <a:pt x="471" y="263"/>
                  </a:cubicBezTo>
                  <a:cubicBezTo>
                    <a:pt x="466" y="275"/>
                    <a:pt x="459" y="283"/>
                    <a:pt x="449" y="288"/>
                  </a:cubicBezTo>
                  <a:cubicBezTo>
                    <a:pt x="434" y="338"/>
                    <a:pt x="381" y="392"/>
                    <a:pt x="328" y="397"/>
                  </a:cubicBezTo>
                  <a:cubicBezTo>
                    <a:pt x="319" y="398"/>
                    <a:pt x="308" y="398"/>
                    <a:pt x="299" y="395"/>
                  </a:cubicBezTo>
                  <a:cubicBezTo>
                    <a:pt x="241" y="374"/>
                    <a:pt x="203" y="350"/>
                    <a:pt x="185" y="28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p>
          </p:txBody>
        </p:sp>
      </p:grpSp>
      <p:grpSp>
        <p:nvGrpSpPr>
          <p:cNvPr id="3" name="组合 2"/>
          <p:cNvGrpSpPr/>
          <p:nvPr/>
        </p:nvGrpSpPr>
        <p:grpSpPr>
          <a:xfrm>
            <a:off x="5070729" y="4062970"/>
            <a:ext cx="1358646" cy="1358646"/>
            <a:chOff x="4807732" y="3852509"/>
            <a:chExt cx="1288268" cy="1288268"/>
          </a:xfrm>
        </p:grpSpPr>
        <p:sp>
          <p:nvSpPr>
            <p:cNvPr id="15" name="任意多边形 14"/>
            <p:cNvSpPr/>
            <p:nvPr/>
          </p:nvSpPr>
          <p:spPr>
            <a:xfrm>
              <a:off x="4807732" y="3852509"/>
              <a:ext cx="1288268" cy="1288268"/>
            </a:xfrm>
            <a:custGeom>
              <a:avLst/>
              <a:gdLst>
                <a:gd name="connsiteX0" fmla="*/ 1447027 w 1447027"/>
                <a:gd name="connsiteY0" fmla="*/ 0 h 1447027"/>
                <a:gd name="connsiteX1" fmla="*/ 1447027 w 1447027"/>
                <a:gd name="connsiteY1" fmla="*/ 1447027 h 1447027"/>
                <a:gd name="connsiteX2" fmla="*/ 0 w 1447027"/>
                <a:gd name="connsiteY2" fmla="*/ 1447027 h 1447027"/>
                <a:gd name="connsiteX3" fmla="*/ 1447027 w 1447027"/>
                <a:gd name="connsiteY3" fmla="*/ 0 h 1447027"/>
              </a:gdLst>
              <a:ahLst/>
              <a:cxnLst>
                <a:cxn ang="0">
                  <a:pos x="connsiteX0" y="connsiteY0"/>
                </a:cxn>
                <a:cxn ang="0">
                  <a:pos x="connsiteX1" y="connsiteY1"/>
                </a:cxn>
                <a:cxn ang="0">
                  <a:pos x="connsiteX2" y="connsiteY2"/>
                </a:cxn>
                <a:cxn ang="0">
                  <a:pos x="connsiteX3" y="connsiteY3"/>
                </a:cxn>
              </a:cxnLst>
              <a:rect l="l" t="t" r="r" b="b"/>
              <a:pathLst>
                <a:path w="1447027" h="1447027">
                  <a:moveTo>
                    <a:pt x="1447027" y="0"/>
                  </a:moveTo>
                  <a:lnTo>
                    <a:pt x="1447027" y="1447027"/>
                  </a:lnTo>
                  <a:lnTo>
                    <a:pt x="0" y="1447027"/>
                  </a:lnTo>
                  <a:cubicBezTo>
                    <a:pt x="0" y="647856"/>
                    <a:pt x="647856" y="0"/>
                    <a:pt x="1447027" y="0"/>
                  </a:cubicBezTo>
                  <a:close/>
                </a:path>
              </a:pathLst>
            </a:cu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prstClr val="white"/>
                </a:solidFill>
              </a:endParaRPr>
            </a:p>
          </p:txBody>
        </p:sp>
        <p:sp>
          <p:nvSpPr>
            <p:cNvPr id="34" name="Freeform 14"/>
            <p:cNvSpPr>
              <a:spLocks noEditPoints="1"/>
            </p:cNvSpPr>
            <p:nvPr/>
          </p:nvSpPr>
          <p:spPr bwMode="auto">
            <a:xfrm>
              <a:off x="5352490" y="4371218"/>
              <a:ext cx="388902" cy="387335"/>
            </a:xfrm>
            <a:custGeom>
              <a:avLst/>
              <a:gdLst>
                <a:gd name="T0" fmla="*/ 359 w 605"/>
                <a:gd name="T1" fmla="*/ 39 h 602"/>
                <a:gd name="T2" fmla="*/ 462 w 605"/>
                <a:gd name="T3" fmla="*/ 85 h 602"/>
                <a:gd name="T4" fmla="*/ 537 w 605"/>
                <a:gd name="T5" fmla="*/ 168 h 602"/>
                <a:gd name="T6" fmla="*/ 572 w 605"/>
                <a:gd name="T7" fmla="*/ 275 h 602"/>
                <a:gd name="T8" fmla="*/ 560 w 605"/>
                <a:gd name="T9" fmla="*/ 387 h 602"/>
                <a:gd name="T10" fmla="*/ 504 w 605"/>
                <a:gd name="T11" fmla="*/ 484 h 602"/>
                <a:gd name="T12" fmla="*/ 413 w 605"/>
                <a:gd name="T13" fmla="*/ 551 h 602"/>
                <a:gd name="T14" fmla="*/ 303 w 605"/>
                <a:gd name="T15" fmla="*/ 574 h 602"/>
                <a:gd name="T16" fmla="*/ 193 w 605"/>
                <a:gd name="T17" fmla="*/ 551 h 602"/>
                <a:gd name="T18" fmla="*/ 102 w 605"/>
                <a:gd name="T19" fmla="*/ 484 h 602"/>
                <a:gd name="T20" fmla="*/ 46 w 605"/>
                <a:gd name="T21" fmla="*/ 387 h 602"/>
                <a:gd name="T22" fmla="*/ 34 w 605"/>
                <a:gd name="T23" fmla="*/ 275 h 602"/>
                <a:gd name="T24" fmla="*/ 69 w 605"/>
                <a:gd name="T25" fmla="*/ 168 h 602"/>
                <a:gd name="T26" fmla="*/ 144 w 605"/>
                <a:gd name="T27" fmla="*/ 85 h 602"/>
                <a:gd name="T28" fmla="*/ 247 w 605"/>
                <a:gd name="T29" fmla="*/ 39 h 602"/>
                <a:gd name="T30" fmla="*/ 359 w 605"/>
                <a:gd name="T31" fmla="*/ 39 h 602"/>
                <a:gd name="T32" fmla="*/ 376 w 605"/>
                <a:gd name="T33" fmla="*/ 379 h 602"/>
                <a:gd name="T34" fmla="*/ 376 w 605"/>
                <a:gd name="T35" fmla="*/ 379 h 602"/>
                <a:gd name="T36" fmla="*/ 412 w 605"/>
                <a:gd name="T37" fmla="*/ 419 h 602"/>
                <a:gd name="T38" fmla="*/ 397 w 605"/>
                <a:gd name="T39" fmla="*/ 332 h 602"/>
                <a:gd name="T40" fmla="*/ 376 w 605"/>
                <a:gd name="T41" fmla="*/ 379 h 602"/>
                <a:gd name="T42" fmla="*/ 186 w 605"/>
                <a:gd name="T43" fmla="*/ 222 h 602"/>
                <a:gd name="T44" fmla="*/ 186 w 605"/>
                <a:gd name="T45" fmla="*/ 222 h 602"/>
                <a:gd name="T46" fmla="*/ 221 w 605"/>
                <a:gd name="T47" fmla="*/ 261 h 602"/>
                <a:gd name="T48" fmla="*/ 207 w 605"/>
                <a:gd name="T49" fmla="*/ 175 h 602"/>
                <a:gd name="T50" fmla="*/ 186 w 605"/>
                <a:gd name="T51" fmla="*/ 222 h 602"/>
                <a:gd name="T52" fmla="*/ 141 w 605"/>
                <a:gd name="T53" fmla="*/ 222 h 602"/>
                <a:gd name="T54" fmla="*/ 141 w 605"/>
                <a:gd name="T55" fmla="*/ 222 h 602"/>
                <a:gd name="T56" fmla="*/ 256 w 605"/>
                <a:gd name="T57" fmla="*/ 162 h 602"/>
                <a:gd name="T58" fmla="*/ 208 w 605"/>
                <a:gd name="T59" fmla="*/ 301 h 602"/>
                <a:gd name="T60" fmla="*/ 141 w 605"/>
                <a:gd name="T61" fmla="*/ 222 h 602"/>
                <a:gd name="T62" fmla="*/ 244 w 605"/>
                <a:gd name="T63" fmla="*/ 460 h 602"/>
                <a:gd name="T64" fmla="*/ 244 w 605"/>
                <a:gd name="T65" fmla="*/ 460 h 602"/>
                <a:gd name="T66" fmla="*/ 201 w 605"/>
                <a:gd name="T67" fmla="*/ 460 h 602"/>
                <a:gd name="T68" fmla="*/ 362 w 605"/>
                <a:gd name="T69" fmla="*/ 141 h 602"/>
                <a:gd name="T70" fmla="*/ 404 w 605"/>
                <a:gd name="T71" fmla="*/ 141 h 602"/>
                <a:gd name="T72" fmla="*/ 244 w 605"/>
                <a:gd name="T73" fmla="*/ 460 h 602"/>
                <a:gd name="T74" fmla="*/ 331 w 605"/>
                <a:gd name="T75" fmla="*/ 379 h 602"/>
                <a:gd name="T76" fmla="*/ 331 w 605"/>
                <a:gd name="T77" fmla="*/ 379 h 602"/>
                <a:gd name="T78" fmla="*/ 446 w 605"/>
                <a:gd name="T79" fmla="*/ 319 h 602"/>
                <a:gd name="T80" fmla="*/ 398 w 605"/>
                <a:gd name="T81" fmla="*/ 459 h 602"/>
                <a:gd name="T82" fmla="*/ 331 w 605"/>
                <a:gd name="T83" fmla="*/ 37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5" h="602">
                  <a:moveTo>
                    <a:pt x="359" y="39"/>
                  </a:moveTo>
                  <a:cubicBezTo>
                    <a:pt x="435" y="31"/>
                    <a:pt x="417" y="22"/>
                    <a:pt x="462" y="85"/>
                  </a:cubicBezTo>
                  <a:cubicBezTo>
                    <a:pt x="535" y="108"/>
                    <a:pt x="521" y="93"/>
                    <a:pt x="537" y="168"/>
                  </a:cubicBezTo>
                  <a:cubicBezTo>
                    <a:pt x="594" y="219"/>
                    <a:pt x="588" y="200"/>
                    <a:pt x="572" y="275"/>
                  </a:cubicBezTo>
                  <a:cubicBezTo>
                    <a:pt x="603" y="345"/>
                    <a:pt x="605" y="325"/>
                    <a:pt x="560" y="387"/>
                  </a:cubicBezTo>
                  <a:cubicBezTo>
                    <a:pt x="560" y="464"/>
                    <a:pt x="570" y="446"/>
                    <a:pt x="504" y="484"/>
                  </a:cubicBezTo>
                  <a:cubicBezTo>
                    <a:pt x="473" y="555"/>
                    <a:pt x="489" y="543"/>
                    <a:pt x="413" y="551"/>
                  </a:cubicBezTo>
                  <a:cubicBezTo>
                    <a:pt x="356" y="602"/>
                    <a:pt x="376" y="598"/>
                    <a:pt x="303" y="574"/>
                  </a:cubicBezTo>
                  <a:cubicBezTo>
                    <a:pt x="230" y="598"/>
                    <a:pt x="250" y="602"/>
                    <a:pt x="193" y="551"/>
                  </a:cubicBezTo>
                  <a:cubicBezTo>
                    <a:pt x="116" y="543"/>
                    <a:pt x="133" y="555"/>
                    <a:pt x="102" y="484"/>
                  </a:cubicBezTo>
                  <a:cubicBezTo>
                    <a:pt x="35" y="446"/>
                    <a:pt x="45" y="464"/>
                    <a:pt x="46" y="387"/>
                  </a:cubicBezTo>
                  <a:cubicBezTo>
                    <a:pt x="0" y="325"/>
                    <a:pt x="2" y="345"/>
                    <a:pt x="34" y="275"/>
                  </a:cubicBezTo>
                  <a:cubicBezTo>
                    <a:pt x="18" y="200"/>
                    <a:pt x="11" y="219"/>
                    <a:pt x="69" y="168"/>
                  </a:cubicBezTo>
                  <a:cubicBezTo>
                    <a:pt x="84" y="93"/>
                    <a:pt x="71" y="108"/>
                    <a:pt x="144" y="85"/>
                  </a:cubicBezTo>
                  <a:cubicBezTo>
                    <a:pt x="189" y="22"/>
                    <a:pt x="170" y="31"/>
                    <a:pt x="247" y="39"/>
                  </a:cubicBezTo>
                  <a:cubicBezTo>
                    <a:pt x="313" y="0"/>
                    <a:pt x="293" y="0"/>
                    <a:pt x="359" y="39"/>
                  </a:cubicBezTo>
                  <a:close/>
                  <a:moveTo>
                    <a:pt x="376" y="379"/>
                  </a:moveTo>
                  <a:lnTo>
                    <a:pt x="376" y="379"/>
                  </a:lnTo>
                  <a:cubicBezTo>
                    <a:pt x="376" y="443"/>
                    <a:pt x="406" y="427"/>
                    <a:pt x="412" y="419"/>
                  </a:cubicBezTo>
                  <a:cubicBezTo>
                    <a:pt x="418" y="409"/>
                    <a:pt x="429" y="332"/>
                    <a:pt x="397" y="332"/>
                  </a:cubicBezTo>
                  <a:cubicBezTo>
                    <a:pt x="378" y="332"/>
                    <a:pt x="376" y="356"/>
                    <a:pt x="376" y="379"/>
                  </a:cubicBezTo>
                  <a:close/>
                  <a:moveTo>
                    <a:pt x="186" y="222"/>
                  </a:moveTo>
                  <a:lnTo>
                    <a:pt x="186" y="222"/>
                  </a:lnTo>
                  <a:cubicBezTo>
                    <a:pt x="186" y="286"/>
                    <a:pt x="217" y="268"/>
                    <a:pt x="221" y="261"/>
                  </a:cubicBezTo>
                  <a:cubicBezTo>
                    <a:pt x="228" y="251"/>
                    <a:pt x="238" y="175"/>
                    <a:pt x="207" y="175"/>
                  </a:cubicBezTo>
                  <a:cubicBezTo>
                    <a:pt x="188" y="175"/>
                    <a:pt x="186" y="199"/>
                    <a:pt x="186" y="222"/>
                  </a:cubicBezTo>
                  <a:close/>
                  <a:moveTo>
                    <a:pt x="141" y="222"/>
                  </a:moveTo>
                  <a:lnTo>
                    <a:pt x="141" y="222"/>
                  </a:lnTo>
                  <a:cubicBezTo>
                    <a:pt x="141" y="124"/>
                    <a:pt x="229" y="132"/>
                    <a:pt x="256" y="162"/>
                  </a:cubicBezTo>
                  <a:cubicBezTo>
                    <a:pt x="282" y="190"/>
                    <a:pt x="291" y="301"/>
                    <a:pt x="208" y="301"/>
                  </a:cubicBezTo>
                  <a:cubicBezTo>
                    <a:pt x="160" y="301"/>
                    <a:pt x="141" y="269"/>
                    <a:pt x="141" y="222"/>
                  </a:cubicBezTo>
                  <a:close/>
                  <a:moveTo>
                    <a:pt x="244" y="460"/>
                  </a:moveTo>
                  <a:lnTo>
                    <a:pt x="244" y="460"/>
                  </a:lnTo>
                  <a:cubicBezTo>
                    <a:pt x="230" y="460"/>
                    <a:pt x="216" y="460"/>
                    <a:pt x="201" y="460"/>
                  </a:cubicBezTo>
                  <a:cubicBezTo>
                    <a:pt x="255" y="354"/>
                    <a:pt x="309" y="247"/>
                    <a:pt x="362" y="141"/>
                  </a:cubicBezTo>
                  <a:cubicBezTo>
                    <a:pt x="376" y="141"/>
                    <a:pt x="390" y="141"/>
                    <a:pt x="404" y="141"/>
                  </a:cubicBezTo>
                  <a:cubicBezTo>
                    <a:pt x="351" y="247"/>
                    <a:pt x="298" y="354"/>
                    <a:pt x="244" y="460"/>
                  </a:cubicBezTo>
                  <a:close/>
                  <a:moveTo>
                    <a:pt x="331" y="379"/>
                  </a:moveTo>
                  <a:lnTo>
                    <a:pt x="331" y="379"/>
                  </a:lnTo>
                  <a:cubicBezTo>
                    <a:pt x="331" y="282"/>
                    <a:pt x="419" y="289"/>
                    <a:pt x="446" y="319"/>
                  </a:cubicBezTo>
                  <a:cubicBezTo>
                    <a:pt x="473" y="348"/>
                    <a:pt x="481" y="459"/>
                    <a:pt x="398" y="459"/>
                  </a:cubicBezTo>
                  <a:cubicBezTo>
                    <a:pt x="351" y="459"/>
                    <a:pt x="331" y="427"/>
                    <a:pt x="331" y="379"/>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2" name="组合 41"/>
          <p:cNvGrpSpPr/>
          <p:nvPr/>
        </p:nvGrpSpPr>
        <p:grpSpPr>
          <a:xfrm>
            <a:off x="5070729" y="5421614"/>
            <a:ext cx="1358646" cy="1358646"/>
            <a:chOff x="4807732" y="5140776"/>
            <a:chExt cx="1288268" cy="1288268"/>
          </a:xfrm>
        </p:grpSpPr>
        <p:sp>
          <p:nvSpPr>
            <p:cNvPr id="17" name="任意多边形 16"/>
            <p:cNvSpPr/>
            <p:nvPr/>
          </p:nvSpPr>
          <p:spPr>
            <a:xfrm>
              <a:off x="4807732" y="5140776"/>
              <a:ext cx="1288268" cy="1288268"/>
            </a:xfrm>
            <a:custGeom>
              <a:avLst/>
              <a:gdLst>
                <a:gd name="connsiteX0" fmla="*/ 0 w 1447027"/>
                <a:gd name="connsiteY0" fmla="*/ 0 h 1447027"/>
                <a:gd name="connsiteX1" fmla="*/ 1447027 w 1447027"/>
                <a:gd name="connsiteY1" fmla="*/ 0 h 1447027"/>
                <a:gd name="connsiteX2" fmla="*/ 1447027 w 1447027"/>
                <a:gd name="connsiteY2" fmla="*/ 1447027 h 1447027"/>
                <a:gd name="connsiteX3" fmla="*/ 0 w 1447027"/>
                <a:gd name="connsiteY3" fmla="*/ 0 h 1447027"/>
              </a:gdLst>
              <a:ahLst/>
              <a:cxnLst>
                <a:cxn ang="0">
                  <a:pos x="connsiteX0" y="connsiteY0"/>
                </a:cxn>
                <a:cxn ang="0">
                  <a:pos x="connsiteX1" y="connsiteY1"/>
                </a:cxn>
                <a:cxn ang="0">
                  <a:pos x="connsiteX2" y="connsiteY2"/>
                </a:cxn>
                <a:cxn ang="0">
                  <a:pos x="connsiteX3" y="connsiteY3"/>
                </a:cxn>
              </a:cxnLst>
              <a:rect l="l" t="t" r="r" b="b"/>
              <a:pathLst>
                <a:path w="1447027" h="1447027">
                  <a:moveTo>
                    <a:pt x="0" y="0"/>
                  </a:moveTo>
                  <a:lnTo>
                    <a:pt x="1447027" y="0"/>
                  </a:lnTo>
                  <a:lnTo>
                    <a:pt x="1447027" y="1447027"/>
                  </a:lnTo>
                  <a:cubicBezTo>
                    <a:pt x="647856" y="1447027"/>
                    <a:pt x="0" y="799171"/>
                    <a:pt x="0" y="0"/>
                  </a:cubicBez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5" name="Freeform 26"/>
            <p:cNvSpPr>
              <a:spLocks noEditPoints="1"/>
            </p:cNvSpPr>
            <p:nvPr/>
          </p:nvSpPr>
          <p:spPr bwMode="auto">
            <a:xfrm>
              <a:off x="5492525" y="5490887"/>
              <a:ext cx="300218" cy="315418"/>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 name="组合 3"/>
          <p:cNvGrpSpPr/>
          <p:nvPr/>
        </p:nvGrpSpPr>
        <p:grpSpPr>
          <a:xfrm>
            <a:off x="6429375" y="4062970"/>
            <a:ext cx="1358646" cy="1358646"/>
            <a:chOff x="6096000" y="3852509"/>
            <a:chExt cx="1288268" cy="1288268"/>
          </a:xfrm>
        </p:grpSpPr>
        <p:sp>
          <p:nvSpPr>
            <p:cNvPr id="16" name="任意多边形 15"/>
            <p:cNvSpPr/>
            <p:nvPr/>
          </p:nvSpPr>
          <p:spPr>
            <a:xfrm>
              <a:off x="6096000" y="3852509"/>
              <a:ext cx="1288268" cy="1288268"/>
            </a:xfrm>
            <a:custGeom>
              <a:avLst/>
              <a:gdLst>
                <a:gd name="connsiteX0" fmla="*/ 0 w 1447027"/>
                <a:gd name="connsiteY0" fmla="*/ 0 h 1447027"/>
                <a:gd name="connsiteX1" fmla="*/ 1447027 w 1447027"/>
                <a:gd name="connsiteY1" fmla="*/ 1447027 h 1447027"/>
                <a:gd name="connsiteX2" fmla="*/ 0 w 1447027"/>
                <a:gd name="connsiteY2" fmla="*/ 1447027 h 1447027"/>
                <a:gd name="connsiteX3" fmla="*/ 0 w 1447027"/>
                <a:gd name="connsiteY3" fmla="*/ 0 h 1447027"/>
              </a:gdLst>
              <a:ahLst/>
              <a:cxnLst>
                <a:cxn ang="0">
                  <a:pos x="connsiteX0" y="connsiteY0"/>
                </a:cxn>
                <a:cxn ang="0">
                  <a:pos x="connsiteX1" y="connsiteY1"/>
                </a:cxn>
                <a:cxn ang="0">
                  <a:pos x="connsiteX2" y="connsiteY2"/>
                </a:cxn>
                <a:cxn ang="0">
                  <a:pos x="connsiteX3" y="connsiteY3"/>
                </a:cxn>
              </a:cxnLst>
              <a:rect l="l" t="t" r="r" b="b"/>
              <a:pathLst>
                <a:path w="1447027" h="1447027">
                  <a:moveTo>
                    <a:pt x="0" y="0"/>
                  </a:moveTo>
                  <a:cubicBezTo>
                    <a:pt x="799171" y="0"/>
                    <a:pt x="1447027" y="647856"/>
                    <a:pt x="1447027" y="1447027"/>
                  </a:cubicBezTo>
                  <a:lnTo>
                    <a:pt x="0" y="1447027"/>
                  </a:lnTo>
                  <a:lnTo>
                    <a:pt x="0" y="0"/>
                  </a:lnTo>
                  <a:close/>
                </a:path>
              </a:pathLst>
            </a:cu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Freeform 33"/>
            <p:cNvSpPr>
              <a:spLocks noEditPoints="1"/>
            </p:cNvSpPr>
            <p:nvPr/>
          </p:nvSpPr>
          <p:spPr bwMode="auto">
            <a:xfrm>
              <a:off x="6402655" y="4410523"/>
              <a:ext cx="412423" cy="387334"/>
            </a:xfrm>
            <a:custGeom>
              <a:avLst/>
              <a:gdLst>
                <a:gd name="T0" fmla="*/ 21 w 643"/>
                <a:gd name="T1" fmla="*/ 477 h 603"/>
                <a:gd name="T2" fmla="*/ 459 w 643"/>
                <a:gd name="T3" fmla="*/ 359 h 603"/>
                <a:gd name="T4" fmla="*/ 420 w 643"/>
                <a:gd name="T5" fmla="*/ 494 h 603"/>
                <a:gd name="T6" fmla="*/ 407 w 643"/>
                <a:gd name="T7" fmla="*/ 377 h 603"/>
                <a:gd name="T8" fmla="*/ 408 w 643"/>
                <a:gd name="T9" fmla="*/ 272 h 603"/>
                <a:gd name="T10" fmla="*/ 397 w 643"/>
                <a:gd name="T11" fmla="*/ 276 h 603"/>
                <a:gd name="T12" fmla="*/ 405 w 643"/>
                <a:gd name="T13" fmla="*/ 292 h 603"/>
                <a:gd name="T14" fmla="*/ 415 w 643"/>
                <a:gd name="T15" fmla="*/ 288 h 603"/>
                <a:gd name="T16" fmla="*/ 356 w 643"/>
                <a:gd name="T17" fmla="*/ 302 h 603"/>
                <a:gd name="T18" fmla="*/ 360 w 643"/>
                <a:gd name="T19" fmla="*/ 322 h 603"/>
                <a:gd name="T20" fmla="*/ 368 w 643"/>
                <a:gd name="T21" fmla="*/ 315 h 603"/>
                <a:gd name="T22" fmla="*/ 324 w 643"/>
                <a:gd name="T23" fmla="*/ 341 h 603"/>
                <a:gd name="T24" fmla="*/ 319 w 643"/>
                <a:gd name="T25" fmla="*/ 351 h 603"/>
                <a:gd name="T26" fmla="*/ 335 w 643"/>
                <a:gd name="T27" fmla="*/ 359 h 603"/>
                <a:gd name="T28" fmla="*/ 340 w 643"/>
                <a:gd name="T29" fmla="*/ 349 h 603"/>
                <a:gd name="T30" fmla="*/ 305 w 643"/>
                <a:gd name="T31" fmla="*/ 399 h 603"/>
                <a:gd name="T32" fmla="*/ 322 w 643"/>
                <a:gd name="T33" fmla="*/ 411 h 603"/>
                <a:gd name="T34" fmla="*/ 323 w 643"/>
                <a:gd name="T35" fmla="*/ 400 h 603"/>
                <a:gd name="T36" fmla="*/ 308 w 643"/>
                <a:gd name="T37" fmla="*/ 450 h 603"/>
                <a:gd name="T38" fmla="*/ 311 w 643"/>
                <a:gd name="T39" fmla="*/ 461 h 603"/>
                <a:gd name="T40" fmla="*/ 327 w 643"/>
                <a:gd name="T41" fmla="*/ 455 h 603"/>
                <a:gd name="T42" fmla="*/ 324 w 643"/>
                <a:gd name="T43" fmla="*/ 444 h 603"/>
                <a:gd name="T44" fmla="*/ 332 w 643"/>
                <a:gd name="T45" fmla="*/ 505 h 603"/>
                <a:gd name="T46" fmla="*/ 353 w 643"/>
                <a:gd name="T47" fmla="*/ 503 h 603"/>
                <a:gd name="T48" fmla="*/ 346 w 643"/>
                <a:gd name="T49" fmla="*/ 495 h 603"/>
                <a:gd name="T50" fmla="*/ 367 w 643"/>
                <a:gd name="T51" fmla="*/ 541 h 603"/>
                <a:gd name="T52" fmla="*/ 377 w 643"/>
                <a:gd name="T53" fmla="*/ 547 h 603"/>
                <a:gd name="T54" fmla="*/ 386 w 643"/>
                <a:gd name="T55" fmla="*/ 532 h 603"/>
                <a:gd name="T56" fmla="*/ 377 w 643"/>
                <a:gd name="T57" fmla="*/ 526 h 603"/>
                <a:gd name="T58" fmla="*/ 423 w 643"/>
                <a:gd name="T59" fmla="*/ 566 h 603"/>
                <a:gd name="T60" fmla="*/ 434 w 643"/>
                <a:gd name="T61" fmla="*/ 568 h 603"/>
                <a:gd name="T62" fmla="*/ 427 w 643"/>
                <a:gd name="T63" fmla="*/ 549 h 603"/>
                <a:gd name="T64" fmla="*/ 472 w 643"/>
                <a:gd name="T65" fmla="*/ 569 h 603"/>
                <a:gd name="T66" fmla="*/ 484 w 643"/>
                <a:gd name="T67" fmla="*/ 568 h 603"/>
                <a:gd name="T68" fmla="*/ 483 w 643"/>
                <a:gd name="T69" fmla="*/ 550 h 603"/>
                <a:gd name="T70" fmla="*/ 472 w 643"/>
                <a:gd name="T71" fmla="*/ 552 h 603"/>
                <a:gd name="T72" fmla="*/ 530 w 643"/>
                <a:gd name="T73" fmla="*/ 551 h 603"/>
                <a:gd name="T74" fmla="*/ 540 w 643"/>
                <a:gd name="T75" fmla="*/ 545 h 603"/>
                <a:gd name="T76" fmla="*/ 524 w 643"/>
                <a:gd name="T77" fmla="*/ 535 h 603"/>
                <a:gd name="T78" fmla="*/ 570 w 643"/>
                <a:gd name="T79" fmla="*/ 521 h 603"/>
                <a:gd name="T80" fmla="*/ 577 w 643"/>
                <a:gd name="T81" fmla="*/ 512 h 603"/>
                <a:gd name="T82" fmla="*/ 565 w 643"/>
                <a:gd name="T83" fmla="*/ 499 h 603"/>
                <a:gd name="T84" fmla="*/ 559 w 643"/>
                <a:gd name="T85" fmla="*/ 507 h 603"/>
                <a:gd name="T86" fmla="*/ 601 w 643"/>
                <a:gd name="T87" fmla="*/ 469 h 603"/>
                <a:gd name="T88" fmla="*/ 605 w 643"/>
                <a:gd name="T89" fmla="*/ 457 h 603"/>
                <a:gd name="T90" fmla="*/ 586 w 643"/>
                <a:gd name="T91" fmla="*/ 459 h 603"/>
                <a:gd name="T92" fmla="*/ 610 w 643"/>
                <a:gd name="T93" fmla="*/ 419 h 603"/>
                <a:gd name="T94" fmla="*/ 610 w 643"/>
                <a:gd name="T95" fmla="*/ 408 h 603"/>
                <a:gd name="T96" fmla="*/ 592 w 643"/>
                <a:gd name="T97" fmla="*/ 406 h 603"/>
                <a:gd name="T98" fmla="*/ 593 w 643"/>
                <a:gd name="T99" fmla="*/ 417 h 603"/>
                <a:gd name="T100" fmla="*/ 599 w 643"/>
                <a:gd name="T101" fmla="*/ 358 h 603"/>
                <a:gd name="T102" fmla="*/ 594 w 643"/>
                <a:gd name="T103" fmla="*/ 347 h 603"/>
                <a:gd name="T104" fmla="*/ 581 w 643"/>
                <a:gd name="T105" fmla="*/ 363 h 603"/>
                <a:gd name="T106" fmla="*/ 573 w 643"/>
                <a:gd name="T107" fmla="*/ 316 h 603"/>
                <a:gd name="T108" fmla="*/ 565 w 643"/>
                <a:gd name="T109" fmla="*/ 308 h 603"/>
                <a:gd name="T110" fmla="*/ 550 w 643"/>
                <a:gd name="T111" fmla="*/ 318 h 603"/>
                <a:gd name="T112" fmla="*/ 557 w 643"/>
                <a:gd name="T113" fmla="*/ 326 h 603"/>
                <a:gd name="T114" fmla="*/ 524 w 643"/>
                <a:gd name="T115" fmla="*/ 279 h 603"/>
                <a:gd name="T116" fmla="*/ 513 w 643"/>
                <a:gd name="T117" fmla="*/ 274 h 603"/>
                <a:gd name="T118" fmla="*/ 513 w 643"/>
                <a:gd name="T119" fmla="*/ 293 h 603"/>
                <a:gd name="T120" fmla="*/ 457 w 643"/>
                <a:gd name="T121" fmla="*/ 231 h 603"/>
                <a:gd name="T122" fmla="*/ 358 w 643"/>
                <a:gd name="T123" fmla="*/ 9 h 603"/>
                <a:gd name="T124" fmla="*/ 30 w 643"/>
                <a:gd name="T125" fmla="*/ 15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603">
                  <a:moveTo>
                    <a:pt x="51" y="448"/>
                  </a:moveTo>
                  <a:cubicBezTo>
                    <a:pt x="83" y="445"/>
                    <a:pt x="115" y="443"/>
                    <a:pt x="147" y="442"/>
                  </a:cubicBezTo>
                  <a:cubicBezTo>
                    <a:pt x="127" y="440"/>
                    <a:pt x="108" y="439"/>
                    <a:pt x="88" y="436"/>
                  </a:cubicBezTo>
                  <a:cubicBezTo>
                    <a:pt x="72" y="435"/>
                    <a:pt x="59" y="423"/>
                    <a:pt x="59" y="407"/>
                  </a:cubicBezTo>
                  <a:cubicBezTo>
                    <a:pt x="59" y="383"/>
                    <a:pt x="59" y="359"/>
                    <a:pt x="59" y="335"/>
                  </a:cubicBezTo>
                  <a:cubicBezTo>
                    <a:pt x="59" y="318"/>
                    <a:pt x="72" y="306"/>
                    <a:pt x="88" y="305"/>
                  </a:cubicBezTo>
                  <a:cubicBezTo>
                    <a:pt x="148" y="299"/>
                    <a:pt x="207" y="297"/>
                    <a:pt x="267" y="298"/>
                  </a:cubicBezTo>
                  <a:cubicBezTo>
                    <a:pt x="245" y="333"/>
                    <a:pt x="233" y="373"/>
                    <a:pt x="233" y="417"/>
                  </a:cubicBezTo>
                  <a:cubicBezTo>
                    <a:pt x="233" y="479"/>
                    <a:pt x="258" y="535"/>
                    <a:pt x="299" y="575"/>
                  </a:cubicBezTo>
                  <a:cubicBezTo>
                    <a:pt x="301" y="578"/>
                    <a:pt x="304" y="581"/>
                    <a:pt x="306" y="583"/>
                  </a:cubicBezTo>
                  <a:cubicBezTo>
                    <a:pt x="221" y="590"/>
                    <a:pt x="136" y="588"/>
                    <a:pt x="51" y="579"/>
                  </a:cubicBezTo>
                  <a:cubicBezTo>
                    <a:pt x="35" y="578"/>
                    <a:pt x="21" y="566"/>
                    <a:pt x="21" y="549"/>
                  </a:cubicBezTo>
                  <a:cubicBezTo>
                    <a:pt x="21" y="526"/>
                    <a:pt x="21" y="501"/>
                    <a:pt x="21" y="477"/>
                  </a:cubicBezTo>
                  <a:cubicBezTo>
                    <a:pt x="21" y="461"/>
                    <a:pt x="35" y="449"/>
                    <a:pt x="51" y="448"/>
                  </a:cubicBezTo>
                  <a:close/>
                  <a:moveTo>
                    <a:pt x="442" y="265"/>
                  </a:moveTo>
                  <a:lnTo>
                    <a:pt x="442" y="265"/>
                  </a:lnTo>
                  <a:cubicBezTo>
                    <a:pt x="454" y="263"/>
                    <a:pt x="467" y="262"/>
                    <a:pt x="479" y="265"/>
                  </a:cubicBezTo>
                  <a:cubicBezTo>
                    <a:pt x="478" y="271"/>
                    <a:pt x="478" y="278"/>
                    <a:pt x="477" y="284"/>
                  </a:cubicBezTo>
                  <a:cubicBezTo>
                    <a:pt x="466" y="283"/>
                    <a:pt x="455" y="283"/>
                    <a:pt x="444" y="284"/>
                  </a:cubicBezTo>
                  <a:cubicBezTo>
                    <a:pt x="443" y="278"/>
                    <a:pt x="443" y="271"/>
                    <a:pt x="442" y="265"/>
                  </a:cubicBezTo>
                  <a:close/>
                  <a:moveTo>
                    <a:pt x="510" y="384"/>
                  </a:moveTo>
                  <a:lnTo>
                    <a:pt x="510" y="384"/>
                  </a:lnTo>
                  <a:lnTo>
                    <a:pt x="467" y="384"/>
                  </a:lnTo>
                  <a:lnTo>
                    <a:pt x="467" y="377"/>
                  </a:lnTo>
                  <a:cubicBezTo>
                    <a:pt x="467" y="369"/>
                    <a:pt x="466" y="364"/>
                    <a:pt x="465" y="362"/>
                  </a:cubicBezTo>
                  <a:cubicBezTo>
                    <a:pt x="464" y="360"/>
                    <a:pt x="462" y="359"/>
                    <a:pt x="459" y="359"/>
                  </a:cubicBezTo>
                  <a:cubicBezTo>
                    <a:pt x="456" y="359"/>
                    <a:pt x="454" y="359"/>
                    <a:pt x="453" y="362"/>
                  </a:cubicBezTo>
                  <a:cubicBezTo>
                    <a:pt x="452" y="364"/>
                    <a:pt x="451" y="367"/>
                    <a:pt x="451" y="371"/>
                  </a:cubicBezTo>
                  <a:cubicBezTo>
                    <a:pt x="451" y="377"/>
                    <a:pt x="452" y="382"/>
                    <a:pt x="455" y="385"/>
                  </a:cubicBezTo>
                  <a:cubicBezTo>
                    <a:pt x="458" y="388"/>
                    <a:pt x="466" y="393"/>
                    <a:pt x="478" y="401"/>
                  </a:cubicBezTo>
                  <a:cubicBezTo>
                    <a:pt x="489" y="407"/>
                    <a:pt x="497" y="413"/>
                    <a:pt x="501" y="416"/>
                  </a:cubicBezTo>
                  <a:cubicBezTo>
                    <a:pt x="505" y="420"/>
                    <a:pt x="508" y="425"/>
                    <a:pt x="511" y="431"/>
                  </a:cubicBezTo>
                  <a:cubicBezTo>
                    <a:pt x="514" y="437"/>
                    <a:pt x="515" y="445"/>
                    <a:pt x="515" y="455"/>
                  </a:cubicBezTo>
                  <a:cubicBezTo>
                    <a:pt x="515" y="471"/>
                    <a:pt x="512" y="483"/>
                    <a:pt x="504" y="491"/>
                  </a:cubicBezTo>
                  <a:cubicBezTo>
                    <a:pt x="497" y="500"/>
                    <a:pt x="485" y="506"/>
                    <a:pt x="471" y="508"/>
                  </a:cubicBezTo>
                  <a:lnTo>
                    <a:pt x="471" y="524"/>
                  </a:lnTo>
                  <a:lnTo>
                    <a:pt x="451" y="524"/>
                  </a:lnTo>
                  <a:lnTo>
                    <a:pt x="451" y="507"/>
                  </a:lnTo>
                  <a:cubicBezTo>
                    <a:pt x="439" y="506"/>
                    <a:pt x="429" y="502"/>
                    <a:pt x="420" y="494"/>
                  </a:cubicBezTo>
                  <a:cubicBezTo>
                    <a:pt x="412" y="486"/>
                    <a:pt x="407" y="473"/>
                    <a:pt x="407" y="453"/>
                  </a:cubicBezTo>
                  <a:lnTo>
                    <a:pt x="407" y="445"/>
                  </a:lnTo>
                  <a:lnTo>
                    <a:pt x="451" y="445"/>
                  </a:lnTo>
                  <a:lnTo>
                    <a:pt x="451" y="456"/>
                  </a:lnTo>
                  <a:cubicBezTo>
                    <a:pt x="451" y="467"/>
                    <a:pt x="451" y="474"/>
                    <a:pt x="452" y="477"/>
                  </a:cubicBezTo>
                  <a:cubicBezTo>
                    <a:pt x="453" y="480"/>
                    <a:pt x="455" y="481"/>
                    <a:pt x="458" y="481"/>
                  </a:cubicBezTo>
                  <a:cubicBezTo>
                    <a:pt x="461" y="481"/>
                    <a:pt x="464" y="480"/>
                    <a:pt x="465" y="478"/>
                  </a:cubicBezTo>
                  <a:cubicBezTo>
                    <a:pt x="466" y="476"/>
                    <a:pt x="467" y="473"/>
                    <a:pt x="467" y="470"/>
                  </a:cubicBezTo>
                  <a:cubicBezTo>
                    <a:pt x="467" y="460"/>
                    <a:pt x="466" y="453"/>
                    <a:pt x="465" y="449"/>
                  </a:cubicBezTo>
                  <a:cubicBezTo>
                    <a:pt x="464" y="445"/>
                    <a:pt x="459" y="440"/>
                    <a:pt x="451" y="435"/>
                  </a:cubicBezTo>
                  <a:cubicBezTo>
                    <a:pt x="438" y="427"/>
                    <a:pt x="429" y="421"/>
                    <a:pt x="424" y="417"/>
                  </a:cubicBezTo>
                  <a:cubicBezTo>
                    <a:pt x="420" y="413"/>
                    <a:pt x="415" y="408"/>
                    <a:pt x="412" y="401"/>
                  </a:cubicBezTo>
                  <a:cubicBezTo>
                    <a:pt x="408" y="393"/>
                    <a:pt x="407" y="385"/>
                    <a:pt x="407" y="377"/>
                  </a:cubicBezTo>
                  <a:cubicBezTo>
                    <a:pt x="407" y="364"/>
                    <a:pt x="410" y="354"/>
                    <a:pt x="418" y="346"/>
                  </a:cubicBezTo>
                  <a:cubicBezTo>
                    <a:pt x="425" y="339"/>
                    <a:pt x="436" y="334"/>
                    <a:pt x="451" y="333"/>
                  </a:cubicBezTo>
                  <a:lnTo>
                    <a:pt x="451" y="319"/>
                  </a:lnTo>
                  <a:lnTo>
                    <a:pt x="471" y="319"/>
                  </a:lnTo>
                  <a:lnTo>
                    <a:pt x="471" y="333"/>
                  </a:lnTo>
                  <a:cubicBezTo>
                    <a:pt x="484" y="334"/>
                    <a:pt x="494" y="339"/>
                    <a:pt x="501" y="346"/>
                  </a:cubicBezTo>
                  <a:cubicBezTo>
                    <a:pt x="507" y="353"/>
                    <a:pt x="511" y="363"/>
                    <a:pt x="511" y="376"/>
                  </a:cubicBezTo>
                  <a:cubicBezTo>
                    <a:pt x="511" y="378"/>
                    <a:pt x="510" y="381"/>
                    <a:pt x="510" y="384"/>
                  </a:cubicBezTo>
                  <a:close/>
                  <a:moveTo>
                    <a:pt x="411" y="271"/>
                  </a:moveTo>
                  <a:lnTo>
                    <a:pt x="411" y="271"/>
                  </a:lnTo>
                  <a:lnTo>
                    <a:pt x="410" y="271"/>
                  </a:lnTo>
                  <a:lnTo>
                    <a:pt x="409" y="271"/>
                  </a:lnTo>
                  <a:lnTo>
                    <a:pt x="408" y="272"/>
                  </a:lnTo>
                  <a:lnTo>
                    <a:pt x="407" y="272"/>
                  </a:lnTo>
                  <a:lnTo>
                    <a:pt x="406" y="272"/>
                  </a:lnTo>
                  <a:lnTo>
                    <a:pt x="405" y="273"/>
                  </a:lnTo>
                  <a:lnTo>
                    <a:pt x="405" y="273"/>
                  </a:lnTo>
                  <a:lnTo>
                    <a:pt x="404" y="273"/>
                  </a:lnTo>
                  <a:lnTo>
                    <a:pt x="403" y="274"/>
                  </a:lnTo>
                  <a:lnTo>
                    <a:pt x="402" y="274"/>
                  </a:lnTo>
                  <a:lnTo>
                    <a:pt x="401" y="274"/>
                  </a:lnTo>
                  <a:lnTo>
                    <a:pt x="400" y="275"/>
                  </a:lnTo>
                  <a:lnTo>
                    <a:pt x="399" y="275"/>
                  </a:lnTo>
                  <a:lnTo>
                    <a:pt x="398" y="275"/>
                  </a:lnTo>
                  <a:lnTo>
                    <a:pt x="398" y="276"/>
                  </a:lnTo>
                  <a:lnTo>
                    <a:pt x="397" y="276"/>
                  </a:lnTo>
                  <a:lnTo>
                    <a:pt x="396" y="277"/>
                  </a:lnTo>
                  <a:lnTo>
                    <a:pt x="395" y="277"/>
                  </a:lnTo>
                  <a:lnTo>
                    <a:pt x="394" y="277"/>
                  </a:lnTo>
                  <a:lnTo>
                    <a:pt x="393" y="278"/>
                  </a:lnTo>
                  <a:lnTo>
                    <a:pt x="393" y="278"/>
                  </a:lnTo>
                  <a:lnTo>
                    <a:pt x="401" y="294"/>
                  </a:lnTo>
                  <a:lnTo>
                    <a:pt x="401" y="294"/>
                  </a:lnTo>
                  <a:lnTo>
                    <a:pt x="401" y="293"/>
                  </a:lnTo>
                  <a:lnTo>
                    <a:pt x="402" y="293"/>
                  </a:lnTo>
                  <a:lnTo>
                    <a:pt x="403" y="293"/>
                  </a:lnTo>
                  <a:lnTo>
                    <a:pt x="404" y="292"/>
                  </a:lnTo>
                  <a:lnTo>
                    <a:pt x="404" y="292"/>
                  </a:lnTo>
                  <a:lnTo>
                    <a:pt x="405" y="292"/>
                  </a:lnTo>
                  <a:lnTo>
                    <a:pt x="406" y="291"/>
                  </a:lnTo>
                  <a:lnTo>
                    <a:pt x="407" y="291"/>
                  </a:lnTo>
                  <a:lnTo>
                    <a:pt x="407" y="291"/>
                  </a:lnTo>
                  <a:lnTo>
                    <a:pt x="408" y="290"/>
                  </a:lnTo>
                  <a:lnTo>
                    <a:pt x="409" y="290"/>
                  </a:lnTo>
                  <a:lnTo>
                    <a:pt x="410" y="290"/>
                  </a:lnTo>
                  <a:lnTo>
                    <a:pt x="411" y="290"/>
                  </a:lnTo>
                  <a:lnTo>
                    <a:pt x="411" y="289"/>
                  </a:lnTo>
                  <a:lnTo>
                    <a:pt x="412" y="289"/>
                  </a:lnTo>
                  <a:lnTo>
                    <a:pt x="413" y="289"/>
                  </a:lnTo>
                  <a:lnTo>
                    <a:pt x="414" y="288"/>
                  </a:lnTo>
                  <a:lnTo>
                    <a:pt x="414" y="288"/>
                  </a:lnTo>
                  <a:lnTo>
                    <a:pt x="415" y="288"/>
                  </a:lnTo>
                  <a:lnTo>
                    <a:pt x="416" y="288"/>
                  </a:lnTo>
                  <a:lnTo>
                    <a:pt x="411" y="271"/>
                  </a:lnTo>
                  <a:close/>
                  <a:moveTo>
                    <a:pt x="361" y="297"/>
                  </a:moveTo>
                  <a:lnTo>
                    <a:pt x="361" y="297"/>
                  </a:lnTo>
                  <a:lnTo>
                    <a:pt x="361" y="297"/>
                  </a:lnTo>
                  <a:lnTo>
                    <a:pt x="360" y="298"/>
                  </a:lnTo>
                  <a:lnTo>
                    <a:pt x="360" y="299"/>
                  </a:lnTo>
                  <a:lnTo>
                    <a:pt x="359" y="299"/>
                  </a:lnTo>
                  <a:lnTo>
                    <a:pt x="358" y="300"/>
                  </a:lnTo>
                  <a:lnTo>
                    <a:pt x="358" y="300"/>
                  </a:lnTo>
                  <a:lnTo>
                    <a:pt x="357" y="301"/>
                  </a:lnTo>
                  <a:lnTo>
                    <a:pt x="356" y="302"/>
                  </a:lnTo>
                  <a:lnTo>
                    <a:pt x="356" y="302"/>
                  </a:lnTo>
                  <a:lnTo>
                    <a:pt x="355" y="303"/>
                  </a:lnTo>
                  <a:lnTo>
                    <a:pt x="354" y="304"/>
                  </a:lnTo>
                  <a:lnTo>
                    <a:pt x="354" y="304"/>
                  </a:lnTo>
                  <a:lnTo>
                    <a:pt x="353" y="305"/>
                  </a:lnTo>
                  <a:lnTo>
                    <a:pt x="352" y="305"/>
                  </a:lnTo>
                  <a:lnTo>
                    <a:pt x="352" y="306"/>
                  </a:lnTo>
                  <a:lnTo>
                    <a:pt x="351" y="307"/>
                  </a:lnTo>
                  <a:lnTo>
                    <a:pt x="350" y="307"/>
                  </a:lnTo>
                  <a:lnTo>
                    <a:pt x="350" y="308"/>
                  </a:lnTo>
                  <a:lnTo>
                    <a:pt x="349" y="309"/>
                  </a:lnTo>
                  <a:lnTo>
                    <a:pt x="348" y="309"/>
                  </a:lnTo>
                  <a:lnTo>
                    <a:pt x="348" y="310"/>
                  </a:lnTo>
                  <a:lnTo>
                    <a:pt x="360" y="322"/>
                  </a:lnTo>
                  <a:lnTo>
                    <a:pt x="361" y="322"/>
                  </a:lnTo>
                  <a:lnTo>
                    <a:pt x="361" y="321"/>
                  </a:lnTo>
                  <a:lnTo>
                    <a:pt x="362" y="320"/>
                  </a:lnTo>
                  <a:lnTo>
                    <a:pt x="363" y="320"/>
                  </a:lnTo>
                  <a:lnTo>
                    <a:pt x="363" y="319"/>
                  </a:lnTo>
                  <a:lnTo>
                    <a:pt x="364" y="319"/>
                  </a:lnTo>
                  <a:lnTo>
                    <a:pt x="364" y="318"/>
                  </a:lnTo>
                  <a:lnTo>
                    <a:pt x="365" y="318"/>
                  </a:lnTo>
                  <a:lnTo>
                    <a:pt x="365" y="317"/>
                  </a:lnTo>
                  <a:lnTo>
                    <a:pt x="366" y="317"/>
                  </a:lnTo>
                  <a:lnTo>
                    <a:pt x="367" y="316"/>
                  </a:lnTo>
                  <a:lnTo>
                    <a:pt x="367" y="315"/>
                  </a:lnTo>
                  <a:lnTo>
                    <a:pt x="368" y="315"/>
                  </a:lnTo>
                  <a:lnTo>
                    <a:pt x="368" y="314"/>
                  </a:lnTo>
                  <a:lnTo>
                    <a:pt x="369" y="314"/>
                  </a:lnTo>
                  <a:lnTo>
                    <a:pt x="370" y="313"/>
                  </a:lnTo>
                  <a:lnTo>
                    <a:pt x="370" y="313"/>
                  </a:lnTo>
                  <a:lnTo>
                    <a:pt x="371" y="312"/>
                  </a:lnTo>
                  <a:lnTo>
                    <a:pt x="372" y="312"/>
                  </a:lnTo>
                  <a:lnTo>
                    <a:pt x="372" y="311"/>
                  </a:lnTo>
                  <a:lnTo>
                    <a:pt x="373" y="311"/>
                  </a:lnTo>
                  <a:lnTo>
                    <a:pt x="361" y="297"/>
                  </a:lnTo>
                  <a:close/>
                  <a:moveTo>
                    <a:pt x="325" y="339"/>
                  </a:moveTo>
                  <a:lnTo>
                    <a:pt x="325" y="339"/>
                  </a:lnTo>
                  <a:lnTo>
                    <a:pt x="325" y="340"/>
                  </a:lnTo>
                  <a:lnTo>
                    <a:pt x="324" y="341"/>
                  </a:lnTo>
                  <a:lnTo>
                    <a:pt x="324" y="341"/>
                  </a:lnTo>
                  <a:lnTo>
                    <a:pt x="323" y="342"/>
                  </a:lnTo>
                  <a:lnTo>
                    <a:pt x="323" y="343"/>
                  </a:lnTo>
                  <a:lnTo>
                    <a:pt x="323" y="344"/>
                  </a:lnTo>
                  <a:lnTo>
                    <a:pt x="322" y="345"/>
                  </a:lnTo>
                  <a:lnTo>
                    <a:pt x="322" y="345"/>
                  </a:lnTo>
                  <a:lnTo>
                    <a:pt x="321" y="346"/>
                  </a:lnTo>
                  <a:lnTo>
                    <a:pt x="321" y="347"/>
                  </a:lnTo>
                  <a:lnTo>
                    <a:pt x="320" y="348"/>
                  </a:lnTo>
                  <a:lnTo>
                    <a:pt x="320" y="349"/>
                  </a:lnTo>
                  <a:lnTo>
                    <a:pt x="320" y="350"/>
                  </a:lnTo>
                  <a:lnTo>
                    <a:pt x="319" y="350"/>
                  </a:lnTo>
                  <a:lnTo>
                    <a:pt x="319" y="351"/>
                  </a:lnTo>
                  <a:lnTo>
                    <a:pt x="318" y="352"/>
                  </a:lnTo>
                  <a:lnTo>
                    <a:pt x="318" y="353"/>
                  </a:lnTo>
                  <a:lnTo>
                    <a:pt x="318" y="354"/>
                  </a:lnTo>
                  <a:lnTo>
                    <a:pt x="317" y="355"/>
                  </a:lnTo>
                  <a:lnTo>
                    <a:pt x="317" y="356"/>
                  </a:lnTo>
                  <a:lnTo>
                    <a:pt x="317" y="356"/>
                  </a:lnTo>
                  <a:lnTo>
                    <a:pt x="333" y="363"/>
                  </a:lnTo>
                  <a:lnTo>
                    <a:pt x="333" y="363"/>
                  </a:lnTo>
                  <a:lnTo>
                    <a:pt x="333" y="362"/>
                  </a:lnTo>
                  <a:lnTo>
                    <a:pt x="334" y="361"/>
                  </a:lnTo>
                  <a:lnTo>
                    <a:pt x="334" y="360"/>
                  </a:lnTo>
                  <a:lnTo>
                    <a:pt x="334" y="360"/>
                  </a:lnTo>
                  <a:lnTo>
                    <a:pt x="335" y="359"/>
                  </a:lnTo>
                  <a:lnTo>
                    <a:pt x="335" y="358"/>
                  </a:lnTo>
                  <a:lnTo>
                    <a:pt x="335" y="357"/>
                  </a:lnTo>
                  <a:lnTo>
                    <a:pt x="336" y="357"/>
                  </a:lnTo>
                  <a:lnTo>
                    <a:pt x="336" y="356"/>
                  </a:lnTo>
                  <a:lnTo>
                    <a:pt x="336" y="355"/>
                  </a:lnTo>
                  <a:lnTo>
                    <a:pt x="337" y="354"/>
                  </a:lnTo>
                  <a:lnTo>
                    <a:pt x="337" y="354"/>
                  </a:lnTo>
                  <a:lnTo>
                    <a:pt x="338" y="353"/>
                  </a:lnTo>
                  <a:lnTo>
                    <a:pt x="338" y="352"/>
                  </a:lnTo>
                  <a:lnTo>
                    <a:pt x="338" y="351"/>
                  </a:lnTo>
                  <a:lnTo>
                    <a:pt x="339" y="351"/>
                  </a:lnTo>
                  <a:lnTo>
                    <a:pt x="339" y="350"/>
                  </a:lnTo>
                  <a:lnTo>
                    <a:pt x="340" y="349"/>
                  </a:lnTo>
                  <a:lnTo>
                    <a:pt x="340" y="349"/>
                  </a:lnTo>
                  <a:lnTo>
                    <a:pt x="340" y="348"/>
                  </a:lnTo>
                  <a:lnTo>
                    <a:pt x="325" y="339"/>
                  </a:lnTo>
                  <a:close/>
                  <a:moveTo>
                    <a:pt x="306" y="392"/>
                  </a:moveTo>
                  <a:lnTo>
                    <a:pt x="306" y="392"/>
                  </a:lnTo>
                  <a:lnTo>
                    <a:pt x="306" y="393"/>
                  </a:lnTo>
                  <a:lnTo>
                    <a:pt x="306" y="394"/>
                  </a:lnTo>
                  <a:lnTo>
                    <a:pt x="306" y="394"/>
                  </a:lnTo>
                  <a:lnTo>
                    <a:pt x="306" y="395"/>
                  </a:lnTo>
                  <a:lnTo>
                    <a:pt x="305" y="396"/>
                  </a:lnTo>
                  <a:lnTo>
                    <a:pt x="305" y="397"/>
                  </a:lnTo>
                  <a:lnTo>
                    <a:pt x="305" y="398"/>
                  </a:lnTo>
                  <a:lnTo>
                    <a:pt x="305" y="399"/>
                  </a:lnTo>
                  <a:lnTo>
                    <a:pt x="305" y="400"/>
                  </a:lnTo>
                  <a:lnTo>
                    <a:pt x="305" y="401"/>
                  </a:lnTo>
                  <a:lnTo>
                    <a:pt x="305" y="402"/>
                  </a:lnTo>
                  <a:lnTo>
                    <a:pt x="305" y="403"/>
                  </a:lnTo>
                  <a:lnTo>
                    <a:pt x="305" y="404"/>
                  </a:lnTo>
                  <a:lnTo>
                    <a:pt x="304" y="405"/>
                  </a:lnTo>
                  <a:lnTo>
                    <a:pt x="304" y="406"/>
                  </a:lnTo>
                  <a:lnTo>
                    <a:pt x="304" y="407"/>
                  </a:lnTo>
                  <a:lnTo>
                    <a:pt x="304" y="408"/>
                  </a:lnTo>
                  <a:lnTo>
                    <a:pt x="304" y="409"/>
                  </a:lnTo>
                  <a:lnTo>
                    <a:pt x="304" y="410"/>
                  </a:lnTo>
                  <a:lnTo>
                    <a:pt x="304" y="410"/>
                  </a:lnTo>
                  <a:lnTo>
                    <a:pt x="322" y="411"/>
                  </a:lnTo>
                  <a:lnTo>
                    <a:pt x="322" y="411"/>
                  </a:lnTo>
                  <a:lnTo>
                    <a:pt x="322" y="410"/>
                  </a:lnTo>
                  <a:lnTo>
                    <a:pt x="322" y="409"/>
                  </a:lnTo>
                  <a:lnTo>
                    <a:pt x="322" y="408"/>
                  </a:lnTo>
                  <a:lnTo>
                    <a:pt x="322" y="407"/>
                  </a:lnTo>
                  <a:lnTo>
                    <a:pt x="322" y="406"/>
                  </a:lnTo>
                  <a:lnTo>
                    <a:pt x="322" y="406"/>
                  </a:lnTo>
                  <a:lnTo>
                    <a:pt x="322" y="405"/>
                  </a:lnTo>
                  <a:lnTo>
                    <a:pt x="322" y="404"/>
                  </a:lnTo>
                  <a:lnTo>
                    <a:pt x="322" y="403"/>
                  </a:lnTo>
                  <a:lnTo>
                    <a:pt x="322" y="402"/>
                  </a:lnTo>
                  <a:lnTo>
                    <a:pt x="323" y="401"/>
                  </a:lnTo>
                  <a:lnTo>
                    <a:pt x="323" y="400"/>
                  </a:lnTo>
                  <a:lnTo>
                    <a:pt x="323" y="400"/>
                  </a:lnTo>
                  <a:lnTo>
                    <a:pt x="323" y="399"/>
                  </a:lnTo>
                  <a:lnTo>
                    <a:pt x="323" y="398"/>
                  </a:lnTo>
                  <a:lnTo>
                    <a:pt x="323" y="397"/>
                  </a:lnTo>
                  <a:lnTo>
                    <a:pt x="323" y="396"/>
                  </a:lnTo>
                  <a:lnTo>
                    <a:pt x="323" y="395"/>
                  </a:lnTo>
                  <a:lnTo>
                    <a:pt x="323" y="395"/>
                  </a:lnTo>
                  <a:lnTo>
                    <a:pt x="306" y="392"/>
                  </a:lnTo>
                  <a:close/>
                  <a:moveTo>
                    <a:pt x="307" y="447"/>
                  </a:moveTo>
                  <a:lnTo>
                    <a:pt x="307" y="447"/>
                  </a:lnTo>
                  <a:lnTo>
                    <a:pt x="307" y="448"/>
                  </a:lnTo>
                  <a:lnTo>
                    <a:pt x="307" y="449"/>
                  </a:lnTo>
                  <a:lnTo>
                    <a:pt x="308" y="450"/>
                  </a:lnTo>
                  <a:lnTo>
                    <a:pt x="308" y="450"/>
                  </a:lnTo>
                  <a:lnTo>
                    <a:pt x="308" y="451"/>
                  </a:lnTo>
                  <a:lnTo>
                    <a:pt x="308" y="452"/>
                  </a:lnTo>
                  <a:lnTo>
                    <a:pt x="308" y="453"/>
                  </a:lnTo>
                  <a:lnTo>
                    <a:pt x="309" y="454"/>
                  </a:lnTo>
                  <a:lnTo>
                    <a:pt x="309" y="455"/>
                  </a:lnTo>
                  <a:lnTo>
                    <a:pt x="309" y="456"/>
                  </a:lnTo>
                  <a:lnTo>
                    <a:pt x="309" y="457"/>
                  </a:lnTo>
                  <a:lnTo>
                    <a:pt x="310" y="458"/>
                  </a:lnTo>
                  <a:lnTo>
                    <a:pt x="310" y="459"/>
                  </a:lnTo>
                  <a:lnTo>
                    <a:pt x="310" y="460"/>
                  </a:lnTo>
                  <a:lnTo>
                    <a:pt x="310" y="461"/>
                  </a:lnTo>
                  <a:lnTo>
                    <a:pt x="311" y="461"/>
                  </a:lnTo>
                  <a:lnTo>
                    <a:pt x="311" y="462"/>
                  </a:lnTo>
                  <a:lnTo>
                    <a:pt x="311" y="463"/>
                  </a:lnTo>
                  <a:lnTo>
                    <a:pt x="312" y="464"/>
                  </a:lnTo>
                  <a:lnTo>
                    <a:pt x="312" y="465"/>
                  </a:lnTo>
                  <a:lnTo>
                    <a:pt x="312" y="465"/>
                  </a:lnTo>
                  <a:lnTo>
                    <a:pt x="329" y="460"/>
                  </a:lnTo>
                  <a:lnTo>
                    <a:pt x="328" y="459"/>
                  </a:lnTo>
                  <a:lnTo>
                    <a:pt x="328" y="459"/>
                  </a:lnTo>
                  <a:lnTo>
                    <a:pt x="328" y="458"/>
                  </a:lnTo>
                  <a:lnTo>
                    <a:pt x="328" y="457"/>
                  </a:lnTo>
                  <a:lnTo>
                    <a:pt x="328" y="456"/>
                  </a:lnTo>
                  <a:lnTo>
                    <a:pt x="327" y="456"/>
                  </a:lnTo>
                  <a:lnTo>
                    <a:pt x="327" y="455"/>
                  </a:lnTo>
                  <a:lnTo>
                    <a:pt x="327" y="454"/>
                  </a:lnTo>
                  <a:lnTo>
                    <a:pt x="327" y="453"/>
                  </a:lnTo>
                  <a:lnTo>
                    <a:pt x="326" y="452"/>
                  </a:lnTo>
                  <a:lnTo>
                    <a:pt x="326" y="452"/>
                  </a:lnTo>
                  <a:lnTo>
                    <a:pt x="326" y="451"/>
                  </a:lnTo>
                  <a:lnTo>
                    <a:pt x="326" y="450"/>
                  </a:lnTo>
                  <a:lnTo>
                    <a:pt x="325" y="449"/>
                  </a:lnTo>
                  <a:lnTo>
                    <a:pt x="325" y="448"/>
                  </a:lnTo>
                  <a:lnTo>
                    <a:pt x="325" y="447"/>
                  </a:lnTo>
                  <a:lnTo>
                    <a:pt x="325" y="447"/>
                  </a:lnTo>
                  <a:lnTo>
                    <a:pt x="325" y="446"/>
                  </a:lnTo>
                  <a:lnTo>
                    <a:pt x="325" y="445"/>
                  </a:lnTo>
                  <a:lnTo>
                    <a:pt x="324" y="444"/>
                  </a:lnTo>
                  <a:lnTo>
                    <a:pt x="324" y="444"/>
                  </a:lnTo>
                  <a:lnTo>
                    <a:pt x="307" y="447"/>
                  </a:lnTo>
                  <a:close/>
                  <a:moveTo>
                    <a:pt x="328" y="499"/>
                  </a:moveTo>
                  <a:lnTo>
                    <a:pt x="328" y="499"/>
                  </a:lnTo>
                  <a:lnTo>
                    <a:pt x="328" y="499"/>
                  </a:lnTo>
                  <a:lnTo>
                    <a:pt x="329" y="500"/>
                  </a:lnTo>
                  <a:lnTo>
                    <a:pt x="329" y="501"/>
                  </a:lnTo>
                  <a:lnTo>
                    <a:pt x="330" y="502"/>
                  </a:lnTo>
                  <a:lnTo>
                    <a:pt x="330" y="502"/>
                  </a:lnTo>
                  <a:lnTo>
                    <a:pt x="331" y="503"/>
                  </a:lnTo>
                  <a:lnTo>
                    <a:pt x="331" y="504"/>
                  </a:lnTo>
                  <a:lnTo>
                    <a:pt x="332" y="505"/>
                  </a:lnTo>
                  <a:lnTo>
                    <a:pt x="332" y="505"/>
                  </a:lnTo>
                  <a:lnTo>
                    <a:pt x="333" y="506"/>
                  </a:lnTo>
                  <a:lnTo>
                    <a:pt x="333" y="507"/>
                  </a:lnTo>
                  <a:lnTo>
                    <a:pt x="334" y="508"/>
                  </a:lnTo>
                  <a:lnTo>
                    <a:pt x="334" y="508"/>
                  </a:lnTo>
                  <a:lnTo>
                    <a:pt x="335" y="509"/>
                  </a:lnTo>
                  <a:lnTo>
                    <a:pt x="336" y="510"/>
                  </a:lnTo>
                  <a:lnTo>
                    <a:pt x="336" y="511"/>
                  </a:lnTo>
                  <a:lnTo>
                    <a:pt x="337" y="511"/>
                  </a:lnTo>
                  <a:lnTo>
                    <a:pt x="337" y="512"/>
                  </a:lnTo>
                  <a:lnTo>
                    <a:pt x="338" y="513"/>
                  </a:lnTo>
                  <a:lnTo>
                    <a:pt x="338" y="514"/>
                  </a:lnTo>
                  <a:lnTo>
                    <a:pt x="339" y="514"/>
                  </a:lnTo>
                  <a:lnTo>
                    <a:pt x="353" y="503"/>
                  </a:lnTo>
                  <a:lnTo>
                    <a:pt x="352" y="502"/>
                  </a:lnTo>
                  <a:lnTo>
                    <a:pt x="352" y="502"/>
                  </a:lnTo>
                  <a:lnTo>
                    <a:pt x="351" y="501"/>
                  </a:lnTo>
                  <a:lnTo>
                    <a:pt x="351" y="500"/>
                  </a:lnTo>
                  <a:lnTo>
                    <a:pt x="350" y="500"/>
                  </a:lnTo>
                  <a:lnTo>
                    <a:pt x="350" y="499"/>
                  </a:lnTo>
                  <a:lnTo>
                    <a:pt x="349" y="499"/>
                  </a:lnTo>
                  <a:lnTo>
                    <a:pt x="349" y="498"/>
                  </a:lnTo>
                  <a:lnTo>
                    <a:pt x="348" y="497"/>
                  </a:lnTo>
                  <a:lnTo>
                    <a:pt x="348" y="497"/>
                  </a:lnTo>
                  <a:lnTo>
                    <a:pt x="347" y="496"/>
                  </a:lnTo>
                  <a:lnTo>
                    <a:pt x="347" y="495"/>
                  </a:lnTo>
                  <a:lnTo>
                    <a:pt x="346" y="495"/>
                  </a:lnTo>
                  <a:lnTo>
                    <a:pt x="346" y="494"/>
                  </a:lnTo>
                  <a:lnTo>
                    <a:pt x="345" y="493"/>
                  </a:lnTo>
                  <a:lnTo>
                    <a:pt x="345" y="493"/>
                  </a:lnTo>
                  <a:lnTo>
                    <a:pt x="344" y="492"/>
                  </a:lnTo>
                  <a:lnTo>
                    <a:pt x="344" y="491"/>
                  </a:lnTo>
                  <a:lnTo>
                    <a:pt x="343" y="491"/>
                  </a:lnTo>
                  <a:lnTo>
                    <a:pt x="343" y="490"/>
                  </a:lnTo>
                  <a:lnTo>
                    <a:pt x="343" y="490"/>
                  </a:lnTo>
                  <a:lnTo>
                    <a:pt x="328" y="499"/>
                  </a:lnTo>
                  <a:close/>
                  <a:moveTo>
                    <a:pt x="366" y="540"/>
                  </a:moveTo>
                  <a:lnTo>
                    <a:pt x="366" y="540"/>
                  </a:lnTo>
                  <a:lnTo>
                    <a:pt x="366" y="540"/>
                  </a:lnTo>
                  <a:lnTo>
                    <a:pt x="367" y="541"/>
                  </a:lnTo>
                  <a:lnTo>
                    <a:pt x="368" y="541"/>
                  </a:lnTo>
                  <a:lnTo>
                    <a:pt x="369" y="542"/>
                  </a:lnTo>
                  <a:lnTo>
                    <a:pt x="369" y="542"/>
                  </a:lnTo>
                  <a:lnTo>
                    <a:pt x="370" y="543"/>
                  </a:lnTo>
                  <a:lnTo>
                    <a:pt x="371" y="543"/>
                  </a:lnTo>
                  <a:lnTo>
                    <a:pt x="372" y="544"/>
                  </a:lnTo>
                  <a:lnTo>
                    <a:pt x="372" y="544"/>
                  </a:lnTo>
                  <a:lnTo>
                    <a:pt x="373" y="545"/>
                  </a:lnTo>
                  <a:lnTo>
                    <a:pt x="374" y="545"/>
                  </a:lnTo>
                  <a:lnTo>
                    <a:pt x="375" y="546"/>
                  </a:lnTo>
                  <a:lnTo>
                    <a:pt x="375" y="546"/>
                  </a:lnTo>
                  <a:lnTo>
                    <a:pt x="376" y="547"/>
                  </a:lnTo>
                  <a:lnTo>
                    <a:pt x="377" y="547"/>
                  </a:lnTo>
                  <a:lnTo>
                    <a:pt x="378" y="548"/>
                  </a:lnTo>
                  <a:lnTo>
                    <a:pt x="379" y="548"/>
                  </a:lnTo>
                  <a:lnTo>
                    <a:pt x="379" y="549"/>
                  </a:lnTo>
                  <a:lnTo>
                    <a:pt x="380" y="549"/>
                  </a:lnTo>
                  <a:lnTo>
                    <a:pt x="381" y="550"/>
                  </a:lnTo>
                  <a:lnTo>
                    <a:pt x="382" y="550"/>
                  </a:lnTo>
                  <a:lnTo>
                    <a:pt x="390" y="535"/>
                  </a:lnTo>
                  <a:lnTo>
                    <a:pt x="390" y="534"/>
                  </a:lnTo>
                  <a:lnTo>
                    <a:pt x="389" y="534"/>
                  </a:lnTo>
                  <a:lnTo>
                    <a:pt x="388" y="534"/>
                  </a:lnTo>
                  <a:lnTo>
                    <a:pt x="388" y="533"/>
                  </a:lnTo>
                  <a:lnTo>
                    <a:pt x="387" y="533"/>
                  </a:lnTo>
                  <a:lnTo>
                    <a:pt x="386" y="532"/>
                  </a:lnTo>
                  <a:lnTo>
                    <a:pt x="385" y="532"/>
                  </a:lnTo>
                  <a:lnTo>
                    <a:pt x="385" y="531"/>
                  </a:lnTo>
                  <a:lnTo>
                    <a:pt x="384" y="531"/>
                  </a:lnTo>
                  <a:lnTo>
                    <a:pt x="383" y="531"/>
                  </a:lnTo>
                  <a:lnTo>
                    <a:pt x="383" y="530"/>
                  </a:lnTo>
                  <a:lnTo>
                    <a:pt x="382" y="530"/>
                  </a:lnTo>
                  <a:lnTo>
                    <a:pt x="381" y="529"/>
                  </a:lnTo>
                  <a:lnTo>
                    <a:pt x="381" y="529"/>
                  </a:lnTo>
                  <a:lnTo>
                    <a:pt x="380" y="528"/>
                  </a:lnTo>
                  <a:lnTo>
                    <a:pt x="379" y="528"/>
                  </a:lnTo>
                  <a:lnTo>
                    <a:pt x="379" y="527"/>
                  </a:lnTo>
                  <a:lnTo>
                    <a:pt x="378" y="527"/>
                  </a:lnTo>
                  <a:lnTo>
                    <a:pt x="377" y="526"/>
                  </a:lnTo>
                  <a:lnTo>
                    <a:pt x="377" y="526"/>
                  </a:lnTo>
                  <a:lnTo>
                    <a:pt x="376" y="526"/>
                  </a:lnTo>
                  <a:lnTo>
                    <a:pt x="366" y="540"/>
                  </a:lnTo>
                  <a:close/>
                  <a:moveTo>
                    <a:pt x="416" y="564"/>
                  </a:moveTo>
                  <a:lnTo>
                    <a:pt x="416" y="564"/>
                  </a:lnTo>
                  <a:lnTo>
                    <a:pt x="416" y="564"/>
                  </a:lnTo>
                  <a:lnTo>
                    <a:pt x="417" y="565"/>
                  </a:lnTo>
                  <a:lnTo>
                    <a:pt x="418" y="565"/>
                  </a:lnTo>
                  <a:lnTo>
                    <a:pt x="419" y="565"/>
                  </a:lnTo>
                  <a:lnTo>
                    <a:pt x="420" y="565"/>
                  </a:lnTo>
                  <a:lnTo>
                    <a:pt x="421" y="566"/>
                  </a:lnTo>
                  <a:lnTo>
                    <a:pt x="422" y="566"/>
                  </a:lnTo>
                  <a:lnTo>
                    <a:pt x="423" y="566"/>
                  </a:lnTo>
                  <a:lnTo>
                    <a:pt x="424" y="566"/>
                  </a:lnTo>
                  <a:lnTo>
                    <a:pt x="424" y="566"/>
                  </a:lnTo>
                  <a:lnTo>
                    <a:pt x="425" y="567"/>
                  </a:lnTo>
                  <a:lnTo>
                    <a:pt x="426" y="567"/>
                  </a:lnTo>
                  <a:lnTo>
                    <a:pt x="427" y="567"/>
                  </a:lnTo>
                  <a:lnTo>
                    <a:pt x="428" y="567"/>
                  </a:lnTo>
                  <a:lnTo>
                    <a:pt x="429" y="567"/>
                  </a:lnTo>
                  <a:lnTo>
                    <a:pt x="430" y="568"/>
                  </a:lnTo>
                  <a:lnTo>
                    <a:pt x="431" y="568"/>
                  </a:lnTo>
                  <a:lnTo>
                    <a:pt x="432" y="568"/>
                  </a:lnTo>
                  <a:lnTo>
                    <a:pt x="433" y="568"/>
                  </a:lnTo>
                  <a:lnTo>
                    <a:pt x="434" y="568"/>
                  </a:lnTo>
                  <a:lnTo>
                    <a:pt x="434" y="568"/>
                  </a:lnTo>
                  <a:lnTo>
                    <a:pt x="437" y="551"/>
                  </a:lnTo>
                  <a:lnTo>
                    <a:pt x="437" y="551"/>
                  </a:lnTo>
                  <a:lnTo>
                    <a:pt x="436" y="551"/>
                  </a:lnTo>
                  <a:lnTo>
                    <a:pt x="435" y="551"/>
                  </a:lnTo>
                  <a:lnTo>
                    <a:pt x="434" y="550"/>
                  </a:lnTo>
                  <a:lnTo>
                    <a:pt x="433" y="550"/>
                  </a:lnTo>
                  <a:lnTo>
                    <a:pt x="432" y="550"/>
                  </a:lnTo>
                  <a:lnTo>
                    <a:pt x="431" y="550"/>
                  </a:lnTo>
                  <a:lnTo>
                    <a:pt x="431" y="550"/>
                  </a:lnTo>
                  <a:lnTo>
                    <a:pt x="430" y="550"/>
                  </a:lnTo>
                  <a:lnTo>
                    <a:pt x="429" y="549"/>
                  </a:lnTo>
                  <a:lnTo>
                    <a:pt x="428" y="549"/>
                  </a:lnTo>
                  <a:lnTo>
                    <a:pt x="427" y="549"/>
                  </a:lnTo>
                  <a:lnTo>
                    <a:pt x="427" y="549"/>
                  </a:lnTo>
                  <a:lnTo>
                    <a:pt x="426" y="549"/>
                  </a:lnTo>
                  <a:lnTo>
                    <a:pt x="425" y="548"/>
                  </a:lnTo>
                  <a:lnTo>
                    <a:pt x="424" y="548"/>
                  </a:lnTo>
                  <a:lnTo>
                    <a:pt x="423" y="548"/>
                  </a:lnTo>
                  <a:lnTo>
                    <a:pt x="422" y="548"/>
                  </a:lnTo>
                  <a:lnTo>
                    <a:pt x="422" y="548"/>
                  </a:lnTo>
                  <a:lnTo>
                    <a:pt x="421" y="547"/>
                  </a:lnTo>
                  <a:lnTo>
                    <a:pt x="421" y="547"/>
                  </a:lnTo>
                  <a:lnTo>
                    <a:pt x="416" y="564"/>
                  </a:lnTo>
                  <a:close/>
                  <a:moveTo>
                    <a:pt x="471" y="569"/>
                  </a:moveTo>
                  <a:lnTo>
                    <a:pt x="471" y="569"/>
                  </a:lnTo>
                  <a:lnTo>
                    <a:pt x="472" y="569"/>
                  </a:lnTo>
                  <a:lnTo>
                    <a:pt x="473" y="569"/>
                  </a:lnTo>
                  <a:lnTo>
                    <a:pt x="474" y="569"/>
                  </a:lnTo>
                  <a:lnTo>
                    <a:pt x="475" y="569"/>
                  </a:lnTo>
                  <a:lnTo>
                    <a:pt x="476" y="569"/>
                  </a:lnTo>
                  <a:lnTo>
                    <a:pt x="477" y="569"/>
                  </a:lnTo>
                  <a:lnTo>
                    <a:pt x="478" y="569"/>
                  </a:lnTo>
                  <a:lnTo>
                    <a:pt x="479" y="568"/>
                  </a:lnTo>
                  <a:lnTo>
                    <a:pt x="480" y="568"/>
                  </a:lnTo>
                  <a:lnTo>
                    <a:pt x="480" y="568"/>
                  </a:lnTo>
                  <a:lnTo>
                    <a:pt x="481" y="568"/>
                  </a:lnTo>
                  <a:lnTo>
                    <a:pt x="482" y="568"/>
                  </a:lnTo>
                  <a:lnTo>
                    <a:pt x="483" y="568"/>
                  </a:lnTo>
                  <a:lnTo>
                    <a:pt x="484" y="568"/>
                  </a:lnTo>
                  <a:lnTo>
                    <a:pt x="485" y="567"/>
                  </a:lnTo>
                  <a:lnTo>
                    <a:pt x="486" y="567"/>
                  </a:lnTo>
                  <a:lnTo>
                    <a:pt x="487" y="567"/>
                  </a:lnTo>
                  <a:lnTo>
                    <a:pt x="488" y="567"/>
                  </a:lnTo>
                  <a:lnTo>
                    <a:pt x="489" y="567"/>
                  </a:lnTo>
                  <a:lnTo>
                    <a:pt x="490" y="566"/>
                  </a:lnTo>
                  <a:lnTo>
                    <a:pt x="490" y="566"/>
                  </a:lnTo>
                  <a:lnTo>
                    <a:pt x="486" y="549"/>
                  </a:lnTo>
                  <a:lnTo>
                    <a:pt x="486" y="549"/>
                  </a:lnTo>
                  <a:lnTo>
                    <a:pt x="485" y="549"/>
                  </a:lnTo>
                  <a:lnTo>
                    <a:pt x="485" y="550"/>
                  </a:lnTo>
                  <a:lnTo>
                    <a:pt x="484" y="550"/>
                  </a:lnTo>
                  <a:lnTo>
                    <a:pt x="483" y="550"/>
                  </a:lnTo>
                  <a:lnTo>
                    <a:pt x="482" y="550"/>
                  </a:lnTo>
                  <a:lnTo>
                    <a:pt x="481" y="550"/>
                  </a:lnTo>
                  <a:lnTo>
                    <a:pt x="480" y="550"/>
                  </a:lnTo>
                  <a:lnTo>
                    <a:pt x="479" y="551"/>
                  </a:lnTo>
                  <a:lnTo>
                    <a:pt x="479" y="551"/>
                  </a:lnTo>
                  <a:lnTo>
                    <a:pt x="478" y="551"/>
                  </a:lnTo>
                  <a:lnTo>
                    <a:pt x="477" y="551"/>
                  </a:lnTo>
                  <a:lnTo>
                    <a:pt x="476" y="551"/>
                  </a:lnTo>
                  <a:lnTo>
                    <a:pt x="475" y="551"/>
                  </a:lnTo>
                  <a:lnTo>
                    <a:pt x="474" y="551"/>
                  </a:lnTo>
                  <a:lnTo>
                    <a:pt x="474" y="551"/>
                  </a:lnTo>
                  <a:lnTo>
                    <a:pt x="473" y="551"/>
                  </a:lnTo>
                  <a:lnTo>
                    <a:pt x="472" y="552"/>
                  </a:lnTo>
                  <a:lnTo>
                    <a:pt x="471" y="552"/>
                  </a:lnTo>
                  <a:lnTo>
                    <a:pt x="470" y="552"/>
                  </a:lnTo>
                  <a:lnTo>
                    <a:pt x="470" y="552"/>
                  </a:lnTo>
                  <a:lnTo>
                    <a:pt x="471" y="569"/>
                  </a:lnTo>
                  <a:close/>
                  <a:moveTo>
                    <a:pt x="525" y="554"/>
                  </a:moveTo>
                  <a:lnTo>
                    <a:pt x="525" y="554"/>
                  </a:lnTo>
                  <a:lnTo>
                    <a:pt x="525" y="554"/>
                  </a:lnTo>
                  <a:lnTo>
                    <a:pt x="526" y="554"/>
                  </a:lnTo>
                  <a:lnTo>
                    <a:pt x="527" y="553"/>
                  </a:lnTo>
                  <a:lnTo>
                    <a:pt x="528" y="553"/>
                  </a:lnTo>
                  <a:lnTo>
                    <a:pt x="529" y="552"/>
                  </a:lnTo>
                  <a:lnTo>
                    <a:pt x="529" y="552"/>
                  </a:lnTo>
                  <a:lnTo>
                    <a:pt x="530" y="551"/>
                  </a:lnTo>
                  <a:lnTo>
                    <a:pt x="531" y="551"/>
                  </a:lnTo>
                  <a:lnTo>
                    <a:pt x="532" y="551"/>
                  </a:lnTo>
                  <a:lnTo>
                    <a:pt x="533" y="550"/>
                  </a:lnTo>
                  <a:lnTo>
                    <a:pt x="533" y="550"/>
                  </a:lnTo>
                  <a:lnTo>
                    <a:pt x="534" y="549"/>
                  </a:lnTo>
                  <a:lnTo>
                    <a:pt x="535" y="549"/>
                  </a:lnTo>
                  <a:lnTo>
                    <a:pt x="536" y="548"/>
                  </a:lnTo>
                  <a:lnTo>
                    <a:pt x="537" y="548"/>
                  </a:lnTo>
                  <a:lnTo>
                    <a:pt x="537" y="547"/>
                  </a:lnTo>
                  <a:lnTo>
                    <a:pt x="538" y="547"/>
                  </a:lnTo>
                  <a:lnTo>
                    <a:pt x="539" y="546"/>
                  </a:lnTo>
                  <a:lnTo>
                    <a:pt x="540" y="546"/>
                  </a:lnTo>
                  <a:lnTo>
                    <a:pt x="540" y="545"/>
                  </a:lnTo>
                  <a:lnTo>
                    <a:pt x="541" y="545"/>
                  </a:lnTo>
                  <a:lnTo>
                    <a:pt x="532" y="530"/>
                  </a:lnTo>
                  <a:lnTo>
                    <a:pt x="531" y="531"/>
                  </a:lnTo>
                  <a:lnTo>
                    <a:pt x="530" y="531"/>
                  </a:lnTo>
                  <a:lnTo>
                    <a:pt x="530" y="531"/>
                  </a:lnTo>
                  <a:lnTo>
                    <a:pt x="529" y="532"/>
                  </a:lnTo>
                  <a:lnTo>
                    <a:pt x="528" y="532"/>
                  </a:lnTo>
                  <a:lnTo>
                    <a:pt x="527" y="533"/>
                  </a:lnTo>
                  <a:lnTo>
                    <a:pt x="527" y="533"/>
                  </a:lnTo>
                  <a:lnTo>
                    <a:pt x="526" y="534"/>
                  </a:lnTo>
                  <a:lnTo>
                    <a:pt x="525" y="534"/>
                  </a:lnTo>
                  <a:lnTo>
                    <a:pt x="525" y="534"/>
                  </a:lnTo>
                  <a:lnTo>
                    <a:pt x="524" y="535"/>
                  </a:lnTo>
                  <a:lnTo>
                    <a:pt x="523" y="535"/>
                  </a:lnTo>
                  <a:lnTo>
                    <a:pt x="522" y="536"/>
                  </a:lnTo>
                  <a:lnTo>
                    <a:pt x="522" y="536"/>
                  </a:lnTo>
                  <a:lnTo>
                    <a:pt x="521" y="536"/>
                  </a:lnTo>
                  <a:lnTo>
                    <a:pt x="520" y="537"/>
                  </a:lnTo>
                  <a:lnTo>
                    <a:pt x="520" y="537"/>
                  </a:lnTo>
                  <a:lnTo>
                    <a:pt x="519" y="538"/>
                  </a:lnTo>
                  <a:lnTo>
                    <a:pt x="518" y="538"/>
                  </a:lnTo>
                  <a:lnTo>
                    <a:pt x="517" y="538"/>
                  </a:lnTo>
                  <a:lnTo>
                    <a:pt x="517" y="538"/>
                  </a:lnTo>
                  <a:lnTo>
                    <a:pt x="525" y="554"/>
                  </a:lnTo>
                  <a:close/>
                  <a:moveTo>
                    <a:pt x="570" y="521"/>
                  </a:moveTo>
                  <a:lnTo>
                    <a:pt x="570" y="521"/>
                  </a:lnTo>
                  <a:lnTo>
                    <a:pt x="570" y="520"/>
                  </a:lnTo>
                  <a:lnTo>
                    <a:pt x="570" y="520"/>
                  </a:lnTo>
                  <a:lnTo>
                    <a:pt x="571" y="519"/>
                  </a:lnTo>
                  <a:lnTo>
                    <a:pt x="572" y="518"/>
                  </a:lnTo>
                  <a:lnTo>
                    <a:pt x="572" y="518"/>
                  </a:lnTo>
                  <a:lnTo>
                    <a:pt x="573" y="517"/>
                  </a:lnTo>
                  <a:lnTo>
                    <a:pt x="574" y="516"/>
                  </a:lnTo>
                  <a:lnTo>
                    <a:pt x="574" y="516"/>
                  </a:lnTo>
                  <a:lnTo>
                    <a:pt x="575" y="515"/>
                  </a:lnTo>
                  <a:lnTo>
                    <a:pt x="575" y="514"/>
                  </a:lnTo>
                  <a:lnTo>
                    <a:pt x="576" y="514"/>
                  </a:lnTo>
                  <a:lnTo>
                    <a:pt x="576" y="513"/>
                  </a:lnTo>
                  <a:lnTo>
                    <a:pt x="577" y="512"/>
                  </a:lnTo>
                  <a:lnTo>
                    <a:pt x="578" y="511"/>
                  </a:lnTo>
                  <a:lnTo>
                    <a:pt x="578" y="511"/>
                  </a:lnTo>
                  <a:lnTo>
                    <a:pt x="579" y="510"/>
                  </a:lnTo>
                  <a:lnTo>
                    <a:pt x="579" y="509"/>
                  </a:lnTo>
                  <a:lnTo>
                    <a:pt x="580" y="508"/>
                  </a:lnTo>
                  <a:lnTo>
                    <a:pt x="580" y="508"/>
                  </a:lnTo>
                  <a:lnTo>
                    <a:pt x="581" y="507"/>
                  </a:lnTo>
                  <a:lnTo>
                    <a:pt x="581" y="506"/>
                  </a:lnTo>
                  <a:lnTo>
                    <a:pt x="567" y="496"/>
                  </a:lnTo>
                  <a:lnTo>
                    <a:pt x="567" y="497"/>
                  </a:lnTo>
                  <a:lnTo>
                    <a:pt x="566" y="497"/>
                  </a:lnTo>
                  <a:lnTo>
                    <a:pt x="566" y="498"/>
                  </a:lnTo>
                  <a:lnTo>
                    <a:pt x="565" y="499"/>
                  </a:lnTo>
                  <a:lnTo>
                    <a:pt x="565" y="499"/>
                  </a:lnTo>
                  <a:lnTo>
                    <a:pt x="564" y="500"/>
                  </a:lnTo>
                  <a:lnTo>
                    <a:pt x="564" y="500"/>
                  </a:lnTo>
                  <a:lnTo>
                    <a:pt x="563" y="501"/>
                  </a:lnTo>
                  <a:lnTo>
                    <a:pt x="563" y="502"/>
                  </a:lnTo>
                  <a:lnTo>
                    <a:pt x="562" y="502"/>
                  </a:lnTo>
                  <a:lnTo>
                    <a:pt x="562" y="503"/>
                  </a:lnTo>
                  <a:lnTo>
                    <a:pt x="561" y="504"/>
                  </a:lnTo>
                  <a:lnTo>
                    <a:pt x="561" y="504"/>
                  </a:lnTo>
                  <a:lnTo>
                    <a:pt x="560" y="505"/>
                  </a:lnTo>
                  <a:lnTo>
                    <a:pt x="560" y="505"/>
                  </a:lnTo>
                  <a:lnTo>
                    <a:pt x="559" y="506"/>
                  </a:lnTo>
                  <a:lnTo>
                    <a:pt x="559" y="507"/>
                  </a:lnTo>
                  <a:lnTo>
                    <a:pt x="558" y="507"/>
                  </a:lnTo>
                  <a:lnTo>
                    <a:pt x="557" y="508"/>
                  </a:lnTo>
                  <a:lnTo>
                    <a:pt x="557" y="509"/>
                  </a:lnTo>
                  <a:lnTo>
                    <a:pt x="557" y="509"/>
                  </a:lnTo>
                  <a:lnTo>
                    <a:pt x="570" y="521"/>
                  </a:lnTo>
                  <a:close/>
                  <a:moveTo>
                    <a:pt x="599" y="474"/>
                  </a:moveTo>
                  <a:lnTo>
                    <a:pt x="599" y="474"/>
                  </a:lnTo>
                  <a:lnTo>
                    <a:pt x="600" y="473"/>
                  </a:lnTo>
                  <a:lnTo>
                    <a:pt x="600" y="472"/>
                  </a:lnTo>
                  <a:lnTo>
                    <a:pt x="600" y="471"/>
                  </a:lnTo>
                  <a:lnTo>
                    <a:pt x="601" y="470"/>
                  </a:lnTo>
                  <a:lnTo>
                    <a:pt x="601" y="469"/>
                  </a:lnTo>
                  <a:lnTo>
                    <a:pt x="601" y="469"/>
                  </a:lnTo>
                  <a:lnTo>
                    <a:pt x="602" y="468"/>
                  </a:lnTo>
                  <a:lnTo>
                    <a:pt x="602" y="467"/>
                  </a:lnTo>
                  <a:lnTo>
                    <a:pt x="602" y="466"/>
                  </a:lnTo>
                  <a:lnTo>
                    <a:pt x="603" y="465"/>
                  </a:lnTo>
                  <a:lnTo>
                    <a:pt x="603" y="464"/>
                  </a:lnTo>
                  <a:lnTo>
                    <a:pt x="603" y="463"/>
                  </a:lnTo>
                  <a:lnTo>
                    <a:pt x="603" y="462"/>
                  </a:lnTo>
                  <a:lnTo>
                    <a:pt x="604" y="461"/>
                  </a:lnTo>
                  <a:lnTo>
                    <a:pt x="604" y="461"/>
                  </a:lnTo>
                  <a:lnTo>
                    <a:pt x="604" y="460"/>
                  </a:lnTo>
                  <a:lnTo>
                    <a:pt x="604" y="459"/>
                  </a:lnTo>
                  <a:lnTo>
                    <a:pt x="605" y="458"/>
                  </a:lnTo>
                  <a:lnTo>
                    <a:pt x="605" y="457"/>
                  </a:lnTo>
                  <a:lnTo>
                    <a:pt x="605" y="456"/>
                  </a:lnTo>
                  <a:lnTo>
                    <a:pt x="605" y="456"/>
                  </a:lnTo>
                  <a:lnTo>
                    <a:pt x="588" y="451"/>
                  </a:lnTo>
                  <a:lnTo>
                    <a:pt x="588" y="452"/>
                  </a:lnTo>
                  <a:lnTo>
                    <a:pt x="588" y="452"/>
                  </a:lnTo>
                  <a:lnTo>
                    <a:pt x="588" y="453"/>
                  </a:lnTo>
                  <a:lnTo>
                    <a:pt x="588" y="454"/>
                  </a:lnTo>
                  <a:lnTo>
                    <a:pt x="587" y="455"/>
                  </a:lnTo>
                  <a:lnTo>
                    <a:pt x="587" y="456"/>
                  </a:lnTo>
                  <a:lnTo>
                    <a:pt x="587" y="456"/>
                  </a:lnTo>
                  <a:lnTo>
                    <a:pt x="587" y="457"/>
                  </a:lnTo>
                  <a:lnTo>
                    <a:pt x="586" y="458"/>
                  </a:lnTo>
                  <a:lnTo>
                    <a:pt x="586" y="459"/>
                  </a:lnTo>
                  <a:lnTo>
                    <a:pt x="586" y="459"/>
                  </a:lnTo>
                  <a:lnTo>
                    <a:pt x="586" y="460"/>
                  </a:lnTo>
                  <a:lnTo>
                    <a:pt x="585" y="461"/>
                  </a:lnTo>
                  <a:lnTo>
                    <a:pt x="585" y="462"/>
                  </a:lnTo>
                  <a:lnTo>
                    <a:pt x="585" y="463"/>
                  </a:lnTo>
                  <a:lnTo>
                    <a:pt x="584" y="463"/>
                  </a:lnTo>
                  <a:lnTo>
                    <a:pt x="584" y="464"/>
                  </a:lnTo>
                  <a:lnTo>
                    <a:pt x="584" y="465"/>
                  </a:lnTo>
                  <a:lnTo>
                    <a:pt x="584" y="466"/>
                  </a:lnTo>
                  <a:lnTo>
                    <a:pt x="583" y="467"/>
                  </a:lnTo>
                  <a:lnTo>
                    <a:pt x="583" y="467"/>
                  </a:lnTo>
                  <a:lnTo>
                    <a:pt x="599" y="474"/>
                  </a:lnTo>
                  <a:close/>
                  <a:moveTo>
                    <a:pt x="610" y="419"/>
                  </a:moveTo>
                  <a:lnTo>
                    <a:pt x="610" y="419"/>
                  </a:lnTo>
                  <a:lnTo>
                    <a:pt x="610" y="419"/>
                  </a:lnTo>
                  <a:lnTo>
                    <a:pt x="610" y="418"/>
                  </a:lnTo>
                  <a:lnTo>
                    <a:pt x="610" y="417"/>
                  </a:lnTo>
                  <a:lnTo>
                    <a:pt x="610" y="416"/>
                  </a:lnTo>
                  <a:lnTo>
                    <a:pt x="610" y="415"/>
                  </a:lnTo>
                  <a:lnTo>
                    <a:pt x="610" y="414"/>
                  </a:lnTo>
                  <a:lnTo>
                    <a:pt x="610" y="413"/>
                  </a:lnTo>
                  <a:lnTo>
                    <a:pt x="610" y="412"/>
                  </a:lnTo>
                  <a:lnTo>
                    <a:pt x="610" y="411"/>
                  </a:lnTo>
                  <a:lnTo>
                    <a:pt x="610" y="410"/>
                  </a:lnTo>
                  <a:lnTo>
                    <a:pt x="610" y="409"/>
                  </a:lnTo>
                  <a:lnTo>
                    <a:pt x="610" y="408"/>
                  </a:lnTo>
                  <a:lnTo>
                    <a:pt x="610" y="407"/>
                  </a:lnTo>
                  <a:lnTo>
                    <a:pt x="610" y="406"/>
                  </a:lnTo>
                  <a:lnTo>
                    <a:pt x="610" y="405"/>
                  </a:lnTo>
                  <a:lnTo>
                    <a:pt x="610" y="404"/>
                  </a:lnTo>
                  <a:lnTo>
                    <a:pt x="610" y="403"/>
                  </a:lnTo>
                  <a:lnTo>
                    <a:pt x="610" y="402"/>
                  </a:lnTo>
                  <a:lnTo>
                    <a:pt x="609" y="401"/>
                  </a:lnTo>
                  <a:lnTo>
                    <a:pt x="609" y="400"/>
                  </a:lnTo>
                  <a:lnTo>
                    <a:pt x="592" y="402"/>
                  </a:lnTo>
                  <a:lnTo>
                    <a:pt x="592" y="403"/>
                  </a:lnTo>
                  <a:lnTo>
                    <a:pt x="592" y="404"/>
                  </a:lnTo>
                  <a:lnTo>
                    <a:pt x="592" y="405"/>
                  </a:lnTo>
                  <a:lnTo>
                    <a:pt x="592" y="406"/>
                  </a:lnTo>
                  <a:lnTo>
                    <a:pt x="592" y="406"/>
                  </a:lnTo>
                  <a:lnTo>
                    <a:pt x="592" y="407"/>
                  </a:lnTo>
                  <a:lnTo>
                    <a:pt x="592" y="408"/>
                  </a:lnTo>
                  <a:lnTo>
                    <a:pt x="592" y="409"/>
                  </a:lnTo>
                  <a:lnTo>
                    <a:pt x="592" y="410"/>
                  </a:lnTo>
                  <a:lnTo>
                    <a:pt x="593" y="411"/>
                  </a:lnTo>
                  <a:lnTo>
                    <a:pt x="593" y="412"/>
                  </a:lnTo>
                  <a:lnTo>
                    <a:pt x="593" y="412"/>
                  </a:lnTo>
                  <a:lnTo>
                    <a:pt x="593" y="413"/>
                  </a:lnTo>
                  <a:lnTo>
                    <a:pt x="593" y="414"/>
                  </a:lnTo>
                  <a:lnTo>
                    <a:pt x="593" y="415"/>
                  </a:lnTo>
                  <a:lnTo>
                    <a:pt x="593" y="416"/>
                  </a:lnTo>
                  <a:lnTo>
                    <a:pt x="593" y="417"/>
                  </a:lnTo>
                  <a:lnTo>
                    <a:pt x="593" y="418"/>
                  </a:lnTo>
                  <a:lnTo>
                    <a:pt x="593" y="419"/>
                  </a:lnTo>
                  <a:lnTo>
                    <a:pt x="593" y="419"/>
                  </a:lnTo>
                  <a:lnTo>
                    <a:pt x="610" y="419"/>
                  </a:lnTo>
                  <a:close/>
                  <a:moveTo>
                    <a:pt x="601" y="364"/>
                  </a:moveTo>
                  <a:lnTo>
                    <a:pt x="601" y="364"/>
                  </a:lnTo>
                  <a:lnTo>
                    <a:pt x="601" y="363"/>
                  </a:lnTo>
                  <a:lnTo>
                    <a:pt x="600" y="362"/>
                  </a:lnTo>
                  <a:lnTo>
                    <a:pt x="600" y="362"/>
                  </a:lnTo>
                  <a:lnTo>
                    <a:pt x="600" y="361"/>
                  </a:lnTo>
                  <a:lnTo>
                    <a:pt x="599" y="360"/>
                  </a:lnTo>
                  <a:lnTo>
                    <a:pt x="599" y="359"/>
                  </a:lnTo>
                  <a:lnTo>
                    <a:pt x="599" y="358"/>
                  </a:lnTo>
                  <a:lnTo>
                    <a:pt x="598" y="357"/>
                  </a:lnTo>
                  <a:lnTo>
                    <a:pt x="598" y="356"/>
                  </a:lnTo>
                  <a:lnTo>
                    <a:pt x="598" y="356"/>
                  </a:lnTo>
                  <a:lnTo>
                    <a:pt x="597" y="355"/>
                  </a:lnTo>
                  <a:lnTo>
                    <a:pt x="597" y="354"/>
                  </a:lnTo>
                  <a:lnTo>
                    <a:pt x="596" y="353"/>
                  </a:lnTo>
                  <a:lnTo>
                    <a:pt x="596" y="352"/>
                  </a:lnTo>
                  <a:lnTo>
                    <a:pt x="596" y="351"/>
                  </a:lnTo>
                  <a:lnTo>
                    <a:pt x="595" y="350"/>
                  </a:lnTo>
                  <a:lnTo>
                    <a:pt x="595" y="350"/>
                  </a:lnTo>
                  <a:lnTo>
                    <a:pt x="594" y="349"/>
                  </a:lnTo>
                  <a:lnTo>
                    <a:pt x="594" y="348"/>
                  </a:lnTo>
                  <a:lnTo>
                    <a:pt x="594" y="347"/>
                  </a:lnTo>
                  <a:lnTo>
                    <a:pt x="593" y="347"/>
                  </a:lnTo>
                  <a:lnTo>
                    <a:pt x="578" y="355"/>
                  </a:lnTo>
                  <a:lnTo>
                    <a:pt x="578" y="355"/>
                  </a:lnTo>
                  <a:lnTo>
                    <a:pt x="578" y="356"/>
                  </a:lnTo>
                  <a:lnTo>
                    <a:pt x="579" y="357"/>
                  </a:lnTo>
                  <a:lnTo>
                    <a:pt x="579" y="357"/>
                  </a:lnTo>
                  <a:lnTo>
                    <a:pt x="579" y="358"/>
                  </a:lnTo>
                  <a:lnTo>
                    <a:pt x="580" y="359"/>
                  </a:lnTo>
                  <a:lnTo>
                    <a:pt x="580" y="360"/>
                  </a:lnTo>
                  <a:lnTo>
                    <a:pt x="580" y="360"/>
                  </a:lnTo>
                  <a:lnTo>
                    <a:pt x="581" y="361"/>
                  </a:lnTo>
                  <a:lnTo>
                    <a:pt x="581" y="362"/>
                  </a:lnTo>
                  <a:lnTo>
                    <a:pt x="581" y="363"/>
                  </a:lnTo>
                  <a:lnTo>
                    <a:pt x="582" y="363"/>
                  </a:lnTo>
                  <a:lnTo>
                    <a:pt x="582" y="364"/>
                  </a:lnTo>
                  <a:lnTo>
                    <a:pt x="582" y="365"/>
                  </a:lnTo>
                  <a:lnTo>
                    <a:pt x="583" y="366"/>
                  </a:lnTo>
                  <a:lnTo>
                    <a:pt x="583" y="366"/>
                  </a:lnTo>
                  <a:lnTo>
                    <a:pt x="583" y="367"/>
                  </a:lnTo>
                  <a:lnTo>
                    <a:pt x="584" y="368"/>
                  </a:lnTo>
                  <a:lnTo>
                    <a:pt x="584" y="369"/>
                  </a:lnTo>
                  <a:lnTo>
                    <a:pt x="584" y="369"/>
                  </a:lnTo>
                  <a:lnTo>
                    <a:pt x="584" y="370"/>
                  </a:lnTo>
                  <a:lnTo>
                    <a:pt x="601" y="364"/>
                  </a:lnTo>
                  <a:close/>
                  <a:moveTo>
                    <a:pt x="573" y="316"/>
                  </a:moveTo>
                  <a:lnTo>
                    <a:pt x="573" y="316"/>
                  </a:lnTo>
                  <a:lnTo>
                    <a:pt x="572" y="316"/>
                  </a:lnTo>
                  <a:lnTo>
                    <a:pt x="572" y="315"/>
                  </a:lnTo>
                  <a:lnTo>
                    <a:pt x="571" y="315"/>
                  </a:lnTo>
                  <a:lnTo>
                    <a:pt x="570" y="314"/>
                  </a:lnTo>
                  <a:lnTo>
                    <a:pt x="570" y="313"/>
                  </a:lnTo>
                  <a:lnTo>
                    <a:pt x="569" y="313"/>
                  </a:lnTo>
                  <a:lnTo>
                    <a:pt x="569" y="312"/>
                  </a:lnTo>
                  <a:lnTo>
                    <a:pt x="568" y="311"/>
                  </a:lnTo>
                  <a:lnTo>
                    <a:pt x="567" y="311"/>
                  </a:lnTo>
                  <a:lnTo>
                    <a:pt x="567" y="310"/>
                  </a:lnTo>
                  <a:lnTo>
                    <a:pt x="566" y="309"/>
                  </a:lnTo>
                  <a:lnTo>
                    <a:pt x="565" y="309"/>
                  </a:lnTo>
                  <a:lnTo>
                    <a:pt x="565" y="308"/>
                  </a:lnTo>
                  <a:lnTo>
                    <a:pt x="564" y="307"/>
                  </a:lnTo>
                  <a:lnTo>
                    <a:pt x="563" y="307"/>
                  </a:lnTo>
                  <a:lnTo>
                    <a:pt x="563" y="306"/>
                  </a:lnTo>
                  <a:lnTo>
                    <a:pt x="562" y="305"/>
                  </a:lnTo>
                  <a:lnTo>
                    <a:pt x="561" y="305"/>
                  </a:lnTo>
                  <a:lnTo>
                    <a:pt x="561" y="304"/>
                  </a:lnTo>
                  <a:lnTo>
                    <a:pt x="560" y="304"/>
                  </a:lnTo>
                  <a:lnTo>
                    <a:pt x="559" y="303"/>
                  </a:lnTo>
                  <a:lnTo>
                    <a:pt x="548" y="316"/>
                  </a:lnTo>
                  <a:lnTo>
                    <a:pt x="548" y="317"/>
                  </a:lnTo>
                  <a:lnTo>
                    <a:pt x="549" y="317"/>
                  </a:lnTo>
                  <a:lnTo>
                    <a:pt x="549" y="318"/>
                  </a:lnTo>
                  <a:lnTo>
                    <a:pt x="550" y="318"/>
                  </a:lnTo>
                  <a:lnTo>
                    <a:pt x="551" y="319"/>
                  </a:lnTo>
                  <a:lnTo>
                    <a:pt x="551" y="319"/>
                  </a:lnTo>
                  <a:lnTo>
                    <a:pt x="552" y="320"/>
                  </a:lnTo>
                  <a:lnTo>
                    <a:pt x="552" y="320"/>
                  </a:lnTo>
                  <a:lnTo>
                    <a:pt x="553" y="321"/>
                  </a:lnTo>
                  <a:lnTo>
                    <a:pt x="554" y="322"/>
                  </a:lnTo>
                  <a:lnTo>
                    <a:pt x="554" y="322"/>
                  </a:lnTo>
                  <a:lnTo>
                    <a:pt x="555" y="323"/>
                  </a:lnTo>
                  <a:lnTo>
                    <a:pt x="555" y="323"/>
                  </a:lnTo>
                  <a:lnTo>
                    <a:pt x="556" y="324"/>
                  </a:lnTo>
                  <a:lnTo>
                    <a:pt x="556" y="325"/>
                  </a:lnTo>
                  <a:lnTo>
                    <a:pt x="557" y="325"/>
                  </a:lnTo>
                  <a:lnTo>
                    <a:pt x="557" y="326"/>
                  </a:lnTo>
                  <a:lnTo>
                    <a:pt x="558" y="326"/>
                  </a:lnTo>
                  <a:lnTo>
                    <a:pt x="559" y="327"/>
                  </a:lnTo>
                  <a:lnTo>
                    <a:pt x="559" y="328"/>
                  </a:lnTo>
                  <a:lnTo>
                    <a:pt x="559" y="328"/>
                  </a:lnTo>
                  <a:lnTo>
                    <a:pt x="573" y="316"/>
                  </a:lnTo>
                  <a:close/>
                  <a:moveTo>
                    <a:pt x="529" y="282"/>
                  </a:moveTo>
                  <a:lnTo>
                    <a:pt x="529" y="282"/>
                  </a:lnTo>
                  <a:lnTo>
                    <a:pt x="529" y="281"/>
                  </a:lnTo>
                  <a:lnTo>
                    <a:pt x="528" y="281"/>
                  </a:lnTo>
                  <a:lnTo>
                    <a:pt x="527" y="280"/>
                  </a:lnTo>
                  <a:lnTo>
                    <a:pt x="526" y="280"/>
                  </a:lnTo>
                  <a:lnTo>
                    <a:pt x="525" y="280"/>
                  </a:lnTo>
                  <a:lnTo>
                    <a:pt x="524" y="279"/>
                  </a:lnTo>
                  <a:lnTo>
                    <a:pt x="524" y="279"/>
                  </a:lnTo>
                  <a:lnTo>
                    <a:pt x="523" y="278"/>
                  </a:lnTo>
                  <a:lnTo>
                    <a:pt x="522" y="278"/>
                  </a:lnTo>
                  <a:lnTo>
                    <a:pt x="521" y="278"/>
                  </a:lnTo>
                  <a:lnTo>
                    <a:pt x="520" y="277"/>
                  </a:lnTo>
                  <a:lnTo>
                    <a:pt x="519" y="277"/>
                  </a:lnTo>
                  <a:lnTo>
                    <a:pt x="518" y="277"/>
                  </a:lnTo>
                  <a:lnTo>
                    <a:pt x="518" y="276"/>
                  </a:lnTo>
                  <a:lnTo>
                    <a:pt x="517" y="276"/>
                  </a:lnTo>
                  <a:lnTo>
                    <a:pt x="516" y="275"/>
                  </a:lnTo>
                  <a:lnTo>
                    <a:pt x="515" y="275"/>
                  </a:lnTo>
                  <a:lnTo>
                    <a:pt x="514" y="275"/>
                  </a:lnTo>
                  <a:lnTo>
                    <a:pt x="513" y="274"/>
                  </a:lnTo>
                  <a:lnTo>
                    <a:pt x="512" y="274"/>
                  </a:lnTo>
                  <a:lnTo>
                    <a:pt x="512" y="274"/>
                  </a:lnTo>
                  <a:lnTo>
                    <a:pt x="506" y="290"/>
                  </a:lnTo>
                  <a:lnTo>
                    <a:pt x="506" y="290"/>
                  </a:lnTo>
                  <a:lnTo>
                    <a:pt x="507" y="291"/>
                  </a:lnTo>
                  <a:lnTo>
                    <a:pt x="508" y="291"/>
                  </a:lnTo>
                  <a:lnTo>
                    <a:pt x="508" y="291"/>
                  </a:lnTo>
                  <a:lnTo>
                    <a:pt x="509" y="292"/>
                  </a:lnTo>
                  <a:lnTo>
                    <a:pt x="510" y="292"/>
                  </a:lnTo>
                  <a:lnTo>
                    <a:pt x="511" y="292"/>
                  </a:lnTo>
                  <a:lnTo>
                    <a:pt x="511" y="293"/>
                  </a:lnTo>
                  <a:lnTo>
                    <a:pt x="512" y="293"/>
                  </a:lnTo>
                  <a:lnTo>
                    <a:pt x="513" y="293"/>
                  </a:lnTo>
                  <a:lnTo>
                    <a:pt x="514" y="294"/>
                  </a:lnTo>
                  <a:lnTo>
                    <a:pt x="514" y="294"/>
                  </a:lnTo>
                  <a:lnTo>
                    <a:pt x="515" y="294"/>
                  </a:lnTo>
                  <a:lnTo>
                    <a:pt x="516" y="295"/>
                  </a:lnTo>
                  <a:lnTo>
                    <a:pt x="517" y="295"/>
                  </a:lnTo>
                  <a:lnTo>
                    <a:pt x="517" y="295"/>
                  </a:lnTo>
                  <a:lnTo>
                    <a:pt x="518" y="296"/>
                  </a:lnTo>
                  <a:lnTo>
                    <a:pt x="519" y="296"/>
                  </a:lnTo>
                  <a:lnTo>
                    <a:pt x="520" y="297"/>
                  </a:lnTo>
                  <a:lnTo>
                    <a:pt x="520" y="297"/>
                  </a:lnTo>
                  <a:lnTo>
                    <a:pt x="521" y="297"/>
                  </a:lnTo>
                  <a:lnTo>
                    <a:pt x="529" y="282"/>
                  </a:lnTo>
                  <a:close/>
                  <a:moveTo>
                    <a:pt x="457" y="231"/>
                  </a:moveTo>
                  <a:lnTo>
                    <a:pt x="457" y="231"/>
                  </a:lnTo>
                  <a:cubicBezTo>
                    <a:pt x="354" y="231"/>
                    <a:pt x="271" y="314"/>
                    <a:pt x="271" y="417"/>
                  </a:cubicBezTo>
                  <a:cubicBezTo>
                    <a:pt x="271" y="520"/>
                    <a:pt x="354" y="603"/>
                    <a:pt x="457" y="603"/>
                  </a:cubicBezTo>
                  <a:cubicBezTo>
                    <a:pt x="560" y="603"/>
                    <a:pt x="643" y="520"/>
                    <a:pt x="643" y="417"/>
                  </a:cubicBezTo>
                  <a:cubicBezTo>
                    <a:pt x="643" y="314"/>
                    <a:pt x="560" y="231"/>
                    <a:pt x="457" y="231"/>
                  </a:cubicBezTo>
                  <a:close/>
                  <a:moveTo>
                    <a:pt x="30" y="153"/>
                  </a:moveTo>
                  <a:lnTo>
                    <a:pt x="30" y="153"/>
                  </a:lnTo>
                  <a:cubicBezTo>
                    <a:pt x="66" y="150"/>
                    <a:pt x="102" y="148"/>
                    <a:pt x="138" y="147"/>
                  </a:cubicBezTo>
                  <a:cubicBezTo>
                    <a:pt x="114" y="146"/>
                    <a:pt x="89" y="144"/>
                    <a:pt x="65" y="141"/>
                  </a:cubicBezTo>
                  <a:cubicBezTo>
                    <a:pt x="49" y="139"/>
                    <a:pt x="35" y="128"/>
                    <a:pt x="35" y="111"/>
                  </a:cubicBezTo>
                  <a:cubicBezTo>
                    <a:pt x="35" y="87"/>
                    <a:pt x="35" y="63"/>
                    <a:pt x="35" y="39"/>
                  </a:cubicBezTo>
                  <a:cubicBezTo>
                    <a:pt x="35" y="23"/>
                    <a:pt x="49" y="11"/>
                    <a:pt x="65" y="9"/>
                  </a:cubicBezTo>
                  <a:cubicBezTo>
                    <a:pt x="163" y="0"/>
                    <a:pt x="260" y="0"/>
                    <a:pt x="358" y="9"/>
                  </a:cubicBezTo>
                  <a:cubicBezTo>
                    <a:pt x="374" y="11"/>
                    <a:pt x="388" y="23"/>
                    <a:pt x="388" y="39"/>
                  </a:cubicBezTo>
                  <a:cubicBezTo>
                    <a:pt x="388" y="63"/>
                    <a:pt x="388" y="87"/>
                    <a:pt x="388" y="111"/>
                  </a:cubicBezTo>
                  <a:cubicBezTo>
                    <a:pt x="388" y="128"/>
                    <a:pt x="374" y="139"/>
                    <a:pt x="358" y="141"/>
                  </a:cubicBezTo>
                  <a:cubicBezTo>
                    <a:pt x="323" y="145"/>
                    <a:pt x="287" y="147"/>
                    <a:pt x="252" y="148"/>
                  </a:cubicBezTo>
                  <a:cubicBezTo>
                    <a:pt x="276" y="150"/>
                    <a:pt x="299" y="151"/>
                    <a:pt x="323" y="153"/>
                  </a:cubicBezTo>
                  <a:cubicBezTo>
                    <a:pt x="339" y="155"/>
                    <a:pt x="353" y="167"/>
                    <a:pt x="353" y="183"/>
                  </a:cubicBezTo>
                  <a:lnTo>
                    <a:pt x="353" y="218"/>
                  </a:lnTo>
                  <a:cubicBezTo>
                    <a:pt x="333" y="229"/>
                    <a:pt x="314" y="242"/>
                    <a:pt x="299" y="258"/>
                  </a:cubicBezTo>
                  <a:cubicBezTo>
                    <a:pt x="289" y="268"/>
                    <a:pt x="280" y="278"/>
                    <a:pt x="272" y="290"/>
                  </a:cubicBezTo>
                  <a:cubicBezTo>
                    <a:pt x="191" y="296"/>
                    <a:pt x="111" y="294"/>
                    <a:pt x="30" y="285"/>
                  </a:cubicBezTo>
                  <a:cubicBezTo>
                    <a:pt x="13" y="283"/>
                    <a:pt x="0" y="272"/>
                    <a:pt x="0" y="255"/>
                  </a:cubicBezTo>
                  <a:cubicBezTo>
                    <a:pt x="0" y="231"/>
                    <a:pt x="0" y="207"/>
                    <a:pt x="0" y="183"/>
                  </a:cubicBezTo>
                  <a:cubicBezTo>
                    <a:pt x="0" y="167"/>
                    <a:pt x="13" y="155"/>
                    <a:pt x="30" y="153"/>
                  </a:cubicBezTo>
                  <a:close/>
                </a:path>
              </a:pathLst>
            </a:custGeom>
            <a:solidFill>
              <a:srgbClr val="FDFDFD"/>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37" name="矩形 47"/>
          <p:cNvSpPr>
            <a:spLocks noChangeArrowheads="1"/>
          </p:cNvSpPr>
          <p:nvPr/>
        </p:nvSpPr>
        <p:spPr bwMode="auto">
          <a:xfrm>
            <a:off x="8810240" y="3029530"/>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38" name="矩形 47"/>
          <p:cNvSpPr>
            <a:spLocks noChangeArrowheads="1"/>
          </p:cNvSpPr>
          <p:nvPr/>
        </p:nvSpPr>
        <p:spPr bwMode="auto">
          <a:xfrm>
            <a:off x="1599789" y="3029530"/>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39" name="矩形 47"/>
          <p:cNvSpPr>
            <a:spLocks noChangeArrowheads="1"/>
          </p:cNvSpPr>
          <p:nvPr/>
        </p:nvSpPr>
        <p:spPr bwMode="auto">
          <a:xfrm>
            <a:off x="1631720" y="5459294"/>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40" name="矩形 47"/>
          <p:cNvSpPr>
            <a:spLocks noChangeArrowheads="1"/>
          </p:cNvSpPr>
          <p:nvPr/>
        </p:nvSpPr>
        <p:spPr bwMode="auto">
          <a:xfrm>
            <a:off x="8810239" y="5459294"/>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29" name="文本框 28"/>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131123158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9" decel="30667"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750" fill="hold"/>
                                        <p:tgtEl>
                                          <p:spTgt spid="3"/>
                                        </p:tgtEl>
                                        <p:attrNameLst>
                                          <p:attrName>ppt_x</p:attrName>
                                        </p:attrNameLst>
                                      </p:cBhvr>
                                      <p:tavLst>
                                        <p:tav tm="0">
                                          <p:val>
                                            <p:strVal val="0-#ppt_w/2"/>
                                          </p:val>
                                        </p:tav>
                                        <p:tav tm="100000">
                                          <p:val>
                                            <p:strVal val="#ppt_x"/>
                                          </p:val>
                                        </p:tav>
                                      </p:tavLst>
                                    </p:anim>
                                    <p:anim calcmode="lin" valueType="num">
                                      <p:cBhvr additive="base">
                                        <p:cTn id="14" dur="750" fill="hold"/>
                                        <p:tgtEl>
                                          <p:spTgt spid="3"/>
                                        </p:tgtEl>
                                        <p:attrNameLst>
                                          <p:attrName>ppt_y</p:attrName>
                                        </p:attrNameLst>
                                      </p:cBhvr>
                                      <p:tavLst>
                                        <p:tav tm="0">
                                          <p:val>
                                            <p:strVal val="0-#ppt_h/2"/>
                                          </p:val>
                                        </p:tav>
                                        <p:tav tm="100000">
                                          <p:val>
                                            <p:strVal val="#ppt_y"/>
                                          </p:val>
                                        </p:tav>
                                      </p:tavLst>
                                    </p:anim>
                                  </p:childTnLst>
                                </p:cTn>
                              </p:par>
                              <p:par>
                                <p:cTn id="15" presetID="2" presetClass="entr" presetSubtype="3" decel="30667"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750" fill="hold"/>
                                        <p:tgtEl>
                                          <p:spTgt spid="4"/>
                                        </p:tgtEl>
                                        <p:attrNameLst>
                                          <p:attrName>ppt_x</p:attrName>
                                        </p:attrNameLst>
                                      </p:cBhvr>
                                      <p:tavLst>
                                        <p:tav tm="0">
                                          <p:val>
                                            <p:strVal val="1+#ppt_w/2"/>
                                          </p:val>
                                        </p:tav>
                                        <p:tav tm="100000">
                                          <p:val>
                                            <p:strVal val="#ppt_x"/>
                                          </p:val>
                                        </p:tav>
                                      </p:tavLst>
                                    </p:anim>
                                    <p:anim calcmode="lin" valueType="num">
                                      <p:cBhvr additive="base">
                                        <p:cTn id="18" dur="750" fill="hold"/>
                                        <p:tgtEl>
                                          <p:spTgt spid="4"/>
                                        </p:tgtEl>
                                        <p:attrNameLst>
                                          <p:attrName>ppt_y</p:attrName>
                                        </p:attrNameLst>
                                      </p:cBhvr>
                                      <p:tavLst>
                                        <p:tav tm="0">
                                          <p:val>
                                            <p:strVal val="0-#ppt_h/2"/>
                                          </p:val>
                                        </p:tav>
                                        <p:tav tm="100000">
                                          <p:val>
                                            <p:strVal val="#ppt_y"/>
                                          </p:val>
                                        </p:tav>
                                      </p:tavLst>
                                    </p:anim>
                                  </p:childTnLst>
                                </p:cTn>
                              </p:par>
                              <p:par>
                                <p:cTn id="19" presetID="2" presetClass="entr" presetSubtype="12" decel="30667" fill="hold" nodeType="withEffect">
                                  <p:stCondLst>
                                    <p:cond delay="0"/>
                                  </p:stCondLst>
                                  <p:childTnLst>
                                    <p:set>
                                      <p:cBhvr>
                                        <p:cTn id="20" dur="1" fill="hold">
                                          <p:stCondLst>
                                            <p:cond delay="0"/>
                                          </p:stCondLst>
                                        </p:cTn>
                                        <p:tgtEl>
                                          <p:spTgt spid="42"/>
                                        </p:tgtEl>
                                        <p:attrNameLst>
                                          <p:attrName>style.visibility</p:attrName>
                                        </p:attrNameLst>
                                      </p:cBhvr>
                                      <p:to>
                                        <p:strVal val="visible"/>
                                      </p:to>
                                    </p:set>
                                    <p:anim calcmode="lin" valueType="num">
                                      <p:cBhvr additive="base">
                                        <p:cTn id="21" dur="750" fill="hold"/>
                                        <p:tgtEl>
                                          <p:spTgt spid="42"/>
                                        </p:tgtEl>
                                        <p:attrNameLst>
                                          <p:attrName>ppt_x</p:attrName>
                                        </p:attrNameLst>
                                      </p:cBhvr>
                                      <p:tavLst>
                                        <p:tav tm="0">
                                          <p:val>
                                            <p:strVal val="0-#ppt_w/2"/>
                                          </p:val>
                                        </p:tav>
                                        <p:tav tm="100000">
                                          <p:val>
                                            <p:strVal val="#ppt_x"/>
                                          </p:val>
                                        </p:tav>
                                      </p:tavLst>
                                    </p:anim>
                                    <p:anim calcmode="lin" valueType="num">
                                      <p:cBhvr additive="base">
                                        <p:cTn id="22" dur="750" fill="hold"/>
                                        <p:tgtEl>
                                          <p:spTgt spid="42"/>
                                        </p:tgtEl>
                                        <p:attrNameLst>
                                          <p:attrName>ppt_y</p:attrName>
                                        </p:attrNameLst>
                                      </p:cBhvr>
                                      <p:tavLst>
                                        <p:tav tm="0">
                                          <p:val>
                                            <p:strVal val="1+#ppt_h/2"/>
                                          </p:val>
                                        </p:tav>
                                        <p:tav tm="100000">
                                          <p:val>
                                            <p:strVal val="#ppt_y"/>
                                          </p:val>
                                        </p:tav>
                                      </p:tavLst>
                                    </p:anim>
                                  </p:childTnLst>
                                </p:cTn>
                              </p:par>
                              <p:par>
                                <p:cTn id="23" presetID="2" presetClass="entr" presetSubtype="6" decel="30667" fill="hold" nodeType="with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750" fill="hold"/>
                                        <p:tgtEl>
                                          <p:spTgt spid="41"/>
                                        </p:tgtEl>
                                        <p:attrNameLst>
                                          <p:attrName>ppt_x</p:attrName>
                                        </p:attrNameLst>
                                      </p:cBhvr>
                                      <p:tavLst>
                                        <p:tav tm="0">
                                          <p:val>
                                            <p:strVal val="1+#ppt_w/2"/>
                                          </p:val>
                                        </p:tav>
                                        <p:tav tm="100000">
                                          <p:val>
                                            <p:strVal val="#ppt_x"/>
                                          </p:val>
                                        </p:tav>
                                      </p:tavLst>
                                    </p:anim>
                                    <p:anim calcmode="lin" valueType="num">
                                      <p:cBhvr additive="base">
                                        <p:cTn id="26" dur="750" fill="hold"/>
                                        <p:tgtEl>
                                          <p:spTgt spid="41"/>
                                        </p:tgtEl>
                                        <p:attrNameLst>
                                          <p:attrName>ppt_y</p:attrName>
                                        </p:attrNameLst>
                                      </p:cBhvr>
                                      <p:tavLst>
                                        <p:tav tm="0">
                                          <p:val>
                                            <p:strVal val="1+#ppt_h/2"/>
                                          </p:val>
                                        </p:tav>
                                        <p:tav tm="100000">
                                          <p:val>
                                            <p:strVal val="#ppt_y"/>
                                          </p:val>
                                        </p:tav>
                                      </p:tavLst>
                                    </p:anim>
                                  </p:childTnLst>
                                </p:cTn>
                              </p:par>
                            </p:childTnLst>
                          </p:cTn>
                        </p:par>
                        <p:par>
                          <p:cTn id="27" fill="hold">
                            <p:stCondLst>
                              <p:cond delay="1750"/>
                            </p:stCondLst>
                            <p:childTnLst>
                              <p:par>
                                <p:cTn id="28" presetID="10" presetClass="entr" presetSubtype="0" fill="hold" grpId="0" nodeType="after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37"/>
                                        </p:tgtEl>
                                        <p:attrNameLst>
                                          <p:attrName>style.visibility</p:attrName>
                                        </p:attrNameLst>
                                      </p:cBhvr>
                                      <p:to>
                                        <p:strVal val="visible"/>
                                      </p:to>
                                    </p:set>
                                    <p:animEffect transition="in" filter="fade">
                                      <p:cBhvr>
                                        <p:cTn id="33" dur="500"/>
                                        <p:tgtEl>
                                          <p:spTgt spid="37"/>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39"/>
                                        </p:tgtEl>
                                        <p:attrNameLst>
                                          <p:attrName>style.visibility</p:attrName>
                                        </p:attrNameLst>
                                      </p:cBhvr>
                                      <p:to>
                                        <p:strVal val="visible"/>
                                      </p:to>
                                    </p:set>
                                    <p:animEffect transition="in" filter="fade">
                                      <p:cBhvr>
                                        <p:cTn id="36" dur="500"/>
                                        <p:tgtEl>
                                          <p:spTgt spid="39"/>
                                        </p:tgtEl>
                                      </p:cBhvr>
                                    </p:animEffect>
                                  </p:childTnLst>
                                </p:cTn>
                              </p:par>
                              <p:par>
                                <p:cTn id="37" presetID="10" presetClass="entr" presetSubtype="0" fill="hold" grpId="0" nodeType="withEffect">
                                  <p:stCondLst>
                                    <p:cond delay="75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p:bldP spid="39" grpId="0"/>
      <p:bldP spid="40"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p:cNvGrpSpPr/>
          <p:nvPr/>
        </p:nvGrpSpPr>
        <p:grpSpPr>
          <a:xfrm>
            <a:off x="5073263" y="1723833"/>
            <a:ext cx="3030054" cy="5106766"/>
            <a:chOff x="4960262" y="1937581"/>
            <a:chExt cx="2620409" cy="4416361"/>
          </a:xfrm>
        </p:grpSpPr>
        <p:sp>
          <p:nvSpPr>
            <p:cNvPr id="12" name="Oval 5"/>
            <p:cNvSpPr>
              <a:spLocks noChangeArrowheads="1"/>
            </p:cNvSpPr>
            <p:nvPr/>
          </p:nvSpPr>
          <p:spPr bwMode="auto">
            <a:xfrm>
              <a:off x="4960262" y="2615001"/>
              <a:ext cx="533009" cy="531697"/>
            </a:xfrm>
            <a:prstGeom prst="ellipse">
              <a:avLst/>
            </a:prstGeom>
            <a:solidFill>
              <a:srgbClr val="5ABCD2"/>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Oval 6"/>
            <p:cNvSpPr>
              <a:spLocks noChangeArrowheads="1"/>
            </p:cNvSpPr>
            <p:nvPr/>
          </p:nvSpPr>
          <p:spPr bwMode="auto">
            <a:xfrm>
              <a:off x="5200510" y="2183081"/>
              <a:ext cx="727308" cy="727308"/>
            </a:xfrm>
            <a:prstGeom prst="ellipse">
              <a:avLst/>
            </a:pr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Oval 7"/>
            <p:cNvSpPr>
              <a:spLocks noChangeArrowheads="1"/>
            </p:cNvSpPr>
            <p:nvPr/>
          </p:nvSpPr>
          <p:spPr bwMode="auto">
            <a:xfrm>
              <a:off x="5691509" y="1937581"/>
              <a:ext cx="1098839" cy="1097526"/>
            </a:xfrm>
            <a:prstGeom prst="ellipse">
              <a:avLst/>
            </a:prstGeom>
            <a:solidFill>
              <a:srgbClr val="5ABCD2"/>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Oval 8"/>
            <p:cNvSpPr>
              <a:spLocks noChangeArrowheads="1"/>
            </p:cNvSpPr>
            <p:nvPr/>
          </p:nvSpPr>
          <p:spPr bwMode="auto">
            <a:xfrm>
              <a:off x="6485771" y="2257912"/>
              <a:ext cx="817894" cy="813955"/>
            </a:xfrm>
            <a:prstGeom prst="ellipse">
              <a:avLst/>
            </a:pr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16" name="Oval 9"/>
            <p:cNvSpPr>
              <a:spLocks noChangeArrowheads="1"/>
            </p:cNvSpPr>
            <p:nvPr/>
          </p:nvSpPr>
          <p:spPr bwMode="auto">
            <a:xfrm>
              <a:off x="6672193" y="2730530"/>
              <a:ext cx="908478" cy="904540"/>
            </a:xfrm>
            <a:prstGeom prst="ellipse">
              <a:avLst/>
            </a:prstGeom>
            <a:solidFill>
              <a:srgbClr val="5ABCD2"/>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Oval 10"/>
            <p:cNvSpPr>
              <a:spLocks noChangeArrowheads="1"/>
            </p:cNvSpPr>
            <p:nvPr/>
          </p:nvSpPr>
          <p:spPr bwMode="auto">
            <a:xfrm>
              <a:off x="6485771" y="3467029"/>
              <a:ext cx="743062" cy="743062"/>
            </a:xfrm>
            <a:prstGeom prst="ellipse">
              <a:avLst/>
            </a:pr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Oval 11"/>
            <p:cNvSpPr>
              <a:spLocks noChangeArrowheads="1"/>
            </p:cNvSpPr>
            <p:nvPr/>
          </p:nvSpPr>
          <p:spPr bwMode="auto">
            <a:xfrm>
              <a:off x="6136558" y="3837247"/>
              <a:ext cx="569768" cy="571082"/>
            </a:xfrm>
            <a:prstGeom prst="ellipse">
              <a:avLst/>
            </a:prstGeom>
            <a:solidFill>
              <a:srgbClr val="5ABCD2"/>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Oval 12"/>
            <p:cNvSpPr>
              <a:spLocks noChangeArrowheads="1"/>
            </p:cNvSpPr>
            <p:nvPr/>
          </p:nvSpPr>
          <p:spPr bwMode="auto">
            <a:xfrm>
              <a:off x="5788658" y="4122131"/>
              <a:ext cx="693174" cy="697113"/>
            </a:xfrm>
            <a:prstGeom prst="ellipse">
              <a:avLst/>
            </a:pr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Oval 13"/>
            <p:cNvSpPr>
              <a:spLocks noChangeArrowheads="1"/>
            </p:cNvSpPr>
            <p:nvPr/>
          </p:nvSpPr>
          <p:spPr bwMode="auto">
            <a:xfrm>
              <a:off x="5772904" y="4660391"/>
              <a:ext cx="531697" cy="534322"/>
            </a:xfrm>
            <a:prstGeom prst="ellipse">
              <a:avLst/>
            </a:prstGeom>
            <a:solidFill>
              <a:srgbClr val="5ABCD2"/>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Oval 14"/>
            <p:cNvSpPr>
              <a:spLocks noChangeArrowheads="1"/>
            </p:cNvSpPr>
            <p:nvPr/>
          </p:nvSpPr>
          <p:spPr bwMode="auto">
            <a:xfrm>
              <a:off x="5657375" y="5592500"/>
              <a:ext cx="762755" cy="761442"/>
            </a:xfrm>
            <a:prstGeom prst="ellipse">
              <a:avLst/>
            </a:prstGeom>
            <a:solidFill>
              <a:srgbClr val="247CA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prstClr val="white"/>
                </a:solidFill>
              </a:endParaRPr>
            </a:p>
          </p:txBody>
        </p:sp>
        <p:sp>
          <p:nvSpPr>
            <p:cNvPr id="22" name="矩形 21"/>
            <p:cNvSpPr/>
            <p:nvPr/>
          </p:nvSpPr>
          <p:spPr>
            <a:xfrm>
              <a:off x="5129272" y="2382331"/>
              <a:ext cx="736439" cy="360545"/>
            </a:xfrm>
            <a:prstGeom prst="rect">
              <a:avLst/>
            </a:prstGeom>
            <a:ln>
              <a:noFill/>
            </a:ln>
          </p:spPr>
          <p:txBody>
            <a:bodyPr wrap="square">
              <a:spAutoFit/>
            </a:bodyPr>
            <a:lstStyle/>
            <a:p>
              <a:pPr algn="ctr"/>
              <a:r>
                <a:rPr lang="en-US" altLang="zh-CN" sz="2109" b="1" dirty="0">
                  <a:solidFill>
                    <a:schemeClr val="bg1"/>
                  </a:solidFill>
                  <a:latin typeface="Kartika" panose="02020503030404060203" pitchFamily="18" charset="0"/>
                  <a:ea typeface="微软雅黑" panose="020B0503020204020204" pitchFamily="34" charset="-122"/>
                  <a:cs typeface="Kartika" panose="02020503030404060203" pitchFamily="18" charset="0"/>
                </a:rPr>
                <a:t>01</a:t>
              </a:r>
              <a:endParaRPr lang="zh-CN" altLang="en-US" sz="2109" b="1" dirty="0">
                <a:solidFill>
                  <a:schemeClr val="bg1"/>
                </a:solidFill>
                <a:latin typeface="Kartika" panose="02020503030404060203" pitchFamily="18" charset="0"/>
                <a:ea typeface="微软雅黑" panose="020B0503020204020204" pitchFamily="34" charset="-122"/>
                <a:cs typeface="Kartika" panose="02020503030404060203" pitchFamily="18" charset="0"/>
              </a:endParaRPr>
            </a:p>
          </p:txBody>
        </p:sp>
        <p:sp>
          <p:nvSpPr>
            <p:cNvPr id="23" name="矩形 22"/>
            <p:cNvSpPr/>
            <p:nvPr/>
          </p:nvSpPr>
          <p:spPr>
            <a:xfrm>
              <a:off x="6489082" y="2424107"/>
              <a:ext cx="736439" cy="360545"/>
            </a:xfrm>
            <a:prstGeom prst="rect">
              <a:avLst/>
            </a:prstGeom>
            <a:ln>
              <a:noFill/>
            </a:ln>
          </p:spPr>
          <p:txBody>
            <a:bodyPr wrap="square">
              <a:spAutoFit/>
            </a:bodyPr>
            <a:lstStyle/>
            <a:p>
              <a:pPr algn="ctr"/>
              <a:r>
                <a:rPr lang="en-US" altLang="zh-CN" sz="2109" b="1" dirty="0">
                  <a:solidFill>
                    <a:schemeClr val="bg1"/>
                  </a:solidFill>
                  <a:latin typeface="Kartika" panose="02020503030404060203" pitchFamily="18" charset="0"/>
                  <a:ea typeface="微软雅黑" panose="020B0503020204020204" pitchFamily="34" charset="-122"/>
                  <a:cs typeface="Kartika" panose="02020503030404060203" pitchFamily="18" charset="0"/>
                </a:rPr>
                <a:t>02</a:t>
              </a:r>
              <a:endParaRPr lang="zh-CN" altLang="en-US" sz="2109" b="1" dirty="0">
                <a:solidFill>
                  <a:schemeClr val="bg1"/>
                </a:solidFill>
                <a:latin typeface="Kartika" panose="02020503030404060203" pitchFamily="18" charset="0"/>
                <a:ea typeface="微软雅黑" panose="020B0503020204020204" pitchFamily="34" charset="-122"/>
                <a:cs typeface="Kartika" panose="02020503030404060203" pitchFamily="18" charset="0"/>
              </a:endParaRPr>
            </a:p>
          </p:txBody>
        </p:sp>
        <p:sp>
          <p:nvSpPr>
            <p:cNvPr id="24" name="矩形 23"/>
            <p:cNvSpPr/>
            <p:nvPr/>
          </p:nvSpPr>
          <p:spPr>
            <a:xfrm>
              <a:off x="6526498" y="3646353"/>
              <a:ext cx="736439" cy="360545"/>
            </a:xfrm>
            <a:prstGeom prst="rect">
              <a:avLst/>
            </a:prstGeom>
            <a:ln>
              <a:noFill/>
            </a:ln>
          </p:spPr>
          <p:txBody>
            <a:bodyPr wrap="square">
              <a:spAutoFit/>
            </a:bodyPr>
            <a:lstStyle/>
            <a:p>
              <a:pPr algn="ctr"/>
              <a:r>
                <a:rPr lang="en-US" altLang="zh-CN" sz="2109" b="1" dirty="0">
                  <a:solidFill>
                    <a:schemeClr val="bg1"/>
                  </a:solidFill>
                  <a:latin typeface="Kartika" panose="02020503030404060203" pitchFamily="18" charset="0"/>
                  <a:ea typeface="微软雅黑" panose="020B0503020204020204" pitchFamily="34" charset="-122"/>
                  <a:cs typeface="Kartika" panose="02020503030404060203" pitchFamily="18" charset="0"/>
                </a:rPr>
                <a:t>03</a:t>
              </a:r>
              <a:endParaRPr lang="zh-CN" altLang="en-US" sz="2109" b="1" dirty="0">
                <a:solidFill>
                  <a:schemeClr val="bg1"/>
                </a:solidFill>
                <a:latin typeface="Kartika" panose="02020503030404060203" pitchFamily="18" charset="0"/>
                <a:ea typeface="微软雅黑" panose="020B0503020204020204" pitchFamily="34" charset="-122"/>
                <a:cs typeface="Kartika" panose="02020503030404060203" pitchFamily="18" charset="0"/>
              </a:endParaRPr>
            </a:p>
          </p:txBody>
        </p:sp>
        <p:sp>
          <p:nvSpPr>
            <p:cNvPr id="25" name="矩形 24"/>
            <p:cNvSpPr/>
            <p:nvPr/>
          </p:nvSpPr>
          <p:spPr>
            <a:xfrm>
              <a:off x="5752643" y="4280652"/>
              <a:ext cx="736439" cy="360545"/>
            </a:xfrm>
            <a:prstGeom prst="rect">
              <a:avLst/>
            </a:prstGeom>
            <a:ln>
              <a:noFill/>
            </a:ln>
          </p:spPr>
          <p:txBody>
            <a:bodyPr wrap="square">
              <a:spAutoFit/>
            </a:bodyPr>
            <a:lstStyle/>
            <a:p>
              <a:pPr algn="ctr"/>
              <a:r>
                <a:rPr lang="en-US" altLang="zh-CN" sz="2109" b="1" dirty="0">
                  <a:solidFill>
                    <a:schemeClr val="bg1"/>
                  </a:solidFill>
                  <a:latin typeface="Kartika" panose="02020503030404060203" pitchFamily="18" charset="0"/>
                  <a:ea typeface="微软雅黑" panose="020B0503020204020204" pitchFamily="34" charset="-122"/>
                  <a:cs typeface="Kartika" panose="02020503030404060203" pitchFamily="18" charset="0"/>
                </a:rPr>
                <a:t>04</a:t>
              </a:r>
              <a:endParaRPr lang="zh-CN" altLang="en-US" sz="2109" b="1" dirty="0">
                <a:solidFill>
                  <a:schemeClr val="bg1"/>
                </a:solidFill>
                <a:latin typeface="Kartika" panose="02020503030404060203" pitchFamily="18" charset="0"/>
                <a:ea typeface="微软雅黑" panose="020B0503020204020204" pitchFamily="34" charset="-122"/>
                <a:cs typeface="Kartika" panose="02020503030404060203" pitchFamily="18" charset="0"/>
              </a:endParaRPr>
            </a:p>
          </p:txBody>
        </p:sp>
      </p:grpSp>
      <p:sp>
        <p:nvSpPr>
          <p:cNvPr id="26" name="文本框 25"/>
          <p:cNvSpPr txBox="1"/>
          <p:nvPr/>
        </p:nvSpPr>
        <p:spPr>
          <a:xfrm>
            <a:off x="1250058" y="2562321"/>
            <a:ext cx="2832827" cy="1520353"/>
          </a:xfrm>
          <a:prstGeom prst="rect">
            <a:avLst/>
          </a:prstGeom>
          <a:noFill/>
          <a:effectLst/>
        </p:spPr>
        <p:txBody>
          <a:bodyPr wrap="none" rtlCol="0">
            <a:spAutoFit/>
          </a:bodyPr>
          <a:lstStyle/>
          <a:p>
            <a:r>
              <a:rPr lang="zh-CN" altLang="en-US" sz="2531" dirty="0">
                <a:solidFill>
                  <a:srgbClr val="247CAE"/>
                </a:solidFill>
                <a:latin typeface="微软雅黑" panose="020B0503020204020204" pitchFamily="34" charset="-122"/>
                <a:ea typeface="微软雅黑" panose="020B0503020204020204" pitchFamily="34" charset="-122"/>
              </a:rPr>
              <a:t>单击此处输入标题</a:t>
            </a:r>
            <a:endParaRPr lang="en-US" altLang="zh-CN" sz="2531" dirty="0">
              <a:solidFill>
                <a:srgbClr val="247CAE"/>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79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27" name="文本框 26"/>
          <p:cNvSpPr txBox="1"/>
          <p:nvPr/>
        </p:nvSpPr>
        <p:spPr>
          <a:xfrm>
            <a:off x="8731173" y="5159992"/>
            <a:ext cx="2832827" cy="1520353"/>
          </a:xfrm>
          <a:prstGeom prst="rect">
            <a:avLst/>
          </a:prstGeom>
          <a:noFill/>
          <a:effectLst/>
        </p:spPr>
        <p:txBody>
          <a:bodyPr wrap="none" rtlCol="0">
            <a:spAutoFit/>
          </a:bodyPr>
          <a:lstStyle/>
          <a:p>
            <a:r>
              <a:rPr lang="zh-CN" altLang="en-US" sz="2531" dirty="0">
                <a:solidFill>
                  <a:srgbClr val="247CAE"/>
                </a:solidFill>
                <a:latin typeface="微软雅黑" panose="020B0503020204020204" pitchFamily="34" charset="-122"/>
                <a:ea typeface="微软雅黑" panose="020B0503020204020204" pitchFamily="34" charset="-122"/>
              </a:rPr>
              <a:t>单击此处输入标题</a:t>
            </a:r>
            <a:endParaRPr lang="en-US" altLang="zh-CN" sz="2531" dirty="0">
              <a:solidFill>
                <a:srgbClr val="247CAE"/>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79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28" name="文本框 27"/>
          <p:cNvSpPr txBox="1"/>
          <p:nvPr/>
        </p:nvSpPr>
        <p:spPr>
          <a:xfrm>
            <a:off x="1277278" y="5155488"/>
            <a:ext cx="2832827" cy="1520353"/>
          </a:xfrm>
          <a:prstGeom prst="rect">
            <a:avLst/>
          </a:prstGeom>
          <a:noFill/>
          <a:effectLst/>
        </p:spPr>
        <p:txBody>
          <a:bodyPr wrap="none" rtlCol="0">
            <a:spAutoFit/>
          </a:bodyPr>
          <a:lstStyle/>
          <a:p>
            <a:r>
              <a:rPr lang="zh-CN" altLang="en-US" sz="2531" dirty="0">
                <a:solidFill>
                  <a:srgbClr val="5ABCD2"/>
                </a:solidFill>
                <a:latin typeface="微软雅黑" panose="020B0503020204020204" pitchFamily="34" charset="-122"/>
                <a:ea typeface="微软雅黑" panose="020B0503020204020204" pitchFamily="34" charset="-122"/>
              </a:rPr>
              <a:t>单击此处输入标题</a:t>
            </a:r>
            <a:endParaRPr lang="en-US" altLang="zh-CN" sz="2531" dirty="0">
              <a:solidFill>
                <a:srgbClr val="5ABCD2"/>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79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29" name="文本框 28"/>
          <p:cNvSpPr txBox="1"/>
          <p:nvPr/>
        </p:nvSpPr>
        <p:spPr>
          <a:xfrm>
            <a:off x="8755745" y="2562321"/>
            <a:ext cx="2832827" cy="1520353"/>
          </a:xfrm>
          <a:prstGeom prst="rect">
            <a:avLst/>
          </a:prstGeom>
          <a:noFill/>
          <a:effectLst/>
        </p:spPr>
        <p:txBody>
          <a:bodyPr wrap="none" rtlCol="0">
            <a:spAutoFit/>
          </a:bodyPr>
          <a:lstStyle/>
          <a:p>
            <a:r>
              <a:rPr lang="zh-CN" altLang="en-US" sz="2531" dirty="0">
                <a:solidFill>
                  <a:srgbClr val="5ABCD2"/>
                </a:solidFill>
                <a:latin typeface="微软雅黑" panose="020B0503020204020204" pitchFamily="34" charset="-122"/>
                <a:ea typeface="微软雅黑" panose="020B0503020204020204" pitchFamily="34" charset="-122"/>
              </a:rPr>
              <a:t>单击此处输入标题</a:t>
            </a:r>
            <a:endParaRPr lang="en-US" altLang="zh-CN" sz="2531" dirty="0">
              <a:solidFill>
                <a:srgbClr val="5ABCD2"/>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47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47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797"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30" name="文本框 29"/>
          <p:cNvSpPr txBox="1"/>
          <p:nvPr/>
        </p:nvSpPr>
        <p:spPr>
          <a:xfrm>
            <a:off x="455764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1611572786"/>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Scale>
                                      <p:cBhvr>
                                        <p:cTn id="7" dur="1000" decel="50000" fill="hold">
                                          <p:stCondLst>
                                            <p:cond delay="0"/>
                                          </p:stCondLst>
                                        </p:cTn>
                                        <p:tgtEl>
                                          <p:spTgt spid="1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11"/>
                                        </p:tgtEl>
                                        <p:attrNameLst>
                                          <p:attrName>ppt_x</p:attrName>
                                          <p:attrName>ppt_y</p:attrName>
                                        </p:attrNameLst>
                                      </p:cBhvr>
                                    </p:animMotion>
                                    <p:animEffect transition="in" filter="fade">
                                      <p:cBhvr>
                                        <p:cTn id="9" dur="1000"/>
                                        <p:tgtEl>
                                          <p:spTgt spid="11"/>
                                        </p:tgtEl>
                                      </p:cBhvr>
                                    </p:animEffect>
                                  </p:childTnLst>
                                </p:cTn>
                              </p:par>
                            </p:childTnLst>
                          </p:cTn>
                        </p:par>
                        <p:par>
                          <p:cTn id="10" fill="hold">
                            <p:stCondLst>
                              <p:cond delay="1000"/>
                            </p:stCondLst>
                            <p:childTnLst>
                              <p:par>
                                <p:cTn id="11" presetID="2" presetClass="entr" presetSubtype="8" decel="3800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750" fill="hold"/>
                                        <p:tgtEl>
                                          <p:spTgt spid="26"/>
                                        </p:tgtEl>
                                        <p:attrNameLst>
                                          <p:attrName>ppt_x</p:attrName>
                                        </p:attrNameLst>
                                      </p:cBhvr>
                                      <p:tavLst>
                                        <p:tav tm="0">
                                          <p:val>
                                            <p:strVal val="0-#ppt_w/2"/>
                                          </p:val>
                                        </p:tav>
                                        <p:tav tm="100000">
                                          <p:val>
                                            <p:strVal val="#ppt_x"/>
                                          </p:val>
                                        </p:tav>
                                      </p:tavLst>
                                    </p:anim>
                                    <p:anim calcmode="lin" valueType="num">
                                      <p:cBhvr additive="base">
                                        <p:cTn id="14" dur="75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8" decel="38000" fill="hold" grpId="0" nodeType="withEffect">
                                  <p:stCondLst>
                                    <p:cond delay="25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750" fill="hold"/>
                                        <p:tgtEl>
                                          <p:spTgt spid="28"/>
                                        </p:tgtEl>
                                        <p:attrNameLst>
                                          <p:attrName>ppt_x</p:attrName>
                                        </p:attrNameLst>
                                      </p:cBhvr>
                                      <p:tavLst>
                                        <p:tav tm="0">
                                          <p:val>
                                            <p:strVal val="0-#ppt_w/2"/>
                                          </p:val>
                                        </p:tav>
                                        <p:tav tm="100000">
                                          <p:val>
                                            <p:strVal val="#ppt_x"/>
                                          </p:val>
                                        </p:tav>
                                      </p:tavLst>
                                    </p:anim>
                                    <p:anim calcmode="lin" valueType="num">
                                      <p:cBhvr additive="base">
                                        <p:cTn id="18" dur="750" fill="hold"/>
                                        <p:tgtEl>
                                          <p:spTgt spid="28"/>
                                        </p:tgtEl>
                                        <p:attrNameLst>
                                          <p:attrName>ppt_y</p:attrName>
                                        </p:attrNameLst>
                                      </p:cBhvr>
                                      <p:tavLst>
                                        <p:tav tm="0">
                                          <p:val>
                                            <p:strVal val="#ppt_y"/>
                                          </p:val>
                                        </p:tav>
                                        <p:tav tm="100000">
                                          <p:val>
                                            <p:strVal val="#ppt_y"/>
                                          </p:val>
                                        </p:tav>
                                      </p:tavLst>
                                    </p:anim>
                                  </p:childTnLst>
                                </p:cTn>
                              </p:par>
                              <p:par>
                                <p:cTn id="19" presetID="2" presetClass="entr" presetSubtype="2" decel="38000" fill="hold" grpId="0" nodeType="withEffect">
                                  <p:stCondLst>
                                    <p:cond delay="50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750" fill="hold"/>
                                        <p:tgtEl>
                                          <p:spTgt spid="29"/>
                                        </p:tgtEl>
                                        <p:attrNameLst>
                                          <p:attrName>ppt_x</p:attrName>
                                        </p:attrNameLst>
                                      </p:cBhvr>
                                      <p:tavLst>
                                        <p:tav tm="0">
                                          <p:val>
                                            <p:strVal val="1+#ppt_w/2"/>
                                          </p:val>
                                        </p:tav>
                                        <p:tav tm="100000">
                                          <p:val>
                                            <p:strVal val="#ppt_x"/>
                                          </p:val>
                                        </p:tav>
                                      </p:tavLst>
                                    </p:anim>
                                    <p:anim calcmode="lin" valueType="num">
                                      <p:cBhvr additive="base">
                                        <p:cTn id="22" dur="750" fill="hold"/>
                                        <p:tgtEl>
                                          <p:spTgt spid="29"/>
                                        </p:tgtEl>
                                        <p:attrNameLst>
                                          <p:attrName>ppt_y</p:attrName>
                                        </p:attrNameLst>
                                      </p:cBhvr>
                                      <p:tavLst>
                                        <p:tav tm="0">
                                          <p:val>
                                            <p:strVal val="#ppt_y"/>
                                          </p:val>
                                        </p:tav>
                                        <p:tav tm="100000">
                                          <p:val>
                                            <p:strVal val="#ppt_y"/>
                                          </p:val>
                                        </p:tav>
                                      </p:tavLst>
                                    </p:anim>
                                  </p:childTnLst>
                                </p:cTn>
                              </p:par>
                              <p:par>
                                <p:cTn id="23" presetID="2" presetClass="entr" presetSubtype="2" decel="38000" fill="hold" grpId="0" nodeType="withEffect">
                                  <p:stCondLst>
                                    <p:cond delay="7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750" fill="hold"/>
                                        <p:tgtEl>
                                          <p:spTgt spid="27"/>
                                        </p:tgtEl>
                                        <p:attrNameLst>
                                          <p:attrName>ppt_x</p:attrName>
                                        </p:attrNameLst>
                                      </p:cBhvr>
                                      <p:tavLst>
                                        <p:tav tm="0">
                                          <p:val>
                                            <p:strVal val="1+#ppt_w/2"/>
                                          </p:val>
                                        </p:tav>
                                        <p:tav tm="100000">
                                          <p:val>
                                            <p:strVal val="#ppt_x"/>
                                          </p:val>
                                        </p:tav>
                                      </p:tavLst>
                                    </p:anim>
                                    <p:anim calcmode="lin" valueType="num">
                                      <p:cBhvr additive="base">
                                        <p:cTn id="26" dur="75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P spid="29"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弧形 10"/>
          <p:cNvSpPr/>
          <p:nvPr/>
        </p:nvSpPr>
        <p:spPr>
          <a:xfrm>
            <a:off x="4039859" y="3483725"/>
            <a:ext cx="4890757" cy="4890757"/>
          </a:xfrm>
          <a:prstGeom prst="arc">
            <a:avLst>
              <a:gd name="adj1" fmla="val 11329642"/>
              <a:gd name="adj2" fmla="val 21002346"/>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solidFill>
                <a:prstClr val="black"/>
              </a:solidFill>
            </a:endParaRPr>
          </a:p>
        </p:txBody>
      </p:sp>
      <p:sp>
        <p:nvSpPr>
          <p:cNvPr id="16" name="任意多边形 15"/>
          <p:cNvSpPr/>
          <p:nvPr/>
        </p:nvSpPr>
        <p:spPr>
          <a:xfrm flipH="1">
            <a:off x="3835526" y="4810490"/>
            <a:ext cx="5291708" cy="2348025"/>
          </a:xfrm>
          <a:custGeom>
            <a:avLst/>
            <a:gdLst>
              <a:gd name="connsiteX0" fmla="*/ 3025157 w 6067310"/>
              <a:gd name="connsiteY0" fmla="*/ 1055951 h 2705986"/>
              <a:gd name="connsiteX1" fmla="*/ 3064024 w 6067310"/>
              <a:gd name="connsiteY1" fmla="*/ 1059484 h 2705986"/>
              <a:gd name="connsiteX2" fmla="*/ 3063946 w 6067310"/>
              <a:gd name="connsiteY2" fmla="*/ 1056391 h 2705986"/>
              <a:gd name="connsiteX3" fmla="*/ 3120244 w 6067310"/>
              <a:gd name="connsiteY3" fmla="*/ 1153633 h 2705986"/>
              <a:gd name="connsiteX4" fmla="*/ 3067081 w 6067310"/>
              <a:gd name="connsiteY4" fmla="*/ 1254642 h 2705986"/>
              <a:gd name="connsiteX5" fmla="*/ 3157458 w 6067310"/>
              <a:gd name="connsiteY5" fmla="*/ 2232837 h 2705986"/>
              <a:gd name="connsiteX6" fmla="*/ 3032614 w 6067310"/>
              <a:gd name="connsiteY6" fmla="*/ 2325464 h 2705986"/>
              <a:gd name="connsiteX7" fmla="*/ 2909852 w 6067310"/>
              <a:gd name="connsiteY7" fmla="*/ 2234382 h 2705986"/>
              <a:gd name="connsiteX8" fmla="*/ 3000229 w 6067310"/>
              <a:gd name="connsiteY8" fmla="*/ 1256187 h 2705986"/>
              <a:gd name="connsiteX9" fmla="*/ 2947066 w 6067310"/>
              <a:gd name="connsiteY9" fmla="*/ 1155178 h 2705986"/>
              <a:gd name="connsiteX10" fmla="*/ 3003366 w 6067310"/>
              <a:gd name="connsiteY10" fmla="*/ 1057932 h 2705986"/>
              <a:gd name="connsiteX11" fmla="*/ 3029867 w 6067310"/>
              <a:gd name="connsiteY11" fmla="*/ 0 h 2705986"/>
              <a:gd name="connsiteX12" fmla="*/ 3029807 w 6067310"/>
              <a:gd name="connsiteY12" fmla="*/ 2381 h 2705986"/>
              <a:gd name="connsiteX13" fmla="*/ 2964451 w 6067310"/>
              <a:gd name="connsiteY13" fmla="*/ 9531 h 2705986"/>
              <a:gd name="connsiteX14" fmla="*/ 2862005 w 6067310"/>
              <a:gd name="connsiteY14" fmla="*/ 894680 h 2705986"/>
              <a:gd name="connsiteX15" fmla="*/ 2808843 w 6067310"/>
              <a:gd name="connsiteY15" fmla="*/ 894680 h 2705986"/>
              <a:gd name="connsiteX16" fmla="*/ 2372908 w 6067310"/>
              <a:gd name="connsiteY16" fmla="*/ 1059484 h 2705986"/>
              <a:gd name="connsiteX17" fmla="*/ 1570150 w 6067310"/>
              <a:gd name="connsiteY17" fmla="*/ 1442257 h 2705986"/>
              <a:gd name="connsiteX18" fmla="*/ 634485 w 6067310"/>
              <a:gd name="connsiteY18" fmla="*/ 1197708 h 2705986"/>
              <a:gd name="connsiteX19" fmla="*/ 623852 w 6067310"/>
              <a:gd name="connsiteY19" fmla="*/ 1229605 h 2705986"/>
              <a:gd name="connsiteX20" fmla="*/ 437782 w 6067310"/>
              <a:gd name="connsiteY20" fmla="*/ 942526 h 2705986"/>
              <a:gd name="connsiteX21" fmla="*/ 437782 w 6067310"/>
              <a:gd name="connsiteY21" fmla="*/ 1176443 h 2705986"/>
              <a:gd name="connsiteX22" fmla="*/ 267661 w 6067310"/>
              <a:gd name="connsiteY22" fmla="*/ 1144545 h 2705986"/>
              <a:gd name="connsiteX23" fmla="*/ 272978 w 6067310"/>
              <a:gd name="connsiteY23" fmla="*/ 1086066 h 2705986"/>
              <a:gd name="connsiteX24" fmla="*/ 246396 w 6067310"/>
              <a:gd name="connsiteY24" fmla="*/ 1080750 h 2705986"/>
              <a:gd name="connsiteX25" fmla="*/ 235764 w 6067310"/>
              <a:gd name="connsiteY25" fmla="*/ 1128596 h 2705986"/>
              <a:gd name="connsiteX26" fmla="*/ 44378 w 6067310"/>
              <a:gd name="connsiteY26" fmla="*/ 1022271 h 2705986"/>
              <a:gd name="connsiteX27" fmla="*/ 76275 w 6067310"/>
              <a:gd name="connsiteY27" fmla="*/ 1160494 h 2705986"/>
              <a:gd name="connsiteX28" fmla="*/ 549424 w 6067310"/>
              <a:gd name="connsiteY28" fmla="*/ 1420991 h 2705986"/>
              <a:gd name="connsiteX29" fmla="*/ 544108 w 6067310"/>
              <a:gd name="connsiteY29" fmla="*/ 1442257 h 2705986"/>
              <a:gd name="connsiteX30" fmla="*/ 1203326 w 6067310"/>
              <a:gd name="connsiteY30" fmla="*/ 1692122 h 2705986"/>
              <a:gd name="connsiteX31" fmla="*/ 1804066 w 6067310"/>
              <a:gd name="connsiteY31" fmla="*/ 1835661 h 2705986"/>
              <a:gd name="connsiteX32" fmla="*/ 2356959 w 6067310"/>
              <a:gd name="connsiteY32" fmla="*/ 1670857 h 2705986"/>
              <a:gd name="connsiteX33" fmla="*/ 2457968 w 6067310"/>
              <a:gd name="connsiteY33" fmla="*/ 2011098 h 2705986"/>
              <a:gd name="connsiteX34" fmla="*/ 2468601 w 6067310"/>
              <a:gd name="connsiteY34" fmla="*/ 2622471 h 2705986"/>
              <a:gd name="connsiteX35" fmla="*/ 2532396 w 6067310"/>
              <a:gd name="connsiteY35" fmla="*/ 2702215 h 2705986"/>
              <a:gd name="connsiteX36" fmla="*/ 3079973 w 6067310"/>
              <a:gd name="connsiteY36" fmla="*/ 2702215 h 2705986"/>
              <a:gd name="connsiteX37" fmla="*/ 3079949 w 6067310"/>
              <a:gd name="connsiteY37" fmla="*/ 2700670 h 2705986"/>
              <a:gd name="connsiteX38" fmla="*/ 3534914 w 6067310"/>
              <a:gd name="connsiteY38" fmla="*/ 2700670 h 2705986"/>
              <a:gd name="connsiteX39" fmla="*/ 3598709 w 6067310"/>
              <a:gd name="connsiteY39" fmla="*/ 2620926 h 2705986"/>
              <a:gd name="connsiteX40" fmla="*/ 3609342 w 6067310"/>
              <a:gd name="connsiteY40" fmla="*/ 2009553 h 2705986"/>
              <a:gd name="connsiteX41" fmla="*/ 3710351 w 6067310"/>
              <a:gd name="connsiteY41" fmla="*/ 1669312 h 2705986"/>
              <a:gd name="connsiteX42" fmla="*/ 4263244 w 6067310"/>
              <a:gd name="connsiteY42" fmla="*/ 1834116 h 2705986"/>
              <a:gd name="connsiteX43" fmla="*/ 4863984 w 6067310"/>
              <a:gd name="connsiteY43" fmla="*/ 1690577 h 2705986"/>
              <a:gd name="connsiteX44" fmla="*/ 5523202 w 6067310"/>
              <a:gd name="connsiteY44" fmla="*/ 1440712 h 2705986"/>
              <a:gd name="connsiteX45" fmla="*/ 5517886 w 6067310"/>
              <a:gd name="connsiteY45" fmla="*/ 1419446 h 2705986"/>
              <a:gd name="connsiteX46" fmla="*/ 5991035 w 6067310"/>
              <a:gd name="connsiteY46" fmla="*/ 1158949 h 2705986"/>
              <a:gd name="connsiteX47" fmla="*/ 6022932 w 6067310"/>
              <a:gd name="connsiteY47" fmla="*/ 1020726 h 2705986"/>
              <a:gd name="connsiteX48" fmla="*/ 5831546 w 6067310"/>
              <a:gd name="connsiteY48" fmla="*/ 1127051 h 2705986"/>
              <a:gd name="connsiteX49" fmla="*/ 5820914 w 6067310"/>
              <a:gd name="connsiteY49" fmla="*/ 1079205 h 2705986"/>
              <a:gd name="connsiteX50" fmla="*/ 5794332 w 6067310"/>
              <a:gd name="connsiteY50" fmla="*/ 1084521 h 2705986"/>
              <a:gd name="connsiteX51" fmla="*/ 5799649 w 6067310"/>
              <a:gd name="connsiteY51" fmla="*/ 1143000 h 2705986"/>
              <a:gd name="connsiteX52" fmla="*/ 5629528 w 6067310"/>
              <a:gd name="connsiteY52" fmla="*/ 1174898 h 2705986"/>
              <a:gd name="connsiteX53" fmla="*/ 5629528 w 6067310"/>
              <a:gd name="connsiteY53" fmla="*/ 940981 h 2705986"/>
              <a:gd name="connsiteX54" fmla="*/ 5443458 w 6067310"/>
              <a:gd name="connsiteY54" fmla="*/ 1228060 h 2705986"/>
              <a:gd name="connsiteX55" fmla="*/ 5432825 w 6067310"/>
              <a:gd name="connsiteY55" fmla="*/ 1196163 h 2705986"/>
              <a:gd name="connsiteX56" fmla="*/ 4497160 w 6067310"/>
              <a:gd name="connsiteY56" fmla="*/ 1440712 h 2705986"/>
              <a:gd name="connsiteX57" fmla="*/ 3694402 w 6067310"/>
              <a:gd name="connsiteY57" fmla="*/ 1057939 h 2705986"/>
              <a:gd name="connsiteX58" fmla="*/ 3258467 w 6067310"/>
              <a:gd name="connsiteY58" fmla="*/ 893135 h 2705986"/>
              <a:gd name="connsiteX59" fmla="*/ 3205305 w 6067310"/>
              <a:gd name="connsiteY59" fmla="*/ 893135 h 2705986"/>
              <a:gd name="connsiteX60" fmla="*/ 3029867 w 6067310"/>
              <a:gd name="connsiteY60" fmla="*/ 0 h 270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67310" h="2705986">
                <a:moveTo>
                  <a:pt x="3025157" y="1055951"/>
                </a:moveTo>
                <a:lnTo>
                  <a:pt x="3064024" y="1059484"/>
                </a:lnTo>
                <a:lnTo>
                  <a:pt x="3063946" y="1056391"/>
                </a:lnTo>
                <a:lnTo>
                  <a:pt x="3120244" y="1153633"/>
                </a:lnTo>
                <a:lnTo>
                  <a:pt x="3067081" y="1254642"/>
                </a:lnTo>
                <a:lnTo>
                  <a:pt x="3157458" y="2232837"/>
                </a:lnTo>
                <a:lnTo>
                  <a:pt x="3032614" y="2325464"/>
                </a:lnTo>
                <a:lnTo>
                  <a:pt x="2909852" y="2234382"/>
                </a:lnTo>
                <a:lnTo>
                  <a:pt x="3000229" y="1256187"/>
                </a:lnTo>
                <a:lnTo>
                  <a:pt x="2947066" y="1155178"/>
                </a:lnTo>
                <a:lnTo>
                  <a:pt x="3003366" y="1057932"/>
                </a:lnTo>
                <a:close/>
                <a:moveTo>
                  <a:pt x="3029867" y="0"/>
                </a:moveTo>
                <a:lnTo>
                  <a:pt x="3029807" y="2381"/>
                </a:lnTo>
                <a:lnTo>
                  <a:pt x="2964451" y="9531"/>
                </a:lnTo>
                <a:cubicBezTo>
                  <a:pt x="2632430" y="73877"/>
                  <a:pt x="2782261" y="495959"/>
                  <a:pt x="2862005" y="894680"/>
                </a:cubicBezTo>
                <a:lnTo>
                  <a:pt x="2808843" y="894680"/>
                </a:lnTo>
                <a:cubicBezTo>
                  <a:pt x="2727326" y="1013411"/>
                  <a:pt x="2550117" y="1068345"/>
                  <a:pt x="2372908" y="1059484"/>
                </a:cubicBezTo>
                <a:cubicBezTo>
                  <a:pt x="2105322" y="1187075"/>
                  <a:pt x="1837736" y="1341247"/>
                  <a:pt x="1570150" y="1442257"/>
                </a:cubicBezTo>
                <a:cubicBezTo>
                  <a:pt x="1252946" y="1387323"/>
                  <a:pt x="887894" y="1289856"/>
                  <a:pt x="634485" y="1197708"/>
                </a:cubicBezTo>
                <a:lnTo>
                  <a:pt x="623852" y="1229605"/>
                </a:lnTo>
                <a:lnTo>
                  <a:pt x="437782" y="942526"/>
                </a:lnTo>
                <a:cubicBezTo>
                  <a:pt x="299559" y="956702"/>
                  <a:pt x="437782" y="1098471"/>
                  <a:pt x="437782" y="1176443"/>
                </a:cubicBezTo>
                <a:lnTo>
                  <a:pt x="267661" y="1144545"/>
                </a:lnTo>
                <a:lnTo>
                  <a:pt x="272978" y="1086066"/>
                </a:lnTo>
                <a:lnTo>
                  <a:pt x="246396" y="1080750"/>
                </a:lnTo>
                <a:lnTo>
                  <a:pt x="235764" y="1128596"/>
                </a:lnTo>
                <a:cubicBezTo>
                  <a:pt x="171969" y="1093154"/>
                  <a:pt x="108173" y="988602"/>
                  <a:pt x="44378" y="1022271"/>
                </a:cubicBezTo>
                <a:cubicBezTo>
                  <a:pt x="-67265" y="1031131"/>
                  <a:pt x="65643" y="1114420"/>
                  <a:pt x="76275" y="1160494"/>
                </a:cubicBezTo>
                <a:cubicBezTo>
                  <a:pt x="196777" y="1358968"/>
                  <a:pt x="397024" y="1382006"/>
                  <a:pt x="549424" y="1420991"/>
                </a:cubicBezTo>
                <a:lnTo>
                  <a:pt x="544108" y="1442257"/>
                </a:lnTo>
                <a:lnTo>
                  <a:pt x="1203326" y="1692122"/>
                </a:lnTo>
                <a:cubicBezTo>
                  <a:pt x="1398256" y="1793130"/>
                  <a:pt x="1699512" y="1878192"/>
                  <a:pt x="1804066" y="1835661"/>
                </a:cubicBezTo>
                <a:cubicBezTo>
                  <a:pt x="2014945" y="1732880"/>
                  <a:pt x="2172661" y="1725792"/>
                  <a:pt x="2356959" y="1670857"/>
                </a:cubicBezTo>
                <a:cubicBezTo>
                  <a:pt x="2417211" y="1757689"/>
                  <a:pt x="2450879" y="1881735"/>
                  <a:pt x="2457968" y="2011098"/>
                </a:cubicBezTo>
                <a:lnTo>
                  <a:pt x="2468601" y="2622471"/>
                </a:lnTo>
                <a:cubicBezTo>
                  <a:pt x="2489866" y="2649052"/>
                  <a:pt x="2479233" y="2723481"/>
                  <a:pt x="2532396" y="2702215"/>
                </a:cubicBezTo>
                <a:lnTo>
                  <a:pt x="3079973" y="2702215"/>
                </a:lnTo>
                <a:lnTo>
                  <a:pt x="3079949" y="2700670"/>
                </a:lnTo>
                <a:lnTo>
                  <a:pt x="3534914" y="2700670"/>
                </a:lnTo>
                <a:cubicBezTo>
                  <a:pt x="3588077" y="2721936"/>
                  <a:pt x="3577444" y="2647507"/>
                  <a:pt x="3598709" y="2620926"/>
                </a:cubicBezTo>
                <a:lnTo>
                  <a:pt x="3609342" y="2009553"/>
                </a:lnTo>
                <a:cubicBezTo>
                  <a:pt x="3616431" y="1880190"/>
                  <a:pt x="3650099" y="1756144"/>
                  <a:pt x="3710351" y="1669312"/>
                </a:cubicBezTo>
                <a:cubicBezTo>
                  <a:pt x="3894649" y="1724247"/>
                  <a:pt x="4052365" y="1731335"/>
                  <a:pt x="4263244" y="1834116"/>
                </a:cubicBezTo>
                <a:cubicBezTo>
                  <a:pt x="4367798" y="1876647"/>
                  <a:pt x="4669054" y="1791585"/>
                  <a:pt x="4863984" y="1690577"/>
                </a:cubicBezTo>
                <a:lnTo>
                  <a:pt x="5523202" y="1440712"/>
                </a:lnTo>
                <a:lnTo>
                  <a:pt x="5517886" y="1419446"/>
                </a:lnTo>
                <a:cubicBezTo>
                  <a:pt x="5670286" y="1380461"/>
                  <a:pt x="5870533" y="1357423"/>
                  <a:pt x="5991035" y="1158949"/>
                </a:cubicBezTo>
                <a:cubicBezTo>
                  <a:pt x="6001667" y="1112875"/>
                  <a:pt x="6134575" y="1029586"/>
                  <a:pt x="6022932" y="1020726"/>
                </a:cubicBezTo>
                <a:cubicBezTo>
                  <a:pt x="5959137" y="987057"/>
                  <a:pt x="5895341" y="1091609"/>
                  <a:pt x="5831546" y="1127051"/>
                </a:cubicBezTo>
                <a:lnTo>
                  <a:pt x="5820914" y="1079205"/>
                </a:lnTo>
                <a:lnTo>
                  <a:pt x="5794332" y="1084521"/>
                </a:lnTo>
                <a:lnTo>
                  <a:pt x="5799649" y="1143000"/>
                </a:lnTo>
                <a:lnTo>
                  <a:pt x="5629528" y="1174898"/>
                </a:lnTo>
                <a:cubicBezTo>
                  <a:pt x="5629528" y="1096926"/>
                  <a:pt x="5767751" y="955157"/>
                  <a:pt x="5629528" y="940981"/>
                </a:cubicBezTo>
                <a:lnTo>
                  <a:pt x="5443458" y="1228060"/>
                </a:lnTo>
                <a:lnTo>
                  <a:pt x="5432825" y="1196163"/>
                </a:lnTo>
                <a:cubicBezTo>
                  <a:pt x="5179416" y="1288311"/>
                  <a:pt x="4814364" y="1385778"/>
                  <a:pt x="4497160" y="1440712"/>
                </a:cubicBezTo>
                <a:cubicBezTo>
                  <a:pt x="4229574" y="1339702"/>
                  <a:pt x="3961988" y="1185530"/>
                  <a:pt x="3694402" y="1057939"/>
                </a:cubicBezTo>
                <a:cubicBezTo>
                  <a:pt x="3517193" y="1066800"/>
                  <a:pt x="3339984" y="1011866"/>
                  <a:pt x="3258467" y="893135"/>
                </a:cubicBezTo>
                <a:lnTo>
                  <a:pt x="3205305" y="893135"/>
                </a:lnTo>
                <a:cubicBezTo>
                  <a:pt x="3290366" y="467832"/>
                  <a:pt x="3455169" y="15950"/>
                  <a:pt x="3029867" y="0"/>
                </a:cubicBezTo>
                <a:close/>
              </a:path>
            </a:pathLst>
          </a:custGeom>
          <a:solidFill>
            <a:schemeClr val="bg1">
              <a:lumMod val="75000"/>
            </a:schemeClr>
          </a:solidFill>
          <a:ln>
            <a:noFill/>
          </a:ln>
        </p:spPr>
        <p:txBody>
          <a:bodyPr vert="horz" wrap="square" lIns="96435" tIns="48218" rIns="96435" bIns="48218" numCol="1" anchor="t" anchorCtr="0" compatLnSpc="1">
            <a:prstTxWarp prst="textNoShape">
              <a:avLst/>
            </a:prstTxWarp>
            <a:noAutofit/>
          </a:bodyPr>
          <a:lstStyle/>
          <a:p>
            <a:endParaRPr lang="zh-CN" altLang="en-US">
              <a:solidFill>
                <a:prstClr val="black"/>
              </a:solidFill>
            </a:endParaRPr>
          </a:p>
        </p:txBody>
      </p:sp>
      <p:grpSp>
        <p:nvGrpSpPr>
          <p:cNvPr id="4" name="组合 3"/>
          <p:cNvGrpSpPr/>
          <p:nvPr/>
        </p:nvGrpSpPr>
        <p:grpSpPr>
          <a:xfrm>
            <a:off x="4598362" y="2861443"/>
            <a:ext cx="1348472" cy="1348472"/>
            <a:chOff x="4359833" y="2713220"/>
            <a:chExt cx="1278621" cy="1278621"/>
          </a:xfrm>
        </p:grpSpPr>
        <p:sp>
          <p:nvSpPr>
            <p:cNvPr id="13" name="椭圆 12"/>
            <p:cNvSpPr/>
            <p:nvPr/>
          </p:nvSpPr>
          <p:spPr>
            <a:xfrm>
              <a:off x="4359833" y="2713220"/>
              <a:ext cx="1278621" cy="1278621"/>
            </a:xfrm>
            <a:prstGeom prst="ellipse">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5" name="矩形 34"/>
            <p:cNvSpPr/>
            <p:nvPr/>
          </p:nvSpPr>
          <p:spPr>
            <a:xfrm>
              <a:off x="4569663" y="2883378"/>
              <a:ext cx="858959" cy="764605"/>
            </a:xfrm>
            <a:prstGeom prst="rect">
              <a:avLst/>
            </a:prstGeom>
          </p:spPr>
          <p:txBody>
            <a:bodyPr wrap="square">
              <a:spAutoFit/>
            </a:bodyPr>
            <a:lstStyle/>
            <a:p>
              <a:pPr algn="ctr"/>
              <a:r>
                <a:rPr lang="en-US" altLang="zh-CN" sz="4640" dirty="0">
                  <a:solidFill>
                    <a:prstClr val="white"/>
                  </a:solidFill>
                  <a:latin typeface="Haettenschweiler" panose="020B0706040902060204" pitchFamily="34" charset="0"/>
                  <a:ea typeface="微软雅黑" panose="020B0503020204020204" pitchFamily="34" charset="-122"/>
                </a:rPr>
                <a:t>02</a:t>
              </a:r>
              <a:endParaRPr lang="zh-CN" altLang="en-US" sz="4640" dirty="0">
                <a:solidFill>
                  <a:prstClr val="white"/>
                </a:solidFill>
                <a:latin typeface="Haettenschweiler" panose="020B0706040902060204" pitchFamily="34" charset="0"/>
                <a:ea typeface="微软雅黑" panose="020B0503020204020204" pitchFamily="34" charset="-122"/>
              </a:endParaRPr>
            </a:p>
          </p:txBody>
        </p:sp>
      </p:grpSp>
      <p:grpSp>
        <p:nvGrpSpPr>
          <p:cNvPr id="3" name="组合 2"/>
          <p:cNvGrpSpPr/>
          <p:nvPr/>
        </p:nvGrpSpPr>
        <p:grpSpPr>
          <a:xfrm>
            <a:off x="3491989" y="4306303"/>
            <a:ext cx="1348472" cy="1348472"/>
            <a:chOff x="3310770" y="4083237"/>
            <a:chExt cx="1278621" cy="1278621"/>
          </a:xfrm>
        </p:grpSpPr>
        <p:sp>
          <p:nvSpPr>
            <p:cNvPr id="12" name="椭圆 11"/>
            <p:cNvSpPr/>
            <p:nvPr/>
          </p:nvSpPr>
          <p:spPr>
            <a:xfrm>
              <a:off x="3310770" y="4083237"/>
              <a:ext cx="1278621" cy="1278621"/>
            </a:xfrm>
            <a:prstGeom prst="ellipse">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矩形 35"/>
            <p:cNvSpPr/>
            <p:nvPr/>
          </p:nvSpPr>
          <p:spPr>
            <a:xfrm>
              <a:off x="3490799" y="4281516"/>
              <a:ext cx="858959" cy="764605"/>
            </a:xfrm>
            <a:prstGeom prst="rect">
              <a:avLst/>
            </a:prstGeom>
          </p:spPr>
          <p:txBody>
            <a:bodyPr wrap="square">
              <a:spAutoFit/>
            </a:bodyPr>
            <a:lstStyle/>
            <a:p>
              <a:pPr algn="ctr"/>
              <a:r>
                <a:rPr lang="en-US" altLang="zh-CN" sz="4640" dirty="0">
                  <a:solidFill>
                    <a:prstClr val="white"/>
                  </a:solidFill>
                  <a:latin typeface="Haettenschweiler" panose="020B0706040902060204" pitchFamily="34" charset="0"/>
                  <a:ea typeface="微软雅黑" panose="020B0503020204020204" pitchFamily="34" charset="-122"/>
                </a:rPr>
                <a:t>01</a:t>
              </a:r>
              <a:endParaRPr lang="zh-CN" altLang="en-US" sz="4640" dirty="0">
                <a:solidFill>
                  <a:prstClr val="white"/>
                </a:solidFill>
                <a:latin typeface="Haettenschweiler" panose="020B0706040902060204" pitchFamily="34" charset="0"/>
                <a:ea typeface="微软雅黑" panose="020B0503020204020204" pitchFamily="34" charset="-122"/>
              </a:endParaRPr>
            </a:p>
          </p:txBody>
        </p:sp>
      </p:grpSp>
      <p:grpSp>
        <p:nvGrpSpPr>
          <p:cNvPr id="43" name="组合 42"/>
          <p:cNvGrpSpPr/>
          <p:nvPr/>
        </p:nvGrpSpPr>
        <p:grpSpPr>
          <a:xfrm>
            <a:off x="6900270" y="2861443"/>
            <a:ext cx="1348472" cy="1348472"/>
            <a:chOff x="6542502" y="2713220"/>
            <a:chExt cx="1278621" cy="1278621"/>
          </a:xfrm>
        </p:grpSpPr>
        <p:sp>
          <p:nvSpPr>
            <p:cNvPr id="14" name="椭圆 13"/>
            <p:cNvSpPr/>
            <p:nvPr/>
          </p:nvSpPr>
          <p:spPr>
            <a:xfrm>
              <a:off x="6542502" y="2713220"/>
              <a:ext cx="1278621" cy="1278621"/>
            </a:xfrm>
            <a:prstGeom prst="ellipse">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7" name="矩形 36"/>
            <p:cNvSpPr/>
            <p:nvPr/>
          </p:nvSpPr>
          <p:spPr>
            <a:xfrm>
              <a:off x="6734068" y="2883378"/>
              <a:ext cx="858959" cy="764605"/>
            </a:xfrm>
            <a:prstGeom prst="rect">
              <a:avLst/>
            </a:prstGeom>
          </p:spPr>
          <p:txBody>
            <a:bodyPr wrap="square">
              <a:spAutoFit/>
            </a:bodyPr>
            <a:lstStyle/>
            <a:p>
              <a:pPr algn="ctr"/>
              <a:r>
                <a:rPr lang="en-US" altLang="zh-CN" sz="4640" dirty="0">
                  <a:solidFill>
                    <a:prstClr val="white"/>
                  </a:solidFill>
                  <a:latin typeface="Haettenschweiler" panose="020B0706040902060204" pitchFamily="34" charset="0"/>
                  <a:ea typeface="微软雅黑" panose="020B0503020204020204" pitchFamily="34" charset="-122"/>
                </a:rPr>
                <a:t>03</a:t>
              </a:r>
              <a:endParaRPr lang="zh-CN" altLang="en-US" sz="4640" dirty="0">
                <a:solidFill>
                  <a:prstClr val="white"/>
                </a:solidFill>
                <a:latin typeface="Haettenschweiler" panose="020B0706040902060204" pitchFamily="34" charset="0"/>
                <a:ea typeface="微软雅黑" panose="020B0503020204020204" pitchFamily="34" charset="-122"/>
              </a:endParaRPr>
            </a:p>
          </p:txBody>
        </p:sp>
      </p:grpSp>
      <p:grpSp>
        <p:nvGrpSpPr>
          <p:cNvPr id="44" name="组合 43"/>
          <p:cNvGrpSpPr/>
          <p:nvPr/>
        </p:nvGrpSpPr>
        <p:grpSpPr>
          <a:xfrm>
            <a:off x="8090302" y="4306303"/>
            <a:ext cx="1348472" cy="1348472"/>
            <a:chOff x="7670891" y="4083237"/>
            <a:chExt cx="1278621" cy="1278621"/>
          </a:xfrm>
        </p:grpSpPr>
        <p:sp>
          <p:nvSpPr>
            <p:cNvPr id="15" name="椭圆 14"/>
            <p:cNvSpPr/>
            <p:nvPr/>
          </p:nvSpPr>
          <p:spPr>
            <a:xfrm>
              <a:off x="7670891" y="4083237"/>
              <a:ext cx="1278621" cy="1278621"/>
            </a:xfrm>
            <a:prstGeom prst="ellipse">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8" name="矩形 37"/>
            <p:cNvSpPr/>
            <p:nvPr/>
          </p:nvSpPr>
          <p:spPr>
            <a:xfrm>
              <a:off x="7880721" y="4281515"/>
              <a:ext cx="858959" cy="764605"/>
            </a:xfrm>
            <a:prstGeom prst="rect">
              <a:avLst/>
            </a:prstGeom>
          </p:spPr>
          <p:txBody>
            <a:bodyPr wrap="square">
              <a:spAutoFit/>
            </a:bodyPr>
            <a:lstStyle/>
            <a:p>
              <a:pPr algn="ctr"/>
              <a:r>
                <a:rPr lang="en-US" altLang="zh-CN" sz="4640" dirty="0">
                  <a:solidFill>
                    <a:prstClr val="white"/>
                  </a:solidFill>
                  <a:latin typeface="Haettenschweiler" panose="020B0706040902060204" pitchFamily="34" charset="0"/>
                  <a:ea typeface="微软雅黑" panose="020B0503020204020204" pitchFamily="34" charset="-122"/>
                </a:rPr>
                <a:t>04</a:t>
              </a:r>
              <a:endParaRPr lang="zh-CN" altLang="en-US" sz="4640" dirty="0">
                <a:solidFill>
                  <a:prstClr val="white"/>
                </a:solidFill>
                <a:latin typeface="Haettenschweiler" panose="020B0706040902060204" pitchFamily="34" charset="0"/>
                <a:ea typeface="微软雅黑" panose="020B0503020204020204" pitchFamily="34" charset="-122"/>
              </a:endParaRPr>
            </a:p>
          </p:txBody>
        </p:sp>
      </p:grpSp>
      <p:sp>
        <p:nvSpPr>
          <p:cNvPr id="39" name="矩形 47"/>
          <p:cNvSpPr>
            <a:spLocks noChangeArrowheads="1"/>
          </p:cNvSpPr>
          <p:nvPr/>
        </p:nvSpPr>
        <p:spPr bwMode="auto">
          <a:xfrm>
            <a:off x="661318" y="4535854"/>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40" name="矩形 47"/>
          <p:cNvSpPr>
            <a:spLocks noChangeArrowheads="1"/>
          </p:cNvSpPr>
          <p:nvPr/>
        </p:nvSpPr>
        <p:spPr bwMode="auto">
          <a:xfrm>
            <a:off x="1825516" y="2702702"/>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41" name="矩形 47"/>
          <p:cNvSpPr>
            <a:spLocks noChangeArrowheads="1"/>
          </p:cNvSpPr>
          <p:nvPr/>
        </p:nvSpPr>
        <p:spPr bwMode="auto">
          <a:xfrm>
            <a:off x="8584297" y="2702702"/>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247CAE"/>
                </a:solidFill>
              </a:rPr>
              <a:t>单击此处输入标题</a:t>
            </a:r>
            <a:endParaRPr lang="en-US" altLang="zh-CN" sz="2109" dirty="0">
              <a:solidFill>
                <a:srgbClr val="247CAE"/>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42" name="矩形 47"/>
          <p:cNvSpPr>
            <a:spLocks noChangeArrowheads="1"/>
          </p:cNvSpPr>
          <p:nvPr/>
        </p:nvSpPr>
        <p:spPr bwMode="auto">
          <a:xfrm>
            <a:off x="9759376" y="4537189"/>
            <a:ext cx="2830671" cy="88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426" tIns="48213" rIns="96426" bIns="48213">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buNone/>
            </a:pPr>
            <a:r>
              <a:rPr lang="zh-CN" altLang="en-US" sz="2109" dirty="0">
                <a:solidFill>
                  <a:srgbClr val="5ABCD2"/>
                </a:solidFill>
              </a:rPr>
              <a:t>单击此处输入标题</a:t>
            </a:r>
            <a:endParaRPr lang="en-US" altLang="zh-CN" sz="2109" dirty="0">
              <a:solidFill>
                <a:srgbClr val="5ABCD2"/>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a:p>
            <a:pPr>
              <a:buNone/>
            </a:pPr>
            <a:r>
              <a:rPr lang="zh-CN" altLang="en-US" sz="1266" dirty="0">
                <a:solidFill>
                  <a:schemeClr val="tx1">
                    <a:lumMod val="85000"/>
                    <a:lumOff val="15000"/>
                  </a:schemeClr>
                </a:solidFill>
              </a:rPr>
              <a:t>请在这里输入您的主要叙述内容</a:t>
            </a:r>
            <a:endParaRPr lang="en-US" altLang="zh-CN" sz="1266" dirty="0">
              <a:solidFill>
                <a:schemeClr val="tx1">
                  <a:lumMod val="85000"/>
                  <a:lumOff val="15000"/>
                </a:schemeClr>
              </a:solidFill>
            </a:endParaRPr>
          </a:p>
        </p:txBody>
      </p:sp>
      <p:sp>
        <p:nvSpPr>
          <p:cNvPr id="26" name="文本框 25"/>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2563492597"/>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37"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arn(outVertical)">
                                      <p:cBhvr>
                                        <p:cTn id="13" dur="500"/>
                                        <p:tgtEl>
                                          <p:spTgt spid="11"/>
                                        </p:tgtEl>
                                      </p:cBhvr>
                                    </p:animEffect>
                                  </p:childTnLst>
                                </p:cTn>
                              </p:par>
                            </p:childTnLst>
                          </p:cTn>
                        </p:par>
                        <p:par>
                          <p:cTn id="14" fill="hold">
                            <p:stCondLst>
                              <p:cond delay="1500"/>
                            </p:stCondLst>
                            <p:childTnLst>
                              <p:par>
                                <p:cTn id="15" presetID="23" presetClass="entr" presetSubtype="32"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750" fill="hold"/>
                                        <p:tgtEl>
                                          <p:spTgt spid="3"/>
                                        </p:tgtEl>
                                        <p:attrNameLst>
                                          <p:attrName>ppt_w</p:attrName>
                                        </p:attrNameLst>
                                      </p:cBhvr>
                                      <p:tavLst>
                                        <p:tav tm="0">
                                          <p:val>
                                            <p:strVal val="4*#ppt_w"/>
                                          </p:val>
                                        </p:tav>
                                        <p:tav tm="100000">
                                          <p:val>
                                            <p:strVal val="#ppt_w"/>
                                          </p:val>
                                        </p:tav>
                                      </p:tavLst>
                                    </p:anim>
                                    <p:anim calcmode="lin" valueType="num">
                                      <p:cBhvr>
                                        <p:cTn id="18" dur="750" fill="hold"/>
                                        <p:tgtEl>
                                          <p:spTgt spid="3"/>
                                        </p:tgtEl>
                                        <p:attrNameLst>
                                          <p:attrName>ppt_h</p:attrName>
                                        </p:attrNameLst>
                                      </p:cBhvr>
                                      <p:tavLst>
                                        <p:tav tm="0">
                                          <p:val>
                                            <p:strVal val="4*#ppt_h"/>
                                          </p:val>
                                        </p:tav>
                                        <p:tav tm="100000">
                                          <p:val>
                                            <p:strVal val="#ppt_h"/>
                                          </p:val>
                                        </p:tav>
                                      </p:tavLst>
                                    </p:anim>
                                  </p:childTnLst>
                                </p:cTn>
                              </p:par>
                              <p:par>
                                <p:cTn id="19" presetID="23" presetClass="entr" presetSubtype="32" fill="hold" nodeType="withEffect">
                                  <p:stCondLst>
                                    <p:cond delay="250"/>
                                  </p:stCondLst>
                                  <p:childTnLst>
                                    <p:set>
                                      <p:cBhvr>
                                        <p:cTn id="20" dur="1" fill="hold">
                                          <p:stCondLst>
                                            <p:cond delay="0"/>
                                          </p:stCondLst>
                                        </p:cTn>
                                        <p:tgtEl>
                                          <p:spTgt spid="4"/>
                                        </p:tgtEl>
                                        <p:attrNameLst>
                                          <p:attrName>style.visibility</p:attrName>
                                        </p:attrNameLst>
                                      </p:cBhvr>
                                      <p:to>
                                        <p:strVal val="visible"/>
                                      </p:to>
                                    </p:set>
                                    <p:anim calcmode="lin" valueType="num">
                                      <p:cBhvr>
                                        <p:cTn id="21" dur="750" fill="hold"/>
                                        <p:tgtEl>
                                          <p:spTgt spid="4"/>
                                        </p:tgtEl>
                                        <p:attrNameLst>
                                          <p:attrName>ppt_w</p:attrName>
                                        </p:attrNameLst>
                                      </p:cBhvr>
                                      <p:tavLst>
                                        <p:tav tm="0">
                                          <p:val>
                                            <p:strVal val="4*#ppt_w"/>
                                          </p:val>
                                        </p:tav>
                                        <p:tav tm="100000">
                                          <p:val>
                                            <p:strVal val="#ppt_w"/>
                                          </p:val>
                                        </p:tav>
                                      </p:tavLst>
                                    </p:anim>
                                    <p:anim calcmode="lin" valueType="num">
                                      <p:cBhvr>
                                        <p:cTn id="22" dur="750" fill="hold"/>
                                        <p:tgtEl>
                                          <p:spTgt spid="4"/>
                                        </p:tgtEl>
                                        <p:attrNameLst>
                                          <p:attrName>ppt_h</p:attrName>
                                        </p:attrNameLst>
                                      </p:cBhvr>
                                      <p:tavLst>
                                        <p:tav tm="0">
                                          <p:val>
                                            <p:strVal val="4*#ppt_h"/>
                                          </p:val>
                                        </p:tav>
                                        <p:tav tm="100000">
                                          <p:val>
                                            <p:strVal val="#ppt_h"/>
                                          </p:val>
                                        </p:tav>
                                      </p:tavLst>
                                    </p:anim>
                                  </p:childTnLst>
                                </p:cTn>
                              </p:par>
                              <p:par>
                                <p:cTn id="23" presetID="23" presetClass="entr" presetSubtype="32" fill="hold" nodeType="withEffect">
                                  <p:stCondLst>
                                    <p:cond delay="500"/>
                                  </p:stCondLst>
                                  <p:childTnLst>
                                    <p:set>
                                      <p:cBhvr>
                                        <p:cTn id="24" dur="1" fill="hold">
                                          <p:stCondLst>
                                            <p:cond delay="0"/>
                                          </p:stCondLst>
                                        </p:cTn>
                                        <p:tgtEl>
                                          <p:spTgt spid="43"/>
                                        </p:tgtEl>
                                        <p:attrNameLst>
                                          <p:attrName>style.visibility</p:attrName>
                                        </p:attrNameLst>
                                      </p:cBhvr>
                                      <p:to>
                                        <p:strVal val="visible"/>
                                      </p:to>
                                    </p:set>
                                    <p:anim calcmode="lin" valueType="num">
                                      <p:cBhvr>
                                        <p:cTn id="25" dur="750" fill="hold"/>
                                        <p:tgtEl>
                                          <p:spTgt spid="43"/>
                                        </p:tgtEl>
                                        <p:attrNameLst>
                                          <p:attrName>ppt_w</p:attrName>
                                        </p:attrNameLst>
                                      </p:cBhvr>
                                      <p:tavLst>
                                        <p:tav tm="0">
                                          <p:val>
                                            <p:strVal val="4*#ppt_w"/>
                                          </p:val>
                                        </p:tav>
                                        <p:tav tm="100000">
                                          <p:val>
                                            <p:strVal val="#ppt_w"/>
                                          </p:val>
                                        </p:tav>
                                      </p:tavLst>
                                    </p:anim>
                                    <p:anim calcmode="lin" valueType="num">
                                      <p:cBhvr>
                                        <p:cTn id="26" dur="750" fill="hold"/>
                                        <p:tgtEl>
                                          <p:spTgt spid="43"/>
                                        </p:tgtEl>
                                        <p:attrNameLst>
                                          <p:attrName>ppt_h</p:attrName>
                                        </p:attrNameLst>
                                      </p:cBhvr>
                                      <p:tavLst>
                                        <p:tav tm="0">
                                          <p:val>
                                            <p:strVal val="4*#ppt_h"/>
                                          </p:val>
                                        </p:tav>
                                        <p:tav tm="100000">
                                          <p:val>
                                            <p:strVal val="#ppt_h"/>
                                          </p:val>
                                        </p:tav>
                                      </p:tavLst>
                                    </p:anim>
                                  </p:childTnLst>
                                </p:cTn>
                              </p:par>
                              <p:par>
                                <p:cTn id="27" presetID="23" presetClass="entr" presetSubtype="32" fill="hold" nodeType="withEffect">
                                  <p:stCondLst>
                                    <p:cond delay="750"/>
                                  </p:stCondLst>
                                  <p:childTnLst>
                                    <p:set>
                                      <p:cBhvr>
                                        <p:cTn id="28" dur="1" fill="hold">
                                          <p:stCondLst>
                                            <p:cond delay="0"/>
                                          </p:stCondLst>
                                        </p:cTn>
                                        <p:tgtEl>
                                          <p:spTgt spid="44"/>
                                        </p:tgtEl>
                                        <p:attrNameLst>
                                          <p:attrName>style.visibility</p:attrName>
                                        </p:attrNameLst>
                                      </p:cBhvr>
                                      <p:to>
                                        <p:strVal val="visible"/>
                                      </p:to>
                                    </p:set>
                                    <p:anim calcmode="lin" valueType="num">
                                      <p:cBhvr>
                                        <p:cTn id="29" dur="750" fill="hold"/>
                                        <p:tgtEl>
                                          <p:spTgt spid="44"/>
                                        </p:tgtEl>
                                        <p:attrNameLst>
                                          <p:attrName>ppt_w</p:attrName>
                                        </p:attrNameLst>
                                      </p:cBhvr>
                                      <p:tavLst>
                                        <p:tav tm="0">
                                          <p:val>
                                            <p:strVal val="4*#ppt_w"/>
                                          </p:val>
                                        </p:tav>
                                        <p:tav tm="100000">
                                          <p:val>
                                            <p:strVal val="#ppt_w"/>
                                          </p:val>
                                        </p:tav>
                                      </p:tavLst>
                                    </p:anim>
                                    <p:anim calcmode="lin" valueType="num">
                                      <p:cBhvr>
                                        <p:cTn id="30" dur="750" fill="hold"/>
                                        <p:tgtEl>
                                          <p:spTgt spid="44"/>
                                        </p:tgtEl>
                                        <p:attrNameLst>
                                          <p:attrName>ppt_h</p:attrName>
                                        </p:attrNameLst>
                                      </p:cBhvr>
                                      <p:tavLst>
                                        <p:tav tm="0">
                                          <p:val>
                                            <p:strVal val="4*#ppt_h"/>
                                          </p:val>
                                        </p:tav>
                                        <p:tav tm="100000">
                                          <p:val>
                                            <p:strVal val="#ppt_h"/>
                                          </p:val>
                                        </p:tav>
                                      </p:tavLst>
                                    </p:anim>
                                  </p:childTnLst>
                                </p:cTn>
                              </p:par>
                            </p:childTnLst>
                          </p:cTn>
                        </p:par>
                        <p:par>
                          <p:cTn id="31" fill="hold">
                            <p:stCondLst>
                              <p:cond delay="3000"/>
                            </p:stCondLst>
                            <p:childTnLst>
                              <p:par>
                                <p:cTn id="32" presetID="26" presetClass="emph" presetSubtype="0" fill="hold" nodeType="afterEffect">
                                  <p:stCondLst>
                                    <p:cond delay="0"/>
                                  </p:stCondLst>
                                  <p:childTnLst>
                                    <p:animEffect transition="out" filter="fade">
                                      <p:cBhvr>
                                        <p:cTn id="33" dur="500" tmFilter="0, 0; .2, .5; .8, .5; 1, 0"/>
                                        <p:tgtEl>
                                          <p:spTgt spid="3"/>
                                        </p:tgtEl>
                                      </p:cBhvr>
                                    </p:animEffect>
                                    <p:animScale>
                                      <p:cBhvr>
                                        <p:cTn id="34" dur="250" autoRev="1" fill="hold"/>
                                        <p:tgtEl>
                                          <p:spTgt spid="3"/>
                                        </p:tgtEl>
                                      </p:cBhvr>
                                      <p:by x="105000" y="105000"/>
                                    </p:animScale>
                                  </p:childTnLst>
                                </p:cTn>
                              </p:par>
                              <p:par>
                                <p:cTn id="35" presetID="26" presetClass="emph" presetSubtype="0" fill="hold" nodeType="withEffect">
                                  <p:stCondLst>
                                    <p:cond delay="250"/>
                                  </p:stCondLst>
                                  <p:childTnLst>
                                    <p:animEffect transition="out" filter="fade">
                                      <p:cBhvr>
                                        <p:cTn id="36" dur="500" tmFilter="0, 0; .2, .5; .8, .5; 1, 0"/>
                                        <p:tgtEl>
                                          <p:spTgt spid="4"/>
                                        </p:tgtEl>
                                      </p:cBhvr>
                                    </p:animEffect>
                                    <p:animScale>
                                      <p:cBhvr>
                                        <p:cTn id="37" dur="250" autoRev="1" fill="hold"/>
                                        <p:tgtEl>
                                          <p:spTgt spid="4"/>
                                        </p:tgtEl>
                                      </p:cBhvr>
                                      <p:by x="105000" y="105000"/>
                                    </p:animScale>
                                  </p:childTnLst>
                                </p:cTn>
                              </p:par>
                              <p:par>
                                <p:cTn id="38" presetID="26" presetClass="emph" presetSubtype="0" fill="hold" nodeType="withEffect">
                                  <p:stCondLst>
                                    <p:cond delay="500"/>
                                  </p:stCondLst>
                                  <p:childTnLst>
                                    <p:animEffect transition="out" filter="fade">
                                      <p:cBhvr>
                                        <p:cTn id="39" dur="500" tmFilter="0, 0; .2, .5; .8, .5; 1, 0"/>
                                        <p:tgtEl>
                                          <p:spTgt spid="43"/>
                                        </p:tgtEl>
                                      </p:cBhvr>
                                    </p:animEffect>
                                    <p:animScale>
                                      <p:cBhvr>
                                        <p:cTn id="40" dur="250" autoRev="1" fill="hold"/>
                                        <p:tgtEl>
                                          <p:spTgt spid="43"/>
                                        </p:tgtEl>
                                      </p:cBhvr>
                                      <p:by x="105000" y="105000"/>
                                    </p:animScale>
                                  </p:childTnLst>
                                </p:cTn>
                              </p:par>
                              <p:par>
                                <p:cTn id="41" presetID="26" presetClass="emph" presetSubtype="0" fill="hold" nodeType="withEffect">
                                  <p:stCondLst>
                                    <p:cond delay="750"/>
                                  </p:stCondLst>
                                  <p:childTnLst>
                                    <p:animEffect transition="out" filter="fade">
                                      <p:cBhvr>
                                        <p:cTn id="42" dur="500" tmFilter="0, 0; .2, .5; .8, .5; 1, 0"/>
                                        <p:tgtEl>
                                          <p:spTgt spid="44"/>
                                        </p:tgtEl>
                                      </p:cBhvr>
                                    </p:animEffect>
                                    <p:animScale>
                                      <p:cBhvr>
                                        <p:cTn id="43" dur="250" autoRev="1" fill="hold"/>
                                        <p:tgtEl>
                                          <p:spTgt spid="44"/>
                                        </p:tgtEl>
                                      </p:cBhvr>
                                      <p:by x="105000" y="105000"/>
                                    </p:animScale>
                                  </p:childTnLst>
                                </p:cTn>
                              </p:par>
                            </p:childTnLst>
                          </p:cTn>
                        </p:par>
                        <p:par>
                          <p:cTn id="44" fill="hold">
                            <p:stCondLst>
                              <p:cond delay="4250"/>
                            </p:stCondLst>
                            <p:childTnLst>
                              <p:par>
                                <p:cTn id="45" presetID="22" presetClass="entr" presetSubtype="8" fill="hold" grpId="0" nodeType="after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wipe(left)">
                                      <p:cBhvr>
                                        <p:cTn id="47" dur="500"/>
                                        <p:tgtEl>
                                          <p:spTgt spid="39"/>
                                        </p:tgtEl>
                                      </p:cBhvr>
                                    </p:animEffect>
                                  </p:childTnLst>
                                </p:cTn>
                              </p:par>
                              <p:par>
                                <p:cTn id="48" presetID="22" presetClass="entr" presetSubtype="8" fill="hold" grpId="0" nodeType="withEffect">
                                  <p:stCondLst>
                                    <p:cond delay="250"/>
                                  </p:stCondLst>
                                  <p:childTnLst>
                                    <p:set>
                                      <p:cBhvr>
                                        <p:cTn id="49" dur="1" fill="hold">
                                          <p:stCondLst>
                                            <p:cond delay="0"/>
                                          </p:stCondLst>
                                        </p:cTn>
                                        <p:tgtEl>
                                          <p:spTgt spid="40"/>
                                        </p:tgtEl>
                                        <p:attrNameLst>
                                          <p:attrName>style.visibility</p:attrName>
                                        </p:attrNameLst>
                                      </p:cBhvr>
                                      <p:to>
                                        <p:strVal val="visible"/>
                                      </p:to>
                                    </p:set>
                                    <p:animEffect transition="in" filter="wipe(left)">
                                      <p:cBhvr>
                                        <p:cTn id="50" dur="500"/>
                                        <p:tgtEl>
                                          <p:spTgt spid="40"/>
                                        </p:tgtEl>
                                      </p:cBhvr>
                                    </p:animEffect>
                                  </p:childTnLst>
                                </p:cTn>
                              </p:par>
                              <p:par>
                                <p:cTn id="51" presetID="22" presetClass="entr" presetSubtype="8" fill="hold" grpId="0" nodeType="withEffect">
                                  <p:stCondLst>
                                    <p:cond delay="500"/>
                                  </p:stCondLst>
                                  <p:childTnLst>
                                    <p:set>
                                      <p:cBhvr>
                                        <p:cTn id="52" dur="1" fill="hold">
                                          <p:stCondLst>
                                            <p:cond delay="0"/>
                                          </p:stCondLst>
                                        </p:cTn>
                                        <p:tgtEl>
                                          <p:spTgt spid="41"/>
                                        </p:tgtEl>
                                        <p:attrNameLst>
                                          <p:attrName>style.visibility</p:attrName>
                                        </p:attrNameLst>
                                      </p:cBhvr>
                                      <p:to>
                                        <p:strVal val="visible"/>
                                      </p:to>
                                    </p:set>
                                    <p:animEffect transition="in" filter="wipe(left)">
                                      <p:cBhvr>
                                        <p:cTn id="53" dur="500"/>
                                        <p:tgtEl>
                                          <p:spTgt spid="41"/>
                                        </p:tgtEl>
                                      </p:cBhvr>
                                    </p:animEffect>
                                  </p:childTnLst>
                                </p:cTn>
                              </p:par>
                              <p:par>
                                <p:cTn id="54" presetID="22" presetClass="entr" presetSubtype="8" fill="hold" grpId="0" nodeType="withEffect">
                                  <p:stCondLst>
                                    <p:cond delay="750"/>
                                  </p:stCondLst>
                                  <p:childTnLst>
                                    <p:set>
                                      <p:cBhvr>
                                        <p:cTn id="55" dur="1" fill="hold">
                                          <p:stCondLst>
                                            <p:cond delay="0"/>
                                          </p:stCondLst>
                                        </p:cTn>
                                        <p:tgtEl>
                                          <p:spTgt spid="42"/>
                                        </p:tgtEl>
                                        <p:attrNameLst>
                                          <p:attrName>style.visibility</p:attrName>
                                        </p:attrNameLst>
                                      </p:cBhvr>
                                      <p:to>
                                        <p:strVal val="visible"/>
                                      </p:to>
                                    </p:set>
                                    <p:animEffect transition="in" filter="wipe(left)">
                                      <p:cBhvr>
                                        <p:cTn id="5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6" grpId="0" animBg="1"/>
      <p:bldP spid="39" grpId="0"/>
      <p:bldP spid="40" grpId="0"/>
      <p:bldP spid="41" grpId="0"/>
      <p:bldP spid="4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p:cNvGrpSpPr/>
          <p:nvPr/>
        </p:nvGrpSpPr>
        <p:grpSpPr>
          <a:xfrm>
            <a:off x="6140438" y="2165692"/>
            <a:ext cx="1475751" cy="1307975"/>
            <a:chOff x="5822030" y="1746573"/>
            <a:chExt cx="1399307" cy="1240222"/>
          </a:xfrm>
        </p:grpSpPr>
        <p:sp>
          <p:nvSpPr>
            <p:cNvPr id="12"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5822031" y="1746599"/>
              <a:ext cx="1399306" cy="124019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247CAE"/>
            </a:solidFill>
            <a:ln w="12700">
              <a:noFill/>
            </a:ln>
            <a:effectLst>
              <a:outerShdw blurRad="330200" dist="127000" dir="2700000" algn="tl" rotWithShape="0">
                <a:prstClr val="black">
                  <a:alpha val="31000"/>
                </a:prstClr>
              </a:outerShdw>
            </a:effectLst>
          </p:spPr>
          <p:txBody>
            <a:bodyPr vert="horz" wrap="square" lIns="72327" tIns="36163" rIns="72327" bIns="36163" numCol="1" anchor="t" anchorCtr="0" compatLnSpc="1">
              <a:prstTxWarp prst="textNoShape">
                <a:avLst/>
              </a:prstTxWarp>
            </a:bodyPr>
            <a:lstStyle/>
            <a:p>
              <a:endParaRPr lang="zh-CN" altLang="en-US"/>
            </a:p>
          </p:txBody>
        </p:sp>
        <p:sp>
          <p:nvSpPr>
            <p:cNvPr id="13"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5822030" y="1746573"/>
              <a:ext cx="1090040" cy="124022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 name="connsiteX0" fmla="*/ 2926 w 9929"/>
                <a:gd name="connsiteY0" fmla="*/ 10000 h 10036"/>
                <a:gd name="connsiteX1" fmla="*/ 2141 w 9929"/>
                <a:gd name="connsiteY1" fmla="*/ 9491 h 10036"/>
                <a:gd name="connsiteX2" fmla="*/ 104 w 9929"/>
                <a:gd name="connsiteY2" fmla="*/ 5509 h 10036"/>
                <a:gd name="connsiteX3" fmla="*/ 104 w 9929"/>
                <a:gd name="connsiteY3" fmla="*/ 4491 h 10036"/>
                <a:gd name="connsiteX4" fmla="*/ 2141 w 9929"/>
                <a:gd name="connsiteY4" fmla="*/ 509 h 10036"/>
                <a:gd name="connsiteX5" fmla="*/ 2926 w 9929"/>
                <a:gd name="connsiteY5" fmla="*/ 0 h 10036"/>
                <a:gd name="connsiteX6" fmla="*/ 6999 w 9929"/>
                <a:gd name="connsiteY6" fmla="*/ 0 h 10036"/>
                <a:gd name="connsiteX7" fmla="*/ 7784 w 9929"/>
                <a:gd name="connsiteY7" fmla="*/ 509 h 10036"/>
                <a:gd name="connsiteX8" fmla="*/ 9821 w 9929"/>
                <a:gd name="connsiteY8" fmla="*/ 4491 h 10036"/>
                <a:gd name="connsiteX9" fmla="*/ 9821 w 9929"/>
                <a:gd name="connsiteY9" fmla="*/ 5509 h 10036"/>
                <a:gd name="connsiteX10" fmla="*/ 7784 w 9929"/>
                <a:gd name="connsiteY10" fmla="*/ 9491 h 10036"/>
                <a:gd name="connsiteX11" fmla="*/ 2926 w 9929"/>
                <a:gd name="connsiteY11" fmla="*/ 10000 h 10036"/>
                <a:gd name="connsiteX0" fmla="*/ 2947 w 10000"/>
                <a:gd name="connsiteY0" fmla="*/ 9964 h 9964"/>
                <a:gd name="connsiteX1" fmla="*/ 2156 w 10000"/>
                <a:gd name="connsiteY1" fmla="*/ 9457 h 9964"/>
                <a:gd name="connsiteX2" fmla="*/ 105 w 10000"/>
                <a:gd name="connsiteY2" fmla="*/ 5489 h 9964"/>
                <a:gd name="connsiteX3" fmla="*/ 105 w 10000"/>
                <a:gd name="connsiteY3" fmla="*/ 4475 h 9964"/>
                <a:gd name="connsiteX4" fmla="*/ 2156 w 10000"/>
                <a:gd name="connsiteY4" fmla="*/ 507 h 9964"/>
                <a:gd name="connsiteX5" fmla="*/ 2947 w 10000"/>
                <a:gd name="connsiteY5" fmla="*/ 0 h 9964"/>
                <a:gd name="connsiteX6" fmla="*/ 7049 w 10000"/>
                <a:gd name="connsiteY6" fmla="*/ 0 h 9964"/>
                <a:gd name="connsiteX7" fmla="*/ 7840 w 10000"/>
                <a:gd name="connsiteY7" fmla="*/ 507 h 9964"/>
                <a:gd name="connsiteX8" fmla="*/ 9891 w 10000"/>
                <a:gd name="connsiteY8" fmla="*/ 4475 h 9964"/>
                <a:gd name="connsiteX9" fmla="*/ 9891 w 10000"/>
                <a:gd name="connsiteY9" fmla="*/ 5489 h 9964"/>
                <a:gd name="connsiteX10" fmla="*/ 2947 w 10000"/>
                <a:gd name="connsiteY10" fmla="*/ 9964 h 9964"/>
                <a:gd name="connsiteX0" fmla="*/ 2947 w 10070"/>
                <a:gd name="connsiteY0" fmla="*/ 10000 h 10000"/>
                <a:gd name="connsiteX1" fmla="*/ 2156 w 10070"/>
                <a:gd name="connsiteY1" fmla="*/ 9491 h 10000"/>
                <a:gd name="connsiteX2" fmla="*/ 105 w 10070"/>
                <a:gd name="connsiteY2" fmla="*/ 5509 h 10000"/>
                <a:gd name="connsiteX3" fmla="*/ 105 w 10070"/>
                <a:gd name="connsiteY3" fmla="*/ 4491 h 10000"/>
                <a:gd name="connsiteX4" fmla="*/ 2156 w 10070"/>
                <a:gd name="connsiteY4" fmla="*/ 509 h 10000"/>
                <a:gd name="connsiteX5" fmla="*/ 2947 w 10070"/>
                <a:gd name="connsiteY5" fmla="*/ 0 h 10000"/>
                <a:gd name="connsiteX6" fmla="*/ 7049 w 10070"/>
                <a:gd name="connsiteY6" fmla="*/ 0 h 10000"/>
                <a:gd name="connsiteX7" fmla="*/ 7840 w 10070"/>
                <a:gd name="connsiteY7" fmla="*/ 509 h 10000"/>
                <a:gd name="connsiteX8" fmla="*/ 9891 w 10070"/>
                <a:gd name="connsiteY8" fmla="*/ 4491 h 10000"/>
                <a:gd name="connsiteX9" fmla="*/ 2947 w 10070"/>
                <a:gd name="connsiteY9" fmla="*/ 10000 h 10000"/>
                <a:gd name="connsiteX0" fmla="*/ 2947 w 8049"/>
                <a:gd name="connsiteY0" fmla="*/ 10391 h 10391"/>
                <a:gd name="connsiteX1" fmla="*/ 2156 w 8049"/>
                <a:gd name="connsiteY1" fmla="*/ 9882 h 10391"/>
                <a:gd name="connsiteX2" fmla="*/ 105 w 8049"/>
                <a:gd name="connsiteY2" fmla="*/ 5900 h 10391"/>
                <a:gd name="connsiteX3" fmla="*/ 105 w 8049"/>
                <a:gd name="connsiteY3" fmla="*/ 4882 h 10391"/>
                <a:gd name="connsiteX4" fmla="*/ 2156 w 8049"/>
                <a:gd name="connsiteY4" fmla="*/ 900 h 10391"/>
                <a:gd name="connsiteX5" fmla="*/ 2947 w 8049"/>
                <a:gd name="connsiteY5" fmla="*/ 391 h 10391"/>
                <a:gd name="connsiteX6" fmla="*/ 7049 w 8049"/>
                <a:gd name="connsiteY6" fmla="*/ 391 h 10391"/>
                <a:gd name="connsiteX7" fmla="*/ 7840 w 8049"/>
                <a:gd name="connsiteY7" fmla="*/ 900 h 10391"/>
                <a:gd name="connsiteX8" fmla="*/ 2947 w 8049"/>
                <a:gd name="connsiteY8" fmla="*/ 10391 h 10391"/>
                <a:gd name="connsiteX0" fmla="*/ 3660 w 9981"/>
                <a:gd name="connsiteY0" fmla="*/ 9640 h 9640"/>
                <a:gd name="connsiteX1" fmla="*/ 2678 w 9981"/>
                <a:gd name="connsiteY1" fmla="*/ 9150 h 9640"/>
                <a:gd name="connsiteX2" fmla="*/ 129 w 9981"/>
                <a:gd name="connsiteY2" fmla="*/ 5318 h 9640"/>
                <a:gd name="connsiteX3" fmla="*/ 129 w 9981"/>
                <a:gd name="connsiteY3" fmla="*/ 4338 h 9640"/>
                <a:gd name="connsiteX4" fmla="*/ 2678 w 9981"/>
                <a:gd name="connsiteY4" fmla="*/ 506 h 9640"/>
                <a:gd name="connsiteX5" fmla="*/ 3660 w 9981"/>
                <a:gd name="connsiteY5" fmla="*/ 16 h 9640"/>
                <a:gd name="connsiteX6" fmla="*/ 8757 w 9981"/>
                <a:gd name="connsiteY6" fmla="*/ 16 h 9640"/>
                <a:gd name="connsiteX7" fmla="*/ 9739 w 9981"/>
                <a:gd name="connsiteY7" fmla="*/ 506 h 9640"/>
                <a:gd name="connsiteX8" fmla="*/ 3660 w 9981"/>
                <a:gd name="connsiteY8" fmla="*/ 9640 h 9640"/>
                <a:gd name="connsiteX0" fmla="*/ 3667 w 9758"/>
                <a:gd name="connsiteY0" fmla="*/ 10713 h 10713"/>
                <a:gd name="connsiteX1" fmla="*/ 2683 w 9758"/>
                <a:gd name="connsiteY1" fmla="*/ 10205 h 10713"/>
                <a:gd name="connsiteX2" fmla="*/ 129 w 9758"/>
                <a:gd name="connsiteY2" fmla="*/ 6230 h 10713"/>
                <a:gd name="connsiteX3" fmla="*/ 129 w 9758"/>
                <a:gd name="connsiteY3" fmla="*/ 5213 h 10713"/>
                <a:gd name="connsiteX4" fmla="*/ 2683 w 9758"/>
                <a:gd name="connsiteY4" fmla="*/ 1238 h 10713"/>
                <a:gd name="connsiteX5" fmla="*/ 3667 w 9758"/>
                <a:gd name="connsiteY5" fmla="*/ 730 h 10713"/>
                <a:gd name="connsiteX6" fmla="*/ 8774 w 9758"/>
                <a:gd name="connsiteY6" fmla="*/ 730 h 10713"/>
                <a:gd name="connsiteX7" fmla="*/ 9758 w 9758"/>
                <a:gd name="connsiteY7" fmla="*/ 1238 h 10713"/>
                <a:gd name="connsiteX8" fmla="*/ 3667 w 9758"/>
                <a:gd name="connsiteY8" fmla="*/ 10713 h 10713"/>
                <a:gd name="connsiteX0" fmla="*/ 3758 w 10000"/>
                <a:gd name="connsiteY0" fmla="*/ 9319 h 9319"/>
                <a:gd name="connsiteX1" fmla="*/ 2750 w 10000"/>
                <a:gd name="connsiteY1" fmla="*/ 8845 h 9319"/>
                <a:gd name="connsiteX2" fmla="*/ 132 w 10000"/>
                <a:gd name="connsiteY2" fmla="*/ 5134 h 9319"/>
                <a:gd name="connsiteX3" fmla="*/ 132 w 10000"/>
                <a:gd name="connsiteY3" fmla="*/ 4185 h 9319"/>
                <a:gd name="connsiteX4" fmla="*/ 2750 w 10000"/>
                <a:gd name="connsiteY4" fmla="*/ 475 h 9319"/>
                <a:gd name="connsiteX5" fmla="*/ 3758 w 10000"/>
                <a:gd name="connsiteY5" fmla="*/ 0 h 9319"/>
                <a:gd name="connsiteX6" fmla="*/ 8992 w 10000"/>
                <a:gd name="connsiteY6" fmla="*/ 0 h 9319"/>
                <a:gd name="connsiteX7" fmla="*/ 10000 w 10000"/>
                <a:gd name="connsiteY7" fmla="*/ 475 h 9319"/>
                <a:gd name="connsiteX8" fmla="*/ 3758 w 10000"/>
                <a:gd name="connsiteY8" fmla="*/ 9319 h 9319"/>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3758 w 10000"/>
                <a:gd name="connsiteY8"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657 w 10000"/>
                <a:gd name="connsiteY8" fmla="*/ 5358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27"/>
                <a:gd name="connsiteY0" fmla="*/ 10000 h 10000"/>
                <a:gd name="connsiteX1" fmla="*/ 2750 w 10027"/>
                <a:gd name="connsiteY1" fmla="*/ 9491 h 10000"/>
                <a:gd name="connsiteX2" fmla="*/ 132 w 10027"/>
                <a:gd name="connsiteY2" fmla="*/ 5509 h 10000"/>
                <a:gd name="connsiteX3" fmla="*/ 132 w 10027"/>
                <a:gd name="connsiteY3" fmla="*/ 4491 h 10000"/>
                <a:gd name="connsiteX4" fmla="*/ 2750 w 10027"/>
                <a:gd name="connsiteY4" fmla="*/ 510 h 10000"/>
                <a:gd name="connsiteX5" fmla="*/ 3758 w 10027"/>
                <a:gd name="connsiteY5" fmla="*/ 0 h 10000"/>
                <a:gd name="connsiteX6" fmla="*/ 8992 w 10027"/>
                <a:gd name="connsiteY6" fmla="*/ 0 h 10000"/>
                <a:gd name="connsiteX7" fmla="*/ 10000 w 10027"/>
                <a:gd name="connsiteY7" fmla="*/ 510 h 10000"/>
                <a:gd name="connsiteX8" fmla="*/ 6803 w 10027"/>
                <a:gd name="connsiteY8" fmla="*/ 4894 h 10000"/>
                <a:gd name="connsiteX9" fmla="*/ 3758 w 10027"/>
                <a:gd name="connsiteY9" fmla="*/ 10000 h 10000"/>
                <a:gd name="connsiteX0" fmla="*/ 3758 w 10033"/>
                <a:gd name="connsiteY0" fmla="*/ 10000 h 10000"/>
                <a:gd name="connsiteX1" fmla="*/ 2750 w 10033"/>
                <a:gd name="connsiteY1" fmla="*/ 9491 h 10000"/>
                <a:gd name="connsiteX2" fmla="*/ 132 w 10033"/>
                <a:gd name="connsiteY2" fmla="*/ 5509 h 10000"/>
                <a:gd name="connsiteX3" fmla="*/ 132 w 10033"/>
                <a:gd name="connsiteY3" fmla="*/ 4491 h 10000"/>
                <a:gd name="connsiteX4" fmla="*/ 2750 w 10033"/>
                <a:gd name="connsiteY4" fmla="*/ 510 h 10000"/>
                <a:gd name="connsiteX5" fmla="*/ 3758 w 10033"/>
                <a:gd name="connsiteY5" fmla="*/ 0 h 10000"/>
                <a:gd name="connsiteX6" fmla="*/ 8992 w 10033"/>
                <a:gd name="connsiteY6" fmla="*/ 0 h 10000"/>
                <a:gd name="connsiteX7" fmla="*/ 10000 w 10033"/>
                <a:gd name="connsiteY7" fmla="*/ 510 h 10000"/>
                <a:gd name="connsiteX8" fmla="*/ 6864 w 10033"/>
                <a:gd name="connsiteY8" fmla="*/ 5055 h 10000"/>
                <a:gd name="connsiteX9" fmla="*/ 3758 w 10033"/>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8" h="10000">
                  <a:moveTo>
                    <a:pt x="3758" y="10000"/>
                  </a:moveTo>
                  <a:cubicBezTo>
                    <a:pt x="3393" y="10000"/>
                    <a:pt x="2935" y="9770"/>
                    <a:pt x="2750" y="9491"/>
                  </a:cubicBezTo>
                  <a:lnTo>
                    <a:pt x="132" y="5509"/>
                  </a:lnTo>
                  <a:cubicBezTo>
                    <a:pt x="-44" y="5230"/>
                    <a:pt x="-44" y="4770"/>
                    <a:pt x="132" y="4491"/>
                  </a:cubicBezTo>
                  <a:lnTo>
                    <a:pt x="2750" y="510"/>
                  </a:lnTo>
                  <a:cubicBezTo>
                    <a:pt x="2935" y="231"/>
                    <a:pt x="3393" y="0"/>
                    <a:pt x="3758" y="0"/>
                  </a:cubicBezTo>
                  <a:lnTo>
                    <a:pt x="8992" y="0"/>
                  </a:lnTo>
                  <a:cubicBezTo>
                    <a:pt x="9365" y="0"/>
                    <a:pt x="9853" y="233"/>
                    <a:pt x="10000" y="510"/>
                  </a:cubicBezTo>
                  <a:cubicBezTo>
                    <a:pt x="10057" y="2976"/>
                    <a:pt x="9918" y="4465"/>
                    <a:pt x="6864" y="5055"/>
                  </a:cubicBezTo>
                  <a:cubicBezTo>
                    <a:pt x="3496" y="5539"/>
                    <a:pt x="4596" y="9371"/>
                    <a:pt x="3758" y="10000"/>
                  </a:cubicBezTo>
                  <a:close/>
                </a:path>
              </a:pathLst>
            </a:custGeom>
            <a:gradFill flip="none" rotWithShape="1">
              <a:gsLst>
                <a:gs pos="50000">
                  <a:srgbClr val="FFFFFF">
                    <a:alpha val="23000"/>
                  </a:srgbClr>
                </a:gs>
                <a:gs pos="0">
                  <a:schemeClr val="bg1">
                    <a:alpha val="0"/>
                  </a:schemeClr>
                </a:gs>
                <a:gs pos="74000">
                  <a:schemeClr val="bg1">
                    <a:lumMod val="88000"/>
                    <a:lumOff val="12000"/>
                    <a:alpha val="80000"/>
                  </a:schemeClr>
                </a:gs>
              </a:gsLst>
              <a:lin ang="2700000" scaled="1"/>
              <a:tileRect/>
            </a:gradFill>
            <a:ln w="12700">
              <a:noFill/>
            </a:ln>
            <a:effectLst/>
          </p:spPr>
          <p:txBody>
            <a:bodyPr vert="horz" wrap="square" lIns="72327" tIns="36163" rIns="72327" bIns="36163" numCol="1" anchor="t" anchorCtr="0" compatLnSpc="1">
              <a:prstTxWarp prst="textNoShape">
                <a:avLst/>
              </a:prstTxWarp>
            </a:bodyPr>
            <a:lstStyle/>
            <a:p>
              <a:endParaRPr lang="zh-CN" altLang="en-US" dirty="0"/>
            </a:p>
          </p:txBody>
        </p:sp>
        <p:grpSp>
          <p:nvGrpSpPr>
            <p:cNvPr id="14" name="组合 13"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GrpSpPr/>
            <p:nvPr/>
          </p:nvGrpSpPr>
          <p:grpSpPr>
            <a:xfrm>
              <a:off x="6117407" y="1830626"/>
              <a:ext cx="776055" cy="552709"/>
              <a:chOff x="897622" y="2414802"/>
              <a:chExt cx="1001347" cy="713164"/>
            </a:xfrm>
          </p:grpSpPr>
          <p:sp>
            <p:nvSpPr>
              <p:cNvPr id="15" name="文本框 14"/>
              <p:cNvSpPr txBox="1"/>
              <p:nvPr/>
            </p:nvSpPr>
            <p:spPr>
              <a:xfrm>
                <a:off x="986173" y="2414802"/>
                <a:ext cx="802263" cy="589466"/>
              </a:xfrm>
              <a:prstGeom prst="rect">
                <a:avLst/>
              </a:prstGeom>
              <a:noFill/>
              <a:ln>
                <a:noFill/>
              </a:ln>
              <a:effectLst>
                <a:innerShdw blurRad="63500" dist="50800" dir="13500000">
                  <a:prstClr val="black">
                    <a:alpha val="50000"/>
                  </a:prstClr>
                </a:innerShdw>
              </a:effectLst>
            </p:spPr>
            <p:txBody>
              <a:bodyPr wrap="square" rtlCol="0">
                <a:spAutoFit/>
              </a:bodyPr>
              <a:lstStyle/>
              <a:p>
                <a:pPr algn="ctr"/>
                <a:r>
                  <a:rPr lang="en-US" altLang="zh-CN" sz="2531" dirty="0">
                    <a:ln w="15875">
                      <a:noFill/>
                    </a:ln>
                    <a:solidFill>
                      <a:schemeClr val="bg1"/>
                    </a:solidFill>
                    <a:latin typeface="Impact" panose="020B0806030902050204" pitchFamily="34" charset="0"/>
                  </a:rPr>
                  <a:t>01</a:t>
                </a:r>
                <a:endParaRPr lang="zh-CN" altLang="en-US" sz="2531" dirty="0">
                  <a:ln w="15875">
                    <a:noFill/>
                  </a:ln>
                  <a:solidFill>
                    <a:schemeClr val="bg1"/>
                  </a:solidFill>
                  <a:latin typeface="Impact" panose="020B0806030902050204" pitchFamily="34" charset="0"/>
                </a:endParaRPr>
              </a:p>
            </p:txBody>
          </p:sp>
          <p:sp>
            <p:nvSpPr>
              <p:cNvPr id="16" name="文本框 15"/>
              <p:cNvSpPr txBox="1"/>
              <p:nvPr/>
            </p:nvSpPr>
            <p:spPr>
              <a:xfrm>
                <a:off x="897622" y="2856062"/>
                <a:ext cx="1001347" cy="271904"/>
              </a:xfrm>
              <a:prstGeom prst="rect">
                <a:avLst/>
              </a:prstGeom>
              <a:noFill/>
            </p:spPr>
            <p:txBody>
              <a:bodyPr wrap="square" rtlCol="0">
                <a:spAutoFit/>
              </a:bodyPr>
              <a:lstStyle/>
              <a:p>
                <a:pPr algn="ctr"/>
                <a:endParaRPr lang="zh-CN" altLang="en-US" sz="844" dirty="0">
                  <a:solidFill>
                    <a:schemeClr val="bg1"/>
                  </a:solidFill>
                  <a:latin typeface="LiHei Pro" panose="020B0500000000000000" pitchFamily="34" charset="-122"/>
                  <a:ea typeface="LiHei Pro" panose="020B0500000000000000" pitchFamily="34" charset="-122"/>
                </a:endParaRPr>
              </a:p>
            </p:txBody>
          </p:sp>
        </p:grpSp>
      </p:grpSp>
      <p:grpSp>
        <p:nvGrpSpPr>
          <p:cNvPr id="17" name="组合 16"/>
          <p:cNvGrpSpPr/>
          <p:nvPr/>
        </p:nvGrpSpPr>
        <p:grpSpPr>
          <a:xfrm>
            <a:off x="6140438" y="4259819"/>
            <a:ext cx="1475751" cy="1307975"/>
            <a:chOff x="5822030" y="3732224"/>
            <a:chExt cx="1399307" cy="1240222"/>
          </a:xfrm>
        </p:grpSpPr>
        <p:sp>
          <p:nvSpPr>
            <p:cNvPr id="18"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5822031" y="3732249"/>
              <a:ext cx="1399306" cy="124019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247CAE"/>
            </a:solidFill>
            <a:ln w="12700">
              <a:noFill/>
            </a:ln>
            <a:effectLst>
              <a:outerShdw blurRad="330200" dist="127000" dir="2700000" algn="tl" rotWithShape="0">
                <a:prstClr val="black">
                  <a:alpha val="31000"/>
                </a:prstClr>
              </a:outerShdw>
            </a:effectLst>
          </p:spPr>
          <p:txBody>
            <a:bodyPr vert="horz" wrap="square" lIns="72327" tIns="36163" rIns="72327" bIns="36163" numCol="1" anchor="t" anchorCtr="0" compatLnSpc="1">
              <a:prstTxWarp prst="textNoShape">
                <a:avLst/>
              </a:prstTxWarp>
            </a:bodyPr>
            <a:lstStyle/>
            <a:p>
              <a:endParaRPr lang="zh-CN" altLang="en-US"/>
            </a:p>
          </p:txBody>
        </p:sp>
        <p:sp>
          <p:nvSpPr>
            <p:cNvPr id="19"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5822030" y="3732224"/>
              <a:ext cx="1090040" cy="124022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 name="connsiteX0" fmla="*/ 2926 w 9929"/>
                <a:gd name="connsiteY0" fmla="*/ 10000 h 10036"/>
                <a:gd name="connsiteX1" fmla="*/ 2141 w 9929"/>
                <a:gd name="connsiteY1" fmla="*/ 9491 h 10036"/>
                <a:gd name="connsiteX2" fmla="*/ 104 w 9929"/>
                <a:gd name="connsiteY2" fmla="*/ 5509 h 10036"/>
                <a:gd name="connsiteX3" fmla="*/ 104 w 9929"/>
                <a:gd name="connsiteY3" fmla="*/ 4491 h 10036"/>
                <a:gd name="connsiteX4" fmla="*/ 2141 w 9929"/>
                <a:gd name="connsiteY4" fmla="*/ 509 h 10036"/>
                <a:gd name="connsiteX5" fmla="*/ 2926 w 9929"/>
                <a:gd name="connsiteY5" fmla="*/ 0 h 10036"/>
                <a:gd name="connsiteX6" fmla="*/ 6999 w 9929"/>
                <a:gd name="connsiteY6" fmla="*/ 0 h 10036"/>
                <a:gd name="connsiteX7" fmla="*/ 7784 w 9929"/>
                <a:gd name="connsiteY7" fmla="*/ 509 h 10036"/>
                <a:gd name="connsiteX8" fmla="*/ 9821 w 9929"/>
                <a:gd name="connsiteY8" fmla="*/ 4491 h 10036"/>
                <a:gd name="connsiteX9" fmla="*/ 9821 w 9929"/>
                <a:gd name="connsiteY9" fmla="*/ 5509 h 10036"/>
                <a:gd name="connsiteX10" fmla="*/ 7784 w 9929"/>
                <a:gd name="connsiteY10" fmla="*/ 9491 h 10036"/>
                <a:gd name="connsiteX11" fmla="*/ 2926 w 9929"/>
                <a:gd name="connsiteY11" fmla="*/ 10000 h 10036"/>
                <a:gd name="connsiteX0" fmla="*/ 2947 w 10000"/>
                <a:gd name="connsiteY0" fmla="*/ 9964 h 9964"/>
                <a:gd name="connsiteX1" fmla="*/ 2156 w 10000"/>
                <a:gd name="connsiteY1" fmla="*/ 9457 h 9964"/>
                <a:gd name="connsiteX2" fmla="*/ 105 w 10000"/>
                <a:gd name="connsiteY2" fmla="*/ 5489 h 9964"/>
                <a:gd name="connsiteX3" fmla="*/ 105 w 10000"/>
                <a:gd name="connsiteY3" fmla="*/ 4475 h 9964"/>
                <a:gd name="connsiteX4" fmla="*/ 2156 w 10000"/>
                <a:gd name="connsiteY4" fmla="*/ 507 h 9964"/>
                <a:gd name="connsiteX5" fmla="*/ 2947 w 10000"/>
                <a:gd name="connsiteY5" fmla="*/ 0 h 9964"/>
                <a:gd name="connsiteX6" fmla="*/ 7049 w 10000"/>
                <a:gd name="connsiteY6" fmla="*/ 0 h 9964"/>
                <a:gd name="connsiteX7" fmla="*/ 7840 w 10000"/>
                <a:gd name="connsiteY7" fmla="*/ 507 h 9964"/>
                <a:gd name="connsiteX8" fmla="*/ 9891 w 10000"/>
                <a:gd name="connsiteY8" fmla="*/ 4475 h 9964"/>
                <a:gd name="connsiteX9" fmla="*/ 9891 w 10000"/>
                <a:gd name="connsiteY9" fmla="*/ 5489 h 9964"/>
                <a:gd name="connsiteX10" fmla="*/ 2947 w 10000"/>
                <a:gd name="connsiteY10" fmla="*/ 9964 h 9964"/>
                <a:gd name="connsiteX0" fmla="*/ 2947 w 10070"/>
                <a:gd name="connsiteY0" fmla="*/ 10000 h 10000"/>
                <a:gd name="connsiteX1" fmla="*/ 2156 w 10070"/>
                <a:gd name="connsiteY1" fmla="*/ 9491 h 10000"/>
                <a:gd name="connsiteX2" fmla="*/ 105 w 10070"/>
                <a:gd name="connsiteY2" fmla="*/ 5509 h 10000"/>
                <a:gd name="connsiteX3" fmla="*/ 105 w 10070"/>
                <a:gd name="connsiteY3" fmla="*/ 4491 h 10000"/>
                <a:gd name="connsiteX4" fmla="*/ 2156 w 10070"/>
                <a:gd name="connsiteY4" fmla="*/ 509 h 10000"/>
                <a:gd name="connsiteX5" fmla="*/ 2947 w 10070"/>
                <a:gd name="connsiteY5" fmla="*/ 0 h 10000"/>
                <a:gd name="connsiteX6" fmla="*/ 7049 w 10070"/>
                <a:gd name="connsiteY6" fmla="*/ 0 h 10000"/>
                <a:gd name="connsiteX7" fmla="*/ 7840 w 10070"/>
                <a:gd name="connsiteY7" fmla="*/ 509 h 10000"/>
                <a:gd name="connsiteX8" fmla="*/ 9891 w 10070"/>
                <a:gd name="connsiteY8" fmla="*/ 4491 h 10000"/>
                <a:gd name="connsiteX9" fmla="*/ 2947 w 10070"/>
                <a:gd name="connsiteY9" fmla="*/ 10000 h 10000"/>
                <a:gd name="connsiteX0" fmla="*/ 2947 w 8049"/>
                <a:gd name="connsiteY0" fmla="*/ 10391 h 10391"/>
                <a:gd name="connsiteX1" fmla="*/ 2156 w 8049"/>
                <a:gd name="connsiteY1" fmla="*/ 9882 h 10391"/>
                <a:gd name="connsiteX2" fmla="*/ 105 w 8049"/>
                <a:gd name="connsiteY2" fmla="*/ 5900 h 10391"/>
                <a:gd name="connsiteX3" fmla="*/ 105 w 8049"/>
                <a:gd name="connsiteY3" fmla="*/ 4882 h 10391"/>
                <a:gd name="connsiteX4" fmla="*/ 2156 w 8049"/>
                <a:gd name="connsiteY4" fmla="*/ 900 h 10391"/>
                <a:gd name="connsiteX5" fmla="*/ 2947 w 8049"/>
                <a:gd name="connsiteY5" fmla="*/ 391 h 10391"/>
                <a:gd name="connsiteX6" fmla="*/ 7049 w 8049"/>
                <a:gd name="connsiteY6" fmla="*/ 391 h 10391"/>
                <a:gd name="connsiteX7" fmla="*/ 7840 w 8049"/>
                <a:gd name="connsiteY7" fmla="*/ 900 h 10391"/>
                <a:gd name="connsiteX8" fmla="*/ 2947 w 8049"/>
                <a:gd name="connsiteY8" fmla="*/ 10391 h 10391"/>
                <a:gd name="connsiteX0" fmla="*/ 3660 w 9981"/>
                <a:gd name="connsiteY0" fmla="*/ 9640 h 9640"/>
                <a:gd name="connsiteX1" fmla="*/ 2678 w 9981"/>
                <a:gd name="connsiteY1" fmla="*/ 9150 h 9640"/>
                <a:gd name="connsiteX2" fmla="*/ 129 w 9981"/>
                <a:gd name="connsiteY2" fmla="*/ 5318 h 9640"/>
                <a:gd name="connsiteX3" fmla="*/ 129 w 9981"/>
                <a:gd name="connsiteY3" fmla="*/ 4338 h 9640"/>
                <a:gd name="connsiteX4" fmla="*/ 2678 w 9981"/>
                <a:gd name="connsiteY4" fmla="*/ 506 h 9640"/>
                <a:gd name="connsiteX5" fmla="*/ 3660 w 9981"/>
                <a:gd name="connsiteY5" fmla="*/ 16 h 9640"/>
                <a:gd name="connsiteX6" fmla="*/ 8757 w 9981"/>
                <a:gd name="connsiteY6" fmla="*/ 16 h 9640"/>
                <a:gd name="connsiteX7" fmla="*/ 9739 w 9981"/>
                <a:gd name="connsiteY7" fmla="*/ 506 h 9640"/>
                <a:gd name="connsiteX8" fmla="*/ 3660 w 9981"/>
                <a:gd name="connsiteY8" fmla="*/ 9640 h 9640"/>
                <a:gd name="connsiteX0" fmla="*/ 3667 w 9758"/>
                <a:gd name="connsiteY0" fmla="*/ 10713 h 10713"/>
                <a:gd name="connsiteX1" fmla="*/ 2683 w 9758"/>
                <a:gd name="connsiteY1" fmla="*/ 10205 h 10713"/>
                <a:gd name="connsiteX2" fmla="*/ 129 w 9758"/>
                <a:gd name="connsiteY2" fmla="*/ 6230 h 10713"/>
                <a:gd name="connsiteX3" fmla="*/ 129 w 9758"/>
                <a:gd name="connsiteY3" fmla="*/ 5213 h 10713"/>
                <a:gd name="connsiteX4" fmla="*/ 2683 w 9758"/>
                <a:gd name="connsiteY4" fmla="*/ 1238 h 10713"/>
                <a:gd name="connsiteX5" fmla="*/ 3667 w 9758"/>
                <a:gd name="connsiteY5" fmla="*/ 730 h 10713"/>
                <a:gd name="connsiteX6" fmla="*/ 8774 w 9758"/>
                <a:gd name="connsiteY6" fmla="*/ 730 h 10713"/>
                <a:gd name="connsiteX7" fmla="*/ 9758 w 9758"/>
                <a:gd name="connsiteY7" fmla="*/ 1238 h 10713"/>
                <a:gd name="connsiteX8" fmla="*/ 3667 w 9758"/>
                <a:gd name="connsiteY8" fmla="*/ 10713 h 10713"/>
                <a:gd name="connsiteX0" fmla="*/ 3758 w 10000"/>
                <a:gd name="connsiteY0" fmla="*/ 9319 h 9319"/>
                <a:gd name="connsiteX1" fmla="*/ 2750 w 10000"/>
                <a:gd name="connsiteY1" fmla="*/ 8845 h 9319"/>
                <a:gd name="connsiteX2" fmla="*/ 132 w 10000"/>
                <a:gd name="connsiteY2" fmla="*/ 5134 h 9319"/>
                <a:gd name="connsiteX3" fmla="*/ 132 w 10000"/>
                <a:gd name="connsiteY3" fmla="*/ 4185 h 9319"/>
                <a:gd name="connsiteX4" fmla="*/ 2750 w 10000"/>
                <a:gd name="connsiteY4" fmla="*/ 475 h 9319"/>
                <a:gd name="connsiteX5" fmla="*/ 3758 w 10000"/>
                <a:gd name="connsiteY5" fmla="*/ 0 h 9319"/>
                <a:gd name="connsiteX6" fmla="*/ 8992 w 10000"/>
                <a:gd name="connsiteY6" fmla="*/ 0 h 9319"/>
                <a:gd name="connsiteX7" fmla="*/ 10000 w 10000"/>
                <a:gd name="connsiteY7" fmla="*/ 475 h 9319"/>
                <a:gd name="connsiteX8" fmla="*/ 3758 w 10000"/>
                <a:gd name="connsiteY8" fmla="*/ 9319 h 9319"/>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3758 w 10000"/>
                <a:gd name="connsiteY8"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657 w 10000"/>
                <a:gd name="connsiteY8" fmla="*/ 5358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27"/>
                <a:gd name="connsiteY0" fmla="*/ 10000 h 10000"/>
                <a:gd name="connsiteX1" fmla="*/ 2750 w 10027"/>
                <a:gd name="connsiteY1" fmla="*/ 9491 h 10000"/>
                <a:gd name="connsiteX2" fmla="*/ 132 w 10027"/>
                <a:gd name="connsiteY2" fmla="*/ 5509 h 10000"/>
                <a:gd name="connsiteX3" fmla="*/ 132 w 10027"/>
                <a:gd name="connsiteY3" fmla="*/ 4491 h 10000"/>
                <a:gd name="connsiteX4" fmla="*/ 2750 w 10027"/>
                <a:gd name="connsiteY4" fmla="*/ 510 h 10000"/>
                <a:gd name="connsiteX5" fmla="*/ 3758 w 10027"/>
                <a:gd name="connsiteY5" fmla="*/ 0 h 10000"/>
                <a:gd name="connsiteX6" fmla="*/ 8992 w 10027"/>
                <a:gd name="connsiteY6" fmla="*/ 0 h 10000"/>
                <a:gd name="connsiteX7" fmla="*/ 10000 w 10027"/>
                <a:gd name="connsiteY7" fmla="*/ 510 h 10000"/>
                <a:gd name="connsiteX8" fmla="*/ 6803 w 10027"/>
                <a:gd name="connsiteY8" fmla="*/ 4894 h 10000"/>
                <a:gd name="connsiteX9" fmla="*/ 3758 w 10027"/>
                <a:gd name="connsiteY9" fmla="*/ 10000 h 10000"/>
                <a:gd name="connsiteX0" fmla="*/ 3758 w 10033"/>
                <a:gd name="connsiteY0" fmla="*/ 10000 h 10000"/>
                <a:gd name="connsiteX1" fmla="*/ 2750 w 10033"/>
                <a:gd name="connsiteY1" fmla="*/ 9491 h 10000"/>
                <a:gd name="connsiteX2" fmla="*/ 132 w 10033"/>
                <a:gd name="connsiteY2" fmla="*/ 5509 h 10000"/>
                <a:gd name="connsiteX3" fmla="*/ 132 w 10033"/>
                <a:gd name="connsiteY3" fmla="*/ 4491 h 10000"/>
                <a:gd name="connsiteX4" fmla="*/ 2750 w 10033"/>
                <a:gd name="connsiteY4" fmla="*/ 510 h 10000"/>
                <a:gd name="connsiteX5" fmla="*/ 3758 w 10033"/>
                <a:gd name="connsiteY5" fmla="*/ 0 h 10000"/>
                <a:gd name="connsiteX6" fmla="*/ 8992 w 10033"/>
                <a:gd name="connsiteY6" fmla="*/ 0 h 10000"/>
                <a:gd name="connsiteX7" fmla="*/ 10000 w 10033"/>
                <a:gd name="connsiteY7" fmla="*/ 510 h 10000"/>
                <a:gd name="connsiteX8" fmla="*/ 6864 w 10033"/>
                <a:gd name="connsiteY8" fmla="*/ 5055 h 10000"/>
                <a:gd name="connsiteX9" fmla="*/ 3758 w 10033"/>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8" h="10000">
                  <a:moveTo>
                    <a:pt x="3758" y="10000"/>
                  </a:moveTo>
                  <a:cubicBezTo>
                    <a:pt x="3393" y="10000"/>
                    <a:pt x="2935" y="9770"/>
                    <a:pt x="2750" y="9491"/>
                  </a:cubicBezTo>
                  <a:lnTo>
                    <a:pt x="132" y="5509"/>
                  </a:lnTo>
                  <a:cubicBezTo>
                    <a:pt x="-44" y="5230"/>
                    <a:pt x="-44" y="4770"/>
                    <a:pt x="132" y="4491"/>
                  </a:cubicBezTo>
                  <a:lnTo>
                    <a:pt x="2750" y="510"/>
                  </a:lnTo>
                  <a:cubicBezTo>
                    <a:pt x="2935" y="231"/>
                    <a:pt x="3393" y="0"/>
                    <a:pt x="3758" y="0"/>
                  </a:cubicBezTo>
                  <a:lnTo>
                    <a:pt x="8992" y="0"/>
                  </a:lnTo>
                  <a:cubicBezTo>
                    <a:pt x="9365" y="0"/>
                    <a:pt x="9853" y="233"/>
                    <a:pt x="10000" y="510"/>
                  </a:cubicBezTo>
                  <a:cubicBezTo>
                    <a:pt x="10057" y="2976"/>
                    <a:pt x="9918" y="4465"/>
                    <a:pt x="6864" y="5055"/>
                  </a:cubicBezTo>
                  <a:cubicBezTo>
                    <a:pt x="3496" y="5539"/>
                    <a:pt x="4596" y="9371"/>
                    <a:pt x="3758" y="10000"/>
                  </a:cubicBezTo>
                  <a:close/>
                </a:path>
              </a:pathLst>
            </a:custGeom>
            <a:gradFill flip="none" rotWithShape="1">
              <a:gsLst>
                <a:gs pos="50000">
                  <a:srgbClr val="FFFFFF">
                    <a:alpha val="23000"/>
                  </a:srgbClr>
                </a:gs>
                <a:gs pos="0">
                  <a:schemeClr val="bg1">
                    <a:alpha val="0"/>
                  </a:schemeClr>
                </a:gs>
                <a:gs pos="74000">
                  <a:schemeClr val="bg1">
                    <a:lumMod val="88000"/>
                    <a:lumOff val="12000"/>
                    <a:alpha val="80000"/>
                  </a:schemeClr>
                </a:gs>
              </a:gsLst>
              <a:lin ang="2700000" scaled="1"/>
              <a:tileRect/>
            </a:gradFill>
            <a:ln w="12700">
              <a:noFill/>
            </a:ln>
            <a:effectLst/>
          </p:spPr>
          <p:txBody>
            <a:bodyPr vert="horz" wrap="square" lIns="72327" tIns="36163" rIns="72327" bIns="36163" numCol="1" anchor="t" anchorCtr="0" compatLnSpc="1">
              <a:prstTxWarp prst="textNoShape">
                <a:avLst/>
              </a:prstTxWarp>
            </a:bodyPr>
            <a:lstStyle/>
            <a:p>
              <a:endParaRPr lang="zh-CN" altLang="en-US" dirty="0"/>
            </a:p>
          </p:txBody>
        </p:sp>
        <p:grpSp>
          <p:nvGrpSpPr>
            <p:cNvPr id="20" name="组合 19"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GrpSpPr/>
            <p:nvPr/>
          </p:nvGrpSpPr>
          <p:grpSpPr>
            <a:xfrm>
              <a:off x="6117407" y="3829020"/>
              <a:ext cx="776055" cy="552709"/>
              <a:chOff x="897622" y="2414802"/>
              <a:chExt cx="1001347" cy="713164"/>
            </a:xfrm>
          </p:grpSpPr>
          <p:sp>
            <p:nvSpPr>
              <p:cNvPr id="21" name="文本框 20"/>
              <p:cNvSpPr txBox="1"/>
              <p:nvPr/>
            </p:nvSpPr>
            <p:spPr>
              <a:xfrm>
                <a:off x="986173" y="2414802"/>
                <a:ext cx="802263" cy="589466"/>
              </a:xfrm>
              <a:prstGeom prst="rect">
                <a:avLst/>
              </a:prstGeom>
              <a:noFill/>
              <a:ln>
                <a:noFill/>
              </a:ln>
              <a:effectLst>
                <a:innerShdw blurRad="63500" dist="50800" dir="13500000">
                  <a:prstClr val="black">
                    <a:alpha val="50000"/>
                  </a:prstClr>
                </a:innerShdw>
              </a:effectLst>
            </p:spPr>
            <p:txBody>
              <a:bodyPr wrap="square" rtlCol="0">
                <a:spAutoFit/>
              </a:bodyPr>
              <a:lstStyle/>
              <a:p>
                <a:pPr algn="ctr"/>
                <a:r>
                  <a:rPr lang="en-US" altLang="zh-CN" sz="2531" dirty="0">
                    <a:ln w="15875">
                      <a:noFill/>
                    </a:ln>
                    <a:solidFill>
                      <a:schemeClr val="bg1"/>
                    </a:solidFill>
                    <a:latin typeface="Impact" panose="020B0806030902050204" pitchFamily="34" charset="0"/>
                  </a:rPr>
                  <a:t>03</a:t>
                </a:r>
                <a:endParaRPr lang="zh-CN" altLang="en-US" sz="2531" dirty="0">
                  <a:ln w="15875">
                    <a:noFill/>
                  </a:ln>
                  <a:solidFill>
                    <a:schemeClr val="bg1"/>
                  </a:solidFill>
                  <a:latin typeface="Impact" panose="020B0806030902050204" pitchFamily="34" charset="0"/>
                </a:endParaRPr>
              </a:p>
            </p:txBody>
          </p:sp>
          <p:sp>
            <p:nvSpPr>
              <p:cNvPr id="22" name="文本框 21"/>
              <p:cNvSpPr txBox="1"/>
              <p:nvPr/>
            </p:nvSpPr>
            <p:spPr>
              <a:xfrm>
                <a:off x="897622" y="2856062"/>
                <a:ext cx="1001347" cy="271904"/>
              </a:xfrm>
              <a:prstGeom prst="rect">
                <a:avLst/>
              </a:prstGeom>
              <a:noFill/>
            </p:spPr>
            <p:txBody>
              <a:bodyPr wrap="square" rtlCol="0">
                <a:spAutoFit/>
              </a:bodyPr>
              <a:lstStyle/>
              <a:p>
                <a:pPr algn="ctr"/>
                <a:endParaRPr lang="zh-CN" altLang="en-US" sz="844" dirty="0">
                  <a:solidFill>
                    <a:schemeClr val="bg1"/>
                  </a:solidFill>
                  <a:latin typeface="LiHei Pro" panose="020B0500000000000000" pitchFamily="34" charset="-122"/>
                  <a:ea typeface="LiHei Pro" panose="020B0500000000000000" pitchFamily="34" charset="-122"/>
                </a:endParaRPr>
              </a:p>
            </p:txBody>
          </p:sp>
        </p:grpSp>
      </p:grpSp>
      <p:grpSp>
        <p:nvGrpSpPr>
          <p:cNvPr id="23" name="组合 22"/>
          <p:cNvGrpSpPr/>
          <p:nvPr/>
        </p:nvGrpSpPr>
        <p:grpSpPr>
          <a:xfrm>
            <a:off x="4841404" y="3295251"/>
            <a:ext cx="1475751" cy="1307975"/>
            <a:chOff x="4590285" y="2817621"/>
            <a:chExt cx="1399307" cy="1240222"/>
          </a:xfrm>
        </p:grpSpPr>
        <p:sp>
          <p:nvSpPr>
            <p:cNvPr id="24"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4590286" y="2817647"/>
              <a:ext cx="1399306" cy="124019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5ABCD2"/>
            </a:solidFill>
            <a:ln w="12700">
              <a:noFill/>
            </a:ln>
            <a:effectLst>
              <a:outerShdw blurRad="330200" dist="127000" dir="2700000" algn="tl" rotWithShape="0">
                <a:prstClr val="black">
                  <a:alpha val="31000"/>
                </a:prstClr>
              </a:outerShdw>
            </a:effectLst>
          </p:spPr>
          <p:txBody>
            <a:bodyPr vert="horz" wrap="square" lIns="72327" tIns="36163" rIns="72327" bIns="36163" numCol="1" anchor="t" anchorCtr="0" compatLnSpc="1">
              <a:prstTxWarp prst="textNoShape">
                <a:avLst/>
              </a:prstTxWarp>
            </a:bodyPr>
            <a:lstStyle/>
            <a:p>
              <a:endParaRPr lang="zh-CN" altLang="en-US"/>
            </a:p>
          </p:txBody>
        </p:sp>
        <p:sp>
          <p:nvSpPr>
            <p:cNvPr id="25"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4590285" y="2817621"/>
              <a:ext cx="1090040" cy="124022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 name="connsiteX0" fmla="*/ 2926 w 9929"/>
                <a:gd name="connsiteY0" fmla="*/ 10000 h 10036"/>
                <a:gd name="connsiteX1" fmla="*/ 2141 w 9929"/>
                <a:gd name="connsiteY1" fmla="*/ 9491 h 10036"/>
                <a:gd name="connsiteX2" fmla="*/ 104 w 9929"/>
                <a:gd name="connsiteY2" fmla="*/ 5509 h 10036"/>
                <a:gd name="connsiteX3" fmla="*/ 104 w 9929"/>
                <a:gd name="connsiteY3" fmla="*/ 4491 h 10036"/>
                <a:gd name="connsiteX4" fmla="*/ 2141 w 9929"/>
                <a:gd name="connsiteY4" fmla="*/ 509 h 10036"/>
                <a:gd name="connsiteX5" fmla="*/ 2926 w 9929"/>
                <a:gd name="connsiteY5" fmla="*/ 0 h 10036"/>
                <a:gd name="connsiteX6" fmla="*/ 6999 w 9929"/>
                <a:gd name="connsiteY6" fmla="*/ 0 h 10036"/>
                <a:gd name="connsiteX7" fmla="*/ 7784 w 9929"/>
                <a:gd name="connsiteY7" fmla="*/ 509 h 10036"/>
                <a:gd name="connsiteX8" fmla="*/ 9821 w 9929"/>
                <a:gd name="connsiteY8" fmla="*/ 4491 h 10036"/>
                <a:gd name="connsiteX9" fmla="*/ 9821 w 9929"/>
                <a:gd name="connsiteY9" fmla="*/ 5509 h 10036"/>
                <a:gd name="connsiteX10" fmla="*/ 7784 w 9929"/>
                <a:gd name="connsiteY10" fmla="*/ 9491 h 10036"/>
                <a:gd name="connsiteX11" fmla="*/ 2926 w 9929"/>
                <a:gd name="connsiteY11" fmla="*/ 10000 h 10036"/>
                <a:gd name="connsiteX0" fmla="*/ 2947 w 10000"/>
                <a:gd name="connsiteY0" fmla="*/ 9964 h 9964"/>
                <a:gd name="connsiteX1" fmla="*/ 2156 w 10000"/>
                <a:gd name="connsiteY1" fmla="*/ 9457 h 9964"/>
                <a:gd name="connsiteX2" fmla="*/ 105 w 10000"/>
                <a:gd name="connsiteY2" fmla="*/ 5489 h 9964"/>
                <a:gd name="connsiteX3" fmla="*/ 105 w 10000"/>
                <a:gd name="connsiteY3" fmla="*/ 4475 h 9964"/>
                <a:gd name="connsiteX4" fmla="*/ 2156 w 10000"/>
                <a:gd name="connsiteY4" fmla="*/ 507 h 9964"/>
                <a:gd name="connsiteX5" fmla="*/ 2947 w 10000"/>
                <a:gd name="connsiteY5" fmla="*/ 0 h 9964"/>
                <a:gd name="connsiteX6" fmla="*/ 7049 w 10000"/>
                <a:gd name="connsiteY6" fmla="*/ 0 h 9964"/>
                <a:gd name="connsiteX7" fmla="*/ 7840 w 10000"/>
                <a:gd name="connsiteY7" fmla="*/ 507 h 9964"/>
                <a:gd name="connsiteX8" fmla="*/ 9891 w 10000"/>
                <a:gd name="connsiteY8" fmla="*/ 4475 h 9964"/>
                <a:gd name="connsiteX9" fmla="*/ 9891 w 10000"/>
                <a:gd name="connsiteY9" fmla="*/ 5489 h 9964"/>
                <a:gd name="connsiteX10" fmla="*/ 2947 w 10000"/>
                <a:gd name="connsiteY10" fmla="*/ 9964 h 9964"/>
                <a:gd name="connsiteX0" fmla="*/ 2947 w 10070"/>
                <a:gd name="connsiteY0" fmla="*/ 10000 h 10000"/>
                <a:gd name="connsiteX1" fmla="*/ 2156 w 10070"/>
                <a:gd name="connsiteY1" fmla="*/ 9491 h 10000"/>
                <a:gd name="connsiteX2" fmla="*/ 105 w 10070"/>
                <a:gd name="connsiteY2" fmla="*/ 5509 h 10000"/>
                <a:gd name="connsiteX3" fmla="*/ 105 w 10070"/>
                <a:gd name="connsiteY3" fmla="*/ 4491 h 10000"/>
                <a:gd name="connsiteX4" fmla="*/ 2156 w 10070"/>
                <a:gd name="connsiteY4" fmla="*/ 509 h 10000"/>
                <a:gd name="connsiteX5" fmla="*/ 2947 w 10070"/>
                <a:gd name="connsiteY5" fmla="*/ 0 h 10000"/>
                <a:gd name="connsiteX6" fmla="*/ 7049 w 10070"/>
                <a:gd name="connsiteY6" fmla="*/ 0 h 10000"/>
                <a:gd name="connsiteX7" fmla="*/ 7840 w 10070"/>
                <a:gd name="connsiteY7" fmla="*/ 509 h 10000"/>
                <a:gd name="connsiteX8" fmla="*/ 9891 w 10070"/>
                <a:gd name="connsiteY8" fmla="*/ 4491 h 10000"/>
                <a:gd name="connsiteX9" fmla="*/ 2947 w 10070"/>
                <a:gd name="connsiteY9" fmla="*/ 10000 h 10000"/>
                <a:gd name="connsiteX0" fmla="*/ 2947 w 8049"/>
                <a:gd name="connsiteY0" fmla="*/ 10391 h 10391"/>
                <a:gd name="connsiteX1" fmla="*/ 2156 w 8049"/>
                <a:gd name="connsiteY1" fmla="*/ 9882 h 10391"/>
                <a:gd name="connsiteX2" fmla="*/ 105 w 8049"/>
                <a:gd name="connsiteY2" fmla="*/ 5900 h 10391"/>
                <a:gd name="connsiteX3" fmla="*/ 105 w 8049"/>
                <a:gd name="connsiteY3" fmla="*/ 4882 h 10391"/>
                <a:gd name="connsiteX4" fmla="*/ 2156 w 8049"/>
                <a:gd name="connsiteY4" fmla="*/ 900 h 10391"/>
                <a:gd name="connsiteX5" fmla="*/ 2947 w 8049"/>
                <a:gd name="connsiteY5" fmla="*/ 391 h 10391"/>
                <a:gd name="connsiteX6" fmla="*/ 7049 w 8049"/>
                <a:gd name="connsiteY6" fmla="*/ 391 h 10391"/>
                <a:gd name="connsiteX7" fmla="*/ 7840 w 8049"/>
                <a:gd name="connsiteY7" fmla="*/ 900 h 10391"/>
                <a:gd name="connsiteX8" fmla="*/ 2947 w 8049"/>
                <a:gd name="connsiteY8" fmla="*/ 10391 h 10391"/>
                <a:gd name="connsiteX0" fmla="*/ 3660 w 9981"/>
                <a:gd name="connsiteY0" fmla="*/ 9640 h 9640"/>
                <a:gd name="connsiteX1" fmla="*/ 2678 w 9981"/>
                <a:gd name="connsiteY1" fmla="*/ 9150 h 9640"/>
                <a:gd name="connsiteX2" fmla="*/ 129 w 9981"/>
                <a:gd name="connsiteY2" fmla="*/ 5318 h 9640"/>
                <a:gd name="connsiteX3" fmla="*/ 129 w 9981"/>
                <a:gd name="connsiteY3" fmla="*/ 4338 h 9640"/>
                <a:gd name="connsiteX4" fmla="*/ 2678 w 9981"/>
                <a:gd name="connsiteY4" fmla="*/ 506 h 9640"/>
                <a:gd name="connsiteX5" fmla="*/ 3660 w 9981"/>
                <a:gd name="connsiteY5" fmla="*/ 16 h 9640"/>
                <a:gd name="connsiteX6" fmla="*/ 8757 w 9981"/>
                <a:gd name="connsiteY6" fmla="*/ 16 h 9640"/>
                <a:gd name="connsiteX7" fmla="*/ 9739 w 9981"/>
                <a:gd name="connsiteY7" fmla="*/ 506 h 9640"/>
                <a:gd name="connsiteX8" fmla="*/ 3660 w 9981"/>
                <a:gd name="connsiteY8" fmla="*/ 9640 h 9640"/>
                <a:gd name="connsiteX0" fmla="*/ 3667 w 9758"/>
                <a:gd name="connsiteY0" fmla="*/ 10713 h 10713"/>
                <a:gd name="connsiteX1" fmla="*/ 2683 w 9758"/>
                <a:gd name="connsiteY1" fmla="*/ 10205 h 10713"/>
                <a:gd name="connsiteX2" fmla="*/ 129 w 9758"/>
                <a:gd name="connsiteY2" fmla="*/ 6230 h 10713"/>
                <a:gd name="connsiteX3" fmla="*/ 129 w 9758"/>
                <a:gd name="connsiteY3" fmla="*/ 5213 h 10713"/>
                <a:gd name="connsiteX4" fmla="*/ 2683 w 9758"/>
                <a:gd name="connsiteY4" fmla="*/ 1238 h 10713"/>
                <a:gd name="connsiteX5" fmla="*/ 3667 w 9758"/>
                <a:gd name="connsiteY5" fmla="*/ 730 h 10713"/>
                <a:gd name="connsiteX6" fmla="*/ 8774 w 9758"/>
                <a:gd name="connsiteY6" fmla="*/ 730 h 10713"/>
                <a:gd name="connsiteX7" fmla="*/ 9758 w 9758"/>
                <a:gd name="connsiteY7" fmla="*/ 1238 h 10713"/>
                <a:gd name="connsiteX8" fmla="*/ 3667 w 9758"/>
                <a:gd name="connsiteY8" fmla="*/ 10713 h 10713"/>
                <a:gd name="connsiteX0" fmla="*/ 3758 w 10000"/>
                <a:gd name="connsiteY0" fmla="*/ 9319 h 9319"/>
                <a:gd name="connsiteX1" fmla="*/ 2750 w 10000"/>
                <a:gd name="connsiteY1" fmla="*/ 8845 h 9319"/>
                <a:gd name="connsiteX2" fmla="*/ 132 w 10000"/>
                <a:gd name="connsiteY2" fmla="*/ 5134 h 9319"/>
                <a:gd name="connsiteX3" fmla="*/ 132 w 10000"/>
                <a:gd name="connsiteY3" fmla="*/ 4185 h 9319"/>
                <a:gd name="connsiteX4" fmla="*/ 2750 w 10000"/>
                <a:gd name="connsiteY4" fmla="*/ 475 h 9319"/>
                <a:gd name="connsiteX5" fmla="*/ 3758 w 10000"/>
                <a:gd name="connsiteY5" fmla="*/ 0 h 9319"/>
                <a:gd name="connsiteX6" fmla="*/ 8992 w 10000"/>
                <a:gd name="connsiteY6" fmla="*/ 0 h 9319"/>
                <a:gd name="connsiteX7" fmla="*/ 10000 w 10000"/>
                <a:gd name="connsiteY7" fmla="*/ 475 h 9319"/>
                <a:gd name="connsiteX8" fmla="*/ 3758 w 10000"/>
                <a:gd name="connsiteY8" fmla="*/ 9319 h 9319"/>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3758 w 10000"/>
                <a:gd name="connsiteY8"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657 w 10000"/>
                <a:gd name="connsiteY8" fmla="*/ 5358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27"/>
                <a:gd name="connsiteY0" fmla="*/ 10000 h 10000"/>
                <a:gd name="connsiteX1" fmla="*/ 2750 w 10027"/>
                <a:gd name="connsiteY1" fmla="*/ 9491 h 10000"/>
                <a:gd name="connsiteX2" fmla="*/ 132 w 10027"/>
                <a:gd name="connsiteY2" fmla="*/ 5509 h 10000"/>
                <a:gd name="connsiteX3" fmla="*/ 132 w 10027"/>
                <a:gd name="connsiteY3" fmla="*/ 4491 h 10000"/>
                <a:gd name="connsiteX4" fmla="*/ 2750 w 10027"/>
                <a:gd name="connsiteY4" fmla="*/ 510 h 10000"/>
                <a:gd name="connsiteX5" fmla="*/ 3758 w 10027"/>
                <a:gd name="connsiteY5" fmla="*/ 0 h 10000"/>
                <a:gd name="connsiteX6" fmla="*/ 8992 w 10027"/>
                <a:gd name="connsiteY6" fmla="*/ 0 h 10000"/>
                <a:gd name="connsiteX7" fmla="*/ 10000 w 10027"/>
                <a:gd name="connsiteY7" fmla="*/ 510 h 10000"/>
                <a:gd name="connsiteX8" fmla="*/ 6803 w 10027"/>
                <a:gd name="connsiteY8" fmla="*/ 4894 h 10000"/>
                <a:gd name="connsiteX9" fmla="*/ 3758 w 10027"/>
                <a:gd name="connsiteY9" fmla="*/ 10000 h 10000"/>
                <a:gd name="connsiteX0" fmla="*/ 3758 w 10033"/>
                <a:gd name="connsiteY0" fmla="*/ 10000 h 10000"/>
                <a:gd name="connsiteX1" fmla="*/ 2750 w 10033"/>
                <a:gd name="connsiteY1" fmla="*/ 9491 h 10000"/>
                <a:gd name="connsiteX2" fmla="*/ 132 w 10033"/>
                <a:gd name="connsiteY2" fmla="*/ 5509 h 10000"/>
                <a:gd name="connsiteX3" fmla="*/ 132 w 10033"/>
                <a:gd name="connsiteY3" fmla="*/ 4491 h 10000"/>
                <a:gd name="connsiteX4" fmla="*/ 2750 w 10033"/>
                <a:gd name="connsiteY4" fmla="*/ 510 h 10000"/>
                <a:gd name="connsiteX5" fmla="*/ 3758 w 10033"/>
                <a:gd name="connsiteY5" fmla="*/ 0 h 10000"/>
                <a:gd name="connsiteX6" fmla="*/ 8992 w 10033"/>
                <a:gd name="connsiteY6" fmla="*/ 0 h 10000"/>
                <a:gd name="connsiteX7" fmla="*/ 10000 w 10033"/>
                <a:gd name="connsiteY7" fmla="*/ 510 h 10000"/>
                <a:gd name="connsiteX8" fmla="*/ 6864 w 10033"/>
                <a:gd name="connsiteY8" fmla="*/ 5055 h 10000"/>
                <a:gd name="connsiteX9" fmla="*/ 3758 w 10033"/>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8" h="10000">
                  <a:moveTo>
                    <a:pt x="3758" y="10000"/>
                  </a:moveTo>
                  <a:cubicBezTo>
                    <a:pt x="3393" y="10000"/>
                    <a:pt x="2935" y="9770"/>
                    <a:pt x="2750" y="9491"/>
                  </a:cubicBezTo>
                  <a:lnTo>
                    <a:pt x="132" y="5509"/>
                  </a:lnTo>
                  <a:cubicBezTo>
                    <a:pt x="-44" y="5230"/>
                    <a:pt x="-44" y="4770"/>
                    <a:pt x="132" y="4491"/>
                  </a:cubicBezTo>
                  <a:lnTo>
                    <a:pt x="2750" y="510"/>
                  </a:lnTo>
                  <a:cubicBezTo>
                    <a:pt x="2935" y="231"/>
                    <a:pt x="3393" y="0"/>
                    <a:pt x="3758" y="0"/>
                  </a:cubicBezTo>
                  <a:lnTo>
                    <a:pt x="8992" y="0"/>
                  </a:lnTo>
                  <a:cubicBezTo>
                    <a:pt x="9365" y="0"/>
                    <a:pt x="9853" y="233"/>
                    <a:pt x="10000" y="510"/>
                  </a:cubicBezTo>
                  <a:cubicBezTo>
                    <a:pt x="10057" y="2976"/>
                    <a:pt x="9918" y="4465"/>
                    <a:pt x="6864" y="5055"/>
                  </a:cubicBezTo>
                  <a:cubicBezTo>
                    <a:pt x="3496" y="5539"/>
                    <a:pt x="4596" y="9371"/>
                    <a:pt x="3758" y="10000"/>
                  </a:cubicBezTo>
                  <a:close/>
                </a:path>
              </a:pathLst>
            </a:custGeom>
            <a:gradFill flip="none" rotWithShape="1">
              <a:gsLst>
                <a:gs pos="50000">
                  <a:srgbClr val="FFFFFF">
                    <a:alpha val="23000"/>
                  </a:srgbClr>
                </a:gs>
                <a:gs pos="0">
                  <a:schemeClr val="bg1">
                    <a:alpha val="0"/>
                  </a:schemeClr>
                </a:gs>
                <a:gs pos="74000">
                  <a:schemeClr val="bg1">
                    <a:lumMod val="88000"/>
                    <a:lumOff val="12000"/>
                    <a:alpha val="80000"/>
                  </a:schemeClr>
                </a:gs>
              </a:gsLst>
              <a:lin ang="2700000" scaled="1"/>
              <a:tileRect/>
            </a:gradFill>
            <a:ln w="12700">
              <a:noFill/>
            </a:ln>
            <a:effectLst/>
          </p:spPr>
          <p:txBody>
            <a:bodyPr vert="horz" wrap="square" lIns="72327" tIns="36163" rIns="72327" bIns="36163" numCol="1" anchor="t" anchorCtr="0" compatLnSpc="1">
              <a:prstTxWarp prst="textNoShape">
                <a:avLst/>
              </a:prstTxWarp>
            </a:bodyPr>
            <a:lstStyle/>
            <a:p>
              <a:endParaRPr lang="zh-CN" altLang="en-US" dirty="0"/>
            </a:p>
          </p:txBody>
        </p:sp>
        <p:grpSp>
          <p:nvGrpSpPr>
            <p:cNvPr id="26" name="组合 2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GrpSpPr/>
            <p:nvPr/>
          </p:nvGrpSpPr>
          <p:grpSpPr>
            <a:xfrm>
              <a:off x="4891886" y="2912064"/>
              <a:ext cx="776055" cy="552709"/>
              <a:chOff x="897622" y="2414802"/>
              <a:chExt cx="1001347" cy="713164"/>
            </a:xfrm>
          </p:grpSpPr>
          <p:sp>
            <p:nvSpPr>
              <p:cNvPr id="27" name="文本框 26"/>
              <p:cNvSpPr txBox="1"/>
              <p:nvPr/>
            </p:nvSpPr>
            <p:spPr>
              <a:xfrm>
                <a:off x="986173" y="2414802"/>
                <a:ext cx="802263" cy="589466"/>
              </a:xfrm>
              <a:prstGeom prst="rect">
                <a:avLst/>
              </a:prstGeom>
              <a:noFill/>
              <a:ln>
                <a:noFill/>
              </a:ln>
              <a:effectLst>
                <a:innerShdw blurRad="63500" dist="50800" dir="13500000">
                  <a:prstClr val="black">
                    <a:alpha val="50000"/>
                  </a:prstClr>
                </a:innerShdw>
              </a:effectLst>
            </p:spPr>
            <p:txBody>
              <a:bodyPr wrap="square" rtlCol="0">
                <a:spAutoFit/>
              </a:bodyPr>
              <a:lstStyle/>
              <a:p>
                <a:pPr algn="ctr"/>
                <a:r>
                  <a:rPr lang="en-US" altLang="zh-CN" sz="2531" dirty="0">
                    <a:ln w="15875">
                      <a:noFill/>
                    </a:ln>
                    <a:solidFill>
                      <a:schemeClr val="bg1"/>
                    </a:solidFill>
                    <a:latin typeface="Impact" panose="020B0806030902050204" pitchFamily="34" charset="0"/>
                  </a:rPr>
                  <a:t>02</a:t>
                </a:r>
                <a:endParaRPr lang="zh-CN" altLang="en-US" sz="2531" dirty="0">
                  <a:ln w="15875">
                    <a:noFill/>
                  </a:ln>
                  <a:solidFill>
                    <a:schemeClr val="bg1"/>
                  </a:solidFill>
                  <a:latin typeface="Impact" panose="020B0806030902050204" pitchFamily="34" charset="0"/>
                </a:endParaRPr>
              </a:p>
            </p:txBody>
          </p:sp>
          <p:sp>
            <p:nvSpPr>
              <p:cNvPr id="28" name="文本框 27"/>
              <p:cNvSpPr txBox="1"/>
              <p:nvPr/>
            </p:nvSpPr>
            <p:spPr>
              <a:xfrm>
                <a:off x="897622" y="2856062"/>
                <a:ext cx="1001347" cy="271904"/>
              </a:xfrm>
              <a:prstGeom prst="rect">
                <a:avLst/>
              </a:prstGeom>
              <a:noFill/>
            </p:spPr>
            <p:txBody>
              <a:bodyPr wrap="square" rtlCol="0">
                <a:spAutoFit/>
              </a:bodyPr>
              <a:lstStyle/>
              <a:p>
                <a:pPr algn="ctr"/>
                <a:endParaRPr lang="zh-CN" altLang="en-US" sz="844" dirty="0">
                  <a:solidFill>
                    <a:schemeClr val="bg1"/>
                  </a:solidFill>
                  <a:latin typeface="LiHei Pro" panose="020B0500000000000000" pitchFamily="34" charset="-122"/>
                  <a:ea typeface="LiHei Pro" panose="020B0500000000000000" pitchFamily="34" charset="-122"/>
                </a:endParaRPr>
              </a:p>
            </p:txBody>
          </p:sp>
        </p:grpSp>
      </p:grpSp>
      <p:grpSp>
        <p:nvGrpSpPr>
          <p:cNvPr id="29" name="组合 28"/>
          <p:cNvGrpSpPr/>
          <p:nvPr/>
        </p:nvGrpSpPr>
        <p:grpSpPr>
          <a:xfrm>
            <a:off x="4841404" y="5389378"/>
            <a:ext cx="1475751" cy="1307975"/>
            <a:chOff x="4590285" y="4803272"/>
            <a:chExt cx="1399307" cy="1240222"/>
          </a:xfrm>
        </p:grpSpPr>
        <p:sp>
          <p:nvSpPr>
            <p:cNvPr id="30"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4590286" y="4803298"/>
              <a:ext cx="1399306" cy="1240196"/>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5" h="1218">
                  <a:moveTo>
                    <a:pt x="407" y="1218"/>
                  </a:moveTo>
                  <a:cubicBezTo>
                    <a:pt x="368" y="1218"/>
                    <a:pt x="319" y="1190"/>
                    <a:pt x="299" y="1156"/>
                  </a:cubicBezTo>
                  <a:cubicBezTo>
                    <a:pt x="19" y="671"/>
                    <a:pt x="19" y="671"/>
                    <a:pt x="19" y="671"/>
                  </a:cubicBezTo>
                  <a:cubicBezTo>
                    <a:pt x="0" y="637"/>
                    <a:pt x="0" y="581"/>
                    <a:pt x="19" y="547"/>
                  </a:cubicBezTo>
                  <a:cubicBezTo>
                    <a:pt x="299" y="62"/>
                    <a:pt x="299" y="62"/>
                    <a:pt x="299" y="62"/>
                  </a:cubicBezTo>
                  <a:cubicBezTo>
                    <a:pt x="319" y="28"/>
                    <a:pt x="368" y="0"/>
                    <a:pt x="407" y="0"/>
                  </a:cubicBezTo>
                  <a:cubicBezTo>
                    <a:pt x="967" y="0"/>
                    <a:pt x="967" y="0"/>
                    <a:pt x="967" y="0"/>
                  </a:cubicBezTo>
                  <a:cubicBezTo>
                    <a:pt x="1007" y="0"/>
                    <a:pt x="1055" y="28"/>
                    <a:pt x="1075" y="62"/>
                  </a:cubicBezTo>
                  <a:cubicBezTo>
                    <a:pt x="1355" y="547"/>
                    <a:pt x="1355" y="547"/>
                    <a:pt x="1355" y="547"/>
                  </a:cubicBezTo>
                  <a:cubicBezTo>
                    <a:pt x="1375" y="581"/>
                    <a:pt x="1375" y="637"/>
                    <a:pt x="1355" y="671"/>
                  </a:cubicBezTo>
                  <a:cubicBezTo>
                    <a:pt x="1075" y="1156"/>
                    <a:pt x="1075" y="1156"/>
                    <a:pt x="1075" y="1156"/>
                  </a:cubicBezTo>
                  <a:cubicBezTo>
                    <a:pt x="1055" y="1190"/>
                    <a:pt x="1007" y="1218"/>
                    <a:pt x="967" y="1218"/>
                  </a:cubicBezTo>
                  <a:lnTo>
                    <a:pt x="407" y="1218"/>
                  </a:lnTo>
                  <a:close/>
                </a:path>
              </a:pathLst>
            </a:custGeom>
            <a:solidFill>
              <a:srgbClr val="5ABCD2"/>
            </a:solidFill>
            <a:ln w="12700">
              <a:noFill/>
            </a:ln>
            <a:effectLst>
              <a:outerShdw blurRad="330200" dist="127000" dir="2700000" algn="tl" rotWithShape="0">
                <a:prstClr val="black">
                  <a:alpha val="31000"/>
                </a:prstClr>
              </a:outerShdw>
            </a:effectLst>
          </p:spPr>
          <p:txBody>
            <a:bodyPr vert="horz" wrap="square" lIns="72327" tIns="36163" rIns="72327" bIns="36163" numCol="1" anchor="t" anchorCtr="0" compatLnSpc="1">
              <a:prstTxWarp prst="textNoShape">
                <a:avLst/>
              </a:prstTxWarp>
            </a:bodyPr>
            <a:lstStyle/>
            <a:p>
              <a:endParaRPr lang="zh-CN" altLang="en-US"/>
            </a:p>
          </p:txBody>
        </p:sp>
        <p:sp>
          <p:nvSpPr>
            <p:cNvPr id="31" name="Freeform 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4590285" y="4803272"/>
              <a:ext cx="1090040" cy="1240222"/>
            </a:xfrm>
            <a:custGeom>
              <a:avLst/>
              <a:gdLst>
                <a:gd name="T0" fmla="*/ 407 w 1375"/>
                <a:gd name="T1" fmla="*/ 1218 h 1218"/>
                <a:gd name="T2" fmla="*/ 299 w 1375"/>
                <a:gd name="T3" fmla="*/ 1156 h 1218"/>
                <a:gd name="T4" fmla="*/ 19 w 1375"/>
                <a:gd name="T5" fmla="*/ 671 h 1218"/>
                <a:gd name="T6" fmla="*/ 19 w 1375"/>
                <a:gd name="T7" fmla="*/ 547 h 1218"/>
                <a:gd name="T8" fmla="*/ 299 w 1375"/>
                <a:gd name="T9" fmla="*/ 62 h 1218"/>
                <a:gd name="T10" fmla="*/ 407 w 1375"/>
                <a:gd name="T11" fmla="*/ 0 h 1218"/>
                <a:gd name="T12" fmla="*/ 967 w 1375"/>
                <a:gd name="T13" fmla="*/ 0 h 1218"/>
                <a:gd name="T14" fmla="*/ 1075 w 1375"/>
                <a:gd name="T15" fmla="*/ 62 h 1218"/>
                <a:gd name="T16" fmla="*/ 1355 w 1375"/>
                <a:gd name="T17" fmla="*/ 547 h 1218"/>
                <a:gd name="T18" fmla="*/ 1355 w 1375"/>
                <a:gd name="T19" fmla="*/ 671 h 1218"/>
                <a:gd name="T20" fmla="*/ 1075 w 1375"/>
                <a:gd name="T21" fmla="*/ 1156 h 1218"/>
                <a:gd name="T22" fmla="*/ 967 w 1375"/>
                <a:gd name="T23" fmla="*/ 1218 h 1218"/>
                <a:gd name="T24" fmla="*/ 407 w 1375"/>
                <a:gd name="T25" fmla="*/ 1218 h 1218"/>
                <a:gd name="connsiteX0" fmla="*/ 2926 w 9929"/>
                <a:gd name="connsiteY0" fmla="*/ 10000 h 10036"/>
                <a:gd name="connsiteX1" fmla="*/ 2141 w 9929"/>
                <a:gd name="connsiteY1" fmla="*/ 9491 h 10036"/>
                <a:gd name="connsiteX2" fmla="*/ 104 w 9929"/>
                <a:gd name="connsiteY2" fmla="*/ 5509 h 10036"/>
                <a:gd name="connsiteX3" fmla="*/ 104 w 9929"/>
                <a:gd name="connsiteY3" fmla="*/ 4491 h 10036"/>
                <a:gd name="connsiteX4" fmla="*/ 2141 w 9929"/>
                <a:gd name="connsiteY4" fmla="*/ 509 h 10036"/>
                <a:gd name="connsiteX5" fmla="*/ 2926 w 9929"/>
                <a:gd name="connsiteY5" fmla="*/ 0 h 10036"/>
                <a:gd name="connsiteX6" fmla="*/ 6999 w 9929"/>
                <a:gd name="connsiteY6" fmla="*/ 0 h 10036"/>
                <a:gd name="connsiteX7" fmla="*/ 7784 w 9929"/>
                <a:gd name="connsiteY7" fmla="*/ 509 h 10036"/>
                <a:gd name="connsiteX8" fmla="*/ 9821 w 9929"/>
                <a:gd name="connsiteY8" fmla="*/ 4491 h 10036"/>
                <a:gd name="connsiteX9" fmla="*/ 9821 w 9929"/>
                <a:gd name="connsiteY9" fmla="*/ 5509 h 10036"/>
                <a:gd name="connsiteX10" fmla="*/ 7784 w 9929"/>
                <a:gd name="connsiteY10" fmla="*/ 9491 h 10036"/>
                <a:gd name="connsiteX11" fmla="*/ 2926 w 9929"/>
                <a:gd name="connsiteY11" fmla="*/ 10000 h 10036"/>
                <a:gd name="connsiteX0" fmla="*/ 2947 w 10000"/>
                <a:gd name="connsiteY0" fmla="*/ 9964 h 9964"/>
                <a:gd name="connsiteX1" fmla="*/ 2156 w 10000"/>
                <a:gd name="connsiteY1" fmla="*/ 9457 h 9964"/>
                <a:gd name="connsiteX2" fmla="*/ 105 w 10000"/>
                <a:gd name="connsiteY2" fmla="*/ 5489 h 9964"/>
                <a:gd name="connsiteX3" fmla="*/ 105 w 10000"/>
                <a:gd name="connsiteY3" fmla="*/ 4475 h 9964"/>
                <a:gd name="connsiteX4" fmla="*/ 2156 w 10000"/>
                <a:gd name="connsiteY4" fmla="*/ 507 h 9964"/>
                <a:gd name="connsiteX5" fmla="*/ 2947 w 10000"/>
                <a:gd name="connsiteY5" fmla="*/ 0 h 9964"/>
                <a:gd name="connsiteX6" fmla="*/ 7049 w 10000"/>
                <a:gd name="connsiteY6" fmla="*/ 0 h 9964"/>
                <a:gd name="connsiteX7" fmla="*/ 7840 w 10000"/>
                <a:gd name="connsiteY7" fmla="*/ 507 h 9964"/>
                <a:gd name="connsiteX8" fmla="*/ 9891 w 10000"/>
                <a:gd name="connsiteY8" fmla="*/ 4475 h 9964"/>
                <a:gd name="connsiteX9" fmla="*/ 9891 w 10000"/>
                <a:gd name="connsiteY9" fmla="*/ 5489 h 9964"/>
                <a:gd name="connsiteX10" fmla="*/ 2947 w 10000"/>
                <a:gd name="connsiteY10" fmla="*/ 9964 h 9964"/>
                <a:gd name="connsiteX0" fmla="*/ 2947 w 10070"/>
                <a:gd name="connsiteY0" fmla="*/ 10000 h 10000"/>
                <a:gd name="connsiteX1" fmla="*/ 2156 w 10070"/>
                <a:gd name="connsiteY1" fmla="*/ 9491 h 10000"/>
                <a:gd name="connsiteX2" fmla="*/ 105 w 10070"/>
                <a:gd name="connsiteY2" fmla="*/ 5509 h 10000"/>
                <a:gd name="connsiteX3" fmla="*/ 105 w 10070"/>
                <a:gd name="connsiteY3" fmla="*/ 4491 h 10000"/>
                <a:gd name="connsiteX4" fmla="*/ 2156 w 10070"/>
                <a:gd name="connsiteY4" fmla="*/ 509 h 10000"/>
                <a:gd name="connsiteX5" fmla="*/ 2947 w 10070"/>
                <a:gd name="connsiteY5" fmla="*/ 0 h 10000"/>
                <a:gd name="connsiteX6" fmla="*/ 7049 w 10070"/>
                <a:gd name="connsiteY6" fmla="*/ 0 h 10000"/>
                <a:gd name="connsiteX7" fmla="*/ 7840 w 10070"/>
                <a:gd name="connsiteY7" fmla="*/ 509 h 10000"/>
                <a:gd name="connsiteX8" fmla="*/ 9891 w 10070"/>
                <a:gd name="connsiteY8" fmla="*/ 4491 h 10000"/>
                <a:gd name="connsiteX9" fmla="*/ 2947 w 10070"/>
                <a:gd name="connsiteY9" fmla="*/ 10000 h 10000"/>
                <a:gd name="connsiteX0" fmla="*/ 2947 w 8049"/>
                <a:gd name="connsiteY0" fmla="*/ 10391 h 10391"/>
                <a:gd name="connsiteX1" fmla="*/ 2156 w 8049"/>
                <a:gd name="connsiteY1" fmla="*/ 9882 h 10391"/>
                <a:gd name="connsiteX2" fmla="*/ 105 w 8049"/>
                <a:gd name="connsiteY2" fmla="*/ 5900 h 10391"/>
                <a:gd name="connsiteX3" fmla="*/ 105 w 8049"/>
                <a:gd name="connsiteY3" fmla="*/ 4882 h 10391"/>
                <a:gd name="connsiteX4" fmla="*/ 2156 w 8049"/>
                <a:gd name="connsiteY4" fmla="*/ 900 h 10391"/>
                <a:gd name="connsiteX5" fmla="*/ 2947 w 8049"/>
                <a:gd name="connsiteY5" fmla="*/ 391 h 10391"/>
                <a:gd name="connsiteX6" fmla="*/ 7049 w 8049"/>
                <a:gd name="connsiteY6" fmla="*/ 391 h 10391"/>
                <a:gd name="connsiteX7" fmla="*/ 7840 w 8049"/>
                <a:gd name="connsiteY7" fmla="*/ 900 h 10391"/>
                <a:gd name="connsiteX8" fmla="*/ 2947 w 8049"/>
                <a:gd name="connsiteY8" fmla="*/ 10391 h 10391"/>
                <a:gd name="connsiteX0" fmla="*/ 3660 w 9981"/>
                <a:gd name="connsiteY0" fmla="*/ 9640 h 9640"/>
                <a:gd name="connsiteX1" fmla="*/ 2678 w 9981"/>
                <a:gd name="connsiteY1" fmla="*/ 9150 h 9640"/>
                <a:gd name="connsiteX2" fmla="*/ 129 w 9981"/>
                <a:gd name="connsiteY2" fmla="*/ 5318 h 9640"/>
                <a:gd name="connsiteX3" fmla="*/ 129 w 9981"/>
                <a:gd name="connsiteY3" fmla="*/ 4338 h 9640"/>
                <a:gd name="connsiteX4" fmla="*/ 2678 w 9981"/>
                <a:gd name="connsiteY4" fmla="*/ 506 h 9640"/>
                <a:gd name="connsiteX5" fmla="*/ 3660 w 9981"/>
                <a:gd name="connsiteY5" fmla="*/ 16 h 9640"/>
                <a:gd name="connsiteX6" fmla="*/ 8757 w 9981"/>
                <a:gd name="connsiteY6" fmla="*/ 16 h 9640"/>
                <a:gd name="connsiteX7" fmla="*/ 9739 w 9981"/>
                <a:gd name="connsiteY7" fmla="*/ 506 h 9640"/>
                <a:gd name="connsiteX8" fmla="*/ 3660 w 9981"/>
                <a:gd name="connsiteY8" fmla="*/ 9640 h 9640"/>
                <a:gd name="connsiteX0" fmla="*/ 3667 w 9758"/>
                <a:gd name="connsiteY0" fmla="*/ 10713 h 10713"/>
                <a:gd name="connsiteX1" fmla="*/ 2683 w 9758"/>
                <a:gd name="connsiteY1" fmla="*/ 10205 h 10713"/>
                <a:gd name="connsiteX2" fmla="*/ 129 w 9758"/>
                <a:gd name="connsiteY2" fmla="*/ 6230 h 10713"/>
                <a:gd name="connsiteX3" fmla="*/ 129 w 9758"/>
                <a:gd name="connsiteY3" fmla="*/ 5213 h 10713"/>
                <a:gd name="connsiteX4" fmla="*/ 2683 w 9758"/>
                <a:gd name="connsiteY4" fmla="*/ 1238 h 10713"/>
                <a:gd name="connsiteX5" fmla="*/ 3667 w 9758"/>
                <a:gd name="connsiteY5" fmla="*/ 730 h 10713"/>
                <a:gd name="connsiteX6" fmla="*/ 8774 w 9758"/>
                <a:gd name="connsiteY6" fmla="*/ 730 h 10713"/>
                <a:gd name="connsiteX7" fmla="*/ 9758 w 9758"/>
                <a:gd name="connsiteY7" fmla="*/ 1238 h 10713"/>
                <a:gd name="connsiteX8" fmla="*/ 3667 w 9758"/>
                <a:gd name="connsiteY8" fmla="*/ 10713 h 10713"/>
                <a:gd name="connsiteX0" fmla="*/ 3758 w 10000"/>
                <a:gd name="connsiteY0" fmla="*/ 9319 h 9319"/>
                <a:gd name="connsiteX1" fmla="*/ 2750 w 10000"/>
                <a:gd name="connsiteY1" fmla="*/ 8845 h 9319"/>
                <a:gd name="connsiteX2" fmla="*/ 132 w 10000"/>
                <a:gd name="connsiteY2" fmla="*/ 5134 h 9319"/>
                <a:gd name="connsiteX3" fmla="*/ 132 w 10000"/>
                <a:gd name="connsiteY3" fmla="*/ 4185 h 9319"/>
                <a:gd name="connsiteX4" fmla="*/ 2750 w 10000"/>
                <a:gd name="connsiteY4" fmla="*/ 475 h 9319"/>
                <a:gd name="connsiteX5" fmla="*/ 3758 w 10000"/>
                <a:gd name="connsiteY5" fmla="*/ 0 h 9319"/>
                <a:gd name="connsiteX6" fmla="*/ 8992 w 10000"/>
                <a:gd name="connsiteY6" fmla="*/ 0 h 9319"/>
                <a:gd name="connsiteX7" fmla="*/ 10000 w 10000"/>
                <a:gd name="connsiteY7" fmla="*/ 475 h 9319"/>
                <a:gd name="connsiteX8" fmla="*/ 3758 w 10000"/>
                <a:gd name="connsiteY8" fmla="*/ 9319 h 9319"/>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3758 w 10000"/>
                <a:gd name="connsiteY8"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779 w 10000"/>
                <a:gd name="connsiteY8" fmla="*/ 5715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7657 w 10000"/>
                <a:gd name="connsiteY8" fmla="*/ 5358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00"/>
                <a:gd name="connsiteY0" fmla="*/ 10000 h 10000"/>
                <a:gd name="connsiteX1" fmla="*/ 2750 w 10000"/>
                <a:gd name="connsiteY1" fmla="*/ 9491 h 10000"/>
                <a:gd name="connsiteX2" fmla="*/ 132 w 10000"/>
                <a:gd name="connsiteY2" fmla="*/ 5509 h 10000"/>
                <a:gd name="connsiteX3" fmla="*/ 132 w 10000"/>
                <a:gd name="connsiteY3" fmla="*/ 4491 h 10000"/>
                <a:gd name="connsiteX4" fmla="*/ 2750 w 10000"/>
                <a:gd name="connsiteY4" fmla="*/ 510 h 10000"/>
                <a:gd name="connsiteX5" fmla="*/ 3758 w 10000"/>
                <a:gd name="connsiteY5" fmla="*/ 0 h 10000"/>
                <a:gd name="connsiteX6" fmla="*/ 8992 w 10000"/>
                <a:gd name="connsiteY6" fmla="*/ 0 h 10000"/>
                <a:gd name="connsiteX7" fmla="*/ 10000 w 10000"/>
                <a:gd name="connsiteY7" fmla="*/ 510 h 10000"/>
                <a:gd name="connsiteX8" fmla="*/ 6803 w 10000"/>
                <a:gd name="connsiteY8" fmla="*/ 4894 h 10000"/>
                <a:gd name="connsiteX9" fmla="*/ 3758 w 10000"/>
                <a:gd name="connsiteY9" fmla="*/ 10000 h 10000"/>
                <a:gd name="connsiteX0" fmla="*/ 3758 w 10027"/>
                <a:gd name="connsiteY0" fmla="*/ 10000 h 10000"/>
                <a:gd name="connsiteX1" fmla="*/ 2750 w 10027"/>
                <a:gd name="connsiteY1" fmla="*/ 9491 h 10000"/>
                <a:gd name="connsiteX2" fmla="*/ 132 w 10027"/>
                <a:gd name="connsiteY2" fmla="*/ 5509 h 10000"/>
                <a:gd name="connsiteX3" fmla="*/ 132 w 10027"/>
                <a:gd name="connsiteY3" fmla="*/ 4491 h 10000"/>
                <a:gd name="connsiteX4" fmla="*/ 2750 w 10027"/>
                <a:gd name="connsiteY4" fmla="*/ 510 h 10000"/>
                <a:gd name="connsiteX5" fmla="*/ 3758 w 10027"/>
                <a:gd name="connsiteY5" fmla="*/ 0 h 10000"/>
                <a:gd name="connsiteX6" fmla="*/ 8992 w 10027"/>
                <a:gd name="connsiteY6" fmla="*/ 0 h 10000"/>
                <a:gd name="connsiteX7" fmla="*/ 10000 w 10027"/>
                <a:gd name="connsiteY7" fmla="*/ 510 h 10000"/>
                <a:gd name="connsiteX8" fmla="*/ 6803 w 10027"/>
                <a:gd name="connsiteY8" fmla="*/ 4894 h 10000"/>
                <a:gd name="connsiteX9" fmla="*/ 3758 w 10027"/>
                <a:gd name="connsiteY9" fmla="*/ 10000 h 10000"/>
                <a:gd name="connsiteX0" fmla="*/ 3758 w 10033"/>
                <a:gd name="connsiteY0" fmla="*/ 10000 h 10000"/>
                <a:gd name="connsiteX1" fmla="*/ 2750 w 10033"/>
                <a:gd name="connsiteY1" fmla="*/ 9491 h 10000"/>
                <a:gd name="connsiteX2" fmla="*/ 132 w 10033"/>
                <a:gd name="connsiteY2" fmla="*/ 5509 h 10000"/>
                <a:gd name="connsiteX3" fmla="*/ 132 w 10033"/>
                <a:gd name="connsiteY3" fmla="*/ 4491 h 10000"/>
                <a:gd name="connsiteX4" fmla="*/ 2750 w 10033"/>
                <a:gd name="connsiteY4" fmla="*/ 510 h 10000"/>
                <a:gd name="connsiteX5" fmla="*/ 3758 w 10033"/>
                <a:gd name="connsiteY5" fmla="*/ 0 h 10000"/>
                <a:gd name="connsiteX6" fmla="*/ 8992 w 10033"/>
                <a:gd name="connsiteY6" fmla="*/ 0 h 10000"/>
                <a:gd name="connsiteX7" fmla="*/ 10000 w 10033"/>
                <a:gd name="connsiteY7" fmla="*/ 510 h 10000"/>
                <a:gd name="connsiteX8" fmla="*/ 6864 w 10033"/>
                <a:gd name="connsiteY8" fmla="*/ 5055 h 10000"/>
                <a:gd name="connsiteX9" fmla="*/ 3758 w 10033"/>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1"/>
                <a:gd name="connsiteY0" fmla="*/ 10000 h 10000"/>
                <a:gd name="connsiteX1" fmla="*/ 2750 w 10031"/>
                <a:gd name="connsiteY1" fmla="*/ 9491 h 10000"/>
                <a:gd name="connsiteX2" fmla="*/ 132 w 10031"/>
                <a:gd name="connsiteY2" fmla="*/ 5509 h 10000"/>
                <a:gd name="connsiteX3" fmla="*/ 132 w 10031"/>
                <a:gd name="connsiteY3" fmla="*/ 4491 h 10000"/>
                <a:gd name="connsiteX4" fmla="*/ 2750 w 10031"/>
                <a:gd name="connsiteY4" fmla="*/ 510 h 10000"/>
                <a:gd name="connsiteX5" fmla="*/ 3758 w 10031"/>
                <a:gd name="connsiteY5" fmla="*/ 0 h 10000"/>
                <a:gd name="connsiteX6" fmla="*/ 8992 w 10031"/>
                <a:gd name="connsiteY6" fmla="*/ 0 h 10000"/>
                <a:gd name="connsiteX7" fmla="*/ 10000 w 10031"/>
                <a:gd name="connsiteY7" fmla="*/ 510 h 10000"/>
                <a:gd name="connsiteX8" fmla="*/ 6864 w 10031"/>
                <a:gd name="connsiteY8" fmla="*/ 5055 h 10000"/>
                <a:gd name="connsiteX9" fmla="*/ 3758 w 10031"/>
                <a:gd name="connsiteY9" fmla="*/ 10000 h 10000"/>
                <a:gd name="connsiteX0" fmla="*/ 3758 w 10035"/>
                <a:gd name="connsiteY0" fmla="*/ 10000 h 10000"/>
                <a:gd name="connsiteX1" fmla="*/ 2750 w 10035"/>
                <a:gd name="connsiteY1" fmla="*/ 9491 h 10000"/>
                <a:gd name="connsiteX2" fmla="*/ 132 w 10035"/>
                <a:gd name="connsiteY2" fmla="*/ 5509 h 10000"/>
                <a:gd name="connsiteX3" fmla="*/ 132 w 10035"/>
                <a:gd name="connsiteY3" fmla="*/ 4491 h 10000"/>
                <a:gd name="connsiteX4" fmla="*/ 2750 w 10035"/>
                <a:gd name="connsiteY4" fmla="*/ 510 h 10000"/>
                <a:gd name="connsiteX5" fmla="*/ 3758 w 10035"/>
                <a:gd name="connsiteY5" fmla="*/ 0 h 10000"/>
                <a:gd name="connsiteX6" fmla="*/ 8992 w 10035"/>
                <a:gd name="connsiteY6" fmla="*/ 0 h 10000"/>
                <a:gd name="connsiteX7" fmla="*/ 10000 w 10035"/>
                <a:gd name="connsiteY7" fmla="*/ 510 h 10000"/>
                <a:gd name="connsiteX8" fmla="*/ 6864 w 10035"/>
                <a:gd name="connsiteY8" fmla="*/ 5055 h 10000"/>
                <a:gd name="connsiteX9" fmla="*/ 3758 w 10035"/>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 name="connsiteX0" fmla="*/ 3758 w 10008"/>
                <a:gd name="connsiteY0" fmla="*/ 10000 h 10000"/>
                <a:gd name="connsiteX1" fmla="*/ 2750 w 10008"/>
                <a:gd name="connsiteY1" fmla="*/ 9491 h 10000"/>
                <a:gd name="connsiteX2" fmla="*/ 132 w 10008"/>
                <a:gd name="connsiteY2" fmla="*/ 5509 h 10000"/>
                <a:gd name="connsiteX3" fmla="*/ 132 w 10008"/>
                <a:gd name="connsiteY3" fmla="*/ 4491 h 10000"/>
                <a:gd name="connsiteX4" fmla="*/ 2750 w 10008"/>
                <a:gd name="connsiteY4" fmla="*/ 510 h 10000"/>
                <a:gd name="connsiteX5" fmla="*/ 3758 w 10008"/>
                <a:gd name="connsiteY5" fmla="*/ 0 h 10000"/>
                <a:gd name="connsiteX6" fmla="*/ 8992 w 10008"/>
                <a:gd name="connsiteY6" fmla="*/ 0 h 10000"/>
                <a:gd name="connsiteX7" fmla="*/ 10000 w 10008"/>
                <a:gd name="connsiteY7" fmla="*/ 510 h 10000"/>
                <a:gd name="connsiteX8" fmla="*/ 6864 w 10008"/>
                <a:gd name="connsiteY8" fmla="*/ 5055 h 10000"/>
                <a:gd name="connsiteX9" fmla="*/ 3758 w 10008"/>
                <a:gd name="connsiteY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8" h="10000">
                  <a:moveTo>
                    <a:pt x="3758" y="10000"/>
                  </a:moveTo>
                  <a:cubicBezTo>
                    <a:pt x="3393" y="10000"/>
                    <a:pt x="2935" y="9770"/>
                    <a:pt x="2750" y="9491"/>
                  </a:cubicBezTo>
                  <a:lnTo>
                    <a:pt x="132" y="5509"/>
                  </a:lnTo>
                  <a:cubicBezTo>
                    <a:pt x="-44" y="5230"/>
                    <a:pt x="-44" y="4770"/>
                    <a:pt x="132" y="4491"/>
                  </a:cubicBezTo>
                  <a:lnTo>
                    <a:pt x="2750" y="510"/>
                  </a:lnTo>
                  <a:cubicBezTo>
                    <a:pt x="2935" y="231"/>
                    <a:pt x="3393" y="0"/>
                    <a:pt x="3758" y="0"/>
                  </a:cubicBezTo>
                  <a:lnTo>
                    <a:pt x="8992" y="0"/>
                  </a:lnTo>
                  <a:cubicBezTo>
                    <a:pt x="9365" y="0"/>
                    <a:pt x="9853" y="233"/>
                    <a:pt x="10000" y="510"/>
                  </a:cubicBezTo>
                  <a:cubicBezTo>
                    <a:pt x="10057" y="2976"/>
                    <a:pt x="9918" y="4465"/>
                    <a:pt x="6864" y="5055"/>
                  </a:cubicBezTo>
                  <a:cubicBezTo>
                    <a:pt x="3496" y="5539"/>
                    <a:pt x="4596" y="9371"/>
                    <a:pt x="3758" y="10000"/>
                  </a:cubicBezTo>
                  <a:close/>
                </a:path>
              </a:pathLst>
            </a:custGeom>
            <a:gradFill flip="none" rotWithShape="1">
              <a:gsLst>
                <a:gs pos="50000">
                  <a:srgbClr val="FFFFFF">
                    <a:alpha val="20000"/>
                  </a:srgbClr>
                </a:gs>
                <a:gs pos="0">
                  <a:schemeClr val="bg1">
                    <a:alpha val="0"/>
                  </a:schemeClr>
                </a:gs>
                <a:gs pos="74000">
                  <a:schemeClr val="bg1">
                    <a:lumMod val="88000"/>
                    <a:lumOff val="12000"/>
                    <a:alpha val="80000"/>
                  </a:schemeClr>
                </a:gs>
              </a:gsLst>
              <a:lin ang="2700000" scaled="1"/>
              <a:tileRect/>
            </a:gradFill>
            <a:ln w="12700">
              <a:noFill/>
            </a:ln>
            <a:effectLst/>
          </p:spPr>
          <p:txBody>
            <a:bodyPr vert="horz" wrap="square" lIns="72327" tIns="36163" rIns="72327" bIns="36163" numCol="1" anchor="t" anchorCtr="0" compatLnSpc="1">
              <a:prstTxWarp prst="textNoShape">
                <a:avLst/>
              </a:prstTxWarp>
            </a:bodyPr>
            <a:lstStyle/>
            <a:p>
              <a:endParaRPr lang="zh-CN" altLang="en-US" dirty="0"/>
            </a:p>
          </p:txBody>
        </p:sp>
        <p:grpSp>
          <p:nvGrpSpPr>
            <p:cNvPr id="32" name="组合 31"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GrpSpPr/>
            <p:nvPr/>
          </p:nvGrpSpPr>
          <p:grpSpPr>
            <a:xfrm>
              <a:off x="4891886" y="4859938"/>
              <a:ext cx="776055" cy="552709"/>
              <a:chOff x="897622" y="2414802"/>
              <a:chExt cx="1001347" cy="713164"/>
            </a:xfrm>
          </p:grpSpPr>
          <p:sp>
            <p:nvSpPr>
              <p:cNvPr id="33" name="文本框 32"/>
              <p:cNvSpPr txBox="1"/>
              <p:nvPr/>
            </p:nvSpPr>
            <p:spPr>
              <a:xfrm>
                <a:off x="986173" y="2414802"/>
                <a:ext cx="802263" cy="589466"/>
              </a:xfrm>
              <a:prstGeom prst="rect">
                <a:avLst/>
              </a:prstGeom>
              <a:noFill/>
              <a:ln>
                <a:noFill/>
              </a:ln>
              <a:effectLst>
                <a:innerShdw blurRad="63500" dist="50800" dir="13500000">
                  <a:prstClr val="black">
                    <a:alpha val="50000"/>
                  </a:prstClr>
                </a:innerShdw>
              </a:effectLst>
            </p:spPr>
            <p:txBody>
              <a:bodyPr wrap="square" rtlCol="0">
                <a:spAutoFit/>
              </a:bodyPr>
              <a:lstStyle/>
              <a:p>
                <a:pPr algn="ctr"/>
                <a:r>
                  <a:rPr lang="en-US" altLang="zh-CN" sz="2531" dirty="0">
                    <a:ln w="15875">
                      <a:noFill/>
                    </a:ln>
                    <a:solidFill>
                      <a:schemeClr val="bg1"/>
                    </a:solidFill>
                    <a:latin typeface="Impact" panose="020B0806030902050204" pitchFamily="34" charset="0"/>
                  </a:rPr>
                  <a:t>04</a:t>
                </a:r>
                <a:endParaRPr lang="zh-CN" altLang="en-US" sz="2531" dirty="0">
                  <a:ln w="15875">
                    <a:noFill/>
                  </a:ln>
                  <a:solidFill>
                    <a:schemeClr val="bg1"/>
                  </a:solidFill>
                  <a:latin typeface="Impact" panose="020B0806030902050204" pitchFamily="34" charset="0"/>
                </a:endParaRPr>
              </a:p>
            </p:txBody>
          </p:sp>
          <p:sp>
            <p:nvSpPr>
              <p:cNvPr id="34" name="文本框 33"/>
              <p:cNvSpPr txBox="1"/>
              <p:nvPr/>
            </p:nvSpPr>
            <p:spPr>
              <a:xfrm>
                <a:off x="897622" y="2856062"/>
                <a:ext cx="1001347" cy="271904"/>
              </a:xfrm>
              <a:prstGeom prst="rect">
                <a:avLst/>
              </a:prstGeom>
              <a:noFill/>
            </p:spPr>
            <p:txBody>
              <a:bodyPr wrap="square" rtlCol="0">
                <a:spAutoFit/>
              </a:bodyPr>
              <a:lstStyle/>
              <a:p>
                <a:pPr algn="ctr"/>
                <a:endParaRPr lang="zh-CN" altLang="en-US" sz="844" dirty="0">
                  <a:solidFill>
                    <a:schemeClr val="bg1"/>
                  </a:solidFill>
                  <a:latin typeface="LiHei Pro" panose="020B0500000000000000" pitchFamily="34" charset="-122"/>
                  <a:ea typeface="LiHei Pro" panose="020B0500000000000000" pitchFamily="34" charset="-122"/>
                </a:endParaRPr>
              </a:p>
            </p:txBody>
          </p:sp>
        </p:grpSp>
      </p:grpSp>
      <p:grpSp>
        <p:nvGrpSpPr>
          <p:cNvPr id="35" name="组合 34"/>
          <p:cNvGrpSpPr/>
          <p:nvPr/>
        </p:nvGrpSpPr>
        <p:grpSpPr>
          <a:xfrm>
            <a:off x="980760" y="3410758"/>
            <a:ext cx="3660244" cy="1423853"/>
            <a:chOff x="929622" y="2927145"/>
            <a:chExt cx="3470644" cy="1350098"/>
          </a:xfrm>
        </p:grpSpPr>
        <p:sp>
          <p:nvSpPr>
            <p:cNvPr id="36" name="任意多边形 35"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929622" y="2927145"/>
              <a:ext cx="3470644" cy="901875"/>
            </a:xfrm>
            <a:custGeom>
              <a:avLst/>
              <a:gdLst>
                <a:gd name="connsiteX0" fmla="*/ 488326 w 4206923"/>
                <a:gd name="connsiteY0" fmla="*/ 0 h 1479432"/>
                <a:gd name="connsiteX1" fmla="*/ 1002185 w 4206923"/>
                <a:gd name="connsiteY1" fmla="*/ 0 h 1479432"/>
                <a:gd name="connsiteX2" fmla="*/ 1066030 w 4206923"/>
                <a:gd name="connsiteY2" fmla="*/ 0 h 1479432"/>
                <a:gd name="connsiteX3" fmla="*/ 1083181 w 4206923"/>
                <a:gd name="connsiteY3" fmla="*/ 0 h 1479432"/>
                <a:gd name="connsiteX4" fmla="*/ 1168160 w 4206923"/>
                <a:gd name="connsiteY4" fmla="*/ 0 h 1479432"/>
                <a:gd name="connsiteX5" fmla="*/ 1290429 w 4206923"/>
                <a:gd name="connsiteY5" fmla="*/ 0 h 1479432"/>
                <a:gd name="connsiteX6" fmla="*/ 1553727 w 4206923"/>
                <a:gd name="connsiteY6" fmla="*/ 0 h 1479432"/>
                <a:gd name="connsiteX7" fmla="*/ 1611796 w 4206923"/>
                <a:gd name="connsiteY7" fmla="*/ 0 h 1479432"/>
                <a:gd name="connsiteX8" fmla="*/ 1634674 w 4206923"/>
                <a:gd name="connsiteY8" fmla="*/ 0 h 1479432"/>
                <a:gd name="connsiteX9" fmla="*/ 1745864 w 4206923"/>
                <a:gd name="connsiteY9" fmla="*/ 0 h 1479432"/>
                <a:gd name="connsiteX10" fmla="*/ 1836195 w 4206923"/>
                <a:gd name="connsiteY10" fmla="*/ 0 h 1479432"/>
                <a:gd name="connsiteX11" fmla="*/ 1900647 w 4206923"/>
                <a:gd name="connsiteY11" fmla="*/ 0 h 1479432"/>
                <a:gd name="connsiteX12" fmla="*/ 1986524 w 4206923"/>
                <a:gd name="connsiteY12" fmla="*/ 0 h 1479432"/>
                <a:gd name="connsiteX13" fmla="*/ 2099493 w 4206923"/>
                <a:gd name="connsiteY13" fmla="*/ 0 h 1479432"/>
                <a:gd name="connsiteX14" fmla="*/ 2125046 w 4206923"/>
                <a:gd name="connsiteY14" fmla="*/ 0 h 1479432"/>
                <a:gd name="connsiteX15" fmla="*/ 2180440 w 4206923"/>
                <a:gd name="connsiteY15" fmla="*/ 0 h 1479432"/>
                <a:gd name="connsiteX16" fmla="*/ 2291630 w 4206923"/>
                <a:gd name="connsiteY16" fmla="*/ 0 h 1479432"/>
                <a:gd name="connsiteX17" fmla="*/ 2293677 w 4206923"/>
                <a:gd name="connsiteY17" fmla="*/ 0 h 1479432"/>
                <a:gd name="connsiteX18" fmla="*/ 2388345 w 4206923"/>
                <a:gd name="connsiteY18" fmla="*/ 0 h 1479432"/>
                <a:gd name="connsiteX19" fmla="*/ 2446414 w 4206923"/>
                <a:gd name="connsiteY19" fmla="*/ 0 h 1479432"/>
                <a:gd name="connsiteX20" fmla="*/ 2459486 w 4206923"/>
                <a:gd name="connsiteY20" fmla="*/ 0 h 1479432"/>
                <a:gd name="connsiteX21" fmla="*/ 2580482 w 4206923"/>
                <a:gd name="connsiteY21" fmla="*/ 0 h 1479432"/>
                <a:gd name="connsiteX22" fmla="*/ 2670812 w 4206923"/>
                <a:gd name="connsiteY22" fmla="*/ 0 h 1479432"/>
                <a:gd name="connsiteX23" fmla="*/ 2839443 w 4206923"/>
                <a:gd name="connsiteY23" fmla="*/ 0 h 1479432"/>
                <a:gd name="connsiteX24" fmla="*/ 2852814 w 4206923"/>
                <a:gd name="connsiteY24" fmla="*/ 0 h 1479432"/>
                <a:gd name="connsiteX25" fmla="*/ 2960273 w 4206923"/>
                <a:gd name="connsiteY25" fmla="*/ 0 h 1479432"/>
                <a:gd name="connsiteX26" fmla="*/ 3037852 w 4206923"/>
                <a:gd name="connsiteY26" fmla="*/ 0 h 1479432"/>
                <a:gd name="connsiteX27" fmla="*/ 3041269 w 4206923"/>
                <a:gd name="connsiteY27" fmla="*/ 0 h 1479432"/>
                <a:gd name="connsiteX28" fmla="*/ 3077212 w 4206923"/>
                <a:gd name="connsiteY28" fmla="*/ 0 h 1479432"/>
                <a:gd name="connsiteX29" fmla="*/ 3090397 w 4206923"/>
                <a:gd name="connsiteY29" fmla="*/ 0 h 1479432"/>
                <a:gd name="connsiteX30" fmla="*/ 3115626 w 4206923"/>
                <a:gd name="connsiteY30" fmla="*/ 0 h 1479432"/>
                <a:gd name="connsiteX31" fmla="*/ 3126248 w 4206923"/>
                <a:gd name="connsiteY31" fmla="*/ 0 h 1479432"/>
                <a:gd name="connsiteX32" fmla="*/ 3245843 w 4206923"/>
                <a:gd name="connsiteY32" fmla="*/ 0 h 1479432"/>
                <a:gd name="connsiteX33" fmla="*/ 3262250 w 4206923"/>
                <a:gd name="connsiteY33" fmla="*/ 0 h 1479432"/>
                <a:gd name="connsiteX34" fmla="*/ 3366673 w 4206923"/>
                <a:gd name="connsiteY34" fmla="*/ 0 h 1479432"/>
                <a:gd name="connsiteX35" fmla="*/ 3412579 w 4206923"/>
                <a:gd name="connsiteY35" fmla="*/ 0 h 1479432"/>
                <a:gd name="connsiteX36" fmla="*/ 3447669 w 4206923"/>
                <a:gd name="connsiteY36" fmla="*/ 0 h 1479432"/>
                <a:gd name="connsiteX37" fmla="*/ 3496797 w 4206923"/>
                <a:gd name="connsiteY37" fmla="*/ 0 h 1479432"/>
                <a:gd name="connsiteX38" fmla="*/ 3522026 w 4206923"/>
                <a:gd name="connsiteY38" fmla="*/ 0 h 1479432"/>
                <a:gd name="connsiteX39" fmla="*/ 3525549 w 4206923"/>
                <a:gd name="connsiteY39" fmla="*/ 0 h 1479432"/>
                <a:gd name="connsiteX40" fmla="*/ 3532648 w 4206923"/>
                <a:gd name="connsiteY40" fmla="*/ 0 h 1479432"/>
                <a:gd name="connsiteX41" fmla="*/ 3606496 w 4206923"/>
                <a:gd name="connsiteY41" fmla="*/ 0 h 1479432"/>
                <a:gd name="connsiteX42" fmla="*/ 3717686 w 4206923"/>
                <a:gd name="connsiteY42" fmla="*/ 0 h 1479432"/>
                <a:gd name="connsiteX43" fmla="*/ 3848796 w 4206923"/>
                <a:gd name="connsiteY43" fmla="*/ 75308 h 1479432"/>
                <a:gd name="connsiteX44" fmla="*/ 4188713 w 4206923"/>
                <a:gd name="connsiteY44" fmla="*/ 664408 h 1479432"/>
                <a:gd name="connsiteX45" fmla="*/ 4188713 w 4206923"/>
                <a:gd name="connsiteY45" fmla="*/ 815024 h 1479432"/>
                <a:gd name="connsiteX46" fmla="*/ 3848796 w 4206923"/>
                <a:gd name="connsiteY46" fmla="*/ 1404124 h 1479432"/>
                <a:gd name="connsiteX47" fmla="*/ 3717686 w 4206923"/>
                <a:gd name="connsiteY47" fmla="*/ 1479432 h 1479432"/>
                <a:gd name="connsiteX48" fmla="*/ 3532648 w 4206923"/>
                <a:gd name="connsiteY48" fmla="*/ 1479432 h 1479432"/>
                <a:gd name="connsiteX49" fmla="*/ 3126248 w 4206923"/>
                <a:gd name="connsiteY49" fmla="*/ 1479432 h 1479432"/>
                <a:gd name="connsiteX50" fmla="*/ 3037852 w 4206923"/>
                <a:gd name="connsiteY50" fmla="*/ 1479432 h 1479432"/>
                <a:gd name="connsiteX51" fmla="*/ 2852814 w 4206923"/>
                <a:gd name="connsiteY51" fmla="*/ 1479432 h 1479432"/>
                <a:gd name="connsiteX52" fmla="*/ 2580482 w 4206923"/>
                <a:gd name="connsiteY52" fmla="*/ 1479432 h 1479432"/>
                <a:gd name="connsiteX53" fmla="*/ 2446414 w 4206923"/>
                <a:gd name="connsiteY53" fmla="*/ 1479432 h 1479432"/>
                <a:gd name="connsiteX54" fmla="*/ 2291630 w 4206923"/>
                <a:gd name="connsiteY54" fmla="*/ 1479432 h 1479432"/>
                <a:gd name="connsiteX55" fmla="*/ 1900647 w 4206923"/>
                <a:gd name="connsiteY55" fmla="*/ 1479432 h 1479432"/>
                <a:gd name="connsiteX56" fmla="*/ 1745864 w 4206923"/>
                <a:gd name="connsiteY56" fmla="*/ 1479432 h 1479432"/>
                <a:gd name="connsiteX57" fmla="*/ 1611796 w 4206923"/>
                <a:gd name="connsiteY57" fmla="*/ 1479432 h 1479432"/>
                <a:gd name="connsiteX58" fmla="*/ 1168160 w 4206923"/>
                <a:gd name="connsiteY58" fmla="*/ 1479432 h 1479432"/>
                <a:gd name="connsiteX59" fmla="*/ 1066030 w 4206923"/>
                <a:gd name="connsiteY59" fmla="*/ 1479432 h 1479432"/>
                <a:gd name="connsiteX60" fmla="*/ 488326 w 4206923"/>
                <a:gd name="connsiteY60" fmla="*/ 1479432 h 1479432"/>
                <a:gd name="connsiteX61" fmla="*/ 357216 w 4206923"/>
                <a:gd name="connsiteY61" fmla="*/ 1404124 h 1479432"/>
                <a:gd name="connsiteX62" fmla="*/ 17299 w 4206923"/>
                <a:gd name="connsiteY62" fmla="*/ 815024 h 1479432"/>
                <a:gd name="connsiteX63" fmla="*/ 17299 w 4206923"/>
                <a:gd name="connsiteY63" fmla="*/ 664408 h 1479432"/>
                <a:gd name="connsiteX64" fmla="*/ 357216 w 4206923"/>
                <a:gd name="connsiteY64" fmla="*/ 75308 h 1479432"/>
                <a:gd name="connsiteX65" fmla="*/ 488326 w 4206923"/>
                <a:gd name="connsiteY65" fmla="*/ 0 h 147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06923" h="1479432">
                  <a:moveTo>
                    <a:pt x="488326" y="0"/>
                  </a:moveTo>
                  <a:cubicBezTo>
                    <a:pt x="743264" y="0"/>
                    <a:pt x="902600" y="0"/>
                    <a:pt x="1002185" y="0"/>
                  </a:cubicBezTo>
                  <a:lnTo>
                    <a:pt x="1066030" y="0"/>
                  </a:lnTo>
                  <a:lnTo>
                    <a:pt x="1083181" y="0"/>
                  </a:lnTo>
                  <a:cubicBezTo>
                    <a:pt x="1168160" y="0"/>
                    <a:pt x="1168160" y="0"/>
                    <a:pt x="1168160" y="0"/>
                  </a:cubicBezTo>
                  <a:lnTo>
                    <a:pt x="1290429" y="0"/>
                  </a:lnTo>
                  <a:cubicBezTo>
                    <a:pt x="1404288" y="0"/>
                    <a:pt x="1489682" y="0"/>
                    <a:pt x="1553727" y="0"/>
                  </a:cubicBezTo>
                  <a:lnTo>
                    <a:pt x="1611796" y="0"/>
                  </a:lnTo>
                  <a:lnTo>
                    <a:pt x="1634674" y="0"/>
                  </a:lnTo>
                  <a:cubicBezTo>
                    <a:pt x="1745864" y="0"/>
                    <a:pt x="1745864" y="0"/>
                    <a:pt x="1745864" y="0"/>
                  </a:cubicBezTo>
                  <a:lnTo>
                    <a:pt x="1836195" y="0"/>
                  </a:lnTo>
                  <a:lnTo>
                    <a:pt x="1900647" y="0"/>
                  </a:lnTo>
                  <a:lnTo>
                    <a:pt x="1986524" y="0"/>
                  </a:lnTo>
                  <a:cubicBezTo>
                    <a:pt x="2030111" y="0"/>
                    <a:pt x="2067471" y="0"/>
                    <a:pt x="2099493" y="0"/>
                  </a:cubicBezTo>
                  <a:lnTo>
                    <a:pt x="2125046" y="0"/>
                  </a:lnTo>
                  <a:lnTo>
                    <a:pt x="2180440" y="0"/>
                  </a:lnTo>
                  <a:cubicBezTo>
                    <a:pt x="2291630" y="0"/>
                    <a:pt x="2291630" y="0"/>
                    <a:pt x="2291630" y="0"/>
                  </a:cubicBezTo>
                  <a:lnTo>
                    <a:pt x="2293677" y="0"/>
                  </a:lnTo>
                  <a:cubicBezTo>
                    <a:pt x="2329528" y="0"/>
                    <a:pt x="2360897" y="0"/>
                    <a:pt x="2388345" y="0"/>
                  </a:cubicBezTo>
                  <a:lnTo>
                    <a:pt x="2446414" y="0"/>
                  </a:lnTo>
                  <a:lnTo>
                    <a:pt x="2459486" y="0"/>
                  </a:lnTo>
                  <a:cubicBezTo>
                    <a:pt x="2580482" y="0"/>
                    <a:pt x="2580482" y="0"/>
                    <a:pt x="2580482" y="0"/>
                  </a:cubicBezTo>
                  <a:lnTo>
                    <a:pt x="2670812" y="0"/>
                  </a:lnTo>
                  <a:cubicBezTo>
                    <a:pt x="2735874" y="0"/>
                    <a:pt x="2791642" y="0"/>
                    <a:pt x="2839443" y="0"/>
                  </a:cubicBezTo>
                  <a:lnTo>
                    <a:pt x="2852814" y="0"/>
                  </a:lnTo>
                  <a:lnTo>
                    <a:pt x="2960273" y="0"/>
                  </a:lnTo>
                  <a:lnTo>
                    <a:pt x="3037852" y="0"/>
                  </a:lnTo>
                  <a:lnTo>
                    <a:pt x="3041269" y="0"/>
                  </a:lnTo>
                  <a:lnTo>
                    <a:pt x="3077212" y="0"/>
                  </a:lnTo>
                  <a:lnTo>
                    <a:pt x="3090397" y="0"/>
                  </a:lnTo>
                  <a:lnTo>
                    <a:pt x="3115626" y="0"/>
                  </a:lnTo>
                  <a:lnTo>
                    <a:pt x="3126248" y="0"/>
                  </a:lnTo>
                  <a:lnTo>
                    <a:pt x="3245843" y="0"/>
                  </a:lnTo>
                  <a:lnTo>
                    <a:pt x="3262250" y="0"/>
                  </a:lnTo>
                  <a:lnTo>
                    <a:pt x="3366673" y="0"/>
                  </a:lnTo>
                  <a:lnTo>
                    <a:pt x="3412579" y="0"/>
                  </a:lnTo>
                  <a:lnTo>
                    <a:pt x="3447669" y="0"/>
                  </a:lnTo>
                  <a:lnTo>
                    <a:pt x="3496797" y="0"/>
                  </a:lnTo>
                  <a:lnTo>
                    <a:pt x="3522026" y="0"/>
                  </a:lnTo>
                  <a:lnTo>
                    <a:pt x="3525549" y="0"/>
                  </a:lnTo>
                  <a:lnTo>
                    <a:pt x="3532648" y="0"/>
                  </a:lnTo>
                  <a:lnTo>
                    <a:pt x="3606496" y="0"/>
                  </a:lnTo>
                  <a:cubicBezTo>
                    <a:pt x="3717686" y="0"/>
                    <a:pt x="3717686" y="0"/>
                    <a:pt x="3717686" y="0"/>
                  </a:cubicBezTo>
                  <a:cubicBezTo>
                    <a:pt x="3766245" y="0"/>
                    <a:pt x="3824516" y="34010"/>
                    <a:pt x="3848796" y="75308"/>
                  </a:cubicBezTo>
                  <a:cubicBezTo>
                    <a:pt x="4188713" y="664408"/>
                    <a:pt x="4188713" y="664408"/>
                    <a:pt x="4188713" y="664408"/>
                  </a:cubicBezTo>
                  <a:cubicBezTo>
                    <a:pt x="4212993" y="705706"/>
                    <a:pt x="4212993" y="773726"/>
                    <a:pt x="4188713" y="815024"/>
                  </a:cubicBezTo>
                  <a:cubicBezTo>
                    <a:pt x="3848796" y="1404124"/>
                    <a:pt x="3848796" y="1404124"/>
                    <a:pt x="3848796" y="1404124"/>
                  </a:cubicBezTo>
                  <a:cubicBezTo>
                    <a:pt x="3824516" y="1445422"/>
                    <a:pt x="3766245" y="1479432"/>
                    <a:pt x="3717686" y="1479432"/>
                  </a:cubicBezTo>
                  <a:lnTo>
                    <a:pt x="3532648" y="1479432"/>
                  </a:lnTo>
                  <a:lnTo>
                    <a:pt x="3126248" y="1479432"/>
                  </a:lnTo>
                  <a:lnTo>
                    <a:pt x="3037852" y="1479432"/>
                  </a:lnTo>
                  <a:lnTo>
                    <a:pt x="2852814" y="1479432"/>
                  </a:lnTo>
                  <a:lnTo>
                    <a:pt x="2580482" y="1479432"/>
                  </a:lnTo>
                  <a:lnTo>
                    <a:pt x="2446414" y="1479432"/>
                  </a:lnTo>
                  <a:lnTo>
                    <a:pt x="2291630" y="1479432"/>
                  </a:lnTo>
                  <a:lnTo>
                    <a:pt x="1900647" y="1479432"/>
                  </a:lnTo>
                  <a:lnTo>
                    <a:pt x="1745864" y="1479432"/>
                  </a:lnTo>
                  <a:lnTo>
                    <a:pt x="1611796" y="1479432"/>
                  </a:lnTo>
                  <a:lnTo>
                    <a:pt x="1168160" y="1479432"/>
                  </a:lnTo>
                  <a:lnTo>
                    <a:pt x="1066030" y="1479432"/>
                  </a:lnTo>
                  <a:lnTo>
                    <a:pt x="488326" y="1479432"/>
                  </a:lnTo>
                  <a:cubicBezTo>
                    <a:pt x="440981" y="1479432"/>
                    <a:pt x="381495" y="1445422"/>
                    <a:pt x="357216" y="1404124"/>
                  </a:cubicBezTo>
                  <a:cubicBezTo>
                    <a:pt x="17299" y="815024"/>
                    <a:pt x="17299" y="815024"/>
                    <a:pt x="17299" y="815024"/>
                  </a:cubicBezTo>
                  <a:cubicBezTo>
                    <a:pt x="-5767" y="773726"/>
                    <a:pt x="-5767" y="705706"/>
                    <a:pt x="17299" y="664408"/>
                  </a:cubicBezTo>
                  <a:cubicBezTo>
                    <a:pt x="357216" y="75308"/>
                    <a:pt x="357216" y="75308"/>
                    <a:pt x="357216" y="75308"/>
                  </a:cubicBezTo>
                  <a:cubicBezTo>
                    <a:pt x="381495" y="34010"/>
                    <a:pt x="440981" y="0"/>
                    <a:pt x="488326" y="0"/>
                  </a:cubicBezTo>
                  <a:close/>
                </a:path>
              </a:pathLst>
            </a:custGeom>
            <a:noFill/>
            <a:ln w="19050">
              <a:solidFill>
                <a:srgbClr val="5ABCD2"/>
              </a:solidFill>
            </a:ln>
            <a:effectLst/>
          </p:spPr>
          <p:txBody>
            <a:bodyPr vert="horz" wrap="square" lIns="72327" tIns="36163" rIns="72327" bIns="36163" numCol="1" anchor="t" anchorCtr="0" compatLnSpc="1">
              <a:prstTxWarp prst="textNoShape">
                <a:avLst/>
              </a:prstTxWarp>
              <a:noAutofit/>
            </a:bodyPr>
            <a:lstStyle/>
            <a:p>
              <a:endParaRPr lang="zh-CN" altLang="en-US"/>
            </a:p>
          </p:txBody>
        </p:sp>
        <p:sp>
          <p:nvSpPr>
            <p:cNvPr id="37" name="文本框 36"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txBox="1"/>
            <p:nvPr/>
          </p:nvSpPr>
          <p:spPr>
            <a:xfrm>
              <a:off x="1301889" y="2958519"/>
              <a:ext cx="2324334" cy="1318724"/>
            </a:xfrm>
            <a:prstGeom prst="rect">
              <a:avLst/>
            </a:prstGeom>
            <a:noFill/>
            <a:effectLst/>
          </p:spPr>
          <p:txBody>
            <a:bodyPr wrap="none" rtlCol="0">
              <a:spAutoFit/>
            </a:bodyPr>
            <a:lstStyle/>
            <a:p>
              <a:pPr>
                <a:buClr>
                  <a:srgbClr val="808080"/>
                </a:buClr>
              </a:pPr>
              <a:r>
                <a:rPr lang="zh-CN" altLang="en-US" sz="2531" dirty="0">
                  <a:solidFill>
                    <a:srgbClr val="0170C1"/>
                  </a:solidFill>
                  <a:sym typeface="+mn-lt"/>
                </a:rPr>
                <a:t>      </a:t>
              </a:r>
              <a:r>
                <a:rPr lang="zh-CN" altLang="en-US" sz="2531" dirty="0">
                  <a:solidFill>
                    <a:srgbClr val="5ABCD2"/>
                  </a:solidFill>
                  <a:latin typeface="微软雅黑" panose="020B0503020204020204" pitchFamily="34" charset="-122"/>
                  <a:ea typeface="微软雅黑" panose="020B0503020204020204" pitchFamily="34" charset="-122"/>
                  <a:sym typeface="+mn-lt"/>
                </a:rPr>
                <a:t>输入标题</a:t>
              </a: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38" name="Freeform 26"/>
            <p:cNvSpPr>
              <a:spLocks noEditPoints="1"/>
            </p:cNvSpPr>
            <p:nvPr/>
          </p:nvSpPr>
          <p:spPr bwMode="auto">
            <a:xfrm>
              <a:off x="3759709" y="3218025"/>
              <a:ext cx="310925" cy="326669"/>
            </a:xfrm>
            <a:custGeom>
              <a:avLst/>
              <a:gdLst>
                <a:gd name="T0" fmla="*/ 139 w 577"/>
                <a:gd name="T1" fmla="*/ 87 h 609"/>
                <a:gd name="T2" fmla="*/ 27 w 577"/>
                <a:gd name="T3" fmla="*/ 87 h 609"/>
                <a:gd name="T4" fmla="*/ 27 w 577"/>
                <a:gd name="T5" fmla="*/ 48 h 609"/>
                <a:gd name="T6" fmla="*/ 139 w 577"/>
                <a:gd name="T7" fmla="*/ 48 h 609"/>
                <a:gd name="T8" fmla="*/ 139 w 577"/>
                <a:gd name="T9" fmla="*/ 87 h 609"/>
                <a:gd name="T10" fmla="*/ 139 w 577"/>
                <a:gd name="T11" fmla="*/ 179 h 609"/>
                <a:gd name="T12" fmla="*/ 27 w 577"/>
                <a:gd name="T13" fmla="*/ 179 h 609"/>
                <a:gd name="T14" fmla="*/ 27 w 577"/>
                <a:gd name="T15" fmla="*/ 140 h 609"/>
                <a:gd name="T16" fmla="*/ 139 w 577"/>
                <a:gd name="T17" fmla="*/ 140 h 609"/>
                <a:gd name="T18" fmla="*/ 139 w 577"/>
                <a:gd name="T19" fmla="*/ 179 h 609"/>
                <a:gd name="T20" fmla="*/ 139 w 577"/>
                <a:gd name="T21" fmla="*/ 271 h 609"/>
                <a:gd name="T22" fmla="*/ 27 w 577"/>
                <a:gd name="T23" fmla="*/ 271 h 609"/>
                <a:gd name="T24" fmla="*/ 27 w 577"/>
                <a:gd name="T25" fmla="*/ 232 h 609"/>
                <a:gd name="T26" fmla="*/ 139 w 577"/>
                <a:gd name="T27" fmla="*/ 232 h 609"/>
                <a:gd name="T28" fmla="*/ 139 w 577"/>
                <a:gd name="T29" fmla="*/ 271 h 609"/>
                <a:gd name="T30" fmla="*/ 0 w 577"/>
                <a:gd name="T31" fmla="*/ 609 h 609"/>
                <a:gd name="T32" fmla="*/ 166 w 577"/>
                <a:gd name="T33" fmla="*/ 609 h 609"/>
                <a:gd name="T34" fmla="*/ 166 w 577"/>
                <a:gd name="T35" fmla="*/ 0 h 609"/>
                <a:gd name="T36" fmla="*/ 0 w 577"/>
                <a:gd name="T37" fmla="*/ 0 h 609"/>
                <a:gd name="T38" fmla="*/ 0 w 577"/>
                <a:gd name="T39" fmla="*/ 609 h 609"/>
                <a:gd name="T40" fmla="*/ 344 w 577"/>
                <a:gd name="T41" fmla="*/ 87 h 609"/>
                <a:gd name="T42" fmla="*/ 232 w 577"/>
                <a:gd name="T43" fmla="*/ 87 h 609"/>
                <a:gd name="T44" fmla="*/ 232 w 577"/>
                <a:gd name="T45" fmla="*/ 48 h 609"/>
                <a:gd name="T46" fmla="*/ 344 w 577"/>
                <a:gd name="T47" fmla="*/ 48 h 609"/>
                <a:gd name="T48" fmla="*/ 344 w 577"/>
                <a:gd name="T49" fmla="*/ 87 h 609"/>
                <a:gd name="T50" fmla="*/ 344 w 577"/>
                <a:gd name="T51" fmla="*/ 179 h 609"/>
                <a:gd name="T52" fmla="*/ 232 w 577"/>
                <a:gd name="T53" fmla="*/ 179 h 609"/>
                <a:gd name="T54" fmla="*/ 232 w 577"/>
                <a:gd name="T55" fmla="*/ 140 h 609"/>
                <a:gd name="T56" fmla="*/ 344 w 577"/>
                <a:gd name="T57" fmla="*/ 140 h 609"/>
                <a:gd name="T58" fmla="*/ 344 w 577"/>
                <a:gd name="T59" fmla="*/ 179 h 609"/>
                <a:gd name="T60" fmla="*/ 344 w 577"/>
                <a:gd name="T61" fmla="*/ 271 h 609"/>
                <a:gd name="T62" fmla="*/ 232 w 577"/>
                <a:gd name="T63" fmla="*/ 271 h 609"/>
                <a:gd name="T64" fmla="*/ 232 w 577"/>
                <a:gd name="T65" fmla="*/ 232 h 609"/>
                <a:gd name="T66" fmla="*/ 344 w 577"/>
                <a:gd name="T67" fmla="*/ 232 h 609"/>
                <a:gd name="T68" fmla="*/ 344 w 577"/>
                <a:gd name="T69" fmla="*/ 271 h 609"/>
                <a:gd name="T70" fmla="*/ 205 w 577"/>
                <a:gd name="T71" fmla="*/ 609 h 609"/>
                <a:gd name="T72" fmla="*/ 371 w 577"/>
                <a:gd name="T73" fmla="*/ 609 h 609"/>
                <a:gd name="T74" fmla="*/ 371 w 577"/>
                <a:gd name="T75" fmla="*/ 0 h 609"/>
                <a:gd name="T76" fmla="*/ 205 w 577"/>
                <a:gd name="T77" fmla="*/ 0 h 609"/>
                <a:gd name="T78" fmla="*/ 205 w 577"/>
                <a:gd name="T79" fmla="*/ 609 h 609"/>
                <a:gd name="T80" fmla="*/ 549 w 577"/>
                <a:gd name="T81" fmla="*/ 87 h 609"/>
                <a:gd name="T82" fmla="*/ 437 w 577"/>
                <a:gd name="T83" fmla="*/ 87 h 609"/>
                <a:gd name="T84" fmla="*/ 437 w 577"/>
                <a:gd name="T85" fmla="*/ 48 h 609"/>
                <a:gd name="T86" fmla="*/ 549 w 577"/>
                <a:gd name="T87" fmla="*/ 48 h 609"/>
                <a:gd name="T88" fmla="*/ 549 w 577"/>
                <a:gd name="T89" fmla="*/ 87 h 609"/>
                <a:gd name="T90" fmla="*/ 549 w 577"/>
                <a:gd name="T91" fmla="*/ 179 h 609"/>
                <a:gd name="T92" fmla="*/ 437 w 577"/>
                <a:gd name="T93" fmla="*/ 179 h 609"/>
                <a:gd name="T94" fmla="*/ 437 w 577"/>
                <a:gd name="T95" fmla="*/ 140 h 609"/>
                <a:gd name="T96" fmla="*/ 549 w 577"/>
                <a:gd name="T97" fmla="*/ 140 h 609"/>
                <a:gd name="T98" fmla="*/ 549 w 577"/>
                <a:gd name="T99" fmla="*/ 179 h 609"/>
                <a:gd name="T100" fmla="*/ 549 w 577"/>
                <a:gd name="T101" fmla="*/ 271 h 609"/>
                <a:gd name="T102" fmla="*/ 437 w 577"/>
                <a:gd name="T103" fmla="*/ 271 h 609"/>
                <a:gd name="T104" fmla="*/ 437 w 577"/>
                <a:gd name="T105" fmla="*/ 232 h 609"/>
                <a:gd name="T106" fmla="*/ 549 w 577"/>
                <a:gd name="T107" fmla="*/ 232 h 609"/>
                <a:gd name="T108" fmla="*/ 549 w 577"/>
                <a:gd name="T109" fmla="*/ 271 h 609"/>
                <a:gd name="T110" fmla="*/ 410 w 577"/>
                <a:gd name="T111" fmla="*/ 609 h 609"/>
                <a:gd name="T112" fmla="*/ 577 w 577"/>
                <a:gd name="T113" fmla="*/ 609 h 609"/>
                <a:gd name="T114" fmla="*/ 577 w 577"/>
                <a:gd name="T115" fmla="*/ 0 h 609"/>
                <a:gd name="T116" fmla="*/ 410 w 577"/>
                <a:gd name="T117" fmla="*/ 0 h 609"/>
                <a:gd name="T118" fmla="*/ 410 w 577"/>
                <a:gd name="T11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09">
                  <a:moveTo>
                    <a:pt x="139" y="87"/>
                  </a:moveTo>
                  <a:lnTo>
                    <a:pt x="27" y="87"/>
                  </a:lnTo>
                  <a:lnTo>
                    <a:pt x="27" y="48"/>
                  </a:lnTo>
                  <a:lnTo>
                    <a:pt x="139" y="48"/>
                  </a:lnTo>
                  <a:lnTo>
                    <a:pt x="139" y="87"/>
                  </a:lnTo>
                  <a:close/>
                  <a:moveTo>
                    <a:pt x="139" y="179"/>
                  </a:moveTo>
                  <a:lnTo>
                    <a:pt x="27" y="179"/>
                  </a:lnTo>
                  <a:lnTo>
                    <a:pt x="27" y="140"/>
                  </a:lnTo>
                  <a:lnTo>
                    <a:pt x="139" y="140"/>
                  </a:lnTo>
                  <a:lnTo>
                    <a:pt x="139" y="179"/>
                  </a:lnTo>
                  <a:close/>
                  <a:moveTo>
                    <a:pt x="139" y="271"/>
                  </a:moveTo>
                  <a:lnTo>
                    <a:pt x="27" y="271"/>
                  </a:lnTo>
                  <a:lnTo>
                    <a:pt x="27" y="232"/>
                  </a:lnTo>
                  <a:lnTo>
                    <a:pt x="139" y="232"/>
                  </a:lnTo>
                  <a:lnTo>
                    <a:pt x="139" y="271"/>
                  </a:lnTo>
                  <a:close/>
                  <a:moveTo>
                    <a:pt x="0" y="609"/>
                  </a:moveTo>
                  <a:lnTo>
                    <a:pt x="166" y="609"/>
                  </a:lnTo>
                  <a:lnTo>
                    <a:pt x="166" y="0"/>
                  </a:lnTo>
                  <a:lnTo>
                    <a:pt x="0" y="0"/>
                  </a:lnTo>
                  <a:lnTo>
                    <a:pt x="0" y="609"/>
                  </a:lnTo>
                  <a:close/>
                  <a:moveTo>
                    <a:pt x="344" y="87"/>
                  </a:moveTo>
                  <a:lnTo>
                    <a:pt x="232" y="87"/>
                  </a:lnTo>
                  <a:lnTo>
                    <a:pt x="232" y="48"/>
                  </a:lnTo>
                  <a:lnTo>
                    <a:pt x="344" y="48"/>
                  </a:lnTo>
                  <a:lnTo>
                    <a:pt x="344" y="87"/>
                  </a:lnTo>
                  <a:close/>
                  <a:moveTo>
                    <a:pt x="344" y="179"/>
                  </a:moveTo>
                  <a:lnTo>
                    <a:pt x="232" y="179"/>
                  </a:lnTo>
                  <a:lnTo>
                    <a:pt x="232" y="140"/>
                  </a:lnTo>
                  <a:lnTo>
                    <a:pt x="344" y="140"/>
                  </a:lnTo>
                  <a:lnTo>
                    <a:pt x="344" y="179"/>
                  </a:lnTo>
                  <a:close/>
                  <a:moveTo>
                    <a:pt x="344" y="271"/>
                  </a:moveTo>
                  <a:lnTo>
                    <a:pt x="232" y="271"/>
                  </a:lnTo>
                  <a:lnTo>
                    <a:pt x="232" y="232"/>
                  </a:lnTo>
                  <a:lnTo>
                    <a:pt x="344" y="232"/>
                  </a:lnTo>
                  <a:lnTo>
                    <a:pt x="344" y="271"/>
                  </a:lnTo>
                  <a:close/>
                  <a:moveTo>
                    <a:pt x="205" y="609"/>
                  </a:moveTo>
                  <a:lnTo>
                    <a:pt x="371" y="609"/>
                  </a:lnTo>
                  <a:lnTo>
                    <a:pt x="371" y="0"/>
                  </a:lnTo>
                  <a:lnTo>
                    <a:pt x="205" y="0"/>
                  </a:lnTo>
                  <a:lnTo>
                    <a:pt x="205" y="609"/>
                  </a:lnTo>
                  <a:close/>
                  <a:moveTo>
                    <a:pt x="549" y="87"/>
                  </a:moveTo>
                  <a:lnTo>
                    <a:pt x="437" y="87"/>
                  </a:lnTo>
                  <a:lnTo>
                    <a:pt x="437" y="48"/>
                  </a:lnTo>
                  <a:lnTo>
                    <a:pt x="549" y="48"/>
                  </a:lnTo>
                  <a:lnTo>
                    <a:pt x="549" y="87"/>
                  </a:lnTo>
                  <a:close/>
                  <a:moveTo>
                    <a:pt x="549" y="179"/>
                  </a:moveTo>
                  <a:lnTo>
                    <a:pt x="437" y="179"/>
                  </a:lnTo>
                  <a:lnTo>
                    <a:pt x="437" y="140"/>
                  </a:lnTo>
                  <a:lnTo>
                    <a:pt x="549" y="140"/>
                  </a:lnTo>
                  <a:lnTo>
                    <a:pt x="549" y="179"/>
                  </a:lnTo>
                  <a:close/>
                  <a:moveTo>
                    <a:pt x="549" y="271"/>
                  </a:moveTo>
                  <a:lnTo>
                    <a:pt x="437" y="271"/>
                  </a:lnTo>
                  <a:lnTo>
                    <a:pt x="437" y="232"/>
                  </a:lnTo>
                  <a:lnTo>
                    <a:pt x="549" y="232"/>
                  </a:lnTo>
                  <a:lnTo>
                    <a:pt x="549" y="271"/>
                  </a:lnTo>
                  <a:close/>
                  <a:moveTo>
                    <a:pt x="410" y="609"/>
                  </a:moveTo>
                  <a:lnTo>
                    <a:pt x="577" y="609"/>
                  </a:lnTo>
                  <a:lnTo>
                    <a:pt x="577" y="0"/>
                  </a:lnTo>
                  <a:lnTo>
                    <a:pt x="410" y="0"/>
                  </a:lnTo>
                  <a:lnTo>
                    <a:pt x="410" y="609"/>
                  </a:lnTo>
                  <a:close/>
                </a:path>
              </a:pathLst>
            </a:custGeom>
            <a:solidFill>
              <a:srgbClr val="5ABCD2"/>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39" name="组合 38"/>
          <p:cNvGrpSpPr/>
          <p:nvPr/>
        </p:nvGrpSpPr>
        <p:grpSpPr>
          <a:xfrm>
            <a:off x="7798721" y="2344107"/>
            <a:ext cx="3660244" cy="1406436"/>
            <a:chOff x="7394414" y="1915746"/>
            <a:chExt cx="3470644" cy="1333583"/>
          </a:xfrm>
        </p:grpSpPr>
        <p:sp>
          <p:nvSpPr>
            <p:cNvPr id="40" name="任意多边形 39"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7394414" y="1915746"/>
              <a:ext cx="3470644" cy="901875"/>
            </a:xfrm>
            <a:custGeom>
              <a:avLst/>
              <a:gdLst>
                <a:gd name="connsiteX0" fmla="*/ 488326 w 4206923"/>
                <a:gd name="connsiteY0" fmla="*/ 0 h 1479432"/>
                <a:gd name="connsiteX1" fmla="*/ 1002185 w 4206923"/>
                <a:gd name="connsiteY1" fmla="*/ 0 h 1479432"/>
                <a:gd name="connsiteX2" fmla="*/ 1066030 w 4206923"/>
                <a:gd name="connsiteY2" fmla="*/ 0 h 1479432"/>
                <a:gd name="connsiteX3" fmla="*/ 1083181 w 4206923"/>
                <a:gd name="connsiteY3" fmla="*/ 0 h 1479432"/>
                <a:gd name="connsiteX4" fmla="*/ 1168160 w 4206923"/>
                <a:gd name="connsiteY4" fmla="*/ 0 h 1479432"/>
                <a:gd name="connsiteX5" fmla="*/ 1290429 w 4206923"/>
                <a:gd name="connsiteY5" fmla="*/ 0 h 1479432"/>
                <a:gd name="connsiteX6" fmla="*/ 1553727 w 4206923"/>
                <a:gd name="connsiteY6" fmla="*/ 0 h 1479432"/>
                <a:gd name="connsiteX7" fmla="*/ 1611796 w 4206923"/>
                <a:gd name="connsiteY7" fmla="*/ 0 h 1479432"/>
                <a:gd name="connsiteX8" fmla="*/ 1634674 w 4206923"/>
                <a:gd name="connsiteY8" fmla="*/ 0 h 1479432"/>
                <a:gd name="connsiteX9" fmla="*/ 1745864 w 4206923"/>
                <a:gd name="connsiteY9" fmla="*/ 0 h 1479432"/>
                <a:gd name="connsiteX10" fmla="*/ 1836195 w 4206923"/>
                <a:gd name="connsiteY10" fmla="*/ 0 h 1479432"/>
                <a:gd name="connsiteX11" fmla="*/ 1900647 w 4206923"/>
                <a:gd name="connsiteY11" fmla="*/ 0 h 1479432"/>
                <a:gd name="connsiteX12" fmla="*/ 1986524 w 4206923"/>
                <a:gd name="connsiteY12" fmla="*/ 0 h 1479432"/>
                <a:gd name="connsiteX13" fmla="*/ 2099493 w 4206923"/>
                <a:gd name="connsiteY13" fmla="*/ 0 h 1479432"/>
                <a:gd name="connsiteX14" fmla="*/ 2125046 w 4206923"/>
                <a:gd name="connsiteY14" fmla="*/ 0 h 1479432"/>
                <a:gd name="connsiteX15" fmla="*/ 2180440 w 4206923"/>
                <a:gd name="connsiteY15" fmla="*/ 0 h 1479432"/>
                <a:gd name="connsiteX16" fmla="*/ 2291630 w 4206923"/>
                <a:gd name="connsiteY16" fmla="*/ 0 h 1479432"/>
                <a:gd name="connsiteX17" fmla="*/ 2293677 w 4206923"/>
                <a:gd name="connsiteY17" fmla="*/ 0 h 1479432"/>
                <a:gd name="connsiteX18" fmla="*/ 2388345 w 4206923"/>
                <a:gd name="connsiteY18" fmla="*/ 0 h 1479432"/>
                <a:gd name="connsiteX19" fmla="*/ 2446414 w 4206923"/>
                <a:gd name="connsiteY19" fmla="*/ 0 h 1479432"/>
                <a:gd name="connsiteX20" fmla="*/ 2459486 w 4206923"/>
                <a:gd name="connsiteY20" fmla="*/ 0 h 1479432"/>
                <a:gd name="connsiteX21" fmla="*/ 2580482 w 4206923"/>
                <a:gd name="connsiteY21" fmla="*/ 0 h 1479432"/>
                <a:gd name="connsiteX22" fmla="*/ 2670812 w 4206923"/>
                <a:gd name="connsiteY22" fmla="*/ 0 h 1479432"/>
                <a:gd name="connsiteX23" fmla="*/ 2839443 w 4206923"/>
                <a:gd name="connsiteY23" fmla="*/ 0 h 1479432"/>
                <a:gd name="connsiteX24" fmla="*/ 2852814 w 4206923"/>
                <a:gd name="connsiteY24" fmla="*/ 0 h 1479432"/>
                <a:gd name="connsiteX25" fmla="*/ 2960273 w 4206923"/>
                <a:gd name="connsiteY25" fmla="*/ 0 h 1479432"/>
                <a:gd name="connsiteX26" fmla="*/ 3037852 w 4206923"/>
                <a:gd name="connsiteY26" fmla="*/ 0 h 1479432"/>
                <a:gd name="connsiteX27" fmla="*/ 3041269 w 4206923"/>
                <a:gd name="connsiteY27" fmla="*/ 0 h 1479432"/>
                <a:gd name="connsiteX28" fmla="*/ 3077212 w 4206923"/>
                <a:gd name="connsiteY28" fmla="*/ 0 h 1479432"/>
                <a:gd name="connsiteX29" fmla="*/ 3090397 w 4206923"/>
                <a:gd name="connsiteY29" fmla="*/ 0 h 1479432"/>
                <a:gd name="connsiteX30" fmla="*/ 3115626 w 4206923"/>
                <a:gd name="connsiteY30" fmla="*/ 0 h 1479432"/>
                <a:gd name="connsiteX31" fmla="*/ 3126248 w 4206923"/>
                <a:gd name="connsiteY31" fmla="*/ 0 h 1479432"/>
                <a:gd name="connsiteX32" fmla="*/ 3245843 w 4206923"/>
                <a:gd name="connsiteY32" fmla="*/ 0 h 1479432"/>
                <a:gd name="connsiteX33" fmla="*/ 3262250 w 4206923"/>
                <a:gd name="connsiteY33" fmla="*/ 0 h 1479432"/>
                <a:gd name="connsiteX34" fmla="*/ 3366673 w 4206923"/>
                <a:gd name="connsiteY34" fmla="*/ 0 h 1479432"/>
                <a:gd name="connsiteX35" fmla="*/ 3412579 w 4206923"/>
                <a:gd name="connsiteY35" fmla="*/ 0 h 1479432"/>
                <a:gd name="connsiteX36" fmla="*/ 3447669 w 4206923"/>
                <a:gd name="connsiteY36" fmla="*/ 0 h 1479432"/>
                <a:gd name="connsiteX37" fmla="*/ 3496797 w 4206923"/>
                <a:gd name="connsiteY37" fmla="*/ 0 h 1479432"/>
                <a:gd name="connsiteX38" fmla="*/ 3522026 w 4206923"/>
                <a:gd name="connsiteY38" fmla="*/ 0 h 1479432"/>
                <a:gd name="connsiteX39" fmla="*/ 3525549 w 4206923"/>
                <a:gd name="connsiteY39" fmla="*/ 0 h 1479432"/>
                <a:gd name="connsiteX40" fmla="*/ 3532648 w 4206923"/>
                <a:gd name="connsiteY40" fmla="*/ 0 h 1479432"/>
                <a:gd name="connsiteX41" fmla="*/ 3606496 w 4206923"/>
                <a:gd name="connsiteY41" fmla="*/ 0 h 1479432"/>
                <a:gd name="connsiteX42" fmla="*/ 3717686 w 4206923"/>
                <a:gd name="connsiteY42" fmla="*/ 0 h 1479432"/>
                <a:gd name="connsiteX43" fmla="*/ 3848796 w 4206923"/>
                <a:gd name="connsiteY43" fmla="*/ 75308 h 1479432"/>
                <a:gd name="connsiteX44" fmla="*/ 4188713 w 4206923"/>
                <a:gd name="connsiteY44" fmla="*/ 664408 h 1479432"/>
                <a:gd name="connsiteX45" fmla="*/ 4188713 w 4206923"/>
                <a:gd name="connsiteY45" fmla="*/ 815024 h 1479432"/>
                <a:gd name="connsiteX46" fmla="*/ 3848796 w 4206923"/>
                <a:gd name="connsiteY46" fmla="*/ 1404124 h 1479432"/>
                <a:gd name="connsiteX47" fmla="*/ 3717686 w 4206923"/>
                <a:gd name="connsiteY47" fmla="*/ 1479432 h 1479432"/>
                <a:gd name="connsiteX48" fmla="*/ 3532648 w 4206923"/>
                <a:gd name="connsiteY48" fmla="*/ 1479432 h 1479432"/>
                <a:gd name="connsiteX49" fmla="*/ 3126248 w 4206923"/>
                <a:gd name="connsiteY49" fmla="*/ 1479432 h 1479432"/>
                <a:gd name="connsiteX50" fmla="*/ 3037852 w 4206923"/>
                <a:gd name="connsiteY50" fmla="*/ 1479432 h 1479432"/>
                <a:gd name="connsiteX51" fmla="*/ 2852814 w 4206923"/>
                <a:gd name="connsiteY51" fmla="*/ 1479432 h 1479432"/>
                <a:gd name="connsiteX52" fmla="*/ 2580482 w 4206923"/>
                <a:gd name="connsiteY52" fmla="*/ 1479432 h 1479432"/>
                <a:gd name="connsiteX53" fmla="*/ 2446414 w 4206923"/>
                <a:gd name="connsiteY53" fmla="*/ 1479432 h 1479432"/>
                <a:gd name="connsiteX54" fmla="*/ 2291630 w 4206923"/>
                <a:gd name="connsiteY54" fmla="*/ 1479432 h 1479432"/>
                <a:gd name="connsiteX55" fmla="*/ 1900647 w 4206923"/>
                <a:gd name="connsiteY55" fmla="*/ 1479432 h 1479432"/>
                <a:gd name="connsiteX56" fmla="*/ 1745864 w 4206923"/>
                <a:gd name="connsiteY56" fmla="*/ 1479432 h 1479432"/>
                <a:gd name="connsiteX57" fmla="*/ 1611796 w 4206923"/>
                <a:gd name="connsiteY57" fmla="*/ 1479432 h 1479432"/>
                <a:gd name="connsiteX58" fmla="*/ 1168160 w 4206923"/>
                <a:gd name="connsiteY58" fmla="*/ 1479432 h 1479432"/>
                <a:gd name="connsiteX59" fmla="*/ 1066030 w 4206923"/>
                <a:gd name="connsiteY59" fmla="*/ 1479432 h 1479432"/>
                <a:gd name="connsiteX60" fmla="*/ 488326 w 4206923"/>
                <a:gd name="connsiteY60" fmla="*/ 1479432 h 1479432"/>
                <a:gd name="connsiteX61" fmla="*/ 357216 w 4206923"/>
                <a:gd name="connsiteY61" fmla="*/ 1404124 h 1479432"/>
                <a:gd name="connsiteX62" fmla="*/ 17299 w 4206923"/>
                <a:gd name="connsiteY62" fmla="*/ 815024 h 1479432"/>
                <a:gd name="connsiteX63" fmla="*/ 17299 w 4206923"/>
                <a:gd name="connsiteY63" fmla="*/ 664408 h 1479432"/>
                <a:gd name="connsiteX64" fmla="*/ 357216 w 4206923"/>
                <a:gd name="connsiteY64" fmla="*/ 75308 h 1479432"/>
                <a:gd name="connsiteX65" fmla="*/ 488326 w 4206923"/>
                <a:gd name="connsiteY65" fmla="*/ 0 h 147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06923" h="1479432">
                  <a:moveTo>
                    <a:pt x="488326" y="0"/>
                  </a:moveTo>
                  <a:cubicBezTo>
                    <a:pt x="743264" y="0"/>
                    <a:pt x="902600" y="0"/>
                    <a:pt x="1002185" y="0"/>
                  </a:cubicBezTo>
                  <a:lnTo>
                    <a:pt x="1066030" y="0"/>
                  </a:lnTo>
                  <a:lnTo>
                    <a:pt x="1083181" y="0"/>
                  </a:lnTo>
                  <a:cubicBezTo>
                    <a:pt x="1168160" y="0"/>
                    <a:pt x="1168160" y="0"/>
                    <a:pt x="1168160" y="0"/>
                  </a:cubicBezTo>
                  <a:lnTo>
                    <a:pt x="1290429" y="0"/>
                  </a:lnTo>
                  <a:cubicBezTo>
                    <a:pt x="1404288" y="0"/>
                    <a:pt x="1489682" y="0"/>
                    <a:pt x="1553727" y="0"/>
                  </a:cubicBezTo>
                  <a:lnTo>
                    <a:pt x="1611796" y="0"/>
                  </a:lnTo>
                  <a:lnTo>
                    <a:pt x="1634674" y="0"/>
                  </a:lnTo>
                  <a:cubicBezTo>
                    <a:pt x="1745864" y="0"/>
                    <a:pt x="1745864" y="0"/>
                    <a:pt x="1745864" y="0"/>
                  </a:cubicBezTo>
                  <a:lnTo>
                    <a:pt x="1836195" y="0"/>
                  </a:lnTo>
                  <a:lnTo>
                    <a:pt x="1900647" y="0"/>
                  </a:lnTo>
                  <a:lnTo>
                    <a:pt x="1986524" y="0"/>
                  </a:lnTo>
                  <a:cubicBezTo>
                    <a:pt x="2030111" y="0"/>
                    <a:pt x="2067471" y="0"/>
                    <a:pt x="2099493" y="0"/>
                  </a:cubicBezTo>
                  <a:lnTo>
                    <a:pt x="2125046" y="0"/>
                  </a:lnTo>
                  <a:lnTo>
                    <a:pt x="2180440" y="0"/>
                  </a:lnTo>
                  <a:cubicBezTo>
                    <a:pt x="2291630" y="0"/>
                    <a:pt x="2291630" y="0"/>
                    <a:pt x="2291630" y="0"/>
                  </a:cubicBezTo>
                  <a:lnTo>
                    <a:pt x="2293677" y="0"/>
                  </a:lnTo>
                  <a:cubicBezTo>
                    <a:pt x="2329528" y="0"/>
                    <a:pt x="2360897" y="0"/>
                    <a:pt x="2388345" y="0"/>
                  </a:cubicBezTo>
                  <a:lnTo>
                    <a:pt x="2446414" y="0"/>
                  </a:lnTo>
                  <a:lnTo>
                    <a:pt x="2459486" y="0"/>
                  </a:lnTo>
                  <a:cubicBezTo>
                    <a:pt x="2580482" y="0"/>
                    <a:pt x="2580482" y="0"/>
                    <a:pt x="2580482" y="0"/>
                  </a:cubicBezTo>
                  <a:lnTo>
                    <a:pt x="2670812" y="0"/>
                  </a:lnTo>
                  <a:cubicBezTo>
                    <a:pt x="2735874" y="0"/>
                    <a:pt x="2791642" y="0"/>
                    <a:pt x="2839443" y="0"/>
                  </a:cubicBezTo>
                  <a:lnTo>
                    <a:pt x="2852814" y="0"/>
                  </a:lnTo>
                  <a:lnTo>
                    <a:pt x="2960273" y="0"/>
                  </a:lnTo>
                  <a:lnTo>
                    <a:pt x="3037852" y="0"/>
                  </a:lnTo>
                  <a:lnTo>
                    <a:pt x="3041269" y="0"/>
                  </a:lnTo>
                  <a:lnTo>
                    <a:pt x="3077212" y="0"/>
                  </a:lnTo>
                  <a:lnTo>
                    <a:pt x="3090397" y="0"/>
                  </a:lnTo>
                  <a:lnTo>
                    <a:pt x="3115626" y="0"/>
                  </a:lnTo>
                  <a:lnTo>
                    <a:pt x="3126248" y="0"/>
                  </a:lnTo>
                  <a:lnTo>
                    <a:pt x="3245843" y="0"/>
                  </a:lnTo>
                  <a:lnTo>
                    <a:pt x="3262250" y="0"/>
                  </a:lnTo>
                  <a:lnTo>
                    <a:pt x="3366673" y="0"/>
                  </a:lnTo>
                  <a:lnTo>
                    <a:pt x="3412579" y="0"/>
                  </a:lnTo>
                  <a:lnTo>
                    <a:pt x="3447669" y="0"/>
                  </a:lnTo>
                  <a:lnTo>
                    <a:pt x="3496797" y="0"/>
                  </a:lnTo>
                  <a:lnTo>
                    <a:pt x="3522026" y="0"/>
                  </a:lnTo>
                  <a:lnTo>
                    <a:pt x="3525549" y="0"/>
                  </a:lnTo>
                  <a:lnTo>
                    <a:pt x="3532648" y="0"/>
                  </a:lnTo>
                  <a:lnTo>
                    <a:pt x="3606496" y="0"/>
                  </a:lnTo>
                  <a:cubicBezTo>
                    <a:pt x="3717686" y="0"/>
                    <a:pt x="3717686" y="0"/>
                    <a:pt x="3717686" y="0"/>
                  </a:cubicBezTo>
                  <a:cubicBezTo>
                    <a:pt x="3766245" y="0"/>
                    <a:pt x="3824516" y="34010"/>
                    <a:pt x="3848796" y="75308"/>
                  </a:cubicBezTo>
                  <a:cubicBezTo>
                    <a:pt x="4188713" y="664408"/>
                    <a:pt x="4188713" y="664408"/>
                    <a:pt x="4188713" y="664408"/>
                  </a:cubicBezTo>
                  <a:cubicBezTo>
                    <a:pt x="4212993" y="705706"/>
                    <a:pt x="4212993" y="773726"/>
                    <a:pt x="4188713" y="815024"/>
                  </a:cubicBezTo>
                  <a:cubicBezTo>
                    <a:pt x="3848796" y="1404124"/>
                    <a:pt x="3848796" y="1404124"/>
                    <a:pt x="3848796" y="1404124"/>
                  </a:cubicBezTo>
                  <a:cubicBezTo>
                    <a:pt x="3824516" y="1445422"/>
                    <a:pt x="3766245" y="1479432"/>
                    <a:pt x="3717686" y="1479432"/>
                  </a:cubicBezTo>
                  <a:lnTo>
                    <a:pt x="3532648" y="1479432"/>
                  </a:lnTo>
                  <a:lnTo>
                    <a:pt x="3126248" y="1479432"/>
                  </a:lnTo>
                  <a:lnTo>
                    <a:pt x="3037852" y="1479432"/>
                  </a:lnTo>
                  <a:lnTo>
                    <a:pt x="2852814" y="1479432"/>
                  </a:lnTo>
                  <a:lnTo>
                    <a:pt x="2580482" y="1479432"/>
                  </a:lnTo>
                  <a:lnTo>
                    <a:pt x="2446414" y="1479432"/>
                  </a:lnTo>
                  <a:lnTo>
                    <a:pt x="2291630" y="1479432"/>
                  </a:lnTo>
                  <a:lnTo>
                    <a:pt x="1900647" y="1479432"/>
                  </a:lnTo>
                  <a:lnTo>
                    <a:pt x="1745864" y="1479432"/>
                  </a:lnTo>
                  <a:lnTo>
                    <a:pt x="1611796" y="1479432"/>
                  </a:lnTo>
                  <a:lnTo>
                    <a:pt x="1168160" y="1479432"/>
                  </a:lnTo>
                  <a:lnTo>
                    <a:pt x="1066030" y="1479432"/>
                  </a:lnTo>
                  <a:lnTo>
                    <a:pt x="488326" y="1479432"/>
                  </a:lnTo>
                  <a:cubicBezTo>
                    <a:pt x="440981" y="1479432"/>
                    <a:pt x="381495" y="1445422"/>
                    <a:pt x="357216" y="1404124"/>
                  </a:cubicBezTo>
                  <a:cubicBezTo>
                    <a:pt x="17299" y="815024"/>
                    <a:pt x="17299" y="815024"/>
                    <a:pt x="17299" y="815024"/>
                  </a:cubicBezTo>
                  <a:cubicBezTo>
                    <a:pt x="-5767" y="773726"/>
                    <a:pt x="-5767" y="705706"/>
                    <a:pt x="17299" y="664408"/>
                  </a:cubicBezTo>
                  <a:cubicBezTo>
                    <a:pt x="357216" y="75308"/>
                    <a:pt x="357216" y="75308"/>
                    <a:pt x="357216" y="75308"/>
                  </a:cubicBezTo>
                  <a:cubicBezTo>
                    <a:pt x="381495" y="34010"/>
                    <a:pt x="440981" y="0"/>
                    <a:pt x="488326" y="0"/>
                  </a:cubicBezTo>
                  <a:close/>
                </a:path>
              </a:pathLst>
            </a:custGeom>
            <a:noFill/>
            <a:ln w="19050">
              <a:solidFill>
                <a:srgbClr val="0170C1"/>
              </a:solidFill>
            </a:ln>
            <a:effectLst/>
          </p:spPr>
          <p:txBody>
            <a:bodyPr vert="horz" wrap="square" lIns="72327" tIns="36163" rIns="72327" bIns="36163" numCol="1" anchor="t" anchorCtr="0" compatLnSpc="1">
              <a:prstTxWarp prst="textNoShape">
                <a:avLst/>
              </a:prstTxWarp>
              <a:noAutofit/>
            </a:bodyPr>
            <a:lstStyle/>
            <a:p>
              <a:endParaRPr lang="zh-CN" altLang="en-US"/>
            </a:p>
          </p:txBody>
        </p:sp>
        <p:sp>
          <p:nvSpPr>
            <p:cNvPr id="41" name="文本框 40"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txBox="1"/>
            <p:nvPr/>
          </p:nvSpPr>
          <p:spPr>
            <a:xfrm>
              <a:off x="8223212" y="1930606"/>
              <a:ext cx="2324334" cy="1318723"/>
            </a:xfrm>
            <a:prstGeom prst="rect">
              <a:avLst/>
            </a:prstGeom>
            <a:noFill/>
            <a:effectLst/>
          </p:spPr>
          <p:txBody>
            <a:bodyPr wrap="none" rtlCol="0">
              <a:spAutoFit/>
            </a:bodyPr>
            <a:lstStyle/>
            <a:p>
              <a:pPr>
                <a:buClr>
                  <a:srgbClr val="808080"/>
                </a:buClr>
              </a:pPr>
              <a:r>
                <a:rPr lang="zh-CN" altLang="en-US" sz="2531" dirty="0">
                  <a:solidFill>
                    <a:srgbClr val="029BAB"/>
                  </a:solidFill>
                  <a:sym typeface="+mn-lt"/>
                </a:rPr>
                <a:t>     </a:t>
              </a:r>
              <a:r>
                <a:rPr lang="zh-CN" altLang="en-US" sz="2531" dirty="0">
                  <a:solidFill>
                    <a:srgbClr val="247CAE"/>
                  </a:solidFill>
                  <a:latin typeface="微软雅黑" panose="020B0503020204020204" pitchFamily="34" charset="-122"/>
                  <a:ea typeface="微软雅黑" panose="020B0503020204020204" pitchFamily="34" charset="-122"/>
                  <a:sym typeface="+mn-lt"/>
                </a:rPr>
                <a:t>输入标题</a:t>
              </a: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42" name="Freeform 48"/>
            <p:cNvSpPr>
              <a:spLocks noEditPoints="1"/>
            </p:cNvSpPr>
            <p:nvPr/>
          </p:nvSpPr>
          <p:spPr bwMode="auto">
            <a:xfrm>
              <a:off x="7674718" y="2169179"/>
              <a:ext cx="370789" cy="354919"/>
            </a:xfrm>
            <a:custGeom>
              <a:avLst/>
              <a:gdLst>
                <a:gd name="T0" fmla="*/ 419 w 628"/>
                <a:gd name="T1" fmla="*/ 232 h 600"/>
                <a:gd name="T2" fmla="*/ 411 w 628"/>
                <a:gd name="T3" fmla="*/ 249 h 600"/>
                <a:gd name="T4" fmla="*/ 408 w 628"/>
                <a:gd name="T5" fmla="*/ 261 h 600"/>
                <a:gd name="T6" fmla="*/ 409 w 628"/>
                <a:gd name="T7" fmla="*/ 283 h 600"/>
                <a:gd name="T8" fmla="*/ 417 w 628"/>
                <a:gd name="T9" fmla="*/ 304 h 600"/>
                <a:gd name="T10" fmla="*/ 424 w 628"/>
                <a:gd name="T11" fmla="*/ 315 h 600"/>
                <a:gd name="T12" fmla="*/ 441 w 628"/>
                <a:gd name="T13" fmla="*/ 330 h 600"/>
                <a:gd name="T14" fmla="*/ 453 w 628"/>
                <a:gd name="T15" fmla="*/ 335 h 600"/>
                <a:gd name="T16" fmla="*/ 478 w 628"/>
                <a:gd name="T17" fmla="*/ 200 h 600"/>
                <a:gd name="T18" fmla="*/ 449 w 628"/>
                <a:gd name="T19" fmla="*/ 206 h 600"/>
                <a:gd name="T20" fmla="*/ 433 w 628"/>
                <a:gd name="T21" fmla="*/ 216 h 600"/>
                <a:gd name="T22" fmla="*/ 425 w 628"/>
                <a:gd name="T23" fmla="*/ 224 h 600"/>
                <a:gd name="T24" fmla="*/ 384 w 628"/>
                <a:gd name="T25" fmla="*/ 70 h 600"/>
                <a:gd name="T26" fmla="*/ 314 w 628"/>
                <a:gd name="T27" fmla="*/ 140 h 600"/>
                <a:gd name="T28" fmla="*/ 379 w 628"/>
                <a:gd name="T29" fmla="*/ 283 h 600"/>
                <a:gd name="T30" fmla="*/ 379 w 628"/>
                <a:gd name="T31" fmla="*/ 254 h 600"/>
                <a:gd name="T32" fmla="*/ 359 w 628"/>
                <a:gd name="T33" fmla="*/ 154 h 600"/>
                <a:gd name="T34" fmla="*/ 250 w 628"/>
                <a:gd name="T35" fmla="*/ 270 h 600"/>
                <a:gd name="T36" fmla="*/ 314 w 628"/>
                <a:gd name="T37" fmla="*/ 396 h 600"/>
                <a:gd name="T38" fmla="*/ 282 w 628"/>
                <a:gd name="T39" fmla="*/ 400 h 600"/>
                <a:gd name="T40" fmla="*/ 267 w 628"/>
                <a:gd name="T41" fmla="*/ 382 h 600"/>
                <a:gd name="T42" fmla="*/ 257 w 628"/>
                <a:gd name="T43" fmla="*/ 374 h 600"/>
                <a:gd name="T44" fmla="*/ 214 w 628"/>
                <a:gd name="T45" fmla="*/ 356 h 600"/>
                <a:gd name="T46" fmla="*/ 195 w 628"/>
                <a:gd name="T47" fmla="*/ 354 h 600"/>
                <a:gd name="T48" fmla="*/ 0 w 628"/>
                <a:gd name="T49" fmla="*/ 600 h 600"/>
                <a:gd name="T50" fmla="*/ 83 w 628"/>
                <a:gd name="T51" fmla="*/ 454 h 600"/>
                <a:gd name="T52" fmla="*/ 216 w 628"/>
                <a:gd name="T53" fmla="*/ 454 h 600"/>
                <a:gd name="T54" fmla="*/ 301 w 628"/>
                <a:gd name="T55" fmla="*/ 600 h 600"/>
                <a:gd name="T56" fmla="*/ 282 w 628"/>
                <a:gd name="T57" fmla="*/ 400 h 600"/>
                <a:gd name="T58" fmla="*/ 433 w 628"/>
                <a:gd name="T59" fmla="*/ 354 h 600"/>
                <a:gd name="T60" fmla="*/ 413 w 628"/>
                <a:gd name="T61" fmla="*/ 356 h 600"/>
                <a:gd name="T62" fmla="*/ 361 w 628"/>
                <a:gd name="T63" fmla="*/ 382 h 600"/>
                <a:gd name="T64" fmla="*/ 353 w 628"/>
                <a:gd name="T65" fmla="*/ 391 h 600"/>
                <a:gd name="T66" fmla="*/ 389 w 628"/>
                <a:gd name="T67" fmla="*/ 600 h 600"/>
                <a:gd name="T68" fmla="*/ 410 w 628"/>
                <a:gd name="T69" fmla="*/ 600 h 600"/>
                <a:gd name="T70" fmla="*/ 564 w 628"/>
                <a:gd name="T71" fmla="*/ 454 h 600"/>
                <a:gd name="T72" fmla="*/ 628 w 628"/>
                <a:gd name="T73" fmla="*/ 460 h 600"/>
                <a:gd name="T74" fmla="*/ 151 w 628"/>
                <a:gd name="T75" fmla="*/ 340 h 600"/>
                <a:gd name="T76" fmla="*/ 186 w 628"/>
                <a:gd name="T77" fmla="*/ 330 h 600"/>
                <a:gd name="T78" fmla="*/ 196 w 628"/>
                <a:gd name="T79" fmla="*/ 323 h 600"/>
                <a:gd name="T80" fmla="*/ 216 w 628"/>
                <a:gd name="T81" fmla="*/ 295 h 600"/>
                <a:gd name="T82" fmla="*/ 219 w 628"/>
                <a:gd name="T83" fmla="*/ 281 h 600"/>
                <a:gd name="T84" fmla="*/ 219 w 628"/>
                <a:gd name="T85" fmla="*/ 258 h 600"/>
                <a:gd name="T86" fmla="*/ 214 w 628"/>
                <a:gd name="T87" fmla="*/ 241 h 600"/>
                <a:gd name="T88" fmla="*/ 208 w 628"/>
                <a:gd name="T89" fmla="*/ 231 h 600"/>
                <a:gd name="T90" fmla="*/ 195 w 628"/>
                <a:gd name="T91" fmla="*/ 217 h 600"/>
                <a:gd name="T92" fmla="*/ 186 w 628"/>
                <a:gd name="T93" fmla="*/ 210 h 600"/>
                <a:gd name="T94" fmla="*/ 151 w 628"/>
                <a:gd name="T95" fmla="*/ 2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8" h="600">
                  <a:moveTo>
                    <a:pt x="425" y="224"/>
                  </a:moveTo>
                  <a:cubicBezTo>
                    <a:pt x="423" y="226"/>
                    <a:pt x="421" y="229"/>
                    <a:pt x="420" y="231"/>
                  </a:cubicBezTo>
                  <a:cubicBezTo>
                    <a:pt x="419" y="231"/>
                    <a:pt x="419" y="232"/>
                    <a:pt x="419" y="232"/>
                  </a:cubicBezTo>
                  <a:cubicBezTo>
                    <a:pt x="418" y="234"/>
                    <a:pt x="416" y="236"/>
                    <a:pt x="415" y="239"/>
                  </a:cubicBezTo>
                  <a:cubicBezTo>
                    <a:pt x="415" y="240"/>
                    <a:pt x="414" y="240"/>
                    <a:pt x="414" y="241"/>
                  </a:cubicBezTo>
                  <a:cubicBezTo>
                    <a:pt x="413" y="244"/>
                    <a:pt x="412" y="246"/>
                    <a:pt x="411" y="249"/>
                  </a:cubicBezTo>
                  <a:cubicBezTo>
                    <a:pt x="411" y="249"/>
                    <a:pt x="411" y="250"/>
                    <a:pt x="411" y="250"/>
                  </a:cubicBezTo>
                  <a:cubicBezTo>
                    <a:pt x="410" y="253"/>
                    <a:pt x="409" y="255"/>
                    <a:pt x="409" y="258"/>
                  </a:cubicBezTo>
                  <a:cubicBezTo>
                    <a:pt x="409" y="259"/>
                    <a:pt x="409" y="260"/>
                    <a:pt x="408" y="261"/>
                  </a:cubicBezTo>
                  <a:cubicBezTo>
                    <a:pt x="408" y="264"/>
                    <a:pt x="408" y="267"/>
                    <a:pt x="408" y="270"/>
                  </a:cubicBezTo>
                  <a:cubicBezTo>
                    <a:pt x="408" y="274"/>
                    <a:pt x="408" y="278"/>
                    <a:pt x="409" y="281"/>
                  </a:cubicBezTo>
                  <a:cubicBezTo>
                    <a:pt x="409" y="282"/>
                    <a:pt x="409" y="283"/>
                    <a:pt x="409" y="283"/>
                  </a:cubicBezTo>
                  <a:cubicBezTo>
                    <a:pt x="410" y="287"/>
                    <a:pt x="411" y="290"/>
                    <a:pt x="412" y="293"/>
                  </a:cubicBezTo>
                  <a:cubicBezTo>
                    <a:pt x="412" y="294"/>
                    <a:pt x="412" y="294"/>
                    <a:pt x="412" y="295"/>
                  </a:cubicBezTo>
                  <a:cubicBezTo>
                    <a:pt x="414" y="298"/>
                    <a:pt x="415" y="301"/>
                    <a:pt x="417" y="304"/>
                  </a:cubicBezTo>
                  <a:cubicBezTo>
                    <a:pt x="417" y="305"/>
                    <a:pt x="417" y="305"/>
                    <a:pt x="418" y="306"/>
                  </a:cubicBezTo>
                  <a:cubicBezTo>
                    <a:pt x="420" y="309"/>
                    <a:pt x="422" y="312"/>
                    <a:pt x="424" y="315"/>
                  </a:cubicBezTo>
                  <a:cubicBezTo>
                    <a:pt x="424" y="315"/>
                    <a:pt x="424" y="315"/>
                    <a:pt x="424" y="315"/>
                  </a:cubicBezTo>
                  <a:cubicBezTo>
                    <a:pt x="427" y="318"/>
                    <a:pt x="429" y="320"/>
                    <a:pt x="432" y="323"/>
                  </a:cubicBezTo>
                  <a:cubicBezTo>
                    <a:pt x="432" y="323"/>
                    <a:pt x="432" y="323"/>
                    <a:pt x="432" y="323"/>
                  </a:cubicBezTo>
                  <a:cubicBezTo>
                    <a:pt x="435" y="326"/>
                    <a:pt x="438" y="328"/>
                    <a:pt x="441" y="330"/>
                  </a:cubicBezTo>
                  <a:cubicBezTo>
                    <a:pt x="442" y="330"/>
                    <a:pt x="442" y="330"/>
                    <a:pt x="442" y="330"/>
                  </a:cubicBezTo>
                  <a:cubicBezTo>
                    <a:pt x="446" y="332"/>
                    <a:pt x="449" y="334"/>
                    <a:pt x="452" y="335"/>
                  </a:cubicBezTo>
                  <a:cubicBezTo>
                    <a:pt x="453" y="335"/>
                    <a:pt x="453" y="335"/>
                    <a:pt x="453" y="335"/>
                  </a:cubicBezTo>
                  <a:cubicBezTo>
                    <a:pt x="461" y="338"/>
                    <a:pt x="469" y="340"/>
                    <a:pt x="478" y="340"/>
                  </a:cubicBezTo>
                  <a:cubicBezTo>
                    <a:pt x="516" y="340"/>
                    <a:pt x="547" y="309"/>
                    <a:pt x="547" y="270"/>
                  </a:cubicBezTo>
                  <a:cubicBezTo>
                    <a:pt x="547" y="231"/>
                    <a:pt x="516" y="200"/>
                    <a:pt x="478" y="200"/>
                  </a:cubicBezTo>
                  <a:cubicBezTo>
                    <a:pt x="468" y="200"/>
                    <a:pt x="458" y="202"/>
                    <a:pt x="450" y="206"/>
                  </a:cubicBezTo>
                  <a:cubicBezTo>
                    <a:pt x="450" y="206"/>
                    <a:pt x="450" y="206"/>
                    <a:pt x="450" y="206"/>
                  </a:cubicBezTo>
                  <a:cubicBezTo>
                    <a:pt x="449" y="206"/>
                    <a:pt x="449" y="206"/>
                    <a:pt x="449" y="206"/>
                  </a:cubicBezTo>
                  <a:cubicBezTo>
                    <a:pt x="446" y="208"/>
                    <a:pt x="444" y="209"/>
                    <a:pt x="442" y="210"/>
                  </a:cubicBezTo>
                  <a:cubicBezTo>
                    <a:pt x="441" y="210"/>
                    <a:pt x="441" y="211"/>
                    <a:pt x="440" y="211"/>
                  </a:cubicBezTo>
                  <a:cubicBezTo>
                    <a:pt x="438" y="213"/>
                    <a:pt x="435" y="215"/>
                    <a:pt x="433" y="216"/>
                  </a:cubicBezTo>
                  <a:cubicBezTo>
                    <a:pt x="433" y="217"/>
                    <a:pt x="432" y="217"/>
                    <a:pt x="432" y="217"/>
                  </a:cubicBezTo>
                  <a:cubicBezTo>
                    <a:pt x="430" y="219"/>
                    <a:pt x="428" y="221"/>
                    <a:pt x="426" y="223"/>
                  </a:cubicBezTo>
                  <a:cubicBezTo>
                    <a:pt x="426" y="223"/>
                    <a:pt x="425" y="224"/>
                    <a:pt x="425" y="224"/>
                  </a:cubicBezTo>
                  <a:close/>
                  <a:moveTo>
                    <a:pt x="314" y="140"/>
                  </a:moveTo>
                  <a:lnTo>
                    <a:pt x="314" y="140"/>
                  </a:lnTo>
                  <a:cubicBezTo>
                    <a:pt x="353" y="140"/>
                    <a:pt x="384" y="108"/>
                    <a:pt x="384" y="70"/>
                  </a:cubicBezTo>
                  <a:cubicBezTo>
                    <a:pt x="384" y="31"/>
                    <a:pt x="353" y="0"/>
                    <a:pt x="314" y="0"/>
                  </a:cubicBezTo>
                  <a:cubicBezTo>
                    <a:pt x="275" y="0"/>
                    <a:pt x="244" y="31"/>
                    <a:pt x="244" y="70"/>
                  </a:cubicBezTo>
                  <a:cubicBezTo>
                    <a:pt x="244" y="108"/>
                    <a:pt x="275" y="140"/>
                    <a:pt x="314" y="140"/>
                  </a:cubicBezTo>
                  <a:close/>
                  <a:moveTo>
                    <a:pt x="379" y="336"/>
                  </a:moveTo>
                  <a:lnTo>
                    <a:pt x="379" y="336"/>
                  </a:lnTo>
                  <a:lnTo>
                    <a:pt x="379" y="283"/>
                  </a:lnTo>
                  <a:cubicBezTo>
                    <a:pt x="379" y="279"/>
                    <a:pt x="378" y="274"/>
                    <a:pt x="378" y="270"/>
                  </a:cubicBezTo>
                  <a:cubicBezTo>
                    <a:pt x="378" y="266"/>
                    <a:pt x="379" y="262"/>
                    <a:pt x="379" y="257"/>
                  </a:cubicBezTo>
                  <a:lnTo>
                    <a:pt x="379" y="254"/>
                  </a:lnTo>
                  <a:lnTo>
                    <a:pt x="380" y="254"/>
                  </a:lnTo>
                  <a:cubicBezTo>
                    <a:pt x="385" y="223"/>
                    <a:pt x="404" y="197"/>
                    <a:pt x="431" y="183"/>
                  </a:cubicBezTo>
                  <a:cubicBezTo>
                    <a:pt x="412" y="165"/>
                    <a:pt x="387" y="154"/>
                    <a:pt x="359" y="154"/>
                  </a:cubicBezTo>
                  <a:lnTo>
                    <a:pt x="269" y="154"/>
                  </a:lnTo>
                  <a:cubicBezTo>
                    <a:pt x="241" y="154"/>
                    <a:pt x="216" y="165"/>
                    <a:pt x="197" y="183"/>
                  </a:cubicBezTo>
                  <a:cubicBezTo>
                    <a:pt x="228" y="199"/>
                    <a:pt x="250" y="232"/>
                    <a:pt x="250" y="270"/>
                  </a:cubicBezTo>
                  <a:cubicBezTo>
                    <a:pt x="250" y="278"/>
                    <a:pt x="249" y="285"/>
                    <a:pt x="247" y="293"/>
                  </a:cubicBezTo>
                  <a:lnTo>
                    <a:pt x="247" y="335"/>
                  </a:lnTo>
                  <a:cubicBezTo>
                    <a:pt x="276" y="347"/>
                    <a:pt x="299" y="369"/>
                    <a:pt x="314" y="396"/>
                  </a:cubicBezTo>
                  <a:cubicBezTo>
                    <a:pt x="328" y="369"/>
                    <a:pt x="352" y="348"/>
                    <a:pt x="379" y="336"/>
                  </a:cubicBezTo>
                  <a:close/>
                  <a:moveTo>
                    <a:pt x="282" y="400"/>
                  </a:moveTo>
                  <a:lnTo>
                    <a:pt x="282" y="400"/>
                  </a:lnTo>
                  <a:cubicBezTo>
                    <a:pt x="280" y="397"/>
                    <a:pt x="278" y="394"/>
                    <a:pt x="275" y="391"/>
                  </a:cubicBezTo>
                  <a:cubicBezTo>
                    <a:pt x="275" y="390"/>
                    <a:pt x="274" y="390"/>
                    <a:pt x="274" y="390"/>
                  </a:cubicBezTo>
                  <a:cubicBezTo>
                    <a:pt x="272" y="387"/>
                    <a:pt x="270" y="385"/>
                    <a:pt x="267" y="382"/>
                  </a:cubicBezTo>
                  <a:cubicBezTo>
                    <a:pt x="267" y="382"/>
                    <a:pt x="266" y="382"/>
                    <a:pt x="266" y="381"/>
                  </a:cubicBezTo>
                  <a:cubicBezTo>
                    <a:pt x="263" y="379"/>
                    <a:pt x="261" y="377"/>
                    <a:pt x="258" y="375"/>
                  </a:cubicBezTo>
                  <a:cubicBezTo>
                    <a:pt x="257" y="374"/>
                    <a:pt x="257" y="374"/>
                    <a:pt x="257" y="374"/>
                  </a:cubicBezTo>
                  <a:cubicBezTo>
                    <a:pt x="247" y="367"/>
                    <a:pt x="237" y="362"/>
                    <a:pt x="225" y="359"/>
                  </a:cubicBezTo>
                  <a:cubicBezTo>
                    <a:pt x="223" y="358"/>
                    <a:pt x="220" y="357"/>
                    <a:pt x="218" y="357"/>
                  </a:cubicBezTo>
                  <a:cubicBezTo>
                    <a:pt x="217" y="356"/>
                    <a:pt x="215" y="356"/>
                    <a:pt x="214" y="356"/>
                  </a:cubicBezTo>
                  <a:cubicBezTo>
                    <a:pt x="212" y="356"/>
                    <a:pt x="210" y="355"/>
                    <a:pt x="208" y="355"/>
                  </a:cubicBezTo>
                  <a:cubicBezTo>
                    <a:pt x="207" y="355"/>
                    <a:pt x="206" y="355"/>
                    <a:pt x="205" y="355"/>
                  </a:cubicBezTo>
                  <a:cubicBezTo>
                    <a:pt x="202" y="354"/>
                    <a:pt x="199" y="354"/>
                    <a:pt x="195" y="354"/>
                  </a:cubicBezTo>
                  <a:lnTo>
                    <a:pt x="105" y="354"/>
                  </a:lnTo>
                  <a:cubicBezTo>
                    <a:pt x="47" y="354"/>
                    <a:pt x="0" y="401"/>
                    <a:pt x="0" y="460"/>
                  </a:cubicBezTo>
                  <a:lnTo>
                    <a:pt x="0" y="600"/>
                  </a:lnTo>
                  <a:lnTo>
                    <a:pt x="62" y="600"/>
                  </a:lnTo>
                  <a:lnTo>
                    <a:pt x="62" y="454"/>
                  </a:lnTo>
                  <a:lnTo>
                    <a:pt x="83" y="454"/>
                  </a:lnTo>
                  <a:lnTo>
                    <a:pt x="83" y="600"/>
                  </a:lnTo>
                  <a:lnTo>
                    <a:pt x="216" y="600"/>
                  </a:lnTo>
                  <a:lnTo>
                    <a:pt x="216" y="454"/>
                  </a:lnTo>
                  <a:lnTo>
                    <a:pt x="237" y="454"/>
                  </a:lnTo>
                  <a:lnTo>
                    <a:pt x="237" y="600"/>
                  </a:lnTo>
                  <a:lnTo>
                    <a:pt x="301" y="600"/>
                  </a:lnTo>
                  <a:lnTo>
                    <a:pt x="301" y="460"/>
                  </a:lnTo>
                  <a:cubicBezTo>
                    <a:pt x="301" y="437"/>
                    <a:pt x="294" y="417"/>
                    <a:pt x="282" y="400"/>
                  </a:cubicBezTo>
                  <a:cubicBezTo>
                    <a:pt x="282" y="400"/>
                    <a:pt x="282" y="400"/>
                    <a:pt x="282" y="400"/>
                  </a:cubicBezTo>
                  <a:close/>
                  <a:moveTo>
                    <a:pt x="523" y="354"/>
                  </a:moveTo>
                  <a:lnTo>
                    <a:pt x="523" y="354"/>
                  </a:lnTo>
                  <a:lnTo>
                    <a:pt x="433" y="354"/>
                  </a:lnTo>
                  <a:cubicBezTo>
                    <a:pt x="429" y="354"/>
                    <a:pt x="426" y="354"/>
                    <a:pt x="423" y="355"/>
                  </a:cubicBezTo>
                  <a:cubicBezTo>
                    <a:pt x="422" y="355"/>
                    <a:pt x="421" y="355"/>
                    <a:pt x="420" y="355"/>
                  </a:cubicBezTo>
                  <a:cubicBezTo>
                    <a:pt x="418" y="355"/>
                    <a:pt x="415" y="356"/>
                    <a:pt x="413" y="356"/>
                  </a:cubicBezTo>
                  <a:cubicBezTo>
                    <a:pt x="412" y="356"/>
                    <a:pt x="411" y="356"/>
                    <a:pt x="410" y="357"/>
                  </a:cubicBezTo>
                  <a:cubicBezTo>
                    <a:pt x="408" y="357"/>
                    <a:pt x="405" y="358"/>
                    <a:pt x="403" y="358"/>
                  </a:cubicBezTo>
                  <a:cubicBezTo>
                    <a:pt x="387" y="363"/>
                    <a:pt x="373" y="371"/>
                    <a:pt x="361" y="382"/>
                  </a:cubicBezTo>
                  <a:cubicBezTo>
                    <a:pt x="361" y="382"/>
                    <a:pt x="361" y="382"/>
                    <a:pt x="361" y="383"/>
                  </a:cubicBezTo>
                  <a:cubicBezTo>
                    <a:pt x="358" y="385"/>
                    <a:pt x="356" y="388"/>
                    <a:pt x="353" y="390"/>
                  </a:cubicBezTo>
                  <a:cubicBezTo>
                    <a:pt x="353" y="390"/>
                    <a:pt x="353" y="391"/>
                    <a:pt x="353" y="391"/>
                  </a:cubicBezTo>
                  <a:cubicBezTo>
                    <a:pt x="337" y="409"/>
                    <a:pt x="327" y="433"/>
                    <a:pt x="327" y="460"/>
                  </a:cubicBezTo>
                  <a:lnTo>
                    <a:pt x="327" y="600"/>
                  </a:lnTo>
                  <a:lnTo>
                    <a:pt x="389" y="600"/>
                  </a:lnTo>
                  <a:lnTo>
                    <a:pt x="389" y="454"/>
                  </a:lnTo>
                  <a:lnTo>
                    <a:pt x="410" y="454"/>
                  </a:lnTo>
                  <a:lnTo>
                    <a:pt x="410" y="600"/>
                  </a:lnTo>
                  <a:lnTo>
                    <a:pt x="543" y="600"/>
                  </a:lnTo>
                  <a:lnTo>
                    <a:pt x="543" y="454"/>
                  </a:lnTo>
                  <a:lnTo>
                    <a:pt x="564" y="454"/>
                  </a:lnTo>
                  <a:lnTo>
                    <a:pt x="564" y="600"/>
                  </a:lnTo>
                  <a:lnTo>
                    <a:pt x="628" y="600"/>
                  </a:lnTo>
                  <a:lnTo>
                    <a:pt x="628" y="460"/>
                  </a:lnTo>
                  <a:cubicBezTo>
                    <a:pt x="628" y="401"/>
                    <a:pt x="581" y="354"/>
                    <a:pt x="523" y="354"/>
                  </a:cubicBezTo>
                  <a:close/>
                  <a:moveTo>
                    <a:pt x="151" y="340"/>
                  </a:moveTo>
                  <a:lnTo>
                    <a:pt x="151" y="340"/>
                  </a:lnTo>
                  <a:cubicBezTo>
                    <a:pt x="159" y="340"/>
                    <a:pt x="167" y="338"/>
                    <a:pt x="175" y="335"/>
                  </a:cubicBezTo>
                  <a:cubicBezTo>
                    <a:pt x="175" y="335"/>
                    <a:pt x="175" y="335"/>
                    <a:pt x="176" y="335"/>
                  </a:cubicBezTo>
                  <a:cubicBezTo>
                    <a:pt x="179" y="334"/>
                    <a:pt x="183" y="332"/>
                    <a:pt x="186" y="330"/>
                  </a:cubicBezTo>
                  <a:cubicBezTo>
                    <a:pt x="186" y="330"/>
                    <a:pt x="186" y="330"/>
                    <a:pt x="186" y="330"/>
                  </a:cubicBezTo>
                  <a:cubicBezTo>
                    <a:pt x="190" y="328"/>
                    <a:pt x="193" y="326"/>
                    <a:pt x="196" y="323"/>
                  </a:cubicBezTo>
                  <a:cubicBezTo>
                    <a:pt x="196" y="323"/>
                    <a:pt x="196" y="323"/>
                    <a:pt x="196" y="323"/>
                  </a:cubicBezTo>
                  <a:cubicBezTo>
                    <a:pt x="202" y="318"/>
                    <a:pt x="206" y="312"/>
                    <a:pt x="210" y="306"/>
                  </a:cubicBezTo>
                  <a:cubicBezTo>
                    <a:pt x="211" y="305"/>
                    <a:pt x="211" y="305"/>
                    <a:pt x="211" y="304"/>
                  </a:cubicBezTo>
                  <a:cubicBezTo>
                    <a:pt x="213" y="301"/>
                    <a:pt x="214" y="298"/>
                    <a:pt x="216" y="295"/>
                  </a:cubicBezTo>
                  <a:cubicBezTo>
                    <a:pt x="216" y="294"/>
                    <a:pt x="216" y="294"/>
                    <a:pt x="216" y="293"/>
                  </a:cubicBezTo>
                  <a:cubicBezTo>
                    <a:pt x="217" y="290"/>
                    <a:pt x="218" y="287"/>
                    <a:pt x="219" y="283"/>
                  </a:cubicBezTo>
                  <a:cubicBezTo>
                    <a:pt x="219" y="282"/>
                    <a:pt x="219" y="282"/>
                    <a:pt x="219" y="281"/>
                  </a:cubicBezTo>
                  <a:cubicBezTo>
                    <a:pt x="220" y="278"/>
                    <a:pt x="220" y="274"/>
                    <a:pt x="220" y="270"/>
                  </a:cubicBezTo>
                  <a:cubicBezTo>
                    <a:pt x="220" y="267"/>
                    <a:pt x="220" y="264"/>
                    <a:pt x="220" y="261"/>
                  </a:cubicBezTo>
                  <a:cubicBezTo>
                    <a:pt x="219" y="260"/>
                    <a:pt x="219" y="259"/>
                    <a:pt x="219" y="258"/>
                  </a:cubicBezTo>
                  <a:cubicBezTo>
                    <a:pt x="219" y="255"/>
                    <a:pt x="218" y="252"/>
                    <a:pt x="217" y="250"/>
                  </a:cubicBezTo>
                  <a:cubicBezTo>
                    <a:pt x="217" y="249"/>
                    <a:pt x="217" y="249"/>
                    <a:pt x="217" y="249"/>
                  </a:cubicBezTo>
                  <a:cubicBezTo>
                    <a:pt x="216" y="246"/>
                    <a:pt x="215" y="244"/>
                    <a:pt x="214" y="241"/>
                  </a:cubicBezTo>
                  <a:cubicBezTo>
                    <a:pt x="214" y="240"/>
                    <a:pt x="213" y="240"/>
                    <a:pt x="213" y="239"/>
                  </a:cubicBezTo>
                  <a:cubicBezTo>
                    <a:pt x="212" y="236"/>
                    <a:pt x="210" y="234"/>
                    <a:pt x="209" y="231"/>
                  </a:cubicBezTo>
                  <a:lnTo>
                    <a:pt x="208" y="231"/>
                  </a:lnTo>
                  <a:cubicBezTo>
                    <a:pt x="207" y="229"/>
                    <a:pt x="205" y="226"/>
                    <a:pt x="203" y="224"/>
                  </a:cubicBezTo>
                  <a:cubicBezTo>
                    <a:pt x="203" y="224"/>
                    <a:pt x="202" y="223"/>
                    <a:pt x="202" y="223"/>
                  </a:cubicBezTo>
                  <a:cubicBezTo>
                    <a:pt x="200" y="221"/>
                    <a:pt x="198" y="219"/>
                    <a:pt x="195" y="217"/>
                  </a:cubicBezTo>
                  <a:cubicBezTo>
                    <a:pt x="195" y="217"/>
                    <a:pt x="195" y="217"/>
                    <a:pt x="195" y="216"/>
                  </a:cubicBezTo>
                  <a:cubicBezTo>
                    <a:pt x="193" y="215"/>
                    <a:pt x="190" y="213"/>
                    <a:pt x="188" y="211"/>
                  </a:cubicBezTo>
                  <a:cubicBezTo>
                    <a:pt x="187" y="211"/>
                    <a:pt x="187" y="210"/>
                    <a:pt x="186" y="210"/>
                  </a:cubicBezTo>
                  <a:cubicBezTo>
                    <a:pt x="184" y="209"/>
                    <a:pt x="181" y="207"/>
                    <a:pt x="179" y="206"/>
                  </a:cubicBezTo>
                  <a:cubicBezTo>
                    <a:pt x="179" y="206"/>
                    <a:pt x="178" y="206"/>
                    <a:pt x="178" y="206"/>
                  </a:cubicBezTo>
                  <a:cubicBezTo>
                    <a:pt x="170" y="202"/>
                    <a:pt x="160" y="200"/>
                    <a:pt x="151" y="200"/>
                  </a:cubicBezTo>
                  <a:cubicBezTo>
                    <a:pt x="112" y="200"/>
                    <a:pt x="81" y="231"/>
                    <a:pt x="81" y="270"/>
                  </a:cubicBezTo>
                  <a:cubicBezTo>
                    <a:pt x="81" y="309"/>
                    <a:pt x="112" y="340"/>
                    <a:pt x="151" y="340"/>
                  </a:cubicBezTo>
                  <a:close/>
                </a:path>
              </a:pathLst>
            </a:custGeom>
            <a:solidFill>
              <a:srgbClr val="247CAE"/>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3" name="组合 42"/>
          <p:cNvGrpSpPr/>
          <p:nvPr/>
        </p:nvGrpSpPr>
        <p:grpSpPr>
          <a:xfrm>
            <a:off x="7798721" y="4438232"/>
            <a:ext cx="3660244" cy="1443058"/>
            <a:chOff x="7394414" y="3901396"/>
            <a:chExt cx="3470644" cy="1368308"/>
          </a:xfrm>
        </p:grpSpPr>
        <p:sp>
          <p:nvSpPr>
            <p:cNvPr id="44" name="任意多边形 43"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7394414" y="3901396"/>
              <a:ext cx="3470644" cy="901875"/>
            </a:xfrm>
            <a:custGeom>
              <a:avLst/>
              <a:gdLst>
                <a:gd name="connsiteX0" fmla="*/ 488326 w 4206923"/>
                <a:gd name="connsiteY0" fmla="*/ 0 h 1479432"/>
                <a:gd name="connsiteX1" fmla="*/ 1002185 w 4206923"/>
                <a:gd name="connsiteY1" fmla="*/ 0 h 1479432"/>
                <a:gd name="connsiteX2" fmla="*/ 1066030 w 4206923"/>
                <a:gd name="connsiteY2" fmla="*/ 0 h 1479432"/>
                <a:gd name="connsiteX3" fmla="*/ 1083181 w 4206923"/>
                <a:gd name="connsiteY3" fmla="*/ 0 h 1479432"/>
                <a:gd name="connsiteX4" fmla="*/ 1168160 w 4206923"/>
                <a:gd name="connsiteY4" fmla="*/ 0 h 1479432"/>
                <a:gd name="connsiteX5" fmla="*/ 1290429 w 4206923"/>
                <a:gd name="connsiteY5" fmla="*/ 0 h 1479432"/>
                <a:gd name="connsiteX6" fmla="*/ 1553727 w 4206923"/>
                <a:gd name="connsiteY6" fmla="*/ 0 h 1479432"/>
                <a:gd name="connsiteX7" fmla="*/ 1611796 w 4206923"/>
                <a:gd name="connsiteY7" fmla="*/ 0 h 1479432"/>
                <a:gd name="connsiteX8" fmla="*/ 1634674 w 4206923"/>
                <a:gd name="connsiteY8" fmla="*/ 0 h 1479432"/>
                <a:gd name="connsiteX9" fmla="*/ 1745864 w 4206923"/>
                <a:gd name="connsiteY9" fmla="*/ 0 h 1479432"/>
                <a:gd name="connsiteX10" fmla="*/ 1836195 w 4206923"/>
                <a:gd name="connsiteY10" fmla="*/ 0 h 1479432"/>
                <a:gd name="connsiteX11" fmla="*/ 1900647 w 4206923"/>
                <a:gd name="connsiteY11" fmla="*/ 0 h 1479432"/>
                <a:gd name="connsiteX12" fmla="*/ 1986524 w 4206923"/>
                <a:gd name="connsiteY12" fmla="*/ 0 h 1479432"/>
                <a:gd name="connsiteX13" fmla="*/ 2099493 w 4206923"/>
                <a:gd name="connsiteY13" fmla="*/ 0 h 1479432"/>
                <a:gd name="connsiteX14" fmla="*/ 2125046 w 4206923"/>
                <a:gd name="connsiteY14" fmla="*/ 0 h 1479432"/>
                <a:gd name="connsiteX15" fmla="*/ 2180440 w 4206923"/>
                <a:gd name="connsiteY15" fmla="*/ 0 h 1479432"/>
                <a:gd name="connsiteX16" fmla="*/ 2291630 w 4206923"/>
                <a:gd name="connsiteY16" fmla="*/ 0 h 1479432"/>
                <a:gd name="connsiteX17" fmla="*/ 2293677 w 4206923"/>
                <a:gd name="connsiteY17" fmla="*/ 0 h 1479432"/>
                <a:gd name="connsiteX18" fmla="*/ 2388345 w 4206923"/>
                <a:gd name="connsiteY18" fmla="*/ 0 h 1479432"/>
                <a:gd name="connsiteX19" fmla="*/ 2446414 w 4206923"/>
                <a:gd name="connsiteY19" fmla="*/ 0 h 1479432"/>
                <a:gd name="connsiteX20" fmla="*/ 2459486 w 4206923"/>
                <a:gd name="connsiteY20" fmla="*/ 0 h 1479432"/>
                <a:gd name="connsiteX21" fmla="*/ 2580482 w 4206923"/>
                <a:gd name="connsiteY21" fmla="*/ 0 h 1479432"/>
                <a:gd name="connsiteX22" fmla="*/ 2670812 w 4206923"/>
                <a:gd name="connsiteY22" fmla="*/ 0 h 1479432"/>
                <a:gd name="connsiteX23" fmla="*/ 2839443 w 4206923"/>
                <a:gd name="connsiteY23" fmla="*/ 0 h 1479432"/>
                <a:gd name="connsiteX24" fmla="*/ 2852814 w 4206923"/>
                <a:gd name="connsiteY24" fmla="*/ 0 h 1479432"/>
                <a:gd name="connsiteX25" fmla="*/ 2960273 w 4206923"/>
                <a:gd name="connsiteY25" fmla="*/ 0 h 1479432"/>
                <a:gd name="connsiteX26" fmla="*/ 3037852 w 4206923"/>
                <a:gd name="connsiteY26" fmla="*/ 0 h 1479432"/>
                <a:gd name="connsiteX27" fmla="*/ 3041269 w 4206923"/>
                <a:gd name="connsiteY27" fmla="*/ 0 h 1479432"/>
                <a:gd name="connsiteX28" fmla="*/ 3077212 w 4206923"/>
                <a:gd name="connsiteY28" fmla="*/ 0 h 1479432"/>
                <a:gd name="connsiteX29" fmla="*/ 3090397 w 4206923"/>
                <a:gd name="connsiteY29" fmla="*/ 0 h 1479432"/>
                <a:gd name="connsiteX30" fmla="*/ 3115626 w 4206923"/>
                <a:gd name="connsiteY30" fmla="*/ 0 h 1479432"/>
                <a:gd name="connsiteX31" fmla="*/ 3126248 w 4206923"/>
                <a:gd name="connsiteY31" fmla="*/ 0 h 1479432"/>
                <a:gd name="connsiteX32" fmla="*/ 3245843 w 4206923"/>
                <a:gd name="connsiteY32" fmla="*/ 0 h 1479432"/>
                <a:gd name="connsiteX33" fmla="*/ 3262250 w 4206923"/>
                <a:gd name="connsiteY33" fmla="*/ 0 h 1479432"/>
                <a:gd name="connsiteX34" fmla="*/ 3366673 w 4206923"/>
                <a:gd name="connsiteY34" fmla="*/ 0 h 1479432"/>
                <a:gd name="connsiteX35" fmla="*/ 3412579 w 4206923"/>
                <a:gd name="connsiteY35" fmla="*/ 0 h 1479432"/>
                <a:gd name="connsiteX36" fmla="*/ 3447669 w 4206923"/>
                <a:gd name="connsiteY36" fmla="*/ 0 h 1479432"/>
                <a:gd name="connsiteX37" fmla="*/ 3496797 w 4206923"/>
                <a:gd name="connsiteY37" fmla="*/ 0 h 1479432"/>
                <a:gd name="connsiteX38" fmla="*/ 3522026 w 4206923"/>
                <a:gd name="connsiteY38" fmla="*/ 0 h 1479432"/>
                <a:gd name="connsiteX39" fmla="*/ 3525549 w 4206923"/>
                <a:gd name="connsiteY39" fmla="*/ 0 h 1479432"/>
                <a:gd name="connsiteX40" fmla="*/ 3532648 w 4206923"/>
                <a:gd name="connsiteY40" fmla="*/ 0 h 1479432"/>
                <a:gd name="connsiteX41" fmla="*/ 3606496 w 4206923"/>
                <a:gd name="connsiteY41" fmla="*/ 0 h 1479432"/>
                <a:gd name="connsiteX42" fmla="*/ 3717686 w 4206923"/>
                <a:gd name="connsiteY42" fmla="*/ 0 h 1479432"/>
                <a:gd name="connsiteX43" fmla="*/ 3848796 w 4206923"/>
                <a:gd name="connsiteY43" fmla="*/ 75308 h 1479432"/>
                <a:gd name="connsiteX44" fmla="*/ 4188713 w 4206923"/>
                <a:gd name="connsiteY44" fmla="*/ 664408 h 1479432"/>
                <a:gd name="connsiteX45" fmla="*/ 4188713 w 4206923"/>
                <a:gd name="connsiteY45" fmla="*/ 815024 h 1479432"/>
                <a:gd name="connsiteX46" fmla="*/ 3848796 w 4206923"/>
                <a:gd name="connsiteY46" fmla="*/ 1404124 h 1479432"/>
                <a:gd name="connsiteX47" fmla="*/ 3717686 w 4206923"/>
                <a:gd name="connsiteY47" fmla="*/ 1479432 h 1479432"/>
                <a:gd name="connsiteX48" fmla="*/ 3532648 w 4206923"/>
                <a:gd name="connsiteY48" fmla="*/ 1479432 h 1479432"/>
                <a:gd name="connsiteX49" fmla="*/ 3126248 w 4206923"/>
                <a:gd name="connsiteY49" fmla="*/ 1479432 h 1479432"/>
                <a:gd name="connsiteX50" fmla="*/ 3037852 w 4206923"/>
                <a:gd name="connsiteY50" fmla="*/ 1479432 h 1479432"/>
                <a:gd name="connsiteX51" fmla="*/ 2852814 w 4206923"/>
                <a:gd name="connsiteY51" fmla="*/ 1479432 h 1479432"/>
                <a:gd name="connsiteX52" fmla="*/ 2580482 w 4206923"/>
                <a:gd name="connsiteY52" fmla="*/ 1479432 h 1479432"/>
                <a:gd name="connsiteX53" fmla="*/ 2446414 w 4206923"/>
                <a:gd name="connsiteY53" fmla="*/ 1479432 h 1479432"/>
                <a:gd name="connsiteX54" fmla="*/ 2291630 w 4206923"/>
                <a:gd name="connsiteY54" fmla="*/ 1479432 h 1479432"/>
                <a:gd name="connsiteX55" fmla="*/ 1900647 w 4206923"/>
                <a:gd name="connsiteY55" fmla="*/ 1479432 h 1479432"/>
                <a:gd name="connsiteX56" fmla="*/ 1745864 w 4206923"/>
                <a:gd name="connsiteY56" fmla="*/ 1479432 h 1479432"/>
                <a:gd name="connsiteX57" fmla="*/ 1611796 w 4206923"/>
                <a:gd name="connsiteY57" fmla="*/ 1479432 h 1479432"/>
                <a:gd name="connsiteX58" fmla="*/ 1168160 w 4206923"/>
                <a:gd name="connsiteY58" fmla="*/ 1479432 h 1479432"/>
                <a:gd name="connsiteX59" fmla="*/ 1066030 w 4206923"/>
                <a:gd name="connsiteY59" fmla="*/ 1479432 h 1479432"/>
                <a:gd name="connsiteX60" fmla="*/ 488326 w 4206923"/>
                <a:gd name="connsiteY60" fmla="*/ 1479432 h 1479432"/>
                <a:gd name="connsiteX61" fmla="*/ 357216 w 4206923"/>
                <a:gd name="connsiteY61" fmla="*/ 1404124 h 1479432"/>
                <a:gd name="connsiteX62" fmla="*/ 17299 w 4206923"/>
                <a:gd name="connsiteY62" fmla="*/ 815024 h 1479432"/>
                <a:gd name="connsiteX63" fmla="*/ 17299 w 4206923"/>
                <a:gd name="connsiteY63" fmla="*/ 664408 h 1479432"/>
                <a:gd name="connsiteX64" fmla="*/ 357216 w 4206923"/>
                <a:gd name="connsiteY64" fmla="*/ 75308 h 1479432"/>
                <a:gd name="connsiteX65" fmla="*/ 488326 w 4206923"/>
                <a:gd name="connsiteY65" fmla="*/ 0 h 147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06923" h="1479432">
                  <a:moveTo>
                    <a:pt x="488326" y="0"/>
                  </a:moveTo>
                  <a:cubicBezTo>
                    <a:pt x="743264" y="0"/>
                    <a:pt x="902600" y="0"/>
                    <a:pt x="1002185" y="0"/>
                  </a:cubicBezTo>
                  <a:lnTo>
                    <a:pt x="1066030" y="0"/>
                  </a:lnTo>
                  <a:lnTo>
                    <a:pt x="1083181" y="0"/>
                  </a:lnTo>
                  <a:cubicBezTo>
                    <a:pt x="1168160" y="0"/>
                    <a:pt x="1168160" y="0"/>
                    <a:pt x="1168160" y="0"/>
                  </a:cubicBezTo>
                  <a:lnTo>
                    <a:pt x="1290429" y="0"/>
                  </a:lnTo>
                  <a:cubicBezTo>
                    <a:pt x="1404288" y="0"/>
                    <a:pt x="1489682" y="0"/>
                    <a:pt x="1553727" y="0"/>
                  </a:cubicBezTo>
                  <a:lnTo>
                    <a:pt x="1611796" y="0"/>
                  </a:lnTo>
                  <a:lnTo>
                    <a:pt x="1634674" y="0"/>
                  </a:lnTo>
                  <a:cubicBezTo>
                    <a:pt x="1745864" y="0"/>
                    <a:pt x="1745864" y="0"/>
                    <a:pt x="1745864" y="0"/>
                  </a:cubicBezTo>
                  <a:lnTo>
                    <a:pt x="1836195" y="0"/>
                  </a:lnTo>
                  <a:lnTo>
                    <a:pt x="1900647" y="0"/>
                  </a:lnTo>
                  <a:lnTo>
                    <a:pt x="1986524" y="0"/>
                  </a:lnTo>
                  <a:cubicBezTo>
                    <a:pt x="2030111" y="0"/>
                    <a:pt x="2067471" y="0"/>
                    <a:pt x="2099493" y="0"/>
                  </a:cubicBezTo>
                  <a:lnTo>
                    <a:pt x="2125046" y="0"/>
                  </a:lnTo>
                  <a:lnTo>
                    <a:pt x="2180440" y="0"/>
                  </a:lnTo>
                  <a:cubicBezTo>
                    <a:pt x="2291630" y="0"/>
                    <a:pt x="2291630" y="0"/>
                    <a:pt x="2291630" y="0"/>
                  </a:cubicBezTo>
                  <a:lnTo>
                    <a:pt x="2293677" y="0"/>
                  </a:lnTo>
                  <a:cubicBezTo>
                    <a:pt x="2329528" y="0"/>
                    <a:pt x="2360897" y="0"/>
                    <a:pt x="2388345" y="0"/>
                  </a:cubicBezTo>
                  <a:lnTo>
                    <a:pt x="2446414" y="0"/>
                  </a:lnTo>
                  <a:lnTo>
                    <a:pt x="2459486" y="0"/>
                  </a:lnTo>
                  <a:cubicBezTo>
                    <a:pt x="2580482" y="0"/>
                    <a:pt x="2580482" y="0"/>
                    <a:pt x="2580482" y="0"/>
                  </a:cubicBezTo>
                  <a:lnTo>
                    <a:pt x="2670812" y="0"/>
                  </a:lnTo>
                  <a:cubicBezTo>
                    <a:pt x="2735874" y="0"/>
                    <a:pt x="2791642" y="0"/>
                    <a:pt x="2839443" y="0"/>
                  </a:cubicBezTo>
                  <a:lnTo>
                    <a:pt x="2852814" y="0"/>
                  </a:lnTo>
                  <a:lnTo>
                    <a:pt x="2960273" y="0"/>
                  </a:lnTo>
                  <a:lnTo>
                    <a:pt x="3037852" y="0"/>
                  </a:lnTo>
                  <a:lnTo>
                    <a:pt x="3041269" y="0"/>
                  </a:lnTo>
                  <a:lnTo>
                    <a:pt x="3077212" y="0"/>
                  </a:lnTo>
                  <a:lnTo>
                    <a:pt x="3090397" y="0"/>
                  </a:lnTo>
                  <a:lnTo>
                    <a:pt x="3115626" y="0"/>
                  </a:lnTo>
                  <a:lnTo>
                    <a:pt x="3126248" y="0"/>
                  </a:lnTo>
                  <a:lnTo>
                    <a:pt x="3245843" y="0"/>
                  </a:lnTo>
                  <a:lnTo>
                    <a:pt x="3262250" y="0"/>
                  </a:lnTo>
                  <a:lnTo>
                    <a:pt x="3366673" y="0"/>
                  </a:lnTo>
                  <a:lnTo>
                    <a:pt x="3412579" y="0"/>
                  </a:lnTo>
                  <a:lnTo>
                    <a:pt x="3447669" y="0"/>
                  </a:lnTo>
                  <a:lnTo>
                    <a:pt x="3496797" y="0"/>
                  </a:lnTo>
                  <a:lnTo>
                    <a:pt x="3522026" y="0"/>
                  </a:lnTo>
                  <a:lnTo>
                    <a:pt x="3525549" y="0"/>
                  </a:lnTo>
                  <a:lnTo>
                    <a:pt x="3532648" y="0"/>
                  </a:lnTo>
                  <a:lnTo>
                    <a:pt x="3606496" y="0"/>
                  </a:lnTo>
                  <a:cubicBezTo>
                    <a:pt x="3717686" y="0"/>
                    <a:pt x="3717686" y="0"/>
                    <a:pt x="3717686" y="0"/>
                  </a:cubicBezTo>
                  <a:cubicBezTo>
                    <a:pt x="3766245" y="0"/>
                    <a:pt x="3824516" y="34010"/>
                    <a:pt x="3848796" y="75308"/>
                  </a:cubicBezTo>
                  <a:cubicBezTo>
                    <a:pt x="4188713" y="664408"/>
                    <a:pt x="4188713" y="664408"/>
                    <a:pt x="4188713" y="664408"/>
                  </a:cubicBezTo>
                  <a:cubicBezTo>
                    <a:pt x="4212993" y="705706"/>
                    <a:pt x="4212993" y="773726"/>
                    <a:pt x="4188713" y="815024"/>
                  </a:cubicBezTo>
                  <a:cubicBezTo>
                    <a:pt x="3848796" y="1404124"/>
                    <a:pt x="3848796" y="1404124"/>
                    <a:pt x="3848796" y="1404124"/>
                  </a:cubicBezTo>
                  <a:cubicBezTo>
                    <a:pt x="3824516" y="1445422"/>
                    <a:pt x="3766245" y="1479432"/>
                    <a:pt x="3717686" y="1479432"/>
                  </a:cubicBezTo>
                  <a:lnTo>
                    <a:pt x="3532648" y="1479432"/>
                  </a:lnTo>
                  <a:lnTo>
                    <a:pt x="3126248" y="1479432"/>
                  </a:lnTo>
                  <a:lnTo>
                    <a:pt x="3037852" y="1479432"/>
                  </a:lnTo>
                  <a:lnTo>
                    <a:pt x="2852814" y="1479432"/>
                  </a:lnTo>
                  <a:lnTo>
                    <a:pt x="2580482" y="1479432"/>
                  </a:lnTo>
                  <a:lnTo>
                    <a:pt x="2446414" y="1479432"/>
                  </a:lnTo>
                  <a:lnTo>
                    <a:pt x="2291630" y="1479432"/>
                  </a:lnTo>
                  <a:lnTo>
                    <a:pt x="1900647" y="1479432"/>
                  </a:lnTo>
                  <a:lnTo>
                    <a:pt x="1745864" y="1479432"/>
                  </a:lnTo>
                  <a:lnTo>
                    <a:pt x="1611796" y="1479432"/>
                  </a:lnTo>
                  <a:lnTo>
                    <a:pt x="1168160" y="1479432"/>
                  </a:lnTo>
                  <a:lnTo>
                    <a:pt x="1066030" y="1479432"/>
                  </a:lnTo>
                  <a:lnTo>
                    <a:pt x="488326" y="1479432"/>
                  </a:lnTo>
                  <a:cubicBezTo>
                    <a:pt x="440981" y="1479432"/>
                    <a:pt x="381495" y="1445422"/>
                    <a:pt x="357216" y="1404124"/>
                  </a:cubicBezTo>
                  <a:cubicBezTo>
                    <a:pt x="17299" y="815024"/>
                    <a:pt x="17299" y="815024"/>
                    <a:pt x="17299" y="815024"/>
                  </a:cubicBezTo>
                  <a:cubicBezTo>
                    <a:pt x="-5767" y="773726"/>
                    <a:pt x="-5767" y="705706"/>
                    <a:pt x="17299" y="664408"/>
                  </a:cubicBezTo>
                  <a:cubicBezTo>
                    <a:pt x="357216" y="75308"/>
                    <a:pt x="357216" y="75308"/>
                    <a:pt x="357216" y="75308"/>
                  </a:cubicBezTo>
                  <a:cubicBezTo>
                    <a:pt x="381495" y="34010"/>
                    <a:pt x="440981" y="0"/>
                    <a:pt x="488326" y="0"/>
                  </a:cubicBezTo>
                  <a:close/>
                </a:path>
              </a:pathLst>
            </a:custGeom>
            <a:noFill/>
            <a:ln w="19050">
              <a:solidFill>
                <a:srgbClr val="0170C1"/>
              </a:solidFill>
            </a:ln>
            <a:effectLst/>
          </p:spPr>
          <p:txBody>
            <a:bodyPr vert="horz" wrap="square" lIns="72327" tIns="36163" rIns="72327" bIns="36163" numCol="1" anchor="t" anchorCtr="0" compatLnSpc="1">
              <a:prstTxWarp prst="textNoShape">
                <a:avLst/>
              </a:prstTxWarp>
              <a:noAutofit/>
            </a:bodyPr>
            <a:lstStyle/>
            <a:p>
              <a:endParaRPr lang="zh-CN" altLang="en-US"/>
            </a:p>
          </p:txBody>
        </p:sp>
        <p:sp>
          <p:nvSpPr>
            <p:cNvPr id="45" name="文本框 44"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txBox="1"/>
            <p:nvPr/>
          </p:nvSpPr>
          <p:spPr>
            <a:xfrm>
              <a:off x="8223212" y="3950981"/>
              <a:ext cx="2324334" cy="1318723"/>
            </a:xfrm>
            <a:prstGeom prst="rect">
              <a:avLst/>
            </a:prstGeom>
            <a:noFill/>
            <a:effectLst/>
          </p:spPr>
          <p:txBody>
            <a:bodyPr wrap="none" rtlCol="0">
              <a:spAutoFit/>
            </a:bodyPr>
            <a:lstStyle/>
            <a:p>
              <a:pPr>
                <a:buClr>
                  <a:srgbClr val="808080"/>
                </a:buClr>
              </a:pPr>
              <a:r>
                <a:rPr lang="zh-CN" altLang="en-US" sz="2531" dirty="0">
                  <a:solidFill>
                    <a:srgbClr val="029BAB"/>
                  </a:solidFill>
                  <a:sym typeface="+mn-lt"/>
                </a:rPr>
                <a:t>      </a:t>
              </a:r>
              <a:r>
                <a:rPr lang="zh-CN" altLang="en-US" sz="2531" dirty="0">
                  <a:solidFill>
                    <a:srgbClr val="247CAE"/>
                  </a:solidFill>
                  <a:latin typeface="微软雅黑" panose="020B0503020204020204" pitchFamily="34" charset="-122"/>
                  <a:ea typeface="微软雅黑" panose="020B0503020204020204" pitchFamily="34" charset="-122"/>
                  <a:sym typeface="+mn-lt"/>
                </a:rPr>
                <a:t>输入标题</a:t>
              </a: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46" name="Freeform 31"/>
            <p:cNvSpPr>
              <a:spLocks noEditPoints="1"/>
            </p:cNvSpPr>
            <p:nvPr/>
          </p:nvSpPr>
          <p:spPr bwMode="auto">
            <a:xfrm>
              <a:off x="7717278" y="4213696"/>
              <a:ext cx="285667" cy="359248"/>
            </a:xfrm>
            <a:custGeom>
              <a:avLst/>
              <a:gdLst>
                <a:gd name="T0" fmla="*/ 82 w 484"/>
                <a:gd name="T1" fmla="*/ 166 h 606"/>
                <a:gd name="T2" fmla="*/ 82 w 484"/>
                <a:gd name="T3" fmla="*/ 186 h 606"/>
                <a:gd name="T4" fmla="*/ 331 w 484"/>
                <a:gd name="T5" fmla="*/ 193 h 606"/>
                <a:gd name="T6" fmla="*/ 331 w 484"/>
                <a:gd name="T7" fmla="*/ 173 h 606"/>
                <a:gd name="T8" fmla="*/ 387 w 484"/>
                <a:gd name="T9" fmla="*/ 556 h 606"/>
                <a:gd name="T10" fmla="*/ 388 w 484"/>
                <a:gd name="T11" fmla="*/ 564 h 606"/>
                <a:gd name="T12" fmla="*/ 418 w 484"/>
                <a:gd name="T13" fmla="*/ 594 h 606"/>
                <a:gd name="T14" fmla="*/ 474 w 484"/>
                <a:gd name="T15" fmla="*/ 581 h 606"/>
                <a:gd name="T16" fmla="*/ 474 w 484"/>
                <a:gd name="T17" fmla="*/ 531 h 606"/>
                <a:gd name="T18" fmla="*/ 444 w 484"/>
                <a:gd name="T19" fmla="*/ 501 h 606"/>
                <a:gd name="T20" fmla="*/ 418 w 484"/>
                <a:gd name="T21" fmla="*/ 519 h 606"/>
                <a:gd name="T22" fmla="*/ 384 w 484"/>
                <a:gd name="T23" fmla="*/ 553 h 606"/>
                <a:gd name="T24" fmla="*/ 218 w 484"/>
                <a:gd name="T25" fmla="*/ 354 h 606"/>
                <a:gd name="T26" fmla="*/ 229 w 484"/>
                <a:gd name="T27" fmla="*/ 336 h 606"/>
                <a:gd name="T28" fmla="*/ 207 w 484"/>
                <a:gd name="T29" fmla="*/ 320 h 606"/>
                <a:gd name="T30" fmla="*/ 207 w 484"/>
                <a:gd name="T31" fmla="*/ 327 h 606"/>
                <a:gd name="T32" fmla="*/ 246 w 484"/>
                <a:gd name="T33" fmla="*/ 422 h 606"/>
                <a:gd name="T34" fmla="*/ 297 w 484"/>
                <a:gd name="T35" fmla="*/ 364 h 606"/>
                <a:gd name="T36" fmla="*/ 296 w 484"/>
                <a:gd name="T37" fmla="*/ 357 h 606"/>
                <a:gd name="T38" fmla="*/ 224 w 484"/>
                <a:gd name="T39" fmla="*/ 362 h 606"/>
                <a:gd name="T40" fmla="*/ 224 w 484"/>
                <a:gd name="T41" fmla="*/ 368 h 606"/>
                <a:gd name="T42" fmla="*/ 246 w 484"/>
                <a:gd name="T43" fmla="*/ 422 h 606"/>
                <a:gd name="T44" fmla="*/ 429 w 484"/>
                <a:gd name="T45" fmla="*/ 493 h 606"/>
                <a:gd name="T46" fmla="*/ 429 w 484"/>
                <a:gd name="T47" fmla="*/ 487 h 606"/>
                <a:gd name="T48" fmla="*/ 394 w 484"/>
                <a:gd name="T49" fmla="*/ 451 h 606"/>
                <a:gd name="T50" fmla="*/ 256 w 484"/>
                <a:gd name="T51" fmla="*/ 425 h 606"/>
                <a:gd name="T52" fmla="*/ 256 w 484"/>
                <a:gd name="T53" fmla="*/ 432 h 606"/>
                <a:gd name="T54" fmla="*/ 354 w 484"/>
                <a:gd name="T55" fmla="*/ 530 h 606"/>
                <a:gd name="T56" fmla="*/ 395 w 484"/>
                <a:gd name="T57" fmla="*/ 528 h 606"/>
                <a:gd name="T58" fmla="*/ 20 w 484"/>
                <a:gd name="T59" fmla="*/ 150 h 606"/>
                <a:gd name="T60" fmla="*/ 89 w 484"/>
                <a:gd name="T61" fmla="*/ 152 h 606"/>
                <a:gd name="T62" fmla="*/ 141 w 484"/>
                <a:gd name="T63" fmla="*/ 100 h 606"/>
                <a:gd name="T64" fmla="*/ 141 w 484"/>
                <a:gd name="T65" fmla="*/ 93 h 606"/>
                <a:gd name="T66" fmla="*/ 383 w 484"/>
                <a:gd name="T67" fmla="*/ 27 h 606"/>
                <a:gd name="T68" fmla="*/ 394 w 484"/>
                <a:gd name="T69" fmla="*/ 422 h 606"/>
                <a:gd name="T70" fmla="*/ 414 w 484"/>
                <a:gd name="T71" fmla="*/ 449 h 606"/>
                <a:gd name="T72" fmla="*/ 414 w 484"/>
                <a:gd name="T73" fmla="*/ 39 h 606"/>
                <a:gd name="T74" fmla="*/ 383 w 484"/>
                <a:gd name="T75" fmla="*/ 0 h 606"/>
                <a:gd name="T76" fmla="*/ 121 w 484"/>
                <a:gd name="T77" fmla="*/ 2 h 606"/>
                <a:gd name="T78" fmla="*/ 0 w 484"/>
                <a:gd name="T79" fmla="*/ 123 h 606"/>
                <a:gd name="T80" fmla="*/ 0 w 484"/>
                <a:gd name="T81" fmla="*/ 492 h 606"/>
                <a:gd name="T82" fmla="*/ 32 w 484"/>
                <a:gd name="T83" fmla="*/ 530 h 606"/>
                <a:gd name="T84" fmla="*/ 319 w 484"/>
                <a:gd name="T85" fmla="*/ 524 h 606"/>
                <a:gd name="T86" fmla="*/ 305 w 484"/>
                <a:gd name="T87" fmla="*/ 503 h 606"/>
                <a:gd name="T88" fmla="*/ 20 w 484"/>
                <a:gd name="T89" fmla="*/ 492 h 606"/>
                <a:gd name="T90" fmla="*/ 20 w 484"/>
                <a:gd name="T91" fmla="*/ 150 h 606"/>
                <a:gd name="T92" fmla="*/ 156 w 484"/>
                <a:gd name="T93" fmla="*/ 321 h 606"/>
                <a:gd name="T94" fmla="*/ 156 w 484"/>
                <a:gd name="T95" fmla="*/ 301 h 606"/>
                <a:gd name="T96" fmla="*/ 82 w 484"/>
                <a:gd name="T97" fmla="*/ 294 h 606"/>
                <a:gd name="T98" fmla="*/ 82 w 484"/>
                <a:gd name="T99" fmla="*/ 315 h 606"/>
                <a:gd name="T100" fmla="*/ 82 w 484"/>
                <a:gd name="T101" fmla="*/ 272 h 606"/>
                <a:gd name="T102" fmla="*/ 331 w 484"/>
                <a:gd name="T103" fmla="*/ 279 h 606"/>
                <a:gd name="T104" fmla="*/ 331 w 484"/>
                <a:gd name="T105" fmla="*/ 258 h 606"/>
                <a:gd name="T106" fmla="*/ 82 w 484"/>
                <a:gd name="T107" fmla="*/ 252 h 606"/>
                <a:gd name="T108" fmla="*/ 82 w 484"/>
                <a:gd name="T109" fmla="*/ 272 h 606"/>
                <a:gd name="T110" fmla="*/ 82 w 484"/>
                <a:gd name="T111" fmla="*/ 236 h 606"/>
                <a:gd name="T112" fmla="*/ 331 w 484"/>
                <a:gd name="T113" fmla="*/ 229 h 606"/>
                <a:gd name="T114" fmla="*/ 331 w 484"/>
                <a:gd name="T115" fmla="*/ 209 h 606"/>
                <a:gd name="T116" fmla="*/ 82 w 484"/>
                <a:gd name="T117" fmla="*/ 21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4" h="606">
                  <a:moveTo>
                    <a:pt x="331" y="166"/>
                  </a:moveTo>
                  <a:lnTo>
                    <a:pt x="82" y="166"/>
                  </a:lnTo>
                  <a:lnTo>
                    <a:pt x="82" y="173"/>
                  </a:lnTo>
                  <a:lnTo>
                    <a:pt x="82" y="186"/>
                  </a:lnTo>
                  <a:lnTo>
                    <a:pt x="82" y="193"/>
                  </a:lnTo>
                  <a:lnTo>
                    <a:pt x="331" y="193"/>
                  </a:lnTo>
                  <a:lnTo>
                    <a:pt x="331" y="186"/>
                  </a:lnTo>
                  <a:lnTo>
                    <a:pt x="331" y="173"/>
                  </a:lnTo>
                  <a:lnTo>
                    <a:pt x="331" y="166"/>
                  </a:lnTo>
                  <a:close/>
                  <a:moveTo>
                    <a:pt x="387" y="556"/>
                  </a:moveTo>
                  <a:lnTo>
                    <a:pt x="384" y="560"/>
                  </a:lnTo>
                  <a:lnTo>
                    <a:pt x="388" y="564"/>
                  </a:lnTo>
                  <a:lnTo>
                    <a:pt x="408" y="583"/>
                  </a:lnTo>
                  <a:lnTo>
                    <a:pt x="418" y="594"/>
                  </a:lnTo>
                  <a:cubicBezTo>
                    <a:pt x="430" y="606"/>
                    <a:pt x="450" y="606"/>
                    <a:pt x="462" y="594"/>
                  </a:cubicBezTo>
                  <a:lnTo>
                    <a:pt x="474" y="581"/>
                  </a:lnTo>
                  <a:cubicBezTo>
                    <a:pt x="481" y="575"/>
                    <a:pt x="484" y="565"/>
                    <a:pt x="483" y="556"/>
                  </a:cubicBezTo>
                  <a:cubicBezTo>
                    <a:pt x="484" y="547"/>
                    <a:pt x="481" y="538"/>
                    <a:pt x="474" y="531"/>
                  </a:cubicBezTo>
                  <a:lnTo>
                    <a:pt x="462" y="519"/>
                  </a:lnTo>
                  <a:lnTo>
                    <a:pt x="444" y="501"/>
                  </a:lnTo>
                  <a:lnTo>
                    <a:pt x="440" y="497"/>
                  </a:lnTo>
                  <a:lnTo>
                    <a:pt x="418" y="519"/>
                  </a:lnTo>
                  <a:lnTo>
                    <a:pt x="412" y="525"/>
                  </a:lnTo>
                  <a:lnTo>
                    <a:pt x="384" y="553"/>
                  </a:lnTo>
                  <a:lnTo>
                    <a:pt x="387" y="556"/>
                  </a:lnTo>
                  <a:close/>
                  <a:moveTo>
                    <a:pt x="218" y="354"/>
                  </a:moveTo>
                  <a:lnTo>
                    <a:pt x="234" y="338"/>
                  </a:lnTo>
                  <a:lnTo>
                    <a:pt x="229" y="336"/>
                  </a:lnTo>
                  <a:lnTo>
                    <a:pt x="234" y="331"/>
                  </a:lnTo>
                  <a:lnTo>
                    <a:pt x="207" y="320"/>
                  </a:lnTo>
                  <a:lnTo>
                    <a:pt x="211" y="328"/>
                  </a:lnTo>
                  <a:lnTo>
                    <a:pt x="207" y="327"/>
                  </a:lnTo>
                  <a:lnTo>
                    <a:pt x="218" y="354"/>
                  </a:lnTo>
                  <a:close/>
                  <a:moveTo>
                    <a:pt x="246" y="422"/>
                  </a:moveTo>
                  <a:lnTo>
                    <a:pt x="302" y="366"/>
                  </a:lnTo>
                  <a:lnTo>
                    <a:pt x="297" y="364"/>
                  </a:lnTo>
                  <a:lnTo>
                    <a:pt x="302" y="359"/>
                  </a:lnTo>
                  <a:lnTo>
                    <a:pt x="296" y="357"/>
                  </a:lnTo>
                  <a:lnTo>
                    <a:pt x="249" y="337"/>
                  </a:lnTo>
                  <a:lnTo>
                    <a:pt x="224" y="362"/>
                  </a:lnTo>
                  <a:lnTo>
                    <a:pt x="226" y="366"/>
                  </a:lnTo>
                  <a:lnTo>
                    <a:pt x="224" y="368"/>
                  </a:lnTo>
                  <a:lnTo>
                    <a:pt x="243" y="416"/>
                  </a:lnTo>
                  <a:lnTo>
                    <a:pt x="246" y="422"/>
                  </a:lnTo>
                  <a:close/>
                  <a:moveTo>
                    <a:pt x="412" y="511"/>
                  </a:moveTo>
                  <a:lnTo>
                    <a:pt x="429" y="493"/>
                  </a:lnTo>
                  <a:lnTo>
                    <a:pt x="426" y="490"/>
                  </a:lnTo>
                  <a:lnTo>
                    <a:pt x="429" y="487"/>
                  </a:lnTo>
                  <a:lnTo>
                    <a:pt x="414" y="472"/>
                  </a:lnTo>
                  <a:lnTo>
                    <a:pt x="394" y="451"/>
                  </a:lnTo>
                  <a:lnTo>
                    <a:pt x="312" y="369"/>
                  </a:lnTo>
                  <a:lnTo>
                    <a:pt x="256" y="425"/>
                  </a:lnTo>
                  <a:lnTo>
                    <a:pt x="260" y="429"/>
                  </a:lnTo>
                  <a:lnTo>
                    <a:pt x="256" y="432"/>
                  </a:lnTo>
                  <a:lnTo>
                    <a:pt x="334" y="510"/>
                  </a:lnTo>
                  <a:lnTo>
                    <a:pt x="354" y="530"/>
                  </a:lnTo>
                  <a:lnTo>
                    <a:pt x="374" y="549"/>
                  </a:lnTo>
                  <a:lnTo>
                    <a:pt x="395" y="528"/>
                  </a:lnTo>
                  <a:lnTo>
                    <a:pt x="412" y="511"/>
                  </a:lnTo>
                  <a:close/>
                  <a:moveTo>
                    <a:pt x="20" y="150"/>
                  </a:moveTo>
                  <a:lnTo>
                    <a:pt x="89" y="152"/>
                  </a:lnTo>
                  <a:lnTo>
                    <a:pt x="89" y="152"/>
                  </a:lnTo>
                  <a:lnTo>
                    <a:pt x="89" y="152"/>
                  </a:lnTo>
                  <a:cubicBezTo>
                    <a:pt x="118" y="152"/>
                    <a:pt x="141" y="129"/>
                    <a:pt x="141" y="100"/>
                  </a:cubicBezTo>
                  <a:lnTo>
                    <a:pt x="141" y="94"/>
                  </a:lnTo>
                  <a:lnTo>
                    <a:pt x="141" y="93"/>
                  </a:lnTo>
                  <a:lnTo>
                    <a:pt x="141" y="27"/>
                  </a:lnTo>
                  <a:lnTo>
                    <a:pt x="383" y="27"/>
                  </a:lnTo>
                  <a:cubicBezTo>
                    <a:pt x="389" y="27"/>
                    <a:pt x="394" y="32"/>
                    <a:pt x="394" y="38"/>
                  </a:cubicBezTo>
                  <a:lnTo>
                    <a:pt x="394" y="422"/>
                  </a:lnTo>
                  <a:lnTo>
                    <a:pt x="394" y="429"/>
                  </a:lnTo>
                  <a:lnTo>
                    <a:pt x="414" y="449"/>
                  </a:lnTo>
                  <a:lnTo>
                    <a:pt x="414" y="443"/>
                  </a:lnTo>
                  <a:lnTo>
                    <a:pt x="414" y="39"/>
                  </a:lnTo>
                  <a:lnTo>
                    <a:pt x="414" y="32"/>
                  </a:lnTo>
                  <a:cubicBezTo>
                    <a:pt x="414" y="14"/>
                    <a:pt x="400" y="0"/>
                    <a:pt x="383" y="0"/>
                  </a:cubicBezTo>
                  <a:lnTo>
                    <a:pt x="123" y="0"/>
                  </a:lnTo>
                  <a:lnTo>
                    <a:pt x="121" y="2"/>
                  </a:lnTo>
                  <a:lnTo>
                    <a:pt x="1" y="122"/>
                  </a:lnTo>
                  <a:lnTo>
                    <a:pt x="0" y="123"/>
                  </a:lnTo>
                  <a:lnTo>
                    <a:pt x="0" y="130"/>
                  </a:lnTo>
                  <a:lnTo>
                    <a:pt x="0" y="492"/>
                  </a:lnTo>
                  <a:lnTo>
                    <a:pt x="0" y="499"/>
                  </a:lnTo>
                  <a:cubicBezTo>
                    <a:pt x="0" y="516"/>
                    <a:pt x="14" y="530"/>
                    <a:pt x="32" y="530"/>
                  </a:cubicBezTo>
                  <a:lnTo>
                    <a:pt x="326" y="530"/>
                  </a:lnTo>
                  <a:lnTo>
                    <a:pt x="319" y="524"/>
                  </a:lnTo>
                  <a:lnTo>
                    <a:pt x="326" y="524"/>
                  </a:lnTo>
                  <a:lnTo>
                    <a:pt x="305" y="503"/>
                  </a:lnTo>
                  <a:lnTo>
                    <a:pt x="32" y="503"/>
                  </a:lnTo>
                  <a:cubicBezTo>
                    <a:pt x="25" y="503"/>
                    <a:pt x="21" y="498"/>
                    <a:pt x="20" y="492"/>
                  </a:cubicBezTo>
                  <a:lnTo>
                    <a:pt x="20" y="492"/>
                  </a:lnTo>
                  <a:lnTo>
                    <a:pt x="20" y="150"/>
                  </a:lnTo>
                  <a:close/>
                  <a:moveTo>
                    <a:pt x="82" y="321"/>
                  </a:moveTo>
                  <a:lnTo>
                    <a:pt x="156" y="321"/>
                  </a:lnTo>
                  <a:lnTo>
                    <a:pt x="156" y="315"/>
                  </a:lnTo>
                  <a:lnTo>
                    <a:pt x="156" y="301"/>
                  </a:lnTo>
                  <a:lnTo>
                    <a:pt x="156" y="294"/>
                  </a:lnTo>
                  <a:lnTo>
                    <a:pt x="82" y="294"/>
                  </a:lnTo>
                  <a:lnTo>
                    <a:pt x="82" y="301"/>
                  </a:lnTo>
                  <a:lnTo>
                    <a:pt x="82" y="315"/>
                  </a:lnTo>
                  <a:lnTo>
                    <a:pt x="82" y="321"/>
                  </a:lnTo>
                  <a:close/>
                  <a:moveTo>
                    <a:pt x="82" y="272"/>
                  </a:moveTo>
                  <a:lnTo>
                    <a:pt x="82" y="279"/>
                  </a:lnTo>
                  <a:lnTo>
                    <a:pt x="331" y="279"/>
                  </a:lnTo>
                  <a:lnTo>
                    <a:pt x="331" y="272"/>
                  </a:lnTo>
                  <a:lnTo>
                    <a:pt x="331" y="258"/>
                  </a:lnTo>
                  <a:lnTo>
                    <a:pt x="331" y="252"/>
                  </a:lnTo>
                  <a:lnTo>
                    <a:pt x="82" y="252"/>
                  </a:lnTo>
                  <a:lnTo>
                    <a:pt x="82" y="258"/>
                  </a:lnTo>
                  <a:lnTo>
                    <a:pt x="82" y="272"/>
                  </a:lnTo>
                  <a:close/>
                  <a:moveTo>
                    <a:pt x="82" y="229"/>
                  </a:moveTo>
                  <a:lnTo>
                    <a:pt x="82" y="236"/>
                  </a:lnTo>
                  <a:lnTo>
                    <a:pt x="331" y="236"/>
                  </a:lnTo>
                  <a:lnTo>
                    <a:pt x="331" y="229"/>
                  </a:lnTo>
                  <a:lnTo>
                    <a:pt x="331" y="216"/>
                  </a:lnTo>
                  <a:lnTo>
                    <a:pt x="331" y="209"/>
                  </a:lnTo>
                  <a:lnTo>
                    <a:pt x="82" y="209"/>
                  </a:lnTo>
                  <a:lnTo>
                    <a:pt x="82" y="216"/>
                  </a:lnTo>
                  <a:lnTo>
                    <a:pt x="82" y="229"/>
                  </a:lnTo>
                  <a:close/>
                </a:path>
              </a:pathLst>
            </a:custGeom>
            <a:solidFill>
              <a:srgbClr val="247CAE"/>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grpSp>
        <p:nvGrpSpPr>
          <p:cNvPr id="47" name="组合 46"/>
          <p:cNvGrpSpPr/>
          <p:nvPr/>
        </p:nvGrpSpPr>
        <p:grpSpPr>
          <a:xfrm>
            <a:off x="980760" y="5504884"/>
            <a:ext cx="3660244" cy="1453672"/>
            <a:chOff x="929622" y="4912796"/>
            <a:chExt cx="3470644" cy="1378372"/>
          </a:xfrm>
        </p:grpSpPr>
        <p:sp>
          <p:nvSpPr>
            <p:cNvPr id="48" name="任意多边形 47"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a:spLocks/>
            </p:cNvSpPr>
            <p:nvPr/>
          </p:nvSpPr>
          <p:spPr bwMode="auto">
            <a:xfrm>
              <a:off x="929622" y="4912796"/>
              <a:ext cx="3470644" cy="901875"/>
            </a:xfrm>
            <a:custGeom>
              <a:avLst/>
              <a:gdLst>
                <a:gd name="connsiteX0" fmla="*/ 488326 w 4206923"/>
                <a:gd name="connsiteY0" fmla="*/ 0 h 1479432"/>
                <a:gd name="connsiteX1" fmla="*/ 1002185 w 4206923"/>
                <a:gd name="connsiteY1" fmla="*/ 0 h 1479432"/>
                <a:gd name="connsiteX2" fmla="*/ 1066030 w 4206923"/>
                <a:gd name="connsiteY2" fmla="*/ 0 h 1479432"/>
                <a:gd name="connsiteX3" fmla="*/ 1083181 w 4206923"/>
                <a:gd name="connsiteY3" fmla="*/ 0 h 1479432"/>
                <a:gd name="connsiteX4" fmla="*/ 1168160 w 4206923"/>
                <a:gd name="connsiteY4" fmla="*/ 0 h 1479432"/>
                <a:gd name="connsiteX5" fmla="*/ 1290429 w 4206923"/>
                <a:gd name="connsiteY5" fmla="*/ 0 h 1479432"/>
                <a:gd name="connsiteX6" fmla="*/ 1553727 w 4206923"/>
                <a:gd name="connsiteY6" fmla="*/ 0 h 1479432"/>
                <a:gd name="connsiteX7" fmla="*/ 1611796 w 4206923"/>
                <a:gd name="connsiteY7" fmla="*/ 0 h 1479432"/>
                <a:gd name="connsiteX8" fmla="*/ 1634674 w 4206923"/>
                <a:gd name="connsiteY8" fmla="*/ 0 h 1479432"/>
                <a:gd name="connsiteX9" fmla="*/ 1745864 w 4206923"/>
                <a:gd name="connsiteY9" fmla="*/ 0 h 1479432"/>
                <a:gd name="connsiteX10" fmla="*/ 1836195 w 4206923"/>
                <a:gd name="connsiteY10" fmla="*/ 0 h 1479432"/>
                <a:gd name="connsiteX11" fmla="*/ 1900647 w 4206923"/>
                <a:gd name="connsiteY11" fmla="*/ 0 h 1479432"/>
                <a:gd name="connsiteX12" fmla="*/ 1986524 w 4206923"/>
                <a:gd name="connsiteY12" fmla="*/ 0 h 1479432"/>
                <a:gd name="connsiteX13" fmla="*/ 2099493 w 4206923"/>
                <a:gd name="connsiteY13" fmla="*/ 0 h 1479432"/>
                <a:gd name="connsiteX14" fmla="*/ 2125046 w 4206923"/>
                <a:gd name="connsiteY14" fmla="*/ 0 h 1479432"/>
                <a:gd name="connsiteX15" fmla="*/ 2180440 w 4206923"/>
                <a:gd name="connsiteY15" fmla="*/ 0 h 1479432"/>
                <a:gd name="connsiteX16" fmla="*/ 2291630 w 4206923"/>
                <a:gd name="connsiteY16" fmla="*/ 0 h 1479432"/>
                <a:gd name="connsiteX17" fmla="*/ 2293677 w 4206923"/>
                <a:gd name="connsiteY17" fmla="*/ 0 h 1479432"/>
                <a:gd name="connsiteX18" fmla="*/ 2388345 w 4206923"/>
                <a:gd name="connsiteY18" fmla="*/ 0 h 1479432"/>
                <a:gd name="connsiteX19" fmla="*/ 2446414 w 4206923"/>
                <a:gd name="connsiteY19" fmla="*/ 0 h 1479432"/>
                <a:gd name="connsiteX20" fmla="*/ 2459486 w 4206923"/>
                <a:gd name="connsiteY20" fmla="*/ 0 h 1479432"/>
                <a:gd name="connsiteX21" fmla="*/ 2580482 w 4206923"/>
                <a:gd name="connsiteY21" fmla="*/ 0 h 1479432"/>
                <a:gd name="connsiteX22" fmla="*/ 2670812 w 4206923"/>
                <a:gd name="connsiteY22" fmla="*/ 0 h 1479432"/>
                <a:gd name="connsiteX23" fmla="*/ 2839443 w 4206923"/>
                <a:gd name="connsiteY23" fmla="*/ 0 h 1479432"/>
                <a:gd name="connsiteX24" fmla="*/ 2852814 w 4206923"/>
                <a:gd name="connsiteY24" fmla="*/ 0 h 1479432"/>
                <a:gd name="connsiteX25" fmla="*/ 2960273 w 4206923"/>
                <a:gd name="connsiteY25" fmla="*/ 0 h 1479432"/>
                <a:gd name="connsiteX26" fmla="*/ 3037852 w 4206923"/>
                <a:gd name="connsiteY26" fmla="*/ 0 h 1479432"/>
                <a:gd name="connsiteX27" fmla="*/ 3041269 w 4206923"/>
                <a:gd name="connsiteY27" fmla="*/ 0 h 1479432"/>
                <a:gd name="connsiteX28" fmla="*/ 3077212 w 4206923"/>
                <a:gd name="connsiteY28" fmla="*/ 0 h 1479432"/>
                <a:gd name="connsiteX29" fmla="*/ 3090397 w 4206923"/>
                <a:gd name="connsiteY29" fmla="*/ 0 h 1479432"/>
                <a:gd name="connsiteX30" fmla="*/ 3115626 w 4206923"/>
                <a:gd name="connsiteY30" fmla="*/ 0 h 1479432"/>
                <a:gd name="connsiteX31" fmla="*/ 3126248 w 4206923"/>
                <a:gd name="connsiteY31" fmla="*/ 0 h 1479432"/>
                <a:gd name="connsiteX32" fmla="*/ 3245843 w 4206923"/>
                <a:gd name="connsiteY32" fmla="*/ 0 h 1479432"/>
                <a:gd name="connsiteX33" fmla="*/ 3262250 w 4206923"/>
                <a:gd name="connsiteY33" fmla="*/ 0 h 1479432"/>
                <a:gd name="connsiteX34" fmla="*/ 3366673 w 4206923"/>
                <a:gd name="connsiteY34" fmla="*/ 0 h 1479432"/>
                <a:gd name="connsiteX35" fmla="*/ 3412579 w 4206923"/>
                <a:gd name="connsiteY35" fmla="*/ 0 h 1479432"/>
                <a:gd name="connsiteX36" fmla="*/ 3447669 w 4206923"/>
                <a:gd name="connsiteY36" fmla="*/ 0 h 1479432"/>
                <a:gd name="connsiteX37" fmla="*/ 3496797 w 4206923"/>
                <a:gd name="connsiteY37" fmla="*/ 0 h 1479432"/>
                <a:gd name="connsiteX38" fmla="*/ 3522026 w 4206923"/>
                <a:gd name="connsiteY38" fmla="*/ 0 h 1479432"/>
                <a:gd name="connsiteX39" fmla="*/ 3525549 w 4206923"/>
                <a:gd name="connsiteY39" fmla="*/ 0 h 1479432"/>
                <a:gd name="connsiteX40" fmla="*/ 3532648 w 4206923"/>
                <a:gd name="connsiteY40" fmla="*/ 0 h 1479432"/>
                <a:gd name="connsiteX41" fmla="*/ 3606496 w 4206923"/>
                <a:gd name="connsiteY41" fmla="*/ 0 h 1479432"/>
                <a:gd name="connsiteX42" fmla="*/ 3717686 w 4206923"/>
                <a:gd name="connsiteY42" fmla="*/ 0 h 1479432"/>
                <a:gd name="connsiteX43" fmla="*/ 3848796 w 4206923"/>
                <a:gd name="connsiteY43" fmla="*/ 75308 h 1479432"/>
                <a:gd name="connsiteX44" fmla="*/ 4188713 w 4206923"/>
                <a:gd name="connsiteY44" fmla="*/ 664408 h 1479432"/>
                <a:gd name="connsiteX45" fmla="*/ 4188713 w 4206923"/>
                <a:gd name="connsiteY45" fmla="*/ 815024 h 1479432"/>
                <a:gd name="connsiteX46" fmla="*/ 3848796 w 4206923"/>
                <a:gd name="connsiteY46" fmla="*/ 1404124 h 1479432"/>
                <a:gd name="connsiteX47" fmla="*/ 3717686 w 4206923"/>
                <a:gd name="connsiteY47" fmla="*/ 1479432 h 1479432"/>
                <a:gd name="connsiteX48" fmla="*/ 3532648 w 4206923"/>
                <a:gd name="connsiteY48" fmla="*/ 1479432 h 1479432"/>
                <a:gd name="connsiteX49" fmla="*/ 3126248 w 4206923"/>
                <a:gd name="connsiteY49" fmla="*/ 1479432 h 1479432"/>
                <a:gd name="connsiteX50" fmla="*/ 3037852 w 4206923"/>
                <a:gd name="connsiteY50" fmla="*/ 1479432 h 1479432"/>
                <a:gd name="connsiteX51" fmla="*/ 2852814 w 4206923"/>
                <a:gd name="connsiteY51" fmla="*/ 1479432 h 1479432"/>
                <a:gd name="connsiteX52" fmla="*/ 2580482 w 4206923"/>
                <a:gd name="connsiteY52" fmla="*/ 1479432 h 1479432"/>
                <a:gd name="connsiteX53" fmla="*/ 2446414 w 4206923"/>
                <a:gd name="connsiteY53" fmla="*/ 1479432 h 1479432"/>
                <a:gd name="connsiteX54" fmla="*/ 2291630 w 4206923"/>
                <a:gd name="connsiteY54" fmla="*/ 1479432 h 1479432"/>
                <a:gd name="connsiteX55" fmla="*/ 1900647 w 4206923"/>
                <a:gd name="connsiteY55" fmla="*/ 1479432 h 1479432"/>
                <a:gd name="connsiteX56" fmla="*/ 1745864 w 4206923"/>
                <a:gd name="connsiteY56" fmla="*/ 1479432 h 1479432"/>
                <a:gd name="connsiteX57" fmla="*/ 1611796 w 4206923"/>
                <a:gd name="connsiteY57" fmla="*/ 1479432 h 1479432"/>
                <a:gd name="connsiteX58" fmla="*/ 1168160 w 4206923"/>
                <a:gd name="connsiteY58" fmla="*/ 1479432 h 1479432"/>
                <a:gd name="connsiteX59" fmla="*/ 1066030 w 4206923"/>
                <a:gd name="connsiteY59" fmla="*/ 1479432 h 1479432"/>
                <a:gd name="connsiteX60" fmla="*/ 488326 w 4206923"/>
                <a:gd name="connsiteY60" fmla="*/ 1479432 h 1479432"/>
                <a:gd name="connsiteX61" fmla="*/ 357216 w 4206923"/>
                <a:gd name="connsiteY61" fmla="*/ 1404124 h 1479432"/>
                <a:gd name="connsiteX62" fmla="*/ 17299 w 4206923"/>
                <a:gd name="connsiteY62" fmla="*/ 815024 h 1479432"/>
                <a:gd name="connsiteX63" fmla="*/ 17299 w 4206923"/>
                <a:gd name="connsiteY63" fmla="*/ 664408 h 1479432"/>
                <a:gd name="connsiteX64" fmla="*/ 357216 w 4206923"/>
                <a:gd name="connsiteY64" fmla="*/ 75308 h 1479432"/>
                <a:gd name="connsiteX65" fmla="*/ 488326 w 4206923"/>
                <a:gd name="connsiteY65" fmla="*/ 0 h 147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06923" h="1479432">
                  <a:moveTo>
                    <a:pt x="488326" y="0"/>
                  </a:moveTo>
                  <a:cubicBezTo>
                    <a:pt x="743264" y="0"/>
                    <a:pt x="902600" y="0"/>
                    <a:pt x="1002185" y="0"/>
                  </a:cubicBezTo>
                  <a:lnTo>
                    <a:pt x="1066030" y="0"/>
                  </a:lnTo>
                  <a:lnTo>
                    <a:pt x="1083181" y="0"/>
                  </a:lnTo>
                  <a:cubicBezTo>
                    <a:pt x="1168160" y="0"/>
                    <a:pt x="1168160" y="0"/>
                    <a:pt x="1168160" y="0"/>
                  </a:cubicBezTo>
                  <a:lnTo>
                    <a:pt x="1290429" y="0"/>
                  </a:lnTo>
                  <a:cubicBezTo>
                    <a:pt x="1404288" y="0"/>
                    <a:pt x="1489682" y="0"/>
                    <a:pt x="1553727" y="0"/>
                  </a:cubicBezTo>
                  <a:lnTo>
                    <a:pt x="1611796" y="0"/>
                  </a:lnTo>
                  <a:lnTo>
                    <a:pt x="1634674" y="0"/>
                  </a:lnTo>
                  <a:cubicBezTo>
                    <a:pt x="1745864" y="0"/>
                    <a:pt x="1745864" y="0"/>
                    <a:pt x="1745864" y="0"/>
                  </a:cubicBezTo>
                  <a:lnTo>
                    <a:pt x="1836195" y="0"/>
                  </a:lnTo>
                  <a:lnTo>
                    <a:pt x="1900647" y="0"/>
                  </a:lnTo>
                  <a:lnTo>
                    <a:pt x="1986524" y="0"/>
                  </a:lnTo>
                  <a:cubicBezTo>
                    <a:pt x="2030111" y="0"/>
                    <a:pt x="2067471" y="0"/>
                    <a:pt x="2099493" y="0"/>
                  </a:cubicBezTo>
                  <a:lnTo>
                    <a:pt x="2125046" y="0"/>
                  </a:lnTo>
                  <a:lnTo>
                    <a:pt x="2180440" y="0"/>
                  </a:lnTo>
                  <a:cubicBezTo>
                    <a:pt x="2291630" y="0"/>
                    <a:pt x="2291630" y="0"/>
                    <a:pt x="2291630" y="0"/>
                  </a:cubicBezTo>
                  <a:lnTo>
                    <a:pt x="2293677" y="0"/>
                  </a:lnTo>
                  <a:cubicBezTo>
                    <a:pt x="2329528" y="0"/>
                    <a:pt x="2360897" y="0"/>
                    <a:pt x="2388345" y="0"/>
                  </a:cubicBezTo>
                  <a:lnTo>
                    <a:pt x="2446414" y="0"/>
                  </a:lnTo>
                  <a:lnTo>
                    <a:pt x="2459486" y="0"/>
                  </a:lnTo>
                  <a:cubicBezTo>
                    <a:pt x="2580482" y="0"/>
                    <a:pt x="2580482" y="0"/>
                    <a:pt x="2580482" y="0"/>
                  </a:cubicBezTo>
                  <a:lnTo>
                    <a:pt x="2670812" y="0"/>
                  </a:lnTo>
                  <a:cubicBezTo>
                    <a:pt x="2735874" y="0"/>
                    <a:pt x="2791642" y="0"/>
                    <a:pt x="2839443" y="0"/>
                  </a:cubicBezTo>
                  <a:lnTo>
                    <a:pt x="2852814" y="0"/>
                  </a:lnTo>
                  <a:lnTo>
                    <a:pt x="2960273" y="0"/>
                  </a:lnTo>
                  <a:lnTo>
                    <a:pt x="3037852" y="0"/>
                  </a:lnTo>
                  <a:lnTo>
                    <a:pt x="3041269" y="0"/>
                  </a:lnTo>
                  <a:lnTo>
                    <a:pt x="3077212" y="0"/>
                  </a:lnTo>
                  <a:lnTo>
                    <a:pt x="3090397" y="0"/>
                  </a:lnTo>
                  <a:lnTo>
                    <a:pt x="3115626" y="0"/>
                  </a:lnTo>
                  <a:lnTo>
                    <a:pt x="3126248" y="0"/>
                  </a:lnTo>
                  <a:lnTo>
                    <a:pt x="3245843" y="0"/>
                  </a:lnTo>
                  <a:lnTo>
                    <a:pt x="3262250" y="0"/>
                  </a:lnTo>
                  <a:lnTo>
                    <a:pt x="3366673" y="0"/>
                  </a:lnTo>
                  <a:lnTo>
                    <a:pt x="3412579" y="0"/>
                  </a:lnTo>
                  <a:lnTo>
                    <a:pt x="3447669" y="0"/>
                  </a:lnTo>
                  <a:lnTo>
                    <a:pt x="3496797" y="0"/>
                  </a:lnTo>
                  <a:lnTo>
                    <a:pt x="3522026" y="0"/>
                  </a:lnTo>
                  <a:lnTo>
                    <a:pt x="3525549" y="0"/>
                  </a:lnTo>
                  <a:lnTo>
                    <a:pt x="3532648" y="0"/>
                  </a:lnTo>
                  <a:lnTo>
                    <a:pt x="3606496" y="0"/>
                  </a:lnTo>
                  <a:cubicBezTo>
                    <a:pt x="3717686" y="0"/>
                    <a:pt x="3717686" y="0"/>
                    <a:pt x="3717686" y="0"/>
                  </a:cubicBezTo>
                  <a:cubicBezTo>
                    <a:pt x="3766245" y="0"/>
                    <a:pt x="3824516" y="34010"/>
                    <a:pt x="3848796" y="75308"/>
                  </a:cubicBezTo>
                  <a:cubicBezTo>
                    <a:pt x="4188713" y="664408"/>
                    <a:pt x="4188713" y="664408"/>
                    <a:pt x="4188713" y="664408"/>
                  </a:cubicBezTo>
                  <a:cubicBezTo>
                    <a:pt x="4212993" y="705706"/>
                    <a:pt x="4212993" y="773726"/>
                    <a:pt x="4188713" y="815024"/>
                  </a:cubicBezTo>
                  <a:cubicBezTo>
                    <a:pt x="3848796" y="1404124"/>
                    <a:pt x="3848796" y="1404124"/>
                    <a:pt x="3848796" y="1404124"/>
                  </a:cubicBezTo>
                  <a:cubicBezTo>
                    <a:pt x="3824516" y="1445422"/>
                    <a:pt x="3766245" y="1479432"/>
                    <a:pt x="3717686" y="1479432"/>
                  </a:cubicBezTo>
                  <a:lnTo>
                    <a:pt x="3532648" y="1479432"/>
                  </a:lnTo>
                  <a:lnTo>
                    <a:pt x="3126248" y="1479432"/>
                  </a:lnTo>
                  <a:lnTo>
                    <a:pt x="3037852" y="1479432"/>
                  </a:lnTo>
                  <a:lnTo>
                    <a:pt x="2852814" y="1479432"/>
                  </a:lnTo>
                  <a:lnTo>
                    <a:pt x="2580482" y="1479432"/>
                  </a:lnTo>
                  <a:lnTo>
                    <a:pt x="2446414" y="1479432"/>
                  </a:lnTo>
                  <a:lnTo>
                    <a:pt x="2291630" y="1479432"/>
                  </a:lnTo>
                  <a:lnTo>
                    <a:pt x="1900647" y="1479432"/>
                  </a:lnTo>
                  <a:lnTo>
                    <a:pt x="1745864" y="1479432"/>
                  </a:lnTo>
                  <a:lnTo>
                    <a:pt x="1611796" y="1479432"/>
                  </a:lnTo>
                  <a:lnTo>
                    <a:pt x="1168160" y="1479432"/>
                  </a:lnTo>
                  <a:lnTo>
                    <a:pt x="1066030" y="1479432"/>
                  </a:lnTo>
                  <a:lnTo>
                    <a:pt x="488326" y="1479432"/>
                  </a:lnTo>
                  <a:cubicBezTo>
                    <a:pt x="440981" y="1479432"/>
                    <a:pt x="381495" y="1445422"/>
                    <a:pt x="357216" y="1404124"/>
                  </a:cubicBezTo>
                  <a:cubicBezTo>
                    <a:pt x="17299" y="815024"/>
                    <a:pt x="17299" y="815024"/>
                    <a:pt x="17299" y="815024"/>
                  </a:cubicBezTo>
                  <a:cubicBezTo>
                    <a:pt x="-5767" y="773726"/>
                    <a:pt x="-5767" y="705706"/>
                    <a:pt x="17299" y="664408"/>
                  </a:cubicBezTo>
                  <a:cubicBezTo>
                    <a:pt x="357216" y="75308"/>
                    <a:pt x="357216" y="75308"/>
                    <a:pt x="357216" y="75308"/>
                  </a:cubicBezTo>
                  <a:cubicBezTo>
                    <a:pt x="381495" y="34010"/>
                    <a:pt x="440981" y="0"/>
                    <a:pt x="488326" y="0"/>
                  </a:cubicBezTo>
                  <a:close/>
                </a:path>
              </a:pathLst>
            </a:custGeom>
            <a:noFill/>
            <a:ln w="19050">
              <a:solidFill>
                <a:srgbClr val="5ABCD2"/>
              </a:solidFill>
            </a:ln>
            <a:effectLst/>
          </p:spPr>
          <p:txBody>
            <a:bodyPr vert="horz" wrap="square" lIns="72327" tIns="36163" rIns="72327" bIns="36163" numCol="1" anchor="t" anchorCtr="0" compatLnSpc="1">
              <a:prstTxWarp prst="textNoShape">
                <a:avLst/>
              </a:prstTxWarp>
              <a:noAutofit/>
            </a:bodyPr>
            <a:lstStyle/>
            <a:p>
              <a:endParaRPr lang="zh-CN" altLang="en-US"/>
            </a:p>
          </p:txBody>
        </p:sp>
        <p:sp>
          <p:nvSpPr>
            <p:cNvPr id="49" name="文本框 48" descr="e7d195523061f1c0deeec63e560781cfd59afb0ea006f2a87ABB68BF51EA6619813959095094C18C62A12F549504892A4AAA8C1554C6663626E05CA27F281A14E6983772AFC3FB97135759321DEA3D704CB8FFD9D2544D205DFD9452AF5C24171A02DC413C4E9E95A0259E43A29C8CF0063CADF8A4F89C6E74ABA5E43AE0EF4BB9CE24E58B8BC46C898B2DB6E1B2C577"/>
            <p:cNvSpPr txBox="1"/>
            <p:nvPr/>
          </p:nvSpPr>
          <p:spPr>
            <a:xfrm>
              <a:off x="1288375" y="4972445"/>
              <a:ext cx="2324334" cy="1318723"/>
            </a:xfrm>
            <a:prstGeom prst="rect">
              <a:avLst/>
            </a:prstGeom>
            <a:noFill/>
            <a:effectLst/>
          </p:spPr>
          <p:txBody>
            <a:bodyPr wrap="none" rtlCol="0">
              <a:spAutoFit/>
            </a:bodyPr>
            <a:lstStyle/>
            <a:p>
              <a:pPr>
                <a:buClr>
                  <a:srgbClr val="0298A8"/>
                </a:buClr>
              </a:pPr>
              <a:r>
                <a:rPr lang="zh-CN" altLang="en-US" sz="2531" dirty="0">
                  <a:solidFill>
                    <a:prstClr val="white">
                      <a:lumMod val="50000"/>
                    </a:prstClr>
                  </a:solidFill>
                  <a:sym typeface="+mn-lt"/>
                </a:rPr>
                <a:t>      </a:t>
              </a:r>
              <a:r>
                <a:rPr lang="zh-CN" altLang="en-US" sz="2531" dirty="0">
                  <a:solidFill>
                    <a:srgbClr val="5ABCD2"/>
                  </a:solidFill>
                  <a:latin typeface="微软雅黑" panose="020B0503020204020204" pitchFamily="34" charset="-122"/>
                  <a:ea typeface="微软雅黑" panose="020B0503020204020204" pitchFamily="34" charset="-122"/>
                  <a:sym typeface="+mn-lt"/>
                </a:rPr>
                <a:t>输入标题</a:t>
              </a: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85000"/>
                      <a:lumOff val="1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85000"/>
                    <a:lumOff val="1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85000"/>
                    <a:lumOff val="15000"/>
                  </a:schemeClr>
                </a:solidFill>
                <a:latin typeface="微软雅黑" panose="020B0503020204020204" pitchFamily="34" charset="-122"/>
                <a:ea typeface="微软雅黑" panose="020B0503020204020204" pitchFamily="34" charset="-122"/>
              </a:endParaRPr>
            </a:p>
          </p:txBody>
        </p:sp>
        <p:sp>
          <p:nvSpPr>
            <p:cNvPr id="50" name="Freeform 16"/>
            <p:cNvSpPr>
              <a:spLocks noEditPoints="1"/>
            </p:cNvSpPr>
            <p:nvPr/>
          </p:nvSpPr>
          <p:spPr bwMode="auto">
            <a:xfrm>
              <a:off x="3724572" y="5208369"/>
              <a:ext cx="420284" cy="335163"/>
            </a:xfrm>
            <a:custGeom>
              <a:avLst/>
              <a:gdLst>
                <a:gd name="T0" fmla="*/ 1238 w 1238"/>
                <a:gd name="T1" fmla="*/ 579 h 986"/>
                <a:gd name="T2" fmla="*/ 424 w 1238"/>
                <a:gd name="T3" fmla="*/ 579 h 986"/>
                <a:gd name="T4" fmla="*/ 443 w 1238"/>
                <a:gd name="T5" fmla="*/ 209 h 986"/>
                <a:gd name="T6" fmla="*/ 357 w 1238"/>
                <a:gd name="T7" fmla="*/ 223 h 986"/>
                <a:gd name="T8" fmla="*/ 329 w 1238"/>
                <a:gd name="T9" fmla="*/ 254 h 986"/>
                <a:gd name="T10" fmla="*/ 441 w 1238"/>
                <a:gd name="T11" fmla="*/ 316 h 986"/>
                <a:gd name="T12" fmla="*/ 311 w 1238"/>
                <a:gd name="T13" fmla="*/ 0 h 986"/>
                <a:gd name="T14" fmla="*/ 311 w 1238"/>
                <a:gd name="T15" fmla="*/ 620 h 986"/>
                <a:gd name="T16" fmla="*/ 367 w 1238"/>
                <a:gd name="T17" fmla="*/ 550 h 986"/>
                <a:gd name="T18" fmla="*/ 329 w 1238"/>
                <a:gd name="T19" fmla="*/ 473 h 986"/>
                <a:gd name="T20" fmla="*/ 295 w 1238"/>
                <a:gd name="T21" fmla="*/ 516 h 986"/>
                <a:gd name="T22" fmla="*/ 168 w 1238"/>
                <a:gd name="T23" fmla="*/ 370 h 986"/>
                <a:gd name="T24" fmla="*/ 295 w 1238"/>
                <a:gd name="T25" fmla="*/ 410 h 986"/>
                <a:gd name="T26" fmla="*/ 229 w 1238"/>
                <a:gd name="T27" fmla="*/ 307 h 986"/>
                <a:gd name="T28" fmla="*/ 295 w 1238"/>
                <a:gd name="T29" fmla="*/ 127 h 986"/>
                <a:gd name="T30" fmla="*/ 329 w 1238"/>
                <a:gd name="T31" fmla="*/ 104 h 986"/>
                <a:gd name="T32" fmla="*/ 443 w 1238"/>
                <a:gd name="T33" fmla="*/ 209 h 986"/>
                <a:gd name="T34" fmla="*/ 295 w 1238"/>
                <a:gd name="T35" fmla="*/ 186 h 986"/>
                <a:gd name="T36" fmla="*/ 295 w 1238"/>
                <a:gd name="T37" fmla="*/ 245 h 986"/>
                <a:gd name="T38" fmla="*/ 329 w 1238"/>
                <a:gd name="T39" fmla="*/ 413 h 986"/>
                <a:gd name="T40" fmla="*/ 357 w 1238"/>
                <a:gd name="T41" fmla="*/ 398 h 986"/>
                <a:gd name="T42" fmla="*/ 359 w 1238"/>
                <a:gd name="T43" fmla="*/ 356 h 986"/>
                <a:gd name="T44" fmla="*/ 329 w 1238"/>
                <a:gd name="T45" fmla="*/ 413 h 986"/>
                <a:gd name="T46" fmla="*/ 854 w 1238"/>
                <a:gd name="T47" fmla="*/ 713 h 986"/>
                <a:gd name="T48" fmla="*/ 904 w 1238"/>
                <a:gd name="T49" fmla="*/ 665 h 986"/>
                <a:gd name="T50" fmla="*/ 854 w 1238"/>
                <a:gd name="T51" fmla="*/ 617 h 986"/>
                <a:gd name="T52" fmla="*/ 810 w 1238"/>
                <a:gd name="T53" fmla="*/ 416 h 986"/>
                <a:gd name="T54" fmla="*/ 784 w 1238"/>
                <a:gd name="T55" fmla="*/ 477 h 986"/>
                <a:gd name="T56" fmla="*/ 810 w 1238"/>
                <a:gd name="T57" fmla="*/ 416 h 986"/>
                <a:gd name="T58" fmla="*/ 1004 w 1238"/>
                <a:gd name="T59" fmla="*/ 447 h 986"/>
                <a:gd name="T60" fmla="*/ 854 w 1238"/>
                <a:gd name="T61" fmla="*/ 418 h 986"/>
                <a:gd name="T62" fmla="*/ 977 w 1238"/>
                <a:gd name="T63" fmla="*/ 557 h 986"/>
                <a:gd name="T64" fmla="*/ 854 w 1238"/>
                <a:gd name="T65" fmla="*/ 792 h 986"/>
                <a:gd name="T66" fmla="*/ 810 w 1238"/>
                <a:gd name="T67" fmla="*/ 849 h 986"/>
                <a:gd name="T68" fmla="*/ 643 w 1238"/>
                <a:gd name="T69" fmla="*/ 658 h 986"/>
                <a:gd name="T70" fmla="*/ 810 w 1238"/>
                <a:gd name="T71" fmla="*/ 710 h 986"/>
                <a:gd name="T72" fmla="*/ 724 w 1238"/>
                <a:gd name="T73" fmla="*/ 575 h 986"/>
                <a:gd name="T74" fmla="*/ 810 w 1238"/>
                <a:gd name="T75" fmla="*/ 339 h 986"/>
                <a:gd name="T76" fmla="*/ 854 w 1238"/>
                <a:gd name="T77" fmla="*/ 309 h 986"/>
                <a:gd name="T78" fmla="*/ 1004 w 1238"/>
                <a:gd name="T79" fmla="*/ 447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8" h="986">
                  <a:moveTo>
                    <a:pt x="831" y="172"/>
                  </a:moveTo>
                  <a:cubicBezTo>
                    <a:pt x="1055" y="172"/>
                    <a:pt x="1238" y="354"/>
                    <a:pt x="1238" y="579"/>
                  </a:cubicBezTo>
                  <a:cubicBezTo>
                    <a:pt x="1238" y="804"/>
                    <a:pt x="1055" y="986"/>
                    <a:pt x="831" y="986"/>
                  </a:cubicBezTo>
                  <a:cubicBezTo>
                    <a:pt x="606" y="986"/>
                    <a:pt x="424" y="804"/>
                    <a:pt x="424" y="579"/>
                  </a:cubicBezTo>
                  <a:cubicBezTo>
                    <a:pt x="424" y="354"/>
                    <a:pt x="606" y="172"/>
                    <a:pt x="831" y="172"/>
                  </a:cubicBezTo>
                  <a:close/>
                  <a:moveTo>
                    <a:pt x="443" y="209"/>
                  </a:moveTo>
                  <a:lnTo>
                    <a:pt x="443" y="209"/>
                  </a:lnTo>
                  <a:lnTo>
                    <a:pt x="357" y="223"/>
                  </a:lnTo>
                  <a:cubicBezTo>
                    <a:pt x="350" y="204"/>
                    <a:pt x="346" y="197"/>
                    <a:pt x="329" y="187"/>
                  </a:cubicBezTo>
                  <a:lnTo>
                    <a:pt x="329" y="254"/>
                  </a:lnTo>
                  <a:cubicBezTo>
                    <a:pt x="375" y="266"/>
                    <a:pt x="406" y="279"/>
                    <a:pt x="422" y="293"/>
                  </a:cubicBezTo>
                  <a:cubicBezTo>
                    <a:pt x="430" y="300"/>
                    <a:pt x="436" y="308"/>
                    <a:pt x="441" y="316"/>
                  </a:cubicBezTo>
                  <a:cubicBezTo>
                    <a:pt x="480" y="260"/>
                    <a:pt x="533" y="215"/>
                    <a:pt x="594" y="185"/>
                  </a:cubicBezTo>
                  <a:cubicBezTo>
                    <a:pt x="546" y="76"/>
                    <a:pt x="437" y="0"/>
                    <a:pt x="311" y="0"/>
                  </a:cubicBezTo>
                  <a:cubicBezTo>
                    <a:pt x="139" y="0"/>
                    <a:pt x="0" y="139"/>
                    <a:pt x="0" y="310"/>
                  </a:cubicBezTo>
                  <a:cubicBezTo>
                    <a:pt x="0" y="481"/>
                    <a:pt x="139" y="620"/>
                    <a:pt x="311" y="620"/>
                  </a:cubicBezTo>
                  <a:cubicBezTo>
                    <a:pt x="331" y="620"/>
                    <a:pt x="352" y="618"/>
                    <a:pt x="372" y="614"/>
                  </a:cubicBezTo>
                  <a:cubicBezTo>
                    <a:pt x="368" y="593"/>
                    <a:pt x="367" y="572"/>
                    <a:pt x="367" y="550"/>
                  </a:cubicBezTo>
                  <a:cubicBezTo>
                    <a:pt x="367" y="521"/>
                    <a:pt x="370" y="493"/>
                    <a:pt x="376" y="465"/>
                  </a:cubicBezTo>
                  <a:cubicBezTo>
                    <a:pt x="361" y="470"/>
                    <a:pt x="345" y="472"/>
                    <a:pt x="329" y="473"/>
                  </a:cubicBezTo>
                  <a:lnTo>
                    <a:pt x="329" y="516"/>
                  </a:lnTo>
                  <a:lnTo>
                    <a:pt x="295" y="516"/>
                  </a:lnTo>
                  <a:lnTo>
                    <a:pt x="295" y="473"/>
                  </a:lnTo>
                  <a:cubicBezTo>
                    <a:pt x="226" y="467"/>
                    <a:pt x="180" y="440"/>
                    <a:pt x="168" y="370"/>
                  </a:cubicBezTo>
                  <a:lnTo>
                    <a:pt x="261" y="359"/>
                  </a:lnTo>
                  <a:cubicBezTo>
                    <a:pt x="265" y="385"/>
                    <a:pt x="271" y="398"/>
                    <a:pt x="295" y="410"/>
                  </a:cubicBezTo>
                  <a:lnTo>
                    <a:pt x="295" y="329"/>
                  </a:lnTo>
                  <a:cubicBezTo>
                    <a:pt x="264" y="320"/>
                    <a:pt x="242" y="313"/>
                    <a:pt x="229" y="307"/>
                  </a:cubicBezTo>
                  <a:cubicBezTo>
                    <a:pt x="173" y="279"/>
                    <a:pt x="166" y="200"/>
                    <a:pt x="210" y="157"/>
                  </a:cubicBezTo>
                  <a:cubicBezTo>
                    <a:pt x="229" y="139"/>
                    <a:pt x="257" y="129"/>
                    <a:pt x="295" y="127"/>
                  </a:cubicBezTo>
                  <a:lnTo>
                    <a:pt x="295" y="104"/>
                  </a:lnTo>
                  <a:lnTo>
                    <a:pt x="329" y="104"/>
                  </a:lnTo>
                  <a:lnTo>
                    <a:pt x="329" y="127"/>
                  </a:lnTo>
                  <a:cubicBezTo>
                    <a:pt x="384" y="130"/>
                    <a:pt x="430" y="151"/>
                    <a:pt x="443" y="209"/>
                  </a:cubicBezTo>
                  <a:close/>
                  <a:moveTo>
                    <a:pt x="295" y="186"/>
                  </a:moveTo>
                  <a:lnTo>
                    <a:pt x="295" y="186"/>
                  </a:lnTo>
                  <a:cubicBezTo>
                    <a:pt x="274" y="193"/>
                    <a:pt x="259" y="212"/>
                    <a:pt x="275" y="233"/>
                  </a:cubicBezTo>
                  <a:cubicBezTo>
                    <a:pt x="279" y="238"/>
                    <a:pt x="285" y="242"/>
                    <a:pt x="295" y="245"/>
                  </a:cubicBezTo>
                  <a:lnTo>
                    <a:pt x="295" y="186"/>
                  </a:lnTo>
                  <a:close/>
                  <a:moveTo>
                    <a:pt x="329" y="413"/>
                  </a:moveTo>
                  <a:lnTo>
                    <a:pt x="329" y="413"/>
                  </a:lnTo>
                  <a:cubicBezTo>
                    <a:pt x="342" y="410"/>
                    <a:pt x="351" y="405"/>
                    <a:pt x="357" y="398"/>
                  </a:cubicBezTo>
                  <a:cubicBezTo>
                    <a:pt x="363" y="392"/>
                    <a:pt x="366" y="384"/>
                    <a:pt x="366" y="376"/>
                  </a:cubicBezTo>
                  <a:cubicBezTo>
                    <a:pt x="366" y="368"/>
                    <a:pt x="364" y="362"/>
                    <a:pt x="359" y="356"/>
                  </a:cubicBezTo>
                  <a:cubicBezTo>
                    <a:pt x="354" y="350"/>
                    <a:pt x="344" y="344"/>
                    <a:pt x="329" y="339"/>
                  </a:cubicBezTo>
                  <a:lnTo>
                    <a:pt x="329" y="413"/>
                  </a:lnTo>
                  <a:close/>
                  <a:moveTo>
                    <a:pt x="854" y="713"/>
                  </a:moveTo>
                  <a:lnTo>
                    <a:pt x="854" y="713"/>
                  </a:lnTo>
                  <a:cubicBezTo>
                    <a:pt x="871" y="710"/>
                    <a:pt x="884" y="703"/>
                    <a:pt x="892" y="695"/>
                  </a:cubicBezTo>
                  <a:cubicBezTo>
                    <a:pt x="900" y="686"/>
                    <a:pt x="904" y="676"/>
                    <a:pt x="904" y="665"/>
                  </a:cubicBezTo>
                  <a:cubicBezTo>
                    <a:pt x="904" y="656"/>
                    <a:pt x="901" y="647"/>
                    <a:pt x="894" y="639"/>
                  </a:cubicBezTo>
                  <a:cubicBezTo>
                    <a:pt x="887" y="631"/>
                    <a:pt x="874" y="624"/>
                    <a:pt x="854" y="617"/>
                  </a:cubicBezTo>
                  <a:lnTo>
                    <a:pt x="854" y="713"/>
                  </a:lnTo>
                  <a:close/>
                  <a:moveTo>
                    <a:pt x="810" y="416"/>
                  </a:moveTo>
                  <a:lnTo>
                    <a:pt x="810" y="416"/>
                  </a:lnTo>
                  <a:cubicBezTo>
                    <a:pt x="783" y="426"/>
                    <a:pt x="763" y="451"/>
                    <a:pt x="784" y="477"/>
                  </a:cubicBezTo>
                  <a:cubicBezTo>
                    <a:pt x="789" y="484"/>
                    <a:pt x="798" y="489"/>
                    <a:pt x="810" y="494"/>
                  </a:cubicBezTo>
                  <a:lnTo>
                    <a:pt x="810" y="416"/>
                  </a:lnTo>
                  <a:close/>
                  <a:moveTo>
                    <a:pt x="1004" y="447"/>
                  </a:moveTo>
                  <a:lnTo>
                    <a:pt x="1004" y="447"/>
                  </a:lnTo>
                  <a:lnTo>
                    <a:pt x="892" y="464"/>
                  </a:lnTo>
                  <a:cubicBezTo>
                    <a:pt x="883" y="440"/>
                    <a:pt x="877" y="430"/>
                    <a:pt x="854" y="418"/>
                  </a:cubicBezTo>
                  <a:lnTo>
                    <a:pt x="854" y="505"/>
                  </a:lnTo>
                  <a:cubicBezTo>
                    <a:pt x="916" y="521"/>
                    <a:pt x="956" y="539"/>
                    <a:pt x="977" y="557"/>
                  </a:cubicBezTo>
                  <a:cubicBezTo>
                    <a:pt x="1043" y="616"/>
                    <a:pt x="1024" y="719"/>
                    <a:pt x="953" y="765"/>
                  </a:cubicBezTo>
                  <a:cubicBezTo>
                    <a:pt x="925" y="783"/>
                    <a:pt x="892" y="791"/>
                    <a:pt x="854" y="792"/>
                  </a:cubicBezTo>
                  <a:lnTo>
                    <a:pt x="854" y="849"/>
                  </a:lnTo>
                  <a:lnTo>
                    <a:pt x="810" y="849"/>
                  </a:lnTo>
                  <a:lnTo>
                    <a:pt x="810" y="792"/>
                  </a:lnTo>
                  <a:cubicBezTo>
                    <a:pt x="720" y="784"/>
                    <a:pt x="660" y="750"/>
                    <a:pt x="643" y="658"/>
                  </a:cubicBezTo>
                  <a:lnTo>
                    <a:pt x="765" y="644"/>
                  </a:lnTo>
                  <a:cubicBezTo>
                    <a:pt x="772" y="677"/>
                    <a:pt x="779" y="695"/>
                    <a:pt x="810" y="710"/>
                  </a:cubicBezTo>
                  <a:lnTo>
                    <a:pt x="810" y="604"/>
                  </a:lnTo>
                  <a:cubicBezTo>
                    <a:pt x="770" y="593"/>
                    <a:pt x="741" y="583"/>
                    <a:pt x="724" y="575"/>
                  </a:cubicBezTo>
                  <a:cubicBezTo>
                    <a:pt x="650" y="539"/>
                    <a:pt x="641" y="434"/>
                    <a:pt x="699" y="379"/>
                  </a:cubicBezTo>
                  <a:cubicBezTo>
                    <a:pt x="724" y="355"/>
                    <a:pt x="761" y="341"/>
                    <a:pt x="810" y="339"/>
                  </a:cubicBezTo>
                  <a:lnTo>
                    <a:pt x="810" y="309"/>
                  </a:lnTo>
                  <a:lnTo>
                    <a:pt x="854" y="309"/>
                  </a:lnTo>
                  <a:lnTo>
                    <a:pt x="854" y="339"/>
                  </a:lnTo>
                  <a:cubicBezTo>
                    <a:pt x="927" y="343"/>
                    <a:pt x="987" y="370"/>
                    <a:pt x="1004" y="447"/>
                  </a:cubicBezTo>
                  <a:close/>
                </a:path>
              </a:pathLst>
            </a:custGeom>
            <a:solidFill>
              <a:srgbClr val="5ABCD2"/>
            </a:solidFill>
            <a:ln>
              <a:noFill/>
            </a:ln>
          </p:spPr>
          <p:txBody>
            <a:bodyPr vert="horz" wrap="square" lIns="96435" tIns="48218" rIns="96435" bIns="48218" numCol="1" anchor="t" anchorCtr="0" compatLnSpc="1">
              <a:prstTxWarp prst="textNoShape">
                <a:avLst/>
              </a:prstTxWarp>
            </a:bodyPr>
            <a:lstStyle/>
            <a:p>
              <a:endParaRPr lang="zh-CN" altLang="en-US">
                <a:solidFill>
                  <a:schemeClr val="accent2"/>
                </a:solidFill>
              </a:endParaRPr>
            </a:p>
          </p:txBody>
        </p:sp>
      </p:grpSp>
      <p:sp>
        <p:nvSpPr>
          <p:cNvPr id="51" name="文本框 50"/>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Tree>
    <p:extLst>
      <p:ext uri="{BB962C8B-B14F-4D97-AF65-F5344CB8AC3E}">
        <p14:creationId xmlns:p14="http://schemas.microsoft.com/office/powerpoint/2010/main" val="2586649737"/>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750" fill="hold"/>
                                        <p:tgtEl>
                                          <p:spTgt spid="11"/>
                                        </p:tgtEl>
                                        <p:attrNameLst>
                                          <p:attrName>ppt_w</p:attrName>
                                        </p:attrNameLst>
                                      </p:cBhvr>
                                      <p:tavLst>
                                        <p:tav tm="0">
                                          <p:val>
                                            <p:fltVal val="0"/>
                                          </p:val>
                                        </p:tav>
                                        <p:tav tm="100000">
                                          <p:val>
                                            <p:strVal val="#ppt_w"/>
                                          </p:val>
                                        </p:tav>
                                      </p:tavLst>
                                    </p:anim>
                                    <p:anim calcmode="lin" valueType="num">
                                      <p:cBhvr>
                                        <p:cTn id="8" dur="750" fill="hold"/>
                                        <p:tgtEl>
                                          <p:spTgt spid="11"/>
                                        </p:tgtEl>
                                        <p:attrNameLst>
                                          <p:attrName>ppt_h</p:attrName>
                                        </p:attrNameLst>
                                      </p:cBhvr>
                                      <p:tavLst>
                                        <p:tav tm="0">
                                          <p:val>
                                            <p:fltVal val="0"/>
                                          </p:val>
                                        </p:tav>
                                        <p:tav tm="100000">
                                          <p:val>
                                            <p:strVal val="#ppt_h"/>
                                          </p:val>
                                        </p:tav>
                                      </p:tavLst>
                                    </p:anim>
                                    <p:animEffect transition="in" filter="fade">
                                      <p:cBhvr>
                                        <p:cTn id="9" dur="750"/>
                                        <p:tgtEl>
                                          <p:spTgt spid="11"/>
                                        </p:tgtEl>
                                      </p:cBhvr>
                                    </p:animEffect>
                                  </p:childTnLst>
                                </p:cTn>
                              </p:par>
                            </p:childTnLst>
                          </p:cTn>
                        </p:par>
                        <p:par>
                          <p:cTn id="10" fill="hold">
                            <p:stCondLst>
                              <p:cond delay="750"/>
                            </p:stCondLst>
                            <p:childTnLst>
                              <p:par>
                                <p:cTn id="11" presetID="2" presetClass="entr" presetSubtype="2" decel="36000" fill="hold" nodeType="after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additive="base">
                                        <p:cTn id="13" dur="750" fill="hold"/>
                                        <p:tgtEl>
                                          <p:spTgt spid="39"/>
                                        </p:tgtEl>
                                        <p:attrNameLst>
                                          <p:attrName>ppt_x</p:attrName>
                                        </p:attrNameLst>
                                      </p:cBhvr>
                                      <p:tavLst>
                                        <p:tav tm="0">
                                          <p:val>
                                            <p:strVal val="1+#ppt_w/2"/>
                                          </p:val>
                                        </p:tav>
                                        <p:tav tm="100000">
                                          <p:val>
                                            <p:strVal val="#ppt_x"/>
                                          </p:val>
                                        </p:tav>
                                      </p:tavLst>
                                    </p:anim>
                                    <p:anim calcmode="lin" valueType="num">
                                      <p:cBhvr additive="base">
                                        <p:cTn id="14" dur="750" fill="hold"/>
                                        <p:tgtEl>
                                          <p:spTgt spid="39"/>
                                        </p:tgtEl>
                                        <p:attrNameLst>
                                          <p:attrName>ppt_y</p:attrName>
                                        </p:attrNameLst>
                                      </p:cBhvr>
                                      <p:tavLst>
                                        <p:tav tm="0">
                                          <p:val>
                                            <p:strVal val="#ppt_y"/>
                                          </p:val>
                                        </p:tav>
                                        <p:tav tm="100000">
                                          <p:val>
                                            <p:strVal val="#ppt_y"/>
                                          </p:val>
                                        </p:tav>
                                      </p:tavLst>
                                    </p:anim>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23"/>
                                        </p:tgtEl>
                                        <p:attrNameLst>
                                          <p:attrName>style.visibility</p:attrName>
                                        </p:attrNameLst>
                                      </p:cBhvr>
                                      <p:to>
                                        <p:strVal val="visible"/>
                                      </p:to>
                                    </p:set>
                                    <p:anim calcmode="lin" valueType="num">
                                      <p:cBhvr>
                                        <p:cTn id="18" dur="750" fill="hold"/>
                                        <p:tgtEl>
                                          <p:spTgt spid="23"/>
                                        </p:tgtEl>
                                        <p:attrNameLst>
                                          <p:attrName>ppt_w</p:attrName>
                                        </p:attrNameLst>
                                      </p:cBhvr>
                                      <p:tavLst>
                                        <p:tav tm="0">
                                          <p:val>
                                            <p:fltVal val="0"/>
                                          </p:val>
                                        </p:tav>
                                        <p:tav tm="100000">
                                          <p:val>
                                            <p:strVal val="#ppt_w"/>
                                          </p:val>
                                        </p:tav>
                                      </p:tavLst>
                                    </p:anim>
                                    <p:anim calcmode="lin" valueType="num">
                                      <p:cBhvr>
                                        <p:cTn id="19" dur="750" fill="hold"/>
                                        <p:tgtEl>
                                          <p:spTgt spid="23"/>
                                        </p:tgtEl>
                                        <p:attrNameLst>
                                          <p:attrName>ppt_h</p:attrName>
                                        </p:attrNameLst>
                                      </p:cBhvr>
                                      <p:tavLst>
                                        <p:tav tm="0">
                                          <p:val>
                                            <p:fltVal val="0"/>
                                          </p:val>
                                        </p:tav>
                                        <p:tav tm="100000">
                                          <p:val>
                                            <p:strVal val="#ppt_h"/>
                                          </p:val>
                                        </p:tav>
                                      </p:tavLst>
                                    </p:anim>
                                    <p:animEffect transition="in" filter="fade">
                                      <p:cBhvr>
                                        <p:cTn id="20" dur="750"/>
                                        <p:tgtEl>
                                          <p:spTgt spid="23"/>
                                        </p:tgtEl>
                                      </p:cBhvr>
                                    </p:animEffect>
                                  </p:childTnLst>
                                </p:cTn>
                              </p:par>
                            </p:childTnLst>
                          </p:cTn>
                        </p:par>
                        <p:par>
                          <p:cTn id="21" fill="hold">
                            <p:stCondLst>
                              <p:cond delay="2250"/>
                            </p:stCondLst>
                            <p:childTnLst>
                              <p:par>
                                <p:cTn id="22" presetID="2" presetClass="entr" presetSubtype="8" decel="36000" fill="hold" nodeType="afterEffect">
                                  <p:stCondLst>
                                    <p:cond delay="0"/>
                                  </p:stCondLst>
                                  <p:childTnLst>
                                    <p:set>
                                      <p:cBhvr>
                                        <p:cTn id="23" dur="1" fill="hold">
                                          <p:stCondLst>
                                            <p:cond delay="0"/>
                                          </p:stCondLst>
                                        </p:cTn>
                                        <p:tgtEl>
                                          <p:spTgt spid="35"/>
                                        </p:tgtEl>
                                        <p:attrNameLst>
                                          <p:attrName>style.visibility</p:attrName>
                                        </p:attrNameLst>
                                      </p:cBhvr>
                                      <p:to>
                                        <p:strVal val="visible"/>
                                      </p:to>
                                    </p:set>
                                    <p:anim calcmode="lin" valueType="num">
                                      <p:cBhvr additive="base">
                                        <p:cTn id="24" dur="750" fill="hold"/>
                                        <p:tgtEl>
                                          <p:spTgt spid="35"/>
                                        </p:tgtEl>
                                        <p:attrNameLst>
                                          <p:attrName>ppt_x</p:attrName>
                                        </p:attrNameLst>
                                      </p:cBhvr>
                                      <p:tavLst>
                                        <p:tav tm="0">
                                          <p:val>
                                            <p:strVal val="0-#ppt_w/2"/>
                                          </p:val>
                                        </p:tav>
                                        <p:tav tm="100000">
                                          <p:val>
                                            <p:strVal val="#ppt_x"/>
                                          </p:val>
                                        </p:tav>
                                      </p:tavLst>
                                    </p:anim>
                                    <p:anim calcmode="lin" valueType="num">
                                      <p:cBhvr additive="base">
                                        <p:cTn id="25" dur="750" fill="hold"/>
                                        <p:tgtEl>
                                          <p:spTgt spid="35"/>
                                        </p:tgtEl>
                                        <p:attrNameLst>
                                          <p:attrName>ppt_y</p:attrName>
                                        </p:attrNameLst>
                                      </p:cBhvr>
                                      <p:tavLst>
                                        <p:tav tm="0">
                                          <p:val>
                                            <p:strVal val="#ppt_y"/>
                                          </p:val>
                                        </p:tav>
                                        <p:tav tm="100000">
                                          <p:val>
                                            <p:strVal val="#ppt_y"/>
                                          </p:val>
                                        </p:tav>
                                      </p:tavLst>
                                    </p:anim>
                                  </p:childTnLst>
                                </p:cTn>
                              </p:par>
                            </p:childTnLst>
                          </p:cTn>
                        </p:par>
                        <p:par>
                          <p:cTn id="26" fill="hold">
                            <p:stCondLst>
                              <p:cond delay="3000"/>
                            </p:stCondLst>
                            <p:childTnLst>
                              <p:par>
                                <p:cTn id="27" presetID="53" presetClass="entr" presetSubtype="16"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 calcmode="lin" valueType="num">
                                      <p:cBhvr>
                                        <p:cTn id="29" dur="750" fill="hold"/>
                                        <p:tgtEl>
                                          <p:spTgt spid="17"/>
                                        </p:tgtEl>
                                        <p:attrNameLst>
                                          <p:attrName>ppt_w</p:attrName>
                                        </p:attrNameLst>
                                      </p:cBhvr>
                                      <p:tavLst>
                                        <p:tav tm="0">
                                          <p:val>
                                            <p:fltVal val="0"/>
                                          </p:val>
                                        </p:tav>
                                        <p:tav tm="100000">
                                          <p:val>
                                            <p:strVal val="#ppt_w"/>
                                          </p:val>
                                        </p:tav>
                                      </p:tavLst>
                                    </p:anim>
                                    <p:anim calcmode="lin" valueType="num">
                                      <p:cBhvr>
                                        <p:cTn id="30" dur="750" fill="hold"/>
                                        <p:tgtEl>
                                          <p:spTgt spid="17"/>
                                        </p:tgtEl>
                                        <p:attrNameLst>
                                          <p:attrName>ppt_h</p:attrName>
                                        </p:attrNameLst>
                                      </p:cBhvr>
                                      <p:tavLst>
                                        <p:tav tm="0">
                                          <p:val>
                                            <p:fltVal val="0"/>
                                          </p:val>
                                        </p:tav>
                                        <p:tav tm="100000">
                                          <p:val>
                                            <p:strVal val="#ppt_h"/>
                                          </p:val>
                                        </p:tav>
                                      </p:tavLst>
                                    </p:anim>
                                    <p:animEffect transition="in" filter="fade">
                                      <p:cBhvr>
                                        <p:cTn id="31" dur="750"/>
                                        <p:tgtEl>
                                          <p:spTgt spid="17"/>
                                        </p:tgtEl>
                                      </p:cBhvr>
                                    </p:animEffect>
                                  </p:childTnLst>
                                </p:cTn>
                              </p:par>
                            </p:childTnLst>
                          </p:cTn>
                        </p:par>
                        <p:par>
                          <p:cTn id="32" fill="hold">
                            <p:stCondLst>
                              <p:cond delay="3750"/>
                            </p:stCondLst>
                            <p:childTnLst>
                              <p:par>
                                <p:cTn id="33" presetID="2" presetClass="entr" presetSubtype="2" decel="36000" fill="hold" nodeType="after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750" fill="hold"/>
                                        <p:tgtEl>
                                          <p:spTgt spid="43"/>
                                        </p:tgtEl>
                                        <p:attrNameLst>
                                          <p:attrName>ppt_x</p:attrName>
                                        </p:attrNameLst>
                                      </p:cBhvr>
                                      <p:tavLst>
                                        <p:tav tm="0">
                                          <p:val>
                                            <p:strVal val="1+#ppt_w/2"/>
                                          </p:val>
                                        </p:tav>
                                        <p:tav tm="100000">
                                          <p:val>
                                            <p:strVal val="#ppt_x"/>
                                          </p:val>
                                        </p:tav>
                                      </p:tavLst>
                                    </p:anim>
                                    <p:anim calcmode="lin" valueType="num">
                                      <p:cBhvr additive="base">
                                        <p:cTn id="36" dur="750" fill="hold"/>
                                        <p:tgtEl>
                                          <p:spTgt spid="43"/>
                                        </p:tgtEl>
                                        <p:attrNameLst>
                                          <p:attrName>ppt_y</p:attrName>
                                        </p:attrNameLst>
                                      </p:cBhvr>
                                      <p:tavLst>
                                        <p:tav tm="0">
                                          <p:val>
                                            <p:strVal val="#ppt_y"/>
                                          </p:val>
                                        </p:tav>
                                        <p:tav tm="100000">
                                          <p:val>
                                            <p:strVal val="#ppt_y"/>
                                          </p:val>
                                        </p:tav>
                                      </p:tavLst>
                                    </p:anim>
                                  </p:childTnLst>
                                </p:cTn>
                              </p:par>
                            </p:childTnLst>
                          </p:cTn>
                        </p:par>
                        <p:par>
                          <p:cTn id="37" fill="hold">
                            <p:stCondLst>
                              <p:cond delay="4500"/>
                            </p:stCondLst>
                            <p:childTnLst>
                              <p:par>
                                <p:cTn id="38" presetID="53" presetClass="entr" presetSubtype="16" fill="hold" nodeType="afterEffect">
                                  <p:stCondLst>
                                    <p:cond delay="0"/>
                                  </p:stCondLst>
                                  <p:childTnLst>
                                    <p:set>
                                      <p:cBhvr>
                                        <p:cTn id="39" dur="1" fill="hold">
                                          <p:stCondLst>
                                            <p:cond delay="0"/>
                                          </p:stCondLst>
                                        </p:cTn>
                                        <p:tgtEl>
                                          <p:spTgt spid="29"/>
                                        </p:tgtEl>
                                        <p:attrNameLst>
                                          <p:attrName>style.visibility</p:attrName>
                                        </p:attrNameLst>
                                      </p:cBhvr>
                                      <p:to>
                                        <p:strVal val="visible"/>
                                      </p:to>
                                    </p:set>
                                    <p:anim calcmode="lin" valueType="num">
                                      <p:cBhvr>
                                        <p:cTn id="40" dur="750" fill="hold"/>
                                        <p:tgtEl>
                                          <p:spTgt spid="29"/>
                                        </p:tgtEl>
                                        <p:attrNameLst>
                                          <p:attrName>ppt_w</p:attrName>
                                        </p:attrNameLst>
                                      </p:cBhvr>
                                      <p:tavLst>
                                        <p:tav tm="0">
                                          <p:val>
                                            <p:fltVal val="0"/>
                                          </p:val>
                                        </p:tav>
                                        <p:tav tm="100000">
                                          <p:val>
                                            <p:strVal val="#ppt_w"/>
                                          </p:val>
                                        </p:tav>
                                      </p:tavLst>
                                    </p:anim>
                                    <p:anim calcmode="lin" valueType="num">
                                      <p:cBhvr>
                                        <p:cTn id="41" dur="750" fill="hold"/>
                                        <p:tgtEl>
                                          <p:spTgt spid="29"/>
                                        </p:tgtEl>
                                        <p:attrNameLst>
                                          <p:attrName>ppt_h</p:attrName>
                                        </p:attrNameLst>
                                      </p:cBhvr>
                                      <p:tavLst>
                                        <p:tav tm="0">
                                          <p:val>
                                            <p:fltVal val="0"/>
                                          </p:val>
                                        </p:tav>
                                        <p:tav tm="100000">
                                          <p:val>
                                            <p:strVal val="#ppt_h"/>
                                          </p:val>
                                        </p:tav>
                                      </p:tavLst>
                                    </p:anim>
                                    <p:animEffect transition="in" filter="fade">
                                      <p:cBhvr>
                                        <p:cTn id="42" dur="750"/>
                                        <p:tgtEl>
                                          <p:spTgt spid="29"/>
                                        </p:tgtEl>
                                      </p:cBhvr>
                                    </p:animEffect>
                                  </p:childTnLst>
                                </p:cTn>
                              </p:par>
                            </p:childTnLst>
                          </p:cTn>
                        </p:par>
                        <p:par>
                          <p:cTn id="43" fill="hold">
                            <p:stCondLst>
                              <p:cond delay="5250"/>
                            </p:stCondLst>
                            <p:childTnLst>
                              <p:par>
                                <p:cTn id="44" presetID="2" presetClass="entr" presetSubtype="8" decel="36000" fill="hold" nodeType="afterEffect">
                                  <p:stCondLst>
                                    <p:cond delay="0"/>
                                  </p:stCondLst>
                                  <p:childTnLst>
                                    <p:set>
                                      <p:cBhvr>
                                        <p:cTn id="45" dur="1" fill="hold">
                                          <p:stCondLst>
                                            <p:cond delay="0"/>
                                          </p:stCondLst>
                                        </p:cTn>
                                        <p:tgtEl>
                                          <p:spTgt spid="47"/>
                                        </p:tgtEl>
                                        <p:attrNameLst>
                                          <p:attrName>style.visibility</p:attrName>
                                        </p:attrNameLst>
                                      </p:cBhvr>
                                      <p:to>
                                        <p:strVal val="visible"/>
                                      </p:to>
                                    </p:set>
                                    <p:anim calcmode="lin" valueType="num">
                                      <p:cBhvr additive="base">
                                        <p:cTn id="46" dur="750" fill="hold"/>
                                        <p:tgtEl>
                                          <p:spTgt spid="47"/>
                                        </p:tgtEl>
                                        <p:attrNameLst>
                                          <p:attrName>ppt_x</p:attrName>
                                        </p:attrNameLst>
                                      </p:cBhvr>
                                      <p:tavLst>
                                        <p:tav tm="0">
                                          <p:val>
                                            <p:strVal val="0-#ppt_w/2"/>
                                          </p:val>
                                        </p:tav>
                                        <p:tav tm="100000">
                                          <p:val>
                                            <p:strVal val="#ppt_x"/>
                                          </p:val>
                                        </p:tav>
                                      </p:tavLst>
                                    </p:anim>
                                    <p:anim calcmode="lin" valueType="num">
                                      <p:cBhvr additive="base">
                                        <p:cTn id="47" dur="75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sp>
        <p:nvSpPr>
          <p:cNvPr id="52" name="文本框 51" descr="e7d195523061f1c0deeec63e560781cfd59afb0ea006f2a87ABB68BF51EA6619813959095094C18C62A12F549504892A4AAA8C1554C6663626E05CA27F281A14E6983772AFC3FB97135759321DEA3D709AACD122C08E6ED11241DF15C09E2C12DE3EE5ECBBE029142E78393D8F92674E12A8C0A9F7AD0B15E89D8F4F76499D0DF899BB6FF5AC3B6D"/>
          <p:cNvSpPr txBox="1"/>
          <p:nvPr/>
        </p:nvSpPr>
        <p:spPr>
          <a:xfrm>
            <a:off x="412674" y="2056577"/>
            <a:ext cx="2451312" cy="1325876"/>
          </a:xfrm>
          <a:prstGeom prst="rect">
            <a:avLst/>
          </a:prstGeom>
          <a:noFill/>
          <a:effectLst/>
        </p:spPr>
        <p:txBody>
          <a:bodyPr wrap="none" rtlCol="0">
            <a:spAutoFit/>
          </a:bodyPr>
          <a:lstStyle/>
          <a:p>
            <a:r>
              <a:rPr lang="zh-CN" altLang="en-US" sz="2109" dirty="0">
                <a:solidFill>
                  <a:srgbClr val="247CAE"/>
                </a:solidFill>
                <a:latin typeface="微软雅黑" panose="020B0503020204020204" pitchFamily="34" charset="-122"/>
                <a:ea typeface="微软雅黑" panose="020B0503020204020204" pitchFamily="34" charset="-122"/>
              </a:rPr>
              <a:t>单击此处输入标题</a:t>
            </a:r>
            <a:endParaRPr lang="en-US" altLang="zh-CN" sz="2109"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3" name="文本框 52" descr="e7d195523061f1c0deeec63e560781cfd59afb0ea006f2a87ABB68BF51EA6619813959095094C18C62A12F549504892A4AAA8C1554C6663626E05CA27F281A14E6983772AFC3FB97135759321DEA3D709AACD122C08E6ED11241DF15C09E2C12DE3EE5ECBBE029142E78393D8F92674E12A8C0A9F7AD0B15E89D8F4F76499D0DF899BB6FF5AC3B6D"/>
          <p:cNvSpPr txBox="1"/>
          <p:nvPr/>
        </p:nvSpPr>
        <p:spPr>
          <a:xfrm>
            <a:off x="5260002" y="2098996"/>
            <a:ext cx="2451312" cy="1325876"/>
          </a:xfrm>
          <a:prstGeom prst="rect">
            <a:avLst/>
          </a:prstGeom>
          <a:noFill/>
          <a:effectLst/>
        </p:spPr>
        <p:txBody>
          <a:bodyPr wrap="none" rtlCol="0">
            <a:spAutoFit/>
          </a:bodyPr>
          <a:lstStyle/>
          <a:p>
            <a:r>
              <a:rPr lang="zh-CN" altLang="en-US" sz="2109" dirty="0">
                <a:solidFill>
                  <a:srgbClr val="247CAE"/>
                </a:solidFill>
                <a:latin typeface="微软雅黑" panose="020B0503020204020204" pitchFamily="34" charset="-122"/>
                <a:ea typeface="微软雅黑" panose="020B0503020204020204" pitchFamily="34" charset="-122"/>
              </a:rPr>
              <a:t>单击此处输入标题</a:t>
            </a:r>
            <a:endParaRPr lang="en-US" altLang="zh-CN" sz="2109"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4" name="文本框 53" descr="e7d195523061f1c0deeec63e560781cfd59afb0ea006f2a87ABB68BF51EA6619813959095094C18C62A12F549504892A4AAA8C1554C6663626E05CA27F281A14E6983772AFC3FB97135759321DEA3D709AACD122C08E6ED11241DF15C09E2C12DE3EE5ECBBE029142E78393D8F92674E12A8C0A9F7AD0B15E89D8F4F76499D0DF899BB6FF5AC3B6D"/>
          <p:cNvSpPr txBox="1"/>
          <p:nvPr/>
        </p:nvSpPr>
        <p:spPr>
          <a:xfrm>
            <a:off x="10035072" y="2098996"/>
            <a:ext cx="2451312" cy="1325876"/>
          </a:xfrm>
          <a:prstGeom prst="rect">
            <a:avLst/>
          </a:prstGeom>
          <a:noFill/>
          <a:effectLst/>
        </p:spPr>
        <p:txBody>
          <a:bodyPr wrap="none" rtlCol="0">
            <a:spAutoFit/>
          </a:bodyPr>
          <a:lstStyle/>
          <a:p>
            <a:r>
              <a:rPr lang="zh-CN" altLang="en-US" sz="2109" dirty="0">
                <a:solidFill>
                  <a:srgbClr val="247CAE"/>
                </a:solidFill>
                <a:latin typeface="微软雅黑" panose="020B0503020204020204" pitchFamily="34" charset="-122"/>
                <a:ea typeface="微软雅黑" panose="020B0503020204020204" pitchFamily="34" charset="-122"/>
              </a:rPr>
              <a:t>单击此处输入标题</a:t>
            </a:r>
            <a:endParaRPr lang="en-US" altLang="zh-CN" sz="2109" dirty="0">
              <a:solidFill>
                <a:srgbClr val="247CAE"/>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5" name="文本框 54" descr="e7d195523061f1c0deeec63e560781cfd59afb0ea006f2a87ABB68BF51EA6619813959095094C18C62A12F549504892A4AAA8C1554C6663626E05CA27F281A14E6983772AFC3FB97135759321DEA3D709AACD122C08E6ED11241DF15C09E2C12DE3EE5ECBBE029142E78393D8F92674E12A8C0A9F7AD0B15E89D8F4F76499D0DF899BB6FF5AC3B6D"/>
          <p:cNvSpPr txBox="1"/>
          <p:nvPr/>
        </p:nvSpPr>
        <p:spPr>
          <a:xfrm>
            <a:off x="3098626" y="5752073"/>
            <a:ext cx="2451312" cy="1325876"/>
          </a:xfrm>
          <a:prstGeom prst="rect">
            <a:avLst/>
          </a:prstGeom>
          <a:noFill/>
          <a:effectLst/>
        </p:spPr>
        <p:txBody>
          <a:bodyPr wrap="none" rtlCol="0">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单击此处输入标题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6" name="文本框 55" descr="e7d195523061f1c0deeec63e560781cfd59afb0ea006f2a87ABB68BF51EA6619813959095094C18C62A12F549504892A4AAA8C1554C6663626E05CA27F281A14E6983772AFC3FB97135759321DEA3D709AACD122C08E6ED11241DF15C09E2C12DE3EE5ECBBE029142E78393D8F92674E12A8C0A9F7AD0B15E89D8F4F76499D0DF899BB6FF5AC3B6D"/>
          <p:cNvSpPr txBox="1"/>
          <p:nvPr/>
        </p:nvSpPr>
        <p:spPr>
          <a:xfrm>
            <a:off x="7932734" y="5752073"/>
            <a:ext cx="2451312" cy="1325876"/>
          </a:xfrm>
          <a:prstGeom prst="rect">
            <a:avLst/>
          </a:prstGeom>
          <a:noFill/>
          <a:effectLst/>
        </p:spPr>
        <p:txBody>
          <a:bodyPr wrap="none" rtlCol="0">
            <a:spAutoFit/>
          </a:bodyPr>
          <a:lstStyle/>
          <a:p>
            <a:r>
              <a:rPr lang="zh-CN" altLang="en-US" sz="2109" dirty="0">
                <a:solidFill>
                  <a:srgbClr val="5ABCD2"/>
                </a:solidFill>
                <a:latin typeface="微软雅黑" panose="020B0503020204020204" pitchFamily="34" charset="-122"/>
                <a:ea typeface="微软雅黑" panose="020B0503020204020204" pitchFamily="34" charset="-122"/>
              </a:rPr>
              <a:t>单击此处输入标题</a:t>
            </a:r>
            <a:endParaRPr lang="en-US" altLang="zh-CN" sz="2109" dirty="0">
              <a:solidFill>
                <a:srgbClr val="5ABCD2"/>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r>
              <a:rPr lang="zh-CN" altLang="en-US" sz="1266" dirty="0">
                <a:solidFill>
                  <a:schemeClr val="tx1">
                    <a:lumMod val="75000"/>
                    <a:lumOff val="25000"/>
                  </a:schemeClr>
                </a:solidFill>
                <a:latin typeface="微软雅黑" panose="020B0503020204020204" pitchFamily="34" charset="-122"/>
                <a:ea typeface="微软雅黑" panose="020B0503020204020204" pitchFamily="34" charset="-122"/>
              </a:rPr>
              <a:t>请在这里输入您的主要叙述内容</a:t>
            </a:r>
            <a:endParaRPr lang="en-US" altLang="zh-CN" sz="1266" dirty="0">
              <a:solidFill>
                <a:schemeClr val="tx1">
                  <a:lumMod val="75000"/>
                  <a:lumOff val="25000"/>
                </a:schemeClr>
              </a:solidFill>
              <a:latin typeface="微软雅黑" panose="020B0503020204020204" pitchFamily="34" charset="-122"/>
              <a:ea typeface="微软雅黑" panose="020B0503020204020204" pitchFamily="34" charset="-122"/>
            </a:endParaRPr>
          </a:p>
          <a:p>
            <a:endParaRPr lang="en-US" altLang="zh-CN" sz="3375"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57" name="组合 56"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GrpSpPr/>
          <p:nvPr/>
        </p:nvGrpSpPr>
        <p:grpSpPr>
          <a:xfrm>
            <a:off x="2856217" y="3772712"/>
            <a:ext cx="2445758" cy="1096646"/>
            <a:chOff x="2707931" y="3719285"/>
            <a:chExt cx="2319068" cy="1039840"/>
          </a:xfrm>
        </p:grpSpPr>
        <p:sp>
          <p:nvSpPr>
            <p:cNvPr id="58" name="Freeform 6"/>
            <p:cNvSpPr>
              <a:spLocks/>
            </p:cNvSpPr>
            <p:nvPr/>
          </p:nvSpPr>
          <p:spPr bwMode="auto">
            <a:xfrm>
              <a:off x="2707931" y="3719285"/>
              <a:ext cx="2319068" cy="1039840"/>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5ABCD2"/>
            </a:solidFill>
            <a:ln>
              <a:noFill/>
            </a:ln>
            <a:effectLst/>
          </p:spPr>
          <p:txBody>
            <a:bodyPr vert="horz" wrap="square" lIns="96434" tIns="48217" rIns="96434" bIns="48217" numCol="1" anchor="t" anchorCtr="0" compatLnSpc="1">
              <a:prstTxWarp prst="textNoShape">
                <a:avLst/>
              </a:prstTxWarp>
            </a:bodyPr>
            <a:lstStyle/>
            <a:p>
              <a:endParaRPr lang="en-US" sz="2531"/>
            </a:p>
          </p:txBody>
        </p:sp>
        <p:sp>
          <p:nvSpPr>
            <p:cNvPr id="59" name="Freeform 32"/>
            <p:cNvSpPr>
              <a:spLocks noEditPoints="1"/>
            </p:cNvSpPr>
            <p:nvPr/>
          </p:nvSpPr>
          <p:spPr bwMode="auto">
            <a:xfrm>
              <a:off x="3529694" y="3963017"/>
              <a:ext cx="675545" cy="552376"/>
            </a:xfrm>
            <a:custGeom>
              <a:avLst/>
              <a:gdLst/>
              <a:ahLst/>
              <a:cxnLst>
                <a:cxn ang="0">
                  <a:pos x="254" y="0"/>
                </a:cxn>
                <a:cxn ang="0">
                  <a:pos x="239" y="2"/>
                </a:cxn>
                <a:cxn ang="0">
                  <a:pos x="210" y="15"/>
                </a:cxn>
                <a:cxn ang="0">
                  <a:pos x="74" y="149"/>
                </a:cxn>
                <a:cxn ang="0">
                  <a:pos x="69" y="154"/>
                </a:cxn>
                <a:cxn ang="0">
                  <a:pos x="65" y="165"/>
                </a:cxn>
                <a:cxn ang="0">
                  <a:pos x="65" y="178"/>
                </a:cxn>
                <a:cxn ang="0">
                  <a:pos x="69" y="189"/>
                </a:cxn>
                <a:cxn ang="0">
                  <a:pos x="167" y="288"/>
                </a:cxn>
                <a:cxn ang="0">
                  <a:pos x="172" y="292"/>
                </a:cxn>
                <a:cxn ang="0">
                  <a:pos x="183" y="297"/>
                </a:cxn>
                <a:cxn ang="0">
                  <a:pos x="196" y="297"/>
                </a:cxn>
                <a:cxn ang="0">
                  <a:pos x="208" y="292"/>
                </a:cxn>
                <a:cxn ang="0">
                  <a:pos x="339" y="162"/>
                </a:cxn>
                <a:cxn ang="0">
                  <a:pos x="348" y="151"/>
                </a:cxn>
                <a:cxn ang="0">
                  <a:pos x="359" y="122"/>
                </a:cxn>
                <a:cxn ang="0">
                  <a:pos x="361" y="33"/>
                </a:cxn>
                <a:cxn ang="0">
                  <a:pos x="361" y="26"/>
                </a:cxn>
                <a:cxn ang="0">
                  <a:pos x="355" y="15"/>
                </a:cxn>
                <a:cxn ang="0">
                  <a:pos x="346" y="6"/>
                </a:cxn>
                <a:cxn ang="0">
                  <a:pos x="335" y="2"/>
                </a:cxn>
                <a:cxn ang="0">
                  <a:pos x="330" y="0"/>
                </a:cxn>
                <a:cxn ang="0">
                  <a:pos x="286" y="107"/>
                </a:cxn>
                <a:cxn ang="0">
                  <a:pos x="274" y="105"/>
                </a:cxn>
                <a:cxn ang="0">
                  <a:pos x="263" y="98"/>
                </a:cxn>
                <a:cxn ang="0">
                  <a:pos x="257" y="87"/>
                </a:cxn>
                <a:cxn ang="0">
                  <a:pos x="254" y="74"/>
                </a:cxn>
                <a:cxn ang="0">
                  <a:pos x="256" y="69"/>
                </a:cxn>
                <a:cxn ang="0">
                  <a:pos x="259" y="58"/>
                </a:cxn>
                <a:cxn ang="0">
                  <a:pos x="268" y="49"/>
                </a:cxn>
                <a:cxn ang="0">
                  <a:pos x="279" y="44"/>
                </a:cxn>
                <a:cxn ang="0">
                  <a:pos x="286" y="44"/>
                </a:cxn>
                <a:cxn ang="0">
                  <a:pos x="299" y="45"/>
                </a:cxn>
                <a:cxn ang="0">
                  <a:pos x="308" y="53"/>
                </a:cxn>
                <a:cxn ang="0">
                  <a:pos x="315" y="64"/>
                </a:cxn>
                <a:cxn ang="0">
                  <a:pos x="319" y="74"/>
                </a:cxn>
                <a:cxn ang="0">
                  <a:pos x="317" y="82"/>
                </a:cxn>
                <a:cxn ang="0">
                  <a:pos x="314" y="93"/>
                </a:cxn>
                <a:cxn ang="0">
                  <a:pos x="304" y="102"/>
                </a:cxn>
                <a:cxn ang="0">
                  <a:pos x="292" y="107"/>
                </a:cxn>
                <a:cxn ang="0">
                  <a:pos x="286" y="107"/>
                </a:cxn>
                <a:cxn ang="0">
                  <a:pos x="141" y="294"/>
                </a:cxn>
                <a:cxn ang="0">
                  <a:pos x="130" y="297"/>
                </a:cxn>
                <a:cxn ang="0">
                  <a:pos x="112" y="294"/>
                </a:cxn>
                <a:cxn ang="0">
                  <a:pos x="9" y="194"/>
                </a:cxn>
                <a:cxn ang="0">
                  <a:pos x="5" y="189"/>
                </a:cxn>
                <a:cxn ang="0">
                  <a:pos x="0" y="178"/>
                </a:cxn>
                <a:cxn ang="0">
                  <a:pos x="0" y="165"/>
                </a:cxn>
                <a:cxn ang="0">
                  <a:pos x="5" y="154"/>
                </a:cxn>
                <a:cxn ang="0">
                  <a:pos x="136" y="24"/>
                </a:cxn>
                <a:cxn ang="0">
                  <a:pos x="147" y="15"/>
                </a:cxn>
                <a:cxn ang="0">
                  <a:pos x="176" y="2"/>
                </a:cxn>
                <a:cxn ang="0">
                  <a:pos x="27" y="163"/>
                </a:cxn>
                <a:cxn ang="0">
                  <a:pos x="23" y="167"/>
                </a:cxn>
                <a:cxn ang="0">
                  <a:pos x="23" y="176"/>
                </a:cxn>
                <a:cxn ang="0">
                  <a:pos x="27" y="180"/>
                </a:cxn>
              </a:cxnLst>
              <a:rect l="0" t="0" r="r" b="b"/>
              <a:pathLst>
                <a:path w="361" h="297">
                  <a:moveTo>
                    <a:pt x="330" y="0"/>
                  </a:moveTo>
                  <a:lnTo>
                    <a:pt x="254" y="0"/>
                  </a:lnTo>
                  <a:lnTo>
                    <a:pt x="254" y="0"/>
                  </a:lnTo>
                  <a:lnTo>
                    <a:pt x="239" y="2"/>
                  </a:lnTo>
                  <a:lnTo>
                    <a:pt x="225" y="7"/>
                  </a:lnTo>
                  <a:lnTo>
                    <a:pt x="210" y="15"/>
                  </a:lnTo>
                  <a:lnTo>
                    <a:pt x="199" y="24"/>
                  </a:lnTo>
                  <a:lnTo>
                    <a:pt x="74" y="149"/>
                  </a:lnTo>
                  <a:lnTo>
                    <a:pt x="74" y="149"/>
                  </a:lnTo>
                  <a:lnTo>
                    <a:pt x="69" y="154"/>
                  </a:lnTo>
                  <a:lnTo>
                    <a:pt x="67" y="160"/>
                  </a:lnTo>
                  <a:lnTo>
                    <a:pt x="65" y="165"/>
                  </a:lnTo>
                  <a:lnTo>
                    <a:pt x="63" y="172"/>
                  </a:lnTo>
                  <a:lnTo>
                    <a:pt x="65" y="178"/>
                  </a:lnTo>
                  <a:lnTo>
                    <a:pt x="67" y="183"/>
                  </a:lnTo>
                  <a:lnTo>
                    <a:pt x="69" y="189"/>
                  </a:lnTo>
                  <a:lnTo>
                    <a:pt x="74" y="194"/>
                  </a:lnTo>
                  <a:lnTo>
                    <a:pt x="167" y="288"/>
                  </a:lnTo>
                  <a:lnTo>
                    <a:pt x="167" y="288"/>
                  </a:lnTo>
                  <a:lnTo>
                    <a:pt x="172" y="292"/>
                  </a:lnTo>
                  <a:lnTo>
                    <a:pt x="178" y="296"/>
                  </a:lnTo>
                  <a:lnTo>
                    <a:pt x="183" y="297"/>
                  </a:lnTo>
                  <a:lnTo>
                    <a:pt x="190" y="297"/>
                  </a:lnTo>
                  <a:lnTo>
                    <a:pt x="196" y="297"/>
                  </a:lnTo>
                  <a:lnTo>
                    <a:pt x="201" y="296"/>
                  </a:lnTo>
                  <a:lnTo>
                    <a:pt x="208" y="292"/>
                  </a:lnTo>
                  <a:lnTo>
                    <a:pt x="212" y="288"/>
                  </a:lnTo>
                  <a:lnTo>
                    <a:pt x="339" y="162"/>
                  </a:lnTo>
                  <a:lnTo>
                    <a:pt x="339" y="162"/>
                  </a:lnTo>
                  <a:lnTo>
                    <a:pt x="348" y="151"/>
                  </a:lnTo>
                  <a:lnTo>
                    <a:pt x="355" y="136"/>
                  </a:lnTo>
                  <a:lnTo>
                    <a:pt x="359" y="122"/>
                  </a:lnTo>
                  <a:lnTo>
                    <a:pt x="361" y="107"/>
                  </a:lnTo>
                  <a:lnTo>
                    <a:pt x="361" y="33"/>
                  </a:lnTo>
                  <a:lnTo>
                    <a:pt x="361" y="33"/>
                  </a:lnTo>
                  <a:lnTo>
                    <a:pt x="361" y="26"/>
                  </a:lnTo>
                  <a:lnTo>
                    <a:pt x="359" y="20"/>
                  </a:lnTo>
                  <a:lnTo>
                    <a:pt x="355" y="15"/>
                  </a:lnTo>
                  <a:lnTo>
                    <a:pt x="352" y="9"/>
                  </a:lnTo>
                  <a:lnTo>
                    <a:pt x="346" y="6"/>
                  </a:lnTo>
                  <a:lnTo>
                    <a:pt x="341" y="4"/>
                  </a:lnTo>
                  <a:lnTo>
                    <a:pt x="335" y="2"/>
                  </a:lnTo>
                  <a:lnTo>
                    <a:pt x="330" y="0"/>
                  </a:lnTo>
                  <a:lnTo>
                    <a:pt x="330" y="0"/>
                  </a:lnTo>
                  <a:close/>
                  <a:moveTo>
                    <a:pt x="286" y="107"/>
                  </a:moveTo>
                  <a:lnTo>
                    <a:pt x="286" y="107"/>
                  </a:lnTo>
                  <a:lnTo>
                    <a:pt x="279" y="107"/>
                  </a:lnTo>
                  <a:lnTo>
                    <a:pt x="274" y="105"/>
                  </a:lnTo>
                  <a:lnTo>
                    <a:pt x="268" y="102"/>
                  </a:lnTo>
                  <a:lnTo>
                    <a:pt x="263" y="98"/>
                  </a:lnTo>
                  <a:lnTo>
                    <a:pt x="259" y="93"/>
                  </a:lnTo>
                  <a:lnTo>
                    <a:pt x="257" y="87"/>
                  </a:lnTo>
                  <a:lnTo>
                    <a:pt x="256" y="82"/>
                  </a:lnTo>
                  <a:lnTo>
                    <a:pt x="254" y="74"/>
                  </a:lnTo>
                  <a:lnTo>
                    <a:pt x="254" y="74"/>
                  </a:lnTo>
                  <a:lnTo>
                    <a:pt x="256" y="69"/>
                  </a:lnTo>
                  <a:lnTo>
                    <a:pt x="257" y="64"/>
                  </a:lnTo>
                  <a:lnTo>
                    <a:pt x="259" y="58"/>
                  </a:lnTo>
                  <a:lnTo>
                    <a:pt x="263" y="53"/>
                  </a:lnTo>
                  <a:lnTo>
                    <a:pt x="268" y="49"/>
                  </a:lnTo>
                  <a:lnTo>
                    <a:pt x="274" y="45"/>
                  </a:lnTo>
                  <a:lnTo>
                    <a:pt x="279" y="44"/>
                  </a:lnTo>
                  <a:lnTo>
                    <a:pt x="286" y="44"/>
                  </a:lnTo>
                  <a:lnTo>
                    <a:pt x="286" y="44"/>
                  </a:lnTo>
                  <a:lnTo>
                    <a:pt x="292" y="44"/>
                  </a:lnTo>
                  <a:lnTo>
                    <a:pt x="299" y="45"/>
                  </a:lnTo>
                  <a:lnTo>
                    <a:pt x="304" y="49"/>
                  </a:lnTo>
                  <a:lnTo>
                    <a:pt x="308" y="53"/>
                  </a:lnTo>
                  <a:lnTo>
                    <a:pt x="314" y="58"/>
                  </a:lnTo>
                  <a:lnTo>
                    <a:pt x="315" y="64"/>
                  </a:lnTo>
                  <a:lnTo>
                    <a:pt x="317" y="69"/>
                  </a:lnTo>
                  <a:lnTo>
                    <a:pt x="319" y="74"/>
                  </a:lnTo>
                  <a:lnTo>
                    <a:pt x="319" y="74"/>
                  </a:lnTo>
                  <a:lnTo>
                    <a:pt x="317" y="82"/>
                  </a:lnTo>
                  <a:lnTo>
                    <a:pt x="315" y="87"/>
                  </a:lnTo>
                  <a:lnTo>
                    <a:pt x="314" y="93"/>
                  </a:lnTo>
                  <a:lnTo>
                    <a:pt x="308" y="98"/>
                  </a:lnTo>
                  <a:lnTo>
                    <a:pt x="304" y="102"/>
                  </a:lnTo>
                  <a:lnTo>
                    <a:pt x="299" y="105"/>
                  </a:lnTo>
                  <a:lnTo>
                    <a:pt x="292" y="107"/>
                  </a:lnTo>
                  <a:lnTo>
                    <a:pt x="286" y="107"/>
                  </a:lnTo>
                  <a:lnTo>
                    <a:pt x="286" y="107"/>
                  </a:lnTo>
                  <a:close/>
                  <a:moveTo>
                    <a:pt x="27" y="180"/>
                  </a:moveTo>
                  <a:lnTo>
                    <a:pt x="141" y="294"/>
                  </a:lnTo>
                  <a:lnTo>
                    <a:pt x="141" y="294"/>
                  </a:lnTo>
                  <a:lnTo>
                    <a:pt x="130" y="297"/>
                  </a:lnTo>
                  <a:lnTo>
                    <a:pt x="121" y="297"/>
                  </a:lnTo>
                  <a:lnTo>
                    <a:pt x="112" y="294"/>
                  </a:lnTo>
                  <a:lnTo>
                    <a:pt x="103" y="288"/>
                  </a:lnTo>
                  <a:lnTo>
                    <a:pt x="9" y="194"/>
                  </a:lnTo>
                  <a:lnTo>
                    <a:pt x="9" y="194"/>
                  </a:lnTo>
                  <a:lnTo>
                    <a:pt x="5" y="189"/>
                  </a:lnTo>
                  <a:lnTo>
                    <a:pt x="2" y="183"/>
                  </a:lnTo>
                  <a:lnTo>
                    <a:pt x="0" y="178"/>
                  </a:lnTo>
                  <a:lnTo>
                    <a:pt x="0" y="172"/>
                  </a:lnTo>
                  <a:lnTo>
                    <a:pt x="0" y="165"/>
                  </a:lnTo>
                  <a:lnTo>
                    <a:pt x="2" y="160"/>
                  </a:lnTo>
                  <a:lnTo>
                    <a:pt x="5" y="154"/>
                  </a:lnTo>
                  <a:lnTo>
                    <a:pt x="9" y="149"/>
                  </a:lnTo>
                  <a:lnTo>
                    <a:pt x="136" y="24"/>
                  </a:lnTo>
                  <a:lnTo>
                    <a:pt x="136" y="24"/>
                  </a:lnTo>
                  <a:lnTo>
                    <a:pt x="147" y="15"/>
                  </a:lnTo>
                  <a:lnTo>
                    <a:pt x="161" y="7"/>
                  </a:lnTo>
                  <a:lnTo>
                    <a:pt x="176" y="2"/>
                  </a:lnTo>
                  <a:lnTo>
                    <a:pt x="190" y="0"/>
                  </a:lnTo>
                  <a:lnTo>
                    <a:pt x="27" y="163"/>
                  </a:lnTo>
                  <a:lnTo>
                    <a:pt x="27" y="163"/>
                  </a:lnTo>
                  <a:lnTo>
                    <a:pt x="23" y="167"/>
                  </a:lnTo>
                  <a:lnTo>
                    <a:pt x="23" y="172"/>
                  </a:lnTo>
                  <a:lnTo>
                    <a:pt x="23" y="176"/>
                  </a:lnTo>
                  <a:lnTo>
                    <a:pt x="27" y="180"/>
                  </a:lnTo>
                  <a:lnTo>
                    <a:pt x="27" y="180"/>
                  </a:lnTo>
                  <a:close/>
                </a:path>
              </a:pathLst>
            </a:custGeom>
            <a:solidFill>
              <a:srgbClr val="FFFFFF"/>
            </a:solidFill>
            <a:ln w="9525">
              <a:noFill/>
              <a:round/>
              <a:headEnd/>
              <a:tailEnd/>
            </a:ln>
          </p:spPr>
          <p:txBody>
            <a:bodyPr vert="horz" wrap="square" lIns="128577" tIns="64289" rIns="128577" bIns="64289" numCol="1" anchor="t" anchorCtr="0" compatLnSpc="1">
              <a:prstTxWarp prst="textNoShape">
                <a:avLst/>
              </a:prstTxWarp>
            </a:bodyPr>
            <a:lstStyle/>
            <a:p>
              <a:endParaRPr lang="en-US" sz="2531" dirty="0"/>
            </a:p>
          </p:txBody>
        </p:sp>
      </p:grpSp>
      <p:grpSp>
        <p:nvGrpSpPr>
          <p:cNvPr id="60" name="组合 59"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GrpSpPr/>
          <p:nvPr/>
        </p:nvGrpSpPr>
        <p:grpSpPr>
          <a:xfrm>
            <a:off x="5301978" y="3772712"/>
            <a:ext cx="2443544" cy="1096646"/>
            <a:chOff x="5027001" y="3719285"/>
            <a:chExt cx="2316969" cy="1039840"/>
          </a:xfrm>
        </p:grpSpPr>
        <p:sp>
          <p:nvSpPr>
            <p:cNvPr id="61" name="Freeform 7"/>
            <p:cNvSpPr>
              <a:spLocks/>
            </p:cNvSpPr>
            <p:nvPr/>
          </p:nvSpPr>
          <p:spPr bwMode="auto">
            <a:xfrm>
              <a:off x="5027001" y="3719285"/>
              <a:ext cx="2316969" cy="1039840"/>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247CAE"/>
            </a:solidFill>
            <a:ln>
              <a:noFill/>
            </a:ln>
            <a:effectLst/>
          </p:spPr>
          <p:txBody>
            <a:bodyPr vert="horz" wrap="square" lIns="96434" tIns="48217" rIns="96434" bIns="48217" numCol="1" anchor="t" anchorCtr="0" compatLnSpc="1">
              <a:prstTxWarp prst="textNoShape">
                <a:avLst/>
              </a:prstTxWarp>
            </a:bodyPr>
            <a:lstStyle/>
            <a:p>
              <a:endParaRPr lang="en-US" sz="2531"/>
            </a:p>
          </p:txBody>
        </p:sp>
        <p:grpSp>
          <p:nvGrpSpPr>
            <p:cNvPr id="62" name="Group 77"/>
            <p:cNvGrpSpPr/>
            <p:nvPr/>
          </p:nvGrpSpPr>
          <p:grpSpPr>
            <a:xfrm>
              <a:off x="5869058" y="3989143"/>
              <a:ext cx="653147" cy="500124"/>
              <a:chOff x="5552261" y="1554043"/>
              <a:chExt cx="363359" cy="278229"/>
            </a:xfrm>
            <a:solidFill>
              <a:schemeClr val="bg1"/>
            </a:solidFill>
          </p:grpSpPr>
          <p:sp>
            <p:nvSpPr>
              <p:cNvPr id="63" name="Freeform 96"/>
              <p:cNvSpPr>
                <a:spLocks/>
              </p:cNvSpPr>
              <p:nvPr/>
            </p:nvSpPr>
            <p:spPr bwMode="auto">
              <a:xfrm>
                <a:off x="5552261" y="1715997"/>
                <a:ext cx="363359" cy="116275"/>
              </a:xfrm>
              <a:custGeom>
                <a:avLst/>
                <a:gdLst/>
                <a:ahLst/>
                <a:cxnLst>
                  <a:cxn ang="0">
                    <a:pos x="211" y="31"/>
                  </a:cxn>
                  <a:cxn ang="0">
                    <a:pos x="140" y="31"/>
                  </a:cxn>
                  <a:cxn ang="0">
                    <a:pos x="140" y="0"/>
                  </a:cxn>
                  <a:cxn ang="0">
                    <a:pos x="0" y="0"/>
                  </a:cxn>
                  <a:cxn ang="0">
                    <a:pos x="0" y="96"/>
                  </a:cxn>
                  <a:cxn ang="0">
                    <a:pos x="0" y="96"/>
                  </a:cxn>
                  <a:cxn ang="0">
                    <a:pos x="2" y="102"/>
                  </a:cxn>
                  <a:cxn ang="0">
                    <a:pos x="4" y="107"/>
                  </a:cxn>
                  <a:cxn ang="0">
                    <a:pos x="9" y="111"/>
                  </a:cxn>
                  <a:cxn ang="0">
                    <a:pos x="17" y="112"/>
                  </a:cxn>
                  <a:cxn ang="0">
                    <a:pos x="334" y="112"/>
                  </a:cxn>
                  <a:cxn ang="0">
                    <a:pos x="334" y="112"/>
                  </a:cxn>
                  <a:cxn ang="0">
                    <a:pos x="341" y="111"/>
                  </a:cxn>
                  <a:cxn ang="0">
                    <a:pos x="347" y="107"/>
                  </a:cxn>
                  <a:cxn ang="0">
                    <a:pos x="350" y="102"/>
                  </a:cxn>
                  <a:cxn ang="0">
                    <a:pos x="350" y="96"/>
                  </a:cxn>
                  <a:cxn ang="0">
                    <a:pos x="350" y="0"/>
                  </a:cxn>
                  <a:cxn ang="0">
                    <a:pos x="211" y="0"/>
                  </a:cxn>
                  <a:cxn ang="0">
                    <a:pos x="211" y="31"/>
                  </a:cxn>
                </a:cxnLst>
                <a:rect l="0" t="0" r="r" b="b"/>
                <a:pathLst>
                  <a:path w="350" h="112">
                    <a:moveTo>
                      <a:pt x="211" y="31"/>
                    </a:moveTo>
                    <a:lnTo>
                      <a:pt x="140" y="31"/>
                    </a:lnTo>
                    <a:lnTo>
                      <a:pt x="140" y="0"/>
                    </a:lnTo>
                    <a:lnTo>
                      <a:pt x="0" y="0"/>
                    </a:lnTo>
                    <a:lnTo>
                      <a:pt x="0" y="96"/>
                    </a:lnTo>
                    <a:lnTo>
                      <a:pt x="0" y="96"/>
                    </a:lnTo>
                    <a:lnTo>
                      <a:pt x="2" y="102"/>
                    </a:lnTo>
                    <a:lnTo>
                      <a:pt x="4" y="107"/>
                    </a:lnTo>
                    <a:lnTo>
                      <a:pt x="9" y="111"/>
                    </a:lnTo>
                    <a:lnTo>
                      <a:pt x="17" y="112"/>
                    </a:lnTo>
                    <a:lnTo>
                      <a:pt x="334" y="112"/>
                    </a:lnTo>
                    <a:lnTo>
                      <a:pt x="334" y="112"/>
                    </a:lnTo>
                    <a:lnTo>
                      <a:pt x="341" y="111"/>
                    </a:lnTo>
                    <a:lnTo>
                      <a:pt x="347" y="107"/>
                    </a:lnTo>
                    <a:lnTo>
                      <a:pt x="350" y="102"/>
                    </a:lnTo>
                    <a:lnTo>
                      <a:pt x="350" y="96"/>
                    </a:lnTo>
                    <a:lnTo>
                      <a:pt x="350" y="0"/>
                    </a:lnTo>
                    <a:lnTo>
                      <a:pt x="211" y="0"/>
                    </a:lnTo>
                    <a:lnTo>
                      <a:pt x="211" y="31"/>
                    </a:lnTo>
                    <a:close/>
                  </a:path>
                </a:pathLst>
              </a:custGeom>
              <a:grpFill/>
              <a:ln w="9525">
                <a:noFill/>
                <a:round/>
                <a:headEnd/>
                <a:tailEnd/>
              </a:ln>
            </p:spPr>
            <p:txBody>
              <a:bodyPr vert="horz" wrap="square" lIns="171441" tIns="85720" rIns="171441" bIns="85720" numCol="1" anchor="t" anchorCtr="0" compatLnSpc="1">
                <a:prstTxWarp prst="textNoShape">
                  <a:avLst/>
                </a:prstTxWarp>
              </a:bodyPr>
              <a:lstStyle/>
              <a:p>
                <a:endParaRPr lang="en-US" sz="2531" dirty="0"/>
              </a:p>
            </p:txBody>
          </p:sp>
          <p:sp>
            <p:nvSpPr>
              <p:cNvPr id="64" name="Freeform 97"/>
              <p:cNvSpPr>
                <a:spLocks noEditPoints="1"/>
              </p:cNvSpPr>
              <p:nvPr/>
            </p:nvSpPr>
            <p:spPr bwMode="auto">
              <a:xfrm>
                <a:off x="5552261" y="1554043"/>
                <a:ext cx="363359" cy="137038"/>
              </a:xfrm>
              <a:custGeom>
                <a:avLst/>
                <a:gdLst/>
                <a:ahLst/>
                <a:cxnLst>
                  <a:cxn ang="0">
                    <a:pos x="334" y="42"/>
                  </a:cxn>
                  <a:cxn ang="0">
                    <a:pos x="225" y="42"/>
                  </a:cxn>
                  <a:cxn ang="0">
                    <a:pos x="225" y="42"/>
                  </a:cxn>
                  <a:cxn ang="0">
                    <a:pos x="225" y="5"/>
                  </a:cxn>
                  <a:cxn ang="0">
                    <a:pos x="225" y="5"/>
                  </a:cxn>
                  <a:cxn ang="0">
                    <a:pos x="225" y="2"/>
                  </a:cxn>
                  <a:cxn ang="0">
                    <a:pos x="223" y="0"/>
                  </a:cxn>
                  <a:cxn ang="0">
                    <a:pos x="222" y="0"/>
                  </a:cxn>
                  <a:cxn ang="0">
                    <a:pos x="120" y="0"/>
                  </a:cxn>
                  <a:cxn ang="0">
                    <a:pos x="120" y="0"/>
                  </a:cxn>
                  <a:cxn ang="0">
                    <a:pos x="118" y="2"/>
                  </a:cxn>
                  <a:cxn ang="0">
                    <a:pos x="116" y="4"/>
                  </a:cxn>
                  <a:cxn ang="0">
                    <a:pos x="115" y="5"/>
                  </a:cxn>
                  <a:cxn ang="0">
                    <a:pos x="115" y="5"/>
                  </a:cxn>
                  <a:cxn ang="0">
                    <a:pos x="115" y="42"/>
                  </a:cxn>
                  <a:cxn ang="0">
                    <a:pos x="17" y="42"/>
                  </a:cxn>
                  <a:cxn ang="0">
                    <a:pos x="17" y="42"/>
                  </a:cxn>
                  <a:cxn ang="0">
                    <a:pos x="9" y="42"/>
                  </a:cxn>
                  <a:cxn ang="0">
                    <a:pos x="4" y="45"/>
                  </a:cxn>
                  <a:cxn ang="0">
                    <a:pos x="2" y="51"/>
                  </a:cxn>
                  <a:cxn ang="0">
                    <a:pos x="0" y="58"/>
                  </a:cxn>
                  <a:cxn ang="0">
                    <a:pos x="0" y="130"/>
                  </a:cxn>
                  <a:cxn ang="0">
                    <a:pos x="350" y="130"/>
                  </a:cxn>
                  <a:cxn ang="0">
                    <a:pos x="350" y="58"/>
                  </a:cxn>
                  <a:cxn ang="0">
                    <a:pos x="350" y="58"/>
                  </a:cxn>
                  <a:cxn ang="0">
                    <a:pos x="350" y="51"/>
                  </a:cxn>
                  <a:cxn ang="0">
                    <a:pos x="347" y="45"/>
                  </a:cxn>
                  <a:cxn ang="0">
                    <a:pos x="341" y="42"/>
                  </a:cxn>
                  <a:cxn ang="0">
                    <a:pos x="334" y="42"/>
                  </a:cxn>
                  <a:cxn ang="0">
                    <a:pos x="334" y="42"/>
                  </a:cxn>
                  <a:cxn ang="0">
                    <a:pos x="133" y="42"/>
                  </a:cxn>
                  <a:cxn ang="0">
                    <a:pos x="133" y="13"/>
                  </a:cxn>
                  <a:cxn ang="0">
                    <a:pos x="209" y="13"/>
                  </a:cxn>
                  <a:cxn ang="0">
                    <a:pos x="209" y="42"/>
                  </a:cxn>
                  <a:cxn ang="0">
                    <a:pos x="133" y="42"/>
                  </a:cxn>
                </a:cxnLst>
                <a:rect l="0" t="0" r="r" b="b"/>
                <a:pathLst>
                  <a:path w="350" h="130">
                    <a:moveTo>
                      <a:pt x="334" y="42"/>
                    </a:moveTo>
                    <a:lnTo>
                      <a:pt x="225" y="42"/>
                    </a:lnTo>
                    <a:lnTo>
                      <a:pt x="225" y="42"/>
                    </a:lnTo>
                    <a:lnTo>
                      <a:pt x="225" y="5"/>
                    </a:lnTo>
                    <a:lnTo>
                      <a:pt x="225" y="5"/>
                    </a:lnTo>
                    <a:lnTo>
                      <a:pt x="225" y="2"/>
                    </a:lnTo>
                    <a:lnTo>
                      <a:pt x="223" y="0"/>
                    </a:lnTo>
                    <a:lnTo>
                      <a:pt x="222" y="0"/>
                    </a:lnTo>
                    <a:lnTo>
                      <a:pt x="120" y="0"/>
                    </a:lnTo>
                    <a:lnTo>
                      <a:pt x="120" y="0"/>
                    </a:lnTo>
                    <a:lnTo>
                      <a:pt x="118" y="2"/>
                    </a:lnTo>
                    <a:lnTo>
                      <a:pt x="116" y="4"/>
                    </a:lnTo>
                    <a:lnTo>
                      <a:pt x="115" y="5"/>
                    </a:lnTo>
                    <a:lnTo>
                      <a:pt x="115" y="5"/>
                    </a:lnTo>
                    <a:lnTo>
                      <a:pt x="115" y="42"/>
                    </a:lnTo>
                    <a:lnTo>
                      <a:pt x="17" y="42"/>
                    </a:lnTo>
                    <a:lnTo>
                      <a:pt x="17" y="42"/>
                    </a:lnTo>
                    <a:lnTo>
                      <a:pt x="9" y="42"/>
                    </a:lnTo>
                    <a:lnTo>
                      <a:pt x="4" y="45"/>
                    </a:lnTo>
                    <a:lnTo>
                      <a:pt x="2" y="51"/>
                    </a:lnTo>
                    <a:lnTo>
                      <a:pt x="0" y="58"/>
                    </a:lnTo>
                    <a:lnTo>
                      <a:pt x="0" y="130"/>
                    </a:lnTo>
                    <a:lnTo>
                      <a:pt x="350" y="130"/>
                    </a:lnTo>
                    <a:lnTo>
                      <a:pt x="350" y="58"/>
                    </a:lnTo>
                    <a:lnTo>
                      <a:pt x="350" y="58"/>
                    </a:lnTo>
                    <a:lnTo>
                      <a:pt x="350" y="51"/>
                    </a:lnTo>
                    <a:lnTo>
                      <a:pt x="347" y="45"/>
                    </a:lnTo>
                    <a:lnTo>
                      <a:pt x="341" y="42"/>
                    </a:lnTo>
                    <a:lnTo>
                      <a:pt x="334" y="42"/>
                    </a:lnTo>
                    <a:lnTo>
                      <a:pt x="334" y="42"/>
                    </a:lnTo>
                    <a:close/>
                    <a:moveTo>
                      <a:pt x="133" y="42"/>
                    </a:moveTo>
                    <a:lnTo>
                      <a:pt x="133" y="13"/>
                    </a:lnTo>
                    <a:lnTo>
                      <a:pt x="209" y="13"/>
                    </a:lnTo>
                    <a:lnTo>
                      <a:pt x="209" y="42"/>
                    </a:lnTo>
                    <a:lnTo>
                      <a:pt x="133" y="42"/>
                    </a:lnTo>
                    <a:close/>
                  </a:path>
                </a:pathLst>
              </a:custGeom>
              <a:grpFill/>
              <a:ln w="9525">
                <a:noFill/>
                <a:round/>
                <a:headEnd/>
                <a:tailEnd/>
              </a:ln>
            </p:spPr>
            <p:txBody>
              <a:bodyPr vert="horz" wrap="square" lIns="171441" tIns="85720" rIns="171441" bIns="85720" numCol="1" anchor="t" anchorCtr="0" compatLnSpc="1">
                <a:prstTxWarp prst="textNoShape">
                  <a:avLst/>
                </a:prstTxWarp>
              </a:bodyPr>
              <a:lstStyle/>
              <a:p>
                <a:endParaRPr lang="en-US" sz="2531" dirty="0"/>
              </a:p>
            </p:txBody>
          </p:sp>
          <p:sp>
            <p:nvSpPr>
              <p:cNvPr id="65" name="Rectangle 98"/>
              <p:cNvSpPr>
                <a:spLocks noChangeArrowheads="1"/>
              </p:cNvSpPr>
              <p:nvPr/>
            </p:nvSpPr>
            <p:spPr bwMode="auto">
              <a:xfrm>
                <a:off x="5710062" y="1715997"/>
                <a:ext cx="45679" cy="18688"/>
              </a:xfrm>
              <a:prstGeom prst="rect">
                <a:avLst/>
              </a:prstGeom>
              <a:grpFill/>
              <a:ln w="9525">
                <a:noFill/>
                <a:miter lim="800000"/>
                <a:headEnd/>
                <a:tailEnd/>
              </a:ln>
            </p:spPr>
            <p:txBody>
              <a:bodyPr vert="horz" wrap="square" lIns="171441" tIns="85720" rIns="171441" bIns="85720" numCol="1" anchor="t" anchorCtr="0" compatLnSpc="1">
                <a:prstTxWarp prst="textNoShape">
                  <a:avLst/>
                </a:prstTxWarp>
              </a:bodyPr>
              <a:lstStyle/>
              <a:p>
                <a:endParaRPr lang="en-US" sz="2531" dirty="0"/>
              </a:p>
            </p:txBody>
          </p:sp>
        </p:grpSp>
      </p:grpSp>
      <p:grpSp>
        <p:nvGrpSpPr>
          <p:cNvPr id="66" name="组合 65"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GrpSpPr/>
          <p:nvPr/>
        </p:nvGrpSpPr>
        <p:grpSpPr>
          <a:xfrm>
            <a:off x="7745522" y="3772712"/>
            <a:ext cx="2443544" cy="1096646"/>
            <a:chOff x="7343970" y="3719285"/>
            <a:chExt cx="2316969" cy="1039840"/>
          </a:xfrm>
        </p:grpSpPr>
        <p:sp>
          <p:nvSpPr>
            <p:cNvPr id="67" name="Freeform 8"/>
            <p:cNvSpPr>
              <a:spLocks/>
            </p:cNvSpPr>
            <p:nvPr/>
          </p:nvSpPr>
          <p:spPr bwMode="auto">
            <a:xfrm>
              <a:off x="7343970" y="3719285"/>
              <a:ext cx="2316969" cy="1039840"/>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5ABCD2"/>
            </a:solidFill>
            <a:ln>
              <a:noFill/>
            </a:ln>
            <a:effectLst/>
          </p:spPr>
          <p:txBody>
            <a:bodyPr vert="horz" wrap="square" lIns="96434" tIns="48217" rIns="96434" bIns="48217" numCol="1" anchor="t" anchorCtr="0" compatLnSpc="1">
              <a:prstTxWarp prst="textNoShape">
                <a:avLst/>
              </a:prstTxWarp>
            </a:bodyPr>
            <a:lstStyle/>
            <a:p>
              <a:endParaRPr lang="en-US" sz="2531"/>
            </a:p>
          </p:txBody>
        </p:sp>
        <p:sp>
          <p:nvSpPr>
            <p:cNvPr id="68" name="Freeform 104"/>
            <p:cNvSpPr>
              <a:spLocks noEditPoints="1"/>
            </p:cNvSpPr>
            <p:nvPr/>
          </p:nvSpPr>
          <p:spPr bwMode="auto">
            <a:xfrm>
              <a:off x="8213200" y="3925693"/>
              <a:ext cx="578504" cy="563577"/>
            </a:xfrm>
            <a:custGeom>
              <a:avLst/>
              <a:gdLst/>
              <a:ahLst/>
              <a:cxnLst>
                <a:cxn ang="0">
                  <a:pos x="243" y="45"/>
                </a:cxn>
                <a:cxn ang="0">
                  <a:pos x="243" y="20"/>
                </a:cxn>
                <a:cxn ang="0">
                  <a:pos x="238" y="6"/>
                </a:cxn>
                <a:cxn ang="0">
                  <a:pos x="221" y="0"/>
                </a:cxn>
                <a:cxn ang="0">
                  <a:pos x="214" y="2"/>
                </a:cxn>
                <a:cxn ang="0">
                  <a:pos x="203" y="13"/>
                </a:cxn>
                <a:cxn ang="0">
                  <a:pos x="202" y="45"/>
                </a:cxn>
                <a:cxn ang="0">
                  <a:pos x="109" y="20"/>
                </a:cxn>
                <a:cxn ang="0">
                  <a:pos x="107" y="13"/>
                </a:cxn>
                <a:cxn ang="0">
                  <a:pos x="96" y="2"/>
                </a:cxn>
                <a:cxn ang="0">
                  <a:pos x="87" y="0"/>
                </a:cxn>
                <a:cxn ang="0">
                  <a:pos x="73" y="6"/>
                </a:cxn>
                <a:cxn ang="0">
                  <a:pos x="67" y="20"/>
                </a:cxn>
                <a:cxn ang="0">
                  <a:pos x="17" y="45"/>
                </a:cxn>
                <a:cxn ang="0">
                  <a:pos x="9" y="47"/>
                </a:cxn>
                <a:cxn ang="0">
                  <a:pos x="2" y="54"/>
                </a:cxn>
                <a:cxn ang="0">
                  <a:pos x="0" y="287"/>
                </a:cxn>
                <a:cxn ang="0">
                  <a:pos x="2" y="292"/>
                </a:cxn>
                <a:cxn ang="0">
                  <a:pos x="9" y="301"/>
                </a:cxn>
                <a:cxn ang="0">
                  <a:pos x="294" y="301"/>
                </a:cxn>
                <a:cxn ang="0">
                  <a:pos x="301" y="301"/>
                </a:cxn>
                <a:cxn ang="0">
                  <a:pos x="308" y="292"/>
                </a:cxn>
                <a:cxn ang="0">
                  <a:pos x="310" y="62"/>
                </a:cxn>
                <a:cxn ang="0">
                  <a:pos x="308" y="54"/>
                </a:cxn>
                <a:cxn ang="0">
                  <a:pos x="301" y="47"/>
                </a:cxn>
                <a:cxn ang="0">
                  <a:pos x="294" y="45"/>
                </a:cxn>
                <a:cxn ang="0">
                  <a:pos x="145" y="156"/>
                </a:cxn>
                <a:cxn ang="0">
                  <a:pos x="96" y="114"/>
                </a:cxn>
                <a:cxn ang="0">
                  <a:pos x="165" y="114"/>
                </a:cxn>
                <a:cxn ang="0">
                  <a:pos x="214" y="156"/>
                </a:cxn>
                <a:cxn ang="0">
                  <a:pos x="165" y="114"/>
                </a:cxn>
                <a:cxn ang="0">
                  <a:pos x="75" y="156"/>
                </a:cxn>
                <a:cxn ang="0">
                  <a:pos x="31" y="114"/>
                </a:cxn>
                <a:cxn ang="0">
                  <a:pos x="75" y="178"/>
                </a:cxn>
                <a:cxn ang="0">
                  <a:pos x="31" y="209"/>
                </a:cxn>
                <a:cxn ang="0">
                  <a:pos x="75" y="178"/>
                </a:cxn>
                <a:cxn ang="0">
                  <a:pos x="145" y="178"/>
                </a:cxn>
                <a:cxn ang="0">
                  <a:pos x="96" y="209"/>
                </a:cxn>
                <a:cxn ang="0">
                  <a:pos x="145" y="229"/>
                </a:cxn>
                <a:cxn ang="0">
                  <a:pos x="96" y="270"/>
                </a:cxn>
                <a:cxn ang="0">
                  <a:pos x="145" y="229"/>
                </a:cxn>
                <a:cxn ang="0">
                  <a:pos x="214" y="229"/>
                </a:cxn>
                <a:cxn ang="0">
                  <a:pos x="165" y="270"/>
                </a:cxn>
                <a:cxn ang="0">
                  <a:pos x="165" y="209"/>
                </a:cxn>
                <a:cxn ang="0">
                  <a:pos x="214" y="178"/>
                </a:cxn>
                <a:cxn ang="0">
                  <a:pos x="165" y="209"/>
                </a:cxn>
                <a:cxn ang="0">
                  <a:pos x="279" y="178"/>
                </a:cxn>
                <a:cxn ang="0">
                  <a:pos x="236" y="209"/>
                </a:cxn>
                <a:cxn ang="0">
                  <a:pos x="236" y="156"/>
                </a:cxn>
                <a:cxn ang="0">
                  <a:pos x="279" y="114"/>
                </a:cxn>
                <a:cxn ang="0">
                  <a:pos x="236" y="156"/>
                </a:cxn>
                <a:cxn ang="0">
                  <a:pos x="75" y="229"/>
                </a:cxn>
                <a:cxn ang="0">
                  <a:pos x="31" y="270"/>
                </a:cxn>
                <a:cxn ang="0">
                  <a:pos x="236" y="270"/>
                </a:cxn>
                <a:cxn ang="0">
                  <a:pos x="279" y="229"/>
                </a:cxn>
                <a:cxn ang="0">
                  <a:pos x="236" y="270"/>
                </a:cxn>
              </a:cxnLst>
              <a:rect l="0" t="0" r="r" b="b"/>
              <a:pathLst>
                <a:path w="310" h="301">
                  <a:moveTo>
                    <a:pt x="294" y="45"/>
                  </a:moveTo>
                  <a:lnTo>
                    <a:pt x="243" y="45"/>
                  </a:lnTo>
                  <a:lnTo>
                    <a:pt x="243" y="20"/>
                  </a:lnTo>
                  <a:lnTo>
                    <a:pt x="243" y="20"/>
                  </a:lnTo>
                  <a:lnTo>
                    <a:pt x="241" y="13"/>
                  </a:lnTo>
                  <a:lnTo>
                    <a:pt x="238" y="6"/>
                  </a:lnTo>
                  <a:lnTo>
                    <a:pt x="231" y="2"/>
                  </a:lnTo>
                  <a:lnTo>
                    <a:pt x="221" y="0"/>
                  </a:lnTo>
                  <a:lnTo>
                    <a:pt x="221" y="0"/>
                  </a:lnTo>
                  <a:lnTo>
                    <a:pt x="214" y="2"/>
                  </a:lnTo>
                  <a:lnTo>
                    <a:pt x="207" y="6"/>
                  </a:lnTo>
                  <a:lnTo>
                    <a:pt x="203" y="13"/>
                  </a:lnTo>
                  <a:lnTo>
                    <a:pt x="202" y="20"/>
                  </a:lnTo>
                  <a:lnTo>
                    <a:pt x="202" y="45"/>
                  </a:lnTo>
                  <a:lnTo>
                    <a:pt x="109" y="45"/>
                  </a:lnTo>
                  <a:lnTo>
                    <a:pt x="109" y="20"/>
                  </a:lnTo>
                  <a:lnTo>
                    <a:pt x="109" y="20"/>
                  </a:lnTo>
                  <a:lnTo>
                    <a:pt x="107" y="13"/>
                  </a:lnTo>
                  <a:lnTo>
                    <a:pt x="102" y="6"/>
                  </a:lnTo>
                  <a:lnTo>
                    <a:pt x="96" y="2"/>
                  </a:lnTo>
                  <a:lnTo>
                    <a:pt x="87" y="0"/>
                  </a:lnTo>
                  <a:lnTo>
                    <a:pt x="87" y="0"/>
                  </a:lnTo>
                  <a:lnTo>
                    <a:pt x="80" y="2"/>
                  </a:lnTo>
                  <a:lnTo>
                    <a:pt x="73" y="6"/>
                  </a:lnTo>
                  <a:lnTo>
                    <a:pt x="69" y="13"/>
                  </a:lnTo>
                  <a:lnTo>
                    <a:pt x="67" y="20"/>
                  </a:lnTo>
                  <a:lnTo>
                    <a:pt x="67" y="45"/>
                  </a:lnTo>
                  <a:lnTo>
                    <a:pt x="17" y="45"/>
                  </a:lnTo>
                  <a:lnTo>
                    <a:pt x="17" y="45"/>
                  </a:lnTo>
                  <a:lnTo>
                    <a:pt x="9" y="47"/>
                  </a:lnTo>
                  <a:lnTo>
                    <a:pt x="4" y="51"/>
                  </a:lnTo>
                  <a:lnTo>
                    <a:pt x="2" y="54"/>
                  </a:lnTo>
                  <a:lnTo>
                    <a:pt x="0" y="62"/>
                  </a:lnTo>
                  <a:lnTo>
                    <a:pt x="0" y="287"/>
                  </a:lnTo>
                  <a:lnTo>
                    <a:pt x="0" y="287"/>
                  </a:lnTo>
                  <a:lnTo>
                    <a:pt x="2" y="292"/>
                  </a:lnTo>
                  <a:lnTo>
                    <a:pt x="4" y="297"/>
                  </a:lnTo>
                  <a:lnTo>
                    <a:pt x="9" y="301"/>
                  </a:lnTo>
                  <a:lnTo>
                    <a:pt x="17" y="301"/>
                  </a:lnTo>
                  <a:lnTo>
                    <a:pt x="294" y="301"/>
                  </a:lnTo>
                  <a:lnTo>
                    <a:pt x="294" y="301"/>
                  </a:lnTo>
                  <a:lnTo>
                    <a:pt x="301" y="301"/>
                  </a:lnTo>
                  <a:lnTo>
                    <a:pt x="305" y="297"/>
                  </a:lnTo>
                  <a:lnTo>
                    <a:pt x="308" y="292"/>
                  </a:lnTo>
                  <a:lnTo>
                    <a:pt x="310" y="287"/>
                  </a:lnTo>
                  <a:lnTo>
                    <a:pt x="310" y="62"/>
                  </a:lnTo>
                  <a:lnTo>
                    <a:pt x="310" y="62"/>
                  </a:lnTo>
                  <a:lnTo>
                    <a:pt x="308" y="54"/>
                  </a:lnTo>
                  <a:lnTo>
                    <a:pt x="305" y="51"/>
                  </a:lnTo>
                  <a:lnTo>
                    <a:pt x="301" y="47"/>
                  </a:lnTo>
                  <a:lnTo>
                    <a:pt x="294" y="45"/>
                  </a:lnTo>
                  <a:lnTo>
                    <a:pt x="294" y="45"/>
                  </a:lnTo>
                  <a:close/>
                  <a:moveTo>
                    <a:pt x="145" y="114"/>
                  </a:moveTo>
                  <a:lnTo>
                    <a:pt x="145" y="156"/>
                  </a:lnTo>
                  <a:lnTo>
                    <a:pt x="96" y="156"/>
                  </a:lnTo>
                  <a:lnTo>
                    <a:pt x="96" y="114"/>
                  </a:lnTo>
                  <a:lnTo>
                    <a:pt x="145" y="114"/>
                  </a:lnTo>
                  <a:close/>
                  <a:moveTo>
                    <a:pt x="165" y="114"/>
                  </a:moveTo>
                  <a:lnTo>
                    <a:pt x="214" y="114"/>
                  </a:lnTo>
                  <a:lnTo>
                    <a:pt x="214" y="156"/>
                  </a:lnTo>
                  <a:lnTo>
                    <a:pt x="165" y="156"/>
                  </a:lnTo>
                  <a:lnTo>
                    <a:pt x="165" y="114"/>
                  </a:lnTo>
                  <a:close/>
                  <a:moveTo>
                    <a:pt x="75" y="114"/>
                  </a:moveTo>
                  <a:lnTo>
                    <a:pt x="75" y="156"/>
                  </a:lnTo>
                  <a:lnTo>
                    <a:pt x="31" y="156"/>
                  </a:lnTo>
                  <a:lnTo>
                    <a:pt x="31" y="114"/>
                  </a:lnTo>
                  <a:lnTo>
                    <a:pt x="75" y="114"/>
                  </a:lnTo>
                  <a:close/>
                  <a:moveTo>
                    <a:pt x="75" y="178"/>
                  </a:moveTo>
                  <a:lnTo>
                    <a:pt x="75" y="209"/>
                  </a:lnTo>
                  <a:lnTo>
                    <a:pt x="31" y="209"/>
                  </a:lnTo>
                  <a:lnTo>
                    <a:pt x="31" y="178"/>
                  </a:lnTo>
                  <a:lnTo>
                    <a:pt x="75" y="178"/>
                  </a:lnTo>
                  <a:close/>
                  <a:moveTo>
                    <a:pt x="96" y="178"/>
                  </a:moveTo>
                  <a:lnTo>
                    <a:pt x="145" y="178"/>
                  </a:lnTo>
                  <a:lnTo>
                    <a:pt x="145" y="209"/>
                  </a:lnTo>
                  <a:lnTo>
                    <a:pt x="96" y="209"/>
                  </a:lnTo>
                  <a:lnTo>
                    <a:pt x="96" y="178"/>
                  </a:lnTo>
                  <a:close/>
                  <a:moveTo>
                    <a:pt x="145" y="229"/>
                  </a:moveTo>
                  <a:lnTo>
                    <a:pt x="145" y="270"/>
                  </a:lnTo>
                  <a:lnTo>
                    <a:pt x="96" y="270"/>
                  </a:lnTo>
                  <a:lnTo>
                    <a:pt x="96" y="229"/>
                  </a:lnTo>
                  <a:lnTo>
                    <a:pt x="145" y="229"/>
                  </a:lnTo>
                  <a:close/>
                  <a:moveTo>
                    <a:pt x="165" y="229"/>
                  </a:moveTo>
                  <a:lnTo>
                    <a:pt x="214" y="229"/>
                  </a:lnTo>
                  <a:lnTo>
                    <a:pt x="214" y="270"/>
                  </a:lnTo>
                  <a:lnTo>
                    <a:pt x="165" y="270"/>
                  </a:lnTo>
                  <a:lnTo>
                    <a:pt x="165" y="229"/>
                  </a:lnTo>
                  <a:close/>
                  <a:moveTo>
                    <a:pt x="165" y="209"/>
                  </a:moveTo>
                  <a:lnTo>
                    <a:pt x="165" y="178"/>
                  </a:lnTo>
                  <a:lnTo>
                    <a:pt x="214" y="178"/>
                  </a:lnTo>
                  <a:lnTo>
                    <a:pt x="214" y="209"/>
                  </a:lnTo>
                  <a:lnTo>
                    <a:pt x="165" y="209"/>
                  </a:lnTo>
                  <a:close/>
                  <a:moveTo>
                    <a:pt x="236" y="178"/>
                  </a:moveTo>
                  <a:lnTo>
                    <a:pt x="279" y="178"/>
                  </a:lnTo>
                  <a:lnTo>
                    <a:pt x="279" y="209"/>
                  </a:lnTo>
                  <a:lnTo>
                    <a:pt x="236" y="209"/>
                  </a:lnTo>
                  <a:lnTo>
                    <a:pt x="236" y="178"/>
                  </a:lnTo>
                  <a:close/>
                  <a:moveTo>
                    <a:pt x="236" y="156"/>
                  </a:moveTo>
                  <a:lnTo>
                    <a:pt x="236" y="114"/>
                  </a:lnTo>
                  <a:lnTo>
                    <a:pt x="279" y="114"/>
                  </a:lnTo>
                  <a:lnTo>
                    <a:pt x="279" y="156"/>
                  </a:lnTo>
                  <a:lnTo>
                    <a:pt x="236" y="156"/>
                  </a:lnTo>
                  <a:close/>
                  <a:moveTo>
                    <a:pt x="31" y="229"/>
                  </a:moveTo>
                  <a:lnTo>
                    <a:pt x="75" y="229"/>
                  </a:lnTo>
                  <a:lnTo>
                    <a:pt x="75" y="270"/>
                  </a:lnTo>
                  <a:lnTo>
                    <a:pt x="31" y="270"/>
                  </a:lnTo>
                  <a:lnTo>
                    <a:pt x="31" y="229"/>
                  </a:lnTo>
                  <a:close/>
                  <a:moveTo>
                    <a:pt x="236" y="270"/>
                  </a:moveTo>
                  <a:lnTo>
                    <a:pt x="236" y="229"/>
                  </a:lnTo>
                  <a:lnTo>
                    <a:pt x="279" y="229"/>
                  </a:lnTo>
                  <a:lnTo>
                    <a:pt x="279" y="270"/>
                  </a:lnTo>
                  <a:lnTo>
                    <a:pt x="236" y="270"/>
                  </a:lnTo>
                  <a:close/>
                </a:path>
              </a:pathLst>
            </a:custGeom>
            <a:solidFill>
              <a:srgbClr val="FFFFFF"/>
            </a:solidFill>
            <a:ln w="9525">
              <a:noFill/>
              <a:round/>
              <a:headEnd/>
              <a:tailEnd/>
            </a:ln>
          </p:spPr>
          <p:txBody>
            <a:bodyPr vert="horz" wrap="square" lIns="128577" tIns="64289" rIns="128577" bIns="64289" numCol="1" anchor="t" anchorCtr="0" compatLnSpc="1">
              <a:prstTxWarp prst="textNoShape">
                <a:avLst/>
              </a:prstTxWarp>
            </a:bodyPr>
            <a:lstStyle/>
            <a:p>
              <a:endParaRPr lang="en-US" sz="2531" dirty="0"/>
            </a:p>
          </p:txBody>
        </p:sp>
      </p:grpSp>
      <p:grpSp>
        <p:nvGrpSpPr>
          <p:cNvPr id="69" name="组合 68"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GrpSpPr/>
          <p:nvPr/>
        </p:nvGrpSpPr>
        <p:grpSpPr>
          <a:xfrm>
            <a:off x="412675" y="3772712"/>
            <a:ext cx="2443544" cy="1096646"/>
            <a:chOff x="390963" y="3719285"/>
            <a:chExt cx="2316969" cy="1039840"/>
          </a:xfrm>
        </p:grpSpPr>
        <p:sp>
          <p:nvSpPr>
            <p:cNvPr id="70" name="Freeform 5"/>
            <p:cNvSpPr>
              <a:spLocks/>
            </p:cNvSpPr>
            <p:nvPr/>
          </p:nvSpPr>
          <p:spPr bwMode="auto">
            <a:xfrm>
              <a:off x="390963" y="3719285"/>
              <a:ext cx="2316969" cy="1039840"/>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247CAE"/>
            </a:solidFill>
            <a:ln>
              <a:noFill/>
            </a:ln>
            <a:effectLst/>
          </p:spPr>
          <p:txBody>
            <a:bodyPr vert="horz" wrap="square" lIns="96434" tIns="48217" rIns="96434" bIns="48217" numCol="1" anchor="t" anchorCtr="0" compatLnSpc="1">
              <a:prstTxWarp prst="textNoShape">
                <a:avLst/>
              </a:prstTxWarp>
            </a:bodyPr>
            <a:lstStyle/>
            <a:p>
              <a:pPr algn="ctr"/>
              <a:endParaRPr lang="en-US" sz="2531"/>
            </a:p>
          </p:txBody>
        </p:sp>
        <p:grpSp>
          <p:nvGrpSpPr>
            <p:cNvPr id="71" name="Group 40"/>
            <p:cNvGrpSpPr/>
            <p:nvPr/>
          </p:nvGrpSpPr>
          <p:grpSpPr>
            <a:xfrm>
              <a:off x="1212724" y="3976077"/>
              <a:ext cx="684405" cy="539203"/>
              <a:chOff x="1058564" y="1781841"/>
              <a:chExt cx="649993" cy="512092"/>
            </a:xfrm>
            <a:solidFill>
              <a:schemeClr val="bg1"/>
            </a:solidFill>
          </p:grpSpPr>
          <p:sp>
            <p:nvSpPr>
              <p:cNvPr id="72" name="Freeform 31"/>
              <p:cNvSpPr>
                <a:spLocks/>
              </p:cNvSpPr>
              <p:nvPr/>
            </p:nvSpPr>
            <p:spPr bwMode="auto">
              <a:xfrm>
                <a:off x="1058564" y="1823776"/>
                <a:ext cx="457253" cy="470157"/>
              </a:xfrm>
              <a:custGeom>
                <a:avLst/>
                <a:gdLst>
                  <a:gd name="T0" fmla="*/ 191 w 240"/>
                  <a:gd name="T1" fmla="*/ 0 h 247"/>
                  <a:gd name="T2" fmla="*/ 49 w 240"/>
                  <a:gd name="T3" fmla="*/ 0 h 247"/>
                  <a:gd name="T4" fmla="*/ 0 w 240"/>
                  <a:gd name="T5" fmla="*/ 49 h 247"/>
                  <a:gd name="T6" fmla="*/ 0 w 240"/>
                  <a:gd name="T7" fmla="*/ 129 h 247"/>
                  <a:gd name="T8" fmla="*/ 49 w 240"/>
                  <a:gd name="T9" fmla="*/ 178 h 247"/>
                  <a:gd name="T10" fmla="*/ 57 w 240"/>
                  <a:gd name="T11" fmla="*/ 178 h 247"/>
                  <a:gd name="T12" fmla="*/ 32 w 240"/>
                  <a:gd name="T13" fmla="*/ 245 h 247"/>
                  <a:gd name="T14" fmla="*/ 121 w 240"/>
                  <a:gd name="T15" fmla="*/ 178 h 247"/>
                  <a:gd name="T16" fmla="*/ 191 w 240"/>
                  <a:gd name="T17" fmla="*/ 178 h 247"/>
                  <a:gd name="T18" fmla="*/ 240 w 240"/>
                  <a:gd name="T19" fmla="*/ 129 h 247"/>
                  <a:gd name="T20" fmla="*/ 240 w 240"/>
                  <a:gd name="T21" fmla="*/ 49 h 247"/>
                  <a:gd name="T22" fmla="*/ 191 w 240"/>
                  <a:gd name="T23"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247">
                    <a:moveTo>
                      <a:pt x="191" y="0"/>
                    </a:moveTo>
                    <a:cubicBezTo>
                      <a:pt x="49" y="0"/>
                      <a:pt x="49" y="0"/>
                      <a:pt x="49" y="0"/>
                    </a:cubicBezTo>
                    <a:cubicBezTo>
                      <a:pt x="22" y="0"/>
                      <a:pt x="0" y="22"/>
                      <a:pt x="0" y="49"/>
                    </a:cubicBezTo>
                    <a:cubicBezTo>
                      <a:pt x="0" y="129"/>
                      <a:pt x="0" y="129"/>
                      <a:pt x="0" y="129"/>
                    </a:cubicBezTo>
                    <a:cubicBezTo>
                      <a:pt x="0" y="156"/>
                      <a:pt x="22" y="178"/>
                      <a:pt x="49" y="178"/>
                    </a:cubicBezTo>
                    <a:cubicBezTo>
                      <a:pt x="57" y="178"/>
                      <a:pt x="57" y="178"/>
                      <a:pt x="57" y="178"/>
                    </a:cubicBezTo>
                    <a:cubicBezTo>
                      <a:pt x="49" y="198"/>
                      <a:pt x="31" y="247"/>
                      <a:pt x="32" y="245"/>
                    </a:cubicBezTo>
                    <a:cubicBezTo>
                      <a:pt x="32" y="244"/>
                      <a:pt x="97" y="196"/>
                      <a:pt x="121" y="178"/>
                    </a:cubicBezTo>
                    <a:cubicBezTo>
                      <a:pt x="191" y="178"/>
                      <a:pt x="191" y="178"/>
                      <a:pt x="191" y="178"/>
                    </a:cubicBezTo>
                    <a:cubicBezTo>
                      <a:pt x="218" y="178"/>
                      <a:pt x="240" y="156"/>
                      <a:pt x="240" y="129"/>
                    </a:cubicBezTo>
                    <a:cubicBezTo>
                      <a:pt x="240" y="49"/>
                      <a:pt x="240" y="49"/>
                      <a:pt x="240" y="49"/>
                    </a:cubicBezTo>
                    <a:cubicBezTo>
                      <a:pt x="240" y="22"/>
                      <a:pt x="218" y="0"/>
                      <a:pt x="1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71441" tIns="85720" rIns="171441" bIns="85720" numCol="1" anchor="t" anchorCtr="0" compatLnSpc="1">
                <a:prstTxWarp prst="textNoShape">
                  <a:avLst/>
                </a:prstTxWarp>
              </a:bodyPr>
              <a:lstStyle/>
              <a:p>
                <a:endParaRPr lang="en-US" sz="2531" dirty="0"/>
              </a:p>
            </p:txBody>
          </p:sp>
          <p:sp>
            <p:nvSpPr>
              <p:cNvPr id="73" name="Freeform 32"/>
              <p:cNvSpPr>
                <a:spLocks/>
              </p:cNvSpPr>
              <p:nvPr/>
            </p:nvSpPr>
            <p:spPr bwMode="auto">
              <a:xfrm>
                <a:off x="1378722" y="1781841"/>
                <a:ext cx="329835" cy="384674"/>
              </a:xfrm>
              <a:custGeom>
                <a:avLst/>
                <a:gdLst>
                  <a:gd name="T0" fmla="*/ 133 w 173"/>
                  <a:gd name="T1" fmla="*/ 0 h 202"/>
                  <a:gd name="T2" fmla="*/ 18 w 173"/>
                  <a:gd name="T3" fmla="*/ 0 h 202"/>
                  <a:gd name="T4" fmla="*/ 0 w 173"/>
                  <a:gd name="T5" fmla="*/ 5 h 202"/>
                  <a:gd name="T6" fmla="*/ 33 w 173"/>
                  <a:gd name="T7" fmla="*/ 5 h 202"/>
                  <a:gd name="T8" fmla="*/ 89 w 173"/>
                  <a:gd name="T9" fmla="*/ 61 h 202"/>
                  <a:gd name="T10" fmla="*/ 89 w 173"/>
                  <a:gd name="T11" fmla="*/ 151 h 202"/>
                  <a:gd name="T12" fmla="*/ 89 w 173"/>
                  <a:gd name="T13" fmla="*/ 156 h 202"/>
                  <a:gd name="T14" fmla="*/ 148 w 173"/>
                  <a:gd name="T15" fmla="*/ 201 h 202"/>
                  <a:gd name="T16" fmla="*/ 127 w 173"/>
                  <a:gd name="T17" fmla="*/ 145 h 202"/>
                  <a:gd name="T18" fmla="*/ 133 w 173"/>
                  <a:gd name="T19" fmla="*/ 145 h 202"/>
                  <a:gd name="T20" fmla="*/ 173 w 173"/>
                  <a:gd name="T21" fmla="*/ 105 h 202"/>
                  <a:gd name="T22" fmla="*/ 173 w 173"/>
                  <a:gd name="T23" fmla="*/ 41 h 202"/>
                  <a:gd name="T24" fmla="*/ 133 w 173"/>
                  <a:gd name="T2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2">
                    <a:moveTo>
                      <a:pt x="133" y="0"/>
                    </a:moveTo>
                    <a:cubicBezTo>
                      <a:pt x="18" y="0"/>
                      <a:pt x="18" y="0"/>
                      <a:pt x="18" y="0"/>
                    </a:cubicBezTo>
                    <a:cubicBezTo>
                      <a:pt x="11" y="0"/>
                      <a:pt x="5" y="2"/>
                      <a:pt x="0" y="5"/>
                    </a:cubicBezTo>
                    <a:cubicBezTo>
                      <a:pt x="33" y="5"/>
                      <a:pt x="33" y="5"/>
                      <a:pt x="33" y="5"/>
                    </a:cubicBezTo>
                    <a:cubicBezTo>
                      <a:pt x="64" y="5"/>
                      <a:pt x="89" y="30"/>
                      <a:pt x="89" y="61"/>
                    </a:cubicBezTo>
                    <a:cubicBezTo>
                      <a:pt x="89" y="151"/>
                      <a:pt x="89" y="151"/>
                      <a:pt x="89" y="151"/>
                    </a:cubicBezTo>
                    <a:cubicBezTo>
                      <a:pt x="89" y="153"/>
                      <a:pt x="89" y="154"/>
                      <a:pt x="89" y="156"/>
                    </a:cubicBezTo>
                    <a:cubicBezTo>
                      <a:pt x="113" y="174"/>
                      <a:pt x="148" y="200"/>
                      <a:pt x="148" y="201"/>
                    </a:cubicBezTo>
                    <a:cubicBezTo>
                      <a:pt x="148" y="202"/>
                      <a:pt x="133" y="162"/>
                      <a:pt x="127" y="145"/>
                    </a:cubicBezTo>
                    <a:cubicBezTo>
                      <a:pt x="133" y="145"/>
                      <a:pt x="133" y="145"/>
                      <a:pt x="133" y="145"/>
                    </a:cubicBezTo>
                    <a:cubicBezTo>
                      <a:pt x="155" y="145"/>
                      <a:pt x="173" y="127"/>
                      <a:pt x="173" y="105"/>
                    </a:cubicBezTo>
                    <a:cubicBezTo>
                      <a:pt x="173" y="41"/>
                      <a:pt x="173" y="41"/>
                      <a:pt x="173" y="41"/>
                    </a:cubicBezTo>
                    <a:cubicBezTo>
                      <a:pt x="173" y="18"/>
                      <a:pt x="155" y="0"/>
                      <a:pt x="1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71441" tIns="85720" rIns="171441" bIns="85720" numCol="1" anchor="t" anchorCtr="0" compatLnSpc="1">
                <a:prstTxWarp prst="textNoShape">
                  <a:avLst/>
                </a:prstTxWarp>
              </a:bodyPr>
              <a:lstStyle/>
              <a:p>
                <a:endParaRPr lang="en-US" sz="2531" dirty="0"/>
              </a:p>
            </p:txBody>
          </p:sp>
        </p:grpSp>
      </p:grpSp>
      <p:grpSp>
        <p:nvGrpSpPr>
          <p:cNvPr id="74" name="组合 73"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GrpSpPr/>
          <p:nvPr/>
        </p:nvGrpSpPr>
        <p:grpSpPr>
          <a:xfrm>
            <a:off x="10189066" y="3772712"/>
            <a:ext cx="2443544" cy="1096646"/>
            <a:chOff x="9660939" y="3719285"/>
            <a:chExt cx="2316969" cy="1039840"/>
          </a:xfrm>
        </p:grpSpPr>
        <p:sp>
          <p:nvSpPr>
            <p:cNvPr id="75" name="Freeform 9"/>
            <p:cNvSpPr>
              <a:spLocks/>
            </p:cNvSpPr>
            <p:nvPr/>
          </p:nvSpPr>
          <p:spPr bwMode="auto">
            <a:xfrm>
              <a:off x="9660939" y="3719285"/>
              <a:ext cx="2316969" cy="1039840"/>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247CAE"/>
            </a:solidFill>
            <a:ln>
              <a:noFill/>
            </a:ln>
            <a:effectLst/>
          </p:spPr>
          <p:txBody>
            <a:bodyPr vert="horz" wrap="square" lIns="96434" tIns="48217" rIns="96434" bIns="48217" numCol="1" anchor="t" anchorCtr="0" compatLnSpc="1">
              <a:prstTxWarp prst="textNoShape">
                <a:avLst/>
              </a:prstTxWarp>
            </a:bodyPr>
            <a:lstStyle/>
            <a:p>
              <a:endParaRPr lang="en-US" sz="2531"/>
            </a:p>
          </p:txBody>
        </p:sp>
        <p:sp>
          <p:nvSpPr>
            <p:cNvPr id="76" name="Freeform 147"/>
            <p:cNvSpPr>
              <a:spLocks noEditPoints="1"/>
            </p:cNvSpPr>
            <p:nvPr/>
          </p:nvSpPr>
          <p:spPr bwMode="auto">
            <a:xfrm>
              <a:off x="10632760" y="3883803"/>
              <a:ext cx="373320" cy="589591"/>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p:spPr>
          <p:txBody>
            <a:bodyPr vert="horz" wrap="square" lIns="96434" tIns="48217" rIns="96434" bIns="48217" numCol="1" anchor="t" anchorCtr="0" compatLnSpc="1">
              <a:prstTxWarp prst="textNoShape">
                <a:avLst/>
              </a:prstTxWarp>
            </a:bodyPr>
            <a:lstStyle/>
            <a:p>
              <a:endParaRPr lang="zh-CN" altLang="en-US" sz="2531">
                <a:solidFill>
                  <a:prstClr val="black"/>
                </a:solidFill>
              </a:endParaRPr>
            </a:p>
          </p:txBody>
        </p:sp>
      </p:grpSp>
      <p:cxnSp>
        <p:nvCxnSpPr>
          <p:cNvPr id="77" name="Straight Connector 44"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CxnSpPr/>
          <p:nvPr/>
        </p:nvCxnSpPr>
        <p:spPr>
          <a:xfrm flipV="1">
            <a:off x="1533206" y="3120647"/>
            <a:ext cx="0" cy="576722"/>
          </a:xfrm>
          <a:prstGeom prst="line">
            <a:avLst/>
          </a:prstGeom>
          <a:ln w="28575">
            <a:solidFill>
              <a:srgbClr val="247CAE"/>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7"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CxnSpPr/>
          <p:nvPr/>
        </p:nvCxnSpPr>
        <p:spPr>
          <a:xfrm flipV="1">
            <a:off x="6425993" y="3120647"/>
            <a:ext cx="0" cy="576722"/>
          </a:xfrm>
          <a:prstGeom prst="line">
            <a:avLst/>
          </a:prstGeom>
          <a:ln w="28575">
            <a:solidFill>
              <a:srgbClr val="247CAE"/>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79" name="Straight Connector 48"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CxnSpPr/>
          <p:nvPr/>
        </p:nvCxnSpPr>
        <p:spPr>
          <a:xfrm flipV="1">
            <a:off x="11318777" y="3120647"/>
            <a:ext cx="0" cy="576722"/>
          </a:xfrm>
          <a:prstGeom prst="line">
            <a:avLst/>
          </a:prstGeom>
          <a:ln w="28575">
            <a:solidFill>
              <a:srgbClr val="247CAE"/>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9"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CxnSpPr/>
          <p:nvPr/>
        </p:nvCxnSpPr>
        <p:spPr>
          <a:xfrm flipV="1">
            <a:off x="4189907" y="4942417"/>
            <a:ext cx="0" cy="576722"/>
          </a:xfrm>
          <a:prstGeom prst="line">
            <a:avLst/>
          </a:prstGeom>
          <a:ln w="28575">
            <a:solidFill>
              <a:srgbClr val="5ABCD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81" name="Straight Connector 50" descr="e7d195523061f1c0deeec63e560781cfd59afb0ea006f2a87ABB68BF51EA6619813959095094C18C62A12F549504892A4AAA8C1554C6663626E05CA27F281A14E6983772AFC3FB97135759321DEA3D70145073B7709DEAFA93D9543D2964B039C506A08C8BE0AF5D04AAA5F2B154E5030577D0DE964E588E7F2BFA07B4AB6ADC8003FE6F2E51FFE3"/>
          <p:cNvCxnSpPr/>
          <p:nvPr/>
        </p:nvCxnSpPr>
        <p:spPr>
          <a:xfrm flipV="1">
            <a:off x="9133977" y="4942417"/>
            <a:ext cx="0" cy="576722"/>
          </a:xfrm>
          <a:prstGeom prst="line">
            <a:avLst/>
          </a:prstGeom>
          <a:ln w="28575">
            <a:solidFill>
              <a:srgbClr val="5ABCD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703497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28000" fill="hold" nodeType="with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750" fill="hold"/>
                                        <p:tgtEl>
                                          <p:spTgt spid="69"/>
                                        </p:tgtEl>
                                        <p:attrNameLst>
                                          <p:attrName>ppt_x</p:attrName>
                                        </p:attrNameLst>
                                      </p:cBhvr>
                                      <p:tavLst>
                                        <p:tav tm="0">
                                          <p:val>
                                            <p:strVal val="#ppt_x"/>
                                          </p:val>
                                        </p:tav>
                                        <p:tav tm="100000">
                                          <p:val>
                                            <p:strVal val="#ppt_x"/>
                                          </p:val>
                                        </p:tav>
                                      </p:tavLst>
                                    </p:anim>
                                    <p:anim calcmode="lin" valueType="num">
                                      <p:cBhvr additive="base">
                                        <p:cTn id="8" dur="75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1" decel="28000" fill="hold" nodeType="withEffect">
                                  <p:stCondLst>
                                    <p:cond delay="250"/>
                                  </p:stCondLst>
                                  <p:childTnLst>
                                    <p:set>
                                      <p:cBhvr>
                                        <p:cTn id="10" dur="1" fill="hold">
                                          <p:stCondLst>
                                            <p:cond delay="0"/>
                                          </p:stCondLst>
                                        </p:cTn>
                                        <p:tgtEl>
                                          <p:spTgt spid="57"/>
                                        </p:tgtEl>
                                        <p:attrNameLst>
                                          <p:attrName>style.visibility</p:attrName>
                                        </p:attrNameLst>
                                      </p:cBhvr>
                                      <p:to>
                                        <p:strVal val="visible"/>
                                      </p:to>
                                    </p:set>
                                    <p:anim calcmode="lin" valueType="num">
                                      <p:cBhvr additive="base">
                                        <p:cTn id="11" dur="750" fill="hold"/>
                                        <p:tgtEl>
                                          <p:spTgt spid="57"/>
                                        </p:tgtEl>
                                        <p:attrNameLst>
                                          <p:attrName>ppt_x</p:attrName>
                                        </p:attrNameLst>
                                      </p:cBhvr>
                                      <p:tavLst>
                                        <p:tav tm="0">
                                          <p:val>
                                            <p:strVal val="#ppt_x"/>
                                          </p:val>
                                        </p:tav>
                                        <p:tav tm="100000">
                                          <p:val>
                                            <p:strVal val="#ppt_x"/>
                                          </p:val>
                                        </p:tav>
                                      </p:tavLst>
                                    </p:anim>
                                    <p:anim calcmode="lin" valueType="num">
                                      <p:cBhvr additive="base">
                                        <p:cTn id="12" dur="750" fill="hold"/>
                                        <p:tgtEl>
                                          <p:spTgt spid="57"/>
                                        </p:tgtEl>
                                        <p:attrNameLst>
                                          <p:attrName>ppt_y</p:attrName>
                                        </p:attrNameLst>
                                      </p:cBhvr>
                                      <p:tavLst>
                                        <p:tav tm="0">
                                          <p:val>
                                            <p:strVal val="0-#ppt_h/2"/>
                                          </p:val>
                                        </p:tav>
                                        <p:tav tm="100000">
                                          <p:val>
                                            <p:strVal val="#ppt_y"/>
                                          </p:val>
                                        </p:tav>
                                      </p:tavLst>
                                    </p:anim>
                                  </p:childTnLst>
                                </p:cTn>
                              </p:par>
                              <p:par>
                                <p:cTn id="13" presetID="2" presetClass="entr" presetSubtype="4" decel="28000" fill="hold" nodeType="withEffect">
                                  <p:stCondLst>
                                    <p:cond delay="500"/>
                                  </p:stCondLst>
                                  <p:childTnLst>
                                    <p:set>
                                      <p:cBhvr>
                                        <p:cTn id="14" dur="1" fill="hold">
                                          <p:stCondLst>
                                            <p:cond delay="0"/>
                                          </p:stCondLst>
                                        </p:cTn>
                                        <p:tgtEl>
                                          <p:spTgt spid="60"/>
                                        </p:tgtEl>
                                        <p:attrNameLst>
                                          <p:attrName>style.visibility</p:attrName>
                                        </p:attrNameLst>
                                      </p:cBhvr>
                                      <p:to>
                                        <p:strVal val="visible"/>
                                      </p:to>
                                    </p:set>
                                    <p:anim calcmode="lin" valueType="num">
                                      <p:cBhvr additive="base">
                                        <p:cTn id="15" dur="750" fill="hold"/>
                                        <p:tgtEl>
                                          <p:spTgt spid="60"/>
                                        </p:tgtEl>
                                        <p:attrNameLst>
                                          <p:attrName>ppt_x</p:attrName>
                                        </p:attrNameLst>
                                      </p:cBhvr>
                                      <p:tavLst>
                                        <p:tav tm="0">
                                          <p:val>
                                            <p:strVal val="#ppt_x"/>
                                          </p:val>
                                        </p:tav>
                                        <p:tav tm="100000">
                                          <p:val>
                                            <p:strVal val="#ppt_x"/>
                                          </p:val>
                                        </p:tav>
                                      </p:tavLst>
                                    </p:anim>
                                    <p:anim calcmode="lin" valueType="num">
                                      <p:cBhvr additive="base">
                                        <p:cTn id="16" dur="750" fill="hold"/>
                                        <p:tgtEl>
                                          <p:spTgt spid="60"/>
                                        </p:tgtEl>
                                        <p:attrNameLst>
                                          <p:attrName>ppt_y</p:attrName>
                                        </p:attrNameLst>
                                      </p:cBhvr>
                                      <p:tavLst>
                                        <p:tav tm="0">
                                          <p:val>
                                            <p:strVal val="1+#ppt_h/2"/>
                                          </p:val>
                                        </p:tav>
                                        <p:tav tm="100000">
                                          <p:val>
                                            <p:strVal val="#ppt_y"/>
                                          </p:val>
                                        </p:tav>
                                      </p:tavLst>
                                    </p:anim>
                                  </p:childTnLst>
                                </p:cTn>
                              </p:par>
                              <p:par>
                                <p:cTn id="17" presetID="2" presetClass="entr" presetSubtype="1" decel="28000" fill="hold" nodeType="withEffect">
                                  <p:stCondLst>
                                    <p:cond delay="750"/>
                                  </p:stCondLst>
                                  <p:childTnLst>
                                    <p:set>
                                      <p:cBhvr>
                                        <p:cTn id="18" dur="1" fill="hold">
                                          <p:stCondLst>
                                            <p:cond delay="0"/>
                                          </p:stCondLst>
                                        </p:cTn>
                                        <p:tgtEl>
                                          <p:spTgt spid="66"/>
                                        </p:tgtEl>
                                        <p:attrNameLst>
                                          <p:attrName>style.visibility</p:attrName>
                                        </p:attrNameLst>
                                      </p:cBhvr>
                                      <p:to>
                                        <p:strVal val="visible"/>
                                      </p:to>
                                    </p:set>
                                    <p:anim calcmode="lin" valueType="num">
                                      <p:cBhvr additive="base">
                                        <p:cTn id="19" dur="750" fill="hold"/>
                                        <p:tgtEl>
                                          <p:spTgt spid="66"/>
                                        </p:tgtEl>
                                        <p:attrNameLst>
                                          <p:attrName>ppt_x</p:attrName>
                                        </p:attrNameLst>
                                      </p:cBhvr>
                                      <p:tavLst>
                                        <p:tav tm="0">
                                          <p:val>
                                            <p:strVal val="#ppt_x"/>
                                          </p:val>
                                        </p:tav>
                                        <p:tav tm="100000">
                                          <p:val>
                                            <p:strVal val="#ppt_x"/>
                                          </p:val>
                                        </p:tav>
                                      </p:tavLst>
                                    </p:anim>
                                    <p:anim calcmode="lin" valueType="num">
                                      <p:cBhvr additive="base">
                                        <p:cTn id="20" dur="750" fill="hold"/>
                                        <p:tgtEl>
                                          <p:spTgt spid="66"/>
                                        </p:tgtEl>
                                        <p:attrNameLst>
                                          <p:attrName>ppt_y</p:attrName>
                                        </p:attrNameLst>
                                      </p:cBhvr>
                                      <p:tavLst>
                                        <p:tav tm="0">
                                          <p:val>
                                            <p:strVal val="0-#ppt_h/2"/>
                                          </p:val>
                                        </p:tav>
                                        <p:tav tm="100000">
                                          <p:val>
                                            <p:strVal val="#ppt_y"/>
                                          </p:val>
                                        </p:tav>
                                      </p:tavLst>
                                    </p:anim>
                                  </p:childTnLst>
                                </p:cTn>
                              </p:par>
                              <p:par>
                                <p:cTn id="21" presetID="2" presetClass="entr" presetSubtype="4" decel="28000" fill="hold" nodeType="withEffect">
                                  <p:stCondLst>
                                    <p:cond delay="1000"/>
                                  </p:stCondLst>
                                  <p:childTnLst>
                                    <p:set>
                                      <p:cBhvr>
                                        <p:cTn id="22" dur="1" fill="hold">
                                          <p:stCondLst>
                                            <p:cond delay="0"/>
                                          </p:stCondLst>
                                        </p:cTn>
                                        <p:tgtEl>
                                          <p:spTgt spid="74"/>
                                        </p:tgtEl>
                                        <p:attrNameLst>
                                          <p:attrName>style.visibility</p:attrName>
                                        </p:attrNameLst>
                                      </p:cBhvr>
                                      <p:to>
                                        <p:strVal val="visible"/>
                                      </p:to>
                                    </p:set>
                                    <p:anim calcmode="lin" valueType="num">
                                      <p:cBhvr additive="base">
                                        <p:cTn id="23" dur="750" fill="hold"/>
                                        <p:tgtEl>
                                          <p:spTgt spid="74"/>
                                        </p:tgtEl>
                                        <p:attrNameLst>
                                          <p:attrName>ppt_x</p:attrName>
                                        </p:attrNameLst>
                                      </p:cBhvr>
                                      <p:tavLst>
                                        <p:tav tm="0">
                                          <p:val>
                                            <p:strVal val="#ppt_x"/>
                                          </p:val>
                                        </p:tav>
                                        <p:tav tm="100000">
                                          <p:val>
                                            <p:strVal val="#ppt_x"/>
                                          </p:val>
                                        </p:tav>
                                      </p:tavLst>
                                    </p:anim>
                                    <p:anim calcmode="lin" valueType="num">
                                      <p:cBhvr additive="base">
                                        <p:cTn id="24" dur="750" fill="hold"/>
                                        <p:tgtEl>
                                          <p:spTgt spid="74"/>
                                        </p:tgtEl>
                                        <p:attrNameLst>
                                          <p:attrName>ppt_y</p:attrName>
                                        </p:attrNameLst>
                                      </p:cBhvr>
                                      <p:tavLst>
                                        <p:tav tm="0">
                                          <p:val>
                                            <p:strVal val="1+#ppt_h/2"/>
                                          </p:val>
                                        </p:tav>
                                        <p:tav tm="100000">
                                          <p:val>
                                            <p:strVal val="#ppt_y"/>
                                          </p:val>
                                        </p:tav>
                                      </p:tavLst>
                                    </p:anim>
                                  </p:childTnLst>
                                </p:cTn>
                              </p:par>
                            </p:childTnLst>
                          </p:cTn>
                        </p:par>
                        <p:par>
                          <p:cTn id="25" fill="hold">
                            <p:stCondLst>
                              <p:cond delay="1750"/>
                            </p:stCondLst>
                            <p:childTnLst>
                              <p:par>
                                <p:cTn id="26" presetID="22" presetClass="entr" presetSubtype="4" fill="hold" nodeType="afterEffect">
                                  <p:stCondLst>
                                    <p:cond delay="0"/>
                                  </p:stCondLst>
                                  <p:childTnLst>
                                    <p:set>
                                      <p:cBhvr>
                                        <p:cTn id="27" dur="1" fill="hold">
                                          <p:stCondLst>
                                            <p:cond delay="0"/>
                                          </p:stCondLst>
                                        </p:cTn>
                                        <p:tgtEl>
                                          <p:spTgt spid="77"/>
                                        </p:tgtEl>
                                        <p:attrNameLst>
                                          <p:attrName>style.visibility</p:attrName>
                                        </p:attrNameLst>
                                      </p:cBhvr>
                                      <p:to>
                                        <p:strVal val="visible"/>
                                      </p:to>
                                    </p:set>
                                    <p:animEffect transition="in" filter="wipe(down)">
                                      <p:cBhvr>
                                        <p:cTn id="28" dur="500"/>
                                        <p:tgtEl>
                                          <p:spTgt spid="77"/>
                                        </p:tgtEl>
                                      </p:cBhvr>
                                    </p:animEffect>
                                  </p:childTnLst>
                                </p:cTn>
                              </p:par>
                              <p:par>
                                <p:cTn id="29" presetID="22" presetClass="entr" presetSubtype="1" fill="hold" nodeType="withEffect">
                                  <p:stCondLst>
                                    <p:cond delay="0"/>
                                  </p:stCondLst>
                                  <p:childTnLst>
                                    <p:set>
                                      <p:cBhvr>
                                        <p:cTn id="30" dur="1" fill="hold">
                                          <p:stCondLst>
                                            <p:cond delay="0"/>
                                          </p:stCondLst>
                                        </p:cTn>
                                        <p:tgtEl>
                                          <p:spTgt spid="80"/>
                                        </p:tgtEl>
                                        <p:attrNameLst>
                                          <p:attrName>style.visibility</p:attrName>
                                        </p:attrNameLst>
                                      </p:cBhvr>
                                      <p:to>
                                        <p:strVal val="visible"/>
                                      </p:to>
                                    </p:set>
                                    <p:animEffect transition="in" filter="wipe(up)">
                                      <p:cBhvr>
                                        <p:cTn id="31" dur="500"/>
                                        <p:tgtEl>
                                          <p:spTgt spid="80"/>
                                        </p:tgtEl>
                                      </p:cBhvr>
                                    </p:animEffect>
                                  </p:childTnLst>
                                </p:cTn>
                              </p:par>
                              <p:par>
                                <p:cTn id="32" presetID="22" presetClass="entr" presetSubtype="4" fill="hold" nodeType="withEffect">
                                  <p:stCondLst>
                                    <p:cond delay="0"/>
                                  </p:stCondLst>
                                  <p:childTnLst>
                                    <p:set>
                                      <p:cBhvr>
                                        <p:cTn id="33" dur="1" fill="hold">
                                          <p:stCondLst>
                                            <p:cond delay="0"/>
                                          </p:stCondLst>
                                        </p:cTn>
                                        <p:tgtEl>
                                          <p:spTgt spid="78"/>
                                        </p:tgtEl>
                                        <p:attrNameLst>
                                          <p:attrName>style.visibility</p:attrName>
                                        </p:attrNameLst>
                                      </p:cBhvr>
                                      <p:to>
                                        <p:strVal val="visible"/>
                                      </p:to>
                                    </p:set>
                                    <p:animEffect transition="in" filter="wipe(down)">
                                      <p:cBhvr>
                                        <p:cTn id="34" dur="500"/>
                                        <p:tgtEl>
                                          <p:spTgt spid="78"/>
                                        </p:tgtEl>
                                      </p:cBhvr>
                                    </p:animEffect>
                                  </p:childTnLst>
                                </p:cTn>
                              </p:par>
                              <p:par>
                                <p:cTn id="35" presetID="22" presetClass="entr" presetSubtype="1" fill="hold" nodeType="withEffect">
                                  <p:stCondLst>
                                    <p:cond delay="0"/>
                                  </p:stCondLst>
                                  <p:childTnLst>
                                    <p:set>
                                      <p:cBhvr>
                                        <p:cTn id="36" dur="1" fill="hold">
                                          <p:stCondLst>
                                            <p:cond delay="0"/>
                                          </p:stCondLst>
                                        </p:cTn>
                                        <p:tgtEl>
                                          <p:spTgt spid="81"/>
                                        </p:tgtEl>
                                        <p:attrNameLst>
                                          <p:attrName>style.visibility</p:attrName>
                                        </p:attrNameLst>
                                      </p:cBhvr>
                                      <p:to>
                                        <p:strVal val="visible"/>
                                      </p:to>
                                    </p:set>
                                    <p:animEffect transition="in" filter="wipe(up)">
                                      <p:cBhvr>
                                        <p:cTn id="37" dur="500"/>
                                        <p:tgtEl>
                                          <p:spTgt spid="81"/>
                                        </p:tgtEl>
                                      </p:cBhvr>
                                    </p:animEffect>
                                  </p:childTnLst>
                                </p:cTn>
                              </p:par>
                              <p:par>
                                <p:cTn id="38" presetID="22" presetClass="entr" presetSubtype="4" fill="hold" nodeType="withEffect">
                                  <p:stCondLst>
                                    <p:cond delay="0"/>
                                  </p:stCondLst>
                                  <p:childTnLst>
                                    <p:set>
                                      <p:cBhvr>
                                        <p:cTn id="39" dur="1" fill="hold">
                                          <p:stCondLst>
                                            <p:cond delay="0"/>
                                          </p:stCondLst>
                                        </p:cTn>
                                        <p:tgtEl>
                                          <p:spTgt spid="79"/>
                                        </p:tgtEl>
                                        <p:attrNameLst>
                                          <p:attrName>style.visibility</p:attrName>
                                        </p:attrNameLst>
                                      </p:cBhvr>
                                      <p:to>
                                        <p:strVal val="visible"/>
                                      </p:to>
                                    </p:set>
                                    <p:animEffect transition="in" filter="wipe(down)">
                                      <p:cBhvr>
                                        <p:cTn id="40" dur="500"/>
                                        <p:tgtEl>
                                          <p:spTgt spid="79"/>
                                        </p:tgtEl>
                                      </p:cBhvr>
                                    </p:animEffect>
                                  </p:childTnLst>
                                </p:cTn>
                              </p:par>
                            </p:childTnLst>
                          </p:cTn>
                        </p:par>
                        <p:par>
                          <p:cTn id="41" fill="hold">
                            <p:stCondLst>
                              <p:cond delay="2250"/>
                            </p:stCondLst>
                            <p:childTnLst>
                              <p:par>
                                <p:cTn id="42" presetID="50" presetClass="entr" presetSubtype="0" decel="100000" fill="hold" grpId="0" nodeType="afterEffect">
                                  <p:stCondLst>
                                    <p:cond delay="0"/>
                                  </p:stCondLst>
                                  <p:childTnLst>
                                    <p:set>
                                      <p:cBhvr>
                                        <p:cTn id="43" dur="1" fill="hold">
                                          <p:stCondLst>
                                            <p:cond delay="0"/>
                                          </p:stCondLst>
                                        </p:cTn>
                                        <p:tgtEl>
                                          <p:spTgt spid="52"/>
                                        </p:tgtEl>
                                        <p:attrNameLst>
                                          <p:attrName>style.visibility</p:attrName>
                                        </p:attrNameLst>
                                      </p:cBhvr>
                                      <p:to>
                                        <p:strVal val="visible"/>
                                      </p:to>
                                    </p:set>
                                    <p:anim calcmode="lin" valueType="num">
                                      <p:cBhvr>
                                        <p:cTn id="44" dur="1000" fill="hold"/>
                                        <p:tgtEl>
                                          <p:spTgt spid="52"/>
                                        </p:tgtEl>
                                        <p:attrNameLst>
                                          <p:attrName>ppt_w</p:attrName>
                                        </p:attrNameLst>
                                      </p:cBhvr>
                                      <p:tavLst>
                                        <p:tav tm="0">
                                          <p:val>
                                            <p:strVal val="#ppt_w+.3"/>
                                          </p:val>
                                        </p:tav>
                                        <p:tav tm="100000">
                                          <p:val>
                                            <p:strVal val="#ppt_w"/>
                                          </p:val>
                                        </p:tav>
                                      </p:tavLst>
                                    </p:anim>
                                    <p:anim calcmode="lin" valueType="num">
                                      <p:cBhvr>
                                        <p:cTn id="45" dur="1000" fill="hold"/>
                                        <p:tgtEl>
                                          <p:spTgt spid="52"/>
                                        </p:tgtEl>
                                        <p:attrNameLst>
                                          <p:attrName>ppt_h</p:attrName>
                                        </p:attrNameLst>
                                      </p:cBhvr>
                                      <p:tavLst>
                                        <p:tav tm="0">
                                          <p:val>
                                            <p:strVal val="#ppt_h"/>
                                          </p:val>
                                        </p:tav>
                                        <p:tav tm="100000">
                                          <p:val>
                                            <p:strVal val="#ppt_h"/>
                                          </p:val>
                                        </p:tav>
                                      </p:tavLst>
                                    </p:anim>
                                    <p:animEffect transition="in" filter="fade">
                                      <p:cBhvr>
                                        <p:cTn id="46" dur="1000"/>
                                        <p:tgtEl>
                                          <p:spTgt spid="52"/>
                                        </p:tgtEl>
                                      </p:cBhvr>
                                    </p:animEffect>
                                  </p:childTnLst>
                                </p:cTn>
                              </p:par>
                              <p:par>
                                <p:cTn id="47" presetID="50" presetClass="entr" presetSubtype="0" decel="100000" fill="hold" grpId="0" nodeType="withEffect">
                                  <p:stCondLst>
                                    <p:cond delay="250"/>
                                  </p:stCondLst>
                                  <p:childTnLst>
                                    <p:set>
                                      <p:cBhvr>
                                        <p:cTn id="48" dur="1" fill="hold">
                                          <p:stCondLst>
                                            <p:cond delay="0"/>
                                          </p:stCondLst>
                                        </p:cTn>
                                        <p:tgtEl>
                                          <p:spTgt spid="53"/>
                                        </p:tgtEl>
                                        <p:attrNameLst>
                                          <p:attrName>style.visibility</p:attrName>
                                        </p:attrNameLst>
                                      </p:cBhvr>
                                      <p:to>
                                        <p:strVal val="visible"/>
                                      </p:to>
                                    </p:set>
                                    <p:anim calcmode="lin" valueType="num">
                                      <p:cBhvr>
                                        <p:cTn id="49" dur="1000" fill="hold"/>
                                        <p:tgtEl>
                                          <p:spTgt spid="53"/>
                                        </p:tgtEl>
                                        <p:attrNameLst>
                                          <p:attrName>ppt_w</p:attrName>
                                        </p:attrNameLst>
                                      </p:cBhvr>
                                      <p:tavLst>
                                        <p:tav tm="0">
                                          <p:val>
                                            <p:strVal val="#ppt_w+.3"/>
                                          </p:val>
                                        </p:tav>
                                        <p:tav tm="100000">
                                          <p:val>
                                            <p:strVal val="#ppt_w"/>
                                          </p:val>
                                        </p:tav>
                                      </p:tavLst>
                                    </p:anim>
                                    <p:anim calcmode="lin" valueType="num">
                                      <p:cBhvr>
                                        <p:cTn id="50" dur="1000" fill="hold"/>
                                        <p:tgtEl>
                                          <p:spTgt spid="53"/>
                                        </p:tgtEl>
                                        <p:attrNameLst>
                                          <p:attrName>ppt_h</p:attrName>
                                        </p:attrNameLst>
                                      </p:cBhvr>
                                      <p:tavLst>
                                        <p:tav tm="0">
                                          <p:val>
                                            <p:strVal val="#ppt_h"/>
                                          </p:val>
                                        </p:tav>
                                        <p:tav tm="100000">
                                          <p:val>
                                            <p:strVal val="#ppt_h"/>
                                          </p:val>
                                        </p:tav>
                                      </p:tavLst>
                                    </p:anim>
                                    <p:animEffect transition="in" filter="fade">
                                      <p:cBhvr>
                                        <p:cTn id="51" dur="1000"/>
                                        <p:tgtEl>
                                          <p:spTgt spid="53"/>
                                        </p:tgtEl>
                                      </p:cBhvr>
                                    </p:animEffect>
                                  </p:childTnLst>
                                </p:cTn>
                              </p:par>
                              <p:par>
                                <p:cTn id="52" presetID="50" presetClass="entr" presetSubtype="0" decel="100000" fill="hold" grpId="0" nodeType="withEffect">
                                  <p:stCondLst>
                                    <p:cond delay="500"/>
                                  </p:stCondLst>
                                  <p:childTnLst>
                                    <p:set>
                                      <p:cBhvr>
                                        <p:cTn id="53" dur="1" fill="hold">
                                          <p:stCondLst>
                                            <p:cond delay="0"/>
                                          </p:stCondLst>
                                        </p:cTn>
                                        <p:tgtEl>
                                          <p:spTgt spid="54"/>
                                        </p:tgtEl>
                                        <p:attrNameLst>
                                          <p:attrName>style.visibility</p:attrName>
                                        </p:attrNameLst>
                                      </p:cBhvr>
                                      <p:to>
                                        <p:strVal val="visible"/>
                                      </p:to>
                                    </p:set>
                                    <p:anim calcmode="lin" valueType="num">
                                      <p:cBhvr>
                                        <p:cTn id="54" dur="1000" fill="hold"/>
                                        <p:tgtEl>
                                          <p:spTgt spid="54"/>
                                        </p:tgtEl>
                                        <p:attrNameLst>
                                          <p:attrName>ppt_w</p:attrName>
                                        </p:attrNameLst>
                                      </p:cBhvr>
                                      <p:tavLst>
                                        <p:tav tm="0">
                                          <p:val>
                                            <p:strVal val="#ppt_w+.3"/>
                                          </p:val>
                                        </p:tav>
                                        <p:tav tm="100000">
                                          <p:val>
                                            <p:strVal val="#ppt_w"/>
                                          </p:val>
                                        </p:tav>
                                      </p:tavLst>
                                    </p:anim>
                                    <p:anim calcmode="lin" valueType="num">
                                      <p:cBhvr>
                                        <p:cTn id="55" dur="1000" fill="hold"/>
                                        <p:tgtEl>
                                          <p:spTgt spid="54"/>
                                        </p:tgtEl>
                                        <p:attrNameLst>
                                          <p:attrName>ppt_h</p:attrName>
                                        </p:attrNameLst>
                                      </p:cBhvr>
                                      <p:tavLst>
                                        <p:tav tm="0">
                                          <p:val>
                                            <p:strVal val="#ppt_h"/>
                                          </p:val>
                                        </p:tav>
                                        <p:tav tm="100000">
                                          <p:val>
                                            <p:strVal val="#ppt_h"/>
                                          </p:val>
                                        </p:tav>
                                      </p:tavLst>
                                    </p:anim>
                                    <p:animEffect transition="in" filter="fade">
                                      <p:cBhvr>
                                        <p:cTn id="56" dur="1000"/>
                                        <p:tgtEl>
                                          <p:spTgt spid="54"/>
                                        </p:tgtEl>
                                      </p:cBhvr>
                                    </p:animEffect>
                                  </p:childTnLst>
                                </p:cTn>
                              </p:par>
                              <p:par>
                                <p:cTn id="57" presetID="50" presetClass="entr" presetSubtype="0" decel="100000" fill="hold" grpId="0" nodeType="withEffect">
                                  <p:stCondLst>
                                    <p:cond delay="750"/>
                                  </p:stCondLst>
                                  <p:childTnLst>
                                    <p:set>
                                      <p:cBhvr>
                                        <p:cTn id="58" dur="1" fill="hold">
                                          <p:stCondLst>
                                            <p:cond delay="0"/>
                                          </p:stCondLst>
                                        </p:cTn>
                                        <p:tgtEl>
                                          <p:spTgt spid="55"/>
                                        </p:tgtEl>
                                        <p:attrNameLst>
                                          <p:attrName>style.visibility</p:attrName>
                                        </p:attrNameLst>
                                      </p:cBhvr>
                                      <p:to>
                                        <p:strVal val="visible"/>
                                      </p:to>
                                    </p:set>
                                    <p:anim calcmode="lin" valueType="num">
                                      <p:cBhvr>
                                        <p:cTn id="59" dur="1000" fill="hold"/>
                                        <p:tgtEl>
                                          <p:spTgt spid="55"/>
                                        </p:tgtEl>
                                        <p:attrNameLst>
                                          <p:attrName>ppt_w</p:attrName>
                                        </p:attrNameLst>
                                      </p:cBhvr>
                                      <p:tavLst>
                                        <p:tav tm="0">
                                          <p:val>
                                            <p:strVal val="#ppt_w+.3"/>
                                          </p:val>
                                        </p:tav>
                                        <p:tav tm="100000">
                                          <p:val>
                                            <p:strVal val="#ppt_w"/>
                                          </p:val>
                                        </p:tav>
                                      </p:tavLst>
                                    </p:anim>
                                    <p:anim calcmode="lin" valueType="num">
                                      <p:cBhvr>
                                        <p:cTn id="60" dur="1000" fill="hold"/>
                                        <p:tgtEl>
                                          <p:spTgt spid="55"/>
                                        </p:tgtEl>
                                        <p:attrNameLst>
                                          <p:attrName>ppt_h</p:attrName>
                                        </p:attrNameLst>
                                      </p:cBhvr>
                                      <p:tavLst>
                                        <p:tav tm="0">
                                          <p:val>
                                            <p:strVal val="#ppt_h"/>
                                          </p:val>
                                        </p:tav>
                                        <p:tav tm="100000">
                                          <p:val>
                                            <p:strVal val="#ppt_h"/>
                                          </p:val>
                                        </p:tav>
                                      </p:tavLst>
                                    </p:anim>
                                    <p:animEffect transition="in" filter="fade">
                                      <p:cBhvr>
                                        <p:cTn id="61" dur="1000"/>
                                        <p:tgtEl>
                                          <p:spTgt spid="55"/>
                                        </p:tgtEl>
                                      </p:cBhvr>
                                    </p:animEffect>
                                  </p:childTnLst>
                                </p:cTn>
                              </p:par>
                              <p:par>
                                <p:cTn id="62" presetID="50" presetClass="entr" presetSubtype="0" decel="100000" fill="hold" grpId="0" nodeType="withEffect">
                                  <p:stCondLst>
                                    <p:cond delay="1000"/>
                                  </p:stCondLst>
                                  <p:childTnLst>
                                    <p:set>
                                      <p:cBhvr>
                                        <p:cTn id="63" dur="1" fill="hold">
                                          <p:stCondLst>
                                            <p:cond delay="0"/>
                                          </p:stCondLst>
                                        </p:cTn>
                                        <p:tgtEl>
                                          <p:spTgt spid="56"/>
                                        </p:tgtEl>
                                        <p:attrNameLst>
                                          <p:attrName>style.visibility</p:attrName>
                                        </p:attrNameLst>
                                      </p:cBhvr>
                                      <p:to>
                                        <p:strVal val="visible"/>
                                      </p:to>
                                    </p:set>
                                    <p:anim calcmode="lin" valueType="num">
                                      <p:cBhvr>
                                        <p:cTn id="64" dur="1000" fill="hold"/>
                                        <p:tgtEl>
                                          <p:spTgt spid="56"/>
                                        </p:tgtEl>
                                        <p:attrNameLst>
                                          <p:attrName>ppt_w</p:attrName>
                                        </p:attrNameLst>
                                      </p:cBhvr>
                                      <p:tavLst>
                                        <p:tav tm="0">
                                          <p:val>
                                            <p:strVal val="#ppt_w+.3"/>
                                          </p:val>
                                        </p:tav>
                                        <p:tav tm="100000">
                                          <p:val>
                                            <p:strVal val="#ppt_w"/>
                                          </p:val>
                                        </p:tav>
                                      </p:tavLst>
                                    </p:anim>
                                    <p:anim calcmode="lin" valueType="num">
                                      <p:cBhvr>
                                        <p:cTn id="65" dur="1000" fill="hold"/>
                                        <p:tgtEl>
                                          <p:spTgt spid="56"/>
                                        </p:tgtEl>
                                        <p:attrNameLst>
                                          <p:attrName>ppt_h</p:attrName>
                                        </p:attrNameLst>
                                      </p:cBhvr>
                                      <p:tavLst>
                                        <p:tav tm="0">
                                          <p:val>
                                            <p:strVal val="#ppt_h"/>
                                          </p:val>
                                        </p:tav>
                                        <p:tav tm="100000">
                                          <p:val>
                                            <p:strVal val="#ppt_h"/>
                                          </p:val>
                                        </p:tav>
                                      </p:tavLst>
                                    </p:anim>
                                    <p:animEffect transition="in" filter="fade">
                                      <p:cBhvr>
                                        <p:cTn id="66"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P spid="56"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53" y="1"/>
            <a:ext cx="12858044" cy="1337651"/>
          </a:xfrm>
          <a:prstGeom prst="rect">
            <a:avLst/>
          </a:prstGeom>
        </p:spPr>
      </p:pic>
      <p:pic>
        <p:nvPicPr>
          <p:cNvPr id="6" name="图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flipV="1">
            <a:off x="949151" y="-592345"/>
            <a:ext cx="2068694" cy="2147752"/>
          </a:xfrm>
          <a:prstGeom prst="rect">
            <a:avLst/>
          </a:prstGeom>
        </p:spPr>
      </p:pic>
      <p:pic>
        <p:nvPicPr>
          <p:cNvPr id="7" name="图片 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0389553" y="-90675"/>
            <a:ext cx="1570318" cy="1519001"/>
          </a:xfrm>
          <a:prstGeom prst="rect">
            <a:avLst/>
          </a:prstGeom>
        </p:spPr>
      </p:pic>
      <p:sp>
        <p:nvSpPr>
          <p:cNvPr id="8" name="矩形 7"/>
          <p:cNvSpPr/>
          <p:nvPr/>
        </p:nvSpPr>
        <p:spPr>
          <a:xfrm>
            <a:off x="2590107" y="-1540500"/>
            <a:ext cx="917691" cy="1244327"/>
          </a:xfrm>
          <a:prstGeom prst="rect">
            <a:avLst/>
          </a:prstGeom>
          <a:solidFill>
            <a:srgbClr val="247C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3507798" y="-1540501"/>
            <a:ext cx="917691" cy="1244327"/>
          </a:xfrm>
          <a:prstGeom prst="rect">
            <a:avLst/>
          </a:prstGeom>
          <a:solidFill>
            <a:srgbClr val="5ABC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p:cNvSpPr txBox="1"/>
          <p:nvPr/>
        </p:nvSpPr>
        <p:spPr>
          <a:xfrm>
            <a:off x="5183351" y="189191"/>
            <a:ext cx="2563522" cy="806375"/>
          </a:xfrm>
          <a:prstGeom prst="rect">
            <a:avLst/>
          </a:prstGeom>
          <a:noFill/>
        </p:spPr>
        <p:txBody>
          <a:bodyPr wrap="none" rtlCol="0">
            <a:spAutoFit/>
          </a:bodyPr>
          <a:lstStyle/>
          <a:p>
            <a:r>
              <a:rPr lang="zh-CN" altLang="en-US" sz="4640" dirty="0">
                <a:solidFill>
                  <a:srgbClr val="247CAE"/>
                </a:solidFill>
                <a:latin typeface="微软雅黑" panose="020B0503020204020204" pitchFamily="34" charset="-122"/>
                <a:ea typeface="微软雅黑" panose="020B0503020204020204" pitchFamily="34" charset="-122"/>
              </a:rPr>
              <a:t>添加标题</a:t>
            </a:r>
          </a:p>
        </p:txBody>
      </p:sp>
      <p:grpSp>
        <p:nvGrpSpPr>
          <p:cNvPr id="38" name="组合 37"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4096063" y="2553356"/>
            <a:ext cx="4731333" cy="3645892"/>
            <a:chOff x="3883553" y="2421092"/>
            <a:chExt cx="4486251" cy="3457035"/>
          </a:xfrm>
          <a:solidFill>
            <a:srgbClr val="247CAE"/>
          </a:solidFill>
        </p:grpSpPr>
        <p:sp>
          <p:nvSpPr>
            <p:cNvPr id="39" name="矩形 1"/>
            <p:cNvSpPr/>
            <p:nvPr/>
          </p:nvSpPr>
          <p:spPr>
            <a:xfrm rot="293950">
              <a:off x="5179612" y="5548017"/>
              <a:ext cx="3190192" cy="330110"/>
            </a:xfrm>
            <a:custGeom>
              <a:avLst/>
              <a:gdLst>
                <a:gd name="connsiteX0" fmla="*/ 0 w 4180787"/>
                <a:gd name="connsiteY0" fmla="*/ 0 h 432613"/>
                <a:gd name="connsiteX1" fmla="*/ 4180787 w 4180787"/>
                <a:gd name="connsiteY1" fmla="*/ 0 h 432613"/>
                <a:gd name="connsiteX2" fmla="*/ 4180787 w 4180787"/>
                <a:gd name="connsiteY2" fmla="*/ 432613 h 432613"/>
                <a:gd name="connsiteX3" fmla="*/ 0 w 4180787"/>
                <a:gd name="connsiteY3" fmla="*/ 432613 h 432613"/>
                <a:gd name="connsiteX4" fmla="*/ 0 w 4180787"/>
                <a:gd name="connsiteY4" fmla="*/ 0 h 432613"/>
                <a:gd name="connsiteX0-1" fmla="*/ 0 w 4180787"/>
                <a:gd name="connsiteY0-2" fmla="*/ 0 h 446239"/>
                <a:gd name="connsiteX1-3" fmla="*/ 4180787 w 4180787"/>
                <a:gd name="connsiteY1-4" fmla="*/ 0 h 446239"/>
                <a:gd name="connsiteX2-5" fmla="*/ 4180787 w 4180787"/>
                <a:gd name="connsiteY2-6" fmla="*/ 432613 h 446239"/>
                <a:gd name="connsiteX3-7" fmla="*/ 1797892 w 4180787"/>
                <a:gd name="connsiteY3-8" fmla="*/ 446239 h 446239"/>
                <a:gd name="connsiteX4-9" fmla="*/ 0 w 4180787"/>
                <a:gd name="connsiteY4-10" fmla="*/ 432613 h 446239"/>
                <a:gd name="connsiteX5" fmla="*/ 0 w 4180787"/>
                <a:gd name="connsiteY5" fmla="*/ 0 h 446239"/>
                <a:gd name="connsiteX0-11" fmla="*/ 0 w 4180787"/>
                <a:gd name="connsiteY0-12" fmla="*/ 3102 h 449341"/>
                <a:gd name="connsiteX1-13" fmla="*/ 1774422 w 4180787"/>
                <a:gd name="connsiteY1-14" fmla="*/ 0 h 449341"/>
                <a:gd name="connsiteX2-15" fmla="*/ 4180787 w 4180787"/>
                <a:gd name="connsiteY2-16" fmla="*/ 3102 h 449341"/>
                <a:gd name="connsiteX3-17" fmla="*/ 4180787 w 4180787"/>
                <a:gd name="connsiteY3-18" fmla="*/ 435715 h 449341"/>
                <a:gd name="connsiteX4-19" fmla="*/ 1797892 w 4180787"/>
                <a:gd name="connsiteY4-20" fmla="*/ 449341 h 449341"/>
                <a:gd name="connsiteX5-21" fmla="*/ 0 w 4180787"/>
                <a:gd name="connsiteY5-22" fmla="*/ 435715 h 449341"/>
                <a:gd name="connsiteX6" fmla="*/ 0 w 4180787"/>
                <a:gd name="connsiteY6" fmla="*/ 3102 h 449341"/>
                <a:gd name="connsiteX0-23" fmla="*/ 0 w 4180787"/>
                <a:gd name="connsiteY0-24" fmla="*/ 0 h 446239"/>
                <a:gd name="connsiteX1-25" fmla="*/ 1791064 w 4180787"/>
                <a:gd name="connsiteY1-26" fmla="*/ 191058 h 446239"/>
                <a:gd name="connsiteX2-27" fmla="*/ 4180787 w 4180787"/>
                <a:gd name="connsiteY2-28" fmla="*/ 0 h 446239"/>
                <a:gd name="connsiteX3-29" fmla="*/ 4180787 w 4180787"/>
                <a:gd name="connsiteY3-30" fmla="*/ 432613 h 446239"/>
                <a:gd name="connsiteX4-31" fmla="*/ 1797892 w 4180787"/>
                <a:gd name="connsiteY4-32" fmla="*/ 446239 h 446239"/>
                <a:gd name="connsiteX5-33" fmla="*/ 0 w 4180787"/>
                <a:gd name="connsiteY5-34" fmla="*/ 432613 h 446239"/>
                <a:gd name="connsiteX6-35" fmla="*/ 0 w 4180787"/>
                <a:gd name="connsiteY6-36" fmla="*/ 0 h 446239"/>
                <a:gd name="connsiteX0-37" fmla="*/ 0 w 4180787"/>
                <a:gd name="connsiteY0-38" fmla="*/ 0 h 432613"/>
                <a:gd name="connsiteX1-39" fmla="*/ 1791064 w 4180787"/>
                <a:gd name="connsiteY1-40" fmla="*/ 191058 h 432613"/>
                <a:gd name="connsiteX2-41" fmla="*/ 4180787 w 4180787"/>
                <a:gd name="connsiteY2-42" fmla="*/ 0 h 432613"/>
                <a:gd name="connsiteX3-43" fmla="*/ 4180787 w 4180787"/>
                <a:gd name="connsiteY3-44" fmla="*/ 432613 h 432613"/>
                <a:gd name="connsiteX4-45" fmla="*/ 1740284 w 4180787"/>
                <a:gd name="connsiteY4-46" fmla="*/ 300725 h 432613"/>
                <a:gd name="connsiteX5-47" fmla="*/ 0 w 4180787"/>
                <a:gd name="connsiteY5-48" fmla="*/ 432613 h 432613"/>
                <a:gd name="connsiteX6-49" fmla="*/ 0 w 4180787"/>
                <a:gd name="connsiteY6-50" fmla="*/ 0 h 432613"/>
                <a:gd name="connsiteX0-51" fmla="*/ 0 w 4180787"/>
                <a:gd name="connsiteY0-52" fmla="*/ 0 h 432613"/>
                <a:gd name="connsiteX1-53" fmla="*/ 1835870 w 4180787"/>
                <a:gd name="connsiteY1-54" fmla="*/ 187218 h 432613"/>
                <a:gd name="connsiteX2-55" fmla="*/ 4180787 w 4180787"/>
                <a:gd name="connsiteY2-56" fmla="*/ 0 h 432613"/>
                <a:gd name="connsiteX3-57" fmla="*/ 4180787 w 4180787"/>
                <a:gd name="connsiteY3-58" fmla="*/ 432613 h 432613"/>
                <a:gd name="connsiteX4-59" fmla="*/ 1740284 w 4180787"/>
                <a:gd name="connsiteY4-60" fmla="*/ 300725 h 432613"/>
                <a:gd name="connsiteX5-61" fmla="*/ 0 w 4180787"/>
                <a:gd name="connsiteY5-62" fmla="*/ 432613 h 432613"/>
                <a:gd name="connsiteX6-63" fmla="*/ 0 w 4180787"/>
                <a:gd name="connsiteY6-64" fmla="*/ 0 h 432613"/>
                <a:gd name="connsiteX0-65" fmla="*/ 0 w 4180787"/>
                <a:gd name="connsiteY0-66" fmla="*/ 4908 h 437521"/>
                <a:gd name="connsiteX1-67" fmla="*/ 1835870 w 4180787"/>
                <a:gd name="connsiteY1-68" fmla="*/ 192126 h 437521"/>
                <a:gd name="connsiteX2-69" fmla="*/ 4180787 w 4180787"/>
                <a:gd name="connsiteY2-70" fmla="*/ 4908 h 437521"/>
                <a:gd name="connsiteX3-71" fmla="*/ 4180787 w 4180787"/>
                <a:gd name="connsiteY3-72" fmla="*/ 437521 h 437521"/>
                <a:gd name="connsiteX4-73" fmla="*/ 1740284 w 4180787"/>
                <a:gd name="connsiteY4-74" fmla="*/ 305633 h 437521"/>
                <a:gd name="connsiteX5-75" fmla="*/ 0 w 4180787"/>
                <a:gd name="connsiteY5-76" fmla="*/ 437521 h 437521"/>
                <a:gd name="connsiteX6-77" fmla="*/ 0 w 4180787"/>
                <a:gd name="connsiteY6-78" fmla="*/ 4908 h 437521"/>
                <a:gd name="connsiteX0-79" fmla="*/ 0 w 4180787"/>
                <a:gd name="connsiteY0-80" fmla="*/ 4908 h 446252"/>
                <a:gd name="connsiteX1-81" fmla="*/ 1835870 w 4180787"/>
                <a:gd name="connsiteY1-82" fmla="*/ 192126 h 446252"/>
                <a:gd name="connsiteX2-83" fmla="*/ 4180787 w 4180787"/>
                <a:gd name="connsiteY2-84" fmla="*/ 4908 h 446252"/>
                <a:gd name="connsiteX3-85" fmla="*/ 4180787 w 4180787"/>
                <a:gd name="connsiteY3-86" fmla="*/ 437521 h 446252"/>
                <a:gd name="connsiteX4-87" fmla="*/ 1740284 w 4180787"/>
                <a:gd name="connsiteY4-88" fmla="*/ 305633 h 446252"/>
                <a:gd name="connsiteX5-89" fmla="*/ 0 w 4180787"/>
                <a:gd name="connsiteY5-90" fmla="*/ 437521 h 446252"/>
                <a:gd name="connsiteX6-91" fmla="*/ 0 w 4180787"/>
                <a:gd name="connsiteY6-92" fmla="*/ 4908 h 446252"/>
                <a:gd name="connsiteX0-93" fmla="*/ 0 w 4180787"/>
                <a:gd name="connsiteY0-94" fmla="*/ 4107 h 445451"/>
                <a:gd name="connsiteX1-95" fmla="*/ 1779968 w 4180787"/>
                <a:gd name="connsiteY1-96" fmla="*/ 241252 h 445451"/>
                <a:gd name="connsiteX2-97" fmla="*/ 4180787 w 4180787"/>
                <a:gd name="connsiteY2-98" fmla="*/ 4107 h 445451"/>
                <a:gd name="connsiteX3-99" fmla="*/ 4180787 w 4180787"/>
                <a:gd name="connsiteY3-100" fmla="*/ 436720 h 445451"/>
                <a:gd name="connsiteX4-101" fmla="*/ 1740284 w 4180787"/>
                <a:gd name="connsiteY4-102" fmla="*/ 304832 h 445451"/>
                <a:gd name="connsiteX5-103" fmla="*/ 0 w 4180787"/>
                <a:gd name="connsiteY5-104" fmla="*/ 436720 h 445451"/>
                <a:gd name="connsiteX6-105" fmla="*/ 0 w 4180787"/>
                <a:gd name="connsiteY6-106" fmla="*/ 4107 h 445451"/>
                <a:gd name="connsiteX0-107" fmla="*/ 0 w 4180787"/>
                <a:gd name="connsiteY0-108" fmla="*/ 4107 h 445451"/>
                <a:gd name="connsiteX1-109" fmla="*/ 1779968 w 4180787"/>
                <a:gd name="connsiteY1-110" fmla="*/ 241252 h 445451"/>
                <a:gd name="connsiteX2-111" fmla="*/ 4180787 w 4180787"/>
                <a:gd name="connsiteY2-112" fmla="*/ 4107 h 445451"/>
                <a:gd name="connsiteX3-113" fmla="*/ 4180787 w 4180787"/>
                <a:gd name="connsiteY3-114" fmla="*/ 436720 h 445451"/>
                <a:gd name="connsiteX4-115" fmla="*/ 1740284 w 4180787"/>
                <a:gd name="connsiteY4-116" fmla="*/ 304832 h 445451"/>
                <a:gd name="connsiteX5-117" fmla="*/ 0 w 4180787"/>
                <a:gd name="connsiteY5-118" fmla="*/ 436720 h 445451"/>
                <a:gd name="connsiteX6-119" fmla="*/ 0 w 4180787"/>
                <a:gd name="connsiteY6-120" fmla="*/ 4107 h 445451"/>
                <a:gd name="connsiteX0-121" fmla="*/ 0 w 4180787"/>
                <a:gd name="connsiteY0-122" fmla="*/ 4107 h 436720"/>
                <a:gd name="connsiteX1-123" fmla="*/ 1779968 w 4180787"/>
                <a:gd name="connsiteY1-124" fmla="*/ 241252 h 436720"/>
                <a:gd name="connsiteX2-125" fmla="*/ 4180787 w 4180787"/>
                <a:gd name="connsiteY2-126" fmla="*/ 4107 h 436720"/>
                <a:gd name="connsiteX3-127" fmla="*/ 4180787 w 4180787"/>
                <a:gd name="connsiteY3-128" fmla="*/ 436720 h 436720"/>
                <a:gd name="connsiteX4-129" fmla="*/ 1740284 w 4180787"/>
                <a:gd name="connsiteY4-130" fmla="*/ 304832 h 436720"/>
                <a:gd name="connsiteX5-131" fmla="*/ 0 w 4180787"/>
                <a:gd name="connsiteY5-132" fmla="*/ 436720 h 436720"/>
                <a:gd name="connsiteX6-133" fmla="*/ 0 w 4180787"/>
                <a:gd name="connsiteY6-134" fmla="*/ 4107 h 436720"/>
                <a:gd name="connsiteX0-135" fmla="*/ 0 w 4180787"/>
                <a:gd name="connsiteY0-136" fmla="*/ 4107 h 436720"/>
                <a:gd name="connsiteX1-137" fmla="*/ 1779968 w 4180787"/>
                <a:gd name="connsiteY1-138" fmla="*/ 241252 h 436720"/>
                <a:gd name="connsiteX2-139" fmla="*/ 4180787 w 4180787"/>
                <a:gd name="connsiteY2-140" fmla="*/ 4107 h 436720"/>
                <a:gd name="connsiteX3-141" fmla="*/ 4180787 w 4180787"/>
                <a:gd name="connsiteY3-142" fmla="*/ 436720 h 436720"/>
                <a:gd name="connsiteX4-143" fmla="*/ 1740284 w 4180787"/>
                <a:gd name="connsiteY4-144" fmla="*/ 304832 h 436720"/>
                <a:gd name="connsiteX5-145" fmla="*/ 0 w 4180787"/>
                <a:gd name="connsiteY5-146" fmla="*/ 436720 h 436720"/>
                <a:gd name="connsiteX6-147" fmla="*/ 0 w 4180787"/>
                <a:gd name="connsiteY6-148" fmla="*/ 4107 h 436720"/>
                <a:gd name="connsiteX0-149" fmla="*/ 0 w 4180787"/>
                <a:gd name="connsiteY0-150" fmla="*/ 0 h 432613"/>
                <a:gd name="connsiteX1-151" fmla="*/ 1779968 w 4180787"/>
                <a:gd name="connsiteY1-152" fmla="*/ 237145 h 432613"/>
                <a:gd name="connsiteX2-153" fmla="*/ 4180787 w 4180787"/>
                <a:gd name="connsiteY2-154" fmla="*/ 0 h 432613"/>
                <a:gd name="connsiteX3-155" fmla="*/ 4180787 w 4180787"/>
                <a:gd name="connsiteY3-156" fmla="*/ 432613 h 432613"/>
                <a:gd name="connsiteX4-157" fmla="*/ 1740284 w 4180787"/>
                <a:gd name="connsiteY4-158" fmla="*/ 300725 h 432613"/>
                <a:gd name="connsiteX5-159" fmla="*/ 0 w 4180787"/>
                <a:gd name="connsiteY5-160" fmla="*/ 432613 h 432613"/>
                <a:gd name="connsiteX6-161" fmla="*/ 0 w 4180787"/>
                <a:gd name="connsiteY6-162" fmla="*/ 0 h 43261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Lst>
              <a:rect l="l" t="t" r="r" b="b"/>
              <a:pathLst>
                <a:path w="4180787" h="432613">
                  <a:moveTo>
                    <a:pt x="0" y="0"/>
                  </a:moveTo>
                  <a:cubicBezTo>
                    <a:pt x="455759" y="126804"/>
                    <a:pt x="1083170" y="237145"/>
                    <a:pt x="1779968" y="237145"/>
                  </a:cubicBezTo>
                  <a:cubicBezTo>
                    <a:pt x="2476766" y="237145"/>
                    <a:pt x="3713158" y="116136"/>
                    <a:pt x="4180787" y="0"/>
                  </a:cubicBezTo>
                  <a:lnTo>
                    <a:pt x="4180787" y="432613"/>
                  </a:lnTo>
                  <a:cubicBezTo>
                    <a:pt x="3758675" y="303509"/>
                    <a:pt x="2437082" y="300725"/>
                    <a:pt x="1740284" y="300725"/>
                  </a:cubicBezTo>
                  <a:cubicBezTo>
                    <a:pt x="1043486" y="300725"/>
                    <a:pt x="357043" y="386721"/>
                    <a:pt x="0" y="432613"/>
                  </a:cubicBezTo>
                  <a:lnTo>
                    <a:pt x="0" y="0"/>
                  </a:lnTo>
                  <a:close/>
                </a:path>
              </a:pathLst>
            </a:custGeom>
            <a:grpFill/>
            <a:ln w="25400" cap="flat" cmpd="sng" algn="ctr">
              <a:noFill/>
              <a:prstDash val="solid"/>
            </a:ln>
            <a:effectLst/>
          </p:spPr>
          <p:txBody>
            <a:bodyPr rtlCol="0" anchor="ctr"/>
            <a:lstStyle/>
            <a:p>
              <a:pPr algn="ctr">
                <a:defRPr/>
              </a:pPr>
              <a:endParaRPr lang="en-US" kern="0">
                <a:solidFill>
                  <a:sysClr val="window" lastClr="FFFFFF"/>
                </a:solidFill>
                <a:latin typeface="Calibri" panose="020F0502020204030204"/>
              </a:endParaRPr>
            </a:p>
          </p:txBody>
        </p:sp>
        <p:sp>
          <p:nvSpPr>
            <p:cNvPr id="40" name="矩形 1"/>
            <p:cNvSpPr/>
            <p:nvPr/>
          </p:nvSpPr>
          <p:spPr>
            <a:xfrm rot="19913209">
              <a:off x="4861409" y="4859457"/>
              <a:ext cx="1931602" cy="322151"/>
            </a:xfrm>
            <a:custGeom>
              <a:avLst/>
              <a:gdLst>
                <a:gd name="connsiteX0" fmla="*/ 0 w 4180787"/>
                <a:gd name="connsiteY0" fmla="*/ 0 h 432613"/>
                <a:gd name="connsiteX1" fmla="*/ 4180787 w 4180787"/>
                <a:gd name="connsiteY1" fmla="*/ 0 h 432613"/>
                <a:gd name="connsiteX2" fmla="*/ 4180787 w 4180787"/>
                <a:gd name="connsiteY2" fmla="*/ 432613 h 432613"/>
                <a:gd name="connsiteX3" fmla="*/ 0 w 4180787"/>
                <a:gd name="connsiteY3" fmla="*/ 432613 h 432613"/>
                <a:gd name="connsiteX4" fmla="*/ 0 w 4180787"/>
                <a:gd name="connsiteY4" fmla="*/ 0 h 432613"/>
                <a:gd name="connsiteX0-1" fmla="*/ 0 w 4180787"/>
                <a:gd name="connsiteY0-2" fmla="*/ 0 h 446239"/>
                <a:gd name="connsiteX1-3" fmla="*/ 4180787 w 4180787"/>
                <a:gd name="connsiteY1-4" fmla="*/ 0 h 446239"/>
                <a:gd name="connsiteX2-5" fmla="*/ 4180787 w 4180787"/>
                <a:gd name="connsiteY2-6" fmla="*/ 432613 h 446239"/>
                <a:gd name="connsiteX3-7" fmla="*/ 1797892 w 4180787"/>
                <a:gd name="connsiteY3-8" fmla="*/ 446239 h 446239"/>
                <a:gd name="connsiteX4-9" fmla="*/ 0 w 4180787"/>
                <a:gd name="connsiteY4-10" fmla="*/ 432613 h 446239"/>
                <a:gd name="connsiteX5" fmla="*/ 0 w 4180787"/>
                <a:gd name="connsiteY5" fmla="*/ 0 h 446239"/>
                <a:gd name="connsiteX0-11" fmla="*/ 0 w 4180787"/>
                <a:gd name="connsiteY0-12" fmla="*/ 3102 h 449341"/>
                <a:gd name="connsiteX1-13" fmla="*/ 1774422 w 4180787"/>
                <a:gd name="connsiteY1-14" fmla="*/ 0 h 449341"/>
                <a:gd name="connsiteX2-15" fmla="*/ 4180787 w 4180787"/>
                <a:gd name="connsiteY2-16" fmla="*/ 3102 h 449341"/>
                <a:gd name="connsiteX3-17" fmla="*/ 4180787 w 4180787"/>
                <a:gd name="connsiteY3-18" fmla="*/ 435715 h 449341"/>
                <a:gd name="connsiteX4-19" fmla="*/ 1797892 w 4180787"/>
                <a:gd name="connsiteY4-20" fmla="*/ 449341 h 449341"/>
                <a:gd name="connsiteX5-21" fmla="*/ 0 w 4180787"/>
                <a:gd name="connsiteY5-22" fmla="*/ 435715 h 449341"/>
                <a:gd name="connsiteX6" fmla="*/ 0 w 4180787"/>
                <a:gd name="connsiteY6" fmla="*/ 3102 h 449341"/>
                <a:gd name="connsiteX0-23" fmla="*/ 0 w 4180787"/>
                <a:gd name="connsiteY0-24" fmla="*/ 0 h 446239"/>
                <a:gd name="connsiteX1-25" fmla="*/ 1791064 w 4180787"/>
                <a:gd name="connsiteY1-26" fmla="*/ 191058 h 446239"/>
                <a:gd name="connsiteX2-27" fmla="*/ 4180787 w 4180787"/>
                <a:gd name="connsiteY2-28" fmla="*/ 0 h 446239"/>
                <a:gd name="connsiteX3-29" fmla="*/ 4180787 w 4180787"/>
                <a:gd name="connsiteY3-30" fmla="*/ 432613 h 446239"/>
                <a:gd name="connsiteX4-31" fmla="*/ 1797892 w 4180787"/>
                <a:gd name="connsiteY4-32" fmla="*/ 446239 h 446239"/>
                <a:gd name="connsiteX5-33" fmla="*/ 0 w 4180787"/>
                <a:gd name="connsiteY5-34" fmla="*/ 432613 h 446239"/>
                <a:gd name="connsiteX6-35" fmla="*/ 0 w 4180787"/>
                <a:gd name="connsiteY6-36" fmla="*/ 0 h 446239"/>
                <a:gd name="connsiteX0-37" fmla="*/ 0 w 4180787"/>
                <a:gd name="connsiteY0-38" fmla="*/ 0 h 432613"/>
                <a:gd name="connsiteX1-39" fmla="*/ 1791064 w 4180787"/>
                <a:gd name="connsiteY1-40" fmla="*/ 191058 h 432613"/>
                <a:gd name="connsiteX2-41" fmla="*/ 4180787 w 4180787"/>
                <a:gd name="connsiteY2-42" fmla="*/ 0 h 432613"/>
                <a:gd name="connsiteX3-43" fmla="*/ 4180787 w 4180787"/>
                <a:gd name="connsiteY3-44" fmla="*/ 432613 h 432613"/>
                <a:gd name="connsiteX4-45" fmla="*/ 1740284 w 4180787"/>
                <a:gd name="connsiteY4-46" fmla="*/ 300725 h 432613"/>
                <a:gd name="connsiteX5-47" fmla="*/ 0 w 4180787"/>
                <a:gd name="connsiteY5-48" fmla="*/ 432613 h 432613"/>
                <a:gd name="connsiteX6-49" fmla="*/ 0 w 4180787"/>
                <a:gd name="connsiteY6-50" fmla="*/ 0 h 432613"/>
                <a:gd name="connsiteX0-51" fmla="*/ 0 w 4180787"/>
                <a:gd name="connsiteY0-52" fmla="*/ 0 h 432613"/>
                <a:gd name="connsiteX1-53" fmla="*/ 1835870 w 4180787"/>
                <a:gd name="connsiteY1-54" fmla="*/ 187218 h 432613"/>
                <a:gd name="connsiteX2-55" fmla="*/ 4180787 w 4180787"/>
                <a:gd name="connsiteY2-56" fmla="*/ 0 h 432613"/>
                <a:gd name="connsiteX3-57" fmla="*/ 4180787 w 4180787"/>
                <a:gd name="connsiteY3-58" fmla="*/ 432613 h 432613"/>
                <a:gd name="connsiteX4-59" fmla="*/ 1740284 w 4180787"/>
                <a:gd name="connsiteY4-60" fmla="*/ 300725 h 432613"/>
                <a:gd name="connsiteX5-61" fmla="*/ 0 w 4180787"/>
                <a:gd name="connsiteY5-62" fmla="*/ 432613 h 432613"/>
                <a:gd name="connsiteX6-63" fmla="*/ 0 w 4180787"/>
                <a:gd name="connsiteY6-64" fmla="*/ 0 h 432613"/>
                <a:gd name="connsiteX0-65" fmla="*/ 0 w 4180787"/>
                <a:gd name="connsiteY0-66" fmla="*/ 4908 h 437521"/>
                <a:gd name="connsiteX1-67" fmla="*/ 1835870 w 4180787"/>
                <a:gd name="connsiteY1-68" fmla="*/ 192126 h 437521"/>
                <a:gd name="connsiteX2-69" fmla="*/ 4180787 w 4180787"/>
                <a:gd name="connsiteY2-70" fmla="*/ 4908 h 437521"/>
                <a:gd name="connsiteX3-71" fmla="*/ 4180787 w 4180787"/>
                <a:gd name="connsiteY3-72" fmla="*/ 437521 h 437521"/>
                <a:gd name="connsiteX4-73" fmla="*/ 1740284 w 4180787"/>
                <a:gd name="connsiteY4-74" fmla="*/ 305633 h 437521"/>
                <a:gd name="connsiteX5-75" fmla="*/ 0 w 4180787"/>
                <a:gd name="connsiteY5-76" fmla="*/ 437521 h 437521"/>
                <a:gd name="connsiteX6-77" fmla="*/ 0 w 4180787"/>
                <a:gd name="connsiteY6-78" fmla="*/ 4908 h 437521"/>
                <a:gd name="connsiteX0-79" fmla="*/ 0 w 4180787"/>
                <a:gd name="connsiteY0-80" fmla="*/ 4908 h 446252"/>
                <a:gd name="connsiteX1-81" fmla="*/ 1835870 w 4180787"/>
                <a:gd name="connsiteY1-82" fmla="*/ 192126 h 446252"/>
                <a:gd name="connsiteX2-83" fmla="*/ 4180787 w 4180787"/>
                <a:gd name="connsiteY2-84" fmla="*/ 4908 h 446252"/>
                <a:gd name="connsiteX3-85" fmla="*/ 4180787 w 4180787"/>
                <a:gd name="connsiteY3-86" fmla="*/ 437521 h 446252"/>
                <a:gd name="connsiteX4-87" fmla="*/ 1740284 w 4180787"/>
                <a:gd name="connsiteY4-88" fmla="*/ 305633 h 446252"/>
                <a:gd name="connsiteX5-89" fmla="*/ 0 w 4180787"/>
                <a:gd name="connsiteY5-90" fmla="*/ 437521 h 446252"/>
                <a:gd name="connsiteX6-91" fmla="*/ 0 w 4180787"/>
                <a:gd name="connsiteY6-92" fmla="*/ 4908 h 446252"/>
                <a:gd name="connsiteX0-93" fmla="*/ 0 w 4180787"/>
                <a:gd name="connsiteY0-94" fmla="*/ 4107 h 445451"/>
                <a:gd name="connsiteX1-95" fmla="*/ 1779968 w 4180787"/>
                <a:gd name="connsiteY1-96" fmla="*/ 241252 h 445451"/>
                <a:gd name="connsiteX2-97" fmla="*/ 4180787 w 4180787"/>
                <a:gd name="connsiteY2-98" fmla="*/ 4107 h 445451"/>
                <a:gd name="connsiteX3-99" fmla="*/ 4180787 w 4180787"/>
                <a:gd name="connsiteY3-100" fmla="*/ 436720 h 445451"/>
                <a:gd name="connsiteX4-101" fmla="*/ 1740284 w 4180787"/>
                <a:gd name="connsiteY4-102" fmla="*/ 304832 h 445451"/>
                <a:gd name="connsiteX5-103" fmla="*/ 0 w 4180787"/>
                <a:gd name="connsiteY5-104" fmla="*/ 436720 h 445451"/>
                <a:gd name="connsiteX6-105" fmla="*/ 0 w 4180787"/>
                <a:gd name="connsiteY6-106" fmla="*/ 4107 h 445451"/>
                <a:gd name="connsiteX0-107" fmla="*/ 0 w 4180787"/>
                <a:gd name="connsiteY0-108" fmla="*/ 4107 h 445451"/>
                <a:gd name="connsiteX1-109" fmla="*/ 1779968 w 4180787"/>
                <a:gd name="connsiteY1-110" fmla="*/ 241252 h 445451"/>
                <a:gd name="connsiteX2-111" fmla="*/ 4180787 w 4180787"/>
                <a:gd name="connsiteY2-112" fmla="*/ 4107 h 445451"/>
                <a:gd name="connsiteX3-113" fmla="*/ 4180787 w 4180787"/>
                <a:gd name="connsiteY3-114" fmla="*/ 436720 h 445451"/>
                <a:gd name="connsiteX4-115" fmla="*/ 1740284 w 4180787"/>
                <a:gd name="connsiteY4-116" fmla="*/ 304832 h 445451"/>
                <a:gd name="connsiteX5-117" fmla="*/ 0 w 4180787"/>
                <a:gd name="connsiteY5-118" fmla="*/ 436720 h 445451"/>
                <a:gd name="connsiteX6-119" fmla="*/ 0 w 4180787"/>
                <a:gd name="connsiteY6-120" fmla="*/ 4107 h 445451"/>
                <a:gd name="connsiteX0-121" fmla="*/ 0 w 4180787"/>
                <a:gd name="connsiteY0-122" fmla="*/ 4107 h 436720"/>
                <a:gd name="connsiteX1-123" fmla="*/ 1779968 w 4180787"/>
                <a:gd name="connsiteY1-124" fmla="*/ 241252 h 436720"/>
                <a:gd name="connsiteX2-125" fmla="*/ 4180787 w 4180787"/>
                <a:gd name="connsiteY2-126" fmla="*/ 4107 h 436720"/>
                <a:gd name="connsiteX3-127" fmla="*/ 4180787 w 4180787"/>
                <a:gd name="connsiteY3-128" fmla="*/ 436720 h 436720"/>
                <a:gd name="connsiteX4-129" fmla="*/ 1740284 w 4180787"/>
                <a:gd name="connsiteY4-130" fmla="*/ 304832 h 436720"/>
                <a:gd name="connsiteX5-131" fmla="*/ 0 w 4180787"/>
                <a:gd name="connsiteY5-132" fmla="*/ 436720 h 436720"/>
                <a:gd name="connsiteX6-133" fmla="*/ 0 w 4180787"/>
                <a:gd name="connsiteY6-134" fmla="*/ 4107 h 436720"/>
                <a:gd name="connsiteX0-135" fmla="*/ 0 w 4180787"/>
                <a:gd name="connsiteY0-136" fmla="*/ 4107 h 436720"/>
                <a:gd name="connsiteX1-137" fmla="*/ 1779968 w 4180787"/>
                <a:gd name="connsiteY1-138" fmla="*/ 241252 h 436720"/>
                <a:gd name="connsiteX2-139" fmla="*/ 4180787 w 4180787"/>
                <a:gd name="connsiteY2-140" fmla="*/ 4107 h 436720"/>
                <a:gd name="connsiteX3-141" fmla="*/ 4180787 w 4180787"/>
                <a:gd name="connsiteY3-142" fmla="*/ 436720 h 436720"/>
                <a:gd name="connsiteX4-143" fmla="*/ 1740284 w 4180787"/>
                <a:gd name="connsiteY4-144" fmla="*/ 304832 h 436720"/>
                <a:gd name="connsiteX5-145" fmla="*/ 0 w 4180787"/>
                <a:gd name="connsiteY5-146" fmla="*/ 436720 h 436720"/>
                <a:gd name="connsiteX6-147" fmla="*/ 0 w 4180787"/>
                <a:gd name="connsiteY6-148" fmla="*/ 4107 h 436720"/>
                <a:gd name="connsiteX0-149" fmla="*/ 0 w 4180787"/>
                <a:gd name="connsiteY0-150" fmla="*/ 0 h 432613"/>
                <a:gd name="connsiteX1-151" fmla="*/ 1779968 w 4180787"/>
                <a:gd name="connsiteY1-152" fmla="*/ 237145 h 432613"/>
                <a:gd name="connsiteX2-153" fmla="*/ 4180787 w 4180787"/>
                <a:gd name="connsiteY2-154" fmla="*/ 0 h 432613"/>
                <a:gd name="connsiteX3-155" fmla="*/ 4180787 w 4180787"/>
                <a:gd name="connsiteY3-156" fmla="*/ 432613 h 432613"/>
                <a:gd name="connsiteX4-157" fmla="*/ 1740284 w 4180787"/>
                <a:gd name="connsiteY4-158" fmla="*/ 300725 h 432613"/>
                <a:gd name="connsiteX5-159" fmla="*/ 0 w 4180787"/>
                <a:gd name="connsiteY5-160" fmla="*/ 432613 h 432613"/>
                <a:gd name="connsiteX6-161" fmla="*/ 0 w 4180787"/>
                <a:gd name="connsiteY6-162" fmla="*/ 0 h 43261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Lst>
              <a:rect l="l" t="t" r="r" b="b"/>
              <a:pathLst>
                <a:path w="4180787" h="432613">
                  <a:moveTo>
                    <a:pt x="0" y="0"/>
                  </a:moveTo>
                  <a:cubicBezTo>
                    <a:pt x="455759" y="126804"/>
                    <a:pt x="1083170" y="237145"/>
                    <a:pt x="1779968" y="237145"/>
                  </a:cubicBezTo>
                  <a:cubicBezTo>
                    <a:pt x="2476766" y="237145"/>
                    <a:pt x="3713158" y="116136"/>
                    <a:pt x="4180787" y="0"/>
                  </a:cubicBezTo>
                  <a:lnTo>
                    <a:pt x="4180787" y="432613"/>
                  </a:lnTo>
                  <a:cubicBezTo>
                    <a:pt x="3758675" y="303509"/>
                    <a:pt x="2437082" y="300725"/>
                    <a:pt x="1740284" y="300725"/>
                  </a:cubicBezTo>
                  <a:cubicBezTo>
                    <a:pt x="1043486" y="300725"/>
                    <a:pt x="357043" y="386721"/>
                    <a:pt x="0" y="432613"/>
                  </a:cubicBezTo>
                  <a:lnTo>
                    <a:pt x="0" y="0"/>
                  </a:lnTo>
                  <a:close/>
                </a:path>
              </a:pathLst>
            </a:custGeom>
            <a:grpFill/>
            <a:ln w="25400" cap="flat" cmpd="sng" algn="ctr">
              <a:noFill/>
              <a:prstDash val="solid"/>
            </a:ln>
            <a:effectLst/>
          </p:spPr>
          <p:txBody>
            <a:bodyPr rtlCol="0" anchor="ctr"/>
            <a:lstStyle/>
            <a:p>
              <a:pPr algn="ctr">
                <a:defRPr/>
              </a:pPr>
              <a:endParaRPr lang="en-US" kern="0">
                <a:solidFill>
                  <a:sysClr val="window" lastClr="FFFFFF"/>
                </a:solidFill>
                <a:latin typeface="Calibri" panose="020F0502020204030204"/>
              </a:endParaRPr>
            </a:p>
          </p:txBody>
        </p:sp>
        <p:sp>
          <p:nvSpPr>
            <p:cNvPr id="41" name="矩形 1"/>
            <p:cNvSpPr/>
            <p:nvPr/>
          </p:nvSpPr>
          <p:spPr>
            <a:xfrm rot="708470">
              <a:off x="4483663" y="4079411"/>
              <a:ext cx="2394472" cy="322151"/>
            </a:xfrm>
            <a:custGeom>
              <a:avLst/>
              <a:gdLst>
                <a:gd name="connsiteX0" fmla="*/ 0 w 4180787"/>
                <a:gd name="connsiteY0" fmla="*/ 0 h 432613"/>
                <a:gd name="connsiteX1" fmla="*/ 4180787 w 4180787"/>
                <a:gd name="connsiteY1" fmla="*/ 0 h 432613"/>
                <a:gd name="connsiteX2" fmla="*/ 4180787 w 4180787"/>
                <a:gd name="connsiteY2" fmla="*/ 432613 h 432613"/>
                <a:gd name="connsiteX3" fmla="*/ 0 w 4180787"/>
                <a:gd name="connsiteY3" fmla="*/ 432613 h 432613"/>
                <a:gd name="connsiteX4" fmla="*/ 0 w 4180787"/>
                <a:gd name="connsiteY4" fmla="*/ 0 h 432613"/>
                <a:gd name="connsiteX0-1" fmla="*/ 0 w 4180787"/>
                <a:gd name="connsiteY0-2" fmla="*/ 0 h 446239"/>
                <a:gd name="connsiteX1-3" fmla="*/ 4180787 w 4180787"/>
                <a:gd name="connsiteY1-4" fmla="*/ 0 h 446239"/>
                <a:gd name="connsiteX2-5" fmla="*/ 4180787 w 4180787"/>
                <a:gd name="connsiteY2-6" fmla="*/ 432613 h 446239"/>
                <a:gd name="connsiteX3-7" fmla="*/ 1797892 w 4180787"/>
                <a:gd name="connsiteY3-8" fmla="*/ 446239 h 446239"/>
                <a:gd name="connsiteX4-9" fmla="*/ 0 w 4180787"/>
                <a:gd name="connsiteY4-10" fmla="*/ 432613 h 446239"/>
                <a:gd name="connsiteX5" fmla="*/ 0 w 4180787"/>
                <a:gd name="connsiteY5" fmla="*/ 0 h 446239"/>
                <a:gd name="connsiteX0-11" fmla="*/ 0 w 4180787"/>
                <a:gd name="connsiteY0-12" fmla="*/ 3102 h 449341"/>
                <a:gd name="connsiteX1-13" fmla="*/ 1774422 w 4180787"/>
                <a:gd name="connsiteY1-14" fmla="*/ 0 h 449341"/>
                <a:gd name="connsiteX2-15" fmla="*/ 4180787 w 4180787"/>
                <a:gd name="connsiteY2-16" fmla="*/ 3102 h 449341"/>
                <a:gd name="connsiteX3-17" fmla="*/ 4180787 w 4180787"/>
                <a:gd name="connsiteY3-18" fmla="*/ 435715 h 449341"/>
                <a:gd name="connsiteX4-19" fmla="*/ 1797892 w 4180787"/>
                <a:gd name="connsiteY4-20" fmla="*/ 449341 h 449341"/>
                <a:gd name="connsiteX5-21" fmla="*/ 0 w 4180787"/>
                <a:gd name="connsiteY5-22" fmla="*/ 435715 h 449341"/>
                <a:gd name="connsiteX6" fmla="*/ 0 w 4180787"/>
                <a:gd name="connsiteY6" fmla="*/ 3102 h 449341"/>
                <a:gd name="connsiteX0-23" fmla="*/ 0 w 4180787"/>
                <a:gd name="connsiteY0-24" fmla="*/ 0 h 446239"/>
                <a:gd name="connsiteX1-25" fmla="*/ 1791064 w 4180787"/>
                <a:gd name="connsiteY1-26" fmla="*/ 191058 h 446239"/>
                <a:gd name="connsiteX2-27" fmla="*/ 4180787 w 4180787"/>
                <a:gd name="connsiteY2-28" fmla="*/ 0 h 446239"/>
                <a:gd name="connsiteX3-29" fmla="*/ 4180787 w 4180787"/>
                <a:gd name="connsiteY3-30" fmla="*/ 432613 h 446239"/>
                <a:gd name="connsiteX4-31" fmla="*/ 1797892 w 4180787"/>
                <a:gd name="connsiteY4-32" fmla="*/ 446239 h 446239"/>
                <a:gd name="connsiteX5-33" fmla="*/ 0 w 4180787"/>
                <a:gd name="connsiteY5-34" fmla="*/ 432613 h 446239"/>
                <a:gd name="connsiteX6-35" fmla="*/ 0 w 4180787"/>
                <a:gd name="connsiteY6-36" fmla="*/ 0 h 446239"/>
                <a:gd name="connsiteX0-37" fmla="*/ 0 w 4180787"/>
                <a:gd name="connsiteY0-38" fmla="*/ 0 h 432613"/>
                <a:gd name="connsiteX1-39" fmla="*/ 1791064 w 4180787"/>
                <a:gd name="connsiteY1-40" fmla="*/ 191058 h 432613"/>
                <a:gd name="connsiteX2-41" fmla="*/ 4180787 w 4180787"/>
                <a:gd name="connsiteY2-42" fmla="*/ 0 h 432613"/>
                <a:gd name="connsiteX3-43" fmla="*/ 4180787 w 4180787"/>
                <a:gd name="connsiteY3-44" fmla="*/ 432613 h 432613"/>
                <a:gd name="connsiteX4-45" fmla="*/ 1740284 w 4180787"/>
                <a:gd name="connsiteY4-46" fmla="*/ 300725 h 432613"/>
                <a:gd name="connsiteX5-47" fmla="*/ 0 w 4180787"/>
                <a:gd name="connsiteY5-48" fmla="*/ 432613 h 432613"/>
                <a:gd name="connsiteX6-49" fmla="*/ 0 w 4180787"/>
                <a:gd name="connsiteY6-50" fmla="*/ 0 h 432613"/>
                <a:gd name="connsiteX0-51" fmla="*/ 0 w 4180787"/>
                <a:gd name="connsiteY0-52" fmla="*/ 0 h 432613"/>
                <a:gd name="connsiteX1-53" fmla="*/ 1835870 w 4180787"/>
                <a:gd name="connsiteY1-54" fmla="*/ 187218 h 432613"/>
                <a:gd name="connsiteX2-55" fmla="*/ 4180787 w 4180787"/>
                <a:gd name="connsiteY2-56" fmla="*/ 0 h 432613"/>
                <a:gd name="connsiteX3-57" fmla="*/ 4180787 w 4180787"/>
                <a:gd name="connsiteY3-58" fmla="*/ 432613 h 432613"/>
                <a:gd name="connsiteX4-59" fmla="*/ 1740284 w 4180787"/>
                <a:gd name="connsiteY4-60" fmla="*/ 300725 h 432613"/>
                <a:gd name="connsiteX5-61" fmla="*/ 0 w 4180787"/>
                <a:gd name="connsiteY5-62" fmla="*/ 432613 h 432613"/>
                <a:gd name="connsiteX6-63" fmla="*/ 0 w 4180787"/>
                <a:gd name="connsiteY6-64" fmla="*/ 0 h 432613"/>
                <a:gd name="connsiteX0-65" fmla="*/ 0 w 4180787"/>
                <a:gd name="connsiteY0-66" fmla="*/ 4908 h 437521"/>
                <a:gd name="connsiteX1-67" fmla="*/ 1835870 w 4180787"/>
                <a:gd name="connsiteY1-68" fmla="*/ 192126 h 437521"/>
                <a:gd name="connsiteX2-69" fmla="*/ 4180787 w 4180787"/>
                <a:gd name="connsiteY2-70" fmla="*/ 4908 h 437521"/>
                <a:gd name="connsiteX3-71" fmla="*/ 4180787 w 4180787"/>
                <a:gd name="connsiteY3-72" fmla="*/ 437521 h 437521"/>
                <a:gd name="connsiteX4-73" fmla="*/ 1740284 w 4180787"/>
                <a:gd name="connsiteY4-74" fmla="*/ 305633 h 437521"/>
                <a:gd name="connsiteX5-75" fmla="*/ 0 w 4180787"/>
                <a:gd name="connsiteY5-76" fmla="*/ 437521 h 437521"/>
                <a:gd name="connsiteX6-77" fmla="*/ 0 w 4180787"/>
                <a:gd name="connsiteY6-78" fmla="*/ 4908 h 437521"/>
                <a:gd name="connsiteX0-79" fmla="*/ 0 w 4180787"/>
                <a:gd name="connsiteY0-80" fmla="*/ 4908 h 446252"/>
                <a:gd name="connsiteX1-81" fmla="*/ 1835870 w 4180787"/>
                <a:gd name="connsiteY1-82" fmla="*/ 192126 h 446252"/>
                <a:gd name="connsiteX2-83" fmla="*/ 4180787 w 4180787"/>
                <a:gd name="connsiteY2-84" fmla="*/ 4908 h 446252"/>
                <a:gd name="connsiteX3-85" fmla="*/ 4180787 w 4180787"/>
                <a:gd name="connsiteY3-86" fmla="*/ 437521 h 446252"/>
                <a:gd name="connsiteX4-87" fmla="*/ 1740284 w 4180787"/>
                <a:gd name="connsiteY4-88" fmla="*/ 305633 h 446252"/>
                <a:gd name="connsiteX5-89" fmla="*/ 0 w 4180787"/>
                <a:gd name="connsiteY5-90" fmla="*/ 437521 h 446252"/>
                <a:gd name="connsiteX6-91" fmla="*/ 0 w 4180787"/>
                <a:gd name="connsiteY6-92" fmla="*/ 4908 h 446252"/>
                <a:gd name="connsiteX0-93" fmla="*/ 0 w 4180787"/>
                <a:gd name="connsiteY0-94" fmla="*/ 4107 h 445451"/>
                <a:gd name="connsiteX1-95" fmla="*/ 1779968 w 4180787"/>
                <a:gd name="connsiteY1-96" fmla="*/ 241252 h 445451"/>
                <a:gd name="connsiteX2-97" fmla="*/ 4180787 w 4180787"/>
                <a:gd name="connsiteY2-98" fmla="*/ 4107 h 445451"/>
                <a:gd name="connsiteX3-99" fmla="*/ 4180787 w 4180787"/>
                <a:gd name="connsiteY3-100" fmla="*/ 436720 h 445451"/>
                <a:gd name="connsiteX4-101" fmla="*/ 1740284 w 4180787"/>
                <a:gd name="connsiteY4-102" fmla="*/ 304832 h 445451"/>
                <a:gd name="connsiteX5-103" fmla="*/ 0 w 4180787"/>
                <a:gd name="connsiteY5-104" fmla="*/ 436720 h 445451"/>
                <a:gd name="connsiteX6-105" fmla="*/ 0 w 4180787"/>
                <a:gd name="connsiteY6-106" fmla="*/ 4107 h 445451"/>
                <a:gd name="connsiteX0-107" fmla="*/ 0 w 4180787"/>
                <a:gd name="connsiteY0-108" fmla="*/ 4107 h 445451"/>
                <a:gd name="connsiteX1-109" fmla="*/ 1779968 w 4180787"/>
                <a:gd name="connsiteY1-110" fmla="*/ 241252 h 445451"/>
                <a:gd name="connsiteX2-111" fmla="*/ 4180787 w 4180787"/>
                <a:gd name="connsiteY2-112" fmla="*/ 4107 h 445451"/>
                <a:gd name="connsiteX3-113" fmla="*/ 4180787 w 4180787"/>
                <a:gd name="connsiteY3-114" fmla="*/ 436720 h 445451"/>
                <a:gd name="connsiteX4-115" fmla="*/ 1740284 w 4180787"/>
                <a:gd name="connsiteY4-116" fmla="*/ 304832 h 445451"/>
                <a:gd name="connsiteX5-117" fmla="*/ 0 w 4180787"/>
                <a:gd name="connsiteY5-118" fmla="*/ 436720 h 445451"/>
                <a:gd name="connsiteX6-119" fmla="*/ 0 w 4180787"/>
                <a:gd name="connsiteY6-120" fmla="*/ 4107 h 445451"/>
                <a:gd name="connsiteX0-121" fmla="*/ 0 w 4180787"/>
                <a:gd name="connsiteY0-122" fmla="*/ 4107 h 436720"/>
                <a:gd name="connsiteX1-123" fmla="*/ 1779968 w 4180787"/>
                <a:gd name="connsiteY1-124" fmla="*/ 241252 h 436720"/>
                <a:gd name="connsiteX2-125" fmla="*/ 4180787 w 4180787"/>
                <a:gd name="connsiteY2-126" fmla="*/ 4107 h 436720"/>
                <a:gd name="connsiteX3-127" fmla="*/ 4180787 w 4180787"/>
                <a:gd name="connsiteY3-128" fmla="*/ 436720 h 436720"/>
                <a:gd name="connsiteX4-129" fmla="*/ 1740284 w 4180787"/>
                <a:gd name="connsiteY4-130" fmla="*/ 304832 h 436720"/>
                <a:gd name="connsiteX5-131" fmla="*/ 0 w 4180787"/>
                <a:gd name="connsiteY5-132" fmla="*/ 436720 h 436720"/>
                <a:gd name="connsiteX6-133" fmla="*/ 0 w 4180787"/>
                <a:gd name="connsiteY6-134" fmla="*/ 4107 h 436720"/>
                <a:gd name="connsiteX0-135" fmla="*/ 0 w 4180787"/>
                <a:gd name="connsiteY0-136" fmla="*/ 4107 h 436720"/>
                <a:gd name="connsiteX1-137" fmla="*/ 1779968 w 4180787"/>
                <a:gd name="connsiteY1-138" fmla="*/ 241252 h 436720"/>
                <a:gd name="connsiteX2-139" fmla="*/ 4180787 w 4180787"/>
                <a:gd name="connsiteY2-140" fmla="*/ 4107 h 436720"/>
                <a:gd name="connsiteX3-141" fmla="*/ 4180787 w 4180787"/>
                <a:gd name="connsiteY3-142" fmla="*/ 436720 h 436720"/>
                <a:gd name="connsiteX4-143" fmla="*/ 1740284 w 4180787"/>
                <a:gd name="connsiteY4-144" fmla="*/ 304832 h 436720"/>
                <a:gd name="connsiteX5-145" fmla="*/ 0 w 4180787"/>
                <a:gd name="connsiteY5-146" fmla="*/ 436720 h 436720"/>
                <a:gd name="connsiteX6-147" fmla="*/ 0 w 4180787"/>
                <a:gd name="connsiteY6-148" fmla="*/ 4107 h 436720"/>
                <a:gd name="connsiteX0-149" fmla="*/ 0 w 4180787"/>
                <a:gd name="connsiteY0-150" fmla="*/ 0 h 432613"/>
                <a:gd name="connsiteX1-151" fmla="*/ 1779968 w 4180787"/>
                <a:gd name="connsiteY1-152" fmla="*/ 237145 h 432613"/>
                <a:gd name="connsiteX2-153" fmla="*/ 4180787 w 4180787"/>
                <a:gd name="connsiteY2-154" fmla="*/ 0 h 432613"/>
                <a:gd name="connsiteX3-155" fmla="*/ 4180787 w 4180787"/>
                <a:gd name="connsiteY3-156" fmla="*/ 432613 h 432613"/>
                <a:gd name="connsiteX4-157" fmla="*/ 1740284 w 4180787"/>
                <a:gd name="connsiteY4-158" fmla="*/ 300725 h 432613"/>
                <a:gd name="connsiteX5-159" fmla="*/ 0 w 4180787"/>
                <a:gd name="connsiteY5-160" fmla="*/ 432613 h 432613"/>
                <a:gd name="connsiteX6-161" fmla="*/ 0 w 4180787"/>
                <a:gd name="connsiteY6-162" fmla="*/ 0 h 43261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Lst>
              <a:rect l="l" t="t" r="r" b="b"/>
              <a:pathLst>
                <a:path w="4180787" h="432613">
                  <a:moveTo>
                    <a:pt x="0" y="0"/>
                  </a:moveTo>
                  <a:cubicBezTo>
                    <a:pt x="455759" y="126804"/>
                    <a:pt x="1083170" y="237145"/>
                    <a:pt x="1779968" y="237145"/>
                  </a:cubicBezTo>
                  <a:cubicBezTo>
                    <a:pt x="2476766" y="237145"/>
                    <a:pt x="3713158" y="116136"/>
                    <a:pt x="4180787" y="0"/>
                  </a:cubicBezTo>
                  <a:lnTo>
                    <a:pt x="4180787" y="432613"/>
                  </a:lnTo>
                  <a:cubicBezTo>
                    <a:pt x="3758675" y="303509"/>
                    <a:pt x="2437082" y="300725"/>
                    <a:pt x="1740284" y="300725"/>
                  </a:cubicBezTo>
                  <a:cubicBezTo>
                    <a:pt x="1043486" y="300725"/>
                    <a:pt x="357043" y="386721"/>
                    <a:pt x="0" y="432613"/>
                  </a:cubicBezTo>
                  <a:lnTo>
                    <a:pt x="0" y="0"/>
                  </a:lnTo>
                  <a:close/>
                </a:path>
              </a:pathLst>
            </a:custGeom>
            <a:grpFill/>
            <a:ln w="25400" cap="flat" cmpd="sng" algn="ctr">
              <a:noFill/>
              <a:prstDash val="solid"/>
            </a:ln>
            <a:effectLst/>
          </p:spPr>
          <p:txBody>
            <a:bodyPr rtlCol="0" anchor="ctr"/>
            <a:lstStyle/>
            <a:p>
              <a:pPr algn="ctr">
                <a:defRPr/>
              </a:pPr>
              <a:endParaRPr lang="en-US" kern="0">
                <a:solidFill>
                  <a:sysClr val="window" lastClr="FFFFFF"/>
                </a:solidFill>
                <a:latin typeface="Calibri" panose="020F0502020204030204"/>
              </a:endParaRPr>
            </a:p>
          </p:txBody>
        </p:sp>
        <p:sp>
          <p:nvSpPr>
            <p:cNvPr id="42" name="矩形 1"/>
            <p:cNvSpPr/>
            <p:nvPr/>
          </p:nvSpPr>
          <p:spPr>
            <a:xfrm rot="293950">
              <a:off x="4560710" y="2421092"/>
              <a:ext cx="3190192" cy="330110"/>
            </a:xfrm>
            <a:custGeom>
              <a:avLst/>
              <a:gdLst>
                <a:gd name="connsiteX0" fmla="*/ 0 w 4180787"/>
                <a:gd name="connsiteY0" fmla="*/ 0 h 432613"/>
                <a:gd name="connsiteX1" fmla="*/ 4180787 w 4180787"/>
                <a:gd name="connsiteY1" fmla="*/ 0 h 432613"/>
                <a:gd name="connsiteX2" fmla="*/ 4180787 w 4180787"/>
                <a:gd name="connsiteY2" fmla="*/ 432613 h 432613"/>
                <a:gd name="connsiteX3" fmla="*/ 0 w 4180787"/>
                <a:gd name="connsiteY3" fmla="*/ 432613 h 432613"/>
                <a:gd name="connsiteX4" fmla="*/ 0 w 4180787"/>
                <a:gd name="connsiteY4" fmla="*/ 0 h 432613"/>
                <a:gd name="connsiteX0-1" fmla="*/ 0 w 4180787"/>
                <a:gd name="connsiteY0-2" fmla="*/ 0 h 446239"/>
                <a:gd name="connsiteX1-3" fmla="*/ 4180787 w 4180787"/>
                <a:gd name="connsiteY1-4" fmla="*/ 0 h 446239"/>
                <a:gd name="connsiteX2-5" fmla="*/ 4180787 w 4180787"/>
                <a:gd name="connsiteY2-6" fmla="*/ 432613 h 446239"/>
                <a:gd name="connsiteX3-7" fmla="*/ 1797892 w 4180787"/>
                <a:gd name="connsiteY3-8" fmla="*/ 446239 h 446239"/>
                <a:gd name="connsiteX4-9" fmla="*/ 0 w 4180787"/>
                <a:gd name="connsiteY4-10" fmla="*/ 432613 h 446239"/>
                <a:gd name="connsiteX5" fmla="*/ 0 w 4180787"/>
                <a:gd name="connsiteY5" fmla="*/ 0 h 446239"/>
                <a:gd name="connsiteX0-11" fmla="*/ 0 w 4180787"/>
                <a:gd name="connsiteY0-12" fmla="*/ 3102 h 449341"/>
                <a:gd name="connsiteX1-13" fmla="*/ 1774422 w 4180787"/>
                <a:gd name="connsiteY1-14" fmla="*/ 0 h 449341"/>
                <a:gd name="connsiteX2-15" fmla="*/ 4180787 w 4180787"/>
                <a:gd name="connsiteY2-16" fmla="*/ 3102 h 449341"/>
                <a:gd name="connsiteX3-17" fmla="*/ 4180787 w 4180787"/>
                <a:gd name="connsiteY3-18" fmla="*/ 435715 h 449341"/>
                <a:gd name="connsiteX4-19" fmla="*/ 1797892 w 4180787"/>
                <a:gd name="connsiteY4-20" fmla="*/ 449341 h 449341"/>
                <a:gd name="connsiteX5-21" fmla="*/ 0 w 4180787"/>
                <a:gd name="connsiteY5-22" fmla="*/ 435715 h 449341"/>
                <a:gd name="connsiteX6" fmla="*/ 0 w 4180787"/>
                <a:gd name="connsiteY6" fmla="*/ 3102 h 449341"/>
                <a:gd name="connsiteX0-23" fmla="*/ 0 w 4180787"/>
                <a:gd name="connsiteY0-24" fmla="*/ 0 h 446239"/>
                <a:gd name="connsiteX1-25" fmla="*/ 1791064 w 4180787"/>
                <a:gd name="connsiteY1-26" fmla="*/ 191058 h 446239"/>
                <a:gd name="connsiteX2-27" fmla="*/ 4180787 w 4180787"/>
                <a:gd name="connsiteY2-28" fmla="*/ 0 h 446239"/>
                <a:gd name="connsiteX3-29" fmla="*/ 4180787 w 4180787"/>
                <a:gd name="connsiteY3-30" fmla="*/ 432613 h 446239"/>
                <a:gd name="connsiteX4-31" fmla="*/ 1797892 w 4180787"/>
                <a:gd name="connsiteY4-32" fmla="*/ 446239 h 446239"/>
                <a:gd name="connsiteX5-33" fmla="*/ 0 w 4180787"/>
                <a:gd name="connsiteY5-34" fmla="*/ 432613 h 446239"/>
                <a:gd name="connsiteX6-35" fmla="*/ 0 w 4180787"/>
                <a:gd name="connsiteY6-36" fmla="*/ 0 h 446239"/>
                <a:gd name="connsiteX0-37" fmla="*/ 0 w 4180787"/>
                <a:gd name="connsiteY0-38" fmla="*/ 0 h 432613"/>
                <a:gd name="connsiteX1-39" fmla="*/ 1791064 w 4180787"/>
                <a:gd name="connsiteY1-40" fmla="*/ 191058 h 432613"/>
                <a:gd name="connsiteX2-41" fmla="*/ 4180787 w 4180787"/>
                <a:gd name="connsiteY2-42" fmla="*/ 0 h 432613"/>
                <a:gd name="connsiteX3-43" fmla="*/ 4180787 w 4180787"/>
                <a:gd name="connsiteY3-44" fmla="*/ 432613 h 432613"/>
                <a:gd name="connsiteX4-45" fmla="*/ 1740284 w 4180787"/>
                <a:gd name="connsiteY4-46" fmla="*/ 300725 h 432613"/>
                <a:gd name="connsiteX5-47" fmla="*/ 0 w 4180787"/>
                <a:gd name="connsiteY5-48" fmla="*/ 432613 h 432613"/>
                <a:gd name="connsiteX6-49" fmla="*/ 0 w 4180787"/>
                <a:gd name="connsiteY6-50" fmla="*/ 0 h 432613"/>
                <a:gd name="connsiteX0-51" fmla="*/ 0 w 4180787"/>
                <a:gd name="connsiteY0-52" fmla="*/ 0 h 432613"/>
                <a:gd name="connsiteX1-53" fmla="*/ 1835870 w 4180787"/>
                <a:gd name="connsiteY1-54" fmla="*/ 187218 h 432613"/>
                <a:gd name="connsiteX2-55" fmla="*/ 4180787 w 4180787"/>
                <a:gd name="connsiteY2-56" fmla="*/ 0 h 432613"/>
                <a:gd name="connsiteX3-57" fmla="*/ 4180787 w 4180787"/>
                <a:gd name="connsiteY3-58" fmla="*/ 432613 h 432613"/>
                <a:gd name="connsiteX4-59" fmla="*/ 1740284 w 4180787"/>
                <a:gd name="connsiteY4-60" fmla="*/ 300725 h 432613"/>
                <a:gd name="connsiteX5-61" fmla="*/ 0 w 4180787"/>
                <a:gd name="connsiteY5-62" fmla="*/ 432613 h 432613"/>
                <a:gd name="connsiteX6-63" fmla="*/ 0 w 4180787"/>
                <a:gd name="connsiteY6-64" fmla="*/ 0 h 432613"/>
                <a:gd name="connsiteX0-65" fmla="*/ 0 w 4180787"/>
                <a:gd name="connsiteY0-66" fmla="*/ 4908 h 437521"/>
                <a:gd name="connsiteX1-67" fmla="*/ 1835870 w 4180787"/>
                <a:gd name="connsiteY1-68" fmla="*/ 192126 h 437521"/>
                <a:gd name="connsiteX2-69" fmla="*/ 4180787 w 4180787"/>
                <a:gd name="connsiteY2-70" fmla="*/ 4908 h 437521"/>
                <a:gd name="connsiteX3-71" fmla="*/ 4180787 w 4180787"/>
                <a:gd name="connsiteY3-72" fmla="*/ 437521 h 437521"/>
                <a:gd name="connsiteX4-73" fmla="*/ 1740284 w 4180787"/>
                <a:gd name="connsiteY4-74" fmla="*/ 305633 h 437521"/>
                <a:gd name="connsiteX5-75" fmla="*/ 0 w 4180787"/>
                <a:gd name="connsiteY5-76" fmla="*/ 437521 h 437521"/>
                <a:gd name="connsiteX6-77" fmla="*/ 0 w 4180787"/>
                <a:gd name="connsiteY6-78" fmla="*/ 4908 h 437521"/>
                <a:gd name="connsiteX0-79" fmla="*/ 0 w 4180787"/>
                <a:gd name="connsiteY0-80" fmla="*/ 4908 h 446252"/>
                <a:gd name="connsiteX1-81" fmla="*/ 1835870 w 4180787"/>
                <a:gd name="connsiteY1-82" fmla="*/ 192126 h 446252"/>
                <a:gd name="connsiteX2-83" fmla="*/ 4180787 w 4180787"/>
                <a:gd name="connsiteY2-84" fmla="*/ 4908 h 446252"/>
                <a:gd name="connsiteX3-85" fmla="*/ 4180787 w 4180787"/>
                <a:gd name="connsiteY3-86" fmla="*/ 437521 h 446252"/>
                <a:gd name="connsiteX4-87" fmla="*/ 1740284 w 4180787"/>
                <a:gd name="connsiteY4-88" fmla="*/ 305633 h 446252"/>
                <a:gd name="connsiteX5-89" fmla="*/ 0 w 4180787"/>
                <a:gd name="connsiteY5-90" fmla="*/ 437521 h 446252"/>
                <a:gd name="connsiteX6-91" fmla="*/ 0 w 4180787"/>
                <a:gd name="connsiteY6-92" fmla="*/ 4908 h 446252"/>
                <a:gd name="connsiteX0-93" fmla="*/ 0 w 4180787"/>
                <a:gd name="connsiteY0-94" fmla="*/ 4107 h 445451"/>
                <a:gd name="connsiteX1-95" fmla="*/ 1779968 w 4180787"/>
                <a:gd name="connsiteY1-96" fmla="*/ 241252 h 445451"/>
                <a:gd name="connsiteX2-97" fmla="*/ 4180787 w 4180787"/>
                <a:gd name="connsiteY2-98" fmla="*/ 4107 h 445451"/>
                <a:gd name="connsiteX3-99" fmla="*/ 4180787 w 4180787"/>
                <a:gd name="connsiteY3-100" fmla="*/ 436720 h 445451"/>
                <a:gd name="connsiteX4-101" fmla="*/ 1740284 w 4180787"/>
                <a:gd name="connsiteY4-102" fmla="*/ 304832 h 445451"/>
                <a:gd name="connsiteX5-103" fmla="*/ 0 w 4180787"/>
                <a:gd name="connsiteY5-104" fmla="*/ 436720 h 445451"/>
                <a:gd name="connsiteX6-105" fmla="*/ 0 w 4180787"/>
                <a:gd name="connsiteY6-106" fmla="*/ 4107 h 445451"/>
                <a:gd name="connsiteX0-107" fmla="*/ 0 w 4180787"/>
                <a:gd name="connsiteY0-108" fmla="*/ 4107 h 445451"/>
                <a:gd name="connsiteX1-109" fmla="*/ 1779968 w 4180787"/>
                <a:gd name="connsiteY1-110" fmla="*/ 241252 h 445451"/>
                <a:gd name="connsiteX2-111" fmla="*/ 4180787 w 4180787"/>
                <a:gd name="connsiteY2-112" fmla="*/ 4107 h 445451"/>
                <a:gd name="connsiteX3-113" fmla="*/ 4180787 w 4180787"/>
                <a:gd name="connsiteY3-114" fmla="*/ 436720 h 445451"/>
                <a:gd name="connsiteX4-115" fmla="*/ 1740284 w 4180787"/>
                <a:gd name="connsiteY4-116" fmla="*/ 304832 h 445451"/>
                <a:gd name="connsiteX5-117" fmla="*/ 0 w 4180787"/>
                <a:gd name="connsiteY5-118" fmla="*/ 436720 h 445451"/>
                <a:gd name="connsiteX6-119" fmla="*/ 0 w 4180787"/>
                <a:gd name="connsiteY6-120" fmla="*/ 4107 h 445451"/>
                <a:gd name="connsiteX0-121" fmla="*/ 0 w 4180787"/>
                <a:gd name="connsiteY0-122" fmla="*/ 4107 h 436720"/>
                <a:gd name="connsiteX1-123" fmla="*/ 1779968 w 4180787"/>
                <a:gd name="connsiteY1-124" fmla="*/ 241252 h 436720"/>
                <a:gd name="connsiteX2-125" fmla="*/ 4180787 w 4180787"/>
                <a:gd name="connsiteY2-126" fmla="*/ 4107 h 436720"/>
                <a:gd name="connsiteX3-127" fmla="*/ 4180787 w 4180787"/>
                <a:gd name="connsiteY3-128" fmla="*/ 436720 h 436720"/>
                <a:gd name="connsiteX4-129" fmla="*/ 1740284 w 4180787"/>
                <a:gd name="connsiteY4-130" fmla="*/ 304832 h 436720"/>
                <a:gd name="connsiteX5-131" fmla="*/ 0 w 4180787"/>
                <a:gd name="connsiteY5-132" fmla="*/ 436720 h 436720"/>
                <a:gd name="connsiteX6-133" fmla="*/ 0 w 4180787"/>
                <a:gd name="connsiteY6-134" fmla="*/ 4107 h 436720"/>
                <a:gd name="connsiteX0-135" fmla="*/ 0 w 4180787"/>
                <a:gd name="connsiteY0-136" fmla="*/ 4107 h 436720"/>
                <a:gd name="connsiteX1-137" fmla="*/ 1779968 w 4180787"/>
                <a:gd name="connsiteY1-138" fmla="*/ 241252 h 436720"/>
                <a:gd name="connsiteX2-139" fmla="*/ 4180787 w 4180787"/>
                <a:gd name="connsiteY2-140" fmla="*/ 4107 h 436720"/>
                <a:gd name="connsiteX3-141" fmla="*/ 4180787 w 4180787"/>
                <a:gd name="connsiteY3-142" fmla="*/ 436720 h 436720"/>
                <a:gd name="connsiteX4-143" fmla="*/ 1740284 w 4180787"/>
                <a:gd name="connsiteY4-144" fmla="*/ 304832 h 436720"/>
                <a:gd name="connsiteX5-145" fmla="*/ 0 w 4180787"/>
                <a:gd name="connsiteY5-146" fmla="*/ 436720 h 436720"/>
                <a:gd name="connsiteX6-147" fmla="*/ 0 w 4180787"/>
                <a:gd name="connsiteY6-148" fmla="*/ 4107 h 436720"/>
                <a:gd name="connsiteX0-149" fmla="*/ 0 w 4180787"/>
                <a:gd name="connsiteY0-150" fmla="*/ 0 h 432613"/>
                <a:gd name="connsiteX1-151" fmla="*/ 1779968 w 4180787"/>
                <a:gd name="connsiteY1-152" fmla="*/ 237145 h 432613"/>
                <a:gd name="connsiteX2-153" fmla="*/ 4180787 w 4180787"/>
                <a:gd name="connsiteY2-154" fmla="*/ 0 h 432613"/>
                <a:gd name="connsiteX3-155" fmla="*/ 4180787 w 4180787"/>
                <a:gd name="connsiteY3-156" fmla="*/ 432613 h 432613"/>
                <a:gd name="connsiteX4-157" fmla="*/ 1740284 w 4180787"/>
                <a:gd name="connsiteY4-158" fmla="*/ 300725 h 432613"/>
                <a:gd name="connsiteX5-159" fmla="*/ 0 w 4180787"/>
                <a:gd name="connsiteY5-160" fmla="*/ 432613 h 432613"/>
                <a:gd name="connsiteX6-161" fmla="*/ 0 w 4180787"/>
                <a:gd name="connsiteY6-162" fmla="*/ 0 h 43261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Lst>
              <a:rect l="l" t="t" r="r" b="b"/>
              <a:pathLst>
                <a:path w="4180787" h="432613">
                  <a:moveTo>
                    <a:pt x="0" y="0"/>
                  </a:moveTo>
                  <a:cubicBezTo>
                    <a:pt x="455759" y="126804"/>
                    <a:pt x="1083170" y="237145"/>
                    <a:pt x="1779968" y="237145"/>
                  </a:cubicBezTo>
                  <a:cubicBezTo>
                    <a:pt x="2476766" y="237145"/>
                    <a:pt x="3713158" y="116136"/>
                    <a:pt x="4180787" y="0"/>
                  </a:cubicBezTo>
                  <a:lnTo>
                    <a:pt x="4180787" y="432613"/>
                  </a:lnTo>
                  <a:cubicBezTo>
                    <a:pt x="3758675" y="303509"/>
                    <a:pt x="2437082" y="300725"/>
                    <a:pt x="1740284" y="300725"/>
                  </a:cubicBezTo>
                  <a:cubicBezTo>
                    <a:pt x="1043486" y="300725"/>
                    <a:pt x="357043" y="386721"/>
                    <a:pt x="0" y="432613"/>
                  </a:cubicBezTo>
                  <a:lnTo>
                    <a:pt x="0" y="0"/>
                  </a:lnTo>
                  <a:close/>
                </a:path>
              </a:pathLst>
            </a:custGeom>
            <a:grpFill/>
            <a:ln w="25400" cap="flat" cmpd="sng" algn="ctr">
              <a:noFill/>
              <a:prstDash val="solid"/>
            </a:ln>
            <a:effectLst/>
          </p:spPr>
          <p:txBody>
            <a:bodyPr rtlCol="0" anchor="ctr"/>
            <a:lstStyle/>
            <a:p>
              <a:pPr algn="ctr">
                <a:defRPr/>
              </a:pPr>
              <a:endParaRPr lang="en-US" kern="0">
                <a:solidFill>
                  <a:sysClr val="window" lastClr="FFFFFF"/>
                </a:solidFill>
                <a:latin typeface="Calibri" panose="020F0502020204030204"/>
              </a:endParaRPr>
            </a:p>
          </p:txBody>
        </p:sp>
        <p:sp>
          <p:nvSpPr>
            <p:cNvPr id="43" name="矩形 1"/>
            <p:cNvSpPr/>
            <p:nvPr/>
          </p:nvSpPr>
          <p:spPr>
            <a:xfrm rot="20453418">
              <a:off x="3883553" y="3253044"/>
              <a:ext cx="3827870" cy="421241"/>
            </a:xfrm>
            <a:custGeom>
              <a:avLst/>
              <a:gdLst>
                <a:gd name="connsiteX0" fmla="*/ 0 w 4180787"/>
                <a:gd name="connsiteY0" fmla="*/ 0 h 432613"/>
                <a:gd name="connsiteX1" fmla="*/ 4180787 w 4180787"/>
                <a:gd name="connsiteY1" fmla="*/ 0 h 432613"/>
                <a:gd name="connsiteX2" fmla="*/ 4180787 w 4180787"/>
                <a:gd name="connsiteY2" fmla="*/ 432613 h 432613"/>
                <a:gd name="connsiteX3" fmla="*/ 0 w 4180787"/>
                <a:gd name="connsiteY3" fmla="*/ 432613 h 432613"/>
                <a:gd name="connsiteX4" fmla="*/ 0 w 4180787"/>
                <a:gd name="connsiteY4" fmla="*/ 0 h 432613"/>
                <a:gd name="connsiteX0-1" fmla="*/ 0 w 4180787"/>
                <a:gd name="connsiteY0-2" fmla="*/ 0 h 446239"/>
                <a:gd name="connsiteX1-3" fmla="*/ 4180787 w 4180787"/>
                <a:gd name="connsiteY1-4" fmla="*/ 0 h 446239"/>
                <a:gd name="connsiteX2-5" fmla="*/ 4180787 w 4180787"/>
                <a:gd name="connsiteY2-6" fmla="*/ 432613 h 446239"/>
                <a:gd name="connsiteX3-7" fmla="*/ 1797892 w 4180787"/>
                <a:gd name="connsiteY3-8" fmla="*/ 446239 h 446239"/>
                <a:gd name="connsiteX4-9" fmla="*/ 0 w 4180787"/>
                <a:gd name="connsiteY4-10" fmla="*/ 432613 h 446239"/>
                <a:gd name="connsiteX5" fmla="*/ 0 w 4180787"/>
                <a:gd name="connsiteY5" fmla="*/ 0 h 446239"/>
                <a:gd name="connsiteX0-11" fmla="*/ 0 w 4180787"/>
                <a:gd name="connsiteY0-12" fmla="*/ 3102 h 449341"/>
                <a:gd name="connsiteX1-13" fmla="*/ 1774422 w 4180787"/>
                <a:gd name="connsiteY1-14" fmla="*/ 0 h 449341"/>
                <a:gd name="connsiteX2-15" fmla="*/ 4180787 w 4180787"/>
                <a:gd name="connsiteY2-16" fmla="*/ 3102 h 449341"/>
                <a:gd name="connsiteX3-17" fmla="*/ 4180787 w 4180787"/>
                <a:gd name="connsiteY3-18" fmla="*/ 435715 h 449341"/>
                <a:gd name="connsiteX4-19" fmla="*/ 1797892 w 4180787"/>
                <a:gd name="connsiteY4-20" fmla="*/ 449341 h 449341"/>
                <a:gd name="connsiteX5-21" fmla="*/ 0 w 4180787"/>
                <a:gd name="connsiteY5-22" fmla="*/ 435715 h 449341"/>
                <a:gd name="connsiteX6" fmla="*/ 0 w 4180787"/>
                <a:gd name="connsiteY6" fmla="*/ 3102 h 449341"/>
                <a:gd name="connsiteX0-23" fmla="*/ 0 w 4180787"/>
                <a:gd name="connsiteY0-24" fmla="*/ 0 h 446239"/>
                <a:gd name="connsiteX1-25" fmla="*/ 1791064 w 4180787"/>
                <a:gd name="connsiteY1-26" fmla="*/ 191058 h 446239"/>
                <a:gd name="connsiteX2-27" fmla="*/ 4180787 w 4180787"/>
                <a:gd name="connsiteY2-28" fmla="*/ 0 h 446239"/>
                <a:gd name="connsiteX3-29" fmla="*/ 4180787 w 4180787"/>
                <a:gd name="connsiteY3-30" fmla="*/ 432613 h 446239"/>
                <a:gd name="connsiteX4-31" fmla="*/ 1797892 w 4180787"/>
                <a:gd name="connsiteY4-32" fmla="*/ 446239 h 446239"/>
                <a:gd name="connsiteX5-33" fmla="*/ 0 w 4180787"/>
                <a:gd name="connsiteY5-34" fmla="*/ 432613 h 446239"/>
                <a:gd name="connsiteX6-35" fmla="*/ 0 w 4180787"/>
                <a:gd name="connsiteY6-36" fmla="*/ 0 h 446239"/>
                <a:gd name="connsiteX0-37" fmla="*/ 0 w 4180787"/>
                <a:gd name="connsiteY0-38" fmla="*/ 0 h 432613"/>
                <a:gd name="connsiteX1-39" fmla="*/ 1791064 w 4180787"/>
                <a:gd name="connsiteY1-40" fmla="*/ 191058 h 432613"/>
                <a:gd name="connsiteX2-41" fmla="*/ 4180787 w 4180787"/>
                <a:gd name="connsiteY2-42" fmla="*/ 0 h 432613"/>
                <a:gd name="connsiteX3-43" fmla="*/ 4180787 w 4180787"/>
                <a:gd name="connsiteY3-44" fmla="*/ 432613 h 432613"/>
                <a:gd name="connsiteX4-45" fmla="*/ 1740284 w 4180787"/>
                <a:gd name="connsiteY4-46" fmla="*/ 300725 h 432613"/>
                <a:gd name="connsiteX5-47" fmla="*/ 0 w 4180787"/>
                <a:gd name="connsiteY5-48" fmla="*/ 432613 h 432613"/>
                <a:gd name="connsiteX6-49" fmla="*/ 0 w 4180787"/>
                <a:gd name="connsiteY6-50" fmla="*/ 0 h 432613"/>
                <a:gd name="connsiteX0-51" fmla="*/ 0 w 4180787"/>
                <a:gd name="connsiteY0-52" fmla="*/ 0 h 432613"/>
                <a:gd name="connsiteX1-53" fmla="*/ 1835870 w 4180787"/>
                <a:gd name="connsiteY1-54" fmla="*/ 187218 h 432613"/>
                <a:gd name="connsiteX2-55" fmla="*/ 4180787 w 4180787"/>
                <a:gd name="connsiteY2-56" fmla="*/ 0 h 432613"/>
                <a:gd name="connsiteX3-57" fmla="*/ 4180787 w 4180787"/>
                <a:gd name="connsiteY3-58" fmla="*/ 432613 h 432613"/>
                <a:gd name="connsiteX4-59" fmla="*/ 1740284 w 4180787"/>
                <a:gd name="connsiteY4-60" fmla="*/ 300725 h 432613"/>
                <a:gd name="connsiteX5-61" fmla="*/ 0 w 4180787"/>
                <a:gd name="connsiteY5-62" fmla="*/ 432613 h 432613"/>
                <a:gd name="connsiteX6-63" fmla="*/ 0 w 4180787"/>
                <a:gd name="connsiteY6-64" fmla="*/ 0 h 432613"/>
                <a:gd name="connsiteX0-65" fmla="*/ 0 w 4180787"/>
                <a:gd name="connsiteY0-66" fmla="*/ 4908 h 437521"/>
                <a:gd name="connsiteX1-67" fmla="*/ 1835870 w 4180787"/>
                <a:gd name="connsiteY1-68" fmla="*/ 192126 h 437521"/>
                <a:gd name="connsiteX2-69" fmla="*/ 4180787 w 4180787"/>
                <a:gd name="connsiteY2-70" fmla="*/ 4908 h 437521"/>
                <a:gd name="connsiteX3-71" fmla="*/ 4180787 w 4180787"/>
                <a:gd name="connsiteY3-72" fmla="*/ 437521 h 437521"/>
                <a:gd name="connsiteX4-73" fmla="*/ 1740284 w 4180787"/>
                <a:gd name="connsiteY4-74" fmla="*/ 305633 h 437521"/>
                <a:gd name="connsiteX5-75" fmla="*/ 0 w 4180787"/>
                <a:gd name="connsiteY5-76" fmla="*/ 437521 h 437521"/>
                <a:gd name="connsiteX6-77" fmla="*/ 0 w 4180787"/>
                <a:gd name="connsiteY6-78" fmla="*/ 4908 h 437521"/>
                <a:gd name="connsiteX0-79" fmla="*/ 0 w 4180787"/>
                <a:gd name="connsiteY0-80" fmla="*/ 4908 h 446252"/>
                <a:gd name="connsiteX1-81" fmla="*/ 1835870 w 4180787"/>
                <a:gd name="connsiteY1-82" fmla="*/ 192126 h 446252"/>
                <a:gd name="connsiteX2-83" fmla="*/ 4180787 w 4180787"/>
                <a:gd name="connsiteY2-84" fmla="*/ 4908 h 446252"/>
                <a:gd name="connsiteX3-85" fmla="*/ 4180787 w 4180787"/>
                <a:gd name="connsiteY3-86" fmla="*/ 437521 h 446252"/>
                <a:gd name="connsiteX4-87" fmla="*/ 1740284 w 4180787"/>
                <a:gd name="connsiteY4-88" fmla="*/ 305633 h 446252"/>
                <a:gd name="connsiteX5-89" fmla="*/ 0 w 4180787"/>
                <a:gd name="connsiteY5-90" fmla="*/ 437521 h 446252"/>
                <a:gd name="connsiteX6-91" fmla="*/ 0 w 4180787"/>
                <a:gd name="connsiteY6-92" fmla="*/ 4908 h 446252"/>
                <a:gd name="connsiteX0-93" fmla="*/ 0 w 4180787"/>
                <a:gd name="connsiteY0-94" fmla="*/ 4107 h 445451"/>
                <a:gd name="connsiteX1-95" fmla="*/ 1779968 w 4180787"/>
                <a:gd name="connsiteY1-96" fmla="*/ 241252 h 445451"/>
                <a:gd name="connsiteX2-97" fmla="*/ 4180787 w 4180787"/>
                <a:gd name="connsiteY2-98" fmla="*/ 4107 h 445451"/>
                <a:gd name="connsiteX3-99" fmla="*/ 4180787 w 4180787"/>
                <a:gd name="connsiteY3-100" fmla="*/ 436720 h 445451"/>
                <a:gd name="connsiteX4-101" fmla="*/ 1740284 w 4180787"/>
                <a:gd name="connsiteY4-102" fmla="*/ 304832 h 445451"/>
                <a:gd name="connsiteX5-103" fmla="*/ 0 w 4180787"/>
                <a:gd name="connsiteY5-104" fmla="*/ 436720 h 445451"/>
                <a:gd name="connsiteX6-105" fmla="*/ 0 w 4180787"/>
                <a:gd name="connsiteY6-106" fmla="*/ 4107 h 445451"/>
                <a:gd name="connsiteX0-107" fmla="*/ 0 w 4180787"/>
                <a:gd name="connsiteY0-108" fmla="*/ 4107 h 445451"/>
                <a:gd name="connsiteX1-109" fmla="*/ 1779968 w 4180787"/>
                <a:gd name="connsiteY1-110" fmla="*/ 241252 h 445451"/>
                <a:gd name="connsiteX2-111" fmla="*/ 4180787 w 4180787"/>
                <a:gd name="connsiteY2-112" fmla="*/ 4107 h 445451"/>
                <a:gd name="connsiteX3-113" fmla="*/ 4180787 w 4180787"/>
                <a:gd name="connsiteY3-114" fmla="*/ 436720 h 445451"/>
                <a:gd name="connsiteX4-115" fmla="*/ 1740284 w 4180787"/>
                <a:gd name="connsiteY4-116" fmla="*/ 304832 h 445451"/>
                <a:gd name="connsiteX5-117" fmla="*/ 0 w 4180787"/>
                <a:gd name="connsiteY5-118" fmla="*/ 436720 h 445451"/>
                <a:gd name="connsiteX6-119" fmla="*/ 0 w 4180787"/>
                <a:gd name="connsiteY6-120" fmla="*/ 4107 h 445451"/>
                <a:gd name="connsiteX0-121" fmla="*/ 0 w 4180787"/>
                <a:gd name="connsiteY0-122" fmla="*/ 4107 h 436720"/>
                <a:gd name="connsiteX1-123" fmla="*/ 1779968 w 4180787"/>
                <a:gd name="connsiteY1-124" fmla="*/ 241252 h 436720"/>
                <a:gd name="connsiteX2-125" fmla="*/ 4180787 w 4180787"/>
                <a:gd name="connsiteY2-126" fmla="*/ 4107 h 436720"/>
                <a:gd name="connsiteX3-127" fmla="*/ 4180787 w 4180787"/>
                <a:gd name="connsiteY3-128" fmla="*/ 436720 h 436720"/>
                <a:gd name="connsiteX4-129" fmla="*/ 1740284 w 4180787"/>
                <a:gd name="connsiteY4-130" fmla="*/ 304832 h 436720"/>
                <a:gd name="connsiteX5-131" fmla="*/ 0 w 4180787"/>
                <a:gd name="connsiteY5-132" fmla="*/ 436720 h 436720"/>
                <a:gd name="connsiteX6-133" fmla="*/ 0 w 4180787"/>
                <a:gd name="connsiteY6-134" fmla="*/ 4107 h 436720"/>
                <a:gd name="connsiteX0-135" fmla="*/ 0 w 4180787"/>
                <a:gd name="connsiteY0-136" fmla="*/ 4107 h 436720"/>
                <a:gd name="connsiteX1-137" fmla="*/ 1779968 w 4180787"/>
                <a:gd name="connsiteY1-138" fmla="*/ 241252 h 436720"/>
                <a:gd name="connsiteX2-139" fmla="*/ 4180787 w 4180787"/>
                <a:gd name="connsiteY2-140" fmla="*/ 4107 h 436720"/>
                <a:gd name="connsiteX3-141" fmla="*/ 4180787 w 4180787"/>
                <a:gd name="connsiteY3-142" fmla="*/ 436720 h 436720"/>
                <a:gd name="connsiteX4-143" fmla="*/ 1740284 w 4180787"/>
                <a:gd name="connsiteY4-144" fmla="*/ 304832 h 436720"/>
                <a:gd name="connsiteX5-145" fmla="*/ 0 w 4180787"/>
                <a:gd name="connsiteY5-146" fmla="*/ 436720 h 436720"/>
                <a:gd name="connsiteX6-147" fmla="*/ 0 w 4180787"/>
                <a:gd name="connsiteY6-148" fmla="*/ 4107 h 436720"/>
                <a:gd name="connsiteX0-149" fmla="*/ 0 w 4180787"/>
                <a:gd name="connsiteY0-150" fmla="*/ 0 h 432613"/>
                <a:gd name="connsiteX1-151" fmla="*/ 1779968 w 4180787"/>
                <a:gd name="connsiteY1-152" fmla="*/ 237145 h 432613"/>
                <a:gd name="connsiteX2-153" fmla="*/ 4180787 w 4180787"/>
                <a:gd name="connsiteY2-154" fmla="*/ 0 h 432613"/>
                <a:gd name="connsiteX3-155" fmla="*/ 4180787 w 4180787"/>
                <a:gd name="connsiteY3-156" fmla="*/ 432613 h 432613"/>
                <a:gd name="connsiteX4-157" fmla="*/ 1740284 w 4180787"/>
                <a:gd name="connsiteY4-158" fmla="*/ 300725 h 432613"/>
                <a:gd name="connsiteX5-159" fmla="*/ 0 w 4180787"/>
                <a:gd name="connsiteY5-160" fmla="*/ 432613 h 432613"/>
                <a:gd name="connsiteX6-161" fmla="*/ 0 w 4180787"/>
                <a:gd name="connsiteY6-162" fmla="*/ 0 h 43261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Lst>
              <a:rect l="l" t="t" r="r" b="b"/>
              <a:pathLst>
                <a:path w="4180787" h="432613">
                  <a:moveTo>
                    <a:pt x="0" y="0"/>
                  </a:moveTo>
                  <a:cubicBezTo>
                    <a:pt x="455759" y="126804"/>
                    <a:pt x="1083170" y="237145"/>
                    <a:pt x="1779968" y="237145"/>
                  </a:cubicBezTo>
                  <a:cubicBezTo>
                    <a:pt x="2476766" y="237145"/>
                    <a:pt x="3713158" y="116136"/>
                    <a:pt x="4180787" y="0"/>
                  </a:cubicBezTo>
                  <a:lnTo>
                    <a:pt x="4180787" y="432613"/>
                  </a:lnTo>
                  <a:cubicBezTo>
                    <a:pt x="3758675" y="303509"/>
                    <a:pt x="2437082" y="300725"/>
                    <a:pt x="1740284" y="300725"/>
                  </a:cubicBezTo>
                  <a:cubicBezTo>
                    <a:pt x="1043486" y="300725"/>
                    <a:pt x="357043" y="386721"/>
                    <a:pt x="0" y="432613"/>
                  </a:cubicBezTo>
                  <a:lnTo>
                    <a:pt x="0" y="0"/>
                  </a:lnTo>
                  <a:close/>
                </a:path>
              </a:pathLst>
            </a:custGeom>
            <a:grpFill/>
            <a:ln w="25400" cap="flat" cmpd="sng" algn="ctr">
              <a:noFill/>
              <a:prstDash val="solid"/>
            </a:ln>
            <a:effectLst/>
          </p:spPr>
          <p:txBody>
            <a:bodyPr rtlCol="0" anchor="ctr"/>
            <a:lstStyle/>
            <a:p>
              <a:pPr algn="ctr">
                <a:defRPr/>
              </a:pPr>
              <a:endParaRPr lang="en-US" kern="0">
                <a:solidFill>
                  <a:sysClr val="window" lastClr="FFFFFF"/>
                </a:solidFill>
                <a:latin typeface="Calibri" panose="020F0502020204030204"/>
              </a:endParaRPr>
            </a:p>
          </p:txBody>
        </p:sp>
      </p:grpSp>
      <p:grpSp>
        <p:nvGrpSpPr>
          <p:cNvPr id="44" name="组合 43"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3555060" y="3645228"/>
            <a:ext cx="1234892" cy="1179046"/>
            <a:chOff x="3370573" y="3456406"/>
            <a:chExt cx="1170925" cy="1117972"/>
          </a:xfrm>
        </p:grpSpPr>
        <p:sp>
          <p:nvSpPr>
            <p:cNvPr id="45" name="椭圆 44"/>
            <p:cNvSpPr/>
            <p:nvPr/>
          </p:nvSpPr>
          <p:spPr>
            <a:xfrm>
              <a:off x="3412706" y="3456406"/>
              <a:ext cx="1117972" cy="1117972"/>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46" name="TextBox 64"/>
            <p:cNvSpPr txBox="1"/>
            <p:nvPr/>
          </p:nvSpPr>
          <p:spPr>
            <a:xfrm flipH="1">
              <a:off x="3370573" y="3741974"/>
              <a:ext cx="1170925" cy="579899"/>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4218" dirty="0">
                  <a:solidFill>
                    <a:srgbClr val="FFFFFF"/>
                  </a:solidFill>
                  <a:latin typeface="Arial Rounded MT Bold" panose="020F0704030504030204" pitchFamily="34" charset="0"/>
                  <a:cs typeface="Times New Roman" panose="02020603050405020304" pitchFamily="18" charset="0"/>
                </a:rPr>
                <a:t>03</a:t>
              </a:r>
              <a:endParaRPr lang="zh-CN" altLang="en-US" sz="4218" dirty="0">
                <a:solidFill>
                  <a:srgbClr val="FFFFFF"/>
                </a:solidFill>
                <a:latin typeface="Arial Rounded MT Bold" panose="020F0704030504030204" pitchFamily="34" charset="0"/>
                <a:cs typeface="Times New Roman" panose="02020603050405020304" pitchFamily="18" charset="0"/>
              </a:endParaRPr>
            </a:p>
          </p:txBody>
        </p:sp>
      </p:grpSp>
      <p:grpSp>
        <p:nvGrpSpPr>
          <p:cNvPr id="47" name="组合 46"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7900241" y="2254202"/>
            <a:ext cx="1234892" cy="1179046"/>
            <a:chOff x="7505915" y="2091715"/>
            <a:chExt cx="1170925" cy="1117972"/>
          </a:xfrm>
        </p:grpSpPr>
        <p:sp>
          <p:nvSpPr>
            <p:cNvPr id="48" name="椭圆 47"/>
            <p:cNvSpPr/>
            <p:nvPr/>
          </p:nvSpPr>
          <p:spPr>
            <a:xfrm>
              <a:off x="7558868" y="2091715"/>
              <a:ext cx="1117972" cy="1117972"/>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49" name="TextBox 65"/>
            <p:cNvSpPr txBox="1"/>
            <p:nvPr/>
          </p:nvSpPr>
          <p:spPr>
            <a:xfrm flipH="1">
              <a:off x="7505915" y="2371491"/>
              <a:ext cx="1170925" cy="579899"/>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4218" dirty="0">
                  <a:solidFill>
                    <a:srgbClr val="FFFFFF"/>
                  </a:solidFill>
                  <a:latin typeface="Arial Rounded MT Bold" panose="020F0704030504030204" pitchFamily="34" charset="0"/>
                  <a:cs typeface="Times New Roman" panose="02020603050405020304" pitchFamily="18" charset="0"/>
                </a:rPr>
                <a:t>02</a:t>
              </a:r>
              <a:endParaRPr lang="zh-CN" altLang="en-US" sz="4218" dirty="0">
                <a:solidFill>
                  <a:srgbClr val="FFFFFF"/>
                </a:solidFill>
                <a:latin typeface="Arial Rounded MT Bold" panose="020F0704030504030204" pitchFamily="34" charset="0"/>
                <a:cs typeface="Times New Roman" panose="02020603050405020304" pitchFamily="18" charset="0"/>
              </a:endParaRPr>
            </a:p>
          </p:txBody>
        </p:sp>
      </p:grpSp>
      <p:grpSp>
        <p:nvGrpSpPr>
          <p:cNvPr id="50" name="组合 49"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8118080" y="5509028"/>
            <a:ext cx="1234892" cy="1179046"/>
            <a:chOff x="7697230" y="5223661"/>
            <a:chExt cx="1170925" cy="1117972"/>
          </a:xfrm>
        </p:grpSpPr>
        <p:sp>
          <p:nvSpPr>
            <p:cNvPr id="82" name="椭圆 81"/>
            <p:cNvSpPr/>
            <p:nvPr/>
          </p:nvSpPr>
          <p:spPr>
            <a:xfrm>
              <a:off x="7723707" y="5223661"/>
              <a:ext cx="1117972" cy="1117972"/>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83" name="TextBox 66"/>
            <p:cNvSpPr txBox="1"/>
            <p:nvPr/>
          </p:nvSpPr>
          <p:spPr>
            <a:xfrm flipH="1">
              <a:off x="7697230" y="5535706"/>
              <a:ext cx="1170925" cy="579899"/>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4218" dirty="0">
                  <a:solidFill>
                    <a:srgbClr val="FFFFFF"/>
                  </a:solidFill>
                  <a:latin typeface="Arial Rounded MT Bold" panose="020F0704030504030204" pitchFamily="34" charset="0"/>
                  <a:cs typeface="Times New Roman" panose="02020603050405020304" pitchFamily="18" charset="0"/>
                </a:rPr>
                <a:t>06</a:t>
              </a:r>
              <a:endParaRPr lang="zh-CN" altLang="en-US" sz="4218" dirty="0">
                <a:solidFill>
                  <a:srgbClr val="FFFFFF"/>
                </a:solidFill>
                <a:latin typeface="Arial Rounded MT Bold" panose="020F0704030504030204" pitchFamily="34" charset="0"/>
                <a:cs typeface="Times New Roman" panose="02020603050405020304" pitchFamily="18" charset="0"/>
              </a:endParaRPr>
            </a:p>
          </p:txBody>
        </p:sp>
      </p:grpSp>
      <p:grpSp>
        <p:nvGrpSpPr>
          <p:cNvPr id="84" name="组合 83"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6860984" y="4370878"/>
            <a:ext cx="912128" cy="696287"/>
            <a:chOff x="6505252" y="4144467"/>
            <a:chExt cx="864880" cy="660219"/>
          </a:xfrm>
        </p:grpSpPr>
        <p:sp>
          <p:nvSpPr>
            <p:cNvPr id="85" name="椭圆 84"/>
            <p:cNvSpPr/>
            <p:nvPr/>
          </p:nvSpPr>
          <p:spPr>
            <a:xfrm>
              <a:off x="6597025" y="4144467"/>
              <a:ext cx="660219" cy="660219"/>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86" name="TextBox 67"/>
            <p:cNvSpPr txBox="1"/>
            <p:nvPr/>
          </p:nvSpPr>
          <p:spPr>
            <a:xfrm flipH="1">
              <a:off x="6505252" y="4270942"/>
              <a:ext cx="864880" cy="432278"/>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2953" dirty="0">
                  <a:solidFill>
                    <a:srgbClr val="FFFFFF"/>
                  </a:solidFill>
                  <a:latin typeface="Arial Rounded MT Bold" panose="020F0704030504030204" pitchFamily="34" charset="0"/>
                  <a:cs typeface="Times New Roman" panose="02020603050405020304" pitchFamily="18" charset="0"/>
                </a:rPr>
                <a:t>04</a:t>
              </a:r>
              <a:endParaRPr lang="zh-CN" altLang="en-US" sz="2953" dirty="0">
                <a:solidFill>
                  <a:srgbClr val="FFFFFF"/>
                </a:solidFill>
                <a:latin typeface="Arial Rounded MT Bold" panose="020F0704030504030204" pitchFamily="34" charset="0"/>
                <a:cs typeface="Times New Roman" panose="02020603050405020304" pitchFamily="18" charset="0"/>
              </a:endParaRPr>
            </a:p>
          </p:txBody>
        </p:sp>
      </p:grpSp>
      <p:grpSp>
        <p:nvGrpSpPr>
          <p:cNvPr id="87" name="组合 86"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4658841" y="5533248"/>
            <a:ext cx="912128" cy="696287"/>
            <a:chOff x="4417179" y="5246626"/>
            <a:chExt cx="864880" cy="660219"/>
          </a:xfrm>
        </p:grpSpPr>
        <p:sp>
          <p:nvSpPr>
            <p:cNvPr id="88" name="椭圆 87"/>
            <p:cNvSpPr/>
            <p:nvPr/>
          </p:nvSpPr>
          <p:spPr>
            <a:xfrm>
              <a:off x="4546293" y="5246626"/>
              <a:ext cx="660219" cy="660219"/>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89" name="TextBox 68"/>
            <p:cNvSpPr txBox="1"/>
            <p:nvPr/>
          </p:nvSpPr>
          <p:spPr>
            <a:xfrm flipH="1">
              <a:off x="4417179" y="5408343"/>
              <a:ext cx="864880" cy="382971"/>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2531" dirty="0">
                  <a:solidFill>
                    <a:srgbClr val="FFFFFF"/>
                  </a:solidFill>
                  <a:latin typeface="Arial Rounded MT Bold" panose="020F0704030504030204" pitchFamily="34" charset="0"/>
                  <a:cs typeface="Times New Roman" panose="02020603050405020304" pitchFamily="18" charset="0"/>
                </a:rPr>
                <a:t>05</a:t>
              </a:r>
              <a:endParaRPr lang="zh-CN" altLang="en-US" sz="2531" dirty="0">
                <a:solidFill>
                  <a:srgbClr val="FFFFFF"/>
                </a:solidFill>
                <a:latin typeface="Arial Rounded MT Bold" panose="020F0704030504030204" pitchFamily="34" charset="0"/>
                <a:cs typeface="Times New Roman" panose="02020603050405020304" pitchFamily="18" charset="0"/>
              </a:endParaRPr>
            </a:p>
          </p:txBody>
        </p:sp>
      </p:grpSp>
      <p:sp>
        <p:nvSpPr>
          <p:cNvPr id="90" name="TextBox 69"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991804" y="2326764"/>
            <a:ext cx="3213682"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1" name="TextBox 70"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503677" y="4127149"/>
            <a:ext cx="3213682"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2" name="TextBox 71"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1443385" y="5843514"/>
            <a:ext cx="3213682"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3" name="TextBox 72"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9444221" y="2529345"/>
            <a:ext cx="3213682"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4" name="TextBox 73"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8071274" y="4427358"/>
            <a:ext cx="3062278"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95" name="TextBox 74"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SpPr txBox="1"/>
          <p:nvPr/>
        </p:nvSpPr>
        <p:spPr>
          <a:xfrm>
            <a:off x="9528836" y="6025175"/>
            <a:ext cx="2989924" cy="546560"/>
          </a:xfrm>
          <a:prstGeom prst="rect">
            <a:avLst/>
          </a:prstGeom>
          <a:noFill/>
        </p:spPr>
        <p:txBody>
          <a:bodyPr wrap="square" rtlCol="0">
            <a:spAutoFit/>
          </a:bodyPr>
          <a:lstStyle/>
          <a:p>
            <a:r>
              <a:rPr lang="zh-CN" altLang="en-US" sz="1476" dirty="0">
                <a:solidFill>
                  <a:schemeClr val="tx1">
                    <a:lumMod val="65000"/>
                    <a:lumOff val="35000"/>
                  </a:schemeClr>
                </a:solidFill>
                <a:latin typeface="微软雅黑" panose="020B0503020204020204" pitchFamily="34" charset="-122"/>
                <a:ea typeface="微软雅黑" panose="020B0503020204020204" pitchFamily="34" charset="-122"/>
              </a:rPr>
              <a:t>这里输入您的主要叙述内容这里输入您的主要叙述内容</a:t>
            </a:r>
            <a:endParaRPr lang="en-US" altLang="zh-CN" sz="1476"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96" name="组合 95" descr="e7d195523061f1c0deeec63e560781cfd59afb0ea006f2a87ABB68BF51EA6619813959095094C18C62A12F549504892A4AAA8C1554C6663626E05CA27F281A14E6983772AFC3FB97135759321DEA3D705820548C6D5B558C0521F46394056E5E035604ECCCC00DD78A9AA804791388603F96FBF43657DF4FEF4AB50DB393992D580251FD0C6390BB9C5839827A14A338"/>
          <p:cNvGrpSpPr/>
          <p:nvPr/>
        </p:nvGrpSpPr>
        <p:grpSpPr>
          <a:xfrm>
            <a:off x="4092763" y="2195261"/>
            <a:ext cx="921732" cy="696287"/>
            <a:chOff x="3880424" y="2081547"/>
            <a:chExt cx="873986" cy="660219"/>
          </a:xfrm>
        </p:grpSpPr>
        <p:sp>
          <p:nvSpPr>
            <p:cNvPr id="97" name="椭圆 96"/>
            <p:cNvSpPr/>
            <p:nvPr/>
          </p:nvSpPr>
          <p:spPr>
            <a:xfrm>
              <a:off x="3987308" y="2081547"/>
              <a:ext cx="660219" cy="660219"/>
            </a:xfrm>
            <a:prstGeom prst="ellipse">
              <a:avLst/>
            </a:prstGeom>
            <a:solidFill>
              <a:srgbClr val="5ABCD2"/>
            </a:solidFill>
            <a:ln w="57150" cap="flat" cmpd="sng" algn="ctr">
              <a:noFill/>
              <a:prstDash val="solid"/>
            </a:ln>
            <a:effectLst/>
          </p:spPr>
          <p:txBody>
            <a:bodyPr rot="0" spcFirstLastPara="0" vertOverflow="overflow" horzOverflow="overflow" vert="horz" wrap="square" lIns="96435" tIns="48218" rIns="96435" bIns="48218" numCol="1" spcCol="0" rtlCol="0" fromWordArt="0" anchor="ctr" anchorCtr="0" forceAA="0" compatLnSpc="1">
              <a:noAutofit/>
            </a:bodyPr>
            <a:lstStyle/>
            <a:p>
              <a:pPr algn="ctr">
                <a:defRPr/>
              </a:pPr>
              <a:endParaRPr lang="en-US" kern="0">
                <a:solidFill>
                  <a:sysClr val="window" lastClr="FFFFFF"/>
                </a:solidFill>
                <a:latin typeface="Calibri" panose="020F0502020204030204"/>
              </a:endParaRPr>
            </a:p>
          </p:txBody>
        </p:sp>
        <p:sp>
          <p:nvSpPr>
            <p:cNvPr id="98" name="TextBox 63"/>
            <p:cNvSpPr txBox="1"/>
            <p:nvPr/>
          </p:nvSpPr>
          <p:spPr>
            <a:xfrm flipH="1">
              <a:off x="3880424" y="2222892"/>
              <a:ext cx="873986" cy="432278"/>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anose="020B0503020202020204" pitchFamily="34" charset="0"/>
                  <a:ea typeface="微软雅黑" panose="020B0503020204020204" pitchFamily="34" charset="-122"/>
                </a:defRPr>
              </a:lvl1pPr>
            </a:lstStyle>
            <a:p>
              <a:pPr algn="ctr">
                <a:defRPr/>
              </a:pPr>
              <a:r>
                <a:rPr lang="en-US" altLang="zh-CN" sz="2953" dirty="0">
                  <a:solidFill>
                    <a:srgbClr val="FFFFFF"/>
                  </a:solidFill>
                  <a:latin typeface="Arial Rounded MT Bold" panose="020F0704030504030204" pitchFamily="34" charset="0"/>
                  <a:cs typeface="Times New Roman" panose="02020603050405020304" pitchFamily="18" charset="0"/>
                </a:rPr>
                <a:t>01</a:t>
              </a:r>
              <a:endParaRPr lang="zh-CN" altLang="en-US" sz="2953" dirty="0">
                <a:solidFill>
                  <a:srgbClr val="FFFFFF"/>
                </a:solidFill>
                <a:latin typeface="Arial Rounded MT Bold" panose="020F0704030504030204" pitchFamily="34" charset="0"/>
                <a:cs typeface="Times New Roman" panose="02020603050405020304" pitchFamily="18" charset="0"/>
              </a:endParaRPr>
            </a:p>
          </p:txBody>
        </p:sp>
      </p:grpSp>
    </p:spTree>
    <p:extLst>
      <p:ext uri="{BB962C8B-B14F-4D97-AF65-F5344CB8AC3E}">
        <p14:creationId xmlns:p14="http://schemas.microsoft.com/office/powerpoint/2010/main" val="140278963"/>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2"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p:cTn id="7" dur="750" fill="hold"/>
                                        <p:tgtEl>
                                          <p:spTgt spid="96"/>
                                        </p:tgtEl>
                                        <p:attrNameLst>
                                          <p:attrName>ppt_w</p:attrName>
                                        </p:attrNameLst>
                                      </p:cBhvr>
                                      <p:tavLst>
                                        <p:tav tm="0">
                                          <p:val>
                                            <p:strVal val="4*#ppt_w"/>
                                          </p:val>
                                        </p:tav>
                                        <p:tav tm="100000">
                                          <p:val>
                                            <p:strVal val="#ppt_w"/>
                                          </p:val>
                                        </p:tav>
                                      </p:tavLst>
                                    </p:anim>
                                    <p:anim calcmode="lin" valueType="num">
                                      <p:cBhvr>
                                        <p:cTn id="8" dur="750" fill="hold"/>
                                        <p:tgtEl>
                                          <p:spTgt spid="96"/>
                                        </p:tgtEl>
                                        <p:attrNameLst>
                                          <p:attrName>ppt_h</p:attrName>
                                        </p:attrNameLst>
                                      </p:cBhvr>
                                      <p:tavLst>
                                        <p:tav tm="0">
                                          <p:val>
                                            <p:strVal val="4*#ppt_h"/>
                                          </p:val>
                                        </p:tav>
                                        <p:tav tm="100000">
                                          <p:val>
                                            <p:strVal val="#ppt_h"/>
                                          </p:val>
                                        </p:tav>
                                      </p:tavLst>
                                    </p:anim>
                                  </p:childTnLst>
                                </p:cTn>
                              </p:par>
                              <p:par>
                                <p:cTn id="9" presetID="23" presetClass="entr" presetSubtype="32" fill="hold" nodeType="withEffect">
                                  <p:stCondLst>
                                    <p:cond delay="250"/>
                                  </p:stCondLst>
                                  <p:childTnLst>
                                    <p:set>
                                      <p:cBhvr>
                                        <p:cTn id="10" dur="1" fill="hold">
                                          <p:stCondLst>
                                            <p:cond delay="0"/>
                                          </p:stCondLst>
                                        </p:cTn>
                                        <p:tgtEl>
                                          <p:spTgt spid="47"/>
                                        </p:tgtEl>
                                        <p:attrNameLst>
                                          <p:attrName>style.visibility</p:attrName>
                                        </p:attrNameLst>
                                      </p:cBhvr>
                                      <p:to>
                                        <p:strVal val="visible"/>
                                      </p:to>
                                    </p:set>
                                    <p:anim calcmode="lin" valueType="num">
                                      <p:cBhvr>
                                        <p:cTn id="11" dur="750" fill="hold"/>
                                        <p:tgtEl>
                                          <p:spTgt spid="47"/>
                                        </p:tgtEl>
                                        <p:attrNameLst>
                                          <p:attrName>ppt_w</p:attrName>
                                        </p:attrNameLst>
                                      </p:cBhvr>
                                      <p:tavLst>
                                        <p:tav tm="0">
                                          <p:val>
                                            <p:strVal val="4*#ppt_w"/>
                                          </p:val>
                                        </p:tav>
                                        <p:tav tm="100000">
                                          <p:val>
                                            <p:strVal val="#ppt_w"/>
                                          </p:val>
                                        </p:tav>
                                      </p:tavLst>
                                    </p:anim>
                                    <p:anim calcmode="lin" valueType="num">
                                      <p:cBhvr>
                                        <p:cTn id="12" dur="750" fill="hold"/>
                                        <p:tgtEl>
                                          <p:spTgt spid="47"/>
                                        </p:tgtEl>
                                        <p:attrNameLst>
                                          <p:attrName>ppt_h</p:attrName>
                                        </p:attrNameLst>
                                      </p:cBhvr>
                                      <p:tavLst>
                                        <p:tav tm="0">
                                          <p:val>
                                            <p:strVal val="4*#ppt_h"/>
                                          </p:val>
                                        </p:tav>
                                        <p:tav tm="100000">
                                          <p:val>
                                            <p:strVal val="#ppt_h"/>
                                          </p:val>
                                        </p:tav>
                                      </p:tavLst>
                                    </p:anim>
                                  </p:childTnLst>
                                </p:cTn>
                              </p:par>
                              <p:par>
                                <p:cTn id="13" presetID="23" presetClass="entr" presetSubtype="32" fill="hold" nodeType="withEffect">
                                  <p:stCondLst>
                                    <p:cond delay="500"/>
                                  </p:stCondLst>
                                  <p:childTnLst>
                                    <p:set>
                                      <p:cBhvr>
                                        <p:cTn id="14" dur="1" fill="hold">
                                          <p:stCondLst>
                                            <p:cond delay="0"/>
                                          </p:stCondLst>
                                        </p:cTn>
                                        <p:tgtEl>
                                          <p:spTgt spid="44"/>
                                        </p:tgtEl>
                                        <p:attrNameLst>
                                          <p:attrName>style.visibility</p:attrName>
                                        </p:attrNameLst>
                                      </p:cBhvr>
                                      <p:to>
                                        <p:strVal val="visible"/>
                                      </p:to>
                                    </p:set>
                                    <p:anim calcmode="lin" valueType="num">
                                      <p:cBhvr>
                                        <p:cTn id="15" dur="750" fill="hold"/>
                                        <p:tgtEl>
                                          <p:spTgt spid="44"/>
                                        </p:tgtEl>
                                        <p:attrNameLst>
                                          <p:attrName>ppt_w</p:attrName>
                                        </p:attrNameLst>
                                      </p:cBhvr>
                                      <p:tavLst>
                                        <p:tav tm="0">
                                          <p:val>
                                            <p:strVal val="4*#ppt_w"/>
                                          </p:val>
                                        </p:tav>
                                        <p:tav tm="100000">
                                          <p:val>
                                            <p:strVal val="#ppt_w"/>
                                          </p:val>
                                        </p:tav>
                                      </p:tavLst>
                                    </p:anim>
                                    <p:anim calcmode="lin" valueType="num">
                                      <p:cBhvr>
                                        <p:cTn id="16" dur="750" fill="hold"/>
                                        <p:tgtEl>
                                          <p:spTgt spid="44"/>
                                        </p:tgtEl>
                                        <p:attrNameLst>
                                          <p:attrName>ppt_h</p:attrName>
                                        </p:attrNameLst>
                                      </p:cBhvr>
                                      <p:tavLst>
                                        <p:tav tm="0">
                                          <p:val>
                                            <p:strVal val="4*#ppt_h"/>
                                          </p:val>
                                        </p:tav>
                                        <p:tav tm="100000">
                                          <p:val>
                                            <p:strVal val="#ppt_h"/>
                                          </p:val>
                                        </p:tav>
                                      </p:tavLst>
                                    </p:anim>
                                  </p:childTnLst>
                                </p:cTn>
                              </p:par>
                              <p:par>
                                <p:cTn id="17" presetID="23" presetClass="entr" presetSubtype="32" fill="hold" nodeType="withEffect">
                                  <p:stCondLst>
                                    <p:cond delay="750"/>
                                  </p:stCondLst>
                                  <p:childTnLst>
                                    <p:set>
                                      <p:cBhvr>
                                        <p:cTn id="18" dur="1" fill="hold">
                                          <p:stCondLst>
                                            <p:cond delay="0"/>
                                          </p:stCondLst>
                                        </p:cTn>
                                        <p:tgtEl>
                                          <p:spTgt spid="84"/>
                                        </p:tgtEl>
                                        <p:attrNameLst>
                                          <p:attrName>style.visibility</p:attrName>
                                        </p:attrNameLst>
                                      </p:cBhvr>
                                      <p:to>
                                        <p:strVal val="visible"/>
                                      </p:to>
                                    </p:set>
                                    <p:anim calcmode="lin" valueType="num">
                                      <p:cBhvr>
                                        <p:cTn id="19" dur="750" fill="hold"/>
                                        <p:tgtEl>
                                          <p:spTgt spid="84"/>
                                        </p:tgtEl>
                                        <p:attrNameLst>
                                          <p:attrName>ppt_w</p:attrName>
                                        </p:attrNameLst>
                                      </p:cBhvr>
                                      <p:tavLst>
                                        <p:tav tm="0">
                                          <p:val>
                                            <p:strVal val="4*#ppt_w"/>
                                          </p:val>
                                        </p:tav>
                                        <p:tav tm="100000">
                                          <p:val>
                                            <p:strVal val="#ppt_w"/>
                                          </p:val>
                                        </p:tav>
                                      </p:tavLst>
                                    </p:anim>
                                    <p:anim calcmode="lin" valueType="num">
                                      <p:cBhvr>
                                        <p:cTn id="20" dur="750" fill="hold"/>
                                        <p:tgtEl>
                                          <p:spTgt spid="84"/>
                                        </p:tgtEl>
                                        <p:attrNameLst>
                                          <p:attrName>ppt_h</p:attrName>
                                        </p:attrNameLst>
                                      </p:cBhvr>
                                      <p:tavLst>
                                        <p:tav tm="0">
                                          <p:val>
                                            <p:strVal val="4*#ppt_h"/>
                                          </p:val>
                                        </p:tav>
                                        <p:tav tm="100000">
                                          <p:val>
                                            <p:strVal val="#ppt_h"/>
                                          </p:val>
                                        </p:tav>
                                      </p:tavLst>
                                    </p:anim>
                                  </p:childTnLst>
                                </p:cTn>
                              </p:par>
                              <p:par>
                                <p:cTn id="21" presetID="23" presetClass="entr" presetSubtype="32" fill="hold" nodeType="withEffect">
                                  <p:stCondLst>
                                    <p:cond delay="1000"/>
                                  </p:stCondLst>
                                  <p:childTnLst>
                                    <p:set>
                                      <p:cBhvr>
                                        <p:cTn id="22" dur="1" fill="hold">
                                          <p:stCondLst>
                                            <p:cond delay="0"/>
                                          </p:stCondLst>
                                        </p:cTn>
                                        <p:tgtEl>
                                          <p:spTgt spid="87"/>
                                        </p:tgtEl>
                                        <p:attrNameLst>
                                          <p:attrName>style.visibility</p:attrName>
                                        </p:attrNameLst>
                                      </p:cBhvr>
                                      <p:to>
                                        <p:strVal val="visible"/>
                                      </p:to>
                                    </p:set>
                                    <p:anim calcmode="lin" valueType="num">
                                      <p:cBhvr>
                                        <p:cTn id="23" dur="750" fill="hold"/>
                                        <p:tgtEl>
                                          <p:spTgt spid="87"/>
                                        </p:tgtEl>
                                        <p:attrNameLst>
                                          <p:attrName>ppt_w</p:attrName>
                                        </p:attrNameLst>
                                      </p:cBhvr>
                                      <p:tavLst>
                                        <p:tav tm="0">
                                          <p:val>
                                            <p:strVal val="4*#ppt_w"/>
                                          </p:val>
                                        </p:tav>
                                        <p:tav tm="100000">
                                          <p:val>
                                            <p:strVal val="#ppt_w"/>
                                          </p:val>
                                        </p:tav>
                                      </p:tavLst>
                                    </p:anim>
                                    <p:anim calcmode="lin" valueType="num">
                                      <p:cBhvr>
                                        <p:cTn id="24" dur="750" fill="hold"/>
                                        <p:tgtEl>
                                          <p:spTgt spid="87"/>
                                        </p:tgtEl>
                                        <p:attrNameLst>
                                          <p:attrName>ppt_h</p:attrName>
                                        </p:attrNameLst>
                                      </p:cBhvr>
                                      <p:tavLst>
                                        <p:tav tm="0">
                                          <p:val>
                                            <p:strVal val="4*#ppt_h"/>
                                          </p:val>
                                        </p:tav>
                                        <p:tav tm="100000">
                                          <p:val>
                                            <p:strVal val="#ppt_h"/>
                                          </p:val>
                                        </p:tav>
                                      </p:tavLst>
                                    </p:anim>
                                  </p:childTnLst>
                                </p:cTn>
                              </p:par>
                              <p:par>
                                <p:cTn id="25" presetID="23" presetClass="entr" presetSubtype="32" fill="hold"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750" fill="hold"/>
                                        <p:tgtEl>
                                          <p:spTgt spid="50"/>
                                        </p:tgtEl>
                                        <p:attrNameLst>
                                          <p:attrName>ppt_w</p:attrName>
                                        </p:attrNameLst>
                                      </p:cBhvr>
                                      <p:tavLst>
                                        <p:tav tm="0">
                                          <p:val>
                                            <p:strVal val="4*#ppt_w"/>
                                          </p:val>
                                        </p:tav>
                                        <p:tav tm="100000">
                                          <p:val>
                                            <p:strVal val="#ppt_w"/>
                                          </p:val>
                                        </p:tav>
                                      </p:tavLst>
                                    </p:anim>
                                    <p:anim calcmode="lin" valueType="num">
                                      <p:cBhvr>
                                        <p:cTn id="28" dur="750" fill="hold"/>
                                        <p:tgtEl>
                                          <p:spTgt spid="50"/>
                                        </p:tgtEl>
                                        <p:attrNameLst>
                                          <p:attrName>ppt_h</p:attrName>
                                        </p:attrNameLst>
                                      </p:cBhvr>
                                      <p:tavLst>
                                        <p:tav tm="0">
                                          <p:val>
                                            <p:strVal val="4*#ppt_h"/>
                                          </p:val>
                                        </p:tav>
                                        <p:tav tm="100000">
                                          <p:val>
                                            <p:strVal val="#ppt_h"/>
                                          </p:val>
                                        </p:tav>
                                      </p:tavLst>
                                    </p:anim>
                                  </p:childTnLst>
                                </p:cTn>
                              </p:par>
                            </p:childTnLst>
                          </p:cTn>
                        </p:par>
                        <p:par>
                          <p:cTn id="29" fill="hold">
                            <p:stCondLst>
                              <p:cond delay="2000"/>
                            </p:stCondLst>
                            <p:childTnLst>
                              <p:par>
                                <p:cTn id="30" presetID="22" presetClass="entr" presetSubtype="1" fill="hold" nodeType="afterEffect">
                                  <p:stCondLst>
                                    <p:cond delay="0"/>
                                  </p:stCondLst>
                                  <p:childTnLst>
                                    <p:set>
                                      <p:cBhvr>
                                        <p:cTn id="31" dur="1" fill="hold">
                                          <p:stCondLst>
                                            <p:cond delay="0"/>
                                          </p:stCondLst>
                                        </p:cTn>
                                        <p:tgtEl>
                                          <p:spTgt spid="38"/>
                                        </p:tgtEl>
                                        <p:attrNameLst>
                                          <p:attrName>style.visibility</p:attrName>
                                        </p:attrNameLst>
                                      </p:cBhvr>
                                      <p:to>
                                        <p:strVal val="visible"/>
                                      </p:to>
                                    </p:set>
                                    <p:animEffect transition="in" filter="wipe(up)">
                                      <p:cBhvr>
                                        <p:cTn id="32" dur="500"/>
                                        <p:tgtEl>
                                          <p:spTgt spid="38"/>
                                        </p:tgtEl>
                                      </p:cBhvr>
                                    </p:animEffec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90"/>
                                        </p:tgtEl>
                                        <p:attrNameLst>
                                          <p:attrName>style.visibility</p:attrName>
                                        </p:attrNameLst>
                                      </p:cBhvr>
                                      <p:to>
                                        <p:strVal val="visible"/>
                                      </p:to>
                                    </p:set>
                                    <p:animEffect transition="in" filter="fade">
                                      <p:cBhvr>
                                        <p:cTn id="36" dur="500"/>
                                        <p:tgtEl>
                                          <p:spTgt spid="90"/>
                                        </p:tgtEl>
                                      </p:cBhvr>
                                    </p:animEffect>
                                  </p:childTnLst>
                                </p:cTn>
                              </p:par>
                              <p:par>
                                <p:cTn id="37" presetID="10" presetClass="entr" presetSubtype="0" fill="hold" grpId="0" nodeType="withEffect">
                                  <p:stCondLst>
                                    <p:cond delay="250"/>
                                  </p:stCondLst>
                                  <p:childTnLst>
                                    <p:set>
                                      <p:cBhvr>
                                        <p:cTn id="38" dur="1" fill="hold">
                                          <p:stCondLst>
                                            <p:cond delay="0"/>
                                          </p:stCondLst>
                                        </p:cTn>
                                        <p:tgtEl>
                                          <p:spTgt spid="93"/>
                                        </p:tgtEl>
                                        <p:attrNameLst>
                                          <p:attrName>style.visibility</p:attrName>
                                        </p:attrNameLst>
                                      </p:cBhvr>
                                      <p:to>
                                        <p:strVal val="visible"/>
                                      </p:to>
                                    </p:set>
                                    <p:animEffect transition="in" filter="fade">
                                      <p:cBhvr>
                                        <p:cTn id="39" dur="500"/>
                                        <p:tgtEl>
                                          <p:spTgt spid="93"/>
                                        </p:tgtEl>
                                      </p:cBhvr>
                                    </p:animEffect>
                                  </p:childTnLst>
                                </p:cTn>
                              </p:par>
                              <p:par>
                                <p:cTn id="40" presetID="10" presetClass="entr" presetSubtype="0" fill="hold" grpId="0" nodeType="withEffect">
                                  <p:stCondLst>
                                    <p:cond delay="500"/>
                                  </p:stCondLst>
                                  <p:childTnLst>
                                    <p:set>
                                      <p:cBhvr>
                                        <p:cTn id="41" dur="1" fill="hold">
                                          <p:stCondLst>
                                            <p:cond delay="0"/>
                                          </p:stCondLst>
                                        </p:cTn>
                                        <p:tgtEl>
                                          <p:spTgt spid="91"/>
                                        </p:tgtEl>
                                        <p:attrNameLst>
                                          <p:attrName>style.visibility</p:attrName>
                                        </p:attrNameLst>
                                      </p:cBhvr>
                                      <p:to>
                                        <p:strVal val="visible"/>
                                      </p:to>
                                    </p:set>
                                    <p:animEffect transition="in" filter="fade">
                                      <p:cBhvr>
                                        <p:cTn id="42" dur="500"/>
                                        <p:tgtEl>
                                          <p:spTgt spid="91"/>
                                        </p:tgtEl>
                                      </p:cBhvr>
                                    </p:animEffect>
                                  </p:childTnLst>
                                </p:cTn>
                              </p:par>
                              <p:par>
                                <p:cTn id="43" presetID="10" presetClass="entr" presetSubtype="0" fill="hold" grpId="0" nodeType="withEffect">
                                  <p:stCondLst>
                                    <p:cond delay="750"/>
                                  </p:stCondLst>
                                  <p:childTnLst>
                                    <p:set>
                                      <p:cBhvr>
                                        <p:cTn id="44" dur="1" fill="hold">
                                          <p:stCondLst>
                                            <p:cond delay="0"/>
                                          </p:stCondLst>
                                        </p:cTn>
                                        <p:tgtEl>
                                          <p:spTgt spid="94"/>
                                        </p:tgtEl>
                                        <p:attrNameLst>
                                          <p:attrName>style.visibility</p:attrName>
                                        </p:attrNameLst>
                                      </p:cBhvr>
                                      <p:to>
                                        <p:strVal val="visible"/>
                                      </p:to>
                                    </p:set>
                                    <p:animEffect transition="in" filter="fade">
                                      <p:cBhvr>
                                        <p:cTn id="45" dur="500"/>
                                        <p:tgtEl>
                                          <p:spTgt spid="94"/>
                                        </p:tgtEl>
                                      </p:cBhvr>
                                    </p:animEffect>
                                  </p:childTnLst>
                                </p:cTn>
                              </p:par>
                              <p:par>
                                <p:cTn id="46" presetID="10" presetClass="entr" presetSubtype="0" fill="hold" grpId="0" nodeType="withEffect">
                                  <p:stCondLst>
                                    <p:cond delay="1000"/>
                                  </p:stCondLst>
                                  <p:childTnLst>
                                    <p:set>
                                      <p:cBhvr>
                                        <p:cTn id="47" dur="1" fill="hold">
                                          <p:stCondLst>
                                            <p:cond delay="0"/>
                                          </p:stCondLst>
                                        </p:cTn>
                                        <p:tgtEl>
                                          <p:spTgt spid="92"/>
                                        </p:tgtEl>
                                        <p:attrNameLst>
                                          <p:attrName>style.visibility</p:attrName>
                                        </p:attrNameLst>
                                      </p:cBhvr>
                                      <p:to>
                                        <p:strVal val="visible"/>
                                      </p:to>
                                    </p:set>
                                    <p:animEffect transition="in" filter="fade">
                                      <p:cBhvr>
                                        <p:cTn id="48" dur="500"/>
                                        <p:tgtEl>
                                          <p:spTgt spid="92"/>
                                        </p:tgtEl>
                                      </p:cBhvr>
                                    </p:animEffect>
                                  </p:childTnLst>
                                </p:cTn>
                              </p:par>
                              <p:par>
                                <p:cTn id="49" presetID="10" presetClass="entr" presetSubtype="0" fill="hold" grpId="0" nodeType="withEffect">
                                  <p:stCondLst>
                                    <p:cond delay="1250"/>
                                  </p:stCondLst>
                                  <p:childTnLst>
                                    <p:set>
                                      <p:cBhvr>
                                        <p:cTn id="50" dur="1" fill="hold">
                                          <p:stCondLst>
                                            <p:cond delay="0"/>
                                          </p:stCondLst>
                                        </p:cTn>
                                        <p:tgtEl>
                                          <p:spTgt spid="95"/>
                                        </p:tgtEl>
                                        <p:attrNameLst>
                                          <p:attrName>style.visibility</p:attrName>
                                        </p:attrNameLst>
                                      </p:cBhvr>
                                      <p:to>
                                        <p:strVal val="visible"/>
                                      </p:to>
                                    </p:set>
                                    <p:animEffect transition="in" filter="fade">
                                      <p:cBhvr>
                                        <p:cTn id="51"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P spid="92" grpId="0"/>
      <p:bldP spid="93" grpId="0"/>
      <p:bldP spid="94" grpId="0"/>
      <p:bldP spid="95"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 name="Oval 65"/>
          <p:cNvSpPr>
            <a:spLocks noChangeArrowheads="1"/>
          </p:cNvSpPr>
          <p:nvPr/>
        </p:nvSpPr>
        <p:spPr bwMode="auto">
          <a:xfrm rot="10800000" flipV="1">
            <a:off x="1332104" y="2985819"/>
            <a:ext cx="2044425" cy="19440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ln>
          <a:effectLst/>
        </p:spPr>
        <p:txBody>
          <a:bodyPr wrap="none" lIns="141649" tIns="70824" rIns="141649" bIns="70824" anchor="ctr"/>
          <a:lstStyle/>
          <a:p>
            <a:pPr defTabSz="963136">
              <a:defRPr/>
            </a:pPr>
            <a:endParaRPr lang="zh-CN" altLang="en-US" kern="0" dirty="0">
              <a:solidFill>
                <a:sysClr val="windowText" lastClr="000000"/>
              </a:solidFill>
              <a:latin typeface="Arial" panose="020B0604020202020204" pitchFamily="34" charset="0"/>
              <a:ea typeface="宋体" panose="02010600030101010101" pitchFamily="2" charset="-122"/>
            </a:endParaRPr>
          </a:p>
        </p:txBody>
      </p:sp>
      <p:sp>
        <p:nvSpPr>
          <p:cNvPr id="146" name="Oval 65"/>
          <p:cNvSpPr>
            <a:spLocks noChangeArrowheads="1"/>
          </p:cNvSpPr>
          <p:nvPr/>
        </p:nvSpPr>
        <p:spPr bwMode="auto">
          <a:xfrm rot="10800000" flipV="1">
            <a:off x="1375842" y="6367496"/>
            <a:ext cx="2044424" cy="19440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ln>
          <a:effectLst/>
        </p:spPr>
        <p:txBody>
          <a:bodyPr wrap="none" lIns="141649" tIns="70824" rIns="141649" bIns="70824" anchor="ctr"/>
          <a:lstStyle/>
          <a:p>
            <a:pPr defTabSz="963136">
              <a:defRPr/>
            </a:pPr>
            <a:endParaRPr lang="zh-CN" altLang="en-US" kern="0" dirty="0">
              <a:solidFill>
                <a:sysClr val="windowText" lastClr="000000"/>
              </a:solidFill>
              <a:latin typeface="Arial" panose="020B0604020202020204" pitchFamily="34" charset="0"/>
              <a:ea typeface="宋体" panose="02010600030101010101" pitchFamily="2" charset="-122"/>
            </a:endParaRPr>
          </a:p>
        </p:txBody>
      </p:sp>
      <p:sp>
        <p:nvSpPr>
          <p:cNvPr id="147" name="Oval 65"/>
          <p:cNvSpPr>
            <a:spLocks noChangeArrowheads="1"/>
          </p:cNvSpPr>
          <p:nvPr/>
        </p:nvSpPr>
        <p:spPr bwMode="auto">
          <a:xfrm rot="10800000" flipV="1">
            <a:off x="9401606" y="4649384"/>
            <a:ext cx="2044425" cy="19440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ln>
          <a:effectLst/>
        </p:spPr>
        <p:txBody>
          <a:bodyPr wrap="none" lIns="141649" tIns="70824" rIns="141649" bIns="70824" anchor="ctr"/>
          <a:lstStyle/>
          <a:p>
            <a:pPr defTabSz="963136">
              <a:defRPr/>
            </a:pPr>
            <a:endParaRPr lang="zh-CN" altLang="en-US" kern="0" dirty="0">
              <a:solidFill>
                <a:sysClr val="windowText" lastClr="000000"/>
              </a:solidFill>
              <a:latin typeface="Arial" panose="020B0604020202020204" pitchFamily="34" charset="0"/>
              <a:ea typeface="宋体" panose="02010600030101010101" pitchFamily="2" charset="-122"/>
            </a:endParaRPr>
          </a:p>
        </p:txBody>
      </p:sp>
      <p:grpSp>
        <p:nvGrpSpPr>
          <p:cNvPr id="2" name="组合 147"/>
          <p:cNvGrpSpPr/>
          <p:nvPr/>
        </p:nvGrpSpPr>
        <p:grpSpPr>
          <a:xfrm>
            <a:off x="1705855" y="1571237"/>
            <a:ext cx="1321518" cy="1407171"/>
            <a:chOff x="611306" y="1203674"/>
            <a:chExt cx="1328332" cy="1414234"/>
          </a:xfrm>
          <a:solidFill>
            <a:srgbClr val="325F0B"/>
          </a:solidFill>
        </p:grpSpPr>
        <p:sp>
          <p:nvSpPr>
            <p:cNvPr id="149" name="菱形 148"/>
            <p:cNvSpPr/>
            <p:nvPr/>
          </p:nvSpPr>
          <p:spPr>
            <a:xfrm>
              <a:off x="723313" y="1289437"/>
              <a:ext cx="1104318" cy="1328471"/>
            </a:xfrm>
            <a:prstGeom prst="diamond">
              <a:avLst/>
            </a:prstGeom>
            <a:solidFill>
              <a:schemeClr val="accent1">
                <a:lumMod val="50000"/>
              </a:schemeClr>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endParaRPr lang="zh-CN" altLang="en-US" sz="2811" dirty="0">
                <a:solidFill>
                  <a:srgbClr val="FFFFFF"/>
                </a:solidFill>
                <a:latin typeface="Arial Unicode MS" pitchFamily="34" charset="-122"/>
                <a:ea typeface="Arial Unicode MS" pitchFamily="34" charset="-122"/>
                <a:cs typeface="Arial Unicode MS" pitchFamily="34" charset="-122"/>
              </a:endParaRPr>
            </a:p>
          </p:txBody>
        </p:sp>
        <p:sp>
          <p:nvSpPr>
            <p:cNvPr id="150" name="菱形 149"/>
            <p:cNvSpPr/>
            <p:nvPr/>
          </p:nvSpPr>
          <p:spPr>
            <a:xfrm>
              <a:off x="611306" y="1203674"/>
              <a:ext cx="1328332" cy="1326722"/>
            </a:xfrm>
            <a:prstGeom prst="diamond">
              <a:avLst/>
            </a:prstGeom>
            <a:solidFill>
              <a:schemeClr val="accent1"/>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r>
                <a:rPr lang="en-US" altLang="zh-CN" sz="4497" dirty="0">
                  <a:solidFill>
                    <a:srgbClr val="FFFFFF"/>
                  </a:solidFill>
                  <a:latin typeface="Elephant" panose="02020904090505020303" pitchFamily="18" charset="0"/>
                  <a:ea typeface="Arial Unicode MS" pitchFamily="34" charset="-122"/>
                  <a:cs typeface="Arial Unicode MS" pitchFamily="34" charset="-122"/>
                </a:rPr>
                <a:t>A</a:t>
              </a:r>
              <a:endParaRPr lang="zh-CN" altLang="en-US" sz="4497" dirty="0">
                <a:solidFill>
                  <a:srgbClr val="FFFFFF"/>
                </a:solidFill>
                <a:latin typeface="Elephant" panose="02020904090505020303" pitchFamily="18" charset="0"/>
                <a:ea typeface="Arial Unicode MS" pitchFamily="34" charset="-122"/>
                <a:cs typeface="Arial Unicode MS" pitchFamily="34" charset="-122"/>
              </a:endParaRPr>
            </a:p>
          </p:txBody>
        </p:sp>
      </p:grpSp>
      <p:grpSp>
        <p:nvGrpSpPr>
          <p:cNvPr id="3" name="组合 150"/>
          <p:cNvGrpSpPr/>
          <p:nvPr/>
        </p:nvGrpSpPr>
        <p:grpSpPr>
          <a:xfrm>
            <a:off x="1737297" y="4936916"/>
            <a:ext cx="1321518" cy="1428073"/>
            <a:chOff x="1951890" y="2794690"/>
            <a:chExt cx="1328332" cy="1435240"/>
          </a:xfrm>
          <a:solidFill>
            <a:srgbClr val="325F0B"/>
          </a:solidFill>
        </p:grpSpPr>
        <p:sp>
          <p:nvSpPr>
            <p:cNvPr id="152" name="菱形 151"/>
            <p:cNvSpPr/>
            <p:nvPr/>
          </p:nvSpPr>
          <p:spPr>
            <a:xfrm>
              <a:off x="2063897" y="2901458"/>
              <a:ext cx="1104318" cy="1328472"/>
            </a:xfrm>
            <a:prstGeom prst="diamond">
              <a:avLst/>
            </a:prstGeom>
            <a:solidFill>
              <a:schemeClr val="accent3">
                <a:lumMod val="50000"/>
              </a:schemeClr>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endParaRPr lang="zh-CN" altLang="en-US" sz="2811" dirty="0">
                <a:solidFill>
                  <a:srgbClr val="FFFFFF"/>
                </a:solidFill>
                <a:latin typeface="Arial Unicode MS" pitchFamily="34" charset="-122"/>
                <a:ea typeface="Arial Unicode MS" pitchFamily="34" charset="-122"/>
                <a:cs typeface="Arial Unicode MS" pitchFamily="34" charset="-122"/>
              </a:endParaRPr>
            </a:p>
          </p:txBody>
        </p:sp>
        <p:sp>
          <p:nvSpPr>
            <p:cNvPr id="153" name="菱形 152"/>
            <p:cNvSpPr/>
            <p:nvPr/>
          </p:nvSpPr>
          <p:spPr>
            <a:xfrm>
              <a:off x="1951890" y="2794690"/>
              <a:ext cx="1328332" cy="1328471"/>
            </a:xfrm>
            <a:prstGeom prst="diamond">
              <a:avLst/>
            </a:prstGeom>
            <a:solidFill>
              <a:schemeClr val="accent3"/>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r>
                <a:rPr lang="en-US" altLang="zh-CN" sz="4497" dirty="0">
                  <a:solidFill>
                    <a:srgbClr val="FFFFFF"/>
                  </a:solidFill>
                  <a:latin typeface="Elephant" panose="02020904090505020303" pitchFamily="18" charset="0"/>
                  <a:ea typeface="Arial Unicode MS" pitchFamily="34" charset="-122"/>
                  <a:cs typeface="Arial Unicode MS" pitchFamily="34" charset="-122"/>
                </a:rPr>
                <a:t>C</a:t>
              </a:r>
              <a:endParaRPr lang="zh-CN" altLang="en-US" sz="4497" dirty="0">
                <a:solidFill>
                  <a:srgbClr val="FFFFFF"/>
                </a:solidFill>
                <a:latin typeface="Elephant" panose="02020904090505020303" pitchFamily="18" charset="0"/>
                <a:ea typeface="Arial Unicode MS" pitchFamily="34" charset="-122"/>
                <a:cs typeface="Arial Unicode MS" pitchFamily="34" charset="-122"/>
              </a:endParaRPr>
            </a:p>
          </p:txBody>
        </p:sp>
      </p:grpSp>
      <p:grpSp>
        <p:nvGrpSpPr>
          <p:cNvPr id="4" name="组合 153"/>
          <p:cNvGrpSpPr/>
          <p:nvPr/>
        </p:nvGrpSpPr>
        <p:grpSpPr>
          <a:xfrm>
            <a:off x="9763058" y="3254075"/>
            <a:ext cx="1321521" cy="1407171"/>
            <a:chOff x="4056282" y="1203598"/>
            <a:chExt cx="1328333" cy="1414234"/>
          </a:xfrm>
          <a:solidFill>
            <a:srgbClr val="325F0B"/>
          </a:solidFill>
        </p:grpSpPr>
        <p:sp>
          <p:nvSpPr>
            <p:cNvPr id="155" name="菱形 154"/>
            <p:cNvSpPr/>
            <p:nvPr/>
          </p:nvSpPr>
          <p:spPr>
            <a:xfrm>
              <a:off x="4168289" y="1289361"/>
              <a:ext cx="1104319" cy="1328471"/>
            </a:xfrm>
            <a:prstGeom prst="diamond">
              <a:avLst/>
            </a:prstGeom>
            <a:solidFill>
              <a:schemeClr val="accent2">
                <a:lumMod val="75000"/>
              </a:schemeClr>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endParaRPr lang="zh-CN" altLang="en-US" sz="2811" dirty="0">
                <a:solidFill>
                  <a:srgbClr val="FFFFFF"/>
                </a:solidFill>
                <a:latin typeface="Arial Unicode MS" pitchFamily="34" charset="-122"/>
                <a:ea typeface="Arial Unicode MS" pitchFamily="34" charset="-122"/>
                <a:cs typeface="Arial Unicode MS" pitchFamily="34" charset="-122"/>
              </a:endParaRPr>
            </a:p>
          </p:txBody>
        </p:sp>
        <p:sp>
          <p:nvSpPr>
            <p:cNvPr id="156" name="菱形 155"/>
            <p:cNvSpPr/>
            <p:nvPr/>
          </p:nvSpPr>
          <p:spPr>
            <a:xfrm>
              <a:off x="4056282" y="1203598"/>
              <a:ext cx="1328333" cy="1326722"/>
            </a:xfrm>
            <a:prstGeom prst="diamond">
              <a:avLst/>
            </a:prstGeom>
            <a:solidFill>
              <a:schemeClr val="accent2"/>
            </a:solidFill>
            <a:ln w="12700"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963136">
                <a:defRPr/>
              </a:pPr>
              <a:r>
                <a:rPr lang="en-US" altLang="zh-CN" sz="4497" dirty="0">
                  <a:solidFill>
                    <a:srgbClr val="FFFFFF"/>
                  </a:solidFill>
                  <a:latin typeface="Elephant" panose="02020904090505020303" pitchFamily="18" charset="0"/>
                  <a:ea typeface="Arial Unicode MS" pitchFamily="34" charset="-122"/>
                  <a:cs typeface="Arial Unicode MS" pitchFamily="34" charset="-122"/>
                </a:rPr>
                <a:t>B</a:t>
              </a:r>
              <a:endParaRPr lang="zh-CN" altLang="en-US" sz="4497" dirty="0">
                <a:solidFill>
                  <a:srgbClr val="FFFFFF"/>
                </a:solidFill>
                <a:latin typeface="Elephant" panose="02020904090505020303" pitchFamily="18" charset="0"/>
                <a:ea typeface="Arial Unicode MS" pitchFamily="34" charset="-122"/>
                <a:cs typeface="Arial Unicode MS" pitchFamily="34" charset="-122"/>
              </a:endParaRPr>
            </a:p>
          </p:txBody>
        </p:sp>
      </p:grpSp>
      <p:sp>
        <p:nvSpPr>
          <p:cNvPr id="157" name="文本框 17"/>
          <p:cNvSpPr txBox="1"/>
          <p:nvPr/>
        </p:nvSpPr>
        <p:spPr>
          <a:xfrm>
            <a:off x="3098809" y="1762080"/>
            <a:ext cx="6262802" cy="727037"/>
          </a:xfrm>
          <a:prstGeom prst="rect">
            <a:avLst/>
          </a:prstGeom>
          <a:noFill/>
        </p:spPr>
        <p:txBody>
          <a:bodyPr wrap="square" lIns="141649" tIns="70824" rIns="141649" bIns="70824">
            <a:spAutoFit/>
          </a:bodyPr>
          <a:lstStyle/>
          <a:p>
            <a:pPr algn="just" defTabSz="963136">
              <a:lnSpc>
                <a:spcPct val="150000"/>
              </a:lnSpc>
              <a:defRPr/>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添加适当的文字，添加适当的文字添加适当的文字，一页的文字最好不要超过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a:t>
            </a:r>
            <a:endParaRPr lang="en-US" altLang="zh-CN" sz="422" kern="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
        <p:nvSpPr>
          <p:cNvPr id="158" name="文本框 22"/>
          <p:cNvSpPr txBox="1"/>
          <p:nvPr/>
        </p:nvSpPr>
        <p:spPr>
          <a:xfrm>
            <a:off x="3247086" y="5238460"/>
            <a:ext cx="5966256" cy="727037"/>
          </a:xfrm>
          <a:prstGeom prst="rect">
            <a:avLst/>
          </a:prstGeom>
          <a:noFill/>
        </p:spPr>
        <p:txBody>
          <a:bodyPr wrap="square" lIns="141649" tIns="70824" rIns="141649" bIns="70824">
            <a:spAutoFit/>
          </a:bodyPr>
          <a:lstStyle/>
          <a:p>
            <a:pPr algn="just" defTabSz="963136">
              <a:lnSpc>
                <a:spcPct val="150000"/>
              </a:lnSpc>
              <a:defRPr/>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添加适当的文字，添加适当的文字添加适当的文字，一页的文字最好不要超过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a:t>
            </a:r>
            <a:endParaRPr lang="en-US" altLang="zh-CN" sz="422" kern="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
        <p:nvSpPr>
          <p:cNvPr id="159" name="文本框 23"/>
          <p:cNvSpPr txBox="1"/>
          <p:nvPr/>
        </p:nvSpPr>
        <p:spPr>
          <a:xfrm>
            <a:off x="3107909" y="3500271"/>
            <a:ext cx="6244598" cy="727037"/>
          </a:xfrm>
          <a:prstGeom prst="rect">
            <a:avLst/>
          </a:prstGeom>
          <a:noFill/>
        </p:spPr>
        <p:txBody>
          <a:bodyPr wrap="square" lIns="141649" tIns="70824" rIns="141649" bIns="70824">
            <a:spAutoFit/>
          </a:bodyPr>
          <a:lstStyle/>
          <a:p>
            <a:pPr algn="just" defTabSz="963136">
              <a:lnSpc>
                <a:spcPct val="150000"/>
              </a:lnSpc>
              <a:defRPr/>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添加适当的文字，添加适当的文字添加适当的文字，一页的文字最好不要超过</a:t>
            </a:r>
            <a:r>
              <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rPr>
              <a:t>200,</a:t>
            </a: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添加适当的文字</a:t>
            </a:r>
            <a:endParaRPr lang="en-US" altLang="zh-CN" sz="422" kern="0"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6556540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45"/>
                                        </p:tgtEl>
                                        <p:attrNameLst>
                                          <p:attrName>style.visibility</p:attrName>
                                        </p:attrNameLst>
                                      </p:cBhvr>
                                      <p:to>
                                        <p:strVal val="visible"/>
                                      </p:to>
                                    </p:set>
                                    <p:anim calcmode="lin" valueType="num">
                                      <p:cBhvr>
                                        <p:cTn id="7" dur="500" fill="hold"/>
                                        <p:tgtEl>
                                          <p:spTgt spid="145"/>
                                        </p:tgtEl>
                                        <p:attrNameLst>
                                          <p:attrName>ppt_w</p:attrName>
                                        </p:attrNameLst>
                                      </p:cBhvr>
                                      <p:tavLst>
                                        <p:tav tm="0">
                                          <p:val>
                                            <p:fltVal val="0"/>
                                          </p:val>
                                        </p:tav>
                                        <p:tav tm="100000">
                                          <p:val>
                                            <p:strVal val="#ppt_w"/>
                                          </p:val>
                                        </p:tav>
                                      </p:tavLst>
                                    </p:anim>
                                    <p:anim calcmode="lin" valueType="num">
                                      <p:cBhvr>
                                        <p:cTn id="8" dur="500" fill="hold"/>
                                        <p:tgtEl>
                                          <p:spTgt spid="145"/>
                                        </p:tgtEl>
                                        <p:attrNameLst>
                                          <p:attrName>ppt_h</p:attrName>
                                        </p:attrNameLst>
                                      </p:cBhvr>
                                      <p:tavLst>
                                        <p:tav tm="0">
                                          <p:val>
                                            <p:fltVal val="0"/>
                                          </p:val>
                                        </p:tav>
                                        <p:tav tm="100000">
                                          <p:val>
                                            <p:strVal val="#ppt_h"/>
                                          </p:val>
                                        </p:tav>
                                      </p:tavLst>
                                    </p:anim>
                                    <p:animEffect transition="in" filter="fade">
                                      <p:cBhvr>
                                        <p:cTn id="9" dur="500"/>
                                        <p:tgtEl>
                                          <p:spTgt spid="145"/>
                                        </p:tgtEl>
                                      </p:cBhvr>
                                    </p:animEffect>
                                  </p:childTnLst>
                                </p:cTn>
                              </p:par>
                            </p:childTnLst>
                          </p:cTn>
                        </p:par>
                        <p:par>
                          <p:cTn id="10" fill="hold">
                            <p:stCondLst>
                              <p:cond delay="500"/>
                            </p:stCondLst>
                            <p:childTnLst>
                              <p:par>
                                <p:cTn id="11" presetID="47"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57"/>
                                        </p:tgtEl>
                                        <p:attrNameLst>
                                          <p:attrName>style.visibility</p:attrName>
                                        </p:attrNameLst>
                                      </p:cBhvr>
                                      <p:to>
                                        <p:strVal val="visible"/>
                                      </p:to>
                                    </p:set>
                                    <p:animEffect transition="in" filter="wipe(left)">
                                      <p:cBhvr>
                                        <p:cTn id="19" dur="500"/>
                                        <p:tgtEl>
                                          <p:spTgt spid="157"/>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47"/>
                                        </p:tgtEl>
                                        <p:attrNameLst>
                                          <p:attrName>style.visibility</p:attrName>
                                        </p:attrNameLst>
                                      </p:cBhvr>
                                      <p:to>
                                        <p:strVal val="visible"/>
                                      </p:to>
                                    </p:set>
                                    <p:anim calcmode="lin" valueType="num">
                                      <p:cBhvr>
                                        <p:cTn id="23" dur="500" fill="hold"/>
                                        <p:tgtEl>
                                          <p:spTgt spid="147"/>
                                        </p:tgtEl>
                                        <p:attrNameLst>
                                          <p:attrName>ppt_w</p:attrName>
                                        </p:attrNameLst>
                                      </p:cBhvr>
                                      <p:tavLst>
                                        <p:tav tm="0">
                                          <p:val>
                                            <p:fltVal val="0"/>
                                          </p:val>
                                        </p:tav>
                                        <p:tav tm="100000">
                                          <p:val>
                                            <p:strVal val="#ppt_w"/>
                                          </p:val>
                                        </p:tav>
                                      </p:tavLst>
                                    </p:anim>
                                    <p:anim calcmode="lin" valueType="num">
                                      <p:cBhvr>
                                        <p:cTn id="24" dur="500" fill="hold"/>
                                        <p:tgtEl>
                                          <p:spTgt spid="147"/>
                                        </p:tgtEl>
                                        <p:attrNameLst>
                                          <p:attrName>ppt_h</p:attrName>
                                        </p:attrNameLst>
                                      </p:cBhvr>
                                      <p:tavLst>
                                        <p:tav tm="0">
                                          <p:val>
                                            <p:fltVal val="0"/>
                                          </p:val>
                                        </p:tav>
                                        <p:tav tm="100000">
                                          <p:val>
                                            <p:strVal val="#ppt_h"/>
                                          </p:val>
                                        </p:tav>
                                      </p:tavLst>
                                    </p:anim>
                                    <p:animEffect transition="in" filter="fade">
                                      <p:cBhvr>
                                        <p:cTn id="25" dur="500"/>
                                        <p:tgtEl>
                                          <p:spTgt spid="147"/>
                                        </p:tgtEl>
                                      </p:cBhvr>
                                    </p:animEffect>
                                  </p:childTnLst>
                                </p:cTn>
                              </p:par>
                            </p:childTnLst>
                          </p:cTn>
                        </p:par>
                        <p:par>
                          <p:cTn id="26" fill="hold">
                            <p:stCondLst>
                              <p:cond delay="2500"/>
                            </p:stCondLst>
                            <p:childTnLst>
                              <p:par>
                                <p:cTn id="27" presetID="47"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159"/>
                                        </p:tgtEl>
                                        <p:attrNameLst>
                                          <p:attrName>style.visibility</p:attrName>
                                        </p:attrNameLst>
                                      </p:cBhvr>
                                      <p:to>
                                        <p:strVal val="visible"/>
                                      </p:to>
                                    </p:set>
                                    <p:animEffect transition="in" filter="wipe(left)">
                                      <p:cBhvr>
                                        <p:cTn id="35" dur="500"/>
                                        <p:tgtEl>
                                          <p:spTgt spid="159"/>
                                        </p:tgtEl>
                                      </p:cBhvr>
                                    </p:animEffect>
                                  </p:childTnLst>
                                </p:cTn>
                              </p:par>
                            </p:childTnLst>
                          </p:cTn>
                        </p:par>
                        <p:par>
                          <p:cTn id="36" fill="hold">
                            <p:stCondLst>
                              <p:cond delay="4000"/>
                            </p:stCondLst>
                            <p:childTnLst>
                              <p:par>
                                <p:cTn id="37" presetID="53" presetClass="entr" presetSubtype="16" fill="hold" grpId="0" nodeType="afterEffect">
                                  <p:stCondLst>
                                    <p:cond delay="0"/>
                                  </p:stCondLst>
                                  <p:childTnLst>
                                    <p:set>
                                      <p:cBhvr>
                                        <p:cTn id="38" dur="1" fill="hold">
                                          <p:stCondLst>
                                            <p:cond delay="0"/>
                                          </p:stCondLst>
                                        </p:cTn>
                                        <p:tgtEl>
                                          <p:spTgt spid="146"/>
                                        </p:tgtEl>
                                        <p:attrNameLst>
                                          <p:attrName>style.visibility</p:attrName>
                                        </p:attrNameLst>
                                      </p:cBhvr>
                                      <p:to>
                                        <p:strVal val="visible"/>
                                      </p:to>
                                    </p:set>
                                    <p:anim calcmode="lin" valueType="num">
                                      <p:cBhvr>
                                        <p:cTn id="39" dur="500" fill="hold"/>
                                        <p:tgtEl>
                                          <p:spTgt spid="146"/>
                                        </p:tgtEl>
                                        <p:attrNameLst>
                                          <p:attrName>ppt_w</p:attrName>
                                        </p:attrNameLst>
                                      </p:cBhvr>
                                      <p:tavLst>
                                        <p:tav tm="0">
                                          <p:val>
                                            <p:fltVal val="0"/>
                                          </p:val>
                                        </p:tav>
                                        <p:tav tm="100000">
                                          <p:val>
                                            <p:strVal val="#ppt_w"/>
                                          </p:val>
                                        </p:tav>
                                      </p:tavLst>
                                    </p:anim>
                                    <p:anim calcmode="lin" valueType="num">
                                      <p:cBhvr>
                                        <p:cTn id="40" dur="500" fill="hold"/>
                                        <p:tgtEl>
                                          <p:spTgt spid="146"/>
                                        </p:tgtEl>
                                        <p:attrNameLst>
                                          <p:attrName>ppt_h</p:attrName>
                                        </p:attrNameLst>
                                      </p:cBhvr>
                                      <p:tavLst>
                                        <p:tav tm="0">
                                          <p:val>
                                            <p:fltVal val="0"/>
                                          </p:val>
                                        </p:tav>
                                        <p:tav tm="100000">
                                          <p:val>
                                            <p:strVal val="#ppt_h"/>
                                          </p:val>
                                        </p:tav>
                                      </p:tavLst>
                                    </p:anim>
                                    <p:animEffect transition="in" filter="fade">
                                      <p:cBhvr>
                                        <p:cTn id="41" dur="500"/>
                                        <p:tgtEl>
                                          <p:spTgt spid="146"/>
                                        </p:tgtEl>
                                      </p:cBhvr>
                                    </p:animEffect>
                                  </p:childTnLst>
                                </p:cTn>
                              </p:par>
                            </p:childTnLst>
                          </p:cTn>
                        </p:par>
                        <p:par>
                          <p:cTn id="42" fill="hold">
                            <p:stCondLst>
                              <p:cond delay="4500"/>
                            </p:stCondLst>
                            <p:childTnLst>
                              <p:par>
                                <p:cTn id="43" presetID="47" presetClass="entr" presetSubtype="0"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1000"/>
                                        <p:tgtEl>
                                          <p:spTgt spid="3"/>
                                        </p:tgtEl>
                                      </p:cBhvr>
                                    </p:animEffect>
                                    <p:anim calcmode="lin" valueType="num">
                                      <p:cBhvr>
                                        <p:cTn id="46" dur="1000" fill="hold"/>
                                        <p:tgtEl>
                                          <p:spTgt spid="3"/>
                                        </p:tgtEl>
                                        <p:attrNameLst>
                                          <p:attrName>ppt_x</p:attrName>
                                        </p:attrNameLst>
                                      </p:cBhvr>
                                      <p:tavLst>
                                        <p:tav tm="0">
                                          <p:val>
                                            <p:strVal val="#ppt_x"/>
                                          </p:val>
                                        </p:tav>
                                        <p:tav tm="100000">
                                          <p:val>
                                            <p:strVal val="#ppt_x"/>
                                          </p:val>
                                        </p:tav>
                                      </p:tavLst>
                                    </p:anim>
                                    <p:anim calcmode="lin" valueType="num">
                                      <p:cBhvr>
                                        <p:cTn id="47" dur="1000" fill="hold"/>
                                        <p:tgtEl>
                                          <p:spTgt spid="3"/>
                                        </p:tgtEl>
                                        <p:attrNameLst>
                                          <p:attrName>ppt_y</p:attrName>
                                        </p:attrNameLst>
                                      </p:cBhvr>
                                      <p:tavLst>
                                        <p:tav tm="0">
                                          <p:val>
                                            <p:strVal val="#ppt_y-.1"/>
                                          </p:val>
                                        </p:tav>
                                        <p:tav tm="100000">
                                          <p:val>
                                            <p:strVal val="#ppt_y"/>
                                          </p:val>
                                        </p:tav>
                                      </p:tavLst>
                                    </p:anim>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158"/>
                                        </p:tgtEl>
                                        <p:attrNameLst>
                                          <p:attrName>style.visibility</p:attrName>
                                        </p:attrNameLst>
                                      </p:cBhvr>
                                      <p:to>
                                        <p:strVal val="visible"/>
                                      </p:to>
                                    </p:set>
                                    <p:animEffect transition="in" filter="wipe(left)">
                                      <p:cBhvr>
                                        <p:cTn id="51" dur="50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animBg="1"/>
      <p:bldP spid="146" grpId="0" animBg="1"/>
      <p:bldP spid="147" grpId="0" animBg="1"/>
      <p:bldP spid="157" grpId="0"/>
      <p:bldP spid="158" grpId="0"/>
      <p:bldP spid="159"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淘宝店chenying0907 53"/>
          <p:cNvGrpSpPr/>
          <p:nvPr/>
        </p:nvGrpSpPr>
        <p:grpSpPr>
          <a:xfrm>
            <a:off x="5348479" y="3965411"/>
            <a:ext cx="667137" cy="1285581"/>
            <a:chOff x="3802947" y="2820045"/>
            <a:chExt cx="474663" cy="914400"/>
          </a:xfrm>
        </p:grpSpPr>
        <p:sp>
          <p:nvSpPr>
            <p:cNvPr id="6" name="淘宝店chenying0907 5"/>
            <p:cNvSpPr>
              <a:spLocks/>
            </p:cNvSpPr>
            <p:nvPr/>
          </p:nvSpPr>
          <p:spPr bwMode="auto">
            <a:xfrm>
              <a:off x="3802947" y="2820045"/>
              <a:ext cx="474663" cy="914400"/>
            </a:xfrm>
            <a:custGeom>
              <a:avLst/>
              <a:gdLst>
                <a:gd name="T0" fmla="*/ 2078 w 2392"/>
                <a:gd name="T1" fmla="*/ 2358 h 4602"/>
                <a:gd name="T2" fmla="*/ 2005 w 2392"/>
                <a:gd name="T3" fmla="*/ 2187 h 4602"/>
                <a:gd name="T4" fmla="*/ 1921 w 2392"/>
                <a:gd name="T5" fmla="*/ 2022 h 4602"/>
                <a:gd name="T6" fmla="*/ 1826 w 2392"/>
                <a:gd name="T7" fmla="*/ 1858 h 4602"/>
                <a:gd name="T8" fmla="*/ 1717 w 2392"/>
                <a:gd name="T9" fmla="*/ 1694 h 4602"/>
                <a:gd name="T10" fmla="*/ 1492 w 2392"/>
                <a:gd name="T11" fmla="*/ 1390 h 4602"/>
                <a:gd name="T12" fmla="*/ 1275 w 2392"/>
                <a:gd name="T13" fmla="*/ 1082 h 4602"/>
                <a:gd name="T14" fmla="*/ 1327 w 2392"/>
                <a:gd name="T15" fmla="*/ 989 h 4602"/>
                <a:gd name="T16" fmla="*/ 1366 w 2392"/>
                <a:gd name="T17" fmla="*/ 889 h 4602"/>
                <a:gd name="T18" fmla="*/ 1387 w 2392"/>
                <a:gd name="T19" fmla="*/ 781 h 4602"/>
                <a:gd name="T20" fmla="*/ 1391 w 2392"/>
                <a:gd name="T21" fmla="*/ 661 h 4602"/>
                <a:gd name="T22" fmla="*/ 1371 w 2392"/>
                <a:gd name="T23" fmla="*/ 523 h 4602"/>
                <a:gd name="T24" fmla="*/ 1324 w 2392"/>
                <a:gd name="T25" fmla="*/ 394 h 4602"/>
                <a:gd name="T26" fmla="*/ 1254 w 2392"/>
                <a:gd name="T27" fmla="*/ 280 h 4602"/>
                <a:gd name="T28" fmla="*/ 1165 w 2392"/>
                <a:gd name="T29" fmla="*/ 181 h 4602"/>
                <a:gd name="T30" fmla="*/ 1057 w 2392"/>
                <a:gd name="T31" fmla="*/ 101 h 4602"/>
                <a:gd name="T32" fmla="*/ 936 w 2392"/>
                <a:gd name="T33" fmla="*/ 43 h 4602"/>
                <a:gd name="T34" fmla="*/ 802 w 2392"/>
                <a:gd name="T35" fmla="*/ 8 h 4602"/>
                <a:gd name="T36" fmla="*/ 660 w 2392"/>
                <a:gd name="T37" fmla="*/ 1 h 4602"/>
                <a:gd name="T38" fmla="*/ 522 w 2392"/>
                <a:gd name="T39" fmla="*/ 22 h 4602"/>
                <a:gd name="T40" fmla="*/ 395 w 2392"/>
                <a:gd name="T41" fmla="*/ 69 h 4602"/>
                <a:gd name="T42" fmla="*/ 280 w 2392"/>
                <a:gd name="T43" fmla="*/ 138 h 4602"/>
                <a:gd name="T44" fmla="*/ 180 w 2392"/>
                <a:gd name="T45" fmla="*/ 228 h 4602"/>
                <a:gd name="T46" fmla="*/ 101 w 2392"/>
                <a:gd name="T47" fmla="*/ 335 h 4602"/>
                <a:gd name="T48" fmla="*/ 43 w 2392"/>
                <a:gd name="T49" fmla="*/ 457 h 4602"/>
                <a:gd name="T50" fmla="*/ 8 w 2392"/>
                <a:gd name="T51" fmla="*/ 591 h 4602"/>
                <a:gd name="T52" fmla="*/ 1 w 2392"/>
                <a:gd name="T53" fmla="*/ 732 h 4602"/>
                <a:gd name="T54" fmla="*/ 22 w 2392"/>
                <a:gd name="T55" fmla="*/ 871 h 4602"/>
                <a:gd name="T56" fmla="*/ 68 w 2392"/>
                <a:gd name="T57" fmla="*/ 999 h 4602"/>
                <a:gd name="T58" fmla="*/ 138 w 2392"/>
                <a:gd name="T59" fmla="*/ 1114 h 4602"/>
                <a:gd name="T60" fmla="*/ 228 w 2392"/>
                <a:gd name="T61" fmla="*/ 1212 h 4602"/>
                <a:gd name="T62" fmla="*/ 335 w 2392"/>
                <a:gd name="T63" fmla="*/ 1292 h 4602"/>
                <a:gd name="T64" fmla="*/ 457 w 2392"/>
                <a:gd name="T65" fmla="*/ 1351 h 4602"/>
                <a:gd name="T66" fmla="*/ 591 w 2392"/>
                <a:gd name="T67" fmla="*/ 1386 h 4602"/>
                <a:gd name="T68" fmla="*/ 723 w 2392"/>
                <a:gd name="T69" fmla="*/ 1393 h 4602"/>
                <a:gd name="T70" fmla="*/ 826 w 2392"/>
                <a:gd name="T71" fmla="*/ 1381 h 4602"/>
                <a:gd name="T72" fmla="*/ 987 w 2392"/>
                <a:gd name="T73" fmla="*/ 1469 h 4602"/>
                <a:gd name="T74" fmla="*/ 1275 w 2392"/>
                <a:gd name="T75" fmla="*/ 1838 h 4602"/>
                <a:gd name="T76" fmla="*/ 1412 w 2392"/>
                <a:gd name="T77" fmla="*/ 2036 h 4602"/>
                <a:gd name="T78" fmla="*/ 1502 w 2392"/>
                <a:gd name="T79" fmla="*/ 2181 h 4602"/>
                <a:gd name="T80" fmla="*/ 1578 w 2392"/>
                <a:gd name="T81" fmla="*/ 2321 h 4602"/>
                <a:gd name="T82" fmla="*/ 1641 w 2392"/>
                <a:gd name="T83" fmla="*/ 2459 h 4602"/>
                <a:gd name="T84" fmla="*/ 1695 w 2392"/>
                <a:gd name="T85" fmla="*/ 2598 h 4602"/>
                <a:gd name="T86" fmla="*/ 1730 w 2392"/>
                <a:gd name="T87" fmla="*/ 2724 h 4602"/>
                <a:gd name="T88" fmla="*/ 1791 w 2392"/>
                <a:gd name="T89" fmla="*/ 3127 h 4602"/>
                <a:gd name="T90" fmla="*/ 1866 w 2392"/>
                <a:gd name="T91" fmla="*/ 3750 h 4602"/>
                <a:gd name="T92" fmla="*/ 1926 w 2392"/>
                <a:gd name="T93" fmla="*/ 4331 h 4602"/>
                <a:gd name="T94" fmla="*/ 2392 w 2392"/>
                <a:gd name="T95" fmla="*/ 4565 h 4602"/>
                <a:gd name="T96" fmla="*/ 2353 w 2392"/>
                <a:gd name="T97" fmla="*/ 4145 h 4602"/>
                <a:gd name="T98" fmla="*/ 2284 w 2392"/>
                <a:gd name="T99" fmla="*/ 3509 h 4602"/>
                <a:gd name="T100" fmla="*/ 2203 w 2392"/>
                <a:gd name="T101" fmla="*/ 2883 h 4602"/>
                <a:gd name="T102" fmla="*/ 2163 w 2392"/>
                <a:gd name="T103" fmla="*/ 2643 h 4602"/>
                <a:gd name="T104" fmla="*/ 2127 w 2392"/>
                <a:gd name="T105" fmla="*/ 2491 h 4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2" h="4602">
                  <a:moveTo>
                    <a:pt x="2127" y="2491"/>
                  </a:moveTo>
                  <a:lnTo>
                    <a:pt x="2112" y="2446"/>
                  </a:lnTo>
                  <a:lnTo>
                    <a:pt x="2095" y="2402"/>
                  </a:lnTo>
                  <a:lnTo>
                    <a:pt x="2078" y="2358"/>
                  </a:lnTo>
                  <a:lnTo>
                    <a:pt x="2061" y="2315"/>
                  </a:lnTo>
                  <a:lnTo>
                    <a:pt x="2043" y="2272"/>
                  </a:lnTo>
                  <a:lnTo>
                    <a:pt x="2025" y="2230"/>
                  </a:lnTo>
                  <a:lnTo>
                    <a:pt x="2005" y="2187"/>
                  </a:lnTo>
                  <a:lnTo>
                    <a:pt x="1985" y="2146"/>
                  </a:lnTo>
                  <a:lnTo>
                    <a:pt x="1964" y="2104"/>
                  </a:lnTo>
                  <a:lnTo>
                    <a:pt x="1943" y="2063"/>
                  </a:lnTo>
                  <a:lnTo>
                    <a:pt x="1921" y="2022"/>
                  </a:lnTo>
                  <a:lnTo>
                    <a:pt x="1898" y="1981"/>
                  </a:lnTo>
                  <a:lnTo>
                    <a:pt x="1874" y="1940"/>
                  </a:lnTo>
                  <a:lnTo>
                    <a:pt x="1850" y="1899"/>
                  </a:lnTo>
                  <a:lnTo>
                    <a:pt x="1826" y="1858"/>
                  </a:lnTo>
                  <a:lnTo>
                    <a:pt x="1799" y="1817"/>
                  </a:lnTo>
                  <a:lnTo>
                    <a:pt x="1773" y="1777"/>
                  </a:lnTo>
                  <a:lnTo>
                    <a:pt x="1745" y="1735"/>
                  </a:lnTo>
                  <a:lnTo>
                    <a:pt x="1717" y="1694"/>
                  </a:lnTo>
                  <a:lnTo>
                    <a:pt x="1687" y="1651"/>
                  </a:lnTo>
                  <a:lnTo>
                    <a:pt x="1626" y="1566"/>
                  </a:lnTo>
                  <a:lnTo>
                    <a:pt x="1560" y="1479"/>
                  </a:lnTo>
                  <a:lnTo>
                    <a:pt x="1492" y="1390"/>
                  </a:lnTo>
                  <a:lnTo>
                    <a:pt x="1418" y="1297"/>
                  </a:lnTo>
                  <a:lnTo>
                    <a:pt x="1342" y="1203"/>
                  </a:lnTo>
                  <a:lnTo>
                    <a:pt x="1261" y="1104"/>
                  </a:lnTo>
                  <a:lnTo>
                    <a:pt x="1275" y="1082"/>
                  </a:lnTo>
                  <a:lnTo>
                    <a:pt x="1290" y="1060"/>
                  </a:lnTo>
                  <a:lnTo>
                    <a:pt x="1303" y="1037"/>
                  </a:lnTo>
                  <a:lnTo>
                    <a:pt x="1316" y="1013"/>
                  </a:lnTo>
                  <a:lnTo>
                    <a:pt x="1327" y="989"/>
                  </a:lnTo>
                  <a:lnTo>
                    <a:pt x="1339" y="965"/>
                  </a:lnTo>
                  <a:lnTo>
                    <a:pt x="1348" y="940"/>
                  </a:lnTo>
                  <a:lnTo>
                    <a:pt x="1357" y="915"/>
                  </a:lnTo>
                  <a:lnTo>
                    <a:pt x="1366" y="889"/>
                  </a:lnTo>
                  <a:lnTo>
                    <a:pt x="1373" y="862"/>
                  </a:lnTo>
                  <a:lnTo>
                    <a:pt x="1378" y="836"/>
                  </a:lnTo>
                  <a:lnTo>
                    <a:pt x="1383" y="809"/>
                  </a:lnTo>
                  <a:lnTo>
                    <a:pt x="1387" y="781"/>
                  </a:lnTo>
                  <a:lnTo>
                    <a:pt x="1390" y="753"/>
                  </a:lnTo>
                  <a:lnTo>
                    <a:pt x="1391" y="725"/>
                  </a:lnTo>
                  <a:lnTo>
                    <a:pt x="1393" y="697"/>
                  </a:lnTo>
                  <a:lnTo>
                    <a:pt x="1391" y="661"/>
                  </a:lnTo>
                  <a:lnTo>
                    <a:pt x="1388" y="625"/>
                  </a:lnTo>
                  <a:lnTo>
                    <a:pt x="1384" y="591"/>
                  </a:lnTo>
                  <a:lnTo>
                    <a:pt x="1378" y="556"/>
                  </a:lnTo>
                  <a:lnTo>
                    <a:pt x="1371" y="523"/>
                  </a:lnTo>
                  <a:lnTo>
                    <a:pt x="1361" y="490"/>
                  </a:lnTo>
                  <a:lnTo>
                    <a:pt x="1350" y="457"/>
                  </a:lnTo>
                  <a:lnTo>
                    <a:pt x="1338" y="425"/>
                  </a:lnTo>
                  <a:lnTo>
                    <a:pt x="1324" y="394"/>
                  </a:lnTo>
                  <a:lnTo>
                    <a:pt x="1309" y="365"/>
                  </a:lnTo>
                  <a:lnTo>
                    <a:pt x="1292" y="335"/>
                  </a:lnTo>
                  <a:lnTo>
                    <a:pt x="1273" y="307"/>
                  </a:lnTo>
                  <a:lnTo>
                    <a:pt x="1254" y="280"/>
                  </a:lnTo>
                  <a:lnTo>
                    <a:pt x="1233" y="253"/>
                  </a:lnTo>
                  <a:lnTo>
                    <a:pt x="1211" y="228"/>
                  </a:lnTo>
                  <a:lnTo>
                    <a:pt x="1188" y="204"/>
                  </a:lnTo>
                  <a:lnTo>
                    <a:pt x="1165" y="181"/>
                  </a:lnTo>
                  <a:lnTo>
                    <a:pt x="1139" y="159"/>
                  </a:lnTo>
                  <a:lnTo>
                    <a:pt x="1113" y="138"/>
                  </a:lnTo>
                  <a:lnTo>
                    <a:pt x="1086" y="119"/>
                  </a:lnTo>
                  <a:lnTo>
                    <a:pt x="1057" y="101"/>
                  </a:lnTo>
                  <a:lnTo>
                    <a:pt x="1028" y="84"/>
                  </a:lnTo>
                  <a:lnTo>
                    <a:pt x="998" y="69"/>
                  </a:lnTo>
                  <a:lnTo>
                    <a:pt x="967" y="55"/>
                  </a:lnTo>
                  <a:lnTo>
                    <a:pt x="936" y="43"/>
                  </a:lnTo>
                  <a:lnTo>
                    <a:pt x="903" y="31"/>
                  </a:lnTo>
                  <a:lnTo>
                    <a:pt x="870" y="22"/>
                  </a:lnTo>
                  <a:lnTo>
                    <a:pt x="836" y="14"/>
                  </a:lnTo>
                  <a:lnTo>
                    <a:pt x="802" y="8"/>
                  </a:lnTo>
                  <a:lnTo>
                    <a:pt x="768" y="3"/>
                  </a:lnTo>
                  <a:lnTo>
                    <a:pt x="732" y="1"/>
                  </a:lnTo>
                  <a:lnTo>
                    <a:pt x="696" y="0"/>
                  </a:lnTo>
                  <a:lnTo>
                    <a:pt x="660" y="1"/>
                  </a:lnTo>
                  <a:lnTo>
                    <a:pt x="625" y="3"/>
                  </a:lnTo>
                  <a:lnTo>
                    <a:pt x="591" y="8"/>
                  </a:lnTo>
                  <a:lnTo>
                    <a:pt x="555" y="14"/>
                  </a:lnTo>
                  <a:lnTo>
                    <a:pt x="522" y="22"/>
                  </a:lnTo>
                  <a:lnTo>
                    <a:pt x="489" y="31"/>
                  </a:lnTo>
                  <a:lnTo>
                    <a:pt x="457" y="43"/>
                  </a:lnTo>
                  <a:lnTo>
                    <a:pt x="425" y="55"/>
                  </a:lnTo>
                  <a:lnTo>
                    <a:pt x="395" y="69"/>
                  </a:lnTo>
                  <a:lnTo>
                    <a:pt x="365" y="84"/>
                  </a:lnTo>
                  <a:lnTo>
                    <a:pt x="335" y="101"/>
                  </a:lnTo>
                  <a:lnTo>
                    <a:pt x="307" y="119"/>
                  </a:lnTo>
                  <a:lnTo>
                    <a:pt x="280" y="138"/>
                  </a:lnTo>
                  <a:lnTo>
                    <a:pt x="253" y="159"/>
                  </a:lnTo>
                  <a:lnTo>
                    <a:pt x="228" y="181"/>
                  </a:lnTo>
                  <a:lnTo>
                    <a:pt x="204" y="204"/>
                  </a:lnTo>
                  <a:lnTo>
                    <a:pt x="180" y="228"/>
                  </a:lnTo>
                  <a:lnTo>
                    <a:pt x="159" y="253"/>
                  </a:lnTo>
                  <a:lnTo>
                    <a:pt x="138" y="280"/>
                  </a:lnTo>
                  <a:lnTo>
                    <a:pt x="119" y="307"/>
                  </a:lnTo>
                  <a:lnTo>
                    <a:pt x="101" y="335"/>
                  </a:lnTo>
                  <a:lnTo>
                    <a:pt x="84" y="365"/>
                  </a:lnTo>
                  <a:lnTo>
                    <a:pt x="68" y="394"/>
                  </a:lnTo>
                  <a:lnTo>
                    <a:pt x="55" y="425"/>
                  </a:lnTo>
                  <a:lnTo>
                    <a:pt x="43" y="457"/>
                  </a:lnTo>
                  <a:lnTo>
                    <a:pt x="31" y="490"/>
                  </a:lnTo>
                  <a:lnTo>
                    <a:pt x="22" y="523"/>
                  </a:lnTo>
                  <a:lnTo>
                    <a:pt x="15" y="556"/>
                  </a:lnTo>
                  <a:lnTo>
                    <a:pt x="8" y="591"/>
                  </a:lnTo>
                  <a:lnTo>
                    <a:pt x="3" y="625"/>
                  </a:lnTo>
                  <a:lnTo>
                    <a:pt x="1" y="661"/>
                  </a:lnTo>
                  <a:lnTo>
                    <a:pt x="0" y="697"/>
                  </a:lnTo>
                  <a:lnTo>
                    <a:pt x="1" y="732"/>
                  </a:lnTo>
                  <a:lnTo>
                    <a:pt x="3" y="769"/>
                  </a:lnTo>
                  <a:lnTo>
                    <a:pt x="8" y="803"/>
                  </a:lnTo>
                  <a:lnTo>
                    <a:pt x="15" y="837"/>
                  </a:lnTo>
                  <a:lnTo>
                    <a:pt x="22" y="871"/>
                  </a:lnTo>
                  <a:lnTo>
                    <a:pt x="31" y="904"/>
                  </a:lnTo>
                  <a:lnTo>
                    <a:pt x="43" y="937"/>
                  </a:lnTo>
                  <a:lnTo>
                    <a:pt x="55" y="968"/>
                  </a:lnTo>
                  <a:lnTo>
                    <a:pt x="68" y="999"/>
                  </a:lnTo>
                  <a:lnTo>
                    <a:pt x="84" y="1029"/>
                  </a:lnTo>
                  <a:lnTo>
                    <a:pt x="101" y="1058"/>
                  </a:lnTo>
                  <a:lnTo>
                    <a:pt x="119" y="1087"/>
                  </a:lnTo>
                  <a:lnTo>
                    <a:pt x="138" y="1114"/>
                  </a:lnTo>
                  <a:lnTo>
                    <a:pt x="159" y="1140"/>
                  </a:lnTo>
                  <a:lnTo>
                    <a:pt x="180" y="1166"/>
                  </a:lnTo>
                  <a:lnTo>
                    <a:pt x="204" y="1190"/>
                  </a:lnTo>
                  <a:lnTo>
                    <a:pt x="228" y="1212"/>
                  </a:lnTo>
                  <a:lnTo>
                    <a:pt x="253" y="1234"/>
                  </a:lnTo>
                  <a:lnTo>
                    <a:pt x="280" y="1255"/>
                  </a:lnTo>
                  <a:lnTo>
                    <a:pt x="307" y="1275"/>
                  </a:lnTo>
                  <a:lnTo>
                    <a:pt x="335" y="1292"/>
                  </a:lnTo>
                  <a:lnTo>
                    <a:pt x="365" y="1310"/>
                  </a:lnTo>
                  <a:lnTo>
                    <a:pt x="395" y="1325"/>
                  </a:lnTo>
                  <a:lnTo>
                    <a:pt x="425" y="1339"/>
                  </a:lnTo>
                  <a:lnTo>
                    <a:pt x="457" y="1351"/>
                  </a:lnTo>
                  <a:lnTo>
                    <a:pt x="489" y="1363"/>
                  </a:lnTo>
                  <a:lnTo>
                    <a:pt x="522" y="1372"/>
                  </a:lnTo>
                  <a:lnTo>
                    <a:pt x="555" y="1379"/>
                  </a:lnTo>
                  <a:lnTo>
                    <a:pt x="591" y="1386"/>
                  </a:lnTo>
                  <a:lnTo>
                    <a:pt x="625" y="1390"/>
                  </a:lnTo>
                  <a:lnTo>
                    <a:pt x="660" y="1393"/>
                  </a:lnTo>
                  <a:lnTo>
                    <a:pt x="696" y="1394"/>
                  </a:lnTo>
                  <a:lnTo>
                    <a:pt x="723" y="1393"/>
                  </a:lnTo>
                  <a:lnTo>
                    <a:pt x="749" y="1392"/>
                  </a:lnTo>
                  <a:lnTo>
                    <a:pt x="775" y="1389"/>
                  </a:lnTo>
                  <a:lnTo>
                    <a:pt x="801" y="1386"/>
                  </a:lnTo>
                  <a:lnTo>
                    <a:pt x="826" y="1381"/>
                  </a:lnTo>
                  <a:lnTo>
                    <a:pt x="852" y="1376"/>
                  </a:lnTo>
                  <a:lnTo>
                    <a:pt x="877" y="1370"/>
                  </a:lnTo>
                  <a:lnTo>
                    <a:pt x="900" y="1363"/>
                  </a:lnTo>
                  <a:lnTo>
                    <a:pt x="987" y="1469"/>
                  </a:lnTo>
                  <a:lnTo>
                    <a:pt x="1068" y="1568"/>
                  </a:lnTo>
                  <a:lnTo>
                    <a:pt x="1143" y="1663"/>
                  </a:lnTo>
                  <a:lnTo>
                    <a:pt x="1212" y="1753"/>
                  </a:lnTo>
                  <a:lnTo>
                    <a:pt x="1275" y="1838"/>
                  </a:lnTo>
                  <a:lnTo>
                    <a:pt x="1333" y="1920"/>
                  </a:lnTo>
                  <a:lnTo>
                    <a:pt x="1361" y="1959"/>
                  </a:lnTo>
                  <a:lnTo>
                    <a:pt x="1387" y="1997"/>
                  </a:lnTo>
                  <a:lnTo>
                    <a:pt x="1412" y="2036"/>
                  </a:lnTo>
                  <a:lnTo>
                    <a:pt x="1437" y="2073"/>
                  </a:lnTo>
                  <a:lnTo>
                    <a:pt x="1460" y="2109"/>
                  </a:lnTo>
                  <a:lnTo>
                    <a:pt x="1482" y="2146"/>
                  </a:lnTo>
                  <a:lnTo>
                    <a:pt x="1502" y="2181"/>
                  </a:lnTo>
                  <a:lnTo>
                    <a:pt x="1523" y="2216"/>
                  </a:lnTo>
                  <a:lnTo>
                    <a:pt x="1542" y="2251"/>
                  </a:lnTo>
                  <a:lnTo>
                    <a:pt x="1560" y="2287"/>
                  </a:lnTo>
                  <a:lnTo>
                    <a:pt x="1578" y="2321"/>
                  </a:lnTo>
                  <a:lnTo>
                    <a:pt x="1596" y="2355"/>
                  </a:lnTo>
                  <a:lnTo>
                    <a:pt x="1611" y="2389"/>
                  </a:lnTo>
                  <a:lnTo>
                    <a:pt x="1627" y="2424"/>
                  </a:lnTo>
                  <a:lnTo>
                    <a:pt x="1641" y="2459"/>
                  </a:lnTo>
                  <a:lnTo>
                    <a:pt x="1656" y="2493"/>
                  </a:lnTo>
                  <a:lnTo>
                    <a:pt x="1669" y="2527"/>
                  </a:lnTo>
                  <a:lnTo>
                    <a:pt x="1683" y="2563"/>
                  </a:lnTo>
                  <a:lnTo>
                    <a:pt x="1695" y="2598"/>
                  </a:lnTo>
                  <a:lnTo>
                    <a:pt x="1707" y="2633"/>
                  </a:lnTo>
                  <a:lnTo>
                    <a:pt x="1715" y="2657"/>
                  </a:lnTo>
                  <a:lnTo>
                    <a:pt x="1722" y="2687"/>
                  </a:lnTo>
                  <a:lnTo>
                    <a:pt x="1730" y="2724"/>
                  </a:lnTo>
                  <a:lnTo>
                    <a:pt x="1739" y="2768"/>
                  </a:lnTo>
                  <a:lnTo>
                    <a:pt x="1755" y="2870"/>
                  </a:lnTo>
                  <a:lnTo>
                    <a:pt x="1773" y="2991"/>
                  </a:lnTo>
                  <a:lnTo>
                    <a:pt x="1791" y="3127"/>
                  </a:lnTo>
                  <a:lnTo>
                    <a:pt x="1810" y="3274"/>
                  </a:lnTo>
                  <a:lnTo>
                    <a:pt x="1830" y="3430"/>
                  </a:lnTo>
                  <a:lnTo>
                    <a:pt x="1848" y="3589"/>
                  </a:lnTo>
                  <a:lnTo>
                    <a:pt x="1866" y="3750"/>
                  </a:lnTo>
                  <a:lnTo>
                    <a:pt x="1883" y="3908"/>
                  </a:lnTo>
                  <a:lnTo>
                    <a:pt x="1899" y="4060"/>
                  </a:lnTo>
                  <a:lnTo>
                    <a:pt x="1914" y="4202"/>
                  </a:lnTo>
                  <a:lnTo>
                    <a:pt x="1926" y="4331"/>
                  </a:lnTo>
                  <a:lnTo>
                    <a:pt x="1937" y="4443"/>
                  </a:lnTo>
                  <a:lnTo>
                    <a:pt x="1946" y="4535"/>
                  </a:lnTo>
                  <a:lnTo>
                    <a:pt x="1952" y="4602"/>
                  </a:lnTo>
                  <a:lnTo>
                    <a:pt x="2392" y="4565"/>
                  </a:lnTo>
                  <a:lnTo>
                    <a:pt x="2386" y="4492"/>
                  </a:lnTo>
                  <a:lnTo>
                    <a:pt x="2378" y="4396"/>
                  </a:lnTo>
                  <a:lnTo>
                    <a:pt x="2366" y="4279"/>
                  </a:lnTo>
                  <a:lnTo>
                    <a:pt x="2353" y="4145"/>
                  </a:lnTo>
                  <a:lnTo>
                    <a:pt x="2337" y="3998"/>
                  </a:lnTo>
                  <a:lnTo>
                    <a:pt x="2321" y="3840"/>
                  </a:lnTo>
                  <a:lnTo>
                    <a:pt x="2302" y="3676"/>
                  </a:lnTo>
                  <a:lnTo>
                    <a:pt x="2284" y="3509"/>
                  </a:lnTo>
                  <a:lnTo>
                    <a:pt x="2264" y="3343"/>
                  </a:lnTo>
                  <a:lnTo>
                    <a:pt x="2243" y="3181"/>
                  </a:lnTo>
                  <a:lnTo>
                    <a:pt x="2222" y="3026"/>
                  </a:lnTo>
                  <a:lnTo>
                    <a:pt x="2203" y="2883"/>
                  </a:lnTo>
                  <a:lnTo>
                    <a:pt x="2192" y="2817"/>
                  </a:lnTo>
                  <a:lnTo>
                    <a:pt x="2182" y="2754"/>
                  </a:lnTo>
                  <a:lnTo>
                    <a:pt x="2173" y="2696"/>
                  </a:lnTo>
                  <a:lnTo>
                    <a:pt x="2163" y="2643"/>
                  </a:lnTo>
                  <a:lnTo>
                    <a:pt x="2153" y="2597"/>
                  </a:lnTo>
                  <a:lnTo>
                    <a:pt x="2145" y="2555"/>
                  </a:lnTo>
                  <a:lnTo>
                    <a:pt x="2135" y="2520"/>
                  </a:lnTo>
                  <a:lnTo>
                    <a:pt x="2127" y="2491"/>
                  </a:lnTo>
                  <a:close/>
                </a:path>
              </a:pathLst>
            </a:custGeom>
            <a:solidFill>
              <a:schemeClr val="accent4"/>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14" name="淘宝店chenying0907 11"/>
            <p:cNvSpPr>
              <a:spLocks/>
            </p:cNvSpPr>
            <p:nvPr/>
          </p:nvSpPr>
          <p:spPr bwMode="auto">
            <a:xfrm>
              <a:off x="3871209" y="2889895"/>
              <a:ext cx="138113" cy="138113"/>
            </a:xfrm>
            <a:custGeom>
              <a:avLst/>
              <a:gdLst>
                <a:gd name="T0" fmla="*/ 694 w 696"/>
                <a:gd name="T1" fmla="*/ 312 h 696"/>
                <a:gd name="T2" fmla="*/ 685 w 696"/>
                <a:gd name="T3" fmla="*/ 261 h 696"/>
                <a:gd name="T4" fmla="*/ 668 w 696"/>
                <a:gd name="T5" fmla="*/ 212 h 696"/>
                <a:gd name="T6" fmla="*/ 646 w 696"/>
                <a:gd name="T7" fmla="*/ 168 h 696"/>
                <a:gd name="T8" fmla="*/ 617 w 696"/>
                <a:gd name="T9" fmla="*/ 126 h 696"/>
                <a:gd name="T10" fmla="*/ 582 w 696"/>
                <a:gd name="T11" fmla="*/ 90 h 696"/>
                <a:gd name="T12" fmla="*/ 543 w 696"/>
                <a:gd name="T13" fmla="*/ 59 h 696"/>
                <a:gd name="T14" fmla="*/ 500 w 696"/>
                <a:gd name="T15" fmla="*/ 34 h 696"/>
                <a:gd name="T16" fmla="*/ 452 w 696"/>
                <a:gd name="T17" fmla="*/ 15 h 696"/>
                <a:gd name="T18" fmla="*/ 401 w 696"/>
                <a:gd name="T19" fmla="*/ 4 h 696"/>
                <a:gd name="T20" fmla="*/ 348 w 696"/>
                <a:gd name="T21" fmla="*/ 0 h 696"/>
                <a:gd name="T22" fmla="*/ 295 w 696"/>
                <a:gd name="T23" fmla="*/ 4 h 696"/>
                <a:gd name="T24" fmla="*/ 245 w 696"/>
                <a:gd name="T25" fmla="*/ 15 h 696"/>
                <a:gd name="T26" fmla="*/ 197 w 696"/>
                <a:gd name="T27" fmla="*/ 34 h 696"/>
                <a:gd name="T28" fmla="*/ 153 w 696"/>
                <a:gd name="T29" fmla="*/ 59 h 696"/>
                <a:gd name="T30" fmla="*/ 114 w 696"/>
                <a:gd name="T31" fmla="*/ 90 h 696"/>
                <a:gd name="T32" fmla="*/ 80 w 696"/>
                <a:gd name="T33" fmla="*/ 126 h 696"/>
                <a:gd name="T34" fmla="*/ 51 w 696"/>
                <a:gd name="T35" fmla="*/ 168 h 696"/>
                <a:gd name="T36" fmla="*/ 27 w 696"/>
                <a:gd name="T37" fmla="*/ 212 h 696"/>
                <a:gd name="T38" fmla="*/ 11 w 696"/>
                <a:gd name="T39" fmla="*/ 261 h 696"/>
                <a:gd name="T40" fmla="*/ 2 w 696"/>
                <a:gd name="T41" fmla="*/ 312 h 696"/>
                <a:gd name="T42" fmla="*/ 0 w 696"/>
                <a:gd name="T43" fmla="*/ 366 h 696"/>
                <a:gd name="T44" fmla="*/ 7 w 696"/>
                <a:gd name="T45" fmla="*/ 419 h 696"/>
                <a:gd name="T46" fmla="*/ 21 w 696"/>
                <a:gd name="T47" fmla="*/ 467 h 696"/>
                <a:gd name="T48" fmla="*/ 42 w 696"/>
                <a:gd name="T49" fmla="*/ 514 h 696"/>
                <a:gd name="T50" fmla="*/ 70 w 696"/>
                <a:gd name="T51" fmla="*/ 556 h 696"/>
                <a:gd name="T52" fmla="*/ 102 w 696"/>
                <a:gd name="T53" fmla="*/ 594 h 696"/>
                <a:gd name="T54" fmla="*/ 140 w 696"/>
                <a:gd name="T55" fmla="*/ 627 h 696"/>
                <a:gd name="T56" fmla="*/ 183 w 696"/>
                <a:gd name="T57" fmla="*/ 654 h 696"/>
                <a:gd name="T58" fmla="*/ 228 w 696"/>
                <a:gd name="T59" fmla="*/ 675 h 696"/>
                <a:gd name="T60" fmla="*/ 278 w 696"/>
                <a:gd name="T61" fmla="*/ 689 h 696"/>
                <a:gd name="T62" fmla="*/ 331 w 696"/>
                <a:gd name="T63" fmla="*/ 695 h 696"/>
                <a:gd name="T64" fmla="*/ 384 w 696"/>
                <a:gd name="T65" fmla="*/ 694 h 696"/>
                <a:gd name="T66" fmla="*/ 435 w 696"/>
                <a:gd name="T67" fmla="*/ 685 h 696"/>
                <a:gd name="T68" fmla="*/ 484 w 696"/>
                <a:gd name="T69" fmla="*/ 668 h 696"/>
                <a:gd name="T70" fmla="*/ 529 w 696"/>
                <a:gd name="T71" fmla="*/ 646 h 696"/>
                <a:gd name="T72" fmla="*/ 570 w 696"/>
                <a:gd name="T73" fmla="*/ 617 h 696"/>
                <a:gd name="T74" fmla="*/ 606 w 696"/>
                <a:gd name="T75" fmla="*/ 582 h 696"/>
                <a:gd name="T76" fmla="*/ 636 w 696"/>
                <a:gd name="T77" fmla="*/ 543 h 696"/>
                <a:gd name="T78" fmla="*/ 662 w 696"/>
                <a:gd name="T79" fmla="*/ 498 h 696"/>
                <a:gd name="T80" fmla="*/ 681 w 696"/>
                <a:gd name="T81" fmla="*/ 452 h 696"/>
                <a:gd name="T82" fmla="*/ 692 w 696"/>
                <a:gd name="T83" fmla="*/ 401 h 696"/>
                <a:gd name="T84" fmla="*/ 696 w 696"/>
                <a:gd name="T85" fmla="*/ 348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6" h="696">
                  <a:moveTo>
                    <a:pt x="696" y="348"/>
                  </a:moveTo>
                  <a:lnTo>
                    <a:pt x="695" y="330"/>
                  </a:lnTo>
                  <a:lnTo>
                    <a:pt x="694" y="312"/>
                  </a:lnTo>
                  <a:lnTo>
                    <a:pt x="692" y="295"/>
                  </a:lnTo>
                  <a:lnTo>
                    <a:pt x="689" y="277"/>
                  </a:lnTo>
                  <a:lnTo>
                    <a:pt x="685" y="261"/>
                  </a:lnTo>
                  <a:lnTo>
                    <a:pt x="681" y="244"/>
                  </a:lnTo>
                  <a:lnTo>
                    <a:pt x="675" y="228"/>
                  </a:lnTo>
                  <a:lnTo>
                    <a:pt x="668" y="212"/>
                  </a:lnTo>
                  <a:lnTo>
                    <a:pt x="662" y="197"/>
                  </a:lnTo>
                  <a:lnTo>
                    <a:pt x="654" y="182"/>
                  </a:lnTo>
                  <a:lnTo>
                    <a:pt x="646" y="168"/>
                  </a:lnTo>
                  <a:lnTo>
                    <a:pt x="636" y="153"/>
                  </a:lnTo>
                  <a:lnTo>
                    <a:pt x="627" y="140"/>
                  </a:lnTo>
                  <a:lnTo>
                    <a:pt x="617" y="126"/>
                  </a:lnTo>
                  <a:lnTo>
                    <a:pt x="606" y="114"/>
                  </a:lnTo>
                  <a:lnTo>
                    <a:pt x="594" y="101"/>
                  </a:lnTo>
                  <a:lnTo>
                    <a:pt x="582" y="90"/>
                  </a:lnTo>
                  <a:lnTo>
                    <a:pt x="570" y="79"/>
                  </a:lnTo>
                  <a:lnTo>
                    <a:pt x="557" y="69"/>
                  </a:lnTo>
                  <a:lnTo>
                    <a:pt x="543" y="59"/>
                  </a:lnTo>
                  <a:lnTo>
                    <a:pt x="529" y="49"/>
                  </a:lnTo>
                  <a:lnTo>
                    <a:pt x="514" y="41"/>
                  </a:lnTo>
                  <a:lnTo>
                    <a:pt x="500" y="34"/>
                  </a:lnTo>
                  <a:lnTo>
                    <a:pt x="484" y="27"/>
                  </a:lnTo>
                  <a:lnTo>
                    <a:pt x="467" y="20"/>
                  </a:lnTo>
                  <a:lnTo>
                    <a:pt x="452" y="15"/>
                  </a:lnTo>
                  <a:lnTo>
                    <a:pt x="435" y="10"/>
                  </a:lnTo>
                  <a:lnTo>
                    <a:pt x="419" y="7"/>
                  </a:lnTo>
                  <a:lnTo>
                    <a:pt x="401" y="4"/>
                  </a:lnTo>
                  <a:lnTo>
                    <a:pt x="384" y="2"/>
                  </a:lnTo>
                  <a:lnTo>
                    <a:pt x="366" y="0"/>
                  </a:lnTo>
                  <a:lnTo>
                    <a:pt x="348" y="0"/>
                  </a:lnTo>
                  <a:lnTo>
                    <a:pt x="331" y="0"/>
                  </a:lnTo>
                  <a:lnTo>
                    <a:pt x="313" y="2"/>
                  </a:lnTo>
                  <a:lnTo>
                    <a:pt x="295" y="4"/>
                  </a:lnTo>
                  <a:lnTo>
                    <a:pt x="278" y="7"/>
                  </a:lnTo>
                  <a:lnTo>
                    <a:pt x="261" y="10"/>
                  </a:lnTo>
                  <a:lnTo>
                    <a:pt x="245" y="15"/>
                  </a:lnTo>
                  <a:lnTo>
                    <a:pt x="228" y="20"/>
                  </a:lnTo>
                  <a:lnTo>
                    <a:pt x="213" y="27"/>
                  </a:lnTo>
                  <a:lnTo>
                    <a:pt x="197" y="34"/>
                  </a:lnTo>
                  <a:lnTo>
                    <a:pt x="183" y="41"/>
                  </a:lnTo>
                  <a:lnTo>
                    <a:pt x="168" y="49"/>
                  </a:lnTo>
                  <a:lnTo>
                    <a:pt x="153" y="59"/>
                  </a:lnTo>
                  <a:lnTo>
                    <a:pt x="140" y="69"/>
                  </a:lnTo>
                  <a:lnTo>
                    <a:pt x="127" y="79"/>
                  </a:lnTo>
                  <a:lnTo>
                    <a:pt x="114" y="90"/>
                  </a:lnTo>
                  <a:lnTo>
                    <a:pt x="102" y="101"/>
                  </a:lnTo>
                  <a:lnTo>
                    <a:pt x="90" y="114"/>
                  </a:lnTo>
                  <a:lnTo>
                    <a:pt x="80" y="126"/>
                  </a:lnTo>
                  <a:lnTo>
                    <a:pt x="70" y="140"/>
                  </a:lnTo>
                  <a:lnTo>
                    <a:pt x="59" y="153"/>
                  </a:lnTo>
                  <a:lnTo>
                    <a:pt x="51" y="168"/>
                  </a:lnTo>
                  <a:lnTo>
                    <a:pt x="42" y="182"/>
                  </a:lnTo>
                  <a:lnTo>
                    <a:pt x="34" y="197"/>
                  </a:lnTo>
                  <a:lnTo>
                    <a:pt x="27" y="212"/>
                  </a:lnTo>
                  <a:lnTo>
                    <a:pt x="21" y="228"/>
                  </a:lnTo>
                  <a:lnTo>
                    <a:pt x="16" y="244"/>
                  </a:lnTo>
                  <a:lnTo>
                    <a:pt x="11" y="261"/>
                  </a:lnTo>
                  <a:lnTo>
                    <a:pt x="7" y="277"/>
                  </a:lnTo>
                  <a:lnTo>
                    <a:pt x="4" y="295"/>
                  </a:lnTo>
                  <a:lnTo>
                    <a:pt x="2" y="312"/>
                  </a:lnTo>
                  <a:lnTo>
                    <a:pt x="0" y="330"/>
                  </a:lnTo>
                  <a:lnTo>
                    <a:pt x="0" y="348"/>
                  </a:lnTo>
                  <a:lnTo>
                    <a:pt x="0" y="366"/>
                  </a:lnTo>
                  <a:lnTo>
                    <a:pt x="2" y="383"/>
                  </a:lnTo>
                  <a:lnTo>
                    <a:pt x="4" y="401"/>
                  </a:lnTo>
                  <a:lnTo>
                    <a:pt x="7" y="419"/>
                  </a:lnTo>
                  <a:lnTo>
                    <a:pt x="11" y="435"/>
                  </a:lnTo>
                  <a:lnTo>
                    <a:pt x="16" y="452"/>
                  </a:lnTo>
                  <a:lnTo>
                    <a:pt x="21" y="467"/>
                  </a:lnTo>
                  <a:lnTo>
                    <a:pt x="27" y="484"/>
                  </a:lnTo>
                  <a:lnTo>
                    <a:pt x="34" y="498"/>
                  </a:lnTo>
                  <a:lnTo>
                    <a:pt x="42" y="514"/>
                  </a:lnTo>
                  <a:lnTo>
                    <a:pt x="51" y="528"/>
                  </a:lnTo>
                  <a:lnTo>
                    <a:pt x="59" y="543"/>
                  </a:lnTo>
                  <a:lnTo>
                    <a:pt x="70" y="556"/>
                  </a:lnTo>
                  <a:lnTo>
                    <a:pt x="80" y="569"/>
                  </a:lnTo>
                  <a:lnTo>
                    <a:pt x="90" y="582"/>
                  </a:lnTo>
                  <a:lnTo>
                    <a:pt x="102" y="594"/>
                  </a:lnTo>
                  <a:lnTo>
                    <a:pt x="114" y="605"/>
                  </a:lnTo>
                  <a:lnTo>
                    <a:pt x="127" y="617"/>
                  </a:lnTo>
                  <a:lnTo>
                    <a:pt x="140" y="627"/>
                  </a:lnTo>
                  <a:lnTo>
                    <a:pt x="153" y="636"/>
                  </a:lnTo>
                  <a:lnTo>
                    <a:pt x="168" y="646"/>
                  </a:lnTo>
                  <a:lnTo>
                    <a:pt x="183" y="654"/>
                  </a:lnTo>
                  <a:lnTo>
                    <a:pt x="197" y="662"/>
                  </a:lnTo>
                  <a:lnTo>
                    <a:pt x="213" y="668"/>
                  </a:lnTo>
                  <a:lnTo>
                    <a:pt x="228" y="675"/>
                  </a:lnTo>
                  <a:lnTo>
                    <a:pt x="245" y="681"/>
                  </a:lnTo>
                  <a:lnTo>
                    <a:pt x="261" y="685"/>
                  </a:lnTo>
                  <a:lnTo>
                    <a:pt x="278" y="689"/>
                  </a:lnTo>
                  <a:lnTo>
                    <a:pt x="295" y="692"/>
                  </a:lnTo>
                  <a:lnTo>
                    <a:pt x="313" y="694"/>
                  </a:lnTo>
                  <a:lnTo>
                    <a:pt x="331" y="695"/>
                  </a:lnTo>
                  <a:lnTo>
                    <a:pt x="348" y="696"/>
                  </a:lnTo>
                  <a:lnTo>
                    <a:pt x="366" y="695"/>
                  </a:lnTo>
                  <a:lnTo>
                    <a:pt x="384" y="694"/>
                  </a:lnTo>
                  <a:lnTo>
                    <a:pt x="401" y="692"/>
                  </a:lnTo>
                  <a:lnTo>
                    <a:pt x="419" y="689"/>
                  </a:lnTo>
                  <a:lnTo>
                    <a:pt x="435" y="685"/>
                  </a:lnTo>
                  <a:lnTo>
                    <a:pt x="452" y="681"/>
                  </a:lnTo>
                  <a:lnTo>
                    <a:pt x="467" y="675"/>
                  </a:lnTo>
                  <a:lnTo>
                    <a:pt x="484" y="668"/>
                  </a:lnTo>
                  <a:lnTo>
                    <a:pt x="500" y="662"/>
                  </a:lnTo>
                  <a:lnTo>
                    <a:pt x="514" y="654"/>
                  </a:lnTo>
                  <a:lnTo>
                    <a:pt x="529" y="646"/>
                  </a:lnTo>
                  <a:lnTo>
                    <a:pt x="543" y="636"/>
                  </a:lnTo>
                  <a:lnTo>
                    <a:pt x="557" y="627"/>
                  </a:lnTo>
                  <a:lnTo>
                    <a:pt x="570" y="617"/>
                  </a:lnTo>
                  <a:lnTo>
                    <a:pt x="582" y="605"/>
                  </a:lnTo>
                  <a:lnTo>
                    <a:pt x="594" y="594"/>
                  </a:lnTo>
                  <a:lnTo>
                    <a:pt x="606" y="582"/>
                  </a:lnTo>
                  <a:lnTo>
                    <a:pt x="617" y="569"/>
                  </a:lnTo>
                  <a:lnTo>
                    <a:pt x="627" y="556"/>
                  </a:lnTo>
                  <a:lnTo>
                    <a:pt x="636" y="543"/>
                  </a:lnTo>
                  <a:lnTo>
                    <a:pt x="646" y="528"/>
                  </a:lnTo>
                  <a:lnTo>
                    <a:pt x="654" y="514"/>
                  </a:lnTo>
                  <a:lnTo>
                    <a:pt x="662" y="498"/>
                  </a:lnTo>
                  <a:lnTo>
                    <a:pt x="668" y="484"/>
                  </a:lnTo>
                  <a:lnTo>
                    <a:pt x="675" y="467"/>
                  </a:lnTo>
                  <a:lnTo>
                    <a:pt x="681" y="452"/>
                  </a:lnTo>
                  <a:lnTo>
                    <a:pt x="685" y="435"/>
                  </a:lnTo>
                  <a:lnTo>
                    <a:pt x="689" y="419"/>
                  </a:lnTo>
                  <a:lnTo>
                    <a:pt x="692" y="401"/>
                  </a:lnTo>
                  <a:lnTo>
                    <a:pt x="694" y="383"/>
                  </a:lnTo>
                  <a:lnTo>
                    <a:pt x="695" y="366"/>
                  </a:lnTo>
                  <a:lnTo>
                    <a:pt x="696" y="3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47" name="淘宝店chenying0907 17"/>
            <p:cNvSpPr>
              <a:spLocks/>
            </p:cNvSpPr>
            <p:nvPr/>
          </p:nvSpPr>
          <p:spPr bwMode="auto">
            <a:xfrm>
              <a:off x="3906134" y="2924820"/>
              <a:ext cx="69850" cy="68263"/>
            </a:xfrm>
            <a:custGeom>
              <a:avLst/>
              <a:gdLst>
                <a:gd name="T0" fmla="*/ 347 w 348"/>
                <a:gd name="T1" fmla="*/ 156 h 348"/>
                <a:gd name="T2" fmla="*/ 340 w 348"/>
                <a:gd name="T3" fmla="*/ 122 h 348"/>
                <a:gd name="T4" fmla="*/ 328 w 348"/>
                <a:gd name="T5" fmla="*/ 91 h 348"/>
                <a:gd name="T6" fmla="*/ 309 w 348"/>
                <a:gd name="T7" fmla="*/ 63 h 348"/>
                <a:gd name="T8" fmla="*/ 285 w 348"/>
                <a:gd name="T9" fmla="*/ 39 h 348"/>
                <a:gd name="T10" fmla="*/ 257 w 348"/>
                <a:gd name="T11" fmla="*/ 21 h 348"/>
                <a:gd name="T12" fmla="*/ 226 w 348"/>
                <a:gd name="T13" fmla="*/ 7 h 348"/>
                <a:gd name="T14" fmla="*/ 192 w 348"/>
                <a:gd name="T15" fmla="*/ 1 h 348"/>
                <a:gd name="T16" fmla="*/ 157 w 348"/>
                <a:gd name="T17" fmla="*/ 1 h 348"/>
                <a:gd name="T18" fmla="*/ 122 w 348"/>
                <a:gd name="T19" fmla="*/ 7 h 348"/>
                <a:gd name="T20" fmla="*/ 91 w 348"/>
                <a:gd name="T21" fmla="*/ 21 h 348"/>
                <a:gd name="T22" fmla="*/ 63 w 348"/>
                <a:gd name="T23" fmla="*/ 39 h 348"/>
                <a:gd name="T24" fmla="*/ 40 w 348"/>
                <a:gd name="T25" fmla="*/ 63 h 348"/>
                <a:gd name="T26" fmla="*/ 21 w 348"/>
                <a:gd name="T27" fmla="*/ 91 h 348"/>
                <a:gd name="T28" fmla="*/ 7 w 348"/>
                <a:gd name="T29" fmla="*/ 122 h 348"/>
                <a:gd name="T30" fmla="*/ 1 w 348"/>
                <a:gd name="T31" fmla="*/ 156 h 348"/>
                <a:gd name="T32" fmla="*/ 1 w 348"/>
                <a:gd name="T33" fmla="*/ 192 h 348"/>
                <a:gd name="T34" fmla="*/ 7 w 348"/>
                <a:gd name="T35" fmla="*/ 226 h 348"/>
                <a:gd name="T36" fmla="*/ 21 w 348"/>
                <a:gd name="T37" fmla="*/ 257 h 348"/>
                <a:gd name="T38" fmla="*/ 40 w 348"/>
                <a:gd name="T39" fmla="*/ 285 h 348"/>
                <a:gd name="T40" fmla="*/ 63 w 348"/>
                <a:gd name="T41" fmla="*/ 308 h 348"/>
                <a:gd name="T42" fmla="*/ 91 w 348"/>
                <a:gd name="T43" fmla="*/ 326 h 348"/>
                <a:gd name="T44" fmla="*/ 122 w 348"/>
                <a:gd name="T45" fmla="*/ 340 h 348"/>
                <a:gd name="T46" fmla="*/ 157 w 348"/>
                <a:gd name="T47" fmla="*/ 347 h 348"/>
                <a:gd name="T48" fmla="*/ 192 w 348"/>
                <a:gd name="T49" fmla="*/ 347 h 348"/>
                <a:gd name="T50" fmla="*/ 226 w 348"/>
                <a:gd name="T51" fmla="*/ 340 h 348"/>
                <a:gd name="T52" fmla="*/ 257 w 348"/>
                <a:gd name="T53" fmla="*/ 326 h 348"/>
                <a:gd name="T54" fmla="*/ 285 w 348"/>
                <a:gd name="T55" fmla="*/ 308 h 348"/>
                <a:gd name="T56" fmla="*/ 309 w 348"/>
                <a:gd name="T57" fmla="*/ 285 h 348"/>
                <a:gd name="T58" fmla="*/ 328 w 348"/>
                <a:gd name="T59" fmla="*/ 257 h 348"/>
                <a:gd name="T60" fmla="*/ 340 w 348"/>
                <a:gd name="T61" fmla="*/ 226 h 348"/>
                <a:gd name="T62" fmla="*/ 347 w 348"/>
                <a:gd name="T63" fmla="*/ 19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48">
                  <a:moveTo>
                    <a:pt x="348" y="174"/>
                  </a:moveTo>
                  <a:lnTo>
                    <a:pt x="347" y="156"/>
                  </a:lnTo>
                  <a:lnTo>
                    <a:pt x="344" y="139"/>
                  </a:lnTo>
                  <a:lnTo>
                    <a:pt x="340" y="122"/>
                  </a:lnTo>
                  <a:lnTo>
                    <a:pt x="335" y="106"/>
                  </a:lnTo>
                  <a:lnTo>
                    <a:pt x="328" y="91"/>
                  </a:lnTo>
                  <a:lnTo>
                    <a:pt x="318" y="77"/>
                  </a:lnTo>
                  <a:lnTo>
                    <a:pt x="309" y="63"/>
                  </a:lnTo>
                  <a:lnTo>
                    <a:pt x="298" y="51"/>
                  </a:lnTo>
                  <a:lnTo>
                    <a:pt x="285" y="39"/>
                  </a:lnTo>
                  <a:lnTo>
                    <a:pt x="272" y="30"/>
                  </a:lnTo>
                  <a:lnTo>
                    <a:pt x="257" y="21"/>
                  </a:lnTo>
                  <a:lnTo>
                    <a:pt x="242" y="13"/>
                  </a:lnTo>
                  <a:lnTo>
                    <a:pt x="226" y="7"/>
                  </a:lnTo>
                  <a:lnTo>
                    <a:pt x="210" y="3"/>
                  </a:lnTo>
                  <a:lnTo>
                    <a:pt x="192" y="1"/>
                  </a:lnTo>
                  <a:lnTo>
                    <a:pt x="174" y="0"/>
                  </a:lnTo>
                  <a:lnTo>
                    <a:pt x="157" y="1"/>
                  </a:lnTo>
                  <a:lnTo>
                    <a:pt x="139" y="3"/>
                  </a:lnTo>
                  <a:lnTo>
                    <a:pt x="122" y="7"/>
                  </a:lnTo>
                  <a:lnTo>
                    <a:pt x="107" y="13"/>
                  </a:lnTo>
                  <a:lnTo>
                    <a:pt x="91" y="21"/>
                  </a:lnTo>
                  <a:lnTo>
                    <a:pt x="77" y="30"/>
                  </a:lnTo>
                  <a:lnTo>
                    <a:pt x="63" y="39"/>
                  </a:lnTo>
                  <a:lnTo>
                    <a:pt x="51" y="51"/>
                  </a:lnTo>
                  <a:lnTo>
                    <a:pt x="40" y="63"/>
                  </a:lnTo>
                  <a:lnTo>
                    <a:pt x="30" y="77"/>
                  </a:lnTo>
                  <a:lnTo>
                    <a:pt x="21" y="91"/>
                  </a:lnTo>
                  <a:lnTo>
                    <a:pt x="14" y="106"/>
                  </a:lnTo>
                  <a:lnTo>
                    <a:pt x="7" y="122"/>
                  </a:lnTo>
                  <a:lnTo>
                    <a:pt x="3" y="139"/>
                  </a:lnTo>
                  <a:lnTo>
                    <a:pt x="1" y="156"/>
                  </a:lnTo>
                  <a:lnTo>
                    <a:pt x="0" y="174"/>
                  </a:lnTo>
                  <a:lnTo>
                    <a:pt x="1" y="192"/>
                  </a:lnTo>
                  <a:lnTo>
                    <a:pt x="3" y="209"/>
                  </a:lnTo>
                  <a:lnTo>
                    <a:pt x="7" y="226"/>
                  </a:lnTo>
                  <a:lnTo>
                    <a:pt x="14" y="241"/>
                  </a:lnTo>
                  <a:lnTo>
                    <a:pt x="21" y="257"/>
                  </a:lnTo>
                  <a:lnTo>
                    <a:pt x="30" y="271"/>
                  </a:lnTo>
                  <a:lnTo>
                    <a:pt x="40" y="285"/>
                  </a:lnTo>
                  <a:lnTo>
                    <a:pt x="51" y="297"/>
                  </a:lnTo>
                  <a:lnTo>
                    <a:pt x="63" y="308"/>
                  </a:lnTo>
                  <a:lnTo>
                    <a:pt x="77" y="318"/>
                  </a:lnTo>
                  <a:lnTo>
                    <a:pt x="91" y="326"/>
                  </a:lnTo>
                  <a:lnTo>
                    <a:pt x="107" y="335"/>
                  </a:lnTo>
                  <a:lnTo>
                    <a:pt x="122" y="340"/>
                  </a:lnTo>
                  <a:lnTo>
                    <a:pt x="139" y="344"/>
                  </a:lnTo>
                  <a:lnTo>
                    <a:pt x="157" y="347"/>
                  </a:lnTo>
                  <a:lnTo>
                    <a:pt x="174" y="348"/>
                  </a:lnTo>
                  <a:lnTo>
                    <a:pt x="192" y="347"/>
                  </a:lnTo>
                  <a:lnTo>
                    <a:pt x="210" y="344"/>
                  </a:lnTo>
                  <a:lnTo>
                    <a:pt x="226" y="340"/>
                  </a:lnTo>
                  <a:lnTo>
                    <a:pt x="242" y="335"/>
                  </a:lnTo>
                  <a:lnTo>
                    <a:pt x="257" y="326"/>
                  </a:lnTo>
                  <a:lnTo>
                    <a:pt x="272" y="318"/>
                  </a:lnTo>
                  <a:lnTo>
                    <a:pt x="285" y="308"/>
                  </a:lnTo>
                  <a:lnTo>
                    <a:pt x="298" y="297"/>
                  </a:lnTo>
                  <a:lnTo>
                    <a:pt x="309" y="285"/>
                  </a:lnTo>
                  <a:lnTo>
                    <a:pt x="318" y="271"/>
                  </a:lnTo>
                  <a:lnTo>
                    <a:pt x="328" y="257"/>
                  </a:lnTo>
                  <a:lnTo>
                    <a:pt x="335" y="241"/>
                  </a:lnTo>
                  <a:lnTo>
                    <a:pt x="340" y="226"/>
                  </a:lnTo>
                  <a:lnTo>
                    <a:pt x="344" y="209"/>
                  </a:lnTo>
                  <a:lnTo>
                    <a:pt x="347" y="192"/>
                  </a:lnTo>
                  <a:lnTo>
                    <a:pt x="348" y="174"/>
                  </a:lnTo>
                  <a:close/>
                </a:path>
              </a:pathLst>
            </a:custGeom>
            <a:solidFill>
              <a:schemeClr val="accent4"/>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grpSp>
        <p:nvGrpSpPr>
          <p:cNvPr id="3" name="淘宝店chenying0907 9"/>
          <p:cNvGrpSpPr/>
          <p:nvPr/>
        </p:nvGrpSpPr>
        <p:grpSpPr>
          <a:xfrm>
            <a:off x="5163286" y="2778036"/>
            <a:ext cx="388233" cy="1198537"/>
            <a:chOff x="3671184" y="1975495"/>
            <a:chExt cx="276225" cy="852488"/>
          </a:xfrm>
        </p:grpSpPr>
        <p:sp>
          <p:nvSpPr>
            <p:cNvPr id="7" name="淘宝店chenying0907 6"/>
            <p:cNvSpPr>
              <a:spLocks/>
            </p:cNvSpPr>
            <p:nvPr/>
          </p:nvSpPr>
          <p:spPr bwMode="auto">
            <a:xfrm>
              <a:off x="3671184" y="1975495"/>
              <a:ext cx="276225" cy="852488"/>
            </a:xfrm>
            <a:custGeom>
              <a:avLst/>
              <a:gdLst>
                <a:gd name="T0" fmla="*/ 1384 w 1392"/>
                <a:gd name="T1" fmla="*/ 590 h 4296"/>
                <a:gd name="T2" fmla="*/ 1350 w 1392"/>
                <a:gd name="T3" fmla="*/ 458 h 4296"/>
                <a:gd name="T4" fmla="*/ 1292 w 1392"/>
                <a:gd name="T5" fmla="*/ 335 h 4296"/>
                <a:gd name="T6" fmla="*/ 1211 w 1392"/>
                <a:gd name="T7" fmla="*/ 228 h 4296"/>
                <a:gd name="T8" fmla="*/ 1113 w 1392"/>
                <a:gd name="T9" fmla="*/ 138 h 4296"/>
                <a:gd name="T10" fmla="*/ 998 w 1392"/>
                <a:gd name="T11" fmla="*/ 69 h 4296"/>
                <a:gd name="T12" fmla="*/ 870 w 1392"/>
                <a:gd name="T13" fmla="*/ 22 h 4296"/>
                <a:gd name="T14" fmla="*/ 732 w 1392"/>
                <a:gd name="T15" fmla="*/ 1 h 4296"/>
                <a:gd name="T16" fmla="*/ 591 w 1392"/>
                <a:gd name="T17" fmla="*/ 7 h 4296"/>
                <a:gd name="T18" fmla="*/ 457 w 1392"/>
                <a:gd name="T19" fmla="*/ 43 h 4296"/>
                <a:gd name="T20" fmla="*/ 336 w 1392"/>
                <a:gd name="T21" fmla="*/ 101 h 4296"/>
                <a:gd name="T22" fmla="*/ 228 w 1392"/>
                <a:gd name="T23" fmla="*/ 181 h 4296"/>
                <a:gd name="T24" fmla="*/ 138 w 1392"/>
                <a:gd name="T25" fmla="*/ 280 h 4296"/>
                <a:gd name="T26" fmla="*/ 68 w 1392"/>
                <a:gd name="T27" fmla="*/ 394 h 4296"/>
                <a:gd name="T28" fmla="*/ 22 w 1392"/>
                <a:gd name="T29" fmla="*/ 523 h 4296"/>
                <a:gd name="T30" fmla="*/ 1 w 1392"/>
                <a:gd name="T31" fmla="*/ 661 h 4296"/>
                <a:gd name="T32" fmla="*/ 4 w 1392"/>
                <a:gd name="T33" fmla="*/ 772 h 4296"/>
                <a:gd name="T34" fmla="*/ 21 w 1392"/>
                <a:gd name="T35" fmla="*/ 867 h 4296"/>
                <a:gd name="T36" fmla="*/ 51 w 1392"/>
                <a:gd name="T37" fmla="*/ 958 h 4296"/>
                <a:gd name="T38" fmla="*/ 92 w 1392"/>
                <a:gd name="T39" fmla="*/ 1043 h 4296"/>
                <a:gd name="T40" fmla="*/ 144 w 1392"/>
                <a:gd name="T41" fmla="*/ 1121 h 4296"/>
                <a:gd name="T42" fmla="*/ 206 w 1392"/>
                <a:gd name="T43" fmla="*/ 1191 h 4296"/>
                <a:gd name="T44" fmla="*/ 277 w 1392"/>
                <a:gd name="T45" fmla="*/ 1252 h 4296"/>
                <a:gd name="T46" fmla="*/ 354 w 1392"/>
                <a:gd name="T47" fmla="*/ 1304 h 4296"/>
                <a:gd name="T48" fmla="*/ 348 w 1392"/>
                <a:gd name="T49" fmla="*/ 1546 h 4296"/>
                <a:gd name="T50" fmla="*/ 331 w 1392"/>
                <a:gd name="T51" fmla="*/ 1862 h 4296"/>
                <a:gd name="T52" fmla="*/ 334 w 1392"/>
                <a:gd name="T53" fmla="*/ 2185 h 4296"/>
                <a:gd name="T54" fmla="*/ 350 w 1392"/>
                <a:gd name="T55" fmla="*/ 2502 h 4296"/>
                <a:gd name="T56" fmla="*/ 381 w 1392"/>
                <a:gd name="T57" fmla="*/ 2811 h 4296"/>
                <a:gd name="T58" fmla="*/ 425 w 1392"/>
                <a:gd name="T59" fmla="*/ 3112 h 4296"/>
                <a:gd name="T60" fmla="*/ 482 w 1392"/>
                <a:gd name="T61" fmla="*/ 3405 h 4296"/>
                <a:gd name="T62" fmla="*/ 552 w 1392"/>
                <a:gd name="T63" fmla="*/ 3688 h 4296"/>
                <a:gd name="T64" fmla="*/ 637 w 1392"/>
                <a:gd name="T65" fmla="*/ 3964 h 4296"/>
                <a:gd name="T66" fmla="*/ 736 w 1392"/>
                <a:gd name="T67" fmla="*/ 4231 h 4296"/>
                <a:gd name="T68" fmla="*/ 826 w 1392"/>
                <a:gd name="T69" fmla="*/ 4244 h 4296"/>
                <a:gd name="T70" fmla="*/ 920 w 1392"/>
                <a:gd name="T71" fmla="*/ 4182 h 4296"/>
                <a:gd name="T72" fmla="*/ 1021 w 1392"/>
                <a:gd name="T73" fmla="*/ 4133 h 4296"/>
                <a:gd name="T74" fmla="*/ 1128 w 1392"/>
                <a:gd name="T75" fmla="*/ 4096 h 4296"/>
                <a:gd name="T76" fmla="*/ 1087 w 1392"/>
                <a:gd name="T77" fmla="*/ 3909 h 4296"/>
                <a:gd name="T78" fmla="*/ 1006 w 1392"/>
                <a:gd name="T79" fmla="*/ 3661 h 4296"/>
                <a:gd name="T80" fmla="*/ 938 w 1392"/>
                <a:gd name="T81" fmla="*/ 3406 h 4296"/>
                <a:gd name="T82" fmla="*/ 881 w 1392"/>
                <a:gd name="T83" fmla="*/ 3143 h 4296"/>
                <a:gd name="T84" fmla="*/ 835 w 1392"/>
                <a:gd name="T85" fmla="*/ 2874 h 4296"/>
                <a:gd name="T86" fmla="*/ 803 w 1392"/>
                <a:gd name="T87" fmla="*/ 2596 h 4296"/>
                <a:gd name="T88" fmla="*/ 781 w 1392"/>
                <a:gd name="T89" fmla="*/ 2310 h 4296"/>
                <a:gd name="T90" fmla="*/ 773 w 1392"/>
                <a:gd name="T91" fmla="*/ 2016 h 4296"/>
                <a:gd name="T92" fmla="*/ 778 w 1392"/>
                <a:gd name="T93" fmla="*/ 1729 h 4296"/>
                <a:gd name="T94" fmla="*/ 803 w 1392"/>
                <a:gd name="T95" fmla="*/ 1452 h 4296"/>
                <a:gd name="T96" fmla="*/ 902 w 1392"/>
                <a:gd name="T97" fmla="*/ 1362 h 4296"/>
                <a:gd name="T98" fmla="*/ 1015 w 1392"/>
                <a:gd name="T99" fmla="*/ 1315 h 4296"/>
                <a:gd name="T100" fmla="*/ 1117 w 1392"/>
                <a:gd name="T101" fmla="*/ 1251 h 4296"/>
                <a:gd name="T102" fmla="*/ 1206 w 1392"/>
                <a:gd name="T103" fmla="*/ 1171 h 4296"/>
                <a:gd name="T104" fmla="*/ 1280 w 1392"/>
                <a:gd name="T105" fmla="*/ 1077 h 4296"/>
                <a:gd name="T106" fmla="*/ 1337 w 1392"/>
                <a:gd name="T107" fmla="*/ 970 h 4296"/>
                <a:gd name="T108" fmla="*/ 1375 w 1392"/>
                <a:gd name="T109" fmla="*/ 854 h 4296"/>
                <a:gd name="T110" fmla="*/ 1391 w 1392"/>
                <a:gd name="T111" fmla="*/ 729 h 4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2" h="4296">
                  <a:moveTo>
                    <a:pt x="1392" y="697"/>
                  </a:moveTo>
                  <a:lnTo>
                    <a:pt x="1391" y="661"/>
                  </a:lnTo>
                  <a:lnTo>
                    <a:pt x="1388" y="626"/>
                  </a:lnTo>
                  <a:lnTo>
                    <a:pt x="1384" y="590"/>
                  </a:lnTo>
                  <a:lnTo>
                    <a:pt x="1378" y="556"/>
                  </a:lnTo>
                  <a:lnTo>
                    <a:pt x="1371" y="523"/>
                  </a:lnTo>
                  <a:lnTo>
                    <a:pt x="1361" y="490"/>
                  </a:lnTo>
                  <a:lnTo>
                    <a:pt x="1350" y="458"/>
                  </a:lnTo>
                  <a:lnTo>
                    <a:pt x="1338" y="425"/>
                  </a:lnTo>
                  <a:lnTo>
                    <a:pt x="1324" y="394"/>
                  </a:lnTo>
                  <a:lnTo>
                    <a:pt x="1309" y="364"/>
                  </a:lnTo>
                  <a:lnTo>
                    <a:pt x="1292" y="335"/>
                  </a:lnTo>
                  <a:lnTo>
                    <a:pt x="1273" y="307"/>
                  </a:lnTo>
                  <a:lnTo>
                    <a:pt x="1254" y="280"/>
                  </a:lnTo>
                  <a:lnTo>
                    <a:pt x="1233" y="253"/>
                  </a:lnTo>
                  <a:lnTo>
                    <a:pt x="1211" y="228"/>
                  </a:lnTo>
                  <a:lnTo>
                    <a:pt x="1188" y="204"/>
                  </a:lnTo>
                  <a:lnTo>
                    <a:pt x="1165" y="181"/>
                  </a:lnTo>
                  <a:lnTo>
                    <a:pt x="1139" y="159"/>
                  </a:lnTo>
                  <a:lnTo>
                    <a:pt x="1113" y="138"/>
                  </a:lnTo>
                  <a:lnTo>
                    <a:pt x="1086" y="118"/>
                  </a:lnTo>
                  <a:lnTo>
                    <a:pt x="1057" y="101"/>
                  </a:lnTo>
                  <a:lnTo>
                    <a:pt x="1028" y="84"/>
                  </a:lnTo>
                  <a:lnTo>
                    <a:pt x="998" y="69"/>
                  </a:lnTo>
                  <a:lnTo>
                    <a:pt x="968" y="55"/>
                  </a:lnTo>
                  <a:lnTo>
                    <a:pt x="936" y="43"/>
                  </a:lnTo>
                  <a:lnTo>
                    <a:pt x="903" y="31"/>
                  </a:lnTo>
                  <a:lnTo>
                    <a:pt x="870" y="22"/>
                  </a:lnTo>
                  <a:lnTo>
                    <a:pt x="836" y="14"/>
                  </a:lnTo>
                  <a:lnTo>
                    <a:pt x="802" y="7"/>
                  </a:lnTo>
                  <a:lnTo>
                    <a:pt x="768" y="3"/>
                  </a:lnTo>
                  <a:lnTo>
                    <a:pt x="732" y="1"/>
                  </a:lnTo>
                  <a:lnTo>
                    <a:pt x="696" y="0"/>
                  </a:lnTo>
                  <a:lnTo>
                    <a:pt x="660" y="1"/>
                  </a:lnTo>
                  <a:lnTo>
                    <a:pt x="625" y="3"/>
                  </a:lnTo>
                  <a:lnTo>
                    <a:pt x="591" y="7"/>
                  </a:lnTo>
                  <a:lnTo>
                    <a:pt x="556" y="14"/>
                  </a:lnTo>
                  <a:lnTo>
                    <a:pt x="522" y="22"/>
                  </a:lnTo>
                  <a:lnTo>
                    <a:pt x="489" y="31"/>
                  </a:lnTo>
                  <a:lnTo>
                    <a:pt x="457" y="43"/>
                  </a:lnTo>
                  <a:lnTo>
                    <a:pt x="425" y="55"/>
                  </a:lnTo>
                  <a:lnTo>
                    <a:pt x="395" y="69"/>
                  </a:lnTo>
                  <a:lnTo>
                    <a:pt x="365" y="84"/>
                  </a:lnTo>
                  <a:lnTo>
                    <a:pt x="336" y="101"/>
                  </a:lnTo>
                  <a:lnTo>
                    <a:pt x="307" y="118"/>
                  </a:lnTo>
                  <a:lnTo>
                    <a:pt x="280" y="138"/>
                  </a:lnTo>
                  <a:lnTo>
                    <a:pt x="254" y="159"/>
                  </a:lnTo>
                  <a:lnTo>
                    <a:pt x="228" y="181"/>
                  </a:lnTo>
                  <a:lnTo>
                    <a:pt x="204" y="204"/>
                  </a:lnTo>
                  <a:lnTo>
                    <a:pt x="181" y="228"/>
                  </a:lnTo>
                  <a:lnTo>
                    <a:pt x="159" y="253"/>
                  </a:lnTo>
                  <a:lnTo>
                    <a:pt x="138" y="280"/>
                  </a:lnTo>
                  <a:lnTo>
                    <a:pt x="119" y="307"/>
                  </a:lnTo>
                  <a:lnTo>
                    <a:pt x="100" y="335"/>
                  </a:lnTo>
                  <a:lnTo>
                    <a:pt x="84" y="364"/>
                  </a:lnTo>
                  <a:lnTo>
                    <a:pt x="68" y="394"/>
                  </a:lnTo>
                  <a:lnTo>
                    <a:pt x="55" y="425"/>
                  </a:lnTo>
                  <a:lnTo>
                    <a:pt x="42" y="458"/>
                  </a:lnTo>
                  <a:lnTo>
                    <a:pt x="31" y="490"/>
                  </a:lnTo>
                  <a:lnTo>
                    <a:pt x="22" y="523"/>
                  </a:lnTo>
                  <a:lnTo>
                    <a:pt x="15" y="556"/>
                  </a:lnTo>
                  <a:lnTo>
                    <a:pt x="8" y="590"/>
                  </a:lnTo>
                  <a:lnTo>
                    <a:pt x="3" y="626"/>
                  </a:lnTo>
                  <a:lnTo>
                    <a:pt x="1" y="661"/>
                  </a:lnTo>
                  <a:lnTo>
                    <a:pt x="0" y="697"/>
                  </a:lnTo>
                  <a:lnTo>
                    <a:pt x="0" y="722"/>
                  </a:lnTo>
                  <a:lnTo>
                    <a:pt x="2" y="747"/>
                  </a:lnTo>
                  <a:lnTo>
                    <a:pt x="4" y="772"/>
                  </a:lnTo>
                  <a:lnTo>
                    <a:pt x="7" y="796"/>
                  </a:lnTo>
                  <a:lnTo>
                    <a:pt x="10" y="819"/>
                  </a:lnTo>
                  <a:lnTo>
                    <a:pt x="16" y="843"/>
                  </a:lnTo>
                  <a:lnTo>
                    <a:pt x="21" y="867"/>
                  </a:lnTo>
                  <a:lnTo>
                    <a:pt x="27" y="891"/>
                  </a:lnTo>
                  <a:lnTo>
                    <a:pt x="34" y="914"/>
                  </a:lnTo>
                  <a:lnTo>
                    <a:pt x="42" y="936"/>
                  </a:lnTo>
                  <a:lnTo>
                    <a:pt x="51" y="958"/>
                  </a:lnTo>
                  <a:lnTo>
                    <a:pt x="60" y="980"/>
                  </a:lnTo>
                  <a:lnTo>
                    <a:pt x="70" y="1001"/>
                  </a:lnTo>
                  <a:lnTo>
                    <a:pt x="81" y="1023"/>
                  </a:lnTo>
                  <a:lnTo>
                    <a:pt x="92" y="1043"/>
                  </a:lnTo>
                  <a:lnTo>
                    <a:pt x="105" y="1063"/>
                  </a:lnTo>
                  <a:lnTo>
                    <a:pt x="117" y="1083"/>
                  </a:lnTo>
                  <a:lnTo>
                    <a:pt x="131" y="1103"/>
                  </a:lnTo>
                  <a:lnTo>
                    <a:pt x="144" y="1121"/>
                  </a:lnTo>
                  <a:lnTo>
                    <a:pt x="159" y="1139"/>
                  </a:lnTo>
                  <a:lnTo>
                    <a:pt x="174" y="1156"/>
                  </a:lnTo>
                  <a:lnTo>
                    <a:pt x="190" y="1174"/>
                  </a:lnTo>
                  <a:lnTo>
                    <a:pt x="206" y="1191"/>
                  </a:lnTo>
                  <a:lnTo>
                    <a:pt x="223" y="1207"/>
                  </a:lnTo>
                  <a:lnTo>
                    <a:pt x="240" y="1223"/>
                  </a:lnTo>
                  <a:lnTo>
                    <a:pt x="258" y="1237"/>
                  </a:lnTo>
                  <a:lnTo>
                    <a:pt x="277" y="1252"/>
                  </a:lnTo>
                  <a:lnTo>
                    <a:pt x="295" y="1266"/>
                  </a:lnTo>
                  <a:lnTo>
                    <a:pt x="315" y="1279"/>
                  </a:lnTo>
                  <a:lnTo>
                    <a:pt x="335" y="1291"/>
                  </a:lnTo>
                  <a:lnTo>
                    <a:pt x="354" y="1304"/>
                  </a:lnTo>
                  <a:lnTo>
                    <a:pt x="375" y="1315"/>
                  </a:lnTo>
                  <a:lnTo>
                    <a:pt x="365" y="1392"/>
                  </a:lnTo>
                  <a:lnTo>
                    <a:pt x="356" y="1469"/>
                  </a:lnTo>
                  <a:lnTo>
                    <a:pt x="348" y="1546"/>
                  </a:lnTo>
                  <a:lnTo>
                    <a:pt x="342" y="1625"/>
                  </a:lnTo>
                  <a:lnTo>
                    <a:pt x="337" y="1703"/>
                  </a:lnTo>
                  <a:lnTo>
                    <a:pt x="333" y="1782"/>
                  </a:lnTo>
                  <a:lnTo>
                    <a:pt x="331" y="1862"/>
                  </a:lnTo>
                  <a:lnTo>
                    <a:pt x="329" y="1940"/>
                  </a:lnTo>
                  <a:lnTo>
                    <a:pt x="331" y="2022"/>
                  </a:lnTo>
                  <a:lnTo>
                    <a:pt x="332" y="2104"/>
                  </a:lnTo>
                  <a:lnTo>
                    <a:pt x="334" y="2185"/>
                  </a:lnTo>
                  <a:lnTo>
                    <a:pt x="337" y="2265"/>
                  </a:lnTo>
                  <a:lnTo>
                    <a:pt x="341" y="2345"/>
                  </a:lnTo>
                  <a:lnTo>
                    <a:pt x="345" y="2425"/>
                  </a:lnTo>
                  <a:lnTo>
                    <a:pt x="350" y="2502"/>
                  </a:lnTo>
                  <a:lnTo>
                    <a:pt x="356" y="2581"/>
                  </a:lnTo>
                  <a:lnTo>
                    <a:pt x="364" y="2658"/>
                  </a:lnTo>
                  <a:lnTo>
                    <a:pt x="372" y="2736"/>
                  </a:lnTo>
                  <a:lnTo>
                    <a:pt x="381" y="2811"/>
                  </a:lnTo>
                  <a:lnTo>
                    <a:pt x="391" y="2888"/>
                  </a:lnTo>
                  <a:lnTo>
                    <a:pt x="401" y="2963"/>
                  </a:lnTo>
                  <a:lnTo>
                    <a:pt x="412" y="3038"/>
                  </a:lnTo>
                  <a:lnTo>
                    <a:pt x="425" y="3112"/>
                  </a:lnTo>
                  <a:lnTo>
                    <a:pt x="437" y="3186"/>
                  </a:lnTo>
                  <a:lnTo>
                    <a:pt x="452" y="3259"/>
                  </a:lnTo>
                  <a:lnTo>
                    <a:pt x="466" y="3332"/>
                  </a:lnTo>
                  <a:lnTo>
                    <a:pt x="482" y="3405"/>
                  </a:lnTo>
                  <a:lnTo>
                    <a:pt x="498" y="3476"/>
                  </a:lnTo>
                  <a:lnTo>
                    <a:pt x="516" y="3547"/>
                  </a:lnTo>
                  <a:lnTo>
                    <a:pt x="534" y="3617"/>
                  </a:lnTo>
                  <a:lnTo>
                    <a:pt x="552" y="3688"/>
                  </a:lnTo>
                  <a:lnTo>
                    <a:pt x="573" y="3757"/>
                  </a:lnTo>
                  <a:lnTo>
                    <a:pt x="594" y="3827"/>
                  </a:lnTo>
                  <a:lnTo>
                    <a:pt x="614" y="3895"/>
                  </a:lnTo>
                  <a:lnTo>
                    <a:pt x="637" y="3964"/>
                  </a:lnTo>
                  <a:lnTo>
                    <a:pt x="660" y="4031"/>
                  </a:lnTo>
                  <a:lnTo>
                    <a:pt x="685" y="4098"/>
                  </a:lnTo>
                  <a:lnTo>
                    <a:pt x="710" y="4165"/>
                  </a:lnTo>
                  <a:lnTo>
                    <a:pt x="736" y="4231"/>
                  </a:lnTo>
                  <a:lnTo>
                    <a:pt x="762" y="4296"/>
                  </a:lnTo>
                  <a:lnTo>
                    <a:pt x="782" y="4278"/>
                  </a:lnTo>
                  <a:lnTo>
                    <a:pt x="804" y="4260"/>
                  </a:lnTo>
                  <a:lnTo>
                    <a:pt x="826" y="4244"/>
                  </a:lnTo>
                  <a:lnTo>
                    <a:pt x="849" y="4227"/>
                  </a:lnTo>
                  <a:lnTo>
                    <a:pt x="871" y="4211"/>
                  </a:lnTo>
                  <a:lnTo>
                    <a:pt x="895" y="4196"/>
                  </a:lnTo>
                  <a:lnTo>
                    <a:pt x="920" y="4182"/>
                  </a:lnTo>
                  <a:lnTo>
                    <a:pt x="944" y="4169"/>
                  </a:lnTo>
                  <a:lnTo>
                    <a:pt x="969" y="4155"/>
                  </a:lnTo>
                  <a:lnTo>
                    <a:pt x="995" y="4144"/>
                  </a:lnTo>
                  <a:lnTo>
                    <a:pt x="1021" y="4133"/>
                  </a:lnTo>
                  <a:lnTo>
                    <a:pt x="1046" y="4122"/>
                  </a:lnTo>
                  <a:lnTo>
                    <a:pt x="1073" y="4113"/>
                  </a:lnTo>
                  <a:lnTo>
                    <a:pt x="1100" y="4104"/>
                  </a:lnTo>
                  <a:lnTo>
                    <a:pt x="1128" y="4096"/>
                  </a:lnTo>
                  <a:lnTo>
                    <a:pt x="1156" y="4089"/>
                  </a:lnTo>
                  <a:lnTo>
                    <a:pt x="1132" y="4029"/>
                  </a:lnTo>
                  <a:lnTo>
                    <a:pt x="1110" y="3969"/>
                  </a:lnTo>
                  <a:lnTo>
                    <a:pt x="1087" y="3909"/>
                  </a:lnTo>
                  <a:lnTo>
                    <a:pt x="1066" y="3847"/>
                  </a:lnTo>
                  <a:lnTo>
                    <a:pt x="1045" y="3785"/>
                  </a:lnTo>
                  <a:lnTo>
                    <a:pt x="1026" y="3723"/>
                  </a:lnTo>
                  <a:lnTo>
                    <a:pt x="1006" y="3661"/>
                  </a:lnTo>
                  <a:lnTo>
                    <a:pt x="987" y="3598"/>
                  </a:lnTo>
                  <a:lnTo>
                    <a:pt x="970" y="3534"/>
                  </a:lnTo>
                  <a:lnTo>
                    <a:pt x="953" y="3470"/>
                  </a:lnTo>
                  <a:lnTo>
                    <a:pt x="938" y="3406"/>
                  </a:lnTo>
                  <a:lnTo>
                    <a:pt x="922" y="3341"/>
                  </a:lnTo>
                  <a:lnTo>
                    <a:pt x="908" y="3276"/>
                  </a:lnTo>
                  <a:lnTo>
                    <a:pt x="893" y="3210"/>
                  </a:lnTo>
                  <a:lnTo>
                    <a:pt x="881" y="3143"/>
                  </a:lnTo>
                  <a:lnTo>
                    <a:pt x="868" y="3077"/>
                  </a:lnTo>
                  <a:lnTo>
                    <a:pt x="856" y="3010"/>
                  </a:lnTo>
                  <a:lnTo>
                    <a:pt x="845" y="2942"/>
                  </a:lnTo>
                  <a:lnTo>
                    <a:pt x="835" y="2874"/>
                  </a:lnTo>
                  <a:lnTo>
                    <a:pt x="826" y="2805"/>
                  </a:lnTo>
                  <a:lnTo>
                    <a:pt x="817" y="2736"/>
                  </a:lnTo>
                  <a:lnTo>
                    <a:pt x="809" y="2666"/>
                  </a:lnTo>
                  <a:lnTo>
                    <a:pt x="803" y="2596"/>
                  </a:lnTo>
                  <a:lnTo>
                    <a:pt x="796" y="2525"/>
                  </a:lnTo>
                  <a:lnTo>
                    <a:pt x="791" y="2454"/>
                  </a:lnTo>
                  <a:lnTo>
                    <a:pt x="785" y="2382"/>
                  </a:lnTo>
                  <a:lnTo>
                    <a:pt x="781" y="2310"/>
                  </a:lnTo>
                  <a:lnTo>
                    <a:pt x="778" y="2237"/>
                  </a:lnTo>
                  <a:lnTo>
                    <a:pt x="776" y="2163"/>
                  </a:lnTo>
                  <a:lnTo>
                    <a:pt x="774" y="2090"/>
                  </a:lnTo>
                  <a:lnTo>
                    <a:pt x="773" y="2016"/>
                  </a:lnTo>
                  <a:lnTo>
                    <a:pt x="772" y="1940"/>
                  </a:lnTo>
                  <a:lnTo>
                    <a:pt x="773" y="1870"/>
                  </a:lnTo>
                  <a:lnTo>
                    <a:pt x="775" y="1799"/>
                  </a:lnTo>
                  <a:lnTo>
                    <a:pt x="778" y="1729"/>
                  </a:lnTo>
                  <a:lnTo>
                    <a:pt x="782" y="1659"/>
                  </a:lnTo>
                  <a:lnTo>
                    <a:pt x="788" y="1590"/>
                  </a:lnTo>
                  <a:lnTo>
                    <a:pt x="795" y="1520"/>
                  </a:lnTo>
                  <a:lnTo>
                    <a:pt x="803" y="1452"/>
                  </a:lnTo>
                  <a:lnTo>
                    <a:pt x="812" y="1384"/>
                  </a:lnTo>
                  <a:lnTo>
                    <a:pt x="843" y="1377"/>
                  </a:lnTo>
                  <a:lnTo>
                    <a:pt x="873" y="1370"/>
                  </a:lnTo>
                  <a:lnTo>
                    <a:pt x="902" y="1362"/>
                  </a:lnTo>
                  <a:lnTo>
                    <a:pt x="931" y="1351"/>
                  </a:lnTo>
                  <a:lnTo>
                    <a:pt x="960" y="1341"/>
                  </a:lnTo>
                  <a:lnTo>
                    <a:pt x="988" y="1329"/>
                  </a:lnTo>
                  <a:lnTo>
                    <a:pt x="1015" y="1315"/>
                  </a:lnTo>
                  <a:lnTo>
                    <a:pt x="1041" y="1301"/>
                  </a:lnTo>
                  <a:lnTo>
                    <a:pt x="1067" y="1285"/>
                  </a:lnTo>
                  <a:lnTo>
                    <a:pt x="1093" y="1268"/>
                  </a:lnTo>
                  <a:lnTo>
                    <a:pt x="1117" y="1251"/>
                  </a:lnTo>
                  <a:lnTo>
                    <a:pt x="1141" y="1232"/>
                  </a:lnTo>
                  <a:lnTo>
                    <a:pt x="1163" y="1213"/>
                  </a:lnTo>
                  <a:lnTo>
                    <a:pt x="1185" y="1193"/>
                  </a:lnTo>
                  <a:lnTo>
                    <a:pt x="1206" y="1171"/>
                  </a:lnTo>
                  <a:lnTo>
                    <a:pt x="1226" y="1148"/>
                  </a:lnTo>
                  <a:lnTo>
                    <a:pt x="1244" y="1125"/>
                  </a:lnTo>
                  <a:lnTo>
                    <a:pt x="1263" y="1101"/>
                  </a:lnTo>
                  <a:lnTo>
                    <a:pt x="1280" y="1077"/>
                  </a:lnTo>
                  <a:lnTo>
                    <a:pt x="1296" y="1051"/>
                  </a:lnTo>
                  <a:lnTo>
                    <a:pt x="1311" y="1025"/>
                  </a:lnTo>
                  <a:lnTo>
                    <a:pt x="1324" y="998"/>
                  </a:lnTo>
                  <a:lnTo>
                    <a:pt x="1337" y="970"/>
                  </a:lnTo>
                  <a:lnTo>
                    <a:pt x="1348" y="942"/>
                  </a:lnTo>
                  <a:lnTo>
                    <a:pt x="1358" y="913"/>
                  </a:lnTo>
                  <a:lnTo>
                    <a:pt x="1367" y="884"/>
                  </a:lnTo>
                  <a:lnTo>
                    <a:pt x="1375" y="854"/>
                  </a:lnTo>
                  <a:lnTo>
                    <a:pt x="1381" y="824"/>
                  </a:lnTo>
                  <a:lnTo>
                    <a:pt x="1386" y="792"/>
                  </a:lnTo>
                  <a:lnTo>
                    <a:pt x="1389" y="760"/>
                  </a:lnTo>
                  <a:lnTo>
                    <a:pt x="1391" y="729"/>
                  </a:lnTo>
                  <a:lnTo>
                    <a:pt x="1392" y="697"/>
                  </a:lnTo>
                  <a:close/>
                </a:path>
              </a:pathLst>
            </a:custGeom>
            <a:solidFill>
              <a:schemeClr val="accent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15" name="淘宝店chenying0907 12"/>
            <p:cNvSpPr>
              <a:spLocks/>
            </p:cNvSpPr>
            <p:nvPr/>
          </p:nvSpPr>
          <p:spPr bwMode="auto">
            <a:xfrm>
              <a:off x="3741034" y="2045345"/>
              <a:ext cx="138113" cy="138113"/>
            </a:xfrm>
            <a:custGeom>
              <a:avLst/>
              <a:gdLst>
                <a:gd name="T0" fmla="*/ 694 w 696"/>
                <a:gd name="T1" fmla="*/ 312 h 696"/>
                <a:gd name="T2" fmla="*/ 685 w 696"/>
                <a:gd name="T3" fmla="*/ 261 h 696"/>
                <a:gd name="T4" fmla="*/ 669 w 696"/>
                <a:gd name="T5" fmla="*/ 212 h 696"/>
                <a:gd name="T6" fmla="*/ 646 w 696"/>
                <a:gd name="T7" fmla="*/ 167 h 696"/>
                <a:gd name="T8" fmla="*/ 617 w 696"/>
                <a:gd name="T9" fmla="*/ 126 h 696"/>
                <a:gd name="T10" fmla="*/ 582 w 696"/>
                <a:gd name="T11" fmla="*/ 90 h 696"/>
                <a:gd name="T12" fmla="*/ 543 w 696"/>
                <a:gd name="T13" fmla="*/ 59 h 696"/>
                <a:gd name="T14" fmla="*/ 499 w 696"/>
                <a:gd name="T15" fmla="*/ 34 h 696"/>
                <a:gd name="T16" fmla="*/ 452 w 696"/>
                <a:gd name="T17" fmla="*/ 15 h 696"/>
                <a:gd name="T18" fmla="*/ 401 w 696"/>
                <a:gd name="T19" fmla="*/ 4 h 696"/>
                <a:gd name="T20" fmla="*/ 348 w 696"/>
                <a:gd name="T21" fmla="*/ 0 h 696"/>
                <a:gd name="T22" fmla="*/ 295 w 696"/>
                <a:gd name="T23" fmla="*/ 4 h 696"/>
                <a:gd name="T24" fmla="*/ 245 w 696"/>
                <a:gd name="T25" fmla="*/ 15 h 696"/>
                <a:gd name="T26" fmla="*/ 197 w 696"/>
                <a:gd name="T27" fmla="*/ 34 h 696"/>
                <a:gd name="T28" fmla="*/ 153 w 696"/>
                <a:gd name="T29" fmla="*/ 59 h 696"/>
                <a:gd name="T30" fmla="*/ 114 w 696"/>
                <a:gd name="T31" fmla="*/ 90 h 696"/>
                <a:gd name="T32" fmla="*/ 80 w 696"/>
                <a:gd name="T33" fmla="*/ 126 h 696"/>
                <a:gd name="T34" fmla="*/ 51 w 696"/>
                <a:gd name="T35" fmla="*/ 167 h 696"/>
                <a:gd name="T36" fmla="*/ 27 w 696"/>
                <a:gd name="T37" fmla="*/ 212 h 696"/>
                <a:gd name="T38" fmla="*/ 12 w 696"/>
                <a:gd name="T39" fmla="*/ 261 h 696"/>
                <a:gd name="T40" fmla="*/ 2 w 696"/>
                <a:gd name="T41" fmla="*/ 312 h 696"/>
                <a:gd name="T42" fmla="*/ 0 w 696"/>
                <a:gd name="T43" fmla="*/ 366 h 696"/>
                <a:gd name="T44" fmla="*/ 7 w 696"/>
                <a:gd name="T45" fmla="*/ 418 h 696"/>
                <a:gd name="T46" fmla="*/ 21 w 696"/>
                <a:gd name="T47" fmla="*/ 467 h 696"/>
                <a:gd name="T48" fmla="*/ 43 w 696"/>
                <a:gd name="T49" fmla="*/ 514 h 696"/>
                <a:gd name="T50" fmla="*/ 70 w 696"/>
                <a:gd name="T51" fmla="*/ 556 h 696"/>
                <a:gd name="T52" fmla="*/ 102 w 696"/>
                <a:gd name="T53" fmla="*/ 594 h 696"/>
                <a:gd name="T54" fmla="*/ 140 w 696"/>
                <a:gd name="T55" fmla="*/ 627 h 696"/>
                <a:gd name="T56" fmla="*/ 182 w 696"/>
                <a:gd name="T57" fmla="*/ 654 h 696"/>
                <a:gd name="T58" fmla="*/ 228 w 696"/>
                <a:gd name="T59" fmla="*/ 675 h 696"/>
                <a:gd name="T60" fmla="*/ 278 w 696"/>
                <a:gd name="T61" fmla="*/ 689 h 696"/>
                <a:gd name="T62" fmla="*/ 331 w 696"/>
                <a:gd name="T63" fmla="*/ 695 h 696"/>
                <a:gd name="T64" fmla="*/ 383 w 696"/>
                <a:gd name="T65" fmla="*/ 694 h 696"/>
                <a:gd name="T66" fmla="*/ 435 w 696"/>
                <a:gd name="T67" fmla="*/ 685 h 696"/>
                <a:gd name="T68" fmla="*/ 484 w 696"/>
                <a:gd name="T69" fmla="*/ 668 h 696"/>
                <a:gd name="T70" fmla="*/ 529 w 696"/>
                <a:gd name="T71" fmla="*/ 646 h 696"/>
                <a:gd name="T72" fmla="*/ 570 w 696"/>
                <a:gd name="T73" fmla="*/ 617 h 696"/>
                <a:gd name="T74" fmla="*/ 606 w 696"/>
                <a:gd name="T75" fmla="*/ 582 h 696"/>
                <a:gd name="T76" fmla="*/ 637 w 696"/>
                <a:gd name="T77" fmla="*/ 543 h 696"/>
                <a:gd name="T78" fmla="*/ 662 w 696"/>
                <a:gd name="T79" fmla="*/ 498 h 696"/>
                <a:gd name="T80" fmla="*/ 681 w 696"/>
                <a:gd name="T81" fmla="*/ 452 h 696"/>
                <a:gd name="T82" fmla="*/ 692 w 696"/>
                <a:gd name="T83" fmla="*/ 401 h 696"/>
                <a:gd name="T84" fmla="*/ 696 w 696"/>
                <a:gd name="T85" fmla="*/ 348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6" h="696">
                  <a:moveTo>
                    <a:pt x="696" y="348"/>
                  </a:moveTo>
                  <a:lnTo>
                    <a:pt x="696" y="329"/>
                  </a:lnTo>
                  <a:lnTo>
                    <a:pt x="694" y="312"/>
                  </a:lnTo>
                  <a:lnTo>
                    <a:pt x="692" y="295"/>
                  </a:lnTo>
                  <a:lnTo>
                    <a:pt x="689" y="278"/>
                  </a:lnTo>
                  <a:lnTo>
                    <a:pt x="685" y="261"/>
                  </a:lnTo>
                  <a:lnTo>
                    <a:pt x="681" y="244"/>
                  </a:lnTo>
                  <a:lnTo>
                    <a:pt x="676" y="228"/>
                  </a:lnTo>
                  <a:lnTo>
                    <a:pt x="669" y="212"/>
                  </a:lnTo>
                  <a:lnTo>
                    <a:pt x="662" y="197"/>
                  </a:lnTo>
                  <a:lnTo>
                    <a:pt x="654" y="182"/>
                  </a:lnTo>
                  <a:lnTo>
                    <a:pt x="646" y="167"/>
                  </a:lnTo>
                  <a:lnTo>
                    <a:pt x="637" y="153"/>
                  </a:lnTo>
                  <a:lnTo>
                    <a:pt x="627" y="140"/>
                  </a:lnTo>
                  <a:lnTo>
                    <a:pt x="617" y="126"/>
                  </a:lnTo>
                  <a:lnTo>
                    <a:pt x="606" y="114"/>
                  </a:lnTo>
                  <a:lnTo>
                    <a:pt x="595" y="101"/>
                  </a:lnTo>
                  <a:lnTo>
                    <a:pt x="582" y="90"/>
                  </a:lnTo>
                  <a:lnTo>
                    <a:pt x="570" y="78"/>
                  </a:lnTo>
                  <a:lnTo>
                    <a:pt x="556" y="68"/>
                  </a:lnTo>
                  <a:lnTo>
                    <a:pt x="543" y="59"/>
                  </a:lnTo>
                  <a:lnTo>
                    <a:pt x="529" y="49"/>
                  </a:lnTo>
                  <a:lnTo>
                    <a:pt x="514" y="41"/>
                  </a:lnTo>
                  <a:lnTo>
                    <a:pt x="499" y="34"/>
                  </a:lnTo>
                  <a:lnTo>
                    <a:pt x="484" y="27"/>
                  </a:lnTo>
                  <a:lnTo>
                    <a:pt x="468" y="20"/>
                  </a:lnTo>
                  <a:lnTo>
                    <a:pt x="452" y="15"/>
                  </a:lnTo>
                  <a:lnTo>
                    <a:pt x="435" y="10"/>
                  </a:lnTo>
                  <a:lnTo>
                    <a:pt x="419" y="7"/>
                  </a:lnTo>
                  <a:lnTo>
                    <a:pt x="401" y="4"/>
                  </a:lnTo>
                  <a:lnTo>
                    <a:pt x="383" y="1"/>
                  </a:lnTo>
                  <a:lnTo>
                    <a:pt x="366" y="0"/>
                  </a:lnTo>
                  <a:lnTo>
                    <a:pt x="348" y="0"/>
                  </a:lnTo>
                  <a:lnTo>
                    <a:pt x="331" y="0"/>
                  </a:lnTo>
                  <a:lnTo>
                    <a:pt x="313" y="1"/>
                  </a:lnTo>
                  <a:lnTo>
                    <a:pt x="295" y="4"/>
                  </a:lnTo>
                  <a:lnTo>
                    <a:pt x="278" y="7"/>
                  </a:lnTo>
                  <a:lnTo>
                    <a:pt x="261" y="10"/>
                  </a:lnTo>
                  <a:lnTo>
                    <a:pt x="245" y="15"/>
                  </a:lnTo>
                  <a:lnTo>
                    <a:pt x="228" y="20"/>
                  </a:lnTo>
                  <a:lnTo>
                    <a:pt x="213" y="27"/>
                  </a:lnTo>
                  <a:lnTo>
                    <a:pt x="197" y="34"/>
                  </a:lnTo>
                  <a:lnTo>
                    <a:pt x="182" y="41"/>
                  </a:lnTo>
                  <a:lnTo>
                    <a:pt x="168" y="49"/>
                  </a:lnTo>
                  <a:lnTo>
                    <a:pt x="153" y="59"/>
                  </a:lnTo>
                  <a:lnTo>
                    <a:pt x="140" y="68"/>
                  </a:lnTo>
                  <a:lnTo>
                    <a:pt x="127" y="78"/>
                  </a:lnTo>
                  <a:lnTo>
                    <a:pt x="114" y="90"/>
                  </a:lnTo>
                  <a:lnTo>
                    <a:pt x="102" y="101"/>
                  </a:lnTo>
                  <a:lnTo>
                    <a:pt x="90" y="114"/>
                  </a:lnTo>
                  <a:lnTo>
                    <a:pt x="80" y="126"/>
                  </a:lnTo>
                  <a:lnTo>
                    <a:pt x="70" y="140"/>
                  </a:lnTo>
                  <a:lnTo>
                    <a:pt x="59" y="153"/>
                  </a:lnTo>
                  <a:lnTo>
                    <a:pt x="51" y="167"/>
                  </a:lnTo>
                  <a:lnTo>
                    <a:pt x="43" y="182"/>
                  </a:lnTo>
                  <a:lnTo>
                    <a:pt x="34" y="197"/>
                  </a:lnTo>
                  <a:lnTo>
                    <a:pt x="27" y="212"/>
                  </a:lnTo>
                  <a:lnTo>
                    <a:pt x="21" y="228"/>
                  </a:lnTo>
                  <a:lnTo>
                    <a:pt x="16" y="244"/>
                  </a:lnTo>
                  <a:lnTo>
                    <a:pt x="12" y="261"/>
                  </a:lnTo>
                  <a:lnTo>
                    <a:pt x="7" y="278"/>
                  </a:lnTo>
                  <a:lnTo>
                    <a:pt x="4" y="295"/>
                  </a:lnTo>
                  <a:lnTo>
                    <a:pt x="2" y="312"/>
                  </a:lnTo>
                  <a:lnTo>
                    <a:pt x="0" y="329"/>
                  </a:lnTo>
                  <a:lnTo>
                    <a:pt x="0" y="348"/>
                  </a:lnTo>
                  <a:lnTo>
                    <a:pt x="0" y="366"/>
                  </a:lnTo>
                  <a:lnTo>
                    <a:pt x="2" y="383"/>
                  </a:lnTo>
                  <a:lnTo>
                    <a:pt x="4" y="401"/>
                  </a:lnTo>
                  <a:lnTo>
                    <a:pt x="7" y="418"/>
                  </a:lnTo>
                  <a:lnTo>
                    <a:pt x="12" y="435"/>
                  </a:lnTo>
                  <a:lnTo>
                    <a:pt x="16" y="452"/>
                  </a:lnTo>
                  <a:lnTo>
                    <a:pt x="21" y="467"/>
                  </a:lnTo>
                  <a:lnTo>
                    <a:pt x="27" y="483"/>
                  </a:lnTo>
                  <a:lnTo>
                    <a:pt x="34" y="498"/>
                  </a:lnTo>
                  <a:lnTo>
                    <a:pt x="43" y="514"/>
                  </a:lnTo>
                  <a:lnTo>
                    <a:pt x="51" y="528"/>
                  </a:lnTo>
                  <a:lnTo>
                    <a:pt x="59" y="543"/>
                  </a:lnTo>
                  <a:lnTo>
                    <a:pt x="70" y="556"/>
                  </a:lnTo>
                  <a:lnTo>
                    <a:pt x="80" y="569"/>
                  </a:lnTo>
                  <a:lnTo>
                    <a:pt x="90" y="582"/>
                  </a:lnTo>
                  <a:lnTo>
                    <a:pt x="102" y="594"/>
                  </a:lnTo>
                  <a:lnTo>
                    <a:pt x="114" y="605"/>
                  </a:lnTo>
                  <a:lnTo>
                    <a:pt x="127" y="617"/>
                  </a:lnTo>
                  <a:lnTo>
                    <a:pt x="140" y="627"/>
                  </a:lnTo>
                  <a:lnTo>
                    <a:pt x="153" y="636"/>
                  </a:lnTo>
                  <a:lnTo>
                    <a:pt x="168" y="646"/>
                  </a:lnTo>
                  <a:lnTo>
                    <a:pt x="182" y="654"/>
                  </a:lnTo>
                  <a:lnTo>
                    <a:pt x="197" y="662"/>
                  </a:lnTo>
                  <a:lnTo>
                    <a:pt x="213" y="668"/>
                  </a:lnTo>
                  <a:lnTo>
                    <a:pt x="228" y="675"/>
                  </a:lnTo>
                  <a:lnTo>
                    <a:pt x="245" y="681"/>
                  </a:lnTo>
                  <a:lnTo>
                    <a:pt x="261" y="685"/>
                  </a:lnTo>
                  <a:lnTo>
                    <a:pt x="278" y="689"/>
                  </a:lnTo>
                  <a:lnTo>
                    <a:pt x="295" y="692"/>
                  </a:lnTo>
                  <a:lnTo>
                    <a:pt x="313" y="694"/>
                  </a:lnTo>
                  <a:lnTo>
                    <a:pt x="331" y="695"/>
                  </a:lnTo>
                  <a:lnTo>
                    <a:pt x="348" y="696"/>
                  </a:lnTo>
                  <a:lnTo>
                    <a:pt x="366" y="695"/>
                  </a:lnTo>
                  <a:lnTo>
                    <a:pt x="383" y="694"/>
                  </a:lnTo>
                  <a:lnTo>
                    <a:pt x="401" y="692"/>
                  </a:lnTo>
                  <a:lnTo>
                    <a:pt x="419" y="689"/>
                  </a:lnTo>
                  <a:lnTo>
                    <a:pt x="435" y="685"/>
                  </a:lnTo>
                  <a:lnTo>
                    <a:pt x="452" y="681"/>
                  </a:lnTo>
                  <a:lnTo>
                    <a:pt x="468" y="675"/>
                  </a:lnTo>
                  <a:lnTo>
                    <a:pt x="484" y="668"/>
                  </a:lnTo>
                  <a:lnTo>
                    <a:pt x="499" y="662"/>
                  </a:lnTo>
                  <a:lnTo>
                    <a:pt x="514" y="654"/>
                  </a:lnTo>
                  <a:lnTo>
                    <a:pt x="529" y="646"/>
                  </a:lnTo>
                  <a:lnTo>
                    <a:pt x="543" y="636"/>
                  </a:lnTo>
                  <a:lnTo>
                    <a:pt x="556" y="627"/>
                  </a:lnTo>
                  <a:lnTo>
                    <a:pt x="570" y="617"/>
                  </a:lnTo>
                  <a:lnTo>
                    <a:pt x="582" y="605"/>
                  </a:lnTo>
                  <a:lnTo>
                    <a:pt x="595" y="594"/>
                  </a:lnTo>
                  <a:lnTo>
                    <a:pt x="606" y="582"/>
                  </a:lnTo>
                  <a:lnTo>
                    <a:pt x="617" y="569"/>
                  </a:lnTo>
                  <a:lnTo>
                    <a:pt x="627" y="556"/>
                  </a:lnTo>
                  <a:lnTo>
                    <a:pt x="637" y="543"/>
                  </a:lnTo>
                  <a:lnTo>
                    <a:pt x="646" y="528"/>
                  </a:lnTo>
                  <a:lnTo>
                    <a:pt x="654" y="514"/>
                  </a:lnTo>
                  <a:lnTo>
                    <a:pt x="662" y="498"/>
                  </a:lnTo>
                  <a:lnTo>
                    <a:pt x="669" y="483"/>
                  </a:lnTo>
                  <a:lnTo>
                    <a:pt x="676" y="467"/>
                  </a:lnTo>
                  <a:lnTo>
                    <a:pt x="681" y="452"/>
                  </a:lnTo>
                  <a:lnTo>
                    <a:pt x="685" y="435"/>
                  </a:lnTo>
                  <a:lnTo>
                    <a:pt x="689" y="418"/>
                  </a:lnTo>
                  <a:lnTo>
                    <a:pt x="692" y="401"/>
                  </a:lnTo>
                  <a:lnTo>
                    <a:pt x="694" y="383"/>
                  </a:lnTo>
                  <a:lnTo>
                    <a:pt x="696" y="366"/>
                  </a:lnTo>
                  <a:lnTo>
                    <a:pt x="696" y="3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48" name="淘宝店chenying0907 18"/>
            <p:cNvSpPr>
              <a:spLocks/>
            </p:cNvSpPr>
            <p:nvPr/>
          </p:nvSpPr>
          <p:spPr bwMode="auto">
            <a:xfrm>
              <a:off x="3774372" y="2078682"/>
              <a:ext cx="69850" cy="69850"/>
            </a:xfrm>
            <a:custGeom>
              <a:avLst/>
              <a:gdLst>
                <a:gd name="T0" fmla="*/ 347 w 348"/>
                <a:gd name="T1" fmla="*/ 156 h 348"/>
                <a:gd name="T2" fmla="*/ 340 w 348"/>
                <a:gd name="T3" fmla="*/ 122 h 348"/>
                <a:gd name="T4" fmla="*/ 328 w 348"/>
                <a:gd name="T5" fmla="*/ 91 h 348"/>
                <a:gd name="T6" fmla="*/ 309 w 348"/>
                <a:gd name="T7" fmla="*/ 63 h 348"/>
                <a:gd name="T8" fmla="*/ 285 w 348"/>
                <a:gd name="T9" fmla="*/ 39 h 348"/>
                <a:gd name="T10" fmla="*/ 257 w 348"/>
                <a:gd name="T11" fmla="*/ 21 h 348"/>
                <a:gd name="T12" fmla="*/ 226 w 348"/>
                <a:gd name="T13" fmla="*/ 7 h 348"/>
                <a:gd name="T14" fmla="*/ 192 w 348"/>
                <a:gd name="T15" fmla="*/ 1 h 348"/>
                <a:gd name="T16" fmla="*/ 157 w 348"/>
                <a:gd name="T17" fmla="*/ 1 h 348"/>
                <a:gd name="T18" fmla="*/ 122 w 348"/>
                <a:gd name="T19" fmla="*/ 7 h 348"/>
                <a:gd name="T20" fmla="*/ 91 w 348"/>
                <a:gd name="T21" fmla="*/ 21 h 348"/>
                <a:gd name="T22" fmla="*/ 63 w 348"/>
                <a:gd name="T23" fmla="*/ 39 h 348"/>
                <a:gd name="T24" fmla="*/ 40 w 348"/>
                <a:gd name="T25" fmla="*/ 63 h 348"/>
                <a:gd name="T26" fmla="*/ 21 w 348"/>
                <a:gd name="T27" fmla="*/ 91 h 348"/>
                <a:gd name="T28" fmla="*/ 8 w 348"/>
                <a:gd name="T29" fmla="*/ 122 h 348"/>
                <a:gd name="T30" fmla="*/ 1 w 348"/>
                <a:gd name="T31" fmla="*/ 156 h 348"/>
                <a:gd name="T32" fmla="*/ 1 w 348"/>
                <a:gd name="T33" fmla="*/ 192 h 348"/>
                <a:gd name="T34" fmla="*/ 8 w 348"/>
                <a:gd name="T35" fmla="*/ 226 h 348"/>
                <a:gd name="T36" fmla="*/ 21 w 348"/>
                <a:gd name="T37" fmla="*/ 257 h 348"/>
                <a:gd name="T38" fmla="*/ 40 w 348"/>
                <a:gd name="T39" fmla="*/ 285 h 348"/>
                <a:gd name="T40" fmla="*/ 63 w 348"/>
                <a:gd name="T41" fmla="*/ 308 h 348"/>
                <a:gd name="T42" fmla="*/ 91 w 348"/>
                <a:gd name="T43" fmla="*/ 326 h 348"/>
                <a:gd name="T44" fmla="*/ 122 w 348"/>
                <a:gd name="T45" fmla="*/ 340 h 348"/>
                <a:gd name="T46" fmla="*/ 157 w 348"/>
                <a:gd name="T47" fmla="*/ 347 h 348"/>
                <a:gd name="T48" fmla="*/ 192 w 348"/>
                <a:gd name="T49" fmla="*/ 347 h 348"/>
                <a:gd name="T50" fmla="*/ 226 w 348"/>
                <a:gd name="T51" fmla="*/ 340 h 348"/>
                <a:gd name="T52" fmla="*/ 257 w 348"/>
                <a:gd name="T53" fmla="*/ 326 h 348"/>
                <a:gd name="T54" fmla="*/ 285 w 348"/>
                <a:gd name="T55" fmla="*/ 308 h 348"/>
                <a:gd name="T56" fmla="*/ 309 w 348"/>
                <a:gd name="T57" fmla="*/ 285 h 348"/>
                <a:gd name="T58" fmla="*/ 328 w 348"/>
                <a:gd name="T59" fmla="*/ 257 h 348"/>
                <a:gd name="T60" fmla="*/ 340 w 348"/>
                <a:gd name="T61" fmla="*/ 226 h 348"/>
                <a:gd name="T62" fmla="*/ 347 w 348"/>
                <a:gd name="T63" fmla="*/ 19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48">
                  <a:moveTo>
                    <a:pt x="348" y="174"/>
                  </a:moveTo>
                  <a:lnTo>
                    <a:pt x="347" y="156"/>
                  </a:lnTo>
                  <a:lnTo>
                    <a:pt x="345" y="139"/>
                  </a:lnTo>
                  <a:lnTo>
                    <a:pt x="340" y="122"/>
                  </a:lnTo>
                  <a:lnTo>
                    <a:pt x="335" y="106"/>
                  </a:lnTo>
                  <a:lnTo>
                    <a:pt x="328" y="91"/>
                  </a:lnTo>
                  <a:lnTo>
                    <a:pt x="318" y="77"/>
                  </a:lnTo>
                  <a:lnTo>
                    <a:pt x="309" y="63"/>
                  </a:lnTo>
                  <a:lnTo>
                    <a:pt x="298" y="51"/>
                  </a:lnTo>
                  <a:lnTo>
                    <a:pt x="285" y="39"/>
                  </a:lnTo>
                  <a:lnTo>
                    <a:pt x="272" y="29"/>
                  </a:lnTo>
                  <a:lnTo>
                    <a:pt x="257" y="21"/>
                  </a:lnTo>
                  <a:lnTo>
                    <a:pt x="242" y="13"/>
                  </a:lnTo>
                  <a:lnTo>
                    <a:pt x="226" y="7"/>
                  </a:lnTo>
                  <a:lnTo>
                    <a:pt x="209" y="3"/>
                  </a:lnTo>
                  <a:lnTo>
                    <a:pt x="192" y="1"/>
                  </a:lnTo>
                  <a:lnTo>
                    <a:pt x="174" y="0"/>
                  </a:lnTo>
                  <a:lnTo>
                    <a:pt x="157" y="1"/>
                  </a:lnTo>
                  <a:lnTo>
                    <a:pt x="139" y="3"/>
                  </a:lnTo>
                  <a:lnTo>
                    <a:pt x="122" y="7"/>
                  </a:lnTo>
                  <a:lnTo>
                    <a:pt x="107" y="13"/>
                  </a:lnTo>
                  <a:lnTo>
                    <a:pt x="91" y="21"/>
                  </a:lnTo>
                  <a:lnTo>
                    <a:pt x="77" y="29"/>
                  </a:lnTo>
                  <a:lnTo>
                    <a:pt x="63" y="39"/>
                  </a:lnTo>
                  <a:lnTo>
                    <a:pt x="51" y="51"/>
                  </a:lnTo>
                  <a:lnTo>
                    <a:pt x="40" y="63"/>
                  </a:lnTo>
                  <a:lnTo>
                    <a:pt x="30" y="77"/>
                  </a:lnTo>
                  <a:lnTo>
                    <a:pt x="21" y="91"/>
                  </a:lnTo>
                  <a:lnTo>
                    <a:pt x="14" y="106"/>
                  </a:lnTo>
                  <a:lnTo>
                    <a:pt x="8" y="122"/>
                  </a:lnTo>
                  <a:lnTo>
                    <a:pt x="3" y="139"/>
                  </a:lnTo>
                  <a:lnTo>
                    <a:pt x="1" y="156"/>
                  </a:lnTo>
                  <a:lnTo>
                    <a:pt x="0" y="174"/>
                  </a:lnTo>
                  <a:lnTo>
                    <a:pt x="1" y="192"/>
                  </a:lnTo>
                  <a:lnTo>
                    <a:pt x="3" y="209"/>
                  </a:lnTo>
                  <a:lnTo>
                    <a:pt x="8" y="226"/>
                  </a:lnTo>
                  <a:lnTo>
                    <a:pt x="14" y="241"/>
                  </a:lnTo>
                  <a:lnTo>
                    <a:pt x="21" y="257"/>
                  </a:lnTo>
                  <a:lnTo>
                    <a:pt x="30" y="272"/>
                  </a:lnTo>
                  <a:lnTo>
                    <a:pt x="40" y="285"/>
                  </a:lnTo>
                  <a:lnTo>
                    <a:pt x="51" y="297"/>
                  </a:lnTo>
                  <a:lnTo>
                    <a:pt x="63" y="308"/>
                  </a:lnTo>
                  <a:lnTo>
                    <a:pt x="77" y="318"/>
                  </a:lnTo>
                  <a:lnTo>
                    <a:pt x="91" y="326"/>
                  </a:lnTo>
                  <a:lnTo>
                    <a:pt x="107" y="335"/>
                  </a:lnTo>
                  <a:lnTo>
                    <a:pt x="122" y="340"/>
                  </a:lnTo>
                  <a:lnTo>
                    <a:pt x="139" y="344"/>
                  </a:lnTo>
                  <a:lnTo>
                    <a:pt x="157" y="347"/>
                  </a:lnTo>
                  <a:lnTo>
                    <a:pt x="174" y="348"/>
                  </a:lnTo>
                  <a:lnTo>
                    <a:pt x="192" y="347"/>
                  </a:lnTo>
                  <a:lnTo>
                    <a:pt x="209" y="344"/>
                  </a:lnTo>
                  <a:lnTo>
                    <a:pt x="226" y="340"/>
                  </a:lnTo>
                  <a:lnTo>
                    <a:pt x="242" y="335"/>
                  </a:lnTo>
                  <a:lnTo>
                    <a:pt x="257" y="326"/>
                  </a:lnTo>
                  <a:lnTo>
                    <a:pt x="272" y="318"/>
                  </a:lnTo>
                  <a:lnTo>
                    <a:pt x="285" y="308"/>
                  </a:lnTo>
                  <a:lnTo>
                    <a:pt x="298" y="297"/>
                  </a:lnTo>
                  <a:lnTo>
                    <a:pt x="309" y="285"/>
                  </a:lnTo>
                  <a:lnTo>
                    <a:pt x="318" y="272"/>
                  </a:lnTo>
                  <a:lnTo>
                    <a:pt x="328" y="257"/>
                  </a:lnTo>
                  <a:lnTo>
                    <a:pt x="335" y="241"/>
                  </a:lnTo>
                  <a:lnTo>
                    <a:pt x="340" y="226"/>
                  </a:lnTo>
                  <a:lnTo>
                    <a:pt x="345" y="209"/>
                  </a:lnTo>
                  <a:lnTo>
                    <a:pt x="347" y="192"/>
                  </a:lnTo>
                  <a:lnTo>
                    <a:pt x="348" y="174"/>
                  </a:lnTo>
                  <a:close/>
                </a:path>
              </a:pathLst>
            </a:custGeom>
            <a:solidFill>
              <a:schemeClr val="accent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grpSp>
        <p:nvGrpSpPr>
          <p:cNvPr id="5" name="淘宝店chenying0907 8"/>
          <p:cNvGrpSpPr/>
          <p:nvPr/>
        </p:nvGrpSpPr>
        <p:grpSpPr>
          <a:xfrm>
            <a:off x="5406491" y="1963385"/>
            <a:ext cx="1265105" cy="821344"/>
            <a:chOff x="3844222" y="1396057"/>
            <a:chExt cx="900113" cy="584200"/>
          </a:xfrm>
        </p:grpSpPr>
        <p:sp>
          <p:nvSpPr>
            <p:cNvPr id="8" name="淘宝店chenying0907 7"/>
            <p:cNvSpPr>
              <a:spLocks/>
            </p:cNvSpPr>
            <p:nvPr/>
          </p:nvSpPr>
          <p:spPr bwMode="auto">
            <a:xfrm>
              <a:off x="3844222" y="1396057"/>
              <a:ext cx="900113" cy="584200"/>
            </a:xfrm>
            <a:custGeom>
              <a:avLst/>
              <a:gdLst>
                <a:gd name="T0" fmla="*/ 3747 w 4533"/>
                <a:gd name="T1" fmla="*/ 6 h 2941"/>
                <a:gd name="T2" fmla="*/ 3632 w 4533"/>
                <a:gd name="T3" fmla="*/ 31 h 2941"/>
                <a:gd name="T4" fmla="*/ 3525 w 4533"/>
                <a:gd name="T5" fmla="*/ 74 h 2941"/>
                <a:gd name="T6" fmla="*/ 3429 w 4533"/>
                <a:gd name="T7" fmla="*/ 133 h 2941"/>
                <a:gd name="T8" fmla="*/ 3343 w 4533"/>
                <a:gd name="T9" fmla="*/ 206 h 2941"/>
                <a:gd name="T10" fmla="*/ 3270 w 4533"/>
                <a:gd name="T11" fmla="*/ 293 h 2941"/>
                <a:gd name="T12" fmla="*/ 3212 w 4533"/>
                <a:gd name="T13" fmla="*/ 392 h 2941"/>
                <a:gd name="T14" fmla="*/ 3170 w 4533"/>
                <a:gd name="T15" fmla="*/ 499 h 2941"/>
                <a:gd name="T16" fmla="*/ 2785 w 4533"/>
                <a:gd name="T17" fmla="*/ 602 h 2941"/>
                <a:gd name="T18" fmla="*/ 2302 w 4533"/>
                <a:gd name="T19" fmla="*/ 753 h 2941"/>
                <a:gd name="T20" fmla="*/ 1844 w 4533"/>
                <a:gd name="T21" fmla="*/ 956 h 2941"/>
                <a:gd name="T22" fmla="*/ 1415 w 4533"/>
                <a:gd name="T23" fmla="*/ 1208 h 2941"/>
                <a:gd name="T24" fmla="*/ 1018 w 4533"/>
                <a:gd name="T25" fmla="*/ 1506 h 2941"/>
                <a:gd name="T26" fmla="*/ 658 w 4533"/>
                <a:gd name="T27" fmla="*/ 1846 h 2941"/>
                <a:gd name="T28" fmla="*/ 338 w 4533"/>
                <a:gd name="T29" fmla="*/ 2223 h 2941"/>
                <a:gd name="T30" fmla="*/ 63 w 4533"/>
                <a:gd name="T31" fmla="*/ 2636 h 2941"/>
                <a:gd name="T32" fmla="*/ 83 w 4533"/>
                <a:gd name="T33" fmla="*/ 2766 h 2941"/>
                <a:gd name="T34" fmla="*/ 189 w 4533"/>
                <a:gd name="T35" fmla="*/ 2806 h 2941"/>
                <a:gd name="T36" fmla="*/ 286 w 4533"/>
                <a:gd name="T37" fmla="*/ 2859 h 2941"/>
                <a:gd name="T38" fmla="*/ 378 w 4533"/>
                <a:gd name="T39" fmla="*/ 2922 h 2941"/>
                <a:gd name="T40" fmla="*/ 572 w 4533"/>
                <a:gd name="T41" fmla="*/ 2659 h 2941"/>
                <a:gd name="T42" fmla="*/ 838 w 4533"/>
                <a:gd name="T43" fmla="*/ 2309 h 2941"/>
                <a:gd name="T44" fmla="*/ 1139 w 4533"/>
                <a:gd name="T45" fmla="*/ 1992 h 2941"/>
                <a:gd name="T46" fmla="*/ 1474 w 4533"/>
                <a:gd name="T47" fmla="*/ 1709 h 2941"/>
                <a:gd name="T48" fmla="*/ 1838 w 4533"/>
                <a:gd name="T49" fmla="*/ 1464 h 2941"/>
                <a:gd name="T50" fmla="*/ 2231 w 4533"/>
                <a:gd name="T51" fmla="*/ 1261 h 2941"/>
                <a:gd name="T52" fmla="*/ 2647 w 4533"/>
                <a:gd name="T53" fmla="*/ 1101 h 2941"/>
                <a:gd name="T54" fmla="*/ 3084 w 4533"/>
                <a:gd name="T55" fmla="*/ 990 h 2941"/>
                <a:gd name="T56" fmla="*/ 3230 w 4533"/>
                <a:gd name="T57" fmla="*/ 1038 h 2941"/>
                <a:gd name="T58" fmla="*/ 3285 w 4533"/>
                <a:gd name="T59" fmla="*/ 1122 h 2941"/>
                <a:gd name="T60" fmla="*/ 3352 w 4533"/>
                <a:gd name="T61" fmla="*/ 1197 h 2941"/>
                <a:gd name="T62" fmla="*/ 3428 w 4533"/>
                <a:gd name="T63" fmla="*/ 1261 h 2941"/>
                <a:gd name="T64" fmla="*/ 3514 w 4533"/>
                <a:gd name="T65" fmla="*/ 1314 h 2941"/>
                <a:gd name="T66" fmla="*/ 3606 w 4533"/>
                <a:gd name="T67" fmla="*/ 1354 h 2941"/>
                <a:gd name="T68" fmla="*/ 3705 w 4533"/>
                <a:gd name="T69" fmla="*/ 1381 h 2941"/>
                <a:gd name="T70" fmla="*/ 3810 w 4533"/>
                <a:gd name="T71" fmla="*/ 1393 h 2941"/>
                <a:gd name="T72" fmla="*/ 3943 w 4533"/>
                <a:gd name="T73" fmla="*/ 1385 h 2941"/>
                <a:gd name="T74" fmla="*/ 4076 w 4533"/>
                <a:gd name="T75" fmla="*/ 1351 h 2941"/>
                <a:gd name="T76" fmla="*/ 4198 w 4533"/>
                <a:gd name="T77" fmla="*/ 1293 h 2941"/>
                <a:gd name="T78" fmla="*/ 4305 w 4533"/>
                <a:gd name="T79" fmla="*/ 1212 h 2941"/>
                <a:gd name="T80" fmla="*/ 4394 w 4533"/>
                <a:gd name="T81" fmla="*/ 1114 h 2941"/>
                <a:gd name="T82" fmla="*/ 4465 w 4533"/>
                <a:gd name="T83" fmla="*/ 999 h 2941"/>
                <a:gd name="T84" fmla="*/ 4511 w 4533"/>
                <a:gd name="T85" fmla="*/ 871 h 2941"/>
                <a:gd name="T86" fmla="*/ 4532 w 4533"/>
                <a:gd name="T87" fmla="*/ 733 h 2941"/>
                <a:gd name="T88" fmla="*/ 4525 w 4533"/>
                <a:gd name="T89" fmla="*/ 591 h 2941"/>
                <a:gd name="T90" fmla="*/ 4491 w 4533"/>
                <a:gd name="T91" fmla="*/ 457 h 2941"/>
                <a:gd name="T92" fmla="*/ 4433 w 4533"/>
                <a:gd name="T93" fmla="*/ 336 h 2941"/>
                <a:gd name="T94" fmla="*/ 4352 w 4533"/>
                <a:gd name="T95" fmla="*/ 228 h 2941"/>
                <a:gd name="T96" fmla="*/ 4253 w 4533"/>
                <a:gd name="T97" fmla="*/ 139 h 2941"/>
                <a:gd name="T98" fmla="*/ 4138 w 4533"/>
                <a:gd name="T99" fmla="*/ 68 h 2941"/>
                <a:gd name="T100" fmla="*/ 4011 w 4533"/>
                <a:gd name="T101" fmla="*/ 22 h 2941"/>
                <a:gd name="T102" fmla="*/ 3873 w 4533"/>
                <a:gd name="T103" fmla="*/ 1 h 2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533" h="2941">
                  <a:moveTo>
                    <a:pt x="3837" y="0"/>
                  </a:moveTo>
                  <a:lnTo>
                    <a:pt x="3807" y="1"/>
                  </a:lnTo>
                  <a:lnTo>
                    <a:pt x="3777" y="3"/>
                  </a:lnTo>
                  <a:lnTo>
                    <a:pt x="3747" y="6"/>
                  </a:lnTo>
                  <a:lnTo>
                    <a:pt x="3718" y="10"/>
                  </a:lnTo>
                  <a:lnTo>
                    <a:pt x="3689" y="16"/>
                  </a:lnTo>
                  <a:lnTo>
                    <a:pt x="3660" y="23"/>
                  </a:lnTo>
                  <a:lnTo>
                    <a:pt x="3632" y="31"/>
                  </a:lnTo>
                  <a:lnTo>
                    <a:pt x="3605" y="39"/>
                  </a:lnTo>
                  <a:lnTo>
                    <a:pt x="3578" y="50"/>
                  </a:lnTo>
                  <a:lnTo>
                    <a:pt x="3551" y="61"/>
                  </a:lnTo>
                  <a:lnTo>
                    <a:pt x="3525" y="74"/>
                  </a:lnTo>
                  <a:lnTo>
                    <a:pt x="3500" y="87"/>
                  </a:lnTo>
                  <a:lnTo>
                    <a:pt x="3475" y="102"/>
                  </a:lnTo>
                  <a:lnTo>
                    <a:pt x="3452" y="116"/>
                  </a:lnTo>
                  <a:lnTo>
                    <a:pt x="3429" y="133"/>
                  </a:lnTo>
                  <a:lnTo>
                    <a:pt x="3406" y="150"/>
                  </a:lnTo>
                  <a:lnTo>
                    <a:pt x="3384" y="168"/>
                  </a:lnTo>
                  <a:lnTo>
                    <a:pt x="3364" y="187"/>
                  </a:lnTo>
                  <a:lnTo>
                    <a:pt x="3343" y="206"/>
                  </a:lnTo>
                  <a:lnTo>
                    <a:pt x="3323" y="227"/>
                  </a:lnTo>
                  <a:lnTo>
                    <a:pt x="3304" y="249"/>
                  </a:lnTo>
                  <a:lnTo>
                    <a:pt x="3287" y="271"/>
                  </a:lnTo>
                  <a:lnTo>
                    <a:pt x="3270" y="293"/>
                  </a:lnTo>
                  <a:lnTo>
                    <a:pt x="3254" y="317"/>
                  </a:lnTo>
                  <a:lnTo>
                    <a:pt x="3239" y="341"/>
                  </a:lnTo>
                  <a:lnTo>
                    <a:pt x="3225" y="366"/>
                  </a:lnTo>
                  <a:lnTo>
                    <a:pt x="3212" y="392"/>
                  </a:lnTo>
                  <a:lnTo>
                    <a:pt x="3200" y="418"/>
                  </a:lnTo>
                  <a:lnTo>
                    <a:pt x="3188" y="444"/>
                  </a:lnTo>
                  <a:lnTo>
                    <a:pt x="3179" y="471"/>
                  </a:lnTo>
                  <a:lnTo>
                    <a:pt x="3170" y="499"/>
                  </a:lnTo>
                  <a:lnTo>
                    <a:pt x="3163" y="527"/>
                  </a:lnTo>
                  <a:lnTo>
                    <a:pt x="3035" y="549"/>
                  </a:lnTo>
                  <a:lnTo>
                    <a:pt x="2910" y="574"/>
                  </a:lnTo>
                  <a:lnTo>
                    <a:pt x="2785" y="602"/>
                  </a:lnTo>
                  <a:lnTo>
                    <a:pt x="2662" y="636"/>
                  </a:lnTo>
                  <a:lnTo>
                    <a:pt x="2540" y="671"/>
                  </a:lnTo>
                  <a:lnTo>
                    <a:pt x="2420" y="710"/>
                  </a:lnTo>
                  <a:lnTo>
                    <a:pt x="2302" y="753"/>
                  </a:lnTo>
                  <a:lnTo>
                    <a:pt x="2184" y="800"/>
                  </a:lnTo>
                  <a:lnTo>
                    <a:pt x="2068" y="848"/>
                  </a:lnTo>
                  <a:lnTo>
                    <a:pt x="1956" y="901"/>
                  </a:lnTo>
                  <a:lnTo>
                    <a:pt x="1844" y="956"/>
                  </a:lnTo>
                  <a:lnTo>
                    <a:pt x="1733" y="1015"/>
                  </a:lnTo>
                  <a:lnTo>
                    <a:pt x="1625" y="1076"/>
                  </a:lnTo>
                  <a:lnTo>
                    <a:pt x="1518" y="1141"/>
                  </a:lnTo>
                  <a:lnTo>
                    <a:pt x="1415" y="1208"/>
                  </a:lnTo>
                  <a:lnTo>
                    <a:pt x="1312" y="1279"/>
                  </a:lnTo>
                  <a:lnTo>
                    <a:pt x="1212" y="1351"/>
                  </a:lnTo>
                  <a:lnTo>
                    <a:pt x="1114" y="1427"/>
                  </a:lnTo>
                  <a:lnTo>
                    <a:pt x="1018" y="1506"/>
                  </a:lnTo>
                  <a:lnTo>
                    <a:pt x="925" y="1587"/>
                  </a:lnTo>
                  <a:lnTo>
                    <a:pt x="833" y="1671"/>
                  </a:lnTo>
                  <a:lnTo>
                    <a:pt x="744" y="1757"/>
                  </a:lnTo>
                  <a:lnTo>
                    <a:pt x="658" y="1846"/>
                  </a:lnTo>
                  <a:lnTo>
                    <a:pt x="574" y="1936"/>
                  </a:lnTo>
                  <a:lnTo>
                    <a:pt x="494" y="2029"/>
                  </a:lnTo>
                  <a:lnTo>
                    <a:pt x="415" y="2126"/>
                  </a:lnTo>
                  <a:lnTo>
                    <a:pt x="338" y="2223"/>
                  </a:lnTo>
                  <a:lnTo>
                    <a:pt x="266" y="2324"/>
                  </a:lnTo>
                  <a:lnTo>
                    <a:pt x="195" y="2426"/>
                  </a:lnTo>
                  <a:lnTo>
                    <a:pt x="127" y="2530"/>
                  </a:lnTo>
                  <a:lnTo>
                    <a:pt x="63" y="2636"/>
                  </a:lnTo>
                  <a:lnTo>
                    <a:pt x="0" y="2744"/>
                  </a:lnTo>
                  <a:lnTo>
                    <a:pt x="28" y="2750"/>
                  </a:lnTo>
                  <a:lnTo>
                    <a:pt x="56" y="2757"/>
                  </a:lnTo>
                  <a:lnTo>
                    <a:pt x="83" y="2766"/>
                  </a:lnTo>
                  <a:lnTo>
                    <a:pt x="110" y="2774"/>
                  </a:lnTo>
                  <a:lnTo>
                    <a:pt x="137" y="2784"/>
                  </a:lnTo>
                  <a:lnTo>
                    <a:pt x="163" y="2795"/>
                  </a:lnTo>
                  <a:lnTo>
                    <a:pt x="189" y="2806"/>
                  </a:lnTo>
                  <a:lnTo>
                    <a:pt x="214" y="2818"/>
                  </a:lnTo>
                  <a:lnTo>
                    <a:pt x="239" y="2831"/>
                  </a:lnTo>
                  <a:lnTo>
                    <a:pt x="263" y="2844"/>
                  </a:lnTo>
                  <a:lnTo>
                    <a:pt x="286" y="2859"/>
                  </a:lnTo>
                  <a:lnTo>
                    <a:pt x="310" y="2874"/>
                  </a:lnTo>
                  <a:lnTo>
                    <a:pt x="333" y="2889"/>
                  </a:lnTo>
                  <a:lnTo>
                    <a:pt x="356" y="2906"/>
                  </a:lnTo>
                  <a:lnTo>
                    <a:pt x="378" y="2922"/>
                  </a:lnTo>
                  <a:lnTo>
                    <a:pt x="398" y="2941"/>
                  </a:lnTo>
                  <a:lnTo>
                    <a:pt x="454" y="2844"/>
                  </a:lnTo>
                  <a:lnTo>
                    <a:pt x="511" y="2751"/>
                  </a:lnTo>
                  <a:lnTo>
                    <a:pt x="572" y="2659"/>
                  </a:lnTo>
                  <a:lnTo>
                    <a:pt x="635" y="2569"/>
                  </a:lnTo>
                  <a:lnTo>
                    <a:pt x="700" y="2481"/>
                  </a:lnTo>
                  <a:lnTo>
                    <a:pt x="767" y="2394"/>
                  </a:lnTo>
                  <a:lnTo>
                    <a:pt x="838" y="2309"/>
                  </a:lnTo>
                  <a:lnTo>
                    <a:pt x="909" y="2226"/>
                  </a:lnTo>
                  <a:lnTo>
                    <a:pt x="984" y="2147"/>
                  </a:lnTo>
                  <a:lnTo>
                    <a:pt x="1060" y="2068"/>
                  </a:lnTo>
                  <a:lnTo>
                    <a:pt x="1139" y="1992"/>
                  </a:lnTo>
                  <a:lnTo>
                    <a:pt x="1220" y="1917"/>
                  </a:lnTo>
                  <a:lnTo>
                    <a:pt x="1302" y="1846"/>
                  </a:lnTo>
                  <a:lnTo>
                    <a:pt x="1387" y="1776"/>
                  </a:lnTo>
                  <a:lnTo>
                    <a:pt x="1474" y="1709"/>
                  </a:lnTo>
                  <a:lnTo>
                    <a:pt x="1562" y="1644"/>
                  </a:lnTo>
                  <a:lnTo>
                    <a:pt x="1653" y="1581"/>
                  </a:lnTo>
                  <a:lnTo>
                    <a:pt x="1745" y="1521"/>
                  </a:lnTo>
                  <a:lnTo>
                    <a:pt x="1838" y="1464"/>
                  </a:lnTo>
                  <a:lnTo>
                    <a:pt x="1935" y="1409"/>
                  </a:lnTo>
                  <a:lnTo>
                    <a:pt x="2031" y="1357"/>
                  </a:lnTo>
                  <a:lnTo>
                    <a:pt x="2131" y="1308"/>
                  </a:lnTo>
                  <a:lnTo>
                    <a:pt x="2231" y="1261"/>
                  </a:lnTo>
                  <a:lnTo>
                    <a:pt x="2333" y="1216"/>
                  </a:lnTo>
                  <a:lnTo>
                    <a:pt x="2436" y="1176"/>
                  </a:lnTo>
                  <a:lnTo>
                    <a:pt x="2541" y="1138"/>
                  </a:lnTo>
                  <a:lnTo>
                    <a:pt x="2647" y="1101"/>
                  </a:lnTo>
                  <a:lnTo>
                    <a:pt x="2754" y="1069"/>
                  </a:lnTo>
                  <a:lnTo>
                    <a:pt x="2863" y="1040"/>
                  </a:lnTo>
                  <a:lnTo>
                    <a:pt x="2973" y="1013"/>
                  </a:lnTo>
                  <a:lnTo>
                    <a:pt x="3084" y="990"/>
                  </a:lnTo>
                  <a:lnTo>
                    <a:pt x="3197" y="970"/>
                  </a:lnTo>
                  <a:lnTo>
                    <a:pt x="3207" y="993"/>
                  </a:lnTo>
                  <a:lnTo>
                    <a:pt x="3217" y="1015"/>
                  </a:lnTo>
                  <a:lnTo>
                    <a:pt x="3230" y="1038"/>
                  </a:lnTo>
                  <a:lnTo>
                    <a:pt x="3242" y="1060"/>
                  </a:lnTo>
                  <a:lnTo>
                    <a:pt x="3256" y="1081"/>
                  </a:lnTo>
                  <a:lnTo>
                    <a:pt x="3270" y="1101"/>
                  </a:lnTo>
                  <a:lnTo>
                    <a:pt x="3285" y="1122"/>
                  </a:lnTo>
                  <a:lnTo>
                    <a:pt x="3300" y="1141"/>
                  </a:lnTo>
                  <a:lnTo>
                    <a:pt x="3317" y="1160"/>
                  </a:lnTo>
                  <a:lnTo>
                    <a:pt x="3335" y="1179"/>
                  </a:lnTo>
                  <a:lnTo>
                    <a:pt x="3352" y="1197"/>
                  </a:lnTo>
                  <a:lnTo>
                    <a:pt x="3370" y="1213"/>
                  </a:lnTo>
                  <a:lnTo>
                    <a:pt x="3388" y="1230"/>
                  </a:lnTo>
                  <a:lnTo>
                    <a:pt x="3408" y="1245"/>
                  </a:lnTo>
                  <a:lnTo>
                    <a:pt x="3428" y="1261"/>
                  </a:lnTo>
                  <a:lnTo>
                    <a:pt x="3448" y="1276"/>
                  </a:lnTo>
                  <a:lnTo>
                    <a:pt x="3470" y="1289"/>
                  </a:lnTo>
                  <a:lnTo>
                    <a:pt x="3491" y="1301"/>
                  </a:lnTo>
                  <a:lnTo>
                    <a:pt x="3514" y="1314"/>
                  </a:lnTo>
                  <a:lnTo>
                    <a:pt x="3536" y="1325"/>
                  </a:lnTo>
                  <a:lnTo>
                    <a:pt x="3559" y="1336"/>
                  </a:lnTo>
                  <a:lnTo>
                    <a:pt x="3582" y="1346"/>
                  </a:lnTo>
                  <a:lnTo>
                    <a:pt x="3606" y="1354"/>
                  </a:lnTo>
                  <a:lnTo>
                    <a:pt x="3631" y="1363"/>
                  </a:lnTo>
                  <a:lnTo>
                    <a:pt x="3656" y="1370"/>
                  </a:lnTo>
                  <a:lnTo>
                    <a:pt x="3681" y="1376"/>
                  </a:lnTo>
                  <a:lnTo>
                    <a:pt x="3705" y="1381"/>
                  </a:lnTo>
                  <a:lnTo>
                    <a:pt x="3731" y="1385"/>
                  </a:lnTo>
                  <a:lnTo>
                    <a:pt x="3757" y="1390"/>
                  </a:lnTo>
                  <a:lnTo>
                    <a:pt x="3783" y="1392"/>
                  </a:lnTo>
                  <a:lnTo>
                    <a:pt x="3810" y="1393"/>
                  </a:lnTo>
                  <a:lnTo>
                    <a:pt x="3837" y="1394"/>
                  </a:lnTo>
                  <a:lnTo>
                    <a:pt x="3873" y="1393"/>
                  </a:lnTo>
                  <a:lnTo>
                    <a:pt x="3908" y="1390"/>
                  </a:lnTo>
                  <a:lnTo>
                    <a:pt x="3943" y="1385"/>
                  </a:lnTo>
                  <a:lnTo>
                    <a:pt x="3977" y="1379"/>
                  </a:lnTo>
                  <a:lnTo>
                    <a:pt x="4011" y="1372"/>
                  </a:lnTo>
                  <a:lnTo>
                    <a:pt x="4044" y="1363"/>
                  </a:lnTo>
                  <a:lnTo>
                    <a:pt x="4076" y="1351"/>
                  </a:lnTo>
                  <a:lnTo>
                    <a:pt x="4108" y="1339"/>
                  </a:lnTo>
                  <a:lnTo>
                    <a:pt x="4138" y="1325"/>
                  </a:lnTo>
                  <a:lnTo>
                    <a:pt x="4169" y="1310"/>
                  </a:lnTo>
                  <a:lnTo>
                    <a:pt x="4198" y="1293"/>
                  </a:lnTo>
                  <a:lnTo>
                    <a:pt x="4227" y="1274"/>
                  </a:lnTo>
                  <a:lnTo>
                    <a:pt x="4253" y="1255"/>
                  </a:lnTo>
                  <a:lnTo>
                    <a:pt x="4279" y="1235"/>
                  </a:lnTo>
                  <a:lnTo>
                    <a:pt x="4305" y="1212"/>
                  </a:lnTo>
                  <a:lnTo>
                    <a:pt x="4329" y="1189"/>
                  </a:lnTo>
                  <a:lnTo>
                    <a:pt x="4352" y="1166"/>
                  </a:lnTo>
                  <a:lnTo>
                    <a:pt x="4375" y="1140"/>
                  </a:lnTo>
                  <a:lnTo>
                    <a:pt x="4394" y="1114"/>
                  </a:lnTo>
                  <a:lnTo>
                    <a:pt x="4414" y="1087"/>
                  </a:lnTo>
                  <a:lnTo>
                    <a:pt x="4433" y="1058"/>
                  </a:lnTo>
                  <a:lnTo>
                    <a:pt x="4449" y="1029"/>
                  </a:lnTo>
                  <a:lnTo>
                    <a:pt x="4465" y="999"/>
                  </a:lnTo>
                  <a:lnTo>
                    <a:pt x="4478" y="969"/>
                  </a:lnTo>
                  <a:lnTo>
                    <a:pt x="4491" y="936"/>
                  </a:lnTo>
                  <a:lnTo>
                    <a:pt x="4502" y="904"/>
                  </a:lnTo>
                  <a:lnTo>
                    <a:pt x="4511" y="871"/>
                  </a:lnTo>
                  <a:lnTo>
                    <a:pt x="4519" y="837"/>
                  </a:lnTo>
                  <a:lnTo>
                    <a:pt x="4525" y="803"/>
                  </a:lnTo>
                  <a:lnTo>
                    <a:pt x="4529" y="768"/>
                  </a:lnTo>
                  <a:lnTo>
                    <a:pt x="4532" y="733"/>
                  </a:lnTo>
                  <a:lnTo>
                    <a:pt x="4533" y="697"/>
                  </a:lnTo>
                  <a:lnTo>
                    <a:pt x="4532" y="661"/>
                  </a:lnTo>
                  <a:lnTo>
                    <a:pt x="4529" y="625"/>
                  </a:lnTo>
                  <a:lnTo>
                    <a:pt x="4525" y="591"/>
                  </a:lnTo>
                  <a:lnTo>
                    <a:pt x="4519" y="557"/>
                  </a:lnTo>
                  <a:lnTo>
                    <a:pt x="4511" y="523"/>
                  </a:lnTo>
                  <a:lnTo>
                    <a:pt x="4502" y="489"/>
                  </a:lnTo>
                  <a:lnTo>
                    <a:pt x="4491" y="457"/>
                  </a:lnTo>
                  <a:lnTo>
                    <a:pt x="4478" y="425"/>
                  </a:lnTo>
                  <a:lnTo>
                    <a:pt x="4465" y="395"/>
                  </a:lnTo>
                  <a:lnTo>
                    <a:pt x="4449" y="365"/>
                  </a:lnTo>
                  <a:lnTo>
                    <a:pt x="4433" y="336"/>
                  </a:lnTo>
                  <a:lnTo>
                    <a:pt x="4414" y="307"/>
                  </a:lnTo>
                  <a:lnTo>
                    <a:pt x="4394" y="280"/>
                  </a:lnTo>
                  <a:lnTo>
                    <a:pt x="4375" y="254"/>
                  </a:lnTo>
                  <a:lnTo>
                    <a:pt x="4352" y="228"/>
                  </a:lnTo>
                  <a:lnTo>
                    <a:pt x="4329" y="204"/>
                  </a:lnTo>
                  <a:lnTo>
                    <a:pt x="4305" y="181"/>
                  </a:lnTo>
                  <a:lnTo>
                    <a:pt x="4279" y="159"/>
                  </a:lnTo>
                  <a:lnTo>
                    <a:pt x="4253" y="139"/>
                  </a:lnTo>
                  <a:lnTo>
                    <a:pt x="4227" y="119"/>
                  </a:lnTo>
                  <a:lnTo>
                    <a:pt x="4198" y="101"/>
                  </a:lnTo>
                  <a:lnTo>
                    <a:pt x="4169" y="84"/>
                  </a:lnTo>
                  <a:lnTo>
                    <a:pt x="4138" y="68"/>
                  </a:lnTo>
                  <a:lnTo>
                    <a:pt x="4108" y="55"/>
                  </a:lnTo>
                  <a:lnTo>
                    <a:pt x="4076" y="43"/>
                  </a:lnTo>
                  <a:lnTo>
                    <a:pt x="4044" y="31"/>
                  </a:lnTo>
                  <a:lnTo>
                    <a:pt x="4011" y="22"/>
                  </a:lnTo>
                  <a:lnTo>
                    <a:pt x="3977" y="15"/>
                  </a:lnTo>
                  <a:lnTo>
                    <a:pt x="3943" y="8"/>
                  </a:lnTo>
                  <a:lnTo>
                    <a:pt x="3908" y="3"/>
                  </a:lnTo>
                  <a:lnTo>
                    <a:pt x="3873" y="1"/>
                  </a:lnTo>
                  <a:lnTo>
                    <a:pt x="3837" y="0"/>
                  </a:lnTo>
                  <a:close/>
                </a:path>
              </a:pathLst>
            </a:custGeom>
            <a:solidFill>
              <a:schemeClr val="accent4">
                <a:lumMod val="90000"/>
              </a:schemeClr>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16" name="淘宝店chenying0907 13"/>
            <p:cNvSpPr>
              <a:spLocks/>
            </p:cNvSpPr>
            <p:nvPr/>
          </p:nvSpPr>
          <p:spPr bwMode="auto">
            <a:xfrm>
              <a:off x="4536372" y="1465907"/>
              <a:ext cx="139700" cy="138113"/>
            </a:xfrm>
            <a:custGeom>
              <a:avLst/>
              <a:gdLst>
                <a:gd name="T0" fmla="*/ 2 w 696"/>
                <a:gd name="T1" fmla="*/ 314 h 697"/>
                <a:gd name="T2" fmla="*/ 11 w 696"/>
                <a:gd name="T3" fmla="*/ 262 h 697"/>
                <a:gd name="T4" fmla="*/ 27 w 696"/>
                <a:gd name="T5" fmla="*/ 213 h 697"/>
                <a:gd name="T6" fmla="*/ 51 w 696"/>
                <a:gd name="T7" fmla="*/ 168 h 697"/>
                <a:gd name="T8" fmla="*/ 80 w 696"/>
                <a:gd name="T9" fmla="*/ 127 h 697"/>
                <a:gd name="T10" fmla="*/ 114 w 696"/>
                <a:gd name="T11" fmla="*/ 91 h 697"/>
                <a:gd name="T12" fmla="*/ 153 w 696"/>
                <a:gd name="T13" fmla="*/ 60 h 697"/>
                <a:gd name="T14" fmla="*/ 197 w 696"/>
                <a:gd name="T15" fmla="*/ 35 h 697"/>
                <a:gd name="T16" fmla="*/ 244 w 696"/>
                <a:gd name="T17" fmla="*/ 16 h 697"/>
                <a:gd name="T18" fmla="*/ 295 w 696"/>
                <a:gd name="T19" fmla="*/ 5 h 697"/>
                <a:gd name="T20" fmla="*/ 348 w 696"/>
                <a:gd name="T21" fmla="*/ 0 h 697"/>
                <a:gd name="T22" fmla="*/ 401 w 696"/>
                <a:gd name="T23" fmla="*/ 5 h 697"/>
                <a:gd name="T24" fmla="*/ 452 w 696"/>
                <a:gd name="T25" fmla="*/ 16 h 697"/>
                <a:gd name="T26" fmla="*/ 499 w 696"/>
                <a:gd name="T27" fmla="*/ 35 h 697"/>
                <a:gd name="T28" fmla="*/ 543 w 696"/>
                <a:gd name="T29" fmla="*/ 60 h 697"/>
                <a:gd name="T30" fmla="*/ 582 w 696"/>
                <a:gd name="T31" fmla="*/ 91 h 697"/>
                <a:gd name="T32" fmla="*/ 616 w 696"/>
                <a:gd name="T33" fmla="*/ 127 h 697"/>
                <a:gd name="T34" fmla="*/ 645 w 696"/>
                <a:gd name="T35" fmla="*/ 168 h 697"/>
                <a:gd name="T36" fmla="*/ 669 w 696"/>
                <a:gd name="T37" fmla="*/ 213 h 697"/>
                <a:gd name="T38" fmla="*/ 685 w 696"/>
                <a:gd name="T39" fmla="*/ 262 h 697"/>
                <a:gd name="T40" fmla="*/ 694 w 696"/>
                <a:gd name="T41" fmla="*/ 314 h 697"/>
                <a:gd name="T42" fmla="*/ 696 w 696"/>
                <a:gd name="T43" fmla="*/ 366 h 697"/>
                <a:gd name="T44" fmla="*/ 689 w 696"/>
                <a:gd name="T45" fmla="*/ 419 h 697"/>
                <a:gd name="T46" fmla="*/ 675 w 696"/>
                <a:gd name="T47" fmla="*/ 468 h 697"/>
                <a:gd name="T48" fmla="*/ 654 w 696"/>
                <a:gd name="T49" fmla="*/ 515 h 697"/>
                <a:gd name="T50" fmla="*/ 627 w 696"/>
                <a:gd name="T51" fmla="*/ 557 h 697"/>
                <a:gd name="T52" fmla="*/ 595 w 696"/>
                <a:gd name="T53" fmla="*/ 596 h 697"/>
                <a:gd name="T54" fmla="*/ 556 w 696"/>
                <a:gd name="T55" fmla="*/ 628 h 697"/>
                <a:gd name="T56" fmla="*/ 514 w 696"/>
                <a:gd name="T57" fmla="*/ 655 h 697"/>
                <a:gd name="T58" fmla="*/ 468 w 696"/>
                <a:gd name="T59" fmla="*/ 677 h 697"/>
                <a:gd name="T60" fmla="*/ 418 w 696"/>
                <a:gd name="T61" fmla="*/ 690 h 697"/>
                <a:gd name="T62" fmla="*/ 366 w 696"/>
                <a:gd name="T63" fmla="*/ 697 h 697"/>
                <a:gd name="T64" fmla="*/ 313 w 696"/>
                <a:gd name="T65" fmla="*/ 695 h 697"/>
                <a:gd name="T66" fmla="*/ 261 w 696"/>
                <a:gd name="T67" fmla="*/ 686 h 697"/>
                <a:gd name="T68" fmla="*/ 212 w 696"/>
                <a:gd name="T69" fmla="*/ 670 h 697"/>
                <a:gd name="T70" fmla="*/ 168 w 696"/>
                <a:gd name="T71" fmla="*/ 646 h 697"/>
                <a:gd name="T72" fmla="*/ 126 w 696"/>
                <a:gd name="T73" fmla="*/ 617 h 697"/>
                <a:gd name="T74" fmla="*/ 90 w 696"/>
                <a:gd name="T75" fmla="*/ 583 h 697"/>
                <a:gd name="T76" fmla="*/ 59 w 696"/>
                <a:gd name="T77" fmla="*/ 544 h 697"/>
                <a:gd name="T78" fmla="*/ 34 w 696"/>
                <a:gd name="T79" fmla="*/ 500 h 697"/>
                <a:gd name="T80" fmla="*/ 15 w 696"/>
                <a:gd name="T81" fmla="*/ 453 h 697"/>
                <a:gd name="T82" fmla="*/ 4 w 696"/>
                <a:gd name="T83" fmla="*/ 402 h 697"/>
                <a:gd name="T84" fmla="*/ 0 w 696"/>
                <a:gd name="T85" fmla="*/ 349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6" h="697">
                  <a:moveTo>
                    <a:pt x="0" y="349"/>
                  </a:moveTo>
                  <a:lnTo>
                    <a:pt x="1" y="331"/>
                  </a:lnTo>
                  <a:lnTo>
                    <a:pt x="2" y="314"/>
                  </a:lnTo>
                  <a:lnTo>
                    <a:pt x="4" y="296"/>
                  </a:lnTo>
                  <a:lnTo>
                    <a:pt x="7" y="278"/>
                  </a:lnTo>
                  <a:lnTo>
                    <a:pt x="11" y="262"/>
                  </a:lnTo>
                  <a:lnTo>
                    <a:pt x="15" y="245"/>
                  </a:lnTo>
                  <a:lnTo>
                    <a:pt x="21" y="229"/>
                  </a:lnTo>
                  <a:lnTo>
                    <a:pt x="27" y="213"/>
                  </a:lnTo>
                  <a:lnTo>
                    <a:pt x="34" y="197"/>
                  </a:lnTo>
                  <a:lnTo>
                    <a:pt x="42" y="183"/>
                  </a:lnTo>
                  <a:lnTo>
                    <a:pt x="51" y="168"/>
                  </a:lnTo>
                  <a:lnTo>
                    <a:pt x="59" y="154"/>
                  </a:lnTo>
                  <a:lnTo>
                    <a:pt x="69" y="140"/>
                  </a:lnTo>
                  <a:lnTo>
                    <a:pt x="80" y="127"/>
                  </a:lnTo>
                  <a:lnTo>
                    <a:pt x="90" y="115"/>
                  </a:lnTo>
                  <a:lnTo>
                    <a:pt x="101" y="102"/>
                  </a:lnTo>
                  <a:lnTo>
                    <a:pt x="114" y="91"/>
                  </a:lnTo>
                  <a:lnTo>
                    <a:pt x="126" y="80"/>
                  </a:lnTo>
                  <a:lnTo>
                    <a:pt x="140" y="70"/>
                  </a:lnTo>
                  <a:lnTo>
                    <a:pt x="153" y="60"/>
                  </a:lnTo>
                  <a:lnTo>
                    <a:pt x="168" y="51"/>
                  </a:lnTo>
                  <a:lnTo>
                    <a:pt x="182" y="43"/>
                  </a:lnTo>
                  <a:lnTo>
                    <a:pt x="197" y="35"/>
                  </a:lnTo>
                  <a:lnTo>
                    <a:pt x="212" y="27"/>
                  </a:lnTo>
                  <a:lnTo>
                    <a:pt x="229" y="21"/>
                  </a:lnTo>
                  <a:lnTo>
                    <a:pt x="244" y="16"/>
                  </a:lnTo>
                  <a:lnTo>
                    <a:pt x="261" y="12"/>
                  </a:lnTo>
                  <a:lnTo>
                    <a:pt x="278" y="8"/>
                  </a:lnTo>
                  <a:lnTo>
                    <a:pt x="295" y="5"/>
                  </a:lnTo>
                  <a:lnTo>
                    <a:pt x="313" y="3"/>
                  </a:lnTo>
                  <a:lnTo>
                    <a:pt x="330" y="0"/>
                  </a:lnTo>
                  <a:lnTo>
                    <a:pt x="348" y="0"/>
                  </a:lnTo>
                  <a:lnTo>
                    <a:pt x="366" y="0"/>
                  </a:lnTo>
                  <a:lnTo>
                    <a:pt x="383" y="3"/>
                  </a:lnTo>
                  <a:lnTo>
                    <a:pt x="401" y="5"/>
                  </a:lnTo>
                  <a:lnTo>
                    <a:pt x="418" y="8"/>
                  </a:lnTo>
                  <a:lnTo>
                    <a:pt x="435" y="12"/>
                  </a:lnTo>
                  <a:lnTo>
                    <a:pt x="452" y="16"/>
                  </a:lnTo>
                  <a:lnTo>
                    <a:pt x="468" y="21"/>
                  </a:lnTo>
                  <a:lnTo>
                    <a:pt x="484" y="27"/>
                  </a:lnTo>
                  <a:lnTo>
                    <a:pt x="499" y="35"/>
                  </a:lnTo>
                  <a:lnTo>
                    <a:pt x="514" y="43"/>
                  </a:lnTo>
                  <a:lnTo>
                    <a:pt x="528" y="51"/>
                  </a:lnTo>
                  <a:lnTo>
                    <a:pt x="543" y="60"/>
                  </a:lnTo>
                  <a:lnTo>
                    <a:pt x="556" y="70"/>
                  </a:lnTo>
                  <a:lnTo>
                    <a:pt x="570" y="80"/>
                  </a:lnTo>
                  <a:lnTo>
                    <a:pt x="582" y="91"/>
                  </a:lnTo>
                  <a:lnTo>
                    <a:pt x="595" y="102"/>
                  </a:lnTo>
                  <a:lnTo>
                    <a:pt x="606" y="115"/>
                  </a:lnTo>
                  <a:lnTo>
                    <a:pt x="616" y="127"/>
                  </a:lnTo>
                  <a:lnTo>
                    <a:pt x="627" y="140"/>
                  </a:lnTo>
                  <a:lnTo>
                    <a:pt x="637" y="154"/>
                  </a:lnTo>
                  <a:lnTo>
                    <a:pt x="645" y="168"/>
                  </a:lnTo>
                  <a:lnTo>
                    <a:pt x="654" y="183"/>
                  </a:lnTo>
                  <a:lnTo>
                    <a:pt x="662" y="197"/>
                  </a:lnTo>
                  <a:lnTo>
                    <a:pt x="669" y="213"/>
                  </a:lnTo>
                  <a:lnTo>
                    <a:pt x="675" y="229"/>
                  </a:lnTo>
                  <a:lnTo>
                    <a:pt x="681" y="245"/>
                  </a:lnTo>
                  <a:lnTo>
                    <a:pt x="685" y="262"/>
                  </a:lnTo>
                  <a:lnTo>
                    <a:pt x="689" y="278"/>
                  </a:lnTo>
                  <a:lnTo>
                    <a:pt x="692" y="296"/>
                  </a:lnTo>
                  <a:lnTo>
                    <a:pt x="694" y="314"/>
                  </a:lnTo>
                  <a:lnTo>
                    <a:pt x="696" y="331"/>
                  </a:lnTo>
                  <a:lnTo>
                    <a:pt x="696" y="349"/>
                  </a:lnTo>
                  <a:lnTo>
                    <a:pt x="696" y="366"/>
                  </a:lnTo>
                  <a:lnTo>
                    <a:pt x="694" y="384"/>
                  </a:lnTo>
                  <a:lnTo>
                    <a:pt x="692" y="402"/>
                  </a:lnTo>
                  <a:lnTo>
                    <a:pt x="689" y="419"/>
                  </a:lnTo>
                  <a:lnTo>
                    <a:pt x="685" y="436"/>
                  </a:lnTo>
                  <a:lnTo>
                    <a:pt x="681" y="453"/>
                  </a:lnTo>
                  <a:lnTo>
                    <a:pt x="675" y="468"/>
                  </a:lnTo>
                  <a:lnTo>
                    <a:pt x="669" y="485"/>
                  </a:lnTo>
                  <a:lnTo>
                    <a:pt x="662" y="500"/>
                  </a:lnTo>
                  <a:lnTo>
                    <a:pt x="654" y="515"/>
                  </a:lnTo>
                  <a:lnTo>
                    <a:pt x="645" y="529"/>
                  </a:lnTo>
                  <a:lnTo>
                    <a:pt x="637" y="544"/>
                  </a:lnTo>
                  <a:lnTo>
                    <a:pt x="627" y="557"/>
                  </a:lnTo>
                  <a:lnTo>
                    <a:pt x="616" y="571"/>
                  </a:lnTo>
                  <a:lnTo>
                    <a:pt x="606" y="583"/>
                  </a:lnTo>
                  <a:lnTo>
                    <a:pt x="595" y="596"/>
                  </a:lnTo>
                  <a:lnTo>
                    <a:pt x="582" y="607"/>
                  </a:lnTo>
                  <a:lnTo>
                    <a:pt x="570" y="617"/>
                  </a:lnTo>
                  <a:lnTo>
                    <a:pt x="556" y="628"/>
                  </a:lnTo>
                  <a:lnTo>
                    <a:pt x="543" y="638"/>
                  </a:lnTo>
                  <a:lnTo>
                    <a:pt x="528" y="646"/>
                  </a:lnTo>
                  <a:lnTo>
                    <a:pt x="514" y="655"/>
                  </a:lnTo>
                  <a:lnTo>
                    <a:pt x="499" y="663"/>
                  </a:lnTo>
                  <a:lnTo>
                    <a:pt x="484" y="670"/>
                  </a:lnTo>
                  <a:lnTo>
                    <a:pt x="468" y="677"/>
                  </a:lnTo>
                  <a:lnTo>
                    <a:pt x="452" y="682"/>
                  </a:lnTo>
                  <a:lnTo>
                    <a:pt x="435" y="686"/>
                  </a:lnTo>
                  <a:lnTo>
                    <a:pt x="418" y="690"/>
                  </a:lnTo>
                  <a:lnTo>
                    <a:pt x="401" y="693"/>
                  </a:lnTo>
                  <a:lnTo>
                    <a:pt x="383" y="695"/>
                  </a:lnTo>
                  <a:lnTo>
                    <a:pt x="366" y="697"/>
                  </a:lnTo>
                  <a:lnTo>
                    <a:pt x="348" y="697"/>
                  </a:lnTo>
                  <a:lnTo>
                    <a:pt x="330" y="697"/>
                  </a:lnTo>
                  <a:lnTo>
                    <a:pt x="313" y="695"/>
                  </a:lnTo>
                  <a:lnTo>
                    <a:pt x="295" y="693"/>
                  </a:lnTo>
                  <a:lnTo>
                    <a:pt x="278" y="690"/>
                  </a:lnTo>
                  <a:lnTo>
                    <a:pt x="261" y="686"/>
                  </a:lnTo>
                  <a:lnTo>
                    <a:pt x="244" y="682"/>
                  </a:lnTo>
                  <a:lnTo>
                    <a:pt x="229" y="677"/>
                  </a:lnTo>
                  <a:lnTo>
                    <a:pt x="212" y="670"/>
                  </a:lnTo>
                  <a:lnTo>
                    <a:pt x="197" y="663"/>
                  </a:lnTo>
                  <a:lnTo>
                    <a:pt x="182" y="655"/>
                  </a:lnTo>
                  <a:lnTo>
                    <a:pt x="168" y="646"/>
                  </a:lnTo>
                  <a:lnTo>
                    <a:pt x="153" y="638"/>
                  </a:lnTo>
                  <a:lnTo>
                    <a:pt x="140" y="628"/>
                  </a:lnTo>
                  <a:lnTo>
                    <a:pt x="126" y="617"/>
                  </a:lnTo>
                  <a:lnTo>
                    <a:pt x="114" y="607"/>
                  </a:lnTo>
                  <a:lnTo>
                    <a:pt x="101" y="596"/>
                  </a:lnTo>
                  <a:lnTo>
                    <a:pt x="90" y="583"/>
                  </a:lnTo>
                  <a:lnTo>
                    <a:pt x="80" y="571"/>
                  </a:lnTo>
                  <a:lnTo>
                    <a:pt x="69" y="557"/>
                  </a:lnTo>
                  <a:lnTo>
                    <a:pt x="59" y="544"/>
                  </a:lnTo>
                  <a:lnTo>
                    <a:pt x="51" y="529"/>
                  </a:lnTo>
                  <a:lnTo>
                    <a:pt x="42" y="515"/>
                  </a:lnTo>
                  <a:lnTo>
                    <a:pt x="34" y="500"/>
                  </a:lnTo>
                  <a:lnTo>
                    <a:pt x="27" y="485"/>
                  </a:lnTo>
                  <a:lnTo>
                    <a:pt x="21" y="468"/>
                  </a:lnTo>
                  <a:lnTo>
                    <a:pt x="15" y="453"/>
                  </a:lnTo>
                  <a:lnTo>
                    <a:pt x="11" y="436"/>
                  </a:lnTo>
                  <a:lnTo>
                    <a:pt x="7" y="419"/>
                  </a:lnTo>
                  <a:lnTo>
                    <a:pt x="4" y="402"/>
                  </a:lnTo>
                  <a:lnTo>
                    <a:pt x="2" y="384"/>
                  </a:lnTo>
                  <a:lnTo>
                    <a:pt x="1" y="366"/>
                  </a:lnTo>
                  <a:lnTo>
                    <a:pt x="0" y="3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49" name="淘宝店chenying0907 19"/>
            <p:cNvSpPr>
              <a:spLocks/>
            </p:cNvSpPr>
            <p:nvPr/>
          </p:nvSpPr>
          <p:spPr bwMode="auto">
            <a:xfrm>
              <a:off x="4571297" y="1499245"/>
              <a:ext cx="69850" cy="69850"/>
            </a:xfrm>
            <a:custGeom>
              <a:avLst/>
              <a:gdLst>
                <a:gd name="T0" fmla="*/ 1 w 348"/>
                <a:gd name="T1" fmla="*/ 156 h 348"/>
                <a:gd name="T2" fmla="*/ 8 w 348"/>
                <a:gd name="T3" fmla="*/ 122 h 348"/>
                <a:gd name="T4" fmla="*/ 21 w 348"/>
                <a:gd name="T5" fmla="*/ 91 h 348"/>
                <a:gd name="T6" fmla="*/ 39 w 348"/>
                <a:gd name="T7" fmla="*/ 63 h 348"/>
                <a:gd name="T8" fmla="*/ 63 w 348"/>
                <a:gd name="T9" fmla="*/ 39 h 348"/>
                <a:gd name="T10" fmla="*/ 91 w 348"/>
                <a:gd name="T11" fmla="*/ 20 h 348"/>
                <a:gd name="T12" fmla="*/ 122 w 348"/>
                <a:gd name="T13" fmla="*/ 8 h 348"/>
                <a:gd name="T14" fmla="*/ 156 w 348"/>
                <a:gd name="T15" fmla="*/ 1 h 348"/>
                <a:gd name="T16" fmla="*/ 192 w 348"/>
                <a:gd name="T17" fmla="*/ 1 h 348"/>
                <a:gd name="T18" fmla="*/ 226 w 348"/>
                <a:gd name="T19" fmla="*/ 8 h 348"/>
                <a:gd name="T20" fmla="*/ 257 w 348"/>
                <a:gd name="T21" fmla="*/ 20 h 348"/>
                <a:gd name="T22" fmla="*/ 285 w 348"/>
                <a:gd name="T23" fmla="*/ 39 h 348"/>
                <a:gd name="T24" fmla="*/ 309 w 348"/>
                <a:gd name="T25" fmla="*/ 63 h 348"/>
                <a:gd name="T26" fmla="*/ 327 w 348"/>
                <a:gd name="T27" fmla="*/ 91 h 348"/>
                <a:gd name="T28" fmla="*/ 340 w 348"/>
                <a:gd name="T29" fmla="*/ 122 h 348"/>
                <a:gd name="T30" fmla="*/ 347 w 348"/>
                <a:gd name="T31" fmla="*/ 156 h 348"/>
                <a:gd name="T32" fmla="*/ 347 w 348"/>
                <a:gd name="T33" fmla="*/ 191 h 348"/>
                <a:gd name="T34" fmla="*/ 340 w 348"/>
                <a:gd name="T35" fmla="*/ 226 h 348"/>
                <a:gd name="T36" fmla="*/ 327 w 348"/>
                <a:gd name="T37" fmla="*/ 257 h 348"/>
                <a:gd name="T38" fmla="*/ 309 w 348"/>
                <a:gd name="T39" fmla="*/ 285 h 348"/>
                <a:gd name="T40" fmla="*/ 285 w 348"/>
                <a:gd name="T41" fmla="*/ 309 h 348"/>
                <a:gd name="T42" fmla="*/ 257 w 348"/>
                <a:gd name="T43" fmla="*/ 327 h 348"/>
                <a:gd name="T44" fmla="*/ 226 w 348"/>
                <a:gd name="T45" fmla="*/ 340 h 348"/>
                <a:gd name="T46" fmla="*/ 192 w 348"/>
                <a:gd name="T47" fmla="*/ 347 h 348"/>
                <a:gd name="T48" fmla="*/ 156 w 348"/>
                <a:gd name="T49" fmla="*/ 347 h 348"/>
                <a:gd name="T50" fmla="*/ 122 w 348"/>
                <a:gd name="T51" fmla="*/ 340 h 348"/>
                <a:gd name="T52" fmla="*/ 91 w 348"/>
                <a:gd name="T53" fmla="*/ 327 h 348"/>
                <a:gd name="T54" fmla="*/ 63 w 348"/>
                <a:gd name="T55" fmla="*/ 309 h 348"/>
                <a:gd name="T56" fmla="*/ 39 w 348"/>
                <a:gd name="T57" fmla="*/ 285 h 348"/>
                <a:gd name="T58" fmla="*/ 21 w 348"/>
                <a:gd name="T59" fmla="*/ 257 h 348"/>
                <a:gd name="T60" fmla="*/ 8 w 348"/>
                <a:gd name="T61" fmla="*/ 226 h 348"/>
                <a:gd name="T62" fmla="*/ 1 w 348"/>
                <a:gd name="T63" fmla="*/ 19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48">
                  <a:moveTo>
                    <a:pt x="0" y="174"/>
                  </a:moveTo>
                  <a:lnTo>
                    <a:pt x="1" y="156"/>
                  </a:lnTo>
                  <a:lnTo>
                    <a:pt x="3" y="139"/>
                  </a:lnTo>
                  <a:lnTo>
                    <a:pt x="8" y="122"/>
                  </a:lnTo>
                  <a:lnTo>
                    <a:pt x="13" y="106"/>
                  </a:lnTo>
                  <a:lnTo>
                    <a:pt x="21" y="91"/>
                  </a:lnTo>
                  <a:lnTo>
                    <a:pt x="30" y="76"/>
                  </a:lnTo>
                  <a:lnTo>
                    <a:pt x="39" y="63"/>
                  </a:lnTo>
                  <a:lnTo>
                    <a:pt x="51" y="50"/>
                  </a:lnTo>
                  <a:lnTo>
                    <a:pt x="63" y="39"/>
                  </a:lnTo>
                  <a:lnTo>
                    <a:pt x="77" y="30"/>
                  </a:lnTo>
                  <a:lnTo>
                    <a:pt x="91" y="20"/>
                  </a:lnTo>
                  <a:lnTo>
                    <a:pt x="107" y="13"/>
                  </a:lnTo>
                  <a:lnTo>
                    <a:pt x="122" y="8"/>
                  </a:lnTo>
                  <a:lnTo>
                    <a:pt x="139" y="3"/>
                  </a:lnTo>
                  <a:lnTo>
                    <a:pt x="156" y="1"/>
                  </a:lnTo>
                  <a:lnTo>
                    <a:pt x="174" y="0"/>
                  </a:lnTo>
                  <a:lnTo>
                    <a:pt x="192" y="1"/>
                  </a:lnTo>
                  <a:lnTo>
                    <a:pt x="209" y="3"/>
                  </a:lnTo>
                  <a:lnTo>
                    <a:pt x="226" y="8"/>
                  </a:lnTo>
                  <a:lnTo>
                    <a:pt x="241" y="13"/>
                  </a:lnTo>
                  <a:lnTo>
                    <a:pt x="257" y="20"/>
                  </a:lnTo>
                  <a:lnTo>
                    <a:pt x="271" y="30"/>
                  </a:lnTo>
                  <a:lnTo>
                    <a:pt x="285" y="39"/>
                  </a:lnTo>
                  <a:lnTo>
                    <a:pt x="297" y="50"/>
                  </a:lnTo>
                  <a:lnTo>
                    <a:pt x="309" y="63"/>
                  </a:lnTo>
                  <a:lnTo>
                    <a:pt x="318" y="76"/>
                  </a:lnTo>
                  <a:lnTo>
                    <a:pt x="327" y="91"/>
                  </a:lnTo>
                  <a:lnTo>
                    <a:pt x="335" y="106"/>
                  </a:lnTo>
                  <a:lnTo>
                    <a:pt x="340" y="122"/>
                  </a:lnTo>
                  <a:lnTo>
                    <a:pt x="345" y="139"/>
                  </a:lnTo>
                  <a:lnTo>
                    <a:pt x="347" y="156"/>
                  </a:lnTo>
                  <a:lnTo>
                    <a:pt x="348" y="174"/>
                  </a:lnTo>
                  <a:lnTo>
                    <a:pt x="347" y="191"/>
                  </a:lnTo>
                  <a:lnTo>
                    <a:pt x="345" y="209"/>
                  </a:lnTo>
                  <a:lnTo>
                    <a:pt x="340" y="226"/>
                  </a:lnTo>
                  <a:lnTo>
                    <a:pt x="335" y="241"/>
                  </a:lnTo>
                  <a:lnTo>
                    <a:pt x="327" y="257"/>
                  </a:lnTo>
                  <a:lnTo>
                    <a:pt x="318" y="271"/>
                  </a:lnTo>
                  <a:lnTo>
                    <a:pt x="309" y="285"/>
                  </a:lnTo>
                  <a:lnTo>
                    <a:pt x="297" y="297"/>
                  </a:lnTo>
                  <a:lnTo>
                    <a:pt x="285" y="309"/>
                  </a:lnTo>
                  <a:lnTo>
                    <a:pt x="271" y="318"/>
                  </a:lnTo>
                  <a:lnTo>
                    <a:pt x="257" y="327"/>
                  </a:lnTo>
                  <a:lnTo>
                    <a:pt x="241" y="335"/>
                  </a:lnTo>
                  <a:lnTo>
                    <a:pt x="226" y="340"/>
                  </a:lnTo>
                  <a:lnTo>
                    <a:pt x="209" y="345"/>
                  </a:lnTo>
                  <a:lnTo>
                    <a:pt x="192" y="347"/>
                  </a:lnTo>
                  <a:lnTo>
                    <a:pt x="174" y="348"/>
                  </a:lnTo>
                  <a:lnTo>
                    <a:pt x="156" y="347"/>
                  </a:lnTo>
                  <a:lnTo>
                    <a:pt x="139" y="345"/>
                  </a:lnTo>
                  <a:lnTo>
                    <a:pt x="122" y="340"/>
                  </a:lnTo>
                  <a:lnTo>
                    <a:pt x="107" y="335"/>
                  </a:lnTo>
                  <a:lnTo>
                    <a:pt x="91" y="327"/>
                  </a:lnTo>
                  <a:lnTo>
                    <a:pt x="77" y="318"/>
                  </a:lnTo>
                  <a:lnTo>
                    <a:pt x="63" y="309"/>
                  </a:lnTo>
                  <a:lnTo>
                    <a:pt x="51" y="297"/>
                  </a:lnTo>
                  <a:lnTo>
                    <a:pt x="39" y="285"/>
                  </a:lnTo>
                  <a:lnTo>
                    <a:pt x="30" y="271"/>
                  </a:lnTo>
                  <a:lnTo>
                    <a:pt x="21" y="257"/>
                  </a:lnTo>
                  <a:lnTo>
                    <a:pt x="13" y="241"/>
                  </a:lnTo>
                  <a:lnTo>
                    <a:pt x="8" y="226"/>
                  </a:lnTo>
                  <a:lnTo>
                    <a:pt x="3" y="209"/>
                  </a:lnTo>
                  <a:lnTo>
                    <a:pt x="1" y="191"/>
                  </a:lnTo>
                  <a:lnTo>
                    <a:pt x="0" y="174"/>
                  </a:lnTo>
                  <a:close/>
                </a:path>
              </a:pathLst>
            </a:custGeom>
            <a:solidFill>
              <a:schemeClr val="accent4">
                <a:lumMod val="90000"/>
              </a:schemeClr>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grpSp>
        <p:nvGrpSpPr>
          <p:cNvPr id="9" name="淘宝店chenying0907 1"/>
          <p:cNvGrpSpPr/>
          <p:nvPr/>
        </p:nvGrpSpPr>
        <p:grpSpPr>
          <a:xfrm>
            <a:off x="6807699" y="4318054"/>
            <a:ext cx="513182" cy="979810"/>
            <a:chOff x="4841172" y="3070870"/>
            <a:chExt cx="365125" cy="696913"/>
          </a:xfrm>
        </p:grpSpPr>
        <p:sp>
          <p:nvSpPr>
            <p:cNvPr id="11" name="淘宝店chenying0907 8"/>
            <p:cNvSpPr>
              <a:spLocks/>
            </p:cNvSpPr>
            <p:nvPr/>
          </p:nvSpPr>
          <p:spPr bwMode="auto">
            <a:xfrm>
              <a:off x="4841172" y="3070870"/>
              <a:ext cx="365125" cy="696913"/>
            </a:xfrm>
            <a:custGeom>
              <a:avLst/>
              <a:gdLst>
                <a:gd name="T0" fmla="*/ 1048 w 1836"/>
                <a:gd name="T1" fmla="*/ 2042 h 3513"/>
                <a:gd name="T2" fmla="*/ 1072 w 1836"/>
                <a:gd name="T3" fmla="*/ 1817 h 3513"/>
                <a:gd name="T4" fmla="*/ 1104 w 1836"/>
                <a:gd name="T5" fmla="*/ 1602 h 3513"/>
                <a:gd name="T6" fmla="*/ 1146 w 1836"/>
                <a:gd name="T7" fmla="*/ 1416 h 3513"/>
                <a:gd name="T8" fmla="*/ 1231 w 1836"/>
                <a:gd name="T9" fmla="*/ 1185 h 3513"/>
                <a:gd name="T10" fmla="*/ 1356 w 1836"/>
                <a:gd name="T11" fmla="*/ 935 h 3513"/>
                <a:gd name="T12" fmla="*/ 1529 w 1836"/>
                <a:gd name="T13" fmla="*/ 665 h 3513"/>
                <a:gd name="T14" fmla="*/ 1766 w 1836"/>
                <a:gd name="T15" fmla="*/ 352 h 3513"/>
                <a:gd name="T16" fmla="*/ 1758 w 1836"/>
                <a:gd name="T17" fmla="*/ 228 h 3513"/>
                <a:gd name="T18" fmla="*/ 1663 w 1836"/>
                <a:gd name="T19" fmla="*/ 170 h 3513"/>
                <a:gd name="T20" fmla="*/ 1576 w 1836"/>
                <a:gd name="T21" fmla="*/ 101 h 3513"/>
                <a:gd name="T22" fmla="*/ 1497 w 1836"/>
                <a:gd name="T23" fmla="*/ 21 h 3513"/>
                <a:gd name="T24" fmla="*/ 1287 w 1836"/>
                <a:gd name="T25" fmla="*/ 246 h 3513"/>
                <a:gd name="T26" fmla="*/ 1074 w 1836"/>
                <a:gd name="T27" fmla="*/ 550 h 3513"/>
                <a:gd name="T28" fmla="*/ 962 w 1836"/>
                <a:gd name="T29" fmla="*/ 734 h 3513"/>
                <a:gd name="T30" fmla="*/ 884 w 1836"/>
                <a:gd name="T31" fmla="*/ 883 h 3513"/>
                <a:gd name="T32" fmla="*/ 815 w 1836"/>
                <a:gd name="T33" fmla="*/ 1035 h 3513"/>
                <a:gd name="T34" fmla="*/ 753 w 1836"/>
                <a:gd name="T35" fmla="*/ 1193 h 3513"/>
                <a:gd name="T36" fmla="*/ 697 w 1836"/>
                <a:gd name="T37" fmla="*/ 1381 h 3513"/>
                <a:gd name="T38" fmla="*/ 655 w 1836"/>
                <a:gd name="T39" fmla="*/ 1602 h 3513"/>
                <a:gd name="T40" fmla="*/ 624 w 1836"/>
                <a:gd name="T41" fmla="*/ 1837 h 3513"/>
                <a:gd name="T42" fmla="*/ 601 w 1836"/>
                <a:gd name="T43" fmla="*/ 2071 h 3513"/>
                <a:gd name="T44" fmla="*/ 504 w 1836"/>
                <a:gd name="T45" fmla="*/ 2148 h 3513"/>
                <a:gd name="T46" fmla="*/ 388 w 1836"/>
                <a:gd name="T47" fmla="*/ 2192 h 3513"/>
                <a:gd name="T48" fmla="*/ 284 w 1836"/>
                <a:gd name="T49" fmla="*/ 2257 h 3513"/>
                <a:gd name="T50" fmla="*/ 193 w 1836"/>
                <a:gd name="T51" fmla="*/ 2336 h 3513"/>
                <a:gd name="T52" fmla="*/ 116 w 1836"/>
                <a:gd name="T53" fmla="*/ 2432 h 3513"/>
                <a:gd name="T54" fmla="*/ 58 w 1836"/>
                <a:gd name="T55" fmla="*/ 2540 h 3513"/>
                <a:gd name="T56" fmla="*/ 19 w 1836"/>
                <a:gd name="T57" fmla="*/ 2658 h 3513"/>
                <a:gd name="T58" fmla="*/ 1 w 1836"/>
                <a:gd name="T59" fmla="*/ 2783 h 3513"/>
                <a:gd name="T60" fmla="*/ 9 w 1836"/>
                <a:gd name="T61" fmla="*/ 2922 h 3513"/>
                <a:gd name="T62" fmla="*/ 43 w 1836"/>
                <a:gd name="T63" fmla="*/ 3056 h 3513"/>
                <a:gd name="T64" fmla="*/ 102 w 1836"/>
                <a:gd name="T65" fmla="*/ 3177 h 3513"/>
                <a:gd name="T66" fmla="*/ 182 w 1836"/>
                <a:gd name="T67" fmla="*/ 3285 h 3513"/>
                <a:gd name="T68" fmla="*/ 280 w 1836"/>
                <a:gd name="T69" fmla="*/ 3374 h 3513"/>
                <a:gd name="T70" fmla="*/ 395 w 1836"/>
                <a:gd name="T71" fmla="*/ 3445 h 3513"/>
                <a:gd name="T72" fmla="*/ 522 w 1836"/>
                <a:gd name="T73" fmla="*/ 3492 h 3513"/>
                <a:gd name="T74" fmla="*/ 661 w 1836"/>
                <a:gd name="T75" fmla="*/ 3512 h 3513"/>
                <a:gd name="T76" fmla="*/ 803 w 1836"/>
                <a:gd name="T77" fmla="*/ 3505 h 3513"/>
                <a:gd name="T78" fmla="*/ 936 w 1836"/>
                <a:gd name="T79" fmla="*/ 3471 h 3513"/>
                <a:gd name="T80" fmla="*/ 1058 w 1836"/>
                <a:gd name="T81" fmla="*/ 3413 h 3513"/>
                <a:gd name="T82" fmla="*/ 1165 w 1836"/>
                <a:gd name="T83" fmla="*/ 3332 h 3513"/>
                <a:gd name="T84" fmla="*/ 1255 w 1836"/>
                <a:gd name="T85" fmla="*/ 3233 h 3513"/>
                <a:gd name="T86" fmla="*/ 1324 w 1836"/>
                <a:gd name="T87" fmla="*/ 3118 h 3513"/>
                <a:gd name="T88" fmla="*/ 1371 w 1836"/>
                <a:gd name="T89" fmla="*/ 2991 h 3513"/>
                <a:gd name="T90" fmla="*/ 1392 w 1836"/>
                <a:gd name="T91" fmla="*/ 2853 h 3513"/>
                <a:gd name="T92" fmla="*/ 1390 w 1836"/>
                <a:gd name="T93" fmla="*/ 2744 h 3513"/>
                <a:gd name="T94" fmla="*/ 1373 w 1836"/>
                <a:gd name="T95" fmla="*/ 2650 h 3513"/>
                <a:gd name="T96" fmla="*/ 1345 w 1836"/>
                <a:gd name="T97" fmla="*/ 2560 h 3513"/>
                <a:gd name="T98" fmla="*/ 1305 w 1836"/>
                <a:gd name="T99" fmla="*/ 2477 h 3513"/>
                <a:gd name="T100" fmla="*/ 1255 w 1836"/>
                <a:gd name="T101" fmla="*/ 2401 h 3513"/>
                <a:gd name="T102" fmla="*/ 1196 w 1836"/>
                <a:gd name="T103" fmla="*/ 2331 h 3513"/>
                <a:gd name="T104" fmla="*/ 1128 w 1836"/>
                <a:gd name="T105" fmla="*/ 2270 h 3513"/>
                <a:gd name="T106" fmla="*/ 1053 w 1836"/>
                <a:gd name="T107" fmla="*/ 2218 h 3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36" h="3513">
                  <a:moveTo>
                    <a:pt x="1033" y="2207"/>
                  </a:moveTo>
                  <a:lnTo>
                    <a:pt x="1037" y="2153"/>
                  </a:lnTo>
                  <a:lnTo>
                    <a:pt x="1042" y="2098"/>
                  </a:lnTo>
                  <a:lnTo>
                    <a:pt x="1048" y="2042"/>
                  </a:lnTo>
                  <a:lnTo>
                    <a:pt x="1053" y="1986"/>
                  </a:lnTo>
                  <a:lnTo>
                    <a:pt x="1059" y="1929"/>
                  </a:lnTo>
                  <a:lnTo>
                    <a:pt x="1065" y="1873"/>
                  </a:lnTo>
                  <a:lnTo>
                    <a:pt x="1072" y="1817"/>
                  </a:lnTo>
                  <a:lnTo>
                    <a:pt x="1079" y="1761"/>
                  </a:lnTo>
                  <a:lnTo>
                    <a:pt x="1086" y="1707"/>
                  </a:lnTo>
                  <a:lnTo>
                    <a:pt x="1094" y="1654"/>
                  </a:lnTo>
                  <a:lnTo>
                    <a:pt x="1104" y="1602"/>
                  </a:lnTo>
                  <a:lnTo>
                    <a:pt x="1113" y="1551"/>
                  </a:lnTo>
                  <a:lnTo>
                    <a:pt x="1123" y="1504"/>
                  </a:lnTo>
                  <a:lnTo>
                    <a:pt x="1134" y="1458"/>
                  </a:lnTo>
                  <a:lnTo>
                    <a:pt x="1146" y="1416"/>
                  </a:lnTo>
                  <a:lnTo>
                    <a:pt x="1159" y="1375"/>
                  </a:lnTo>
                  <a:lnTo>
                    <a:pt x="1181" y="1311"/>
                  </a:lnTo>
                  <a:lnTo>
                    <a:pt x="1205" y="1248"/>
                  </a:lnTo>
                  <a:lnTo>
                    <a:pt x="1231" y="1185"/>
                  </a:lnTo>
                  <a:lnTo>
                    <a:pt x="1259" y="1123"/>
                  </a:lnTo>
                  <a:lnTo>
                    <a:pt x="1289" y="1061"/>
                  </a:lnTo>
                  <a:lnTo>
                    <a:pt x="1321" y="999"/>
                  </a:lnTo>
                  <a:lnTo>
                    <a:pt x="1356" y="935"/>
                  </a:lnTo>
                  <a:lnTo>
                    <a:pt x="1395" y="870"/>
                  </a:lnTo>
                  <a:lnTo>
                    <a:pt x="1436" y="804"/>
                  </a:lnTo>
                  <a:lnTo>
                    <a:pt x="1482" y="735"/>
                  </a:lnTo>
                  <a:lnTo>
                    <a:pt x="1529" y="665"/>
                  </a:lnTo>
                  <a:lnTo>
                    <a:pt x="1582" y="591"/>
                  </a:lnTo>
                  <a:lnTo>
                    <a:pt x="1639" y="515"/>
                  </a:lnTo>
                  <a:lnTo>
                    <a:pt x="1699" y="436"/>
                  </a:lnTo>
                  <a:lnTo>
                    <a:pt x="1766" y="352"/>
                  </a:lnTo>
                  <a:lnTo>
                    <a:pt x="1836" y="263"/>
                  </a:lnTo>
                  <a:lnTo>
                    <a:pt x="1809" y="253"/>
                  </a:lnTo>
                  <a:lnTo>
                    <a:pt x="1784" y="241"/>
                  </a:lnTo>
                  <a:lnTo>
                    <a:pt x="1758" y="228"/>
                  </a:lnTo>
                  <a:lnTo>
                    <a:pt x="1735" y="215"/>
                  </a:lnTo>
                  <a:lnTo>
                    <a:pt x="1710" y="200"/>
                  </a:lnTo>
                  <a:lnTo>
                    <a:pt x="1686" y="186"/>
                  </a:lnTo>
                  <a:lnTo>
                    <a:pt x="1663" y="170"/>
                  </a:lnTo>
                  <a:lnTo>
                    <a:pt x="1640" y="154"/>
                  </a:lnTo>
                  <a:lnTo>
                    <a:pt x="1619" y="137"/>
                  </a:lnTo>
                  <a:lnTo>
                    <a:pt x="1597" y="119"/>
                  </a:lnTo>
                  <a:lnTo>
                    <a:pt x="1576" y="101"/>
                  </a:lnTo>
                  <a:lnTo>
                    <a:pt x="1555" y="82"/>
                  </a:lnTo>
                  <a:lnTo>
                    <a:pt x="1536" y="62"/>
                  </a:lnTo>
                  <a:lnTo>
                    <a:pt x="1516" y="42"/>
                  </a:lnTo>
                  <a:lnTo>
                    <a:pt x="1497" y="21"/>
                  </a:lnTo>
                  <a:lnTo>
                    <a:pt x="1480" y="0"/>
                  </a:lnTo>
                  <a:lnTo>
                    <a:pt x="1412" y="84"/>
                  </a:lnTo>
                  <a:lnTo>
                    <a:pt x="1348" y="166"/>
                  </a:lnTo>
                  <a:lnTo>
                    <a:pt x="1287" y="246"/>
                  </a:lnTo>
                  <a:lnTo>
                    <a:pt x="1229" y="324"/>
                  </a:lnTo>
                  <a:lnTo>
                    <a:pt x="1174" y="400"/>
                  </a:lnTo>
                  <a:lnTo>
                    <a:pt x="1122" y="475"/>
                  </a:lnTo>
                  <a:lnTo>
                    <a:pt x="1074" y="550"/>
                  </a:lnTo>
                  <a:lnTo>
                    <a:pt x="1027" y="624"/>
                  </a:lnTo>
                  <a:lnTo>
                    <a:pt x="1004" y="661"/>
                  </a:lnTo>
                  <a:lnTo>
                    <a:pt x="982" y="698"/>
                  </a:lnTo>
                  <a:lnTo>
                    <a:pt x="962" y="734"/>
                  </a:lnTo>
                  <a:lnTo>
                    <a:pt x="941" y="772"/>
                  </a:lnTo>
                  <a:lnTo>
                    <a:pt x="921" y="809"/>
                  </a:lnTo>
                  <a:lnTo>
                    <a:pt x="903" y="845"/>
                  </a:lnTo>
                  <a:lnTo>
                    <a:pt x="884" y="883"/>
                  </a:lnTo>
                  <a:lnTo>
                    <a:pt x="865" y="921"/>
                  </a:lnTo>
                  <a:lnTo>
                    <a:pt x="848" y="958"/>
                  </a:lnTo>
                  <a:lnTo>
                    <a:pt x="831" y="997"/>
                  </a:lnTo>
                  <a:lnTo>
                    <a:pt x="815" y="1035"/>
                  </a:lnTo>
                  <a:lnTo>
                    <a:pt x="798" y="1073"/>
                  </a:lnTo>
                  <a:lnTo>
                    <a:pt x="783" y="1113"/>
                  </a:lnTo>
                  <a:lnTo>
                    <a:pt x="768" y="1152"/>
                  </a:lnTo>
                  <a:lnTo>
                    <a:pt x="753" y="1193"/>
                  </a:lnTo>
                  <a:lnTo>
                    <a:pt x="740" y="1233"/>
                  </a:lnTo>
                  <a:lnTo>
                    <a:pt x="724" y="1281"/>
                  </a:lnTo>
                  <a:lnTo>
                    <a:pt x="711" y="1329"/>
                  </a:lnTo>
                  <a:lnTo>
                    <a:pt x="697" y="1381"/>
                  </a:lnTo>
                  <a:lnTo>
                    <a:pt x="686" y="1434"/>
                  </a:lnTo>
                  <a:lnTo>
                    <a:pt x="675" y="1488"/>
                  </a:lnTo>
                  <a:lnTo>
                    <a:pt x="664" y="1544"/>
                  </a:lnTo>
                  <a:lnTo>
                    <a:pt x="655" y="1602"/>
                  </a:lnTo>
                  <a:lnTo>
                    <a:pt x="647" y="1659"/>
                  </a:lnTo>
                  <a:lnTo>
                    <a:pt x="638" y="1718"/>
                  </a:lnTo>
                  <a:lnTo>
                    <a:pt x="631" y="1777"/>
                  </a:lnTo>
                  <a:lnTo>
                    <a:pt x="624" y="1837"/>
                  </a:lnTo>
                  <a:lnTo>
                    <a:pt x="618" y="1896"/>
                  </a:lnTo>
                  <a:lnTo>
                    <a:pt x="611" y="1955"/>
                  </a:lnTo>
                  <a:lnTo>
                    <a:pt x="606" y="2013"/>
                  </a:lnTo>
                  <a:lnTo>
                    <a:pt x="601" y="2071"/>
                  </a:lnTo>
                  <a:lnTo>
                    <a:pt x="596" y="2128"/>
                  </a:lnTo>
                  <a:lnTo>
                    <a:pt x="565" y="2133"/>
                  </a:lnTo>
                  <a:lnTo>
                    <a:pt x="534" y="2139"/>
                  </a:lnTo>
                  <a:lnTo>
                    <a:pt x="504" y="2148"/>
                  </a:lnTo>
                  <a:lnTo>
                    <a:pt x="474" y="2157"/>
                  </a:lnTo>
                  <a:lnTo>
                    <a:pt x="445" y="2167"/>
                  </a:lnTo>
                  <a:lnTo>
                    <a:pt x="416" y="2180"/>
                  </a:lnTo>
                  <a:lnTo>
                    <a:pt x="388" y="2192"/>
                  </a:lnTo>
                  <a:lnTo>
                    <a:pt x="361" y="2207"/>
                  </a:lnTo>
                  <a:lnTo>
                    <a:pt x="335" y="2222"/>
                  </a:lnTo>
                  <a:lnTo>
                    <a:pt x="309" y="2239"/>
                  </a:lnTo>
                  <a:lnTo>
                    <a:pt x="284" y="2257"/>
                  </a:lnTo>
                  <a:lnTo>
                    <a:pt x="259" y="2275"/>
                  </a:lnTo>
                  <a:lnTo>
                    <a:pt x="236" y="2295"/>
                  </a:lnTo>
                  <a:lnTo>
                    <a:pt x="214" y="2315"/>
                  </a:lnTo>
                  <a:lnTo>
                    <a:pt x="193" y="2336"/>
                  </a:lnTo>
                  <a:lnTo>
                    <a:pt x="172" y="2359"/>
                  </a:lnTo>
                  <a:lnTo>
                    <a:pt x="153" y="2382"/>
                  </a:lnTo>
                  <a:lnTo>
                    <a:pt x="134" y="2407"/>
                  </a:lnTo>
                  <a:lnTo>
                    <a:pt x="116" y="2432"/>
                  </a:lnTo>
                  <a:lnTo>
                    <a:pt x="101" y="2458"/>
                  </a:lnTo>
                  <a:lnTo>
                    <a:pt x="85" y="2484"/>
                  </a:lnTo>
                  <a:lnTo>
                    <a:pt x="71" y="2512"/>
                  </a:lnTo>
                  <a:lnTo>
                    <a:pt x="58" y="2540"/>
                  </a:lnTo>
                  <a:lnTo>
                    <a:pt x="46" y="2568"/>
                  </a:lnTo>
                  <a:lnTo>
                    <a:pt x="35" y="2597"/>
                  </a:lnTo>
                  <a:lnTo>
                    <a:pt x="27" y="2627"/>
                  </a:lnTo>
                  <a:lnTo>
                    <a:pt x="19" y="2658"/>
                  </a:lnTo>
                  <a:lnTo>
                    <a:pt x="13" y="2688"/>
                  </a:lnTo>
                  <a:lnTo>
                    <a:pt x="7" y="2720"/>
                  </a:lnTo>
                  <a:lnTo>
                    <a:pt x="3" y="2751"/>
                  </a:lnTo>
                  <a:lnTo>
                    <a:pt x="1" y="2783"/>
                  </a:lnTo>
                  <a:lnTo>
                    <a:pt x="0" y="2817"/>
                  </a:lnTo>
                  <a:lnTo>
                    <a:pt x="1" y="2853"/>
                  </a:lnTo>
                  <a:lnTo>
                    <a:pt x="4" y="2888"/>
                  </a:lnTo>
                  <a:lnTo>
                    <a:pt x="9" y="2922"/>
                  </a:lnTo>
                  <a:lnTo>
                    <a:pt x="15" y="2957"/>
                  </a:lnTo>
                  <a:lnTo>
                    <a:pt x="23" y="2991"/>
                  </a:lnTo>
                  <a:lnTo>
                    <a:pt x="32" y="3024"/>
                  </a:lnTo>
                  <a:lnTo>
                    <a:pt x="43" y="3056"/>
                  </a:lnTo>
                  <a:lnTo>
                    <a:pt x="55" y="3088"/>
                  </a:lnTo>
                  <a:lnTo>
                    <a:pt x="70" y="3118"/>
                  </a:lnTo>
                  <a:lnTo>
                    <a:pt x="84" y="3148"/>
                  </a:lnTo>
                  <a:lnTo>
                    <a:pt x="102" y="3177"/>
                  </a:lnTo>
                  <a:lnTo>
                    <a:pt x="119" y="3206"/>
                  </a:lnTo>
                  <a:lnTo>
                    <a:pt x="139" y="3233"/>
                  </a:lnTo>
                  <a:lnTo>
                    <a:pt x="160" y="3259"/>
                  </a:lnTo>
                  <a:lnTo>
                    <a:pt x="182" y="3285"/>
                  </a:lnTo>
                  <a:lnTo>
                    <a:pt x="204" y="3309"/>
                  </a:lnTo>
                  <a:lnTo>
                    <a:pt x="229" y="3332"/>
                  </a:lnTo>
                  <a:lnTo>
                    <a:pt x="254" y="3354"/>
                  </a:lnTo>
                  <a:lnTo>
                    <a:pt x="280" y="3374"/>
                  </a:lnTo>
                  <a:lnTo>
                    <a:pt x="308" y="3394"/>
                  </a:lnTo>
                  <a:lnTo>
                    <a:pt x="336" y="3413"/>
                  </a:lnTo>
                  <a:lnTo>
                    <a:pt x="365" y="3429"/>
                  </a:lnTo>
                  <a:lnTo>
                    <a:pt x="395" y="3445"/>
                  </a:lnTo>
                  <a:lnTo>
                    <a:pt x="426" y="3458"/>
                  </a:lnTo>
                  <a:lnTo>
                    <a:pt x="457" y="3471"/>
                  </a:lnTo>
                  <a:lnTo>
                    <a:pt x="489" y="3482"/>
                  </a:lnTo>
                  <a:lnTo>
                    <a:pt x="522" y="3492"/>
                  </a:lnTo>
                  <a:lnTo>
                    <a:pt x="557" y="3499"/>
                  </a:lnTo>
                  <a:lnTo>
                    <a:pt x="591" y="3505"/>
                  </a:lnTo>
                  <a:lnTo>
                    <a:pt x="626" y="3509"/>
                  </a:lnTo>
                  <a:lnTo>
                    <a:pt x="661" y="3512"/>
                  </a:lnTo>
                  <a:lnTo>
                    <a:pt x="696" y="3513"/>
                  </a:lnTo>
                  <a:lnTo>
                    <a:pt x="733" y="3512"/>
                  </a:lnTo>
                  <a:lnTo>
                    <a:pt x="768" y="3509"/>
                  </a:lnTo>
                  <a:lnTo>
                    <a:pt x="803" y="3505"/>
                  </a:lnTo>
                  <a:lnTo>
                    <a:pt x="837" y="3499"/>
                  </a:lnTo>
                  <a:lnTo>
                    <a:pt x="871" y="3492"/>
                  </a:lnTo>
                  <a:lnTo>
                    <a:pt x="904" y="3482"/>
                  </a:lnTo>
                  <a:lnTo>
                    <a:pt x="936" y="3471"/>
                  </a:lnTo>
                  <a:lnTo>
                    <a:pt x="968" y="3458"/>
                  </a:lnTo>
                  <a:lnTo>
                    <a:pt x="999" y="3445"/>
                  </a:lnTo>
                  <a:lnTo>
                    <a:pt x="1029" y="3429"/>
                  </a:lnTo>
                  <a:lnTo>
                    <a:pt x="1058" y="3413"/>
                  </a:lnTo>
                  <a:lnTo>
                    <a:pt x="1086" y="3394"/>
                  </a:lnTo>
                  <a:lnTo>
                    <a:pt x="1113" y="3374"/>
                  </a:lnTo>
                  <a:lnTo>
                    <a:pt x="1140" y="3354"/>
                  </a:lnTo>
                  <a:lnTo>
                    <a:pt x="1165" y="3332"/>
                  </a:lnTo>
                  <a:lnTo>
                    <a:pt x="1189" y="3309"/>
                  </a:lnTo>
                  <a:lnTo>
                    <a:pt x="1212" y="3285"/>
                  </a:lnTo>
                  <a:lnTo>
                    <a:pt x="1234" y="3259"/>
                  </a:lnTo>
                  <a:lnTo>
                    <a:pt x="1255" y="3233"/>
                  </a:lnTo>
                  <a:lnTo>
                    <a:pt x="1275" y="3206"/>
                  </a:lnTo>
                  <a:lnTo>
                    <a:pt x="1292" y="3177"/>
                  </a:lnTo>
                  <a:lnTo>
                    <a:pt x="1309" y="3148"/>
                  </a:lnTo>
                  <a:lnTo>
                    <a:pt x="1324" y="3118"/>
                  </a:lnTo>
                  <a:lnTo>
                    <a:pt x="1338" y="3088"/>
                  </a:lnTo>
                  <a:lnTo>
                    <a:pt x="1350" y="3056"/>
                  </a:lnTo>
                  <a:lnTo>
                    <a:pt x="1362" y="3024"/>
                  </a:lnTo>
                  <a:lnTo>
                    <a:pt x="1371" y="2991"/>
                  </a:lnTo>
                  <a:lnTo>
                    <a:pt x="1379" y="2957"/>
                  </a:lnTo>
                  <a:lnTo>
                    <a:pt x="1385" y="2922"/>
                  </a:lnTo>
                  <a:lnTo>
                    <a:pt x="1390" y="2888"/>
                  </a:lnTo>
                  <a:lnTo>
                    <a:pt x="1392" y="2853"/>
                  </a:lnTo>
                  <a:lnTo>
                    <a:pt x="1393" y="2817"/>
                  </a:lnTo>
                  <a:lnTo>
                    <a:pt x="1393" y="2792"/>
                  </a:lnTo>
                  <a:lnTo>
                    <a:pt x="1392" y="2768"/>
                  </a:lnTo>
                  <a:lnTo>
                    <a:pt x="1390" y="2744"/>
                  </a:lnTo>
                  <a:lnTo>
                    <a:pt x="1386" y="2720"/>
                  </a:lnTo>
                  <a:lnTo>
                    <a:pt x="1382" y="2696"/>
                  </a:lnTo>
                  <a:lnTo>
                    <a:pt x="1378" y="2672"/>
                  </a:lnTo>
                  <a:lnTo>
                    <a:pt x="1373" y="2650"/>
                  </a:lnTo>
                  <a:lnTo>
                    <a:pt x="1367" y="2627"/>
                  </a:lnTo>
                  <a:lnTo>
                    <a:pt x="1361" y="2605"/>
                  </a:lnTo>
                  <a:lnTo>
                    <a:pt x="1352" y="2582"/>
                  </a:lnTo>
                  <a:lnTo>
                    <a:pt x="1345" y="2560"/>
                  </a:lnTo>
                  <a:lnTo>
                    <a:pt x="1336" y="2540"/>
                  </a:lnTo>
                  <a:lnTo>
                    <a:pt x="1326" y="2518"/>
                  </a:lnTo>
                  <a:lnTo>
                    <a:pt x="1316" y="2497"/>
                  </a:lnTo>
                  <a:lnTo>
                    <a:pt x="1305" y="2477"/>
                  </a:lnTo>
                  <a:lnTo>
                    <a:pt x="1293" y="2458"/>
                  </a:lnTo>
                  <a:lnTo>
                    <a:pt x="1281" y="2438"/>
                  </a:lnTo>
                  <a:lnTo>
                    <a:pt x="1268" y="2419"/>
                  </a:lnTo>
                  <a:lnTo>
                    <a:pt x="1255" y="2401"/>
                  </a:lnTo>
                  <a:lnTo>
                    <a:pt x="1241" y="2382"/>
                  </a:lnTo>
                  <a:lnTo>
                    <a:pt x="1227" y="2364"/>
                  </a:lnTo>
                  <a:lnTo>
                    <a:pt x="1211" y="2348"/>
                  </a:lnTo>
                  <a:lnTo>
                    <a:pt x="1196" y="2331"/>
                  </a:lnTo>
                  <a:lnTo>
                    <a:pt x="1180" y="2315"/>
                  </a:lnTo>
                  <a:lnTo>
                    <a:pt x="1163" y="2299"/>
                  </a:lnTo>
                  <a:lnTo>
                    <a:pt x="1146" y="2285"/>
                  </a:lnTo>
                  <a:lnTo>
                    <a:pt x="1128" y="2270"/>
                  </a:lnTo>
                  <a:lnTo>
                    <a:pt x="1110" y="2256"/>
                  </a:lnTo>
                  <a:lnTo>
                    <a:pt x="1091" y="2243"/>
                  </a:lnTo>
                  <a:lnTo>
                    <a:pt x="1073" y="2230"/>
                  </a:lnTo>
                  <a:lnTo>
                    <a:pt x="1053" y="2218"/>
                  </a:lnTo>
                  <a:lnTo>
                    <a:pt x="1033" y="2207"/>
                  </a:lnTo>
                  <a:close/>
                </a:path>
              </a:pathLst>
            </a:custGeom>
            <a:solidFill>
              <a:schemeClr val="accent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17" name="淘宝店chenying0907 14"/>
            <p:cNvSpPr>
              <a:spLocks/>
            </p:cNvSpPr>
            <p:nvPr/>
          </p:nvSpPr>
          <p:spPr bwMode="auto">
            <a:xfrm>
              <a:off x="4911022" y="3559820"/>
              <a:ext cx="138113" cy="138113"/>
            </a:xfrm>
            <a:custGeom>
              <a:avLst/>
              <a:gdLst>
                <a:gd name="T0" fmla="*/ 2 w 697"/>
                <a:gd name="T1" fmla="*/ 313 h 697"/>
                <a:gd name="T2" fmla="*/ 12 w 697"/>
                <a:gd name="T3" fmla="*/ 261 h 697"/>
                <a:gd name="T4" fmla="*/ 28 w 697"/>
                <a:gd name="T5" fmla="*/ 213 h 697"/>
                <a:gd name="T6" fmla="*/ 51 w 697"/>
                <a:gd name="T7" fmla="*/ 168 h 697"/>
                <a:gd name="T8" fmla="*/ 80 w 697"/>
                <a:gd name="T9" fmla="*/ 127 h 697"/>
                <a:gd name="T10" fmla="*/ 114 w 697"/>
                <a:gd name="T11" fmla="*/ 90 h 697"/>
                <a:gd name="T12" fmla="*/ 154 w 697"/>
                <a:gd name="T13" fmla="*/ 59 h 697"/>
                <a:gd name="T14" fmla="*/ 198 w 697"/>
                <a:gd name="T15" fmla="*/ 34 h 697"/>
                <a:gd name="T16" fmla="*/ 245 w 697"/>
                <a:gd name="T17" fmla="*/ 16 h 697"/>
                <a:gd name="T18" fmla="*/ 296 w 697"/>
                <a:gd name="T19" fmla="*/ 4 h 697"/>
                <a:gd name="T20" fmla="*/ 348 w 697"/>
                <a:gd name="T21" fmla="*/ 0 h 697"/>
                <a:gd name="T22" fmla="*/ 401 w 697"/>
                <a:gd name="T23" fmla="*/ 4 h 697"/>
                <a:gd name="T24" fmla="*/ 452 w 697"/>
                <a:gd name="T25" fmla="*/ 16 h 697"/>
                <a:gd name="T26" fmla="*/ 500 w 697"/>
                <a:gd name="T27" fmla="*/ 34 h 697"/>
                <a:gd name="T28" fmla="*/ 543 w 697"/>
                <a:gd name="T29" fmla="*/ 59 h 697"/>
                <a:gd name="T30" fmla="*/ 583 w 697"/>
                <a:gd name="T31" fmla="*/ 90 h 697"/>
                <a:gd name="T32" fmla="*/ 618 w 697"/>
                <a:gd name="T33" fmla="*/ 127 h 697"/>
                <a:gd name="T34" fmla="*/ 647 w 697"/>
                <a:gd name="T35" fmla="*/ 168 h 697"/>
                <a:gd name="T36" fmla="*/ 670 w 697"/>
                <a:gd name="T37" fmla="*/ 213 h 697"/>
                <a:gd name="T38" fmla="*/ 686 w 697"/>
                <a:gd name="T39" fmla="*/ 261 h 697"/>
                <a:gd name="T40" fmla="*/ 696 w 697"/>
                <a:gd name="T41" fmla="*/ 313 h 697"/>
                <a:gd name="T42" fmla="*/ 697 w 697"/>
                <a:gd name="T43" fmla="*/ 366 h 697"/>
                <a:gd name="T44" fmla="*/ 689 w 697"/>
                <a:gd name="T45" fmla="*/ 419 h 697"/>
                <a:gd name="T46" fmla="*/ 676 w 697"/>
                <a:gd name="T47" fmla="*/ 468 h 697"/>
                <a:gd name="T48" fmla="*/ 655 w 697"/>
                <a:gd name="T49" fmla="*/ 514 h 697"/>
                <a:gd name="T50" fmla="*/ 628 w 697"/>
                <a:gd name="T51" fmla="*/ 557 h 697"/>
                <a:gd name="T52" fmla="*/ 595 w 697"/>
                <a:gd name="T53" fmla="*/ 594 h 697"/>
                <a:gd name="T54" fmla="*/ 557 w 697"/>
                <a:gd name="T55" fmla="*/ 627 h 697"/>
                <a:gd name="T56" fmla="*/ 514 w 697"/>
                <a:gd name="T57" fmla="*/ 654 h 697"/>
                <a:gd name="T58" fmla="*/ 469 w 697"/>
                <a:gd name="T59" fmla="*/ 676 h 697"/>
                <a:gd name="T60" fmla="*/ 419 w 697"/>
                <a:gd name="T61" fmla="*/ 690 h 697"/>
                <a:gd name="T62" fmla="*/ 367 w 697"/>
                <a:gd name="T63" fmla="*/ 696 h 697"/>
                <a:gd name="T64" fmla="*/ 313 w 697"/>
                <a:gd name="T65" fmla="*/ 695 h 697"/>
                <a:gd name="T66" fmla="*/ 261 w 697"/>
                <a:gd name="T67" fmla="*/ 686 h 697"/>
                <a:gd name="T68" fmla="*/ 214 w 697"/>
                <a:gd name="T69" fmla="*/ 670 h 697"/>
                <a:gd name="T70" fmla="*/ 168 w 697"/>
                <a:gd name="T71" fmla="*/ 646 h 697"/>
                <a:gd name="T72" fmla="*/ 128 w 697"/>
                <a:gd name="T73" fmla="*/ 617 h 697"/>
                <a:gd name="T74" fmla="*/ 92 w 697"/>
                <a:gd name="T75" fmla="*/ 583 h 697"/>
                <a:gd name="T76" fmla="*/ 60 w 697"/>
                <a:gd name="T77" fmla="*/ 543 h 697"/>
                <a:gd name="T78" fmla="*/ 35 w 697"/>
                <a:gd name="T79" fmla="*/ 500 h 697"/>
                <a:gd name="T80" fmla="*/ 16 w 697"/>
                <a:gd name="T81" fmla="*/ 452 h 697"/>
                <a:gd name="T82" fmla="*/ 4 w 697"/>
                <a:gd name="T83" fmla="*/ 401 h 697"/>
                <a:gd name="T84" fmla="*/ 0 w 697"/>
                <a:gd name="T85" fmla="*/ 349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7" h="697">
                  <a:moveTo>
                    <a:pt x="0" y="349"/>
                  </a:moveTo>
                  <a:lnTo>
                    <a:pt x="1" y="331"/>
                  </a:lnTo>
                  <a:lnTo>
                    <a:pt x="2" y="313"/>
                  </a:lnTo>
                  <a:lnTo>
                    <a:pt x="4" y="296"/>
                  </a:lnTo>
                  <a:lnTo>
                    <a:pt x="8" y="278"/>
                  </a:lnTo>
                  <a:lnTo>
                    <a:pt x="12" y="261"/>
                  </a:lnTo>
                  <a:lnTo>
                    <a:pt x="16" y="245"/>
                  </a:lnTo>
                  <a:lnTo>
                    <a:pt x="22" y="228"/>
                  </a:lnTo>
                  <a:lnTo>
                    <a:pt x="28" y="213"/>
                  </a:lnTo>
                  <a:lnTo>
                    <a:pt x="35" y="197"/>
                  </a:lnTo>
                  <a:lnTo>
                    <a:pt x="43" y="183"/>
                  </a:lnTo>
                  <a:lnTo>
                    <a:pt x="51" y="168"/>
                  </a:lnTo>
                  <a:lnTo>
                    <a:pt x="60" y="154"/>
                  </a:lnTo>
                  <a:lnTo>
                    <a:pt x="70" y="140"/>
                  </a:lnTo>
                  <a:lnTo>
                    <a:pt x="80" y="127"/>
                  </a:lnTo>
                  <a:lnTo>
                    <a:pt x="92" y="114"/>
                  </a:lnTo>
                  <a:lnTo>
                    <a:pt x="103" y="102"/>
                  </a:lnTo>
                  <a:lnTo>
                    <a:pt x="114" y="90"/>
                  </a:lnTo>
                  <a:lnTo>
                    <a:pt x="128" y="80"/>
                  </a:lnTo>
                  <a:lnTo>
                    <a:pt x="140" y="70"/>
                  </a:lnTo>
                  <a:lnTo>
                    <a:pt x="154" y="59"/>
                  </a:lnTo>
                  <a:lnTo>
                    <a:pt x="168" y="51"/>
                  </a:lnTo>
                  <a:lnTo>
                    <a:pt x="183" y="43"/>
                  </a:lnTo>
                  <a:lnTo>
                    <a:pt x="198" y="34"/>
                  </a:lnTo>
                  <a:lnTo>
                    <a:pt x="214" y="27"/>
                  </a:lnTo>
                  <a:lnTo>
                    <a:pt x="229" y="21"/>
                  </a:lnTo>
                  <a:lnTo>
                    <a:pt x="245" y="16"/>
                  </a:lnTo>
                  <a:lnTo>
                    <a:pt x="261" y="11"/>
                  </a:lnTo>
                  <a:lnTo>
                    <a:pt x="279" y="7"/>
                  </a:lnTo>
                  <a:lnTo>
                    <a:pt x="296" y="4"/>
                  </a:lnTo>
                  <a:lnTo>
                    <a:pt x="313" y="2"/>
                  </a:lnTo>
                  <a:lnTo>
                    <a:pt x="331" y="0"/>
                  </a:lnTo>
                  <a:lnTo>
                    <a:pt x="348" y="0"/>
                  </a:lnTo>
                  <a:lnTo>
                    <a:pt x="367" y="0"/>
                  </a:lnTo>
                  <a:lnTo>
                    <a:pt x="385" y="2"/>
                  </a:lnTo>
                  <a:lnTo>
                    <a:pt x="401" y="4"/>
                  </a:lnTo>
                  <a:lnTo>
                    <a:pt x="419" y="7"/>
                  </a:lnTo>
                  <a:lnTo>
                    <a:pt x="435" y="11"/>
                  </a:lnTo>
                  <a:lnTo>
                    <a:pt x="452" y="16"/>
                  </a:lnTo>
                  <a:lnTo>
                    <a:pt x="469" y="21"/>
                  </a:lnTo>
                  <a:lnTo>
                    <a:pt x="484" y="27"/>
                  </a:lnTo>
                  <a:lnTo>
                    <a:pt x="500" y="34"/>
                  </a:lnTo>
                  <a:lnTo>
                    <a:pt x="514" y="43"/>
                  </a:lnTo>
                  <a:lnTo>
                    <a:pt x="530" y="51"/>
                  </a:lnTo>
                  <a:lnTo>
                    <a:pt x="543" y="59"/>
                  </a:lnTo>
                  <a:lnTo>
                    <a:pt x="557" y="70"/>
                  </a:lnTo>
                  <a:lnTo>
                    <a:pt x="570" y="80"/>
                  </a:lnTo>
                  <a:lnTo>
                    <a:pt x="583" y="90"/>
                  </a:lnTo>
                  <a:lnTo>
                    <a:pt x="595" y="102"/>
                  </a:lnTo>
                  <a:lnTo>
                    <a:pt x="606" y="114"/>
                  </a:lnTo>
                  <a:lnTo>
                    <a:pt x="618" y="127"/>
                  </a:lnTo>
                  <a:lnTo>
                    <a:pt x="628" y="140"/>
                  </a:lnTo>
                  <a:lnTo>
                    <a:pt x="638" y="154"/>
                  </a:lnTo>
                  <a:lnTo>
                    <a:pt x="647" y="168"/>
                  </a:lnTo>
                  <a:lnTo>
                    <a:pt x="655" y="183"/>
                  </a:lnTo>
                  <a:lnTo>
                    <a:pt x="662" y="197"/>
                  </a:lnTo>
                  <a:lnTo>
                    <a:pt x="670" y="213"/>
                  </a:lnTo>
                  <a:lnTo>
                    <a:pt x="676" y="228"/>
                  </a:lnTo>
                  <a:lnTo>
                    <a:pt x="681" y="245"/>
                  </a:lnTo>
                  <a:lnTo>
                    <a:pt x="686" y="261"/>
                  </a:lnTo>
                  <a:lnTo>
                    <a:pt x="689" y="278"/>
                  </a:lnTo>
                  <a:lnTo>
                    <a:pt x="692" y="296"/>
                  </a:lnTo>
                  <a:lnTo>
                    <a:pt x="696" y="313"/>
                  </a:lnTo>
                  <a:lnTo>
                    <a:pt x="697" y="331"/>
                  </a:lnTo>
                  <a:lnTo>
                    <a:pt x="697" y="349"/>
                  </a:lnTo>
                  <a:lnTo>
                    <a:pt x="697" y="366"/>
                  </a:lnTo>
                  <a:lnTo>
                    <a:pt x="696" y="384"/>
                  </a:lnTo>
                  <a:lnTo>
                    <a:pt x="692" y="401"/>
                  </a:lnTo>
                  <a:lnTo>
                    <a:pt x="689" y="419"/>
                  </a:lnTo>
                  <a:lnTo>
                    <a:pt x="686" y="436"/>
                  </a:lnTo>
                  <a:lnTo>
                    <a:pt x="681" y="452"/>
                  </a:lnTo>
                  <a:lnTo>
                    <a:pt x="676" y="468"/>
                  </a:lnTo>
                  <a:lnTo>
                    <a:pt x="670" y="484"/>
                  </a:lnTo>
                  <a:lnTo>
                    <a:pt x="662" y="500"/>
                  </a:lnTo>
                  <a:lnTo>
                    <a:pt x="655" y="514"/>
                  </a:lnTo>
                  <a:lnTo>
                    <a:pt x="647" y="529"/>
                  </a:lnTo>
                  <a:lnTo>
                    <a:pt x="638" y="543"/>
                  </a:lnTo>
                  <a:lnTo>
                    <a:pt x="628" y="557"/>
                  </a:lnTo>
                  <a:lnTo>
                    <a:pt x="618" y="570"/>
                  </a:lnTo>
                  <a:lnTo>
                    <a:pt x="606" y="583"/>
                  </a:lnTo>
                  <a:lnTo>
                    <a:pt x="595" y="594"/>
                  </a:lnTo>
                  <a:lnTo>
                    <a:pt x="583" y="607"/>
                  </a:lnTo>
                  <a:lnTo>
                    <a:pt x="570" y="617"/>
                  </a:lnTo>
                  <a:lnTo>
                    <a:pt x="557" y="627"/>
                  </a:lnTo>
                  <a:lnTo>
                    <a:pt x="543" y="638"/>
                  </a:lnTo>
                  <a:lnTo>
                    <a:pt x="530" y="646"/>
                  </a:lnTo>
                  <a:lnTo>
                    <a:pt x="514" y="654"/>
                  </a:lnTo>
                  <a:lnTo>
                    <a:pt x="500" y="663"/>
                  </a:lnTo>
                  <a:lnTo>
                    <a:pt x="484" y="670"/>
                  </a:lnTo>
                  <a:lnTo>
                    <a:pt x="469" y="676"/>
                  </a:lnTo>
                  <a:lnTo>
                    <a:pt x="452" y="681"/>
                  </a:lnTo>
                  <a:lnTo>
                    <a:pt x="435" y="686"/>
                  </a:lnTo>
                  <a:lnTo>
                    <a:pt x="419" y="690"/>
                  </a:lnTo>
                  <a:lnTo>
                    <a:pt x="401" y="693"/>
                  </a:lnTo>
                  <a:lnTo>
                    <a:pt x="385" y="695"/>
                  </a:lnTo>
                  <a:lnTo>
                    <a:pt x="367" y="696"/>
                  </a:lnTo>
                  <a:lnTo>
                    <a:pt x="348" y="697"/>
                  </a:lnTo>
                  <a:lnTo>
                    <a:pt x="331" y="696"/>
                  </a:lnTo>
                  <a:lnTo>
                    <a:pt x="313" y="695"/>
                  </a:lnTo>
                  <a:lnTo>
                    <a:pt x="296" y="693"/>
                  </a:lnTo>
                  <a:lnTo>
                    <a:pt x="279" y="690"/>
                  </a:lnTo>
                  <a:lnTo>
                    <a:pt x="261" y="686"/>
                  </a:lnTo>
                  <a:lnTo>
                    <a:pt x="245" y="681"/>
                  </a:lnTo>
                  <a:lnTo>
                    <a:pt x="229" y="676"/>
                  </a:lnTo>
                  <a:lnTo>
                    <a:pt x="214" y="670"/>
                  </a:lnTo>
                  <a:lnTo>
                    <a:pt x="198" y="663"/>
                  </a:lnTo>
                  <a:lnTo>
                    <a:pt x="183" y="654"/>
                  </a:lnTo>
                  <a:lnTo>
                    <a:pt x="168" y="646"/>
                  </a:lnTo>
                  <a:lnTo>
                    <a:pt x="154" y="638"/>
                  </a:lnTo>
                  <a:lnTo>
                    <a:pt x="140" y="627"/>
                  </a:lnTo>
                  <a:lnTo>
                    <a:pt x="128" y="617"/>
                  </a:lnTo>
                  <a:lnTo>
                    <a:pt x="114" y="607"/>
                  </a:lnTo>
                  <a:lnTo>
                    <a:pt x="103" y="594"/>
                  </a:lnTo>
                  <a:lnTo>
                    <a:pt x="92" y="583"/>
                  </a:lnTo>
                  <a:lnTo>
                    <a:pt x="80" y="570"/>
                  </a:lnTo>
                  <a:lnTo>
                    <a:pt x="70" y="557"/>
                  </a:lnTo>
                  <a:lnTo>
                    <a:pt x="60" y="543"/>
                  </a:lnTo>
                  <a:lnTo>
                    <a:pt x="51" y="529"/>
                  </a:lnTo>
                  <a:lnTo>
                    <a:pt x="43" y="514"/>
                  </a:lnTo>
                  <a:lnTo>
                    <a:pt x="35" y="500"/>
                  </a:lnTo>
                  <a:lnTo>
                    <a:pt x="28" y="484"/>
                  </a:lnTo>
                  <a:lnTo>
                    <a:pt x="22" y="468"/>
                  </a:lnTo>
                  <a:lnTo>
                    <a:pt x="16" y="452"/>
                  </a:lnTo>
                  <a:lnTo>
                    <a:pt x="12" y="436"/>
                  </a:lnTo>
                  <a:lnTo>
                    <a:pt x="8" y="419"/>
                  </a:lnTo>
                  <a:lnTo>
                    <a:pt x="4" y="401"/>
                  </a:lnTo>
                  <a:lnTo>
                    <a:pt x="2" y="384"/>
                  </a:lnTo>
                  <a:lnTo>
                    <a:pt x="1" y="366"/>
                  </a:lnTo>
                  <a:lnTo>
                    <a:pt x="0" y="3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50" name="淘宝店chenying0907 20"/>
            <p:cNvSpPr>
              <a:spLocks/>
            </p:cNvSpPr>
            <p:nvPr/>
          </p:nvSpPr>
          <p:spPr bwMode="auto">
            <a:xfrm>
              <a:off x="4944359" y="3594745"/>
              <a:ext cx="69850" cy="68263"/>
            </a:xfrm>
            <a:custGeom>
              <a:avLst/>
              <a:gdLst>
                <a:gd name="T0" fmla="*/ 1 w 349"/>
                <a:gd name="T1" fmla="*/ 157 h 349"/>
                <a:gd name="T2" fmla="*/ 9 w 349"/>
                <a:gd name="T3" fmla="*/ 123 h 349"/>
                <a:gd name="T4" fmla="*/ 22 w 349"/>
                <a:gd name="T5" fmla="*/ 92 h 349"/>
                <a:gd name="T6" fmla="*/ 41 w 349"/>
                <a:gd name="T7" fmla="*/ 64 h 349"/>
                <a:gd name="T8" fmla="*/ 64 w 349"/>
                <a:gd name="T9" fmla="*/ 40 h 349"/>
                <a:gd name="T10" fmla="*/ 92 w 349"/>
                <a:gd name="T11" fmla="*/ 21 h 349"/>
                <a:gd name="T12" fmla="*/ 123 w 349"/>
                <a:gd name="T13" fmla="*/ 8 h 349"/>
                <a:gd name="T14" fmla="*/ 157 w 349"/>
                <a:gd name="T15" fmla="*/ 1 h 349"/>
                <a:gd name="T16" fmla="*/ 192 w 349"/>
                <a:gd name="T17" fmla="*/ 1 h 349"/>
                <a:gd name="T18" fmla="*/ 226 w 349"/>
                <a:gd name="T19" fmla="*/ 8 h 349"/>
                <a:gd name="T20" fmla="*/ 257 w 349"/>
                <a:gd name="T21" fmla="*/ 21 h 349"/>
                <a:gd name="T22" fmla="*/ 285 w 349"/>
                <a:gd name="T23" fmla="*/ 40 h 349"/>
                <a:gd name="T24" fmla="*/ 309 w 349"/>
                <a:gd name="T25" fmla="*/ 64 h 349"/>
                <a:gd name="T26" fmla="*/ 328 w 349"/>
                <a:gd name="T27" fmla="*/ 92 h 349"/>
                <a:gd name="T28" fmla="*/ 341 w 349"/>
                <a:gd name="T29" fmla="*/ 123 h 349"/>
                <a:gd name="T30" fmla="*/ 347 w 349"/>
                <a:gd name="T31" fmla="*/ 157 h 349"/>
                <a:gd name="T32" fmla="*/ 347 w 349"/>
                <a:gd name="T33" fmla="*/ 192 h 349"/>
                <a:gd name="T34" fmla="*/ 341 w 349"/>
                <a:gd name="T35" fmla="*/ 226 h 349"/>
                <a:gd name="T36" fmla="*/ 328 w 349"/>
                <a:gd name="T37" fmla="*/ 257 h 349"/>
                <a:gd name="T38" fmla="*/ 309 w 349"/>
                <a:gd name="T39" fmla="*/ 285 h 349"/>
                <a:gd name="T40" fmla="*/ 285 w 349"/>
                <a:gd name="T41" fmla="*/ 309 h 349"/>
                <a:gd name="T42" fmla="*/ 257 w 349"/>
                <a:gd name="T43" fmla="*/ 328 h 349"/>
                <a:gd name="T44" fmla="*/ 226 w 349"/>
                <a:gd name="T45" fmla="*/ 340 h 349"/>
                <a:gd name="T46" fmla="*/ 192 w 349"/>
                <a:gd name="T47" fmla="*/ 348 h 349"/>
                <a:gd name="T48" fmla="*/ 157 w 349"/>
                <a:gd name="T49" fmla="*/ 348 h 349"/>
                <a:gd name="T50" fmla="*/ 123 w 349"/>
                <a:gd name="T51" fmla="*/ 340 h 349"/>
                <a:gd name="T52" fmla="*/ 92 w 349"/>
                <a:gd name="T53" fmla="*/ 328 h 349"/>
                <a:gd name="T54" fmla="*/ 64 w 349"/>
                <a:gd name="T55" fmla="*/ 309 h 349"/>
                <a:gd name="T56" fmla="*/ 41 w 349"/>
                <a:gd name="T57" fmla="*/ 285 h 349"/>
                <a:gd name="T58" fmla="*/ 22 w 349"/>
                <a:gd name="T59" fmla="*/ 257 h 349"/>
                <a:gd name="T60" fmla="*/ 9 w 349"/>
                <a:gd name="T61" fmla="*/ 226 h 349"/>
                <a:gd name="T62" fmla="*/ 1 w 349"/>
                <a:gd name="T63" fmla="*/ 19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9" h="349">
                  <a:moveTo>
                    <a:pt x="0" y="175"/>
                  </a:moveTo>
                  <a:lnTo>
                    <a:pt x="1" y="157"/>
                  </a:lnTo>
                  <a:lnTo>
                    <a:pt x="5" y="139"/>
                  </a:lnTo>
                  <a:lnTo>
                    <a:pt x="9" y="123"/>
                  </a:lnTo>
                  <a:lnTo>
                    <a:pt x="15" y="107"/>
                  </a:lnTo>
                  <a:lnTo>
                    <a:pt x="22" y="92"/>
                  </a:lnTo>
                  <a:lnTo>
                    <a:pt x="30" y="77"/>
                  </a:lnTo>
                  <a:lnTo>
                    <a:pt x="41" y="64"/>
                  </a:lnTo>
                  <a:lnTo>
                    <a:pt x="52" y="51"/>
                  </a:lnTo>
                  <a:lnTo>
                    <a:pt x="64" y="40"/>
                  </a:lnTo>
                  <a:lnTo>
                    <a:pt x="77" y="30"/>
                  </a:lnTo>
                  <a:lnTo>
                    <a:pt x="92" y="21"/>
                  </a:lnTo>
                  <a:lnTo>
                    <a:pt x="107" y="14"/>
                  </a:lnTo>
                  <a:lnTo>
                    <a:pt x="123" y="8"/>
                  </a:lnTo>
                  <a:lnTo>
                    <a:pt x="139" y="3"/>
                  </a:lnTo>
                  <a:lnTo>
                    <a:pt x="157" y="1"/>
                  </a:lnTo>
                  <a:lnTo>
                    <a:pt x="174" y="0"/>
                  </a:lnTo>
                  <a:lnTo>
                    <a:pt x="192" y="1"/>
                  </a:lnTo>
                  <a:lnTo>
                    <a:pt x="210" y="3"/>
                  </a:lnTo>
                  <a:lnTo>
                    <a:pt x="226" y="8"/>
                  </a:lnTo>
                  <a:lnTo>
                    <a:pt x="243" y="14"/>
                  </a:lnTo>
                  <a:lnTo>
                    <a:pt x="257" y="21"/>
                  </a:lnTo>
                  <a:lnTo>
                    <a:pt x="272" y="30"/>
                  </a:lnTo>
                  <a:lnTo>
                    <a:pt x="285" y="40"/>
                  </a:lnTo>
                  <a:lnTo>
                    <a:pt x="298" y="51"/>
                  </a:lnTo>
                  <a:lnTo>
                    <a:pt x="309" y="64"/>
                  </a:lnTo>
                  <a:lnTo>
                    <a:pt x="319" y="77"/>
                  </a:lnTo>
                  <a:lnTo>
                    <a:pt x="328" y="92"/>
                  </a:lnTo>
                  <a:lnTo>
                    <a:pt x="335" y="107"/>
                  </a:lnTo>
                  <a:lnTo>
                    <a:pt x="341" y="123"/>
                  </a:lnTo>
                  <a:lnTo>
                    <a:pt x="345" y="139"/>
                  </a:lnTo>
                  <a:lnTo>
                    <a:pt x="347" y="157"/>
                  </a:lnTo>
                  <a:lnTo>
                    <a:pt x="349" y="175"/>
                  </a:lnTo>
                  <a:lnTo>
                    <a:pt x="347" y="192"/>
                  </a:lnTo>
                  <a:lnTo>
                    <a:pt x="345" y="210"/>
                  </a:lnTo>
                  <a:lnTo>
                    <a:pt x="341" y="226"/>
                  </a:lnTo>
                  <a:lnTo>
                    <a:pt x="335" y="242"/>
                  </a:lnTo>
                  <a:lnTo>
                    <a:pt x="328" y="257"/>
                  </a:lnTo>
                  <a:lnTo>
                    <a:pt x="319" y="272"/>
                  </a:lnTo>
                  <a:lnTo>
                    <a:pt x="309" y="285"/>
                  </a:lnTo>
                  <a:lnTo>
                    <a:pt x="298" y="298"/>
                  </a:lnTo>
                  <a:lnTo>
                    <a:pt x="285" y="309"/>
                  </a:lnTo>
                  <a:lnTo>
                    <a:pt x="272" y="319"/>
                  </a:lnTo>
                  <a:lnTo>
                    <a:pt x="257" y="328"/>
                  </a:lnTo>
                  <a:lnTo>
                    <a:pt x="243" y="335"/>
                  </a:lnTo>
                  <a:lnTo>
                    <a:pt x="226" y="340"/>
                  </a:lnTo>
                  <a:lnTo>
                    <a:pt x="210" y="345"/>
                  </a:lnTo>
                  <a:lnTo>
                    <a:pt x="192" y="348"/>
                  </a:lnTo>
                  <a:lnTo>
                    <a:pt x="174" y="349"/>
                  </a:lnTo>
                  <a:lnTo>
                    <a:pt x="157" y="348"/>
                  </a:lnTo>
                  <a:lnTo>
                    <a:pt x="139" y="345"/>
                  </a:lnTo>
                  <a:lnTo>
                    <a:pt x="123" y="340"/>
                  </a:lnTo>
                  <a:lnTo>
                    <a:pt x="107" y="335"/>
                  </a:lnTo>
                  <a:lnTo>
                    <a:pt x="92" y="328"/>
                  </a:lnTo>
                  <a:lnTo>
                    <a:pt x="77" y="319"/>
                  </a:lnTo>
                  <a:lnTo>
                    <a:pt x="64" y="309"/>
                  </a:lnTo>
                  <a:lnTo>
                    <a:pt x="52" y="298"/>
                  </a:lnTo>
                  <a:lnTo>
                    <a:pt x="41" y="285"/>
                  </a:lnTo>
                  <a:lnTo>
                    <a:pt x="30" y="272"/>
                  </a:lnTo>
                  <a:lnTo>
                    <a:pt x="22" y="257"/>
                  </a:lnTo>
                  <a:lnTo>
                    <a:pt x="15" y="242"/>
                  </a:lnTo>
                  <a:lnTo>
                    <a:pt x="9" y="226"/>
                  </a:lnTo>
                  <a:lnTo>
                    <a:pt x="5" y="210"/>
                  </a:lnTo>
                  <a:lnTo>
                    <a:pt x="1" y="192"/>
                  </a:lnTo>
                  <a:lnTo>
                    <a:pt x="0" y="175"/>
                  </a:lnTo>
                  <a:close/>
                </a:path>
              </a:pathLst>
            </a:custGeom>
            <a:solidFill>
              <a:schemeClr val="accent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grpSp>
        <p:nvGrpSpPr>
          <p:cNvPr id="10" name="淘宝店chenying0907 4"/>
          <p:cNvGrpSpPr/>
          <p:nvPr/>
        </p:nvGrpSpPr>
        <p:grpSpPr>
          <a:xfrm>
            <a:off x="6709522" y="2119619"/>
            <a:ext cx="1082143" cy="1046768"/>
            <a:chOff x="4771322" y="1507182"/>
            <a:chExt cx="769938" cy="744538"/>
          </a:xfrm>
        </p:grpSpPr>
        <p:sp>
          <p:nvSpPr>
            <p:cNvPr id="12" name="淘宝店chenying0907 9"/>
            <p:cNvSpPr>
              <a:spLocks/>
            </p:cNvSpPr>
            <p:nvPr/>
          </p:nvSpPr>
          <p:spPr bwMode="auto">
            <a:xfrm>
              <a:off x="4771322" y="1507182"/>
              <a:ext cx="769938" cy="744538"/>
            </a:xfrm>
            <a:custGeom>
              <a:avLst/>
              <a:gdLst>
                <a:gd name="T0" fmla="*/ 3119 w 3879"/>
                <a:gd name="T1" fmla="*/ 2360 h 3751"/>
                <a:gd name="T2" fmla="*/ 2918 w 3879"/>
                <a:gd name="T3" fmla="*/ 2035 h 3751"/>
                <a:gd name="T4" fmla="*/ 2638 w 3879"/>
                <a:gd name="T5" fmla="*/ 1624 h 3751"/>
                <a:gd name="T6" fmla="*/ 2314 w 3879"/>
                <a:gd name="T7" fmla="*/ 1250 h 3751"/>
                <a:gd name="T8" fmla="*/ 1950 w 3879"/>
                <a:gd name="T9" fmla="*/ 913 h 3751"/>
                <a:gd name="T10" fmla="*/ 1551 w 3879"/>
                <a:gd name="T11" fmla="*/ 619 h 3751"/>
                <a:gd name="T12" fmla="*/ 1118 w 3879"/>
                <a:gd name="T13" fmla="*/ 371 h 3751"/>
                <a:gd name="T14" fmla="*/ 657 w 3879"/>
                <a:gd name="T15" fmla="*/ 173 h 3751"/>
                <a:gd name="T16" fmla="*/ 171 w 3879"/>
                <a:gd name="T17" fmla="*/ 28 h 3751"/>
                <a:gd name="T18" fmla="*/ 56 w 3879"/>
                <a:gd name="T19" fmla="*/ 100 h 3751"/>
                <a:gd name="T20" fmla="*/ 49 w 3879"/>
                <a:gd name="T21" fmla="*/ 254 h 3751"/>
                <a:gd name="T22" fmla="*/ 13 w 3879"/>
                <a:gd name="T23" fmla="*/ 407 h 3751"/>
                <a:gd name="T24" fmla="*/ 328 w 3879"/>
                <a:gd name="T25" fmla="*/ 529 h 3751"/>
                <a:gd name="T26" fmla="*/ 747 w 3879"/>
                <a:gd name="T27" fmla="*/ 686 h 3751"/>
                <a:gd name="T28" fmla="*/ 1142 w 3879"/>
                <a:gd name="T29" fmla="*/ 887 h 3751"/>
                <a:gd name="T30" fmla="*/ 1510 w 3879"/>
                <a:gd name="T31" fmla="*/ 1130 h 3751"/>
                <a:gd name="T32" fmla="*/ 1847 w 3879"/>
                <a:gd name="T33" fmla="*/ 1411 h 3751"/>
                <a:gd name="T34" fmla="*/ 2152 w 3879"/>
                <a:gd name="T35" fmla="*/ 1728 h 3751"/>
                <a:gd name="T36" fmla="*/ 2419 w 3879"/>
                <a:gd name="T37" fmla="*/ 2077 h 3751"/>
                <a:gd name="T38" fmla="*/ 2648 w 3879"/>
                <a:gd name="T39" fmla="*/ 2455 h 3751"/>
                <a:gd name="T40" fmla="*/ 2631 w 3879"/>
                <a:gd name="T41" fmla="*/ 2630 h 3751"/>
                <a:gd name="T42" fmla="*/ 2558 w 3879"/>
                <a:gd name="T43" fmla="*/ 2746 h 3751"/>
                <a:gd name="T44" fmla="*/ 2509 w 3879"/>
                <a:gd name="T45" fmla="*/ 2877 h 3751"/>
                <a:gd name="T46" fmla="*/ 2488 w 3879"/>
                <a:gd name="T47" fmla="*/ 3017 h 3751"/>
                <a:gd name="T48" fmla="*/ 2495 w 3879"/>
                <a:gd name="T49" fmla="*/ 3160 h 3751"/>
                <a:gd name="T50" fmla="*/ 2529 w 3879"/>
                <a:gd name="T51" fmla="*/ 3294 h 3751"/>
                <a:gd name="T52" fmla="*/ 2587 w 3879"/>
                <a:gd name="T53" fmla="*/ 3415 h 3751"/>
                <a:gd name="T54" fmla="*/ 2668 w 3879"/>
                <a:gd name="T55" fmla="*/ 3523 h 3751"/>
                <a:gd name="T56" fmla="*/ 2766 w 3879"/>
                <a:gd name="T57" fmla="*/ 3612 h 3751"/>
                <a:gd name="T58" fmla="*/ 2881 w 3879"/>
                <a:gd name="T59" fmla="*/ 3681 h 3751"/>
                <a:gd name="T60" fmla="*/ 3009 w 3879"/>
                <a:gd name="T61" fmla="*/ 3729 h 3751"/>
                <a:gd name="T62" fmla="*/ 3148 w 3879"/>
                <a:gd name="T63" fmla="*/ 3750 h 3751"/>
                <a:gd name="T64" fmla="*/ 3288 w 3879"/>
                <a:gd name="T65" fmla="*/ 3743 h 3751"/>
                <a:gd name="T66" fmla="*/ 3422 w 3879"/>
                <a:gd name="T67" fmla="*/ 3708 h 3751"/>
                <a:gd name="T68" fmla="*/ 3544 w 3879"/>
                <a:gd name="T69" fmla="*/ 3649 h 3751"/>
                <a:gd name="T70" fmla="*/ 3651 w 3879"/>
                <a:gd name="T71" fmla="*/ 3569 h 3751"/>
                <a:gd name="T72" fmla="*/ 3741 w 3879"/>
                <a:gd name="T73" fmla="*/ 3471 h 3751"/>
                <a:gd name="T74" fmla="*/ 3811 w 3879"/>
                <a:gd name="T75" fmla="*/ 3356 h 3751"/>
                <a:gd name="T76" fmla="*/ 3857 w 3879"/>
                <a:gd name="T77" fmla="*/ 3228 h 3751"/>
                <a:gd name="T78" fmla="*/ 3878 w 3879"/>
                <a:gd name="T79" fmla="*/ 3089 h 3751"/>
                <a:gd name="T80" fmla="*/ 3871 w 3879"/>
                <a:gd name="T81" fmla="*/ 2947 h 3751"/>
                <a:gd name="T82" fmla="*/ 3837 w 3879"/>
                <a:gd name="T83" fmla="*/ 2815 h 3751"/>
                <a:gd name="T84" fmla="*/ 3779 w 3879"/>
                <a:gd name="T85" fmla="*/ 2692 h 3751"/>
                <a:gd name="T86" fmla="*/ 3698 w 3879"/>
                <a:gd name="T87" fmla="*/ 2585 h 3751"/>
                <a:gd name="T88" fmla="*/ 3599 w 3879"/>
                <a:gd name="T89" fmla="*/ 2495 h 3751"/>
                <a:gd name="T90" fmla="*/ 3484 w 3879"/>
                <a:gd name="T91" fmla="*/ 2426 h 3751"/>
                <a:gd name="T92" fmla="*/ 3357 w 3879"/>
                <a:gd name="T93" fmla="*/ 2379 h 3751"/>
                <a:gd name="T94" fmla="*/ 3219 w 3879"/>
                <a:gd name="T95" fmla="*/ 2358 h 3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79" h="3751">
                  <a:moveTo>
                    <a:pt x="3183" y="2357"/>
                  </a:moveTo>
                  <a:lnTo>
                    <a:pt x="3161" y="2357"/>
                  </a:lnTo>
                  <a:lnTo>
                    <a:pt x="3140" y="2358"/>
                  </a:lnTo>
                  <a:lnTo>
                    <a:pt x="3119" y="2360"/>
                  </a:lnTo>
                  <a:lnTo>
                    <a:pt x="3098" y="2362"/>
                  </a:lnTo>
                  <a:lnTo>
                    <a:pt x="3041" y="2251"/>
                  </a:lnTo>
                  <a:lnTo>
                    <a:pt x="2981" y="2141"/>
                  </a:lnTo>
                  <a:lnTo>
                    <a:pt x="2918" y="2035"/>
                  </a:lnTo>
                  <a:lnTo>
                    <a:pt x="2852" y="1929"/>
                  </a:lnTo>
                  <a:lnTo>
                    <a:pt x="2784" y="1825"/>
                  </a:lnTo>
                  <a:lnTo>
                    <a:pt x="2711" y="1724"/>
                  </a:lnTo>
                  <a:lnTo>
                    <a:pt x="2638" y="1624"/>
                  </a:lnTo>
                  <a:lnTo>
                    <a:pt x="2560" y="1528"/>
                  </a:lnTo>
                  <a:lnTo>
                    <a:pt x="2480" y="1432"/>
                  </a:lnTo>
                  <a:lnTo>
                    <a:pt x="2398" y="1340"/>
                  </a:lnTo>
                  <a:lnTo>
                    <a:pt x="2314" y="1250"/>
                  </a:lnTo>
                  <a:lnTo>
                    <a:pt x="2226" y="1162"/>
                  </a:lnTo>
                  <a:lnTo>
                    <a:pt x="2136" y="1076"/>
                  </a:lnTo>
                  <a:lnTo>
                    <a:pt x="2044" y="994"/>
                  </a:lnTo>
                  <a:lnTo>
                    <a:pt x="1950" y="913"/>
                  </a:lnTo>
                  <a:lnTo>
                    <a:pt x="1854" y="836"/>
                  </a:lnTo>
                  <a:lnTo>
                    <a:pt x="1755" y="760"/>
                  </a:lnTo>
                  <a:lnTo>
                    <a:pt x="1654" y="689"/>
                  </a:lnTo>
                  <a:lnTo>
                    <a:pt x="1551" y="619"/>
                  </a:lnTo>
                  <a:lnTo>
                    <a:pt x="1445" y="553"/>
                  </a:lnTo>
                  <a:lnTo>
                    <a:pt x="1339" y="490"/>
                  </a:lnTo>
                  <a:lnTo>
                    <a:pt x="1229" y="428"/>
                  </a:lnTo>
                  <a:lnTo>
                    <a:pt x="1118" y="371"/>
                  </a:lnTo>
                  <a:lnTo>
                    <a:pt x="1006" y="317"/>
                  </a:lnTo>
                  <a:lnTo>
                    <a:pt x="891" y="266"/>
                  </a:lnTo>
                  <a:lnTo>
                    <a:pt x="775" y="218"/>
                  </a:lnTo>
                  <a:lnTo>
                    <a:pt x="657" y="173"/>
                  </a:lnTo>
                  <a:lnTo>
                    <a:pt x="538" y="132"/>
                  </a:lnTo>
                  <a:lnTo>
                    <a:pt x="418" y="93"/>
                  </a:lnTo>
                  <a:lnTo>
                    <a:pt x="294" y="59"/>
                  </a:lnTo>
                  <a:lnTo>
                    <a:pt x="171" y="28"/>
                  </a:lnTo>
                  <a:lnTo>
                    <a:pt x="46" y="0"/>
                  </a:lnTo>
                  <a:lnTo>
                    <a:pt x="51" y="33"/>
                  </a:lnTo>
                  <a:lnTo>
                    <a:pt x="54" y="66"/>
                  </a:lnTo>
                  <a:lnTo>
                    <a:pt x="56" y="100"/>
                  </a:lnTo>
                  <a:lnTo>
                    <a:pt x="57" y="134"/>
                  </a:lnTo>
                  <a:lnTo>
                    <a:pt x="56" y="174"/>
                  </a:lnTo>
                  <a:lnTo>
                    <a:pt x="53" y="215"/>
                  </a:lnTo>
                  <a:lnTo>
                    <a:pt x="49" y="254"/>
                  </a:lnTo>
                  <a:lnTo>
                    <a:pt x="42" y="294"/>
                  </a:lnTo>
                  <a:lnTo>
                    <a:pt x="34" y="332"/>
                  </a:lnTo>
                  <a:lnTo>
                    <a:pt x="25" y="369"/>
                  </a:lnTo>
                  <a:lnTo>
                    <a:pt x="13" y="407"/>
                  </a:lnTo>
                  <a:lnTo>
                    <a:pt x="0" y="443"/>
                  </a:lnTo>
                  <a:lnTo>
                    <a:pt x="111" y="469"/>
                  </a:lnTo>
                  <a:lnTo>
                    <a:pt x="221" y="498"/>
                  </a:lnTo>
                  <a:lnTo>
                    <a:pt x="328" y="529"/>
                  </a:lnTo>
                  <a:lnTo>
                    <a:pt x="435" y="564"/>
                  </a:lnTo>
                  <a:lnTo>
                    <a:pt x="541" y="602"/>
                  </a:lnTo>
                  <a:lnTo>
                    <a:pt x="644" y="642"/>
                  </a:lnTo>
                  <a:lnTo>
                    <a:pt x="747" y="686"/>
                  </a:lnTo>
                  <a:lnTo>
                    <a:pt x="849" y="732"/>
                  </a:lnTo>
                  <a:lnTo>
                    <a:pt x="948" y="781"/>
                  </a:lnTo>
                  <a:lnTo>
                    <a:pt x="1045" y="833"/>
                  </a:lnTo>
                  <a:lnTo>
                    <a:pt x="1142" y="887"/>
                  </a:lnTo>
                  <a:lnTo>
                    <a:pt x="1237" y="944"/>
                  </a:lnTo>
                  <a:lnTo>
                    <a:pt x="1329" y="1004"/>
                  </a:lnTo>
                  <a:lnTo>
                    <a:pt x="1420" y="1065"/>
                  </a:lnTo>
                  <a:lnTo>
                    <a:pt x="1510" y="1130"/>
                  </a:lnTo>
                  <a:lnTo>
                    <a:pt x="1598" y="1197"/>
                  </a:lnTo>
                  <a:lnTo>
                    <a:pt x="1683" y="1266"/>
                  </a:lnTo>
                  <a:lnTo>
                    <a:pt x="1766" y="1338"/>
                  </a:lnTo>
                  <a:lnTo>
                    <a:pt x="1847" y="1411"/>
                  </a:lnTo>
                  <a:lnTo>
                    <a:pt x="1927" y="1487"/>
                  </a:lnTo>
                  <a:lnTo>
                    <a:pt x="2004" y="1565"/>
                  </a:lnTo>
                  <a:lnTo>
                    <a:pt x="2079" y="1646"/>
                  </a:lnTo>
                  <a:lnTo>
                    <a:pt x="2152" y="1728"/>
                  </a:lnTo>
                  <a:lnTo>
                    <a:pt x="2222" y="1813"/>
                  </a:lnTo>
                  <a:lnTo>
                    <a:pt x="2291" y="1899"/>
                  </a:lnTo>
                  <a:lnTo>
                    <a:pt x="2356" y="1987"/>
                  </a:lnTo>
                  <a:lnTo>
                    <a:pt x="2419" y="2077"/>
                  </a:lnTo>
                  <a:lnTo>
                    <a:pt x="2480" y="2168"/>
                  </a:lnTo>
                  <a:lnTo>
                    <a:pt x="2539" y="2263"/>
                  </a:lnTo>
                  <a:lnTo>
                    <a:pt x="2595" y="2358"/>
                  </a:lnTo>
                  <a:lnTo>
                    <a:pt x="2648" y="2455"/>
                  </a:lnTo>
                  <a:lnTo>
                    <a:pt x="2699" y="2553"/>
                  </a:lnTo>
                  <a:lnTo>
                    <a:pt x="2675" y="2578"/>
                  </a:lnTo>
                  <a:lnTo>
                    <a:pt x="2652" y="2603"/>
                  </a:lnTo>
                  <a:lnTo>
                    <a:pt x="2631" y="2630"/>
                  </a:lnTo>
                  <a:lnTo>
                    <a:pt x="2611" y="2658"/>
                  </a:lnTo>
                  <a:lnTo>
                    <a:pt x="2591" y="2686"/>
                  </a:lnTo>
                  <a:lnTo>
                    <a:pt x="2575" y="2716"/>
                  </a:lnTo>
                  <a:lnTo>
                    <a:pt x="2558" y="2746"/>
                  </a:lnTo>
                  <a:lnTo>
                    <a:pt x="2544" y="2777"/>
                  </a:lnTo>
                  <a:lnTo>
                    <a:pt x="2531" y="2809"/>
                  </a:lnTo>
                  <a:lnTo>
                    <a:pt x="2520" y="2843"/>
                  </a:lnTo>
                  <a:lnTo>
                    <a:pt x="2509" y="2877"/>
                  </a:lnTo>
                  <a:lnTo>
                    <a:pt x="2501" y="2911"/>
                  </a:lnTo>
                  <a:lnTo>
                    <a:pt x="2495" y="2945"/>
                  </a:lnTo>
                  <a:lnTo>
                    <a:pt x="2491" y="2981"/>
                  </a:lnTo>
                  <a:lnTo>
                    <a:pt x="2488" y="3017"/>
                  </a:lnTo>
                  <a:lnTo>
                    <a:pt x="2487" y="3054"/>
                  </a:lnTo>
                  <a:lnTo>
                    <a:pt x="2488" y="3089"/>
                  </a:lnTo>
                  <a:lnTo>
                    <a:pt x="2491" y="3125"/>
                  </a:lnTo>
                  <a:lnTo>
                    <a:pt x="2495" y="3160"/>
                  </a:lnTo>
                  <a:lnTo>
                    <a:pt x="2501" y="3194"/>
                  </a:lnTo>
                  <a:lnTo>
                    <a:pt x="2508" y="3228"/>
                  </a:lnTo>
                  <a:lnTo>
                    <a:pt x="2518" y="3261"/>
                  </a:lnTo>
                  <a:lnTo>
                    <a:pt x="2529" y="3294"/>
                  </a:lnTo>
                  <a:lnTo>
                    <a:pt x="2541" y="3325"/>
                  </a:lnTo>
                  <a:lnTo>
                    <a:pt x="2555" y="3356"/>
                  </a:lnTo>
                  <a:lnTo>
                    <a:pt x="2570" y="3386"/>
                  </a:lnTo>
                  <a:lnTo>
                    <a:pt x="2587" y="3415"/>
                  </a:lnTo>
                  <a:lnTo>
                    <a:pt x="2606" y="3443"/>
                  </a:lnTo>
                  <a:lnTo>
                    <a:pt x="2625" y="3471"/>
                  </a:lnTo>
                  <a:lnTo>
                    <a:pt x="2646" y="3497"/>
                  </a:lnTo>
                  <a:lnTo>
                    <a:pt x="2668" y="3523"/>
                  </a:lnTo>
                  <a:lnTo>
                    <a:pt x="2691" y="3547"/>
                  </a:lnTo>
                  <a:lnTo>
                    <a:pt x="2714" y="3569"/>
                  </a:lnTo>
                  <a:lnTo>
                    <a:pt x="2740" y="3591"/>
                  </a:lnTo>
                  <a:lnTo>
                    <a:pt x="2766" y="3612"/>
                  </a:lnTo>
                  <a:lnTo>
                    <a:pt x="2793" y="3632"/>
                  </a:lnTo>
                  <a:lnTo>
                    <a:pt x="2822" y="3649"/>
                  </a:lnTo>
                  <a:lnTo>
                    <a:pt x="2851" y="3667"/>
                  </a:lnTo>
                  <a:lnTo>
                    <a:pt x="2881" y="3681"/>
                  </a:lnTo>
                  <a:lnTo>
                    <a:pt x="2912" y="3696"/>
                  </a:lnTo>
                  <a:lnTo>
                    <a:pt x="2943" y="3708"/>
                  </a:lnTo>
                  <a:lnTo>
                    <a:pt x="2976" y="3719"/>
                  </a:lnTo>
                  <a:lnTo>
                    <a:pt x="3009" y="3729"/>
                  </a:lnTo>
                  <a:lnTo>
                    <a:pt x="3043" y="3736"/>
                  </a:lnTo>
                  <a:lnTo>
                    <a:pt x="3077" y="3743"/>
                  </a:lnTo>
                  <a:lnTo>
                    <a:pt x="3111" y="3747"/>
                  </a:lnTo>
                  <a:lnTo>
                    <a:pt x="3148" y="3750"/>
                  </a:lnTo>
                  <a:lnTo>
                    <a:pt x="3183" y="3751"/>
                  </a:lnTo>
                  <a:lnTo>
                    <a:pt x="3219" y="3750"/>
                  </a:lnTo>
                  <a:lnTo>
                    <a:pt x="3254" y="3747"/>
                  </a:lnTo>
                  <a:lnTo>
                    <a:pt x="3288" y="3743"/>
                  </a:lnTo>
                  <a:lnTo>
                    <a:pt x="3324" y="3736"/>
                  </a:lnTo>
                  <a:lnTo>
                    <a:pt x="3357" y="3729"/>
                  </a:lnTo>
                  <a:lnTo>
                    <a:pt x="3390" y="3719"/>
                  </a:lnTo>
                  <a:lnTo>
                    <a:pt x="3422" y="3708"/>
                  </a:lnTo>
                  <a:lnTo>
                    <a:pt x="3454" y="3696"/>
                  </a:lnTo>
                  <a:lnTo>
                    <a:pt x="3484" y="3681"/>
                  </a:lnTo>
                  <a:lnTo>
                    <a:pt x="3514" y="3667"/>
                  </a:lnTo>
                  <a:lnTo>
                    <a:pt x="3544" y="3649"/>
                  </a:lnTo>
                  <a:lnTo>
                    <a:pt x="3572" y="3632"/>
                  </a:lnTo>
                  <a:lnTo>
                    <a:pt x="3599" y="3612"/>
                  </a:lnTo>
                  <a:lnTo>
                    <a:pt x="3626" y="3591"/>
                  </a:lnTo>
                  <a:lnTo>
                    <a:pt x="3651" y="3569"/>
                  </a:lnTo>
                  <a:lnTo>
                    <a:pt x="3675" y="3547"/>
                  </a:lnTo>
                  <a:lnTo>
                    <a:pt x="3698" y="3523"/>
                  </a:lnTo>
                  <a:lnTo>
                    <a:pt x="3720" y="3497"/>
                  </a:lnTo>
                  <a:lnTo>
                    <a:pt x="3741" y="3471"/>
                  </a:lnTo>
                  <a:lnTo>
                    <a:pt x="3760" y="3443"/>
                  </a:lnTo>
                  <a:lnTo>
                    <a:pt x="3779" y="3415"/>
                  </a:lnTo>
                  <a:lnTo>
                    <a:pt x="3795" y="3386"/>
                  </a:lnTo>
                  <a:lnTo>
                    <a:pt x="3811" y="3356"/>
                  </a:lnTo>
                  <a:lnTo>
                    <a:pt x="3824" y="3325"/>
                  </a:lnTo>
                  <a:lnTo>
                    <a:pt x="3837" y="3294"/>
                  </a:lnTo>
                  <a:lnTo>
                    <a:pt x="3848" y="3261"/>
                  </a:lnTo>
                  <a:lnTo>
                    <a:pt x="3857" y="3228"/>
                  </a:lnTo>
                  <a:lnTo>
                    <a:pt x="3864" y="3194"/>
                  </a:lnTo>
                  <a:lnTo>
                    <a:pt x="3871" y="3160"/>
                  </a:lnTo>
                  <a:lnTo>
                    <a:pt x="3876" y="3125"/>
                  </a:lnTo>
                  <a:lnTo>
                    <a:pt x="3878" y="3089"/>
                  </a:lnTo>
                  <a:lnTo>
                    <a:pt x="3879" y="3054"/>
                  </a:lnTo>
                  <a:lnTo>
                    <a:pt x="3878" y="3018"/>
                  </a:lnTo>
                  <a:lnTo>
                    <a:pt x="3876" y="2983"/>
                  </a:lnTo>
                  <a:lnTo>
                    <a:pt x="3871" y="2947"/>
                  </a:lnTo>
                  <a:lnTo>
                    <a:pt x="3864" y="2913"/>
                  </a:lnTo>
                  <a:lnTo>
                    <a:pt x="3857" y="2880"/>
                  </a:lnTo>
                  <a:lnTo>
                    <a:pt x="3848" y="2847"/>
                  </a:lnTo>
                  <a:lnTo>
                    <a:pt x="3837" y="2815"/>
                  </a:lnTo>
                  <a:lnTo>
                    <a:pt x="3824" y="2782"/>
                  </a:lnTo>
                  <a:lnTo>
                    <a:pt x="3811" y="2751"/>
                  </a:lnTo>
                  <a:lnTo>
                    <a:pt x="3795" y="2721"/>
                  </a:lnTo>
                  <a:lnTo>
                    <a:pt x="3779" y="2692"/>
                  </a:lnTo>
                  <a:lnTo>
                    <a:pt x="3760" y="2664"/>
                  </a:lnTo>
                  <a:lnTo>
                    <a:pt x="3741" y="2637"/>
                  </a:lnTo>
                  <a:lnTo>
                    <a:pt x="3720" y="2610"/>
                  </a:lnTo>
                  <a:lnTo>
                    <a:pt x="3698" y="2585"/>
                  </a:lnTo>
                  <a:lnTo>
                    <a:pt x="3675" y="2561"/>
                  </a:lnTo>
                  <a:lnTo>
                    <a:pt x="3651" y="2538"/>
                  </a:lnTo>
                  <a:lnTo>
                    <a:pt x="3626" y="2516"/>
                  </a:lnTo>
                  <a:lnTo>
                    <a:pt x="3599" y="2495"/>
                  </a:lnTo>
                  <a:lnTo>
                    <a:pt x="3572" y="2475"/>
                  </a:lnTo>
                  <a:lnTo>
                    <a:pt x="3544" y="2458"/>
                  </a:lnTo>
                  <a:lnTo>
                    <a:pt x="3514" y="2441"/>
                  </a:lnTo>
                  <a:lnTo>
                    <a:pt x="3484" y="2426"/>
                  </a:lnTo>
                  <a:lnTo>
                    <a:pt x="3454" y="2412"/>
                  </a:lnTo>
                  <a:lnTo>
                    <a:pt x="3422" y="2400"/>
                  </a:lnTo>
                  <a:lnTo>
                    <a:pt x="3390" y="2388"/>
                  </a:lnTo>
                  <a:lnTo>
                    <a:pt x="3357" y="2379"/>
                  </a:lnTo>
                  <a:lnTo>
                    <a:pt x="3324" y="2371"/>
                  </a:lnTo>
                  <a:lnTo>
                    <a:pt x="3288" y="2364"/>
                  </a:lnTo>
                  <a:lnTo>
                    <a:pt x="3254" y="2360"/>
                  </a:lnTo>
                  <a:lnTo>
                    <a:pt x="3219" y="2358"/>
                  </a:lnTo>
                  <a:lnTo>
                    <a:pt x="3183" y="2357"/>
                  </a:lnTo>
                  <a:close/>
                </a:path>
              </a:pathLst>
            </a:custGeom>
            <a:solidFill>
              <a:schemeClr val="accent3"/>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45" name="淘宝店chenying0907 15"/>
            <p:cNvSpPr>
              <a:spLocks/>
            </p:cNvSpPr>
            <p:nvPr/>
          </p:nvSpPr>
          <p:spPr bwMode="auto">
            <a:xfrm>
              <a:off x="5333297" y="2045345"/>
              <a:ext cx="138113" cy="138113"/>
            </a:xfrm>
            <a:custGeom>
              <a:avLst/>
              <a:gdLst>
                <a:gd name="T0" fmla="*/ 2 w 696"/>
                <a:gd name="T1" fmla="*/ 312 h 696"/>
                <a:gd name="T2" fmla="*/ 11 w 696"/>
                <a:gd name="T3" fmla="*/ 261 h 696"/>
                <a:gd name="T4" fmla="*/ 28 w 696"/>
                <a:gd name="T5" fmla="*/ 212 h 696"/>
                <a:gd name="T6" fmla="*/ 50 w 696"/>
                <a:gd name="T7" fmla="*/ 167 h 696"/>
                <a:gd name="T8" fmla="*/ 79 w 696"/>
                <a:gd name="T9" fmla="*/ 126 h 696"/>
                <a:gd name="T10" fmla="*/ 114 w 696"/>
                <a:gd name="T11" fmla="*/ 90 h 696"/>
                <a:gd name="T12" fmla="*/ 153 w 696"/>
                <a:gd name="T13" fmla="*/ 59 h 696"/>
                <a:gd name="T14" fmla="*/ 197 w 696"/>
                <a:gd name="T15" fmla="*/ 34 h 696"/>
                <a:gd name="T16" fmla="*/ 244 w 696"/>
                <a:gd name="T17" fmla="*/ 15 h 696"/>
                <a:gd name="T18" fmla="*/ 295 w 696"/>
                <a:gd name="T19" fmla="*/ 4 h 696"/>
                <a:gd name="T20" fmla="*/ 348 w 696"/>
                <a:gd name="T21" fmla="*/ 0 h 696"/>
                <a:gd name="T22" fmla="*/ 401 w 696"/>
                <a:gd name="T23" fmla="*/ 4 h 696"/>
                <a:gd name="T24" fmla="*/ 451 w 696"/>
                <a:gd name="T25" fmla="*/ 15 h 696"/>
                <a:gd name="T26" fmla="*/ 499 w 696"/>
                <a:gd name="T27" fmla="*/ 34 h 696"/>
                <a:gd name="T28" fmla="*/ 543 w 696"/>
                <a:gd name="T29" fmla="*/ 59 h 696"/>
                <a:gd name="T30" fmla="*/ 582 w 696"/>
                <a:gd name="T31" fmla="*/ 90 h 696"/>
                <a:gd name="T32" fmla="*/ 616 w 696"/>
                <a:gd name="T33" fmla="*/ 126 h 696"/>
                <a:gd name="T34" fmla="*/ 645 w 696"/>
                <a:gd name="T35" fmla="*/ 167 h 696"/>
                <a:gd name="T36" fmla="*/ 669 w 696"/>
                <a:gd name="T37" fmla="*/ 212 h 696"/>
                <a:gd name="T38" fmla="*/ 684 w 696"/>
                <a:gd name="T39" fmla="*/ 261 h 696"/>
                <a:gd name="T40" fmla="*/ 694 w 696"/>
                <a:gd name="T41" fmla="*/ 312 h 696"/>
                <a:gd name="T42" fmla="*/ 696 w 696"/>
                <a:gd name="T43" fmla="*/ 366 h 696"/>
                <a:gd name="T44" fmla="*/ 689 w 696"/>
                <a:gd name="T45" fmla="*/ 418 h 696"/>
                <a:gd name="T46" fmla="*/ 675 w 696"/>
                <a:gd name="T47" fmla="*/ 467 h 696"/>
                <a:gd name="T48" fmla="*/ 653 w 696"/>
                <a:gd name="T49" fmla="*/ 514 h 696"/>
                <a:gd name="T50" fmla="*/ 626 w 696"/>
                <a:gd name="T51" fmla="*/ 556 h 696"/>
                <a:gd name="T52" fmla="*/ 594 w 696"/>
                <a:gd name="T53" fmla="*/ 594 h 696"/>
                <a:gd name="T54" fmla="*/ 556 w 696"/>
                <a:gd name="T55" fmla="*/ 627 h 696"/>
                <a:gd name="T56" fmla="*/ 514 w 696"/>
                <a:gd name="T57" fmla="*/ 654 h 696"/>
                <a:gd name="T58" fmla="*/ 468 w 696"/>
                <a:gd name="T59" fmla="*/ 675 h 696"/>
                <a:gd name="T60" fmla="*/ 418 w 696"/>
                <a:gd name="T61" fmla="*/ 689 h 696"/>
                <a:gd name="T62" fmla="*/ 365 w 696"/>
                <a:gd name="T63" fmla="*/ 695 h 696"/>
                <a:gd name="T64" fmla="*/ 313 w 696"/>
                <a:gd name="T65" fmla="*/ 694 h 696"/>
                <a:gd name="T66" fmla="*/ 261 w 696"/>
                <a:gd name="T67" fmla="*/ 685 h 696"/>
                <a:gd name="T68" fmla="*/ 212 w 696"/>
                <a:gd name="T69" fmla="*/ 668 h 696"/>
                <a:gd name="T70" fmla="*/ 167 w 696"/>
                <a:gd name="T71" fmla="*/ 646 h 696"/>
                <a:gd name="T72" fmla="*/ 126 w 696"/>
                <a:gd name="T73" fmla="*/ 617 h 696"/>
                <a:gd name="T74" fmla="*/ 90 w 696"/>
                <a:gd name="T75" fmla="*/ 582 h 696"/>
                <a:gd name="T76" fmla="*/ 59 w 696"/>
                <a:gd name="T77" fmla="*/ 543 h 696"/>
                <a:gd name="T78" fmla="*/ 34 w 696"/>
                <a:gd name="T79" fmla="*/ 498 h 696"/>
                <a:gd name="T80" fmla="*/ 15 w 696"/>
                <a:gd name="T81" fmla="*/ 452 h 696"/>
                <a:gd name="T82" fmla="*/ 4 w 696"/>
                <a:gd name="T83" fmla="*/ 401 h 696"/>
                <a:gd name="T84" fmla="*/ 0 w 696"/>
                <a:gd name="T85" fmla="*/ 348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6" h="696">
                  <a:moveTo>
                    <a:pt x="0" y="348"/>
                  </a:moveTo>
                  <a:lnTo>
                    <a:pt x="1" y="329"/>
                  </a:lnTo>
                  <a:lnTo>
                    <a:pt x="2" y="312"/>
                  </a:lnTo>
                  <a:lnTo>
                    <a:pt x="4" y="295"/>
                  </a:lnTo>
                  <a:lnTo>
                    <a:pt x="7" y="278"/>
                  </a:lnTo>
                  <a:lnTo>
                    <a:pt x="11" y="261"/>
                  </a:lnTo>
                  <a:lnTo>
                    <a:pt x="15" y="244"/>
                  </a:lnTo>
                  <a:lnTo>
                    <a:pt x="21" y="228"/>
                  </a:lnTo>
                  <a:lnTo>
                    <a:pt x="28" y="212"/>
                  </a:lnTo>
                  <a:lnTo>
                    <a:pt x="34" y="197"/>
                  </a:lnTo>
                  <a:lnTo>
                    <a:pt x="42" y="182"/>
                  </a:lnTo>
                  <a:lnTo>
                    <a:pt x="50" y="167"/>
                  </a:lnTo>
                  <a:lnTo>
                    <a:pt x="59" y="153"/>
                  </a:lnTo>
                  <a:lnTo>
                    <a:pt x="69" y="140"/>
                  </a:lnTo>
                  <a:lnTo>
                    <a:pt x="79" y="126"/>
                  </a:lnTo>
                  <a:lnTo>
                    <a:pt x="90" y="114"/>
                  </a:lnTo>
                  <a:lnTo>
                    <a:pt x="102" y="101"/>
                  </a:lnTo>
                  <a:lnTo>
                    <a:pt x="114" y="90"/>
                  </a:lnTo>
                  <a:lnTo>
                    <a:pt x="126" y="78"/>
                  </a:lnTo>
                  <a:lnTo>
                    <a:pt x="140" y="68"/>
                  </a:lnTo>
                  <a:lnTo>
                    <a:pt x="153" y="59"/>
                  </a:lnTo>
                  <a:lnTo>
                    <a:pt x="167" y="49"/>
                  </a:lnTo>
                  <a:lnTo>
                    <a:pt x="182" y="41"/>
                  </a:lnTo>
                  <a:lnTo>
                    <a:pt x="197" y="34"/>
                  </a:lnTo>
                  <a:lnTo>
                    <a:pt x="212" y="27"/>
                  </a:lnTo>
                  <a:lnTo>
                    <a:pt x="229" y="20"/>
                  </a:lnTo>
                  <a:lnTo>
                    <a:pt x="244" y="15"/>
                  </a:lnTo>
                  <a:lnTo>
                    <a:pt x="261" y="10"/>
                  </a:lnTo>
                  <a:lnTo>
                    <a:pt x="277" y="7"/>
                  </a:lnTo>
                  <a:lnTo>
                    <a:pt x="295" y="4"/>
                  </a:lnTo>
                  <a:lnTo>
                    <a:pt x="313" y="1"/>
                  </a:lnTo>
                  <a:lnTo>
                    <a:pt x="330" y="0"/>
                  </a:lnTo>
                  <a:lnTo>
                    <a:pt x="348" y="0"/>
                  </a:lnTo>
                  <a:lnTo>
                    <a:pt x="365" y="0"/>
                  </a:lnTo>
                  <a:lnTo>
                    <a:pt x="383" y="1"/>
                  </a:lnTo>
                  <a:lnTo>
                    <a:pt x="401" y="4"/>
                  </a:lnTo>
                  <a:lnTo>
                    <a:pt x="418" y="7"/>
                  </a:lnTo>
                  <a:lnTo>
                    <a:pt x="435" y="10"/>
                  </a:lnTo>
                  <a:lnTo>
                    <a:pt x="451" y="15"/>
                  </a:lnTo>
                  <a:lnTo>
                    <a:pt x="468" y="20"/>
                  </a:lnTo>
                  <a:lnTo>
                    <a:pt x="483" y="27"/>
                  </a:lnTo>
                  <a:lnTo>
                    <a:pt x="499" y="34"/>
                  </a:lnTo>
                  <a:lnTo>
                    <a:pt x="514" y="41"/>
                  </a:lnTo>
                  <a:lnTo>
                    <a:pt x="528" y="49"/>
                  </a:lnTo>
                  <a:lnTo>
                    <a:pt x="543" y="59"/>
                  </a:lnTo>
                  <a:lnTo>
                    <a:pt x="556" y="68"/>
                  </a:lnTo>
                  <a:lnTo>
                    <a:pt x="569" y="78"/>
                  </a:lnTo>
                  <a:lnTo>
                    <a:pt x="582" y="90"/>
                  </a:lnTo>
                  <a:lnTo>
                    <a:pt x="594" y="101"/>
                  </a:lnTo>
                  <a:lnTo>
                    <a:pt x="606" y="114"/>
                  </a:lnTo>
                  <a:lnTo>
                    <a:pt x="616" y="126"/>
                  </a:lnTo>
                  <a:lnTo>
                    <a:pt x="626" y="140"/>
                  </a:lnTo>
                  <a:lnTo>
                    <a:pt x="637" y="153"/>
                  </a:lnTo>
                  <a:lnTo>
                    <a:pt x="645" y="167"/>
                  </a:lnTo>
                  <a:lnTo>
                    <a:pt x="653" y="182"/>
                  </a:lnTo>
                  <a:lnTo>
                    <a:pt x="662" y="197"/>
                  </a:lnTo>
                  <a:lnTo>
                    <a:pt x="669" y="212"/>
                  </a:lnTo>
                  <a:lnTo>
                    <a:pt x="675" y="228"/>
                  </a:lnTo>
                  <a:lnTo>
                    <a:pt x="680" y="244"/>
                  </a:lnTo>
                  <a:lnTo>
                    <a:pt x="684" y="261"/>
                  </a:lnTo>
                  <a:lnTo>
                    <a:pt x="689" y="278"/>
                  </a:lnTo>
                  <a:lnTo>
                    <a:pt x="692" y="295"/>
                  </a:lnTo>
                  <a:lnTo>
                    <a:pt x="694" y="312"/>
                  </a:lnTo>
                  <a:lnTo>
                    <a:pt x="696" y="329"/>
                  </a:lnTo>
                  <a:lnTo>
                    <a:pt x="696" y="348"/>
                  </a:lnTo>
                  <a:lnTo>
                    <a:pt x="696" y="366"/>
                  </a:lnTo>
                  <a:lnTo>
                    <a:pt x="694" y="383"/>
                  </a:lnTo>
                  <a:lnTo>
                    <a:pt x="692" y="401"/>
                  </a:lnTo>
                  <a:lnTo>
                    <a:pt x="689" y="418"/>
                  </a:lnTo>
                  <a:lnTo>
                    <a:pt x="684" y="435"/>
                  </a:lnTo>
                  <a:lnTo>
                    <a:pt x="680" y="452"/>
                  </a:lnTo>
                  <a:lnTo>
                    <a:pt x="675" y="467"/>
                  </a:lnTo>
                  <a:lnTo>
                    <a:pt x="669" y="483"/>
                  </a:lnTo>
                  <a:lnTo>
                    <a:pt x="662" y="498"/>
                  </a:lnTo>
                  <a:lnTo>
                    <a:pt x="653" y="514"/>
                  </a:lnTo>
                  <a:lnTo>
                    <a:pt x="645" y="528"/>
                  </a:lnTo>
                  <a:lnTo>
                    <a:pt x="637" y="543"/>
                  </a:lnTo>
                  <a:lnTo>
                    <a:pt x="626" y="556"/>
                  </a:lnTo>
                  <a:lnTo>
                    <a:pt x="616" y="569"/>
                  </a:lnTo>
                  <a:lnTo>
                    <a:pt x="606" y="582"/>
                  </a:lnTo>
                  <a:lnTo>
                    <a:pt x="594" y="594"/>
                  </a:lnTo>
                  <a:lnTo>
                    <a:pt x="582" y="605"/>
                  </a:lnTo>
                  <a:lnTo>
                    <a:pt x="569" y="617"/>
                  </a:lnTo>
                  <a:lnTo>
                    <a:pt x="556" y="627"/>
                  </a:lnTo>
                  <a:lnTo>
                    <a:pt x="543" y="636"/>
                  </a:lnTo>
                  <a:lnTo>
                    <a:pt x="528" y="646"/>
                  </a:lnTo>
                  <a:lnTo>
                    <a:pt x="514" y="654"/>
                  </a:lnTo>
                  <a:lnTo>
                    <a:pt x="499" y="662"/>
                  </a:lnTo>
                  <a:lnTo>
                    <a:pt x="483" y="668"/>
                  </a:lnTo>
                  <a:lnTo>
                    <a:pt x="468" y="675"/>
                  </a:lnTo>
                  <a:lnTo>
                    <a:pt x="451" y="681"/>
                  </a:lnTo>
                  <a:lnTo>
                    <a:pt x="435" y="685"/>
                  </a:lnTo>
                  <a:lnTo>
                    <a:pt x="418" y="689"/>
                  </a:lnTo>
                  <a:lnTo>
                    <a:pt x="401" y="692"/>
                  </a:lnTo>
                  <a:lnTo>
                    <a:pt x="383" y="694"/>
                  </a:lnTo>
                  <a:lnTo>
                    <a:pt x="365" y="695"/>
                  </a:lnTo>
                  <a:lnTo>
                    <a:pt x="348" y="696"/>
                  </a:lnTo>
                  <a:lnTo>
                    <a:pt x="330" y="695"/>
                  </a:lnTo>
                  <a:lnTo>
                    <a:pt x="313" y="694"/>
                  </a:lnTo>
                  <a:lnTo>
                    <a:pt x="295" y="692"/>
                  </a:lnTo>
                  <a:lnTo>
                    <a:pt x="277" y="689"/>
                  </a:lnTo>
                  <a:lnTo>
                    <a:pt x="261" y="685"/>
                  </a:lnTo>
                  <a:lnTo>
                    <a:pt x="244" y="681"/>
                  </a:lnTo>
                  <a:lnTo>
                    <a:pt x="229" y="675"/>
                  </a:lnTo>
                  <a:lnTo>
                    <a:pt x="212" y="668"/>
                  </a:lnTo>
                  <a:lnTo>
                    <a:pt x="197" y="662"/>
                  </a:lnTo>
                  <a:lnTo>
                    <a:pt x="182" y="654"/>
                  </a:lnTo>
                  <a:lnTo>
                    <a:pt x="167" y="646"/>
                  </a:lnTo>
                  <a:lnTo>
                    <a:pt x="153" y="636"/>
                  </a:lnTo>
                  <a:lnTo>
                    <a:pt x="140" y="627"/>
                  </a:lnTo>
                  <a:lnTo>
                    <a:pt x="126" y="617"/>
                  </a:lnTo>
                  <a:lnTo>
                    <a:pt x="114" y="605"/>
                  </a:lnTo>
                  <a:lnTo>
                    <a:pt x="102" y="594"/>
                  </a:lnTo>
                  <a:lnTo>
                    <a:pt x="90" y="582"/>
                  </a:lnTo>
                  <a:lnTo>
                    <a:pt x="79" y="569"/>
                  </a:lnTo>
                  <a:lnTo>
                    <a:pt x="69" y="556"/>
                  </a:lnTo>
                  <a:lnTo>
                    <a:pt x="59" y="543"/>
                  </a:lnTo>
                  <a:lnTo>
                    <a:pt x="50" y="528"/>
                  </a:lnTo>
                  <a:lnTo>
                    <a:pt x="42" y="514"/>
                  </a:lnTo>
                  <a:lnTo>
                    <a:pt x="34" y="498"/>
                  </a:lnTo>
                  <a:lnTo>
                    <a:pt x="28" y="483"/>
                  </a:lnTo>
                  <a:lnTo>
                    <a:pt x="21" y="467"/>
                  </a:lnTo>
                  <a:lnTo>
                    <a:pt x="15" y="452"/>
                  </a:lnTo>
                  <a:lnTo>
                    <a:pt x="11" y="435"/>
                  </a:lnTo>
                  <a:lnTo>
                    <a:pt x="7" y="418"/>
                  </a:lnTo>
                  <a:lnTo>
                    <a:pt x="4" y="401"/>
                  </a:lnTo>
                  <a:lnTo>
                    <a:pt x="2" y="383"/>
                  </a:lnTo>
                  <a:lnTo>
                    <a:pt x="1" y="366"/>
                  </a:lnTo>
                  <a:lnTo>
                    <a:pt x="0" y="3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51" name="淘宝店chenying0907 21"/>
            <p:cNvSpPr>
              <a:spLocks/>
            </p:cNvSpPr>
            <p:nvPr/>
          </p:nvSpPr>
          <p:spPr bwMode="auto">
            <a:xfrm>
              <a:off x="5368222" y="2078682"/>
              <a:ext cx="69850" cy="69850"/>
            </a:xfrm>
            <a:custGeom>
              <a:avLst/>
              <a:gdLst>
                <a:gd name="T0" fmla="*/ 1 w 348"/>
                <a:gd name="T1" fmla="*/ 156 h 348"/>
                <a:gd name="T2" fmla="*/ 8 w 348"/>
                <a:gd name="T3" fmla="*/ 122 h 348"/>
                <a:gd name="T4" fmla="*/ 20 w 348"/>
                <a:gd name="T5" fmla="*/ 91 h 348"/>
                <a:gd name="T6" fmla="*/ 39 w 348"/>
                <a:gd name="T7" fmla="*/ 63 h 348"/>
                <a:gd name="T8" fmla="*/ 63 w 348"/>
                <a:gd name="T9" fmla="*/ 39 h 348"/>
                <a:gd name="T10" fmla="*/ 91 w 348"/>
                <a:gd name="T11" fmla="*/ 21 h 348"/>
                <a:gd name="T12" fmla="*/ 122 w 348"/>
                <a:gd name="T13" fmla="*/ 7 h 348"/>
                <a:gd name="T14" fmla="*/ 156 w 348"/>
                <a:gd name="T15" fmla="*/ 1 h 348"/>
                <a:gd name="T16" fmla="*/ 191 w 348"/>
                <a:gd name="T17" fmla="*/ 1 h 348"/>
                <a:gd name="T18" fmla="*/ 226 w 348"/>
                <a:gd name="T19" fmla="*/ 7 h 348"/>
                <a:gd name="T20" fmla="*/ 257 w 348"/>
                <a:gd name="T21" fmla="*/ 21 h 348"/>
                <a:gd name="T22" fmla="*/ 285 w 348"/>
                <a:gd name="T23" fmla="*/ 39 h 348"/>
                <a:gd name="T24" fmla="*/ 308 w 348"/>
                <a:gd name="T25" fmla="*/ 63 h 348"/>
                <a:gd name="T26" fmla="*/ 327 w 348"/>
                <a:gd name="T27" fmla="*/ 91 h 348"/>
                <a:gd name="T28" fmla="*/ 340 w 348"/>
                <a:gd name="T29" fmla="*/ 122 h 348"/>
                <a:gd name="T30" fmla="*/ 347 w 348"/>
                <a:gd name="T31" fmla="*/ 156 h 348"/>
                <a:gd name="T32" fmla="*/ 347 w 348"/>
                <a:gd name="T33" fmla="*/ 192 h 348"/>
                <a:gd name="T34" fmla="*/ 340 w 348"/>
                <a:gd name="T35" fmla="*/ 226 h 348"/>
                <a:gd name="T36" fmla="*/ 327 w 348"/>
                <a:gd name="T37" fmla="*/ 257 h 348"/>
                <a:gd name="T38" fmla="*/ 308 w 348"/>
                <a:gd name="T39" fmla="*/ 285 h 348"/>
                <a:gd name="T40" fmla="*/ 285 w 348"/>
                <a:gd name="T41" fmla="*/ 308 h 348"/>
                <a:gd name="T42" fmla="*/ 257 w 348"/>
                <a:gd name="T43" fmla="*/ 326 h 348"/>
                <a:gd name="T44" fmla="*/ 226 w 348"/>
                <a:gd name="T45" fmla="*/ 340 h 348"/>
                <a:gd name="T46" fmla="*/ 191 w 348"/>
                <a:gd name="T47" fmla="*/ 347 h 348"/>
                <a:gd name="T48" fmla="*/ 156 w 348"/>
                <a:gd name="T49" fmla="*/ 347 h 348"/>
                <a:gd name="T50" fmla="*/ 122 w 348"/>
                <a:gd name="T51" fmla="*/ 340 h 348"/>
                <a:gd name="T52" fmla="*/ 91 w 348"/>
                <a:gd name="T53" fmla="*/ 326 h 348"/>
                <a:gd name="T54" fmla="*/ 63 w 348"/>
                <a:gd name="T55" fmla="*/ 308 h 348"/>
                <a:gd name="T56" fmla="*/ 39 w 348"/>
                <a:gd name="T57" fmla="*/ 285 h 348"/>
                <a:gd name="T58" fmla="*/ 20 w 348"/>
                <a:gd name="T59" fmla="*/ 257 h 348"/>
                <a:gd name="T60" fmla="*/ 8 w 348"/>
                <a:gd name="T61" fmla="*/ 226 h 348"/>
                <a:gd name="T62" fmla="*/ 1 w 348"/>
                <a:gd name="T63" fmla="*/ 19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48">
                  <a:moveTo>
                    <a:pt x="0" y="174"/>
                  </a:moveTo>
                  <a:lnTo>
                    <a:pt x="1" y="156"/>
                  </a:lnTo>
                  <a:lnTo>
                    <a:pt x="3" y="139"/>
                  </a:lnTo>
                  <a:lnTo>
                    <a:pt x="8" y="122"/>
                  </a:lnTo>
                  <a:lnTo>
                    <a:pt x="13" y="106"/>
                  </a:lnTo>
                  <a:lnTo>
                    <a:pt x="20" y="91"/>
                  </a:lnTo>
                  <a:lnTo>
                    <a:pt x="30" y="77"/>
                  </a:lnTo>
                  <a:lnTo>
                    <a:pt x="39" y="63"/>
                  </a:lnTo>
                  <a:lnTo>
                    <a:pt x="50" y="51"/>
                  </a:lnTo>
                  <a:lnTo>
                    <a:pt x="63" y="39"/>
                  </a:lnTo>
                  <a:lnTo>
                    <a:pt x="76" y="29"/>
                  </a:lnTo>
                  <a:lnTo>
                    <a:pt x="91" y="21"/>
                  </a:lnTo>
                  <a:lnTo>
                    <a:pt x="106" y="13"/>
                  </a:lnTo>
                  <a:lnTo>
                    <a:pt x="122" y="7"/>
                  </a:lnTo>
                  <a:lnTo>
                    <a:pt x="139" y="3"/>
                  </a:lnTo>
                  <a:lnTo>
                    <a:pt x="156" y="1"/>
                  </a:lnTo>
                  <a:lnTo>
                    <a:pt x="174" y="0"/>
                  </a:lnTo>
                  <a:lnTo>
                    <a:pt x="191" y="1"/>
                  </a:lnTo>
                  <a:lnTo>
                    <a:pt x="209" y="3"/>
                  </a:lnTo>
                  <a:lnTo>
                    <a:pt x="226" y="7"/>
                  </a:lnTo>
                  <a:lnTo>
                    <a:pt x="241" y="13"/>
                  </a:lnTo>
                  <a:lnTo>
                    <a:pt x="257" y="21"/>
                  </a:lnTo>
                  <a:lnTo>
                    <a:pt x="271" y="29"/>
                  </a:lnTo>
                  <a:lnTo>
                    <a:pt x="285" y="39"/>
                  </a:lnTo>
                  <a:lnTo>
                    <a:pt x="297" y="51"/>
                  </a:lnTo>
                  <a:lnTo>
                    <a:pt x="308" y="63"/>
                  </a:lnTo>
                  <a:lnTo>
                    <a:pt x="318" y="77"/>
                  </a:lnTo>
                  <a:lnTo>
                    <a:pt x="327" y="91"/>
                  </a:lnTo>
                  <a:lnTo>
                    <a:pt x="334" y="106"/>
                  </a:lnTo>
                  <a:lnTo>
                    <a:pt x="340" y="122"/>
                  </a:lnTo>
                  <a:lnTo>
                    <a:pt x="345" y="139"/>
                  </a:lnTo>
                  <a:lnTo>
                    <a:pt x="347" y="156"/>
                  </a:lnTo>
                  <a:lnTo>
                    <a:pt x="348" y="174"/>
                  </a:lnTo>
                  <a:lnTo>
                    <a:pt x="347" y="192"/>
                  </a:lnTo>
                  <a:lnTo>
                    <a:pt x="345" y="209"/>
                  </a:lnTo>
                  <a:lnTo>
                    <a:pt x="340" y="226"/>
                  </a:lnTo>
                  <a:lnTo>
                    <a:pt x="334" y="241"/>
                  </a:lnTo>
                  <a:lnTo>
                    <a:pt x="327" y="257"/>
                  </a:lnTo>
                  <a:lnTo>
                    <a:pt x="318" y="272"/>
                  </a:lnTo>
                  <a:lnTo>
                    <a:pt x="308" y="285"/>
                  </a:lnTo>
                  <a:lnTo>
                    <a:pt x="297" y="297"/>
                  </a:lnTo>
                  <a:lnTo>
                    <a:pt x="285" y="308"/>
                  </a:lnTo>
                  <a:lnTo>
                    <a:pt x="271" y="318"/>
                  </a:lnTo>
                  <a:lnTo>
                    <a:pt x="257" y="326"/>
                  </a:lnTo>
                  <a:lnTo>
                    <a:pt x="241" y="335"/>
                  </a:lnTo>
                  <a:lnTo>
                    <a:pt x="226" y="340"/>
                  </a:lnTo>
                  <a:lnTo>
                    <a:pt x="209" y="344"/>
                  </a:lnTo>
                  <a:lnTo>
                    <a:pt x="191" y="347"/>
                  </a:lnTo>
                  <a:lnTo>
                    <a:pt x="174" y="348"/>
                  </a:lnTo>
                  <a:lnTo>
                    <a:pt x="156" y="347"/>
                  </a:lnTo>
                  <a:lnTo>
                    <a:pt x="139" y="344"/>
                  </a:lnTo>
                  <a:lnTo>
                    <a:pt x="122" y="340"/>
                  </a:lnTo>
                  <a:lnTo>
                    <a:pt x="106" y="335"/>
                  </a:lnTo>
                  <a:lnTo>
                    <a:pt x="91" y="326"/>
                  </a:lnTo>
                  <a:lnTo>
                    <a:pt x="76" y="318"/>
                  </a:lnTo>
                  <a:lnTo>
                    <a:pt x="63" y="308"/>
                  </a:lnTo>
                  <a:lnTo>
                    <a:pt x="50" y="297"/>
                  </a:lnTo>
                  <a:lnTo>
                    <a:pt x="39" y="285"/>
                  </a:lnTo>
                  <a:lnTo>
                    <a:pt x="30" y="272"/>
                  </a:lnTo>
                  <a:lnTo>
                    <a:pt x="20" y="257"/>
                  </a:lnTo>
                  <a:lnTo>
                    <a:pt x="13" y="241"/>
                  </a:lnTo>
                  <a:lnTo>
                    <a:pt x="8" y="226"/>
                  </a:lnTo>
                  <a:lnTo>
                    <a:pt x="3" y="209"/>
                  </a:lnTo>
                  <a:lnTo>
                    <a:pt x="1" y="192"/>
                  </a:lnTo>
                  <a:lnTo>
                    <a:pt x="0" y="174"/>
                  </a:lnTo>
                  <a:close/>
                </a:path>
              </a:pathLst>
            </a:custGeom>
            <a:solidFill>
              <a:schemeClr val="accent3"/>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grpSp>
        <p:nvGrpSpPr>
          <p:cNvPr id="18" name="淘宝店chenying0907 2"/>
          <p:cNvGrpSpPr/>
          <p:nvPr/>
        </p:nvGrpSpPr>
        <p:grpSpPr>
          <a:xfrm>
            <a:off x="7218240" y="3202099"/>
            <a:ext cx="481944" cy="1153898"/>
            <a:chOff x="5133272" y="2277120"/>
            <a:chExt cx="342900" cy="820738"/>
          </a:xfrm>
        </p:grpSpPr>
        <p:sp>
          <p:nvSpPr>
            <p:cNvPr id="13" name="淘宝店chenying0907 10"/>
            <p:cNvSpPr>
              <a:spLocks/>
            </p:cNvSpPr>
            <p:nvPr/>
          </p:nvSpPr>
          <p:spPr bwMode="auto">
            <a:xfrm>
              <a:off x="5133272" y="2277120"/>
              <a:ext cx="342900" cy="820738"/>
            </a:xfrm>
            <a:custGeom>
              <a:avLst/>
              <a:gdLst>
                <a:gd name="T0" fmla="*/ 1722 w 1726"/>
                <a:gd name="T1" fmla="*/ 264 h 4136"/>
                <a:gd name="T2" fmla="*/ 1709 w 1726"/>
                <a:gd name="T3" fmla="*/ 53 h 4136"/>
                <a:gd name="T4" fmla="*/ 1644 w 1726"/>
                <a:gd name="T5" fmla="*/ 24 h 4136"/>
                <a:gd name="T6" fmla="*/ 1559 w 1726"/>
                <a:gd name="T7" fmla="*/ 48 h 4136"/>
                <a:gd name="T8" fmla="*/ 1472 w 1726"/>
                <a:gd name="T9" fmla="*/ 64 h 4136"/>
                <a:gd name="T10" fmla="*/ 1382 w 1726"/>
                <a:gd name="T11" fmla="*/ 70 h 4136"/>
                <a:gd name="T12" fmla="*/ 1289 w 1726"/>
                <a:gd name="T13" fmla="*/ 68 h 4136"/>
                <a:gd name="T14" fmla="*/ 1276 w 1726"/>
                <a:gd name="T15" fmla="*/ 198 h 4136"/>
                <a:gd name="T16" fmla="*/ 1282 w 1726"/>
                <a:gd name="T17" fmla="*/ 379 h 4136"/>
                <a:gd name="T18" fmla="*/ 1279 w 1726"/>
                <a:gd name="T19" fmla="*/ 668 h 4136"/>
                <a:gd name="T20" fmla="*/ 1261 w 1726"/>
                <a:gd name="T21" fmla="*/ 984 h 4136"/>
                <a:gd name="T22" fmla="*/ 1228 w 1726"/>
                <a:gd name="T23" fmla="*/ 1292 h 4136"/>
                <a:gd name="T24" fmla="*/ 1182 w 1726"/>
                <a:gd name="T25" fmla="*/ 1590 h 4136"/>
                <a:gd name="T26" fmla="*/ 1120 w 1726"/>
                <a:gd name="T27" fmla="*/ 1878 h 4136"/>
                <a:gd name="T28" fmla="*/ 1045 w 1726"/>
                <a:gd name="T29" fmla="*/ 2157 h 4136"/>
                <a:gd name="T30" fmla="*/ 955 w 1726"/>
                <a:gd name="T31" fmla="*/ 2428 h 4136"/>
                <a:gd name="T32" fmla="*/ 850 w 1726"/>
                <a:gd name="T33" fmla="*/ 2689 h 4136"/>
                <a:gd name="T34" fmla="*/ 729 w 1726"/>
                <a:gd name="T35" fmla="*/ 2743 h 4136"/>
                <a:gd name="T36" fmla="*/ 591 w 1726"/>
                <a:gd name="T37" fmla="*/ 2750 h 4136"/>
                <a:gd name="T38" fmla="*/ 457 w 1726"/>
                <a:gd name="T39" fmla="*/ 2785 h 4136"/>
                <a:gd name="T40" fmla="*/ 336 w 1726"/>
                <a:gd name="T41" fmla="*/ 2843 h 4136"/>
                <a:gd name="T42" fmla="*/ 228 w 1726"/>
                <a:gd name="T43" fmla="*/ 2923 h 4136"/>
                <a:gd name="T44" fmla="*/ 139 w 1726"/>
                <a:gd name="T45" fmla="*/ 3022 h 4136"/>
                <a:gd name="T46" fmla="*/ 70 w 1726"/>
                <a:gd name="T47" fmla="*/ 3136 h 4136"/>
                <a:gd name="T48" fmla="*/ 22 w 1726"/>
                <a:gd name="T49" fmla="*/ 3265 h 4136"/>
                <a:gd name="T50" fmla="*/ 2 w 1726"/>
                <a:gd name="T51" fmla="*/ 3403 h 4136"/>
                <a:gd name="T52" fmla="*/ 9 w 1726"/>
                <a:gd name="T53" fmla="*/ 3545 h 4136"/>
                <a:gd name="T54" fmla="*/ 43 w 1726"/>
                <a:gd name="T55" fmla="*/ 3679 h 4136"/>
                <a:gd name="T56" fmla="*/ 102 w 1726"/>
                <a:gd name="T57" fmla="*/ 3800 h 4136"/>
                <a:gd name="T58" fmla="*/ 182 w 1726"/>
                <a:gd name="T59" fmla="*/ 3908 h 4136"/>
                <a:gd name="T60" fmla="*/ 280 w 1726"/>
                <a:gd name="T61" fmla="*/ 3997 h 4136"/>
                <a:gd name="T62" fmla="*/ 395 w 1726"/>
                <a:gd name="T63" fmla="*/ 4067 h 4136"/>
                <a:gd name="T64" fmla="*/ 523 w 1726"/>
                <a:gd name="T65" fmla="*/ 4114 h 4136"/>
                <a:gd name="T66" fmla="*/ 661 w 1726"/>
                <a:gd name="T67" fmla="*/ 4135 h 4136"/>
                <a:gd name="T68" fmla="*/ 803 w 1726"/>
                <a:gd name="T69" fmla="*/ 4128 h 4136"/>
                <a:gd name="T70" fmla="*/ 936 w 1726"/>
                <a:gd name="T71" fmla="*/ 4093 h 4136"/>
                <a:gd name="T72" fmla="*/ 1058 w 1726"/>
                <a:gd name="T73" fmla="*/ 4034 h 4136"/>
                <a:gd name="T74" fmla="*/ 1165 w 1726"/>
                <a:gd name="T75" fmla="*/ 3954 h 4136"/>
                <a:gd name="T76" fmla="*/ 1255 w 1726"/>
                <a:gd name="T77" fmla="*/ 3856 h 4136"/>
                <a:gd name="T78" fmla="*/ 1325 w 1726"/>
                <a:gd name="T79" fmla="*/ 3741 h 4136"/>
                <a:gd name="T80" fmla="*/ 1371 w 1726"/>
                <a:gd name="T81" fmla="*/ 3613 h 4136"/>
                <a:gd name="T82" fmla="*/ 1392 w 1726"/>
                <a:gd name="T83" fmla="*/ 3474 h 4136"/>
                <a:gd name="T84" fmla="*/ 1386 w 1726"/>
                <a:gd name="T85" fmla="*/ 3338 h 4136"/>
                <a:gd name="T86" fmla="*/ 1356 w 1726"/>
                <a:gd name="T87" fmla="*/ 3213 h 4136"/>
                <a:gd name="T88" fmla="*/ 1303 w 1726"/>
                <a:gd name="T89" fmla="*/ 3097 h 4136"/>
                <a:gd name="T90" fmla="*/ 1231 w 1726"/>
                <a:gd name="T91" fmla="*/ 2993 h 4136"/>
                <a:gd name="T92" fmla="*/ 1303 w 1726"/>
                <a:gd name="T93" fmla="*/ 2757 h 4136"/>
                <a:gd name="T94" fmla="*/ 1412 w 1726"/>
                <a:gd name="T95" fmla="*/ 2466 h 4136"/>
                <a:gd name="T96" fmla="*/ 1504 w 1726"/>
                <a:gd name="T97" fmla="*/ 2166 h 4136"/>
                <a:gd name="T98" fmla="*/ 1580 w 1726"/>
                <a:gd name="T99" fmla="*/ 1856 h 4136"/>
                <a:gd name="T100" fmla="*/ 1641 w 1726"/>
                <a:gd name="T101" fmla="*/ 1535 h 4136"/>
                <a:gd name="T102" fmla="*/ 1685 w 1726"/>
                <a:gd name="T103" fmla="*/ 1205 h 4136"/>
                <a:gd name="T104" fmla="*/ 1713 w 1726"/>
                <a:gd name="T105" fmla="*/ 864 h 4136"/>
                <a:gd name="T106" fmla="*/ 1724 w 1726"/>
                <a:gd name="T107" fmla="*/ 514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26" h="4136">
                  <a:moveTo>
                    <a:pt x="1726" y="423"/>
                  </a:moveTo>
                  <a:lnTo>
                    <a:pt x="1724" y="371"/>
                  </a:lnTo>
                  <a:lnTo>
                    <a:pt x="1723" y="317"/>
                  </a:lnTo>
                  <a:lnTo>
                    <a:pt x="1722" y="264"/>
                  </a:lnTo>
                  <a:lnTo>
                    <a:pt x="1719" y="211"/>
                  </a:lnTo>
                  <a:lnTo>
                    <a:pt x="1716" y="158"/>
                  </a:lnTo>
                  <a:lnTo>
                    <a:pt x="1713" y="105"/>
                  </a:lnTo>
                  <a:lnTo>
                    <a:pt x="1709" y="53"/>
                  </a:lnTo>
                  <a:lnTo>
                    <a:pt x="1704" y="0"/>
                  </a:lnTo>
                  <a:lnTo>
                    <a:pt x="1684" y="9"/>
                  </a:lnTo>
                  <a:lnTo>
                    <a:pt x="1663" y="17"/>
                  </a:lnTo>
                  <a:lnTo>
                    <a:pt x="1644" y="24"/>
                  </a:lnTo>
                  <a:lnTo>
                    <a:pt x="1623" y="30"/>
                  </a:lnTo>
                  <a:lnTo>
                    <a:pt x="1601" y="37"/>
                  </a:lnTo>
                  <a:lnTo>
                    <a:pt x="1580" y="43"/>
                  </a:lnTo>
                  <a:lnTo>
                    <a:pt x="1559" y="48"/>
                  </a:lnTo>
                  <a:lnTo>
                    <a:pt x="1538" y="52"/>
                  </a:lnTo>
                  <a:lnTo>
                    <a:pt x="1516" y="56"/>
                  </a:lnTo>
                  <a:lnTo>
                    <a:pt x="1493" y="60"/>
                  </a:lnTo>
                  <a:lnTo>
                    <a:pt x="1472" y="64"/>
                  </a:lnTo>
                  <a:lnTo>
                    <a:pt x="1450" y="66"/>
                  </a:lnTo>
                  <a:lnTo>
                    <a:pt x="1427" y="68"/>
                  </a:lnTo>
                  <a:lnTo>
                    <a:pt x="1404" y="69"/>
                  </a:lnTo>
                  <a:lnTo>
                    <a:pt x="1382" y="70"/>
                  </a:lnTo>
                  <a:lnTo>
                    <a:pt x="1359" y="71"/>
                  </a:lnTo>
                  <a:lnTo>
                    <a:pt x="1335" y="70"/>
                  </a:lnTo>
                  <a:lnTo>
                    <a:pt x="1312" y="69"/>
                  </a:lnTo>
                  <a:lnTo>
                    <a:pt x="1289" y="68"/>
                  </a:lnTo>
                  <a:lnTo>
                    <a:pt x="1266" y="66"/>
                  </a:lnTo>
                  <a:lnTo>
                    <a:pt x="1270" y="110"/>
                  </a:lnTo>
                  <a:lnTo>
                    <a:pt x="1273" y="154"/>
                  </a:lnTo>
                  <a:lnTo>
                    <a:pt x="1276" y="198"/>
                  </a:lnTo>
                  <a:lnTo>
                    <a:pt x="1278" y="244"/>
                  </a:lnTo>
                  <a:lnTo>
                    <a:pt x="1280" y="289"/>
                  </a:lnTo>
                  <a:lnTo>
                    <a:pt x="1282" y="333"/>
                  </a:lnTo>
                  <a:lnTo>
                    <a:pt x="1282" y="379"/>
                  </a:lnTo>
                  <a:lnTo>
                    <a:pt x="1283" y="423"/>
                  </a:lnTo>
                  <a:lnTo>
                    <a:pt x="1282" y="505"/>
                  </a:lnTo>
                  <a:lnTo>
                    <a:pt x="1281" y="587"/>
                  </a:lnTo>
                  <a:lnTo>
                    <a:pt x="1279" y="668"/>
                  </a:lnTo>
                  <a:lnTo>
                    <a:pt x="1276" y="748"/>
                  </a:lnTo>
                  <a:lnTo>
                    <a:pt x="1272" y="828"/>
                  </a:lnTo>
                  <a:lnTo>
                    <a:pt x="1267" y="907"/>
                  </a:lnTo>
                  <a:lnTo>
                    <a:pt x="1261" y="984"/>
                  </a:lnTo>
                  <a:lnTo>
                    <a:pt x="1254" y="1062"/>
                  </a:lnTo>
                  <a:lnTo>
                    <a:pt x="1247" y="1140"/>
                  </a:lnTo>
                  <a:lnTo>
                    <a:pt x="1239" y="1216"/>
                  </a:lnTo>
                  <a:lnTo>
                    <a:pt x="1228" y="1292"/>
                  </a:lnTo>
                  <a:lnTo>
                    <a:pt x="1218" y="1367"/>
                  </a:lnTo>
                  <a:lnTo>
                    <a:pt x="1208" y="1442"/>
                  </a:lnTo>
                  <a:lnTo>
                    <a:pt x="1195" y="1516"/>
                  </a:lnTo>
                  <a:lnTo>
                    <a:pt x="1182" y="1590"/>
                  </a:lnTo>
                  <a:lnTo>
                    <a:pt x="1168" y="1663"/>
                  </a:lnTo>
                  <a:lnTo>
                    <a:pt x="1154" y="1735"/>
                  </a:lnTo>
                  <a:lnTo>
                    <a:pt x="1137" y="1807"/>
                  </a:lnTo>
                  <a:lnTo>
                    <a:pt x="1120" y="1878"/>
                  </a:lnTo>
                  <a:lnTo>
                    <a:pt x="1103" y="1949"/>
                  </a:lnTo>
                  <a:lnTo>
                    <a:pt x="1084" y="2018"/>
                  </a:lnTo>
                  <a:lnTo>
                    <a:pt x="1066" y="2089"/>
                  </a:lnTo>
                  <a:lnTo>
                    <a:pt x="1045" y="2157"/>
                  </a:lnTo>
                  <a:lnTo>
                    <a:pt x="1024" y="2226"/>
                  </a:lnTo>
                  <a:lnTo>
                    <a:pt x="1001" y="2294"/>
                  </a:lnTo>
                  <a:lnTo>
                    <a:pt x="979" y="2361"/>
                  </a:lnTo>
                  <a:lnTo>
                    <a:pt x="955" y="2428"/>
                  </a:lnTo>
                  <a:lnTo>
                    <a:pt x="930" y="2494"/>
                  </a:lnTo>
                  <a:lnTo>
                    <a:pt x="904" y="2560"/>
                  </a:lnTo>
                  <a:lnTo>
                    <a:pt x="878" y="2625"/>
                  </a:lnTo>
                  <a:lnTo>
                    <a:pt x="850" y="2689"/>
                  </a:lnTo>
                  <a:lnTo>
                    <a:pt x="821" y="2754"/>
                  </a:lnTo>
                  <a:lnTo>
                    <a:pt x="791" y="2748"/>
                  </a:lnTo>
                  <a:lnTo>
                    <a:pt x="760" y="2745"/>
                  </a:lnTo>
                  <a:lnTo>
                    <a:pt x="729" y="2743"/>
                  </a:lnTo>
                  <a:lnTo>
                    <a:pt x="697" y="2742"/>
                  </a:lnTo>
                  <a:lnTo>
                    <a:pt x="661" y="2743"/>
                  </a:lnTo>
                  <a:lnTo>
                    <a:pt x="626" y="2745"/>
                  </a:lnTo>
                  <a:lnTo>
                    <a:pt x="591" y="2750"/>
                  </a:lnTo>
                  <a:lnTo>
                    <a:pt x="557" y="2756"/>
                  </a:lnTo>
                  <a:lnTo>
                    <a:pt x="523" y="2764"/>
                  </a:lnTo>
                  <a:lnTo>
                    <a:pt x="490" y="2773"/>
                  </a:lnTo>
                  <a:lnTo>
                    <a:pt x="457" y="2785"/>
                  </a:lnTo>
                  <a:lnTo>
                    <a:pt x="426" y="2797"/>
                  </a:lnTo>
                  <a:lnTo>
                    <a:pt x="395" y="2811"/>
                  </a:lnTo>
                  <a:lnTo>
                    <a:pt x="365" y="2826"/>
                  </a:lnTo>
                  <a:lnTo>
                    <a:pt x="336" y="2843"/>
                  </a:lnTo>
                  <a:lnTo>
                    <a:pt x="308" y="2861"/>
                  </a:lnTo>
                  <a:lnTo>
                    <a:pt x="280" y="2880"/>
                  </a:lnTo>
                  <a:lnTo>
                    <a:pt x="254" y="2901"/>
                  </a:lnTo>
                  <a:lnTo>
                    <a:pt x="228" y="2923"/>
                  </a:lnTo>
                  <a:lnTo>
                    <a:pt x="205" y="2946"/>
                  </a:lnTo>
                  <a:lnTo>
                    <a:pt x="182" y="2970"/>
                  </a:lnTo>
                  <a:lnTo>
                    <a:pt x="160" y="2995"/>
                  </a:lnTo>
                  <a:lnTo>
                    <a:pt x="139" y="3022"/>
                  </a:lnTo>
                  <a:lnTo>
                    <a:pt x="120" y="3049"/>
                  </a:lnTo>
                  <a:lnTo>
                    <a:pt x="102" y="3077"/>
                  </a:lnTo>
                  <a:lnTo>
                    <a:pt x="84" y="3107"/>
                  </a:lnTo>
                  <a:lnTo>
                    <a:pt x="70" y="3136"/>
                  </a:lnTo>
                  <a:lnTo>
                    <a:pt x="55" y="3167"/>
                  </a:lnTo>
                  <a:lnTo>
                    <a:pt x="43" y="3199"/>
                  </a:lnTo>
                  <a:lnTo>
                    <a:pt x="33" y="3232"/>
                  </a:lnTo>
                  <a:lnTo>
                    <a:pt x="22" y="3265"/>
                  </a:lnTo>
                  <a:lnTo>
                    <a:pt x="15" y="3298"/>
                  </a:lnTo>
                  <a:lnTo>
                    <a:pt x="9" y="3333"/>
                  </a:lnTo>
                  <a:lnTo>
                    <a:pt x="5" y="3367"/>
                  </a:lnTo>
                  <a:lnTo>
                    <a:pt x="2" y="3403"/>
                  </a:lnTo>
                  <a:lnTo>
                    <a:pt x="0" y="3439"/>
                  </a:lnTo>
                  <a:lnTo>
                    <a:pt x="2" y="3474"/>
                  </a:lnTo>
                  <a:lnTo>
                    <a:pt x="5" y="3511"/>
                  </a:lnTo>
                  <a:lnTo>
                    <a:pt x="9" y="3545"/>
                  </a:lnTo>
                  <a:lnTo>
                    <a:pt x="15" y="3579"/>
                  </a:lnTo>
                  <a:lnTo>
                    <a:pt x="22" y="3613"/>
                  </a:lnTo>
                  <a:lnTo>
                    <a:pt x="33" y="3646"/>
                  </a:lnTo>
                  <a:lnTo>
                    <a:pt x="43" y="3679"/>
                  </a:lnTo>
                  <a:lnTo>
                    <a:pt x="55" y="3710"/>
                  </a:lnTo>
                  <a:lnTo>
                    <a:pt x="70" y="3741"/>
                  </a:lnTo>
                  <a:lnTo>
                    <a:pt x="84" y="3771"/>
                  </a:lnTo>
                  <a:lnTo>
                    <a:pt x="102" y="3800"/>
                  </a:lnTo>
                  <a:lnTo>
                    <a:pt x="120" y="3829"/>
                  </a:lnTo>
                  <a:lnTo>
                    <a:pt x="139" y="3856"/>
                  </a:lnTo>
                  <a:lnTo>
                    <a:pt x="160" y="3882"/>
                  </a:lnTo>
                  <a:lnTo>
                    <a:pt x="182" y="3908"/>
                  </a:lnTo>
                  <a:lnTo>
                    <a:pt x="205" y="3932"/>
                  </a:lnTo>
                  <a:lnTo>
                    <a:pt x="228" y="3954"/>
                  </a:lnTo>
                  <a:lnTo>
                    <a:pt x="254" y="3976"/>
                  </a:lnTo>
                  <a:lnTo>
                    <a:pt x="280" y="3997"/>
                  </a:lnTo>
                  <a:lnTo>
                    <a:pt x="308" y="4017"/>
                  </a:lnTo>
                  <a:lnTo>
                    <a:pt x="336" y="4034"/>
                  </a:lnTo>
                  <a:lnTo>
                    <a:pt x="365" y="4052"/>
                  </a:lnTo>
                  <a:lnTo>
                    <a:pt x="395" y="4067"/>
                  </a:lnTo>
                  <a:lnTo>
                    <a:pt x="426" y="4081"/>
                  </a:lnTo>
                  <a:lnTo>
                    <a:pt x="457" y="4093"/>
                  </a:lnTo>
                  <a:lnTo>
                    <a:pt x="490" y="4105"/>
                  </a:lnTo>
                  <a:lnTo>
                    <a:pt x="523" y="4114"/>
                  </a:lnTo>
                  <a:lnTo>
                    <a:pt x="557" y="4121"/>
                  </a:lnTo>
                  <a:lnTo>
                    <a:pt x="591" y="4128"/>
                  </a:lnTo>
                  <a:lnTo>
                    <a:pt x="626" y="4132"/>
                  </a:lnTo>
                  <a:lnTo>
                    <a:pt x="661" y="4135"/>
                  </a:lnTo>
                  <a:lnTo>
                    <a:pt x="697" y="4136"/>
                  </a:lnTo>
                  <a:lnTo>
                    <a:pt x="733" y="4135"/>
                  </a:lnTo>
                  <a:lnTo>
                    <a:pt x="768" y="4132"/>
                  </a:lnTo>
                  <a:lnTo>
                    <a:pt x="803" y="4128"/>
                  </a:lnTo>
                  <a:lnTo>
                    <a:pt x="838" y="4121"/>
                  </a:lnTo>
                  <a:lnTo>
                    <a:pt x="871" y="4114"/>
                  </a:lnTo>
                  <a:lnTo>
                    <a:pt x="904" y="4105"/>
                  </a:lnTo>
                  <a:lnTo>
                    <a:pt x="936" y="4093"/>
                  </a:lnTo>
                  <a:lnTo>
                    <a:pt x="968" y="4081"/>
                  </a:lnTo>
                  <a:lnTo>
                    <a:pt x="999" y="4067"/>
                  </a:lnTo>
                  <a:lnTo>
                    <a:pt x="1029" y="4052"/>
                  </a:lnTo>
                  <a:lnTo>
                    <a:pt x="1058" y="4034"/>
                  </a:lnTo>
                  <a:lnTo>
                    <a:pt x="1086" y="4017"/>
                  </a:lnTo>
                  <a:lnTo>
                    <a:pt x="1113" y="3997"/>
                  </a:lnTo>
                  <a:lnTo>
                    <a:pt x="1140" y="3976"/>
                  </a:lnTo>
                  <a:lnTo>
                    <a:pt x="1165" y="3954"/>
                  </a:lnTo>
                  <a:lnTo>
                    <a:pt x="1189" y="3932"/>
                  </a:lnTo>
                  <a:lnTo>
                    <a:pt x="1213" y="3908"/>
                  </a:lnTo>
                  <a:lnTo>
                    <a:pt x="1234" y="3882"/>
                  </a:lnTo>
                  <a:lnTo>
                    <a:pt x="1255" y="3856"/>
                  </a:lnTo>
                  <a:lnTo>
                    <a:pt x="1274" y="3829"/>
                  </a:lnTo>
                  <a:lnTo>
                    <a:pt x="1292" y="3800"/>
                  </a:lnTo>
                  <a:lnTo>
                    <a:pt x="1309" y="3771"/>
                  </a:lnTo>
                  <a:lnTo>
                    <a:pt x="1325" y="3741"/>
                  </a:lnTo>
                  <a:lnTo>
                    <a:pt x="1338" y="3710"/>
                  </a:lnTo>
                  <a:lnTo>
                    <a:pt x="1350" y="3679"/>
                  </a:lnTo>
                  <a:lnTo>
                    <a:pt x="1362" y="3646"/>
                  </a:lnTo>
                  <a:lnTo>
                    <a:pt x="1371" y="3613"/>
                  </a:lnTo>
                  <a:lnTo>
                    <a:pt x="1379" y="3579"/>
                  </a:lnTo>
                  <a:lnTo>
                    <a:pt x="1385" y="3545"/>
                  </a:lnTo>
                  <a:lnTo>
                    <a:pt x="1390" y="3511"/>
                  </a:lnTo>
                  <a:lnTo>
                    <a:pt x="1392" y="3474"/>
                  </a:lnTo>
                  <a:lnTo>
                    <a:pt x="1393" y="3439"/>
                  </a:lnTo>
                  <a:lnTo>
                    <a:pt x="1392" y="3405"/>
                  </a:lnTo>
                  <a:lnTo>
                    <a:pt x="1390" y="3372"/>
                  </a:lnTo>
                  <a:lnTo>
                    <a:pt x="1386" y="3338"/>
                  </a:lnTo>
                  <a:lnTo>
                    <a:pt x="1381" y="3306"/>
                  </a:lnTo>
                  <a:lnTo>
                    <a:pt x="1373" y="3275"/>
                  </a:lnTo>
                  <a:lnTo>
                    <a:pt x="1365" y="3243"/>
                  </a:lnTo>
                  <a:lnTo>
                    <a:pt x="1356" y="3213"/>
                  </a:lnTo>
                  <a:lnTo>
                    <a:pt x="1344" y="3183"/>
                  </a:lnTo>
                  <a:lnTo>
                    <a:pt x="1332" y="3154"/>
                  </a:lnTo>
                  <a:lnTo>
                    <a:pt x="1318" y="3125"/>
                  </a:lnTo>
                  <a:lnTo>
                    <a:pt x="1303" y="3097"/>
                  </a:lnTo>
                  <a:lnTo>
                    <a:pt x="1286" y="3070"/>
                  </a:lnTo>
                  <a:lnTo>
                    <a:pt x="1270" y="3043"/>
                  </a:lnTo>
                  <a:lnTo>
                    <a:pt x="1251" y="3018"/>
                  </a:lnTo>
                  <a:lnTo>
                    <a:pt x="1231" y="2993"/>
                  </a:lnTo>
                  <a:lnTo>
                    <a:pt x="1211" y="2969"/>
                  </a:lnTo>
                  <a:lnTo>
                    <a:pt x="1242" y="2899"/>
                  </a:lnTo>
                  <a:lnTo>
                    <a:pt x="1273" y="2828"/>
                  </a:lnTo>
                  <a:lnTo>
                    <a:pt x="1303" y="2757"/>
                  </a:lnTo>
                  <a:lnTo>
                    <a:pt x="1332" y="2685"/>
                  </a:lnTo>
                  <a:lnTo>
                    <a:pt x="1359" y="2613"/>
                  </a:lnTo>
                  <a:lnTo>
                    <a:pt x="1386" y="2540"/>
                  </a:lnTo>
                  <a:lnTo>
                    <a:pt x="1412" y="2466"/>
                  </a:lnTo>
                  <a:lnTo>
                    <a:pt x="1436" y="2392"/>
                  </a:lnTo>
                  <a:lnTo>
                    <a:pt x="1460" y="2317"/>
                  </a:lnTo>
                  <a:lnTo>
                    <a:pt x="1482" y="2241"/>
                  </a:lnTo>
                  <a:lnTo>
                    <a:pt x="1504" y="2166"/>
                  </a:lnTo>
                  <a:lnTo>
                    <a:pt x="1525" y="2089"/>
                  </a:lnTo>
                  <a:lnTo>
                    <a:pt x="1544" y="2012"/>
                  </a:lnTo>
                  <a:lnTo>
                    <a:pt x="1563" y="1933"/>
                  </a:lnTo>
                  <a:lnTo>
                    <a:pt x="1580" y="1856"/>
                  </a:lnTo>
                  <a:lnTo>
                    <a:pt x="1597" y="1777"/>
                  </a:lnTo>
                  <a:lnTo>
                    <a:pt x="1613" y="1697"/>
                  </a:lnTo>
                  <a:lnTo>
                    <a:pt x="1627" y="1616"/>
                  </a:lnTo>
                  <a:lnTo>
                    <a:pt x="1641" y="1535"/>
                  </a:lnTo>
                  <a:lnTo>
                    <a:pt x="1653" y="1453"/>
                  </a:lnTo>
                  <a:lnTo>
                    <a:pt x="1664" y="1371"/>
                  </a:lnTo>
                  <a:lnTo>
                    <a:pt x="1675" y="1288"/>
                  </a:lnTo>
                  <a:lnTo>
                    <a:pt x="1685" y="1205"/>
                  </a:lnTo>
                  <a:lnTo>
                    <a:pt x="1693" y="1121"/>
                  </a:lnTo>
                  <a:lnTo>
                    <a:pt x="1701" y="1036"/>
                  </a:lnTo>
                  <a:lnTo>
                    <a:pt x="1707" y="950"/>
                  </a:lnTo>
                  <a:lnTo>
                    <a:pt x="1713" y="864"/>
                  </a:lnTo>
                  <a:lnTo>
                    <a:pt x="1717" y="778"/>
                  </a:lnTo>
                  <a:lnTo>
                    <a:pt x="1720" y="690"/>
                  </a:lnTo>
                  <a:lnTo>
                    <a:pt x="1723" y="602"/>
                  </a:lnTo>
                  <a:lnTo>
                    <a:pt x="1724" y="514"/>
                  </a:lnTo>
                  <a:lnTo>
                    <a:pt x="1726" y="423"/>
                  </a:lnTo>
                  <a:close/>
                </a:path>
              </a:pathLst>
            </a:custGeom>
            <a:solidFill>
              <a:schemeClr val="accent4"/>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46" name="淘宝店chenying0907 16"/>
            <p:cNvSpPr>
              <a:spLocks/>
            </p:cNvSpPr>
            <p:nvPr/>
          </p:nvSpPr>
          <p:spPr bwMode="auto">
            <a:xfrm>
              <a:off x="5203122" y="2889895"/>
              <a:ext cx="138113" cy="138113"/>
            </a:xfrm>
            <a:custGeom>
              <a:avLst/>
              <a:gdLst>
                <a:gd name="T0" fmla="*/ 2 w 696"/>
                <a:gd name="T1" fmla="*/ 312 h 696"/>
                <a:gd name="T2" fmla="*/ 11 w 696"/>
                <a:gd name="T3" fmla="*/ 261 h 696"/>
                <a:gd name="T4" fmla="*/ 28 w 696"/>
                <a:gd name="T5" fmla="*/ 212 h 696"/>
                <a:gd name="T6" fmla="*/ 50 w 696"/>
                <a:gd name="T7" fmla="*/ 168 h 696"/>
                <a:gd name="T8" fmla="*/ 79 w 696"/>
                <a:gd name="T9" fmla="*/ 126 h 696"/>
                <a:gd name="T10" fmla="*/ 114 w 696"/>
                <a:gd name="T11" fmla="*/ 90 h 696"/>
                <a:gd name="T12" fmla="*/ 153 w 696"/>
                <a:gd name="T13" fmla="*/ 59 h 696"/>
                <a:gd name="T14" fmla="*/ 197 w 696"/>
                <a:gd name="T15" fmla="*/ 34 h 696"/>
                <a:gd name="T16" fmla="*/ 244 w 696"/>
                <a:gd name="T17" fmla="*/ 15 h 696"/>
                <a:gd name="T18" fmla="*/ 295 w 696"/>
                <a:gd name="T19" fmla="*/ 4 h 696"/>
                <a:gd name="T20" fmla="*/ 348 w 696"/>
                <a:gd name="T21" fmla="*/ 0 h 696"/>
                <a:gd name="T22" fmla="*/ 401 w 696"/>
                <a:gd name="T23" fmla="*/ 4 h 696"/>
                <a:gd name="T24" fmla="*/ 451 w 696"/>
                <a:gd name="T25" fmla="*/ 15 h 696"/>
                <a:gd name="T26" fmla="*/ 499 w 696"/>
                <a:gd name="T27" fmla="*/ 34 h 696"/>
                <a:gd name="T28" fmla="*/ 543 w 696"/>
                <a:gd name="T29" fmla="*/ 59 h 696"/>
                <a:gd name="T30" fmla="*/ 582 w 696"/>
                <a:gd name="T31" fmla="*/ 90 h 696"/>
                <a:gd name="T32" fmla="*/ 616 w 696"/>
                <a:gd name="T33" fmla="*/ 126 h 696"/>
                <a:gd name="T34" fmla="*/ 646 w 696"/>
                <a:gd name="T35" fmla="*/ 168 h 696"/>
                <a:gd name="T36" fmla="*/ 669 w 696"/>
                <a:gd name="T37" fmla="*/ 212 h 696"/>
                <a:gd name="T38" fmla="*/ 685 w 696"/>
                <a:gd name="T39" fmla="*/ 261 h 696"/>
                <a:gd name="T40" fmla="*/ 694 w 696"/>
                <a:gd name="T41" fmla="*/ 312 h 696"/>
                <a:gd name="T42" fmla="*/ 696 w 696"/>
                <a:gd name="T43" fmla="*/ 366 h 696"/>
                <a:gd name="T44" fmla="*/ 689 w 696"/>
                <a:gd name="T45" fmla="*/ 419 h 696"/>
                <a:gd name="T46" fmla="*/ 675 w 696"/>
                <a:gd name="T47" fmla="*/ 467 h 696"/>
                <a:gd name="T48" fmla="*/ 654 w 696"/>
                <a:gd name="T49" fmla="*/ 514 h 696"/>
                <a:gd name="T50" fmla="*/ 626 w 696"/>
                <a:gd name="T51" fmla="*/ 556 h 696"/>
                <a:gd name="T52" fmla="*/ 594 w 696"/>
                <a:gd name="T53" fmla="*/ 594 h 696"/>
                <a:gd name="T54" fmla="*/ 556 w 696"/>
                <a:gd name="T55" fmla="*/ 627 h 696"/>
                <a:gd name="T56" fmla="*/ 513 w 696"/>
                <a:gd name="T57" fmla="*/ 654 h 696"/>
                <a:gd name="T58" fmla="*/ 468 w 696"/>
                <a:gd name="T59" fmla="*/ 675 h 696"/>
                <a:gd name="T60" fmla="*/ 418 w 696"/>
                <a:gd name="T61" fmla="*/ 689 h 696"/>
                <a:gd name="T62" fmla="*/ 365 w 696"/>
                <a:gd name="T63" fmla="*/ 695 h 696"/>
                <a:gd name="T64" fmla="*/ 312 w 696"/>
                <a:gd name="T65" fmla="*/ 694 h 696"/>
                <a:gd name="T66" fmla="*/ 261 w 696"/>
                <a:gd name="T67" fmla="*/ 685 h 696"/>
                <a:gd name="T68" fmla="*/ 212 w 696"/>
                <a:gd name="T69" fmla="*/ 668 h 696"/>
                <a:gd name="T70" fmla="*/ 167 w 696"/>
                <a:gd name="T71" fmla="*/ 646 h 696"/>
                <a:gd name="T72" fmla="*/ 127 w 696"/>
                <a:gd name="T73" fmla="*/ 617 h 696"/>
                <a:gd name="T74" fmla="*/ 91 w 696"/>
                <a:gd name="T75" fmla="*/ 582 h 696"/>
                <a:gd name="T76" fmla="*/ 60 w 696"/>
                <a:gd name="T77" fmla="*/ 543 h 696"/>
                <a:gd name="T78" fmla="*/ 34 w 696"/>
                <a:gd name="T79" fmla="*/ 498 h 696"/>
                <a:gd name="T80" fmla="*/ 15 w 696"/>
                <a:gd name="T81" fmla="*/ 452 h 696"/>
                <a:gd name="T82" fmla="*/ 4 w 696"/>
                <a:gd name="T83" fmla="*/ 401 h 696"/>
                <a:gd name="T84" fmla="*/ 0 w 696"/>
                <a:gd name="T85" fmla="*/ 348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6" h="696">
                  <a:moveTo>
                    <a:pt x="0" y="348"/>
                  </a:moveTo>
                  <a:lnTo>
                    <a:pt x="1" y="330"/>
                  </a:lnTo>
                  <a:lnTo>
                    <a:pt x="2" y="312"/>
                  </a:lnTo>
                  <a:lnTo>
                    <a:pt x="4" y="295"/>
                  </a:lnTo>
                  <a:lnTo>
                    <a:pt x="7" y="277"/>
                  </a:lnTo>
                  <a:lnTo>
                    <a:pt x="11" y="261"/>
                  </a:lnTo>
                  <a:lnTo>
                    <a:pt x="15" y="244"/>
                  </a:lnTo>
                  <a:lnTo>
                    <a:pt x="21" y="228"/>
                  </a:lnTo>
                  <a:lnTo>
                    <a:pt x="28" y="212"/>
                  </a:lnTo>
                  <a:lnTo>
                    <a:pt x="34" y="197"/>
                  </a:lnTo>
                  <a:lnTo>
                    <a:pt x="42" y="182"/>
                  </a:lnTo>
                  <a:lnTo>
                    <a:pt x="50" y="168"/>
                  </a:lnTo>
                  <a:lnTo>
                    <a:pt x="60" y="153"/>
                  </a:lnTo>
                  <a:lnTo>
                    <a:pt x="69" y="140"/>
                  </a:lnTo>
                  <a:lnTo>
                    <a:pt x="79" y="126"/>
                  </a:lnTo>
                  <a:lnTo>
                    <a:pt x="91" y="114"/>
                  </a:lnTo>
                  <a:lnTo>
                    <a:pt x="102" y="101"/>
                  </a:lnTo>
                  <a:lnTo>
                    <a:pt x="114" y="90"/>
                  </a:lnTo>
                  <a:lnTo>
                    <a:pt x="127" y="79"/>
                  </a:lnTo>
                  <a:lnTo>
                    <a:pt x="139" y="69"/>
                  </a:lnTo>
                  <a:lnTo>
                    <a:pt x="153" y="59"/>
                  </a:lnTo>
                  <a:lnTo>
                    <a:pt x="167" y="49"/>
                  </a:lnTo>
                  <a:lnTo>
                    <a:pt x="182" y="41"/>
                  </a:lnTo>
                  <a:lnTo>
                    <a:pt x="197" y="34"/>
                  </a:lnTo>
                  <a:lnTo>
                    <a:pt x="212" y="27"/>
                  </a:lnTo>
                  <a:lnTo>
                    <a:pt x="229" y="20"/>
                  </a:lnTo>
                  <a:lnTo>
                    <a:pt x="244" y="15"/>
                  </a:lnTo>
                  <a:lnTo>
                    <a:pt x="261" y="10"/>
                  </a:lnTo>
                  <a:lnTo>
                    <a:pt x="277" y="7"/>
                  </a:lnTo>
                  <a:lnTo>
                    <a:pt x="295" y="4"/>
                  </a:lnTo>
                  <a:lnTo>
                    <a:pt x="312" y="2"/>
                  </a:lnTo>
                  <a:lnTo>
                    <a:pt x="330" y="0"/>
                  </a:lnTo>
                  <a:lnTo>
                    <a:pt x="348" y="0"/>
                  </a:lnTo>
                  <a:lnTo>
                    <a:pt x="365" y="0"/>
                  </a:lnTo>
                  <a:lnTo>
                    <a:pt x="384" y="2"/>
                  </a:lnTo>
                  <a:lnTo>
                    <a:pt x="401" y="4"/>
                  </a:lnTo>
                  <a:lnTo>
                    <a:pt x="418" y="7"/>
                  </a:lnTo>
                  <a:lnTo>
                    <a:pt x="435" y="10"/>
                  </a:lnTo>
                  <a:lnTo>
                    <a:pt x="451" y="15"/>
                  </a:lnTo>
                  <a:lnTo>
                    <a:pt x="468" y="20"/>
                  </a:lnTo>
                  <a:lnTo>
                    <a:pt x="483" y="27"/>
                  </a:lnTo>
                  <a:lnTo>
                    <a:pt x="499" y="34"/>
                  </a:lnTo>
                  <a:lnTo>
                    <a:pt x="513" y="41"/>
                  </a:lnTo>
                  <a:lnTo>
                    <a:pt x="528" y="49"/>
                  </a:lnTo>
                  <a:lnTo>
                    <a:pt x="543" y="59"/>
                  </a:lnTo>
                  <a:lnTo>
                    <a:pt x="556" y="69"/>
                  </a:lnTo>
                  <a:lnTo>
                    <a:pt x="569" y="79"/>
                  </a:lnTo>
                  <a:lnTo>
                    <a:pt x="582" y="90"/>
                  </a:lnTo>
                  <a:lnTo>
                    <a:pt x="594" y="101"/>
                  </a:lnTo>
                  <a:lnTo>
                    <a:pt x="606" y="114"/>
                  </a:lnTo>
                  <a:lnTo>
                    <a:pt x="616" y="126"/>
                  </a:lnTo>
                  <a:lnTo>
                    <a:pt x="626" y="140"/>
                  </a:lnTo>
                  <a:lnTo>
                    <a:pt x="637" y="153"/>
                  </a:lnTo>
                  <a:lnTo>
                    <a:pt x="646" y="168"/>
                  </a:lnTo>
                  <a:lnTo>
                    <a:pt x="654" y="182"/>
                  </a:lnTo>
                  <a:lnTo>
                    <a:pt x="662" y="197"/>
                  </a:lnTo>
                  <a:lnTo>
                    <a:pt x="669" y="212"/>
                  </a:lnTo>
                  <a:lnTo>
                    <a:pt x="675" y="228"/>
                  </a:lnTo>
                  <a:lnTo>
                    <a:pt x="680" y="244"/>
                  </a:lnTo>
                  <a:lnTo>
                    <a:pt x="685" y="261"/>
                  </a:lnTo>
                  <a:lnTo>
                    <a:pt x="689" y="277"/>
                  </a:lnTo>
                  <a:lnTo>
                    <a:pt x="692" y="295"/>
                  </a:lnTo>
                  <a:lnTo>
                    <a:pt x="694" y="312"/>
                  </a:lnTo>
                  <a:lnTo>
                    <a:pt x="696" y="330"/>
                  </a:lnTo>
                  <a:lnTo>
                    <a:pt x="696" y="348"/>
                  </a:lnTo>
                  <a:lnTo>
                    <a:pt x="696" y="366"/>
                  </a:lnTo>
                  <a:lnTo>
                    <a:pt x="694" y="383"/>
                  </a:lnTo>
                  <a:lnTo>
                    <a:pt x="692" y="401"/>
                  </a:lnTo>
                  <a:lnTo>
                    <a:pt x="689" y="419"/>
                  </a:lnTo>
                  <a:lnTo>
                    <a:pt x="685" y="435"/>
                  </a:lnTo>
                  <a:lnTo>
                    <a:pt x="680" y="452"/>
                  </a:lnTo>
                  <a:lnTo>
                    <a:pt x="675" y="467"/>
                  </a:lnTo>
                  <a:lnTo>
                    <a:pt x="669" y="484"/>
                  </a:lnTo>
                  <a:lnTo>
                    <a:pt x="662" y="498"/>
                  </a:lnTo>
                  <a:lnTo>
                    <a:pt x="654" y="514"/>
                  </a:lnTo>
                  <a:lnTo>
                    <a:pt x="646" y="528"/>
                  </a:lnTo>
                  <a:lnTo>
                    <a:pt x="637" y="543"/>
                  </a:lnTo>
                  <a:lnTo>
                    <a:pt x="626" y="556"/>
                  </a:lnTo>
                  <a:lnTo>
                    <a:pt x="616" y="569"/>
                  </a:lnTo>
                  <a:lnTo>
                    <a:pt x="606" y="582"/>
                  </a:lnTo>
                  <a:lnTo>
                    <a:pt x="594" y="594"/>
                  </a:lnTo>
                  <a:lnTo>
                    <a:pt x="582" y="605"/>
                  </a:lnTo>
                  <a:lnTo>
                    <a:pt x="569" y="617"/>
                  </a:lnTo>
                  <a:lnTo>
                    <a:pt x="556" y="627"/>
                  </a:lnTo>
                  <a:lnTo>
                    <a:pt x="543" y="636"/>
                  </a:lnTo>
                  <a:lnTo>
                    <a:pt x="528" y="646"/>
                  </a:lnTo>
                  <a:lnTo>
                    <a:pt x="513" y="654"/>
                  </a:lnTo>
                  <a:lnTo>
                    <a:pt x="499" y="662"/>
                  </a:lnTo>
                  <a:lnTo>
                    <a:pt x="483" y="668"/>
                  </a:lnTo>
                  <a:lnTo>
                    <a:pt x="468" y="675"/>
                  </a:lnTo>
                  <a:lnTo>
                    <a:pt x="451" y="681"/>
                  </a:lnTo>
                  <a:lnTo>
                    <a:pt x="435" y="685"/>
                  </a:lnTo>
                  <a:lnTo>
                    <a:pt x="418" y="689"/>
                  </a:lnTo>
                  <a:lnTo>
                    <a:pt x="401" y="692"/>
                  </a:lnTo>
                  <a:lnTo>
                    <a:pt x="384" y="694"/>
                  </a:lnTo>
                  <a:lnTo>
                    <a:pt x="365" y="695"/>
                  </a:lnTo>
                  <a:lnTo>
                    <a:pt x="348" y="696"/>
                  </a:lnTo>
                  <a:lnTo>
                    <a:pt x="330" y="695"/>
                  </a:lnTo>
                  <a:lnTo>
                    <a:pt x="312" y="694"/>
                  </a:lnTo>
                  <a:lnTo>
                    <a:pt x="295" y="692"/>
                  </a:lnTo>
                  <a:lnTo>
                    <a:pt x="277" y="689"/>
                  </a:lnTo>
                  <a:lnTo>
                    <a:pt x="261" y="685"/>
                  </a:lnTo>
                  <a:lnTo>
                    <a:pt x="244" y="681"/>
                  </a:lnTo>
                  <a:lnTo>
                    <a:pt x="229" y="675"/>
                  </a:lnTo>
                  <a:lnTo>
                    <a:pt x="212" y="668"/>
                  </a:lnTo>
                  <a:lnTo>
                    <a:pt x="197" y="662"/>
                  </a:lnTo>
                  <a:lnTo>
                    <a:pt x="182" y="654"/>
                  </a:lnTo>
                  <a:lnTo>
                    <a:pt x="167" y="646"/>
                  </a:lnTo>
                  <a:lnTo>
                    <a:pt x="153" y="636"/>
                  </a:lnTo>
                  <a:lnTo>
                    <a:pt x="139" y="627"/>
                  </a:lnTo>
                  <a:lnTo>
                    <a:pt x="127" y="617"/>
                  </a:lnTo>
                  <a:lnTo>
                    <a:pt x="114" y="605"/>
                  </a:lnTo>
                  <a:lnTo>
                    <a:pt x="102" y="594"/>
                  </a:lnTo>
                  <a:lnTo>
                    <a:pt x="91" y="582"/>
                  </a:lnTo>
                  <a:lnTo>
                    <a:pt x="79" y="569"/>
                  </a:lnTo>
                  <a:lnTo>
                    <a:pt x="69" y="556"/>
                  </a:lnTo>
                  <a:lnTo>
                    <a:pt x="60" y="543"/>
                  </a:lnTo>
                  <a:lnTo>
                    <a:pt x="50" y="528"/>
                  </a:lnTo>
                  <a:lnTo>
                    <a:pt x="42" y="514"/>
                  </a:lnTo>
                  <a:lnTo>
                    <a:pt x="34" y="498"/>
                  </a:lnTo>
                  <a:lnTo>
                    <a:pt x="28" y="484"/>
                  </a:lnTo>
                  <a:lnTo>
                    <a:pt x="21" y="467"/>
                  </a:lnTo>
                  <a:lnTo>
                    <a:pt x="15" y="452"/>
                  </a:lnTo>
                  <a:lnTo>
                    <a:pt x="11" y="435"/>
                  </a:lnTo>
                  <a:lnTo>
                    <a:pt x="7" y="419"/>
                  </a:lnTo>
                  <a:lnTo>
                    <a:pt x="4" y="401"/>
                  </a:lnTo>
                  <a:lnTo>
                    <a:pt x="2" y="383"/>
                  </a:lnTo>
                  <a:lnTo>
                    <a:pt x="1" y="366"/>
                  </a:lnTo>
                  <a:lnTo>
                    <a:pt x="0" y="3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52" name="淘宝店chenying0907 22"/>
            <p:cNvSpPr>
              <a:spLocks/>
            </p:cNvSpPr>
            <p:nvPr/>
          </p:nvSpPr>
          <p:spPr bwMode="auto">
            <a:xfrm>
              <a:off x="5236459" y="2924820"/>
              <a:ext cx="69850" cy="68263"/>
            </a:xfrm>
            <a:custGeom>
              <a:avLst/>
              <a:gdLst>
                <a:gd name="T0" fmla="*/ 1 w 348"/>
                <a:gd name="T1" fmla="*/ 156 h 348"/>
                <a:gd name="T2" fmla="*/ 8 w 348"/>
                <a:gd name="T3" fmla="*/ 122 h 348"/>
                <a:gd name="T4" fmla="*/ 21 w 348"/>
                <a:gd name="T5" fmla="*/ 91 h 348"/>
                <a:gd name="T6" fmla="*/ 40 w 348"/>
                <a:gd name="T7" fmla="*/ 63 h 348"/>
                <a:gd name="T8" fmla="*/ 63 w 348"/>
                <a:gd name="T9" fmla="*/ 39 h 348"/>
                <a:gd name="T10" fmla="*/ 91 w 348"/>
                <a:gd name="T11" fmla="*/ 21 h 348"/>
                <a:gd name="T12" fmla="*/ 122 w 348"/>
                <a:gd name="T13" fmla="*/ 7 h 348"/>
                <a:gd name="T14" fmla="*/ 156 w 348"/>
                <a:gd name="T15" fmla="*/ 1 h 348"/>
                <a:gd name="T16" fmla="*/ 191 w 348"/>
                <a:gd name="T17" fmla="*/ 1 h 348"/>
                <a:gd name="T18" fmla="*/ 226 w 348"/>
                <a:gd name="T19" fmla="*/ 7 h 348"/>
                <a:gd name="T20" fmla="*/ 257 w 348"/>
                <a:gd name="T21" fmla="*/ 21 h 348"/>
                <a:gd name="T22" fmla="*/ 285 w 348"/>
                <a:gd name="T23" fmla="*/ 39 h 348"/>
                <a:gd name="T24" fmla="*/ 308 w 348"/>
                <a:gd name="T25" fmla="*/ 63 h 348"/>
                <a:gd name="T26" fmla="*/ 327 w 348"/>
                <a:gd name="T27" fmla="*/ 91 h 348"/>
                <a:gd name="T28" fmla="*/ 341 w 348"/>
                <a:gd name="T29" fmla="*/ 122 h 348"/>
                <a:gd name="T30" fmla="*/ 347 w 348"/>
                <a:gd name="T31" fmla="*/ 156 h 348"/>
                <a:gd name="T32" fmla="*/ 347 w 348"/>
                <a:gd name="T33" fmla="*/ 192 h 348"/>
                <a:gd name="T34" fmla="*/ 341 w 348"/>
                <a:gd name="T35" fmla="*/ 226 h 348"/>
                <a:gd name="T36" fmla="*/ 327 w 348"/>
                <a:gd name="T37" fmla="*/ 257 h 348"/>
                <a:gd name="T38" fmla="*/ 308 w 348"/>
                <a:gd name="T39" fmla="*/ 285 h 348"/>
                <a:gd name="T40" fmla="*/ 285 w 348"/>
                <a:gd name="T41" fmla="*/ 308 h 348"/>
                <a:gd name="T42" fmla="*/ 257 w 348"/>
                <a:gd name="T43" fmla="*/ 326 h 348"/>
                <a:gd name="T44" fmla="*/ 226 w 348"/>
                <a:gd name="T45" fmla="*/ 340 h 348"/>
                <a:gd name="T46" fmla="*/ 191 w 348"/>
                <a:gd name="T47" fmla="*/ 347 h 348"/>
                <a:gd name="T48" fmla="*/ 156 w 348"/>
                <a:gd name="T49" fmla="*/ 347 h 348"/>
                <a:gd name="T50" fmla="*/ 122 w 348"/>
                <a:gd name="T51" fmla="*/ 340 h 348"/>
                <a:gd name="T52" fmla="*/ 91 w 348"/>
                <a:gd name="T53" fmla="*/ 326 h 348"/>
                <a:gd name="T54" fmla="*/ 63 w 348"/>
                <a:gd name="T55" fmla="*/ 308 h 348"/>
                <a:gd name="T56" fmla="*/ 40 w 348"/>
                <a:gd name="T57" fmla="*/ 285 h 348"/>
                <a:gd name="T58" fmla="*/ 21 w 348"/>
                <a:gd name="T59" fmla="*/ 257 h 348"/>
                <a:gd name="T60" fmla="*/ 8 w 348"/>
                <a:gd name="T61" fmla="*/ 226 h 348"/>
                <a:gd name="T62" fmla="*/ 1 w 348"/>
                <a:gd name="T63" fmla="*/ 19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8" h="348">
                  <a:moveTo>
                    <a:pt x="0" y="174"/>
                  </a:moveTo>
                  <a:lnTo>
                    <a:pt x="1" y="156"/>
                  </a:lnTo>
                  <a:lnTo>
                    <a:pt x="4" y="139"/>
                  </a:lnTo>
                  <a:lnTo>
                    <a:pt x="8" y="122"/>
                  </a:lnTo>
                  <a:lnTo>
                    <a:pt x="13" y="106"/>
                  </a:lnTo>
                  <a:lnTo>
                    <a:pt x="21" y="91"/>
                  </a:lnTo>
                  <a:lnTo>
                    <a:pt x="30" y="77"/>
                  </a:lnTo>
                  <a:lnTo>
                    <a:pt x="40" y="63"/>
                  </a:lnTo>
                  <a:lnTo>
                    <a:pt x="50" y="51"/>
                  </a:lnTo>
                  <a:lnTo>
                    <a:pt x="63" y="39"/>
                  </a:lnTo>
                  <a:lnTo>
                    <a:pt x="76" y="30"/>
                  </a:lnTo>
                  <a:lnTo>
                    <a:pt x="91" y="21"/>
                  </a:lnTo>
                  <a:lnTo>
                    <a:pt x="106" y="13"/>
                  </a:lnTo>
                  <a:lnTo>
                    <a:pt x="122" y="7"/>
                  </a:lnTo>
                  <a:lnTo>
                    <a:pt x="138" y="3"/>
                  </a:lnTo>
                  <a:lnTo>
                    <a:pt x="156" y="1"/>
                  </a:lnTo>
                  <a:lnTo>
                    <a:pt x="174" y="0"/>
                  </a:lnTo>
                  <a:lnTo>
                    <a:pt x="191" y="1"/>
                  </a:lnTo>
                  <a:lnTo>
                    <a:pt x="209" y="3"/>
                  </a:lnTo>
                  <a:lnTo>
                    <a:pt x="226" y="7"/>
                  </a:lnTo>
                  <a:lnTo>
                    <a:pt x="242" y="13"/>
                  </a:lnTo>
                  <a:lnTo>
                    <a:pt x="257" y="21"/>
                  </a:lnTo>
                  <a:lnTo>
                    <a:pt x="271" y="30"/>
                  </a:lnTo>
                  <a:lnTo>
                    <a:pt x="285" y="39"/>
                  </a:lnTo>
                  <a:lnTo>
                    <a:pt x="297" y="51"/>
                  </a:lnTo>
                  <a:lnTo>
                    <a:pt x="308" y="63"/>
                  </a:lnTo>
                  <a:lnTo>
                    <a:pt x="318" y="77"/>
                  </a:lnTo>
                  <a:lnTo>
                    <a:pt x="327" y="91"/>
                  </a:lnTo>
                  <a:lnTo>
                    <a:pt x="334" y="106"/>
                  </a:lnTo>
                  <a:lnTo>
                    <a:pt x="341" y="122"/>
                  </a:lnTo>
                  <a:lnTo>
                    <a:pt x="345" y="139"/>
                  </a:lnTo>
                  <a:lnTo>
                    <a:pt x="347" y="156"/>
                  </a:lnTo>
                  <a:lnTo>
                    <a:pt x="348" y="174"/>
                  </a:lnTo>
                  <a:lnTo>
                    <a:pt x="347" y="192"/>
                  </a:lnTo>
                  <a:lnTo>
                    <a:pt x="345" y="209"/>
                  </a:lnTo>
                  <a:lnTo>
                    <a:pt x="341" y="226"/>
                  </a:lnTo>
                  <a:lnTo>
                    <a:pt x="334" y="241"/>
                  </a:lnTo>
                  <a:lnTo>
                    <a:pt x="327" y="257"/>
                  </a:lnTo>
                  <a:lnTo>
                    <a:pt x="318" y="271"/>
                  </a:lnTo>
                  <a:lnTo>
                    <a:pt x="308" y="285"/>
                  </a:lnTo>
                  <a:lnTo>
                    <a:pt x="297" y="297"/>
                  </a:lnTo>
                  <a:lnTo>
                    <a:pt x="285" y="308"/>
                  </a:lnTo>
                  <a:lnTo>
                    <a:pt x="271" y="318"/>
                  </a:lnTo>
                  <a:lnTo>
                    <a:pt x="257" y="326"/>
                  </a:lnTo>
                  <a:lnTo>
                    <a:pt x="242" y="335"/>
                  </a:lnTo>
                  <a:lnTo>
                    <a:pt x="226" y="340"/>
                  </a:lnTo>
                  <a:lnTo>
                    <a:pt x="209" y="344"/>
                  </a:lnTo>
                  <a:lnTo>
                    <a:pt x="191" y="347"/>
                  </a:lnTo>
                  <a:lnTo>
                    <a:pt x="174" y="348"/>
                  </a:lnTo>
                  <a:lnTo>
                    <a:pt x="156" y="347"/>
                  </a:lnTo>
                  <a:lnTo>
                    <a:pt x="138" y="344"/>
                  </a:lnTo>
                  <a:lnTo>
                    <a:pt x="122" y="340"/>
                  </a:lnTo>
                  <a:lnTo>
                    <a:pt x="106" y="335"/>
                  </a:lnTo>
                  <a:lnTo>
                    <a:pt x="91" y="326"/>
                  </a:lnTo>
                  <a:lnTo>
                    <a:pt x="76" y="318"/>
                  </a:lnTo>
                  <a:lnTo>
                    <a:pt x="63" y="308"/>
                  </a:lnTo>
                  <a:lnTo>
                    <a:pt x="50" y="297"/>
                  </a:lnTo>
                  <a:lnTo>
                    <a:pt x="40" y="285"/>
                  </a:lnTo>
                  <a:lnTo>
                    <a:pt x="30" y="271"/>
                  </a:lnTo>
                  <a:lnTo>
                    <a:pt x="21" y="257"/>
                  </a:lnTo>
                  <a:lnTo>
                    <a:pt x="13" y="241"/>
                  </a:lnTo>
                  <a:lnTo>
                    <a:pt x="8" y="226"/>
                  </a:lnTo>
                  <a:lnTo>
                    <a:pt x="4" y="209"/>
                  </a:lnTo>
                  <a:lnTo>
                    <a:pt x="1" y="192"/>
                  </a:lnTo>
                  <a:lnTo>
                    <a:pt x="0" y="174"/>
                  </a:lnTo>
                  <a:close/>
                </a:path>
              </a:pathLst>
            </a:custGeom>
            <a:solidFill>
              <a:schemeClr val="accent4"/>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grpSp>
      <p:sp>
        <p:nvSpPr>
          <p:cNvPr id="53" name="淘宝店chenying0907 23"/>
          <p:cNvSpPr>
            <a:spLocks noEditPoints="1"/>
          </p:cNvSpPr>
          <p:nvPr/>
        </p:nvSpPr>
        <p:spPr bwMode="auto">
          <a:xfrm>
            <a:off x="5872815" y="3264590"/>
            <a:ext cx="1209323" cy="3327782"/>
          </a:xfrm>
          <a:custGeom>
            <a:avLst/>
            <a:gdLst>
              <a:gd name="T0" fmla="*/ 1090 w 4328"/>
              <a:gd name="T1" fmla="*/ 11427 h 11925"/>
              <a:gd name="T2" fmla="*/ 768 w 4328"/>
              <a:gd name="T3" fmla="*/ 10847 h 11925"/>
              <a:gd name="T4" fmla="*/ 614 w 4328"/>
              <a:gd name="T5" fmla="*/ 10213 h 11925"/>
              <a:gd name="T6" fmla="*/ 428 w 4328"/>
              <a:gd name="T7" fmla="*/ 9601 h 11925"/>
              <a:gd name="T8" fmla="*/ 199 w 4328"/>
              <a:gd name="T9" fmla="*/ 8762 h 11925"/>
              <a:gd name="T10" fmla="*/ 1 w 4328"/>
              <a:gd name="T11" fmla="*/ 7705 h 11925"/>
              <a:gd name="T12" fmla="*/ 1238 w 4328"/>
              <a:gd name="T13" fmla="*/ 6386 h 11925"/>
              <a:gd name="T14" fmla="*/ 1306 w 4328"/>
              <a:gd name="T15" fmla="*/ 5360 h 11925"/>
              <a:gd name="T16" fmla="*/ 1499 w 4328"/>
              <a:gd name="T17" fmla="*/ 4657 h 11925"/>
              <a:gd name="T18" fmla="*/ 626 w 4328"/>
              <a:gd name="T19" fmla="*/ 732 h 11925"/>
              <a:gd name="T20" fmla="*/ 1295 w 4328"/>
              <a:gd name="T21" fmla="*/ 14 h 11925"/>
              <a:gd name="T22" fmla="*/ 1226 w 4328"/>
              <a:gd name="T23" fmla="*/ 531 h 11925"/>
              <a:gd name="T24" fmla="*/ 1388 w 4328"/>
              <a:gd name="T25" fmla="*/ 385 h 11925"/>
              <a:gd name="T26" fmla="*/ 2846 w 4328"/>
              <a:gd name="T27" fmla="*/ 456 h 11925"/>
              <a:gd name="T28" fmla="*/ 3014 w 4328"/>
              <a:gd name="T29" fmla="*/ 432 h 11925"/>
              <a:gd name="T30" fmla="*/ 2931 w 4328"/>
              <a:gd name="T31" fmla="*/ 19 h 11925"/>
              <a:gd name="T32" fmla="*/ 3405 w 4328"/>
              <a:gd name="T33" fmla="*/ 634 h 11925"/>
              <a:gd name="T34" fmla="*/ 2751 w 4328"/>
              <a:gd name="T35" fmla="*/ 4660 h 11925"/>
              <a:gd name="T36" fmla="*/ 2939 w 4328"/>
              <a:gd name="T37" fmla="*/ 5361 h 11925"/>
              <a:gd name="T38" fmla="*/ 3007 w 4328"/>
              <a:gd name="T39" fmla="*/ 6386 h 11925"/>
              <a:gd name="T40" fmla="*/ 4327 w 4328"/>
              <a:gd name="T41" fmla="*/ 7705 h 11925"/>
              <a:gd name="T42" fmla="*/ 4065 w 4328"/>
              <a:gd name="T43" fmla="*/ 8812 h 11925"/>
              <a:gd name="T44" fmla="*/ 3890 w 4328"/>
              <a:gd name="T45" fmla="*/ 9425 h 11925"/>
              <a:gd name="T46" fmla="*/ 3745 w 4328"/>
              <a:gd name="T47" fmla="*/ 10064 h 11925"/>
              <a:gd name="T48" fmla="*/ 3650 w 4328"/>
              <a:gd name="T49" fmla="*/ 10722 h 11925"/>
              <a:gd name="T50" fmla="*/ 3518 w 4328"/>
              <a:gd name="T51" fmla="*/ 11328 h 11925"/>
              <a:gd name="T52" fmla="*/ 3163 w 4328"/>
              <a:gd name="T53" fmla="*/ 11735 h 11925"/>
              <a:gd name="T54" fmla="*/ 1744 w 4328"/>
              <a:gd name="T55" fmla="*/ 4363 h 11925"/>
              <a:gd name="T56" fmla="*/ 1622 w 4328"/>
              <a:gd name="T57" fmla="*/ 3274 h 11925"/>
              <a:gd name="T58" fmla="*/ 556 w 4328"/>
              <a:gd name="T59" fmla="*/ 855 h 11925"/>
              <a:gd name="T60" fmla="*/ 2927 w 4328"/>
              <a:gd name="T61" fmla="*/ 773 h 11925"/>
              <a:gd name="T62" fmla="*/ 2147 w 4328"/>
              <a:gd name="T63" fmla="*/ 526 h 11925"/>
              <a:gd name="T64" fmla="*/ 2457 w 4328"/>
              <a:gd name="T65" fmla="*/ 3178 h 11925"/>
              <a:gd name="T66" fmla="*/ 2584 w 4328"/>
              <a:gd name="T67" fmla="*/ 3601 h 11925"/>
              <a:gd name="T68" fmla="*/ 3762 w 4328"/>
              <a:gd name="T69" fmla="*/ 889 h 11925"/>
              <a:gd name="T70" fmla="*/ 2341 w 4328"/>
              <a:gd name="T71" fmla="*/ 4827 h 11925"/>
              <a:gd name="T72" fmla="*/ 2198 w 4328"/>
              <a:gd name="T73" fmla="*/ 3469 h 11925"/>
              <a:gd name="T74" fmla="*/ 1972 w 4328"/>
              <a:gd name="T75" fmla="*/ 4771 h 11925"/>
              <a:gd name="T76" fmla="*/ 1588 w 4328"/>
              <a:gd name="T77" fmla="*/ 5008 h 11925"/>
              <a:gd name="T78" fmla="*/ 1595 w 4328"/>
              <a:gd name="T79" fmla="*/ 6158 h 11925"/>
              <a:gd name="T80" fmla="*/ 2699 w 4328"/>
              <a:gd name="T81" fmla="*/ 7238 h 11925"/>
              <a:gd name="T82" fmla="*/ 2603 w 4328"/>
              <a:gd name="T83" fmla="*/ 5439 h 11925"/>
              <a:gd name="T84" fmla="*/ 2953 w 4328"/>
              <a:gd name="T85" fmla="*/ 597 h 11925"/>
              <a:gd name="T86" fmla="*/ 1305 w 4328"/>
              <a:gd name="T87" fmla="*/ 762 h 11925"/>
              <a:gd name="T88" fmla="*/ 1315 w 4328"/>
              <a:gd name="T89" fmla="*/ 523 h 11925"/>
              <a:gd name="T90" fmla="*/ 1247 w 4328"/>
              <a:gd name="T91" fmla="*/ 482 h 11925"/>
              <a:gd name="T92" fmla="*/ 2891 w 4328"/>
              <a:gd name="T93" fmla="*/ 335 h 11925"/>
              <a:gd name="T94" fmla="*/ 1486 w 4328"/>
              <a:gd name="T95" fmla="*/ 11436 h 11925"/>
              <a:gd name="T96" fmla="*/ 2907 w 4328"/>
              <a:gd name="T97" fmla="*/ 11273 h 11925"/>
              <a:gd name="T98" fmla="*/ 3087 w 4328"/>
              <a:gd name="T99" fmla="*/ 11079 h 11925"/>
              <a:gd name="T100" fmla="*/ 3117 w 4328"/>
              <a:gd name="T101" fmla="*/ 10660 h 11925"/>
              <a:gd name="T102" fmla="*/ 3126 w 4328"/>
              <a:gd name="T103" fmla="*/ 10404 h 11925"/>
              <a:gd name="T104" fmla="*/ 3255 w 4328"/>
              <a:gd name="T105" fmla="*/ 10031 h 11925"/>
              <a:gd name="T106" fmla="*/ 3393 w 4328"/>
              <a:gd name="T107" fmla="*/ 9588 h 11925"/>
              <a:gd name="T108" fmla="*/ 3537 w 4328"/>
              <a:gd name="T109" fmla="*/ 9140 h 11925"/>
              <a:gd name="T110" fmla="*/ 3842 w 4328"/>
              <a:gd name="T111" fmla="*/ 8353 h 11925"/>
              <a:gd name="T112" fmla="*/ 766 w 4328"/>
              <a:gd name="T113" fmla="*/ 8722 h 11925"/>
              <a:gd name="T114" fmla="*/ 864 w 4328"/>
              <a:gd name="T115" fmla="*/ 9463 h 11925"/>
              <a:gd name="T116" fmla="*/ 899 w 4328"/>
              <a:gd name="T117" fmla="*/ 9928 h 11925"/>
              <a:gd name="T118" fmla="*/ 1102 w 4328"/>
              <a:gd name="T119" fmla="*/ 10353 h 11925"/>
              <a:gd name="T120" fmla="*/ 1244 w 4328"/>
              <a:gd name="T121" fmla="*/ 10539 h 11925"/>
              <a:gd name="T122" fmla="*/ 1290 w 4328"/>
              <a:gd name="T123" fmla="*/ 10926 h 1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28" h="11925">
                <a:moveTo>
                  <a:pt x="2794" y="11925"/>
                </a:moveTo>
                <a:lnTo>
                  <a:pt x="1584" y="11925"/>
                </a:lnTo>
                <a:lnTo>
                  <a:pt x="1557" y="11924"/>
                </a:lnTo>
                <a:lnTo>
                  <a:pt x="1530" y="11922"/>
                </a:lnTo>
                <a:lnTo>
                  <a:pt x="1504" y="11918"/>
                </a:lnTo>
                <a:lnTo>
                  <a:pt x="1479" y="11913"/>
                </a:lnTo>
                <a:lnTo>
                  <a:pt x="1454" y="11905"/>
                </a:lnTo>
                <a:lnTo>
                  <a:pt x="1429" y="11897"/>
                </a:lnTo>
                <a:lnTo>
                  <a:pt x="1406" y="11887"/>
                </a:lnTo>
                <a:lnTo>
                  <a:pt x="1383" y="11876"/>
                </a:lnTo>
                <a:lnTo>
                  <a:pt x="1361" y="11864"/>
                </a:lnTo>
                <a:lnTo>
                  <a:pt x="1339" y="11850"/>
                </a:lnTo>
                <a:lnTo>
                  <a:pt x="1319" y="11836"/>
                </a:lnTo>
                <a:lnTo>
                  <a:pt x="1299" y="11820"/>
                </a:lnTo>
                <a:lnTo>
                  <a:pt x="1279" y="11804"/>
                </a:lnTo>
                <a:lnTo>
                  <a:pt x="1261" y="11786"/>
                </a:lnTo>
                <a:lnTo>
                  <a:pt x="1243" y="11768"/>
                </a:lnTo>
                <a:lnTo>
                  <a:pt x="1226" y="11749"/>
                </a:lnTo>
                <a:lnTo>
                  <a:pt x="1210" y="11729"/>
                </a:lnTo>
                <a:lnTo>
                  <a:pt x="1195" y="11708"/>
                </a:lnTo>
                <a:lnTo>
                  <a:pt x="1181" y="11686"/>
                </a:lnTo>
                <a:lnTo>
                  <a:pt x="1167" y="11665"/>
                </a:lnTo>
                <a:lnTo>
                  <a:pt x="1155" y="11643"/>
                </a:lnTo>
                <a:lnTo>
                  <a:pt x="1143" y="11620"/>
                </a:lnTo>
                <a:lnTo>
                  <a:pt x="1133" y="11596"/>
                </a:lnTo>
                <a:lnTo>
                  <a:pt x="1124" y="11573"/>
                </a:lnTo>
                <a:lnTo>
                  <a:pt x="1116" y="11550"/>
                </a:lnTo>
                <a:lnTo>
                  <a:pt x="1108" y="11525"/>
                </a:lnTo>
                <a:lnTo>
                  <a:pt x="1102" y="11501"/>
                </a:lnTo>
                <a:lnTo>
                  <a:pt x="1097" y="11476"/>
                </a:lnTo>
                <a:lnTo>
                  <a:pt x="1093" y="11452"/>
                </a:lnTo>
                <a:lnTo>
                  <a:pt x="1090" y="11427"/>
                </a:lnTo>
                <a:lnTo>
                  <a:pt x="1089" y="11403"/>
                </a:lnTo>
                <a:lnTo>
                  <a:pt x="1088" y="11379"/>
                </a:lnTo>
                <a:lnTo>
                  <a:pt x="1088" y="11299"/>
                </a:lnTo>
                <a:lnTo>
                  <a:pt x="1081" y="11293"/>
                </a:lnTo>
                <a:lnTo>
                  <a:pt x="1075" y="11289"/>
                </a:lnTo>
                <a:lnTo>
                  <a:pt x="1053" y="11284"/>
                </a:lnTo>
                <a:lnTo>
                  <a:pt x="1033" y="11279"/>
                </a:lnTo>
                <a:lnTo>
                  <a:pt x="1011" y="11272"/>
                </a:lnTo>
                <a:lnTo>
                  <a:pt x="991" y="11263"/>
                </a:lnTo>
                <a:lnTo>
                  <a:pt x="971" y="11254"/>
                </a:lnTo>
                <a:lnTo>
                  <a:pt x="952" y="11244"/>
                </a:lnTo>
                <a:lnTo>
                  <a:pt x="933" y="11231"/>
                </a:lnTo>
                <a:lnTo>
                  <a:pt x="916" y="11219"/>
                </a:lnTo>
                <a:lnTo>
                  <a:pt x="898" y="11204"/>
                </a:lnTo>
                <a:lnTo>
                  <a:pt x="882" y="11189"/>
                </a:lnTo>
                <a:lnTo>
                  <a:pt x="867" y="11172"/>
                </a:lnTo>
                <a:lnTo>
                  <a:pt x="852" y="11156"/>
                </a:lnTo>
                <a:lnTo>
                  <a:pt x="838" y="11137"/>
                </a:lnTo>
                <a:lnTo>
                  <a:pt x="825" y="11117"/>
                </a:lnTo>
                <a:lnTo>
                  <a:pt x="814" y="11097"/>
                </a:lnTo>
                <a:lnTo>
                  <a:pt x="803" y="11076"/>
                </a:lnTo>
                <a:lnTo>
                  <a:pt x="794" y="11056"/>
                </a:lnTo>
                <a:lnTo>
                  <a:pt x="787" y="11035"/>
                </a:lnTo>
                <a:lnTo>
                  <a:pt x="781" y="11015"/>
                </a:lnTo>
                <a:lnTo>
                  <a:pt x="776" y="10993"/>
                </a:lnTo>
                <a:lnTo>
                  <a:pt x="772" y="10972"/>
                </a:lnTo>
                <a:lnTo>
                  <a:pt x="768" y="10951"/>
                </a:lnTo>
                <a:lnTo>
                  <a:pt x="766" y="10931"/>
                </a:lnTo>
                <a:lnTo>
                  <a:pt x="765" y="10909"/>
                </a:lnTo>
                <a:lnTo>
                  <a:pt x="765" y="10888"/>
                </a:lnTo>
                <a:lnTo>
                  <a:pt x="766" y="10867"/>
                </a:lnTo>
                <a:lnTo>
                  <a:pt x="768" y="10847"/>
                </a:lnTo>
                <a:lnTo>
                  <a:pt x="772" y="10826"/>
                </a:lnTo>
                <a:lnTo>
                  <a:pt x="776" y="10806"/>
                </a:lnTo>
                <a:lnTo>
                  <a:pt x="781" y="10786"/>
                </a:lnTo>
                <a:lnTo>
                  <a:pt x="787" y="10767"/>
                </a:lnTo>
                <a:lnTo>
                  <a:pt x="794" y="10747"/>
                </a:lnTo>
                <a:lnTo>
                  <a:pt x="775" y="10733"/>
                </a:lnTo>
                <a:lnTo>
                  <a:pt x="756" y="10718"/>
                </a:lnTo>
                <a:lnTo>
                  <a:pt x="739" y="10701"/>
                </a:lnTo>
                <a:lnTo>
                  <a:pt x="723" y="10683"/>
                </a:lnTo>
                <a:lnTo>
                  <a:pt x="707" y="10664"/>
                </a:lnTo>
                <a:lnTo>
                  <a:pt x="693" y="10643"/>
                </a:lnTo>
                <a:lnTo>
                  <a:pt x="679" y="10623"/>
                </a:lnTo>
                <a:lnTo>
                  <a:pt x="667" y="10600"/>
                </a:lnTo>
                <a:lnTo>
                  <a:pt x="658" y="10579"/>
                </a:lnTo>
                <a:lnTo>
                  <a:pt x="649" y="10557"/>
                </a:lnTo>
                <a:lnTo>
                  <a:pt x="642" y="10535"/>
                </a:lnTo>
                <a:lnTo>
                  <a:pt x="636" y="10514"/>
                </a:lnTo>
                <a:lnTo>
                  <a:pt x="631" y="10491"/>
                </a:lnTo>
                <a:lnTo>
                  <a:pt x="628" y="10469"/>
                </a:lnTo>
                <a:lnTo>
                  <a:pt x="625" y="10446"/>
                </a:lnTo>
                <a:lnTo>
                  <a:pt x="624" y="10424"/>
                </a:lnTo>
                <a:lnTo>
                  <a:pt x="624" y="10402"/>
                </a:lnTo>
                <a:lnTo>
                  <a:pt x="626" y="10380"/>
                </a:lnTo>
                <a:lnTo>
                  <a:pt x="629" y="10358"/>
                </a:lnTo>
                <a:lnTo>
                  <a:pt x="633" y="10336"/>
                </a:lnTo>
                <a:lnTo>
                  <a:pt x="638" y="10315"/>
                </a:lnTo>
                <a:lnTo>
                  <a:pt x="644" y="10294"/>
                </a:lnTo>
                <a:lnTo>
                  <a:pt x="651" y="10273"/>
                </a:lnTo>
                <a:lnTo>
                  <a:pt x="660" y="10252"/>
                </a:lnTo>
                <a:lnTo>
                  <a:pt x="644" y="10240"/>
                </a:lnTo>
                <a:lnTo>
                  <a:pt x="629" y="10226"/>
                </a:lnTo>
                <a:lnTo>
                  <a:pt x="614" y="10213"/>
                </a:lnTo>
                <a:lnTo>
                  <a:pt x="601" y="10197"/>
                </a:lnTo>
                <a:lnTo>
                  <a:pt x="587" y="10182"/>
                </a:lnTo>
                <a:lnTo>
                  <a:pt x="575" y="10165"/>
                </a:lnTo>
                <a:lnTo>
                  <a:pt x="563" y="10149"/>
                </a:lnTo>
                <a:lnTo>
                  <a:pt x="553" y="10131"/>
                </a:lnTo>
                <a:lnTo>
                  <a:pt x="542" y="10108"/>
                </a:lnTo>
                <a:lnTo>
                  <a:pt x="531" y="10084"/>
                </a:lnTo>
                <a:lnTo>
                  <a:pt x="523" y="10062"/>
                </a:lnTo>
                <a:lnTo>
                  <a:pt x="517" y="10038"/>
                </a:lnTo>
                <a:lnTo>
                  <a:pt x="510" y="10014"/>
                </a:lnTo>
                <a:lnTo>
                  <a:pt x="507" y="9990"/>
                </a:lnTo>
                <a:lnTo>
                  <a:pt x="504" y="9966"/>
                </a:lnTo>
                <a:lnTo>
                  <a:pt x="503" y="9942"/>
                </a:lnTo>
                <a:lnTo>
                  <a:pt x="503" y="9918"/>
                </a:lnTo>
                <a:lnTo>
                  <a:pt x="505" y="9895"/>
                </a:lnTo>
                <a:lnTo>
                  <a:pt x="508" y="9872"/>
                </a:lnTo>
                <a:lnTo>
                  <a:pt x="514" y="9849"/>
                </a:lnTo>
                <a:lnTo>
                  <a:pt x="519" y="9826"/>
                </a:lnTo>
                <a:lnTo>
                  <a:pt x="526" y="9803"/>
                </a:lnTo>
                <a:lnTo>
                  <a:pt x="534" y="9782"/>
                </a:lnTo>
                <a:lnTo>
                  <a:pt x="545" y="9760"/>
                </a:lnTo>
                <a:lnTo>
                  <a:pt x="531" y="9749"/>
                </a:lnTo>
                <a:lnTo>
                  <a:pt x="519" y="9737"/>
                </a:lnTo>
                <a:lnTo>
                  <a:pt x="506" y="9724"/>
                </a:lnTo>
                <a:lnTo>
                  <a:pt x="495" y="9712"/>
                </a:lnTo>
                <a:lnTo>
                  <a:pt x="484" y="9699"/>
                </a:lnTo>
                <a:lnTo>
                  <a:pt x="473" y="9684"/>
                </a:lnTo>
                <a:lnTo>
                  <a:pt x="463" y="9670"/>
                </a:lnTo>
                <a:lnTo>
                  <a:pt x="453" y="9654"/>
                </a:lnTo>
                <a:lnTo>
                  <a:pt x="444" y="9637"/>
                </a:lnTo>
                <a:lnTo>
                  <a:pt x="435" y="9619"/>
                </a:lnTo>
                <a:lnTo>
                  <a:pt x="428" y="9601"/>
                </a:lnTo>
                <a:lnTo>
                  <a:pt x="420" y="9582"/>
                </a:lnTo>
                <a:lnTo>
                  <a:pt x="414" y="9565"/>
                </a:lnTo>
                <a:lnTo>
                  <a:pt x="410" y="9545"/>
                </a:lnTo>
                <a:lnTo>
                  <a:pt x="406" y="9526"/>
                </a:lnTo>
                <a:lnTo>
                  <a:pt x="403" y="9508"/>
                </a:lnTo>
                <a:lnTo>
                  <a:pt x="401" y="9489"/>
                </a:lnTo>
                <a:lnTo>
                  <a:pt x="400" y="9469"/>
                </a:lnTo>
                <a:lnTo>
                  <a:pt x="399" y="9450"/>
                </a:lnTo>
                <a:lnTo>
                  <a:pt x="400" y="9431"/>
                </a:lnTo>
                <a:lnTo>
                  <a:pt x="402" y="9411"/>
                </a:lnTo>
                <a:lnTo>
                  <a:pt x="404" y="9393"/>
                </a:lnTo>
                <a:lnTo>
                  <a:pt x="408" y="9373"/>
                </a:lnTo>
                <a:lnTo>
                  <a:pt x="412" y="9354"/>
                </a:lnTo>
                <a:lnTo>
                  <a:pt x="419" y="9331"/>
                </a:lnTo>
                <a:lnTo>
                  <a:pt x="428" y="9310"/>
                </a:lnTo>
                <a:lnTo>
                  <a:pt x="436" y="9288"/>
                </a:lnTo>
                <a:lnTo>
                  <a:pt x="446" y="9268"/>
                </a:lnTo>
                <a:lnTo>
                  <a:pt x="459" y="9249"/>
                </a:lnTo>
                <a:lnTo>
                  <a:pt x="471" y="9229"/>
                </a:lnTo>
                <a:lnTo>
                  <a:pt x="485" y="9211"/>
                </a:lnTo>
                <a:lnTo>
                  <a:pt x="499" y="9194"/>
                </a:lnTo>
                <a:lnTo>
                  <a:pt x="439" y="8961"/>
                </a:lnTo>
                <a:lnTo>
                  <a:pt x="414" y="8946"/>
                </a:lnTo>
                <a:lnTo>
                  <a:pt x="388" y="8930"/>
                </a:lnTo>
                <a:lnTo>
                  <a:pt x="362" y="8913"/>
                </a:lnTo>
                <a:lnTo>
                  <a:pt x="336" y="8895"/>
                </a:lnTo>
                <a:lnTo>
                  <a:pt x="310" y="8875"/>
                </a:lnTo>
                <a:lnTo>
                  <a:pt x="287" y="8854"/>
                </a:lnTo>
                <a:lnTo>
                  <a:pt x="262" y="8834"/>
                </a:lnTo>
                <a:lnTo>
                  <a:pt x="239" y="8811"/>
                </a:lnTo>
                <a:lnTo>
                  <a:pt x="218" y="8787"/>
                </a:lnTo>
                <a:lnTo>
                  <a:pt x="199" y="8762"/>
                </a:lnTo>
                <a:lnTo>
                  <a:pt x="189" y="8750"/>
                </a:lnTo>
                <a:lnTo>
                  <a:pt x="181" y="8737"/>
                </a:lnTo>
                <a:lnTo>
                  <a:pt x="173" y="8724"/>
                </a:lnTo>
                <a:lnTo>
                  <a:pt x="164" y="8710"/>
                </a:lnTo>
                <a:lnTo>
                  <a:pt x="158" y="8697"/>
                </a:lnTo>
                <a:lnTo>
                  <a:pt x="152" y="8682"/>
                </a:lnTo>
                <a:lnTo>
                  <a:pt x="146" y="8669"/>
                </a:lnTo>
                <a:lnTo>
                  <a:pt x="141" y="8654"/>
                </a:lnTo>
                <a:lnTo>
                  <a:pt x="136" y="8640"/>
                </a:lnTo>
                <a:lnTo>
                  <a:pt x="133" y="8625"/>
                </a:lnTo>
                <a:lnTo>
                  <a:pt x="131" y="8610"/>
                </a:lnTo>
                <a:lnTo>
                  <a:pt x="129" y="8594"/>
                </a:lnTo>
                <a:lnTo>
                  <a:pt x="127" y="8581"/>
                </a:lnTo>
                <a:lnTo>
                  <a:pt x="125" y="8561"/>
                </a:lnTo>
                <a:lnTo>
                  <a:pt x="122" y="8535"/>
                </a:lnTo>
                <a:lnTo>
                  <a:pt x="117" y="8502"/>
                </a:lnTo>
                <a:lnTo>
                  <a:pt x="112" y="8465"/>
                </a:lnTo>
                <a:lnTo>
                  <a:pt x="105" y="8421"/>
                </a:lnTo>
                <a:lnTo>
                  <a:pt x="98" y="8372"/>
                </a:lnTo>
                <a:lnTo>
                  <a:pt x="90" y="8318"/>
                </a:lnTo>
                <a:lnTo>
                  <a:pt x="82" y="8260"/>
                </a:lnTo>
                <a:lnTo>
                  <a:pt x="72" y="8197"/>
                </a:lnTo>
                <a:lnTo>
                  <a:pt x="62" y="8131"/>
                </a:lnTo>
                <a:lnTo>
                  <a:pt x="51" y="8060"/>
                </a:lnTo>
                <a:lnTo>
                  <a:pt x="40" y="7986"/>
                </a:lnTo>
                <a:lnTo>
                  <a:pt x="28" y="7910"/>
                </a:lnTo>
                <a:lnTo>
                  <a:pt x="15" y="7830"/>
                </a:lnTo>
                <a:lnTo>
                  <a:pt x="3" y="7748"/>
                </a:lnTo>
                <a:lnTo>
                  <a:pt x="1" y="7738"/>
                </a:lnTo>
                <a:lnTo>
                  <a:pt x="1" y="7726"/>
                </a:lnTo>
                <a:lnTo>
                  <a:pt x="0" y="7716"/>
                </a:lnTo>
                <a:lnTo>
                  <a:pt x="1" y="7705"/>
                </a:lnTo>
                <a:lnTo>
                  <a:pt x="2" y="7695"/>
                </a:lnTo>
                <a:lnTo>
                  <a:pt x="3" y="7685"/>
                </a:lnTo>
                <a:lnTo>
                  <a:pt x="5" y="7674"/>
                </a:lnTo>
                <a:lnTo>
                  <a:pt x="7" y="7665"/>
                </a:lnTo>
                <a:lnTo>
                  <a:pt x="10" y="7655"/>
                </a:lnTo>
                <a:lnTo>
                  <a:pt x="14" y="7645"/>
                </a:lnTo>
                <a:lnTo>
                  <a:pt x="18" y="7636"/>
                </a:lnTo>
                <a:lnTo>
                  <a:pt x="22" y="7627"/>
                </a:lnTo>
                <a:lnTo>
                  <a:pt x="28" y="7617"/>
                </a:lnTo>
                <a:lnTo>
                  <a:pt x="34" y="7608"/>
                </a:lnTo>
                <a:lnTo>
                  <a:pt x="40" y="7600"/>
                </a:lnTo>
                <a:lnTo>
                  <a:pt x="46" y="7591"/>
                </a:lnTo>
                <a:lnTo>
                  <a:pt x="54" y="7584"/>
                </a:lnTo>
                <a:lnTo>
                  <a:pt x="61" y="7576"/>
                </a:lnTo>
                <a:lnTo>
                  <a:pt x="69" y="7570"/>
                </a:lnTo>
                <a:lnTo>
                  <a:pt x="77" y="7562"/>
                </a:lnTo>
                <a:lnTo>
                  <a:pt x="86" y="7557"/>
                </a:lnTo>
                <a:lnTo>
                  <a:pt x="94" y="7551"/>
                </a:lnTo>
                <a:lnTo>
                  <a:pt x="103" y="7546"/>
                </a:lnTo>
                <a:lnTo>
                  <a:pt x="113" y="7542"/>
                </a:lnTo>
                <a:lnTo>
                  <a:pt x="122" y="7537"/>
                </a:lnTo>
                <a:lnTo>
                  <a:pt x="132" y="7533"/>
                </a:lnTo>
                <a:lnTo>
                  <a:pt x="142" y="7531"/>
                </a:lnTo>
                <a:lnTo>
                  <a:pt x="152" y="7528"/>
                </a:lnTo>
                <a:lnTo>
                  <a:pt x="162" y="7526"/>
                </a:lnTo>
                <a:lnTo>
                  <a:pt x="173" y="7525"/>
                </a:lnTo>
                <a:lnTo>
                  <a:pt x="183" y="7524"/>
                </a:lnTo>
                <a:lnTo>
                  <a:pt x="193" y="7524"/>
                </a:lnTo>
                <a:lnTo>
                  <a:pt x="1237" y="7524"/>
                </a:lnTo>
                <a:lnTo>
                  <a:pt x="1237" y="6452"/>
                </a:lnTo>
                <a:lnTo>
                  <a:pt x="1237" y="6420"/>
                </a:lnTo>
                <a:lnTo>
                  <a:pt x="1238" y="6386"/>
                </a:lnTo>
                <a:lnTo>
                  <a:pt x="1240" y="6355"/>
                </a:lnTo>
                <a:lnTo>
                  <a:pt x="1242" y="6324"/>
                </a:lnTo>
                <a:lnTo>
                  <a:pt x="1245" y="6293"/>
                </a:lnTo>
                <a:lnTo>
                  <a:pt x="1249" y="6263"/>
                </a:lnTo>
                <a:lnTo>
                  <a:pt x="1253" y="6234"/>
                </a:lnTo>
                <a:lnTo>
                  <a:pt x="1258" y="6205"/>
                </a:lnTo>
                <a:lnTo>
                  <a:pt x="1265" y="6177"/>
                </a:lnTo>
                <a:lnTo>
                  <a:pt x="1271" y="6150"/>
                </a:lnTo>
                <a:lnTo>
                  <a:pt x="1278" y="6124"/>
                </a:lnTo>
                <a:lnTo>
                  <a:pt x="1286" y="6098"/>
                </a:lnTo>
                <a:lnTo>
                  <a:pt x="1295" y="6073"/>
                </a:lnTo>
                <a:lnTo>
                  <a:pt x="1304" y="6050"/>
                </a:lnTo>
                <a:lnTo>
                  <a:pt x="1313" y="6028"/>
                </a:lnTo>
                <a:lnTo>
                  <a:pt x="1324" y="6006"/>
                </a:lnTo>
                <a:lnTo>
                  <a:pt x="1329" y="5994"/>
                </a:lnTo>
                <a:lnTo>
                  <a:pt x="1334" y="5980"/>
                </a:lnTo>
                <a:lnTo>
                  <a:pt x="1339" y="5964"/>
                </a:lnTo>
                <a:lnTo>
                  <a:pt x="1343" y="5948"/>
                </a:lnTo>
                <a:lnTo>
                  <a:pt x="1352" y="5911"/>
                </a:lnTo>
                <a:lnTo>
                  <a:pt x="1359" y="5873"/>
                </a:lnTo>
                <a:lnTo>
                  <a:pt x="1365" y="5834"/>
                </a:lnTo>
                <a:lnTo>
                  <a:pt x="1369" y="5795"/>
                </a:lnTo>
                <a:lnTo>
                  <a:pt x="1371" y="5760"/>
                </a:lnTo>
                <a:lnTo>
                  <a:pt x="1372" y="5731"/>
                </a:lnTo>
                <a:lnTo>
                  <a:pt x="1370" y="5703"/>
                </a:lnTo>
                <a:lnTo>
                  <a:pt x="1366" y="5664"/>
                </a:lnTo>
                <a:lnTo>
                  <a:pt x="1359" y="5616"/>
                </a:lnTo>
                <a:lnTo>
                  <a:pt x="1350" y="5563"/>
                </a:lnTo>
                <a:lnTo>
                  <a:pt x="1339" y="5508"/>
                </a:lnTo>
                <a:lnTo>
                  <a:pt x="1328" y="5453"/>
                </a:lnTo>
                <a:lnTo>
                  <a:pt x="1318" y="5403"/>
                </a:lnTo>
                <a:lnTo>
                  <a:pt x="1306" y="5360"/>
                </a:lnTo>
                <a:lnTo>
                  <a:pt x="1302" y="5339"/>
                </a:lnTo>
                <a:lnTo>
                  <a:pt x="1297" y="5313"/>
                </a:lnTo>
                <a:lnTo>
                  <a:pt x="1292" y="5284"/>
                </a:lnTo>
                <a:lnTo>
                  <a:pt x="1287" y="5252"/>
                </a:lnTo>
                <a:lnTo>
                  <a:pt x="1284" y="5217"/>
                </a:lnTo>
                <a:lnTo>
                  <a:pt x="1281" y="5180"/>
                </a:lnTo>
                <a:lnTo>
                  <a:pt x="1278" y="5142"/>
                </a:lnTo>
                <a:lnTo>
                  <a:pt x="1277" y="5103"/>
                </a:lnTo>
                <a:lnTo>
                  <a:pt x="1277" y="5063"/>
                </a:lnTo>
                <a:lnTo>
                  <a:pt x="1278" y="5024"/>
                </a:lnTo>
                <a:lnTo>
                  <a:pt x="1280" y="4984"/>
                </a:lnTo>
                <a:lnTo>
                  <a:pt x="1284" y="4947"/>
                </a:lnTo>
                <a:lnTo>
                  <a:pt x="1286" y="4929"/>
                </a:lnTo>
                <a:lnTo>
                  <a:pt x="1290" y="4912"/>
                </a:lnTo>
                <a:lnTo>
                  <a:pt x="1294" y="4894"/>
                </a:lnTo>
                <a:lnTo>
                  <a:pt x="1298" y="4878"/>
                </a:lnTo>
                <a:lnTo>
                  <a:pt x="1302" y="4862"/>
                </a:lnTo>
                <a:lnTo>
                  <a:pt x="1307" y="4847"/>
                </a:lnTo>
                <a:lnTo>
                  <a:pt x="1312" y="4834"/>
                </a:lnTo>
                <a:lnTo>
                  <a:pt x="1319" y="4821"/>
                </a:lnTo>
                <a:lnTo>
                  <a:pt x="1327" y="4805"/>
                </a:lnTo>
                <a:lnTo>
                  <a:pt x="1337" y="4788"/>
                </a:lnTo>
                <a:lnTo>
                  <a:pt x="1350" y="4773"/>
                </a:lnTo>
                <a:lnTo>
                  <a:pt x="1362" y="4758"/>
                </a:lnTo>
                <a:lnTo>
                  <a:pt x="1377" y="4744"/>
                </a:lnTo>
                <a:lnTo>
                  <a:pt x="1392" y="4730"/>
                </a:lnTo>
                <a:lnTo>
                  <a:pt x="1408" y="4717"/>
                </a:lnTo>
                <a:lnTo>
                  <a:pt x="1425" y="4703"/>
                </a:lnTo>
                <a:lnTo>
                  <a:pt x="1443" y="4691"/>
                </a:lnTo>
                <a:lnTo>
                  <a:pt x="1462" y="4679"/>
                </a:lnTo>
                <a:lnTo>
                  <a:pt x="1480" y="4668"/>
                </a:lnTo>
                <a:lnTo>
                  <a:pt x="1499" y="4657"/>
                </a:lnTo>
                <a:lnTo>
                  <a:pt x="1537" y="4636"/>
                </a:lnTo>
                <a:lnTo>
                  <a:pt x="1577" y="4618"/>
                </a:lnTo>
                <a:lnTo>
                  <a:pt x="242" y="1040"/>
                </a:lnTo>
                <a:lnTo>
                  <a:pt x="240" y="1037"/>
                </a:lnTo>
                <a:lnTo>
                  <a:pt x="238" y="1031"/>
                </a:lnTo>
                <a:lnTo>
                  <a:pt x="237" y="1027"/>
                </a:lnTo>
                <a:lnTo>
                  <a:pt x="236" y="1022"/>
                </a:lnTo>
                <a:lnTo>
                  <a:pt x="236" y="1013"/>
                </a:lnTo>
                <a:lnTo>
                  <a:pt x="238" y="1002"/>
                </a:lnTo>
                <a:lnTo>
                  <a:pt x="242" y="992"/>
                </a:lnTo>
                <a:lnTo>
                  <a:pt x="247" y="983"/>
                </a:lnTo>
                <a:lnTo>
                  <a:pt x="250" y="977"/>
                </a:lnTo>
                <a:lnTo>
                  <a:pt x="255" y="973"/>
                </a:lnTo>
                <a:lnTo>
                  <a:pt x="259" y="970"/>
                </a:lnTo>
                <a:lnTo>
                  <a:pt x="264" y="966"/>
                </a:lnTo>
                <a:lnTo>
                  <a:pt x="269" y="963"/>
                </a:lnTo>
                <a:lnTo>
                  <a:pt x="275" y="960"/>
                </a:lnTo>
                <a:lnTo>
                  <a:pt x="294" y="943"/>
                </a:lnTo>
                <a:lnTo>
                  <a:pt x="313" y="927"/>
                </a:lnTo>
                <a:lnTo>
                  <a:pt x="333" y="910"/>
                </a:lnTo>
                <a:lnTo>
                  <a:pt x="354" y="893"/>
                </a:lnTo>
                <a:lnTo>
                  <a:pt x="375" y="878"/>
                </a:lnTo>
                <a:lnTo>
                  <a:pt x="398" y="862"/>
                </a:lnTo>
                <a:lnTo>
                  <a:pt x="420" y="847"/>
                </a:lnTo>
                <a:lnTo>
                  <a:pt x="443" y="831"/>
                </a:lnTo>
                <a:lnTo>
                  <a:pt x="468" y="817"/>
                </a:lnTo>
                <a:lnTo>
                  <a:pt x="493" y="802"/>
                </a:lnTo>
                <a:lnTo>
                  <a:pt x="518" y="788"/>
                </a:lnTo>
                <a:lnTo>
                  <a:pt x="545" y="773"/>
                </a:lnTo>
                <a:lnTo>
                  <a:pt x="572" y="759"/>
                </a:lnTo>
                <a:lnTo>
                  <a:pt x="599" y="745"/>
                </a:lnTo>
                <a:lnTo>
                  <a:pt x="626" y="732"/>
                </a:lnTo>
                <a:lnTo>
                  <a:pt x="655" y="719"/>
                </a:lnTo>
                <a:lnTo>
                  <a:pt x="715" y="693"/>
                </a:lnTo>
                <a:lnTo>
                  <a:pt x="777" y="669"/>
                </a:lnTo>
                <a:lnTo>
                  <a:pt x="841" y="646"/>
                </a:lnTo>
                <a:lnTo>
                  <a:pt x="907" y="624"/>
                </a:lnTo>
                <a:lnTo>
                  <a:pt x="976" y="603"/>
                </a:lnTo>
                <a:lnTo>
                  <a:pt x="1046" y="583"/>
                </a:lnTo>
                <a:lnTo>
                  <a:pt x="1119" y="565"/>
                </a:lnTo>
                <a:lnTo>
                  <a:pt x="1192" y="548"/>
                </a:lnTo>
                <a:lnTo>
                  <a:pt x="1188" y="512"/>
                </a:lnTo>
                <a:lnTo>
                  <a:pt x="1185" y="474"/>
                </a:lnTo>
                <a:lnTo>
                  <a:pt x="1183" y="436"/>
                </a:lnTo>
                <a:lnTo>
                  <a:pt x="1182" y="397"/>
                </a:lnTo>
                <a:lnTo>
                  <a:pt x="1183" y="356"/>
                </a:lnTo>
                <a:lnTo>
                  <a:pt x="1185" y="317"/>
                </a:lnTo>
                <a:lnTo>
                  <a:pt x="1188" y="279"/>
                </a:lnTo>
                <a:lnTo>
                  <a:pt x="1192" y="244"/>
                </a:lnTo>
                <a:lnTo>
                  <a:pt x="1198" y="210"/>
                </a:lnTo>
                <a:lnTo>
                  <a:pt x="1205" y="179"/>
                </a:lnTo>
                <a:lnTo>
                  <a:pt x="1212" y="149"/>
                </a:lnTo>
                <a:lnTo>
                  <a:pt x="1221" y="122"/>
                </a:lnTo>
                <a:lnTo>
                  <a:pt x="1231" y="97"/>
                </a:lnTo>
                <a:lnTo>
                  <a:pt x="1240" y="74"/>
                </a:lnTo>
                <a:lnTo>
                  <a:pt x="1246" y="65"/>
                </a:lnTo>
                <a:lnTo>
                  <a:pt x="1251" y="55"/>
                </a:lnTo>
                <a:lnTo>
                  <a:pt x="1257" y="47"/>
                </a:lnTo>
                <a:lnTo>
                  <a:pt x="1263" y="39"/>
                </a:lnTo>
                <a:lnTo>
                  <a:pt x="1269" y="33"/>
                </a:lnTo>
                <a:lnTo>
                  <a:pt x="1275" y="26"/>
                </a:lnTo>
                <a:lnTo>
                  <a:pt x="1281" y="21"/>
                </a:lnTo>
                <a:lnTo>
                  <a:pt x="1289" y="17"/>
                </a:lnTo>
                <a:lnTo>
                  <a:pt x="1295" y="14"/>
                </a:lnTo>
                <a:lnTo>
                  <a:pt x="1301" y="11"/>
                </a:lnTo>
                <a:lnTo>
                  <a:pt x="1308" y="10"/>
                </a:lnTo>
                <a:lnTo>
                  <a:pt x="1315" y="9"/>
                </a:lnTo>
                <a:lnTo>
                  <a:pt x="1315" y="29"/>
                </a:lnTo>
                <a:lnTo>
                  <a:pt x="1310" y="30"/>
                </a:lnTo>
                <a:lnTo>
                  <a:pt x="1305" y="31"/>
                </a:lnTo>
                <a:lnTo>
                  <a:pt x="1300" y="33"/>
                </a:lnTo>
                <a:lnTo>
                  <a:pt x="1295" y="36"/>
                </a:lnTo>
                <a:lnTo>
                  <a:pt x="1290" y="39"/>
                </a:lnTo>
                <a:lnTo>
                  <a:pt x="1284" y="44"/>
                </a:lnTo>
                <a:lnTo>
                  <a:pt x="1279" y="49"/>
                </a:lnTo>
                <a:lnTo>
                  <a:pt x="1274" y="55"/>
                </a:lnTo>
                <a:lnTo>
                  <a:pt x="1265" y="70"/>
                </a:lnTo>
                <a:lnTo>
                  <a:pt x="1255" y="87"/>
                </a:lnTo>
                <a:lnTo>
                  <a:pt x="1246" y="107"/>
                </a:lnTo>
                <a:lnTo>
                  <a:pt x="1238" y="130"/>
                </a:lnTo>
                <a:lnTo>
                  <a:pt x="1231" y="155"/>
                </a:lnTo>
                <a:lnTo>
                  <a:pt x="1223" y="183"/>
                </a:lnTo>
                <a:lnTo>
                  <a:pt x="1217" y="213"/>
                </a:lnTo>
                <a:lnTo>
                  <a:pt x="1212" y="246"/>
                </a:lnTo>
                <a:lnTo>
                  <a:pt x="1208" y="281"/>
                </a:lnTo>
                <a:lnTo>
                  <a:pt x="1205" y="317"/>
                </a:lnTo>
                <a:lnTo>
                  <a:pt x="1203" y="356"/>
                </a:lnTo>
                <a:lnTo>
                  <a:pt x="1202" y="397"/>
                </a:lnTo>
                <a:lnTo>
                  <a:pt x="1203" y="436"/>
                </a:lnTo>
                <a:lnTo>
                  <a:pt x="1204" y="473"/>
                </a:lnTo>
                <a:lnTo>
                  <a:pt x="1207" y="510"/>
                </a:lnTo>
                <a:lnTo>
                  <a:pt x="1211" y="544"/>
                </a:lnTo>
                <a:lnTo>
                  <a:pt x="1228" y="540"/>
                </a:lnTo>
                <a:lnTo>
                  <a:pt x="1226" y="534"/>
                </a:lnTo>
                <a:lnTo>
                  <a:pt x="1236" y="531"/>
                </a:lnTo>
                <a:lnTo>
                  <a:pt x="1226" y="531"/>
                </a:lnTo>
                <a:lnTo>
                  <a:pt x="1226" y="509"/>
                </a:lnTo>
                <a:lnTo>
                  <a:pt x="1228" y="486"/>
                </a:lnTo>
                <a:lnTo>
                  <a:pt x="1229" y="463"/>
                </a:lnTo>
                <a:lnTo>
                  <a:pt x="1233" y="441"/>
                </a:lnTo>
                <a:lnTo>
                  <a:pt x="1236" y="419"/>
                </a:lnTo>
                <a:lnTo>
                  <a:pt x="1240" y="399"/>
                </a:lnTo>
                <a:lnTo>
                  <a:pt x="1244" y="379"/>
                </a:lnTo>
                <a:lnTo>
                  <a:pt x="1249" y="360"/>
                </a:lnTo>
                <a:lnTo>
                  <a:pt x="1255" y="344"/>
                </a:lnTo>
                <a:lnTo>
                  <a:pt x="1262" y="328"/>
                </a:lnTo>
                <a:lnTo>
                  <a:pt x="1269" y="315"/>
                </a:lnTo>
                <a:lnTo>
                  <a:pt x="1277" y="302"/>
                </a:lnTo>
                <a:lnTo>
                  <a:pt x="1281" y="298"/>
                </a:lnTo>
                <a:lnTo>
                  <a:pt x="1285" y="293"/>
                </a:lnTo>
                <a:lnTo>
                  <a:pt x="1291" y="290"/>
                </a:lnTo>
                <a:lnTo>
                  <a:pt x="1295" y="287"/>
                </a:lnTo>
                <a:lnTo>
                  <a:pt x="1300" y="284"/>
                </a:lnTo>
                <a:lnTo>
                  <a:pt x="1305" y="282"/>
                </a:lnTo>
                <a:lnTo>
                  <a:pt x="1310" y="281"/>
                </a:lnTo>
                <a:lnTo>
                  <a:pt x="1315" y="281"/>
                </a:lnTo>
                <a:lnTo>
                  <a:pt x="1321" y="281"/>
                </a:lnTo>
                <a:lnTo>
                  <a:pt x="1325" y="282"/>
                </a:lnTo>
                <a:lnTo>
                  <a:pt x="1330" y="284"/>
                </a:lnTo>
                <a:lnTo>
                  <a:pt x="1334" y="286"/>
                </a:lnTo>
                <a:lnTo>
                  <a:pt x="1343" y="292"/>
                </a:lnTo>
                <a:lnTo>
                  <a:pt x="1351" y="300"/>
                </a:lnTo>
                <a:lnTo>
                  <a:pt x="1359" y="311"/>
                </a:lnTo>
                <a:lnTo>
                  <a:pt x="1366" y="322"/>
                </a:lnTo>
                <a:lnTo>
                  <a:pt x="1372" y="337"/>
                </a:lnTo>
                <a:lnTo>
                  <a:pt x="1378" y="351"/>
                </a:lnTo>
                <a:lnTo>
                  <a:pt x="1384" y="368"/>
                </a:lnTo>
                <a:lnTo>
                  <a:pt x="1388" y="385"/>
                </a:lnTo>
                <a:lnTo>
                  <a:pt x="1392" y="404"/>
                </a:lnTo>
                <a:lnTo>
                  <a:pt x="1395" y="424"/>
                </a:lnTo>
                <a:lnTo>
                  <a:pt x="1398" y="444"/>
                </a:lnTo>
                <a:lnTo>
                  <a:pt x="1400" y="465"/>
                </a:lnTo>
                <a:lnTo>
                  <a:pt x="1402" y="486"/>
                </a:lnTo>
                <a:lnTo>
                  <a:pt x="1404" y="508"/>
                </a:lnTo>
                <a:lnTo>
                  <a:pt x="1485" y="495"/>
                </a:lnTo>
                <a:lnTo>
                  <a:pt x="1568" y="484"/>
                </a:lnTo>
                <a:lnTo>
                  <a:pt x="1653" y="474"/>
                </a:lnTo>
                <a:lnTo>
                  <a:pt x="1740" y="466"/>
                </a:lnTo>
                <a:lnTo>
                  <a:pt x="1827" y="460"/>
                </a:lnTo>
                <a:lnTo>
                  <a:pt x="1916" y="455"/>
                </a:lnTo>
                <a:lnTo>
                  <a:pt x="2007" y="452"/>
                </a:lnTo>
                <a:lnTo>
                  <a:pt x="2098" y="450"/>
                </a:lnTo>
                <a:lnTo>
                  <a:pt x="2146" y="449"/>
                </a:lnTo>
                <a:lnTo>
                  <a:pt x="2196" y="450"/>
                </a:lnTo>
                <a:lnTo>
                  <a:pt x="2245" y="450"/>
                </a:lnTo>
                <a:lnTo>
                  <a:pt x="2292" y="451"/>
                </a:lnTo>
                <a:lnTo>
                  <a:pt x="2341" y="453"/>
                </a:lnTo>
                <a:lnTo>
                  <a:pt x="2389" y="454"/>
                </a:lnTo>
                <a:lnTo>
                  <a:pt x="2435" y="457"/>
                </a:lnTo>
                <a:lnTo>
                  <a:pt x="2483" y="459"/>
                </a:lnTo>
                <a:lnTo>
                  <a:pt x="2529" y="463"/>
                </a:lnTo>
                <a:lnTo>
                  <a:pt x="2575" y="466"/>
                </a:lnTo>
                <a:lnTo>
                  <a:pt x="2621" y="470"/>
                </a:lnTo>
                <a:lnTo>
                  <a:pt x="2666" y="475"/>
                </a:lnTo>
                <a:lnTo>
                  <a:pt x="2711" y="481"/>
                </a:lnTo>
                <a:lnTo>
                  <a:pt x="2756" y="486"/>
                </a:lnTo>
                <a:lnTo>
                  <a:pt x="2799" y="492"/>
                </a:lnTo>
                <a:lnTo>
                  <a:pt x="2843" y="498"/>
                </a:lnTo>
                <a:lnTo>
                  <a:pt x="2844" y="477"/>
                </a:lnTo>
                <a:lnTo>
                  <a:pt x="2846" y="456"/>
                </a:lnTo>
                <a:lnTo>
                  <a:pt x="2848" y="435"/>
                </a:lnTo>
                <a:lnTo>
                  <a:pt x="2851" y="414"/>
                </a:lnTo>
                <a:lnTo>
                  <a:pt x="2854" y="395"/>
                </a:lnTo>
                <a:lnTo>
                  <a:pt x="2858" y="376"/>
                </a:lnTo>
                <a:lnTo>
                  <a:pt x="2863" y="358"/>
                </a:lnTo>
                <a:lnTo>
                  <a:pt x="2869" y="342"/>
                </a:lnTo>
                <a:lnTo>
                  <a:pt x="2874" y="326"/>
                </a:lnTo>
                <a:lnTo>
                  <a:pt x="2881" y="313"/>
                </a:lnTo>
                <a:lnTo>
                  <a:pt x="2887" y="301"/>
                </a:lnTo>
                <a:lnTo>
                  <a:pt x="2895" y="291"/>
                </a:lnTo>
                <a:lnTo>
                  <a:pt x="2903" y="283"/>
                </a:lnTo>
                <a:lnTo>
                  <a:pt x="2912" y="276"/>
                </a:lnTo>
                <a:lnTo>
                  <a:pt x="2916" y="274"/>
                </a:lnTo>
                <a:lnTo>
                  <a:pt x="2921" y="272"/>
                </a:lnTo>
                <a:lnTo>
                  <a:pt x="2927" y="271"/>
                </a:lnTo>
                <a:lnTo>
                  <a:pt x="2931" y="271"/>
                </a:lnTo>
                <a:lnTo>
                  <a:pt x="2936" y="271"/>
                </a:lnTo>
                <a:lnTo>
                  <a:pt x="2941" y="272"/>
                </a:lnTo>
                <a:lnTo>
                  <a:pt x="2946" y="274"/>
                </a:lnTo>
                <a:lnTo>
                  <a:pt x="2951" y="277"/>
                </a:lnTo>
                <a:lnTo>
                  <a:pt x="2956" y="281"/>
                </a:lnTo>
                <a:lnTo>
                  <a:pt x="2961" y="284"/>
                </a:lnTo>
                <a:lnTo>
                  <a:pt x="2965" y="288"/>
                </a:lnTo>
                <a:lnTo>
                  <a:pt x="2969" y="293"/>
                </a:lnTo>
                <a:lnTo>
                  <a:pt x="2977" y="304"/>
                </a:lnTo>
                <a:lnTo>
                  <a:pt x="2985" y="319"/>
                </a:lnTo>
                <a:lnTo>
                  <a:pt x="2991" y="334"/>
                </a:lnTo>
                <a:lnTo>
                  <a:pt x="2997" y="351"/>
                </a:lnTo>
                <a:lnTo>
                  <a:pt x="3002" y="370"/>
                </a:lnTo>
                <a:lnTo>
                  <a:pt x="3006" y="389"/>
                </a:lnTo>
                <a:lnTo>
                  <a:pt x="3010" y="410"/>
                </a:lnTo>
                <a:lnTo>
                  <a:pt x="3014" y="432"/>
                </a:lnTo>
                <a:lnTo>
                  <a:pt x="3017" y="454"/>
                </a:lnTo>
                <a:lnTo>
                  <a:pt x="3018" y="477"/>
                </a:lnTo>
                <a:lnTo>
                  <a:pt x="3020" y="499"/>
                </a:lnTo>
                <a:lnTo>
                  <a:pt x="3020" y="522"/>
                </a:lnTo>
                <a:lnTo>
                  <a:pt x="3009" y="522"/>
                </a:lnTo>
                <a:lnTo>
                  <a:pt x="3020" y="524"/>
                </a:lnTo>
                <a:lnTo>
                  <a:pt x="3019" y="529"/>
                </a:lnTo>
                <a:lnTo>
                  <a:pt x="3035" y="533"/>
                </a:lnTo>
                <a:lnTo>
                  <a:pt x="3039" y="499"/>
                </a:lnTo>
                <a:lnTo>
                  <a:pt x="3043" y="463"/>
                </a:lnTo>
                <a:lnTo>
                  <a:pt x="3044" y="426"/>
                </a:lnTo>
                <a:lnTo>
                  <a:pt x="3045" y="386"/>
                </a:lnTo>
                <a:lnTo>
                  <a:pt x="3044" y="347"/>
                </a:lnTo>
                <a:lnTo>
                  <a:pt x="3042" y="307"/>
                </a:lnTo>
                <a:lnTo>
                  <a:pt x="3038" y="271"/>
                </a:lnTo>
                <a:lnTo>
                  <a:pt x="3034" y="237"/>
                </a:lnTo>
                <a:lnTo>
                  <a:pt x="3029" y="204"/>
                </a:lnTo>
                <a:lnTo>
                  <a:pt x="3023" y="174"/>
                </a:lnTo>
                <a:lnTo>
                  <a:pt x="3016" y="146"/>
                </a:lnTo>
                <a:lnTo>
                  <a:pt x="3008" y="121"/>
                </a:lnTo>
                <a:lnTo>
                  <a:pt x="3000" y="98"/>
                </a:lnTo>
                <a:lnTo>
                  <a:pt x="2991" y="77"/>
                </a:lnTo>
                <a:lnTo>
                  <a:pt x="2981" y="61"/>
                </a:lnTo>
                <a:lnTo>
                  <a:pt x="2972" y="46"/>
                </a:lnTo>
                <a:lnTo>
                  <a:pt x="2967" y="40"/>
                </a:lnTo>
                <a:lnTo>
                  <a:pt x="2962" y="35"/>
                </a:lnTo>
                <a:lnTo>
                  <a:pt x="2957" y="30"/>
                </a:lnTo>
                <a:lnTo>
                  <a:pt x="2951" y="26"/>
                </a:lnTo>
                <a:lnTo>
                  <a:pt x="2946" y="23"/>
                </a:lnTo>
                <a:lnTo>
                  <a:pt x="2941" y="21"/>
                </a:lnTo>
                <a:lnTo>
                  <a:pt x="2936" y="20"/>
                </a:lnTo>
                <a:lnTo>
                  <a:pt x="2931" y="19"/>
                </a:lnTo>
                <a:lnTo>
                  <a:pt x="2931" y="0"/>
                </a:lnTo>
                <a:lnTo>
                  <a:pt x="2938" y="1"/>
                </a:lnTo>
                <a:lnTo>
                  <a:pt x="2945" y="2"/>
                </a:lnTo>
                <a:lnTo>
                  <a:pt x="2951" y="5"/>
                </a:lnTo>
                <a:lnTo>
                  <a:pt x="2958" y="8"/>
                </a:lnTo>
                <a:lnTo>
                  <a:pt x="2965" y="12"/>
                </a:lnTo>
                <a:lnTo>
                  <a:pt x="2971" y="17"/>
                </a:lnTo>
                <a:lnTo>
                  <a:pt x="2977" y="23"/>
                </a:lnTo>
                <a:lnTo>
                  <a:pt x="2984" y="30"/>
                </a:lnTo>
                <a:lnTo>
                  <a:pt x="2989" y="38"/>
                </a:lnTo>
                <a:lnTo>
                  <a:pt x="2995" y="46"/>
                </a:lnTo>
                <a:lnTo>
                  <a:pt x="3000" y="55"/>
                </a:lnTo>
                <a:lnTo>
                  <a:pt x="3006" y="65"/>
                </a:lnTo>
                <a:lnTo>
                  <a:pt x="3016" y="88"/>
                </a:lnTo>
                <a:lnTo>
                  <a:pt x="3025" y="113"/>
                </a:lnTo>
                <a:lnTo>
                  <a:pt x="3034" y="139"/>
                </a:lnTo>
                <a:lnTo>
                  <a:pt x="3042" y="170"/>
                </a:lnTo>
                <a:lnTo>
                  <a:pt x="3048" y="201"/>
                </a:lnTo>
                <a:lnTo>
                  <a:pt x="3054" y="235"/>
                </a:lnTo>
                <a:lnTo>
                  <a:pt x="3058" y="270"/>
                </a:lnTo>
                <a:lnTo>
                  <a:pt x="3061" y="307"/>
                </a:lnTo>
                <a:lnTo>
                  <a:pt x="3063" y="347"/>
                </a:lnTo>
                <a:lnTo>
                  <a:pt x="3064" y="386"/>
                </a:lnTo>
                <a:lnTo>
                  <a:pt x="3063" y="427"/>
                </a:lnTo>
                <a:lnTo>
                  <a:pt x="3061" y="464"/>
                </a:lnTo>
                <a:lnTo>
                  <a:pt x="3058" y="501"/>
                </a:lnTo>
                <a:lnTo>
                  <a:pt x="3054" y="537"/>
                </a:lnTo>
                <a:lnTo>
                  <a:pt x="3128" y="553"/>
                </a:lnTo>
                <a:lnTo>
                  <a:pt x="3200" y="571"/>
                </a:lnTo>
                <a:lnTo>
                  <a:pt x="3271" y="591"/>
                </a:lnTo>
                <a:lnTo>
                  <a:pt x="3339" y="611"/>
                </a:lnTo>
                <a:lnTo>
                  <a:pt x="3405" y="634"/>
                </a:lnTo>
                <a:lnTo>
                  <a:pt x="3468" y="657"/>
                </a:lnTo>
                <a:lnTo>
                  <a:pt x="3531" y="682"/>
                </a:lnTo>
                <a:lnTo>
                  <a:pt x="3591" y="708"/>
                </a:lnTo>
                <a:lnTo>
                  <a:pt x="3620" y="721"/>
                </a:lnTo>
                <a:lnTo>
                  <a:pt x="3648" y="736"/>
                </a:lnTo>
                <a:lnTo>
                  <a:pt x="3676" y="749"/>
                </a:lnTo>
                <a:lnTo>
                  <a:pt x="3703" y="764"/>
                </a:lnTo>
                <a:lnTo>
                  <a:pt x="3729" y="778"/>
                </a:lnTo>
                <a:lnTo>
                  <a:pt x="3755" y="794"/>
                </a:lnTo>
                <a:lnTo>
                  <a:pt x="3780" y="809"/>
                </a:lnTo>
                <a:lnTo>
                  <a:pt x="3805" y="825"/>
                </a:lnTo>
                <a:lnTo>
                  <a:pt x="3829" y="841"/>
                </a:lnTo>
                <a:lnTo>
                  <a:pt x="3853" y="857"/>
                </a:lnTo>
                <a:lnTo>
                  <a:pt x="3876" y="874"/>
                </a:lnTo>
                <a:lnTo>
                  <a:pt x="3897" y="890"/>
                </a:lnTo>
                <a:lnTo>
                  <a:pt x="3919" y="907"/>
                </a:lnTo>
                <a:lnTo>
                  <a:pt x="3940" y="925"/>
                </a:lnTo>
                <a:lnTo>
                  <a:pt x="3959" y="942"/>
                </a:lnTo>
                <a:lnTo>
                  <a:pt x="3979" y="961"/>
                </a:lnTo>
                <a:lnTo>
                  <a:pt x="3983" y="962"/>
                </a:lnTo>
                <a:lnTo>
                  <a:pt x="3987" y="965"/>
                </a:lnTo>
                <a:lnTo>
                  <a:pt x="3997" y="972"/>
                </a:lnTo>
                <a:lnTo>
                  <a:pt x="4005" y="982"/>
                </a:lnTo>
                <a:lnTo>
                  <a:pt x="4010" y="991"/>
                </a:lnTo>
                <a:lnTo>
                  <a:pt x="4013" y="1001"/>
                </a:lnTo>
                <a:lnTo>
                  <a:pt x="4015" y="1012"/>
                </a:lnTo>
                <a:lnTo>
                  <a:pt x="4015" y="1022"/>
                </a:lnTo>
                <a:lnTo>
                  <a:pt x="4013" y="1033"/>
                </a:lnTo>
                <a:lnTo>
                  <a:pt x="4009" y="1044"/>
                </a:lnTo>
                <a:lnTo>
                  <a:pt x="2676" y="4621"/>
                </a:lnTo>
                <a:lnTo>
                  <a:pt x="2714" y="4640"/>
                </a:lnTo>
                <a:lnTo>
                  <a:pt x="2751" y="4660"/>
                </a:lnTo>
                <a:lnTo>
                  <a:pt x="2770" y="4671"/>
                </a:lnTo>
                <a:lnTo>
                  <a:pt x="2788" y="4683"/>
                </a:lnTo>
                <a:lnTo>
                  <a:pt x="2806" y="4694"/>
                </a:lnTo>
                <a:lnTo>
                  <a:pt x="2823" y="4706"/>
                </a:lnTo>
                <a:lnTo>
                  <a:pt x="2840" y="4719"/>
                </a:lnTo>
                <a:lnTo>
                  <a:pt x="2855" y="4732"/>
                </a:lnTo>
                <a:lnTo>
                  <a:pt x="2871" y="4746"/>
                </a:lnTo>
                <a:lnTo>
                  <a:pt x="2884" y="4760"/>
                </a:lnTo>
                <a:lnTo>
                  <a:pt x="2896" y="4775"/>
                </a:lnTo>
                <a:lnTo>
                  <a:pt x="2909" y="4790"/>
                </a:lnTo>
                <a:lnTo>
                  <a:pt x="2919" y="4806"/>
                </a:lnTo>
                <a:lnTo>
                  <a:pt x="2928" y="4822"/>
                </a:lnTo>
                <a:lnTo>
                  <a:pt x="2934" y="4835"/>
                </a:lnTo>
                <a:lnTo>
                  <a:pt x="2939" y="4849"/>
                </a:lnTo>
                <a:lnTo>
                  <a:pt x="2944" y="4863"/>
                </a:lnTo>
                <a:lnTo>
                  <a:pt x="2948" y="4879"/>
                </a:lnTo>
                <a:lnTo>
                  <a:pt x="2952" y="4895"/>
                </a:lnTo>
                <a:lnTo>
                  <a:pt x="2956" y="4912"/>
                </a:lnTo>
                <a:lnTo>
                  <a:pt x="2959" y="4929"/>
                </a:lnTo>
                <a:lnTo>
                  <a:pt x="2962" y="4948"/>
                </a:lnTo>
                <a:lnTo>
                  <a:pt x="2965" y="4985"/>
                </a:lnTo>
                <a:lnTo>
                  <a:pt x="2968" y="5024"/>
                </a:lnTo>
                <a:lnTo>
                  <a:pt x="2969" y="5063"/>
                </a:lnTo>
                <a:lnTo>
                  <a:pt x="2968" y="5103"/>
                </a:lnTo>
                <a:lnTo>
                  <a:pt x="2967" y="5142"/>
                </a:lnTo>
                <a:lnTo>
                  <a:pt x="2965" y="5180"/>
                </a:lnTo>
                <a:lnTo>
                  <a:pt x="2962" y="5218"/>
                </a:lnTo>
                <a:lnTo>
                  <a:pt x="2958" y="5253"/>
                </a:lnTo>
                <a:lnTo>
                  <a:pt x="2953" y="5285"/>
                </a:lnTo>
                <a:lnTo>
                  <a:pt x="2948" y="5314"/>
                </a:lnTo>
                <a:lnTo>
                  <a:pt x="2944" y="5339"/>
                </a:lnTo>
                <a:lnTo>
                  <a:pt x="2939" y="5361"/>
                </a:lnTo>
                <a:lnTo>
                  <a:pt x="2928" y="5404"/>
                </a:lnTo>
                <a:lnTo>
                  <a:pt x="2916" y="5454"/>
                </a:lnTo>
                <a:lnTo>
                  <a:pt x="2906" y="5509"/>
                </a:lnTo>
                <a:lnTo>
                  <a:pt x="2895" y="5565"/>
                </a:lnTo>
                <a:lnTo>
                  <a:pt x="2886" y="5618"/>
                </a:lnTo>
                <a:lnTo>
                  <a:pt x="2879" y="5666"/>
                </a:lnTo>
                <a:lnTo>
                  <a:pt x="2874" y="5704"/>
                </a:lnTo>
                <a:lnTo>
                  <a:pt x="2873" y="5731"/>
                </a:lnTo>
                <a:lnTo>
                  <a:pt x="2874" y="5760"/>
                </a:lnTo>
                <a:lnTo>
                  <a:pt x="2876" y="5795"/>
                </a:lnTo>
                <a:lnTo>
                  <a:pt x="2880" y="5834"/>
                </a:lnTo>
                <a:lnTo>
                  <a:pt x="2886" y="5873"/>
                </a:lnTo>
                <a:lnTo>
                  <a:pt x="2893" y="5911"/>
                </a:lnTo>
                <a:lnTo>
                  <a:pt x="2902" y="5949"/>
                </a:lnTo>
                <a:lnTo>
                  <a:pt x="2906" y="5965"/>
                </a:lnTo>
                <a:lnTo>
                  <a:pt x="2911" y="5981"/>
                </a:lnTo>
                <a:lnTo>
                  <a:pt x="2916" y="5994"/>
                </a:lnTo>
                <a:lnTo>
                  <a:pt x="2921" y="6007"/>
                </a:lnTo>
                <a:lnTo>
                  <a:pt x="2932" y="6028"/>
                </a:lnTo>
                <a:lnTo>
                  <a:pt x="2941" y="6050"/>
                </a:lnTo>
                <a:lnTo>
                  <a:pt x="2950" y="6074"/>
                </a:lnTo>
                <a:lnTo>
                  <a:pt x="2959" y="6098"/>
                </a:lnTo>
                <a:lnTo>
                  <a:pt x="2967" y="6124"/>
                </a:lnTo>
                <a:lnTo>
                  <a:pt x="2974" y="6150"/>
                </a:lnTo>
                <a:lnTo>
                  <a:pt x="2980" y="6177"/>
                </a:lnTo>
                <a:lnTo>
                  <a:pt x="2987" y="6205"/>
                </a:lnTo>
                <a:lnTo>
                  <a:pt x="2992" y="6234"/>
                </a:lnTo>
                <a:lnTo>
                  <a:pt x="2996" y="6263"/>
                </a:lnTo>
                <a:lnTo>
                  <a:pt x="3000" y="6293"/>
                </a:lnTo>
                <a:lnTo>
                  <a:pt x="3003" y="6323"/>
                </a:lnTo>
                <a:lnTo>
                  <a:pt x="3005" y="6355"/>
                </a:lnTo>
                <a:lnTo>
                  <a:pt x="3007" y="6386"/>
                </a:lnTo>
                <a:lnTo>
                  <a:pt x="3008" y="6419"/>
                </a:lnTo>
                <a:lnTo>
                  <a:pt x="3008" y="6452"/>
                </a:lnTo>
                <a:lnTo>
                  <a:pt x="3008" y="7524"/>
                </a:lnTo>
                <a:lnTo>
                  <a:pt x="4135" y="7524"/>
                </a:lnTo>
                <a:lnTo>
                  <a:pt x="4145" y="7524"/>
                </a:lnTo>
                <a:lnTo>
                  <a:pt x="4155" y="7525"/>
                </a:lnTo>
                <a:lnTo>
                  <a:pt x="4166" y="7526"/>
                </a:lnTo>
                <a:lnTo>
                  <a:pt x="4176" y="7528"/>
                </a:lnTo>
                <a:lnTo>
                  <a:pt x="4186" y="7530"/>
                </a:lnTo>
                <a:lnTo>
                  <a:pt x="4196" y="7533"/>
                </a:lnTo>
                <a:lnTo>
                  <a:pt x="4206" y="7537"/>
                </a:lnTo>
                <a:lnTo>
                  <a:pt x="4215" y="7542"/>
                </a:lnTo>
                <a:lnTo>
                  <a:pt x="4225" y="7546"/>
                </a:lnTo>
                <a:lnTo>
                  <a:pt x="4234" y="7551"/>
                </a:lnTo>
                <a:lnTo>
                  <a:pt x="4242" y="7556"/>
                </a:lnTo>
                <a:lnTo>
                  <a:pt x="4251" y="7562"/>
                </a:lnTo>
                <a:lnTo>
                  <a:pt x="4259" y="7570"/>
                </a:lnTo>
                <a:lnTo>
                  <a:pt x="4267" y="7576"/>
                </a:lnTo>
                <a:lnTo>
                  <a:pt x="4274" y="7583"/>
                </a:lnTo>
                <a:lnTo>
                  <a:pt x="4282" y="7591"/>
                </a:lnTo>
                <a:lnTo>
                  <a:pt x="4288" y="7600"/>
                </a:lnTo>
                <a:lnTo>
                  <a:pt x="4294" y="7608"/>
                </a:lnTo>
                <a:lnTo>
                  <a:pt x="4300" y="7617"/>
                </a:lnTo>
                <a:lnTo>
                  <a:pt x="4306" y="7626"/>
                </a:lnTo>
                <a:lnTo>
                  <a:pt x="4310" y="7635"/>
                </a:lnTo>
                <a:lnTo>
                  <a:pt x="4314" y="7644"/>
                </a:lnTo>
                <a:lnTo>
                  <a:pt x="4318" y="7655"/>
                </a:lnTo>
                <a:lnTo>
                  <a:pt x="4321" y="7664"/>
                </a:lnTo>
                <a:lnTo>
                  <a:pt x="4323" y="7674"/>
                </a:lnTo>
                <a:lnTo>
                  <a:pt x="4325" y="7685"/>
                </a:lnTo>
                <a:lnTo>
                  <a:pt x="4326" y="7695"/>
                </a:lnTo>
                <a:lnTo>
                  <a:pt x="4327" y="7705"/>
                </a:lnTo>
                <a:lnTo>
                  <a:pt x="4328" y="7716"/>
                </a:lnTo>
                <a:lnTo>
                  <a:pt x="4328" y="7726"/>
                </a:lnTo>
                <a:lnTo>
                  <a:pt x="4327" y="7737"/>
                </a:lnTo>
                <a:lnTo>
                  <a:pt x="4326" y="7747"/>
                </a:lnTo>
                <a:lnTo>
                  <a:pt x="4316" y="7812"/>
                </a:lnTo>
                <a:lnTo>
                  <a:pt x="4306" y="7879"/>
                </a:lnTo>
                <a:lnTo>
                  <a:pt x="4295" y="7946"/>
                </a:lnTo>
                <a:lnTo>
                  <a:pt x="4285" y="8012"/>
                </a:lnTo>
                <a:lnTo>
                  <a:pt x="4275" y="8079"/>
                </a:lnTo>
                <a:lnTo>
                  <a:pt x="4265" y="8144"/>
                </a:lnTo>
                <a:lnTo>
                  <a:pt x="4256" y="8208"/>
                </a:lnTo>
                <a:lnTo>
                  <a:pt x="4246" y="8269"/>
                </a:lnTo>
                <a:lnTo>
                  <a:pt x="4237" y="8327"/>
                </a:lnTo>
                <a:lnTo>
                  <a:pt x="4230" y="8381"/>
                </a:lnTo>
                <a:lnTo>
                  <a:pt x="4223" y="8430"/>
                </a:lnTo>
                <a:lnTo>
                  <a:pt x="4216" y="8475"/>
                </a:lnTo>
                <a:lnTo>
                  <a:pt x="4210" y="8513"/>
                </a:lnTo>
                <a:lnTo>
                  <a:pt x="4206" y="8546"/>
                </a:lnTo>
                <a:lnTo>
                  <a:pt x="4203" y="8571"/>
                </a:lnTo>
                <a:lnTo>
                  <a:pt x="4201" y="8590"/>
                </a:lnTo>
                <a:lnTo>
                  <a:pt x="4200" y="8600"/>
                </a:lnTo>
                <a:lnTo>
                  <a:pt x="4198" y="8612"/>
                </a:lnTo>
                <a:lnTo>
                  <a:pt x="4196" y="8625"/>
                </a:lnTo>
                <a:lnTo>
                  <a:pt x="4192" y="8640"/>
                </a:lnTo>
                <a:lnTo>
                  <a:pt x="4186" y="8655"/>
                </a:lnTo>
                <a:lnTo>
                  <a:pt x="4178" y="8673"/>
                </a:lnTo>
                <a:lnTo>
                  <a:pt x="4168" y="8692"/>
                </a:lnTo>
                <a:lnTo>
                  <a:pt x="4155" y="8712"/>
                </a:lnTo>
                <a:lnTo>
                  <a:pt x="4139" y="8734"/>
                </a:lnTo>
                <a:lnTo>
                  <a:pt x="4118" y="8758"/>
                </a:lnTo>
                <a:lnTo>
                  <a:pt x="4094" y="8784"/>
                </a:lnTo>
                <a:lnTo>
                  <a:pt x="4065" y="8812"/>
                </a:lnTo>
                <a:lnTo>
                  <a:pt x="4031" y="8841"/>
                </a:lnTo>
                <a:lnTo>
                  <a:pt x="3993" y="8872"/>
                </a:lnTo>
                <a:lnTo>
                  <a:pt x="3948" y="8905"/>
                </a:lnTo>
                <a:lnTo>
                  <a:pt x="3897" y="8942"/>
                </a:lnTo>
                <a:lnTo>
                  <a:pt x="3907" y="8955"/>
                </a:lnTo>
                <a:lnTo>
                  <a:pt x="3916" y="8969"/>
                </a:lnTo>
                <a:lnTo>
                  <a:pt x="3925" y="8983"/>
                </a:lnTo>
                <a:lnTo>
                  <a:pt x="3934" y="8998"/>
                </a:lnTo>
                <a:lnTo>
                  <a:pt x="3941" y="9012"/>
                </a:lnTo>
                <a:lnTo>
                  <a:pt x="3948" y="9028"/>
                </a:lnTo>
                <a:lnTo>
                  <a:pt x="3954" y="9043"/>
                </a:lnTo>
                <a:lnTo>
                  <a:pt x="3959" y="9059"/>
                </a:lnTo>
                <a:lnTo>
                  <a:pt x="3965" y="9075"/>
                </a:lnTo>
                <a:lnTo>
                  <a:pt x="3969" y="9092"/>
                </a:lnTo>
                <a:lnTo>
                  <a:pt x="3972" y="9109"/>
                </a:lnTo>
                <a:lnTo>
                  <a:pt x="3975" y="9125"/>
                </a:lnTo>
                <a:lnTo>
                  <a:pt x="3977" y="9142"/>
                </a:lnTo>
                <a:lnTo>
                  <a:pt x="3978" y="9159"/>
                </a:lnTo>
                <a:lnTo>
                  <a:pt x="3979" y="9176"/>
                </a:lnTo>
                <a:lnTo>
                  <a:pt x="3979" y="9194"/>
                </a:lnTo>
                <a:lnTo>
                  <a:pt x="3977" y="9215"/>
                </a:lnTo>
                <a:lnTo>
                  <a:pt x="3975" y="9236"/>
                </a:lnTo>
                <a:lnTo>
                  <a:pt x="3971" y="9258"/>
                </a:lnTo>
                <a:lnTo>
                  <a:pt x="3966" y="9279"/>
                </a:lnTo>
                <a:lnTo>
                  <a:pt x="3961" y="9298"/>
                </a:lnTo>
                <a:lnTo>
                  <a:pt x="3953" y="9318"/>
                </a:lnTo>
                <a:lnTo>
                  <a:pt x="3945" y="9338"/>
                </a:lnTo>
                <a:lnTo>
                  <a:pt x="3936" y="9356"/>
                </a:lnTo>
                <a:lnTo>
                  <a:pt x="3926" y="9374"/>
                </a:lnTo>
                <a:lnTo>
                  <a:pt x="3915" y="9392"/>
                </a:lnTo>
                <a:lnTo>
                  <a:pt x="3904" y="9409"/>
                </a:lnTo>
                <a:lnTo>
                  <a:pt x="3890" y="9425"/>
                </a:lnTo>
                <a:lnTo>
                  <a:pt x="3877" y="9441"/>
                </a:lnTo>
                <a:lnTo>
                  <a:pt x="3863" y="9456"/>
                </a:lnTo>
                <a:lnTo>
                  <a:pt x="3848" y="9470"/>
                </a:lnTo>
                <a:lnTo>
                  <a:pt x="3832" y="9484"/>
                </a:lnTo>
                <a:lnTo>
                  <a:pt x="3842" y="9506"/>
                </a:lnTo>
                <a:lnTo>
                  <a:pt x="3852" y="9528"/>
                </a:lnTo>
                <a:lnTo>
                  <a:pt x="3859" y="9551"/>
                </a:lnTo>
                <a:lnTo>
                  <a:pt x="3865" y="9575"/>
                </a:lnTo>
                <a:lnTo>
                  <a:pt x="3870" y="9600"/>
                </a:lnTo>
                <a:lnTo>
                  <a:pt x="3873" y="9625"/>
                </a:lnTo>
                <a:lnTo>
                  <a:pt x="3875" y="9650"/>
                </a:lnTo>
                <a:lnTo>
                  <a:pt x="3875" y="9676"/>
                </a:lnTo>
                <a:lnTo>
                  <a:pt x="3873" y="9699"/>
                </a:lnTo>
                <a:lnTo>
                  <a:pt x="3870" y="9721"/>
                </a:lnTo>
                <a:lnTo>
                  <a:pt x="3866" y="9743"/>
                </a:lnTo>
                <a:lnTo>
                  <a:pt x="3861" y="9765"/>
                </a:lnTo>
                <a:lnTo>
                  <a:pt x="3855" y="9786"/>
                </a:lnTo>
                <a:lnTo>
                  <a:pt x="3848" y="9806"/>
                </a:lnTo>
                <a:lnTo>
                  <a:pt x="3838" y="9827"/>
                </a:lnTo>
                <a:lnTo>
                  <a:pt x="3829" y="9847"/>
                </a:lnTo>
                <a:lnTo>
                  <a:pt x="3819" y="9866"/>
                </a:lnTo>
                <a:lnTo>
                  <a:pt x="3806" y="9884"/>
                </a:lnTo>
                <a:lnTo>
                  <a:pt x="3794" y="9902"/>
                </a:lnTo>
                <a:lnTo>
                  <a:pt x="3780" y="9918"/>
                </a:lnTo>
                <a:lnTo>
                  <a:pt x="3766" y="9935"/>
                </a:lnTo>
                <a:lnTo>
                  <a:pt x="3750" y="9950"/>
                </a:lnTo>
                <a:lnTo>
                  <a:pt x="3735" y="9964"/>
                </a:lnTo>
                <a:lnTo>
                  <a:pt x="3717" y="9978"/>
                </a:lnTo>
                <a:lnTo>
                  <a:pt x="3726" y="9998"/>
                </a:lnTo>
                <a:lnTo>
                  <a:pt x="3734" y="10020"/>
                </a:lnTo>
                <a:lnTo>
                  <a:pt x="3740" y="10041"/>
                </a:lnTo>
                <a:lnTo>
                  <a:pt x="3745" y="10064"/>
                </a:lnTo>
                <a:lnTo>
                  <a:pt x="3749" y="10085"/>
                </a:lnTo>
                <a:lnTo>
                  <a:pt x="3752" y="10109"/>
                </a:lnTo>
                <a:lnTo>
                  <a:pt x="3753" y="10132"/>
                </a:lnTo>
                <a:lnTo>
                  <a:pt x="3753" y="10156"/>
                </a:lnTo>
                <a:lnTo>
                  <a:pt x="3752" y="10177"/>
                </a:lnTo>
                <a:lnTo>
                  <a:pt x="3750" y="10198"/>
                </a:lnTo>
                <a:lnTo>
                  <a:pt x="3746" y="10219"/>
                </a:lnTo>
                <a:lnTo>
                  <a:pt x="3742" y="10239"/>
                </a:lnTo>
                <a:lnTo>
                  <a:pt x="3737" y="10259"/>
                </a:lnTo>
                <a:lnTo>
                  <a:pt x="3729" y="10278"/>
                </a:lnTo>
                <a:lnTo>
                  <a:pt x="3722" y="10298"/>
                </a:lnTo>
                <a:lnTo>
                  <a:pt x="3714" y="10317"/>
                </a:lnTo>
                <a:lnTo>
                  <a:pt x="3705" y="10334"/>
                </a:lnTo>
                <a:lnTo>
                  <a:pt x="3695" y="10352"/>
                </a:lnTo>
                <a:lnTo>
                  <a:pt x="3684" y="10368"/>
                </a:lnTo>
                <a:lnTo>
                  <a:pt x="3673" y="10385"/>
                </a:lnTo>
                <a:lnTo>
                  <a:pt x="3660" y="10401"/>
                </a:lnTo>
                <a:lnTo>
                  <a:pt x="3648" y="10415"/>
                </a:lnTo>
                <a:lnTo>
                  <a:pt x="3633" y="10430"/>
                </a:lnTo>
                <a:lnTo>
                  <a:pt x="3619" y="10443"/>
                </a:lnTo>
                <a:lnTo>
                  <a:pt x="3629" y="10465"/>
                </a:lnTo>
                <a:lnTo>
                  <a:pt x="3637" y="10488"/>
                </a:lnTo>
                <a:lnTo>
                  <a:pt x="3646" y="10512"/>
                </a:lnTo>
                <a:lnTo>
                  <a:pt x="3652" y="10535"/>
                </a:lnTo>
                <a:lnTo>
                  <a:pt x="3656" y="10560"/>
                </a:lnTo>
                <a:lnTo>
                  <a:pt x="3659" y="10586"/>
                </a:lnTo>
                <a:lnTo>
                  <a:pt x="3661" y="10612"/>
                </a:lnTo>
                <a:lnTo>
                  <a:pt x="3661" y="10638"/>
                </a:lnTo>
                <a:lnTo>
                  <a:pt x="3660" y="10660"/>
                </a:lnTo>
                <a:lnTo>
                  <a:pt x="3657" y="10681"/>
                </a:lnTo>
                <a:lnTo>
                  <a:pt x="3654" y="10701"/>
                </a:lnTo>
                <a:lnTo>
                  <a:pt x="3650" y="10722"/>
                </a:lnTo>
                <a:lnTo>
                  <a:pt x="3645" y="10742"/>
                </a:lnTo>
                <a:lnTo>
                  <a:pt x="3637" y="10761"/>
                </a:lnTo>
                <a:lnTo>
                  <a:pt x="3630" y="10781"/>
                </a:lnTo>
                <a:lnTo>
                  <a:pt x="3622" y="10800"/>
                </a:lnTo>
                <a:lnTo>
                  <a:pt x="3613" y="10819"/>
                </a:lnTo>
                <a:lnTo>
                  <a:pt x="3603" y="10835"/>
                </a:lnTo>
                <a:lnTo>
                  <a:pt x="3593" y="10853"/>
                </a:lnTo>
                <a:lnTo>
                  <a:pt x="3580" y="10869"/>
                </a:lnTo>
                <a:lnTo>
                  <a:pt x="3568" y="10885"/>
                </a:lnTo>
                <a:lnTo>
                  <a:pt x="3555" y="10899"/>
                </a:lnTo>
                <a:lnTo>
                  <a:pt x="3542" y="10914"/>
                </a:lnTo>
                <a:lnTo>
                  <a:pt x="3527" y="10927"/>
                </a:lnTo>
                <a:lnTo>
                  <a:pt x="3537" y="10950"/>
                </a:lnTo>
                <a:lnTo>
                  <a:pt x="3546" y="10973"/>
                </a:lnTo>
                <a:lnTo>
                  <a:pt x="3553" y="10998"/>
                </a:lnTo>
                <a:lnTo>
                  <a:pt x="3560" y="11023"/>
                </a:lnTo>
                <a:lnTo>
                  <a:pt x="3565" y="11048"/>
                </a:lnTo>
                <a:lnTo>
                  <a:pt x="3568" y="11075"/>
                </a:lnTo>
                <a:lnTo>
                  <a:pt x="3570" y="11102"/>
                </a:lnTo>
                <a:lnTo>
                  <a:pt x="3570" y="11129"/>
                </a:lnTo>
                <a:lnTo>
                  <a:pt x="3569" y="11147"/>
                </a:lnTo>
                <a:lnTo>
                  <a:pt x="3568" y="11165"/>
                </a:lnTo>
                <a:lnTo>
                  <a:pt x="3566" y="11183"/>
                </a:lnTo>
                <a:lnTo>
                  <a:pt x="3563" y="11200"/>
                </a:lnTo>
                <a:lnTo>
                  <a:pt x="3560" y="11218"/>
                </a:lnTo>
                <a:lnTo>
                  <a:pt x="3555" y="11234"/>
                </a:lnTo>
                <a:lnTo>
                  <a:pt x="3550" y="11251"/>
                </a:lnTo>
                <a:lnTo>
                  <a:pt x="3545" y="11267"/>
                </a:lnTo>
                <a:lnTo>
                  <a:pt x="3539" y="11282"/>
                </a:lnTo>
                <a:lnTo>
                  <a:pt x="3533" y="11298"/>
                </a:lnTo>
                <a:lnTo>
                  <a:pt x="3525" y="11313"/>
                </a:lnTo>
                <a:lnTo>
                  <a:pt x="3518" y="11328"/>
                </a:lnTo>
                <a:lnTo>
                  <a:pt x="3510" y="11341"/>
                </a:lnTo>
                <a:lnTo>
                  <a:pt x="3501" y="11356"/>
                </a:lnTo>
                <a:lnTo>
                  <a:pt x="3491" y="11368"/>
                </a:lnTo>
                <a:lnTo>
                  <a:pt x="3482" y="11382"/>
                </a:lnTo>
                <a:lnTo>
                  <a:pt x="3472" y="11394"/>
                </a:lnTo>
                <a:lnTo>
                  <a:pt x="3461" y="11405"/>
                </a:lnTo>
                <a:lnTo>
                  <a:pt x="3451" y="11417"/>
                </a:lnTo>
                <a:lnTo>
                  <a:pt x="3439" y="11427"/>
                </a:lnTo>
                <a:lnTo>
                  <a:pt x="3427" y="11438"/>
                </a:lnTo>
                <a:lnTo>
                  <a:pt x="3415" y="11447"/>
                </a:lnTo>
                <a:lnTo>
                  <a:pt x="3402" y="11456"/>
                </a:lnTo>
                <a:lnTo>
                  <a:pt x="3390" y="11465"/>
                </a:lnTo>
                <a:lnTo>
                  <a:pt x="3376" y="11473"/>
                </a:lnTo>
                <a:lnTo>
                  <a:pt x="3363" y="11479"/>
                </a:lnTo>
                <a:lnTo>
                  <a:pt x="3348" y="11486"/>
                </a:lnTo>
                <a:lnTo>
                  <a:pt x="3334" y="11492"/>
                </a:lnTo>
                <a:lnTo>
                  <a:pt x="3319" y="11497"/>
                </a:lnTo>
                <a:lnTo>
                  <a:pt x="3305" y="11501"/>
                </a:lnTo>
                <a:lnTo>
                  <a:pt x="3289" y="11505"/>
                </a:lnTo>
                <a:lnTo>
                  <a:pt x="3275" y="11508"/>
                </a:lnTo>
                <a:lnTo>
                  <a:pt x="3268" y="11528"/>
                </a:lnTo>
                <a:lnTo>
                  <a:pt x="3263" y="11549"/>
                </a:lnTo>
                <a:lnTo>
                  <a:pt x="3256" y="11568"/>
                </a:lnTo>
                <a:lnTo>
                  <a:pt x="3249" y="11588"/>
                </a:lnTo>
                <a:lnTo>
                  <a:pt x="3240" y="11608"/>
                </a:lnTo>
                <a:lnTo>
                  <a:pt x="3231" y="11626"/>
                </a:lnTo>
                <a:lnTo>
                  <a:pt x="3222" y="11646"/>
                </a:lnTo>
                <a:lnTo>
                  <a:pt x="3211" y="11665"/>
                </a:lnTo>
                <a:lnTo>
                  <a:pt x="3200" y="11682"/>
                </a:lnTo>
                <a:lnTo>
                  <a:pt x="3189" y="11701"/>
                </a:lnTo>
                <a:lnTo>
                  <a:pt x="3176" y="11718"/>
                </a:lnTo>
                <a:lnTo>
                  <a:pt x="3163" y="11735"/>
                </a:lnTo>
                <a:lnTo>
                  <a:pt x="3149" y="11752"/>
                </a:lnTo>
                <a:lnTo>
                  <a:pt x="3136" y="11767"/>
                </a:lnTo>
                <a:lnTo>
                  <a:pt x="3121" y="11783"/>
                </a:lnTo>
                <a:lnTo>
                  <a:pt x="3106" y="11797"/>
                </a:lnTo>
                <a:lnTo>
                  <a:pt x="3090" y="11812"/>
                </a:lnTo>
                <a:lnTo>
                  <a:pt x="3074" y="11825"/>
                </a:lnTo>
                <a:lnTo>
                  <a:pt x="3057" y="11838"/>
                </a:lnTo>
                <a:lnTo>
                  <a:pt x="3039" y="11850"/>
                </a:lnTo>
                <a:lnTo>
                  <a:pt x="3021" y="11862"/>
                </a:lnTo>
                <a:lnTo>
                  <a:pt x="3003" y="11872"/>
                </a:lnTo>
                <a:lnTo>
                  <a:pt x="2984" y="11881"/>
                </a:lnTo>
                <a:lnTo>
                  <a:pt x="2965" y="11891"/>
                </a:lnTo>
                <a:lnTo>
                  <a:pt x="2945" y="11898"/>
                </a:lnTo>
                <a:lnTo>
                  <a:pt x="2924" y="11905"/>
                </a:lnTo>
                <a:lnTo>
                  <a:pt x="2904" y="11912"/>
                </a:lnTo>
                <a:lnTo>
                  <a:pt x="2883" y="11916"/>
                </a:lnTo>
                <a:lnTo>
                  <a:pt x="2861" y="11920"/>
                </a:lnTo>
                <a:lnTo>
                  <a:pt x="2840" y="11923"/>
                </a:lnTo>
                <a:lnTo>
                  <a:pt x="2817" y="11924"/>
                </a:lnTo>
                <a:lnTo>
                  <a:pt x="2794" y="11925"/>
                </a:lnTo>
                <a:close/>
                <a:moveTo>
                  <a:pt x="1687" y="4574"/>
                </a:moveTo>
                <a:lnTo>
                  <a:pt x="1701" y="4570"/>
                </a:lnTo>
                <a:lnTo>
                  <a:pt x="1713" y="4565"/>
                </a:lnTo>
                <a:lnTo>
                  <a:pt x="1725" y="4561"/>
                </a:lnTo>
                <a:lnTo>
                  <a:pt x="1735" y="4558"/>
                </a:lnTo>
                <a:lnTo>
                  <a:pt x="1738" y="4535"/>
                </a:lnTo>
                <a:lnTo>
                  <a:pt x="1741" y="4509"/>
                </a:lnTo>
                <a:lnTo>
                  <a:pt x="1743" y="4479"/>
                </a:lnTo>
                <a:lnTo>
                  <a:pt x="1744" y="4449"/>
                </a:lnTo>
                <a:lnTo>
                  <a:pt x="1744" y="4418"/>
                </a:lnTo>
                <a:lnTo>
                  <a:pt x="1744" y="4389"/>
                </a:lnTo>
                <a:lnTo>
                  <a:pt x="1744" y="4363"/>
                </a:lnTo>
                <a:lnTo>
                  <a:pt x="1743" y="4341"/>
                </a:lnTo>
                <a:lnTo>
                  <a:pt x="1743" y="4325"/>
                </a:lnTo>
                <a:lnTo>
                  <a:pt x="1743" y="4309"/>
                </a:lnTo>
                <a:lnTo>
                  <a:pt x="1743" y="4295"/>
                </a:lnTo>
                <a:lnTo>
                  <a:pt x="1743" y="4280"/>
                </a:lnTo>
                <a:lnTo>
                  <a:pt x="1743" y="3649"/>
                </a:lnTo>
                <a:lnTo>
                  <a:pt x="1729" y="3644"/>
                </a:lnTo>
                <a:lnTo>
                  <a:pt x="1715" y="3637"/>
                </a:lnTo>
                <a:lnTo>
                  <a:pt x="1702" y="3630"/>
                </a:lnTo>
                <a:lnTo>
                  <a:pt x="1688" y="3623"/>
                </a:lnTo>
                <a:lnTo>
                  <a:pt x="1676" y="3616"/>
                </a:lnTo>
                <a:lnTo>
                  <a:pt x="1665" y="3607"/>
                </a:lnTo>
                <a:lnTo>
                  <a:pt x="1654" y="3599"/>
                </a:lnTo>
                <a:lnTo>
                  <a:pt x="1644" y="3591"/>
                </a:lnTo>
                <a:lnTo>
                  <a:pt x="1635" y="3580"/>
                </a:lnTo>
                <a:lnTo>
                  <a:pt x="1623" y="3567"/>
                </a:lnTo>
                <a:lnTo>
                  <a:pt x="1617" y="3557"/>
                </a:lnTo>
                <a:lnTo>
                  <a:pt x="1611" y="3547"/>
                </a:lnTo>
                <a:lnTo>
                  <a:pt x="1606" y="3536"/>
                </a:lnTo>
                <a:lnTo>
                  <a:pt x="1600" y="3522"/>
                </a:lnTo>
                <a:lnTo>
                  <a:pt x="1596" y="3507"/>
                </a:lnTo>
                <a:lnTo>
                  <a:pt x="1592" y="3490"/>
                </a:lnTo>
                <a:lnTo>
                  <a:pt x="1589" y="3470"/>
                </a:lnTo>
                <a:lnTo>
                  <a:pt x="1588" y="3450"/>
                </a:lnTo>
                <a:lnTo>
                  <a:pt x="1588" y="3426"/>
                </a:lnTo>
                <a:lnTo>
                  <a:pt x="1589" y="3400"/>
                </a:lnTo>
                <a:lnTo>
                  <a:pt x="1591" y="3372"/>
                </a:lnTo>
                <a:lnTo>
                  <a:pt x="1596" y="3341"/>
                </a:lnTo>
                <a:lnTo>
                  <a:pt x="1600" y="3322"/>
                </a:lnTo>
                <a:lnTo>
                  <a:pt x="1607" y="3304"/>
                </a:lnTo>
                <a:lnTo>
                  <a:pt x="1614" y="3289"/>
                </a:lnTo>
                <a:lnTo>
                  <a:pt x="1622" y="3274"/>
                </a:lnTo>
                <a:lnTo>
                  <a:pt x="1631" y="3261"/>
                </a:lnTo>
                <a:lnTo>
                  <a:pt x="1643" y="3247"/>
                </a:lnTo>
                <a:lnTo>
                  <a:pt x="1654" y="3236"/>
                </a:lnTo>
                <a:lnTo>
                  <a:pt x="1668" y="3226"/>
                </a:lnTo>
                <a:lnTo>
                  <a:pt x="1682" y="3216"/>
                </a:lnTo>
                <a:lnTo>
                  <a:pt x="1697" y="3208"/>
                </a:lnTo>
                <a:lnTo>
                  <a:pt x="1713" y="3201"/>
                </a:lnTo>
                <a:lnTo>
                  <a:pt x="1731" y="3193"/>
                </a:lnTo>
                <a:lnTo>
                  <a:pt x="1749" y="3187"/>
                </a:lnTo>
                <a:lnTo>
                  <a:pt x="1768" y="3182"/>
                </a:lnTo>
                <a:lnTo>
                  <a:pt x="1788" y="3178"/>
                </a:lnTo>
                <a:lnTo>
                  <a:pt x="1809" y="3174"/>
                </a:lnTo>
                <a:lnTo>
                  <a:pt x="1278" y="769"/>
                </a:lnTo>
                <a:lnTo>
                  <a:pt x="1268" y="759"/>
                </a:lnTo>
                <a:lnTo>
                  <a:pt x="1257" y="746"/>
                </a:lnTo>
                <a:lnTo>
                  <a:pt x="1248" y="732"/>
                </a:lnTo>
                <a:lnTo>
                  <a:pt x="1239" y="714"/>
                </a:lnTo>
                <a:lnTo>
                  <a:pt x="1229" y="694"/>
                </a:lnTo>
                <a:lnTo>
                  <a:pt x="1221" y="674"/>
                </a:lnTo>
                <a:lnTo>
                  <a:pt x="1214" y="651"/>
                </a:lnTo>
                <a:lnTo>
                  <a:pt x="1208" y="626"/>
                </a:lnTo>
                <a:lnTo>
                  <a:pt x="1138" y="641"/>
                </a:lnTo>
                <a:lnTo>
                  <a:pt x="1072" y="658"/>
                </a:lnTo>
                <a:lnTo>
                  <a:pt x="1007" y="677"/>
                </a:lnTo>
                <a:lnTo>
                  <a:pt x="944" y="695"/>
                </a:lnTo>
                <a:lnTo>
                  <a:pt x="881" y="715"/>
                </a:lnTo>
                <a:lnTo>
                  <a:pt x="822" y="737"/>
                </a:lnTo>
                <a:lnTo>
                  <a:pt x="764" y="759"/>
                </a:lnTo>
                <a:lnTo>
                  <a:pt x="709" y="781"/>
                </a:lnTo>
                <a:lnTo>
                  <a:pt x="655" y="805"/>
                </a:lnTo>
                <a:lnTo>
                  <a:pt x="605" y="830"/>
                </a:lnTo>
                <a:lnTo>
                  <a:pt x="556" y="855"/>
                </a:lnTo>
                <a:lnTo>
                  <a:pt x="510" y="882"/>
                </a:lnTo>
                <a:lnTo>
                  <a:pt x="488" y="895"/>
                </a:lnTo>
                <a:lnTo>
                  <a:pt x="467" y="909"/>
                </a:lnTo>
                <a:lnTo>
                  <a:pt x="445" y="923"/>
                </a:lnTo>
                <a:lnTo>
                  <a:pt x="425" y="937"/>
                </a:lnTo>
                <a:lnTo>
                  <a:pt x="406" y="951"/>
                </a:lnTo>
                <a:lnTo>
                  <a:pt x="387" y="966"/>
                </a:lnTo>
                <a:lnTo>
                  <a:pt x="369" y="981"/>
                </a:lnTo>
                <a:lnTo>
                  <a:pt x="351" y="996"/>
                </a:lnTo>
                <a:lnTo>
                  <a:pt x="1687" y="4574"/>
                </a:lnTo>
                <a:close/>
                <a:moveTo>
                  <a:pt x="1827" y="3171"/>
                </a:moveTo>
                <a:lnTo>
                  <a:pt x="1859" y="3166"/>
                </a:lnTo>
                <a:lnTo>
                  <a:pt x="1893" y="3163"/>
                </a:lnTo>
                <a:lnTo>
                  <a:pt x="1927" y="3161"/>
                </a:lnTo>
                <a:lnTo>
                  <a:pt x="1963" y="3160"/>
                </a:lnTo>
                <a:lnTo>
                  <a:pt x="1999" y="3159"/>
                </a:lnTo>
                <a:lnTo>
                  <a:pt x="2038" y="3159"/>
                </a:lnTo>
                <a:lnTo>
                  <a:pt x="2076" y="3158"/>
                </a:lnTo>
                <a:lnTo>
                  <a:pt x="2115" y="3158"/>
                </a:lnTo>
                <a:lnTo>
                  <a:pt x="2126" y="3158"/>
                </a:lnTo>
                <a:lnTo>
                  <a:pt x="2165" y="3158"/>
                </a:lnTo>
                <a:lnTo>
                  <a:pt x="2204" y="3159"/>
                </a:lnTo>
                <a:lnTo>
                  <a:pt x="2243" y="3159"/>
                </a:lnTo>
                <a:lnTo>
                  <a:pt x="2280" y="3160"/>
                </a:lnTo>
                <a:lnTo>
                  <a:pt x="2316" y="3161"/>
                </a:lnTo>
                <a:lnTo>
                  <a:pt x="2352" y="3164"/>
                </a:lnTo>
                <a:lnTo>
                  <a:pt x="2385" y="3168"/>
                </a:lnTo>
                <a:lnTo>
                  <a:pt x="2417" y="3172"/>
                </a:lnTo>
                <a:lnTo>
                  <a:pt x="2945" y="772"/>
                </a:lnTo>
                <a:lnTo>
                  <a:pt x="2938" y="773"/>
                </a:lnTo>
                <a:lnTo>
                  <a:pt x="2931" y="774"/>
                </a:lnTo>
                <a:lnTo>
                  <a:pt x="2927" y="773"/>
                </a:lnTo>
                <a:lnTo>
                  <a:pt x="2922" y="773"/>
                </a:lnTo>
                <a:lnTo>
                  <a:pt x="2918" y="771"/>
                </a:lnTo>
                <a:lnTo>
                  <a:pt x="2913" y="769"/>
                </a:lnTo>
                <a:lnTo>
                  <a:pt x="2906" y="765"/>
                </a:lnTo>
                <a:lnTo>
                  <a:pt x="2898" y="758"/>
                </a:lnTo>
                <a:lnTo>
                  <a:pt x="2891" y="749"/>
                </a:lnTo>
                <a:lnTo>
                  <a:pt x="2884" y="739"/>
                </a:lnTo>
                <a:lnTo>
                  <a:pt x="2878" y="727"/>
                </a:lnTo>
                <a:lnTo>
                  <a:pt x="2873" y="714"/>
                </a:lnTo>
                <a:lnTo>
                  <a:pt x="2867" y="699"/>
                </a:lnTo>
                <a:lnTo>
                  <a:pt x="2862" y="685"/>
                </a:lnTo>
                <a:lnTo>
                  <a:pt x="2858" y="668"/>
                </a:lnTo>
                <a:lnTo>
                  <a:pt x="2854" y="652"/>
                </a:lnTo>
                <a:lnTo>
                  <a:pt x="2851" y="634"/>
                </a:lnTo>
                <a:lnTo>
                  <a:pt x="2849" y="615"/>
                </a:lnTo>
                <a:lnTo>
                  <a:pt x="2846" y="597"/>
                </a:lnTo>
                <a:lnTo>
                  <a:pt x="2845" y="577"/>
                </a:lnTo>
                <a:lnTo>
                  <a:pt x="2801" y="571"/>
                </a:lnTo>
                <a:lnTo>
                  <a:pt x="2757" y="565"/>
                </a:lnTo>
                <a:lnTo>
                  <a:pt x="2712" y="558"/>
                </a:lnTo>
                <a:lnTo>
                  <a:pt x="2668" y="553"/>
                </a:lnTo>
                <a:lnTo>
                  <a:pt x="2622" y="549"/>
                </a:lnTo>
                <a:lnTo>
                  <a:pt x="2576" y="544"/>
                </a:lnTo>
                <a:lnTo>
                  <a:pt x="2530" y="541"/>
                </a:lnTo>
                <a:lnTo>
                  <a:pt x="2483" y="537"/>
                </a:lnTo>
                <a:lnTo>
                  <a:pt x="2436" y="535"/>
                </a:lnTo>
                <a:lnTo>
                  <a:pt x="2389" y="531"/>
                </a:lnTo>
                <a:lnTo>
                  <a:pt x="2341" y="529"/>
                </a:lnTo>
                <a:lnTo>
                  <a:pt x="2294" y="528"/>
                </a:lnTo>
                <a:lnTo>
                  <a:pt x="2245" y="527"/>
                </a:lnTo>
                <a:lnTo>
                  <a:pt x="2196" y="526"/>
                </a:lnTo>
                <a:lnTo>
                  <a:pt x="2147" y="526"/>
                </a:lnTo>
                <a:lnTo>
                  <a:pt x="2098" y="527"/>
                </a:lnTo>
                <a:lnTo>
                  <a:pt x="2008" y="529"/>
                </a:lnTo>
                <a:lnTo>
                  <a:pt x="1917" y="533"/>
                </a:lnTo>
                <a:lnTo>
                  <a:pt x="1828" y="538"/>
                </a:lnTo>
                <a:lnTo>
                  <a:pt x="1740" y="545"/>
                </a:lnTo>
                <a:lnTo>
                  <a:pt x="1653" y="553"/>
                </a:lnTo>
                <a:lnTo>
                  <a:pt x="1568" y="564"/>
                </a:lnTo>
                <a:lnTo>
                  <a:pt x="1484" y="575"/>
                </a:lnTo>
                <a:lnTo>
                  <a:pt x="1401" y="587"/>
                </a:lnTo>
                <a:lnTo>
                  <a:pt x="1400" y="607"/>
                </a:lnTo>
                <a:lnTo>
                  <a:pt x="1397" y="626"/>
                </a:lnTo>
                <a:lnTo>
                  <a:pt x="1395" y="643"/>
                </a:lnTo>
                <a:lnTo>
                  <a:pt x="1392" y="661"/>
                </a:lnTo>
                <a:lnTo>
                  <a:pt x="1388" y="679"/>
                </a:lnTo>
                <a:lnTo>
                  <a:pt x="1384" y="694"/>
                </a:lnTo>
                <a:lnTo>
                  <a:pt x="1379" y="710"/>
                </a:lnTo>
                <a:lnTo>
                  <a:pt x="1373" y="723"/>
                </a:lnTo>
                <a:lnTo>
                  <a:pt x="1368" y="737"/>
                </a:lnTo>
                <a:lnTo>
                  <a:pt x="1362" y="748"/>
                </a:lnTo>
                <a:lnTo>
                  <a:pt x="1355" y="759"/>
                </a:lnTo>
                <a:lnTo>
                  <a:pt x="1349" y="767"/>
                </a:lnTo>
                <a:lnTo>
                  <a:pt x="1340" y="774"/>
                </a:lnTo>
                <a:lnTo>
                  <a:pt x="1333" y="779"/>
                </a:lnTo>
                <a:lnTo>
                  <a:pt x="1328" y="780"/>
                </a:lnTo>
                <a:lnTo>
                  <a:pt x="1324" y="782"/>
                </a:lnTo>
                <a:lnTo>
                  <a:pt x="1320" y="782"/>
                </a:lnTo>
                <a:lnTo>
                  <a:pt x="1315" y="783"/>
                </a:lnTo>
                <a:lnTo>
                  <a:pt x="1308" y="782"/>
                </a:lnTo>
                <a:lnTo>
                  <a:pt x="1301" y="781"/>
                </a:lnTo>
                <a:lnTo>
                  <a:pt x="1827" y="3171"/>
                </a:lnTo>
                <a:close/>
                <a:moveTo>
                  <a:pt x="2436" y="3175"/>
                </a:moveTo>
                <a:lnTo>
                  <a:pt x="2457" y="3178"/>
                </a:lnTo>
                <a:lnTo>
                  <a:pt x="2476" y="3183"/>
                </a:lnTo>
                <a:lnTo>
                  <a:pt x="2496" y="3188"/>
                </a:lnTo>
                <a:lnTo>
                  <a:pt x="2513" y="3194"/>
                </a:lnTo>
                <a:lnTo>
                  <a:pt x="2530" y="3201"/>
                </a:lnTo>
                <a:lnTo>
                  <a:pt x="2545" y="3209"/>
                </a:lnTo>
                <a:lnTo>
                  <a:pt x="2561" y="3217"/>
                </a:lnTo>
                <a:lnTo>
                  <a:pt x="2574" y="3227"/>
                </a:lnTo>
                <a:lnTo>
                  <a:pt x="2587" y="3237"/>
                </a:lnTo>
                <a:lnTo>
                  <a:pt x="2599" y="3248"/>
                </a:lnTo>
                <a:lnTo>
                  <a:pt x="2610" y="3261"/>
                </a:lnTo>
                <a:lnTo>
                  <a:pt x="2619" y="3274"/>
                </a:lnTo>
                <a:lnTo>
                  <a:pt x="2627" y="3289"/>
                </a:lnTo>
                <a:lnTo>
                  <a:pt x="2633" y="3304"/>
                </a:lnTo>
                <a:lnTo>
                  <a:pt x="2639" y="3321"/>
                </a:lnTo>
                <a:lnTo>
                  <a:pt x="2643" y="3340"/>
                </a:lnTo>
                <a:lnTo>
                  <a:pt x="2647" y="3361"/>
                </a:lnTo>
                <a:lnTo>
                  <a:pt x="2650" y="3382"/>
                </a:lnTo>
                <a:lnTo>
                  <a:pt x="2651" y="3402"/>
                </a:lnTo>
                <a:lnTo>
                  <a:pt x="2652" y="3422"/>
                </a:lnTo>
                <a:lnTo>
                  <a:pt x="2653" y="3440"/>
                </a:lnTo>
                <a:lnTo>
                  <a:pt x="2652" y="3458"/>
                </a:lnTo>
                <a:lnTo>
                  <a:pt x="2650" y="3476"/>
                </a:lnTo>
                <a:lnTo>
                  <a:pt x="2647" y="3492"/>
                </a:lnTo>
                <a:lnTo>
                  <a:pt x="2644" y="3507"/>
                </a:lnTo>
                <a:lnTo>
                  <a:pt x="2640" y="3522"/>
                </a:lnTo>
                <a:lnTo>
                  <a:pt x="2633" y="3536"/>
                </a:lnTo>
                <a:lnTo>
                  <a:pt x="2627" y="3549"/>
                </a:lnTo>
                <a:lnTo>
                  <a:pt x="2620" y="3561"/>
                </a:lnTo>
                <a:lnTo>
                  <a:pt x="2612" y="3572"/>
                </a:lnTo>
                <a:lnTo>
                  <a:pt x="2603" y="3582"/>
                </a:lnTo>
                <a:lnTo>
                  <a:pt x="2593" y="3593"/>
                </a:lnTo>
                <a:lnTo>
                  <a:pt x="2584" y="3601"/>
                </a:lnTo>
                <a:lnTo>
                  <a:pt x="2574" y="3608"/>
                </a:lnTo>
                <a:lnTo>
                  <a:pt x="2564" y="3616"/>
                </a:lnTo>
                <a:lnTo>
                  <a:pt x="2553" y="3623"/>
                </a:lnTo>
                <a:lnTo>
                  <a:pt x="2540" y="3630"/>
                </a:lnTo>
                <a:lnTo>
                  <a:pt x="2528" y="3636"/>
                </a:lnTo>
                <a:lnTo>
                  <a:pt x="2515" y="3642"/>
                </a:lnTo>
                <a:lnTo>
                  <a:pt x="2502" y="3648"/>
                </a:lnTo>
                <a:lnTo>
                  <a:pt x="2502" y="4280"/>
                </a:lnTo>
                <a:lnTo>
                  <a:pt x="2502" y="4294"/>
                </a:lnTo>
                <a:lnTo>
                  <a:pt x="2502" y="4308"/>
                </a:lnTo>
                <a:lnTo>
                  <a:pt x="2502" y="4324"/>
                </a:lnTo>
                <a:lnTo>
                  <a:pt x="2501" y="4339"/>
                </a:lnTo>
                <a:lnTo>
                  <a:pt x="2501" y="4361"/>
                </a:lnTo>
                <a:lnTo>
                  <a:pt x="2501" y="4388"/>
                </a:lnTo>
                <a:lnTo>
                  <a:pt x="2501" y="4417"/>
                </a:lnTo>
                <a:lnTo>
                  <a:pt x="2501" y="4448"/>
                </a:lnTo>
                <a:lnTo>
                  <a:pt x="2502" y="4479"/>
                </a:lnTo>
                <a:lnTo>
                  <a:pt x="2504" y="4508"/>
                </a:lnTo>
                <a:lnTo>
                  <a:pt x="2507" y="4535"/>
                </a:lnTo>
                <a:lnTo>
                  <a:pt x="2510" y="4558"/>
                </a:lnTo>
                <a:lnTo>
                  <a:pt x="2522" y="4562"/>
                </a:lnTo>
                <a:lnTo>
                  <a:pt x="2535" y="4566"/>
                </a:lnTo>
                <a:lnTo>
                  <a:pt x="2549" y="4571"/>
                </a:lnTo>
                <a:lnTo>
                  <a:pt x="2565" y="4576"/>
                </a:lnTo>
                <a:lnTo>
                  <a:pt x="3903" y="996"/>
                </a:lnTo>
                <a:lnTo>
                  <a:pt x="3885" y="979"/>
                </a:lnTo>
                <a:lnTo>
                  <a:pt x="3866" y="964"/>
                </a:lnTo>
                <a:lnTo>
                  <a:pt x="3847" y="948"/>
                </a:lnTo>
                <a:lnTo>
                  <a:pt x="3826" y="934"/>
                </a:lnTo>
                <a:lnTo>
                  <a:pt x="3805" y="918"/>
                </a:lnTo>
                <a:lnTo>
                  <a:pt x="3783" y="904"/>
                </a:lnTo>
                <a:lnTo>
                  <a:pt x="3762" y="889"/>
                </a:lnTo>
                <a:lnTo>
                  <a:pt x="3739" y="876"/>
                </a:lnTo>
                <a:lnTo>
                  <a:pt x="3692" y="848"/>
                </a:lnTo>
                <a:lnTo>
                  <a:pt x="3643" y="821"/>
                </a:lnTo>
                <a:lnTo>
                  <a:pt x="3592" y="795"/>
                </a:lnTo>
                <a:lnTo>
                  <a:pt x="3538" y="771"/>
                </a:lnTo>
                <a:lnTo>
                  <a:pt x="3482" y="747"/>
                </a:lnTo>
                <a:lnTo>
                  <a:pt x="3425" y="724"/>
                </a:lnTo>
                <a:lnTo>
                  <a:pt x="3365" y="704"/>
                </a:lnTo>
                <a:lnTo>
                  <a:pt x="3304" y="683"/>
                </a:lnTo>
                <a:lnTo>
                  <a:pt x="3239" y="664"/>
                </a:lnTo>
                <a:lnTo>
                  <a:pt x="3175" y="647"/>
                </a:lnTo>
                <a:lnTo>
                  <a:pt x="3108" y="629"/>
                </a:lnTo>
                <a:lnTo>
                  <a:pt x="3039" y="613"/>
                </a:lnTo>
                <a:lnTo>
                  <a:pt x="3032" y="639"/>
                </a:lnTo>
                <a:lnTo>
                  <a:pt x="3025" y="662"/>
                </a:lnTo>
                <a:lnTo>
                  <a:pt x="3017" y="684"/>
                </a:lnTo>
                <a:lnTo>
                  <a:pt x="3008" y="704"/>
                </a:lnTo>
                <a:lnTo>
                  <a:pt x="2999" y="721"/>
                </a:lnTo>
                <a:lnTo>
                  <a:pt x="2989" y="737"/>
                </a:lnTo>
                <a:lnTo>
                  <a:pt x="2978" y="749"/>
                </a:lnTo>
                <a:lnTo>
                  <a:pt x="2968" y="760"/>
                </a:lnTo>
                <a:lnTo>
                  <a:pt x="2436" y="3175"/>
                </a:lnTo>
                <a:close/>
                <a:moveTo>
                  <a:pt x="2358" y="7248"/>
                </a:moveTo>
                <a:lnTo>
                  <a:pt x="2361" y="5122"/>
                </a:lnTo>
                <a:lnTo>
                  <a:pt x="2456" y="4866"/>
                </a:lnTo>
                <a:lnTo>
                  <a:pt x="2441" y="4861"/>
                </a:lnTo>
                <a:lnTo>
                  <a:pt x="2425" y="4856"/>
                </a:lnTo>
                <a:lnTo>
                  <a:pt x="2410" y="4852"/>
                </a:lnTo>
                <a:lnTo>
                  <a:pt x="2395" y="4847"/>
                </a:lnTo>
                <a:lnTo>
                  <a:pt x="2376" y="4841"/>
                </a:lnTo>
                <a:lnTo>
                  <a:pt x="2359" y="4835"/>
                </a:lnTo>
                <a:lnTo>
                  <a:pt x="2341" y="4827"/>
                </a:lnTo>
                <a:lnTo>
                  <a:pt x="2326" y="4817"/>
                </a:lnTo>
                <a:lnTo>
                  <a:pt x="2311" y="4807"/>
                </a:lnTo>
                <a:lnTo>
                  <a:pt x="2298" y="4797"/>
                </a:lnTo>
                <a:lnTo>
                  <a:pt x="2285" y="4784"/>
                </a:lnTo>
                <a:lnTo>
                  <a:pt x="2274" y="4771"/>
                </a:lnTo>
                <a:lnTo>
                  <a:pt x="2263" y="4757"/>
                </a:lnTo>
                <a:lnTo>
                  <a:pt x="2254" y="4743"/>
                </a:lnTo>
                <a:lnTo>
                  <a:pt x="2245" y="4727"/>
                </a:lnTo>
                <a:lnTo>
                  <a:pt x="2238" y="4712"/>
                </a:lnTo>
                <a:lnTo>
                  <a:pt x="2230" y="4695"/>
                </a:lnTo>
                <a:lnTo>
                  <a:pt x="2223" y="4678"/>
                </a:lnTo>
                <a:lnTo>
                  <a:pt x="2218" y="4661"/>
                </a:lnTo>
                <a:lnTo>
                  <a:pt x="2213" y="4642"/>
                </a:lnTo>
                <a:lnTo>
                  <a:pt x="2209" y="4625"/>
                </a:lnTo>
                <a:lnTo>
                  <a:pt x="2204" y="4606"/>
                </a:lnTo>
                <a:lnTo>
                  <a:pt x="2201" y="4586"/>
                </a:lnTo>
                <a:lnTo>
                  <a:pt x="2198" y="4566"/>
                </a:lnTo>
                <a:lnTo>
                  <a:pt x="2195" y="4528"/>
                </a:lnTo>
                <a:lnTo>
                  <a:pt x="2192" y="4488"/>
                </a:lnTo>
                <a:lnTo>
                  <a:pt x="2191" y="4448"/>
                </a:lnTo>
                <a:lnTo>
                  <a:pt x="2190" y="4410"/>
                </a:lnTo>
                <a:lnTo>
                  <a:pt x="2191" y="4371"/>
                </a:lnTo>
                <a:lnTo>
                  <a:pt x="2191" y="4334"/>
                </a:lnTo>
                <a:lnTo>
                  <a:pt x="2191" y="4320"/>
                </a:lnTo>
                <a:lnTo>
                  <a:pt x="2192" y="4306"/>
                </a:lnTo>
                <a:lnTo>
                  <a:pt x="2192" y="4293"/>
                </a:lnTo>
                <a:lnTo>
                  <a:pt x="2192" y="4280"/>
                </a:lnTo>
                <a:lnTo>
                  <a:pt x="2192" y="3537"/>
                </a:lnTo>
                <a:lnTo>
                  <a:pt x="2258" y="3537"/>
                </a:lnTo>
                <a:lnTo>
                  <a:pt x="2258" y="3470"/>
                </a:lnTo>
                <a:lnTo>
                  <a:pt x="2230" y="3470"/>
                </a:lnTo>
                <a:lnTo>
                  <a:pt x="2198" y="3469"/>
                </a:lnTo>
                <a:lnTo>
                  <a:pt x="2164" y="3469"/>
                </a:lnTo>
                <a:lnTo>
                  <a:pt x="2126" y="3469"/>
                </a:lnTo>
                <a:lnTo>
                  <a:pt x="2115" y="3469"/>
                </a:lnTo>
                <a:lnTo>
                  <a:pt x="2077" y="3469"/>
                </a:lnTo>
                <a:lnTo>
                  <a:pt x="2042" y="3469"/>
                </a:lnTo>
                <a:lnTo>
                  <a:pt x="2011" y="3470"/>
                </a:lnTo>
                <a:lnTo>
                  <a:pt x="1982" y="3470"/>
                </a:lnTo>
                <a:lnTo>
                  <a:pt x="1982" y="3537"/>
                </a:lnTo>
                <a:lnTo>
                  <a:pt x="2053" y="3537"/>
                </a:lnTo>
                <a:lnTo>
                  <a:pt x="2053" y="4280"/>
                </a:lnTo>
                <a:lnTo>
                  <a:pt x="2053" y="4294"/>
                </a:lnTo>
                <a:lnTo>
                  <a:pt x="2053" y="4307"/>
                </a:lnTo>
                <a:lnTo>
                  <a:pt x="2053" y="4322"/>
                </a:lnTo>
                <a:lnTo>
                  <a:pt x="2054" y="4336"/>
                </a:lnTo>
                <a:lnTo>
                  <a:pt x="2054" y="4373"/>
                </a:lnTo>
                <a:lnTo>
                  <a:pt x="2054" y="4411"/>
                </a:lnTo>
                <a:lnTo>
                  <a:pt x="2054" y="4450"/>
                </a:lnTo>
                <a:lnTo>
                  <a:pt x="2053" y="4490"/>
                </a:lnTo>
                <a:lnTo>
                  <a:pt x="2051" y="4529"/>
                </a:lnTo>
                <a:lnTo>
                  <a:pt x="2047" y="4567"/>
                </a:lnTo>
                <a:lnTo>
                  <a:pt x="2044" y="4587"/>
                </a:lnTo>
                <a:lnTo>
                  <a:pt x="2041" y="4606"/>
                </a:lnTo>
                <a:lnTo>
                  <a:pt x="2037" y="4625"/>
                </a:lnTo>
                <a:lnTo>
                  <a:pt x="2032" y="4643"/>
                </a:lnTo>
                <a:lnTo>
                  <a:pt x="2028" y="4661"/>
                </a:lnTo>
                <a:lnTo>
                  <a:pt x="2022" y="4678"/>
                </a:lnTo>
                <a:lnTo>
                  <a:pt x="2016" y="4696"/>
                </a:lnTo>
                <a:lnTo>
                  <a:pt x="2009" y="4712"/>
                </a:lnTo>
                <a:lnTo>
                  <a:pt x="2001" y="4728"/>
                </a:lnTo>
                <a:lnTo>
                  <a:pt x="1993" y="4743"/>
                </a:lnTo>
                <a:lnTo>
                  <a:pt x="1983" y="4757"/>
                </a:lnTo>
                <a:lnTo>
                  <a:pt x="1972" y="4771"/>
                </a:lnTo>
                <a:lnTo>
                  <a:pt x="1962" y="4784"/>
                </a:lnTo>
                <a:lnTo>
                  <a:pt x="1950" y="4796"/>
                </a:lnTo>
                <a:lnTo>
                  <a:pt x="1936" y="4807"/>
                </a:lnTo>
                <a:lnTo>
                  <a:pt x="1922" y="4817"/>
                </a:lnTo>
                <a:lnTo>
                  <a:pt x="1906" y="4827"/>
                </a:lnTo>
                <a:lnTo>
                  <a:pt x="1889" y="4834"/>
                </a:lnTo>
                <a:lnTo>
                  <a:pt x="1872" y="4841"/>
                </a:lnTo>
                <a:lnTo>
                  <a:pt x="1853" y="4846"/>
                </a:lnTo>
                <a:lnTo>
                  <a:pt x="1840" y="4851"/>
                </a:lnTo>
                <a:lnTo>
                  <a:pt x="1825" y="4855"/>
                </a:lnTo>
                <a:lnTo>
                  <a:pt x="1811" y="4859"/>
                </a:lnTo>
                <a:lnTo>
                  <a:pt x="1796" y="4864"/>
                </a:lnTo>
                <a:lnTo>
                  <a:pt x="1895" y="5129"/>
                </a:lnTo>
                <a:lnTo>
                  <a:pt x="1895" y="7247"/>
                </a:lnTo>
                <a:lnTo>
                  <a:pt x="1953" y="7248"/>
                </a:lnTo>
                <a:lnTo>
                  <a:pt x="2010" y="7249"/>
                </a:lnTo>
                <a:lnTo>
                  <a:pt x="2068" y="7249"/>
                </a:lnTo>
                <a:lnTo>
                  <a:pt x="2126" y="7250"/>
                </a:lnTo>
                <a:lnTo>
                  <a:pt x="2184" y="7250"/>
                </a:lnTo>
                <a:lnTo>
                  <a:pt x="2242" y="7250"/>
                </a:lnTo>
                <a:lnTo>
                  <a:pt x="2300" y="7249"/>
                </a:lnTo>
                <a:lnTo>
                  <a:pt x="2358" y="7248"/>
                </a:lnTo>
                <a:close/>
                <a:moveTo>
                  <a:pt x="1777" y="7244"/>
                </a:moveTo>
                <a:lnTo>
                  <a:pt x="1777" y="5154"/>
                </a:lnTo>
                <a:lnTo>
                  <a:pt x="1685" y="4910"/>
                </a:lnTo>
                <a:lnTo>
                  <a:pt x="1656" y="4925"/>
                </a:lnTo>
                <a:lnTo>
                  <a:pt x="1630" y="4940"/>
                </a:lnTo>
                <a:lnTo>
                  <a:pt x="1609" y="4953"/>
                </a:lnTo>
                <a:lnTo>
                  <a:pt x="1594" y="4965"/>
                </a:lnTo>
                <a:lnTo>
                  <a:pt x="1591" y="4977"/>
                </a:lnTo>
                <a:lnTo>
                  <a:pt x="1590" y="4992"/>
                </a:lnTo>
                <a:lnTo>
                  <a:pt x="1588" y="5008"/>
                </a:lnTo>
                <a:lnTo>
                  <a:pt x="1587" y="5027"/>
                </a:lnTo>
                <a:lnTo>
                  <a:pt x="1586" y="5069"/>
                </a:lnTo>
                <a:lnTo>
                  <a:pt x="1587" y="5115"/>
                </a:lnTo>
                <a:lnTo>
                  <a:pt x="1590" y="5162"/>
                </a:lnTo>
                <a:lnTo>
                  <a:pt x="1594" y="5207"/>
                </a:lnTo>
                <a:lnTo>
                  <a:pt x="1596" y="5228"/>
                </a:lnTo>
                <a:lnTo>
                  <a:pt x="1599" y="5248"/>
                </a:lnTo>
                <a:lnTo>
                  <a:pt x="1602" y="5265"/>
                </a:lnTo>
                <a:lnTo>
                  <a:pt x="1607" y="5281"/>
                </a:lnTo>
                <a:lnTo>
                  <a:pt x="1616" y="5321"/>
                </a:lnTo>
                <a:lnTo>
                  <a:pt x="1627" y="5373"/>
                </a:lnTo>
                <a:lnTo>
                  <a:pt x="1641" y="5434"/>
                </a:lnTo>
                <a:lnTo>
                  <a:pt x="1653" y="5500"/>
                </a:lnTo>
                <a:lnTo>
                  <a:pt x="1665" y="5566"/>
                </a:lnTo>
                <a:lnTo>
                  <a:pt x="1674" y="5629"/>
                </a:lnTo>
                <a:lnTo>
                  <a:pt x="1677" y="5658"/>
                </a:lnTo>
                <a:lnTo>
                  <a:pt x="1680" y="5685"/>
                </a:lnTo>
                <a:lnTo>
                  <a:pt x="1682" y="5709"/>
                </a:lnTo>
                <a:lnTo>
                  <a:pt x="1682" y="5731"/>
                </a:lnTo>
                <a:lnTo>
                  <a:pt x="1681" y="5762"/>
                </a:lnTo>
                <a:lnTo>
                  <a:pt x="1679" y="5804"/>
                </a:lnTo>
                <a:lnTo>
                  <a:pt x="1674" y="5854"/>
                </a:lnTo>
                <a:lnTo>
                  <a:pt x="1667" y="5911"/>
                </a:lnTo>
                <a:lnTo>
                  <a:pt x="1662" y="5942"/>
                </a:lnTo>
                <a:lnTo>
                  <a:pt x="1656" y="5972"/>
                </a:lnTo>
                <a:lnTo>
                  <a:pt x="1649" y="6003"/>
                </a:lnTo>
                <a:lnTo>
                  <a:pt x="1642" y="6033"/>
                </a:lnTo>
                <a:lnTo>
                  <a:pt x="1634" y="6062"/>
                </a:lnTo>
                <a:lnTo>
                  <a:pt x="1624" y="6091"/>
                </a:lnTo>
                <a:lnTo>
                  <a:pt x="1613" y="6119"/>
                </a:lnTo>
                <a:lnTo>
                  <a:pt x="1601" y="6145"/>
                </a:lnTo>
                <a:lnTo>
                  <a:pt x="1595" y="6158"/>
                </a:lnTo>
                <a:lnTo>
                  <a:pt x="1589" y="6173"/>
                </a:lnTo>
                <a:lnTo>
                  <a:pt x="1583" y="6187"/>
                </a:lnTo>
                <a:lnTo>
                  <a:pt x="1578" y="6204"/>
                </a:lnTo>
                <a:lnTo>
                  <a:pt x="1573" y="6222"/>
                </a:lnTo>
                <a:lnTo>
                  <a:pt x="1568" y="6239"/>
                </a:lnTo>
                <a:lnTo>
                  <a:pt x="1564" y="6258"/>
                </a:lnTo>
                <a:lnTo>
                  <a:pt x="1561" y="6277"/>
                </a:lnTo>
                <a:lnTo>
                  <a:pt x="1555" y="6318"/>
                </a:lnTo>
                <a:lnTo>
                  <a:pt x="1550" y="6361"/>
                </a:lnTo>
                <a:lnTo>
                  <a:pt x="1548" y="6406"/>
                </a:lnTo>
                <a:lnTo>
                  <a:pt x="1547" y="6452"/>
                </a:lnTo>
                <a:lnTo>
                  <a:pt x="1547" y="7234"/>
                </a:lnTo>
                <a:lnTo>
                  <a:pt x="1547" y="7234"/>
                </a:lnTo>
                <a:lnTo>
                  <a:pt x="1574" y="7235"/>
                </a:lnTo>
                <a:lnTo>
                  <a:pt x="1603" y="7237"/>
                </a:lnTo>
                <a:lnTo>
                  <a:pt x="1633" y="7238"/>
                </a:lnTo>
                <a:lnTo>
                  <a:pt x="1660" y="7239"/>
                </a:lnTo>
                <a:lnTo>
                  <a:pt x="1689" y="7240"/>
                </a:lnTo>
                <a:lnTo>
                  <a:pt x="1718" y="7242"/>
                </a:lnTo>
                <a:lnTo>
                  <a:pt x="1748" y="7243"/>
                </a:lnTo>
                <a:lnTo>
                  <a:pt x="1777" y="7244"/>
                </a:lnTo>
                <a:close/>
                <a:moveTo>
                  <a:pt x="2567" y="4914"/>
                </a:moveTo>
                <a:lnTo>
                  <a:pt x="2477" y="5154"/>
                </a:lnTo>
                <a:lnTo>
                  <a:pt x="2477" y="7246"/>
                </a:lnTo>
                <a:lnTo>
                  <a:pt x="2505" y="7245"/>
                </a:lnTo>
                <a:lnTo>
                  <a:pt x="2533" y="7244"/>
                </a:lnTo>
                <a:lnTo>
                  <a:pt x="2561" y="7244"/>
                </a:lnTo>
                <a:lnTo>
                  <a:pt x="2588" y="7243"/>
                </a:lnTo>
                <a:lnTo>
                  <a:pt x="2616" y="7242"/>
                </a:lnTo>
                <a:lnTo>
                  <a:pt x="2644" y="7241"/>
                </a:lnTo>
                <a:lnTo>
                  <a:pt x="2672" y="7240"/>
                </a:lnTo>
                <a:lnTo>
                  <a:pt x="2699" y="7238"/>
                </a:lnTo>
                <a:lnTo>
                  <a:pt x="2699" y="6452"/>
                </a:lnTo>
                <a:lnTo>
                  <a:pt x="2698" y="6406"/>
                </a:lnTo>
                <a:lnTo>
                  <a:pt x="2695" y="6360"/>
                </a:lnTo>
                <a:lnTo>
                  <a:pt x="2690" y="6318"/>
                </a:lnTo>
                <a:lnTo>
                  <a:pt x="2684" y="6277"/>
                </a:lnTo>
                <a:lnTo>
                  <a:pt x="2681" y="6258"/>
                </a:lnTo>
                <a:lnTo>
                  <a:pt x="2677" y="6239"/>
                </a:lnTo>
                <a:lnTo>
                  <a:pt x="2673" y="6222"/>
                </a:lnTo>
                <a:lnTo>
                  <a:pt x="2668" y="6204"/>
                </a:lnTo>
                <a:lnTo>
                  <a:pt x="2662" y="6188"/>
                </a:lnTo>
                <a:lnTo>
                  <a:pt x="2657" y="6173"/>
                </a:lnTo>
                <a:lnTo>
                  <a:pt x="2651" y="6159"/>
                </a:lnTo>
                <a:lnTo>
                  <a:pt x="2645" y="6146"/>
                </a:lnTo>
                <a:lnTo>
                  <a:pt x="2632" y="6120"/>
                </a:lnTo>
                <a:lnTo>
                  <a:pt x="2622" y="6092"/>
                </a:lnTo>
                <a:lnTo>
                  <a:pt x="2613" y="6063"/>
                </a:lnTo>
                <a:lnTo>
                  <a:pt x="2603" y="6033"/>
                </a:lnTo>
                <a:lnTo>
                  <a:pt x="2596" y="6003"/>
                </a:lnTo>
                <a:lnTo>
                  <a:pt x="2589" y="5973"/>
                </a:lnTo>
                <a:lnTo>
                  <a:pt x="2584" y="5942"/>
                </a:lnTo>
                <a:lnTo>
                  <a:pt x="2578" y="5911"/>
                </a:lnTo>
                <a:lnTo>
                  <a:pt x="2571" y="5855"/>
                </a:lnTo>
                <a:lnTo>
                  <a:pt x="2566" y="5804"/>
                </a:lnTo>
                <a:lnTo>
                  <a:pt x="2563" y="5762"/>
                </a:lnTo>
                <a:lnTo>
                  <a:pt x="2563" y="5731"/>
                </a:lnTo>
                <a:lnTo>
                  <a:pt x="2563" y="5710"/>
                </a:lnTo>
                <a:lnTo>
                  <a:pt x="2565" y="5686"/>
                </a:lnTo>
                <a:lnTo>
                  <a:pt x="2567" y="5659"/>
                </a:lnTo>
                <a:lnTo>
                  <a:pt x="2571" y="5631"/>
                </a:lnTo>
                <a:lnTo>
                  <a:pt x="2580" y="5569"/>
                </a:lnTo>
                <a:lnTo>
                  <a:pt x="2591" y="5504"/>
                </a:lnTo>
                <a:lnTo>
                  <a:pt x="2603" y="5439"/>
                </a:lnTo>
                <a:lnTo>
                  <a:pt x="2617" y="5377"/>
                </a:lnTo>
                <a:lnTo>
                  <a:pt x="2629" y="5323"/>
                </a:lnTo>
                <a:lnTo>
                  <a:pt x="2640" y="5280"/>
                </a:lnTo>
                <a:lnTo>
                  <a:pt x="2643" y="5265"/>
                </a:lnTo>
                <a:lnTo>
                  <a:pt x="2647" y="5248"/>
                </a:lnTo>
                <a:lnTo>
                  <a:pt x="2649" y="5229"/>
                </a:lnTo>
                <a:lnTo>
                  <a:pt x="2652" y="5208"/>
                </a:lnTo>
                <a:lnTo>
                  <a:pt x="2656" y="5164"/>
                </a:lnTo>
                <a:lnTo>
                  <a:pt x="2658" y="5117"/>
                </a:lnTo>
                <a:lnTo>
                  <a:pt x="2659" y="5071"/>
                </a:lnTo>
                <a:lnTo>
                  <a:pt x="2658" y="5029"/>
                </a:lnTo>
                <a:lnTo>
                  <a:pt x="2657" y="5010"/>
                </a:lnTo>
                <a:lnTo>
                  <a:pt x="2656" y="4993"/>
                </a:lnTo>
                <a:lnTo>
                  <a:pt x="2654" y="4978"/>
                </a:lnTo>
                <a:lnTo>
                  <a:pt x="2651" y="4965"/>
                </a:lnTo>
                <a:lnTo>
                  <a:pt x="2636" y="4954"/>
                </a:lnTo>
                <a:lnTo>
                  <a:pt x="2618" y="4941"/>
                </a:lnTo>
                <a:lnTo>
                  <a:pt x="2594" y="4927"/>
                </a:lnTo>
                <a:lnTo>
                  <a:pt x="2567" y="4914"/>
                </a:lnTo>
                <a:close/>
                <a:moveTo>
                  <a:pt x="3021" y="609"/>
                </a:moveTo>
                <a:lnTo>
                  <a:pt x="3001" y="606"/>
                </a:lnTo>
                <a:lnTo>
                  <a:pt x="2976" y="722"/>
                </a:lnTo>
                <a:lnTo>
                  <a:pt x="2982" y="712"/>
                </a:lnTo>
                <a:lnTo>
                  <a:pt x="2989" y="702"/>
                </a:lnTo>
                <a:lnTo>
                  <a:pt x="2995" y="689"/>
                </a:lnTo>
                <a:lnTo>
                  <a:pt x="3000" y="676"/>
                </a:lnTo>
                <a:lnTo>
                  <a:pt x="3005" y="660"/>
                </a:lnTo>
                <a:lnTo>
                  <a:pt x="3011" y="645"/>
                </a:lnTo>
                <a:lnTo>
                  <a:pt x="3016" y="628"/>
                </a:lnTo>
                <a:lnTo>
                  <a:pt x="3021" y="609"/>
                </a:lnTo>
                <a:close/>
                <a:moveTo>
                  <a:pt x="2982" y="602"/>
                </a:moveTo>
                <a:lnTo>
                  <a:pt x="2953" y="597"/>
                </a:lnTo>
                <a:lnTo>
                  <a:pt x="2923" y="591"/>
                </a:lnTo>
                <a:lnTo>
                  <a:pt x="2894" y="585"/>
                </a:lnTo>
                <a:lnTo>
                  <a:pt x="2864" y="580"/>
                </a:lnTo>
                <a:lnTo>
                  <a:pt x="2865" y="600"/>
                </a:lnTo>
                <a:lnTo>
                  <a:pt x="2869" y="619"/>
                </a:lnTo>
                <a:lnTo>
                  <a:pt x="2871" y="635"/>
                </a:lnTo>
                <a:lnTo>
                  <a:pt x="2874" y="652"/>
                </a:lnTo>
                <a:lnTo>
                  <a:pt x="2878" y="667"/>
                </a:lnTo>
                <a:lnTo>
                  <a:pt x="2882" y="682"/>
                </a:lnTo>
                <a:lnTo>
                  <a:pt x="2886" y="694"/>
                </a:lnTo>
                <a:lnTo>
                  <a:pt x="2890" y="707"/>
                </a:lnTo>
                <a:lnTo>
                  <a:pt x="2894" y="717"/>
                </a:lnTo>
                <a:lnTo>
                  <a:pt x="2900" y="726"/>
                </a:lnTo>
                <a:lnTo>
                  <a:pt x="2905" y="735"/>
                </a:lnTo>
                <a:lnTo>
                  <a:pt x="2910" y="742"/>
                </a:lnTo>
                <a:lnTo>
                  <a:pt x="2915" y="747"/>
                </a:lnTo>
                <a:lnTo>
                  <a:pt x="2920" y="751"/>
                </a:lnTo>
                <a:lnTo>
                  <a:pt x="2926" y="753"/>
                </a:lnTo>
                <a:lnTo>
                  <a:pt x="2931" y="754"/>
                </a:lnTo>
                <a:lnTo>
                  <a:pt x="2936" y="753"/>
                </a:lnTo>
                <a:lnTo>
                  <a:pt x="2941" y="752"/>
                </a:lnTo>
                <a:lnTo>
                  <a:pt x="2945" y="751"/>
                </a:lnTo>
                <a:lnTo>
                  <a:pt x="2950" y="748"/>
                </a:lnTo>
                <a:lnTo>
                  <a:pt x="2982" y="602"/>
                </a:lnTo>
                <a:close/>
                <a:moveTo>
                  <a:pt x="1382" y="591"/>
                </a:moveTo>
                <a:lnTo>
                  <a:pt x="1352" y="597"/>
                </a:lnTo>
                <a:lnTo>
                  <a:pt x="1323" y="602"/>
                </a:lnTo>
                <a:lnTo>
                  <a:pt x="1293" y="607"/>
                </a:lnTo>
                <a:lnTo>
                  <a:pt x="1264" y="613"/>
                </a:lnTo>
                <a:lnTo>
                  <a:pt x="1296" y="758"/>
                </a:lnTo>
                <a:lnTo>
                  <a:pt x="1301" y="761"/>
                </a:lnTo>
                <a:lnTo>
                  <a:pt x="1305" y="762"/>
                </a:lnTo>
                <a:lnTo>
                  <a:pt x="1310" y="764"/>
                </a:lnTo>
                <a:lnTo>
                  <a:pt x="1315" y="764"/>
                </a:lnTo>
                <a:lnTo>
                  <a:pt x="1321" y="763"/>
                </a:lnTo>
                <a:lnTo>
                  <a:pt x="1326" y="761"/>
                </a:lnTo>
                <a:lnTo>
                  <a:pt x="1331" y="757"/>
                </a:lnTo>
                <a:lnTo>
                  <a:pt x="1336" y="751"/>
                </a:lnTo>
                <a:lnTo>
                  <a:pt x="1341" y="745"/>
                </a:lnTo>
                <a:lnTo>
                  <a:pt x="1347" y="737"/>
                </a:lnTo>
                <a:lnTo>
                  <a:pt x="1351" y="727"/>
                </a:lnTo>
                <a:lnTo>
                  <a:pt x="1356" y="716"/>
                </a:lnTo>
                <a:lnTo>
                  <a:pt x="1360" y="705"/>
                </a:lnTo>
                <a:lnTo>
                  <a:pt x="1364" y="691"/>
                </a:lnTo>
                <a:lnTo>
                  <a:pt x="1368" y="678"/>
                </a:lnTo>
                <a:lnTo>
                  <a:pt x="1371" y="662"/>
                </a:lnTo>
                <a:lnTo>
                  <a:pt x="1376" y="646"/>
                </a:lnTo>
                <a:lnTo>
                  <a:pt x="1378" y="628"/>
                </a:lnTo>
                <a:lnTo>
                  <a:pt x="1380" y="610"/>
                </a:lnTo>
                <a:lnTo>
                  <a:pt x="1382" y="591"/>
                </a:lnTo>
                <a:close/>
                <a:moveTo>
                  <a:pt x="1245" y="618"/>
                </a:moveTo>
                <a:lnTo>
                  <a:pt x="1226" y="622"/>
                </a:lnTo>
                <a:lnTo>
                  <a:pt x="1231" y="639"/>
                </a:lnTo>
                <a:lnTo>
                  <a:pt x="1236" y="656"/>
                </a:lnTo>
                <a:lnTo>
                  <a:pt x="1241" y="671"/>
                </a:lnTo>
                <a:lnTo>
                  <a:pt x="1246" y="685"/>
                </a:lnTo>
                <a:lnTo>
                  <a:pt x="1252" y="698"/>
                </a:lnTo>
                <a:lnTo>
                  <a:pt x="1257" y="711"/>
                </a:lnTo>
                <a:lnTo>
                  <a:pt x="1264" y="722"/>
                </a:lnTo>
                <a:lnTo>
                  <a:pt x="1270" y="732"/>
                </a:lnTo>
                <a:lnTo>
                  <a:pt x="1245" y="618"/>
                </a:lnTo>
                <a:close/>
                <a:moveTo>
                  <a:pt x="1247" y="537"/>
                </a:moveTo>
                <a:lnTo>
                  <a:pt x="1281" y="529"/>
                </a:lnTo>
                <a:lnTo>
                  <a:pt x="1315" y="523"/>
                </a:lnTo>
                <a:lnTo>
                  <a:pt x="1350" y="517"/>
                </a:lnTo>
                <a:lnTo>
                  <a:pt x="1384" y="511"/>
                </a:lnTo>
                <a:lnTo>
                  <a:pt x="1383" y="488"/>
                </a:lnTo>
                <a:lnTo>
                  <a:pt x="1382" y="466"/>
                </a:lnTo>
                <a:lnTo>
                  <a:pt x="1379" y="444"/>
                </a:lnTo>
                <a:lnTo>
                  <a:pt x="1377" y="425"/>
                </a:lnTo>
                <a:lnTo>
                  <a:pt x="1372" y="406"/>
                </a:lnTo>
                <a:lnTo>
                  <a:pt x="1369" y="389"/>
                </a:lnTo>
                <a:lnTo>
                  <a:pt x="1365" y="373"/>
                </a:lnTo>
                <a:lnTo>
                  <a:pt x="1360" y="358"/>
                </a:lnTo>
                <a:lnTo>
                  <a:pt x="1355" y="345"/>
                </a:lnTo>
                <a:lnTo>
                  <a:pt x="1350" y="333"/>
                </a:lnTo>
                <a:lnTo>
                  <a:pt x="1344" y="324"/>
                </a:lnTo>
                <a:lnTo>
                  <a:pt x="1338" y="315"/>
                </a:lnTo>
                <a:lnTo>
                  <a:pt x="1333" y="309"/>
                </a:lnTo>
                <a:lnTo>
                  <a:pt x="1327" y="303"/>
                </a:lnTo>
                <a:lnTo>
                  <a:pt x="1321" y="301"/>
                </a:lnTo>
                <a:lnTo>
                  <a:pt x="1315" y="300"/>
                </a:lnTo>
                <a:lnTo>
                  <a:pt x="1309" y="301"/>
                </a:lnTo>
                <a:lnTo>
                  <a:pt x="1303" y="304"/>
                </a:lnTo>
                <a:lnTo>
                  <a:pt x="1297" y="310"/>
                </a:lnTo>
                <a:lnTo>
                  <a:pt x="1291" y="317"/>
                </a:lnTo>
                <a:lnTo>
                  <a:pt x="1284" y="326"/>
                </a:lnTo>
                <a:lnTo>
                  <a:pt x="1279" y="338"/>
                </a:lnTo>
                <a:lnTo>
                  <a:pt x="1273" y="350"/>
                </a:lnTo>
                <a:lnTo>
                  <a:pt x="1269" y="365"/>
                </a:lnTo>
                <a:lnTo>
                  <a:pt x="1264" y="380"/>
                </a:lnTo>
                <a:lnTo>
                  <a:pt x="1260" y="398"/>
                </a:lnTo>
                <a:lnTo>
                  <a:pt x="1255" y="416"/>
                </a:lnTo>
                <a:lnTo>
                  <a:pt x="1252" y="437"/>
                </a:lnTo>
                <a:lnTo>
                  <a:pt x="1249" y="459"/>
                </a:lnTo>
                <a:lnTo>
                  <a:pt x="1247" y="482"/>
                </a:lnTo>
                <a:lnTo>
                  <a:pt x="1246" y="506"/>
                </a:lnTo>
                <a:lnTo>
                  <a:pt x="1246" y="530"/>
                </a:lnTo>
                <a:lnTo>
                  <a:pt x="1247" y="537"/>
                </a:lnTo>
                <a:close/>
                <a:moveTo>
                  <a:pt x="2862" y="501"/>
                </a:moveTo>
                <a:lnTo>
                  <a:pt x="2896" y="507"/>
                </a:lnTo>
                <a:lnTo>
                  <a:pt x="2932" y="513"/>
                </a:lnTo>
                <a:lnTo>
                  <a:pt x="2966" y="519"/>
                </a:lnTo>
                <a:lnTo>
                  <a:pt x="2999" y="525"/>
                </a:lnTo>
                <a:lnTo>
                  <a:pt x="3000" y="521"/>
                </a:lnTo>
                <a:lnTo>
                  <a:pt x="3000" y="496"/>
                </a:lnTo>
                <a:lnTo>
                  <a:pt x="2999" y="472"/>
                </a:lnTo>
                <a:lnTo>
                  <a:pt x="2997" y="450"/>
                </a:lnTo>
                <a:lnTo>
                  <a:pt x="2994" y="428"/>
                </a:lnTo>
                <a:lnTo>
                  <a:pt x="2991" y="407"/>
                </a:lnTo>
                <a:lnTo>
                  <a:pt x="2987" y="388"/>
                </a:lnTo>
                <a:lnTo>
                  <a:pt x="2982" y="371"/>
                </a:lnTo>
                <a:lnTo>
                  <a:pt x="2978" y="355"/>
                </a:lnTo>
                <a:lnTo>
                  <a:pt x="2973" y="341"/>
                </a:lnTo>
                <a:lnTo>
                  <a:pt x="2967" y="327"/>
                </a:lnTo>
                <a:lnTo>
                  <a:pt x="2962" y="317"/>
                </a:lnTo>
                <a:lnTo>
                  <a:pt x="2956" y="307"/>
                </a:lnTo>
                <a:lnTo>
                  <a:pt x="2949" y="300"/>
                </a:lnTo>
                <a:lnTo>
                  <a:pt x="2943" y="295"/>
                </a:lnTo>
                <a:lnTo>
                  <a:pt x="2937" y="292"/>
                </a:lnTo>
                <a:lnTo>
                  <a:pt x="2931" y="291"/>
                </a:lnTo>
                <a:lnTo>
                  <a:pt x="2926" y="292"/>
                </a:lnTo>
                <a:lnTo>
                  <a:pt x="2919" y="294"/>
                </a:lnTo>
                <a:lnTo>
                  <a:pt x="2913" y="299"/>
                </a:lnTo>
                <a:lnTo>
                  <a:pt x="2908" y="305"/>
                </a:lnTo>
                <a:lnTo>
                  <a:pt x="2902" y="314"/>
                </a:lnTo>
                <a:lnTo>
                  <a:pt x="2896" y="324"/>
                </a:lnTo>
                <a:lnTo>
                  <a:pt x="2891" y="335"/>
                </a:lnTo>
                <a:lnTo>
                  <a:pt x="2886" y="349"/>
                </a:lnTo>
                <a:lnTo>
                  <a:pt x="2882" y="363"/>
                </a:lnTo>
                <a:lnTo>
                  <a:pt x="2877" y="379"/>
                </a:lnTo>
                <a:lnTo>
                  <a:pt x="2874" y="397"/>
                </a:lnTo>
                <a:lnTo>
                  <a:pt x="2870" y="415"/>
                </a:lnTo>
                <a:lnTo>
                  <a:pt x="2867" y="435"/>
                </a:lnTo>
                <a:lnTo>
                  <a:pt x="2864" y="456"/>
                </a:lnTo>
                <a:lnTo>
                  <a:pt x="2863" y="479"/>
                </a:lnTo>
                <a:lnTo>
                  <a:pt x="2862" y="501"/>
                </a:lnTo>
                <a:close/>
                <a:moveTo>
                  <a:pt x="1320" y="10950"/>
                </a:moveTo>
                <a:lnTo>
                  <a:pt x="1320" y="10950"/>
                </a:lnTo>
                <a:lnTo>
                  <a:pt x="1336" y="10954"/>
                </a:lnTo>
                <a:lnTo>
                  <a:pt x="1352" y="10960"/>
                </a:lnTo>
                <a:lnTo>
                  <a:pt x="1367" y="10966"/>
                </a:lnTo>
                <a:lnTo>
                  <a:pt x="1382" y="10974"/>
                </a:lnTo>
                <a:lnTo>
                  <a:pt x="1395" y="10983"/>
                </a:lnTo>
                <a:lnTo>
                  <a:pt x="1408" y="10993"/>
                </a:lnTo>
                <a:lnTo>
                  <a:pt x="1420" y="11004"/>
                </a:lnTo>
                <a:lnTo>
                  <a:pt x="1430" y="11017"/>
                </a:lnTo>
                <a:lnTo>
                  <a:pt x="1441" y="11029"/>
                </a:lnTo>
                <a:lnTo>
                  <a:pt x="1449" y="11044"/>
                </a:lnTo>
                <a:lnTo>
                  <a:pt x="1457" y="11058"/>
                </a:lnTo>
                <a:lnTo>
                  <a:pt x="1464" y="11074"/>
                </a:lnTo>
                <a:lnTo>
                  <a:pt x="1469" y="11089"/>
                </a:lnTo>
                <a:lnTo>
                  <a:pt x="1472" y="11106"/>
                </a:lnTo>
                <a:lnTo>
                  <a:pt x="1474" y="11122"/>
                </a:lnTo>
                <a:lnTo>
                  <a:pt x="1475" y="11140"/>
                </a:lnTo>
                <a:lnTo>
                  <a:pt x="1475" y="11379"/>
                </a:lnTo>
                <a:lnTo>
                  <a:pt x="1476" y="11393"/>
                </a:lnTo>
                <a:lnTo>
                  <a:pt x="1478" y="11408"/>
                </a:lnTo>
                <a:lnTo>
                  <a:pt x="1481" y="11421"/>
                </a:lnTo>
                <a:lnTo>
                  <a:pt x="1486" y="11436"/>
                </a:lnTo>
                <a:lnTo>
                  <a:pt x="1492" y="11449"/>
                </a:lnTo>
                <a:lnTo>
                  <a:pt x="1498" y="11461"/>
                </a:lnTo>
                <a:lnTo>
                  <a:pt x="1505" y="11474"/>
                </a:lnTo>
                <a:lnTo>
                  <a:pt x="1513" y="11486"/>
                </a:lnTo>
                <a:lnTo>
                  <a:pt x="1522" y="11497"/>
                </a:lnTo>
                <a:lnTo>
                  <a:pt x="1530" y="11507"/>
                </a:lnTo>
                <a:lnTo>
                  <a:pt x="1539" y="11515"/>
                </a:lnTo>
                <a:lnTo>
                  <a:pt x="1549" y="11523"/>
                </a:lnTo>
                <a:lnTo>
                  <a:pt x="1558" y="11529"/>
                </a:lnTo>
                <a:lnTo>
                  <a:pt x="1566" y="11533"/>
                </a:lnTo>
                <a:lnTo>
                  <a:pt x="1576" y="11536"/>
                </a:lnTo>
                <a:lnTo>
                  <a:pt x="1584" y="11537"/>
                </a:lnTo>
                <a:lnTo>
                  <a:pt x="2794" y="11537"/>
                </a:lnTo>
                <a:lnTo>
                  <a:pt x="2802" y="11536"/>
                </a:lnTo>
                <a:lnTo>
                  <a:pt x="2812" y="11533"/>
                </a:lnTo>
                <a:lnTo>
                  <a:pt x="2821" y="11529"/>
                </a:lnTo>
                <a:lnTo>
                  <a:pt x="2830" y="11523"/>
                </a:lnTo>
                <a:lnTo>
                  <a:pt x="2838" y="11515"/>
                </a:lnTo>
                <a:lnTo>
                  <a:pt x="2848" y="11507"/>
                </a:lnTo>
                <a:lnTo>
                  <a:pt x="2857" y="11497"/>
                </a:lnTo>
                <a:lnTo>
                  <a:pt x="2865" y="11486"/>
                </a:lnTo>
                <a:lnTo>
                  <a:pt x="2873" y="11474"/>
                </a:lnTo>
                <a:lnTo>
                  <a:pt x="2880" y="11461"/>
                </a:lnTo>
                <a:lnTo>
                  <a:pt x="2887" y="11449"/>
                </a:lnTo>
                <a:lnTo>
                  <a:pt x="2892" y="11436"/>
                </a:lnTo>
                <a:lnTo>
                  <a:pt x="2896" y="11421"/>
                </a:lnTo>
                <a:lnTo>
                  <a:pt x="2901" y="11408"/>
                </a:lnTo>
                <a:lnTo>
                  <a:pt x="2903" y="11393"/>
                </a:lnTo>
                <a:lnTo>
                  <a:pt x="2903" y="11379"/>
                </a:lnTo>
                <a:lnTo>
                  <a:pt x="2903" y="11312"/>
                </a:lnTo>
                <a:lnTo>
                  <a:pt x="2904" y="11292"/>
                </a:lnTo>
                <a:lnTo>
                  <a:pt x="2907" y="11273"/>
                </a:lnTo>
                <a:lnTo>
                  <a:pt x="2912" y="11254"/>
                </a:lnTo>
                <a:lnTo>
                  <a:pt x="2918" y="11236"/>
                </a:lnTo>
                <a:lnTo>
                  <a:pt x="2928" y="11219"/>
                </a:lnTo>
                <a:lnTo>
                  <a:pt x="2937" y="11202"/>
                </a:lnTo>
                <a:lnTo>
                  <a:pt x="2949" y="11187"/>
                </a:lnTo>
                <a:lnTo>
                  <a:pt x="2963" y="11172"/>
                </a:lnTo>
                <a:lnTo>
                  <a:pt x="2977" y="11160"/>
                </a:lnTo>
                <a:lnTo>
                  <a:pt x="2994" y="11148"/>
                </a:lnTo>
                <a:lnTo>
                  <a:pt x="3010" y="11139"/>
                </a:lnTo>
                <a:lnTo>
                  <a:pt x="3028" y="11132"/>
                </a:lnTo>
                <a:lnTo>
                  <a:pt x="3047" y="11125"/>
                </a:lnTo>
                <a:lnTo>
                  <a:pt x="3066" y="11121"/>
                </a:lnTo>
                <a:lnTo>
                  <a:pt x="3085" y="11119"/>
                </a:lnTo>
                <a:lnTo>
                  <a:pt x="3105" y="11118"/>
                </a:lnTo>
                <a:lnTo>
                  <a:pt x="3126" y="11119"/>
                </a:lnTo>
                <a:lnTo>
                  <a:pt x="3146" y="11120"/>
                </a:lnTo>
                <a:lnTo>
                  <a:pt x="3165" y="11121"/>
                </a:lnTo>
                <a:lnTo>
                  <a:pt x="3182" y="11122"/>
                </a:lnTo>
                <a:lnTo>
                  <a:pt x="3182" y="11121"/>
                </a:lnTo>
                <a:lnTo>
                  <a:pt x="3182" y="11120"/>
                </a:lnTo>
                <a:lnTo>
                  <a:pt x="3182" y="11117"/>
                </a:lnTo>
                <a:lnTo>
                  <a:pt x="3182" y="11113"/>
                </a:lnTo>
                <a:lnTo>
                  <a:pt x="3172" y="11112"/>
                </a:lnTo>
                <a:lnTo>
                  <a:pt x="3162" y="11111"/>
                </a:lnTo>
                <a:lnTo>
                  <a:pt x="3151" y="11108"/>
                </a:lnTo>
                <a:lnTo>
                  <a:pt x="3142" y="11106"/>
                </a:lnTo>
                <a:lnTo>
                  <a:pt x="3132" y="11103"/>
                </a:lnTo>
                <a:lnTo>
                  <a:pt x="3122" y="11099"/>
                </a:lnTo>
                <a:lnTo>
                  <a:pt x="3113" y="11094"/>
                </a:lnTo>
                <a:lnTo>
                  <a:pt x="3105" y="11090"/>
                </a:lnTo>
                <a:lnTo>
                  <a:pt x="3095" y="11085"/>
                </a:lnTo>
                <a:lnTo>
                  <a:pt x="3087" y="11079"/>
                </a:lnTo>
                <a:lnTo>
                  <a:pt x="3079" y="11073"/>
                </a:lnTo>
                <a:lnTo>
                  <a:pt x="3071" y="11066"/>
                </a:lnTo>
                <a:lnTo>
                  <a:pt x="3063" y="11059"/>
                </a:lnTo>
                <a:lnTo>
                  <a:pt x="3056" y="11052"/>
                </a:lnTo>
                <a:lnTo>
                  <a:pt x="3049" y="11045"/>
                </a:lnTo>
                <a:lnTo>
                  <a:pt x="3043" y="11036"/>
                </a:lnTo>
                <a:lnTo>
                  <a:pt x="3036" y="11027"/>
                </a:lnTo>
                <a:lnTo>
                  <a:pt x="3030" y="11019"/>
                </a:lnTo>
                <a:lnTo>
                  <a:pt x="3025" y="11008"/>
                </a:lnTo>
                <a:lnTo>
                  <a:pt x="3021" y="10999"/>
                </a:lnTo>
                <a:lnTo>
                  <a:pt x="3017" y="10990"/>
                </a:lnTo>
                <a:lnTo>
                  <a:pt x="3014" y="10979"/>
                </a:lnTo>
                <a:lnTo>
                  <a:pt x="3010" y="10969"/>
                </a:lnTo>
                <a:lnTo>
                  <a:pt x="3007" y="10959"/>
                </a:lnTo>
                <a:lnTo>
                  <a:pt x="3006" y="10948"/>
                </a:lnTo>
                <a:lnTo>
                  <a:pt x="3004" y="10938"/>
                </a:lnTo>
                <a:lnTo>
                  <a:pt x="3004" y="10927"/>
                </a:lnTo>
                <a:lnTo>
                  <a:pt x="3004" y="10916"/>
                </a:lnTo>
                <a:lnTo>
                  <a:pt x="3004" y="10906"/>
                </a:lnTo>
                <a:lnTo>
                  <a:pt x="3005" y="10895"/>
                </a:lnTo>
                <a:lnTo>
                  <a:pt x="3007" y="10884"/>
                </a:lnTo>
                <a:lnTo>
                  <a:pt x="3009" y="10873"/>
                </a:lnTo>
                <a:lnTo>
                  <a:pt x="3033" y="10777"/>
                </a:lnTo>
                <a:lnTo>
                  <a:pt x="3038" y="10760"/>
                </a:lnTo>
                <a:lnTo>
                  <a:pt x="3045" y="10745"/>
                </a:lnTo>
                <a:lnTo>
                  <a:pt x="3052" y="10730"/>
                </a:lnTo>
                <a:lnTo>
                  <a:pt x="3060" y="10716"/>
                </a:lnTo>
                <a:lnTo>
                  <a:pt x="3070" y="10702"/>
                </a:lnTo>
                <a:lnTo>
                  <a:pt x="3080" y="10691"/>
                </a:lnTo>
                <a:lnTo>
                  <a:pt x="3092" y="10680"/>
                </a:lnTo>
                <a:lnTo>
                  <a:pt x="3105" y="10669"/>
                </a:lnTo>
                <a:lnTo>
                  <a:pt x="3117" y="10660"/>
                </a:lnTo>
                <a:lnTo>
                  <a:pt x="3132" y="10652"/>
                </a:lnTo>
                <a:lnTo>
                  <a:pt x="3146" y="10644"/>
                </a:lnTo>
                <a:lnTo>
                  <a:pt x="3162" y="10639"/>
                </a:lnTo>
                <a:lnTo>
                  <a:pt x="3177" y="10634"/>
                </a:lnTo>
                <a:lnTo>
                  <a:pt x="3193" y="10631"/>
                </a:lnTo>
                <a:lnTo>
                  <a:pt x="3209" y="10630"/>
                </a:lnTo>
                <a:lnTo>
                  <a:pt x="3226" y="10630"/>
                </a:lnTo>
                <a:lnTo>
                  <a:pt x="3238" y="10630"/>
                </a:lnTo>
                <a:lnTo>
                  <a:pt x="3251" y="10630"/>
                </a:lnTo>
                <a:lnTo>
                  <a:pt x="3262" y="10631"/>
                </a:lnTo>
                <a:lnTo>
                  <a:pt x="3274" y="10631"/>
                </a:lnTo>
                <a:lnTo>
                  <a:pt x="3274" y="10629"/>
                </a:lnTo>
                <a:lnTo>
                  <a:pt x="3274" y="10627"/>
                </a:lnTo>
                <a:lnTo>
                  <a:pt x="3274" y="10623"/>
                </a:lnTo>
                <a:lnTo>
                  <a:pt x="3273" y="10619"/>
                </a:lnTo>
                <a:lnTo>
                  <a:pt x="3255" y="10614"/>
                </a:lnTo>
                <a:lnTo>
                  <a:pt x="3238" y="10608"/>
                </a:lnTo>
                <a:lnTo>
                  <a:pt x="3222" y="10600"/>
                </a:lnTo>
                <a:lnTo>
                  <a:pt x="3206" y="10589"/>
                </a:lnTo>
                <a:lnTo>
                  <a:pt x="3193" y="10579"/>
                </a:lnTo>
                <a:lnTo>
                  <a:pt x="3179" y="10567"/>
                </a:lnTo>
                <a:lnTo>
                  <a:pt x="3167" y="10552"/>
                </a:lnTo>
                <a:lnTo>
                  <a:pt x="3157" y="10537"/>
                </a:lnTo>
                <a:lnTo>
                  <a:pt x="3150" y="10529"/>
                </a:lnTo>
                <a:lnTo>
                  <a:pt x="3146" y="10520"/>
                </a:lnTo>
                <a:lnTo>
                  <a:pt x="3142" y="10511"/>
                </a:lnTo>
                <a:lnTo>
                  <a:pt x="3138" y="10502"/>
                </a:lnTo>
                <a:lnTo>
                  <a:pt x="3132" y="10483"/>
                </a:lnTo>
                <a:lnTo>
                  <a:pt x="3128" y="10464"/>
                </a:lnTo>
                <a:lnTo>
                  <a:pt x="3124" y="10444"/>
                </a:lnTo>
                <a:lnTo>
                  <a:pt x="3124" y="10424"/>
                </a:lnTo>
                <a:lnTo>
                  <a:pt x="3126" y="10404"/>
                </a:lnTo>
                <a:lnTo>
                  <a:pt x="3130" y="10384"/>
                </a:lnTo>
                <a:lnTo>
                  <a:pt x="3152" y="10296"/>
                </a:lnTo>
                <a:lnTo>
                  <a:pt x="3157" y="10279"/>
                </a:lnTo>
                <a:lnTo>
                  <a:pt x="3163" y="10264"/>
                </a:lnTo>
                <a:lnTo>
                  <a:pt x="3170" y="10249"/>
                </a:lnTo>
                <a:lnTo>
                  <a:pt x="3178" y="10235"/>
                </a:lnTo>
                <a:lnTo>
                  <a:pt x="3189" y="10222"/>
                </a:lnTo>
                <a:lnTo>
                  <a:pt x="3199" y="10210"/>
                </a:lnTo>
                <a:lnTo>
                  <a:pt x="3210" y="10198"/>
                </a:lnTo>
                <a:lnTo>
                  <a:pt x="3223" y="10188"/>
                </a:lnTo>
                <a:lnTo>
                  <a:pt x="3236" y="10179"/>
                </a:lnTo>
                <a:lnTo>
                  <a:pt x="3250" y="10170"/>
                </a:lnTo>
                <a:lnTo>
                  <a:pt x="3264" y="10163"/>
                </a:lnTo>
                <a:lnTo>
                  <a:pt x="3280" y="10158"/>
                </a:lnTo>
                <a:lnTo>
                  <a:pt x="3295" y="10154"/>
                </a:lnTo>
                <a:lnTo>
                  <a:pt x="3312" y="10151"/>
                </a:lnTo>
                <a:lnTo>
                  <a:pt x="3329" y="10149"/>
                </a:lnTo>
                <a:lnTo>
                  <a:pt x="3345" y="10149"/>
                </a:lnTo>
                <a:lnTo>
                  <a:pt x="3366" y="10150"/>
                </a:lnTo>
                <a:lnTo>
                  <a:pt x="3366" y="10147"/>
                </a:lnTo>
                <a:lnTo>
                  <a:pt x="3366" y="10144"/>
                </a:lnTo>
                <a:lnTo>
                  <a:pt x="3366" y="10139"/>
                </a:lnTo>
                <a:lnTo>
                  <a:pt x="3365" y="10137"/>
                </a:lnTo>
                <a:lnTo>
                  <a:pt x="3347" y="10130"/>
                </a:lnTo>
                <a:lnTo>
                  <a:pt x="3332" y="10122"/>
                </a:lnTo>
                <a:lnTo>
                  <a:pt x="3317" y="10111"/>
                </a:lnTo>
                <a:lnTo>
                  <a:pt x="3304" y="10101"/>
                </a:lnTo>
                <a:lnTo>
                  <a:pt x="3291" y="10088"/>
                </a:lnTo>
                <a:lnTo>
                  <a:pt x="3280" y="10076"/>
                </a:lnTo>
                <a:lnTo>
                  <a:pt x="3271" y="10062"/>
                </a:lnTo>
                <a:lnTo>
                  <a:pt x="3262" y="10047"/>
                </a:lnTo>
                <a:lnTo>
                  <a:pt x="3255" y="10031"/>
                </a:lnTo>
                <a:lnTo>
                  <a:pt x="3250" y="10016"/>
                </a:lnTo>
                <a:lnTo>
                  <a:pt x="3245" y="9999"/>
                </a:lnTo>
                <a:lnTo>
                  <a:pt x="3243" y="9982"/>
                </a:lnTo>
                <a:lnTo>
                  <a:pt x="3242" y="9964"/>
                </a:lnTo>
                <a:lnTo>
                  <a:pt x="3242" y="9946"/>
                </a:lnTo>
                <a:lnTo>
                  <a:pt x="3244" y="9929"/>
                </a:lnTo>
                <a:lnTo>
                  <a:pt x="3247" y="9911"/>
                </a:lnTo>
                <a:lnTo>
                  <a:pt x="3271" y="9814"/>
                </a:lnTo>
                <a:lnTo>
                  <a:pt x="3276" y="9798"/>
                </a:lnTo>
                <a:lnTo>
                  <a:pt x="3282" y="9782"/>
                </a:lnTo>
                <a:lnTo>
                  <a:pt x="3289" y="9767"/>
                </a:lnTo>
                <a:lnTo>
                  <a:pt x="3298" y="9752"/>
                </a:lnTo>
                <a:lnTo>
                  <a:pt x="3308" y="9739"/>
                </a:lnTo>
                <a:lnTo>
                  <a:pt x="3319" y="9727"/>
                </a:lnTo>
                <a:lnTo>
                  <a:pt x="3331" y="9716"/>
                </a:lnTo>
                <a:lnTo>
                  <a:pt x="3344" y="9706"/>
                </a:lnTo>
                <a:lnTo>
                  <a:pt x="3358" y="9696"/>
                </a:lnTo>
                <a:lnTo>
                  <a:pt x="3371" y="9688"/>
                </a:lnTo>
                <a:lnTo>
                  <a:pt x="3387" y="9681"/>
                </a:lnTo>
                <a:lnTo>
                  <a:pt x="3402" y="9676"/>
                </a:lnTo>
                <a:lnTo>
                  <a:pt x="3418" y="9672"/>
                </a:lnTo>
                <a:lnTo>
                  <a:pt x="3434" y="9668"/>
                </a:lnTo>
                <a:lnTo>
                  <a:pt x="3451" y="9667"/>
                </a:lnTo>
                <a:lnTo>
                  <a:pt x="3468" y="9666"/>
                </a:lnTo>
                <a:lnTo>
                  <a:pt x="3489" y="9667"/>
                </a:lnTo>
                <a:lnTo>
                  <a:pt x="3472" y="9660"/>
                </a:lnTo>
                <a:lnTo>
                  <a:pt x="3456" y="9651"/>
                </a:lnTo>
                <a:lnTo>
                  <a:pt x="3441" y="9640"/>
                </a:lnTo>
                <a:lnTo>
                  <a:pt x="3428" y="9629"/>
                </a:lnTo>
                <a:lnTo>
                  <a:pt x="3415" y="9617"/>
                </a:lnTo>
                <a:lnTo>
                  <a:pt x="3403" y="9602"/>
                </a:lnTo>
                <a:lnTo>
                  <a:pt x="3393" y="9588"/>
                </a:lnTo>
                <a:lnTo>
                  <a:pt x="3384" y="9571"/>
                </a:lnTo>
                <a:lnTo>
                  <a:pt x="3376" y="9555"/>
                </a:lnTo>
                <a:lnTo>
                  <a:pt x="3370" y="9538"/>
                </a:lnTo>
                <a:lnTo>
                  <a:pt x="3366" y="9520"/>
                </a:lnTo>
                <a:lnTo>
                  <a:pt x="3362" y="9503"/>
                </a:lnTo>
                <a:lnTo>
                  <a:pt x="3361" y="9485"/>
                </a:lnTo>
                <a:lnTo>
                  <a:pt x="3361" y="9466"/>
                </a:lnTo>
                <a:lnTo>
                  <a:pt x="3362" y="9449"/>
                </a:lnTo>
                <a:lnTo>
                  <a:pt x="3366" y="9430"/>
                </a:lnTo>
                <a:lnTo>
                  <a:pt x="3390" y="9333"/>
                </a:lnTo>
                <a:lnTo>
                  <a:pt x="3395" y="9317"/>
                </a:lnTo>
                <a:lnTo>
                  <a:pt x="3400" y="9301"/>
                </a:lnTo>
                <a:lnTo>
                  <a:pt x="3407" y="9287"/>
                </a:lnTo>
                <a:lnTo>
                  <a:pt x="3416" y="9273"/>
                </a:lnTo>
                <a:lnTo>
                  <a:pt x="3425" y="9260"/>
                </a:lnTo>
                <a:lnTo>
                  <a:pt x="3435" y="9249"/>
                </a:lnTo>
                <a:lnTo>
                  <a:pt x="3447" y="9237"/>
                </a:lnTo>
                <a:lnTo>
                  <a:pt x="3458" y="9227"/>
                </a:lnTo>
                <a:lnTo>
                  <a:pt x="3472" y="9217"/>
                </a:lnTo>
                <a:lnTo>
                  <a:pt x="3485" y="9209"/>
                </a:lnTo>
                <a:lnTo>
                  <a:pt x="3498" y="9202"/>
                </a:lnTo>
                <a:lnTo>
                  <a:pt x="3514" y="9197"/>
                </a:lnTo>
                <a:lnTo>
                  <a:pt x="3530" y="9191"/>
                </a:lnTo>
                <a:lnTo>
                  <a:pt x="3545" y="9188"/>
                </a:lnTo>
                <a:lnTo>
                  <a:pt x="3562" y="9186"/>
                </a:lnTo>
                <a:lnTo>
                  <a:pt x="3578" y="9185"/>
                </a:lnTo>
                <a:lnTo>
                  <a:pt x="3588" y="9182"/>
                </a:lnTo>
                <a:lnTo>
                  <a:pt x="3592" y="9179"/>
                </a:lnTo>
                <a:lnTo>
                  <a:pt x="3577" y="9172"/>
                </a:lnTo>
                <a:lnTo>
                  <a:pt x="3563" y="9162"/>
                </a:lnTo>
                <a:lnTo>
                  <a:pt x="3549" y="9152"/>
                </a:lnTo>
                <a:lnTo>
                  <a:pt x="3537" y="9140"/>
                </a:lnTo>
                <a:lnTo>
                  <a:pt x="3525" y="9128"/>
                </a:lnTo>
                <a:lnTo>
                  <a:pt x="3515" y="9115"/>
                </a:lnTo>
                <a:lnTo>
                  <a:pt x="3506" y="9100"/>
                </a:lnTo>
                <a:lnTo>
                  <a:pt x="3498" y="9086"/>
                </a:lnTo>
                <a:lnTo>
                  <a:pt x="3491" y="9070"/>
                </a:lnTo>
                <a:lnTo>
                  <a:pt x="3486" y="9055"/>
                </a:lnTo>
                <a:lnTo>
                  <a:pt x="3482" y="9038"/>
                </a:lnTo>
                <a:lnTo>
                  <a:pt x="3479" y="9022"/>
                </a:lnTo>
                <a:lnTo>
                  <a:pt x="3478" y="9005"/>
                </a:lnTo>
                <a:lnTo>
                  <a:pt x="3478" y="8988"/>
                </a:lnTo>
                <a:lnTo>
                  <a:pt x="3480" y="8972"/>
                </a:lnTo>
                <a:lnTo>
                  <a:pt x="3483" y="8955"/>
                </a:lnTo>
                <a:lnTo>
                  <a:pt x="3523" y="8789"/>
                </a:lnTo>
                <a:lnTo>
                  <a:pt x="3528" y="8770"/>
                </a:lnTo>
                <a:lnTo>
                  <a:pt x="3536" y="8753"/>
                </a:lnTo>
                <a:lnTo>
                  <a:pt x="3544" y="8735"/>
                </a:lnTo>
                <a:lnTo>
                  <a:pt x="3554" y="8720"/>
                </a:lnTo>
                <a:lnTo>
                  <a:pt x="3566" y="8704"/>
                </a:lnTo>
                <a:lnTo>
                  <a:pt x="3579" y="8690"/>
                </a:lnTo>
                <a:lnTo>
                  <a:pt x="3594" y="8677"/>
                </a:lnTo>
                <a:lnTo>
                  <a:pt x="3610" y="8665"/>
                </a:lnTo>
                <a:lnTo>
                  <a:pt x="3641" y="8645"/>
                </a:lnTo>
                <a:lnTo>
                  <a:pt x="3673" y="8624"/>
                </a:lnTo>
                <a:lnTo>
                  <a:pt x="3703" y="8603"/>
                </a:lnTo>
                <a:lnTo>
                  <a:pt x="3732" y="8582"/>
                </a:lnTo>
                <a:lnTo>
                  <a:pt x="3758" y="8562"/>
                </a:lnTo>
                <a:lnTo>
                  <a:pt x="3783" y="8542"/>
                </a:lnTo>
                <a:lnTo>
                  <a:pt x="3804" y="8525"/>
                </a:lnTo>
                <a:lnTo>
                  <a:pt x="3821" y="8510"/>
                </a:lnTo>
                <a:lnTo>
                  <a:pt x="3826" y="8468"/>
                </a:lnTo>
                <a:lnTo>
                  <a:pt x="3833" y="8415"/>
                </a:lnTo>
                <a:lnTo>
                  <a:pt x="3842" y="8353"/>
                </a:lnTo>
                <a:lnTo>
                  <a:pt x="3853" y="8281"/>
                </a:lnTo>
                <a:lnTo>
                  <a:pt x="3865" y="8201"/>
                </a:lnTo>
                <a:lnTo>
                  <a:pt x="3879" y="8112"/>
                </a:lnTo>
                <a:lnTo>
                  <a:pt x="3893" y="8016"/>
                </a:lnTo>
                <a:lnTo>
                  <a:pt x="3909" y="7912"/>
                </a:lnTo>
                <a:lnTo>
                  <a:pt x="420" y="7912"/>
                </a:lnTo>
                <a:lnTo>
                  <a:pt x="434" y="7998"/>
                </a:lnTo>
                <a:lnTo>
                  <a:pt x="447" y="8089"/>
                </a:lnTo>
                <a:lnTo>
                  <a:pt x="461" y="8180"/>
                </a:lnTo>
                <a:lnTo>
                  <a:pt x="474" y="8269"/>
                </a:lnTo>
                <a:lnTo>
                  <a:pt x="487" y="8351"/>
                </a:lnTo>
                <a:lnTo>
                  <a:pt x="497" y="8425"/>
                </a:lnTo>
                <a:lnTo>
                  <a:pt x="506" y="8487"/>
                </a:lnTo>
                <a:lnTo>
                  <a:pt x="513" y="8535"/>
                </a:lnTo>
                <a:lnTo>
                  <a:pt x="525" y="8547"/>
                </a:lnTo>
                <a:lnTo>
                  <a:pt x="542" y="8562"/>
                </a:lnTo>
                <a:lnTo>
                  <a:pt x="561" y="8578"/>
                </a:lnTo>
                <a:lnTo>
                  <a:pt x="584" y="8593"/>
                </a:lnTo>
                <a:lnTo>
                  <a:pt x="609" y="8610"/>
                </a:lnTo>
                <a:lnTo>
                  <a:pt x="635" y="8625"/>
                </a:lnTo>
                <a:lnTo>
                  <a:pt x="661" y="8640"/>
                </a:lnTo>
                <a:lnTo>
                  <a:pt x="687" y="8653"/>
                </a:lnTo>
                <a:lnTo>
                  <a:pt x="697" y="8658"/>
                </a:lnTo>
                <a:lnTo>
                  <a:pt x="706" y="8664"/>
                </a:lnTo>
                <a:lnTo>
                  <a:pt x="715" y="8670"/>
                </a:lnTo>
                <a:lnTo>
                  <a:pt x="723" y="8676"/>
                </a:lnTo>
                <a:lnTo>
                  <a:pt x="731" y="8682"/>
                </a:lnTo>
                <a:lnTo>
                  <a:pt x="739" y="8690"/>
                </a:lnTo>
                <a:lnTo>
                  <a:pt x="747" y="8697"/>
                </a:lnTo>
                <a:lnTo>
                  <a:pt x="754" y="8705"/>
                </a:lnTo>
                <a:lnTo>
                  <a:pt x="760" y="8713"/>
                </a:lnTo>
                <a:lnTo>
                  <a:pt x="766" y="8722"/>
                </a:lnTo>
                <a:lnTo>
                  <a:pt x="773" y="8731"/>
                </a:lnTo>
                <a:lnTo>
                  <a:pt x="778" y="8740"/>
                </a:lnTo>
                <a:lnTo>
                  <a:pt x="782" y="8750"/>
                </a:lnTo>
                <a:lnTo>
                  <a:pt x="786" y="8760"/>
                </a:lnTo>
                <a:lnTo>
                  <a:pt x="790" y="8770"/>
                </a:lnTo>
                <a:lnTo>
                  <a:pt x="793" y="8781"/>
                </a:lnTo>
                <a:lnTo>
                  <a:pt x="906" y="9222"/>
                </a:lnTo>
                <a:lnTo>
                  <a:pt x="909" y="9238"/>
                </a:lnTo>
                <a:lnTo>
                  <a:pt x="911" y="9255"/>
                </a:lnTo>
                <a:lnTo>
                  <a:pt x="912" y="9271"/>
                </a:lnTo>
                <a:lnTo>
                  <a:pt x="911" y="9288"/>
                </a:lnTo>
                <a:lnTo>
                  <a:pt x="909" y="9305"/>
                </a:lnTo>
                <a:lnTo>
                  <a:pt x="905" y="9320"/>
                </a:lnTo>
                <a:lnTo>
                  <a:pt x="901" y="9336"/>
                </a:lnTo>
                <a:lnTo>
                  <a:pt x="895" y="9351"/>
                </a:lnTo>
                <a:lnTo>
                  <a:pt x="887" y="9366"/>
                </a:lnTo>
                <a:lnTo>
                  <a:pt x="878" y="9379"/>
                </a:lnTo>
                <a:lnTo>
                  <a:pt x="869" y="9393"/>
                </a:lnTo>
                <a:lnTo>
                  <a:pt x="858" y="9404"/>
                </a:lnTo>
                <a:lnTo>
                  <a:pt x="846" y="9415"/>
                </a:lnTo>
                <a:lnTo>
                  <a:pt x="833" y="9426"/>
                </a:lnTo>
                <a:lnTo>
                  <a:pt x="818" y="9435"/>
                </a:lnTo>
                <a:lnTo>
                  <a:pt x="804" y="9443"/>
                </a:lnTo>
                <a:lnTo>
                  <a:pt x="789" y="9451"/>
                </a:lnTo>
                <a:lnTo>
                  <a:pt x="789" y="9456"/>
                </a:lnTo>
                <a:lnTo>
                  <a:pt x="790" y="9459"/>
                </a:lnTo>
                <a:lnTo>
                  <a:pt x="792" y="9459"/>
                </a:lnTo>
                <a:lnTo>
                  <a:pt x="794" y="9459"/>
                </a:lnTo>
                <a:lnTo>
                  <a:pt x="812" y="9457"/>
                </a:lnTo>
                <a:lnTo>
                  <a:pt x="830" y="9458"/>
                </a:lnTo>
                <a:lnTo>
                  <a:pt x="847" y="9460"/>
                </a:lnTo>
                <a:lnTo>
                  <a:pt x="864" y="9463"/>
                </a:lnTo>
                <a:lnTo>
                  <a:pt x="880" y="9468"/>
                </a:lnTo>
                <a:lnTo>
                  <a:pt x="897" y="9475"/>
                </a:lnTo>
                <a:lnTo>
                  <a:pt x="911" y="9482"/>
                </a:lnTo>
                <a:lnTo>
                  <a:pt x="926" y="9491"/>
                </a:lnTo>
                <a:lnTo>
                  <a:pt x="939" y="9502"/>
                </a:lnTo>
                <a:lnTo>
                  <a:pt x="953" y="9513"/>
                </a:lnTo>
                <a:lnTo>
                  <a:pt x="964" y="9525"/>
                </a:lnTo>
                <a:lnTo>
                  <a:pt x="975" y="9539"/>
                </a:lnTo>
                <a:lnTo>
                  <a:pt x="984" y="9553"/>
                </a:lnTo>
                <a:lnTo>
                  <a:pt x="992" y="9569"/>
                </a:lnTo>
                <a:lnTo>
                  <a:pt x="999" y="9586"/>
                </a:lnTo>
                <a:lnTo>
                  <a:pt x="1005" y="9603"/>
                </a:lnTo>
                <a:lnTo>
                  <a:pt x="1027" y="9692"/>
                </a:lnTo>
                <a:lnTo>
                  <a:pt x="1031" y="9709"/>
                </a:lnTo>
                <a:lnTo>
                  <a:pt x="1033" y="9727"/>
                </a:lnTo>
                <a:lnTo>
                  <a:pt x="1034" y="9743"/>
                </a:lnTo>
                <a:lnTo>
                  <a:pt x="1033" y="9760"/>
                </a:lnTo>
                <a:lnTo>
                  <a:pt x="1031" y="9776"/>
                </a:lnTo>
                <a:lnTo>
                  <a:pt x="1026" y="9792"/>
                </a:lnTo>
                <a:lnTo>
                  <a:pt x="1021" y="9807"/>
                </a:lnTo>
                <a:lnTo>
                  <a:pt x="1015" y="9823"/>
                </a:lnTo>
                <a:lnTo>
                  <a:pt x="1008" y="9838"/>
                </a:lnTo>
                <a:lnTo>
                  <a:pt x="998" y="9851"/>
                </a:lnTo>
                <a:lnTo>
                  <a:pt x="989" y="9864"/>
                </a:lnTo>
                <a:lnTo>
                  <a:pt x="978" y="9877"/>
                </a:lnTo>
                <a:lnTo>
                  <a:pt x="965" y="9888"/>
                </a:lnTo>
                <a:lnTo>
                  <a:pt x="952" y="9899"/>
                </a:lnTo>
                <a:lnTo>
                  <a:pt x="937" y="9908"/>
                </a:lnTo>
                <a:lnTo>
                  <a:pt x="923" y="9916"/>
                </a:lnTo>
                <a:lnTo>
                  <a:pt x="915" y="9919"/>
                </a:lnTo>
                <a:lnTo>
                  <a:pt x="906" y="9924"/>
                </a:lnTo>
                <a:lnTo>
                  <a:pt x="899" y="9928"/>
                </a:lnTo>
                <a:lnTo>
                  <a:pt x="892" y="9932"/>
                </a:lnTo>
                <a:lnTo>
                  <a:pt x="891" y="9936"/>
                </a:lnTo>
                <a:lnTo>
                  <a:pt x="892" y="9943"/>
                </a:lnTo>
                <a:lnTo>
                  <a:pt x="911" y="9939"/>
                </a:lnTo>
                <a:lnTo>
                  <a:pt x="930" y="9937"/>
                </a:lnTo>
                <a:lnTo>
                  <a:pt x="949" y="9936"/>
                </a:lnTo>
                <a:lnTo>
                  <a:pt x="967" y="9938"/>
                </a:lnTo>
                <a:lnTo>
                  <a:pt x="986" y="9941"/>
                </a:lnTo>
                <a:lnTo>
                  <a:pt x="1004" y="9946"/>
                </a:lnTo>
                <a:lnTo>
                  <a:pt x="1021" y="9954"/>
                </a:lnTo>
                <a:lnTo>
                  <a:pt x="1039" y="9962"/>
                </a:lnTo>
                <a:lnTo>
                  <a:pt x="1054" y="9972"/>
                </a:lnTo>
                <a:lnTo>
                  <a:pt x="1070" y="9985"/>
                </a:lnTo>
                <a:lnTo>
                  <a:pt x="1083" y="9998"/>
                </a:lnTo>
                <a:lnTo>
                  <a:pt x="1095" y="10013"/>
                </a:lnTo>
                <a:lnTo>
                  <a:pt x="1105" y="10028"/>
                </a:lnTo>
                <a:lnTo>
                  <a:pt x="1114" y="10045"/>
                </a:lnTo>
                <a:lnTo>
                  <a:pt x="1122" y="10063"/>
                </a:lnTo>
                <a:lnTo>
                  <a:pt x="1127" y="10081"/>
                </a:lnTo>
                <a:lnTo>
                  <a:pt x="1150" y="10170"/>
                </a:lnTo>
                <a:lnTo>
                  <a:pt x="1154" y="10187"/>
                </a:lnTo>
                <a:lnTo>
                  <a:pt x="1156" y="10204"/>
                </a:lnTo>
                <a:lnTo>
                  <a:pt x="1156" y="10220"/>
                </a:lnTo>
                <a:lnTo>
                  <a:pt x="1155" y="10237"/>
                </a:lnTo>
                <a:lnTo>
                  <a:pt x="1153" y="10253"/>
                </a:lnTo>
                <a:lnTo>
                  <a:pt x="1150" y="10269"/>
                </a:lnTo>
                <a:lnTo>
                  <a:pt x="1145" y="10284"/>
                </a:lnTo>
                <a:lnTo>
                  <a:pt x="1138" y="10299"/>
                </a:lnTo>
                <a:lnTo>
                  <a:pt x="1131" y="10314"/>
                </a:lnTo>
                <a:lnTo>
                  <a:pt x="1123" y="10328"/>
                </a:lnTo>
                <a:lnTo>
                  <a:pt x="1112" y="10340"/>
                </a:lnTo>
                <a:lnTo>
                  <a:pt x="1102" y="10353"/>
                </a:lnTo>
                <a:lnTo>
                  <a:pt x="1090" y="10364"/>
                </a:lnTo>
                <a:lnTo>
                  <a:pt x="1077" y="10375"/>
                </a:lnTo>
                <a:lnTo>
                  <a:pt x="1063" y="10384"/>
                </a:lnTo>
                <a:lnTo>
                  <a:pt x="1048" y="10392"/>
                </a:lnTo>
                <a:lnTo>
                  <a:pt x="1038" y="10397"/>
                </a:lnTo>
                <a:lnTo>
                  <a:pt x="1028" y="10402"/>
                </a:lnTo>
                <a:lnTo>
                  <a:pt x="1020" y="10407"/>
                </a:lnTo>
                <a:lnTo>
                  <a:pt x="1012" y="10412"/>
                </a:lnTo>
                <a:lnTo>
                  <a:pt x="1012" y="10414"/>
                </a:lnTo>
                <a:lnTo>
                  <a:pt x="1012" y="10419"/>
                </a:lnTo>
                <a:lnTo>
                  <a:pt x="1030" y="10416"/>
                </a:lnTo>
                <a:lnTo>
                  <a:pt x="1047" y="10414"/>
                </a:lnTo>
                <a:lnTo>
                  <a:pt x="1065" y="10413"/>
                </a:lnTo>
                <a:lnTo>
                  <a:pt x="1083" y="10414"/>
                </a:lnTo>
                <a:lnTo>
                  <a:pt x="1101" y="10417"/>
                </a:lnTo>
                <a:lnTo>
                  <a:pt x="1118" y="10421"/>
                </a:lnTo>
                <a:lnTo>
                  <a:pt x="1135" y="10428"/>
                </a:lnTo>
                <a:lnTo>
                  <a:pt x="1151" y="10435"/>
                </a:lnTo>
                <a:lnTo>
                  <a:pt x="1160" y="10440"/>
                </a:lnTo>
                <a:lnTo>
                  <a:pt x="1168" y="10445"/>
                </a:lnTo>
                <a:lnTo>
                  <a:pt x="1178" y="10451"/>
                </a:lnTo>
                <a:lnTo>
                  <a:pt x="1185" y="10458"/>
                </a:lnTo>
                <a:lnTo>
                  <a:pt x="1193" y="10464"/>
                </a:lnTo>
                <a:lnTo>
                  <a:pt x="1200" y="10471"/>
                </a:lnTo>
                <a:lnTo>
                  <a:pt x="1207" y="10478"/>
                </a:lnTo>
                <a:lnTo>
                  <a:pt x="1214" y="10487"/>
                </a:lnTo>
                <a:lnTo>
                  <a:pt x="1220" y="10494"/>
                </a:lnTo>
                <a:lnTo>
                  <a:pt x="1225" y="10502"/>
                </a:lnTo>
                <a:lnTo>
                  <a:pt x="1231" y="10512"/>
                </a:lnTo>
                <a:lnTo>
                  <a:pt x="1236" y="10520"/>
                </a:lnTo>
                <a:lnTo>
                  <a:pt x="1240" y="10529"/>
                </a:lnTo>
                <a:lnTo>
                  <a:pt x="1244" y="10539"/>
                </a:lnTo>
                <a:lnTo>
                  <a:pt x="1247" y="10549"/>
                </a:lnTo>
                <a:lnTo>
                  <a:pt x="1250" y="10558"/>
                </a:lnTo>
                <a:lnTo>
                  <a:pt x="1275" y="10656"/>
                </a:lnTo>
                <a:lnTo>
                  <a:pt x="1278" y="10672"/>
                </a:lnTo>
                <a:lnTo>
                  <a:pt x="1280" y="10688"/>
                </a:lnTo>
                <a:lnTo>
                  <a:pt x="1281" y="10704"/>
                </a:lnTo>
                <a:lnTo>
                  <a:pt x="1280" y="10720"/>
                </a:lnTo>
                <a:lnTo>
                  <a:pt x="1278" y="10736"/>
                </a:lnTo>
                <a:lnTo>
                  <a:pt x="1275" y="10751"/>
                </a:lnTo>
                <a:lnTo>
                  <a:pt x="1271" y="10767"/>
                </a:lnTo>
                <a:lnTo>
                  <a:pt x="1266" y="10781"/>
                </a:lnTo>
                <a:lnTo>
                  <a:pt x="1258" y="10795"/>
                </a:lnTo>
                <a:lnTo>
                  <a:pt x="1250" y="10808"/>
                </a:lnTo>
                <a:lnTo>
                  <a:pt x="1242" y="10822"/>
                </a:lnTo>
                <a:lnTo>
                  <a:pt x="1232" y="10834"/>
                </a:lnTo>
                <a:lnTo>
                  <a:pt x="1220" y="10845"/>
                </a:lnTo>
                <a:lnTo>
                  <a:pt x="1209" y="10856"/>
                </a:lnTo>
                <a:lnTo>
                  <a:pt x="1195" y="10865"/>
                </a:lnTo>
                <a:lnTo>
                  <a:pt x="1181" y="10873"/>
                </a:lnTo>
                <a:lnTo>
                  <a:pt x="1166" y="10883"/>
                </a:lnTo>
                <a:lnTo>
                  <a:pt x="1153" y="10891"/>
                </a:lnTo>
                <a:lnTo>
                  <a:pt x="1153" y="10894"/>
                </a:lnTo>
                <a:lnTo>
                  <a:pt x="1152" y="10900"/>
                </a:lnTo>
                <a:lnTo>
                  <a:pt x="1168" y="10898"/>
                </a:lnTo>
                <a:lnTo>
                  <a:pt x="1185" y="10897"/>
                </a:lnTo>
                <a:lnTo>
                  <a:pt x="1200" y="10897"/>
                </a:lnTo>
                <a:lnTo>
                  <a:pt x="1217" y="10899"/>
                </a:lnTo>
                <a:lnTo>
                  <a:pt x="1233" y="10903"/>
                </a:lnTo>
                <a:lnTo>
                  <a:pt x="1248" y="10908"/>
                </a:lnTo>
                <a:lnTo>
                  <a:pt x="1264" y="10913"/>
                </a:lnTo>
                <a:lnTo>
                  <a:pt x="1278" y="10920"/>
                </a:lnTo>
                <a:lnTo>
                  <a:pt x="1290" y="10926"/>
                </a:lnTo>
                <a:lnTo>
                  <a:pt x="1300" y="10934"/>
                </a:lnTo>
                <a:lnTo>
                  <a:pt x="1310" y="10942"/>
                </a:lnTo>
                <a:lnTo>
                  <a:pt x="1320" y="10950"/>
                </a:lnTo>
                <a:close/>
              </a:path>
            </a:pathLst>
          </a:custGeom>
          <a:solidFill>
            <a:schemeClr val="accent2"/>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1">
                  <a:lumMod val="50000"/>
                  <a:lumOff val="50000"/>
                </a:schemeClr>
              </a:solidFill>
            </a:endParaRPr>
          </a:p>
        </p:txBody>
      </p:sp>
      <p:sp>
        <p:nvSpPr>
          <p:cNvPr id="74" name="TextBox 73"/>
          <p:cNvSpPr txBox="1"/>
          <p:nvPr/>
        </p:nvSpPr>
        <p:spPr>
          <a:xfrm>
            <a:off x="2132466" y="1569516"/>
            <a:ext cx="3274743" cy="395173"/>
          </a:xfrm>
          <a:prstGeom prst="roundRect">
            <a:avLst>
              <a:gd name="adj" fmla="val 0"/>
            </a:avLst>
          </a:prstGeom>
          <a:noFill/>
        </p:spPr>
        <p:txBody>
          <a:bodyPr wrap="square" rtlCol="0">
            <a:spAutoFit/>
          </a:bodyPr>
          <a:lstStyle/>
          <a:p>
            <a:pPr algn="r"/>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81" name="TextBox 80"/>
          <p:cNvSpPr txBox="1"/>
          <p:nvPr/>
        </p:nvSpPr>
        <p:spPr>
          <a:xfrm>
            <a:off x="2132463" y="2000898"/>
            <a:ext cx="3245285" cy="481670"/>
          </a:xfrm>
          <a:prstGeom prst="roundRect">
            <a:avLst>
              <a:gd name="adj" fmla="val 0"/>
            </a:avLst>
          </a:prstGeom>
          <a:noFill/>
          <a:ln w="25400">
            <a:noFill/>
          </a:ln>
          <a:effectLst/>
        </p:spPr>
        <p:txBody>
          <a:bodyPr wrap="square" rtlCol="0">
            <a:spAutoFit/>
          </a:bodyPr>
          <a:lstStyle/>
          <a:p>
            <a:pPr algn="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
        <p:nvSpPr>
          <p:cNvPr id="82" name="TextBox 81"/>
          <p:cNvSpPr txBox="1"/>
          <p:nvPr/>
        </p:nvSpPr>
        <p:spPr>
          <a:xfrm>
            <a:off x="1720753" y="2957958"/>
            <a:ext cx="3274743" cy="395173"/>
          </a:xfrm>
          <a:prstGeom prst="roundRect">
            <a:avLst>
              <a:gd name="adj" fmla="val 0"/>
            </a:avLst>
          </a:prstGeom>
          <a:noFill/>
        </p:spPr>
        <p:txBody>
          <a:bodyPr wrap="square" rtlCol="0">
            <a:spAutoFit/>
          </a:bodyPr>
          <a:lstStyle/>
          <a:p>
            <a:pPr algn="r"/>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83" name="TextBox 82"/>
          <p:cNvSpPr txBox="1"/>
          <p:nvPr/>
        </p:nvSpPr>
        <p:spPr>
          <a:xfrm>
            <a:off x="1720750" y="3389338"/>
            <a:ext cx="3245285" cy="481670"/>
          </a:xfrm>
          <a:prstGeom prst="roundRect">
            <a:avLst>
              <a:gd name="adj" fmla="val 0"/>
            </a:avLst>
          </a:prstGeom>
          <a:noFill/>
          <a:ln w="25400">
            <a:noFill/>
          </a:ln>
          <a:effectLst/>
        </p:spPr>
        <p:txBody>
          <a:bodyPr wrap="square" rtlCol="0">
            <a:spAutoFit/>
          </a:bodyPr>
          <a:lstStyle/>
          <a:p>
            <a:pPr algn="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
        <p:nvSpPr>
          <p:cNvPr id="84" name="TextBox 83"/>
          <p:cNvSpPr txBox="1"/>
          <p:nvPr/>
        </p:nvSpPr>
        <p:spPr>
          <a:xfrm>
            <a:off x="2013792" y="4391848"/>
            <a:ext cx="3274743" cy="395173"/>
          </a:xfrm>
          <a:prstGeom prst="roundRect">
            <a:avLst>
              <a:gd name="adj" fmla="val 0"/>
            </a:avLst>
          </a:prstGeom>
          <a:noFill/>
        </p:spPr>
        <p:txBody>
          <a:bodyPr wrap="square" rtlCol="0">
            <a:spAutoFit/>
          </a:bodyPr>
          <a:lstStyle/>
          <a:p>
            <a:pPr algn="r"/>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85" name="TextBox 84"/>
          <p:cNvSpPr txBox="1"/>
          <p:nvPr/>
        </p:nvSpPr>
        <p:spPr>
          <a:xfrm>
            <a:off x="2013788" y="4823228"/>
            <a:ext cx="3245285" cy="481670"/>
          </a:xfrm>
          <a:prstGeom prst="roundRect">
            <a:avLst>
              <a:gd name="adj" fmla="val 0"/>
            </a:avLst>
          </a:prstGeom>
          <a:noFill/>
          <a:ln w="25400">
            <a:noFill/>
          </a:ln>
          <a:effectLst/>
        </p:spPr>
        <p:txBody>
          <a:bodyPr wrap="square" rtlCol="0">
            <a:spAutoFit/>
          </a:bodyPr>
          <a:lstStyle/>
          <a:p>
            <a:pPr algn="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
        <p:nvSpPr>
          <p:cNvPr id="86" name="TextBox 85"/>
          <p:cNvSpPr txBox="1"/>
          <p:nvPr/>
        </p:nvSpPr>
        <p:spPr>
          <a:xfrm>
            <a:off x="7894372" y="1877505"/>
            <a:ext cx="3274743" cy="395173"/>
          </a:xfrm>
          <a:prstGeom prst="roundRect">
            <a:avLst>
              <a:gd name="adj" fmla="val 0"/>
            </a:avLst>
          </a:prstGeom>
          <a:noFill/>
        </p:spPr>
        <p:txBody>
          <a:bodyPr wrap="square" rtlCol="0">
            <a:spAutoFit/>
          </a:bodyPr>
          <a:lstStyle/>
          <a:p>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87" name="TextBox 86"/>
          <p:cNvSpPr txBox="1"/>
          <p:nvPr/>
        </p:nvSpPr>
        <p:spPr>
          <a:xfrm>
            <a:off x="7894369" y="2308885"/>
            <a:ext cx="3245285" cy="481670"/>
          </a:xfrm>
          <a:prstGeom prst="roundRect">
            <a:avLst>
              <a:gd name="adj" fmla="val 0"/>
            </a:avLst>
          </a:prstGeom>
          <a:noFill/>
          <a:ln w="25400">
            <a:noFill/>
          </a:ln>
          <a:effectLst/>
        </p:spPr>
        <p:txBody>
          <a:bodyPr wrap="square" rtlCol="0">
            <a:spAutoFit/>
          </a:bodyPr>
          <a:lstStyle/>
          <a:p>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
        <p:nvSpPr>
          <p:cNvPr id="88" name="TextBox 87"/>
          <p:cNvSpPr txBox="1"/>
          <p:nvPr/>
        </p:nvSpPr>
        <p:spPr>
          <a:xfrm>
            <a:off x="7793038" y="3600080"/>
            <a:ext cx="3274743" cy="395173"/>
          </a:xfrm>
          <a:prstGeom prst="roundRect">
            <a:avLst>
              <a:gd name="adj" fmla="val 0"/>
            </a:avLst>
          </a:prstGeom>
          <a:noFill/>
        </p:spPr>
        <p:txBody>
          <a:bodyPr wrap="square" rtlCol="0">
            <a:spAutoFit/>
          </a:bodyPr>
          <a:lstStyle/>
          <a:p>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89" name="TextBox 88"/>
          <p:cNvSpPr txBox="1"/>
          <p:nvPr/>
        </p:nvSpPr>
        <p:spPr>
          <a:xfrm>
            <a:off x="7793035" y="4031461"/>
            <a:ext cx="3245285" cy="481670"/>
          </a:xfrm>
          <a:prstGeom prst="roundRect">
            <a:avLst>
              <a:gd name="adj" fmla="val 0"/>
            </a:avLst>
          </a:prstGeom>
          <a:noFill/>
          <a:ln w="25400">
            <a:noFill/>
          </a:ln>
          <a:effectLst/>
        </p:spPr>
        <p:txBody>
          <a:bodyPr wrap="square" rtlCol="0">
            <a:spAutoFit/>
          </a:bodyPr>
          <a:lstStyle/>
          <a:p>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
        <p:nvSpPr>
          <p:cNvPr id="90" name="TextBox 89"/>
          <p:cNvSpPr txBox="1"/>
          <p:nvPr/>
        </p:nvSpPr>
        <p:spPr>
          <a:xfrm>
            <a:off x="7346214" y="5034638"/>
            <a:ext cx="3274743" cy="395173"/>
          </a:xfrm>
          <a:prstGeom prst="roundRect">
            <a:avLst>
              <a:gd name="adj" fmla="val 0"/>
            </a:avLst>
          </a:prstGeom>
          <a:noFill/>
        </p:spPr>
        <p:txBody>
          <a:bodyPr wrap="square" rtlCol="0">
            <a:spAutoFit/>
          </a:bodyPr>
          <a:lstStyle/>
          <a:p>
            <a:r>
              <a:rPr lang="zh-CN" altLang="en-US" sz="1968" dirty="0">
                <a:solidFill>
                  <a:schemeClr val="tx1">
                    <a:lumMod val="65000"/>
                    <a:lumOff val="35000"/>
                  </a:schemeClr>
                </a:solidFill>
                <a:latin typeface="微软雅黑" pitchFamily="34" charset="-122"/>
                <a:ea typeface="微软雅黑" pitchFamily="34" charset="-122"/>
              </a:rPr>
              <a:t>点击添加文本</a:t>
            </a:r>
          </a:p>
        </p:txBody>
      </p:sp>
      <p:sp>
        <p:nvSpPr>
          <p:cNvPr id="91" name="TextBox 90"/>
          <p:cNvSpPr txBox="1"/>
          <p:nvPr/>
        </p:nvSpPr>
        <p:spPr>
          <a:xfrm>
            <a:off x="7346211" y="5466019"/>
            <a:ext cx="3245285" cy="481670"/>
          </a:xfrm>
          <a:prstGeom prst="roundRect">
            <a:avLst>
              <a:gd name="adj" fmla="val 0"/>
            </a:avLst>
          </a:prstGeom>
          <a:noFill/>
          <a:ln w="25400">
            <a:noFill/>
          </a:ln>
          <a:effectLst/>
        </p:spPr>
        <p:txBody>
          <a:bodyPr wrap="square" rtlCol="0">
            <a:spAutoFit/>
          </a:bodyPr>
          <a:lstStyle/>
          <a:p>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rPr>
              <a:t>在这里输入你的内容，或者通过复制粘贴你的文本。</a:t>
            </a:r>
            <a:endParaRPr lang="en-US" altLang="zh-CN" sz="1265" dirty="0">
              <a:solidFill>
                <a:schemeClr val="tx1">
                  <a:lumMod val="50000"/>
                  <a:lumOff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spTree>
    <p:extLst>
      <p:ext uri="{BB962C8B-B14F-4D97-AF65-F5344CB8AC3E}">
        <p14:creationId xmlns:p14="http://schemas.microsoft.com/office/powerpoint/2010/main" val="404895754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2" fill="hold" grpId="0"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strVal val="4*#ppt_w"/>
                                          </p:val>
                                        </p:tav>
                                        <p:tav tm="100000">
                                          <p:val>
                                            <p:strVal val="#ppt_w"/>
                                          </p:val>
                                        </p:tav>
                                      </p:tavLst>
                                    </p:anim>
                                    <p:anim calcmode="lin" valueType="num">
                                      <p:cBhvr>
                                        <p:cTn id="8" dur="500" fill="hold"/>
                                        <p:tgtEl>
                                          <p:spTgt spid="53"/>
                                        </p:tgtEl>
                                        <p:attrNameLst>
                                          <p:attrName>ppt_h</p:attrName>
                                        </p:attrNameLst>
                                      </p:cBhvr>
                                      <p:tavLst>
                                        <p:tav tm="0">
                                          <p:val>
                                            <p:strVal val="4*#ppt_h"/>
                                          </p:val>
                                        </p:tav>
                                        <p:tav tm="100000">
                                          <p:val>
                                            <p:strVal val="#ppt_h"/>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Effect transition="in" filter="fade">
                                      <p:cBhvr>
                                        <p:cTn id="14" dur="500"/>
                                        <p:tgtEl>
                                          <p:spTgt spid="5"/>
                                        </p:tgtEl>
                                      </p:cBhvr>
                                    </p:animEffect>
                                  </p:childTnLst>
                                </p:cTn>
                              </p:par>
                              <p:par>
                                <p:cTn id="15" presetID="53" presetClass="entr" presetSubtype="16" fill="hold" nodeType="with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500" fill="hold"/>
                                        <p:tgtEl>
                                          <p:spTgt spid="18"/>
                                        </p:tgtEl>
                                        <p:attrNameLst>
                                          <p:attrName>ppt_w</p:attrName>
                                        </p:attrNameLst>
                                      </p:cBhvr>
                                      <p:tavLst>
                                        <p:tav tm="0">
                                          <p:val>
                                            <p:fltVal val="0"/>
                                          </p:val>
                                        </p:tav>
                                        <p:tav tm="100000">
                                          <p:val>
                                            <p:strVal val="#ppt_w"/>
                                          </p:val>
                                        </p:tav>
                                      </p:tavLst>
                                    </p:anim>
                                    <p:anim calcmode="lin" valueType="num">
                                      <p:cBhvr>
                                        <p:cTn id="23" dur="500" fill="hold"/>
                                        <p:tgtEl>
                                          <p:spTgt spid="18"/>
                                        </p:tgtEl>
                                        <p:attrNameLst>
                                          <p:attrName>ppt_h</p:attrName>
                                        </p:attrNameLst>
                                      </p:cBhvr>
                                      <p:tavLst>
                                        <p:tav tm="0">
                                          <p:val>
                                            <p:fltVal val="0"/>
                                          </p:val>
                                        </p:tav>
                                        <p:tav tm="100000">
                                          <p:val>
                                            <p:strVal val="#ppt_h"/>
                                          </p:val>
                                        </p:tav>
                                      </p:tavLst>
                                    </p:anim>
                                    <p:animEffect transition="in" filter="fade">
                                      <p:cBhvr>
                                        <p:cTn id="24" dur="500"/>
                                        <p:tgtEl>
                                          <p:spTgt spid="18"/>
                                        </p:tgtEl>
                                      </p:cBhvr>
                                    </p:animEffect>
                                  </p:childTnLst>
                                </p:cTn>
                              </p:par>
                              <p:par>
                                <p:cTn id="25" presetID="53" presetClass="entr" presetSubtype="16"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animEffect transition="in" filter="fade">
                                      <p:cBhvr>
                                        <p:cTn id="29" dur="500"/>
                                        <p:tgtEl>
                                          <p:spTgt spid="9"/>
                                        </p:tgtEl>
                                      </p:cBhvr>
                                    </p:animEffect>
                                  </p:childTnLst>
                                </p:cTn>
                              </p:par>
                              <p:par>
                                <p:cTn id="30" presetID="53" presetClass="entr" presetSubtype="16" fill="hold" nodeType="with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p:cTn id="32" dur="500" fill="hold"/>
                                        <p:tgtEl>
                                          <p:spTgt spid="3"/>
                                        </p:tgtEl>
                                        <p:attrNameLst>
                                          <p:attrName>ppt_w</p:attrName>
                                        </p:attrNameLst>
                                      </p:cBhvr>
                                      <p:tavLst>
                                        <p:tav tm="0">
                                          <p:val>
                                            <p:fltVal val="0"/>
                                          </p:val>
                                        </p:tav>
                                        <p:tav tm="100000">
                                          <p:val>
                                            <p:strVal val="#ppt_w"/>
                                          </p:val>
                                        </p:tav>
                                      </p:tavLst>
                                    </p:anim>
                                    <p:anim calcmode="lin" valueType="num">
                                      <p:cBhvr>
                                        <p:cTn id="33" dur="500" fill="hold"/>
                                        <p:tgtEl>
                                          <p:spTgt spid="3"/>
                                        </p:tgtEl>
                                        <p:attrNameLst>
                                          <p:attrName>ppt_h</p:attrName>
                                        </p:attrNameLst>
                                      </p:cBhvr>
                                      <p:tavLst>
                                        <p:tav tm="0">
                                          <p:val>
                                            <p:fltVal val="0"/>
                                          </p:val>
                                        </p:tav>
                                        <p:tav tm="100000">
                                          <p:val>
                                            <p:strVal val="#ppt_h"/>
                                          </p:val>
                                        </p:tav>
                                      </p:tavLst>
                                    </p:anim>
                                    <p:animEffect transition="in" filter="fade">
                                      <p:cBhvr>
                                        <p:cTn id="34" dur="500"/>
                                        <p:tgtEl>
                                          <p:spTgt spid="3"/>
                                        </p:tgtEl>
                                      </p:cBhvr>
                                    </p:animEffect>
                                  </p:childTnLst>
                                </p:cTn>
                              </p:par>
                              <p:par>
                                <p:cTn id="35" presetID="53" presetClass="entr" presetSubtype="16"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ppt_w</p:attrName>
                                        </p:attrNameLst>
                                      </p:cBhvr>
                                      <p:tavLst>
                                        <p:tav tm="0">
                                          <p:val>
                                            <p:fltVal val="0"/>
                                          </p:val>
                                        </p:tav>
                                        <p:tav tm="100000">
                                          <p:val>
                                            <p:strVal val="#ppt_w"/>
                                          </p:val>
                                        </p:tav>
                                      </p:tavLst>
                                    </p:anim>
                                    <p:anim calcmode="lin" valueType="num">
                                      <p:cBhvr>
                                        <p:cTn id="38" dur="500" fill="hold"/>
                                        <p:tgtEl>
                                          <p:spTgt spid="2"/>
                                        </p:tgtEl>
                                        <p:attrNameLst>
                                          <p:attrName>ppt_h</p:attrName>
                                        </p:attrNameLst>
                                      </p:cBhvr>
                                      <p:tavLst>
                                        <p:tav tm="0">
                                          <p:val>
                                            <p:fltVal val="0"/>
                                          </p:val>
                                        </p:tav>
                                        <p:tav tm="100000">
                                          <p:val>
                                            <p:strVal val="#ppt_h"/>
                                          </p:val>
                                        </p:tav>
                                      </p:tavLst>
                                    </p:anim>
                                    <p:animEffect transition="in" filter="fade">
                                      <p:cBhvr>
                                        <p:cTn id="39" dur="500"/>
                                        <p:tgtEl>
                                          <p:spTgt spid="2"/>
                                        </p:tgtEl>
                                      </p:cBhvr>
                                    </p:animEffect>
                                  </p:childTnLst>
                                </p:cTn>
                              </p:par>
                            </p:childTnLst>
                          </p:cTn>
                        </p:par>
                        <p:par>
                          <p:cTn id="40" fill="hold">
                            <p:stCondLst>
                              <p:cond delay="1000"/>
                            </p:stCondLst>
                            <p:childTnLst>
                              <p:par>
                                <p:cTn id="41" presetID="42" presetClass="entr" presetSubtype="0"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1000"/>
                                        <p:tgtEl>
                                          <p:spTgt spid="74"/>
                                        </p:tgtEl>
                                      </p:cBhvr>
                                    </p:animEffect>
                                    <p:anim calcmode="lin" valueType="num">
                                      <p:cBhvr>
                                        <p:cTn id="44" dur="1000" fill="hold"/>
                                        <p:tgtEl>
                                          <p:spTgt spid="74"/>
                                        </p:tgtEl>
                                        <p:attrNameLst>
                                          <p:attrName>ppt_x</p:attrName>
                                        </p:attrNameLst>
                                      </p:cBhvr>
                                      <p:tavLst>
                                        <p:tav tm="0">
                                          <p:val>
                                            <p:strVal val="#ppt_x"/>
                                          </p:val>
                                        </p:tav>
                                        <p:tav tm="100000">
                                          <p:val>
                                            <p:strVal val="#ppt_x"/>
                                          </p:val>
                                        </p:tav>
                                      </p:tavLst>
                                    </p:anim>
                                    <p:anim calcmode="lin" valueType="num">
                                      <p:cBhvr>
                                        <p:cTn id="45" dur="1000" fill="hold"/>
                                        <p:tgtEl>
                                          <p:spTgt spid="74"/>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81"/>
                                        </p:tgtEl>
                                        <p:attrNameLst>
                                          <p:attrName>style.visibility</p:attrName>
                                        </p:attrNameLst>
                                      </p:cBhvr>
                                      <p:to>
                                        <p:strVal val="visible"/>
                                      </p:to>
                                    </p:set>
                                    <p:animEffect transition="in" filter="fade">
                                      <p:cBhvr>
                                        <p:cTn id="48" dur="1000"/>
                                        <p:tgtEl>
                                          <p:spTgt spid="81"/>
                                        </p:tgtEl>
                                      </p:cBhvr>
                                    </p:animEffect>
                                    <p:anim calcmode="lin" valueType="num">
                                      <p:cBhvr>
                                        <p:cTn id="49" dur="1000" fill="hold"/>
                                        <p:tgtEl>
                                          <p:spTgt spid="81"/>
                                        </p:tgtEl>
                                        <p:attrNameLst>
                                          <p:attrName>ppt_x</p:attrName>
                                        </p:attrNameLst>
                                      </p:cBhvr>
                                      <p:tavLst>
                                        <p:tav tm="0">
                                          <p:val>
                                            <p:strVal val="#ppt_x"/>
                                          </p:val>
                                        </p:tav>
                                        <p:tav tm="100000">
                                          <p:val>
                                            <p:strVal val="#ppt_x"/>
                                          </p:val>
                                        </p:tav>
                                      </p:tavLst>
                                    </p:anim>
                                    <p:anim calcmode="lin" valueType="num">
                                      <p:cBhvr>
                                        <p:cTn id="50" dur="1000" fill="hold"/>
                                        <p:tgtEl>
                                          <p:spTgt spid="81"/>
                                        </p:tgtEl>
                                        <p:attrNameLst>
                                          <p:attrName>ppt_y</p:attrName>
                                        </p:attrNameLst>
                                      </p:cBhvr>
                                      <p:tavLst>
                                        <p:tav tm="0">
                                          <p:val>
                                            <p:strVal val="#ppt_y+.1"/>
                                          </p:val>
                                        </p:tav>
                                        <p:tav tm="100000">
                                          <p:val>
                                            <p:strVal val="#ppt_y"/>
                                          </p:val>
                                        </p:tav>
                                      </p:tavLst>
                                    </p:anim>
                                  </p:childTnLst>
                                </p:cTn>
                              </p:par>
                            </p:childTnLst>
                          </p:cTn>
                        </p:par>
                        <p:par>
                          <p:cTn id="51" fill="hold">
                            <p:stCondLst>
                              <p:cond delay="2000"/>
                            </p:stCondLst>
                            <p:childTnLst>
                              <p:par>
                                <p:cTn id="52" presetID="42" presetClass="entr" presetSubtype="0" fill="hold" grpId="0" nodeType="afterEffect">
                                  <p:stCondLst>
                                    <p:cond delay="0"/>
                                  </p:stCondLst>
                                  <p:childTnLst>
                                    <p:set>
                                      <p:cBhvr>
                                        <p:cTn id="53" dur="1" fill="hold">
                                          <p:stCondLst>
                                            <p:cond delay="0"/>
                                          </p:stCondLst>
                                        </p:cTn>
                                        <p:tgtEl>
                                          <p:spTgt spid="82"/>
                                        </p:tgtEl>
                                        <p:attrNameLst>
                                          <p:attrName>style.visibility</p:attrName>
                                        </p:attrNameLst>
                                      </p:cBhvr>
                                      <p:to>
                                        <p:strVal val="visible"/>
                                      </p:to>
                                    </p:set>
                                    <p:animEffect transition="in" filter="fade">
                                      <p:cBhvr>
                                        <p:cTn id="54" dur="1000"/>
                                        <p:tgtEl>
                                          <p:spTgt spid="82"/>
                                        </p:tgtEl>
                                      </p:cBhvr>
                                    </p:animEffect>
                                    <p:anim calcmode="lin" valueType="num">
                                      <p:cBhvr>
                                        <p:cTn id="55" dur="1000" fill="hold"/>
                                        <p:tgtEl>
                                          <p:spTgt spid="82"/>
                                        </p:tgtEl>
                                        <p:attrNameLst>
                                          <p:attrName>ppt_x</p:attrName>
                                        </p:attrNameLst>
                                      </p:cBhvr>
                                      <p:tavLst>
                                        <p:tav tm="0">
                                          <p:val>
                                            <p:strVal val="#ppt_x"/>
                                          </p:val>
                                        </p:tav>
                                        <p:tav tm="100000">
                                          <p:val>
                                            <p:strVal val="#ppt_x"/>
                                          </p:val>
                                        </p:tav>
                                      </p:tavLst>
                                    </p:anim>
                                    <p:anim calcmode="lin" valueType="num">
                                      <p:cBhvr>
                                        <p:cTn id="56" dur="1000" fill="hold"/>
                                        <p:tgtEl>
                                          <p:spTgt spid="82"/>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83"/>
                                        </p:tgtEl>
                                        <p:attrNameLst>
                                          <p:attrName>style.visibility</p:attrName>
                                        </p:attrNameLst>
                                      </p:cBhvr>
                                      <p:to>
                                        <p:strVal val="visible"/>
                                      </p:to>
                                    </p:set>
                                    <p:animEffect transition="in" filter="fade">
                                      <p:cBhvr>
                                        <p:cTn id="59" dur="1000"/>
                                        <p:tgtEl>
                                          <p:spTgt spid="83"/>
                                        </p:tgtEl>
                                      </p:cBhvr>
                                    </p:animEffect>
                                    <p:anim calcmode="lin" valueType="num">
                                      <p:cBhvr>
                                        <p:cTn id="60" dur="1000" fill="hold"/>
                                        <p:tgtEl>
                                          <p:spTgt spid="83"/>
                                        </p:tgtEl>
                                        <p:attrNameLst>
                                          <p:attrName>ppt_x</p:attrName>
                                        </p:attrNameLst>
                                      </p:cBhvr>
                                      <p:tavLst>
                                        <p:tav tm="0">
                                          <p:val>
                                            <p:strVal val="#ppt_x"/>
                                          </p:val>
                                        </p:tav>
                                        <p:tav tm="100000">
                                          <p:val>
                                            <p:strVal val="#ppt_x"/>
                                          </p:val>
                                        </p:tav>
                                      </p:tavLst>
                                    </p:anim>
                                    <p:anim calcmode="lin" valueType="num">
                                      <p:cBhvr>
                                        <p:cTn id="61" dur="1000" fill="hold"/>
                                        <p:tgtEl>
                                          <p:spTgt spid="83"/>
                                        </p:tgtEl>
                                        <p:attrNameLst>
                                          <p:attrName>ppt_y</p:attrName>
                                        </p:attrNameLst>
                                      </p:cBhvr>
                                      <p:tavLst>
                                        <p:tav tm="0">
                                          <p:val>
                                            <p:strVal val="#ppt_y+.1"/>
                                          </p:val>
                                        </p:tav>
                                        <p:tav tm="100000">
                                          <p:val>
                                            <p:strVal val="#ppt_y"/>
                                          </p:val>
                                        </p:tav>
                                      </p:tavLst>
                                    </p:anim>
                                  </p:childTnLst>
                                </p:cTn>
                              </p:par>
                            </p:childTnLst>
                          </p:cTn>
                        </p:par>
                        <p:par>
                          <p:cTn id="62" fill="hold">
                            <p:stCondLst>
                              <p:cond delay="3000"/>
                            </p:stCondLst>
                            <p:childTnLst>
                              <p:par>
                                <p:cTn id="63" presetID="42"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fade">
                                      <p:cBhvr>
                                        <p:cTn id="65" dur="1000"/>
                                        <p:tgtEl>
                                          <p:spTgt spid="84"/>
                                        </p:tgtEl>
                                      </p:cBhvr>
                                    </p:animEffect>
                                    <p:anim calcmode="lin" valueType="num">
                                      <p:cBhvr>
                                        <p:cTn id="66" dur="1000" fill="hold"/>
                                        <p:tgtEl>
                                          <p:spTgt spid="84"/>
                                        </p:tgtEl>
                                        <p:attrNameLst>
                                          <p:attrName>ppt_x</p:attrName>
                                        </p:attrNameLst>
                                      </p:cBhvr>
                                      <p:tavLst>
                                        <p:tav tm="0">
                                          <p:val>
                                            <p:strVal val="#ppt_x"/>
                                          </p:val>
                                        </p:tav>
                                        <p:tav tm="100000">
                                          <p:val>
                                            <p:strVal val="#ppt_x"/>
                                          </p:val>
                                        </p:tav>
                                      </p:tavLst>
                                    </p:anim>
                                    <p:anim calcmode="lin" valueType="num">
                                      <p:cBhvr>
                                        <p:cTn id="67" dur="1000" fill="hold"/>
                                        <p:tgtEl>
                                          <p:spTgt spid="84"/>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85"/>
                                        </p:tgtEl>
                                        <p:attrNameLst>
                                          <p:attrName>style.visibility</p:attrName>
                                        </p:attrNameLst>
                                      </p:cBhvr>
                                      <p:to>
                                        <p:strVal val="visible"/>
                                      </p:to>
                                    </p:set>
                                    <p:animEffect transition="in" filter="fade">
                                      <p:cBhvr>
                                        <p:cTn id="70" dur="1000"/>
                                        <p:tgtEl>
                                          <p:spTgt spid="85"/>
                                        </p:tgtEl>
                                      </p:cBhvr>
                                    </p:animEffect>
                                    <p:anim calcmode="lin" valueType="num">
                                      <p:cBhvr>
                                        <p:cTn id="71" dur="1000" fill="hold"/>
                                        <p:tgtEl>
                                          <p:spTgt spid="85"/>
                                        </p:tgtEl>
                                        <p:attrNameLst>
                                          <p:attrName>ppt_x</p:attrName>
                                        </p:attrNameLst>
                                      </p:cBhvr>
                                      <p:tavLst>
                                        <p:tav tm="0">
                                          <p:val>
                                            <p:strVal val="#ppt_x"/>
                                          </p:val>
                                        </p:tav>
                                        <p:tav tm="100000">
                                          <p:val>
                                            <p:strVal val="#ppt_x"/>
                                          </p:val>
                                        </p:tav>
                                      </p:tavLst>
                                    </p:anim>
                                    <p:anim calcmode="lin" valueType="num">
                                      <p:cBhvr>
                                        <p:cTn id="72" dur="1000" fill="hold"/>
                                        <p:tgtEl>
                                          <p:spTgt spid="85"/>
                                        </p:tgtEl>
                                        <p:attrNameLst>
                                          <p:attrName>ppt_y</p:attrName>
                                        </p:attrNameLst>
                                      </p:cBhvr>
                                      <p:tavLst>
                                        <p:tav tm="0">
                                          <p:val>
                                            <p:strVal val="#ppt_y+.1"/>
                                          </p:val>
                                        </p:tav>
                                        <p:tav tm="100000">
                                          <p:val>
                                            <p:strVal val="#ppt_y"/>
                                          </p:val>
                                        </p:tav>
                                      </p:tavLst>
                                    </p:anim>
                                  </p:childTnLst>
                                </p:cTn>
                              </p:par>
                            </p:childTnLst>
                          </p:cTn>
                        </p:par>
                        <p:par>
                          <p:cTn id="73" fill="hold">
                            <p:stCondLst>
                              <p:cond delay="4000"/>
                            </p:stCondLst>
                            <p:childTnLst>
                              <p:par>
                                <p:cTn id="74" presetID="42" presetClass="entr" presetSubtype="0" fill="hold" grpId="0" nodeType="afterEffect">
                                  <p:stCondLst>
                                    <p:cond delay="0"/>
                                  </p:stCondLst>
                                  <p:childTnLst>
                                    <p:set>
                                      <p:cBhvr>
                                        <p:cTn id="75" dur="1" fill="hold">
                                          <p:stCondLst>
                                            <p:cond delay="0"/>
                                          </p:stCondLst>
                                        </p:cTn>
                                        <p:tgtEl>
                                          <p:spTgt spid="86"/>
                                        </p:tgtEl>
                                        <p:attrNameLst>
                                          <p:attrName>style.visibility</p:attrName>
                                        </p:attrNameLst>
                                      </p:cBhvr>
                                      <p:to>
                                        <p:strVal val="visible"/>
                                      </p:to>
                                    </p:set>
                                    <p:animEffect transition="in" filter="fade">
                                      <p:cBhvr>
                                        <p:cTn id="76" dur="1000"/>
                                        <p:tgtEl>
                                          <p:spTgt spid="86"/>
                                        </p:tgtEl>
                                      </p:cBhvr>
                                    </p:animEffect>
                                    <p:anim calcmode="lin" valueType="num">
                                      <p:cBhvr>
                                        <p:cTn id="77" dur="1000" fill="hold"/>
                                        <p:tgtEl>
                                          <p:spTgt spid="86"/>
                                        </p:tgtEl>
                                        <p:attrNameLst>
                                          <p:attrName>ppt_x</p:attrName>
                                        </p:attrNameLst>
                                      </p:cBhvr>
                                      <p:tavLst>
                                        <p:tav tm="0">
                                          <p:val>
                                            <p:strVal val="#ppt_x"/>
                                          </p:val>
                                        </p:tav>
                                        <p:tav tm="100000">
                                          <p:val>
                                            <p:strVal val="#ppt_x"/>
                                          </p:val>
                                        </p:tav>
                                      </p:tavLst>
                                    </p:anim>
                                    <p:anim calcmode="lin" valueType="num">
                                      <p:cBhvr>
                                        <p:cTn id="78" dur="1000" fill="hold"/>
                                        <p:tgtEl>
                                          <p:spTgt spid="86"/>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87"/>
                                        </p:tgtEl>
                                        <p:attrNameLst>
                                          <p:attrName>style.visibility</p:attrName>
                                        </p:attrNameLst>
                                      </p:cBhvr>
                                      <p:to>
                                        <p:strVal val="visible"/>
                                      </p:to>
                                    </p:set>
                                    <p:animEffect transition="in" filter="fade">
                                      <p:cBhvr>
                                        <p:cTn id="81" dur="1000"/>
                                        <p:tgtEl>
                                          <p:spTgt spid="87"/>
                                        </p:tgtEl>
                                      </p:cBhvr>
                                    </p:animEffect>
                                    <p:anim calcmode="lin" valueType="num">
                                      <p:cBhvr>
                                        <p:cTn id="82" dur="1000" fill="hold"/>
                                        <p:tgtEl>
                                          <p:spTgt spid="87"/>
                                        </p:tgtEl>
                                        <p:attrNameLst>
                                          <p:attrName>ppt_x</p:attrName>
                                        </p:attrNameLst>
                                      </p:cBhvr>
                                      <p:tavLst>
                                        <p:tav tm="0">
                                          <p:val>
                                            <p:strVal val="#ppt_x"/>
                                          </p:val>
                                        </p:tav>
                                        <p:tav tm="100000">
                                          <p:val>
                                            <p:strVal val="#ppt_x"/>
                                          </p:val>
                                        </p:tav>
                                      </p:tavLst>
                                    </p:anim>
                                    <p:anim calcmode="lin" valueType="num">
                                      <p:cBhvr>
                                        <p:cTn id="83" dur="1000" fill="hold"/>
                                        <p:tgtEl>
                                          <p:spTgt spid="87"/>
                                        </p:tgtEl>
                                        <p:attrNameLst>
                                          <p:attrName>ppt_y</p:attrName>
                                        </p:attrNameLst>
                                      </p:cBhvr>
                                      <p:tavLst>
                                        <p:tav tm="0">
                                          <p:val>
                                            <p:strVal val="#ppt_y+.1"/>
                                          </p:val>
                                        </p:tav>
                                        <p:tav tm="100000">
                                          <p:val>
                                            <p:strVal val="#ppt_y"/>
                                          </p:val>
                                        </p:tav>
                                      </p:tavLst>
                                    </p:anim>
                                  </p:childTnLst>
                                </p:cTn>
                              </p:par>
                            </p:childTnLst>
                          </p:cTn>
                        </p:par>
                        <p:par>
                          <p:cTn id="84" fill="hold">
                            <p:stCondLst>
                              <p:cond delay="5000"/>
                            </p:stCondLst>
                            <p:childTnLst>
                              <p:par>
                                <p:cTn id="85" presetID="42" presetClass="entr" presetSubtype="0" fill="hold" grpId="0" nodeType="afterEffect">
                                  <p:stCondLst>
                                    <p:cond delay="0"/>
                                  </p:stCondLst>
                                  <p:childTnLst>
                                    <p:set>
                                      <p:cBhvr>
                                        <p:cTn id="86" dur="1" fill="hold">
                                          <p:stCondLst>
                                            <p:cond delay="0"/>
                                          </p:stCondLst>
                                        </p:cTn>
                                        <p:tgtEl>
                                          <p:spTgt spid="88"/>
                                        </p:tgtEl>
                                        <p:attrNameLst>
                                          <p:attrName>style.visibility</p:attrName>
                                        </p:attrNameLst>
                                      </p:cBhvr>
                                      <p:to>
                                        <p:strVal val="visible"/>
                                      </p:to>
                                    </p:set>
                                    <p:animEffect transition="in" filter="fade">
                                      <p:cBhvr>
                                        <p:cTn id="87" dur="1000"/>
                                        <p:tgtEl>
                                          <p:spTgt spid="88"/>
                                        </p:tgtEl>
                                      </p:cBhvr>
                                    </p:animEffect>
                                    <p:anim calcmode="lin" valueType="num">
                                      <p:cBhvr>
                                        <p:cTn id="88" dur="1000" fill="hold"/>
                                        <p:tgtEl>
                                          <p:spTgt spid="88"/>
                                        </p:tgtEl>
                                        <p:attrNameLst>
                                          <p:attrName>ppt_x</p:attrName>
                                        </p:attrNameLst>
                                      </p:cBhvr>
                                      <p:tavLst>
                                        <p:tav tm="0">
                                          <p:val>
                                            <p:strVal val="#ppt_x"/>
                                          </p:val>
                                        </p:tav>
                                        <p:tav tm="100000">
                                          <p:val>
                                            <p:strVal val="#ppt_x"/>
                                          </p:val>
                                        </p:tav>
                                      </p:tavLst>
                                    </p:anim>
                                    <p:anim calcmode="lin" valueType="num">
                                      <p:cBhvr>
                                        <p:cTn id="89" dur="1000" fill="hold"/>
                                        <p:tgtEl>
                                          <p:spTgt spid="88"/>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89"/>
                                        </p:tgtEl>
                                        <p:attrNameLst>
                                          <p:attrName>style.visibility</p:attrName>
                                        </p:attrNameLst>
                                      </p:cBhvr>
                                      <p:to>
                                        <p:strVal val="visible"/>
                                      </p:to>
                                    </p:set>
                                    <p:animEffect transition="in" filter="fade">
                                      <p:cBhvr>
                                        <p:cTn id="92" dur="1000"/>
                                        <p:tgtEl>
                                          <p:spTgt spid="89"/>
                                        </p:tgtEl>
                                      </p:cBhvr>
                                    </p:animEffect>
                                    <p:anim calcmode="lin" valueType="num">
                                      <p:cBhvr>
                                        <p:cTn id="93" dur="1000" fill="hold"/>
                                        <p:tgtEl>
                                          <p:spTgt spid="89"/>
                                        </p:tgtEl>
                                        <p:attrNameLst>
                                          <p:attrName>ppt_x</p:attrName>
                                        </p:attrNameLst>
                                      </p:cBhvr>
                                      <p:tavLst>
                                        <p:tav tm="0">
                                          <p:val>
                                            <p:strVal val="#ppt_x"/>
                                          </p:val>
                                        </p:tav>
                                        <p:tav tm="100000">
                                          <p:val>
                                            <p:strVal val="#ppt_x"/>
                                          </p:val>
                                        </p:tav>
                                      </p:tavLst>
                                    </p:anim>
                                    <p:anim calcmode="lin" valueType="num">
                                      <p:cBhvr>
                                        <p:cTn id="94" dur="1000" fill="hold"/>
                                        <p:tgtEl>
                                          <p:spTgt spid="89"/>
                                        </p:tgtEl>
                                        <p:attrNameLst>
                                          <p:attrName>ppt_y</p:attrName>
                                        </p:attrNameLst>
                                      </p:cBhvr>
                                      <p:tavLst>
                                        <p:tav tm="0">
                                          <p:val>
                                            <p:strVal val="#ppt_y+.1"/>
                                          </p:val>
                                        </p:tav>
                                        <p:tav tm="100000">
                                          <p:val>
                                            <p:strVal val="#ppt_y"/>
                                          </p:val>
                                        </p:tav>
                                      </p:tavLst>
                                    </p:anim>
                                  </p:childTnLst>
                                </p:cTn>
                              </p:par>
                            </p:childTnLst>
                          </p:cTn>
                        </p:par>
                        <p:par>
                          <p:cTn id="95" fill="hold">
                            <p:stCondLst>
                              <p:cond delay="6000"/>
                            </p:stCondLst>
                            <p:childTnLst>
                              <p:par>
                                <p:cTn id="96" presetID="42" presetClass="entr" presetSubtype="0" fill="hold" grpId="0" nodeType="afterEffect">
                                  <p:stCondLst>
                                    <p:cond delay="0"/>
                                  </p:stCondLst>
                                  <p:childTnLst>
                                    <p:set>
                                      <p:cBhvr>
                                        <p:cTn id="97" dur="1" fill="hold">
                                          <p:stCondLst>
                                            <p:cond delay="0"/>
                                          </p:stCondLst>
                                        </p:cTn>
                                        <p:tgtEl>
                                          <p:spTgt spid="90"/>
                                        </p:tgtEl>
                                        <p:attrNameLst>
                                          <p:attrName>style.visibility</p:attrName>
                                        </p:attrNameLst>
                                      </p:cBhvr>
                                      <p:to>
                                        <p:strVal val="visible"/>
                                      </p:to>
                                    </p:set>
                                    <p:animEffect transition="in" filter="fade">
                                      <p:cBhvr>
                                        <p:cTn id="98" dur="1000"/>
                                        <p:tgtEl>
                                          <p:spTgt spid="90"/>
                                        </p:tgtEl>
                                      </p:cBhvr>
                                    </p:animEffect>
                                    <p:anim calcmode="lin" valueType="num">
                                      <p:cBhvr>
                                        <p:cTn id="99" dur="1000" fill="hold"/>
                                        <p:tgtEl>
                                          <p:spTgt spid="90"/>
                                        </p:tgtEl>
                                        <p:attrNameLst>
                                          <p:attrName>ppt_x</p:attrName>
                                        </p:attrNameLst>
                                      </p:cBhvr>
                                      <p:tavLst>
                                        <p:tav tm="0">
                                          <p:val>
                                            <p:strVal val="#ppt_x"/>
                                          </p:val>
                                        </p:tav>
                                        <p:tav tm="100000">
                                          <p:val>
                                            <p:strVal val="#ppt_x"/>
                                          </p:val>
                                        </p:tav>
                                      </p:tavLst>
                                    </p:anim>
                                    <p:anim calcmode="lin" valueType="num">
                                      <p:cBhvr>
                                        <p:cTn id="100" dur="1000" fill="hold"/>
                                        <p:tgtEl>
                                          <p:spTgt spid="90"/>
                                        </p:tgtEl>
                                        <p:attrNameLst>
                                          <p:attrName>ppt_y</p:attrName>
                                        </p:attrNameLst>
                                      </p:cBhvr>
                                      <p:tavLst>
                                        <p:tav tm="0">
                                          <p:val>
                                            <p:strVal val="#ppt_y+.1"/>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91"/>
                                        </p:tgtEl>
                                        <p:attrNameLst>
                                          <p:attrName>style.visibility</p:attrName>
                                        </p:attrNameLst>
                                      </p:cBhvr>
                                      <p:to>
                                        <p:strVal val="visible"/>
                                      </p:to>
                                    </p:set>
                                    <p:animEffect transition="in" filter="fade">
                                      <p:cBhvr>
                                        <p:cTn id="103" dur="1000"/>
                                        <p:tgtEl>
                                          <p:spTgt spid="91"/>
                                        </p:tgtEl>
                                      </p:cBhvr>
                                    </p:animEffect>
                                    <p:anim calcmode="lin" valueType="num">
                                      <p:cBhvr>
                                        <p:cTn id="104" dur="1000" fill="hold"/>
                                        <p:tgtEl>
                                          <p:spTgt spid="91"/>
                                        </p:tgtEl>
                                        <p:attrNameLst>
                                          <p:attrName>ppt_x</p:attrName>
                                        </p:attrNameLst>
                                      </p:cBhvr>
                                      <p:tavLst>
                                        <p:tav tm="0">
                                          <p:val>
                                            <p:strVal val="#ppt_x"/>
                                          </p:val>
                                        </p:tav>
                                        <p:tav tm="100000">
                                          <p:val>
                                            <p:strVal val="#ppt_x"/>
                                          </p:val>
                                        </p:tav>
                                      </p:tavLst>
                                    </p:anim>
                                    <p:anim calcmode="lin" valueType="num">
                                      <p:cBhvr>
                                        <p:cTn id="105" dur="1000" fill="hold"/>
                                        <p:tgtEl>
                                          <p:spTgt spid="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74" grpId="0"/>
      <p:bldP spid="81" grpId="0"/>
      <p:bldP spid="82" grpId="0"/>
      <p:bldP spid="83" grpId="0"/>
      <p:bldP spid="84" grpId="0"/>
      <p:bldP spid="85" grpId="0"/>
      <p:bldP spid="86" grpId="0"/>
      <p:bldP spid="87" grpId="0"/>
      <p:bldP spid="88" grpId="0"/>
      <p:bldP spid="89" grpId="0"/>
      <p:bldP spid="90" grpId="0"/>
      <p:bldP spid="9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
          <p:cNvSpPr/>
          <p:nvPr/>
        </p:nvSpPr>
        <p:spPr>
          <a:xfrm>
            <a:off x="2440911" y="3989084"/>
            <a:ext cx="2264284" cy="1266176"/>
          </a:xfrm>
          <a:custGeom>
            <a:avLst/>
            <a:gdLst/>
            <a:ahLst/>
            <a:cxnLst/>
            <a:rect l="l" t="t" r="r" b="b"/>
            <a:pathLst>
              <a:path w="2808312" h="2020010">
                <a:moveTo>
                  <a:pt x="0" y="0"/>
                </a:moveTo>
                <a:lnTo>
                  <a:pt x="422312" y="0"/>
                </a:lnTo>
                <a:lnTo>
                  <a:pt x="422312" y="1152430"/>
                </a:lnTo>
                <a:cubicBezTo>
                  <a:pt x="422312" y="1404581"/>
                  <a:pt x="626721" y="1608990"/>
                  <a:pt x="878872" y="1608990"/>
                </a:cubicBezTo>
                <a:lnTo>
                  <a:pt x="1909968" y="1608990"/>
                </a:lnTo>
                <a:cubicBezTo>
                  <a:pt x="2162119" y="1608990"/>
                  <a:pt x="2366528" y="1404581"/>
                  <a:pt x="2366528" y="1152430"/>
                </a:cubicBezTo>
                <a:lnTo>
                  <a:pt x="2366528" y="0"/>
                </a:lnTo>
                <a:lnTo>
                  <a:pt x="2808312" y="0"/>
                </a:lnTo>
                <a:lnTo>
                  <a:pt x="2808312" y="1313411"/>
                </a:lnTo>
                <a:cubicBezTo>
                  <a:pt x="2808312" y="1703655"/>
                  <a:pt x="2491957" y="2020010"/>
                  <a:pt x="2101713" y="2020010"/>
                </a:cubicBezTo>
                <a:lnTo>
                  <a:pt x="706599" y="2020010"/>
                </a:lnTo>
                <a:cubicBezTo>
                  <a:pt x="316355" y="2020010"/>
                  <a:pt x="0" y="1703655"/>
                  <a:pt x="0" y="1313411"/>
                </a:cubicBezTo>
                <a:close/>
              </a:path>
            </a:pathLst>
          </a:custGeom>
          <a:solidFill>
            <a:schemeClr val="accent1"/>
          </a:solidFill>
          <a:ln w="25400" cap="flat" cmpd="sng" algn="ctr">
            <a:noFill/>
            <a:prstDash val="solid"/>
          </a:ln>
          <a:effectLst/>
        </p:spPr>
        <p:txBody>
          <a:bodyPr rot="0" spcFirstLastPara="0" vertOverflow="overflow" horzOverflow="overflow" vert="horz" wrap="square" lIns="96372" tIns="48185" rIns="96372" bIns="48185" numCol="1" spcCol="0" rtlCol="0" fromWordArt="0" anchor="ctr" anchorCtr="0" forceAA="0" compatLnSpc="1">
            <a:prstTxWarp prst="textNoShape">
              <a:avLst/>
            </a:prstTxWarp>
            <a:noAutofit/>
          </a:bodyPr>
          <a:lstStyle/>
          <a:p>
            <a:pPr algn="ctr">
              <a:lnSpc>
                <a:spcPct val="120000"/>
              </a:lnSpc>
            </a:pPr>
            <a:endParaRPr lang="zh-CN" altLang="en-US" sz="1968" kern="0" dirty="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椭圆 20"/>
          <p:cNvSpPr/>
          <p:nvPr/>
        </p:nvSpPr>
        <p:spPr>
          <a:xfrm>
            <a:off x="2992375" y="4619809"/>
            <a:ext cx="1161357" cy="1161578"/>
          </a:xfrm>
          <a:prstGeom prst="ellipse">
            <a:avLst/>
          </a:prstGeom>
          <a:solidFill>
            <a:schemeClr val="accent1"/>
          </a:solidFill>
          <a:ln w="25400" cap="flat" cmpd="sng" algn="ctr">
            <a:noFill/>
            <a:prstDash val="solid"/>
          </a:ln>
          <a:effectLst/>
        </p:spPr>
        <p:txBody>
          <a:bodyPr rot="0" spcFirstLastPara="0" vertOverflow="overflow" horzOverflow="overflow" vert="horz" wrap="square" lIns="96372" tIns="48185" rIns="96372" bIns="48185" numCol="1" spcCol="0" rtlCol="0" fromWordArt="0" anchor="ctr" anchorCtr="0" forceAA="0" compatLnSpc="1">
            <a:prstTxWarp prst="textNoShape">
              <a:avLst/>
            </a:prstTxWarp>
            <a:noAutofit/>
          </a:bodyPr>
          <a:lstStyle/>
          <a:p>
            <a:pPr algn="ctr">
              <a:lnSpc>
                <a:spcPct val="120000"/>
              </a:lnSpc>
            </a:pPr>
            <a:endParaRPr lang="zh-CN" altLang="en-US" sz="1968" kern="0" dirty="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圆角矩形 1"/>
          <p:cNvSpPr/>
          <p:nvPr/>
        </p:nvSpPr>
        <p:spPr>
          <a:xfrm flipV="1">
            <a:off x="4356528" y="2701750"/>
            <a:ext cx="2264284" cy="1266176"/>
          </a:xfrm>
          <a:custGeom>
            <a:avLst/>
            <a:gdLst/>
            <a:ahLst/>
            <a:cxnLst/>
            <a:rect l="l" t="t" r="r" b="b"/>
            <a:pathLst>
              <a:path w="2808312" h="2020010">
                <a:moveTo>
                  <a:pt x="0" y="0"/>
                </a:moveTo>
                <a:lnTo>
                  <a:pt x="422312" y="0"/>
                </a:lnTo>
                <a:lnTo>
                  <a:pt x="422312" y="1152430"/>
                </a:lnTo>
                <a:cubicBezTo>
                  <a:pt x="422312" y="1404581"/>
                  <a:pt x="626721" y="1608990"/>
                  <a:pt x="878872" y="1608990"/>
                </a:cubicBezTo>
                <a:lnTo>
                  <a:pt x="1909968" y="1608990"/>
                </a:lnTo>
                <a:cubicBezTo>
                  <a:pt x="2162119" y="1608990"/>
                  <a:pt x="2366528" y="1404581"/>
                  <a:pt x="2366528" y="1152430"/>
                </a:cubicBezTo>
                <a:lnTo>
                  <a:pt x="2366528" y="0"/>
                </a:lnTo>
                <a:lnTo>
                  <a:pt x="2808312" y="0"/>
                </a:lnTo>
                <a:lnTo>
                  <a:pt x="2808312" y="1313411"/>
                </a:lnTo>
                <a:cubicBezTo>
                  <a:pt x="2808312" y="1703655"/>
                  <a:pt x="2491957" y="2020010"/>
                  <a:pt x="2101713" y="2020010"/>
                </a:cubicBezTo>
                <a:lnTo>
                  <a:pt x="706599" y="2020010"/>
                </a:lnTo>
                <a:cubicBezTo>
                  <a:pt x="316355" y="2020010"/>
                  <a:pt x="0" y="1703655"/>
                  <a:pt x="0" y="1313411"/>
                </a:cubicBezTo>
                <a:close/>
              </a:path>
            </a:pathLst>
          </a:custGeom>
          <a:solidFill>
            <a:schemeClr val="accent2"/>
          </a:solidFill>
          <a:ln w="25400" cap="flat" cmpd="sng" algn="ctr">
            <a:noFill/>
            <a:prstDash val="solid"/>
          </a:ln>
          <a:effectLst/>
        </p:spPr>
        <p:txBody>
          <a:bodyPr lIns="91403" tIns="45701" rIns="91403" bIns="45701" rtlCol="0" anchor="ctr"/>
          <a:lstStyle/>
          <a:p>
            <a:pPr algn="ctr">
              <a:lnSpc>
                <a:spcPct val="120000"/>
              </a:lnSpc>
              <a:defRPr/>
            </a:pPr>
            <a:endParaRPr lang="zh-CN" altLang="en-US" sz="1546" kern="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椭圆 22"/>
          <p:cNvSpPr/>
          <p:nvPr/>
        </p:nvSpPr>
        <p:spPr>
          <a:xfrm>
            <a:off x="4907991" y="2153909"/>
            <a:ext cx="1161357" cy="1161578"/>
          </a:xfrm>
          <a:prstGeom prst="ellipse">
            <a:avLst/>
          </a:prstGeom>
          <a:solidFill>
            <a:schemeClr val="accent2"/>
          </a:solidFill>
          <a:ln w="63500" cap="flat" cmpd="sng" algn="ctr">
            <a:noFill/>
            <a:prstDash val="solid"/>
          </a:ln>
          <a:effectLst/>
        </p:spPr>
        <p:txBody>
          <a:bodyPr lIns="91403" tIns="45701" rIns="91403" bIns="45701" rtlCol="0" anchor="ctr"/>
          <a:lstStyle/>
          <a:p>
            <a:pPr algn="ctr">
              <a:lnSpc>
                <a:spcPct val="120000"/>
              </a:lnSpc>
              <a:defRPr/>
            </a:pPr>
            <a:endParaRPr lang="zh-CN" altLang="en-US" sz="1546" kern="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圆角矩形 1"/>
          <p:cNvSpPr/>
          <p:nvPr/>
        </p:nvSpPr>
        <p:spPr>
          <a:xfrm>
            <a:off x="6277576" y="3989084"/>
            <a:ext cx="2264284" cy="1266176"/>
          </a:xfrm>
          <a:custGeom>
            <a:avLst/>
            <a:gdLst/>
            <a:ahLst/>
            <a:cxnLst/>
            <a:rect l="l" t="t" r="r" b="b"/>
            <a:pathLst>
              <a:path w="2808312" h="2020010">
                <a:moveTo>
                  <a:pt x="0" y="0"/>
                </a:moveTo>
                <a:lnTo>
                  <a:pt x="422312" y="0"/>
                </a:lnTo>
                <a:lnTo>
                  <a:pt x="422312" y="1152430"/>
                </a:lnTo>
                <a:cubicBezTo>
                  <a:pt x="422312" y="1404581"/>
                  <a:pt x="626721" y="1608990"/>
                  <a:pt x="878872" y="1608990"/>
                </a:cubicBezTo>
                <a:lnTo>
                  <a:pt x="1909968" y="1608990"/>
                </a:lnTo>
                <a:cubicBezTo>
                  <a:pt x="2162119" y="1608990"/>
                  <a:pt x="2366528" y="1404581"/>
                  <a:pt x="2366528" y="1152430"/>
                </a:cubicBezTo>
                <a:lnTo>
                  <a:pt x="2366528" y="0"/>
                </a:lnTo>
                <a:lnTo>
                  <a:pt x="2808312" y="0"/>
                </a:lnTo>
                <a:lnTo>
                  <a:pt x="2808312" y="1313411"/>
                </a:lnTo>
                <a:cubicBezTo>
                  <a:pt x="2808312" y="1703655"/>
                  <a:pt x="2491957" y="2020010"/>
                  <a:pt x="2101713" y="2020010"/>
                </a:cubicBezTo>
                <a:lnTo>
                  <a:pt x="706599" y="2020010"/>
                </a:lnTo>
                <a:cubicBezTo>
                  <a:pt x="316355" y="2020010"/>
                  <a:pt x="0" y="1703655"/>
                  <a:pt x="0" y="1313411"/>
                </a:cubicBezTo>
                <a:close/>
              </a:path>
            </a:pathLst>
          </a:custGeom>
          <a:solidFill>
            <a:schemeClr val="accent3"/>
          </a:solidFill>
          <a:ln w="25400" cap="flat" cmpd="sng" algn="ctr">
            <a:noFill/>
            <a:prstDash val="solid"/>
          </a:ln>
          <a:effectLst/>
        </p:spPr>
        <p:txBody>
          <a:bodyPr rot="0" spcFirstLastPara="0" vertOverflow="overflow" horzOverflow="overflow" vert="horz" wrap="square" lIns="96372" tIns="48185" rIns="96372" bIns="48185" numCol="1" spcCol="0" rtlCol="0" fromWordArt="0" anchor="ctr" anchorCtr="0" forceAA="0" compatLnSpc="1">
            <a:prstTxWarp prst="textNoShape">
              <a:avLst/>
            </a:prstTxWarp>
            <a:noAutofit/>
          </a:bodyPr>
          <a:lstStyle/>
          <a:p>
            <a:pPr algn="ctr">
              <a:lnSpc>
                <a:spcPct val="120000"/>
              </a:lnSpc>
            </a:pPr>
            <a:endParaRPr lang="zh-CN" altLang="en-US" sz="1968" kern="0" dirty="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椭圆 24"/>
          <p:cNvSpPr/>
          <p:nvPr/>
        </p:nvSpPr>
        <p:spPr>
          <a:xfrm>
            <a:off x="6829042" y="4619809"/>
            <a:ext cx="1161357" cy="1161578"/>
          </a:xfrm>
          <a:prstGeom prst="ellipse">
            <a:avLst/>
          </a:prstGeom>
          <a:solidFill>
            <a:schemeClr val="accent3"/>
          </a:solidFill>
          <a:ln w="25400" cap="flat" cmpd="sng" algn="ctr">
            <a:noFill/>
            <a:prstDash val="solid"/>
          </a:ln>
          <a:effectLst/>
        </p:spPr>
        <p:txBody>
          <a:bodyPr rot="0" spcFirstLastPara="0" vertOverflow="overflow" horzOverflow="overflow" vert="horz" wrap="square" lIns="96372" tIns="48185" rIns="96372" bIns="48185" numCol="1" spcCol="0" rtlCol="0" fromWordArt="0" anchor="ctr" anchorCtr="0" forceAA="0" compatLnSpc="1">
            <a:prstTxWarp prst="textNoShape">
              <a:avLst/>
            </a:prstTxWarp>
            <a:noAutofit/>
          </a:bodyPr>
          <a:lstStyle/>
          <a:p>
            <a:pPr algn="ctr">
              <a:lnSpc>
                <a:spcPct val="120000"/>
              </a:lnSpc>
            </a:pPr>
            <a:endParaRPr lang="zh-CN" altLang="en-US" sz="1968" kern="0" dirty="0">
              <a:solidFill>
                <a:sysClr val="window" lastClr="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圆角矩形 1"/>
          <p:cNvSpPr/>
          <p:nvPr/>
        </p:nvSpPr>
        <p:spPr>
          <a:xfrm flipV="1">
            <a:off x="8189199" y="2701750"/>
            <a:ext cx="2264284" cy="1266176"/>
          </a:xfrm>
          <a:custGeom>
            <a:avLst/>
            <a:gdLst/>
            <a:ahLst/>
            <a:cxnLst/>
            <a:rect l="l" t="t" r="r" b="b"/>
            <a:pathLst>
              <a:path w="2808312" h="2020010">
                <a:moveTo>
                  <a:pt x="0" y="0"/>
                </a:moveTo>
                <a:lnTo>
                  <a:pt x="422312" y="0"/>
                </a:lnTo>
                <a:lnTo>
                  <a:pt x="422312" y="1152430"/>
                </a:lnTo>
                <a:cubicBezTo>
                  <a:pt x="422312" y="1404581"/>
                  <a:pt x="626721" y="1608990"/>
                  <a:pt x="878872" y="1608990"/>
                </a:cubicBezTo>
                <a:lnTo>
                  <a:pt x="1909968" y="1608990"/>
                </a:lnTo>
                <a:cubicBezTo>
                  <a:pt x="2162119" y="1608990"/>
                  <a:pt x="2366528" y="1404581"/>
                  <a:pt x="2366528" y="1152430"/>
                </a:cubicBezTo>
                <a:lnTo>
                  <a:pt x="2366528" y="0"/>
                </a:lnTo>
                <a:lnTo>
                  <a:pt x="2808312" y="0"/>
                </a:lnTo>
                <a:lnTo>
                  <a:pt x="2808312" y="1313411"/>
                </a:lnTo>
                <a:cubicBezTo>
                  <a:pt x="2808312" y="1703655"/>
                  <a:pt x="2491957" y="2020010"/>
                  <a:pt x="2101713" y="2020010"/>
                </a:cubicBezTo>
                <a:lnTo>
                  <a:pt x="706599" y="2020010"/>
                </a:lnTo>
                <a:cubicBezTo>
                  <a:pt x="316355" y="2020010"/>
                  <a:pt x="0" y="1703655"/>
                  <a:pt x="0" y="1313411"/>
                </a:cubicBezTo>
                <a:close/>
              </a:path>
            </a:pathLst>
          </a:custGeom>
          <a:solidFill>
            <a:schemeClr val="accent4"/>
          </a:solidFill>
          <a:ln w="25400" cap="flat" cmpd="sng" algn="ctr">
            <a:noFill/>
            <a:prstDash val="solid"/>
          </a:ln>
          <a:effectLst/>
        </p:spPr>
        <p:txBody>
          <a:bodyPr lIns="91403" tIns="45701" rIns="91403" bIns="45701" rtlCol="0" anchor="ctr"/>
          <a:lstStyle/>
          <a:p>
            <a:pPr algn="ctr">
              <a:lnSpc>
                <a:spcPct val="120000"/>
              </a:lnSpc>
              <a:defRPr/>
            </a:pPr>
            <a:endParaRPr lang="zh-CN" altLang="en-US" sz="1546" kern="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椭圆 26"/>
          <p:cNvSpPr/>
          <p:nvPr/>
        </p:nvSpPr>
        <p:spPr>
          <a:xfrm>
            <a:off x="8740663" y="2153909"/>
            <a:ext cx="1161357" cy="1161578"/>
          </a:xfrm>
          <a:prstGeom prst="ellipse">
            <a:avLst/>
          </a:prstGeom>
          <a:solidFill>
            <a:schemeClr val="accent4"/>
          </a:solidFill>
          <a:ln w="63500" cap="flat" cmpd="sng" algn="ctr">
            <a:noFill/>
            <a:prstDash val="solid"/>
          </a:ln>
          <a:effectLst/>
        </p:spPr>
        <p:txBody>
          <a:bodyPr lIns="91403" tIns="45701" rIns="91403" bIns="45701" rtlCol="0" anchor="ctr"/>
          <a:lstStyle/>
          <a:p>
            <a:pPr algn="ctr">
              <a:lnSpc>
                <a:spcPct val="120000"/>
              </a:lnSpc>
            </a:pPr>
            <a:endParaRPr lang="zh-CN" altLang="en-US" sz="1546" kern="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矩形 27"/>
          <p:cNvSpPr/>
          <p:nvPr/>
        </p:nvSpPr>
        <p:spPr>
          <a:xfrm>
            <a:off x="3838" y="3967928"/>
            <a:ext cx="12865683" cy="87438"/>
          </a:xfrm>
          <a:prstGeom prst="rect">
            <a:avLst/>
          </a:prstGeom>
          <a:solidFill>
            <a:schemeClr val="accent4"/>
          </a:solidFill>
          <a:ln w="25400" cap="flat" cmpd="sng" algn="ctr">
            <a:noFill/>
            <a:prstDash val="solid"/>
          </a:ln>
          <a:effectLst/>
        </p:spPr>
        <p:txBody>
          <a:bodyPr rot="0" spcFirstLastPara="0" vertOverflow="overflow" horzOverflow="overflow" vert="horz" wrap="square" lIns="96377" tIns="48189" rIns="96377" bIns="48189" numCol="1" spcCol="0" rtlCol="0" fromWordArt="0" anchor="ctr" anchorCtr="0" forceAA="0" compatLnSpc="1">
            <a:prstTxWarp prst="textNoShape">
              <a:avLst/>
            </a:prstTxWarp>
            <a:noAutofit/>
          </a:bodyPr>
          <a:lstStyle/>
          <a:p>
            <a:pPr algn="ctr">
              <a:lnSpc>
                <a:spcPct val="120000"/>
              </a:lnSpc>
              <a:defRPr/>
            </a:pPr>
            <a:endParaRPr lang="en-US" kern="0"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TextBox 28"/>
          <p:cNvSpPr txBox="1"/>
          <p:nvPr/>
        </p:nvSpPr>
        <p:spPr>
          <a:xfrm flipH="1">
            <a:off x="3068889" y="5004002"/>
            <a:ext cx="995158" cy="611539"/>
          </a:xfrm>
          <a:prstGeom prst="rect">
            <a:avLst/>
          </a:prstGeom>
          <a:noFill/>
        </p:spPr>
        <p:txBody>
          <a:bodyPr wrap="square" lIns="91403" tIns="45701" rIns="91403" bIns="45701"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algn="ctr">
              <a:lnSpc>
                <a:spcPct val="120000"/>
              </a:lnSpc>
              <a:defRPr/>
            </a:pPr>
            <a:r>
              <a:rPr lang="zh-CN" altLang="en-US" sz="1406" b="0" dirty="0">
                <a:solidFill>
                  <a:schemeClr val="bg1"/>
                </a:solidFill>
                <a:latin typeface="Arial" panose="020B0604020202020204" pitchFamily="34" charset="0"/>
                <a:cs typeface="+mn-ea"/>
                <a:sym typeface="Arial" panose="020B0604020202020204" pitchFamily="34" charset="0"/>
              </a:rPr>
              <a:t>请替换文字内容</a:t>
            </a:r>
          </a:p>
        </p:txBody>
      </p:sp>
      <p:sp>
        <p:nvSpPr>
          <p:cNvPr id="30" name="TextBox 29"/>
          <p:cNvSpPr txBox="1"/>
          <p:nvPr/>
        </p:nvSpPr>
        <p:spPr>
          <a:xfrm flipH="1">
            <a:off x="4984508" y="2538103"/>
            <a:ext cx="995158" cy="611539"/>
          </a:xfrm>
          <a:prstGeom prst="rect">
            <a:avLst/>
          </a:prstGeom>
          <a:noFill/>
        </p:spPr>
        <p:txBody>
          <a:bodyPr wrap="square" lIns="91403" tIns="45701" rIns="91403" bIns="45701"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algn="ctr">
              <a:lnSpc>
                <a:spcPct val="120000"/>
              </a:lnSpc>
              <a:defRPr/>
            </a:pPr>
            <a:r>
              <a:rPr lang="zh-CN" altLang="en-US" sz="1406" b="0" dirty="0">
                <a:solidFill>
                  <a:schemeClr val="bg1"/>
                </a:solidFill>
                <a:latin typeface="Arial" panose="020B0604020202020204" pitchFamily="34" charset="0"/>
                <a:cs typeface="+mn-ea"/>
                <a:sym typeface="Arial" panose="020B0604020202020204" pitchFamily="34" charset="0"/>
              </a:rPr>
              <a:t>请替换文字内容</a:t>
            </a:r>
          </a:p>
        </p:txBody>
      </p:sp>
      <p:sp>
        <p:nvSpPr>
          <p:cNvPr id="31" name="TextBox 30"/>
          <p:cNvSpPr txBox="1"/>
          <p:nvPr/>
        </p:nvSpPr>
        <p:spPr>
          <a:xfrm flipH="1">
            <a:off x="8817179" y="2538103"/>
            <a:ext cx="995158" cy="611539"/>
          </a:xfrm>
          <a:prstGeom prst="rect">
            <a:avLst/>
          </a:prstGeom>
          <a:noFill/>
        </p:spPr>
        <p:txBody>
          <a:bodyPr wrap="square" lIns="91403" tIns="45701" rIns="91403" bIns="45701"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algn="ctr">
              <a:lnSpc>
                <a:spcPct val="120000"/>
              </a:lnSpc>
              <a:defRPr/>
            </a:pPr>
            <a:r>
              <a:rPr lang="zh-CN" altLang="en-US" sz="1406" b="0" dirty="0">
                <a:solidFill>
                  <a:schemeClr val="bg1"/>
                </a:solidFill>
                <a:latin typeface="Arial" panose="020B0604020202020204" pitchFamily="34" charset="0"/>
                <a:cs typeface="+mn-ea"/>
                <a:sym typeface="Arial" panose="020B0604020202020204" pitchFamily="34" charset="0"/>
              </a:rPr>
              <a:t>请替换文字内容</a:t>
            </a:r>
          </a:p>
        </p:txBody>
      </p:sp>
      <p:sp>
        <p:nvSpPr>
          <p:cNvPr id="32" name="TextBox 31"/>
          <p:cNvSpPr txBox="1"/>
          <p:nvPr/>
        </p:nvSpPr>
        <p:spPr>
          <a:xfrm flipH="1">
            <a:off x="6905556" y="5004002"/>
            <a:ext cx="995158" cy="611539"/>
          </a:xfrm>
          <a:prstGeom prst="rect">
            <a:avLst/>
          </a:prstGeom>
          <a:noFill/>
        </p:spPr>
        <p:txBody>
          <a:bodyPr wrap="square" lIns="91403" tIns="45701" rIns="91403" bIns="45701"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algn="ctr">
              <a:lnSpc>
                <a:spcPct val="120000"/>
              </a:lnSpc>
              <a:defRPr/>
            </a:pPr>
            <a:r>
              <a:rPr lang="zh-CN" altLang="en-US" sz="1406" b="0" dirty="0">
                <a:solidFill>
                  <a:schemeClr val="bg1"/>
                </a:solidFill>
                <a:latin typeface="Arial" panose="020B0604020202020204" pitchFamily="34" charset="0"/>
                <a:cs typeface="+mn-ea"/>
                <a:sym typeface="Arial" panose="020B0604020202020204" pitchFamily="34" charset="0"/>
              </a:rPr>
              <a:t>请替换文字内容</a:t>
            </a:r>
          </a:p>
        </p:txBody>
      </p:sp>
      <p:sp>
        <p:nvSpPr>
          <p:cNvPr id="85" name="TextBox 23"/>
          <p:cNvSpPr txBox="1"/>
          <p:nvPr/>
        </p:nvSpPr>
        <p:spPr>
          <a:xfrm>
            <a:off x="1605844" y="2761647"/>
            <a:ext cx="2332200" cy="559346"/>
          </a:xfrm>
          <a:prstGeom prst="rect">
            <a:avLst/>
          </a:prstGeom>
          <a:noFill/>
        </p:spPr>
        <p:txBody>
          <a:bodyPr wrap="square" lIns="91403" tIns="45701" rIns="91403" bIns="45701"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86" name="TextBox 24"/>
          <p:cNvSpPr txBox="1"/>
          <p:nvPr/>
        </p:nvSpPr>
        <p:spPr>
          <a:xfrm>
            <a:off x="1605846" y="2445273"/>
            <a:ext cx="1441346" cy="351917"/>
          </a:xfrm>
          <a:prstGeom prst="rect">
            <a:avLst/>
          </a:prstGeom>
          <a:noFill/>
        </p:spPr>
        <p:txBody>
          <a:bodyPr wrap="none" lIns="91403" tIns="45701" rIns="91403" bIns="45701" rtlCol="0">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87" name="TextBox 23"/>
          <p:cNvSpPr txBox="1"/>
          <p:nvPr/>
        </p:nvSpPr>
        <p:spPr>
          <a:xfrm>
            <a:off x="4322507" y="5681980"/>
            <a:ext cx="2332200" cy="559346"/>
          </a:xfrm>
          <a:prstGeom prst="rect">
            <a:avLst/>
          </a:prstGeom>
          <a:noFill/>
        </p:spPr>
        <p:txBody>
          <a:bodyPr wrap="square" lIns="91403" tIns="45701" rIns="91403" bIns="45701"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88" name="TextBox 24"/>
          <p:cNvSpPr txBox="1"/>
          <p:nvPr/>
        </p:nvSpPr>
        <p:spPr>
          <a:xfrm>
            <a:off x="4322508" y="5365604"/>
            <a:ext cx="1441346" cy="351917"/>
          </a:xfrm>
          <a:prstGeom prst="rect">
            <a:avLst/>
          </a:prstGeom>
          <a:noFill/>
        </p:spPr>
        <p:txBody>
          <a:bodyPr wrap="none" lIns="91403" tIns="45701" rIns="91403" bIns="45701" rtlCol="0">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89" name="TextBox 23"/>
          <p:cNvSpPr txBox="1"/>
          <p:nvPr/>
        </p:nvSpPr>
        <p:spPr>
          <a:xfrm>
            <a:off x="6239405" y="1796666"/>
            <a:ext cx="2332200" cy="559346"/>
          </a:xfrm>
          <a:prstGeom prst="rect">
            <a:avLst/>
          </a:prstGeom>
          <a:noFill/>
        </p:spPr>
        <p:txBody>
          <a:bodyPr wrap="square" lIns="91403" tIns="45701" rIns="91403" bIns="45701"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90" name="TextBox 24"/>
          <p:cNvSpPr txBox="1"/>
          <p:nvPr/>
        </p:nvSpPr>
        <p:spPr>
          <a:xfrm>
            <a:off x="6239406" y="1480292"/>
            <a:ext cx="1441346" cy="351917"/>
          </a:xfrm>
          <a:prstGeom prst="rect">
            <a:avLst/>
          </a:prstGeom>
          <a:noFill/>
        </p:spPr>
        <p:txBody>
          <a:bodyPr wrap="none" lIns="91403" tIns="45701" rIns="91403" bIns="45701" rtlCol="0">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
        <p:nvSpPr>
          <p:cNvPr id="91" name="TextBox 23"/>
          <p:cNvSpPr txBox="1"/>
          <p:nvPr/>
        </p:nvSpPr>
        <p:spPr>
          <a:xfrm>
            <a:off x="8930679" y="4742393"/>
            <a:ext cx="2332200" cy="559346"/>
          </a:xfrm>
          <a:prstGeom prst="rect">
            <a:avLst/>
          </a:prstGeom>
          <a:noFill/>
        </p:spPr>
        <p:txBody>
          <a:bodyPr wrap="square" lIns="91403" tIns="45701" rIns="91403" bIns="45701"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p>
        </p:txBody>
      </p:sp>
      <p:sp>
        <p:nvSpPr>
          <p:cNvPr id="92" name="TextBox 24"/>
          <p:cNvSpPr txBox="1"/>
          <p:nvPr/>
        </p:nvSpPr>
        <p:spPr>
          <a:xfrm>
            <a:off x="8930681" y="4426019"/>
            <a:ext cx="1441346" cy="351917"/>
          </a:xfrm>
          <a:prstGeom prst="rect">
            <a:avLst/>
          </a:prstGeom>
          <a:noFill/>
        </p:spPr>
        <p:txBody>
          <a:bodyPr wrap="none" lIns="91403" tIns="45701" rIns="91403" bIns="45701" rtlCol="0">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p>
        </p:txBody>
      </p:sp>
    </p:spTree>
    <p:extLst>
      <p:ext uri="{BB962C8B-B14F-4D97-AF65-F5344CB8AC3E}">
        <p14:creationId xmlns:p14="http://schemas.microsoft.com/office/powerpoint/2010/main" val="274610125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250" fill="hold"/>
                                        <p:tgtEl>
                                          <p:spTgt spid="28"/>
                                        </p:tgtEl>
                                        <p:attrNameLst>
                                          <p:attrName>ppt_x</p:attrName>
                                        </p:attrNameLst>
                                      </p:cBhvr>
                                      <p:tavLst>
                                        <p:tav tm="0">
                                          <p:val>
                                            <p:strVal val="0-#ppt_w/2"/>
                                          </p:val>
                                        </p:tav>
                                        <p:tav tm="100000">
                                          <p:val>
                                            <p:strVal val="#ppt_x"/>
                                          </p:val>
                                        </p:tav>
                                      </p:tavLst>
                                    </p:anim>
                                    <p:anim calcmode="lin" valueType="num">
                                      <p:cBhvr additive="base">
                                        <p:cTn id="8" dur="250" fill="hold"/>
                                        <p:tgtEl>
                                          <p:spTgt spid="28"/>
                                        </p:tgtEl>
                                        <p:attrNameLst>
                                          <p:attrName>ppt_y</p:attrName>
                                        </p:attrNameLst>
                                      </p:cBhvr>
                                      <p:tavLst>
                                        <p:tav tm="0">
                                          <p:val>
                                            <p:strVal val="#ppt_y"/>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250" fill="hold"/>
                                        <p:tgtEl>
                                          <p:spTgt spid="20"/>
                                        </p:tgtEl>
                                        <p:attrNameLst>
                                          <p:attrName>ppt_x</p:attrName>
                                        </p:attrNameLst>
                                      </p:cBhvr>
                                      <p:tavLst>
                                        <p:tav tm="0">
                                          <p:val>
                                            <p:strVal val="#ppt_x"/>
                                          </p:val>
                                        </p:tav>
                                        <p:tav tm="100000">
                                          <p:val>
                                            <p:strVal val="#ppt_x"/>
                                          </p:val>
                                        </p:tav>
                                      </p:tavLst>
                                    </p:anim>
                                    <p:anim calcmode="lin" valueType="num">
                                      <p:cBhvr additive="base">
                                        <p:cTn id="13" dur="250" fill="hold"/>
                                        <p:tgtEl>
                                          <p:spTgt spid="20"/>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250" fill="hold"/>
                                        <p:tgtEl>
                                          <p:spTgt spid="21"/>
                                        </p:tgtEl>
                                        <p:attrNameLst>
                                          <p:attrName>ppt_x</p:attrName>
                                        </p:attrNameLst>
                                      </p:cBhvr>
                                      <p:tavLst>
                                        <p:tav tm="0">
                                          <p:val>
                                            <p:strVal val="#ppt_x"/>
                                          </p:val>
                                        </p:tav>
                                        <p:tav tm="100000">
                                          <p:val>
                                            <p:strVal val="#ppt_x"/>
                                          </p:val>
                                        </p:tav>
                                      </p:tavLst>
                                    </p:anim>
                                    <p:anim calcmode="lin" valueType="num">
                                      <p:cBhvr additive="base">
                                        <p:cTn id="17" dur="25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 calcmode="lin" valueType="num">
                                      <p:cBhvr additive="base">
                                        <p:cTn id="20" dur="250" fill="hold"/>
                                        <p:tgtEl>
                                          <p:spTgt spid="29"/>
                                        </p:tgtEl>
                                        <p:attrNameLst>
                                          <p:attrName>ppt_x</p:attrName>
                                        </p:attrNameLst>
                                      </p:cBhvr>
                                      <p:tavLst>
                                        <p:tav tm="0">
                                          <p:val>
                                            <p:strVal val="#ppt_x"/>
                                          </p:val>
                                        </p:tav>
                                        <p:tav tm="100000">
                                          <p:val>
                                            <p:strVal val="#ppt_x"/>
                                          </p:val>
                                        </p:tav>
                                      </p:tavLst>
                                    </p:anim>
                                    <p:anim calcmode="lin" valueType="num">
                                      <p:cBhvr additive="base">
                                        <p:cTn id="21" dur="250" fill="hold"/>
                                        <p:tgtEl>
                                          <p:spTgt spid="29"/>
                                        </p:tgtEl>
                                        <p:attrNameLst>
                                          <p:attrName>ppt_y</p:attrName>
                                        </p:attrNameLst>
                                      </p:cBhvr>
                                      <p:tavLst>
                                        <p:tav tm="0">
                                          <p:val>
                                            <p:strVal val="1+#ppt_h/2"/>
                                          </p:val>
                                        </p:tav>
                                        <p:tav tm="100000">
                                          <p:val>
                                            <p:strVal val="#ppt_y"/>
                                          </p:val>
                                        </p:tav>
                                      </p:tavLst>
                                    </p:anim>
                                  </p:childTnLst>
                                </p:cTn>
                              </p:par>
                            </p:childTnLst>
                          </p:cTn>
                        </p:par>
                        <p:par>
                          <p:cTn id="22" fill="hold">
                            <p:stCondLst>
                              <p:cond delay="500"/>
                            </p:stCondLst>
                            <p:childTnLst>
                              <p:par>
                                <p:cTn id="23" presetID="2" presetClass="entr" presetSubtype="1"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additive="base">
                                        <p:cTn id="25" dur="250" fill="hold"/>
                                        <p:tgtEl>
                                          <p:spTgt spid="22"/>
                                        </p:tgtEl>
                                        <p:attrNameLst>
                                          <p:attrName>ppt_x</p:attrName>
                                        </p:attrNameLst>
                                      </p:cBhvr>
                                      <p:tavLst>
                                        <p:tav tm="0">
                                          <p:val>
                                            <p:strVal val="#ppt_x"/>
                                          </p:val>
                                        </p:tav>
                                        <p:tav tm="100000">
                                          <p:val>
                                            <p:strVal val="#ppt_x"/>
                                          </p:val>
                                        </p:tav>
                                      </p:tavLst>
                                    </p:anim>
                                    <p:anim calcmode="lin" valueType="num">
                                      <p:cBhvr additive="base">
                                        <p:cTn id="26" dur="250" fill="hold"/>
                                        <p:tgtEl>
                                          <p:spTgt spid="22"/>
                                        </p:tgtEl>
                                        <p:attrNameLst>
                                          <p:attrName>ppt_y</p:attrName>
                                        </p:attrNameLst>
                                      </p:cBhvr>
                                      <p:tavLst>
                                        <p:tav tm="0">
                                          <p:val>
                                            <p:strVal val="0-#ppt_h/2"/>
                                          </p:val>
                                        </p:tav>
                                        <p:tav tm="100000">
                                          <p:val>
                                            <p:strVal val="#ppt_y"/>
                                          </p:val>
                                        </p:tav>
                                      </p:tavLst>
                                    </p:anim>
                                  </p:childTnLst>
                                </p:cTn>
                              </p:par>
                            </p:childTnLst>
                          </p:cTn>
                        </p:par>
                        <p:par>
                          <p:cTn id="27" fill="hold">
                            <p:stCondLst>
                              <p:cond delay="750"/>
                            </p:stCondLst>
                            <p:childTnLst>
                              <p:par>
                                <p:cTn id="28" presetID="2" presetClass="entr" presetSubtype="1" fill="hold" grpId="0" nodeType="afterEffect">
                                  <p:stCondLst>
                                    <p:cond delay="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250" fill="hold"/>
                                        <p:tgtEl>
                                          <p:spTgt spid="23"/>
                                        </p:tgtEl>
                                        <p:attrNameLst>
                                          <p:attrName>ppt_x</p:attrName>
                                        </p:attrNameLst>
                                      </p:cBhvr>
                                      <p:tavLst>
                                        <p:tav tm="0">
                                          <p:val>
                                            <p:strVal val="#ppt_x"/>
                                          </p:val>
                                        </p:tav>
                                        <p:tav tm="100000">
                                          <p:val>
                                            <p:strVal val="#ppt_x"/>
                                          </p:val>
                                        </p:tav>
                                      </p:tavLst>
                                    </p:anim>
                                    <p:anim calcmode="lin" valueType="num">
                                      <p:cBhvr additive="base">
                                        <p:cTn id="31" dur="250" fill="hold"/>
                                        <p:tgtEl>
                                          <p:spTgt spid="23"/>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250" fill="hold"/>
                                        <p:tgtEl>
                                          <p:spTgt spid="30"/>
                                        </p:tgtEl>
                                        <p:attrNameLst>
                                          <p:attrName>ppt_x</p:attrName>
                                        </p:attrNameLst>
                                      </p:cBhvr>
                                      <p:tavLst>
                                        <p:tav tm="0">
                                          <p:val>
                                            <p:strVal val="#ppt_x"/>
                                          </p:val>
                                        </p:tav>
                                        <p:tav tm="100000">
                                          <p:val>
                                            <p:strVal val="#ppt_x"/>
                                          </p:val>
                                        </p:tav>
                                      </p:tavLst>
                                    </p:anim>
                                    <p:anim calcmode="lin" valueType="num">
                                      <p:cBhvr additive="base">
                                        <p:cTn id="35" dur="250" fill="hold"/>
                                        <p:tgtEl>
                                          <p:spTgt spid="30"/>
                                        </p:tgtEl>
                                        <p:attrNameLst>
                                          <p:attrName>ppt_y</p:attrName>
                                        </p:attrNameLst>
                                      </p:cBhvr>
                                      <p:tavLst>
                                        <p:tav tm="0">
                                          <p:val>
                                            <p:strVal val="0-#ppt_h/2"/>
                                          </p:val>
                                        </p:tav>
                                        <p:tav tm="100000">
                                          <p:val>
                                            <p:strVal val="#ppt_y"/>
                                          </p:val>
                                        </p:tav>
                                      </p:tavLst>
                                    </p:anim>
                                  </p:childTnLst>
                                </p:cTn>
                              </p:par>
                            </p:childTnLst>
                          </p:cTn>
                        </p:par>
                        <p:par>
                          <p:cTn id="36" fill="hold">
                            <p:stCondLst>
                              <p:cond delay="1000"/>
                            </p:stCondLst>
                            <p:childTnLst>
                              <p:par>
                                <p:cTn id="37" presetID="2" presetClass="entr" presetSubtype="4"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 calcmode="lin" valueType="num">
                                      <p:cBhvr additive="base">
                                        <p:cTn id="39" dur="250" fill="hold"/>
                                        <p:tgtEl>
                                          <p:spTgt spid="24"/>
                                        </p:tgtEl>
                                        <p:attrNameLst>
                                          <p:attrName>ppt_x</p:attrName>
                                        </p:attrNameLst>
                                      </p:cBhvr>
                                      <p:tavLst>
                                        <p:tav tm="0">
                                          <p:val>
                                            <p:strVal val="#ppt_x"/>
                                          </p:val>
                                        </p:tav>
                                        <p:tav tm="100000">
                                          <p:val>
                                            <p:strVal val="#ppt_x"/>
                                          </p:val>
                                        </p:tav>
                                      </p:tavLst>
                                    </p:anim>
                                    <p:anim calcmode="lin" valueType="num">
                                      <p:cBhvr additive="base">
                                        <p:cTn id="40" dur="250" fill="hold"/>
                                        <p:tgtEl>
                                          <p:spTgt spid="2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250" fill="hold"/>
                                        <p:tgtEl>
                                          <p:spTgt spid="25"/>
                                        </p:tgtEl>
                                        <p:attrNameLst>
                                          <p:attrName>ppt_x</p:attrName>
                                        </p:attrNameLst>
                                      </p:cBhvr>
                                      <p:tavLst>
                                        <p:tav tm="0">
                                          <p:val>
                                            <p:strVal val="#ppt_x"/>
                                          </p:val>
                                        </p:tav>
                                        <p:tav tm="100000">
                                          <p:val>
                                            <p:strVal val="#ppt_x"/>
                                          </p:val>
                                        </p:tav>
                                      </p:tavLst>
                                    </p:anim>
                                    <p:anim calcmode="lin" valueType="num">
                                      <p:cBhvr additive="base">
                                        <p:cTn id="44" dur="250" fill="hold"/>
                                        <p:tgtEl>
                                          <p:spTgt spid="2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 fill="hold"/>
                                        <p:tgtEl>
                                          <p:spTgt spid="32"/>
                                        </p:tgtEl>
                                        <p:attrNameLst>
                                          <p:attrName>ppt_x</p:attrName>
                                        </p:attrNameLst>
                                      </p:cBhvr>
                                      <p:tavLst>
                                        <p:tav tm="0">
                                          <p:val>
                                            <p:strVal val="#ppt_x"/>
                                          </p:val>
                                        </p:tav>
                                        <p:tav tm="100000">
                                          <p:val>
                                            <p:strVal val="#ppt_x"/>
                                          </p:val>
                                        </p:tav>
                                      </p:tavLst>
                                    </p:anim>
                                    <p:anim calcmode="lin" valueType="num">
                                      <p:cBhvr additive="base">
                                        <p:cTn id="48" dur="250" fill="hold"/>
                                        <p:tgtEl>
                                          <p:spTgt spid="32"/>
                                        </p:tgtEl>
                                        <p:attrNameLst>
                                          <p:attrName>ppt_y</p:attrName>
                                        </p:attrNameLst>
                                      </p:cBhvr>
                                      <p:tavLst>
                                        <p:tav tm="0">
                                          <p:val>
                                            <p:strVal val="1+#ppt_h/2"/>
                                          </p:val>
                                        </p:tav>
                                        <p:tav tm="100000">
                                          <p:val>
                                            <p:strVal val="#ppt_y"/>
                                          </p:val>
                                        </p:tav>
                                      </p:tavLst>
                                    </p:anim>
                                  </p:childTnLst>
                                </p:cTn>
                              </p:par>
                            </p:childTnLst>
                          </p:cTn>
                        </p:par>
                        <p:par>
                          <p:cTn id="49" fill="hold">
                            <p:stCondLst>
                              <p:cond delay="1250"/>
                            </p:stCondLst>
                            <p:childTnLst>
                              <p:par>
                                <p:cTn id="50" presetID="2" presetClass="entr" presetSubtype="1" fill="hold" grpId="0" nodeType="afterEffect">
                                  <p:stCondLst>
                                    <p:cond delay="0"/>
                                  </p:stCondLst>
                                  <p:childTnLst>
                                    <p:set>
                                      <p:cBhvr>
                                        <p:cTn id="51" dur="1" fill="hold">
                                          <p:stCondLst>
                                            <p:cond delay="0"/>
                                          </p:stCondLst>
                                        </p:cTn>
                                        <p:tgtEl>
                                          <p:spTgt spid="26"/>
                                        </p:tgtEl>
                                        <p:attrNameLst>
                                          <p:attrName>style.visibility</p:attrName>
                                        </p:attrNameLst>
                                      </p:cBhvr>
                                      <p:to>
                                        <p:strVal val="visible"/>
                                      </p:to>
                                    </p:set>
                                    <p:anim calcmode="lin" valueType="num">
                                      <p:cBhvr additive="base">
                                        <p:cTn id="52" dur="250" fill="hold"/>
                                        <p:tgtEl>
                                          <p:spTgt spid="26"/>
                                        </p:tgtEl>
                                        <p:attrNameLst>
                                          <p:attrName>ppt_x</p:attrName>
                                        </p:attrNameLst>
                                      </p:cBhvr>
                                      <p:tavLst>
                                        <p:tav tm="0">
                                          <p:val>
                                            <p:strVal val="#ppt_x"/>
                                          </p:val>
                                        </p:tav>
                                        <p:tav tm="100000">
                                          <p:val>
                                            <p:strVal val="#ppt_x"/>
                                          </p:val>
                                        </p:tav>
                                      </p:tavLst>
                                    </p:anim>
                                    <p:anim calcmode="lin" valueType="num">
                                      <p:cBhvr additive="base">
                                        <p:cTn id="53" dur="250" fill="hold"/>
                                        <p:tgtEl>
                                          <p:spTgt spid="26"/>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250" fill="hold"/>
                                        <p:tgtEl>
                                          <p:spTgt spid="27"/>
                                        </p:tgtEl>
                                        <p:attrNameLst>
                                          <p:attrName>ppt_x</p:attrName>
                                        </p:attrNameLst>
                                      </p:cBhvr>
                                      <p:tavLst>
                                        <p:tav tm="0">
                                          <p:val>
                                            <p:strVal val="#ppt_x"/>
                                          </p:val>
                                        </p:tav>
                                        <p:tav tm="100000">
                                          <p:val>
                                            <p:strVal val="#ppt_x"/>
                                          </p:val>
                                        </p:tav>
                                      </p:tavLst>
                                    </p:anim>
                                    <p:anim calcmode="lin" valueType="num">
                                      <p:cBhvr additive="base">
                                        <p:cTn id="57" dur="250" fill="hold"/>
                                        <p:tgtEl>
                                          <p:spTgt spid="27"/>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0"/>
                                  </p:stCondLst>
                                  <p:childTnLst>
                                    <p:set>
                                      <p:cBhvr>
                                        <p:cTn id="59" dur="1" fill="hold">
                                          <p:stCondLst>
                                            <p:cond delay="0"/>
                                          </p:stCondLst>
                                        </p:cTn>
                                        <p:tgtEl>
                                          <p:spTgt spid="31"/>
                                        </p:tgtEl>
                                        <p:attrNameLst>
                                          <p:attrName>style.visibility</p:attrName>
                                        </p:attrNameLst>
                                      </p:cBhvr>
                                      <p:to>
                                        <p:strVal val="visible"/>
                                      </p:to>
                                    </p:set>
                                    <p:anim calcmode="lin" valueType="num">
                                      <p:cBhvr additive="base">
                                        <p:cTn id="60" dur="250" fill="hold"/>
                                        <p:tgtEl>
                                          <p:spTgt spid="31"/>
                                        </p:tgtEl>
                                        <p:attrNameLst>
                                          <p:attrName>ppt_x</p:attrName>
                                        </p:attrNameLst>
                                      </p:cBhvr>
                                      <p:tavLst>
                                        <p:tav tm="0">
                                          <p:val>
                                            <p:strVal val="#ppt_x"/>
                                          </p:val>
                                        </p:tav>
                                        <p:tav tm="100000">
                                          <p:val>
                                            <p:strVal val="#ppt_x"/>
                                          </p:val>
                                        </p:tav>
                                      </p:tavLst>
                                    </p:anim>
                                    <p:anim calcmode="lin" valueType="num">
                                      <p:cBhvr additive="base">
                                        <p:cTn id="61" dur="250" fill="hold"/>
                                        <p:tgtEl>
                                          <p:spTgt spid="31"/>
                                        </p:tgtEl>
                                        <p:attrNameLst>
                                          <p:attrName>ppt_y</p:attrName>
                                        </p:attrNameLst>
                                      </p:cBhvr>
                                      <p:tavLst>
                                        <p:tav tm="0">
                                          <p:val>
                                            <p:strVal val="0-#ppt_h/2"/>
                                          </p:val>
                                        </p:tav>
                                        <p:tav tm="100000">
                                          <p:val>
                                            <p:strVal val="#ppt_y"/>
                                          </p:val>
                                        </p:tav>
                                      </p:tavLst>
                                    </p:anim>
                                  </p:childTnLst>
                                </p:cTn>
                              </p:par>
                            </p:childTnLst>
                          </p:cTn>
                        </p:par>
                        <p:par>
                          <p:cTn id="62" fill="hold">
                            <p:stCondLst>
                              <p:cond delay="1500"/>
                            </p:stCondLst>
                            <p:childTnLst>
                              <p:par>
                                <p:cTn id="63" presetID="12" presetClass="entr" presetSubtype="8"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p:tgtEl>
                                          <p:spTgt spid="85"/>
                                        </p:tgtEl>
                                        <p:attrNameLst>
                                          <p:attrName>ppt_x</p:attrName>
                                        </p:attrNameLst>
                                      </p:cBhvr>
                                      <p:tavLst>
                                        <p:tav tm="0">
                                          <p:val>
                                            <p:strVal val="#ppt_x-#ppt_w*1.125000"/>
                                          </p:val>
                                        </p:tav>
                                        <p:tav tm="100000">
                                          <p:val>
                                            <p:strVal val="#ppt_x"/>
                                          </p:val>
                                        </p:tav>
                                      </p:tavLst>
                                    </p:anim>
                                    <p:animEffect transition="in" filter="wipe(right)">
                                      <p:cBhvr>
                                        <p:cTn id="66" dur="500"/>
                                        <p:tgtEl>
                                          <p:spTgt spid="85"/>
                                        </p:tgtEl>
                                      </p:cBhvr>
                                    </p:animEffect>
                                  </p:childTnLst>
                                </p:cTn>
                              </p:par>
                              <p:par>
                                <p:cTn id="67" presetID="12" presetClass="entr" presetSubtype="8" fill="hold" grpId="0" nodeType="withEffect">
                                  <p:stCondLst>
                                    <p:cond delay="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p:tgtEl>
                                          <p:spTgt spid="86"/>
                                        </p:tgtEl>
                                        <p:attrNameLst>
                                          <p:attrName>ppt_x</p:attrName>
                                        </p:attrNameLst>
                                      </p:cBhvr>
                                      <p:tavLst>
                                        <p:tav tm="0">
                                          <p:val>
                                            <p:strVal val="#ppt_x-#ppt_w*1.125000"/>
                                          </p:val>
                                        </p:tav>
                                        <p:tav tm="100000">
                                          <p:val>
                                            <p:strVal val="#ppt_x"/>
                                          </p:val>
                                        </p:tav>
                                      </p:tavLst>
                                    </p:anim>
                                    <p:animEffect transition="in" filter="wipe(right)">
                                      <p:cBhvr>
                                        <p:cTn id="70" dur="500"/>
                                        <p:tgtEl>
                                          <p:spTgt spid="86"/>
                                        </p:tgtEl>
                                      </p:cBhvr>
                                    </p:animEffect>
                                  </p:childTnLst>
                                </p:cTn>
                              </p:par>
                            </p:childTnLst>
                          </p:cTn>
                        </p:par>
                        <p:par>
                          <p:cTn id="71" fill="hold">
                            <p:stCondLst>
                              <p:cond delay="2000"/>
                            </p:stCondLst>
                            <p:childTnLst>
                              <p:par>
                                <p:cTn id="72" presetID="12" presetClass="entr" presetSubtype="8" fill="hold" grpId="0" nodeType="afterEffect">
                                  <p:stCondLst>
                                    <p:cond delay="0"/>
                                  </p:stCondLst>
                                  <p:childTnLst>
                                    <p:set>
                                      <p:cBhvr>
                                        <p:cTn id="73" dur="1" fill="hold">
                                          <p:stCondLst>
                                            <p:cond delay="0"/>
                                          </p:stCondLst>
                                        </p:cTn>
                                        <p:tgtEl>
                                          <p:spTgt spid="87"/>
                                        </p:tgtEl>
                                        <p:attrNameLst>
                                          <p:attrName>style.visibility</p:attrName>
                                        </p:attrNameLst>
                                      </p:cBhvr>
                                      <p:to>
                                        <p:strVal val="visible"/>
                                      </p:to>
                                    </p:set>
                                    <p:anim calcmode="lin" valueType="num">
                                      <p:cBhvr additive="base">
                                        <p:cTn id="74" dur="500"/>
                                        <p:tgtEl>
                                          <p:spTgt spid="87"/>
                                        </p:tgtEl>
                                        <p:attrNameLst>
                                          <p:attrName>ppt_x</p:attrName>
                                        </p:attrNameLst>
                                      </p:cBhvr>
                                      <p:tavLst>
                                        <p:tav tm="0">
                                          <p:val>
                                            <p:strVal val="#ppt_x-#ppt_w*1.125000"/>
                                          </p:val>
                                        </p:tav>
                                        <p:tav tm="100000">
                                          <p:val>
                                            <p:strVal val="#ppt_x"/>
                                          </p:val>
                                        </p:tav>
                                      </p:tavLst>
                                    </p:anim>
                                    <p:animEffect transition="in" filter="wipe(right)">
                                      <p:cBhvr>
                                        <p:cTn id="75" dur="500"/>
                                        <p:tgtEl>
                                          <p:spTgt spid="87"/>
                                        </p:tgtEl>
                                      </p:cBhvr>
                                    </p:animEffect>
                                  </p:childTnLst>
                                </p:cTn>
                              </p:par>
                              <p:par>
                                <p:cTn id="76" presetID="12" presetClass="entr" presetSubtype="8" fill="hold" grpId="0" nodeType="withEffect">
                                  <p:stCondLst>
                                    <p:cond delay="0"/>
                                  </p:stCondLst>
                                  <p:childTnLst>
                                    <p:set>
                                      <p:cBhvr>
                                        <p:cTn id="77" dur="1" fill="hold">
                                          <p:stCondLst>
                                            <p:cond delay="0"/>
                                          </p:stCondLst>
                                        </p:cTn>
                                        <p:tgtEl>
                                          <p:spTgt spid="88"/>
                                        </p:tgtEl>
                                        <p:attrNameLst>
                                          <p:attrName>style.visibility</p:attrName>
                                        </p:attrNameLst>
                                      </p:cBhvr>
                                      <p:to>
                                        <p:strVal val="visible"/>
                                      </p:to>
                                    </p:set>
                                    <p:anim calcmode="lin" valueType="num">
                                      <p:cBhvr additive="base">
                                        <p:cTn id="78" dur="500"/>
                                        <p:tgtEl>
                                          <p:spTgt spid="88"/>
                                        </p:tgtEl>
                                        <p:attrNameLst>
                                          <p:attrName>ppt_x</p:attrName>
                                        </p:attrNameLst>
                                      </p:cBhvr>
                                      <p:tavLst>
                                        <p:tav tm="0">
                                          <p:val>
                                            <p:strVal val="#ppt_x-#ppt_w*1.125000"/>
                                          </p:val>
                                        </p:tav>
                                        <p:tav tm="100000">
                                          <p:val>
                                            <p:strVal val="#ppt_x"/>
                                          </p:val>
                                        </p:tav>
                                      </p:tavLst>
                                    </p:anim>
                                    <p:animEffect transition="in" filter="wipe(right)">
                                      <p:cBhvr>
                                        <p:cTn id="79" dur="500"/>
                                        <p:tgtEl>
                                          <p:spTgt spid="88"/>
                                        </p:tgtEl>
                                      </p:cBhvr>
                                    </p:animEffect>
                                  </p:childTnLst>
                                </p:cTn>
                              </p:par>
                            </p:childTnLst>
                          </p:cTn>
                        </p:par>
                        <p:par>
                          <p:cTn id="80" fill="hold">
                            <p:stCondLst>
                              <p:cond delay="2500"/>
                            </p:stCondLst>
                            <p:childTnLst>
                              <p:par>
                                <p:cTn id="81" presetID="12" presetClass="entr" presetSubtype="8" fill="hold" grpId="0" nodeType="after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500"/>
                                        <p:tgtEl>
                                          <p:spTgt spid="89"/>
                                        </p:tgtEl>
                                        <p:attrNameLst>
                                          <p:attrName>ppt_x</p:attrName>
                                        </p:attrNameLst>
                                      </p:cBhvr>
                                      <p:tavLst>
                                        <p:tav tm="0">
                                          <p:val>
                                            <p:strVal val="#ppt_x-#ppt_w*1.125000"/>
                                          </p:val>
                                        </p:tav>
                                        <p:tav tm="100000">
                                          <p:val>
                                            <p:strVal val="#ppt_x"/>
                                          </p:val>
                                        </p:tav>
                                      </p:tavLst>
                                    </p:anim>
                                    <p:animEffect transition="in" filter="wipe(right)">
                                      <p:cBhvr>
                                        <p:cTn id="84" dur="500"/>
                                        <p:tgtEl>
                                          <p:spTgt spid="89"/>
                                        </p:tgtEl>
                                      </p:cBhvr>
                                    </p:animEffect>
                                  </p:childTnLst>
                                </p:cTn>
                              </p:par>
                              <p:par>
                                <p:cTn id="85" presetID="12" presetClass="entr" presetSubtype="8" fill="hold" grpId="0" nodeType="withEffect">
                                  <p:stCondLst>
                                    <p:cond delay="0"/>
                                  </p:stCondLst>
                                  <p:childTnLst>
                                    <p:set>
                                      <p:cBhvr>
                                        <p:cTn id="86" dur="1" fill="hold">
                                          <p:stCondLst>
                                            <p:cond delay="0"/>
                                          </p:stCondLst>
                                        </p:cTn>
                                        <p:tgtEl>
                                          <p:spTgt spid="90"/>
                                        </p:tgtEl>
                                        <p:attrNameLst>
                                          <p:attrName>style.visibility</p:attrName>
                                        </p:attrNameLst>
                                      </p:cBhvr>
                                      <p:to>
                                        <p:strVal val="visible"/>
                                      </p:to>
                                    </p:set>
                                    <p:anim calcmode="lin" valueType="num">
                                      <p:cBhvr additive="base">
                                        <p:cTn id="87" dur="500"/>
                                        <p:tgtEl>
                                          <p:spTgt spid="90"/>
                                        </p:tgtEl>
                                        <p:attrNameLst>
                                          <p:attrName>ppt_x</p:attrName>
                                        </p:attrNameLst>
                                      </p:cBhvr>
                                      <p:tavLst>
                                        <p:tav tm="0">
                                          <p:val>
                                            <p:strVal val="#ppt_x-#ppt_w*1.125000"/>
                                          </p:val>
                                        </p:tav>
                                        <p:tav tm="100000">
                                          <p:val>
                                            <p:strVal val="#ppt_x"/>
                                          </p:val>
                                        </p:tav>
                                      </p:tavLst>
                                    </p:anim>
                                    <p:animEffect transition="in" filter="wipe(right)">
                                      <p:cBhvr>
                                        <p:cTn id="88" dur="500"/>
                                        <p:tgtEl>
                                          <p:spTgt spid="90"/>
                                        </p:tgtEl>
                                      </p:cBhvr>
                                    </p:animEffect>
                                  </p:childTnLst>
                                </p:cTn>
                              </p:par>
                            </p:childTnLst>
                          </p:cTn>
                        </p:par>
                        <p:par>
                          <p:cTn id="89" fill="hold">
                            <p:stCondLst>
                              <p:cond delay="3000"/>
                            </p:stCondLst>
                            <p:childTnLst>
                              <p:par>
                                <p:cTn id="90" presetID="12" presetClass="entr" presetSubtype="8" fill="hold" grpId="0" nodeType="afterEffect">
                                  <p:stCondLst>
                                    <p:cond delay="0"/>
                                  </p:stCondLst>
                                  <p:childTnLst>
                                    <p:set>
                                      <p:cBhvr>
                                        <p:cTn id="91" dur="1" fill="hold">
                                          <p:stCondLst>
                                            <p:cond delay="0"/>
                                          </p:stCondLst>
                                        </p:cTn>
                                        <p:tgtEl>
                                          <p:spTgt spid="91"/>
                                        </p:tgtEl>
                                        <p:attrNameLst>
                                          <p:attrName>style.visibility</p:attrName>
                                        </p:attrNameLst>
                                      </p:cBhvr>
                                      <p:to>
                                        <p:strVal val="visible"/>
                                      </p:to>
                                    </p:set>
                                    <p:anim calcmode="lin" valueType="num">
                                      <p:cBhvr additive="base">
                                        <p:cTn id="92" dur="500"/>
                                        <p:tgtEl>
                                          <p:spTgt spid="91"/>
                                        </p:tgtEl>
                                        <p:attrNameLst>
                                          <p:attrName>ppt_x</p:attrName>
                                        </p:attrNameLst>
                                      </p:cBhvr>
                                      <p:tavLst>
                                        <p:tav tm="0">
                                          <p:val>
                                            <p:strVal val="#ppt_x-#ppt_w*1.125000"/>
                                          </p:val>
                                        </p:tav>
                                        <p:tav tm="100000">
                                          <p:val>
                                            <p:strVal val="#ppt_x"/>
                                          </p:val>
                                        </p:tav>
                                      </p:tavLst>
                                    </p:anim>
                                    <p:animEffect transition="in" filter="wipe(right)">
                                      <p:cBhvr>
                                        <p:cTn id="93" dur="500"/>
                                        <p:tgtEl>
                                          <p:spTgt spid="91"/>
                                        </p:tgtEl>
                                      </p:cBhvr>
                                    </p:animEffect>
                                  </p:childTnLst>
                                </p:cTn>
                              </p:par>
                              <p:par>
                                <p:cTn id="94" presetID="12" presetClass="entr" presetSubtype="8" fill="hold" grpId="0" nodeType="withEffect">
                                  <p:stCondLst>
                                    <p:cond delay="0"/>
                                  </p:stCondLst>
                                  <p:childTnLst>
                                    <p:set>
                                      <p:cBhvr>
                                        <p:cTn id="95" dur="1" fill="hold">
                                          <p:stCondLst>
                                            <p:cond delay="0"/>
                                          </p:stCondLst>
                                        </p:cTn>
                                        <p:tgtEl>
                                          <p:spTgt spid="92"/>
                                        </p:tgtEl>
                                        <p:attrNameLst>
                                          <p:attrName>style.visibility</p:attrName>
                                        </p:attrNameLst>
                                      </p:cBhvr>
                                      <p:to>
                                        <p:strVal val="visible"/>
                                      </p:to>
                                    </p:set>
                                    <p:anim calcmode="lin" valueType="num">
                                      <p:cBhvr additive="base">
                                        <p:cTn id="96" dur="500"/>
                                        <p:tgtEl>
                                          <p:spTgt spid="92"/>
                                        </p:tgtEl>
                                        <p:attrNameLst>
                                          <p:attrName>ppt_x</p:attrName>
                                        </p:attrNameLst>
                                      </p:cBhvr>
                                      <p:tavLst>
                                        <p:tav tm="0">
                                          <p:val>
                                            <p:strVal val="#ppt_x-#ppt_w*1.125000"/>
                                          </p:val>
                                        </p:tav>
                                        <p:tav tm="100000">
                                          <p:val>
                                            <p:strVal val="#ppt_x"/>
                                          </p:val>
                                        </p:tav>
                                      </p:tavLst>
                                    </p:anim>
                                    <p:animEffect transition="in" filter="wipe(right)">
                                      <p:cBhvr>
                                        <p:cTn id="97"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animBg="1"/>
      <p:bldP spid="25" grpId="0" animBg="1"/>
      <p:bldP spid="26" grpId="0" animBg="1"/>
      <p:bldP spid="27" grpId="0" animBg="1"/>
      <p:bldP spid="28" grpId="0" animBg="1"/>
      <p:bldP spid="29" grpId="0"/>
      <p:bldP spid="30" grpId="0"/>
      <p:bldP spid="31" grpId="0"/>
      <p:bldP spid="32" grpId="0"/>
      <p:bldP spid="85" grpId="0"/>
      <p:bldP spid="86" grpId="0"/>
      <p:bldP spid="87" grpId="0"/>
      <p:bldP spid="88" grpId="0"/>
      <p:bldP spid="89" grpId="0"/>
      <p:bldP spid="90" grpId="0"/>
      <p:bldP spid="91" grpId="0"/>
      <p:bldP spid="92"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32"/>
          <p:cNvGrpSpPr/>
          <p:nvPr/>
        </p:nvGrpSpPr>
        <p:grpSpPr>
          <a:xfrm>
            <a:off x="4966800" y="2177441"/>
            <a:ext cx="3031674" cy="3583953"/>
            <a:chOff x="56464" y="66751"/>
            <a:chExt cx="6792667" cy="8030085"/>
          </a:xfrm>
        </p:grpSpPr>
        <p:sp>
          <p:nvSpPr>
            <p:cNvPr id="522" name="Shape 522"/>
            <p:cNvSpPr/>
            <p:nvPr/>
          </p:nvSpPr>
          <p:spPr>
            <a:xfrm>
              <a:off x="56464" y="66751"/>
              <a:ext cx="6792667" cy="8030085"/>
            </a:xfrm>
            <a:custGeom>
              <a:avLst/>
              <a:gdLst/>
              <a:ahLst/>
              <a:cxnLst>
                <a:cxn ang="0">
                  <a:pos x="wd2" y="hd2"/>
                </a:cxn>
                <a:cxn ang="5400000">
                  <a:pos x="wd2" y="hd2"/>
                </a:cxn>
                <a:cxn ang="10800000">
                  <a:pos x="wd2" y="hd2"/>
                </a:cxn>
                <a:cxn ang="16200000">
                  <a:pos x="wd2" y="hd2"/>
                </a:cxn>
              </a:cxnLst>
              <a:rect l="0" t="0" r="r" b="b"/>
              <a:pathLst>
                <a:path w="21293" h="21600" extrusionOk="0">
                  <a:moveTo>
                    <a:pt x="10550" y="0"/>
                  </a:moveTo>
                  <a:cubicBezTo>
                    <a:pt x="9016" y="1016"/>
                    <a:pt x="7352" y="1878"/>
                    <a:pt x="5590" y="2569"/>
                  </a:cubicBezTo>
                  <a:cubicBezTo>
                    <a:pt x="3838" y="3255"/>
                    <a:pt x="2000" y="3768"/>
                    <a:pt x="112" y="4098"/>
                  </a:cubicBezTo>
                  <a:cubicBezTo>
                    <a:pt x="-307" y="7561"/>
                    <a:pt x="456" y="11054"/>
                    <a:pt x="2309" y="14151"/>
                  </a:cubicBezTo>
                  <a:cubicBezTo>
                    <a:pt x="4182" y="17283"/>
                    <a:pt x="7086" y="19873"/>
                    <a:pt x="10659" y="21600"/>
                  </a:cubicBezTo>
                  <a:cubicBezTo>
                    <a:pt x="13758" y="20218"/>
                    <a:pt x="16326" y="18096"/>
                    <a:pt x="18052" y="15490"/>
                  </a:cubicBezTo>
                  <a:cubicBezTo>
                    <a:pt x="19165" y="13812"/>
                    <a:pt x="19895" y="11987"/>
                    <a:pt x="20406" y="10132"/>
                  </a:cubicBezTo>
                  <a:cubicBezTo>
                    <a:pt x="20944" y="8178"/>
                    <a:pt x="21244" y="6169"/>
                    <a:pt x="21293" y="4138"/>
                  </a:cubicBezTo>
                  <a:cubicBezTo>
                    <a:pt x="19428" y="3686"/>
                    <a:pt x="17604" y="3119"/>
                    <a:pt x="15834" y="2442"/>
                  </a:cubicBezTo>
                  <a:cubicBezTo>
                    <a:pt x="14004" y="1742"/>
                    <a:pt x="12238" y="926"/>
                    <a:pt x="10550" y="0"/>
                  </a:cubicBezTo>
                  <a:close/>
                </a:path>
              </a:pathLst>
            </a:custGeom>
            <a:noFill/>
            <a:ln w="304800" cap="flat">
              <a:solidFill>
                <a:schemeClr val="accent5"/>
              </a:solidFill>
              <a:prstDash val="solid"/>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3" name="Shape 523"/>
            <p:cNvSpPr/>
            <p:nvPr/>
          </p:nvSpPr>
          <p:spPr>
            <a:xfrm>
              <a:off x="545561" y="641674"/>
              <a:ext cx="5815468" cy="6874875"/>
            </a:xfrm>
            <a:custGeom>
              <a:avLst/>
              <a:gdLst/>
              <a:ahLst/>
              <a:cxnLst>
                <a:cxn ang="0">
                  <a:pos x="wd2" y="hd2"/>
                </a:cxn>
                <a:cxn ang="5400000">
                  <a:pos x="wd2" y="hd2"/>
                </a:cxn>
                <a:cxn ang="10800000">
                  <a:pos x="wd2" y="hd2"/>
                </a:cxn>
                <a:cxn ang="16200000">
                  <a:pos x="wd2" y="hd2"/>
                </a:cxn>
              </a:cxnLst>
              <a:rect l="0" t="0" r="r" b="b"/>
              <a:pathLst>
                <a:path w="21293" h="21600" extrusionOk="0">
                  <a:moveTo>
                    <a:pt x="10550" y="0"/>
                  </a:moveTo>
                  <a:cubicBezTo>
                    <a:pt x="9016" y="1016"/>
                    <a:pt x="7352" y="1878"/>
                    <a:pt x="5590" y="2569"/>
                  </a:cubicBezTo>
                  <a:cubicBezTo>
                    <a:pt x="3838" y="3255"/>
                    <a:pt x="2000" y="3768"/>
                    <a:pt x="112" y="4098"/>
                  </a:cubicBezTo>
                  <a:cubicBezTo>
                    <a:pt x="-307" y="7561"/>
                    <a:pt x="456" y="11054"/>
                    <a:pt x="2309" y="14151"/>
                  </a:cubicBezTo>
                  <a:cubicBezTo>
                    <a:pt x="4182" y="17283"/>
                    <a:pt x="7086" y="19873"/>
                    <a:pt x="10659" y="21600"/>
                  </a:cubicBezTo>
                  <a:cubicBezTo>
                    <a:pt x="13758" y="20218"/>
                    <a:pt x="16326" y="18096"/>
                    <a:pt x="18052" y="15490"/>
                  </a:cubicBezTo>
                  <a:cubicBezTo>
                    <a:pt x="19165" y="13812"/>
                    <a:pt x="19895" y="11987"/>
                    <a:pt x="20406" y="10132"/>
                  </a:cubicBezTo>
                  <a:cubicBezTo>
                    <a:pt x="20944" y="8178"/>
                    <a:pt x="21244" y="6169"/>
                    <a:pt x="21293" y="4138"/>
                  </a:cubicBezTo>
                  <a:cubicBezTo>
                    <a:pt x="19428" y="3686"/>
                    <a:pt x="17604" y="3119"/>
                    <a:pt x="15834" y="2442"/>
                  </a:cubicBezTo>
                  <a:cubicBezTo>
                    <a:pt x="14004" y="1742"/>
                    <a:pt x="12238" y="926"/>
                    <a:pt x="10550" y="0"/>
                  </a:cubicBezTo>
                  <a:close/>
                </a:path>
              </a:pathLst>
            </a:custGeom>
            <a:noFill/>
            <a:ln w="177800" cap="flat">
              <a:solidFill>
                <a:schemeClr val="accent5"/>
              </a:solidFill>
              <a:prstDash val="solid"/>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4" name="Shape 524"/>
            <p:cNvSpPr/>
            <p:nvPr/>
          </p:nvSpPr>
          <p:spPr>
            <a:xfrm>
              <a:off x="954611" y="1090388"/>
              <a:ext cx="2402363" cy="3030191"/>
            </a:xfrm>
            <a:custGeom>
              <a:avLst/>
              <a:gdLst/>
              <a:ahLst/>
              <a:cxnLst>
                <a:cxn ang="0">
                  <a:pos x="wd2" y="hd2"/>
                </a:cxn>
                <a:cxn ang="5400000">
                  <a:pos x="wd2" y="hd2"/>
                </a:cxn>
                <a:cxn ang="10800000">
                  <a:pos x="wd2" y="hd2"/>
                </a:cxn>
                <a:cxn ang="16200000">
                  <a:pos x="wd2" y="hd2"/>
                </a:cxn>
              </a:cxnLst>
              <a:rect l="0" t="0" r="r" b="b"/>
              <a:pathLst>
                <a:path w="21541" h="21600" extrusionOk="0">
                  <a:moveTo>
                    <a:pt x="111" y="7827"/>
                  </a:moveTo>
                  <a:cubicBezTo>
                    <a:pt x="3990" y="7234"/>
                    <a:pt x="7765" y="6273"/>
                    <a:pt x="11357" y="4966"/>
                  </a:cubicBezTo>
                  <a:cubicBezTo>
                    <a:pt x="14991" y="3644"/>
                    <a:pt x="18411" y="1976"/>
                    <a:pt x="21541" y="0"/>
                  </a:cubicBezTo>
                  <a:lnTo>
                    <a:pt x="21541" y="21600"/>
                  </a:lnTo>
                  <a:lnTo>
                    <a:pt x="1545" y="21600"/>
                  </a:lnTo>
                  <a:cubicBezTo>
                    <a:pt x="875" y="19278"/>
                    <a:pt x="421" y="16919"/>
                    <a:pt x="187" y="14544"/>
                  </a:cubicBezTo>
                  <a:cubicBezTo>
                    <a:pt x="-34" y="12309"/>
                    <a:pt x="-59" y="10065"/>
                    <a:pt x="111" y="7827"/>
                  </a:cubicBezTo>
                  <a:close/>
                </a:path>
              </a:pathLst>
            </a:custGeom>
            <a:solidFill>
              <a:schemeClr val="accent1"/>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5" name="Shape 525"/>
            <p:cNvSpPr/>
            <p:nvPr/>
          </p:nvSpPr>
          <p:spPr>
            <a:xfrm>
              <a:off x="3551011" y="1116085"/>
              <a:ext cx="2391400" cy="298676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392" y="1699"/>
                    <a:pt x="6929" y="3205"/>
                    <a:pt x="10585" y="4507"/>
                  </a:cubicBezTo>
                  <a:cubicBezTo>
                    <a:pt x="14160" y="5780"/>
                    <a:pt x="17840" y="6855"/>
                    <a:pt x="21600" y="7724"/>
                  </a:cubicBezTo>
                  <a:cubicBezTo>
                    <a:pt x="21577" y="9984"/>
                    <a:pt x="21426" y="12241"/>
                    <a:pt x="21147" y="14490"/>
                  </a:cubicBezTo>
                  <a:cubicBezTo>
                    <a:pt x="20852" y="16875"/>
                    <a:pt x="20413" y="19248"/>
                    <a:pt x="19833" y="21600"/>
                  </a:cubicBezTo>
                  <a:lnTo>
                    <a:pt x="184" y="21600"/>
                  </a:lnTo>
                  <a:lnTo>
                    <a:pt x="0" y="0"/>
                  </a:lnTo>
                  <a:close/>
                </a:path>
              </a:pathLst>
            </a:custGeom>
            <a:solidFill>
              <a:schemeClr val="accent2"/>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6" name="Shape 526"/>
            <p:cNvSpPr/>
            <p:nvPr/>
          </p:nvSpPr>
          <p:spPr>
            <a:xfrm>
              <a:off x="1213429" y="4289875"/>
              <a:ext cx="2119994" cy="270462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cubicBezTo>
                    <a:pt x="16474" y="19204"/>
                    <a:pt x="11955" y="16088"/>
                    <a:pt x="8268" y="12410"/>
                  </a:cubicBezTo>
                  <a:cubicBezTo>
                    <a:pt x="4558" y="8709"/>
                    <a:pt x="1755" y="4501"/>
                    <a:pt x="0" y="0"/>
                  </a:cubicBezTo>
                  <a:close/>
                </a:path>
              </a:pathLst>
            </a:custGeom>
            <a:solidFill>
              <a:schemeClr val="accent3"/>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7" name="Shape 527"/>
            <p:cNvSpPr/>
            <p:nvPr/>
          </p:nvSpPr>
          <p:spPr>
            <a:xfrm>
              <a:off x="3597286" y="4313711"/>
              <a:ext cx="2042834" cy="26450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cubicBezTo>
                    <a:pt x="20097" y="4711"/>
                    <a:pt x="17304" y="9119"/>
                    <a:pt x="13408" y="12926"/>
                  </a:cubicBezTo>
                  <a:cubicBezTo>
                    <a:pt x="9782" y="16471"/>
                    <a:pt x="5274" y="19420"/>
                    <a:pt x="151" y="21600"/>
                  </a:cubicBezTo>
                  <a:lnTo>
                    <a:pt x="0" y="0"/>
                  </a:lnTo>
                  <a:close/>
                </a:path>
              </a:pathLst>
            </a:custGeom>
            <a:solidFill>
              <a:schemeClr val="accent4"/>
            </a:solidFill>
            <a:ln w="12700" cap="flat">
              <a:noFill/>
              <a:miter lim="400000"/>
            </a:ln>
            <a:effectLst/>
          </p:spPr>
          <p:txBody>
            <a:bodyPr wrap="square" lIns="0" tIns="0" rIns="0" bIns="0" numCol="1" anchor="ctr">
              <a:noAutofit/>
            </a:bodyPr>
            <a:lstStyle/>
            <a:p>
              <a:pPr lvl="0">
                <a:lnSpc>
                  <a:spcPct val="120000"/>
                </a:lnSpc>
                <a:defRPr sz="3600">
                  <a:solidFill>
                    <a:srgbClr val="FFFFFF"/>
                  </a:solidFill>
                </a:defRPr>
              </a:pPr>
              <a:endParaRPr sz="3213">
                <a:latin typeface="Arial" panose="020B0604020202020204" pitchFamily="34" charset="0"/>
                <a:ea typeface="微软雅黑" panose="020B0503020204020204" pitchFamily="34" charset="-122"/>
                <a:sym typeface="Arial" panose="020B0604020202020204" pitchFamily="34" charset="0"/>
              </a:endParaRPr>
            </a:p>
          </p:txBody>
        </p:sp>
        <p:sp>
          <p:nvSpPr>
            <p:cNvPr id="528" name="Shape 528"/>
            <p:cNvSpPr/>
            <p:nvPr/>
          </p:nvSpPr>
          <p:spPr>
            <a:xfrm>
              <a:off x="4151525" y="4739314"/>
              <a:ext cx="574660" cy="744473"/>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400">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1799" dirty="0">
                  <a:solidFill>
                    <a:schemeClr val="bg1"/>
                  </a:solidFill>
                  <a:latin typeface="Arial" panose="020B0604020202020204" pitchFamily="34" charset="0"/>
                  <a:ea typeface="微软雅黑" panose="020B0503020204020204" pitchFamily="34" charset="-122"/>
                  <a:sym typeface="Arial" panose="020B0604020202020204" pitchFamily="34" charset="0"/>
                </a:rPr>
                <a:t>04</a:t>
              </a:r>
              <a:endParaRPr sz="179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29" name="Shape 529"/>
            <p:cNvSpPr/>
            <p:nvPr/>
          </p:nvSpPr>
          <p:spPr>
            <a:xfrm>
              <a:off x="4218652" y="2492050"/>
              <a:ext cx="574660" cy="744473"/>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5400">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1799" dirty="0">
                  <a:solidFill>
                    <a:schemeClr val="bg1"/>
                  </a:solidFill>
                  <a:latin typeface="Arial" panose="020B0604020202020204" pitchFamily="34" charset="0"/>
                  <a:ea typeface="微软雅黑" panose="020B0503020204020204" pitchFamily="34" charset="-122"/>
                  <a:sym typeface="Arial" panose="020B0604020202020204" pitchFamily="34" charset="0"/>
                </a:rPr>
                <a:t>02</a:t>
              </a:r>
              <a:endParaRPr sz="179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30" name="Shape 530"/>
            <p:cNvSpPr/>
            <p:nvPr/>
          </p:nvSpPr>
          <p:spPr>
            <a:xfrm>
              <a:off x="1915224" y="2492048"/>
              <a:ext cx="574660" cy="744473"/>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400">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1799" dirty="0">
                  <a:solidFill>
                    <a:schemeClr val="bg1"/>
                  </a:solidFill>
                  <a:latin typeface="Arial" panose="020B0604020202020204" pitchFamily="34" charset="0"/>
                  <a:ea typeface="微软雅黑" panose="020B0503020204020204" pitchFamily="34" charset="-122"/>
                  <a:sym typeface="Arial" panose="020B0604020202020204" pitchFamily="34" charset="0"/>
                </a:rPr>
                <a:t>01</a:t>
              </a:r>
              <a:endParaRPr sz="179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31" name="Shape 531"/>
            <p:cNvSpPr/>
            <p:nvPr/>
          </p:nvSpPr>
          <p:spPr>
            <a:xfrm>
              <a:off x="2033157" y="4739307"/>
              <a:ext cx="574660" cy="744473"/>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4400">
                  <a:solidFill>
                    <a:srgbClr val="F9FAFC"/>
                  </a:solidFill>
                  <a:latin typeface="FontAwesome"/>
                  <a:ea typeface="FontAwesome"/>
                  <a:cs typeface="FontAwesome"/>
                  <a:sym typeface="FontAwesome"/>
                </a:defRPr>
              </a:lvl1pPr>
            </a:lstStyle>
            <a:p>
              <a:pPr lvl="0">
                <a:lnSpc>
                  <a:spcPct val="120000"/>
                </a:lnSpc>
                <a:defRPr sz="1800">
                  <a:solidFill>
                    <a:srgbClr val="000000"/>
                  </a:solidFill>
                </a:defRPr>
              </a:pPr>
              <a:r>
                <a:rPr lang="en-US" sz="1799" dirty="0">
                  <a:solidFill>
                    <a:schemeClr val="bg1"/>
                  </a:solidFill>
                  <a:latin typeface="Arial" panose="020B0604020202020204" pitchFamily="34" charset="0"/>
                  <a:ea typeface="微软雅黑" panose="020B0503020204020204" pitchFamily="34" charset="-122"/>
                  <a:sym typeface="Arial" panose="020B0604020202020204" pitchFamily="34" charset="0"/>
                </a:rPr>
                <a:t>03</a:t>
              </a:r>
              <a:endParaRPr sz="1799"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 name="Group 536"/>
          <p:cNvGrpSpPr/>
          <p:nvPr/>
        </p:nvGrpSpPr>
        <p:grpSpPr>
          <a:xfrm>
            <a:off x="7068897" y="2305362"/>
            <a:ext cx="3391461" cy="856000"/>
            <a:chOff x="0" y="78668"/>
            <a:chExt cx="7598797" cy="1917927"/>
          </a:xfrm>
        </p:grpSpPr>
        <p:sp>
          <p:nvSpPr>
            <p:cNvPr id="533" name="Shape 533"/>
            <p:cNvSpPr/>
            <p:nvPr/>
          </p:nvSpPr>
          <p:spPr>
            <a:xfrm>
              <a:off x="0" y="314108"/>
              <a:ext cx="3573434" cy="109328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4460" y="0"/>
                  </a:lnTo>
                  <a:lnTo>
                    <a:pt x="21600" y="0"/>
                  </a:lnTo>
                </a:path>
              </a:pathLst>
            </a:custGeom>
            <a:noFill/>
            <a:ln w="12700" cap="flat">
              <a:solidFill>
                <a:schemeClr val="bg1">
                  <a:lumMod val="65000"/>
                </a:schemeClr>
              </a:solidFill>
              <a:prstDash val="solid"/>
              <a:miter lim="400000"/>
              <a:headEnd type="oval" w="med" len="med"/>
              <a:tailEnd type="oval" w="med" len="med"/>
            </a:ln>
            <a:effectLst/>
          </p:spPr>
          <p:txBody>
            <a:bodyPr wrap="square" lIns="0" tIns="0" rIns="0" bIns="0" numCol="1" anchor="ctr">
              <a:noAutofit/>
            </a:bodyPr>
            <a:lstStyle/>
            <a:p>
              <a:pPr lvl="0">
                <a:lnSpc>
                  <a:spcPct val="120000"/>
                </a:lnSpc>
                <a:defRPr sz="3600">
                  <a:solidFill>
                    <a:srgbClr val="FFFFFF"/>
                  </a:solidFill>
                </a:defRPr>
              </a:pPr>
              <a:endParaRPr sz="3199">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4" name="Shape 534"/>
            <p:cNvSpPr/>
            <p:nvPr/>
          </p:nvSpPr>
          <p:spPr>
            <a:xfrm>
              <a:off x="3758162" y="78668"/>
              <a:ext cx="2815842" cy="57925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3800">
                  <a:solidFill>
                    <a:srgbClr val="809D2C"/>
                  </a:solidFill>
                  <a:latin typeface="STIXGeneral-Bold"/>
                  <a:ea typeface="STIXGeneral-Bold"/>
                  <a:cs typeface="STIXGeneral-Bold"/>
                  <a:sym typeface="STIXGeneral-Bold"/>
                </a:defRPr>
              </a:lvl1pPr>
            </a:lstStyle>
            <a:p>
              <a:pPr lvl="0">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5" name="Shape 535"/>
            <p:cNvSpPr/>
            <p:nvPr/>
          </p:nvSpPr>
          <p:spPr>
            <a:xfrm>
              <a:off x="3776857" y="672573"/>
              <a:ext cx="3821940" cy="132402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t">
              <a:spAutoFit/>
            </a:bodyPr>
            <a:lstStyle>
              <a:lvl1pPr algn="l" defTabSz="457200">
                <a:defRPr sz="1800">
                  <a:solidFill>
                    <a:srgbClr val="828589"/>
                  </a:solidFill>
                  <a:latin typeface="STIXGeneral-Bold"/>
                  <a:ea typeface="STIXGeneral-Bold"/>
                  <a:cs typeface="STIXGeneral-Bold"/>
                  <a:sym typeface="STIXGeneral-Bold"/>
                </a:defRPr>
              </a:lvl1pPr>
            </a:lstStyle>
            <a:p>
              <a:pPr lvl="0" algn="just">
                <a:lnSpc>
                  <a:spcPct val="120000"/>
                </a:lnSpc>
                <a:defRPr>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 name="Group 540"/>
          <p:cNvGrpSpPr/>
          <p:nvPr/>
        </p:nvGrpSpPr>
        <p:grpSpPr>
          <a:xfrm>
            <a:off x="7118067" y="4787571"/>
            <a:ext cx="3342293" cy="856002"/>
            <a:chOff x="0" y="78670"/>
            <a:chExt cx="7488630" cy="1917932"/>
          </a:xfrm>
        </p:grpSpPr>
        <p:sp>
          <p:nvSpPr>
            <p:cNvPr id="537" name="Shape 537"/>
            <p:cNvSpPr/>
            <p:nvPr/>
          </p:nvSpPr>
          <p:spPr>
            <a:xfrm>
              <a:off x="0" y="223794"/>
              <a:ext cx="3412455" cy="9393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8" y="21600"/>
                  </a:lnTo>
                  <a:lnTo>
                    <a:pt x="21600" y="21600"/>
                  </a:lnTo>
                </a:path>
              </a:pathLst>
            </a:custGeom>
            <a:noFill/>
            <a:ln w="12700" cap="flat">
              <a:solidFill>
                <a:schemeClr val="bg1">
                  <a:lumMod val="65000"/>
                </a:schemeClr>
              </a:solidFill>
              <a:prstDash val="solid"/>
              <a:miter lim="400000"/>
              <a:headEnd type="oval" w="med" len="med"/>
              <a:tailEnd type="oval" w="med" len="med"/>
            </a:ln>
            <a:effectLst/>
          </p:spPr>
          <p:txBody>
            <a:bodyPr wrap="square" lIns="0" tIns="0" rIns="0" bIns="0" numCol="1" anchor="ctr">
              <a:noAutofit/>
            </a:bodyPr>
            <a:lstStyle/>
            <a:p>
              <a:pPr lvl="0">
                <a:lnSpc>
                  <a:spcPct val="120000"/>
                </a:lnSpc>
                <a:defRPr sz="3600">
                  <a:solidFill>
                    <a:srgbClr val="FFFFFF"/>
                  </a:solidFill>
                </a:defRPr>
              </a:pPr>
              <a:endParaRPr sz="3199">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8" name="Shape 538"/>
            <p:cNvSpPr/>
            <p:nvPr/>
          </p:nvSpPr>
          <p:spPr>
            <a:xfrm>
              <a:off x="3652011" y="78670"/>
              <a:ext cx="2815841" cy="57925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defRPr sz="3800">
                  <a:solidFill>
                    <a:srgbClr val="FBBE48"/>
                  </a:solidFill>
                  <a:latin typeface="STIXGeneral-Bold"/>
                  <a:ea typeface="STIXGeneral-Bold"/>
                  <a:cs typeface="STIXGeneral-Bold"/>
                  <a:sym typeface="STIXGeneral-Bold"/>
                </a:defRPr>
              </a:lvl1pPr>
            </a:lstStyle>
            <a:p>
              <a:pPr lvl="0">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9" name="Shape 539"/>
            <p:cNvSpPr/>
            <p:nvPr/>
          </p:nvSpPr>
          <p:spPr>
            <a:xfrm>
              <a:off x="3670711" y="672580"/>
              <a:ext cx="3817919" cy="132402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t">
              <a:spAutoFit/>
            </a:bodyPr>
            <a:lstStyle>
              <a:lvl1pPr algn="l" defTabSz="457200">
                <a:defRPr sz="1800">
                  <a:solidFill>
                    <a:srgbClr val="828589"/>
                  </a:solidFill>
                  <a:latin typeface="STIXGeneral-Bold"/>
                  <a:ea typeface="STIXGeneral-Bold"/>
                  <a:cs typeface="STIXGeneral-Bold"/>
                  <a:sym typeface="STIXGeneral-Bold"/>
                </a:defRPr>
              </a:lvl1pPr>
            </a:lstStyle>
            <a:p>
              <a:pPr lvl="0" algn="just">
                <a:lnSpc>
                  <a:spcPct val="120000"/>
                </a:lnSpc>
                <a:defRPr>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 name="Group 544"/>
          <p:cNvGrpSpPr/>
          <p:nvPr/>
        </p:nvGrpSpPr>
        <p:grpSpPr>
          <a:xfrm>
            <a:off x="2470003" y="2305365"/>
            <a:ext cx="3463178" cy="856000"/>
            <a:chOff x="660839" y="78674"/>
            <a:chExt cx="7759478" cy="1917923"/>
          </a:xfrm>
        </p:grpSpPr>
        <p:sp>
          <p:nvSpPr>
            <p:cNvPr id="541" name="Shape 541"/>
            <p:cNvSpPr/>
            <p:nvPr/>
          </p:nvSpPr>
          <p:spPr>
            <a:xfrm>
              <a:off x="4517055" y="317067"/>
              <a:ext cx="3903262" cy="1098888"/>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7263" y="0"/>
                  </a:lnTo>
                  <a:lnTo>
                    <a:pt x="0" y="0"/>
                  </a:lnTo>
                </a:path>
              </a:pathLst>
            </a:custGeom>
            <a:noFill/>
            <a:ln w="12700" cap="flat">
              <a:solidFill>
                <a:schemeClr val="bg1">
                  <a:lumMod val="65000"/>
                </a:schemeClr>
              </a:solidFill>
              <a:prstDash val="solid"/>
              <a:miter lim="400000"/>
              <a:headEnd type="oval" w="med" len="med"/>
              <a:tailEnd type="oval" w="med" len="med"/>
            </a:ln>
            <a:effectLst/>
          </p:spPr>
          <p:txBody>
            <a:bodyPr wrap="square" lIns="0" tIns="0" rIns="0" bIns="0" numCol="1" anchor="ctr">
              <a:noAutofit/>
            </a:bodyPr>
            <a:lstStyle/>
            <a:p>
              <a:pPr lvl="0">
                <a:lnSpc>
                  <a:spcPct val="120000"/>
                </a:lnSpc>
                <a:defRPr sz="3600">
                  <a:solidFill>
                    <a:srgbClr val="FFFFFF"/>
                  </a:solidFill>
                </a:defRPr>
              </a:pPr>
              <a:endParaRPr sz="3199">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2" name="Shape 542"/>
            <p:cNvSpPr/>
            <p:nvPr/>
          </p:nvSpPr>
          <p:spPr>
            <a:xfrm>
              <a:off x="1528992" y="78674"/>
              <a:ext cx="2815840" cy="579257"/>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lgn="r">
                <a:defRPr sz="3800">
                  <a:solidFill>
                    <a:srgbClr val="CD321B"/>
                  </a:solidFill>
                  <a:latin typeface="STIXGeneral-Bold"/>
                  <a:ea typeface="STIXGeneral-Bold"/>
                  <a:cs typeface="STIXGeneral-Bold"/>
                  <a:sym typeface="STIXGeneral-Bold"/>
                </a:defRPr>
              </a:lvl1pPr>
            </a:lstStyle>
            <a:p>
              <a:pPr lvl="0">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3" name="Shape 543"/>
            <p:cNvSpPr/>
            <p:nvPr/>
          </p:nvSpPr>
          <p:spPr>
            <a:xfrm>
              <a:off x="660839" y="672578"/>
              <a:ext cx="3666312" cy="132401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t">
              <a:spAutoFit/>
            </a:bodyPr>
            <a:lstStyle>
              <a:lvl1pPr algn="r" defTabSz="457200">
                <a:defRPr sz="1800">
                  <a:solidFill>
                    <a:srgbClr val="828589"/>
                  </a:solidFill>
                  <a:latin typeface="STIXGeneral-Bold"/>
                  <a:ea typeface="STIXGeneral-Bold"/>
                  <a:cs typeface="STIXGeneral-Bold"/>
                  <a:sym typeface="STIXGeneral-Bold"/>
                </a:defRPr>
              </a:lvl1pPr>
            </a:lstStyle>
            <a:p>
              <a:pPr lvl="0">
                <a:lnSpc>
                  <a:spcPct val="120000"/>
                </a:lnSpc>
                <a:defRPr>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 name="Group 548"/>
          <p:cNvGrpSpPr/>
          <p:nvPr/>
        </p:nvGrpSpPr>
        <p:grpSpPr>
          <a:xfrm>
            <a:off x="2470002" y="4843743"/>
            <a:ext cx="3398391" cy="940614"/>
            <a:chOff x="669677" y="0"/>
            <a:chExt cx="7614322" cy="2107510"/>
          </a:xfrm>
        </p:grpSpPr>
        <p:sp>
          <p:nvSpPr>
            <p:cNvPr id="545" name="Shape 545"/>
            <p:cNvSpPr/>
            <p:nvPr/>
          </p:nvSpPr>
          <p:spPr>
            <a:xfrm>
              <a:off x="4567152" y="0"/>
              <a:ext cx="3716847" cy="103806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229" y="21600"/>
                  </a:lnTo>
                  <a:lnTo>
                    <a:pt x="0" y="21600"/>
                  </a:lnTo>
                </a:path>
              </a:pathLst>
            </a:custGeom>
            <a:noFill/>
            <a:ln w="12700" cap="flat">
              <a:solidFill>
                <a:schemeClr val="bg1">
                  <a:lumMod val="65000"/>
                </a:schemeClr>
              </a:solidFill>
              <a:prstDash val="solid"/>
              <a:miter lim="400000"/>
              <a:headEnd type="oval" w="med" len="med"/>
              <a:tailEnd type="oval" w="med" len="med"/>
            </a:ln>
            <a:effectLst/>
          </p:spPr>
          <p:txBody>
            <a:bodyPr wrap="square" lIns="0" tIns="0" rIns="0" bIns="0" numCol="1" anchor="ctr">
              <a:noAutofit/>
            </a:bodyPr>
            <a:lstStyle/>
            <a:p>
              <a:pPr lvl="0">
                <a:lnSpc>
                  <a:spcPct val="120000"/>
                </a:lnSpc>
                <a:defRPr sz="3600">
                  <a:solidFill>
                    <a:srgbClr val="FFFFFF"/>
                  </a:solidFill>
                </a:defRPr>
              </a:pPr>
              <a:endParaRPr sz="3199">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6" name="Shape 546"/>
            <p:cNvSpPr/>
            <p:nvPr/>
          </p:nvSpPr>
          <p:spPr>
            <a:xfrm>
              <a:off x="1503589" y="189581"/>
              <a:ext cx="2815841" cy="57925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0" tIns="0" rIns="0" bIns="0" numCol="1" anchor="ctr">
              <a:spAutoFit/>
            </a:bodyPr>
            <a:lstStyle>
              <a:lvl1pPr algn="r">
                <a:defRPr sz="3800">
                  <a:solidFill>
                    <a:srgbClr val="3A9A87"/>
                  </a:solidFill>
                  <a:latin typeface="STIXGeneral-Bold"/>
                  <a:ea typeface="STIXGeneral-Bold"/>
                  <a:cs typeface="STIXGeneral-Bold"/>
                  <a:sym typeface="STIXGeneral-Bold"/>
                </a:defRPr>
              </a:lvl1pPr>
            </a:lstStyle>
            <a:p>
              <a:pPr>
                <a:lnSpc>
                  <a:spcPct val="120000"/>
                </a:lnSpc>
                <a:defRPr sz="1800">
                  <a:solidFill>
                    <a:srgbClr val="000000"/>
                  </a:solidFill>
                </a:defRPr>
              </a:pPr>
              <a:r>
                <a:rPr lang="zh-CN" altLang="en-US"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请替换文字内容</a:t>
              </a:r>
              <a:endParaRPr sz="14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7" name="Shape 547"/>
            <p:cNvSpPr/>
            <p:nvPr/>
          </p:nvSpPr>
          <p:spPr>
            <a:xfrm>
              <a:off x="669677" y="783489"/>
              <a:ext cx="3657477" cy="132402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t">
              <a:spAutoFit/>
            </a:bodyPr>
            <a:lstStyle>
              <a:lvl1pPr algn="r" defTabSz="457200">
                <a:defRPr sz="1800">
                  <a:solidFill>
                    <a:srgbClr val="828589"/>
                  </a:solidFill>
                  <a:latin typeface="STIXGeneral-Bold"/>
                  <a:ea typeface="STIXGeneral-Bold"/>
                  <a:cs typeface="STIXGeneral-Bold"/>
                  <a:sym typeface="STIXGeneral-Bold"/>
                </a:defRPr>
              </a:lvl1pPr>
            </a:lstStyle>
            <a:p>
              <a:pPr lvl="0">
                <a:lnSpc>
                  <a:spcPct val="120000"/>
                </a:lnSpc>
                <a:defRPr>
                  <a:solidFill>
                    <a:srgbClr val="000000"/>
                  </a:solidFill>
                </a:defRPr>
              </a:pPr>
              <a:r>
                <a:rPr lang="en-US" altLang="zh-CN"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rPr>
                <a:t>Please replace text, click add relevant headline, modify the text content, also can copy your content to this directly.</a:t>
              </a:r>
              <a:endParaRPr sz="800" dirty="0">
                <a:solidFill>
                  <a:schemeClr val="bg1">
                    <a:lumMod val="65000"/>
                  </a:schemeClr>
                </a:solidFill>
                <a:latin typeface="Arial" panose="020B0604020202020204" pitchFamily="34" charset="0"/>
                <a:ea typeface="微软雅黑"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2505150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32" fill="hold" grpId="0" nodeType="clickEffect">
                                  <p:stCondLst>
                                    <p:cond delay="0"/>
                                  </p:stCondLst>
                                  <p:iterate>
                                    <p:tmAbs val="0"/>
                                  </p:iterate>
                                  <p:childTnLst>
                                    <p:set>
                                      <p:cBhvr>
                                        <p:cTn id="6" fill="hold"/>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2" fill="hold" grpId="0" nodeType="clickEffect">
                                  <p:stCondLst>
                                    <p:cond delay="0"/>
                                  </p:stCondLst>
                                  <p:iterate>
                                    <p:tmAbs val="0"/>
                                  </p:iterate>
                                  <p:childTnLst>
                                    <p:set>
                                      <p:cBhvr>
                                        <p:cTn id="12" fill="hold"/>
                                        <p:tgtEl>
                                          <p:spTgt spid="5"/>
                                        </p:tgtEl>
                                        <p:attrNameLst>
                                          <p:attrName>style.visibility</p:attrName>
                                        </p:attrNameLst>
                                      </p:cBhvr>
                                      <p:to>
                                        <p:strVal val="visible"/>
                                      </p:to>
                                    </p:set>
                                    <p:animEffect transition="in" filter="wipe(right)">
                                      <p:cBhvr>
                                        <p:cTn id="13" dur="10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iterate>
                                    <p:tmAbs val="0"/>
                                  </p:iterate>
                                  <p:childTnLst>
                                    <p:set>
                                      <p:cBhvr>
                                        <p:cTn id="17" fill="hold"/>
                                        <p:tgtEl>
                                          <p:spTgt spid="3"/>
                                        </p:tgtEl>
                                        <p:attrNameLst>
                                          <p:attrName>style.visibility</p:attrName>
                                        </p:attrNameLst>
                                      </p:cBhvr>
                                      <p:to>
                                        <p:strVal val="visible"/>
                                      </p:to>
                                    </p:set>
                                    <p:animEffect transition="in" filter="wipe(left)">
                                      <p:cBhvr>
                                        <p:cTn id="18" dur="10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iterate>
                                    <p:tmAbs val="0"/>
                                  </p:iterate>
                                  <p:childTnLst>
                                    <p:set>
                                      <p:cBhvr>
                                        <p:cTn id="22" fill="hold"/>
                                        <p:tgtEl>
                                          <p:spTgt spid="4"/>
                                        </p:tgtEl>
                                        <p:attrNameLst>
                                          <p:attrName>style.visibility</p:attrName>
                                        </p:attrNameLst>
                                      </p:cBhvr>
                                      <p:to>
                                        <p:strVal val="visible"/>
                                      </p:to>
                                    </p:set>
                                    <p:animEffect transition="in" filter="wipe(left)">
                                      <p:cBhvr>
                                        <p:cTn id="23" dur="10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grpId="0" nodeType="clickEffect">
                                  <p:stCondLst>
                                    <p:cond delay="0"/>
                                  </p:stCondLst>
                                  <p:iterate>
                                    <p:tmAbs val="0"/>
                                  </p:iterate>
                                  <p:childTnLst>
                                    <p:set>
                                      <p:cBhvr>
                                        <p:cTn id="27" fill="hold"/>
                                        <p:tgtEl>
                                          <p:spTgt spid="6"/>
                                        </p:tgtEl>
                                        <p:attrNameLst>
                                          <p:attrName>style.visibility</p:attrName>
                                        </p:attrNameLst>
                                      </p:cBhvr>
                                      <p:to>
                                        <p:strVal val="visible"/>
                                      </p:to>
                                    </p:set>
                                    <p:animEffect transition="in" filter="wipe(right)">
                                      <p:cBhvr>
                                        <p:cTn id="28"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advAuto="0"/>
      <p:bldP spid="3" grpId="0" advAuto="0"/>
      <p:bldP spid="4" grpId="0" advAuto="0"/>
      <p:bldP spid="5" grpId="0" advAuto="0"/>
      <p:bldP spid="6" grpId="0" advAuto="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五边形 2"/>
          <p:cNvSpPr/>
          <p:nvPr/>
        </p:nvSpPr>
        <p:spPr>
          <a:xfrm>
            <a:off x="862035" y="1999671"/>
            <a:ext cx="11097217" cy="442916"/>
          </a:xfrm>
          <a:prstGeom prst="homePlate">
            <a:avLst/>
          </a:prstGeom>
          <a:solidFill>
            <a:schemeClr val="accent1"/>
          </a:solidFill>
          <a:ln>
            <a:noFill/>
          </a:ln>
          <a:effectLst/>
          <a:scene3d>
            <a:camera prst="orthographicFront">
              <a:rot lat="0" lon="0" rev="0"/>
            </a:camera>
            <a:lightRig rig="contrasting" dir="t">
              <a:rot lat="0" lon="0" rev="1500000"/>
            </a:lightRig>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128544" tIns="64272" rIns="128544" bIns="64272" rtlCol="0" anchor="ctr"/>
          <a:lstStyle/>
          <a:p>
            <a:r>
              <a:rPr lang="en-US" altLang="zh-CN" sz="2249" dirty="0">
                <a:latin typeface="+mj-lt"/>
              </a:rPr>
              <a:t>01</a:t>
            </a:r>
            <a:endParaRPr lang="zh-CN" altLang="en-US" sz="2249" dirty="0">
              <a:latin typeface="+mj-lt"/>
            </a:endParaRPr>
          </a:p>
        </p:txBody>
      </p:sp>
      <p:sp>
        <p:nvSpPr>
          <p:cNvPr id="4" name="五边形 3"/>
          <p:cNvSpPr/>
          <p:nvPr/>
        </p:nvSpPr>
        <p:spPr>
          <a:xfrm>
            <a:off x="3636336" y="2441499"/>
            <a:ext cx="8322914" cy="442916"/>
          </a:xfrm>
          <a:prstGeom prst="homePlate">
            <a:avLst/>
          </a:prstGeom>
          <a:solidFill>
            <a:schemeClr val="accent2"/>
          </a:solidFill>
          <a:ln>
            <a:noFill/>
          </a:ln>
          <a:effectLst/>
          <a:scene3d>
            <a:camera prst="orthographicFront">
              <a:rot lat="0" lon="0" rev="0"/>
            </a:camera>
            <a:lightRig rig="contrasting" dir="t">
              <a:rot lat="0" lon="0" rev="1500000"/>
            </a:lightRig>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128544" tIns="64272" rIns="128544" bIns="64272" rtlCol="0" anchor="ctr"/>
          <a:lstStyle/>
          <a:p>
            <a:r>
              <a:rPr lang="en-US" altLang="zh-CN" sz="2249" dirty="0">
                <a:latin typeface="+mj-lt"/>
              </a:rPr>
              <a:t>02</a:t>
            </a:r>
            <a:endParaRPr lang="zh-CN" altLang="en-US" sz="2249" dirty="0">
              <a:latin typeface="+mj-lt"/>
            </a:endParaRPr>
          </a:p>
        </p:txBody>
      </p:sp>
      <p:sp>
        <p:nvSpPr>
          <p:cNvPr id="5" name="五边形 4"/>
          <p:cNvSpPr/>
          <p:nvPr/>
        </p:nvSpPr>
        <p:spPr>
          <a:xfrm>
            <a:off x="6410640" y="2884416"/>
            <a:ext cx="5548608" cy="442916"/>
          </a:xfrm>
          <a:prstGeom prst="homePlate">
            <a:avLst/>
          </a:prstGeom>
          <a:solidFill>
            <a:schemeClr val="accent3"/>
          </a:solidFill>
          <a:ln>
            <a:noFill/>
          </a:ln>
          <a:effectLst/>
          <a:scene3d>
            <a:camera prst="orthographicFront">
              <a:rot lat="0" lon="0" rev="0"/>
            </a:camera>
            <a:lightRig rig="contrasting" dir="t">
              <a:rot lat="0" lon="0" rev="1500000"/>
            </a:lightRig>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128544" tIns="64272" rIns="128544" bIns="64272" rtlCol="0" anchor="ctr"/>
          <a:lstStyle/>
          <a:p>
            <a:r>
              <a:rPr lang="en-US" altLang="zh-CN" sz="2249" dirty="0">
                <a:latin typeface="+mj-lt"/>
              </a:rPr>
              <a:t>03</a:t>
            </a:r>
            <a:endParaRPr lang="zh-CN" altLang="en-US" sz="2249" dirty="0">
              <a:latin typeface="+mj-lt"/>
            </a:endParaRPr>
          </a:p>
        </p:txBody>
      </p:sp>
      <p:sp>
        <p:nvSpPr>
          <p:cNvPr id="6" name="五边形 5"/>
          <p:cNvSpPr/>
          <p:nvPr/>
        </p:nvSpPr>
        <p:spPr>
          <a:xfrm>
            <a:off x="9184946" y="3327331"/>
            <a:ext cx="2774303" cy="442916"/>
          </a:xfrm>
          <a:prstGeom prst="homePlate">
            <a:avLst/>
          </a:prstGeom>
          <a:solidFill>
            <a:schemeClr val="accent4"/>
          </a:solidFill>
          <a:ln>
            <a:noFill/>
          </a:ln>
          <a:effectLst/>
          <a:scene3d>
            <a:camera prst="orthographicFront">
              <a:rot lat="0" lon="0" rev="0"/>
            </a:camera>
            <a:lightRig rig="contrasting" dir="t">
              <a:rot lat="0" lon="0" rev="1500000"/>
            </a:lightRig>
          </a:scene3d>
          <a:sp3d prstMaterial="metal"/>
        </p:spPr>
        <p:style>
          <a:lnRef idx="2">
            <a:schemeClr val="accent1">
              <a:shade val="50000"/>
            </a:schemeClr>
          </a:lnRef>
          <a:fillRef idx="1">
            <a:schemeClr val="accent1"/>
          </a:fillRef>
          <a:effectRef idx="0">
            <a:schemeClr val="accent1"/>
          </a:effectRef>
          <a:fontRef idx="minor">
            <a:schemeClr val="lt1"/>
          </a:fontRef>
        </p:style>
        <p:txBody>
          <a:bodyPr lIns="128544" tIns="64272" rIns="128544" bIns="64272" rtlCol="0" anchor="ctr"/>
          <a:lstStyle/>
          <a:p>
            <a:r>
              <a:rPr lang="en-US" altLang="zh-CN" sz="2249" dirty="0">
                <a:latin typeface="+mj-lt"/>
              </a:rPr>
              <a:t>04</a:t>
            </a:r>
            <a:endParaRPr lang="zh-CN" altLang="en-US" sz="2249" dirty="0">
              <a:latin typeface="+mj-lt"/>
            </a:endParaRPr>
          </a:p>
        </p:txBody>
      </p:sp>
      <p:sp>
        <p:nvSpPr>
          <p:cNvPr id="7" name="矩形 6"/>
          <p:cNvSpPr/>
          <p:nvPr/>
        </p:nvSpPr>
        <p:spPr>
          <a:xfrm>
            <a:off x="798766" y="3259634"/>
            <a:ext cx="2657139" cy="2482238"/>
          </a:xfrm>
          <a:prstGeom prst="rect">
            <a:avLst/>
          </a:prstGeom>
        </p:spPr>
        <p:txBody>
          <a:bodyPr wrap="square" lIns="128544" tIns="64272" rIns="128544" bIns="64272">
            <a:spAutoFit/>
          </a:bodyPr>
          <a:lstStyle/>
          <a:p>
            <a:pPr>
              <a:lnSpc>
                <a:spcPct val="130000"/>
              </a:lnSpc>
              <a:spcBef>
                <a:spcPts val="843"/>
              </a:spcBef>
            </a:pPr>
            <a:r>
              <a:rPr lang="zh-CN" altLang="en-US" sz="1406" dirty="0">
                <a:solidFill>
                  <a:schemeClr val="tx1">
                    <a:lumMod val="65000"/>
                    <a:lumOff val="35000"/>
                  </a:schemeClr>
                </a:solidFill>
                <a:latin typeface="微软雅黑" pitchFamily="34" charset="-122"/>
                <a:ea typeface="微软雅黑" pitchFamily="34" charset="-122"/>
              </a:rPr>
              <a:t>点击此处添加文本内容点击此处添加文本内容点击此处添加文本内容点击此处添加文本内容点击此处添加文本内容点击此处添加文本内容</a:t>
            </a:r>
          </a:p>
          <a:p>
            <a:pPr>
              <a:lnSpc>
                <a:spcPct val="130000"/>
              </a:lnSpc>
              <a:spcBef>
                <a:spcPts val="843"/>
              </a:spcBef>
            </a:pPr>
            <a:r>
              <a:rPr lang="zh-CN" altLang="en-US" sz="1406" dirty="0">
                <a:solidFill>
                  <a:schemeClr val="tx1">
                    <a:lumMod val="65000"/>
                    <a:lumOff val="35000"/>
                  </a:schemeClr>
                </a:solidFill>
                <a:latin typeface="微软雅黑" pitchFamily="34" charset="-122"/>
                <a:ea typeface="微软雅黑" pitchFamily="34" charset="-122"/>
              </a:rPr>
              <a:t>点击此处添加文本内容点击此处添加文本内容点击此处添加文本内容</a:t>
            </a:r>
          </a:p>
        </p:txBody>
      </p:sp>
      <p:sp>
        <p:nvSpPr>
          <p:cNvPr id="8" name="矩形 7"/>
          <p:cNvSpPr/>
          <p:nvPr/>
        </p:nvSpPr>
        <p:spPr>
          <a:xfrm>
            <a:off x="798765" y="2705886"/>
            <a:ext cx="2657139" cy="432639"/>
          </a:xfrm>
          <a:prstGeom prst="rect">
            <a:avLst/>
          </a:prstGeom>
        </p:spPr>
        <p:txBody>
          <a:bodyPr wrap="square" lIns="128544" tIns="64272" rIns="128544" bIns="64272">
            <a:spAutoFit/>
          </a:bodyPr>
          <a:lstStyle/>
          <a:p>
            <a:r>
              <a:rPr lang="en-US" altLang="zh-CN" sz="1968" b="1" dirty="0">
                <a:solidFill>
                  <a:schemeClr val="tx1">
                    <a:lumMod val="65000"/>
                    <a:lumOff val="35000"/>
                  </a:schemeClr>
                </a:solidFill>
                <a:latin typeface="微软雅黑" pitchFamily="34" charset="-122"/>
                <a:ea typeface="微软雅黑" pitchFamily="34" charset="-122"/>
              </a:rPr>
              <a:t>01.</a:t>
            </a:r>
            <a:r>
              <a:rPr lang="zh-CN" altLang="en-US" sz="1968" b="1" dirty="0">
                <a:solidFill>
                  <a:schemeClr val="tx1">
                    <a:lumMod val="65000"/>
                    <a:lumOff val="35000"/>
                  </a:schemeClr>
                </a:solidFill>
                <a:latin typeface="微软雅黑" pitchFamily="34" charset="-122"/>
                <a:ea typeface="微软雅黑" pitchFamily="34" charset="-122"/>
              </a:rPr>
              <a:t>点击添加文本</a:t>
            </a:r>
            <a:endParaRPr lang="en-US" altLang="zh-CN" sz="1968" b="1" dirty="0">
              <a:solidFill>
                <a:schemeClr val="tx1">
                  <a:lumMod val="65000"/>
                  <a:lumOff val="35000"/>
                </a:schemeClr>
              </a:solidFill>
              <a:latin typeface="微软雅黑" pitchFamily="34" charset="-122"/>
              <a:ea typeface="微软雅黑" pitchFamily="34" charset="-122"/>
            </a:endParaRPr>
          </a:p>
        </p:txBody>
      </p:sp>
      <p:cxnSp>
        <p:nvCxnSpPr>
          <p:cNvPr id="15" name="直接连接符 14"/>
          <p:cNvCxnSpPr/>
          <p:nvPr/>
        </p:nvCxnSpPr>
        <p:spPr>
          <a:xfrm>
            <a:off x="3455907" y="3824131"/>
            <a:ext cx="0" cy="197196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6302844" y="4340802"/>
            <a:ext cx="0" cy="145529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9086517" y="4752492"/>
            <a:ext cx="0" cy="104360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3636338" y="3659623"/>
            <a:ext cx="2657139" cy="1919777"/>
          </a:xfrm>
          <a:prstGeom prst="rect">
            <a:avLst/>
          </a:prstGeom>
        </p:spPr>
        <p:txBody>
          <a:bodyPr wrap="square" lIns="128544" tIns="64272" rIns="128544" bIns="64272">
            <a:spAutoFit/>
          </a:bodyPr>
          <a:lstStyle/>
          <a:p>
            <a:pPr>
              <a:lnSpc>
                <a:spcPct val="130000"/>
              </a:lnSpc>
              <a:spcBef>
                <a:spcPts val="843"/>
              </a:spcBef>
            </a:pPr>
            <a:r>
              <a:rPr lang="zh-CN" altLang="en-US" sz="1406" dirty="0">
                <a:solidFill>
                  <a:schemeClr val="tx1">
                    <a:lumMod val="65000"/>
                    <a:lumOff val="35000"/>
                  </a:schemeClr>
                </a:solidFill>
                <a:latin typeface="微软雅黑" pitchFamily="34" charset="-122"/>
                <a:ea typeface="微软雅黑" pitchFamily="34" charset="-122"/>
              </a:rPr>
              <a:t>点击此处添加文本内容点击此处添加文本内容点击此处添加文本内容点击此处添加文本内容点击此处添加文本内容点击此处添加文本内容</a:t>
            </a:r>
          </a:p>
          <a:p>
            <a:pPr>
              <a:lnSpc>
                <a:spcPct val="130000"/>
              </a:lnSpc>
              <a:spcBef>
                <a:spcPts val="843"/>
              </a:spcBef>
            </a:pPr>
            <a:r>
              <a:rPr lang="zh-CN" altLang="en-US" sz="1406" dirty="0">
                <a:solidFill>
                  <a:schemeClr val="tx1">
                    <a:lumMod val="65000"/>
                    <a:lumOff val="35000"/>
                  </a:schemeClr>
                </a:solidFill>
                <a:latin typeface="微软雅黑" pitchFamily="34" charset="-122"/>
                <a:ea typeface="微软雅黑" pitchFamily="34" charset="-122"/>
              </a:rPr>
              <a:t>点击此处添加文本内容点击</a:t>
            </a:r>
          </a:p>
        </p:txBody>
      </p:sp>
      <p:sp>
        <p:nvSpPr>
          <p:cNvPr id="19" name="矩形 18"/>
          <p:cNvSpPr/>
          <p:nvPr/>
        </p:nvSpPr>
        <p:spPr>
          <a:xfrm>
            <a:off x="3636336" y="3105872"/>
            <a:ext cx="2657139" cy="432639"/>
          </a:xfrm>
          <a:prstGeom prst="rect">
            <a:avLst/>
          </a:prstGeom>
        </p:spPr>
        <p:txBody>
          <a:bodyPr wrap="square" lIns="128544" tIns="64272" rIns="128544" bIns="64272">
            <a:spAutoFit/>
          </a:bodyPr>
          <a:lstStyle/>
          <a:p>
            <a:r>
              <a:rPr lang="en-US" altLang="zh-CN" sz="1968" b="1" dirty="0">
                <a:solidFill>
                  <a:schemeClr val="tx1">
                    <a:lumMod val="65000"/>
                    <a:lumOff val="35000"/>
                  </a:schemeClr>
                </a:solidFill>
                <a:latin typeface="微软雅黑" pitchFamily="34" charset="-122"/>
                <a:ea typeface="微软雅黑" pitchFamily="34" charset="-122"/>
              </a:rPr>
              <a:t>02.</a:t>
            </a:r>
            <a:r>
              <a:rPr lang="zh-CN" altLang="en-US" sz="1968" b="1" dirty="0">
                <a:solidFill>
                  <a:schemeClr val="tx1">
                    <a:lumMod val="65000"/>
                    <a:lumOff val="35000"/>
                  </a:schemeClr>
                </a:solidFill>
                <a:latin typeface="微软雅黑" pitchFamily="34" charset="-122"/>
                <a:ea typeface="微软雅黑" pitchFamily="34" charset="-122"/>
              </a:rPr>
              <a:t>点击添加文本</a:t>
            </a:r>
            <a:endParaRPr lang="en-US" altLang="zh-CN" sz="1968" b="1" dirty="0">
              <a:solidFill>
                <a:schemeClr val="tx1">
                  <a:lumMod val="65000"/>
                  <a:lumOff val="35000"/>
                </a:schemeClr>
              </a:solidFill>
              <a:latin typeface="微软雅黑" pitchFamily="34" charset="-122"/>
              <a:ea typeface="微软雅黑" pitchFamily="34" charset="-122"/>
            </a:endParaRPr>
          </a:p>
        </p:txBody>
      </p:sp>
      <p:sp>
        <p:nvSpPr>
          <p:cNvPr id="20" name="矩形 19"/>
          <p:cNvSpPr/>
          <p:nvPr/>
        </p:nvSpPr>
        <p:spPr>
          <a:xfrm>
            <a:off x="6478011" y="3997014"/>
            <a:ext cx="2657139" cy="1606166"/>
          </a:xfrm>
          <a:prstGeom prst="rect">
            <a:avLst/>
          </a:prstGeom>
        </p:spPr>
        <p:txBody>
          <a:bodyPr wrap="square" lIns="128544" tIns="64272" rIns="128544" bIns="64272">
            <a:spAutoFit/>
          </a:bodyPr>
          <a:lstStyle/>
          <a:p>
            <a:pPr>
              <a:lnSpc>
                <a:spcPct val="130000"/>
              </a:lnSpc>
              <a:spcBef>
                <a:spcPts val="843"/>
              </a:spcBef>
            </a:pPr>
            <a:r>
              <a:rPr lang="zh-CN" altLang="en-US" sz="1476" dirty="0">
                <a:solidFill>
                  <a:schemeClr val="tx1">
                    <a:lumMod val="65000"/>
                    <a:lumOff val="35000"/>
                  </a:schemeClr>
                </a:solidFill>
                <a:latin typeface="微软雅黑" pitchFamily="34" charset="-122"/>
                <a:ea typeface="微软雅黑" pitchFamily="34" charset="-122"/>
              </a:rPr>
              <a:t>点击此处添加文本内容点击此处添加文本内容点击此处添加文本内容点击此处添加文本内容点击此处添加文本内容点击此处添加文本内容</a:t>
            </a:r>
          </a:p>
        </p:txBody>
      </p:sp>
      <p:sp>
        <p:nvSpPr>
          <p:cNvPr id="21" name="矩形 20"/>
          <p:cNvSpPr/>
          <p:nvPr/>
        </p:nvSpPr>
        <p:spPr>
          <a:xfrm>
            <a:off x="6478009" y="3443265"/>
            <a:ext cx="2657139" cy="432639"/>
          </a:xfrm>
          <a:prstGeom prst="rect">
            <a:avLst/>
          </a:prstGeom>
        </p:spPr>
        <p:txBody>
          <a:bodyPr wrap="square" lIns="128544" tIns="64272" rIns="128544" bIns="64272">
            <a:spAutoFit/>
          </a:bodyPr>
          <a:lstStyle/>
          <a:p>
            <a:r>
              <a:rPr lang="en-US" altLang="zh-CN" sz="1968" b="1" dirty="0">
                <a:solidFill>
                  <a:schemeClr val="tx1">
                    <a:lumMod val="65000"/>
                    <a:lumOff val="35000"/>
                  </a:schemeClr>
                </a:solidFill>
                <a:latin typeface="微软雅黑" pitchFamily="34" charset="-122"/>
                <a:ea typeface="微软雅黑" pitchFamily="34" charset="-122"/>
              </a:rPr>
              <a:t>03.</a:t>
            </a:r>
            <a:r>
              <a:rPr lang="zh-CN" altLang="en-US" sz="1968" b="1" dirty="0">
                <a:solidFill>
                  <a:schemeClr val="tx1">
                    <a:lumMod val="65000"/>
                    <a:lumOff val="35000"/>
                  </a:schemeClr>
                </a:solidFill>
                <a:latin typeface="微软雅黑" pitchFamily="34" charset="-122"/>
                <a:ea typeface="微软雅黑" pitchFamily="34" charset="-122"/>
              </a:rPr>
              <a:t>点击添加文本</a:t>
            </a:r>
            <a:endParaRPr lang="en-US" altLang="zh-CN" sz="1968" b="1" dirty="0">
              <a:solidFill>
                <a:schemeClr val="tx1">
                  <a:lumMod val="65000"/>
                  <a:lumOff val="35000"/>
                </a:schemeClr>
              </a:solidFill>
              <a:latin typeface="微软雅黑" pitchFamily="34" charset="-122"/>
              <a:ea typeface="微软雅黑" pitchFamily="34" charset="-122"/>
            </a:endParaRPr>
          </a:p>
        </p:txBody>
      </p:sp>
      <p:sp>
        <p:nvSpPr>
          <p:cNvPr id="22" name="矩形 21"/>
          <p:cNvSpPr/>
          <p:nvPr/>
        </p:nvSpPr>
        <p:spPr>
          <a:xfrm>
            <a:off x="9232053" y="4506554"/>
            <a:ext cx="2657139" cy="1254723"/>
          </a:xfrm>
          <a:prstGeom prst="rect">
            <a:avLst/>
          </a:prstGeom>
        </p:spPr>
        <p:txBody>
          <a:bodyPr wrap="square" lIns="128544" tIns="64272" rIns="128544" bIns="64272">
            <a:spAutoFit/>
          </a:bodyPr>
          <a:lstStyle/>
          <a:p>
            <a:pPr>
              <a:lnSpc>
                <a:spcPct val="130000"/>
              </a:lnSpc>
              <a:spcBef>
                <a:spcPts val="843"/>
              </a:spcBef>
            </a:pPr>
            <a:r>
              <a:rPr lang="zh-CN" altLang="en-US" sz="1406" dirty="0">
                <a:solidFill>
                  <a:schemeClr val="tx1">
                    <a:lumMod val="65000"/>
                    <a:lumOff val="35000"/>
                  </a:schemeClr>
                </a:solidFill>
                <a:latin typeface="微软雅黑" pitchFamily="34" charset="-122"/>
                <a:ea typeface="微软雅黑" pitchFamily="34" charset="-122"/>
              </a:rPr>
              <a:t>点击此处添加文本内容点击此处添加文本内容点击此处添加文本内容点击此处添加文本内容点击此处添加文本</a:t>
            </a:r>
          </a:p>
        </p:txBody>
      </p:sp>
      <p:sp>
        <p:nvSpPr>
          <p:cNvPr id="23" name="矩形 22"/>
          <p:cNvSpPr/>
          <p:nvPr/>
        </p:nvSpPr>
        <p:spPr>
          <a:xfrm>
            <a:off x="9232052" y="3952806"/>
            <a:ext cx="2657139" cy="432639"/>
          </a:xfrm>
          <a:prstGeom prst="rect">
            <a:avLst/>
          </a:prstGeom>
        </p:spPr>
        <p:txBody>
          <a:bodyPr wrap="square" lIns="128544" tIns="64272" rIns="128544" bIns="64272">
            <a:spAutoFit/>
          </a:bodyPr>
          <a:lstStyle/>
          <a:p>
            <a:r>
              <a:rPr lang="en-US" altLang="zh-CN" sz="1968" b="1" dirty="0">
                <a:solidFill>
                  <a:schemeClr val="tx1">
                    <a:lumMod val="65000"/>
                    <a:lumOff val="35000"/>
                  </a:schemeClr>
                </a:solidFill>
                <a:latin typeface="微软雅黑" pitchFamily="34" charset="-122"/>
                <a:ea typeface="微软雅黑" pitchFamily="34" charset="-122"/>
              </a:rPr>
              <a:t>04.</a:t>
            </a:r>
            <a:r>
              <a:rPr lang="zh-CN" altLang="en-US" sz="1968" b="1" dirty="0">
                <a:solidFill>
                  <a:schemeClr val="tx1">
                    <a:lumMod val="65000"/>
                    <a:lumOff val="35000"/>
                  </a:schemeClr>
                </a:solidFill>
                <a:latin typeface="微软雅黑" pitchFamily="34" charset="-122"/>
                <a:ea typeface="微软雅黑" pitchFamily="34" charset="-122"/>
              </a:rPr>
              <a:t>点击添加文本</a:t>
            </a:r>
            <a:endParaRPr lang="en-US" altLang="zh-CN" sz="1968" b="1" dirty="0">
              <a:solidFill>
                <a:schemeClr val="tx1">
                  <a:lumMod val="65000"/>
                  <a:lumOff val="35000"/>
                </a:schemeClr>
              </a:solidFill>
              <a:latin typeface="微软雅黑" pitchFamily="34" charset="-122"/>
              <a:ea typeface="微软雅黑" pitchFamily="34" charset="-122"/>
            </a:endParaRPr>
          </a:p>
        </p:txBody>
      </p:sp>
    </p:spTree>
    <p:extLst>
      <p:ext uri="{BB962C8B-B14F-4D97-AF65-F5344CB8AC3E}">
        <p14:creationId xmlns:p14="http://schemas.microsoft.com/office/powerpoint/2010/main" val="2298437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1+#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25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1+#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5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1+#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75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1+#ppt_w/2"/>
                                          </p:val>
                                        </p:tav>
                                        <p:tav tm="100000">
                                          <p:val>
                                            <p:strVal val="#ppt_x"/>
                                          </p:val>
                                        </p:tav>
                                      </p:tavLst>
                                    </p:anim>
                                    <p:anim calcmode="lin" valueType="num">
                                      <p:cBhvr additive="base">
                                        <p:cTn id="20" dur="500" fill="hold"/>
                                        <p:tgtEl>
                                          <p:spTgt spid="6"/>
                                        </p:tgtEl>
                                        <p:attrNameLst>
                                          <p:attrName>ppt_y</p:attrName>
                                        </p:attrNameLst>
                                      </p:cBhvr>
                                      <p:tavLst>
                                        <p:tav tm="0">
                                          <p:val>
                                            <p:strVal val="#ppt_y"/>
                                          </p:val>
                                        </p:tav>
                                        <p:tav tm="100000">
                                          <p:val>
                                            <p:strVal val="#ppt_y"/>
                                          </p:val>
                                        </p:tav>
                                      </p:tavLst>
                                    </p:anim>
                                  </p:childTnLst>
                                </p:cTn>
                              </p:par>
                            </p:childTnLst>
                          </p:cTn>
                        </p:par>
                        <p:par>
                          <p:cTn id="21" fill="hold">
                            <p:stCondLst>
                              <p:cond delay="1250"/>
                            </p:stCondLst>
                            <p:childTnLst>
                              <p:par>
                                <p:cTn id="22" presetID="17" presetClass="entr" presetSubtype="1" fill="hold" grpId="0" nodeType="afterEffect">
                                  <p:stCondLst>
                                    <p:cond delay="0"/>
                                  </p:stCondLst>
                                  <p:iterate type="lt">
                                    <p:tmPct val="10000"/>
                                  </p:iterate>
                                  <p:childTnLst>
                                    <p:set>
                                      <p:cBhvr>
                                        <p:cTn id="23" dur="1" fill="hold">
                                          <p:stCondLst>
                                            <p:cond delay="0"/>
                                          </p:stCondLst>
                                        </p:cTn>
                                        <p:tgtEl>
                                          <p:spTgt spid="8"/>
                                        </p:tgtEl>
                                        <p:attrNameLst>
                                          <p:attrName>style.visibility</p:attrName>
                                        </p:attrNameLst>
                                      </p:cBhvr>
                                      <p:to>
                                        <p:strVal val="visible"/>
                                      </p:to>
                                    </p:set>
                                    <p:anim calcmode="lin" valueType="num">
                                      <p:cBhvr>
                                        <p:cTn id="24" dur="500" fill="hold"/>
                                        <p:tgtEl>
                                          <p:spTgt spid="8"/>
                                        </p:tgtEl>
                                        <p:attrNameLst>
                                          <p:attrName>ppt_x</p:attrName>
                                        </p:attrNameLst>
                                      </p:cBhvr>
                                      <p:tavLst>
                                        <p:tav tm="0">
                                          <p:val>
                                            <p:strVal val="#ppt_x"/>
                                          </p:val>
                                        </p:tav>
                                        <p:tav tm="100000">
                                          <p:val>
                                            <p:strVal val="#ppt_x"/>
                                          </p:val>
                                        </p:tav>
                                      </p:tavLst>
                                    </p:anim>
                                    <p:anim calcmode="lin" valueType="num">
                                      <p:cBhvr>
                                        <p:cTn id="25" dur="500" fill="hold"/>
                                        <p:tgtEl>
                                          <p:spTgt spid="8"/>
                                        </p:tgtEl>
                                        <p:attrNameLst>
                                          <p:attrName>ppt_y</p:attrName>
                                        </p:attrNameLst>
                                      </p:cBhvr>
                                      <p:tavLst>
                                        <p:tav tm="0">
                                          <p:val>
                                            <p:strVal val="#ppt_y-#ppt_h/2"/>
                                          </p:val>
                                        </p:tav>
                                        <p:tav tm="100000">
                                          <p:val>
                                            <p:strVal val="#ppt_y"/>
                                          </p:val>
                                        </p:tav>
                                      </p:tavLst>
                                    </p:anim>
                                    <p:anim calcmode="lin" valueType="num">
                                      <p:cBhvr>
                                        <p:cTn id="26" dur="500" fill="hold"/>
                                        <p:tgtEl>
                                          <p:spTgt spid="8"/>
                                        </p:tgtEl>
                                        <p:attrNameLst>
                                          <p:attrName>ppt_w</p:attrName>
                                        </p:attrNameLst>
                                      </p:cBhvr>
                                      <p:tavLst>
                                        <p:tav tm="0">
                                          <p:val>
                                            <p:strVal val="#ppt_w"/>
                                          </p:val>
                                        </p:tav>
                                        <p:tav tm="100000">
                                          <p:val>
                                            <p:strVal val="#ppt_w"/>
                                          </p:val>
                                        </p:tav>
                                      </p:tavLst>
                                    </p:anim>
                                    <p:anim calcmode="lin" valueType="num">
                                      <p:cBhvr>
                                        <p:cTn id="27" dur="500" fill="hold"/>
                                        <p:tgtEl>
                                          <p:spTgt spid="8"/>
                                        </p:tgtEl>
                                        <p:attrNameLst>
                                          <p:attrName>ppt_h</p:attrName>
                                        </p:attrNameLst>
                                      </p:cBhvr>
                                      <p:tavLst>
                                        <p:tav tm="0">
                                          <p:val>
                                            <p:fltVal val="0"/>
                                          </p:val>
                                        </p:tav>
                                        <p:tav tm="100000">
                                          <p:val>
                                            <p:strVal val="#ppt_h"/>
                                          </p:val>
                                        </p:tav>
                                      </p:tavLst>
                                    </p:anim>
                                  </p:childTnLst>
                                </p:cTn>
                              </p:par>
                            </p:childTnLst>
                          </p:cTn>
                        </p:par>
                        <p:par>
                          <p:cTn id="28" fill="hold">
                            <p:stCondLst>
                              <p:cond delay="2150"/>
                            </p:stCondLst>
                            <p:childTnLst>
                              <p:par>
                                <p:cTn id="29" presetID="10" presetClass="entr" presetSubtype="0" fill="hold" grpId="0" nodeType="after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par>
                          <p:cTn id="32" fill="hold">
                            <p:stCondLst>
                              <p:cond delay="2650"/>
                            </p:stCondLst>
                            <p:childTnLst>
                              <p:par>
                                <p:cTn id="33" presetID="17" presetClass="entr" presetSubtype="1" fill="hold" grpId="0" nodeType="afterEffect">
                                  <p:stCondLst>
                                    <p:cond delay="0"/>
                                  </p:stCondLst>
                                  <p:iterate type="lt">
                                    <p:tmPct val="10000"/>
                                  </p:iterate>
                                  <p:childTnLst>
                                    <p:set>
                                      <p:cBhvr>
                                        <p:cTn id="34" dur="1" fill="hold">
                                          <p:stCondLst>
                                            <p:cond delay="0"/>
                                          </p:stCondLst>
                                        </p:cTn>
                                        <p:tgtEl>
                                          <p:spTgt spid="19"/>
                                        </p:tgtEl>
                                        <p:attrNameLst>
                                          <p:attrName>style.visibility</p:attrName>
                                        </p:attrNameLst>
                                      </p:cBhvr>
                                      <p:to>
                                        <p:strVal val="visible"/>
                                      </p:to>
                                    </p:set>
                                    <p:anim calcmode="lin" valueType="num">
                                      <p:cBhvr>
                                        <p:cTn id="35" dur="500" fill="hold"/>
                                        <p:tgtEl>
                                          <p:spTgt spid="19"/>
                                        </p:tgtEl>
                                        <p:attrNameLst>
                                          <p:attrName>ppt_x</p:attrName>
                                        </p:attrNameLst>
                                      </p:cBhvr>
                                      <p:tavLst>
                                        <p:tav tm="0">
                                          <p:val>
                                            <p:strVal val="#ppt_x"/>
                                          </p:val>
                                        </p:tav>
                                        <p:tav tm="100000">
                                          <p:val>
                                            <p:strVal val="#ppt_x"/>
                                          </p:val>
                                        </p:tav>
                                      </p:tavLst>
                                    </p:anim>
                                    <p:anim calcmode="lin" valueType="num">
                                      <p:cBhvr>
                                        <p:cTn id="36" dur="500" fill="hold"/>
                                        <p:tgtEl>
                                          <p:spTgt spid="19"/>
                                        </p:tgtEl>
                                        <p:attrNameLst>
                                          <p:attrName>ppt_y</p:attrName>
                                        </p:attrNameLst>
                                      </p:cBhvr>
                                      <p:tavLst>
                                        <p:tav tm="0">
                                          <p:val>
                                            <p:strVal val="#ppt_y-#ppt_h/2"/>
                                          </p:val>
                                        </p:tav>
                                        <p:tav tm="100000">
                                          <p:val>
                                            <p:strVal val="#ppt_y"/>
                                          </p:val>
                                        </p:tav>
                                      </p:tavLst>
                                    </p:anim>
                                    <p:anim calcmode="lin" valueType="num">
                                      <p:cBhvr>
                                        <p:cTn id="37" dur="500" fill="hold"/>
                                        <p:tgtEl>
                                          <p:spTgt spid="19"/>
                                        </p:tgtEl>
                                        <p:attrNameLst>
                                          <p:attrName>ppt_w</p:attrName>
                                        </p:attrNameLst>
                                      </p:cBhvr>
                                      <p:tavLst>
                                        <p:tav tm="0">
                                          <p:val>
                                            <p:strVal val="#ppt_w"/>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childTnLst>
                                </p:cTn>
                              </p:par>
                            </p:childTnLst>
                          </p:cTn>
                        </p:par>
                        <p:par>
                          <p:cTn id="39" fill="hold">
                            <p:stCondLst>
                              <p:cond delay="3550"/>
                            </p:stCondLst>
                            <p:childTnLst>
                              <p:par>
                                <p:cTn id="40" presetID="10" presetClass="entr" presetSubtype="0" fill="hold" grpId="0" nodeType="after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par>
                          <p:cTn id="43" fill="hold">
                            <p:stCondLst>
                              <p:cond delay="4050"/>
                            </p:stCondLst>
                            <p:childTnLst>
                              <p:par>
                                <p:cTn id="44" presetID="17" presetClass="entr" presetSubtype="1" fill="hold" grpId="0" nodeType="afterEffect">
                                  <p:stCondLst>
                                    <p:cond delay="0"/>
                                  </p:stCondLst>
                                  <p:iterate type="lt">
                                    <p:tmPct val="10000"/>
                                  </p:iterate>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ppt_x</p:attrName>
                                        </p:attrNameLst>
                                      </p:cBhvr>
                                      <p:tavLst>
                                        <p:tav tm="0">
                                          <p:val>
                                            <p:strVal val="#ppt_x"/>
                                          </p:val>
                                        </p:tav>
                                        <p:tav tm="100000">
                                          <p:val>
                                            <p:strVal val="#ppt_x"/>
                                          </p:val>
                                        </p:tav>
                                      </p:tavLst>
                                    </p:anim>
                                    <p:anim calcmode="lin" valueType="num">
                                      <p:cBhvr>
                                        <p:cTn id="47" dur="500" fill="hold"/>
                                        <p:tgtEl>
                                          <p:spTgt spid="21"/>
                                        </p:tgtEl>
                                        <p:attrNameLst>
                                          <p:attrName>ppt_y</p:attrName>
                                        </p:attrNameLst>
                                      </p:cBhvr>
                                      <p:tavLst>
                                        <p:tav tm="0">
                                          <p:val>
                                            <p:strVal val="#ppt_y-#ppt_h/2"/>
                                          </p:val>
                                        </p:tav>
                                        <p:tav tm="100000">
                                          <p:val>
                                            <p:strVal val="#ppt_y"/>
                                          </p:val>
                                        </p:tav>
                                      </p:tavLst>
                                    </p:anim>
                                    <p:anim calcmode="lin" valueType="num">
                                      <p:cBhvr>
                                        <p:cTn id="48" dur="500" fill="hold"/>
                                        <p:tgtEl>
                                          <p:spTgt spid="21"/>
                                        </p:tgtEl>
                                        <p:attrNameLst>
                                          <p:attrName>ppt_w</p:attrName>
                                        </p:attrNameLst>
                                      </p:cBhvr>
                                      <p:tavLst>
                                        <p:tav tm="0">
                                          <p:val>
                                            <p:strVal val="#ppt_w"/>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childTnLst>
                                </p:cTn>
                              </p:par>
                            </p:childTnLst>
                          </p:cTn>
                        </p:par>
                        <p:par>
                          <p:cTn id="50" fill="hold">
                            <p:stCondLst>
                              <p:cond delay="4950"/>
                            </p:stCondLst>
                            <p:childTnLst>
                              <p:par>
                                <p:cTn id="51" presetID="10" presetClass="entr" presetSubtype="0" fill="hold" grpId="0" nodeType="after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par>
                          <p:cTn id="54" fill="hold">
                            <p:stCondLst>
                              <p:cond delay="5450"/>
                            </p:stCondLst>
                            <p:childTnLst>
                              <p:par>
                                <p:cTn id="55" presetID="17" presetClass="entr" presetSubtype="1" fill="hold" grpId="0" nodeType="afterEffect">
                                  <p:stCondLst>
                                    <p:cond delay="0"/>
                                  </p:stCondLst>
                                  <p:iterate type="lt">
                                    <p:tmPct val="10000"/>
                                  </p:iterate>
                                  <p:childTnLst>
                                    <p:set>
                                      <p:cBhvr>
                                        <p:cTn id="56" dur="1" fill="hold">
                                          <p:stCondLst>
                                            <p:cond delay="0"/>
                                          </p:stCondLst>
                                        </p:cTn>
                                        <p:tgtEl>
                                          <p:spTgt spid="23"/>
                                        </p:tgtEl>
                                        <p:attrNameLst>
                                          <p:attrName>style.visibility</p:attrName>
                                        </p:attrNameLst>
                                      </p:cBhvr>
                                      <p:to>
                                        <p:strVal val="visible"/>
                                      </p:to>
                                    </p:set>
                                    <p:anim calcmode="lin" valueType="num">
                                      <p:cBhvr>
                                        <p:cTn id="57" dur="500" fill="hold"/>
                                        <p:tgtEl>
                                          <p:spTgt spid="23"/>
                                        </p:tgtEl>
                                        <p:attrNameLst>
                                          <p:attrName>ppt_x</p:attrName>
                                        </p:attrNameLst>
                                      </p:cBhvr>
                                      <p:tavLst>
                                        <p:tav tm="0">
                                          <p:val>
                                            <p:strVal val="#ppt_x"/>
                                          </p:val>
                                        </p:tav>
                                        <p:tav tm="100000">
                                          <p:val>
                                            <p:strVal val="#ppt_x"/>
                                          </p:val>
                                        </p:tav>
                                      </p:tavLst>
                                    </p:anim>
                                    <p:anim calcmode="lin" valueType="num">
                                      <p:cBhvr>
                                        <p:cTn id="58" dur="500" fill="hold"/>
                                        <p:tgtEl>
                                          <p:spTgt spid="23"/>
                                        </p:tgtEl>
                                        <p:attrNameLst>
                                          <p:attrName>ppt_y</p:attrName>
                                        </p:attrNameLst>
                                      </p:cBhvr>
                                      <p:tavLst>
                                        <p:tav tm="0">
                                          <p:val>
                                            <p:strVal val="#ppt_y-#ppt_h/2"/>
                                          </p:val>
                                        </p:tav>
                                        <p:tav tm="100000">
                                          <p:val>
                                            <p:strVal val="#ppt_y"/>
                                          </p:val>
                                        </p:tav>
                                      </p:tavLst>
                                    </p:anim>
                                    <p:anim calcmode="lin" valueType="num">
                                      <p:cBhvr>
                                        <p:cTn id="59" dur="500" fill="hold"/>
                                        <p:tgtEl>
                                          <p:spTgt spid="23"/>
                                        </p:tgtEl>
                                        <p:attrNameLst>
                                          <p:attrName>ppt_w</p:attrName>
                                        </p:attrNameLst>
                                      </p:cBhvr>
                                      <p:tavLst>
                                        <p:tav tm="0">
                                          <p:val>
                                            <p:strVal val="#ppt_w"/>
                                          </p:val>
                                        </p:tav>
                                        <p:tav tm="100000">
                                          <p:val>
                                            <p:strVal val="#ppt_w"/>
                                          </p:val>
                                        </p:tav>
                                      </p:tavLst>
                                    </p:anim>
                                    <p:anim calcmode="lin" valueType="num">
                                      <p:cBhvr>
                                        <p:cTn id="60" dur="500" fill="hold"/>
                                        <p:tgtEl>
                                          <p:spTgt spid="23"/>
                                        </p:tgtEl>
                                        <p:attrNameLst>
                                          <p:attrName>ppt_h</p:attrName>
                                        </p:attrNameLst>
                                      </p:cBhvr>
                                      <p:tavLst>
                                        <p:tav tm="0">
                                          <p:val>
                                            <p:fltVal val="0"/>
                                          </p:val>
                                        </p:tav>
                                        <p:tav tm="100000">
                                          <p:val>
                                            <p:strVal val="#ppt_h"/>
                                          </p:val>
                                        </p:tav>
                                      </p:tavLst>
                                    </p:anim>
                                  </p:childTnLst>
                                </p:cTn>
                              </p:par>
                            </p:childTnLst>
                          </p:cTn>
                        </p:par>
                        <p:par>
                          <p:cTn id="61" fill="hold">
                            <p:stCondLst>
                              <p:cond delay="6350"/>
                            </p:stCondLst>
                            <p:childTnLst>
                              <p:par>
                                <p:cTn id="62" presetID="10" presetClass="entr" presetSubtype="0" fill="hold" grpId="0" nodeType="after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par>
                          <p:cTn id="65" fill="hold">
                            <p:stCondLst>
                              <p:cond delay="6850"/>
                            </p:stCondLst>
                            <p:childTnLst>
                              <p:par>
                                <p:cTn id="66" presetID="2" presetClass="entr" presetSubtype="4" fill="hold" nodeType="afterEffect">
                                  <p:stCondLst>
                                    <p:cond delay="0"/>
                                  </p:stCondLst>
                                  <p:childTnLst>
                                    <p:set>
                                      <p:cBhvr>
                                        <p:cTn id="67" dur="1" fill="hold">
                                          <p:stCondLst>
                                            <p:cond delay="0"/>
                                          </p:stCondLst>
                                        </p:cTn>
                                        <p:tgtEl>
                                          <p:spTgt spid="16"/>
                                        </p:tgtEl>
                                        <p:attrNameLst>
                                          <p:attrName>style.visibility</p:attrName>
                                        </p:attrNameLst>
                                      </p:cBhvr>
                                      <p:to>
                                        <p:strVal val="visible"/>
                                      </p:to>
                                    </p:set>
                                    <p:anim calcmode="lin" valueType="num">
                                      <p:cBhvr additive="base">
                                        <p:cTn id="68" dur="500" fill="hold"/>
                                        <p:tgtEl>
                                          <p:spTgt spid="16"/>
                                        </p:tgtEl>
                                        <p:attrNameLst>
                                          <p:attrName>ppt_x</p:attrName>
                                        </p:attrNameLst>
                                      </p:cBhvr>
                                      <p:tavLst>
                                        <p:tav tm="0">
                                          <p:val>
                                            <p:strVal val="#ppt_x"/>
                                          </p:val>
                                        </p:tav>
                                        <p:tav tm="100000">
                                          <p:val>
                                            <p:strVal val="#ppt_x"/>
                                          </p:val>
                                        </p:tav>
                                      </p:tavLst>
                                    </p:anim>
                                    <p:anim calcmode="lin" valueType="num">
                                      <p:cBhvr additive="base">
                                        <p:cTn id="69" dur="500" fill="hold"/>
                                        <p:tgtEl>
                                          <p:spTgt spid="16"/>
                                        </p:tgtEl>
                                        <p:attrNameLst>
                                          <p:attrName>ppt_y</p:attrName>
                                        </p:attrNameLst>
                                      </p:cBhvr>
                                      <p:tavLst>
                                        <p:tav tm="0">
                                          <p:val>
                                            <p:strVal val="1+#ppt_h/2"/>
                                          </p:val>
                                        </p:tav>
                                        <p:tav tm="100000">
                                          <p:val>
                                            <p:strVal val="#ppt_y"/>
                                          </p:val>
                                        </p:tav>
                                      </p:tavLst>
                                    </p:anim>
                                  </p:childTnLst>
                                </p:cTn>
                              </p:par>
                              <p:par>
                                <p:cTn id="70" presetID="2" presetClass="entr" presetSubtype="4" fill="hold" nodeType="withEffect">
                                  <p:stCondLst>
                                    <p:cond delay="0"/>
                                  </p:stCondLst>
                                  <p:childTnLst>
                                    <p:set>
                                      <p:cBhvr>
                                        <p:cTn id="71" dur="1" fill="hold">
                                          <p:stCondLst>
                                            <p:cond delay="0"/>
                                          </p:stCondLst>
                                        </p:cTn>
                                        <p:tgtEl>
                                          <p:spTgt spid="15"/>
                                        </p:tgtEl>
                                        <p:attrNameLst>
                                          <p:attrName>style.visibility</p:attrName>
                                        </p:attrNameLst>
                                      </p:cBhvr>
                                      <p:to>
                                        <p:strVal val="visible"/>
                                      </p:to>
                                    </p:set>
                                    <p:anim calcmode="lin" valueType="num">
                                      <p:cBhvr additive="base">
                                        <p:cTn id="72" dur="500" fill="hold"/>
                                        <p:tgtEl>
                                          <p:spTgt spid="15"/>
                                        </p:tgtEl>
                                        <p:attrNameLst>
                                          <p:attrName>ppt_x</p:attrName>
                                        </p:attrNameLst>
                                      </p:cBhvr>
                                      <p:tavLst>
                                        <p:tav tm="0">
                                          <p:val>
                                            <p:strVal val="#ppt_x"/>
                                          </p:val>
                                        </p:tav>
                                        <p:tav tm="100000">
                                          <p:val>
                                            <p:strVal val="#ppt_x"/>
                                          </p:val>
                                        </p:tav>
                                      </p:tavLst>
                                    </p:anim>
                                    <p:anim calcmode="lin" valueType="num">
                                      <p:cBhvr additive="base">
                                        <p:cTn id="73" dur="500" fill="hold"/>
                                        <p:tgtEl>
                                          <p:spTgt spid="15"/>
                                        </p:tgtEl>
                                        <p:attrNameLst>
                                          <p:attrName>ppt_y</p:attrName>
                                        </p:attrNameLst>
                                      </p:cBhvr>
                                      <p:tavLst>
                                        <p:tav tm="0">
                                          <p:val>
                                            <p:strVal val="1+#ppt_h/2"/>
                                          </p:val>
                                        </p:tav>
                                        <p:tav tm="100000">
                                          <p:val>
                                            <p:strVal val="#ppt_y"/>
                                          </p:val>
                                        </p:tav>
                                      </p:tavLst>
                                    </p:anim>
                                  </p:childTnLst>
                                </p:cTn>
                              </p:par>
                              <p:par>
                                <p:cTn id="74" presetID="2" presetClass="entr" presetSubtype="4" fill="hold" nodeType="withEffect">
                                  <p:stCondLst>
                                    <p:cond delay="0"/>
                                  </p:stCondLst>
                                  <p:childTnLst>
                                    <p:set>
                                      <p:cBhvr>
                                        <p:cTn id="75" dur="1" fill="hold">
                                          <p:stCondLst>
                                            <p:cond delay="0"/>
                                          </p:stCondLst>
                                        </p:cTn>
                                        <p:tgtEl>
                                          <p:spTgt spid="17"/>
                                        </p:tgtEl>
                                        <p:attrNameLst>
                                          <p:attrName>style.visibility</p:attrName>
                                        </p:attrNameLst>
                                      </p:cBhvr>
                                      <p:to>
                                        <p:strVal val="visible"/>
                                      </p:to>
                                    </p:set>
                                    <p:anim calcmode="lin" valueType="num">
                                      <p:cBhvr additive="base">
                                        <p:cTn id="76" dur="500" fill="hold"/>
                                        <p:tgtEl>
                                          <p:spTgt spid="17"/>
                                        </p:tgtEl>
                                        <p:attrNameLst>
                                          <p:attrName>ppt_x</p:attrName>
                                        </p:attrNameLst>
                                      </p:cBhvr>
                                      <p:tavLst>
                                        <p:tav tm="0">
                                          <p:val>
                                            <p:strVal val="#ppt_x"/>
                                          </p:val>
                                        </p:tav>
                                        <p:tav tm="100000">
                                          <p:val>
                                            <p:strVal val="#ppt_x"/>
                                          </p:val>
                                        </p:tav>
                                      </p:tavLst>
                                    </p:anim>
                                    <p:anim calcmode="lin" valueType="num">
                                      <p:cBhvr additive="base">
                                        <p:cTn id="77"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p:bldP spid="8" grpId="0"/>
      <p:bldP spid="18" grpId="0"/>
      <p:bldP spid="19" grpId="0"/>
      <p:bldP spid="20" grpId="0"/>
      <p:bldP spid="21" grpId="0"/>
      <p:bldP spid="22" grpId="0"/>
      <p:bldP spid="23"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2884465" y="2407746"/>
            <a:ext cx="1978323" cy="1621701"/>
            <a:chOff x="2733537" y="2282971"/>
            <a:chExt cx="1875950" cy="1537472"/>
          </a:xfrm>
          <a:solidFill>
            <a:schemeClr val="accent2"/>
          </a:solidFill>
        </p:grpSpPr>
        <p:grpSp>
          <p:nvGrpSpPr>
            <p:cNvPr id="3" name="Group 56"/>
            <p:cNvGrpSpPr/>
            <p:nvPr/>
          </p:nvGrpSpPr>
          <p:grpSpPr>
            <a:xfrm>
              <a:off x="2733537" y="2282971"/>
              <a:ext cx="1875950" cy="1521926"/>
              <a:chOff x="3532020" y="1606907"/>
              <a:chExt cx="1954379" cy="1585554"/>
            </a:xfrm>
            <a:grpFill/>
          </p:grpSpPr>
          <p:sp>
            <p:nvSpPr>
              <p:cNvPr id="59" name="Freeform 6"/>
              <p:cNvSpPr>
                <a:spLocks noEditPoints="1"/>
              </p:cNvSpPr>
              <p:nvPr/>
            </p:nvSpPr>
            <p:spPr bwMode="auto">
              <a:xfrm>
                <a:off x="3532020" y="1606907"/>
                <a:ext cx="1954379" cy="1585554"/>
              </a:xfrm>
              <a:custGeom>
                <a:avLst/>
                <a:gdLst>
                  <a:gd name="T0" fmla="*/ 95 w 1489"/>
                  <a:gd name="T1" fmla="*/ 752 h 1208"/>
                  <a:gd name="T2" fmla="*/ 0 w 1489"/>
                  <a:gd name="T3" fmla="*/ 733 h 1208"/>
                  <a:gd name="T4" fmla="*/ 102 w 1489"/>
                  <a:gd name="T5" fmla="*/ 645 h 1208"/>
                  <a:gd name="T6" fmla="*/ 12 w 1489"/>
                  <a:gd name="T7" fmla="*/ 611 h 1208"/>
                  <a:gd name="T8" fmla="*/ 126 w 1489"/>
                  <a:gd name="T9" fmla="*/ 540 h 1208"/>
                  <a:gd name="T10" fmla="*/ 44 w 1489"/>
                  <a:gd name="T11" fmla="*/ 493 h 1208"/>
                  <a:gd name="T12" fmla="*/ 168 w 1489"/>
                  <a:gd name="T13" fmla="*/ 441 h 1208"/>
                  <a:gd name="T14" fmla="*/ 95 w 1489"/>
                  <a:gd name="T15" fmla="*/ 381 h 1208"/>
                  <a:gd name="T16" fmla="*/ 226 w 1489"/>
                  <a:gd name="T17" fmla="*/ 351 h 1208"/>
                  <a:gd name="T18" fmla="*/ 164 w 1489"/>
                  <a:gd name="T19" fmla="*/ 278 h 1208"/>
                  <a:gd name="T20" fmla="*/ 297 w 1489"/>
                  <a:gd name="T21" fmla="*/ 270 h 1208"/>
                  <a:gd name="T22" fmla="*/ 247 w 1489"/>
                  <a:gd name="T23" fmla="*/ 189 h 1208"/>
                  <a:gd name="T24" fmla="*/ 381 w 1489"/>
                  <a:gd name="T25" fmla="*/ 204 h 1208"/>
                  <a:gd name="T26" fmla="*/ 346 w 1489"/>
                  <a:gd name="T27" fmla="*/ 115 h 1208"/>
                  <a:gd name="T28" fmla="*/ 475 w 1489"/>
                  <a:gd name="T29" fmla="*/ 151 h 1208"/>
                  <a:gd name="T30" fmla="*/ 455 w 1489"/>
                  <a:gd name="T31" fmla="*/ 57 h 1208"/>
                  <a:gd name="T32" fmla="*/ 577 w 1489"/>
                  <a:gd name="T33" fmla="*/ 115 h 1208"/>
                  <a:gd name="T34" fmla="*/ 571 w 1489"/>
                  <a:gd name="T35" fmla="*/ 19 h 1208"/>
                  <a:gd name="T36" fmla="*/ 682 w 1489"/>
                  <a:gd name="T37" fmla="*/ 96 h 1208"/>
                  <a:gd name="T38" fmla="*/ 693 w 1489"/>
                  <a:gd name="T39" fmla="*/ 0 h 1208"/>
                  <a:gd name="T40" fmla="*/ 790 w 1489"/>
                  <a:gd name="T41" fmla="*/ 94 h 1208"/>
                  <a:gd name="T42" fmla="*/ 815 w 1489"/>
                  <a:gd name="T43" fmla="*/ 1 h 1208"/>
                  <a:gd name="T44" fmla="*/ 895 w 1489"/>
                  <a:gd name="T45" fmla="*/ 111 h 1208"/>
                  <a:gd name="T46" fmla="*/ 937 w 1489"/>
                  <a:gd name="T47" fmla="*/ 24 h 1208"/>
                  <a:gd name="T48" fmla="*/ 998 w 1489"/>
                  <a:gd name="T49" fmla="*/ 144 h 1208"/>
                  <a:gd name="T50" fmla="*/ 1053 w 1489"/>
                  <a:gd name="T51" fmla="*/ 66 h 1208"/>
                  <a:gd name="T52" fmla="*/ 1093 w 1489"/>
                  <a:gd name="T53" fmla="*/ 194 h 1208"/>
                  <a:gd name="T54" fmla="*/ 1160 w 1489"/>
                  <a:gd name="T55" fmla="*/ 125 h 1208"/>
                  <a:gd name="T56" fmla="*/ 1179 w 1489"/>
                  <a:gd name="T57" fmla="*/ 259 h 1208"/>
                  <a:gd name="T58" fmla="*/ 1257 w 1489"/>
                  <a:gd name="T59" fmla="*/ 202 h 1208"/>
                  <a:gd name="T60" fmla="*/ 1312 w 1489"/>
                  <a:gd name="T61" fmla="*/ 426 h 1208"/>
                  <a:gd name="T62" fmla="*/ 1404 w 1489"/>
                  <a:gd name="T63" fmla="*/ 398 h 1208"/>
                  <a:gd name="T64" fmla="*/ 1253 w 1489"/>
                  <a:gd name="T65" fmla="*/ 337 h 1208"/>
                  <a:gd name="T66" fmla="*/ 1338 w 1489"/>
                  <a:gd name="T67" fmla="*/ 294 h 1208"/>
                  <a:gd name="T68" fmla="*/ 150 w 1489"/>
                  <a:gd name="T69" fmla="*/ 1192 h 1208"/>
                  <a:gd name="T70" fmla="*/ 237 w 1489"/>
                  <a:gd name="T71" fmla="*/ 1149 h 1208"/>
                  <a:gd name="T72" fmla="*/ 1357 w 1489"/>
                  <a:gd name="T73" fmla="*/ 524 h 1208"/>
                  <a:gd name="T74" fmla="*/ 1451 w 1489"/>
                  <a:gd name="T75" fmla="*/ 512 h 1208"/>
                  <a:gd name="T76" fmla="*/ 1384 w 1489"/>
                  <a:gd name="T77" fmla="*/ 628 h 1208"/>
                  <a:gd name="T78" fmla="*/ 1479 w 1489"/>
                  <a:gd name="T79" fmla="*/ 632 h 1208"/>
                  <a:gd name="T80" fmla="*/ 8 w 1489"/>
                  <a:gd name="T81" fmla="*/ 854 h 1208"/>
                  <a:gd name="T82" fmla="*/ 104 w 1489"/>
                  <a:gd name="T83" fmla="*/ 857 h 1208"/>
                  <a:gd name="T84" fmla="*/ 37 w 1489"/>
                  <a:gd name="T85" fmla="*/ 973 h 1208"/>
                  <a:gd name="T86" fmla="*/ 131 w 1489"/>
                  <a:gd name="T87" fmla="*/ 961 h 1208"/>
                  <a:gd name="T88" fmla="*/ 84 w 1489"/>
                  <a:gd name="T89" fmla="*/ 1087 h 1208"/>
                  <a:gd name="T90" fmla="*/ 176 w 1489"/>
                  <a:gd name="T91" fmla="*/ 1060 h 1208"/>
                  <a:gd name="T92" fmla="*/ 1326 w 1489"/>
                  <a:gd name="T93" fmla="*/ 1208 h 1208"/>
                  <a:gd name="T94" fmla="*/ 1262 w 1489"/>
                  <a:gd name="T95" fmla="*/ 1135 h 1208"/>
                  <a:gd name="T96" fmla="*/ 1394 w 1489"/>
                  <a:gd name="T97" fmla="*/ 1106 h 1208"/>
                  <a:gd name="T98" fmla="*/ 1320 w 1489"/>
                  <a:gd name="T99" fmla="*/ 1045 h 1208"/>
                  <a:gd name="T100" fmla="*/ 1444 w 1489"/>
                  <a:gd name="T101" fmla="*/ 993 h 1208"/>
                  <a:gd name="T102" fmla="*/ 1362 w 1489"/>
                  <a:gd name="T103" fmla="*/ 945 h 1208"/>
                  <a:gd name="T104" fmla="*/ 1477 w 1489"/>
                  <a:gd name="T105" fmla="*/ 875 h 1208"/>
                  <a:gd name="T106" fmla="*/ 1386 w 1489"/>
                  <a:gd name="T107" fmla="*/ 841 h 1208"/>
                  <a:gd name="T108" fmla="*/ 1489 w 1489"/>
                  <a:gd name="T109" fmla="*/ 752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208">
                    <a:moveTo>
                      <a:pt x="0" y="733"/>
                    </a:moveTo>
                    <a:lnTo>
                      <a:pt x="95" y="733"/>
                    </a:lnTo>
                    <a:lnTo>
                      <a:pt x="95" y="752"/>
                    </a:lnTo>
                    <a:lnTo>
                      <a:pt x="0" y="752"/>
                    </a:lnTo>
                    <a:lnTo>
                      <a:pt x="0" y="733"/>
                    </a:lnTo>
                    <a:lnTo>
                      <a:pt x="0" y="733"/>
                    </a:lnTo>
                    <a:close/>
                    <a:moveTo>
                      <a:pt x="12" y="611"/>
                    </a:moveTo>
                    <a:lnTo>
                      <a:pt x="104" y="626"/>
                    </a:lnTo>
                    <a:lnTo>
                      <a:pt x="102" y="645"/>
                    </a:lnTo>
                    <a:lnTo>
                      <a:pt x="8" y="629"/>
                    </a:lnTo>
                    <a:lnTo>
                      <a:pt x="12" y="611"/>
                    </a:lnTo>
                    <a:lnTo>
                      <a:pt x="12" y="611"/>
                    </a:lnTo>
                    <a:close/>
                    <a:moveTo>
                      <a:pt x="44" y="493"/>
                    </a:moveTo>
                    <a:lnTo>
                      <a:pt x="133" y="522"/>
                    </a:lnTo>
                    <a:lnTo>
                      <a:pt x="126" y="540"/>
                    </a:lnTo>
                    <a:lnTo>
                      <a:pt x="38" y="510"/>
                    </a:lnTo>
                    <a:lnTo>
                      <a:pt x="44" y="493"/>
                    </a:lnTo>
                    <a:lnTo>
                      <a:pt x="44" y="493"/>
                    </a:lnTo>
                    <a:close/>
                    <a:moveTo>
                      <a:pt x="95" y="381"/>
                    </a:moveTo>
                    <a:lnTo>
                      <a:pt x="177" y="425"/>
                    </a:lnTo>
                    <a:lnTo>
                      <a:pt x="168" y="441"/>
                    </a:lnTo>
                    <a:lnTo>
                      <a:pt x="85" y="397"/>
                    </a:lnTo>
                    <a:lnTo>
                      <a:pt x="95" y="381"/>
                    </a:lnTo>
                    <a:lnTo>
                      <a:pt x="95" y="381"/>
                    </a:lnTo>
                    <a:close/>
                    <a:moveTo>
                      <a:pt x="164" y="278"/>
                    </a:moveTo>
                    <a:lnTo>
                      <a:pt x="238" y="336"/>
                    </a:lnTo>
                    <a:lnTo>
                      <a:pt x="226" y="351"/>
                    </a:lnTo>
                    <a:lnTo>
                      <a:pt x="151" y="293"/>
                    </a:lnTo>
                    <a:lnTo>
                      <a:pt x="164" y="278"/>
                    </a:lnTo>
                    <a:lnTo>
                      <a:pt x="164" y="278"/>
                    </a:lnTo>
                    <a:close/>
                    <a:moveTo>
                      <a:pt x="247" y="189"/>
                    </a:moveTo>
                    <a:lnTo>
                      <a:pt x="311" y="258"/>
                    </a:lnTo>
                    <a:lnTo>
                      <a:pt x="297" y="270"/>
                    </a:lnTo>
                    <a:lnTo>
                      <a:pt x="234" y="201"/>
                    </a:lnTo>
                    <a:lnTo>
                      <a:pt x="247" y="189"/>
                    </a:lnTo>
                    <a:lnTo>
                      <a:pt x="247" y="189"/>
                    </a:lnTo>
                    <a:close/>
                    <a:moveTo>
                      <a:pt x="346" y="115"/>
                    </a:moveTo>
                    <a:lnTo>
                      <a:pt x="397" y="193"/>
                    </a:lnTo>
                    <a:lnTo>
                      <a:pt x="381" y="204"/>
                    </a:lnTo>
                    <a:lnTo>
                      <a:pt x="330" y="124"/>
                    </a:lnTo>
                    <a:lnTo>
                      <a:pt x="346" y="115"/>
                    </a:lnTo>
                    <a:lnTo>
                      <a:pt x="346" y="115"/>
                    </a:lnTo>
                    <a:close/>
                    <a:moveTo>
                      <a:pt x="455" y="57"/>
                    </a:moveTo>
                    <a:lnTo>
                      <a:pt x="493" y="143"/>
                    </a:lnTo>
                    <a:lnTo>
                      <a:pt x="475" y="151"/>
                    </a:lnTo>
                    <a:lnTo>
                      <a:pt x="438" y="65"/>
                    </a:lnTo>
                    <a:lnTo>
                      <a:pt x="455" y="57"/>
                    </a:lnTo>
                    <a:lnTo>
                      <a:pt x="455" y="57"/>
                    </a:lnTo>
                    <a:close/>
                    <a:moveTo>
                      <a:pt x="571" y="19"/>
                    </a:moveTo>
                    <a:lnTo>
                      <a:pt x="594" y="111"/>
                    </a:lnTo>
                    <a:lnTo>
                      <a:pt x="577" y="115"/>
                    </a:lnTo>
                    <a:lnTo>
                      <a:pt x="554" y="23"/>
                    </a:lnTo>
                    <a:lnTo>
                      <a:pt x="571" y="19"/>
                    </a:lnTo>
                    <a:lnTo>
                      <a:pt x="571" y="19"/>
                    </a:lnTo>
                    <a:close/>
                    <a:moveTo>
                      <a:pt x="693" y="0"/>
                    </a:moveTo>
                    <a:lnTo>
                      <a:pt x="701" y="94"/>
                    </a:lnTo>
                    <a:lnTo>
                      <a:pt x="682" y="96"/>
                    </a:lnTo>
                    <a:lnTo>
                      <a:pt x="674" y="1"/>
                    </a:lnTo>
                    <a:lnTo>
                      <a:pt x="693" y="0"/>
                    </a:lnTo>
                    <a:lnTo>
                      <a:pt x="693" y="0"/>
                    </a:lnTo>
                    <a:close/>
                    <a:moveTo>
                      <a:pt x="815" y="1"/>
                    </a:moveTo>
                    <a:lnTo>
                      <a:pt x="809" y="96"/>
                    </a:lnTo>
                    <a:lnTo>
                      <a:pt x="790" y="94"/>
                    </a:lnTo>
                    <a:lnTo>
                      <a:pt x="798" y="0"/>
                    </a:lnTo>
                    <a:lnTo>
                      <a:pt x="815" y="1"/>
                    </a:lnTo>
                    <a:lnTo>
                      <a:pt x="815" y="1"/>
                    </a:lnTo>
                    <a:close/>
                    <a:moveTo>
                      <a:pt x="937" y="24"/>
                    </a:moveTo>
                    <a:lnTo>
                      <a:pt x="914" y="115"/>
                    </a:lnTo>
                    <a:lnTo>
                      <a:pt x="895" y="111"/>
                    </a:lnTo>
                    <a:lnTo>
                      <a:pt x="919" y="19"/>
                    </a:lnTo>
                    <a:lnTo>
                      <a:pt x="937" y="24"/>
                    </a:lnTo>
                    <a:lnTo>
                      <a:pt x="937" y="24"/>
                    </a:lnTo>
                    <a:close/>
                    <a:moveTo>
                      <a:pt x="1053" y="66"/>
                    </a:moveTo>
                    <a:lnTo>
                      <a:pt x="1015" y="151"/>
                    </a:lnTo>
                    <a:lnTo>
                      <a:pt x="998" y="144"/>
                    </a:lnTo>
                    <a:lnTo>
                      <a:pt x="1035" y="58"/>
                    </a:lnTo>
                    <a:lnTo>
                      <a:pt x="1053" y="66"/>
                    </a:lnTo>
                    <a:lnTo>
                      <a:pt x="1053" y="66"/>
                    </a:lnTo>
                    <a:close/>
                    <a:moveTo>
                      <a:pt x="1160" y="125"/>
                    </a:moveTo>
                    <a:lnTo>
                      <a:pt x="1108" y="204"/>
                    </a:lnTo>
                    <a:lnTo>
                      <a:pt x="1093" y="194"/>
                    </a:lnTo>
                    <a:lnTo>
                      <a:pt x="1145" y="115"/>
                    </a:lnTo>
                    <a:lnTo>
                      <a:pt x="1160" y="125"/>
                    </a:lnTo>
                    <a:lnTo>
                      <a:pt x="1160" y="125"/>
                    </a:lnTo>
                    <a:close/>
                    <a:moveTo>
                      <a:pt x="1257" y="202"/>
                    </a:moveTo>
                    <a:lnTo>
                      <a:pt x="1192" y="271"/>
                    </a:lnTo>
                    <a:lnTo>
                      <a:pt x="1179" y="259"/>
                    </a:lnTo>
                    <a:lnTo>
                      <a:pt x="1242" y="190"/>
                    </a:lnTo>
                    <a:lnTo>
                      <a:pt x="1257" y="202"/>
                    </a:lnTo>
                    <a:lnTo>
                      <a:pt x="1257" y="202"/>
                    </a:lnTo>
                    <a:close/>
                    <a:moveTo>
                      <a:pt x="1404" y="398"/>
                    </a:moveTo>
                    <a:lnTo>
                      <a:pt x="1322" y="443"/>
                    </a:lnTo>
                    <a:lnTo>
                      <a:pt x="1312" y="426"/>
                    </a:lnTo>
                    <a:lnTo>
                      <a:pt x="1394" y="382"/>
                    </a:lnTo>
                    <a:lnTo>
                      <a:pt x="1404" y="398"/>
                    </a:lnTo>
                    <a:lnTo>
                      <a:pt x="1404" y="398"/>
                    </a:lnTo>
                    <a:close/>
                    <a:moveTo>
                      <a:pt x="1338" y="294"/>
                    </a:moveTo>
                    <a:lnTo>
                      <a:pt x="1264" y="352"/>
                    </a:lnTo>
                    <a:lnTo>
                      <a:pt x="1253" y="337"/>
                    </a:lnTo>
                    <a:lnTo>
                      <a:pt x="1327" y="279"/>
                    </a:lnTo>
                    <a:lnTo>
                      <a:pt x="1338" y="294"/>
                    </a:lnTo>
                    <a:lnTo>
                      <a:pt x="1338" y="294"/>
                    </a:lnTo>
                    <a:close/>
                    <a:moveTo>
                      <a:pt x="237" y="1149"/>
                    </a:moveTo>
                    <a:lnTo>
                      <a:pt x="162" y="1207"/>
                    </a:lnTo>
                    <a:lnTo>
                      <a:pt x="150" y="1192"/>
                    </a:lnTo>
                    <a:lnTo>
                      <a:pt x="224" y="1134"/>
                    </a:lnTo>
                    <a:lnTo>
                      <a:pt x="237" y="1149"/>
                    </a:lnTo>
                    <a:lnTo>
                      <a:pt x="237" y="1149"/>
                    </a:lnTo>
                    <a:close/>
                    <a:moveTo>
                      <a:pt x="1451" y="512"/>
                    </a:moveTo>
                    <a:lnTo>
                      <a:pt x="1362" y="543"/>
                    </a:lnTo>
                    <a:lnTo>
                      <a:pt x="1357" y="524"/>
                    </a:lnTo>
                    <a:lnTo>
                      <a:pt x="1446" y="494"/>
                    </a:lnTo>
                    <a:lnTo>
                      <a:pt x="1451" y="512"/>
                    </a:lnTo>
                    <a:lnTo>
                      <a:pt x="1451" y="512"/>
                    </a:lnTo>
                    <a:close/>
                    <a:moveTo>
                      <a:pt x="1479" y="632"/>
                    </a:moveTo>
                    <a:lnTo>
                      <a:pt x="1388" y="647"/>
                    </a:lnTo>
                    <a:lnTo>
                      <a:pt x="1384" y="628"/>
                    </a:lnTo>
                    <a:lnTo>
                      <a:pt x="1477" y="613"/>
                    </a:lnTo>
                    <a:lnTo>
                      <a:pt x="1479" y="632"/>
                    </a:lnTo>
                    <a:lnTo>
                      <a:pt x="1479" y="632"/>
                    </a:lnTo>
                    <a:close/>
                    <a:moveTo>
                      <a:pt x="104" y="857"/>
                    </a:moveTo>
                    <a:lnTo>
                      <a:pt x="11" y="873"/>
                    </a:lnTo>
                    <a:lnTo>
                      <a:pt x="8" y="854"/>
                    </a:lnTo>
                    <a:lnTo>
                      <a:pt x="102" y="840"/>
                    </a:lnTo>
                    <a:lnTo>
                      <a:pt x="104" y="857"/>
                    </a:lnTo>
                    <a:lnTo>
                      <a:pt x="104" y="857"/>
                    </a:lnTo>
                    <a:close/>
                    <a:moveTo>
                      <a:pt x="131" y="961"/>
                    </a:moveTo>
                    <a:lnTo>
                      <a:pt x="44" y="992"/>
                    </a:lnTo>
                    <a:lnTo>
                      <a:pt x="37" y="973"/>
                    </a:lnTo>
                    <a:lnTo>
                      <a:pt x="126" y="944"/>
                    </a:lnTo>
                    <a:lnTo>
                      <a:pt x="131" y="961"/>
                    </a:lnTo>
                    <a:lnTo>
                      <a:pt x="131" y="961"/>
                    </a:lnTo>
                    <a:close/>
                    <a:moveTo>
                      <a:pt x="176" y="1060"/>
                    </a:moveTo>
                    <a:lnTo>
                      <a:pt x="93" y="1104"/>
                    </a:lnTo>
                    <a:lnTo>
                      <a:pt x="84" y="1087"/>
                    </a:lnTo>
                    <a:lnTo>
                      <a:pt x="168" y="1042"/>
                    </a:lnTo>
                    <a:lnTo>
                      <a:pt x="176" y="1060"/>
                    </a:lnTo>
                    <a:lnTo>
                      <a:pt x="176" y="1060"/>
                    </a:lnTo>
                    <a:close/>
                    <a:moveTo>
                      <a:pt x="1262" y="1135"/>
                    </a:moveTo>
                    <a:lnTo>
                      <a:pt x="1336" y="1193"/>
                    </a:lnTo>
                    <a:lnTo>
                      <a:pt x="1326" y="1208"/>
                    </a:lnTo>
                    <a:lnTo>
                      <a:pt x="1251" y="1150"/>
                    </a:lnTo>
                    <a:lnTo>
                      <a:pt x="1262" y="1135"/>
                    </a:lnTo>
                    <a:lnTo>
                      <a:pt x="1262" y="1135"/>
                    </a:lnTo>
                    <a:close/>
                    <a:moveTo>
                      <a:pt x="1320" y="1045"/>
                    </a:moveTo>
                    <a:lnTo>
                      <a:pt x="1403" y="1089"/>
                    </a:lnTo>
                    <a:lnTo>
                      <a:pt x="1394" y="1106"/>
                    </a:lnTo>
                    <a:lnTo>
                      <a:pt x="1311" y="1061"/>
                    </a:lnTo>
                    <a:lnTo>
                      <a:pt x="1320" y="1045"/>
                    </a:lnTo>
                    <a:lnTo>
                      <a:pt x="1320" y="1045"/>
                    </a:lnTo>
                    <a:close/>
                    <a:moveTo>
                      <a:pt x="1362" y="945"/>
                    </a:moveTo>
                    <a:lnTo>
                      <a:pt x="1451" y="976"/>
                    </a:lnTo>
                    <a:lnTo>
                      <a:pt x="1444" y="993"/>
                    </a:lnTo>
                    <a:lnTo>
                      <a:pt x="1357" y="962"/>
                    </a:lnTo>
                    <a:lnTo>
                      <a:pt x="1362" y="945"/>
                    </a:lnTo>
                    <a:lnTo>
                      <a:pt x="1362" y="945"/>
                    </a:lnTo>
                    <a:close/>
                    <a:moveTo>
                      <a:pt x="1386" y="841"/>
                    </a:moveTo>
                    <a:lnTo>
                      <a:pt x="1479" y="856"/>
                    </a:lnTo>
                    <a:lnTo>
                      <a:pt x="1477" y="875"/>
                    </a:lnTo>
                    <a:lnTo>
                      <a:pt x="1384" y="860"/>
                    </a:lnTo>
                    <a:lnTo>
                      <a:pt x="1386" y="841"/>
                    </a:lnTo>
                    <a:lnTo>
                      <a:pt x="1386" y="841"/>
                    </a:lnTo>
                    <a:close/>
                    <a:moveTo>
                      <a:pt x="1394" y="733"/>
                    </a:moveTo>
                    <a:lnTo>
                      <a:pt x="1489" y="733"/>
                    </a:lnTo>
                    <a:lnTo>
                      <a:pt x="1489" y="752"/>
                    </a:lnTo>
                    <a:lnTo>
                      <a:pt x="1394" y="752"/>
                    </a:lnTo>
                    <a:lnTo>
                      <a:pt x="1394" y="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0" name="Freeform 7"/>
              <p:cNvSpPr>
                <a:spLocks noEditPoints="1"/>
              </p:cNvSpPr>
              <p:nvPr/>
            </p:nvSpPr>
            <p:spPr bwMode="auto">
              <a:xfrm>
                <a:off x="3537271" y="1608219"/>
                <a:ext cx="1943879" cy="1534365"/>
              </a:xfrm>
              <a:custGeom>
                <a:avLst/>
                <a:gdLst>
                  <a:gd name="T0" fmla="*/ 33 w 1097"/>
                  <a:gd name="T1" fmla="*/ 574 h 866"/>
                  <a:gd name="T2" fmla="*/ 36 w 1097"/>
                  <a:gd name="T3" fmla="*/ 602 h 866"/>
                  <a:gd name="T4" fmla="*/ 34 w 1097"/>
                  <a:gd name="T5" fmla="*/ 517 h 866"/>
                  <a:gd name="T6" fmla="*/ 46 w 1097"/>
                  <a:gd name="T7" fmla="*/ 433 h 866"/>
                  <a:gd name="T8" fmla="*/ 72 w 1097"/>
                  <a:gd name="T9" fmla="*/ 352 h 866"/>
                  <a:gd name="T10" fmla="*/ 111 w 1097"/>
                  <a:gd name="T11" fmla="*/ 276 h 866"/>
                  <a:gd name="T12" fmla="*/ 162 w 1097"/>
                  <a:gd name="T13" fmla="*/ 208 h 866"/>
                  <a:gd name="T14" fmla="*/ 224 w 1097"/>
                  <a:gd name="T15" fmla="*/ 149 h 866"/>
                  <a:gd name="T16" fmla="*/ 294 w 1097"/>
                  <a:gd name="T17" fmla="*/ 101 h 866"/>
                  <a:gd name="T18" fmla="*/ 372 w 1097"/>
                  <a:gd name="T19" fmla="*/ 65 h 866"/>
                  <a:gd name="T20" fmla="*/ 454 w 1097"/>
                  <a:gd name="T21" fmla="*/ 43 h 866"/>
                  <a:gd name="T22" fmla="*/ 539 w 1097"/>
                  <a:gd name="T23" fmla="*/ 34 h 866"/>
                  <a:gd name="T24" fmla="*/ 624 w 1097"/>
                  <a:gd name="T25" fmla="*/ 39 h 866"/>
                  <a:gd name="T26" fmla="*/ 707 w 1097"/>
                  <a:gd name="T27" fmla="*/ 59 h 866"/>
                  <a:gd name="T28" fmla="*/ 785 w 1097"/>
                  <a:gd name="T29" fmla="*/ 92 h 866"/>
                  <a:gd name="T30" fmla="*/ 857 w 1097"/>
                  <a:gd name="T31" fmla="*/ 137 h 866"/>
                  <a:gd name="T32" fmla="*/ 975 w 1097"/>
                  <a:gd name="T33" fmla="*/ 260 h 866"/>
                  <a:gd name="T34" fmla="*/ 921 w 1097"/>
                  <a:gd name="T35" fmla="*/ 193 h 866"/>
                  <a:gd name="T36" fmla="*/ 1016 w 1097"/>
                  <a:gd name="T37" fmla="*/ 334 h 866"/>
                  <a:gd name="T38" fmla="*/ 1046 w 1097"/>
                  <a:gd name="T39" fmla="*/ 414 h 866"/>
                  <a:gd name="T40" fmla="*/ 21 w 1097"/>
                  <a:gd name="T41" fmla="*/ 702 h 866"/>
                  <a:gd name="T42" fmla="*/ 54 w 1097"/>
                  <a:gd name="T43" fmla="*/ 787 h 866"/>
                  <a:gd name="T44" fmla="*/ 1018 w 1097"/>
                  <a:gd name="T45" fmla="*/ 832 h 866"/>
                  <a:gd name="T46" fmla="*/ 1059 w 1097"/>
                  <a:gd name="T47" fmla="*/ 751 h 866"/>
                  <a:gd name="T48" fmla="*/ 1085 w 1097"/>
                  <a:gd name="T49" fmla="*/ 664 h 866"/>
                  <a:gd name="T50" fmla="*/ 1097 w 1097"/>
                  <a:gd name="T51" fmla="*/ 574 h 866"/>
                  <a:gd name="T52" fmla="*/ 1093 w 1097"/>
                  <a:gd name="T53" fmla="*/ 484 h 866"/>
                  <a:gd name="T54" fmla="*/ 36 w 1097"/>
                  <a:gd name="T55" fmla="*/ 488 h 866"/>
                  <a:gd name="T56" fmla="*/ 53 w 1097"/>
                  <a:gd name="T57" fmla="*/ 405 h 866"/>
                  <a:gd name="T58" fmla="*/ 84 w 1097"/>
                  <a:gd name="T59" fmla="*/ 325 h 866"/>
                  <a:gd name="T60" fmla="*/ 127 w 1097"/>
                  <a:gd name="T61" fmla="*/ 252 h 866"/>
                  <a:gd name="T62" fmla="*/ 182 w 1097"/>
                  <a:gd name="T63" fmla="*/ 187 h 866"/>
                  <a:gd name="T64" fmla="*/ 247 w 1097"/>
                  <a:gd name="T65" fmla="*/ 131 h 866"/>
                  <a:gd name="T66" fmla="*/ 320 w 1097"/>
                  <a:gd name="T67" fmla="*/ 87 h 866"/>
                  <a:gd name="T68" fmla="*/ 399 w 1097"/>
                  <a:gd name="T69" fmla="*/ 56 h 866"/>
                  <a:gd name="T70" fmla="*/ 482 w 1097"/>
                  <a:gd name="T71" fmla="*/ 38 h 866"/>
                  <a:gd name="T72" fmla="*/ 567 w 1097"/>
                  <a:gd name="T73" fmla="*/ 34 h 866"/>
                  <a:gd name="T74" fmla="*/ 652 w 1097"/>
                  <a:gd name="T75" fmla="*/ 44 h 866"/>
                  <a:gd name="T76" fmla="*/ 734 w 1097"/>
                  <a:gd name="T77" fmla="*/ 68 h 866"/>
                  <a:gd name="T78" fmla="*/ 810 w 1097"/>
                  <a:gd name="T79" fmla="*/ 106 h 866"/>
                  <a:gd name="T80" fmla="*/ 880 w 1097"/>
                  <a:gd name="T81" fmla="*/ 155 h 866"/>
                  <a:gd name="T82" fmla="*/ 990 w 1097"/>
                  <a:gd name="T83" fmla="*/ 284 h 866"/>
                  <a:gd name="T84" fmla="*/ 940 w 1097"/>
                  <a:gd name="T85" fmla="*/ 215 h 866"/>
                  <a:gd name="T86" fmla="*/ 1028 w 1097"/>
                  <a:gd name="T87" fmla="*/ 360 h 866"/>
                  <a:gd name="T88" fmla="*/ 1052 w 1097"/>
                  <a:gd name="T89" fmla="*/ 442 h 866"/>
                  <a:gd name="T90" fmla="*/ 13 w 1097"/>
                  <a:gd name="T91" fmla="*/ 673 h 866"/>
                  <a:gd name="T92" fmla="*/ 41 w 1097"/>
                  <a:gd name="T93" fmla="*/ 759 h 866"/>
                  <a:gd name="T94" fmla="*/ 83 w 1097"/>
                  <a:gd name="T95" fmla="*/ 840 h 866"/>
                  <a:gd name="T96" fmla="*/ 1002 w 1097"/>
                  <a:gd name="T97" fmla="*/ 858 h 866"/>
                  <a:gd name="T98" fmla="*/ 1047 w 1097"/>
                  <a:gd name="T99" fmla="*/ 779 h 866"/>
                  <a:gd name="T100" fmla="*/ 1078 w 1097"/>
                  <a:gd name="T101" fmla="*/ 694 h 866"/>
                  <a:gd name="T102" fmla="*/ 1094 w 1097"/>
                  <a:gd name="T103" fmla="*/ 605 h 866"/>
                  <a:gd name="T104" fmla="*/ 1096 w 1097"/>
                  <a:gd name="T105" fmla="*/ 51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7" h="866">
                    <a:moveTo>
                      <a:pt x="33" y="574"/>
                    </a:moveTo>
                    <a:cubicBezTo>
                      <a:pt x="0" y="575"/>
                      <a:pt x="0" y="575"/>
                      <a:pt x="0" y="575"/>
                    </a:cubicBezTo>
                    <a:cubicBezTo>
                      <a:pt x="0" y="584"/>
                      <a:pt x="0" y="584"/>
                      <a:pt x="0" y="584"/>
                    </a:cubicBezTo>
                    <a:cubicBezTo>
                      <a:pt x="34" y="583"/>
                      <a:pt x="34" y="583"/>
                      <a:pt x="34" y="583"/>
                    </a:cubicBezTo>
                    <a:cubicBezTo>
                      <a:pt x="34" y="580"/>
                      <a:pt x="34" y="577"/>
                      <a:pt x="33" y="574"/>
                    </a:cubicBezTo>
                    <a:close/>
                    <a:moveTo>
                      <a:pt x="36" y="602"/>
                    </a:moveTo>
                    <a:cubicBezTo>
                      <a:pt x="2" y="606"/>
                      <a:pt x="2" y="606"/>
                      <a:pt x="2" y="606"/>
                    </a:cubicBezTo>
                    <a:cubicBezTo>
                      <a:pt x="3" y="615"/>
                      <a:pt x="3" y="615"/>
                      <a:pt x="3" y="615"/>
                    </a:cubicBezTo>
                    <a:cubicBezTo>
                      <a:pt x="37" y="611"/>
                      <a:pt x="37" y="611"/>
                      <a:pt x="37" y="611"/>
                    </a:cubicBezTo>
                    <a:cubicBezTo>
                      <a:pt x="36" y="608"/>
                      <a:pt x="36" y="605"/>
                      <a:pt x="36" y="602"/>
                    </a:cubicBezTo>
                    <a:close/>
                    <a:moveTo>
                      <a:pt x="34" y="517"/>
                    </a:moveTo>
                    <a:cubicBezTo>
                      <a:pt x="0" y="515"/>
                      <a:pt x="0" y="515"/>
                      <a:pt x="0" y="515"/>
                    </a:cubicBezTo>
                    <a:cubicBezTo>
                      <a:pt x="0" y="524"/>
                      <a:pt x="0" y="524"/>
                      <a:pt x="0" y="524"/>
                    </a:cubicBezTo>
                    <a:cubicBezTo>
                      <a:pt x="33" y="526"/>
                      <a:pt x="33" y="526"/>
                      <a:pt x="33" y="526"/>
                    </a:cubicBezTo>
                    <a:cubicBezTo>
                      <a:pt x="34" y="523"/>
                      <a:pt x="34" y="520"/>
                      <a:pt x="34" y="517"/>
                    </a:cubicBezTo>
                    <a:close/>
                    <a:moveTo>
                      <a:pt x="46" y="433"/>
                    </a:moveTo>
                    <a:cubicBezTo>
                      <a:pt x="13" y="425"/>
                      <a:pt x="13" y="425"/>
                      <a:pt x="13" y="425"/>
                    </a:cubicBezTo>
                    <a:cubicBezTo>
                      <a:pt x="11" y="434"/>
                      <a:pt x="11" y="434"/>
                      <a:pt x="11" y="434"/>
                    </a:cubicBezTo>
                    <a:cubicBezTo>
                      <a:pt x="44" y="442"/>
                      <a:pt x="44" y="442"/>
                      <a:pt x="44" y="442"/>
                    </a:cubicBezTo>
                    <a:cubicBezTo>
                      <a:pt x="45" y="439"/>
                      <a:pt x="45" y="436"/>
                      <a:pt x="46" y="433"/>
                    </a:cubicBezTo>
                    <a:close/>
                    <a:moveTo>
                      <a:pt x="72" y="352"/>
                    </a:moveTo>
                    <a:cubicBezTo>
                      <a:pt x="41" y="339"/>
                      <a:pt x="41" y="339"/>
                      <a:pt x="41" y="339"/>
                    </a:cubicBezTo>
                    <a:cubicBezTo>
                      <a:pt x="38" y="347"/>
                      <a:pt x="38" y="347"/>
                      <a:pt x="38" y="347"/>
                    </a:cubicBezTo>
                    <a:cubicBezTo>
                      <a:pt x="69" y="360"/>
                      <a:pt x="69" y="360"/>
                      <a:pt x="69" y="360"/>
                    </a:cubicBezTo>
                    <a:cubicBezTo>
                      <a:pt x="70" y="357"/>
                      <a:pt x="71" y="354"/>
                      <a:pt x="72" y="352"/>
                    </a:cubicBezTo>
                    <a:close/>
                    <a:moveTo>
                      <a:pt x="111" y="276"/>
                    </a:moveTo>
                    <a:cubicBezTo>
                      <a:pt x="83" y="258"/>
                      <a:pt x="83" y="258"/>
                      <a:pt x="83" y="258"/>
                    </a:cubicBezTo>
                    <a:cubicBezTo>
                      <a:pt x="78" y="266"/>
                      <a:pt x="78" y="266"/>
                      <a:pt x="78" y="266"/>
                    </a:cubicBezTo>
                    <a:cubicBezTo>
                      <a:pt x="107" y="284"/>
                      <a:pt x="107" y="284"/>
                      <a:pt x="107" y="284"/>
                    </a:cubicBezTo>
                    <a:cubicBezTo>
                      <a:pt x="108" y="281"/>
                      <a:pt x="110" y="279"/>
                      <a:pt x="111" y="276"/>
                    </a:cubicBezTo>
                    <a:close/>
                    <a:moveTo>
                      <a:pt x="162" y="208"/>
                    </a:moveTo>
                    <a:cubicBezTo>
                      <a:pt x="137" y="186"/>
                      <a:pt x="137" y="186"/>
                      <a:pt x="137" y="186"/>
                    </a:cubicBezTo>
                    <a:cubicBezTo>
                      <a:pt x="131" y="193"/>
                      <a:pt x="131" y="193"/>
                      <a:pt x="131" y="193"/>
                    </a:cubicBezTo>
                    <a:cubicBezTo>
                      <a:pt x="156" y="215"/>
                      <a:pt x="156" y="215"/>
                      <a:pt x="156" y="215"/>
                    </a:cubicBezTo>
                    <a:cubicBezTo>
                      <a:pt x="158" y="212"/>
                      <a:pt x="160" y="210"/>
                      <a:pt x="162" y="208"/>
                    </a:cubicBezTo>
                    <a:close/>
                    <a:moveTo>
                      <a:pt x="224" y="149"/>
                    </a:moveTo>
                    <a:cubicBezTo>
                      <a:pt x="202" y="123"/>
                      <a:pt x="202" y="123"/>
                      <a:pt x="202" y="123"/>
                    </a:cubicBezTo>
                    <a:cubicBezTo>
                      <a:pt x="196" y="129"/>
                      <a:pt x="196" y="129"/>
                      <a:pt x="196" y="129"/>
                    </a:cubicBezTo>
                    <a:cubicBezTo>
                      <a:pt x="217" y="155"/>
                      <a:pt x="217" y="155"/>
                      <a:pt x="217" y="155"/>
                    </a:cubicBezTo>
                    <a:cubicBezTo>
                      <a:pt x="219" y="153"/>
                      <a:pt x="222" y="151"/>
                      <a:pt x="224" y="149"/>
                    </a:cubicBezTo>
                    <a:close/>
                    <a:moveTo>
                      <a:pt x="294" y="101"/>
                    </a:moveTo>
                    <a:cubicBezTo>
                      <a:pt x="277" y="72"/>
                      <a:pt x="277" y="72"/>
                      <a:pt x="277" y="72"/>
                    </a:cubicBezTo>
                    <a:cubicBezTo>
                      <a:pt x="270" y="76"/>
                      <a:pt x="270" y="76"/>
                      <a:pt x="270" y="76"/>
                    </a:cubicBezTo>
                    <a:cubicBezTo>
                      <a:pt x="286" y="105"/>
                      <a:pt x="286" y="105"/>
                      <a:pt x="286" y="105"/>
                    </a:cubicBezTo>
                    <a:cubicBezTo>
                      <a:pt x="289" y="104"/>
                      <a:pt x="292" y="102"/>
                      <a:pt x="294" y="101"/>
                    </a:cubicBezTo>
                    <a:close/>
                    <a:moveTo>
                      <a:pt x="372" y="65"/>
                    </a:moveTo>
                    <a:cubicBezTo>
                      <a:pt x="360" y="34"/>
                      <a:pt x="360" y="34"/>
                      <a:pt x="360" y="34"/>
                    </a:cubicBezTo>
                    <a:cubicBezTo>
                      <a:pt x="351" y="37"/>
                      <a:pt x="351" y="37"/>
                      <a:pt x="351" y="37"/>
                    </a:cubicBezTo>
                    <a:cubicBezTo>
                      <a:pt x="363" y="68"/>
                      <a:pt x="363" y="68"/>
                      <a:pt x="363" y="68"/>
                    </a:cubicBezTo>
                    <a:cubicBezTo>
                      <a:pt x="366" y="67"/>
                      <a:pt x="369" y="66"/>
                      <a:pt x="372" y="65"/>
                    </a:cubicBezTo>
                    <a:close/>
                    <a:moveTo>
                      <a:pt x="454" y="43"/>
                    </a:moveTo>
                    <a:cubicBezTo>
                      <a:pt x="447" y="10"/>
                      <a:pt x="447" y="10"/>
                      <a:pt x="447" y="10"/>
                    </a:cubicBezTo>
                    <a:cubicBezTo>
                      <a:pt x="438" y="11"/>
                      <a:pt x="438" y="11"/>
                      <a:pt x="438" y="11"/>
                    </a:cubicBezTo>
                    <a:cubicBezTo>
                      <a:pt x="445" y="44"/>
                      <a:pt x="445" y="44"/>
                      <a:pt x="445" y="44"/>
                    </a:cubicBezTo>
                    <a:cubicBezTo>
                      <a:pt x="448" y="44"/>
                      <a:pt x="451" y="43"/>
                      <a:pt x="454" y="43"/>
                    </a:cubicBezTo>
                    <a:close/>
                    <a:moveTo>
                      <a:pt x="539" y="34"/>
                    </a:moveTo>
                    <a:cubicBezTo>
                      <a:pt x="538" y="0"/>
                      <a:pt x="538" y="0"/>
                      <a:pt x="538" y="0"/>
                    </a:cubicBezTo>
                    <a:cubicBezTo>
                      <a:pt x="529" y="1"/>
                      <a:pt x="529" y="1"/>
                      <a:pt x="529" y="1"/>
                    </a:cubicBezTo>
                    <a:cubicBezTo>
                      <a:pt x="529" y="34"/>
                      <a:pt x="529" y="34"/>
                      <a:pt x="529" y="34"/>
                    </a:cubicBezTo>
                    <a:cubicBezTo>
                      <a:pt x="532" y="34"/>
                      <a:pt x="535" y="34"/>
                      <a:pt x="539" y="34"/>
                    </a:cubicBezTo>
                    <a:close/>
                    <a:moveTo>
                      <a:pt x="624" y="39"/>
                    </a:moveTo>
                    <a:cubicBezTo>
                      <a:pt x="628" y="6"/>
                      <a:pt x="628" y="6"/>
                      <a:pt x="628" y="6"/>
                    </a:cubicBezTo>
                    <a:cubicBezTo>
                      <a:pt x="619" y="5"/>
                      <a:pt x="619" y="5"/>
                      <a:pt x="619" y="5"/>
                    </a:cubicBezTo>
                    <a:cubicBezTo>
                      <a:pt x="615" y="38"/>
                      <a:pt x="615" y="38"/>
                      <a:pt x="615" y="38"/>
                    </a:cubicBezTo>
                    <a:cubicBezTo>
                      <a:pt x="618" y="39"/>
                      <a:pt x="621" y="39"/>
                      <a:pt x="624" y="39"/>
                    </a:cubicBezTo>
                    <a:close/>
                    <a:moveTo>
                      <a:pt x="707" y="59"/>
                    </a:moveTo>
                    <a:cubicBezTo>
                      <a:pt x="717" y="27"/>
                      <a:pt x="717" y="27"/>
                      <a:pt x="717" y="27"/>
                    </a:cubicBezTo>
                    <a:cubicBezTo>
                      <a:pt x="708" y="24"/>
                      <a:pt x="708" y="24"/>
                      <a:pt x="708" y="24"/>
                    </a:cubicBezTo>
                    <a:cubicBezTo>
                      <a:pt x="698" y="56"/>
                      <a:pt x="698" y="56"/>
                      <a:pt x="698" y="56"/>
                    </a:cubicBezTo>
                    <a:cubicBezTo>
                      <a:pt x="701" y="57"/>
                      <a:pt x="704" y="58"/>
                      <a:pt x="707" y="59"/>
                    </a:cubicBezTo>
                    <a:close/>
                    <a:moveTo>
                      <a:pt x="785" y="92"/>
                    </a:moveTo>
                    <a:cubicBezTo>
                      <a:pt x="800" y="62"/>
                      <a:pt x="800" y="62"/>
                      <a:pt x="800" y="62"/>
                    </a:cubicBezTo>
                    <a:cubicBezTo>
                      <a:pt x="792" y="58"/>
                      <a:pt x="792" y="58"/>
                      <a:pt x="792" y="58"/>
                    </a:cubicBezTo>
                    <a:cubicBezTo>
                      <a:pt x="777" y="87"/>
                      <a:pt x="777" y="87"/>
                      <a:pt x="777" y="87"/>
                    </a:cubicBezTo>
                    <a:cubicBezTo>
                      <a:pt x="780" y="89"/>
                      <a:pt x="782" y="90"/>
                      <a:pt x="785" y="92"/>
                    </a:cubicBezTo>
                    <a:close/>
                    <a:moveTo>
                      <a:pt x="857" y="137"/>
                    </a:moveTo>
                    <a:cubicBezTo>
                      <a:pt x="877" y="110"/>
                      <a:pt x="877" y="110"/>
                      <a:pt x="877" y="110"/>
                    </a:cubicBezTo>
                    <a:cubicBezTo>
                      <a:pt x="870" y="104"/>
                      <a:pt x="870" y="104"/>
                      <a:pt x="870" y="104"/>
                    </a:cubicBezTo>
                    <a:cubicBezTo>
                      <a:pt x="850" y="132"/>
                      <a:pt x="850" y="132"/>
                      <a:pt x="850" y="132"/>
                    </a:cubicBezTo>
                    <a:cubicBezTo>
                      <a:pt x="852" y="133"/>
                      <a:pt x="855" y="135"/>
                      <a:pt x="857" y="137"/>
                    </a:cubicBezTo>
                    <a:close/>
                    <a:moveTo>
                      <a:pt x="975" y="260"/>
                    </a:moveTo>
                    <a:cubicBezTo>
                      <a:pt x="1002" y="241"/>
                      <a:pt x="1002" y="241"/>
                      <a:pt x="1002" y="241"/>
                    </a:cubicBezTo>
                    <a:cubicBezTo>
                      <a:pt x="997" y="233"/>
                      <a:pt x="997" y="233"/>
                      <a:pt x="997" y="233"/>
                    </a:cubicBezTo>
                    <a:cubicBezTo>
                      <a:pt x="969" y="252"/>
                      <a:pt x="969" y="252"/>
                      <a:pt x="969" y="252"/>
                    </a:cubicBezTo>
                    <a:cubicBezTo>
                      <a:pt x="971" y="255"/>
                      <a:pt x="973" y="257"/>
                      <a:pt x="975" y="260"/>
                    </a:cubicBezTo>
                    <a:close/>
                    <a:moveTo>
                      <a:pt x="921" y="193"/>
                    </a:moveTo>
                    <a:cubicBezTo>
                      <a:pt x="945" y="170"/>
                      <a:pt x="945" y="170"/>
                      <a:pt x="945" y="170"/>
                    </a:cubicBezTo>
                    <a:cubicBezTo>
                      <a:pt x="939" y="164"/>
                      <a:pt x="939" y="164"/>
                      <a:pt x="939" y="164"/>
                    </a:cubicBezTo>
                    <a:cubicBezTo>
                      <a:pt x="915" y="187"/>
                      <a:pt x="915" y="187"/>
                      <a:pt x="915" y="187"/>
                    </a:cubicBezTo>
                    <a:cubicBezTo>
                      <a:pt x="917" y="189"/>
                      <a:pt x="919" y="191"/>
                      <a:pt x="921" y="193"/>
                    </a:cubicBezTo>
                    <a:close/>
                    <a:moveTo>
                      <a:pt x="1016" y="334"/>
                    </a:moveTo>
                    <a:cubicBezTo>
                      <a:pt x="1047" y="320"/>
                      <a:pt x="1047" y="320"/>
                      <a:pt x="1047" y="320"/>
                    </a:cubicBezTo>
                    <a:cubicBezTo>
                      <a:pt x="1043" y="311"/>
                      <a:pt x="1043" y="311"/>
                      <a:pt x="1043" y="311"/>
                    </a:cubicBezTo>
                    <a:cubicBezTo>
                      <a:pt x="1013" y="326"/>
                      <a:pt x="1013" y="326"/>
                      <a:pt x="1013" y="326"/>
                    </a:cubicBezTo>
                    <a:cubicBezTo>
                      <a:pt x="1014" y="328"/>
                      <a:pt x="1015" y="331"/>
                      <a:pt x="1016" y="334"/>
                    </a:cubicBezTo>
                    <a:close/>
                    <a:moveTo>
                      <a:pt x="1046" y="414"/>
                    </a:moveTo>
                    <a:cubicBezTo>
                      <a:pt x="1078" y="405"/>
                      <a:pt x="1078" y="405"/>
                      <a:pt x="1078" y="405"/>
                    </a:cubicBezTo>
                    <a:cubicBezTo>
                      <a:pt x="1075" y="396"/>
                      <a:pt x="1075" y="396"/>
                      <a:pt x="1075" y="396"/>
                    </a:cubicBezTo>
                    <a:cubicBezTo>
                      <a:pt x="1043" y="405"/>
                      <a:pt x="1043" y="405"/>
                      <a:pt x="1043" y="405"/>
                    </a:cubicBezTo>
                    <a:cubicBezTo>
                      <a:pt x="1044" y="408"/>
                      <a:pt x="1045" y="411"/>
                      <a:pt x="1046" y="414"/>
                    </a:cubicBezTo>
                    <a:close/>
                    <a:moveTo>
                      <a:pt x="21" y="702"/>
                    </a:moveTo>
                    <a:cubicBezTo>
                      <a:pt x="53" y="693"/>
                      <a:pt x="53" y="693"/>
                      <a:pt x="53" y="693"/>
                    </a:cubicBezTo>
                    <a:cubicBezTo>
                      <a:pt x="52" y="690"/>
                      <a:pt x="52" y="688"/>
                      <a:pt x="51" y="685"/>
                    </a:cubicBezTo>
                    <a:cubicBezTo>
                      <a:pt x="19" y="694"/>
                      <a:pt x="19" y="694"/>
                      <a:pt x="19" y="694"/>
                    </a:cubicBezTo>
                    <a:cubicBezTo>
                      <a:pt x="21" y="702"/>
                      <a:pt x="21" y="702"/>
                      <a:pt x="21" y="702"/>
                    </a:cubicBezTo>
                    <a:close/>
                    <a:moveTo>
                      <a:pt x="54" y="787"/>
                    </a:moveTo>
                    <a:cubicBezTo>
                      <a:pt x="84" y="773"/>
                      <a:pt x="84" y="773"/>
                      <a:pt x="84" y="773"/>
                    </a:cubicBezTo>
                    <a:cubicBezTo>
                      <a:pt x="82" y="770"/>
                      <a:pt x="81" y="767"/>
                      <a:pt x="80" y="765"/>
                    </a:cubicBezTo>
                    <a:cubicBezTo>
                      <a:pt x="50" y="779"/>
                      <a:pt x="50" y="779"/>
                      <a:pt x="50" y="779"/>
                    </a:cubicBezTo>
                    <a:cubicBezTo>
                      <a:pt x="54" y="787"/>
                      <a:pt x="54" y="787"/>
                      <a:pt x="54" y="787"/>
                    </a:cubicBezTo>
                    <a:close/>
                    <a:moveTo>
                      <a:pt x="1018" y="832"/>
                    </a:moveTo>
                    <a:cubicBezTo>
                      <a:pt x="990" y="815"/>
                      <a:pt x="990" y="815"/>
                      <a:pt x="990" y="815"/>
                    </a:cubicBezTo>
                    <a:cubicBezTo>
                      <a:pt x="988" y="818"/>
                      <a:pt x="987" y="820"/>
                      <a:pt x="985" y="823"/>
                    </a:cubicBezTo>
                    <a:cubicBezTo>
                      <a:pt x="1014" y="840"/>
                      <a:pt x="1014" y="840"/>
                      <a:pt x="1014" y="840"/>
                    </a:cubicBezTo>
                    <a:cubicBezTo>
                      <a:pt x="1018" y="832"/>
                      <a:pt x="1018" y="832"/>
                      <a:pt x="1018" y="832"/>
                    </a:cubicBezTo>
                    <a:close/>
                    <a:moveTo>
                      <a:pt x="1059" y="751"/>
                    </a:moveTo>
                    <a:cubicBezTo>
                      <a:pt x="1028" y="739"/>
                      <a:pt x="1028" y="739"/>
                      <a:pt x="1028" y="739"/>
                    </a:cubicBezTo>
                    <a:cubicBezTo>
                      <a:pt x="1027" y="741"/>
                      <a:pt x="1025" y="744"/>
                      <a:pt x="1024" y="747"/>
                    </a:cubicBezTo>
                    <a:cubicBezTo>
                      <a:pt x="1055" y="760"/>
                      <a:pt x="1055" y="760"/>
                      <a:pt x="1055" y="760"/>
                    </a:cubicBezTo>
                    <a:cubicBezTo>
                      <a:pt x="1059" y="751"/>
                      <a:pt x="1059" y="751"/>
                      <a:pt x="1059" y="751"/>
                    </a:cubicBezTo>
                    <a:close/>
                    <a:moveTo>
                      <a:pt x="1085" y="664"/>
                    </a:moveTo>
                    <a:cubicBezTo>
                      <a:pt x="1052" y="657"/>
                      <a:pt x="1052" y="657"/>
                      <a:pt x="1052" y="657"/>
                    </a:cubicBezTo>
                    <a:cubicBezTo>
                      <a:pt x="1052" y="660"/>
                      <a:pt x="1051" y="663"/>
                      <a:pt x="1050" y="666"/>
                    </a:cubicBezTo>
                    <a:cubicBezTo>
                      <a:pt x="1083" y="673"/>
                      <a:pt x="1083" y="673"/>
                      <a:pt x="1083" y="673"/>
                    </a:cubicBezTo>
                    <a:cubicBezTo>
                      <a:pt x="1085" y="664"/>
                      <a:pt x="1085" y="664"/>
                      <a:pt x="1085" y="664"/>
                    </a:cubicBezTo>
                    <a:close/>
                    <a:moveTo>
                      <a:pt x="1097" y="574"/>
                    </a:moveTo>
                    <a:cubicBezTo>
                      <a:pt x="1063" y="572"/>
                      <a:pt x="1063" y="572"/>
                      <a:pt x="1063" y="572"/>
                    </a:cubicBezTo>
                    <a:cubicBezTo>
                      <a:pt x="1063" y="576"/>
                      <a:pt x="1063" y="579"/>
                      <a:pt x="1063" y="582"/>
                    </a:cubicBezTo>
                    <a:cubicBezTo>
                      <a:pt x="1096" y="583"/>
                      <a:pt x="1096" y="583"/>
                      <a:pt x="1096" y="583"/>
                    </a:cubicBezTo>
                    <a:cubicBezTo>
                      <a:pt x="1097" y="574"/>
                      <a:pt x="1097" y="574"/>
                      <a:pt x="1097" y="574"/>
                    </a:cubicBezTo>
                    <a:close/>
                    <a:moveTo>
                      <a:pt x="1093" y="484"/>
                    </a:moveTo>
                    <a:cubicBezTo>
                      <a:pt x="1060" y="487"/>
                      <a:pt x="1060" y="487"/>
                      <a:pt x="1060" y="487"/>
                    </a:cubicBezTo>
                    <a:cubicBezTo>
                      <a:pt x="1060" y="490"/>
                      <a:pt x="1061" y="493"/>
                      <a:pt x="1061" y="496"/>
                    </a:cubicBezTo>
                    <a:cubicBezTo>
                      <a:pt x="1094" y="493"/>
                      <a:pt x="1094" y="493"/>
                      <a:pt x="1094" y="493"/>
                    </a:cubicBezTo>
                    <a:cubicBezTo>
                      <a:pt x="1093" y="484"/>
                      <a:pt x="1093" y="484"/>
                      <a:pt x="1093" y="484"/>
                    </a:cubicBezTo>
                    <a:close/>
                    <a:moveTo>
                      <a:pt x="36" y="488"/>
                    </a:moveTo>
                    <a:cubicBezTo>
                      <a:pt x="3" y="485"/>
                      <a:pt x="3" y="485"/>
                      <a:pt x="3" y="485"/>
                    </a:cubicBezTo>
                    <a:cubicBezTo>
                      <a:pt x="2" y="494"/>
                      <a:pt x="2" y="494"/>
                      <a:pt x="2" y="494"/>
                    </a:cubicBezTo>
                    <a:cubicBezTo>
                      <a:pt x="35" y="497"/>
                      <a:pt x="35" y="497"/>
                      <a:pt x="35" y="497"/>
                    </a:cubicBezTo>
                    <a:cubicBezTo>
                      <a:pt x="36" y="494"/>
                      <a:pt x="36" y="491"/>
                      <a:pt x="36" y="488"/>
                    </a:cubicBezTo>
                    <a:close/>
                    <a:moveTo>
                      <a:pt x="53" y="405"/>
                    </a:moveTo>
                    <a:cubicBezTo>
                      <a:pt x="21" y="396"/>
                      <a:pt x="21" y="396"/>
                      <a:pt x="21" y="396"/>
                    </a:cubicBezTo>
                    <a:cubicBezTo>
                      <a:pt x="19" y="405"/>
                      <a:pt x="19" y="405"/>
                      <a:pt x="19" y="405"/>
                    </a:cubicBezTo>
                    <a:cubicBezTo>
                      <a:pt x="51" y="414"/>
                      <a:pt x="51" y="414"/>
                      <a:pt x="51" y="414"/>
                    </a:cubicBezTo>
                    <a:cubicBezTo>
                      <a:pt x="52" y="411"/>
                      <a:pt x="53" y="408"/>
                      <a:pt x="53" y="405"/>
                    </a:cubicBezTo>
                    <a:close/>
                    <a:moveTo>
                      <a:pt x="84" y="325"/>
                    </a:moveTo>
                    <a:cubicBezTo>
                      <a:pt x="54" y="311"/>
                      <a:pt x="54" y="311"/>
                      <a:pt x="54" y="311"/>
                    </a:cubicBezTo>
                    <a:cubicBezTo>
                      <a:pt x="50" y="319"/>
                      <a:pt x="50" y="319"/>
                      <a:pt x="50" y="319"/>
                    </a:cubicBezTo>
                    <a:cubicBezTo>
                      <a:pt x="80" y="334"/>
                      <a:pt x="80" y="334"/>
                      <a:pt x="80" y="334"/>
                    </a:cubicBezTo>
                    <a:cubicBezTo>
                      <a:pt x="81" y="331"/>
                      <a:pt x="83" y="328"/>
                      <a:pt x="84" y="325"/>
                    </a:cubicBezTo>
                    <a:close/>
                    <a:moveTo>
                      <a:pt x="127" y="252"/>
                    </a:moveTo>
                    <a:cubicBezTo>
                      <a:pt x="125" y="254"/>
                      <a:pt x="124" y="257"/>
                      <a:pt x="122" y="259"/>
                    </a:cubicBezTo>
                    <a:cubicBezTo>
                      <a:pt x="95" y="240"/>
                      <a:pt x="95" y="240"/>
                      <a:pt x="95" y="240"/>
                    </a:cubicBezTo>
                    <a:cubicBezTo>
                      <a:pt x="100" y="233"/>
                      <a:pt x="100" y="233"/>
                      <a:pt x="100" y="233"/>
                    </a:cubicBezTo>
                    <a:cubicBezTo>
                      <a:pt x="127" y="252"/>
                      <a:pt x="127" y="252"/>
                      <a:pt x="127" y="252"/>
                    </a:cubicBezTo>
                    <a:close/>
                    <a:moveTo>
                      <a:pt x="182" y="187"/>
                    </a:moveTo>
                    <a:cubicBezTo>
                      <a:pt x="180" y="189"/>
                      <a:pt x="178" y="191"/>
                      <a:pt x="176" y="193"/>
                    </a:cubicBezTo>
                    <a:cubicBezTo>
                      <a:pt x="152" y="170"/>
                      <a:pt x="152" y="170"/>
                      <a:pt x="152" y="170"/>
                    </a:cubicBezTo>
                    <a:cubicBezTo>
                      <a:pt x="158" y="163"/>
                      <a:pt x="158" y="163"/>
                      <a:pt x="158" y="163"/>
                    </a:cubicBezTo>
                    <a:cubicBezTo>
                      <a:pt x="182" y="187"/>
                      <a:pt x="182" y="187"/>
                      <a:pt x="182" y="187"/>
                    </a:cubicBezTo>
                    <a:close/>
                    <a:moveTo>
                      <a:pt x="247" y="131"/>
                    </a:moveTo>
                    <a:cubicBezTo>
                      <a:pt x="244" y="133"/>
                      <a:pt x="242" y="135"/>
                      <a:pt x="239" y="137"/>
                    </a:cubicBezTo>
                    <a:cubicBezTo>
                      <a:pt x="220" y="110"/>
                      <a:pt x="220" y="110"/>
                      <a:pt x="220" y="110"/>
                    </a:cubicBezTo>
                    <a:cubicBezTo>
                      <a:pt x="227" y="104"/>
                      <a:pt x="227" y="104"/>
                      <a:pt x="227" y="104"/>
                    </a:cubicBezTo>
                    <a:cubicBezTo>
                      <a:pt x="247" y="131"/>
                      <a:pt x="247" y="131"/>
                      <a:pt x="247" y="131"/>
                    </a:cubicBezTo>
                    <a:close/>
                    <a:moveTo>
                      <a:pt x="320" y="87"/>
                    </a:moveTo>
                    <a:cubicBezTo>
                      <a:pt x="305" y="57"/>
                      <a:pt x="305" y="57"/>
                      <a:pt x="305" y="57"/>
                    </a:cubicBezTo>
                    <a:cubicBezTo>
                      <a:pt x="296" y="62"/>
                      <a:pt x="296" y="62"/>
                      <a:pt x="296" y="62"/>
                    </a:cubicBezTo>
                    <a:cubicBezTo>
                      <a:pt x="312" y="91"/>
                      <a:pt x="312" y="91"/>
                      <a:pt x="312" y="91"/>
                    </a:cubicBezTo>
                    <a:cubicBezTo>
                      <a:pt x="314" y="90"/>
                      <a:pt x="317" y="89"/>
                      <a:pt x="320" y="87"/>
                    </a:cubicBezTo>
                    <a:close/>
                    <a:moveTo>
                      <a:pt x="399" y="56"/>
                    </a:moveTo>
                    <a:cubicBezTo>
                      <a:pt x="389" y="24"/>
                      <a:pt x="389" y="24"/>
                      <a:pt x="389" y="24"/>
                    </a:cubicBezTo>
                    <a:cubicBezTo>
                      <a:pt x="380" y="27"/>
                      <a:pt x="380" y="27"/>
                      <a:pt x="380" y="27"/>
                    </a:cubicBezTo>
                    <a:cubicBezTo>
                      <a:pt x="390" y="59"/>
                      <a:pt x="390" y="59"/>
                      <a:pt x="390" y="59"/>
                    </a:cubicBezTo>
                    <a:cubicBezTo>
                      <a:pt x="393" y="58"/>
                      <a:pt x="396" y="57"/>
                      <a:pt x="399" y="56"/>
                    </a:cubicBezTo>
                    <a:close/>
                    <a:moveTo>
                      <a:pt x="482" y="38"/>
                    </a:moveTo>
                    <a:cubicBezTo>
                      <a:pt x="478" y="5"/>
                      <a:pt x="478" y="5"/>
                      <a:pt x="478" y="5"/>
                    </a:cubicBezTo>
                    <a:cubicBezTo>
                      <a:pt x="469" y="6"/>
                      <a:pt x="469" y="6"/>
                      <a:pt x="469" y="6"/>
                    </a:cubicBezTo>
                    <a:cubicBezTo>
                      <a:pt x="473" y="39"/>
                      <a:pt x="473" y="39"/>
                      <a:pt x="473" y="39"/>
                    </a:cubicBezTo>
                    <a:cubicBezTo>
                      <a:pt x="476" y="39"/>
                      <a:pt x="479" y="39"/>
                      <a:pt x="482" y="38"/>
                    </a:cubicBezTo>
                    <a:close/>
                    <a:moveTo>
                      <a:pt x="567" y="34"/>
                    </a:moveTo>
                    <a:cubicBezTo>
                      <a:pt x="568" y="1"/>
                      <a:pt x="568" y="1"/>
                      <a:pt x="568" y="1"/>
                    </a:cubicBezTo>
                    <a:cubicBezTo>
                      <a:pt x="559" y="0"/>
                      <a:pt x="559" y="0"/>
                      <a:pt x="559" y="0"/>
                    </a:cubicBezTo>
                    <a:cubicBezTo>
                      <a:pt x="558" y="34"/>
                      <a:pt x="558" y="34"/>
                      <a:pt x="558" y="34"/>
                    </a:cubicBezTo>
                    <a:cubicBezTo>
                      <a:pt x="561" y="34"/>
                      <a:pt x="564" y="34"/>
                      <a:pt x="567" y="34"/>
                    </a:cubicBezTo>
                    <a:close/>
                    <a:moveTo>
                      <a:pt x="652" y="44"/>
                    </a:moveTo>
                    <a:cubicBezTo>
                      <a:pt x="658" y="12"/>
                      <a:pt x="658" y="12"/>
                      <a:pt x="658" y="12"/>
                    </a:cubicBezTo>
                    <a:cubicBezTo>
                      <a:pt x="649" y="10"/>
                      <a:pt x="649" y="10"/>
                      <a:pt x="649" y="10"/>
                    </a:cubicBezTo>
                    <a:cubicBezTo>
                      <a:pt x="643" y="43"/>
                      <a:pt x="643" y="43"/>
                      <a:pt x="643" y="43"/>
                    </a:cubicBezTo>
                    <a:cubicBezTo>
                      <a:pt x="646" y="43"/>
                      <a:pt x="649" y="44"/>
                      <a:pt x="652" y="44"/>
                    </a:cubicBezTo>
                    <a:close/>
                    <a:moveTo>
                      <a:pt x="734" y="68"/>
                    </a:moveTo>
                    <a:cubicBezTo>
                      <a:pt x="745" y="37"/>
                      <a:pt x="745" y="37"/>
                      <a:pt x="745" y="37"/>
                    </a:cubicBezTo>
                    <a:cubicBezTo>
                      <a:pt x="737" y="34"/>
                      <a:pt x="737" y="34"/>
                      <a:pt x="737" y="34"/>
                    </a:cubicBezTo>
                    <a:cubicBezTo>
                      <a:pt x="725" y="65"/>
                      <a:pt x="725" y="65"/>
                      <a:pt x="725" y="65"/>
                    </a:cubicBezTo>
                    <a:cubicBezTo>
                      <a:pt x="728" y="66"/>
                      <a:pt x="731" y="67"/>
                      <a:pt x="734" y="68"/>
                    </a:cubicBezTo>
                    <a:close/>
                    <a:moveTo>
                      <a:pt x="810" y="106"/>
                    </a:moveTo>
                    <a:cubicBezTo>
                      <a:pt x="827" y="76"/>
                      <a:pt x="827" y="76"/>
                      <a:pt x="827" y="76"/>
                    </a:cubicBezTo>
                    <a:cubicBezTo>
                      <a:pt x="819" y="72"/>
                      <a:pt x="819" y="72"/>
                      <a:pt x="819" y="72"/>
                    </a:cubicBezTo>
                    <a:cubicBezTo>
                      <a:pt x="802" y="101"/>
                      <a:pt x="802" y="101"/>
                      <a:pt x="802" y="101"/>
                    </a:cubicBezTo>
                    <a:cubicBezTo>
                      <a:pt x="805" y="102"/>
                      <a:pt x="808" y="104"/>
                      <a:pt x="810" y="106"/>
                    </a:cubicBezTo>
                    <a:close/>
                    <a:moveTo>
                      <a:pt x="880" y="155"/>
                    </a:moveTo>
                    <a:cubicBezTo>
                      <a:pt x="877" y="153"/>
                      <a:pt x="875" y="151"/>
                      <a:pt x="873" y="149"/>
                    </a:cubicBezTo>
                    <a:cubicBezTo>
                      <a:pt x="894" y="123"/>
                      <a:pt x="894" y="123"/>
                      <a:pt x="894" y="123"/>
                    </a:cubicBezTo>
                    <a:cubicBezTo>
                      <a:pt x="901" y="129"/>
                      <a:pt x="901" y="129"/>
                      <a:pt x="901" y="129"/>
                    </a:cubicBezTo>
                    <a:cubicBezTo>
                      <a:pt x="880" y="155"/>
                      <a:pt x="880" y="155"/>
                      <a:pt x="880" y="155"/>
                    </a:cubicBezTo>
                    <a:close/>
                    <a:moveTo>
                      <a:pt x="990" y="284"/>
                    </a:moveTo>
                    <a:cubicBezTo>
                      <a:pt x="988" y="281"/>
                      <a:pt x="987" y="279"/>
                      <a:pt x="985" y="276"/>
                    </a:cubicBezTo>
                    <a:cubicBezTo>
                      <a:pt x="1014" y="259"/>
                      <a:pt x="1014" y="259"/>
                      <a:pt x="1014" y="259"/>
                    </a:cubicBezTo>
                    <a:cubicBezTo>
                      <a:pt x="1019" y="266"/>
                      <a:pt x="1019" y="266"/>
                      <a:pt x="1019" y="266"/>
                    </a:cubicBezTo>
                    <a:cubicBezTo>
                      <a:pt x="990" y="284"/>
                      <a:pt x="990" y="284"/>
                      <a:pt x="990" y="284"/>
                    </a:cubicBezTo>
                    <a:close/>
                    <a:moveTo>
                      <a:pt x="940" y="215"/>
                    </a:moveTo>
                    <a:cubicBezTo>
                      <a:pt x="938" y="213"/>
                      <a:pt x="936" y="210"/>
                      <a:pt x="934" y="208"/>
                    </a:cubicBezTo>
                    <a:cubicBezTo>
                      <a:pt x="960" y="186"/>
                      <a:pt x="960" y="186"/>
                      <a:pt x="960" y="186"/>
                    </a:cubicBezTo>
                    <a:cubicBezTo>
                      <a:pt x="966" y="193"/>
                      <a:pt x="966" y="193"/>
                      <a:pt x="966" y="193"/>
                    </a:cubicBezTo>
                    <a:cubicBezTo>
                      <a:pt x="940" y="215"/>
                      <a:pt x="940" y="215"/>
                      <a:pt x="940" y="215"/>
                    </a:cubicBezTo>
                    <a:close/>
                    <a:moveTo>
                      <a:pt x="1028" y="360"/>
                    </a:moveTo>
                    <a:cubicBezTo>
                      <a:pt x="1059" y="348"/>
                      <a:pt x="1059" y="348"/>
                      <a:pt x="1059" y="348"/>
                    </a:cubicBezTo>
                    <a:cubicBezTo>
                      <a:pt x="1055" y="339"/>
                      <a:pt x="1055" y="339"/>
                      <a:pt x="1055" y="339"/>
                    </a:cubicBezTo>
                    <a:cubicBezTo>
                      <a:pt x="1024" y="352"/>
                      <a:pt x="1024" y="352"/>
                      <a:pt x="1024" y="352"/>
                    </a:cubicBezTo>
                    <a:cubicBezTo>
                      <a:pt x="1026" y="355"/>
                      <a:pt x="1027" y="358"/>
                      <a:pt x="1028" y="360"/>
                    </a:cubicBezTo>
                    <a:close/>
                    <a:moveTo>
                      <a:pt x="1052" y="442"/>
                    </a:moveTo>
                    <a:cubicBezTo>
                      <a:pt x="1085" y="435"/>
                      <a:pt x="1085" y="435"/>
                      <a:pt x="1085" y="435"/>
                    </a:cubicBezTo>
                    <a:cubicBezTo>
                      <a:pt x="1083" y="426"/>
                      <a:pt x="1083" y="426"/>
                      <a:pt x="1083" y="426"/>
                    </a:cubicBezTo>
                    <a:cubicBezTo>
                      <a:pt x="1050" y="433"/>
                      <a:pt x="1050" y="433"/>
                      <a:pt x="1050" y="433"/>
                    </a:cubicBezTo>
                    <a:cubicBezTo>
                      <a:pt x="1051" y="436"/>
                      <a:pt x="1052" y="439"/>
                      <a:pt x="1052" y="442"/>
                    </a:cubicBezTo>
                    <a:close/>
                    <a:moveTo>
                      <a:pt x="13" y="673"/>
                    </a:moveTo>
                    <a:cubicBezTo>
                      <a:pt x="46" y="666"/>
                      <a:pt x="46" y="666"/>
                      <a:pt x="46" y="666"/>
                    </a:cubicBezTo>
                    <a:cubicBezTo>
                      <a:pt x="45" y="663"/>
                      <a:pt x="45" y="660"/>
                      <a:pt x="44" y="657"/>
                    </a:cubicBezTo>
                    <a:cubicBezTo>
                      <a:pt x="11" y="664"/>
                      <a:pt x="11" y="664"/>
                      <a:pt x="11" y="664"/>
                    </a:cubicBezTo>
                    <a:cubicBezTo>
                      <a:pt x="13" y="673"/>
                      <a:pt x="13" y="673"/>
                      <a:pt x="13" y="673"/>
                    </a:cubicBezTo>
                    <a:close/>
                    <a:moveTo>
                      <a:pt x="41" y="759"/>
                    </a:moveTo>
                    <a:cubicBezTo>
                      <a:pt x="72" y="747"/>
                      <a:pt x="72" y="747"/>
                      <a:pt x="72" y="747"/>
                    </a:cubicBezTo>
                    <a:cubicBezTo>
                      <a:pt x="71" y="744"/>
                      <a:pt x="70" y="741"/>
                      <a:pt x="69" y="738"/>
                    </a:cubicBezTo>
                    <a:cubicBezTo>
                      <a:pt x="38" y="751"/>
                      <a:pt x="38" y="751"/>
                      <a:pt x="38" y="751"/>
                    </a:cubicBezTo>
                    <a:cubicBezTo>
                      <a:pt x="41" y="759"/>
                      <a:pt x="41" y="759"/>
                      <a:pt x="41" y="759"/>
                    </a:cubicBezTo>
                    <a:close/>
                    <a:moveTo>
                      <a:pt x="83" y="840"/>
                    </a:moveTo>
                    <a:cubicBezTo>
                      <a:pt x="111" y="822"/>
                      <a:pt x="111" y="822"/>
                      <a:pt x="111" y="822"/>
                    </a:cubicBezTo>
                    <a:cubicBezTo>
                      <a:pt x="110" y="820"/>
                      <a:pt x="108" y="817"/>
                      <a:pt x="106" y="815"/>
                    </a:cubicBezTo>
                    <a:cubicBezTo>
                      <a:pt x="78" y="832"/>
                      <a:pt x="78" y="832"/>
                      <a:pt x="78" y="832"/>
                    </a:cubicBezTo>
                    <a:cubicBezTo>
                      <a:pt x="83" y="840"/>
                      <a:pt x="83" y="840"/>
                      <a:pt x="83" y="840"/>
                    </a:cubicBezTo>
                    <a:close/>
                    <a:moveTo>
                      <a:pt x="1002" y="858"/>
                    </a:moveTo>
                    <a:cubicBezTo>
                      <a:pt x="997" y="866"/>
                      <a:pt x="997" y="866"/>
                      <a:pt x="997" y="866"/>
                    </a:cubicBezTo>
                    <a:cubicBezTo>
                      <a:pt x="969" y="847"/>
                      <a:pt x="969" y="847"/>
                      <a:pt x="969" y="847"/>
                    </a:cubicBezTo>
                    <a:cubicBezTo>
                      <a:pt x="971" y="844"/>
                      <a:pt x="973" y="842"/>
                      <a:pt x="974" y="839"/>
                    </a:cubicBezTo>
                    <a:cubicBezTo>
                      <a:pt x="1002" y="858"/>
                      <a:pt x="1002" y="858"/>
                      <a:pt x="1002" y="858"/>
                    </a:cubicBezTo>
                    <a:close/>
                    <a:moveTo>
                      <a:pt x="1047" y="779"/>
                    </a:moveTo>
                    <a:cubicBezTo>
                      <a:pt x="1016" y="765"/>
                      <a:pt x="1016" y="765"/>
                      <a:pt x="1016" y="765"/>
                    </a:cubicBezTo>
                    <a:cubicBezTo>
                      <a:pt x="1015" y="768"/>
                      <a:pt x="1014" y="771"/>
                      <a:pt x="1012" y="773"/>
                    </a:cubicBezTo>
                    <a:cubicBezTo>
                      <a:pt x="1043" y="787"/>
                      <a:pt x="1043" y="787"/>
                      <a:pt x="1043" y="787"/>
                    </a:cubicBezTo>
                    <a:cubicBezTo>
                      <a:pt x="1047" y="779"/>
                      <a:pt x="1047" y="779"/>
                      <a:pt x="1047" y="779"/>
                    </a:cubicBezTo>
                    <a:close/>
                    <a:moveTo>
                      <a:pt x="1078" y="694"/>
                    </a:moveTo>
                    <a:cubicBezTo>
                      <a:pt x="1045" y="685"/>
                      <a:pt x="1045" y="685"/>
                      <a:pt x="1045" y="685"/>
                    </a:cubicBezTo>
                    <a:cubicBezTo>
                      <a:pt x="1045" y="688"/>
                      <a:pt x="1044" y="691"/>
                      <a:pt x="1043" y="694"/>
                    </a:cubicBezTo>
                    <a:cubicBezTo>
                      <a:pt x="1075" y="703"/>
                      <a:pt x="1075" y="703"/>
                      <a:pt x="1075" y="703"/>
                    </a:cubicBezTo>
                    <a:cubicBezTo>
                      <a:pt x="1078" y="694"/>
                      <a:pt x="1078" y="694"/>
                      <a:pt x="1078" y="694"/>
                    </a:cubicBezTo>
                    <a:close/>
                    <a:moveTo>
                      <a:pt x="1094" y="605"/>
                    </a:moveTo>
                    <a:cubicBezTo>
                      <a:pt x="1061" y="601"/>
                      <a:pt x="1061" y="601"/>
                      <a:pt x="1061" y="601"/>
                    </a:cubicBezTo>
                    <a:cubicBezTo>
                      <a:pt x="1061" y="604"/>
                      <a:pt x="1060" y="607"/>
                      <a:pt x="1060" y="610"/>
                    </a:cubicBezTo>
                    <a:cubicBezTo>
                      <a:pt x="1093" y="614"/>
                      <a:pt x="1093" y="614"/>
                      <a:pt x="1093" y="614"/>
                    </a:cubicBezTo>
                    <a:cubicBezTo>
                      <a:pt x="1094" y="605"/>
                      <a:pt x="1094" y="605"/>
                      <a:pt x="1094" y="605"/>
                    </a:cubicBezTo>
                    <a:close/>
                    <a:moveTo>
                      <a:pt x="1096" y="514"/>
                    </a:moveTo>
                    <a:cubicBezTo>
                      <a:pt x="1062" y="516"/>
                      <a:pt x="1062" y="516"/>
                      <a:pt x="1062" y="516"/>
                    </a:cubicBezTo>
                    <a:cubicBezTo>
                      <a:pt x="1063" y="519"/>
                      <a:pt x="1063" y="522"/>
                      <a:pt x="1063" y="525"/>
                    </a:cubicBezTo>
                    <a:cubicBezTo>
                      <a:pt x="1097" y="523"/>
                      <a:pt x="1097" y="523"/>
                      <a:pt x="1097" y="523"/>
                    </a:cubicBezTo>
                    <a:lnTo>
                      <a:pt x="1096" y="5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1" name="Freeform 23"/>
              <p:cNvSpPr>
                <a:spLocks noEditPoints="1"/>
              </p:cNvSpPr>
              <p:nvPr/>
            </p:nvSpPr>
            <p:spPr bwMode="auto">
              <a:xfrm>
                <a:off x="3865407" y="1940294"/>
                <a:ext cx="1286294" cy="989658"/>
              </a:xfrm>
              <a:custGeom>
                <a:avLst/>
                <a:gdLst>
                  <a:gd name="T0" fmla="*/ 90 w 980"/>
                  <a:gd name="T1" fmla="*/ 661 h 754"/>
                  <a:gd name="T2" fmla="*/ 45 w 980"/>
                  <a:gd name="T3" fmla="*/ 694 h 754"/>
                  <a:gd name="T4" fmla="*/ 39 w 980"/>
                  <a:gd name="T5" fmla="*/ 683 h 754"/>
                  <a:gd name="T6" fmla="*/ 856 w 980"/>
                  <a:gd name="T7" fmla="*/ 726 h 754"/>
                  <a:gd name="T8" fmla="*/ 908 w 980"/>
                  <a:gd name="T9" fmla="*/ 746 h 754"/>
                  <a:gd name="T10" fmla="*/ 903 w 980"/>
                  <a:gd name="T11" fmla="*/ 754 h 754"/>
                  <a:gd name="T12" fmla="*/ 918 w 980"/>
                  <a:gd name="T13" fmla="*/ 648 h 754"/>
                  <a:gd name="T14" fmla="*/ 954 w 980"/>
                  <a:gd name="T15" fmla="*/ 649 h 754"/>
                  <a:gd name="T16" fmla="*/ 950 w 980"/>
                  <a:gd name="T17" fmla="*/ 658 h 754"/>
                  <a:gd name="T18" fmla="*/ 920 w 980"/>
                  <a:gd name="T19" fmla="*/ 556 h 754"/>
                  <a:gd name="T20" fmla="*/ 977 w 980"/>
                  <a:gd name="T21" fmla="*/ 553 h 754"/>
                  <a:gd name="T22" fmla="*/ 974 w 980"/>
                  <a:gd name="T23" fmla="*/ 564 h 754"/>
                  <a:gd name="T24" fmla="*/ 946 w 980"/>
                  <a:gd name="T25" fmla="*/ 460 h 754"/>
                  <a:gd name="T26" fmla="*/ 978 w 980"/>
                  <a:gd name="T27" fmla="*/ 447 h 754"/>
                  <a:gd name="T28" fmla="*/ 980 w 980"/>
                  <a:gd name="T29" fmla="*/ 457 h 754"/>
                  <a:gd name="T30" fmla="*/ 912 w 980"/>
                  <a:gd name="T31" fmla="*/ 382 h 754"/>
                  <a:gd name="T32" fmla="*/ 962 w 980"/>
                  <a:gd name="T33" fmla="*/ 357 h 754"/>
                  <a:gd name="T34" fmla="*/ 966 w 980"/>
                  <a:gd name="T35" fmla="*/ 368 h 754"/>
                  <a:gd name="T36" fmla="*/ 42 w 980"/>
                  <a:gd name="T37" fmla="*/ 577 h 754"/>
                  <a:gd name="T38" fmla="*/ 11 w 980"/>
                  <a:gd name="T39" fmla="*/ 595 h 754"/>
                  <a:gd name="T40" fmla="*/ 9 w 980"/>
                  <a:gd name="T41" fmla="*/ 584 h 754"/>
                  <a:gd name="T42" fmla="*/ 54 w 980"/>
                  <a:gd name="T43" fmla="*/ 483 h 754"/>
                  <a:gd name="T44" fmla="*/ 0 w 980"/>
                  <a:gd name="T45" fmla="*/ 494 h 754"/>
                  <a:gd name="T46" fmla="*/ 0 w 980"/>
                  <a:gd name="T47" fmla="*/ 483 h 754"/>
                  <a:gd name="T48" fmla="*/ 45 w 980"/>
                  <a:gd name="T49" fmla="*/ 387 h 754"/>
                  <a:gd name="T50" fmla="*/ 9 w 980"/>
                  <a:gd name="T51" fmla="*/ 390 h 754"/>
                  <a:gd name="T52" fmla="*/ 12 w 980"/>
                  <a:gd name="T53" fmla="*/ 380 h 754"/>
                  <a:gd name="T54" fmla="*/ 92 w 980"/>
                  <a:gd name="T55" fmla="*/ 310 h 754"/>
                  <a:gd name="T56" fmla="*/ 38 w 980"/>
                  <a:gd name="T57" fmla="*/ 299 h 754"/>
                  <a:gd name="T58" fmla="*/ 42 w 980"/>
                  <a:gd name="T59" fmla="*/ 289 h 754"/>
                  <a:gd name="T60" fmla="*/ 123 w 980"/>
                  <a:gd name="T61" fmla="*/ 218 h 754"/>
                  <a:gd name="T62" fmla="*/ 88 w 980"/>
                  <a:gd name="T63" fmla="*/ 208 h 754"/>
                  <a:gd name="T64" fmla="*/ 95 w 980"/>
                  <a:gd name="T65" fmla="*/ 198 h 754"/>
                  <a:gd name="T66" fmla="*/ 196 w 980"/>
                  <a:gd name="T67" fmla="*/ 167 h 754"/>
                  <a:gd name="T68" fmla="*/ 150 w 980"/>
                  <a:gd name="T69" fmla="*/ 135 h 754"/>
                  <a:gd name="T70" fmla="*/ 158 w 980"/>
                  <a:gd name="T71" fmla="*/ 128 h 754"/>
                  <a:gd name="T72" fmla="*/ 262 w 980"/>
                  <a:gd name="T73" fmla="*/ 93 h 754"/>
                  <a:gd name="T74" fmla="*/ 236 w 980"/>
                  <a:gd name="T75" fmla="*/ 70 h 754"/>
                  <a:gd name="T76" fmla="*/ 246 w 980"/>
                  <a:gd name="T77" fmla="*/ 63 h 754"/>
                  <a:gd name="T78" fmla="*/ 351 w 980"/>
                  <a:gd name="T79" fmla="*/ 75 h 754"/>
                  <a:gd name="T80" fmla="*/ 323 w 980"/>
                  <a:gd name="T81" fmla="*/ 28 h 754"/>
                  <a:gd name="T82" fmla="*/ 332 w 980"/>
                  <a:gd name="T83" fmla="*/ 24 h 754"/>
                  <a:gd name="T84" fmla="*/ 440 w 980"/>
                  <a:gd name="T85" fmla="*/ 35 h 754"/>
                  <a:gd name="T86" fmla="*/ 425 w 980"/>
                  <a:gd name="T87" fmla="*/ 2 h 754"/>
                  <a:gd name="T88" fmla="*/ 436 w 980"/>
                  <a:gd name="T89" fmla="*/ 1 h 754"/>
                  <a:gd name="T90" fmla="*/ 530 w 980"/>
                  <a:gd name="T91" fmla="*/ 55 h 754"/>
                  <a:gd name="T92" fmla="*/ 524 w 980"/>
                  <a:gd name="T93" fmla="*/ 0 h 754"/>
                  <a:gd name="T94" fmla="*/ 534 w 980"/>
                  <a:gd name="T95" fmla="*/ 0 h 754"/>
                  <a:gd name="T96" fmla="*/ 625 w 980"/>
                  <a:gd name="T97" fmla="*/ 52 h 754"/>
                  <a:gd name="T98" fmla="*/ 624 w 980"/>
                  <a:gd name="T99" fmla="*/ 17 h 754"/>
                  <a:gd name="T100" fmla="*/ 634 w 980"/>
                  <a:gd name="T101" fmla="*/ 20 h 754"/>
                  <a:gd name="T102" fmla="*/ 700 w 980"/>
                  <a:gd name="T103" fmla="*/ 106 h 754"/>
                  <a:gd name="T104" fmla="*/ 717 w 980"/>
                  <a:gd name="T105" fmla="*/ 54 h 754"/>
                  <a:gd name="T106" fmla="*/ 726 w 980"/>
                  <a:gd name="T107" fmla="*/ 59 h 754"/>
                  <a:gd name="T108" fmla="*/ 785 w 980"/>
                  <a:gd name="T109" fmla="*/ 140 h 754"/>
                  <a:gd name="T110" fmla="*/ 799 w 980"/>
                  <a:gd name="T111" fmla="*/ 108 h 754"/>
                  <a:gd name="T112" fmla="*/ 807 w 980"/>
                  <a:gd name="T113" fmla="*/ 114 h 754"/>
                  <a:gd name="T114" fmla="*/ 834 w 980"/>
                  <a:gd name="T115" fmla="*/ 220 h 754"/>
                  <a:gd name="T116" fmla="*/ 869 w 980"/>
                  <a:gd name="T117" fmla="*/ 178 h 754"/>
                  <a:gd name="T118" fmla="*/ 876 w 980"/>
                  <a:gd name="T119" fmla="*/ 186 h 754"/>
                  <a:gd name="T120" fmla="*/ 899 w 980"/>
                  <a:gd name="T121" fmla="*/ 286 h 754"/>
                  <a:gd name="T122" fmla="*/ 925 w 980"/>
                  <a:gd name="T123" fmla="*/ 26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0" h="754">
                    <a:moveTo>
                      <a:pt x="39" y="683"/>
                    </a:moveTo>
                    <a:lnTo>
                      <a:pt x="90" y="661"/>
                    </a:lnTo>
                    <a:lnTo>
                      <a:pt x="95" y="671"/>
                    </a:lnTo>
                    <a:lnTo>
                      <a:pt x="45" y="694"/>
                    </a:lnTo>
                    <a:lnTo>
                      <a:pt x="39" y="683"/>
                    </a:lnTo>
                    <a:lnTo>
                      <a:pt x="39" y="683"/>
                    </a:lnTo>
                    <a:close/>
                    <a:moveTo>
                      <a:pt x="903" y="754"/>
                    </a:moveTo>
                    <a:lnTo>
                      <a:pt x="856" y="726"/>
                    </a:lnTo>
                    <a:lnTo>
                      <a:pt x="862" y="717"/>
                    </a:lnTo>
                    <a:lnTo>
                      <a:pt x="908" y="746"/>
                    </a:lnTo>
                    <a:lnTo>
                      <a:pt x="903" y="754"/>
                    </a:lnTo>
                    <a:lnTo>
                      <a:pt x="903" y="754"/>
                    </a:lnTo>
                    <a:close/>
                    <a:moveTo>
                      <a:pt x="950" y="658"/>
                    </a:moveTo>
                    <a:lnTo>
                      <a:pt x="918" y="648"/>
                    </a:lnTo>
                    <a:lnTo>
                      <a:pt x="922" y="637"/>
                    </a:lnTo>
                    <a:lnTo>
                      <a:pt x="954" y="649"/>
                    </a:lnTo>
                    <a:lnTo>
                      <a:pt x="950" y="658"/>
                    </a:lnTo>
                    <a:lnTo>
                      <a:pt x="950" y="658"/>
                    </a:lnTo>
                    <a:close/>
                    <a:moveTo>
                      <a:pt x="974" y="564"/>
                    </a:moveTo>
                    <a:lnTo>
                      <a:pt x="920" y="556"/>
                    </a:lnTo>
                    <a:lnTo>
                      <a:pt x="922" y="545"/>
                    </a:lnTo>
                    <a:lnTo>
                      <a:pt x="977" y="553"/>
                    </a:lnTo>
                    <a:lnTo>
                      <a:pt x="974" y="564"/>
                    </a:lnTo>
                    <a:lnTo>
                      <a:pt x="974" y="564"/>
                    </a:lnTo>
                    <a:close/>
                    <a:moveTo>
                      <a:pt x="980" y="457"/>
                    </a:moveTo>
                    <a:lnTo>
                      <a:pt x="946" y="460"/>
                    </a:lnTo>
                    <a:lnTo>
                      <a:pt x="945" y="448"/>
                    </a:lnTo>
                    <a:lnTo>
                      <a:pt x="978" y="447"/>
                    </a:lnTo>
                    <a:lnTo>
                      <a:pt x="980" y="457"/>
                    </a:lnTo>
                    <a:lnTo>
                      <a:pt x="980" y="457"/>
                    </a:lnTo>
                    <a:close/>
                    <a:moveTo>
                      <a:pt x="966" y="368"/>
                    </a:moveTo>
                    <a:lnTo>
                      <a:pt x="912" y="382"/>
                    </a:lnTo>
                    <a:lnTo>
                      <a:pt x="910" y="371"/>
                    </a:lnTo>
                    <a:lnTo>
                      <a:pt x="962" y="357"/>
                    </a:lnTo>
                    <a:lnTo>
                      <a:pt x="966" y="368"/>
                    </a:lnTo>
                    <a:lnTo>
                      <a:pt x="966" y="368"/>
                    </a:lnTo>
                    <a:close/>
                    <a:moveTo>
                      <a:pt x="9" y="584"/>
                    </a:moveTo>
                    <a:lnTo>
                      <a:pt x="42" y="577"/>
                    </a:lnTo>
                    <a:lnTo>
                      <a:pt x="45" y="588"/>
                    </a:lnTo>
                    <a:lnTo>
                      <a:pt x="11" y="595"/>
                    </a:lnTo>
                    <a:lnTo>
                      <a:pt x="9" y="584"/>
                    </a:lnTo>
                    <a:lnTo>
                      <a:pt x="9" y="584"/>
                    </a:lnTo>
                    <a:close/>
                    <a:moveTo>
                      <a:pt x="0" y="483"/>
                    </a:moveTo>
                    <a:lnTo>
                      <a:pt x="54" y="483"/>
                    </a:lnTo>
                    <a:lnTo>
                      <a:pt x="54" y="494"/>
                    </a:lnTo>
                    <a:lnTo>
                      <a:pt x="0" y="494"/>
                    </a:lnTo>
                    <a:lnTo>
                      <a:pt x="0" y="483"/>
                    </a:lnTo>
                    <a:lnTo>
                      <a:pt x="0" y="483"/>
                    </a:lnTo>
                    <a:close/>
                    <a:moveTo>
                      <a:pt x="12" y="380"/>
                    </a:moveTo>
                    <a:lnTo>
                      <a:pt x="45" y="387"/>
                    </a:lnTo>
                    <a:lnTo>
                      <a:pt x="43" y="398"/>
                    </a:lnTo>
                    <a:lnTo>
                      <a:pt x="9" y="390"/>
                    </a:lnTo>
                    <a:lnTo>
                      <a:pt x="12" y="380"/>
                    </a:lnTo>
                    <a:lnTo>
                      <a:pt x="12" y="380"/>
                    </a:lnTo>
                    <a:close/>
                    <a:moveTo>
                      <a:pt x="42" y="289"/>
                    </a:moveTo>
                    <a:lnTo>
                      <a:pt x="92" y="310"/>
                    </a:lnTo>
                    <a:lnTo>
                      <a:pt x="88" y="321"/>
                    </a:lnTo>
                    <a:lnTo>
                      <a:pt x="38" y="299"/>
                    </a:lnTo>
                    <a:lnTo>
                      <a:pt x="42" y="289"/>
                    </a:lnTo>
                    <a:lnTo>
                      <a:pt x="42" y="289"/>
                    </a:lnTo>
                    <a:close/>
                    <a:moveTo>
                      <a:pt x="95" y="198"/>
                    </a:moveTo>
                    <a:lnTo>
                      <a:pt x="123" y="218"/>
                    </a:lnTo>
                    <a:lnTo>
                      <a:pt x="116" y="228"/>
                    </a:lnTo>
                    <a:lnTo>
                      <a:pt x="88" y="208"/>
                    </a:lnTo>
                    <a:lnTo>
                      <a:pt x="95" y="198"/>
                    </a:lnTo>
                    <a:lnTo>
                      <a:pt x="95" y="198"/>
                    </a:lnTo>
                    <a:close/>
                    <a:moveTo>
                      <a:pt x="158" y="128"/>
                    </a:moveTo>
                    <a:lnTo>
                      <a:pt x="196" y="167"/>
                    </a:lnTo>
                    <a:lnTo>
                      <a:pt x="188" y="175"/>
                    </a:lnTo>
                    <a:lnTo>
                      <a:pt x="150" y="135"/>
                    </a:lnTo>
                    <a:lnTo>
                      <a:pt x="158" y="128"/>
                    </a:lnTo>
                    <a:lnTo>
                      <a:pt x="158" y="128"/>
                    </a:lnTo>
                    <a:close/>
                    <a:moveTo>
                      <a:pt x="246" y="63"/>
                    </a:moveTo>
                    <a:lnTo>
                      <a:pt x="262" y="93"/>
                    </a:lnTo>
                    <a:lnTo>
                      <a:pt x="252" y="98"/>
                    </a:lnTo>
                    <a:lnTo>
                      <a:pt x="236" y="70"/>
                    </a:lnTo>
                    <a:lnTo>
                      <a:pt x="246" y="63"/>
                    </a:lnTo>
                    <a:lnTo>
                      <a:pt x="246" y="63"/>
                    </a:lnTo>
                    <a:close/>
                    <a:moveTo>
                      <a:pt x="332" y="24"/>
                    </a:moveTo>
                    <a:lnTo>
                      <a:pt x="351" y="75"/>
                    </a:lnTo>
                    <a:lnTo>
                      <a:pt x="340" y="79"/>
                    </a:lnTo>
                    <a:lnTo>
                      <a:pt x="323" y="28"/>
                    </a:lnTo>
                    <a:lnTo>
                      <a:pt x="332" y="24"/>
                    </a:lnTo>
                    <a:lnTo>
                      <a:pt x="332" y="24"/>
                    </a:lnTo>
                    <a:close/>
                    <a:moveTo>
                      <a:pt x="436" y="1"/>
                    </a:moveTo>
                    <a:lnTo>
                      <a:pt x="440" y="35"/>
                    </a:lnTo>
                    <a:lnTo>
                      <a:pt x="429" y="36"/>
                    </a:lnTo>
                    <a:lnTo>
                      <a:pt x="425" y="2"/>
                    </a:lnTo>
                    <a:lnTo>
                      <a:pt x="436" y="1"/>
                    </a:lnTo>
                    <a:lnTo>
                      <a:pt x="436" y="1"/>
                    </a:lnTo>
                    <a:close/>
                    <a:moveTo>
                      <a:pt x="534" y="0"/>
                    </a:moveTo>
                    <a:lnTo>
                      <a:pt x="530" y="55"/>
                    </a:lnTo>
                    <a:lnTo>
                      <a:pt x="520" y="54"/>
                    </a:lnTo>
                    <a:lnTo>
                      <a:pt x="524" y="0"/>
                    </a:lnTo>
                    <a:lnTo>
                      <a:pt x="534" y="0"/>
                    </a:lnTo>
                    <a:lnTo>
                      <a:pt x="534" y="0"/>
                    </a:lnTo>
                    <a:close/>
                    <a:moveTo>
                      <a:pt x="634" y="20"/>
                    </a:moveTo>
                    <a:lnTo>
                      <a:pt x="625" y="52"/>
                    </a:lnTo>
                    <a:lnTo>
                      <a:pt x="614" y="50"/>
                    </a:lnTo>
                    <a:lnTo>
                      <a:pt x="624" y="17"/>
                    </a:lnTo>
                    <a:lnTo>
                      <a:pt x="634" y="20"/>
                    </a:lnTo>
                    <a:lnTo>
                      <a:pt x="634" y="20"/>
                    </a:lnTo>
                    <a:close/>
                    <a:moveTo>
                      <a:pt x="726" y="59"/>
                    </a:moveTo>
                    <a:lnTo>
                      <a:pt x="700" y="106"/>
                    </a:lnTo>
                    <a:lnTo>
                      <a:pt x="691" y="102"/>
                    </a:lnTo>
                    <a:lnTo>
                      <a:pt x="717" y="54"/>
                    </a:lnTo>
                    <a:lnTo>
                      <a:pt x="726" y="59"/>
                    </a:lnTo>
                    <a:lnTo>
                      <a:pt x="726" y="59"/>
                    </a:lnTo>
                    <a:close/>
                    <a:moveTo>
                      <a:pt x="807" y="114"/>
                    </a:moveTo>
                    <a:lnTo>
                      <a:pt x="785" y="140"/>
                    </a:lnTo>
                    <a:lnTo>
                      <a:pt x="777" y="133"/>
                    </a:lnTo>
                    <a:lnTo>
                      <a:pt x="799" y="108"/>
                    </a:lnTo>
                    <a:lnTo>
                      <a:pt x="807" y="114"/>
                    </a:lnTo>
                    <a:lnTo>
                      <a:pt x="807" y="114"/>
                    </a:lnTo>
                    <a:close/>
                    <a:moveTo>
                      <a:pt x="876" y="186"/>
                    </a:moveTo>
                    <a:lnTo>
                      <a:pt x="834" y="220"/>
                    </a:lnTo>
                    <a:lnTo>
                      <a:pt x="827" y="212"/>
                    </a:lnTo>
                    <a:lnTo>
                      <a:pt x="869" y="178"/>
                    </a:lnTo>
                    <a:lnTo>
                      <a:pt x="876" y="186"/>
                    </a:lnTo>
                    <a:lnTo>
                      <a:pt x="876" y="186"/>
                    </a:lnTo>
                    <a:close/>
                    <a:moveTo>
                      <a:pt x="930" y="271"/>
                    </a:moveTo>
                    <a:lnTo>
                      <a:pt x="899" y="286"/>
                    </a:lnTo>
                    <a:lnTo>
                      <a:pt x="895" y="276"/>
                    </a:lnTo>
                    <a:lnTo>
                      <a:pt x="925" y="260"/>
                    </a:lnTo>
                    <a:lnTo>
                      <a:pt x="930"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2" name="Freeform 35"/>
              <p:cNvSpPr>
                <a:spLocks noEditPoints="1"/>
              </p:cNvSpPr>
              <p:nvPr/>
            </p:nvSpPr>
            <p:spPr bwMode="auto">
              <a:xfrm>
                <a:off x="4365486" y="2437747"/>
                <a:ext cx="286135" cy="288760"/>
              </a:xfrm>
              <a:custGeom>
                <a:avLst/>
                <a:gdLst>
                  <a:gd name="T0" fmla="*/ 81 w 162"/>
                  <a:gd name="T1" fmla="*/ 0 h 163"/>
                  <a:gd name="T2" fmla="*/ 162 w 162"/>
                  <a:gd name="T3" fmla="*/ 81 h 163"/>
                  <a:gd name="T4" fmla="*/ 81 w 162"/>
                  <a:gd name="T5" fmla="*/ 163 h 163"/>
                  <a:gd name="T6" fmla="*/ 0 w 162"/>
                  <a:gd name="T7" fmla="*/ 81 h 163"/>
                  <a:gd name="T8" fmla="*/ 81 w 162"/>
                  <a:gd name="T9" fmla="*/ 0 h 163"/>
                  <a:gd name="T10" fmla="*/ 81 w 162"/>
                  <a:gd name="T11" fmla="*/ 15 h 163"/>
                  <a:gd name="T12" fmla="*/ 15 w 162"/>
                  <a:gd name="T13" fmla="*/ 81 h 163"/>
                  <a:gd name="T14" fmla="*/ 81 w 162"/>
                  <a:gd name="T15" fmla="*/ 148 h 163"/>
                  <a:gd name="T16" fmla="*/ 148 w 162"/>
                  <a:gd name="T17" fmla="*/ 81 h 163"/>
                  <a:gd name="T18" fmla="*/ 81 w 162"/>
                  <a:gd name="T19" fmla="*/ 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3">
                    <a:moveTo>
                      <a:pt x="81" y="0"/>
                    </a:moveTo>
                    <a:cubicBezTo>
                      <a:pt x="126" y="0"/>
                      <a:pt x="162" y="36"/>
                      <a:pt x="162" y="81"/>
                    </a:cubicBezTo>
                    <a:cubicBezTo>
                      <a:pt x="162" y="126"/>
                      <a:pt x="126" y="163"/>
                      <a:pt x="81" y="163"/>
                    </a:cubicBezTo>
                    <a:cubicBezTo>
                      <a:pt x="36" y="163"/>
                      <a:pt x="0" y="126"/>
                      <a:pt x="0" y="81"/>
                    </a:cubicBezTo>
                    <a:cubicBezTo>
                      <a:pt x="0" y="36"/>
                      <a:pt x="36" y="0"/>
                      <a:pt x="81" y="0"/>
                    </a:cubicBezTo>
                    <a:close/>
                    <a:moveTo>
                      <a:pt x="81" y="15"/>
                    </a:moveTo>
                    <a:cubicBezTo>
                      <a:pt x="45" y="15"/>
                      <a:pt x="15" y="45"/>
                      <a:pt x="15" y="81"/>
                    </a:cubicBezTo>
                    <a:cubicBezTo>
                      <a:pt x="15" y="118"/>
                      <a:pt x="45" y="148"/>
                      <a:pt x="81" y="148"/>
                    </a:cubicBezTo>
                    <a:cubicBezTo>
                      <a:pt x="118" y="148"/>
                      <a:pt x="148" y="118"/>
                      <a:pt x="148" y="81"/>
                    </a:cubicBezTo>
                    <a:cubicBezTo>
                      <a:pt x="148" y="45"/>
                      <a:pt x="118" y="15"/>
                      <a:pt x="8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3" name="Freeform 36"/>
              <p:cNvSpPr>
                <a:spLocks/>
              </p:cNvSpPr>
              <p:nvPr/>
            </p:nvSpPr>
            <p:spPr bwMode="auto">
              <a:xfrm>
                <a:off x="4173782" y="2876550"/>
                <a:ext cx="703018" cy="280884"/>
              </a:xfrm>
              <a:custGeom>
                <a:avLst/>
                <a:gdLst>
                  <a:gd name="T0" fmla="*/ 66 w 298"/>
                  <a:gd name="T1" fmla="*/ 0 h 159"/>
                  <a:gd name="T2" fmla="*/ 232 w 298"/>
                  <a:gd name="T3" fmla="*/ 0 h 159"/>
                  <a:gd name="T4" fmla="*/ 298 w 298"/>
                  <a:gd name="T5" fmla="*/ 66 h 159"/>
                  <a:gd name="T6" fmla="*/ 298 w 298"/>
                  <a:gd name="T7" fmla="*/ 141 h 159"/>
                  <a:gd name="T8" fmla="*/ 280 w 298"/>
                  <a:gd name="T9" fmla="*/ 159 h 159"/>
                  <a:gd name="T10" fmla="*/ 18 w 298"/>
                  <a:gd name="T11" fmla="*/ 159 h 159"/>
                  <a:gd name="T12" fmla="*/ 0 w 298"/>
                  <a:gd name="T13" fmla="*/ 141 h 159"/>
                  <a:gd name="T14" fmla="*/ 0 w 298"/>
                  <a:gd name="T15" fmla="*/ 66 h 159"/>
                  <a:gd name="T16" fmla="*/ 66 w 29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159">
                    <a:moveTo>
                      <a:pt x="66" y="0"/>
                    </a:moveTo>
                    <a:cubicBezTo>
                      <a:pt x="232" y="0"/>
                      <a:pt x="232" y="0"/>
                      <a:pt x="232" y="0"/>
                    </a:cubicBezTo>
                    <a:cubicBezTo>
                      <a:pt x="268" y="0"/>
                      <a:pt x="298" y="30"/>
                      <a:pt x="298" y="66"/>
                    </a:cubicBezTo>
                    <a:cubicBezTo>
                      <a:pt x="298" y="141"/>
                      <a:pt x="298" y="141"/>
                      <a:pt x="298" y="141"/>
                    </a:cubicBezTo>
                    <a:cubicBezTo>
                      <a:pt x="298" y="151"/>
                      <a:pt x="290" y="159"/>
                      <a:pt x="280" y="159"/>
                    </a:cubicBezTo>
                    <a:cubicBezTo>
                      <a:pt x="18" y="159"/>
                      <a:pt x="18" y="159"/>
                      <a:pt x="18" y="159"/>
                    </a:cubicBezTo>
                    <a:cubicBezTo>
                      <a:pt x="9" y="159"/>
                      <a:pt x="0" y="151"/>
                      <a:pt x="0" y="141"/>
                    </a:cubicBezTo>
                    <a:cubicBezTo>
                      <a:pt x="0" y="66"/>
                      <a:pt x="0" y="66"/>
                      <a:pt x="0" y="66"/>
                    </a:cubicBezTo>
                    <a:cubicBezTo>
                      <a:pt x="0" y="30"/>
                      <a:pt x="30"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4" name="Freeform 38"/>
              <p:cNvSpPr>
                <a:spLocks noEditPoints="1"/>
              </p:cNvSpPr>
              <p:nvPr/>
            </p:nvSpPr>
            <p:spPr bwMode="auto">
              <a:xfrm>
                <a:off x="4356298" y="2990329"/>
                <a:ext cx="315010" cy="95815"/>
              </a:xfrm>
              <a:custGeom>
                <a:avLst/>
                <a:gdLst>
                  <a:gd name="T0" fmla="*/ 14 w 178"/>
                  <a:gd name="T1" fmla="*/ 1 h 54"/>
                  <a:gd name="T2" fmla="*/ 36 w 178"/>
                  <a:gd name="T3" fmla="*/ 3 h 54"/>
                  <a:gd name="T4" fmla="*/ 9 w 178"/>
                  <a:gd name="T5" fmla="*/ 5 h 54"/>
                  <a:gd name="T6" fmla="*/ 7 w 178"/>
                  <a:gd name="T7" fmla="*/ 25 h 54"/>
                  <a:gd name="T8" fmla="*/ 26 w 178"/>
                  <a:gd name="T9" fmla="*/ 23 h 54"/>
                  <a:gd name="T10" fmla="*/ 27 w 178"/>
                  <a:gd name="T11" fmla="*/ 30 h 54"/>
                  <a:gd name="T12" fmla="*/ 9 w 178"/>
                  <a:gd name="T13" fmla="*/ 30 h 54"/>
                  <a:gd name="T14" fmla="*/ 0 w 178"/>
                  <a:gd name="T15" fmla="*/ 46 h 54"/>
                  <a:gd name="T16" fmla="*/ 9 w 178"/>
                  <a:gd name="T17" fmla="*/ 30 h 54"/>
                  <a:gd name="T18" fmla="*/ 31 w 178"/>
                  <a:gd name="T19" fmla="*/ 46 h 54"/>
                  <a:gd name="T20" fmla="*/ 33 w 178"/>
                  <a:gd name="T21" fmla="*/ 29 h 54"/>
                  <a:gd name="T22" fmla="*/ 8 w 178"/>
                  <a:gd name="T23" fmla="*/ 47 h 54"/>
                  <a:gd name="T24" fmla="*/ 23 w 178"/>
                  <a:gd name="T25" fmla="*/ 53 h 54"/>
                  <a:gd name="T26" fmla="*/ 4 w 178"/>
                  <a:gd name="T27" fmla="*/ 52 h 54"/>
                  <a:gd name="T28" fmla="*/ 52 w 178"/>
                  <a:gd name="T29" fmla="*/ 6 h 54"/>
                  <a:gd name="T30" fmla="*/ 69 w 178"/>
                  <a:gd name="T31" fmla="*/ 6 h 54"/>
                  <a:gd name="T32" fmla="*/ 42 w 178"/>
                  <a:gd name="T33" fmla="*/ 21 h 54"/>
                  <a:gd name="T34" fmla="*/ 51 w 178"/>
                  <a:gd name="T35" fmla="*/ 7 h 54"/>
                  <a:gd name="T36" fmla="*/ 67 w 178"/>
                  <a:gd name="T37" fmla="*/ 25 h 54"/>
                  <a:gd name="T38" fmla="*/ 48 w 178"/>
                  <a:gd name="T39" fmla="*/ 29 h 54"/>
                  <a:gd name="T40" fmla="*/ 62 w 178"/>
                  <a:gd name="T41" fmla="*/ 46 h 54"/>
                  <a:gd name="T42" fmla="*/ 71 w 178"/>
                  <a:gd name="T43" fmla="*/ 33 h 54"/>
                  <a:gd name="T44" fmla="*/ 65 w 178"/>
                  <a:gd name="T45" fmla="*/ 30 h 54"/>
                  <a:gd name="T46" fmla="*/ 64 w 178"/>
                  <a:gd name="T47" fmla="*/ 50 h 54"/>
                  <a:gd name="T48" fmla="*/ 40 w 178"/>
                  <a:gd name="T49" fmla="*/ 50 h 54"/>
                  <a:gd name="T50" fmla="*/ 77 w 178"/>
                  <a:gd name="T51" fmla="*/ 3 h 54"/>
                  <a:gd name="T52" fmla="*/ 95 w 178"/>
                  <a:gd name="T53" fmla="*/ 23 h 54"/>
                  <a:gd name="T54" fmla="*/ 98 w 178"/>
                  <a:gd name="T55" fmla="*/ 7 h 54"/>
                  <a:gd name="T56" fmla="*/ 98 w 178"/>
                  <a:gd name="T57" fmla="*/ 27 h 54"/>
                  <a:gd name="T58" fmla="*/ 90 w 178"/>
                  <a:gd name="T59" fmla="*/ 50 h 54"/>
                  <a:gd name="T60" fmla="*/ 119 w 178"/>
                  <a:gd name="T61" fmla="*/ 1 h 54"/>
                  <a:gd name="T62" fmla="*/ 141 w 178"/>
                  <a:gd name="T63" fmla="*/ 3 h 54"/>
                  <a:gd name="T64" fmla="*/ 114 w 178"/>
                  <a:gd name="T65" fmla="*/ 6 h 54"/>
                  <a:gd name="T66" fmla="*/ 111 w 178"/>
                  <a:gd name="T67" fmla="*/ 24 h 54"/>
                  <a:gd name="T68" fmla="*/ 135 w 178"/>
                  <a:gd name="T69" fmla="*/ 23 h 54"/>
                  <a:gd name="T70" fmla="*/ 144 w 178"/>
                  <a:gd name="T71" fmla="*/ 8 h 54"/>
                  <a:gd name="T72" fmla="*/ 137 w 178"/>
                  <a:gd name="T73" fmla="*/ 7 h 54"/>
                  <a:gd name="T74" fmla="*/ 136 w 178"/>
                  <a:gd name="T75" fmla="*/ 26 h 54"/>
                  <a:gd name="T76" fmla="*/ 118 w 178"/>
                  <a:gd name="T77" fmla="*/ 23 h 54"/>
                  <a:gd name="T78" fmla="*/ 108 w 178"/>
                  <a:gd name="T79" fmla="*/ 33 h 54"/>
                  <a:gd name="T80" fmla="*/ 108 w 178"/>
                  <a:gd name="T81" fmla="*/ 50 h 54"/>
                  <a:gd name="T82" fmla="*/ 133 w 178"/>
                  <a:gd name="T83" fmla="*/ 50 h 54"/>
                  <a:gd name="T84" fmla="*/ 139 w 178"/>
                  <a:gd name="T85" fmla="*/ 33 h 54"/>
                  <a:gd name="T86" fmla="*/ 133 w 178"/>
                  <a:gd name="T87" fmla="*/ 31 h 54"/>
                  <a:gd name="T88" fmla="*/ 132 w 178"/>
                  <a:gd name="T89" fmla="*/ 51 h 54"/>
                  <a:gd name="T90" fmla="*/ 113 w 178"/>
                  <a:gd name="T91" fmla="*/ 53 h 54"/>
                  <a:gd name="T92" fmla="*/ 171 w 178"/>
                  <a:gd name="T93" fmla="*/ 6 h 54"/>
                  <a:gd name="T94" fmla="*/ 171 w 178"/>
                  <a:gd name="T95" fmla="*/ 0 h 54"/>
                  <a:gd name="T96" fmla="*/ 171 w 178"/>
                  <a:gd name="T97" fmla="*/ 6 h 54"/>
                  <a:gd name="T98" fmla="*/ 176 w 178"/>
                  <a:gd name="T99" fmla="*/ 20 h 54"/>
                  <a:gd name="T100" fmla="*/ 176 w 178"/>
                  <a:gd name="T101" fmla="*/ 3 h 54"/>
                  <a:gd name="T102" fmla="*/ 168 w 178"/>
                  <a:gd name="T103" fmla="*/ 23 h 54"/>
                  <a:gd name="T104" fmla="*/ 147 w 178"/>
                  <a:gd name="T105" fmla="*/ 26 h 54"/>
                  <a:gd name="T106" fmla="*/ 170 w 178"/>
                  <a:gd name="T107" fmla="*/ 48 h 54"/>
                  <a:gd name="T108" fmla="*/ 174 w 178"/>
                  <a:gd name="T109" fmla="*/ 31 h 54"/>
                  <a:gd name="T110" fmla="*/ 165 w 178"/>
                  <a:gd name="T111" fmla="*/ 46 h 54"/>
                  <a:gd name="T112" fmla="*/ 165 w 178"/>
                  <a:gd name="T113" fmla="*/ 52 h 54"/>
                  <a:gd name="T114" fmla="*/ 147 w 178"/>
                  <a:gd name="T11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54">
                    <a:moveTo>
                      <a:pt x="32" y="6"/>
                    </a:moveTo>
                    <a:cubicBezTo>
                      <a:pt x="15" y="6"/>
                      <a:pt x="15" y="6"/>
                      <a:pt x="15" y="6"/>
                    </a:cubicBezTo>
                    <a:cubicBezTo>
                      <a:pt x="12" y="3"/>
                      <a:pt x="12" y="3"/>
                      <a:pt x="12" y="3"/>
                    </a:cubicBezTo>
                    <a:cubicBezTo>
                      <a:pt x="14" y="1"/>
                      <a:pt x="14" y="1"/>
                      <a:pt x="14" y="1"/>
                    </a:cubicBezTo>
                    <a:cubicBezTo>
                      <a:pt x="14" y="0"/>
                      <a:pt x="15" y="0"/>
                      <a:pt x="15" y="0"/>
                    </a:cubicBezTo>
                    <a:cubicBezTo>
                      <a:pt x="16" y="0"/>
                      <a:pt x="17" y="0"/>
                      <a:pt x="18" y="0"/>
                    </a:cubicBezTo>
                    <a:cubicBezTo>
                      <a:pt x="33" y="0"/>
                      <a:pt x="33" y="0"/>
                      <a:pt x="33" y="0"/>
                    </a:cubicBezTo>
                    <a:cubicBezTo>
                      <a:pt x="36" y="3"/>
                      <a:pt x="36" y="3"/>
                      <a:pt x="36" y="3"/>
                    </a:cubicBezTo>
                    <a:cubicBezTo>
                      <a:pt x="32" y="6"/>
                      <a:pt x="32" y="6"/>
                      <a:pt x="32" y="6"/>
                    </a:cubicBezTo>
                    <a:close/>
                    <a:moveTo>
                      <a:pt x="14" y="7"/>
                    </a:moveTo>
                    <a:cubicBezTo>
                      <a:pt x="11" y="3"/>
                      <a:pt x="11" y="3"/>
                      <a:pt x="11" y="3"/>
                    </a:cubicBezTo>
                    <a:cubicBezTo>
                      <a:pt x="9" y="5"/>
                      <a:pt x="9" y="5"/>
                      <a:pt x="9" y="5"/>
                    </a:cubicBezTo>
                    <a:cubicBezTo>
                      <a:pt x="8" y="6"/>
                      <a:pt x="8" y="6"/>
                      <a:pt x="7" y="7"/>
                    </a:cubicBezTo>
                    <a:cubicBezTo>
                      <a:pt x="7" y="7"/>
                      <a:pt x="7" y="8"/>
                      <a:pt x="7" y="8"/>
                    </a:cubicBezTo>
                    <a:cubicBezTo>
                      <a:pt x="4" y="22"/>
                      <a:pt x="4" y="22"/>
                      <a:pt x="4" y="22"/>
                    </a:cubicBezTo>
                    <a:cubicBezTo>
                      <a:pt x="7" y="25"/>
                      <a:pt x="7" y="25"/>
                      <a:pt x="7" y="25"/>
                    </a:cubicBezTo>
                    <a:cubicBezTo>
                      <a:pt x="11" y="22"/>
                      <a:pt x="11" y="22"/>
                      <a:pt x="11" y="22"/>
                    </a:cubicBezTo>
                    <a:cubicBezTo>
                      <a:pt x="14" y="7"/>
                      <a:pt x="14" y="7"/>
                      <a:pt x="14" y="7"/>
                    </a:cubicBezTo>
                    <a:close/>
                    <a:moveTo>
                      <a:pt x="12" y="23"/>
                    </a:moveTo>
                    <a:cubicBezTo>
                      <a:pt x="26" y="23"/>
                      <a:pt x="26" y="23"/>
                      <a:pt x="26" y="23"/>
                    </a:cubicBezTo>
                    <a:cubicBezTo>
                      <a:pt x="27" y="23"/>
                      <a:pt x="28" y="23"/>
                      <a:pt x="28" y="23"/>
                    </a:cubicBezTo>
                    <a:cubicBezTo>
                      <a:pt x="28" y="24"/>
                      <a:pt x="29" y="24"/>
                      <a:pt x="29" y="25"/>
                    </a:cubicBezTo>
                    <a:cubicBezTo>
                      <a:pt x="31" y="26"/>
                      <a:pt x="31" y="26"/>
                      <a:pt x="31" y="26"/>
                    </a:cubicBezTo>
                    <a:cubicBezTo>
                      <a:pt x="27" y="30"/>
                      <a:pt x="27" y="30"/>
                      <a:pt x="27" y="30"/>
                    </a:cubicBezTo>
                    <a:cubicBezTo>
                      <a:pt x="11" y="30"/>
                      <a:pt x="11" y="30"/>
                      <a:pt x="11" y="30"/>
                    </a:cubicBezTo>
                    <a:cubicBezTo>
                      <a:pt x="8" y="26"/>
                      <a:pt x="8" y="26"/>
                      <a:pt x="8" y="26"/>
                    </a:cubicBezTo>
                    <a:cubicBezTo>
                      <a:pt x="12" y="23"/>
                      <a:pt x="12" y="23"/>
                      <a:pt x="12" y="23"/>
                    </a:cubicBezTo>
                    <a:close/>
                    <a:moveTo>
                      <a:pt x="9" y="30"/>
                    </a:moveTo>
                    <a:cubicBezTo>
                      <a:pt x="7" y="27"/>
                      <a:pt x="7" y="27"/>
                      <a:pt x="7" y="27"/>
                    </a:cubicBezTo>
                    <a:cubicBezTo>
                      <a:pt x="3" y="31"/>
                      <a:pt x="3" y="31"/>
                      <a:pt x="3" y="31"/>
                    </a:cubicBezTo>
                    <a:cubicBezTo>
                      <a:pt x="0" y="45"/>
                      <a:pt x="0" y="45"/>
                      <a:pt x="0" y="45"/>
                    </a:cubicBezTo>
                    <a:cubicBezTo>
                      <a:pt x="0" y="45"/>
                      <a:pt x="0" y="46"/>
                      <a:pt x="0" y="46"/>
                    </a:cubicBezTo>
                    <a:cubicBezTo>
                      <a:pt x="0" y="46"/>
                      <a:pt x="1" y="47"/>
                      <a:pt x="1" y="48"/>
                    </a:cubicBezTo>
                    <a:cubicBezTo>
                      <a:pt x="2" y="49"/>
                      <a:pt x="2" y="49"/>
                      <a:pt x="2" y="49"/>
                    </a:cubicBezTo>
                    <a:cubicBezTo>
                      <a:pt x="7" y="46"/>
                      <a:pt x="7" y="46"/>
                      <a:pt x="7" y="46"/>
                    </a:cubicBezTo>
                    <a:cubicBezTo>
                      <a:pt x="9" y="30"/>
                      <a:pt x="9" y="30"/>
                      <a:pt x="9" y="30"/>
                    </a:cubicBezTo>
                    <a:close/>
                    <a:moveTo>
                      <a:pt x="25" y="46"/>
                    </a:moveTo>
                    <a:cubicBezTo>
                      <a:pt x="28" y="50"/>
                      <a:pt x="28" y="50"/>
                      <a:pt x="28" y="50"/>
                    </a:cubicBezTo>
                    <a:cubicBezTo>
                      <a:pt x="30" y="48"/>
                      <a:pt x="30" y="48"/>
                      <a:pt x="30" y="48"/>
                    </a:cubicBezTo>
                    <a:cubicBezTo>
                      <a:pt x="30" y="47"/>
                      <a:pt x="31" y="47"/>
                      <a:pt x="31" y="46"/>
                    </a:cubicBezTo>
                    <a:cubicBezTo>
                      <a:pt x="31" y="46"/>
                      <a:pt x="31" y="45"/>
                      <a:pt x="32" y="44"/>
                    </a:cubicBezTo>
                    <a:cubicBezTo>
                      <a:pt x="33" y="34"/>
                      <a:pt x="33" y="34"/>
                      <a:pt x="33" y="34"/>
                    </a:cubicBezTo>
                    <a:cubicBezTo>
                      <a:pt x="34" y="32"/>
                      <a:pt x="34" y="32"/>
                      <a:pt x="34" y="31"/>
                    </a:cubicBezTo>
                    <a:cubicBezTo>
                      <a:pt x="34" y="31"/>
                      <a:pt x="33" y="30"/>
                      <a:pt x="33" y="29"/>
                    </a:cubicBezTo>
                    <a:cubicBezTo>
                      <a:pt x="31" y="27"/>
                      <a:pt x="31" y="27"/>
                      <a:pt x="31" y="27"/>
                    </a:cubicBezTo>
                    <a:cubicBezTo>
                      <a:pt x="28" y="30"/>
                      <a:pt x="28" y="30"/>
                      <a:pt x="28" y="30"/>
                    </a:cubicBezTo>
                    <a:cubicBezTo>
                      <a:pt x="25" y="46"/>
                      <a:pt x="25" y="46"/>
                      <a:pt x="25" y="46"/>
                    </a:cubicBezTo>
                    <a:close/>
                    <a:moveTo>
                      <a:pt x="8" y="47"/>
                    </a:moveTo>
                    <a:cubicBezTo>
                      <a:pt x="24" y="47"/>
                      <a:pt x="24" y="47"/>
                      <a:pt x="24" y="47"/>
                    </a:cubicBezTo>
                    <a:cubicBezTo>
                      <a:pt x="27" y="51"/>
                      <a:pt x="27" y="51"/>
                      <a:pt x="27" y="51"/>
                    </a:cubicBezTo>
                    <a:cubicBezTo>
                      <a:pt x="25" y="52"/>
                      <a:pt x="25" y="52"/>
                      <a:pt x="25" y="52"/>
                    </a:cubicBezTo>
                    <a:cubicBezTo>
                      <a:pt x="24" y="52"/>
                      <a:pt x="24" y="53"/>
                      <a:pt x="23" y="53"/>
                    </a:cubicBezTo>
                    <a:cubicBezTo>
                      <a:pt x="23" y="53"/>
                      <a:pt x="22" y="53"/>
                      <a:pt x="21" y="53"/>
                    </a:cubicBezTo>
                    <a:cubicBezTo>
                      <a:pt x="8" y="53"/>
                      <a:pt x="8" y="53"/>
                      <a:pt x="8" y="53"/>
                    </a:cubicBezTo>
                    <a:cubicBezTo>
                      <a:pt x="7" y="53"/>
                      <a:pt x="6" y="53"/>
                      <a:pt x="6" y="53"/>
                    </a:cubicBezTo>
                    <a:cubicBezTo>
                      <a:pt x="5" y="53"/>
                      <a:pt x="5" y="52"/>
                      <a:pt x="4" y="52"/>
                    </a:cubicBezTo>
                    <a:cubicBezTo>
                      <a:pt x="3" y="51"/>
                      <a:pt x="3" y="51"/>
                      <a:pt x="3" y="51"/>
                    </a:cubicBezTo>
                    <a:cubicBezTo>
                      <a:pt x="8" y="47"/>
                      <a:pt x="8" y="47"/>
                      <a:pt x="8" y="47"/>
                    </a:cubicBezTo>
                    <a:close/>
                    <a:moveTo>
                      <a:pt x="69" y="6"/>
                    </a:moveTo>
                    <a:cubicBezTo>
                      <a:pt x="52" y="6"/>
                      <a:pt x="52" y="6"/>
                      <a:pt x="52" y="6"/>
                    </a:cubicBezTo>
                    <a:cubicBezTo>
                      <a:pt x="47" y="0"/>
                      <a:pt x="47" y="0"/>
                      <a:pt x="47" y="0"/>
                    </a:cubicBezTo>
                    <a:cubicBezTo>
                      <a:pt x="71" y="0"/>
                      <a:pt x="71" y="0"/>
                      <a:pt x="71" y="0"/>
                    </a:cubicBezTo>
                    <a:cubicBezTo>
                      <a:pt x="73" y="3"/>
                      <a:pt x="73" y="3"/>
                      <a:pt x="73" y="3"/>
                    </a:cubicBezTo>
                    <a:cubicBezTo>
                      <a:pt x="69" y="6"/>
                      <a:pt x="69" y="6"/>
                      <a:pt x="69" y="6"/>
                    </a:cubicBezTo>
                    <a:close/>
                    <a:moveTo>
                      <a:pt x="51" y="7"/>
                    </a:moveTo>
                    <a:cubicBezTo>
                      <a:pt x="46" y="1"/>
                      <a:pt x="46" y="1"/>
                      <a:pt x="46" y="1"/>
                    </a:cubicBezTo>
                    <a:cubicBezTo>
                      <a:pt x="42" y="20"/>
                      <a:pt x="42" y="20"/>
                      <a:pt x="42" y="20"/>
                    </a:cubicBezTo>
                    <a:cubicBezTo>
                      <a:pt x="42" y="21"/>
                      <a:pt x="42" y="21"/>
                      <a:pt x="42" y="21"/>
                    </a:cubicBezTo>
                    <a:cubicBezTo>
                      <a:pt x="42" y="22"/>
                      <a:pt x="42" y="23"/>
                      <a:pt x="43" y="24"/>
                    </a:cubicBezTo>
                    <a:cubicBezTo>
                      <a:pt x="45" y="25"/>
                      <a:pt x="45" y="25"/>
                      <a:pt x="45" y="25"/>
                    </a:cubicBezTo>
                    <a:cubicBezTo>
                      <a:pt x="48" y="22"/>
                      <a:pt x="48" y="22"/>
                      <a:pt x="48" y="22"/>
                    </a:cubicBezTo>
                    <a:cubicBezTo>
                      <a:pt x="51" y="7"/>
                      <a:pt x="51" y="7"/>
                      <a:pt x="51" y="7"/>
                    </a:cubicBezTo>
                    <a:close/>
                    <a:moveTo>
                      <a:pt x="49" y="23"/>
                    </a:moveTo>
                    <a:cubicBezTo>
                      <a:pt x="63" y="23"/>
                      <a:pt x="63" y="23"/>
                      <a:pt x="63" y="23"/>
                    </a:cubicBezTo>
                    <a:cubicBezTo>
                      <a:pt x="64" y="23"/>
                      <a:pt x="65" y="23"/>
                      <a:pt x="65" y="23"/>
                    </a:cubicBezTo>
                    <a:cubicBezTo>
                      <a:pt x="66" y="24"/>
                      <a:pt x="66" y="24"/>
                      <a:pt x="67" y="25"/>
                    </a:cubicBezTo>
                    <a:cubicBezTo>
                      <a:pt x="68" y="26"/>
                      <a:pt x="68" y="26"/>
                      <a:pt x="68" y="26"/>
                    </a:cubicBezTo>
                    <a:cubicBezTo>
                      <a:pt x="64" y="30"/>
                      <a:pt x="64" y="30"/>
                      <a:pt x="64" y="30"/>
                    </a:cubicBezTo>
                    <a:cubicBezTo>
                      <a:pt x="51" y="30"/>
                      <a:pt x="51" y="30"/>
                      <a:pt x="51" y="30"/>
                    </a:cubicBezTo>
                    <a:cubicBezTo>
                      <a:pt x="50" y="30"/>
                      <a:pt x="49" y="30"/>
                      <a:pt x="48" y="29"/>
                    </a:cubicBezTo>
                    <a:cubicBezTo>
                      <a:pt x="48" y="29"/>
                      <a:pt x="47" y="29"/>
                      <a:pt x="47" y="28"/>
                    </a:cubicBezTo>
                    <a:cubicBezTo>
                      <a:pt x="45" y="26"/>
                      <a:pt x="45" y="26"/>
                      <a:pt x="45" y="26"/>
                    </a:cubicBezTo>
                    <a:cubicBezTo>
                      <a:pt x="49" y="23"/>
                      <a:pt x="49" y="23"/>
                      <a:pt x="49" y="23"/>
                    </a:cubicBezTo>
                    <a:close/>
                    <a:moveTo>
                      <a:pt x="62" y="46"/>
                    </a:moveTo>
                    <a:cubicBezTo>
                      <a:pt x="65" y="50"/>
                      <a:pt x="65" y="50"/>
                      <a:pt x="65" y="50"/>
                    </a:cubicBezTo>
                    <a:cubicBezTo>
                      <a:pt x="67" y="48"/>
                      <a:pt x="67" y="48"/>
                      <a:pt x="67" y="48"/>
                    </a:cubicBezTo>
                    <a:cubicBezTo>
                      <a:pt x="68" y="47"/>
                      <a:pt x="69" y="46"/>
                      <a:pt x="69" y="44"/>
                    </a:cubicBezTo>
                    <a:cubicBezTo>
                      <a:pt x="71" y="33"/>
                      <a:pt x="71" y="33"/>
                      <a:pt x="71" y="33"/>
                    </a:cubicBezTo>
                    <a:cubicBezTo>
                      <a:pt x="71" y="32"/>
                      <a:pt x="71" y="32"/>
                      <a:pt x="71" y="31"/>
                    </a:cubicBezTo>
                    <a:cubicBezTo>
                      <a:pt x="71" y="30"/>
                      <a:pt x="71" y="30"/>
                      <a:pt x="70" y="29"/>
                    </a:cubicBezTo>
                    <a:cubicBezTo>
                      <a:pt x="69" y="27"/>
                      <a:pt x="69" y="27"/>
                      <a:pt x="69" y="27"/>
                    </a:cubicBezTo>
                    <a:cubicBezTo>
                      <a:pt x="65" y="30"/>
                      <a:pt x="65" y="30"/>
                      <a:pt x="65" y="30"/>
                    </a:cubicBezTo>
                    <a:cubicBezTo>
                      <a:pt x="62" y="46"/>
                      <a:pt x="62" y="46"/>
                      <a:pt x="62" y="46"/>
                    </a:cubicBezTo>
                    <a:close/>
                    <a:moveTo>
                      <a:pt x="44" y="47"/>
                    </a:moveTo>
                    <a:cubicBezTo>
                      <a:pt x="61" y="47"/>
                      <a:pt x="61" y="47"/>
                      <a:pt x="61" y="47"/>
                    </a:cubicBezTo>
                    <a:cubicBezTo>
                      <a:pt x="64" y="50"/>
                      <a:pt x="64" y="50"/>
                      <a:pt x="64" y="50"/>
                    </a:cubicBezTo>
                    <a:cubicBezTo>
                      <a:pt x="62" y="52"/>
                      <a:pt x="62" y="52"/>
                      <a:pt x="62" y="52"/>
                    </a:cubicBezTo>
                    <a:cubicBezTo>
                      <a:pt x="61" y="53"/>
                      <a:pt x="60" y="53"/>
                      <a:pt x="58" y="53"/>
                    </a:cubicBezTo>
                    <a:cubicBezTo>
                      <a:pt x="43" y="53"/>
                      <a:pt x="43" y="53"/>
                      <a:pt x="43" y="53"/>
                    </a:cubicBezTo>
                    <a:cubicBezTo>
                      <a:pt x="40" y="50"/>
                      <a:pt x="40" y="50"/>
                      <a:pt x="40" y="50"/>
                    </a:cubicBezTo>
                    <a:cubicBezTo>
                      <a:pt x="44" y="47"/>
                      <a:pt x="44" y="47"/>
                      <a:pt x="44" y="47"/>
                    </a:cubicBezTo>
                    <a:close/>
                    <a:moveTo>
                      <a:pt x="97" y="6"/>
                    </a:moveTo>
                    <a:cubicBezTo>
                      <a:pt x="80" y="6"/>
                      <a:pt x="80" y="6"/>
                      <a:pt x="80" y="6"/>
                    </a:cubicBezTo>
                    <a:cubicBezTo>
                      <a:pt x="77" y="3"/>
                      <a:pt x="77" y="3"/>
                      <a:pt x="77" y="3"/>
                    </a:cubicBezTo>
                    <a:cubicBezTo>
                      <a:pt x="81" y="0"/>
                      <a:pt x="81" y="0"/>
                      <a:pt x="81" y="0"/>
                    </a:cubicBezTo>
                    <a:cubicBezTo>
                      <a:pt x="104" y="0"/>
                      <a:pt x="104" y="0"/>
                      <a:pt x="104" y="0"/>
                    </a:cubicBezTo>
                    <a:cubicBezTo>
                      <a:pt x="97" y="6"/>
                      <a:pt x="97" y="6"/>
                      <a:pt x="97" y="6"/>
                    </a:cubicBezTo>
                    <a:close/>
                    <a:moveTo>
                      <a:pt x="95" y="23"/>
                    </a:moveTo>
                    <a:cubicBezTo>
                      <a:pt x="98" y="27"/>
                      <a:pt x="98" y="27"/>
                      <a:pt x="98" y="27"/>
                    </a:cubicBezTo>
                    <a:cubicBezTo>
                      <a:pt x="101" y="23"/>
                      <a:pt x="101" y="23"/>
                      <a:pt x="101" y="23"/>
                    </a:cubicBezTo>
                    <a:cubicBezTo>
                      <a:pt x="105" y="1"/>
                      <a:pt x="105" y="1"/>
                      <a:pt x="105" y="1"/>
                    </a:cubicBezTo>
                    <a:cubicBezTo>
                      <a:pt x="98" y="7"/>
                      <a:pt x="98" y="7"/>
                      <a:pt x="98" y="7"/>
                    </a:cubicBezTo>
                    <a:cubicBezTo>
                      <a:pt x="95" y="23"/>
                      <a:pt x="95" y="23"/>
                      <a:pt x="95" y="23"/>
                    </a:cubicBezTo>
                    <a:close/>
                    <a:moveTo>
                      <a:pt x="90" y="50"/>
                    </a:moveTo>
                    <a:cubicBezTo>
                      <a:pt x="94" y="30"/>
                      <a:pt x="94" y="30"/>
                      <a:pt x="94" y="30"/>
                    </a:cubicBezTo>
                    <a:cubicBezTo>
                      <a:pt x="98" y="27"/>
                      <a:pt x="98" y="27"/>
                      <a:pt x="98" y="27"/>
                    </a:cubicBezTo>
                    <a:cubicBezTo>
                      <a:pt x="100" y="30"/>
                      <a:pt x="100" y="30"/>
                      <a:pt x="100" y="30"/>
                    </a:cubicBezTo>
                    <a:cubicBezTo>
                      <a:pt x="97" y="50"/>
                      <a:pt x="97" y="50"/>
                      <a:pt x="97" y="50"/>
                    </a:cubicBezTo>
                    <a:cubicBezTo>
                      <a:pt x="93" y="54"/>
                      <a:pt x="93" y="54"/>
                      <a:pt x="93" y="54"/>
                    </a:cubicBezTo>
                    <a:cubicBezTo>
                      <a:pt x="90" y="50"/>
                      <a:pt x="90" y="50"/>
                      <a:pt x="90" y="50"/>
                    </a:cubicBezTo>
                    <a:close/>
                    <a:moveTo>
                      <a:pt x="137" y="6"/>
                    </a:moveTo>
                    <a:cubicBezTo>
                      <a:pt x="120" y="6"/>
                      <a:pt x="120" y="6"/>
                      <a:pt x="120" y="6"/>
                    </a:cubicBezTo>
                    <a:cubicBezTo>
                      <a:pt x="118" y="3"/>
                      <a:pt x="118" y="3"/>
                      <a:pt x="118" y="3"/>
                    </a:cubicBezTo>
                    <a:cubicBezTo>
                      <a:pt x="119" y="1"/>
                      <a:pt x="119" y="1"/>
                      <a:pt x="119" y="1"/>
                    </a:cubicBezTo>
                    <a:cubicBezTo>
                      <a:pt x="120" y="0"/>
                      <a:pt x="121" y="0"/>
                      <a:pt x="122" y="0"/>
                    </a:cubicBezTo>
                    <a:cubicBezTo>
                      <a:pt x="137" y="0"/>
                      <a:pt x="137" y="0"/>
                      <a:pt x="137" y="0"/>
                    </a:cubicBezTo>
                    <a:cubicBezTo>
                      <a:pt x="138" y="0"/>
                      <a:pt x="139" y="0"/>
                      <a:pt x="140" y="1"/>
                    </a:cubicBezTo>
                    <a:cubicBezTo>
                      <a:pt x="141" y="3"/>
                      <a:pt x="141" y="3"/>
                      <a:pt x="141" y="3"/>
                    </a:cubicBezTo>
                    <a:cubicBezTo>
                      <a:pt x="137" y="6"/>
                      <a:pt x="137" y="6"/>
                      <a:pt x="137" y="6"/>
                    </a:cubicBezTo>
                    <a:close/>
                    <a:moveTo>
                      <a:pt x="119" y="7"/>
                    </a:moveTo>
                    <a:cubicBezTo>
                      <a:pt x="116" y="4"/>
                      <a:pt x="116" y="4"/>
                      <a:pt x="116" y="4"/>
                    </a:cubicBezTo>
                    <a:cubicBezTo>
                      <a:pt x="114" y="6"/>
                      <a:pt x="114" y="6"/>
                      <a:pt x="114" y="6"/>
                    </a:cubicBezTo>
                    <a:cubicBezTo>
                      <a:pt x="113" y="7"/>
                      <a:pt x="113" y="8"/>
                      <a:pt x="112" y="9"/>
                    </a:cubicBezTo>
                    <a:cubicBezTo>
                      <a:pt x="110" y="20"/>
                      <a:pt x="110" y="20"/>
                      <a:pt x="110" y="20"/>
                    </a:cubicBezTo>
                    <a:cubicBezTo>
                      <a:pt x="110" y="21"/>
                      <a:pt x="110" y="21"/>
                      <a:pt x="110" y="21"/>
                    </a:cubicBezTo>
                    <a:cubicBezTo>
                      <a:pt x="110" y="22"/>
                      <a:pt x="111" y="23"/>
                      <a:pt x="111" y="24"/>
                    </a:cubicBezTo>
                    <a:cubicBezTo>
                      <a:pt x="113" y="25"/>
                      <a:pt x="113" y="25"/>
                      <a:pt x="113" y="25"/>
                    </a:cubicBezTo>
                    <a:cubicBezTo>
                      <a:pt x="116" y="22"/>
                      <a:pt x="116" y="22"/>
                      <a:pt x="116" y="22"/>
                    </a:cubicBezTo>
                    <a:cubicBezTo>
                      <a:pt x="119" y="7"/>
                      <a:pt x="119" y="7"/>
                      <a:pt x="119" y="7"/>
                    </a:cubicBezTo>
                    <a:close/>
                    <a:moveTo>
                      <a:pt x="135" y="23"/>
                    </a:moveTo>
                    <a:cubicBezTo>
                      <a:pt x="137" y="26"/>
                      <a:pt x="137" y="26"/>
                      <a:pt x="137" y="26"/>
                    </a:cubicBezTo>
                    <a:cubicBezTo>
                      <a:pt x="140" y="24"/>
                      <a:pt x="140" y="24"/>
                      <a:pt x="140" y="24"/>
                    </a:cubicBezTo>
                    <a:cubicBezTo>
                      <a:pt x="141" y="23"/>
                      <a:pt x="141" y="22"/>
                      <a:pt x="142" y="20"/>
                    </a:cubicBezTo>
                    <a:cubicBezTo>
                      <a:pt x="144" y="8"/>
                      <a:pt x="144" y="8"/>
                      <a:pt x="144" y="8"/>
                    </a:cubicBezTo>
                    <a:cubicBezTo>
                      <a:pt x="144" y="8"/>
                      <a:pt x="144" y="7"/>
                      <a:pt x="144" y="7"/>
                    </a:cubicBezTo>
                    <a:cubicBezTo>
                      <a:pt x="144" y="6"/>
                      <a:pt x="143" y="6"/>
                      <a:pt x="143" y="5"/>
                    </a:cubicBezTo>
                    <a:cubicBezTo>
                      <a:pt x="142" y="4"/>
                      <a:pt x="142" y="4"/>
                      <a:pt x="142" y="4"/>
                    </a:cubicBezTo>
                    <a:cubicBezTo>
                      <a:pt x="137" y="7"/>
                      <a:pt x="137" y="7"/>
                      <a:pt x="137" y="7"/>
                    </a:cubicBezTo>
                    <a:cubicBezTo>
                      <a:pt x="135" y="23"/>
                      <a:pt x="135" y="23"/>
                      <a:pt x="135" y="23"/>
                    </a:cubicBezTo>
                    <a:close/>
                    <a:moveTo>
                      <a:pt x="118" y="23"/>
                    </a:moveTo>
                    <a:cubicBezTo>
                      <a:pt x="134" y="23"/>
                      <a:pt x="134" y="23"/>
                      <a:pt x="134" y="23"/>
                    </a:cubicBezTo>
                    <a:cubicBezTo>
                      <a:pt x="136" y="26"/>
                      <a:pt x="136" y="26"/>
                      <a:pt x="136" y="26"/>
                    </a:cubicBezTo>
                    <a:cubicBezTo>
                      <a:pt x="132" y="30"/>
                      <a:pt x="132" y="30"/>
                      <a:pt x="132" y="30"/>
                    </a:cubicBezTo>
                    <a:cubicBezTo>
                      <a:pt x="116" y="30"/>
                      <a:pt x="116" y="30"/>
                      <a:pt x="116" y="30"/>
                    </a:cubicBezTo>
                    <a:cubicBezTo>
                      <a:pt x="114" y="26"/>
                      <a:pt x="114" y="26"/>
                      <a:pt x="114" y="26"/>
                    </a:cubicBezTo>
                    <a:cubicBezTo>
                      <a:pt x="118" y="23"/>
                      <a:pt x="118" y="23"/>
                      <a:pt x="118" y="23"/>
                    </a:cubicBezTo>
                    <a:close/>
                    <a:moveTo>
                      <a:pt x="115" y="30"/>
                    </a:moveTo>
                    <a:cubicBezTo>
                      <a:pt x="113" y="27"/>
                      <a:pt x="113" y="27"/>
                      <a:pt x="113" y="27"/>
                    </a:cubicBezTo>
                    <a:cubicBezTo>
                      <a:pt x="110" y="30"/>
                      <a:pt x="110" y="30"/>
                      <a:pt x="110" y="30"/>
                    </a:cubicBezTo>
                    <a:cubicBezTo>
                      <a:pt x="109" y="31"/>
                      <a:pt x="108" y="31"/>
                      <a:pt x="108" y="33"/>
                    </a:cubicBezTo>
                    <a:cubicBezTo>
                      <a:pt x="106" y="45"/>
                      <a:pt x="106" y="45"/>
                      <a:pt x="106" y="45"/>
                    </a:cubicBezTo>
                    <a:cubicBezTo>
                      <a:pt x="106" y="45"/>
                      <a:pt x="106" y="46"/>
                      <a:pt x="106" y="46"/>
                    </a:cubicBezTo>
                    <a:cubicBezTo>
                      <a:pt x="106" y="47"/>
                      <a:pt x="106" y="47"/>
                      <a:pt x="107" y="48"/>
                    </a:cubicBezTo>
                    <a:cubicBezTo>
                      <a:pt x="108" y="50"/>
                      <a:pt x="108" y="50"/>
                      <a:pt x="108" y="50"/>
                    </a:cubicBezTo>
                    <a:cubicBezTo>
                      <a:pt x="112" y="46"/>
                      <a:pt x="112" y="46"/>
                      <a:pt x="112" y="46"/>
                    </a:cubicBezTo>
                    <a:cubicBezTo>
                      <a:pt x="115" y="30"/>
                      <a:pt x="115" y="30"/>
                      <a:pt x="115" y="30"/>
                    </a:cubicBezTo>
                    <a:close/>
                    <a:moveTo>
                      <a:pt x="130" y="46"/>
                    </a:moveTo>
                    <a:cubicBezTo>
                      <a:pt x="133" y="50"/>
                      <a:pt x="133" y="50"/>
                      <a:pt x="133" y="50"/>
                    </a:cubicBezTo>
                    <a:cubicBezTo>
                      <a:pt x="135" y="48"/>
                      <a:pt x="135" y="48"/>
                      <a:pt x="135" y="48"/>
                    </a:cubicBezTo>
                    <a:cubicBezTo>
                      <a:pt x="136" y="47"/>
                      <a:pt x="137" y="47"/>
                      <a:pt x="137" y="47"/>
                    </a:cubicBezTo>
                    <a:cubicBezTo>
                      <a:pt x="137" y="46"/>
                      <a:pt x="137" y="46"/>
                      <a:pt x="137" y="45"/>
                    </a:cubicBezTo>
                    <a:cubicBezTo>
                      <a:pt x="139" y="33"/>
                      <a:pt x="139" y="33"/>
                      <a:pt x="139" y="33"/>
                    </a:cubicBezTo>
                    <a:cubicBezTo>
                      <a:pt x="139" y="32"/>
                      <a:pt x="139" y="32"/>
                      <a:pt x="139" y="31"/>
                    </a:cubicBezTo>
                    <a:cubicBezTo>
                      <a:pt x="139" y="31"/>
                      <a:pt x="139" y="30"/>
                      <a:pt x="139" y="29"/>
                    </a:cubicBezTo>
                    <a:cubicBezTo>
                      <a:pt x="137" y="28"/>
                      <a:pt x="137" y="28"/>
                      <a:pt x="137" y="28"/>
                    </a:cubicBezTo>
                    <a:cubicBezTo>
                      <a:pt x="133" y="31"/>
                      <a:pt x="133" y="31"/>
                      <a:pt x="133" y="31"/>
                    </a:cubicBezTo>
                    <a:cubicBezTo>
                      <a:pt x="130" y="46"/>
                      <a:pt x="130" y="46"/>
                      <a:pt x="130" y="46"/>
                    </a:cubicBezTo>
                    <a:close/>
                    <a:moveTo>
                      <a:pt x="113" y="47"/>
                    </a:moveTo>
                    <a:cubicBezTo>
                      <a:pt x="129" y="47"/>
                      <a:pt x="129" y="47"/>
                      <a:pt x="129" y="47"/>
                    </a:cubicBezTo>
                    <a:cubicBezTo>
                      <a:pt x="132" y="51"/>
                      <a:pt x="132" y="51"/>
                      <a:pt x="132" y="51"/>
                    </a:cubicBezTo>
                    <a:cubicBezTo>
                      <a:pt x="131" y="52"/>
                      <a:pt x="131" y="52"/>
                      <a:pt x="131" y="52"/>
                    </a:cubicBezTo>
                    <a:cubicBezTo>
                      <a:pt x="130" y="53"/>
                      <a:pt x="129" y="53"/>
                      <a:pt x="129" y="53"/>
                    </a:cubicBezTo>
                    <a:cubicBezTo>
                      <a:pt x="129" y="53"/>
                      <a:pt x="128" y="53"/>
                      <a:pt x="127" y="53"/>
                    </a:cubicBezTo>
                    <a:cubicBezTo>
                      <a:pt x="113" y="53"/>
                      <a:pt x="113" y="53"/>
                      <a:pt x="113" y="53"/>
                    </a:cubicBezTo>
                    <a:cubicBezTo>
                      <a:pt x="112" y="53"/>
                      <a:pt x="111" y="53"/>
                      <a:pt x="110" y="52"/>
                    </a:cubicBezTo>
                    <a:cubicBezTo>
                      <a:pt x="109" y="51"/>
                      <a:pt x="109" y="51"/>
                      <a:pt x="109" y="51"/>
                    </a:cubicBezTo>
                    <a:cubicBezTo>
                      <a:pt x="113" y="47"/>
                      <a:pt x="113" y="47"/>
                      <a:pt x="113" y="47"/>
                    </a:cubicBezTo>
                    <a:close/>
                    <a:moveTo>
                      <a:pt x="171" y="6"/>
                    </a:moveTo>
                    <a:cubicBezTo>
                      <a:pt x="154" y="6"/>
                      <a:pt x="154" y="6"/>
                      <a:pt x="154" y="6"/>
                    </a:cubicBezTo>
                    <a:cubicBezTo>
                      <a:pt x="151" y="3"/>
                      <a:pt x="151" y="3"/>
                      <a:pt x="151" y="3"/>
                    </a:cubicBezTo>
                    <a:cubicBezTo>
                      <a:pt x="155" y="0"/>
                      <a:pt x="155" y="0"/>
                      <a:pt x="155" y="0"/>
                    </a:cubicBezTo>
                    <a:cubicBezTo>
                      <a:pt x="171" y="0"/>
                      <a:pt x="171" y="0"/>
                      <a:pt x="171" y="0"/>
                    </a:cubicBezTo>
                    <a:cubicBezTo>
                      <a:pt x="172" y="0"/>
                      <a:pt x="173" y="0"/>
                      <a:pt x="173" y="0"/>
                    </a:cubicBezTo>
                    <a:cubicBezTo>
                      <a:pt x="173" y="0"/>
                      <a:pt x="174" y="0"/>
                      <a:pt x="174" y="1"/>
                    </a:cubicBezTo>
                    <a:cubicBezTo>
                      <a:pt x="175" y="2"/>
                      <a:pt x="175" y="2"/>
                      <a:pt x="175" y="2"/>
                    </a:cubicBezTo>
                    <a:cubicBezTo>
                      <a:pt x="171" y="6"/>
                      <a:pt x="171" y="6"/>
                      <a:pt x="171" y="6"/>
                    </a:cubicBezTo>
                    <a:close/>
                    <a:moveTo>
                      <a:pt x="169" y="22"/>
                    </a:moveTo>
                    <a:cubicBezTo>
                      <a:pt x="172" y="25"/>
                      <a:pt x="172" y="25"/>
                      <a:pt x="172" y="25"/>
                    </a:cubicBezTo>
                    <a:cubicBezTo>
                      <a:pt x="174" y="23"/>
                      <a:pt x="174" y="23"/>
                      <a:pt x="174" y="23"/>
                    </a:cubicBezTo>
                    <a:cubicBezTo>
                      <a:pt x="175" y="22"/>
                      <a:pt x="176" y="21"/>
                      <a:pt x="176" y="20"/>
                    </a:cubicBezTo>
                    <a:cubicBezTo>
                      <a:pt x="178" y="9"/>
                      <a:pt x="178" y="9"/>
                      <a:pt x="178" y="9"/>
                    </a:cubicBezTo>
                    <a:cubicBezTo>
                      <a:pt x="178" y="8"/>
                      <a:pt x="178" y="7"/>
                      <a:pt x="178" y="7"/>
                    </a:cubicBezTo>
                    <a:cubicBezTo>
                      <a:pt x="178" y="6"/>
                      <a:pt x="178" y="5"/>
                      <a:pt x="177" y="5"/>
                    </a:cubicBezTo>
                    <a:cubicBezTo>
                      <a:pt x="176" y="3"/>
                      <a:pt x="176" y="3"/>
                      <a:pt x="176" y="3"/>
                    </a:cubicBezTo>
                    <a:cubicBezTo>
                      <a:pt x="172" y="7"/>
                      <a:pt x="172" y="7"/>
                      <a:pt x="172" y="7"/>
                    </a:cubicBezTo>
                    <a:cubicBezTo>
                      <a:pt x="169" y="22"/>
                      <a:pt x="169" y="22"/>
                      <a:pt x="169" y="22"/>
                    </a:cubicBezTo>
                    <a:close/>
                    <a:moveTo>
                      <a:pt x="151" y="23"/>
                    </a:moveTo>
                    <a:cubicBezTo>
                      <a:pt x="168" y="23"/>
                      <a:pt x="168" y="23"/>
                      <a:pt x="168" y="23"/>
                    </a:cubicBezTo>
                    <a:cubicBezTo>
                      <a:pt x="171" y="26"/>
                      <a:pt x="171" y="26"/>
                      <a:pt x="171" y="26"/>
                    </a:cubicBezTo>
                    <a:cubicBezTo>
                      <a:pt x="167" y="30"/>
                      <a:pt x="167" y="30"/>
                      <a:pt x="167" y="30"/>
                    </a:cubicBezTo>
                    <a:cubicBezTo>
                      <a:pt x="150" y="30"/>
                      <a:pt x="150" y="30"/>
                      <a:pt x="150" y="30"/>
                    </a:cubicBezTo>
                    <a:cubicBezTo>
                      <a:pt x="147" y="26"/>
                      <a:pt x="147" y="26"/>
                      <a:pt x="147" y="26"/>
                    </a:cubicBezTo>
                    <a:cubicBezTo>
                      <a:pt x="151" y="23"/>
                      <a:pt x="151" y="23"/>
                      <a:pt x="151" y="23"/>
                    </a:cubicBezTo>
                    <a:close/>
                    <a:moveTo>
                      <a:pt x="165" y="46"/>
                    </a:moveTo>
                    <a:cubicBezTo>
                      <a:pt x="168" y="50"/>
                      <a:pt x="168" y="50"/>
                      <a:pt x="168" y="50"/>
                    </a:cubicBezTo>
                    <a:cubicBezTo>
                      <a:pt x="170" y="48"/>
                      <a:pt x="170" y="48"/>
                      <a:pt x="170" y="48"/>
                    </a:cubicBezTo>
                    <a:cubicBezTo>
                      <a:pt x="170" y="47"/>
                      <a:pt x="171" y="47"/>
                      <a:pt x="171" y="47"/>
                    </a:cubicBezTo>
                    <a:cubicBezTo>
                      <a:pt x="171" y="46"/>
                      <a:pt x="171" y="46"/>
                      <a:pt x="171" y="45"/>
                    </a:cubicBezTo>
                    <a:cubicBezTo>
                      <a:pt x="174" y="32"/>
                      <a:pt x="174" y="32"/>
                      <a:pt x="174" y="32"/>
                    </a:cubicBezTo>
                    <a:cubicBezTo>
                      <a:pt x="174" y="32"/>
                      <a:pt x="174" y="31"/>
                      <a:pt x="174" y="31"/>
                    </a:cubicBezTo>
                    <a:cubicBezTo>
                      <a:pt x="174" y="30"/>
                      <a:pt x="173" y="29"/>
                      <a:pt x="173" y="29"/>
                    </a:cubicBezTo>
                    <a:cubicBezTo>
                      <a:pt x="171" y="27"/>
                      <a:pt x="171" y="27"/>
                      <a:pt x="171" y="27"/>
                    </a:cubicBezTo>
                    <a:cubicBezTo>
                      <a:pt x="168" y="31"/>
                      <a:pt x="168" y="31"/>
                      <a:pt x="168" y="31"/>
                    </a:cubicBezTo>
                    <a:cubicBezTo>
                      <a:pt x="165" y="46"/>
                      <a:pt x="165" y="46"/>
                      <a:pt x="165" y="46"/>
                    </a:cubicBezTo>
                    <a:close/>
                    <a:moveTo>
                      <a:pt x="147" y="47"/>
                    </a:moveTo>
                    <a:cubicBezTo>
                      <a:pt x="164" y="47"/>
                      <a:pt x="164" y="47"/>
                      <a:pt x="164" y="47"/>
                    </a:cubicBezTo>
                    <a:cubicBezTo>
                      <a:pt x="167" y="50"/>
                      <a:pt x="167" y="50"/>
                      <a:pt x="167" y="50"/>
                    </a:cubicBezTo>
                    <a:cubicBezTo>
                      <a:pt x="165" y="52"/>
                      <a:pt x="165" y="52"/>
                      <a:pt x="165" y="52"/>
                    </a:cubicBezTo>
                    <a:cubicBezTo>
                      <a:pt x="164" y="53"/>
                      <a:pt x="163" y="53"/>
                      <a:pt x="161" y="53"/>
                    </a:cubicBezTo>
                    <a:cubicBezTo>
                      <a:pt x="145" y="53"/>
                      <a:pt x="145" y="53"/>
                      <a:pt x="145" y="53"/>
                    </a:cubicBezTo>
                    <a:cubicBezTo>
                      <a:pt x="143" y="50"/>
                      <a:pt x="143" y="50"/>
                      <a:pt x="143" y="50"/>
                    </a:cubicBezTo>
                    <a:lnTo>
                      <a:pt x="14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65" name="Freeform 41"/>
              <p:cNvSpPr>
                <a:spLocks/>
              </p:cNvSpPr>
              <p:nvPr/>
            </p:nvSpPr>
            <p:spPr bwMode="auto">
              <a:xfrm flipH="1">
                <a:off x="4574054" y="1793288"/>
                <a:ext cx="486954" cy="699586"/>
              </a:xfrm>
              <a:custGeom>
                <a:avLst/>
                <a:gdLst>
                  <a:gd name="T0" fmla="*/ 0 w 275"/>
                  <a:gd name="T1" fmla="*/ 8 h 395"/>
                  <a:gd name="T2" fmla="*/ 10 w 275"/>
                  <a:gd name="T3" fmla="*/ 0 h 395"/>
                  <a:gd name="T4" fmla="*/ 275 w 275"/>
                  <a:gd name="T5" fmla="*/ 378 h 395"/>
                  <a:gd name="T6" fmla="*/ 249 w 275"/>
                  <a:gd name="T7" fmla="*/ 395 h 395"/>
                  <a:gd name="T8" fmla="*/ 0 w 275"/>
                  <a:gd name="T9" fmla="*/ 8 h 395"/>
                </a:gdLst>
                <a:ahLst/>
                <a:cxnLst>
                  <a:cxn ang="0">
                    <a:pos x="T0" y="T1"/>
                  </a:cxn>
                  <a:cxn ang="0">
                    <a:pos x="T2" y="T3"/>
                  </a:cxn>
                  <a:cxn ang="0">
                    <a:pos x="T4" y="T5"/>
                  </a:cxn>
                  <a:cxn ang="0">
                    <a:pos x="T6" y="T7"/>
                  </a:cxn>
                  <a:cxn ang="0">
                    <a:pos x="T8" y="T9"/>
                  </a:cxn>
                </a:cxnLst>
                <a:rect l="0" t="0" r="r" b="b"/>
                <a:pathLst>
                  <a:path w="275" h="395">
                    <a:moveTo>
                      <a:pt x="0" y="8"/>
                    </a:moveTo>
                    <a:cubicBezTo>
                      <a:pt x="10" y="0"/>
                      <a:pt x="10" y="0"/>
                      <a:pt x="10" y="0"/>
                    </a:cubicBezTo>
                    <a:cubicBezTo>
                      <a:pt x="275" y="378"/>
                      <a:pt x="275" y="378"/>
                      <a:pt x="275" y="378"/>
                    </a:cubicBezTo>
                    <a:cubicBezTo>
                      <a:pt x="265" y="382"/>
                      <a:pt x="257" y="387"/>
                      <a:pt x="249" y="395"/>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grpSp>
        <p:sp>
          <p:nvSpPr>
            <p:cNvPr id="58" name="Text Box 7"/>
            <p:cNvSpPr txBox="1">
              <a:spLocks noChangeArrowheads="1"/>
            </p:cNvSpPr>
            <p:nvPr/>
          </p:nvSpPr>
          <p:spPr bwMode="auto">
            <a:xfrm>
              <a:off x="3389440" y="3512890"/>
              <a:ext cx="581603" cy="307553"/>
            </a:xfrm>
            <a:prstGeom prst="rect">
              <a:avLst/>
            </a:prstGeom>
            <a:noFill/>
            <a:ln w="9525">
              <a:noFill/>
              <a:miter lim="800000"/>
              <a:headEnd/>
              <a:tailEnd/>
            </a:ln>
          </p:spPr>
          <p:txBody>
            <a:bodyPr wrap="none" lIns="85678" tIns="42840" rIns="85678" bIns="42840">
              <a:spAutoFit/>
            </a:bodyPr>
            <a:lstStyle/>
            <a:p>
              <a:pPr algn="ctr" defTabSz="1529383">
                <a:defRPr/>
              </a:pPr>
              <a:r>
                <a:rPr lang="en-CA" sz="1546" b="1" spc="-159" dirty="0">
                  <a:solidFill>
                    <a:schemeClr val="bg1"/>
                  </a:solidFill>
                  <a:latin typeface="Open Sans" panose="020B0606030504020204" pitchFamily="34" charset="0"/>
                  <a:ea typeface="Open Sans" panose="020B0606030504020204" pitchFamily="34" charset="0"/>
                  <a:cs typeface="Open Sans" panose="020B0606030504020204" pitchFamily="34" charset="0"/>
                </a:rPr>
                <a:t>60 mph</a:t>
              </a:r>
            </a:p>
          </p:txBody>
        </p:sp>
      </p:grpSp>
      <p:grpSp>
        <p:nvGrpSpPr>
          <p:cNvPr id="4" name="Group 1"/>
          <p:cNvGrpSpPr>
            <a:grpSpLocks/>
          </p:cNvGrpSpPr>
          <p:nvPr/>
        </p:nvGrpSpPr>
        <p:grpSpPr bwMode="auto">
          <a:xfrm>
            <a:off x="1292765" y="2601920"/>
            <a:ext cx="1409262" cy="1163565"/>
            <a:chOff x="1223900" y="2467109"/>
            <a:chExt cx="1336115" cy="1102711"/>
          </a:xfrm>
          <a:solidFill>
            <a:schemeClr val="accent1"/>
          </a:solidFill>
        </p:grpSpPr>
        <p:grpSp>
          <p:nvGrpSpPr>
            <p:cNvPr id="5" name="Group 66"/>
            <p:cNvGrpSpPr/>
            <p:nvPr/>
          </p:nvGrpSpPr>
          <p:grpSpPr>
            <a:xfrm>
              <a:off x="1223900" y="2467109"/>
              <a:ext cx="1336115" cy="1083967"/>
              <a:chOff x="3532020" y="1606907"/>
              <a:chExt cx="1954379" cy="1585554"/>
            </a:xfrm>
            <a:grpFill/>
          </p:grpSpPr>
          <p:sp>
            <p:nvSpPr>
              <p:cNvPr id="69" name="Freeform 6"/>
              <p:cNvSpPr>
                <a:spLocks noEditPoints="1"/>
              </p:cNvSpPr>
              <p:nvPr/>
            </p:nvSpPr>
            <p:spPr bwMode="auto">
              <a:xfrm>
                <a:off x="3532020" y="1606907"/>
                <a:ext cx="1954379" cy="1585554"/>
              </a:xfrm>
              <a:custGeom>
                <a:avLst/>
                <a:gdLst>
                  <a:gd name="T0" fmla="*/ 95 w 1489"/>
                  <a:gd name="T1" fmla="*/ 752 h 1208"/>
                  <a:gd name="T2" fmla="*/ 0 w 1489"/>
                  <a:gd name="T3" fmla="*/ 733 h 1208"/>
                  <a:gd name="T4" fmla="*/ 102 w 1489"/>
                  <a:gd name="T5" fmla="*/ 645 h 1208"/>
                  <a:gd name="T6" fmla="*/ 12 w 1489"/>
                  <a:gd name="T7" fmla="*/ 611 h 1208"/>
                  <a:gd name="T8" fmla="*/ 126 w 1489"/>
                  <a:gd name="T9" fmla="*/ 540 h 1208"/>
                  <a:gd name="T10" fmla="*/ 44 w 1489"/>
                  <a:gd name="T11" fmla="*/ 493 h 1208"/>
                  <a:gd name="T12" fmla="*/ 168 w 1489"/>
                  <a:gd name="T13" fmla="*/ 441 h 1208"/>
                  <a:gd name="T14" fmla="*/ 95 w 1489"/>
                  <a:gd name="T15" fmla="*/ 381 h 1208"/>
                  <a:gd name="T16" fmla="*/ 226 w 1489"/>
                  <a:gd name="T17" fmla="*/ 351 h 1208"/>
                  <a:gd name="T18" fmla="*/ 164 w 1489"/>
                  <a:gd name="T19" fmla="*/ 278 h 1208"/>
                  <a:gd name="T20" fmla="*/ 297 w 1489"/>
                  <a:gd name="T21" fmla="*/ 270 h 1208"/>
                  <a:gd name="T22" fmla="*/ 247 w 1489"/>
                  <a:gd name="T23" fmla="*/ 189 h 1208"/>
                  <a:gd name="T24" fmla="*/ 381 w 1489"/>
                  <a:gd name="T25" fmla="*/ 204 h 1208"/>
                  <a:gd name="T26" fmla="*/ 346 w 1489"/>
                  <a:gd name="T27" fmla="*/ 115 h 1208"/>
                  <a:gd name="T28" fmla="*/ 475 w 1489"/>
                  <a:gd name="T29" fmla="*/ 151 h 1208"/>
                  <a:gd name="T30" fmla="*/ 455 w 1489"/>
                  <a:gd name="T31" fmla="*/ 57 h 1208"/>
                  <a:gd name="T32" fmla="*/ 577 w 1489"/>
                  <a:gd name="T33" fmla="*/ 115 h 1208"/>
                  <a:gd name="T34" fmla="*/ 571 w 1489"/>
                  <a:gd name="T35" fmla="*/ 19 h 1208"/>
                  <a:gd name="T36" fmla="*/ 682 w 1489"/>
                  <a:gd name="T37" fmla="*/ 96 h 1208"/>
                  <a:gd name="T38" fmla="*/ 693 w 1489"/>
                  <a:gd name="T39" fmla="*/ 0 h 1208"/>
                  <a:gd name="T40" fmla="*/ 790 w 1489"/>
                  <a:gd name="T41" fmla="*/ 94 h 1208"/>
                  <a:gd name="T42" fmla="*/ 815 w 1489"/>
                  <a:gd name="T43" fmla="*/ 1 h 1208"/>
                  <a:gd name="T44" fmla="*/ 895 w 1489"/>
                  <a:gd name="T45" fmla="*/ 111 h 1208"/>
                  <a:gd name="T46" fmla="*/ 937 w 1489"/>
                  <a:gd name="T47" fmla="*/ 24 h 1208"/>
                  <a:gd name="T48" fmla="*/ 998 w 1489"/>
                  <a:gd name="T49" fmla="*/ 144 h 1208"/>
                  <a:gd name="T50" fmla="*/ 1053 w 1489"/>
                  <a:gd name="T51" fmla="*/ 66 h 1208"/>
                  <a:gd name="T52" fmla="*/ 1093 w 1489"/>
                  <a:gd name="T53" fmla="*/ 194 h 1208"/>
                  <a:gd name="T54" fmla="*/ 1160 w 1489"/>
                  <a:gd name="T55" fmla="*/ 125 h 1208"/>
                  <a:gd name="T56" fmla="*/ 1179 w 1489"/>
                  <a:gd name="T57" fmla="*/ 259 h 1208"/>
                  <a:gd name="T58" fmla="*/ 1257 w 1489"/>
                  <a:gd name="T59" fmla="*/ 202 h 1208"/>
                  <a:gd name="T60" fmla="*/ 1312 w 1489"/>
                  <a:gd name="T61" fmla="*/ 426 h 1208"/>
                  <a:gd name="T62" fmla="*/ 1404 w 1489"/>
                  <a:gd name="T63" fmla="*/ 398 h 1208"/>
                  <a:gd name="T64" fmla="*/ 1253 w 1489"/>
                  <a:gd name="T65" fmla="*/ 337 h 1208"/>
                  <a:gd name="T66" fmla="*/ 1338 w 1489"/>
                  <a:gd name="T67" fmla="*/ 294 h 1208"/>
                  <a:gd name="T68" fmla="*/ 150 w 1489"/>
                  <a:gd name="T69" fmla="*/ 1192 h 1208"/>
                  <a:gd name="T70" fmla="*/ 237 w 1489"/>
                  <a:gd name="T71" fmla="*/ 1149 h 1208"/>
                  <a:gd name="T72" fmla="*/ 1357 w 1489"/>
                  <a:gd name="T73" fmla="*/ 524 h 1208"/>
                  <a:gd name="T74" fmla="*/ 1451 w 1489"/>
                  <a:gd name="T75" fmla="*/ 512 h 1208"/>
                  <a:gd name="T76" fmla="*/ 1384 w 1489"/>
                  <a:gd name="T77" fmla="*/ 628 h 1208"/>
                  <a:gd name="T78" fmla="*/ 1479 w 1489"/>
                  <a:gd name="T79" fmla="*/ 632 h 1208"/>
                  <a:gd name="T80" fmla="*/ 8 w 1489"/>
                  <a:gd name="T81" fmla="*/ 854 h 1208"/>
                  <a:gd name="T82" fmla="*/ 104 w 1489"/>
                  <a:gd name="T83" fmla="*/ 857 h 1208"/>
                  <a:gd name="T84" fmla="*/ 37 w 1489"/>
                  <a:gd name="T85" fmla="*/ 973 h 1208"/>
                  <a:gd name="T86" fmla="*/ 131 w 1489"/>
                  <a:gd name="T87" fmla="*/ 961 h 1208"/>
                  <a:gd name="T88" fmla="*/ 84 w 1489"/>
                  <a:gd name="T89" fmla="*/ 1087 h 1208"/>
                  <a:gd name="T90" fmla="*/ 176 w 1489"/>
                  <a:gd name="T91" fmla="*/ 1060 h 1208"/>
                  <a:gd name="T92" fmla="*/ 1326 w 1489"/>
                  <a:gd name="T93" fmla="*/ 1208 h 1208"/>
                  <a:gd name="T94" fmla="*/ 1262 w 1489"/>
                  <a:gd name="T95" fmla="*/ 1135 h 1208"/>
                  <a:gd name="T96" fmla="*/ 1394 w 1489"/>
                  <a:gd name="T97" fmla="*/ 1106 h 1208"/>
                  <a:gd name="T98" fmla="*/ 1320 w 1489"/>
                  <a:gd name="T99" fmla="*/ 1045 h 1208"/>
                  <a:gd name="T100" fmla="*/ 1444 w 1489"/>
                  <a:gd name="T101" fmla="*/ 993 h 1208"/>
                  <a:gd name="T102" fmla="*/ 1362 w 1489"/>
                  <a:gd name="T103" fmla="*/ 945 h 1208"/>
                  <a:gd name="T104" fmla="*/ 1477 w 1489"/>
                  <a:gd name="T105" fmla="*/ 875 h 1208"/>
                  <a:gd name="T106" fmla="*/ 1386 w 1489"/>
                  <a:gd name="T107" fmla="*/ 841 h 1208"/>
                  <a:gd name="T108" fmla="*/ 1489 w 1489"/>
                  <a:gd name="T109" fmla="*/ 752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208">
                    <a:moveTo>
                      <a:pt x="0" y="733"/>
                    </a:moveTo>
                    <a:lnTo>
                      <a:pt x="95" y="733"/>
                    </a:lnTo>
                    <a:lnTo>
                      <a:pt x="95" y="752"/>
                    </a:lnTo>
                    <a:lnTo>
                      <a:pt x="0" y="752"/>
                    </a:lnTo>
                    <a:lnTo>
                      <a:pt x="0" y="733"/>
                    </a:lnTo>
                    <a:lnTo>
                      <a:pt x="0" y="733"/>
                    </a:lnTo>
                    <a:close/>
                    <a:moveTo>
                      <a:pt x="12" y="611"/>
                    </a:moveTo>
                    <a:lnTo>
                      <a:pt x="104" y="626"/>
                    </a:lnTo>
                    <a:lnTo>
                      <a:pt x="102" y="645"/>
                    </a:lnTo>
                    <a:lnTo>
                      <a:pt x="8" y="629"/>
                    </a:lnTo>
                    <a:lnTo>
                      <a:pt x="12" y="611"/>
                    </a:lnTo>
                    <a:lnTo>
                      <a:pt x="12" y="611"/>
                    </a:lnTo>
                    <a:close/>
                    <a:moveTo>
                      <a:pt x="44" y="493"/>
                    </a:moveTo>
                    <a:lnTo>
                      <a:pt x="133" y="522"/>
                    </a:lnTo>
                    <a:lnTo>
                      <a:pt x="126" y="540"/>
                    </a:lnTo>
                    <a:lnTo>
                      <a:pt x="38" y="510"/>
                    </a:lnTo>
                    <a:lnTo>
                      <a:pt x="44" y="493"/>
                    </a:lnTo>
                    <a:lnTo>
                      <a:pt x="44" y="493"/>
                    </a:lnTo>
                    <a:close/>
                    <a:moveTo>
                      <a:pt x="95" y="381"/>
                    </a:moveTo>
                    <a:lnTo>
                      <a:pt x="177" y="425"/>
                    </a:lnTo>
                    <a:lnTo>
                      <a:pt x="168" y="441"/>
                    </a:lnTo>
                    <a:lnTo>
                      <a:pt x="85" y="397"/>
                    </a:lnTo>
                    <a:lnTo>
                      <a:pt x="95" y="381"/>
                    </a:lnTo>
                    <a:lnTo>
                      <a:pt x="95" y="381"/>
                    </a:lnTo>
                    <a:close/>
                    <a:moveTo>
                      <a:pt x="164" y="278"/>
                    </a:moveTo>
                    <a:lnTo>
                      <a:pt x="238" y="336"/>
                    </a:lnTo>
                    <a:lnTo>
                      <a:pt x="226" y="351"/>
                    </a:lnTo>
                    <a:lnTo>
                      <a:pt x="151" y="293"/>
                    </a:lnTo>
                    <a:lnTo>
                      <a:pt x="164" y="278"/>
                    </a:lnTo>
                    <a:lnTo>
                      <a:pt x="164" y="278"/>
                    </a:lnTo>
                    <a:close/>
                    <a:moveTo>
                      <a:pt x="247" y="189"/>
                    </a:moveTo>
                    <a:lnTo>
                      <a:pt x="311" y="258"/>
                    </a:lnTo>
                    <a:lnTo>
                      <a:pt x="297" y="270"/>
                    </a:lnTo>
                    <a:lnTo>
                      <a:pt x="234" y="201"/>
                    </a:lnTo>
                    <a:lnTo>
                      <a:pt x="247" y="189"/>
                    </a:lnTo>
                    <a:lnTo>
                      <a:pt x="247" y="189"/>
                    </a:lnTo>
                    <a:close/>
                    <a:moveTo>
                      <a:pt x="346" y="115"/>
                    </a:moveTo>
                    <a:lnTo>
                      <a:pt x="397" y="193"/>
                    </a:lnTo>
                    <a:lnTo>
                      <a:pt x="381" y="204"/>
                    </a:lnTo>
                    <a:lnTo>
                      <a:pt x="330" y="124"/>
                    </a:lnTo>
                    <a:lnTo>
                      <a:pt x="346" y="115"/>
                    </a:lnTo>
                    <a:lnTo>
                      <a:pt x="346" y="115"/>
                    </a:lnTo>
                    <a:close/>
                    <a:moveTo>
                      <a:pt x="455" y="57"/>
                    </a:moveTo>
                    <a:lnTo>
                      <a:pt x="493" y="143"/>
                    </a:lnTo>
                    <a:lnTo>
                      <a:pt x="475" y="151"/>
                    </a:lnTo>
                    <a:lnTo>
                      <a:pt x="438" y="65"/>
                    </a:lnTo>
                    <a:lnTo>
                      <a:pt x="455" y="57"/>
                    </a:lnTo>
                    <a:lnTo>
                      <a:pt x="455" y="57"/>
                    </a:lnTo>
                    <a:close/>
                    <a:moveTo>
                      <a:pt x="571" y="19"/>
                    </a:moveTo>
                    <a:lnTo>
                      <a:pt x="594" y="111"/>
                    </a:lnTo>
                    <a:lnTo>
                      <a:pt x="577" y="115"/>
                    </a:lnTo>
                    <a:lnTo>
                      <a:pt x="554" y="23"/>
                    </a:lnTo>
                    <a:lnTo>
                      <a:pt x="571" y="19"/>
                    </a:lnTo>
                    <a:lnTo>
                      <a:pt x="571" y="19"/>
                    </a:lnTo>
                    <a:close/>
                    <a:moveTo>
                      <a:pt x="693" y="0"/>
                    </a:moveTo>
                    <a:lnTo>
                      <a:pt x="701" y="94"/>
                    </a:lnTo>
                    <a:lnTo>
                      <a:pt x="682" y="96"/>
                    </a:lnTo>
                    <a:lnTo>
                      <a:pt x="674" y="1"/>
                    </a:lnTo>
                    <a:lnTo>
                      <a:pt x="693" y="0"/>
                    </a:lnTo>
                    <a:lnTo>
                      <a:pt x="693" y="0"/>
                    </a:lnTo>
                    <a:close/>
                    <a:moveTo>
                      <a:pt x="815" y="1"/>
                    </a:moveTo>
                    <a:lnTo>
                      <a:pt x="809" y="96"/>
                    </a:lnTo>
                    <a:lnTo>
                      <a:pt x="790" y="94"/>
                    </a:lnTo>
                    <a:lnTo>
                      <a:pt x="798" y="0"/>
                    </a:lnTo>
                    <a:lnTo>
                      <a:pt x="815" y="1"/>
                    </a:lnTo>
                    <a:lnTo>
                      <a:pt x="815" y="1"/>
                    </a:lnTo>
                    <a:close/>
                    <a:moveTo>
                      <a:pt x="937" y="24"/>
                    </a:moveTo>
                    <a:lnTo>
                      <a:pt x="914" y="115"/>
                    </a:lnTo>
                    <a:lnTo>
                      <a:pt x="895" y="111"/>
                    </a:lnTo>
                    <a:lnTo>
                      <a:pt x="919" y="19"/>
                    </a:lnTo>
                    <a:lnTo>
                      <a:pt x="937" y="24"/>
                    </a:lnTo>
                    <a:lnTo>
                      <a:pt x="937" y="24"/>
                    </a:lnTo>
                    <a:close/>
                    <a:moveTo>
                      <a:pt x="1053" y="66"/>
                    </a:moveTo>
                    <a:lnTo>
                      <a:pt x="1015" y="151"/>
                    </a:lnTo>
                    <a:lnTo>
                      <a:pt x="998" y="144"/>
                    </a:lnTo>
                    <a:lnTo>
                      <a:pt x="1035" y="58"/>
                    </a:lnTo>
                    <a:lnTo>
                      <a:pt x="1053" y="66"/>
                    </a:lnTo>
                    <a:lnTo>
                      <a:pt x="1053" y="66"/>
                    </a:lnTo>
                    <a:close/>
                    <a:moveTo>
                      <a:pt x="1160" y="125"/>
                    </a:moveTo>
                    <a:lnTo>
                      <a:pt x="1108" y="204"/>
                    </a:lnTo>
                    <a:lnTo>
                      <a:pt x="1093" y="194"/>
                    </a:lnTo>
                    <a:lnTo>
                      <a:pt x="1145" y="115"/>
                    </a:lnTo>
                    <a:lnTo>
                      <a:pt x="1160" y="125"/>
                    </a:lnTo>
                    <a:lnTo>
                      <a:pt x="1160" y="125"/>
                    </a:lnTo>
                    <a:close/>
                    <a:moveTo>
                      <a:pt x="1257" y="202"/>
                    </a:moveTo>
                    <a:lnTo>
                      <a:pt x="1192" y="271"/>
                    </a:lnTo>
                    <a:lnTo>
                      <a:pt x="1179" y="259"/>
                    </a:lnTo>
                    <a:lnTo>
                      <a:pt x="1242" y="190"/>
                    </a:lnTo>
                    <a:lnTo>
                      <a:pt x="1257" y="202"/>
                    </a:lnTo>
                    <a:lnTo>
                      <a:pt x="1257" y="202"/>
                    </a:lnTo>
                    <a:close/>
                    <a:moveTo>
                      <a:pt x="1404" y="398"/>
                    </a:moveTo>
                    <a:lnTo>
                      <a:pt x="1322" y="443"/>
                    </a:lnTo>
                    <a:lnTo>
                      <a:pt x="1312" y="426"/>
                    </a:lnTo>
                    <a:lnTo>
                      <a:pt x="1394" y="382"/>
                    </a:lnTo>
                    <a:lnTo>
                      <a:pt x="1404" y="398"/>
                    </a:lnTo>
                    <a:lnTo>
                      <a:pt x="1404" y="398"/>
                    </a:lnTo>
                    <a:close/>
                    <a:moveTo>
                      <a:pt x="1338" y="294"/>
                    </a:moveTo>
                    <a:lnTo>
                      <a:pt x="1264" y="352"/>
                    </a:lnTo>
                    <a:lnTo>
                      <a:pt x="1253" y="337"/>
                    </a:lnTo>
                    <a:lnTo>
                      <a:pt x="1327" y="279"/>
                    </a:lnTo>
                    <a:lnTo>
                      <a:pt x="1338" y="294"/>
                    </a:lnTo>
                    <a:lnTo>
                      <a:pt x="1338" y="294"/>
                    </a:lnTo>
                    <a:close/>
                    <a:moveTo>
                      <a:pt x="237" y="1149"/>
                    </a:moveTo>
                    <a:lnTo>
                      <a:pt x="162" y="1207"/>
                    </a:lnTo>
                    <a:lnTo>
                      <a:pt x="150" y="1192"/>
                    </a:lnTo>
                    <a:lnTo>
                      <a:pt x="224" y="1134"/>
                    </a:lnTo>
                    <a:lnTo>
                      <a:pt x="237" y="1149"/>
                    </a:lnTo>
                    <a:lnTo>
                      <a:pt x="237" y="1149"/>
                    </a:lnTo>
                    <a:close/>
                    <a:moveTo>
                      <a:pt x="1451" y="512"/>
                    </a:moveTo>
                    <a:lnTo>
                      <a:pt x="1362" y="543"/>
                    </a:lnTo>
                    <a:lnTo>
                      <a:pt x="1357" y="524"/>
                    </a:lnTo>
                    <a:lnTo>
                      <a:pt x="1446" y="494"/>
                    </a:lnTo>
                    <a:lnTo>
                      <a:pt x="1451" y="512"/>
                    </a:lnTo>
                    <a:lnTo>
                      <a:pt x="1451" y="512"/>
                    </a:lnTo>
                    <a:close/>
                    <a:moveTo>
                      <a:pt x="1479" y="632"/>
                    </a:moveTo>
                    <a:lnTo>
                      <a:pt x="1388" y="647"/>
                    </a:lnTo>
                    <a:lnTo>
                      <a:pt x="1384" y="628"/>
                    </a:lnTo>
                    <a:lnTo>
                      <a:pt x="1477" y="613"/>
                    </a:lnTo>
                    <a:lnTo>
                      <a:pt x="1479" y="632"/>
                    </a:lnTo>
                    <a:lnTo>
                      <a:pt x="1479" y="632"/>
                    </a:lnTo>
                    <a:close/>
                    <a:moveTo>
                      <a:pt x="104" y="857"/>
                    </a:moveTo>
                    <a:lnTo>
                      <a:pt x="11" y="873"/>
                    </a:lnTo>
                    <a:lnTo>
                      <a:pt x="8" y="854"/>
                    </a:lnTo>
                    <a:lnTo>
                      <a:pt x="102" y="840"/>
                    </a:lnTo>
                    <a:lnTo>
                      <a:pt x="104" y="857"/>
                    </a:lnTo>
                    <a:lnTo>
                      <a:pt x="104" y="857"/>
                    </a:lnTo>
                    <a:close/>
                    <a:moveTo>
                      <a:pt x="131" y="961"/>
                    </a:moveTo>
                    <a:lnTo>
                      <a:pt x="44" y="992"/>
                    </a:lnTo>
                    <a:lnTo>
                      <a:pt x="37" y="973"/>
                    </a:lnTo>
                    <a:lnTo>
                      <a:pt x="126" y="944"/>
                    </a:lnTo>
                    <a:lnTo>
                      <a:pt x="131" y="961"/>
                    </a:lnTo>
                    <a:lnTo>
                      <a:pt x="131" y="961"/>
                    </a:lnTo>
                    <a:close/>
                    <a:moveTo>
                      <a:pt x="176" y="1060"/>
                    </a:moveTo>
                    <a:lnTo>
                      <a:pt x="93" y="1104"/>
                    </a:lnTo>
                    <a:lnTo>
                      <a:pt x="84" y="1087"/>
                    </a:lnTo>
                    <a:lnTo>
                      <a:pt x="168" y="1042"/>
                    </a:lnTo>
                    <a:lnTo>
                      <a:pt x="176" y="1060"/>
                    </a:lnTo>
                    <a:lnTo>
                      <a:pt x="176" y="1060"/>
                    </a:lnTo>
                    <a:close/>
                    <a:moveTo>
                      <a:pt x="1262" y="1135"/>
                    </a:moveTo>
                    <a:lnTo>
                      <a:pt x="1336" y="1193"/>
                    </a:lnTo>
                    <a:lnTo>
                      <a:pt x="1326" y="1208"/>
                    </a:lnTo>
                    <a:lnTo>
                      <a:pt x="1251" y="1150"/>
                    </a:lnTo>
                    <a:lnTo>
                      <a:pt x="1262" y="1135"/>
                    </a:lnTo>
                    <a:lnTo>
                      <a:pt x="1262" y="1135"/>
                    </a:lnTo>
                    <a:close/>
                    <a:moveTo>
                      <a:pt x="1320" y="1045"/>
                    </a:moveTo>
                    <a:lnTo>
                      <a:pt x="1403" y="1089"/>
                    </a:lnTo>
                    <a:lnTo>
                      <a:pt x="1394" y="1106"/>
                    </a:lnTo>
                    <a:lnTo>
                      <a:pt x="1311" y="1061"/>
                    </a:lnTo>
                    <a:lnTo>
                      <a:pt x="1320" y="1045"/>
                    </a:lnTo>
                    <a:lnTo>
                      <a:pt x="1320" y="1045"/>
                    </a:lnTo>
                    <a:close/>
                    <a:moveTo>
                      <a:pt x="1362" y="945"/>
                    </a:moveTo>
                    <a:lnTo>
                      <a:pt x="1451" y="976"/>
                    </a:lnTo>
                    <a:lnTo>
                      <a:pt x="1444" y="993"/>
                    </a:lnTo>
                    <a:lnTo>
                      <a:pt x="1357" y="962"/>
                    </a:lnTo>
                    <a:lnTo>
                      <a:pt x="1362" y="945"/>
                    </a:lnTo>
                    <a:lnTo>
                      <a:pt x="1362" y="945"/>
                    </a:lnTo>
                    <a:close/>
                    <a:moveTo>
                      <a:pt x="1386" y="841"/>
                    </a:moveTo>
                    <a:lnTo>
                      <a:pt x="1479" y="856"/>
                    </a:lnTo>
                    <a:lnTo>
                      <a:pt x="1477" y="875"/>
                    </a:lnTo>
                    <a:lnTo>
                      <a:pt x="1384" y="860"/>
                    </a:lnTo>
                    <a:lnTo>
                      <a:pt x="1386" y="841"/>
                    </a:lnTo>
                    <a:lnTo>
                      <a:pt x="1386" y="841"/>
                    </a:lnTo>
                    <a:close/>
                    <a:moveTo>
                      <a:pt x="1394" y="733"/>
                    </a:moveTo>
                    <a:lnTo>
                      <a:pt x="1489" y="733"/>
                    </a:lnTo>
                    <a:lnTo>
                      <a:pt x="1489" y="752"/>
                    </a:lnTo>
                    <a:lnTo>
                      <a:pt x="1394" y="752"/>
                    </a:lnTo>
                    <a:lnTo>
                      <a:pt x="1394" y="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0" name="Freeform 7"/>
              <p:cNvSpPr>
                <a:spLocks noEditPoints="1"/>
              </p:cNvSpPr>
              <p:nvPr/>
            </p:nvSpPr>
            <p:spPr bwMode="auto">
              <a:xfrm>
                <a:off x="3537271" y="1608219"/>
                <a:ext cx="1943879" cy="1534365"/>
              </a:xfrm>
              <a:custGeom>
                <a:avLst/>
                <a:gdLst>
                  <a:gd name="T0" fmla="*/ 33 w 1097"/>
                  <a:gd name="T1" fmla="*/ 574 h 866"/>
                  <a:gd name="T2" fmla="*/ 36 w 1097"/>
                  <a:gd name="T3" fmla="*/ 602 h 866"/>
                  <a:gd name="T4" fmla="*/ 34 w 1097"/>
                  <a:gd name="T5" fmla="*/ 517 h 866"/>
                  <a:gd name="T6" fmla="*/ 46 w 1097"/>
                  <a:gd name="T7" fmla="*/ 433 h 866"/>
                  <a:gd name="T8" fmla="*/ 72 w 1097"/>
                  <a:gd name="T9" fmla="*/ 352 h 866"/>
                  <a:gd name="T10" fmla="*/ 111 w 1097"/>
                  <a:gd name="T11" fmla="*/ 276 h 866"/>
                  <a:gd name="T12" fmla="*/ 162 w 1097"/>
                  <a:gd name="T13" fmla="*/ 208 h 866"/>
                  <a:gd name="T14" fmla="*/ 224 w 1097"/>
                  <a:gd name="T15" fmla="*/ 149 h 866"/>
                  <a:gd name="T16" fmla="*/ 294 w 1097"/>
                  <a:gd name="T17" fmla="*/ 101 h 866"/>
                  <a:gd name="T18" fmla="*/ 372 w 1097"/>
                  <a:gd name="T19" fmla="*/ 65 h 866"/>
                  <a:gd name="T20" fmla="*/ 454 w 1097"/>
                  <a:gd name="T21" fmla="*/ 43 h 866"/>
                  <a:gd name="T22" fmla="*/ 539 w 1097"/>
                  <a:gd name="T23" fmla="*/ 34 h 866"/>
                  <a:gd name="T24" fmla="*/ 624 w 1097"/>
                  <a:gd name="T25" fmla="*/ 39 h 866"/>
                  <a:gd name="T26" fmla="*/ 707 w 1097"/>
                  <a:gd name="T27" fmla="*/ 59 h 866"/>
                  <a:gd name="T28" fmla="*/ 785 w 1097"/>
                  <a:gd name="T29" fmla="*/ 92 h 866"/>
                  <a:gd name="T30" fmla="*/ 857 w 1097"/>
                  <a:gd name="T31" fmla="*/ 137 h 866"/>
                  <a:gd name="T32" fmla="*/ 975 w 1097"/>
                  <a:gd name="T33" fmla="*/ 260 h 866"/>
                  <a:gd name="T34" fmla="*/ 921 w 1097"/>
                  <a:gd name="T35" fmla="*/ 193 h 866"/>
                  <a:gd name="T36" fmla="*/ 1016 w 1097"/>
                  <a:gd name="T37" fmla="*/ 334 h 866"/>
                  <a:gd name="T38" fmla="*/ 1046 w 1097"/>
                  <a:gd name="T39" fmla="*/ 414 h 866"/>
                  <a:gd name="T40" fmla="*/ 21 w 1097"/>
                  <a:gd name="T41" fmla="*/ 702 h 866"/>
                  <a:gd name="T42" fmla="*/ 54 w 1097"/>
                  <a:gd name="T43" fmla="*/ 787 h 866"/>
                  <a:gd name="T44" fmla="*/ 1018 w 1097"/>
                  <a:gd name="T45" fmla="*/ 832 h 866"/>
                  <a:gd name="T46" fmla="*/ 1059 w 1097"/>
                  <a:gd name="T47" fmla="*/ 751 h 866"/>
                  <a:gd name="T48" fmla="*/ 1085 w 1097"/>
                  <a:gd name="T49" fmla="*/ 664 h 866"/>
                  <a:gd name="T50" fmla="*/ 1097 w 1097"/>
                  <a:gd name="T51" fmla="*/ 574 h 866"/>
                  <a:gd name="T52" fmla="*/ 1093 w 1097"/>
                  <a:gd name="T53" fmla="*/ 484 h 866"/>
                  <a:gd name="T54" fmla="*/ 36 w 1097"/>
                  <a:gd name="T55" fmla="*/ 488 h 866"/>
                  <a:gd name="T56" fmla="*/ 53 w 1097"/>
                  <a:gd name="T57" fmla="*/ 405 h 866"/>
                  <a:gd name="T58" fmla="*/ 84 w 1097"/>
                  <a:gd name="T59" fmla="*/ 325 h 866"/>
                  <a:gd name="T60" fmla="*/ 127 w 1097"/>
                  <a:gd name="T61" fmla="*/ 252 h 866"/>
                  <a:gd name="T62" fmla="*/ 182 w 1097"/>
                  <a:gd name="T63" fmla="*/ 187 h 866"/>
                  <a:gd name="T64" fmla="*/ 247 w 1097"/>
                  <a:gd name="T65" fmla="*/ 131 h 866"/>
                  <a:gd name="T66" fmla="*/ 320 w 1097"/>
                  <a:gd name="T67" fmla="*/ 87 h 866"/>
                  <a:gd name="T68" fmla="*/ 399 w 1097"/>
                  <a:gd name="T69" fmla="*/ 56 h 866"/>
                  <a:gd name="T70" fmla="*/ 482 w 1097"/>
                  <a:gd name="T71" fmla="*/ 38 h 866"/>
                  <a:gd name="T72" fmla="*/ 567 w 1097"/>
                  <a:gd name="T73" fmla="*/ 34 h 866"/>
                  <a:gd name="T74" fmla="*/ 652 w 1097"/>
                  <a:gd name="T75" fmla="*/ 44 h 866"/>
                  <a:gd name="T76" fmla="*/ 734 w 1097"/>
                  <a:gd name="T77" fmla="*/ 68 h 866"/>
                  <a:gd name="T78" fmla="*/ 810 w 1097"/>
                  <a:gd name="T79" fmla="*/ 106 h 866"/>
                  <a:gd name="T80" fmla="*/ 880 w 1097"/>
                  <a:gd name="T81" fmla="*/ 155 h 866"/>
                  <a:gd name="T82" fmla="*/ 990 w 1097"/>
                  <a:gd name="T83" fmla="*/ 284 h 866"/>
                  <a:gd name="T84" fmla="*/ 940 w 1097"/>
                  <a:gd name="T85" fmla="*/ 215 h 866"/>
                  <a:gd name="T86" fmla="*/ 1028 w 1097"/>
                  <a:gd name="T87" fmla="*/ 360 h 866"/>
                  <a:gd name="T88" fmla="*/ 1052 w 1097"/>
                  <a:gd name="T89" fmla="*/ 442 h 866"/>
                  <a:gd name="T90" fmla="*/ 13 w 1097"/>
                  <a:gd name="T91" fmla="*/ 673 h 866"/>
                  <a:gd name="T92" fmla="*/ 41 w 1097"/>
                  <a:gd name="T93" fmla="*/ 759 h 866"/>
                  <a:gd name="T94" fmla="*/ 83 w 1097"/>
                  <a:gd name="T95" fmla="*/ 840 h 866"/>
                  <a:gd name="T96" fmla="*/ 1002 w 1097"/>
                  <a:gd name="T97" fmla="*/ 858 h 866"/>
                  <a:gd name="T98" fmla="*/ 1047 w 1097"/>
                  <a:gd name="T99" fmla="*/ 779 h 866"/>
                  <a:gd name="T100" fmla="*/ 1078 w 1097"/>
                  <a:gd name="T101" fmla="*/ 694 h 866"/>
                  <a:gd name="T102" fmla="*/ 1094 w 1097"/>
                  <a:gd name="T103" fmla="*/ 605 h 866"/>
                  <a:gd name="T104" fmla="*/ 1096 w 1097"/>
                  <a:gd name="T105" fmla="*/ 51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7" h="866">
                    <a:moveTo>
                      <a:pt x="33" y="574"/>
                    </a:moveTo>
                    <a:cubicBezTo>
                      <a:pt x="0" y="575"/>
                      <a:pt x="0" y="575"/>
                      <a:pt x="0" y="575"/>
                    </a:cubicBezTo>
                    <a:cubicBezTo>
                      <a:pt x="0" y="584"/>
                      <a:pt x="0" y="584"/>
                      <a:pt x="0" y="584"/>
                    </a:cubicBezTo>
                    <a:cubicBezTo>
                      <a:pt x="34" y="583"/>
                      <a:pt x="34" y="583"/>
                      <a:pt x="34" y="583"/>
                    </a:cubicBezTo>
                    <a:cubicBezTo>
                      <a:pt x="34" y="580"/>
                      <a:pt x="34" y="577"/>
                      <a:pt x="33" y="574"/>
                    </a:cubicBezTo>
                    <a:close/>
                    <a:moveTo>
                      <a:pt x="36" y="602"/>
                    </a:moveTo>
                    <a:cubicBezTo>
                      <a:pt x="2" y="606"/>
                      <a:pt x="2" y="606"/>
                      <a:pt x="2" y="606"/>
                    </a:cubicBezTo>
                    <a:cubicBezTo>
                      <a:pt x="3" y="615"/>
                      <a:pt x="3" y="615"/>
                      <a:pt x="3" y="615"/>
                    </a:cubicBezTo>
                    <a:cubicBezTo>
                      <a:pt x="37" y="611"/>
                      <a:pt x="37" y="611"/>
                      <a:pt x="37" y="611"/>
                    </a:cubicBezTo>
                    <a:cubicBezTo>
                      <a:pt x="36" y="608"/>
                      <a:pt x="36" y="605"/>
                      <a:pt x="36" y="602"/>
                    </a:cubicBezTo>
                    <a:close/>
                    <a:moveTo>
                      <a:pt x="34" y="517"/>
                    </a:moveTo>
                    <a:cubicBezTo>
                      <a:pt x="0" y="515"/>
                      <a:pt x="0" y="515"/>
                      <a:pt x="0" y="515"/>
                    </a:cubicBezTo>
                    <a:cubicBezTo>
                      <a:pt x="0" y="524"/>
                      <a:pt x="0" y="524"/>
                      <a:pt x="0" y="524"/>
                    </a:cubicBezTo>
                    <a:cubicBezTo>
                      <a:pt x="33" y="526"/>
                      <a:pt x="33" y="526"/>
                      <a:pt x="33" y="526"/>
                    </a:cubicBezTo>
                    <a:cubicBezTo>
                      <a:pt x="34" y="523"/>
                      <a:pt x="34" y="520"/>
                      <a:pt x="34" y="517"/>
                    </a:cubicBezTo>
                    <a:close/>
                    <a:moveTo>
                      <a:pt x="46" y="433"/>
                    </a:moveTo>
                    <a:cubicBezTo>
                      <a:pt x="13" y="425"/>
                      <a:pt x="13" y="425"/>
                      <a:pt x="13" y="425"/>
                    </a:cubicBezTo>
                    <a:cubicBezTo>
                      <a:pt x="11" y="434"/>
                      <a:pt x="11" y="434"/>
                      <a:pt x="11" y="434"/>
                    </a:cubicBezTo>
                    <a:cubicBezTo>
                      <a:pt x="44" y="442"/>
                      <a:pt x="44" y="442"/>
                      <a:pt x="44" y="442"/>
                    </a:cubicBezTo>
                    <a:cubicBezTo>
                      <a:pt x="45" y="439"/>
                      <a:pt x="45" y="436"/>
                      <a:pt x="46" y="433"/>
                    </a:cubicBezTo>
                    <a:close/>
                    <a:moveTo>
                      <a:pt x="72" y="352"/>
                    </a:moveTo>
                    <a:cubicBezTo>
                      <a:pt x="41" y="339"/>
                      <a:pt x="41" y="339"/>
                      <a:pt x="41" y="339"/>
                    </a:cubicBezTo>
                    <a:cubicBezTo>
                      <a:pt x="38" y="347"/>
                      <a:pt x="38" y="347"/>
                      <a:pt x="38" y="347"/>
                    </a:cubicBezTo>
                    <a:cubicBezTo>
                      <a:pt x="69" y="360"/>
                      <a:pt x="69" y="360"/>
                      <a:pt x="69" y="360"/>
                    </a:cubicBezTo>
                    <a:cubicBezTo>
                      <a:pt x="70" y="357"/>
                      <a:pt x="71" y="354"/>
                      <a:pt x="72" y="352"/>
                    </a:cubicBezTo>
                    <a:close/>
                    <a:moveTo>
                      <a:pt x="111" y="276"/>
                    </a:moveTo>
                    <a:cubicBezTo>
                      <a:pt x="83" y="258"/>
                      <a:pt x="83" y="258"/>
                      <a:pt x="83" y="258"/>
                    </a:cubicBezTo>
                    <a:cubicBezTo>
                      <a:pt x="78" y="266"/>
                      <a:pt x="78" y="266"/>
                      <a:pt x="78" y="266"/>
                    </a:cubicBezTo>
                    <a:cubicBezTo>
                      <a:pt x="107" y="284"/>
                      <a:pt x="107" y="284"/>
                      <a:pt x="107" y="284"/>
                    </a:cubicBezTo>
                    <a:cubicBezTo>
                      <a:pt x="108" y="281"/>
                      <a:pt x="110" y="279"/>
                      <a:pt x="111" y="276"/>
                    </a:cubicBezTo>
                    <a:close/>
                    <a:moveTo>
                      <a:pt x="162" y="208"/>
                    </a:moveTo>
                    <a:cubicBezTo>
                      <a:pt x="137" y="186"/>
                      <a:pt x="137" y="186"/>
                      <a:pt x="137" y="186"/>
                    </a:cubicBezTo>
                    <a:cubicBezTo>
                      <a:pt x="131" y="193"/>
                      <a:pt x="131" y="193"/>
                      <a:pt x="131" y="193"/>
                    </a:cubicBezTo>
                    <a:cubicBezTo>
                      <a:pt x="156" y="215"/>
                      <a:pt x="156" y="215"/>
                      <a:pt x="156" y="215"/>
                    </a:cubicBezTo>
                    <a:cubicBezTo>
                      <a:pt x="158" y="212"/>
                      <a:pt x="160" y="210"/>
                      <a:pt x="162" y="208"/>
                    </a:cubicBezTo>
                    <a:close/>
                    <a:moveTo>
                      <a:pt x="224" y="149"/>
                    </a:moveTo>
                    <a:cubicBezTo>
                      <a:pt x="202" y="123"/>
                      <a:pt x="202" y="123"/>
                      <a:pt x="202" y="123"/>
                    </a:cubicBezTo>
                    <a:cubicBezTo>
                      <a:pt x="196" y="129"/>
                      <a:pt x="196" y="129"/>
                      <a:pt x="196" y="129"/>
                    </a:cubicBezTo>
                    <a:cubicBezTo>
                      <a:pt x="217" y="155"/>
                      <a:pt x="217" y="155"/>
                      <a:pt x="217" y="155"/>
                    </a:cubicBezTo>
                    <a:cubicBezTo>
                      <a:pt x="219" y="153"/>
                      <a:pt x="222" y="151"/>
                      <a:pt x="224" y="149"/>
                    </a:cubicBezTo>
                    <a:close/>
                    <a:moveTo>
                      <a:pt x="294" y="101"/>
                    </a:moveTo>
                    <a:cubicBezTo>
                      <a:pt x="277" y="72"/>
                      <a:pt x="277" y="72"/>
                      <a:pt x="277" y="72"/>
                    </a:cubicBezTo>
                    <a:cubicBezTo>
                      <a:pt x="270" y="76"/>
                      <a:pt x="270" y="76"/>
                      <a:pt x="270" y="76"/>
                    </a:cubicBezTo>
                    <a:cubicBezTo>
                      <a:pt x="286" y="105"/>
                      <a:pt x="286" y="105"/>
                      <a:pt x="286" y="105"/>
                    </a:cubicBezTo>
                    <a:cubicBezTo>
                      <a:pt x="289" y="104"/>
                      <a:pt x="292" y="102"/>
                      <a:pt x="294" y="101"/>
                    </a:cubicBezTo>
                    <a:close/>
                    <a:moveTo>
                      <a:pt x="372" y="65"/>
                    </a:moveTo>
                    <a:cubicBezTo>
                      <a:pt x="360" y="34"/>
                      <a:pt x="360" y="34"/>
                      <a:pt x="360" y="34"/>
                    </a:cubicBezTo>
                    <a:cubicBezTo>
                      <a:pt x="351" y="37"/>
                      <a:pt x="351" y="37"/>
                      <a:pt x="351" y="37"/>
                    </a:cubicBezTo>
                    <a:cubicBezTo>
                      <a:pt x="363" y="68"/>
                      <a:pt x="363" y="68"/>
                      <a:pt x="363" y="68"/>
                    </a:cubicBezTo>
                    <a:cubicBezTo>
                      <a:pt x="366" y="67"/>
                      <a:pt x="369" y="66"/>
                      <a:pt x="372" y="65"/>
                    </a:cubicBezTo>
                    <a:close/>
                    <a:moveTo>
                      <a:pt x="454" y="43"/>
                    </a:moveTo>
                    <a:cubicBezTo>
                      <a:pt x="447" y="10"/>
                      <a:pt x="447" y="10"/>
                      <a:pt x="447" y="10"/>
                    </a:cubicBezTo>
                    <a:cubicBezTo>
                      <a:pt x="438" y="11"/>
                      <a:pt x="438" y="11"/>
                      <a:pt x="438" y="11"/>
                    </a:cubicBezTo>
                    <a:cubicBezTo>
                      <a:pt x="445" y="44"/>
                      <a:pt x="445" y="44"/>
                      <a:pt x="445" y="44"/>
                    </a:cubicBezTo>
                    <a:cubicBezTo>
                      <a:pt x="448" y="44"/>
                      <a:pt x="451" y="43"/>
                      <a:pt x="454" y="43"/>
                    </a:cubicBezTo>
                    <a:close/>
                    <a:moveTo>
                      <a:pt x="539" y="34"/>
                    </a:moveTo>
                    <a:cubicBezTo>
                      <a:pt x="538" y="0"/>
                      <a:pt x="538" y="0"/>
                      <a:pt x="538" y="0"/>
                    </a:cubicBezTo>
                    <a:cubicBezTo>
                      <a:pt x="529" y="1"/>
                      <a:pt x="529" y="1"/>
                      <a:pt x="529" y="1"/>
                    </a:cubicBezTo>
                    <a:cubicBezTo>
                      <a:pt x="529" y="34"/>
                      <a:pt x="529" y="34"/>
                      <a:pt x="529" y="34"/>
                    </a:cubicBezTo>
                    <a:cubicBezTo>
                      <a:pt x="532" y="34"/>
                      <a:pt x="535" y="34"/>
                      <a:pt x="539" y="34"/>
                    </a:cubicBezTo>
                    <a:close/>
                    <a:moveTo>
                      <a:pt x="624" y="39"/>
                    </a:moveTo>
                    <a:cubicBezTo>
                      <a:pt x="628" y="6"/>
                      <a:pt x="628" y="6"/>
                      <a:pt x="628" y="6"/>
                    </a:cubicBezTo>
                    <a:cubicBezTo>
                      <a:pt x="619" y="5"/>
                      <a:pt x="619" y="5"/>
                      <a:pt x="619" y="5"/>
                    </a:cubicBezTo>
                    <a:cubicBezTo>
                      <a:pt x="615" y="38"/>
                      <a:pt x="615" y="38"/>
                      <a:pt x="615" y="38"/>
                    </a:cubicBezTo>
                    <a:cubicBezTo>
                      <a:pt x="618" y="39"/>
                      <a:pt x="621" y="39"/>
                      <a:pt x="624" y="39"/>
                    </a:cubicBezTo>
                    <a:close/>
                    <a:moveTo>
                      <a:pt x="707" y="59"/>
                    </a:moveTo>
                    <a:cubicBezTo>
                      <a:pt x="717" y="27"/>
                      <a:pt x="717" y="27"/>
                      <a:pt x="717" y="27"/>
                    </a:cubicBezTo>
                    <a:cubicBezTo>
                      <a:pt x="708" y="24"/>
                      <a:pt x="708" y="24"/>
                      <a:pt x="708" y="24"/>
                    </a:cubicBezTo>
                    <a:cubicBezTo>
                      <a:pt x="698" y="56"/>
                      <a:pt x="698" y="56"/>
                      <a:pt x="698" y="56"/>
                    </a:cubicBezTo>
                    <a:cubicBezTo>
                      <a:pt x="701" y="57"/>
                      <a:pt x="704" y="58"/>
                      <a:pt x="707" y="59"/>
                    </a:cubicBezTo>
                    <a:close/>
                    <a:moveTo>
                      <a:pt x="785" y="92"/>
                    </a:moveTo>
                    <a:cubicBezTo>
                      <a:pt x="800" y="62"/>
                      <a:pt x="800" y="62"/>
                      <a:pt x="800" y="62"/>
                    </a:cubicBezTo>
                    <a:cubicBezTo>
                      <a:pt x="792" y="58"/>
                      <a:pt x="792" y="58"/>
                      <a:pt x="792" y="58"/>
                    </a:cubicBezTo>
                    <a:cubicBezTo>
                      <a:pt x="777" y="87"/>
                      <a:pt x="777" y="87"/>
                      <a:pt x="777" y="87"/>
                    </a:cubicBezTo>
                    <a:cubicBezTo>
                      <a:pt x="780" y="89"/>
                      <a:pt x="782" y="90"/>
                      <a:pt x="785" y="92"/>
                    </a:cubicBezTo>
                    <a:close/>
                    <a:moveTo>
                      <a:pt x="857" y="137"/>
                    </a:moveTo>
                    <a:cubicBezTo>
                      <a:pt x="877" y="110"/>
                      <a:pt x="877" y="110"/>
                      <a:pt x="877" y="110"/>
                    </a:cubicBezTo>
                    <a:cubicBezTo>
                      <a:pt x="870" y="104"/>
                      <a:pt x="870" y="104"/>
                      <a:pt x="870" y="104"/>
                    </a:cubicBezTo>
                    <a:cubicBezTo>
                      <a:pt x="850" y="132"/>
                      <a:pt x="850" y="132"/>
                      <a:pt x="850" y="132"/>
                    </a:cubicBezTo>
                    <a:cubicBezTo>
                      <a:pt x="852" y="133"/>
                      <a:pt x="855" y="135"/>
                      <a:pt x="857" y="137"/>
                    </a:cubicBezTo>
                    <a:close/>
                    <a:moveTo>
                      <a:pt x="975" y="260"/>
                    </a:moveTo>
                    <a:cubicBezTo>
                      <a:pt x="1002" y="241"/>
                      <a:pt x="1002" y="241"/>
                      <a:pt x="1002" y="241"/>
                    </a:cubicBezTo>
                    <a:cubicBezTo>
                      <a:pt x="997" y="233"/>
                      <a:pt x="997" y="233"/>
                      <a:pt x="997" y="233"/>
                    </a:cubicBezTo>
                    <a:cubicBezTo>
                      <a:pt x="969" y="252"/>
                      <a:pt x="969" y="252"/>
                      <a:pt x="969" y="252"/>
                    </a:cubicBezTo>
                    <a:cubicBezTo>
                      <a:pt x="971" y="255"/>
                      <a:pt x="973" y="257"/>
                      <a:pt x="975" y="260"/>
                    </a:cubicBezTo>
                    <a:close/>
                    <a:moveTo>
                      <a:pt x="921" y="193"/>
                    </a:moveTo>
                    <a:cubicBezTo>
                      <a:pt x="945" y="170"/>
                      <a:pt x="945" y="170"/>
                      <a:pt x="945" y="170"/>
                    </a:cubicBezTo>
                    <a:cubicBezTo>
                      <a:pt x="939" y="164"/>
                      <a:pt x="939" y="164"/>
                      <a:pt x="939" y="164"/>
                    </a:cubicBezTo>
                    <a:cubicBezTo>
                      <a:pt x="915" y="187"/>
                      <a:pt x="915" y="187"/>
                      <a:pt x="915" y="187"/>
                    </a:cubicBezTo>
                    <a:cubicBezTo>
                      <a:pt x="917" y="189"/>
                      <a:pt x="919" y="191"/>
                      <a:pt x="921" y="193"/>
                    </a:cubicBezTo>
                    <a:close/>
                    <a:moveTo>
                      <a:pt x="1016" y="334"/>
                    </a:moveTo>
                    <a:cubicBezTo>
                      <a:pt x="1047" y="320"/>
                      <a:pt x="1047" y="320"/>
                      <a:pt x="1047" y="320"/>
                    </a:cubicBezTo>
                    <a:cubicBezTo>
                      <a:pt x="1043" y="311"/>
                      <a:pt x="1043" y="311"/>
                      <a:pt x="1043" y="311"/>
                    </a:cubicBezTo>
                    <a:cubicBezTo>
                      <a:pt x="1013" y="326"/>
                      <a:pt x="1013" y="326"/>
                      <a:pt x="1013" y="326"/>
                    </a:cubicBezTo>
                    <a:cubicBezTo>
                      <a:pt x="1014" y="328"/>
                      <a:pt x="1015" y="331"/>
                      <a:pt x="1016" y="334"/>
                    </a:cubicBezTo>
                    <a:close/>
                    <a:moveTo>
                      <a:pt x="1046" y="414"/>
                    </a:moveTo>
                    <a:cubicBezTo>
                      <a:pt x="1078" y="405"/>
                      <a:pt x="1078" y="405"/>
                      <a:pt x="1078" y="405"/>
                    </a:cubicBezTo>
                    <a:cubicBezTo>
                      <a:pt x="1075" y="396"/>
                      <a:pt x="1075" y="396"/>
                      <a:pt x="1075" y="396"/>
                    </a:cubicBezTo>
                    <a:cubicBezTo>
                      <a:pt x="1043" y="405"/>
                      <a:pt x="1043" y="405"/>
                      <a:pt x="1043" y="405"/>
                    </a:cubicBezTo>
                    <a:cubicBezTo>
                      <a:pt x="1044" y="408"/>
                      <a:pt x="1045" y="411"/>
                      <a:pt x="1046" y="414"/>
                    </a:cubicBezTo>
                    <a:close/>
                    <a:moveTo>
                      <a:pt x="21" y="702"/>
                    </a:moveTo>
                    <a:cubicBezTo>
                      <a:pt x="53" y="693"/>
                      <a:pt x="53" y="693"/>
                      <a:pt x="53" y="693"/>
                    </a:cubicBezTo>
                    <a:cubicBezTo>
                      <a:pt x="52" y="690"/>
                      <a:pt x="52" y="688"/>
                      <a:pt x="51" y="685"/>
                    </a:cubicBezTo>
                    <a:cubicBezTo>
                      <a:pt x="19" y="694"/>
                      <a:pt x="19" y="694"/>
                      <a:pt x="19" y="694"/>
                    </a:cubicBezTo>
                    <a:cubicBezTo>
                      <a:pt x="21" y="702"/>
                      <a:pt x="21" y="702"/>
                      <a:pt x="21" y="702"/>
                    </a:cubicBezTo>
                    <a:close/>
                    <a:moveTo>
                      <a:pt x="54" y="787"/>
                    </a:moveTo>
                    <a:cubicBezTo>
                      <a:pt x="84" y="773"/>
                      <a:pt x="84" y="773"/>
                      <a:pt x="84" y="773"/>
                    </a:cubicBezTo>
                    <a:cubicBezTo>
                      <a:pt x="82" y="770"/>
                      <a:pt x="81" y="767"/>
                      <a:pt x="80" y="765"/>
                    </a:cubicBezTo>
                    <a:cubicBezTo>
                      <a:pt x="50" y="779"/>
                      <a:pt x="50" y="779"/>
                      <a:pt x="50" y="779"/>
                    </a:cubicBezTo>
                    <a:cubicBezTo>
                      <a:pt x="54" y="787"/>
                      <a:pt x="54" y="787"/>
                      <a:pt x="54" y="787"/>
                    </a:cubicBezTo>
                    <a:close/>
                    <a:moveTo>
                      <a:pt x="1018" y="832"/>
                    </a:moveTo>
                    <a:cubicBezTo>
                      <a:pt x="990" y="815"/>
                      <a:pt x="990" y="815"/>
                      <a:pt x="990" y="815"/>
                    </a:cubicBezTo>
                    <a:cubicBezTo>
                      <a:pt x="988" y="818"/>
                      <a:pt x="987" y="820"/>
                      <a:pt x="985" y="823"/>
                    </a:cubicBezTo>
                    <a:cubicBezTo>
                      <a:pt x="1014" y="840"/>
                      <a:pt x="1014" y="840"/>
                      <a:pt x="1014" y="840"/>
                    </a:cubicBezTo>
                    <a:cubicBezTo>
                      <a:pt x="1018" y="832"/>
                      <a:pt x="1018" y="832"/>
                      <a:pt x="1018" y="832"/>
                    </a:cubicBezTo>
                    <a:close/>
                    <a:moveTo>
                      <a:pt x="1059" y="751"/>
                    </a:moveTo>
                    <a:cubicBezTo>
                      <a:pt x="1028" y="739"/>
                      <a:pt x="1028" y="739"/>
                      <a:pt x="1028" y="739"/>
                    </a:cubicBezTo>
                    <a:cubicBezTo>
                      <a:pt x="1027" y="741"/>
                      <a:pt x="1025" y="744"/>
                      <a:pt x="1024" y="747"/>
                    </a:cubicBezTo>
                    <a:cubicBezTo>
                      <a:pt x="1055" y="760"/>
                      <a:pt x="1055" y="760"/>
                      <a:pt x="1055" y="760"/>
                    </a:cubicBezTo>
                    <a:cubicBezTo>
                      <a:pt x="1059" y="751"/>
                      <a:pt x="1059" y="751"/>
                      <a:pt x="1059" y="751"/>
                    </a:cubicBezTo>
                    <a:close/>
                    <a:moveTo>
                      <a:pt x="1085" y="664"/>
                    </a:moveTo>
                    <a:cubicBezTo>
                      <a:pt x="1052" y="657"/>
                      <a:pt x="1052" y="657"/>
                      <a:pt x="1052" y="657"/>
                    </a:cubicBezTo>
                    <a:cubicBezTo>
                      <a:pt x="1052" y="660"/>
                      <a:pt x="1051" y="663"/>
                      <a:pt x="1050" y="666"/>
                    </a:cubicBezTo>
                    <a:cubicBezTo>
                      <a:pt x="1083" y="673"/>
                      <a:pt x="1083" y="673"/>
                      <a:pt x="1083" y="673"/>
                    </a:cubicBezTo>
                    <a:cubicBezTo>
                      <a:pt x="1085" y="664"/>
                      <a:pt x="1085" y="664"/>
                      <a:pt x="1085" y="664"/>
                    </a:cubicBezTo>
                    <a:close/>
                    <a:moveTo>
                      <a:pt x="1097" y="574"/>
                    </a:moveTo>
                    <a:cubicBezTo>
                      <a:pt x="1063" y="572"/>
                      <a:pt x="1063" y="572"/>
                      <a:pt x="1063" y="572"/>
                    </a:cubicBezTo>
                    <a:cubicBezTo>
                      <a:pt x="1063" y="576"/>
                      <a:pt x="1063" y="579"/>
                      <a:pt x="1063" y="582"/>
                    </a:cubicBezTo>
                    <a:cubicBezTo>
                      <a:pt x="1096" y="583"/>
                      <a:pt x="1096" y="583"/>
                      <a:pt x="1096" y="583"/>
                    </a:cubicBezTo>
                    <a:cubicBezTo>
                      <a:pt x="1097" y="574"/>
                      <a:pt x="1097" y="574"/>
                      <a:pt x="1097" y="574"/>
                    </a:cubicBezTo>
                    <a:close/>
                    <a:moveTo>
                      <a:pt x="1093" y="484"/>
                    </a:moveTo>
                    <a:cubicBezTo>
                      <a:pt x="1060" y="487"/>
                      <a:pt x="1060" y="487"/>
                      <a:pt x="1060" y="487"/>
                    </a:cubicBezTo>
                    <a:cubicBezTo>
                      <a:pt x="1060" y="490"/>
                      <a:pt x="1061" y="493"/>
                      <a:pt x="1061" y="496"/>
                    </a:cubicBezTo>
                    <a:cubicBezTo>
                      <a:pt x="1094" y="493"/>
                      <a:pt x="1094" y="493"/>
                      <a:pt x="1094" y="493"/>
                    </a:cubicBezTo>
                    <a:cubicBezTo>
                      <a:pt x="1093" y="484"/>
                      <a:pt x="1093" y="484"/>
                      <a:pt x="1093" y="484"/>
                    </a:cubicBezTo>
                    <a:close/>
                    <a:moveTo>
                      <a:pt x="36" y="488"/>
                    </a:moveTo>
                    <a:cubicBezTo>
                      <a:pt x="3" y="485"/>
                      <a:pt x="3" y="485"/>
                      <a:pt x="3" y="485"/>
                    </a:cubicBezTo>
                    <a:cubicBezTo>
                      <a:pt x="2" y="494"/>
                      <a:pt x="2" y="494"/>
                      <a:pt x="2" y="494"/>
                    </a:cubicBezTo>
                    <a:cubicBezTo>
                      <a:pt x="35" y="497"/>
                      <a:pt x="35" y="497"/>
                      <a:pt x="35" y="497"/>
                    </a:cubicBezTo>
                    <a:cubicBezTo>
                      <a:pt x="36" y="494"/>
                      <a:pt x="36" y="491"/>
                      <a:pt x="36" y="488"/>
                    </a:cubicBezTo>
                    <a:close/>
                    <a:moveTo>
                      <a:pt x="53" y="405"/>
                    </a:moveTo>
                    <a:cubicBezTo>
                      <a:pt x="21" y="396"/>
                      <a:pt x="21" y="396"/>
                      <a:pt x="21" y="396"/>
                    </a:cubicBezTo>
                    <a:cubicBezTo>
                      <a:pt x="19" y="405"/>
                      <a:pt x="19" y="405"/>
                      <a:pt x="19" y="405"/>
                    </a:cubicBezTo>
                    <a:cubicBezTo>
                      <a:pt x="51" y="414"/>
                      <a:pt x="51" y="414"/>
                      <a:pt x="51" y="414"/>
                    </a:cubicBezTo>
                    <a:cubicBezTo>
                      <a:pt x="52" y="411"/>
                      <a:pt x="53" y="408"/>
                      <a:pt x="53" y="405"/>
                    </a:cubicBezTo>
                    <a:close/>
                    <a:moveTo>
                      <a:pt x="84" y="325"/>
                    </a:moveTo>
                    <a:cubicBezTo>
                      <a:pt x="54" y="311"/>
                      <a:pt x="54" y="311"/>
                      <a:pt x="54" y="311"/>
                    </a:cubicBezTo>
                    <a:cubicBezTo>
                      <a:pt x="50" y="319"/>
                      <a:pt x="50" y="319"/>
                      <a:pt x="50" y="319"/>
                    </a:cubicBezTo>
                    <a:cubicBezTo>
                      <a:pt x="80" y="334"/>
                      <a:pt x="80" y="334"/>
                      <a:pt x="80" y="334"/>
                    </a:cubicBezTo>
                    <a:cubicBezTo>
                      <a:pt x="81" y="331"/>
                      <a:pt x="83" y="328"/>
                      <a:pt x="84" y="325"/>
                    </a:cubicBezTo>
                    <a:close/>
                    <a:moveTo>
                      <a:pt x="127" y="252"/>
                    </a:moveTo>
                    <a:cubicBezTo>
                      <a:pt x="125" y="254"/>
                      <a:pt x="124" y="257"/>
                      <a:pt x="122" y="259"/>
                    </a:cubicBezTo>
                    <a:cubicBezTo>
                      <a:pt x="95" y="240"/>
                      <a:pt x="95" y="240"/>
                      <a:pt x="95" y="240"/>
                    </a:cubicBezTo>
                    <a:cubicBezTo>
                      <a:pt x="100" y="233"/>
                      <a:pt x="100" y="233"/>
                      <a:pt x="100" y="233"/>
                    </a:cubicBezTo>
                    <a:cubicBezTo>
                      <a:pt x="127" y="252"/>
                      <a:pt x="127" y="252"/>
                      <a:pt x="127" y="252"/>
                    </a:cubicBezTo>
                    <a:close/>
                    <a:moveTo>
                      <a:pt x="182" y="187"/>
                    </a:moveTo>
                    <a:cubicBezTo>
                      <a:pt x="180" y="189"/>
                      <a:pt x="178" y="191"/>
                      <a:pt x="176" y="193"/>
                    </a:cubicBezTo>
                    <a:cubicBezTo>
                      <a:pt x="152" y="170"/>
                      <a:pt x="152" y="170"/>
                      <a:pt x="152" y="170"/>
                    </a:cubicBezTo>
                    <a:cubicBezTo>
                      <a:pt x="158" y="163"/>
                      <a:pt x="158" y="163"/>
                      <a:pt x="158" y="163"/>
                    </a:cubicBezTo>
                    <a:cubicBezTo>
                      <a:pt x="182" y="187"/>
                      <a:pt x="182" y="187"/>
                      <a:pt x="182" y="187"/>
                    </a:cubicBezTo>
                    <a:close/>
                    <a:moveTo>
                      <a:pt x="247" y="131"/>
                    </a:moveTo>
                    <a:cubicBezTo>
                      <a:pt x="244" y="133"/>
                      <a:pt x="242" y="135"/>
                      <a:pt x="239" y="137"/>
                    </a:cubicBezTo>
                    <a:cubicBezTo>
                      <a:pt x="220" y="110"/>
                      <a:pt x="220" y="110"/>
                      <a:pt x="220" y="110"/>
                    </a:cubicBezTo>
                    <a:cubicBezTo>
                      <a:pt x="227" y="104"/>
                      <a:pt x="227" y="104"/>
                      <a:pt x="227" y="104"/>
                    </a:cubicBezTo>
                    <a:cubicBezTo>
                      <a:pt x="247" y="131"/>
                      <a:pt x="247" y="131"/>
                      <a:pt x="247" y="131"/>
                    </a:cubicBezTo>
                    <a:close/>
                    <a:moveTo>
                      <a:pt x="320" y="87"/>
                    </a:moveTo>
                    <a:cubicBezTo>
                      <a:pt x="305" y="57"/>
                      <a:pt x="305" y="57"/>
                      <a:pt x="305" y="57"/>
                    </a:cubicBezTo>
                    <a:cubicBezTo>
                      <a:pt x="296" y="62"/>
                      <a:pt x="296" y="62"/>
                      <a:pt x="296" y="62"/>
                    </a:cubicBezTo>
                    <a:cubicBezTo>
                      <a:pt x="312" y="91"/>
                      <a:pt x="312" y="91"/>
                      <a:pt x="312" y="91"/>
                    </a:cubicBezTo>
                    <a:cubicBezTo>
                      <a:pt x="314" y="90"/>
                      <a:pt x="317" y="89"/>
                      <a:pt x="320" y="87"/>
                    </a:cubicBezTo>
                    <a:close/>
                    <a:moveTo>
                      <a:pt x="399" y="56"/>
                    </a:moveTo>
                    <a:cubicBezTo>
                      <a:pt x="389" y="24"/>
                      <a:pt x="389" y="24"/>
                      <a:pt x="389" y="24"/>
                    </a:cubicBezTo>
                    <a:cubicBezTo>
                      <a:pt x="380" y="27"/>
                      <a:pt x="380" y="27"/>
                      <a:pt x="380" y="27"/>
                    </a:cubicBezTo>
                    <a:cubicBezTo>
                      <a:pt x="390" y="59"/>
                      <a:pt x="390" y="59"/>
                      <a:pt x="390" y="59"/>
                    </a:cubicBezTo>
                    <a:cubicBezTo>
                      <a:pt x="393" y="58"/>
                      <a:pt x="396" y="57"/>
                      <a:pt x="399" y="56"/>
                    </a:cubicBezTo>
                    <a:close/>
                    <a:moveTo>
                      <a:pt x="482" y="38"/>
                    </a:moveTo>
                    <a:cubicBezTo>
                      <a:pt x="478" y="5"/>
                      <a:pt x="478" y="5"/>
                      <a:pt x="478" y="5"/>
                    </a:cubicBezTo>
                    <a:cubicBezTo>
                      <a:pt x="469" y="6"/>
                      <a:pt x="469" y="6"/>
                      <a:pt x="469" y="6"/>
                    </a:cubicBezTo>
                    <a:cubicBezTo>
                      <a:pt x="473" y="39"/>
                      <a:pt x="473" y="39"/>
                      <a:pt x="473" y="39"/>
                    </a:cubicBezTo>
                    <a:cubicBezTo>
                      <a:pt x="476" y="39"/>
                      <a:pt x="479" y="39"/>
                      <a:pt x="482" y="38"/>
                    </a:cubicBezTo>
                    <a:close/>
                    <a:moveTo>
                      <a:pt x="567" y="34"/>
                    </a:moveTo>
                    <a:cubicBezTo>
                      <a:pt x="568" y="1"/>
                      <a:pt x="568" y="1"/>
                      <a:pt x="568" y="1"/>
                    </a:cubicBezTo>
                    <a:cubicBezTo>
                      <a:pt x="559" y="0"/>
                      <a:pt x="559" y="0"/>
                      <a:pt x="559" y="0"/>
                    </a:cubicBezTo>
                    <a:cubicBezTo>
                      <a:pt x="558" y="34"/>
                      <a:pt x="558" y="34"/>
                      <a:pt x="558" y="34"/>
                    </a:cubicBezTo>
                    <a:cubicBezTo>
                      <a:pt x="561" y="34"/>
                      <a:pt x="564" y="34"/>
                      <a:pt x="567" y="34"/>
                    </a:cubicBezTo>
                    <a:close/>
                    <a:moveTo>
                      <a:pt x="652" y="44"/>
                    </a:moveTo>
                    <a:cubicBezTo>
                      <a:pt x="658" y="12"/>
                      <a:pt x="658" y="12"/>
                      <a:pt x="658" y="12"/>
                    </a:cubicBezTo>
                    <a:cubicBezTo>
                      <a:pt x="649" y="10"/>
                      <a:pt x="649" y="10"/>
                      <a:pt x="649" y="10"/>
                    </a:cubicBezTo>
                    <a:cubicBezTo>
                      <a:pt x="643" y="43"/>
                      <a:pt x="643" y="43"/>
                      <a:pt x="643" y="43"/>
                    </a:cubicBezTo>
                    <a:cubicBezTo>
                      <a:pt x="646" y="43"/>
                      <a:pt x="649" y="44"/>
                      <a:pt x="652" y="44"/>
                    </a:cubicBezTo>
                    <a:close/>
                    <a:moveTo>
                      <a:pt x="734" y="68"/>
                    </a:moveTo>
                    <a:cubicBezTo>
                      <a:pt x="745" y="37"/>
                      <a:pt x="745" y="37"/>
                      <a:pt x="745" y="37"/>
                    </a:cubicBezTo>
                    <a:cubicBezTo>
                      <a:pt x="737" y="34"/>
                      <a:pt x="737" y="34"/>
                      <a:pt x="737" y="34"/>
                    </a:cubicBezTo>
                    <a:cubicBezTo>
                      <a:pt x="725" y="65"/>
                      <a:pt x="725" y="65"/>
                      <a:pt x="725" y="65"/>
                    </a:cubicBezTo>
                    <a:cubicBezTo>
                      <a:pt x="728" y="66"/>
                      <a:pt x="731" y="67"/>
                      <a:pt x="734" y="68"/>
                    </a:cubicBezTo>
                    <a:close/>
                    <a:moveTo>
                      <a:pt x="810" y="106"/>
                    </a:moveTo>
                    <a:cubicBezTo>
                      <a:pt x="827" y="76"/>
                      <a:pt x="827" y="76"/>
                      <a:pt x="827" y="76"/>
                    </a:cubicBezTo>
                    <a:cubicBezTo>
                      <a:pt x="819" y="72"/>
                      <a:pt x="819" y="72"/>
                      <a:pt x="819" y="72"/>
                    </a:cubicBezTo>
                    <a:cubicBezTo>
                      <a:pt x="802" y="101"/>
                      <a:pt x="802" y="101"/>
                      <a:pt x="802" y="101"/>
                    </a:cubicBezTo>
                    <a:cubicBezTo>
                      <a:pt x="805" y="102"/>
                      <a:pt x="808" y="104"/>
                      <a:pt x="810" y="106"/>
                    </a:cubicBezTo>
                    <a:close/>
                    <a:moveTo>
                      <a:pt x="880" y="155"/>
                    </a:moveTo>
                    <a:cubicBezTo>
                      <a:pt x="877" y="153"/>
                      <a:pt x="875" y="151"/>
                      <a:pt x="873" y="149"/>
                    </a:cubicBezTo>
                    <a:cubicBezTo>
                      <a:pt x="894" y="123"/>
                      <a:pt x="894" y="123"/>
                      <a:pt x="894" y="123"/>
                    </a:cubicBezTo>
                    <a:cubicBezTo>
                      <a:pt x="901" y="129"/>
                      <a:pt x="901" y="129"/>
                      <a:pt x="901" y="129"/>
                    </a:cubicBezTo>
                    <a:cubicBezTo>
                      <a:pt x="880" y="155"/>
                      <a:pt x="880" y="155"/>
                      <a:pt x="880" y="155"/>
                    </a:cubicBezTo>
                    <a:close/>
                    <a:moveTo>
                      <a:pt x="990" y="284"/>
                    </a:moveTo>
                    <a:cubicBezTo>
                      <a:pt x="988" y="281"/>
                      <a:pt x="987" y="279"/>
                      <a:pt x="985" y="276"/>
                    </a:cubicBezTo>
                    <a:cubicBezTo>
                      <a:pt x="1014" y="259"/>
                      <a:pt x="1014" y="259"/>
                      <a:pt x="1014" y="259"/>
                    </a:cubicBezTo>
                    <a:cubicBezTo>
                      <a:pt x="1019" y="266"/>
                      <a:pt x="1019" y="266"/>
                      <a:pt x="1019" y="266"/>
                    </a:cubicBezTo>
                    <a:cubicBezTo>
                      <a:pt x="990" y="284"/>
                      <a:pt x="990" y="284"/>
                      <a:pt x="990" y="284"/>
                    </a:cubicBezTo>
                    <a:close/>
                    <a:moveTo>
                      <a:pt x="940" y="215"/>
                    </a:moveTo>
                    <a:cubicBezTo>
                      <a:pt x="938" y="213"/>
                      <a:pt x="936" y="210"/>
                      <a:pt x="934" y="208"/>
                    </a:cubicBezTo>
                    <a:cubicBezTo>
                      <a:pt x="960" y="186"/>
                      <a:pt x="960" y="186"/>
                      <a:pt x="960" y="186"/>
                    </a:cubicBezTo>
                    <a:cubicBezTo>
                      <a:pt x="966" y="193"/>
                      <a:pt x="966" y="193"/>
                      <a:pt x="966" y="193"/>
                    </a:cubicBezTo>
                    <a:cubicBezTo>
                      <a:pt x="940" y="215"/>
                      <a:pt x="940" y="215"/>
                      <a:pt x="940" y="215"/>
                    </a:cubicBezTo>
                    <a:close/>
                    <a:moveTo>
                      <a:pt x="1028" y="360"/>
                    </a:moveTo>
                    <a:cubicBezTo>
                      <a:pt x="1059" y="348"/>
                      <a:pt x="1059" y="348"/>
                      <a:pt x="1059" y="348"/>
                    </a:cubicBezTo>
                    <a:cubicBezTo>
                      <a:pt x="1055" y="339"/>
                      <a:pt x="1055" y="339"/>
                      <a:pt x="1055" y="339"/>
                    </a:cubicBezTo>
                    <a:cubicBezTo>
                      <a:pt x="1024" y="352"/>
                      <a:pt x="1024" y="352"/>
                      <a:pt x="1024" y="352"/>
                    </a:cubicBezTo>
                    <a:cubicBezTo>
                      <a:pt x="1026" y="355"/>
                      <a:pt x="1027" y="358"/>
                      <a:pt x="1028" y="360"/>
                    </a:cubicBezTo>
                    <a:close/>
                    <a:moveTo>
                      <a:pt x="1052" y="442"/>
                    </a:moveTo>
                    <a:cubicBezTo>
                      <a:pt x="1085" y="435"/>
                      <a:pt x="1085" y="435"/>
                      <a:pt x="1085" y="435"/>
                    </a:cubicBezTo>
                    <a:cubicBezTo>
                      <a:pt x="1083" y="426"/>
                      <a:pt x="1083" y="426"/>
                      <a:pt x="1083" y="426"/>
                    </a:cubicBezTo>
                    <a:cubicBezTo>
                      <a:pt x="1050" y="433"/>
                      <a:pt x="1050" y="433"/>
                      <a:pt x="1050" y="433"/>
                    </a:cubicBezTo>
                    <a:cubicBezTo>
                      <a:pt x="1051" y="436"/>
                      <a:pt x="1052" y="439"/>
                      <a:pt x="1052" y="442"/>
                    </a:cubicBezTo>
                    <a:close/>
                    <a:moveTo>
                      <a:pt x="13" y="673"/>
                    </a:moveTo>
                    <a:cubicBezTo>
                      <a:pt x="46" y="666"/>
                      <a:pt x="46" y="666"/>
                      <a:pt x="46" y="666"/>
                    </a:cubicBezTo>
                    <a:cubicBezTo>
                      <a:pt x="45" y="663"/>
                      <a:pt x="45" y="660"/>
                      <a:pt x="44" y="657"/>
                    </a:cubicBezTo>
                    <a:cubicBezTo>
                      <a:pt x="11" y="664"/>
                      <a:pt x="11" y="664"/>
                      <a:pt x="11" y="664"/>
                    </a:cubicBezTo>
                    <a:cubicBezTo>
                      <a:pt x="13" y="673"/>
                      <a:pt x="13" y="673"/>
                      <a:pt x="13" y="673"/>
                    </a:cubicBezTo>
                    <a:close/>
                    <a:moveTo>
                      <a:pt x="41" y="759"/>
                    </a:moveTo>
                    <a:cubicBezTo>
                      <a:pt x="72" y="747"/>
                      <a:pt x="72" y="747"/>
                      <a:pt x="72" y="747"/>
                    </a:cubicBezTo>
                    <a:cubicBezTo>
                      <a:pt x="71" y="744"/>
                      <a:pt x="70" y="741"/>
                      <a:pt x="69" y="738"/>
                    </a:cubicBezTo>
                    <a:cubicBezTo>
                      <a:pt x="38" y="751"/>
                      <a:pt x="38" y="751"/>
                      <a:pt x="38" y="751"/>
                    </a:cubicBezTo>
                    <a:cubicBezTo>
                      <a:pt x="41" y="759"/>
                      <a:pt x="41" y="759"/>
                      <a:pt x="41" y="759"/>
                    </a:cubicBezTo>
                    <a:close/>
                    <a:moveTo>
                      <a:pt x="83" y="840"/>
                    </a:moveTo>
                    <a:cubicBezTo>
                      <a:pt x="111" y="822"/>
                      <a:pt x="111" y="822"/>
                      <a:pt x="111" y="822"/>
                    </a:cubicBezTo>
                    <a:cubicBezTo>
                      <a:pt x="110" y="820"/>
                      <a:pt x="108" y="817"/>
                      <a:pt x="106" y="815"/>
                    </a:cubicBezTo>
                    <a:cubicBezTo>
                      <a:pt x="78" y="832"/>
                      <a:pt x="78" y="832"/>
                      <a:pt x="78" y="832"/>
                    </a:cubicBezTo>
                    <a:cubicBezTo>
                      <a:pt x="83" y="840"/>
                      <a:pt x="83" y="840"/>
                      <a:pt x="83" y="840"/>
                    </a:cubicBezTo>
                    <a:close/>
                    <a:moveTo>
                      <a:pt x="1002" y="858"/>
                    </a:moveTo>
                    <a:cubicBezTo>
                      <a:pt x="997" y="866"/>
                      <a:pt x="997" y="866"/>
                      <a:pt x="997" y="866"/>
                    </a:cubicBezTo>
                    <a:cubicBezTo>
                      <a:pt x="969" y="847"/>
                      <a:pt x="969" y="847"/>
                      <a:pt x="969" y="847"/>
                    </a:cubicBezTo>
                    <a:cubicBezTo>
                      <a:pt x="971" y="844"/>
                      <a:pt x="973" y="842"/>
                      <a:pt x="974" y="839"/>
                    </a:cubicBezTo>
                    <a:cubicBezTo>
                      <a:pt x="1002" y="858"/>
                      <a:pt x="1002" y="858"/>
                      <a:pt x="1002" y="858"/>
                    </a:cubicBezTo>
                    <a:close/>
                    <a:moveTo>
                      <a:pt x="1047" y="779"/>
                    </a:moveTo>
                    <a:cubicBezTo>
                      <a:pt x="1016" y="765"/>
                      <a:pt x="1016" y="765"/>
                      <a:pt x="1016" y="765"/>
                    </a:cubicBezTo>
                    <a:cubicBezTo>
                      <a:pt x="1015" y="768"/>
                      <a:pt x="1014" y="771"/>
                      <a:pt x="1012" y="773"/>
                    </a:cubicBezTo>
                    <a:cubicBezTo>
                      <a:pt x="1043" y="787"/>
                      <a:pt x="1043" y="787"/>
                      <a:pt x="1043" y="787"/>
                    </a:cubicBezTo>
                    <a:cubicBezTo>
                      <a:pt x="1047" y="779"/>
                      <a:pt x="1047" y="779"/>
                      <a:pt x="1047" y="779"/>
                    </a:cubicBezTo>
                    <a:close/>
                    <a:moveTo>
                      <a:pt x="1078" y="694"/>
                    </a:moveTo>
                    <a:cubicBezTo>
                      <a:pt x="1045" y="685"/>
                      <a:pt x="1045" y="685"/>
                      <a:pt x="1045" y="685"/>
                    </a:cubicBezTo>
                    <a:cubicBezTo>
                      <a:pt x="1045" y="688"/>
                      <a:pt x="1044" y="691"/>
                      <a:pt x="1043" y="694"/>
                    </a:cubicBezTo>
                    <a:cubicBezTo>
                      <a:pt x="1075" y="703"/>
                      <a:pt x="1075" y="703"/>
                      <a:pt x="1075" y="703"/>
                    </a:cubicBezTo>
                    <a:cubicBezTo>
                      <a:pt x="1078" y="694"/>
                      <a:pt x="1078" y="694"/>
                      <a:pt x="1078" y="694"/>
                    </a:cubicBezTo>
                    <a:close/>
                    <a:moveTo>
                      <a:pt x="1094" y="605"/>
                    </a:moveTo>
                    <a:cubicBezTo>
                      <a:pt x="1061" y="601"/>
                      <a:pt x="1061" y="601"/>
                      <a:pt x="1061" y="601"/>
                    </a:cubicBezTo>
                    <a:cubicBezTo>
                      <a:pt x="1061" y="604"/>
                      <a:pt x="1060" y="607"/>
                      <a:pt x="1060" y="610"/>
                    </a:cubicBezTo>
                    <a:cubicBezTo>
                      <a:pt x="1093" y="614"/>
                      <a:pt x="1093" y="614"/>
                      <a:pt x="1093" y="614"/>
                    </a:cubicBezTo>
                    <a:cubicBezTo>
                      <a:pt x="1094" y="605"/>
                      <a:pt x="1094" y="605"/>
                      <a:pt x="1094" y="605"/>
                    </a:cubicBezTo>
                    <a:close/>
                    <a:moveTo>
                      <a:pt x="1096" y="514"/>
                    </a:moveTo>
                    <a:cubicBezTo>
                      <a:pt x="1062" y="516"/>
                      <a:pt x="1062" y="516"/>
                      <a:pt x="1062" y="516"/>
                    </a:cubicBezTo>
                    <a:cubicBezTo>
                      <a:pt x="1063" y="519"/>
                      <a:pt x="1063" y="522"/>
                      <a:pt x="1063" y="525"/>
                    </a:cubicBezTo>
                    <a:cubicBezTo>
                      <a:pt x="1097" y="523"/>
                      <a:pt x="1097" y="523"/>
                      <a:pt x="1097" y="523"/>
                    </a:cubicBezTo>
                    <a:lnTo>
                      <a:pt x="1096" y="5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1" name="Freeform 23"/>
              <p:cNvSpPr>
                <a:spLocks noEditPoints="1"/>
              </p:cNvSpPr>
              <p:nvPr/>
            </p:nvSpPr>
            <p:spPr bwMode="auto">
              <a:xfrm>
                <a:off x="3865407" y="1940294"/>
                <a:ext cx="1286294" cy="989658"/>
              </a:xfrm>
              <a:custGeom>
                <a:avLst/>
                <a:gdLst>
                  <a:gd name="T0" fmla="*/ 90 w 980"/>
                  <a:gd name="T1" fmla="*/ 661 h 754"/>
                  <a:gd name="T2" fmla="*/ 45 w 980"/>
                  <a:gd name="T3" fmla="*/ 694 h 754"/>
                  <a:gd name="T4" fmla="*/ 39 w 980"/>
                  <a:gd name="T5" fmla="*/ 683 h 754"/>
                  <a:gd name="T6" fmla="*/ 856 w 980"/>
                  <a:gd name="T7" fmla="*/ 726 h 754"/>
                  <a:gd name="T8" fmla="*/ 908 w 980"/>
                  <a:gd name="T9" fmla="*/ 746 h 754"/>
                  <a:gd name="T10" fmla="*/ 903 w 980"/>
                  <a:gd name="T11" fmla="*/ 754 h 754"/>
                  <a:gd name="T12" fmla="*/ 918 w 980"/>
                  <a:gd name="T13" fmla="*/ 648 h 754"/>
                  <a:gd name="T14" fmla="*/ 954 w 980"/>
                  <a:gd name="T15" fmla="*/ 649 h 754"/>
                  <a:gd name="T16" fmla="*/ 950 w 980"/>
                  <a:gd name="T17" fmla="*/ 658 h 754"/>
                  <a:gd name="T18" fmla="*/ 920 w 980"/>
                  <a:gd name="T19" fmla="*/ 556 h 754"/>
                  <a:gd name="T20" fmla="*/ 977 w 980"/>
                  <a:gd name="T21" fmla="*/ 553 h 754"/>
                  <a:gd name="T22" fmla="*/ 974 w 980"/>
                  <a:gd name="T23" fmla="*/ 564 h 754"/>
                  <a:gd name="T24" fmla="*/ 946 w 980"/>
                  <a:gd name="T25" fmla="*/ 460 h 754"/>
                  <a:gd name="T26" fmla="*/ 978 w 980"/>
                  <a:gd name="T27" fmla="*/ 447 h 754"/>
                  <a:gd name="T28" fmla="*/ 980 w 980"/>
                  <a:gd name="T29" fmla="*/ 457 h 754"/>
                  <a:gd name="T30" fmla="*/ 912 w 980"/>
                  <a:gd name="T31" fmla="*/ 382 h 754"/>
                  <a:gd name="T32" fmla="*/ 962 w 980"/>
                  <a:gd name="T33" fmla="*/ 357 h 754"/>
                  <a:gd name="T34" fmla="*/ 966 w 980"/>
                  <a:gd name="T35" fmla="*/ 368 h 754"/>
                  <a:gd name="T36" fmla="*/ 42 w 980"/>
                  <a:gd name="T37" fmla="*/ 577 h 754"/>
                  <a:gd name="T38" fmla="*/ 11 w 980"/>
                  <a:gd name="T39" fmla="*/ 595 h 754"/>
                  <a:gd name="T40" fmla="*/ 9 w 980"/>
                  <a:gd name="T41" fmla="*/ 584 h 754"/>
                  <a:gd name="T42" fmla="*/ 54 w 980"/>
                  <a:gd name="T43" fmla="*/ 483 h 754"/>
                  <a:gd name="T44" fmla="*/ 0 w 980"/>
                  <a:gd name="T45" fmla="*/ 494 h 754"/>
                  <a:gd name="T46" fmla="*/ 0 w 980"/>
                  <a:gd name="T47" fmla="*/ 483 h 754"/>
                  <a:gd name="T48" fmla="*/ 45 w 980"/>
                  <a:gd name="T49" fmla="*/ 387 h 754"/>
                  <a:gd name="T50" fmla="*/ 9 w 980"/>
                  <a:gd name="T51" fmla="*/ 390 h 754"/>
                  <a:gd name="T52" fmla="*/ 12 w 980"/>
                  <a:gd name="T53" fmla="*/ 380 h 754"/>
                  <a:gd name="T54" fmla="*/ 92 w 980"/>
                  <a:gd name="T55" fmla="*/ 310 h 754"/>
                  <a:gd name="T56" fmla="*/ 38 w 980"/>
                  <a:gd name="T57" fmla="*/ 299 h 754"/>
                  <a:gd name="T58" fmla="*/ 42 w 980"/>
                  <a:gd name="T59" fmla="*/ 289 h 754"/>
                  <a:gd name="T60" fmla="*/ 123 w 980"/>
                  <a:gd name="T61" fmla="*/ 218 h 754"/>
                  <a:gd name="T62" fmla="*/ 88 w 980"/>
                  <a:gd name="T63" fmla="*/ 208 h 754"/>
                  <a:gd name="T64" fmla="*/ 95 w 980"/>
                  <a:gd name="T65" fmla="*/ 198 h 754"/>
                  <a:gd name="T66" fmla="*/ 196 w 980"/>
                  <a:gd name="T67" fmla="*/ 167 h 754"/>
                  <a:gd name="T68" fmla="*/ 150 w 980"/>
                  <a:gd name="T69" fmla="*/ 135 h 754"/>
                  <a:gd name="T70" fmla="*/ 158 w 980"/>
                  <a:gd name="T71" fmla="*/ 128 h 754"/>
                  <a:gd name="T72" fmla="*/ 262 w 980"/>
                  <a:gd name="T73" fmla="*/ 93 h 754"/>
                  <a:gd name="T74" fmla="*/ 236 w 980"/>
                  <a:gd name="T75" fmla="*/ 70 h 754"/>
                  <a:gd name="T76" fmla="*/ 246 w 980"/>
                  <a:gd name="T77" fmla="*/ 63 h 754"/>
                  <a:gd name="T78" fmla="*/ 351 w 980"/>
                  <a:gd name="T79" fmla="*/ 75 h 754"/>
                  <a:gd name="T80" fmla="*/ 323 w 980"/>
                  <a:gd name="T81" fmla="*/ 28 h 754"/>
                  <a:gd name="T82" fmla="*/ 332 w 980"/>
                  <a:gd name="T83" fmla="*/ 24 h 754"/>
                  <a:gd name="T84" fmla="*/ 440 w 980"/>
                  <a:gd name="T85" fmla="*/ 35 h 754"/>
                  <a:gd name="T86" fmla="*/ 425 w 980"/>
                  <a:gd name="T87" fmla="*/ 2 h 754"/>
                  <a:gd name="T88" fmla="*/ 436 w 980"/>
                  <a:gd name="T89" fmla="*/ 1 h 754"/>
                  <a:gd name="T90" fmla="*/ 530 w 980"/>
                  <a:gd name="T91" fmla="*/ 55 h 754"/>
                  <a:gd name="T92" fmla="*/ 524 w 980"/>
                  <a:gd name="T93" fmla="*/ 0 h 754"/>
                  <a:gd name="T94" fmla="*/ 534 w 980"/>
                  <a:gd name="T95" fmla="*/ 0 h 754"/>
                  <a:gd name="T96" fmla="*/ 625 w 980"/>
                  <a:gd name="T97" fmla="*/ 52 h 754"/>
                  <a:gd name="T98" fmla="*/ 624 w 980"/>
                  <a:gd name="T99" fmla="*/ 17 h 754"/>
                  <a:gd name="T100" fmla="*/ 634 w 980"/>
                  <a:gd name="T101" fmla="*/ 20 h 754"/>
                  <a:gd name="T102" fmla="*/ 700 w 980"/>
                  <a:gd name="T103" fmla="*/ 106 h 754"/>
                  <a:gd name="T104" fmla="*/ 717 w 980"/>
                  <a:gd name="T105" fmla="*/ 54 h 754"/>
                  <a:gd name="T106" fmla="*/ 726 w 980"/>
                  <a:gd name="T107" fmla="*/ 59 h 754"/>
                  <a:gd name="T108" fmla="*/ 785 w 980"/>
                  <a:gd name="T109" fmla="*/ 140 h 754"/>
                  <a:gd name="T110" fmla="*/ 799 w 980"/>
                  <a:gd name="T111" fmla="*/ 108 h 754"/>
                  <a:gd name="T112" fmla="*/ 807 w 980"/>
                  <a:gd name="T113" fmla="*/ 114 h 754"/>
                  <a:gd name="T114" fmla="*/ 834 w 980"/>
                  <a:gd name="T115" fmla="*/ 220 h 754"/>
                  <a:gd name="T116" fmla="*/ 869 w 980"/>
                  <a:gd name="T117" fmla="*/ 178 h 754"/>
                  <a:gd name="T118" fmla="*/ 876 w 980"/>
                  <a:gd name="T119" fmla="*/ 186 h 754"/>
                  <a:gd name="T120" fmla="*/ 899 w 980"/>
                  <a:gd name="T121" fmla="*/ 286 h 754"/>
                  <a:gd name="T122" fmla="*/ 925 w 980"/>
                  <a:gd name="T123" fmla="*/ 26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0" h="754">
                    <a:moveTo>
                      <a:pt x="39" y="683"/>
                    </a:moveTo>
                    <a:lnTo>
                      <a:pt x="90" y="661"/>
                    </a:lnTo>
                    <a:lnTo>
                      <a:pt x="95" y="671"/>
                    </a:lnTo>
                    <a:lnTo>
                      <a:pt x="45" y="694"/>
                    </a:lnTo>
                    <a:lnTo>
                      <a:pt x="39" y="683"/>
                    </a:lnTo>
                    <a:lnTo>
                      <a:pt x="39" y="683"/>
                    </a:lnTo>
                    <a:close/>
                    <a:moveTo>
                      <a:pt x="903" y="754"/>
                    </a:moveTo>
                    <a:lnTo>
                      <a:pt x="856" y="726"/>
                    </a:lnTo>
                    <a:lnTo>
                      <a:pt x="862" y="717"/>
                    </a:lnTo>
                    <a:lnTo>
                      <a:pt x="908" y="746"/>
                    </a:lnTo>
                    <a:lnTo>
                      <a:pt x="903" y="754"/>
                    </a:lnTo>
                    <a:lnTo>
                      <a:pt x="903" y="754"/>
                    </a:lnTo>
                    <a:close/>
                    <a:moveTo>
                      <a:pt x="950" y="658"/>
                    </a:moveTo>
                    <a:lnTo>
                      <a:pt x="918" y="648"/>
                    </a:lnTo>
                    <a:lnTo>
                      <a:pt x="922" y="637"/>
                    </a:lnTo>
                    <a:lnTo>
                      <a:pt x="954" y="649"/>
                    </a:lnTo>
                    <a:lnTo>
                      <a:pt x="950" y="658"/>
                    </a:lnTo>
                    <a:lnTo>
                      <a:pt x="950" y="658"/>
                    </a:lnTo>
                    <a:close/>
                    <a:moveTo>
                      <a:pt x="974" y="564"/>
                    </a:moveTo>
                    <a:lnTo>
                      <a:pt x="920" y="556"/>
                    </a:lnTo>
                    <a:lnTo>
                      <a:pt x="922" y="545"/>
                    </a:lnTo>
                    <a:lnTo>
                      <a:pt x="977" y="553"/>
                    </a:lnTo>
                    <a:lnTo>
                      <a:pt x="974" y="564"/>
                    </a:lnTo>
                    <a:lnTo>
                      <a:pt x="974" y="564"/>
                    </a:lnTo>
                    <a:close/>
                    <a:moveTo>
                      <a:pt x="980" y="457"/>
                    </a:moveTo>
                    <a:lnTo>
                      <a:pt x="946" y="460"/>
                    </a:lnTo>
                    <a:lnTo>
                      <a:pt x="945" y="448"/>
                    </a:lnTo>
                    <a:lnTo>
                      <a:pt x="978" y="447"/>
                    </a:lnTo>
                    <a:lnTo>
                      <a:pt x="980" y="457"/>
                    </a:lnTo>
                    <a:lnTo>
                      <a:pt x="980" y="457"/>
                    </a:lnTo>
                    <a:close/>
                    <a:moveTo>
                      <a:pt x="966" y="368"/>
                    </a:moveTo>
                    <a:lnTo>
                      <a:pt x="912" y="382"/>
                    </a:lnTo>
                    <a:lnTo>
                      <a:pt x="910" y="371"/>
                    </a:lnTo>
                    <a:lnTo>
                      <a:pt x="962" y="357"/>
                    </a:lnTo>
                    <a:lnTo>
                      <a:pt x="966" y="368"/>
                    </a:lnTo>
                    <a:lnTo>
                      <a:pt x="966" y="368"/>
                    </a:lnTo>
                    <a:close/>
                    <a:moveTo>
                      <a:pt x="9" y="584"/>
                    </a:moveTo>
                    <a:lnTo>
                      <a:pt x="42" y="577"/>
                    </a:lnTo>
                    <a:lnTo>
                      <a:pt x="45" y="588"/>
                    </a:lnTo>
                    <a:lnTo>
                      <a:pt x="11" y="595"/>
                    </a:lnTo>
                    <a:lnTo>
                      <a:pt x="9" y="584"/>
                    </a:lnTo>
                    <a:lnTo>
                      <a:pt x="9" y="584"/>
                    </a:lnTo>
                    <a:close/>
                    <a:moveTo>
                      <a:pt x="0" y="483"/>
                    </a:moveTo>
                    <a:lnTo>
                      <a:pt x="54" y="483"/>
                    </a:lnTo>
                    <a:lnTo>
                      <a:pt x="54" y="494"/>
                    </a:lnTo>
                    <a:lnTo>
                      <a:pt x="0" y="494"/>
                    </a:lnTo>
                    <a:lnTo>
                      <a:pt x="0" y="483"/>
                    </a:lnTo>
                    <a:lnTo>
                      <a:pt x="0" y="483"/>
                    </a:lnTo>
                    <a:close/>
                    <a:moveTo>
                      <a:pt x="12" y="380"/>
                    </a:moveTo>
                    <a:lnTo>
                      <a:pt x="45" y="387"/>
                    </a:lnTo>
                    <a:lnTo>
                      <a:pt x="43" y="398"/>
                    </a:lnTo>
                    <a:lnTo>
                      <a:pt x="9" y="390"/>
                    </a:lnTo>
                    <a:lnTo>
                      <a:pt x="12" y="380"/>
                    </a:lnTo>
                    <a:lnTo>
                      <a:pt x="12" y="380"/>
                    </a:lnTo>
                    <a:close/>
                    <a:moveTo>
                      <a:pt x="42" y="289"/>
                    </a:moveTo>
                    <a:lnTo>
                      <a:pt x="92" y="310"/>
                    </a:lnTo>
                    <a:lnTo>
                      <a:pt x="88" y="321"/>
                    </a:lnTo>
                    <a:lnTo>
                      <a:pt x="38" y="299"/>
                    </a:lnTo>
                    <a:lnTo>
                      <a:pt x="42" y="289"/>
                    </a:lnTo>
                    <a:lnTo>
                      <a:pt x="42" y="289"/>
                    </a:lnTo>
                    <a:close/>
                    <a:moveTo>
                      <a:pt x="95" y="198"/>
                    </a:moveTo>
                    <a:lnTo>
                      <a:pt x="123" y="218"/>
                    </a:lnTo>
                    <a:lnTo>
                      <a:pt x="116" y="228"/>
                    </a:lnTo>
                    <a:lnTo>
                      <a:pt x="88" y="208"/>
                    </a:lnTo>
                    <a:lnTo>
                      <a:pt x="95" y="198"/>
                    </a:lnTo>
                    <a:lnTo>
                      <a:pt x="95" y="198"/>
                    </a:lnTo>
                    <a:close/>
                    <a:moveTo>
                      <a:pt x="158" y="128"/>
                    </a:moveTo>
                    <a:lnTo>
                      <a:pt x="196" y="167"/>
                    </a:lnTo>
                    <a:lnTo>
                      <a:pt x="188" y="175"/>
                    </a:lnTo>
                    <a:lnTo>
                      <a:pt x="150" y="135"/>
                    </a:lnTo>
                    <a:lnTo>
                      <a:pt x="158" y="128"/>
                    </a:lnTo>
                    <a:lnTo>
                      <a:pt x="158" y="128"/>
                    </a:lnTo>
                    <a:close/>
                    <a:moveTo>
                      <a:pt x="246" y="63"/>
                    </a:moveTo>
                    <a:lnTo>
                      <a:pt x="262" y="93"/>
                    </a:lnTo>
                    <a:lnTo>
                      <a:pt x="252" y="98"/>
                    </a:lnTo>
                    <a:lnTo>
                      <a:pt x="236" y="70"/>
                    </a:lnTo>
                    <a:lnTo>
                      <a:pt x="246" y="63"/>
                    </a:lnTo>
                    <a:lnTo>
                      <a:pt x="246" y="63"/>
                    </a:lnTo>
                    <a:close/>
                    <a:moveTo>
                      <a:pt x="332" y="24"/>
                    </a:moveTo>
                    <a:lnTo>
                      <a:pt x="351" y="75"/>
                    </a:lnTo>
                    <a:lnTo>
                      <a:pt x="340" y="79"/>
                    </a:lnTo>
                    <a:lnTo>
                      <a:pt x="323" y="28"/>
                    </a:lnTo>
                    <a:lnTo>
                      <a:pt x="332" y="24"/>
                    </a:lnTo>
                    <a:lnTo>
                      <a:pt x="332" y="24"/>
                    </a:lnTo>
                    <a:close/>
                    <a:moveTo>
                      <a:pt x="436" y="1"/>
                    </a:moveTo>
                    <a:lnTo>
                      <a:pt x="440" y="35"/>
                    </a:lnTo>
                    <a:lnTo>
                      <a:pt x="429" y="36"/>
                    </a:lnTo>
                    <a:lnTo>
                      <a:pt x="425" y="2"/>
                    </a:lnTo>
                    <a:lnTo>
                      <a:pt x="436" y="1"/>
                    </a:lnTo>
                    <a:lnTo>
                      <a:pt x="436" y="1"/>
                    </a:lnTo>
                    <a:close/>
                    <a:moveTo>
                      <a:pt x="534" y="0"/>
                    </a:moveTo>
                    <a:lnTo>
                      <a:pt x="530" y="55"/>
                    </a:lnTo>
                    <a:lnTo>
                      <a:pt x="520" y="54"/>
                    </a:lnTo>
                    <a:lnTo>
                      <a:pt x="524" y="0"/>
                    </a:lnTo>
                    <a:lnTo>
                      <a:pt x="534" y="0"/>
                    </a:lnTo>
                    <a:lnTo>
                      <a:pt x="534" y="0"/>
                    </a:lnTo>
                    <a:close/>
                    <a:moveTo>
                      <a:pt x="634" y="20"/>
                    </a:moveTo>
                    <a:lnTo>
                      <a:pt x="625" y="52"/>
                    </a:lnTo>
                    <a:lnTo>
                      <a:pt x="614" y="50"/>
                    </a:lnTo>
                    <a:lnTo>
                      <a:pt x="624" y="17"/>
                    </a:lnTo>
                    <a:lnTo>
                      <a:pt x="634" y="20"/>
                    </a:lnTo>
                    <a:lnTo>
                      <a:pt x="634" y="20"/>
                    </a:lnTo>
                    <a:close/>
                    <a:moveTo>
                      <a:pt x="726" y="59"/>
                    </a:moveTo>
                    <a:lnTo>
                      <a:pt x="700" y="106"/>
                    </a:lnTo>
                    <a:lnTo>
                      <a:pt x="691" y="102"/>
                    </a:lnTo>
                    <a:lnTo>
                      <a:pt x="717" y="54"/>
                    </a:lnTo>
                    <a:lnTo>
                      <a:pt x="726" y="59"/>
                    </a:lnTo>
                    <a:lnTo>
                      <a:pt x="726" y="59"/>
                    </a:lnTo>
                    <a:close/>
                    <a:moveTo>
                      <a:pt x="807" y="114"/>
                    </a:moveTo>
                    <a:lnTo>
                      <a:pt x="785" y="140"/>
                    </a:lnTo>
                    <a:lnTo>
                      <a:pt x="777" y="133"/>
                    </a:lnTo>
                    <a:lnTo>
                      <a:pt x="799" y="108"/>
                    </a:lnTo>
                    <a:lnTo>
                      <a:pt x="807" y="114"/>
                    </a:lnTo>
                    <a:lnTo>
                      <a:pt x="807" y="114"/>
                    </a:lnTo>
                    <a:close/>
                    <a:moveTo>
                      <a:pt x="876" y="186"/>
                    </a:moveTo>
                    <a:lnTo>
                      <a:pt x="834" y="220"/>
                    </a:lnTo>
                    <a:lnTo>
                      <a:pt x="827" y="212"/>
                    </a:lnTo>
                    <a:lnTo>
                      <a:pt x="869" y="178"/>
                    </a:lnTo>
                    <a:lnTo>
                      <a:pt x="876" y="186"/>
                    </a:lnTo>
                    <a:lnTo>
                      <a:pt x="876" y="186"/>
                    </a:lnTo>
                    <a:close/>
                    <a:moveTo>
                      <a:pt x="930" y="271"/>
                    </a:moveTo>
                    <a:lnTo>
                      <a:pt x="899" y="286"/>
                    </a:lnTo>
                    <a:lnTo>
                      <a:pt x="895" y="276"/>
                    </a:lnTo>
                    <a:lnTo>
                      <a:pt x="925" y="260"/>
                    </a:lnTo>
                    <a:lnTo>
                      <a:pt x="930"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2" name="Freeform 35"/>
              <p:cNvSpPr>
                <a:spLocks noEditPoints="1"/>
              </p:cNvSpPr>
              <p:nvPr/>
            </p:nvSpPr>
            <p:spPr bwMode="auto">
              <a:xfrm>
                <a:off x="4365486" y="2437747"/>
                <a:ext cx="286135" cy="288760"/>
              </a:xfrm>
              <a:custGeom>
                <a:avLst/>
                <a:gdLst>
                  <a:gd name="T0" fmla="*/ 81 w 162"/>
                  <a:gd name="T1" fmla="*/ 0 h 163"/>
                  <a:gd name="T2" fmla="*/ 162 w 162"/>
                  <a:gd name="T3" fmla="*/ 81 h 163"/>
                  <a:gd name="T4" fmla="*/ 81 w 162"/>
                  <a:gd name="T5" fmla="*/ 163 h 163"/>
                  <a:gd name="T6" fmla="*/ 0 w 162"/>
                  <a:gd name="T7" fmla="*/ 81 h 163"/>
                  <a:gd name="T8" fmla="*/ 81 w 162"/>
                  <a:gd name="T9" fmla="*/ 0 h 163"/>
                  <a:gd name="T10" fmla="*/ 81 w 162"/>
                  <a:gd name="T11" fmla="*/ 15 h 163"/>
                  <a:gd name="T12" fmla="*/ 15 w 162"/>
                  <a:gd name="T13" fmla="*/ 81 h 163"/>
                  <a:gd name="T14" fmla="*/ 81 w 162"/>
                  <a:gd name="T15" fmla="*/ 148 h 163"/>
                  <a:gd name="T16" fmla="*/ 148 w 162"/>
                  <a:gd name="T17" fmla="*/ 81 h 163"/>
                  <a:gd name="T18" fmla="*/ 81 w 162"/>
                  <a:gd name="T19" fmla="*/ 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3">
                    <a:moveTo>
                      <a:pt x="81" y="0"/>
                    </a:moveTo>
                    <a:cubicBezTo>
                      <a:pt x="126" y="0"/>
                      <a:pt x="162" y="36"/>
                      <a:pt x="162" y="81"/>
                    </a:cubicBezTo>
                    <a:cubicBezTo>
                      <a:pt x="162" y="126"/>
                      <a:pt x="126" y="163"/>
                      <a:pt x="81" y="163"/>
                    </a:cubicBezTo>
                    <a:cubicBezTo>
                      <a:pt x="36" y="163"/>
                      <a:pt x="0" y="126"/>
                      <a:pt x="0" y="81"/>
                    </a:cubicBezTo>
                    <a:cubicBezTo>
                      <a:pt x="0" y="36"/>
                      <a:pt x="36" y="0"/>
                      <a:pt x="81" y="0"/>
                    </a:cubicBezTo>
                    <a:close/>
                    <a:moveTo>
                      <a:pt x="81" y="15"/>
                    </a:moveTo>
                    <a:cubicBezTo>
                      <a:pt x="45" y="15"/>
                      <a:pt x="15" y="45"/>
                      <a:pt x="15" y="81"/>
                    </a:cubicBezTo>
                    <a:cubicBezTo>
                      <a:pt x="15" y="118"/>
                      <a:pt x="45" y="148"/>
                      <a:pt x="81" y="148"/>
                    </a:cubicBezTo>
                    <a:cubicBezTo>
                      <a:pt x="118" y="148"/>
                      <a:pt x="148" y="118"/>
                      <a:pt x="148" y="81"/>
                    </a:cubicBezTo>
                    <a:cubicBezTo>
                      <a:pt x="148" y="45"/>
                      <a:pt x="118" y="15"/>
                      <a:pt x="8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3" name="Freeform 36"/>
              <p:cNvSpPr>
                <a:spLocks/>
              </p:cNvSpPr>
              <p:nvPr/>
            </p:nvSpPr>
            <p:spPr bwMode="auto">
              <a:xfrm>
                <a:off x="4173782" y="2876550"/>
                <a:ext cx="703018" cy="280884"/>
              </a:xfrm>
              <a:custGeom>
                <a:avLst/>
                <a:gdLst>
                  <a:gd name="T0" fmla="*/ 66 w 298"/>
                  <a:gd name="T1" fmla="*/ 0 h 159"/>
                  <a:gd name="T2" fmla="*/ 232 w 298"/>
                  <a:gd name="T3" fmla="*/ 0 h 159"/>
                  <a:gd name="T4" fmla="*/ 298 w 298"/>
                  <a:gd name="T5" fmla="*/ 66 h 159"/>
                  <a:gd name="T6" fmla="*/ 298 w 298"/>
                  <a:gd name="T7" fmla="*/ 141 h 159"/>
                  <a:gd name="T8" fmla="*/ 280 w 298"/>
                  <a:gd name="T9" fmla="*/ 159 h 159"/>
                  <a:gd name="T10" fmla="*/ 18 w 298"/>
                  <a:gd name="T11" fmla="*/ 159 h 159"/>
                  <a:gd name="T12" fmla="*/ 0 w 298"/>
                  <a:gd name="T13" fmla="*/ 141 h 159"/>
                  <a:gd name="T14" fmla="*/ 0 w 298"/>
                  <a:gd name="T15" fmla="*/ 66 h 159"/>
                  <a:gd name="T16" fmla="*/ 66 w 29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159">
                    <a:moveTo>
                      <a:pt x="66" y="0"/>
                    </a:moveTo>
                    <a:cubicBezTo>
                      <a:pt x="232" y="0"/>
                      <a:pt x="232" y="0"/>
                      <a:pt x="232" y="0"/>
                    </a:cubicBezTo>
                    <a:cubicBezTo>
                      <a:pt x="268" y="0"/>
                      <a:pt x="298" y="30"/>
                      <a:pt x="298" y="66"/>
                    </a:cubicBezTo>
                    <a:cubicBezTo>
                      <a:pt x="298" y="141"/>
                      <a:pt x="298" y="141"/>
                      <a:pt x="298" y="141"/>
                    </a:cubicBezTo>
                    <a:cubicBezTo>
                      <a:pt x="298" y="151"/>
                      <a:pt x="290" y="159"/>
                      <a:pt x="280" y="159"/>
                    </a:cubicBezTo>
                    <a:cubicBezTo>
                      <a:pt x="18" y="159"/>
                      <a:pt x="18" y="159"/>
                      <a:pt x="18" y="159"/>
                    </a:cubicBezTo>
                    <a:cubicBezTo>
                      <a:pt x="9" y="159"/>
                      <a:pt x="0" y="151"/>
                      <a:pt x="0" y="141"/>
                    </a:cubicBezTo>
                    <a:cubicBezTo>
                      <a:pt x="0" y="66"/>
                      <a:pt x="0" y="66"/>
                      <a:pt x="0" y="66"/>
                    </a:cubicBezTo>
                    <a:cubicBezTo>
                      <a:pt x="0" y="30"/>
                      <a:pt x="30"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4" name="Freeform 38"/>
              <p:cNvSpPr>
                <a:spLocks noEditPoints="1"/>
              </p:cNvSpPr>
              <p:nvPr/>
            </p:nvSpPr>
            <p:spPr bwMode="auto">
              <a:xfrm>
                <a:off x="4356298" y="2990329"/>
                <a:ext cx="315010" cy="95815"/>
              </a:xfrm>
              <a:custGeom>
                <a:avLst/>
                <a:gdLst>
                  <a:gd name="T0" fmla="*/ 14 w 178"/>
                  <a:gd name="T1" fmla="*/ 1 h 54"/>
                  <a:gd name="T2" fmla="*/ 36 w 178"/>
                  <a:gd name="T3" fmla="*/ 3 h 54"/>
                  <a:gd name="T4" fmla="*/ 9 w 178"/>
                  <a:gd name="T5" fmla="*/ 5 h 54"/>
                  <a:gd name="T6" fmla="*/ 7 w 178"/>
                  <a:gd name="T7" fmla="*/ 25 h 54"/>
                  <a:gd name="T8" fmla="*/ 26 w 178"/>
                  <a:gd name="T9" fmla="*/ 23 h 54"/>
                  <a:gd name="T10" fmla="*/ 27 w 178"/>
                  <a:gd name="T11" fmla="*/ 30 h 54"/>
                  <a:gd name="T12" fmla="*/ 9 w 178"/>
                  <a:gd name="T13" fmla="*/ 30 h 54"/>
                  <a:gd name="T14" fmla="*/ 0 w 178"/>
                  <a:gd name="T15" fmla="*/ 46 h 54"/>
                  <a:gd name="T16" fmla="*/ 9 w 178"/>
                  <a:gd name="T17" fmla="*/ 30 h 54"/>
                  <a:gd name="T18" fmla="*/ 31 w 178"/>
                  <a:gd name="T19" fmla="*/ 46 h 54"/>
                  <a:gd name="T20" fmla="*/ 33 w 178"/>
                  <a:gd name="T21" fmla="*/ 29 h 54"/>
                  <a:gd name="T22" fmla="*/ 8 w 178"/>
                  <a:gd name="T23" fmla="*/ 47 h 54"/>
                  <a:gd name="T24" fmla="*/ 23 w 178"/>
                  <a:gd name="T25" fmla="*/ 53 h 54"/>
                  <a:gd name="T26" fmla="*/ 4 w 178"/>
                  <a:gd name="T27" fmla="*/ 52 h 54"/>
                  <a:gd name="T28" fmla="*/ 52 w 178"/>
                  <a:gd name="T29" fmla="*/ 6 h 54"/>
                  <a:gd name="T30" fmla="*/ 69 w 178"/>
                  <a:gd name="T31" fmla="*/ 6 h 54"/>
                  <a:gd name="T32" fmla="*/ 42 w 178"/>
                  <a:gd name="T33" fmla="*/ 21 h 54"/>
                  <a:gd name="T34" fmla="*/ 51 w 178"/>
                  <a:gd name="T35" fmla="*/ 7 h 54"/>
                  <a:gd name="T36" fmla="*/ 67 w 178"/>
                  <a:gd name="T37" fmla="*/ 25 h 54"/>
                  <a:gd name="T38" fmla="*/ 48 w 178"/>
                  <a:gd name="T39" fmla="*/ 29 h 54"/>
                  <a:gd name="T40" fmla="*/ 62 w 178"/>
                  <a:gd name="T41" fmla="*/ 46 h 54"/>
                  <a:gd name="T42" fmla="*/ 71 w 178"/>
                  <a:gd name="T43" fmla="*/ 33 h 54"/>
                  <a:gd name="T44" fmla="*/ 65 w 178"/>
                  <a:gd name="T45" fmla="*/ 30 h 54"/>
                  <a:gd name="T46" fmla="*/ 64 w 178"/>
                  <a:gd name="T47" fmla="*/ 50 h 54"/>
                  <a:gd name="T48" fmla="*/ 40 w 178"/>
                  <a:gd name="T49" fmla="*/ 50 h 54"/>
                  <a:gd name="T50" fmla="*/ 77 w 178"/>
                  <a:gd name="T51" fmla="*/ 3 h 54"/>
                  <a:gd name="T52" fmla="*/ 95 w 178"/>
                  <a:gd name="T53" fmla="*/ 23 h 54"/>
                  <a:gd name="T54" fmla="*/ 98 w 178"/>
                  <a:gd name="T55" fmla="*/ 7 h 54"/>
                  <a:gd name="T56" fmla="*/ 98 w 178"/>
                  <a:gd name="T57" fmla="*/ 27 h 54"/>
                  <a:gd name="T58" fmla="*/ 90 w 178"/>
                  <a:gd name="T59" fmla="*/ 50 h 54"/>
                  <a:gd name="T60" fmla="*/ 119 w 178"/>
                  <a:gd name="T61" fmla="*/ 1 h 54"/>
                  <a:gd name="T62" fmla="*/ 141 w 178"/>
                  <a:gd name="T63" fmla="*/ 3 h 54"/>
                  <a:gd name="T64" fmla="*/ 114 w 178"/>
                  <a:gd name="T65" fmla="*/ 6 h 54"/>
                  <a:gd name="T66" fmla="*/ 111 w 178"/>
                  <a:gd name="T67" fmla="*/ 24 h 54"/>
                  <a:gd name="T68" fmla="*/ 135 w 178"/>
                  <a:gd name="T69" fmla="*/ 23 h 54"/>
                  <a:gd name="T70" fmla="*/ 144 w 178"/>
                  <a:gd name="T71" fmla="*/ 8 h 54"/>
                  <a:gd name="T72" fmla="*/ 137 w 178"/>
                  <a:gd name="T73" fmla="*/ 7 h 54"/>
                  <a:gd name="T74" fmla="*/ 136 w 178"/>
                  <a:gd name="T75" fmla="*/ 26 h 54"/>
                  <a:gd name="T76" fmla="*/ 118 w 178"/>
                  <a:gd name="T77" fmla="*/ 23 h 54"/>
                  <a:gd name="T78" fmla="*/ 108 w 178"/>
                  <a:gd name="T79" fmla="*/ 33 h 54"/>
                  <a:gd name="T80" fmla="*/ 108 w 178"/>
                  <a:gd name="T81" fmla="*/ 50 h 54"/>
                  <a:gd name="T82" fmla="*/ 133 w 178"/>
                  <a:gd name="T83" fmla="*/ 50 h 54"/>
                  <a:gd name="T84" fmla="*/ 139 w 178"/>
                  <a:gd name="T85" fmla="*/ 33 h 54"/>
                  <a:gd name="T86" fmla="*/ 133 w 178"/>
                  <a:gd name="T87" fmla="*/ 31 h 54"/>
                  <a:gd name="T88" fmla="*/ 132 w 178"/>
                  <a:gd name="T89" fmla="*/ 51 h 54"/>
                  <a:gd name="T90" fmla="*/ 113 w 178"/>
                  <a:gd name="T91" fmla="*/ 53 h 54"/>
                  <a:gd name="T92" fmla="*/ 171 w 178"/>
                  <a:gd name="T93" fmla="*/ 6 h 54"/>
                  <a:gd name="T94" fmla="*/ 171 w 178"/>
                  <a:gd name="T95" fmla="*/ 0 h 54"/>
                  <a:gd name="T96" fmla="*/ 171 w 178"/>
                  <a:gd name="T97" fmla="*/ 6 h 54"/>
                  <a:gd name="T98" fmla="*/ 176 w 178"/>
                  <a:gd name="T99" fmla="*/ 20 h 54"/>
                  <a:gd name="T100" fmla="*/ 176 w 178"/>
                  <a:gd name="T101" fmla="*/ 3 h 54"/>
                  <a:gd name="T102" fmla="*/ 168 w 178"/>
                  <a:gd name="T103" fmla="*/ 23 h 54"/>
                  <a:gd name="T104" fmla="*/ 147 w 178"/>
                  <a:gd name="T105" fmla="*/ 26 h 54"/>
                  <a:gd name="T106" fmla="*/ 170 w 178"/>
                  <a:gd name="T107" fmla="*/ 48 h 54"/>
                  <a:gd name="T108" fmla="*/ 174 w 178"/>
                  <a:gd name="T109" fmla="*/ 31 h 54"/>
                  <a:gd name="T110" fmla="*/ 165 w 178"/>
                  <a:gd name="T111" fmla="*/ 46 h 54"/>
                  <a:gd name="T112" fmla="*/ 165 w 178"/>
                  <a:gd name="T113" fmla="*/ 52 h 54"/>
                  <a:gd name="T114" fmla="*/ 147 w 178"/>
                  <a:gd name="T11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54">
                    <a:moveTo>
                      <a:pt x="32" y="6"/>
                    </a:moveTo>
                    <a:cubicBezTo>
                      <a:pt x="15" y="6"/>
                      <a:pt x="15" y="6"/>
                      <a:pt x="15" y="6"/>
                    </a:cubicBezTo>
                    <a:cubicBezTo>
                      <a:pt x="12" y="3"/>
                      <a:pt x="12" y="3"/>
                      <a:pt x="12" y="3"/>
                    </a:cubicBezTo>
                    <a:cubicBezTo>
                      <a:pt x="14" y="1"/>
                      <a:pt x="14" y="1"/>
                      <a:pt x="14" y="1"/>
                    </a:cubicBezTo>
                    <a:cubicBezTo>
                      <a:pt x="14" y="0"/>
                      <a:pt x="15" y="0"/>
                      <a:pt x="15" y="0"/>
                    </a:cubicBezTo>
                    <a:cubicBezTo>
                      <a:pt x="16" y="0"/>
                      <a:pt x="17" y="0"/>
                      <a:pt x="18" y="0"/>
                    </a:cubicBezTo>
                    <a:cubicBezTo>
                      <a:pt x="33" y="0"/>
                      <a:pt x="33" y="0"/>
                      <a:pt x="33" y="0"/>
                    </a:cubicBezTo>
                    <a:cubicBezTo>
                      <a:pt x="36" y="3"/>
                      <a:pt x="36" y="3"/>
                      <a:pt x="36" y="3"/>
                    </a:cubicBezTo>
                    <a:cubicBezTo>
                      <a:pt x="32" y="6"/>
                      <a:pt x="32" y="6"/>
                      <a:pt x="32" y="6"/>
                    </a:cubicBezTo>
                    <a:close/>
                    <a:moveTo>
                      <a:pt x="14" y="7"/>
                    </a:moveTo>
                    <a:cubicBezTo>
                      <a:pt x="11" y="3"/>
                      <a:pt x="11" y="3"/>
                      <a:pt x="11" y="3"/>
                    </a:cubicBezTo>
                    <a:cubicBezTo>
                      <a:pt x="9" y="5"/>
                      <a:pt x="9" y="5"/>
                      <a:pt x="9" y="5"/>
                    </a:cubicBezTo>
                    <a:cubicBezTo>
                      <a:pt x="8" y="6"/>
                      <a:pt x="8" y="6"/>
                      <a:pt x="7" y="7"/>
                    </a:cubicBezTo>
                    <a:cubicBezTo>
                      <a:pt x="7" y="7"/>
                      <a:pt x="7" y="8"/>
                      <a:pt x="7" y="8"/>
                    </a:cubicBezTo>
                    <a:cubicBezTo>
                      <a:pt x="4" y="22"/>
                      <a:pt x="4" y="22"/>
                      <a:pt x="4" y="22"/>
                    </a:cubicBezTo>
                    <a:cubicBezTo>
                      <a:pt x="7" y="25"/>
                      <a:pt x="7" y="25"/>
                      <a:pt x="7" y="25"/>
                    </a:cubicBezTo>
                    <a:cubicBezTo>
                      <a:pt x="11" y="22"/>
                      <a:pt x="11" y="22"/>
                      <a:pt x="11" y="22"/>
                    </a:cubicBezTo>
                    <a:cubicBezTo>
                      <a:pt x="14" y="7"/>
                      <a:pt x="14" y="7"/>
                      <a:pt x="14" y="7"/>
                    </a:cubicBezTo>
                    <a:close/>
                    <a:moveTo>
                      <a:pt x="12" y="23"/>
                    </a:moveTo>
                    <a:cubicBezTo>
                      <a:pt x="26" y="23"/>
                      <a:pt x="26" y="23"/>
                      <a:pt x="26" y="23"/>
                    </a:cubicBezTo>
                    <a:cubicBezTo>
                      <a:pt x="27" y="23"/>
                      <a:pt x="28" y="23"/>
                      <a:pt x="28" y="23"/>
                    </a:cubicBezTo>
                    <a:cubicBezTo>
                      <a:pt x="28" y="24"/>
                      <a:pt x="29" y="24"/>
                      <a:pt x="29" y="25"/>
                    </a:cubicBezTo>
                    <a:cubicBezTo>
                      <a:pt x="31" y="26"/>
                      <a:pt x="31" y="26"/>
                      <a:pt x="31" y="26"/>
                    </a:cubicBezTo>
                    <a:cubicBezTo>
                      <a:pt x="27" y="30"/>
                      <a:pt x="27" y="30"/>
                      <a:pt x="27" y="30"/>
                    </a:cubicBezTo>
                    <a:cubicBezTo>
                      <a:pt x="11" y="30"/>
                      <a:pt x="11" y="30"/>
                      <a:pt x="11" y="30"/>
                    </a:cubicBezTo>
                    <a:cubicBezTo>
                      <a:pt x="8" y="26"/>
                      <a:pt x="8" y="26"/>
                      <a:pt x="8" y="26"/>
                    </a:cubicBezTo>
                    <a:cubicBezTo>
                      <a:pt x="12" y="23"/>
                      <a:pt x="12" y="23"/>
                      <a:pt x="12" y="23"/>
                    </a:cubicBezTo>
                    <a:close/>
                    <a:moveTo>
                      <a:pt x="9" y="30"/>
                    </a:moveTo>
                    <a:cubicBezTo>
                      <a:pt x="7" y="27"/>
                      <a:pt x="7" y="27"/>
                      <a:pt x="7" y="27"/>
                    </a:cubicBezTo>
                    <a:cubicBezTo>
                      <a:pt x="3" y="31"/>
                      <a:pt x="3" y="31"/>
                      <a:pt x="3" y="31"/>
                    </a:cubicBezTo>
                    <a:cubicBezTo>
                      <a:pt x="0" y="45"/>
                      <a:pt x="0" y="45"/>
                      <a:pt x="0" y="45"/>
                    </a:cubicBezTo>
                    <a:cubicBezTo>
                      <a:pt x="0" y="45"/>
                      <a:pt x="0" y="46"/>
                      <a:pt x="0" y="46"/>
                    </a:cubicBezTo>
                    <a:cubicBezTo>
                      <a:pt x="0" y="46"/>
                      <a:pt x="1" y="47"/>
                      <a:pt x="1" y="48"/>
                    </a:cubicBezTo>
                    <a:cubicBezTo>
                      <a:pt x="2" y="49"/>
                      <a:pt x="2" y="49"/>
                      <a:pt x="2" y="49"/>
                    </a:cubicBezTo>
                    <a:cubicBezTo>
                      <a:pt x="7" y="46"/>
                      <a:pt x="7" y="46"/>
                      <a:pt x="7" y="46"/>
                    </a:cubicBezTo>
                    <a:cubicBezTo>
                      <a:pt x="9" y="30"/>
                      <a:pt x="9" y="30"/>
                      <a:pt x="9" y="30"/>
                    </a:cubicBezTo>
                    <a:close/>
                    <a:moveTo>
                      <a:pt x="25" y="46"/>
                    </a:moveTo>
                    <a:cubicBezTo>
                      <a:pt x="28" y="50"/>
                      <a:pt x="28" y="50"/>
                      <a:pt x="28" y="50"/>
                    </a:cubicBezTo>
                    <a:cubicBezTo>
                      <a:pt x="30" y="48"/>
                      <a:pt x="30" y="48"/>
                      <a:pt x="30" y="48"/>
                    </a:cubicBezTo>
                    <a:cubicBezTo>
                      <a:pt x="30" y="47"/>
                      <a:pt x="31" y="47"/>
                      <a:pt x="31" y="46"/>
                    </a:cubicBezTo>
                    <a:cubicBezTo>
                      <a:pt x="31" y="46"/>
                      <a:pt x="31" y="45"/>
                      <a:pt x="32" y="44"/>
                    </a:cubicBezTo>
                    <a:cubicBezTo>
                      <a:pt x="33" y="34"/>
                      <a:pt x="33" y="34"/>
                      <a:pt x="33" y="34"/>
                    </a:cubicBezTo>
                    <a:cubicBezTo>
                      <a:pt x="34" y="32"/>
                      <a:pt x="34" y="32"/>
                      <a:pt x="34" y="31"/>
                    </a:cubicBezTo>
                    <a:cubicBezTo>
                      <a:pt x="34" y="31"/>
                      <a:pt x="33" y="30"/>
                      <a:pt x="33" y="29"/>
                    </a:cubicBezTo>
                    <a:cubicBezTo>
                      <a:pt x="31" y="27"/>
                      <a:pt x="31" y="27"/>
                      <a:pt x="31" y="27"/>
                    </a:cubicBezTo>
                    <a:cubicBezTo>
                      <a:pt x="28" y="30"/>
                      <a:pt x="28" y="30"/>
                      <a:pt x="28" y="30"/>
                    </a:cubicBezTo>
                    <a:cubicBezTo>
                      <a:pt x="25" y="46"/>
                      <a:pt x="25" y="46"/>
                      <a:pt x="25" y="46"/>
                    </a:cubicBezTo>
                    <a:close/>
                    <a:moveTo>
                      <a:pt x="8" y="47"/>
                    </a:moveTo>
                    <a:cubicBezTo>
                      <a:pt x="24" y="47"/>
                      <a:pt x="24" y="47"/>
                      <a:pt x="24" y="47"/>
                    </a:cubicBezTo>
                    <a:cubicBezTo>
                      <a:pt x="27" y="51"/>
                      <a:pt x="27" y="51"/>
                      <a:pt x="27" y="51"/>
                    </a:cubicBezTo>
                    <a:cubicBezTo>
                      <a:pt x="25" y="52"/>
                      <a:pt x="25" y="52"/>
                      <a:pt x="25" y="52"/>
                    </a:cubicBezTo>
                    <a:cubicBezTo>
                      <a:pt x="24" y="52"/>
                      <a:pt x="24" y="53"/>
                      <a:pt x="23" y="53"/>
                    </a:cubicBezTo>
                    <a:cubicBezTo>
                      <a:pt x="23" y="53"/>
                      <a:pt x="22" y="53"/>
                      <a:pt x="21" y="53"/>
                    </a:cubicBezTo>
                    <a:cubicBezTo>
                      <a:pt x="8" y="53"/>
                      <a:pt x="8" y="53"/>
                      <a:pt x="8" y="53"/>
                    </a:cubicBezTo>
                    <a:cubicBezTo>
                      <a:pt x="7" y="53"/>
                      <a:pt x="6" y="53"/>
                      <a:pt x="6" y="53"/>
                    </a:cubicBezTo>
                    <a:cubicBezTo>
                      <a:pt x="5" y="53"/>
                      <a:pt x="5" y="52"/>
                      <a:pt x="4" y="52"/>
                    </a:cubicBezTo>
                    <a:cubicBezTo>
                      <a:pt x="3" y="51"/>
                      <a:pt x="3" y="51"/>
                      <a:pt x="3" y="51"/>
                    </a:cubicBezTo>
                    <a:cubicBezTo>
                      <a:pt x="8" y="47"/>
                      <a:pt x="8" y="47"/>
                      <a:pt x="8" y="47"/>
                    </a:cubicBezTo>
                    <a:close/>
                    <a:moveTo>
                      <a:pt x="69" y="6"/>
                    </a:moveTo>
                    <a:cubicBezTo>
                      <a:pt x="52" y="6"/>
                      <a:pt x="52" y="6"/>
                      <a:pt x="52" y="6"/>
                    </a:cubicBezTo>
                    <a:cubicBezTo>
                      <a:pt x="47" y="0"/>
                      <a:pt x="47" y="0"/>
                      <a:pt x="47" y="0"/>
                    </a:cubicBezTo>
                    <a:cubicBezTo>
                      <a:pt x="71" y="0"/>
                      <a:pt x="71" y="0"/>
                      <a:pt x="71" y="0"/>
                    </a:cubicBezTo>
                    <a:cubicBezTo>
                      <a:pt x="73" y="3"/>
                      <a:pt x="73" y="3"/>
                      <a:pt x="73" y="3"/>
                    </a:cubicBezTo>
                    <a:cubicBezTo>
                      <a:pt x="69" y="6"/>
                      <a:pt x="69" y="6"/>
                      <a:pt x="69" y="6"/>
                    </a:cubicBezTo>
                    <a:close/>
                    <a:moveTo>
                      <a:pt x="51" y="7"/>
                    </a:moveTo>
                    <a:cubicBezTo>
                      <a:pt x="46" y="1"/>
                      <a:pt x="46" y="1"/>
                      <a:pt x="46" y="1"/>
                    </a:cubicBezTo>
                    <a:cubicBezTo>
                      <a:pt x="42" y="20"/>
                      <a:pt x="42" y="20"/>
                      <a:pt x="42" y="20"/>
                    </a:cubicBezTo>
                    <a:cubicBezTo>
                      <a:pt x="42" y="21"/>
                      <a:pt x="42" y="21"/>
                      <a:pt x="42" y="21"/>
                    </a:cubicBezTo>
                    <a:cubicBezTo>
                      <a:pt x="42" y="22"/>
                      <a:pt x="42" y="23"/>
                      <a:pt x="43" y="24"/>
                    </a:cubicBezTo>
                    <a:cubicBezTo>
                      <a:pt x="45" y="25"/>
                      <a:pt x="45" y="25"/>
                      <a:pt x="45" y="25"/>
                    </a:cubicBezTo>
                    <a:cubicBezTo>
                      <a:pt x="48" y="22"/>
                      <a:pt x="48" y="22"/>
                      <a:pt x="48" y="22"/>
                    </a:cubicBezTo>
                    <a:cubicBezTo>
                      <a:pt x="51" y="7"/>
                      <a:pt x="51" y="7"/>
                      <a:pt x="51" y="7"/>
                    </a:cubicBezTo>
                    <a:close/>
                    <a:moveTo>
                      <a:pt x="49" y="23"/>
                    </a:moveTo>
                    <a:cubicBezTo>
                      <a:pt x="63" y="23"/>
                      <a:pt x="63" y="23"/>
                      <a:pt x="63" y="23"/>
                    </a:cubicBezTo>
                    <a:cubicBezTo>
                      <a:pt x="64" y="23"/>
                      <a:pt x="65" y="23"/>
                      <a:pt x="65" y="23"/>
                    </a:cubicBezTo>
                    <a:cubicBezTo>
                      <a:pt x="66" y="24"/>
                      <a:pt x="66" y="24"/>
                      <a:pt x="67" y="25"/>
                    </a:cubicBezTo>
                    <a:cubicBezTo>
                      <a:pt x="68" y="26"/>
                      <a:pt x="68" y="26"/>
                      <a:pt x="68" y="26"/>
                    </a:cubicBezTo>
                    <a:cubicBezTo>
                      <a:pt x="64" y="30"/>
                      <a:pt x="64" y="30"/>
                      <a:pt x="64" y="30"/>
                    </a:cubicBezTo>
                    <a:cubicBezTo>
                      <a:pt x="51" y="30"/>
                      <a:pt x="51" y="30"/>
                      <a:pt x="51" y="30"/>
                    </a:cubicBezTo>
                    <a:cubicBezTo>
                      <a:pt x="50" y="30"/>
                      <a:pt x="49" y="30"/>
                      <a:pt x="48" y="29"/>
                    </a:cubicBezTo>
                    <a:cubicBezTo>
                      <a:pt x="48" y="29"/>
                      <a:pt x="47" y="29"/>
                      <a:pt x="47" y="28"/>
                    </a:cubicBezTo>
                    <a:cubicBezTo>
                      <a:pt x="45" y="26"/>
                      <a:pt x="45" y="26"/>
                      <a:pt x="45" y="26"/>
                    </a:cubicBezTo>
                    <a:cubicBezTo>
                      <a:pt x="49" y="23"/>
                      <a:pt x="49" y="23"/>
                      <a:pt x="49" y="23"/>
                    </a:cubicBezTo>
                    <a:close/>
                    <a:moveTo>
                      <a:pt x="62" y="46"/>
                    </a:moveTo>
                    <a:cubicBezTo>
                      <a:pt x="65" y="50"/>
                      <a:pt x="65" y="50"/>
                      <a:pt x="65" y="50"/>
                    </a:cubicBezTo>
                    <a:cubicBezTo>
                      <a:pt x="67" y="48"/>
                      <a:pt x="67" y="48"/>
                      <a:pt x="67" y="48"/>
                    </a:cubicBezTo>
                    <a:cubicBezTo>
                      <a:pt x="68" y="47"/>
                      <a:pt x="69" y="46"/>
                      <a:pt x="69" y="44"/>
                    </a:cubicBezTo>
                    <a:cubicBezTo>
                      <a:pt x="71" y="33"/>
                      <a:pt x="71" y="33"/>
                      <a:pt x="71" y="33"/>
                    </a:cubicBezTo>
                    <a:cubicBezTo>
                      <a:pt x="71" y="32"/>
                      <a:pt x="71" y="32"/>
                      <a:pt x="71" y="31"/>
                    </a:cubicBezTo>
                    <a:cubicBezTo>
                      <a:pt x="71" y="30"/>
                      <a:pt x="71" y="30"/>
                      <a:pt x="70" y="29"/>
                    </a:cubicBezTo>
                    <a:cubicBezTo>
                      <a:pt x="69" y="27"/>
                      <a:pt x="69" y="27"/>
                      <a:pt x="69" y="27"/>
                    </a:cubicBezTo>
                    <a:cubicBezTo>
                      <a:pt x="65" y="30"/>
                      <a:pt x="65" y="30"/>
                      <a:pt x="65" y="30"/>
                    </a:cubicBezTo>
                    <a:cubicBezTo>
                      <a:pt x="62" y="46"/>
                      <a:pt x="62" y="46"/>
                      <a:pt x="62" y="46"/>
                    </a:cubicBezTo>
                    <a:close/>
                    <a:moveTo>
                      <a:pt x="44" y="47"/>
                    </a:moveTo>
                    <a:cubicBezTo>
                      <a:pt x="61" y="47"/>
                      <a:pt x="61" y="47"/>
                      <a:pt x="61" y="47"/>
                    </a:cubicBezTo>
                    <a:cubicBezTo>
                      <a:pt x="64" y="50"/>
                      <a:pt x="64" y="50"/>
                      <a:pt x="64" y="50"/>
                    </a:cubicBezTo>
                    <a:cubicBezTo>
                      <a:pt x="62" y="52"/>
                      <a:pt x="62" y="52"/>
                      <a:pt x="62" y="52"/>
                    </a:cubicBezTo>
                    <a:cubicBezTo>
                      <a:pt x="61" y="53"/>
                      <a:pt x="60" y="53"/>
                      <a:pt x="58" y="53"/>
                    </a:cubicBezTo>
                    <a:cubicBezTo>
                      <a:pt x="43" y="53"/>
                      <a:pt x="43" y="53"/>
                      <a:pt x="43" y="53"/>
                    </a:cubicBezTo>
                    <a:cubicBezTo>
                      <a:pt x="40" y="50"/>
                      <a:pt x="40" y="50"/>
                      <a:pt x="40" y="50"/>
                    </a:cubicBezTo>
                    <a:cubicBezTo>
                      <a:pt x="44" y="47"/>
                      <a:pt x="44" y="47"/>
                      <a:pt x="44" y="47"/>
                    </a:cubicBezTo>
                    <a:close/>
                    <a:moveTo>
                      <a:pt x="97" y="6"/>
                    </a:moveTo>
                    <a:cubicBezTo>
                      <a:pt x="80" y="6"/>
                      <a:pt x="80" y="6"/>
                      <a:pt x="80" y="6"/>
                    </a:cubicBezTo>
                    <a:cubicBezTo>
                      <a:pt x="77" y="3"/>
                      <a:pt x="77" y="3"/>
                      <a:pt x="77" y="3"/>
                    </a:cubicBezTo>
                    <a:cubicBezTo>
                      <a:pt x="81" y="0"/>
                      <a:pt x="81" y="0"/>
                      <a:pt x="81" y="0"/>
                    </a:cubicBezTo>
                    <a:cubicBezTo>
                      <a:pt x="104" y="0"/>
                      <a:pt x="104" y="0"/>
                      <a:pt x="104" y="0"/>
                    </a:cubicBezTo>
                    <a:cubicBezTo>
                      <a:pt x="97" y="6"/>
                      <a:pt x="97" y="6"/>
                      <a:pt x="97" y="6"/>
                    </a:cubicBezTo>
                    <a:close/>
                    <a:moveTo>
                      <a:pt x="95" y="23"/>
                    </a:moveTo>
                    <a:cubicBezTo>
                      <a:pt x="98" y="27"/>
                      <a:pt x="98" y="27"/>
                      <a:pt x="98" y="27"/>
                    </a:cubicBezTo>
                    <a:cubicBezTo>
                      <a:pt x="101" y="23"/>
                      <a:pt x="101" y="23"/>
                      <a:pt x="101" y="23"/>
                    </a:cubicBezTo>
                    <a:cubicBezTo>
                      <a:pt x="105" y="1"/>
                      <a:pt x="105" y="1"/>
                      <a:pt x="105" y="1"/>
                    </a:cubicBezTo>
                    <a:cubicBezTo>
                      <a:pt x="98" y="7"/>
                      <a:pt x="98" y="7"/>
                      <a:pt x="98" y="7"/>
                    </a:cubicBezTo>
                    <a:cubicBezTo>
                      <a:pt x="95" y="23"/>
                      <a:pt x="95" y="23"/>
                      <a:pt x="95" y="23"/>
                    </a:cubicBezTo>
                    <a:close/>
                    <a:moveTo>
                      <a:pt x="90" y="50"/>
                    </a:moveTo>
                    <a:cubicBezTo>
                      <a:pt x="94" y="30"/>
                      <a:pt x="94" y="30"/>
                      <a:pt x="94" y="30"/>
                    </a:cubicBezTo>
                    <a:cubicBezTo>
                      <a:pt x="98" y="27"/>
                      <a:pt x="98" y="27"/>
                      <a:pt x="98" y="27"/>
                    </a:cubicBezTo>
                    <a:cubicBezTo>
                      <a:pt x="100" y="30"/>
                      <a:pt x="100" y="30"/>
                      <a:pt x="100" y="30"/>
                    </a:cubicBezTo>
                    <a:cubicBezTo>
                      <a:pt x="97" y="50"/>
                      <a:pt x="97" y="50"/>
                      <a:pt x="97" y="50"/>
                    </a:cubicBezTo>
                    <a:cubicBezTo>
                      <a:pt x="93" y="54"/>
                      <a:pt x="93" y="54"/>
                      <a:pt x="93" y="54"/>
                    </a:cubicBezTo>
                    <a:cubicBezTo>
                      <a:pt x="90" y="50"/>
                      <a:pt x="90" y="50"/>
                      <a:pt x="90" y="50"/>
                    </a:cubicBezTo>
                    <a:close/>
                    <a:moveTo>
                      <a:pt x="137" y="6"/>
                    </a:moveTo>
                    <a:cubicBezTo>
                      <a:pt x="120" y="6"/>
                      <a:pt x="120" y="6"/>
                      <a:pt x="120" y="6"/>
                    </a:cubicBezTo>
                    <a:cubicBezTo>
                      <a:pt x="118" y="3"/>
                      <a:pt x="118" y="3"/>
                      <a:pt x="118" y="3"/>
                    </a:cubicBezTo>
                    <a:cubicBezTo>
                      <a:pt x="119" y="1"/>
                      <a:pt x="119" y="1"/>
                      <a:pt x="119" y="1"/>
                    </a:cubicBezTo>
                    <a:cubicBezTo>
                      <a:pt x="120" y="0"/>
                      <a:pt x="121" y="0"/>
                      <a:pt x="122" y="0"/>
                    </a:cubicBezTo>
                    <a:cubicBezTo>
                      <a:pt x="137" y="0"/>
                      <a:pt x="137" y="0"/>
                      <a:pt x="137" y="0"/>
                    </a:cubicBezTo>
                    <a:cubicBezTo>
                      <a:pt x="138" y="0"/>
                      <a:pt x="139" y="0"/>
                      <a:pt x="140" y="1"/>
                    </a:cubicBezTo>
                    <a:cubicBezTo>
                      <a:pt x="141" y="3"/>
                      <a:pt x="141" y="3"/>
                      <a:pt x="141" y="3"/>
                    </a:cubicBezTo>
                    <a:cubicBezTo>
                      <a:pt x="137" y="6"/>
                      <a:pt x="137" y="6"/>
                      <a:pt x="137" y="6"/>
                    </a:cubicBezTo>
                    <a:close/>
                    <a:moveTo>
                      <a:pt x="119" y="7"/>
                    </a:moveTo>
                    <a:cubicBezTo>
                      <a:pt x="116" y="4"/>
                      <a:pt x="116" y="4"/>
                      <a:pt x="116" y="4"/>
                    </a:cubicBezTo>
                    <a:cubicBezTo>
                      <a:pt x="114" y="6"/>
                      <a:pt x="114" y="6"/>
                      <a:pt x="114" y="6"/>
                    </a:cubicBezTo>
                    <a:cubicBezTo>
                      <a:pt x="113" y="7"/>
                      <a:pt x="113" y="8"/>
                      <a:pt x="112" y="9"/>
                    </a:cubicBezTo>
                    <a:cubicBezTo>
                      <a:pt x="110" y="20"/>
                      <a:pt x="110" y="20"/>
                      <a:pt x="110" y="20"/>
                    </a:cubicBezTo>
                    <a:cubicBezTo>
                      <a:pt x="110" y="21"/>
                      <a:pt x="110" y="21"/>
                      <a:pt x="110" y="21"/>
                    </a:cubicBezTo>
                    <a:cubicBezTo>
                      <a:pt x="110" y="22"/>
                      <a:pt x="111" y="23"/>
                      <a:pt x="111" y="24"/>
                    </a:cubicBezTo>
                    <a:cubicBezTo>
                      <a:pt x="113" y="25"/>
                      <a:pt x="113" y="25"/>
                      <a:pt x="113" y="25"/>
                    </a:cubicBezTo>
                    <a:cubicBezTo>
                      <a:pt x="116" y="22"/>
                      <a:pt x="116" y="22"/>
                      <a:pt x="116" y="22"/>
                    </a:cubicBezTo>
                    <a:cubicBezTo>
                      <a:pt x="119" y="7"/>
                      <a:pt x="119" y="7"/>
                      <a:pt x="119" y="7"/>
                    </a:cubicBezTo>
                    <a:close/>
                    <a:moveTo>
                      <a:pt x="135" y="23"/>
                    </a:moveTo>
                    <a:cubicBezTo>
                      <a:pt x="137" y="26"/>
                      <a:pt x="137" y="26"/>
                      <a:pt x="137" y="26"/>
                    </a:cubicBezTo>
                    <a:cubicBezTo>
                      <a:pt x="140" y="24"/>
                      <a:pt x="140" y="24"/>
                      <a:pt x="140" y="24"/>
                    </a:cubicBezTo>
                    <a:cubicBezTo>
                      <a:pt x="141" y="23"/>
                      <a:pt x="141" y="22"/>
                      <a:pt x="142" y="20"/>
                    </a:cubicBezTo>
                    <a:cubicBezTo>
                      <a:pt x="144" y="8"/>
                      <a:pt x="144" y="8"/>
                      <a:pt x="144" y="8"/>
                    </a:cubicBezTo>
                    <a:cubicBezTo>
                      <a:pt x="144" y="8"/>
                      <a:pt x="144" y="7"/>
                      <a:pt x="144" y="7"/>
                    </a:cubicBezTo>
                    <a:cubicBezTo>
                      <a:pt x="144" y="6"/>
                      <a:pt x="143" y="6"/>
                      <a:pt x="143" y="5"/>
                    </a:cubicBezTo>
                    <a:cubicBezTo>
                      <a:pt x="142" y="4"/>
                      <a:pt x="142" y="4"/>
                      <a:pt x="142" y="4"/>
                    </a:cubicBezTo>
                    <a:cubicBezTo>
                      <a:pt x="137" y="7"/>
                      <a:pt x="137" y="7"/>
                      <a:pt x="137" y="7"/>
                    </a:cubicBezTo>
                    <a:cubicBezTo>
                      <a:pt x="135" y="23"/>
                      <a:pt x="135" y="23"/>
                      <a:pt x="135" y="23"/>
                    </a:cubicBezTo>
                    <a:close/>
                    <a:moveTo>
                      <a:pt x="118" y="23"/>
                    </a:moveTo>
                    <a:cubicBezTo>
                      <a:pt x="134" y="23"/>
                      <a:pt x="134" y="23"/>
                      <a:pt x="134" y="23"/>
                    </a:cubicBezTo>
                    <a:cubicBezTo>
                      <a:pt x="136" y="26"/>
                      <a:pt x="136" y="26"/>
                      <a:pt x="136" y="26"/>
                    </a:cubicBezTo>
                    <a:cubicBezTo>
                      <a:pt x="132" y="30"/>
                      <a:pt x="132" y="30"/>
                      <a:pt x="132" y="30"/>
                    </a:cubicBezTo>
                    <a:cubicBezTo>
                      <a:pt x="116" y="30"/>
                      <a:pt x="116" y="30"/>
                      <a:pt x="116" y="30"/>
                    </a:cubicBezTo>
                    <a:cubicBezTo>
                      <a:pt x="114" y="26"/>
                      <a:pt x="114" y="26"/>
                      <a:pt x="114" y="26"/>
                    </a:cubicBezTo>
                    <a:cubicBezTo>
                      <a:pt x="118" y="23"/>
                      <a:pt x="118" y="23"/>
                      <a:pt x="118" y="23"/>
                    </a:cubicBezTo>
                    <a:close/>
                    <a:moveTo>
                      <a:pt x="115" y="30"/>
                    </a:moveTo>
                    <a:cubicBezTo>
                      <a:pt x="113" y="27"/>
                      <a:pt x="113" y="27"/>
                      <a:pt x="113" y="27"/>
                    </a:cubicBezTo>
                    <a:cubicBezTo>
                      <a:pt x="110" y="30"/>
                      <a:pt x="110" y="30"/>
                      <a:pt x="110" y="30"/>
                    </a:cubicBezTo>
                    <a:cubicBezTo>
                      <a:pt x="109" y="31"/>
                      <a:pt x="108" y="31"/>
                      <a:pt x="108" y="33"/>
                    </a:cubicBezTo>
                    <a:cubicBezTo>
                      <a:pt x="106" y="45"/>
                      <a:pt x="106" y="45"/>
                      <a:pt x="106" y="45"/>
                    </a:cubicBezTo>
                    <a:cubicBezTo>
                      <a:pt x="106" y="45"/>
                      <a:pt x="106" y="46"/>
                      <a:pt x="106" y="46"/>
                    </a:cubicBezTo>
                    <a:cubicBezTo>
                      <a:pt x="106" y="47"/>
                      <a:pt x="106" y="47"/>
                      <a:pt x="107" y="48"/>
                    </a:cubicBezTo>
                    <a:cubicBezTo>
                      <a:pt x="108" y="50"/>
                      <a:pt x="108" y="50"/>
                      <a:pt x="108" y="50"/>
                    </a:cubicBezTo>
                    <a:cubicBezTo>
                      <a:pt x="112" y="46"/>
                      <a:pt x="112" y="46"/>
                      <a:pt x="112" y="46"/>
                    </a:cubicBezTo>
                    <a:cubicBezTo>
                      <a:pt x="115" y="30"/>
                      <a:pt x="115" y="30"/>
                      <a:pt x="115" y="30"/>
                    </a:cubicBezTo>
                    <a:close/>
                    <a:moveTo>
                      <a:pt x="130" y="46"/>
                    </a:moveTo>
                    <a:cubicBezTo>
                      <a:pt x="133" y="50"/>
                      <a:pt x="133" y="50"/>
                      <a:pt x="133" y="50"/>
                    </a:cubicBezTo>
                    <a:cubicBezTo>
                      <a:pt x="135" y="48"/>
                      <a:pt x="135" y="48"/>
                      <a:pt x="135" y="48"/>
                    </a:cubicBezTo>
                    <a:cubicBezTo>
                      <a:pt x="136" y="47"/>
                      <a:pt x="137" y="47"/>
                      <a:pt x="137" y="47"/>
                    </a:cubicBezTo>
                    <a:cubicBezTo>
                      <a:pt x="137" y="46"/>
                      <a:pt x="137" y="46"/>
                      <a:pt x="137" y="45"/>
                    </a:cubicBezTo>
                    <a:cubicBezTo>
                      <a:pt x="139" y="33"/>
                      <a:pt x="139" y="33"/>
                      <a:pt x="139" y="33"/>
                    </a:cubicBezTo>
                    <a:cubicBezTo>
                      <a:pt x="139" y="32"/>
                      <a:pt x="139" y="32"/>
                      <a:pt x="139" y="31"/>
                    </a:cubicBezTo>
                    <a:cubicBezTo>
                      <a:pt x="139" y="31"/>
                      <a:pt x="139" y="30"/>
                      <a:pt x="139" y="29"/>
                    </a:cubicBezTo>
                    <a:cubicBezTo>
                      <a:pt x="137" y="28"/>
                      <a:pt x="137" y="28"/>
                      <a:pt x="137" y="28"/>
                    </a:cubicBezTo>
                    <a:cubicBezTo>
                      <a:pt x="133" y="31"/>
                      <a:pt x="133" y="31"/>
                      <a:pt x="133" y="31"/>
                    </a:cubicBezTo>
                    <a:cubicBezTo>
                      <a:pt x="130" y="46"/>
                      <a:pt x="130" y="46"/>
                      <a:pt x="130" y="46"/>
                    </a:cubicBezTo>
                    <a:close/>
                    <a:moveTo>
                      <a:pt x="113" y="47"/>
                    </a:moveTo>
                    <a:cubicBezTo>
                      <a:pt x="129" y="47"/>
                      <a:pt x="129" y="47"/>
                      <a:pt x="129" y="47"/>
                    </a:cubicBezTo>
                    <a:cubicBezTo>
                      <a:pt x="132" y="51"/>
                      <a:pt x="132" y="51"/>
                      <a:pt x="132" y="51"/>
                    </a:cubicBezTo>
                    <a:cubicBezTo>
                      <a:pt x="131" y="52"/>
                      <a:pt x="131" y="52"/>
                      <a:pt x="131" y="52"/>
                    </a:cubicBezTo>
                    <a:cubicBezTo>
                      <a:pt x="130" y="53"/>
                      <a:pt x="129" y="53"/>
                      <a:pt x="129" y="53"/>
                    </a:cubicBezTo>
                    <a:cubicBezTo>
                      <a:pt x="129" y="53"/>
                      <a:pt x="128" y="53"/>
                      <a:pt x="127" y="53"/>
                    </a:cubicBezTo>
                    <a:cubicBezTo>
                      <a:pt x="113" y="53"/>
                      <a:pt x="113" y="53"/>
                      <a:pt x="113" y="53"/>
                    </a:cubicBezTo>
                    <a:cubicBezTo>
                      <a:pt x="112" y="53"/>
                      <a:pt x="111" y="53"/>
                      <a:pt x="110" y="52"/>
                    </a:cubicBezTo>
                    <a:cubicBezTo>
                      <a:pt x="109" y="51"/>
                      <a:pt x="109" y="51"/>
                      <a:pt x="109" y="51"/>
                    </a:cubicBezTo>
                    <a:cubicBezTo>
                      <a:pt x="113" y="47"/>
                      <a:pt x="113" y="47"/>
                      <a:pt x="113" y="47"/>
                    </a:cubicBezTo>
                    <a:close/>
                    <a:moveTo>
                      <a:pt x="171" y="6"/>
                    </a:moveTo>
                    <a:cubicBezTo>
                      <a:pt x="154" y="6"/>
                      <a:pt x="154" y="6"/>
                      <a:pt x="154" y="6"/>
                    </a:cubicBezTo>
                    <a:cubicBezTo>
                      <a:pt x="151" y="3"/>
                      <a:pt x="151" y="3"/>
                      <a:pt x="151" y="3"/>
                    </a:cubicBezTo>
                    <a:cubicBezTo>
                      <a:pt x="155" y="0"/>
                      <a:pt x="155" y="0"/>
                      <a:pt x="155" y="0"/>
                    </a:cubicBezTo>
                    <a:cubicBezTo>
                      <a:pt x="171" y="0"/>
                      <a:pt x="171" y="0"/>
                      <a:pt x="171" y="0"/>
                    </a:cubicBezTo>
                    <a:cubicBezTo>
                      <a:pt x="172" y="0"/>
                      <a:pt x="173" y="0"/>
                      <a:pt x="173" y="0"/>
                    </a:cubicBezTo>
                    <a:cubicBezTo>
                      <a:pt x="173" y="0"/>
                      <a:pt x="174" y="0"/>
                      <a:pt x="174" y="1"/>
                    </a:cubicBezTo>
                    <a:cubicBezTo>
                      <a:pt x="175" y="2"/>
                      <a:pt x="175" y="2"/>
                      <a:pt x="175" y="2"/>
                    </a:cubicBezTo>
                    <a:cubicBezTo>
                      <a:pt x="171" y="6"/>
                      <a:pt x="171" y="6"/>
                      <a:pt x="171" y="6"/>
                    </a:cubicBezTo>
                    <a:close/>
                    <a:moveTo>
                      <a:pt x="169" y="22"/>
                    </a:moveTo>
                    <a:cubicBezTo>
                      <a:pt x="172" y="25"/>
                      <a:pt x="172" y="25"/>
                      <a:pt x="172" y="25"/>
                    </a:cubicBezTo>
                    <a:cubicBezTo>
                      <a:pt x="174" y="23"/>
                      <a:pt x="174" y="23"/>
                      <a:pt x="174" y="23"/>
                    </a:cubicBezTo>
                    <a:cubicBezTo>
                      <a:pt x="175" y="22"/>
                      <a:pt x="176" y="21"/>
                      <a:pt x="176" y="20"/>
                    </a:cubicBezTo>
                    <a:cubicBezTo>
                      <a:pt x="178" y="9"/>
                      <a:pt x="178" y="9"/>
                      <a:pt x="178" y="9"/>
                    </a:cubicBezTo>
                    <a:cubicBezTo>
                      <a:pt x="178" y="8"/>
                      <a:pt x="178" y="7"/>
                      <a:pt x="178" y="7"/>
                    </a:cubicBezTo>
                    <a:cubicBezTo>
                      <a:pt x="178" y="6"/>
                      <a:pt x="178" y="5"/>
                      <a:pt x="177" y="5"/>
                    </a:cubicBezTo>
                    <a:cubicBezTo>
                      <a:pt x="176" y="3"/>
                      <a:pt x="176" y="3"/>
                      <a:pt x="176" y="3"/>
                    </a:cubicBezTo>
                    <a:cubicBezTo>
                      <a:pt x="172" y="7"/>
                      <a:pt x="172" y="7"/>
                      <a:pt x="172" y="7"/>
                    </a:cubicBezTo>
                    <a:cubicBezTo>
                      <a:pt x="169" y="22"/>
                      <a:pt x="169" y="22"/>
                      <a:pt x="169" y="22"/>
                    </a:cubicBezTo>
                    <a:close/>
                    <a:moveTo>
                      <a:pt x="151" y="23"/>
                    </a:moveTo>
                    <a:cubicBezTo>
                      <a:pt x="168" y="23"/>
                      <a:pt x="168" y="23"/>
                      <a:pt x="168" y="23"/>
                    </a:cubicBezTo>
                    <a:cubicBezTo>
                      <a:pt x="171" y="26"/>
                      <a:pt x="171" y="26"/>
                      <a:pt x="171" y="26"/>
                    </a:cubicBezTo>
                    <a:cubicBezTo>
                      <a:pt x="167" y="30"/>
                      <a:pt x="167" y="30"/>
                      <a:pt x="167" y="30"/>
                    </a:cubicBezTo>
                    <a:cubicBezTo>
                      <a:pt x="150" y="30"/>
                      <a:pt x="150" y="30"/>
                      <a:pt x="150" y="30"/>
                    </a:cubicBezTo>
                    <a:cubicBezTo>
                      <a:pt x="147" y="26"/>
                      <a:pt x="147" y="26"/>
                      <a:pt x="147" y="26"/>
                    </a:cubicBezTo>
                    <a:cubicBezTo>
                      <a:pt x="151" y="23"/>
                      <a:pt x="151" y="23"/>
                      <a:pt x="151" y="23"/>
                    </a:cubicBezTo>
                    <a:close/>
                    <a:moveTo>
                      <a:pt x="165" y="46"/>
                    </a:moveTo>
                    <a:cubicBezTo>
                      <a:pt x="168" y="50"/>
                      <a:pt x="168" y="50"/>
                      <a:pt x="168" y="50"/>
                    </a:cubicBezTo>
                    <a:cubicBezTo>
                      <a:pt x="170" y="48"/>
                      <a:pt x="170" y="48"/>
                      <a:pt x="170" y="48"/>
                    </a:cubicBezTo>
                    <a:cubicBezTo>
                      <a:pt x="170" y="47"/>
                      <a:pt x="171" y="47"/>
                      <a:pt x="171" y="47"/>
                    </a:cubicBezTo>
                    <a:cubicBezTo>
                      <a:pt x="171" y="46"/>
                      <a:pt x="171" y="46"/>
                      <a:pt x="171" y="45"/>
                    </a:cubicBezTo>
                    <a:cubicBezTo>
                      <a:pt x="174" y="32"/>
                      <a:pt x="174" y="32"/>
                      <a:pt x="174" y="32"/>
                    </a:cubicBezTo>
                    <a:cubicBezTo>
                      <a:pt x="174" y="32"/>
                      <a:pt x="174" y="31"/>
                      <a:pt x="174" y="31"/>
                    </a:cubicBezTo>
                    <a:cubicBezTo>
                      <a:pt x="174" y="30"/>
                      <a:pt x="173" y="29"/>
                      <a:pt x="173" y="29"/>
                    </a:cubicBezTo>
                    <a:cubicBezTo>
                      <a:pt x="171" y="27"/>
                      <a:pt x="171" y="27"/>
                      <a:pt x="171" y="27"/>
                    </a:cubicBezTo>
                    <a:cubicBezTo>
                      <a:pt x="168" y="31"/>
                      <a:pt x="168" y="31"/>
                      <a:pt x="168" y="31"/>
                    </a:cubicBezTo>
                    <a:cubicBezTo>
                      <a:pt x="165" y="46"/>
                      <a:pt x="165" y="46"/>
                      <a:pt x="165" y="46"/>
                    </a:cubicBezTo>
                    <a:close/>
                    <a:moveTo>
                      <a:pt x="147" y="47"/>
                    </a:moveTo>
                    <a:cubicBezTo>
                      <a:pt x="164" y="47"/>
                      <a:pt x="164" y="47"/>
                      <a:pt x="164" y="47"/>
                    </a:cubicBezTo>
                    <a:cubicBezTo>
                      <a:pt x="167" y="50"/>
                      <a:pt x="167" y="50"/>
                      <a:pt x="167" y="50"/>
                    </a:cubicBezTo>
                    <a:cubicBezTo>
                      <a:pt x="165" y="52"/>
                      <a:pt x="165" y="52"/>
                      <a:pt x="165" y="52"/>
                    </a:cubicBezTo>
                    <a:cubicBezTo>
                      <a:pt x="164" y="53"/>
                      <a:pt x="163" y="53"/>
                      <a:pt x="161" y="53"/>
                    </a:cubicBezTo>
                    <a:cubicBezTo>
                      <a:pt x="145" y="53"/>
                      <a:pt x="145" y="53"/>
                      <a:pt x="145" y="53"/>
                    </a:cubicBezTo>
                    <a:cubicBezTo>
                      <a:pt x="143" y="50"/>
                      <a:pt x="143" y="50"/>
                      <a:pt x="143" y="50"/>
                    </a:cubicBezTo>
                    <a:lnTo>
                      <a:pt x="14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75" name="Freeform 41"/>
              <p:cNvSpPr>
                <a:spLocks/>
              </p:cNvSpPr>
              <p:nvPr/>
            </p:nvSpPr>
            <p:spPr bwMode="auto">
              <a:xfrm>
                <a:off x="3991892" y="1793288"/>
                <a:ext cx="486954" cy="699586"/>
              </a:xfrm>
              <a:custGeom>
                <a:avLst/>
                <a:gdLst>
                  <a:gd name="T0" fmla="*/ 0 w 275"/>
                  <a:gd name="T1" fmla="*/ 8 h 395"/>
                  <a:gd name="T2" fmla="*/ 10 w 275"/>
                  <a:gd name="T3" fmla="*/ 0 h 395"/>
                  <a:gd name="T4" fmla="*/ 275 w 275"/>
                  <a:gd name="T5" fmla="*/ 378 h 395"/>
                  <a:gd name="T6" fmla="*/ 249 w 275"/>
                  <a:gd name="T7" fmla="*/ 395 h 395"/>
                  <a:gd name="T8" fmla="*/ 0 w 275"/>
                  <a:gd name="T9" fmla="*/ 8 h 395"/>
                </a:gdLst>
                <a:ahLst/>
                <a:cxnLst>
                  <a:cxn ang="0">
                    <a:pos x="T0" y="T1"/>
                  </a:cxn>
                  <a:cxn ang="0">
                    <a:pos x="T2" y="T3"/>
                  </a:cxn>
                  <a:cxn ang="0">
                    <a:pos x="T4" y="T5"/>
                  </a:cxn>
                  <a:cxn ang="0">
                    <a:pos x="T6" y="T7"/>
                  </a:cxn>
                  <a:cxn ang="0">
                    <a:pos x="T8" y="T9"/>
                  </a:cxn>
                </a:cxnLst>
                <a:rect l="0" t="0" r="r" b="b"/>
                <a:pathLst>
                  <a:path w="275" h="395">
                    <a:moveTo>
                      <a:pt x="0" y="8"/>
                    </a:moveTo>
                    <a:cubicBezTo>
                      <a:pt x="10" y="0"/>
                      <a:pt x="10" y="0"/>
                      <a:pt x="10" y="0"/>
                    </a:cubicBezTo>
                    <a:cubicBezTo>
                      <a:pt x="275" y="378"/>
                      <a:pt x="275" y="378"/>
                      <a:pt x="275" y="378"/>
                    </a:cubicBezTo>
                    <a:cubicBezTo>
                      <a:pt x="265" y="382"/>
                      <a:pt x="257" y="387"/>
                      <a:pt x="249" y="395"/>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grpSp>
        <p:sp>
          <p:nvSpPr>
            <p:cNvPr id="68" name="Text Box 7"/>
            <p:cNvSpPr txBox="1">
              <a:spLocks noChangeArrowheads="1"/>
            </p:cNvSpPr>
            <p:nvPr/>
          </p:nvSpPr>
          <p:spPr bwMode="auto">
            <a:xfrm>
              <a:off x="1678948" y="3323758"/>
              <a:ext cx="437126" cy="246062"/>
            </a:xfrm>
            <a:prstGeom prst="rect">
              <a:avLst/>
            </a:prstGeom>
            <a:noFill/>
            <a:ln w="9525">
              <a:noFill/>
              <a:miter lim="800000"/>
              <a:headEnd/>
              <a:tailEnd/>
            </a:ln>
          </p:spPr>
          <p:txBody>
            <a:bodyPr wrap="none" lIns="85678" tIns="42840" rIns="85678" bIns="42840">
              <a:spAutoFit/>
            </a:bodyPr>
            <a:lstStyle/>
            <a:p>
              <a:pPr algn="ctr" defTabSz="1529383">
                <a:defRPr/>
              </a:pPr>
              <a:r>
                <a:rPr lang="en-CA" sz="1125" b="1" spc="-159" dirty="0">
                  <a:solidFill>
                    <a:schemeClr val="bg1"/>
                  </a:solidFill>
                  <a:latin typeface="Open Sans" panose="020B0606030504020204" pitchFamily="34" charset="0"/>
                  <a:ea typeface="Open Sans" panose="020B0606030504020204" pitchFamily="34" charset="0"/>
                  <a:cs typeface="Open Sans" panose="020B0606030504020204" pitchFamily="34" charset="0"/>
                </a:rPr>
                <a:t>30 mph</a:t>
              </a:r>
            </a:p>
          </p:txBody>
        </p:sp>
      </p:grpSp>
      <p:grpSp>
        <p:nvGrpSpPr>
          <p:cNvPr id="6" name="Group 3"/>
          <p:cNvGrpSpPr>
            <a:grpSpLocks/>
          </p:cNvGrpSpPr>
          <p:nvPr/>
        </p:nvGrpSpPr>
        <p:grpSpPr bwMode="auto">
          <a:xfrm>
            <a:off x="4951494" y="2041155"/>
            <a:ext cx="2974178" cy="2412139"/>
            <a:chOff x="4694799" y="1934883"/>
            <a:chExt cx="2820460" cy="2288190"/>
          </a:xfrm>
          <a:solidFill>
            <a:schemeClr val="accent3"/>
          </a:solidFill>
        </p:grpSpPr>
        <p:grpSp>
          <p:nvGrpSpPr>
            <p:cNvPr id="7" name="Group 36"/>
            <p:cNvGrpSpPr/>
            <p:nvPr/>
          </p:nvGrpSpPr>
          <p:grpSpPr>
            <a:xfrm>
              <a:off x="4694799" y="1934883"/>
              <a:ext cx="2820460" cy="2288190"/>
              <a:chOff x="3532020" y="1606907"/>
              <a:chExt cx="1954379" cy="1585554"/>
            </a:xfrm>
            <a:grpFill/>
          </p:grpSpPr>
          <p:sp>
            <p:nvSpPr>
              <p:cNvPr id="39" name="Freeform 6"/>
              <p:cNvSpPr>
                <a:spLocks noEditPoints="1"/>
              </p:cNvSpPr>
              <p:nvPr/>
            </p:nvSpPr>
            <p:spPr bwMode="auto">
              <a:xfrm>
                <a:off x="3532020" y="1606907"/>
                <a:ext cx="1954379" cy="1585554"/>
              </a:xfrm>
              <a:custGeom>
                <a:avLst/>
                <a:gdLst>
                  <a:gd name="T0" fmla="*/ 95 w 1489"/>
                  <a:gd name="T1" fmla="*/ 752 h 1208"/>
                  <a:gd name="T2" fmla="*/ 0 w 1489"/>
                  <a:gd name="T3" fmla="*/ 733 h 1208"/>
                  <a:gd name="T4" fmla="*/ 102 w 1489"/>
                  <a:gd name="T5" fmla="*/ 645 h 1208"/>
                  <a:gd name="T6" fmla="*/ 12 w 1489"/>
                  <a:gd name="T7" fmla="*/ 611 h 1208"/>
                  <a:gd name="T8" fmla="*/ 126 w 1489"/>
                  <a:gd name="T9" fmla="*/ 540 h 1208"/>
                  <a:gd name="T10" fmla="*/ 44 w 1489"/>
                  <a:gd name="T11" fmla="*/ 493 h 1208"/>
                  <a:gd name="T12" fmla="*/ 168 w 1489"/>
                  <a:gd name="T13" fmla="*/ 441 h 1208"/>
                  <a:gd name="T14" fmla="*/ 95 w 1489"/>
                  <a:gd name="T15" fmla="*/ 381 h 1208"/>
                  <a:gd name="T16" fmla="*/ 226 w 1489"/>
                  <a:gd name="T17" fmla="*/ 351 h 1208"/>
                  <a:gd name="T18" fmla="*/ 164 w 1489"/>
                  <a:gd name="T19" fmla="*/ 278 h 1208"/>
                  <a:gd name="T20" fmla="*/ 297 w 1489"/>
                  <a:gd name="T21" fmla="*/ 270 h 1208"/>
                  <a:gd name="T22" fmla="*/ 247 w 1489"/>
                  <a:gd name="T23" fmla="*/ 189 h 1208"/>
                  <a:gd name="T24" fmla="*/ 381 w 1489"/>
                  <a:gd name="T25" fmla="*/ 204 h 1208"/>
                  <a:gd name="T26" fmla="*/ 346 w 1489"/>
                  <a:gd name="T27" fmla="*/ 115 h 1208"/>
                  <a:gd name="T28" fmla="*/ 475 w 1489"/>
                  <a:gd name="T29" fmla="*/ 151 h 1208"/>
                  <a:gd name="T30" fmla="*/ 455 w 1489"/>
                  <a:gd name="T31" fmla="*/ 57 h 1208"/>
                  <a:gd name="T32" fmla="*/ 577 w 1489"/>
                  <a:gd name="T33" fmla="*/ 115 h 1208"/>
                  <a:gd name="T34" fmla="*/ 571 w 1489"/>
                  <a:gd name="T35" fmla="*/ 19 h 1208"/>
                  <a:gd name="T36" fmla="*/ 682 w 1489"/>
                  <a:gd name="T37" fmla="*/ 96 h 1208"/>
                  <a:gd name="T38" fmla="*/ 693 w 1489"/>
                  <a:gd name="T39" fmla="*/ 0 h 1208"/>
                  <a:gd name="T40" fmla="*/ 790 w 1489"/>
                  <a:gd name="T41" fmla="*/ 94 h 1208"/>
                  <a:gd name="T42" fmla="*/ 815 w 1489"/>
                  <a:gd name="T43" fmla="*/ 1 h 1208"/>
                  <a:gd name="T44" fmla="*/ 895 w 1489"/>
                  <a:gd name="T45" fmla="*/ 111 h 1208"/>
                  <a:gd name="T46" fmla="*/ 937 w 1489"/>
                  <a:gd name="T47" fmla="*/ 24 h 1208"/>
                  <a:gd name="T48" fmla="*/ 998 w 1489"/>
                  <a:gd name="T49" fmla="*/ 144 h 1208"/>
                  <a:gd name="T50" fmla="*/ 1053 w 1489"/>
                  <a:gd name="T51" fmla="*/ 66 h 1208"/>
                  <a:gd name="T52" fmla="*/ 1093 w 1489"/>
                  <a:gd name="T53" fmla="*/ 194 h 1208"/>
                  <a:gd name="T54" fmla="*/ 1160 w 1489"/>
                  <a:gd name="T55" fmla="*/ 125 h 1208"/>
                  <a:gd name="T56" fmla="*/ 1179 w 1489"/>
                  <a:gd name="T57" fmla="*/ 259 h 1208"/>
                  <a:gd name="T58" fmla="*/ 1257 w 1489"/>
                  <a:gd name="T59" fmla="*/ 202 h 1208"/>
                  <a:gd name="T60" fmla="*/ 1312 w 1489"/>
                  <a:gd name="T61" fmla="*/ 426 h 1208"/>
                  <a:gd name="T62" fmla="*/ 1404 w 1489"/>
                  <a:gd name="T63" fmla="*/ 398 h 1208"/>
                  <a:gd name="T64" fmla="*/ 1253 w 1489"/>
                  <a:gd name="T65" fmla="*/ 337 h 1208"/>
                  <a:gd name="T66" fmla="*/ 1338 w 1489"/>
                  <a:gd name="T67" fmla="*/ 294 h 1208"/>
                  <a:gd name="T68" fmla="*/ 150 w 1489"/>
                  <a:gd name="T69" fmla="*/ 1192 h 1208"/>
                  <a:gd name="T70" fmla="*/ 237 w 1489"/>
                  <a:gd name="T71" fmla="*/ 1149 h 1208"/>
                  <a:gd name="T72" fmla="*/ 1357 w 1489"/>
                  <a:gd name="T73" fmla="*/ 524 h 1208"/>
                  <a:gd name="T74" fmla="*/ 1451 w 1489"/>
                  <a:gd name="T75" fmla="*/ 512 h 1208"/>
                  <a:gd name="T76" fmla="*/ 1384 w 1489"/>
                  <a:gd name="T77" fmla="*/ 628 h 1208"/>
                  <a:gd name="T78" fmla="*/ 1479 w 1489"/>
                  <a:gd name="T79" fmla="*/ 632 h 1208"/>
                  <a:gd name="T80" fmla="*/ 8 w 1489"/>
                  <a:gd name="T81" fmla="*/ 854 h 1208"/>
                  <a:gd name="T82" fmla="*/ 104 w 1489"/>
                  <a:gd name="T83" fmla="*/ 857 h 1208"/>
                  <a:gd name="T84" fmla="*/ 37 w 1489"/>
                  <a:gd name="T85" fmla="*/ 973 h 1208"/>
                  <a:gd name="T86" fmla="*/ 131 w 1489"/>
                  <a:gd name="T87" fmla="*/ 961 h 1208"/>
                  <a:gd name="T88" fmla="*/ 84 w 1489"/>
                  <a:gd name="T89" fmla="*/ 1087 h 1208"/>
                  <a:gd name="T90" fmla="*/ 176 w 1489"/>
                  <a:gd name="T91" fmla="*/ 1060 h 1208"/>
                  <a:gd name="T92" fmla="*/ 1326 w 1489"/>
                  <a:gd name="T93" fmla="*/ 1208 h 1208"/>
                  <a:gd name="T94" fmla="*/ 1262 w 1489"/>
                  <a:gd name="T95" fmla="*/ 1135 h 1208"/>
                  <a:gd name="T96" fmla="*/ 1394 w 1489"/>
                  <a:gd name="T97" fmla="*/ 1106 h 1208"/>
                  <a:gd name="T98" fmla="*/ 1320 w 1489"/>
                  <a:gd name="T99" fmla="*/ 1045 h 1208"/>
                  <a:gd name="T100" fmla="*/ 1444 w 1489"/>
                  <a:gd name="T101" fmla="*/ 993 h 1208"/>
                  <a:gd name="T102" fmla="*/ 1362 w 1489"/>
                  <a:gd name="T103" fmla="*/ 945 h 1208"/>
                  <a:gd name="T104" fmla="*/ 1477 w 1489"/>
                  <a:gd name="T105" fmla="*/ 875 h 1208"/>
                  <a:gd name="T106" fmla="*/ 1386 w 1489"/>
                  <a:gd name="T107" fmla="*/ 841 h 1208"/>
                  <a:gd name="T108" fmla="*/ 1489 w 1489"/>
                  <a:gd name="T109" fmla="*/ 752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208">
                    <a:moveTo>
                      <a:pt x="0" y="733"/>
                    </a:moveTo>
                    <a:lnTo>
                      <a:pt x="95" y="733"/>
                    </a:lnTo>
                    <a:lnTo>
                      <a:pt x="95" y="752"/>
                    </a:lnTo>
                    <a:lnTo>
                      <a:pt x="0" y="752"/>
                    </a:lnTo>
                    <a:lnTo>
                      <a:pt x="0" y="733"/>
                    </a:lnTo>
                    <a:lnTo>
                      <a:pt x="0" y="733"/>
                    </a:lnTo>
                    <a:close/>
                    <a:moveTo>
                      <a:pt x="12" y="611"/>
                    </a:moveTo>
                    <a:lnTo>
                      <a:pt x="104" y="626"/>
                    </a:lnTo>
                    <a:lnTo>
                      <a:pt x="102" y="645"/>
                    </a:lnTo>
                    <a:lnTo>
                      <a:pt x="8" y="629"/>
                    </a:lnTo>
                    <a:lnTo>
                      <a:pt x="12" y="611"/>
                    </a:lnTo>
                    <a:lnTo>
                      <a:pt x="12" y="611"/>
                    </a:lnTo>
                    <a:close/>
                    <a:moveTo>
                      <a:pt x="44" y="493"/>
                    </a:moveTo>
                    <a:lnTo>
                      <a:pt x="133" y="522"/>
                    </a:lnTo>
                    <a:lnTo>
                      <a:pt x="126" y="540"/>
                    </a:lnTo>
                    <a:lnTo>
                      <a:pt x="38" y="510"/>
                    </a:lnTo>
                    <a:lnTo>
                      <a:pt x="44" y="493"/>
                    </a:lnTo>
                    <a:lnTo>
                      <a:pt x="44" y="493"/>
                    </a:lnTo>
                    <a:close/>
                    <a:moveTo>
                      <a:pt x="95" y="381"/>
                    </a:moveTo>
                    <a:lnTo>
                      <a:pt x="177" y="425"/>
                    </a:lnTo>
                    <a:lnTo>
                      <a:pt x="168" y="441"/>
                    </a:lnTo>
                    <a:lnTo>
                      <a:pt x="85" y="397"/>
                    </a:lnTo>
                    <a:lnTo>
                      <a:pt x="95" y="381"/>
                    </a:lnTo>
                    <a:lnTo>
                      <a:pt x="95" y="381"/>
                    </a:lnTo>
                    <a:close/>
                    <a:moveTo>
                      <a:pt x="164" y="278"/>
                    </a:moveTo>
                    <a:lnTo>
                      <a:pt x="238" y="336"/>
                    </a:lnTo>
                    <a:lnTo>
                      <a:pt x="226" y="351"/>
                    </a:lnTo>
                    <a:lnTo>
                      <a:pt x="151" y="293"/>
                    </a:lnTo>
                    <a:lnTo>
                      <a:pt x="164" y="278"/>
                    </a:lnTo>
                    <a:lnTo>
                      <a:pt x="164" y="278"/>
                    </a:lnTo>
                    <a:close/>
                    <a:moveTo>
                      <a:pt x="247" y="189"/>
                    </a:moveTo>
                    <a:lnTo>
                      <a:pt x="311" y="258"/>
                    </a:lnTo>
                    <a:lnTo>
                      <a:pt x="297" y="270"/>
                    </a:lnTo>
                    <a:lnTo>
                      <a:pt x="234" y="201"/>
                    </a:lnTo>
                    <a:lnTo>
                      <a:pt x="247" y="189"/>
                    </a:lnTo>
                    <a:lnTo>
                      <a:pt x="247" y="189"/>
                    </a:lnTo>
                    <a:close/>
                    <a:moveTo>
                      <a:pt x="346" y="115"/>
                    </a:moveTo>
                    <a:lnTo>
                      <a:pt x="397" y="193"/>
                    </a:lnTo>
                    <a:lnTo>
                      <a:pt x="381" y="204"/>
                    </a:lnTo>
                    <a:lnTo>
                      <a:pt x="330" y="124"/>
                    </a:lnTo>
                    <a:lnTo>
                      <a:pt x="346" y="115"/>
                    </a:lnTo>
                    <a:lnTo>
                      <a:pt x="346" y="115"/>
                    </a:lnTo>
                    <a:close/>
                    <a:moveTo>
                      <a:pt x="455" y="57"/>
                    </a:moveTo>
                    <a:lnTo>
                      <a:pt x="493" y="143"/>
                    </a:lnTo>
                    <a:lnTo>
                      <a:pt x="475" y="151"/>
                    </a:lnTo>
                    <a:lnTo>
                      <a:pt x="438" y="65"/>
                    </a:lnTo>
                    <a:lnTo>
                      <a:pt x="455" y="57"/>
                    </a:lnTo>
                    <a:lnTo>
                      <a:pt x="455" y="57"/>
                    </a:lnTo>
                    <a:close/>
                    <a:moveTo>
                      <a:pt x="571" y="19"/>
                    </a:moveTo>
                    <a:lnTo>
                      <a:pt x="594" y="111"/>
                    </a:lnTo>
                    <a:lnTo>
                      <a:pt x="577" y="115"/>
                    </a:lnTo>
                    <a:lnTo>
                      <a:pt x="554" y="23"/>
                    </a:lnTo>
                    <a:lnTo>
                      <a:pt x="571" y="19"/>
                    </a:lnTo>
                    <a:lnTo>
                      <a:pt x="571" y="19"/>
                    </a:lnTo>
                    <a:close/>
                    <a:moveTo>
                      <a:pt x="693" y="0"/>
                    </a:moveTo>
                    <a:lnTo>
                      <a:pt x="701" y="94"/>
                    </a:lnTo>
                    <a:lnTo>
                      <a:pt x="682" y="96"/>
                    </a:lnTo>
                    <a:lnTo>
                      <a:pt x="674" y="1"/>
                    </a:lnTo>
                    <a:lnTo>
                      <a:pt x="693" y="0"/>
                    </a:lnTo>
                    <a:lnTo>
                      <a:pt x="693" y="0"/>
                    </a:lnTo>
                    <a:close/>
                    <a:moveTo>
                      <a:pt x="815" y="1"/>
                    </a:moveTo>
                    <a:lnTo>
                      <a:pt x="809" y="96"/>
                    </a:lnTo>
                    <a:lnTo>
                      <a:pt x="790" y="94"/>
                    </a:lnTo>
                    <a:lnTo>
                      <a:pt x="798" y="0"/>
                    </a:lnTo>
                    <a:lnTo>
                      <a:pt x="815" y="1"/>
                    </a:lnTo>
                    <a:lnTo>
                      <a:pt x="815" y="1"/>
                    </a:lnTo>
                    <a:close/>
                    <a:moveTo>
                      <a:pt x="937" y="24"/>
                    </a:moveTo>
                    <a:lnTo>
                      <a:pt x="914" y="115"/>
                    </a:lnTo>
                    <a:lnTo>
                      <a:pt x="895" y="111"/>
                    </a:lnTo>
                    <a:lnTo>
                      <a:pt x="919" y="19"/>
                    </a:lnTo>
                    <a:lnTo>
                      <a:pt x="937" y="24"/>
                    </a:lnTo>
                    <a:lnTo>
                      <a:pt x="937" y="24"/>
                    </a:lnTo>
                    <a:close/>
                    <a:moveTo>
                      <a:pt x="1053" y="66"/>
                    </a:moveTo>
                    <a:lnTo>
                      <a:pt x="1015" y="151"/>
                    </a:lnTo>
                    <a:lnTo>
                      <a:pt x="998" y="144"/>
                    </a:lnTo>
                    <a:lnTo>
                      <a:pt x="1035" y="58"/>
                    </a:lnTo>
                    <a:lnTo>
                      <a:pt x="1053" y="66"/>
                    </a:lnTo>
                    <a:lnTo>
                      <a:pt x="1053" y="66"/>
                    </a:lnTo>
                    <a:close/>
                    <a:moveTo>
                      <a:pt x="1160" y="125"/>
                    </a:moveTo>
                    <a:lnTo>
                      <a:pt x="1108" y="204"/>
                    </a:lnTo>
                    <a:lnTo>
                      <a:pt x="1093" y="194"/>
                    </a:lnTo>
                    <a:lnTo>
                      <a:pt x="1145" y="115"/>
                    </a:lnTo>
                    <a:lnTo>
                      <a:pt x="1160" y="125"/>
                    </a:lnTo>
                    <a:lnTo>
                      <a:pt x="1160" y="125"/>
                    </a:lnTo>
                    <a:close/>
                    <a:moveTo>
                      <a:pt x="1257" y="202"/>
                    </a:moveTo>
                    <a:lnTo>
                      <a:pt x="1192" y="271"/>
                    </a:lnTo>
                    <a:lnTo>
                      <a:pt x="1179" y="259"/>
                    </a:lnTo>
                    <a:lnTo>
                      <a:pt x="1242" y="190"/>
                    </a:lnTo>
                    <a:lnTo>
                      <a:pt x="1257" y="202"/>
                    </a:lnTo>
                    <a:lnTo>
                      <a:pt x="1257" y="202"/>
                    </a:lnTo>
                    <a:close/>
                    <a:moveTo>
                      <a:pt x="1404" y="398"/>
                    </a:moveTo>
                    <a:lnTo>
                      <a:pt x="1322" y="443"/>
                    </a:lnTo>
                    <a:lnTo>
                      <a:pt x="1312" y="426"/>
                    </a:lnTo>
                    <a:lnTo>
                      <a:pt x="1394" y="382"/>
                    </a:lnTo>
                    <a:lnTo>
                      <a:pt x="1404" y="398"/>
                    </a:lnTo>
                    <a:lnTo>
                      <a:pt x="1404" y="398"/>
                    </a:lnTo>
                    <a:close/>
                    <a:moveTo>
                      <a:pt x="1338" y="294"/>
                    </a:moveTo>
                    <a:lnTo>
                      <a:pt x="1264" y="352"/>
                    </a:lnTo>
                    <a:lnTo>
                      <a:pt x="1253" y="337"/>
                    </a:lnTo>
                    <a:lnTo>
                      <a:pt x="1327" y="279"/>
                    </a:lnTo>
                    <a:lnTo>
                      <a:pt x="1338" y="294"/>
                    </a:lnTo>
                    <a:lnTo>
                      <a:pt x="1338" y="294"/>
                    </a:lnTo>
                    <a:close/>
                    <a:moveTo>
                      <a:pt x="237" y="1149"/>
                    </a:moveTo>
                    <a:lnTo>
                      <a:pt x="162" y="1207"/>
                    </a:lnTo>
                    <a:lnTo>
                      <a:pt x="150" y="1192"/>
                    </a:lnTo>
                    <a:lnTo>
                      <a:pt x="224" y="1134"/>
                    </a:lnTo>
                    <a:lnTo>
                      <a:pt x="237" y="1149"/>
                    </a:lnTo>
                    <a:lnTo>
                      <a:pt x="237" y="1149"/>
                    </a:lnTo>
                    <a:close/>
                    <a:moveTo>
                      <a:pt x="1451" y="512"/>
                    </a:moveTo>
                    <a:lnTo>
                      <a:pt x="1362" y="543"/>
                    </a:lnTo>
                    <a:lnTo>
                      <a:pt x="1357" y="524"/>
                    </a:lnTo>
                    <a:lnTo>
                      <a:pt x="1446" y="494"/>
                    </a:lnTo>
                    <a:lnTo>
                      <a:pt x="1451" y="512"/>
                    </a:lnTo>
                    <a:lnTo>
                      <a:pt x="1451" y="512"/>
                    </a:lnTo>
                    <a:close/>
                    <a:moveTo>
                      <a:pt x="1479" y="632"/>
                    </a:moveTo>
                    <a:lnTo>
                      <a:pt x="1388" y="647"/>
                    </a:lnTo>
                    <a:lnTo>
                      <a:pt x="1384" y="628"/>
                    </a:lnTo>
                    <a:lnTo>
                      <a:pt x="1477" y="613"/>
                    </a:lnTo>
                    <a:lnTo>
                      <a:pt x="1479" y="632"/>
                    </a:lnTo>
                    <a:lnTo>
                      <a:pt x="1479" y="632"/>
                    </a:lnTo>
                    <a:close/>
                    <a:moveTo>
                      <a:pt x="104" y="857"/>
                    </a:moveTo>
                    <a:lnTo>
                      <a:pt x="11" y="873"/>
                    </a:lnTo>
                    <a:lnTo>
                      <a:pt x="8" y="854"/>
                    </a:lnTo>
                    <a:lnTo>
                      <a:pt x="102" y="840"/>
                    </a:lnTo>
                    <a:lnTo>
                      <a:pt x="104" y="857"/>
                    </a:lnTo>
                    <a:lnTo>
                      <a:pt x="104" y="857"/>
                    </a:lnTo>
                    <a:close/>
                    <a:moveTo>
                      <a:pt x="131" y="961"/>
                    </a:moveTo>
                    <a:lnTo>
                      <a:pt x="44" y="992"/>
                    </a:lnTo>
                    <a:lnTo>
                      <a:pt x="37" y="973"/>
                    </a:lnTo>
                    <a:lnTo>
                      <a:pt x="126" y="944"/>
                    </a:lnTo>
                    <a:lnTo>
                      <a:pt x="131" y="961"/>
                    </a:lnTo>
                    <a:lnTo>
                      <a:pt x="131" y="961"/>
                    </a:lnTo>
                    <a:close/>
                    <a:moveTo>
                      <a:pt x="176" y="1060"/>
                    </a:moveTo>
                    <a:lnTo>
                      <a:pt x="93" y="1104"/>
                    </a:lnTo>
                    <a:lnTo>
                      <a:pt x="84" y="1087"/>
                    </a:lnTo>
                    <a:lnTo>
                      <a:pt x="168" y="1042"/>
                    </a:lnTo>
                    <a:lnTo>
                      <a:pt x="176" y="1060"/>
                    </a:lnTo>
                    <a:lnTo>
                      <a:pt x="176" y="1060"/>
                    </a:lnTo>
                    <a:close/>
                    <a:moveTo>
                      <a:pt x="1262" y="1135"/>
                    </a:moveTo>
                    <a:lnTo>
                      <a:pt x="1336" y="1193"/>
                    </a:lnTo>
                    <a:lnTo>
                      <a:pt x="1326" y="1208"/>
                    </a:lnTo>
                    <a:lnTo>
                      <a:pt x="1251" y="1150"/>
                    </a:lnTo>
                    <a:lnTo>
                      <a:pt x="1262" y="1135"/>
                    </a:lnTo>
                    <a:lnTo>
                      <a:pt x="1262" y="1135"/>
                    </a:lnTo>
                    <a:close/>
                    <a:moveTo>
                      <a:pt x="1320" y="1045"/>
                    </a:moveTo>
                    <a:lnTo>
                      <a:pt x="1403" y="1089"/>
                    </a:lnTo>
                    <a:lnTo>
                      <a:pt x="1394" y="1106"/>
                    </a:lnTo>
                    <a:lnTo>
                      <a:pt x="1311" y="1061"/>
                    </a:lnTo>
                    <a:lnTo>
                      <a:pt x="1320" y="1045"/>
                    </a:lnTo>
                    <a:lnTo>
                      <a:pt x="1320" y="1045"/>
                    </a:lnTo>
                    <a:close/>
                    <a:moveTo>
                      <a:pt x="1362" y="945"/>
                    </a:moveTo>
                    <a:lnTo>
                      <a:pt x="1451" y="976"/>
                    </a:lnTo>
                    <a:lnTo>
                      <a:pt x="1444" y="993"/>
                    </a:lnTo>
                    <a:lnTo>
                      <a:pt x="1357" y="962"/>
                    </a:lnTo>
                    <a:lnTo>
                      <a:pt x="1362" y="945"/>
                    </a:lnTo>
                    <a:lnTo>
                      <a:pt x="1362" y="945"/>
                    </a:lnTo>
                    <a:close/>
                    <a:moveTo>
                      <a:pt x="1386" y="841"/>
                    </a:moveTo>
                    <a:lnTo>
                      <a:pt x="1479" y="856"/>
                    </a:lnTo>
                    <a:lnTo>
                      <a:pt x="1477" y="875"/>
                    </a:lnTo>
                    <a:lnTo>
                      <a:pt x="1384" y="860"/>
                    </a:lnTo>
                    <a:lnTo>
                      <a:pt x="1386" y="841"/>
                    </a:lnTo>
                    <a:lnTo>
                      <a:pt x="1386" y="841"/>
                    </a:lnTo>
                    <a:close/>
                    <a:moveTo>
                      <a:pt x="1394" y="733"/>
                    </a:moveTo>
                    <a:lnTo>
                      <a:pt x="1489" y="733"/>
                    </a:lnTo>
                    <a:lnTo>
                      <a:pt x="1489" y="752"/>
                    </a:lnTo>
                    <a:lnTo>
                      <a:pt x="1394" y="752"/>
                    </a:lnTo>
                    <a:lnTo>
                      <a:pt x="1394" y="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0" name="Freeform 7"/>
              <p:cNvSpPr>
                <a:spLocks noEditPoints="1"/>
              </p:cNvSpPr>
              <p:nvPr/>
            </p:nvSpPr>
            <p:spPr bwMode="auto">
              <a:xfrm>
                <a:off x="3537271" y="1608219"/>
                <a:ext cx="1943879" cy="1534365"/>
              </a:xfrm>
              <a:custGeom>
                <a:avLst/>
                <a:gdLst>
                  <a:gd name="T0" fmla="*/ 33 w 1097"/>
                  <a:gd name="T1" fmla="*/ 574 h 866"/>
                  <a:gd name="T2" fmla="*/ 36 w 1097"/>
                  <a:gd name="T3" fmla="*/ 602 h 866"/>
                  <a:gd name="T4" fmla="*/ 34 w 1097"/>
                  <a:gd name="T5" fmla="*/ 517 h 866"/>
                  <a:gd name="T6" fmla="*/ 46 w 1097"/>
                  <a:gd name="T7" fmla="*/ 433 h 866"/>
                  <a:gd name="T8" fmla="*/ 72 w 1097"/>
                  <a:gd name="T9" fmla="*/ 352 h 866"/>
                  <a:gd name="T10" fmla="*/ 111 w 1097"/>
                  <a:gd name="T11" fmla="*/ 276 h 866"/>
                  <a:gd name="T12" fmla="*/ 162 w 1097"/>
                  <a:gd name="T13" fmla="*/ 208 h 866"/>
                  <a:gd name="T14" fmla="*/ 224 w 1097"/>
                  <a:gd name="T15" fmla="*/ 149 h 866"/>
                  <a:gd name="T16" fmla="*/ 294 w 1097"/>
                  <a:gd name="T17" fmla="*/ 101 h 866"/>
                  <a:gd name="T18" fmla="*/ 372 w 1097"/>
                  <a:gd name="T19" fmla="*/ 65 h 866"/>
                  <a:gd name="T20" fmla="*/ 454 w 1097"/>
                  <a:gd name="T21" fmla="*/ 43 h 866"/>
                  <a:gd name="T22" fmla="*/ 539 w 1097"/>
                  <a:gd name="T23" fmla="*/ 34 h 866"/>
                  <a:gd name="T24" fmla="*/ 624 w 1097"/>
                  <a:gd name="T25" fmla="*/ 39 h 866"/>
                  <a:gd name="T26" fmla="*/ 707 w 1097"/>
                  <a:gd name="T27" fmla="*/ 59 h 866"/>
                  <a:gd name="T28" fmla="*/ 785 w 1097"/>
                  <a:gd name="T29" fmla="*/ 92 h 866"/>
                  <a:gd name="T30" fmla="*/ 857 w 1097"/>
                  <a:gd name="T31" fmla="*/ 137 h 866"/>
                  <a:gd name="T32" fmla="*/ 975 w 1097"/>
                  <a:gd name="T33" fmla="*/ 260 h 866"/>
                  <a:gd name="T34" fmla="*/ 921 w 1097"/>
                  <a:gd name="T35" fmla="*/ 193 h 866"/>
                  <a:gd name="T36" fmla="*/ 1016 w 1097"/>
                  <a:gd name="T37" fmla="*/ 334 h 866"/>
                  <a:gd name="T38" fmla="*/ 1046 w 1097"/>
                  <a:gd name="T39" fmla="*/ 414 h 866"/>
                  <a:gd name="T40" fmla="*/ 21 w 1097"/>
                  <a:gd name="T41" fmla="*/ 702 h 866"/>
                  <a:gd name="T42" fmla="*/ 54 w 1097"/>
                  <a:gd name="T43" fmla="*/ 787 h 866"/>
                  <a:gd name="T44" fmla="*/ 1018 w 1097"/>
                  <a:gd name="T45" fmla="*/ 832 h 866"/>
                  <a:gd name="T46" fmla="*/ 1059 w 1097"/>
                  <a:gd name="T47" fmla="*/ 751 h 866"/>
                  <a:gd name="T48" fmla="*/ 1085 w 1097"/>
                  <a:gd name="T49" fmla="*/ 664 h 866"/>
                  <a:gd name="T50" fmla="*/ 1097 w 1097"/>
                  <a:gd name="T51" fmla="*/ 574 h 866"/>
                  <a:gd name="T52" fmla="*/ 1093 w 1097"/>
                  <a:gd name="T53" fmla="*/ 484 h 866"/>
                  <a:gd name="T54" fmla="*/ 36 w 1097"/>
                  <a:gd name="T55" fmla="*/ 488 h 866"/>
                  <a:gd name="T56" fmla="*/ 53 w 1097"/>
                  <a:gd name="T57" fmla="*/ 405 h 866"/>
                  <a:gd name="T58" fmla="*/ 84 w 1097"/>
                  <a:gd name="T59" fmla="*/ 325 h 866"/>
                  <a:gd name="T60" fmla="*/ 127 w 1097"/>
                  <a:gd name="T61" fmla="*/ 252 h 866"/>
                  <a:gd name="T62" fmla="*/ 182 w 1097"/>
                  <a:gd name="T63" fmla="*/ 187 h 866"/>
                  <a:gd name="T64" fmla="*/ 247 w 1097"/>
                  <a:gd name="T65" fmla="*/ 131 h 866"/>
                  <a:gd name="T66" fmla="*/ 320 w 1097"/>
                  <a:gd name="T67" fmla="*/ 87 h 866"/>
                  <a:gd name="T68" fmla="*/ 399 w 1097"/>
                  <a:gd name="T69" fmla="*/ 56 h 866"/>
                  <a:gd name="T70" fmla="*/ 482 w 1097"/>
                  <a:gd name="T71" fmla="*/ 38 h 866"/>
                  <a:gd name="T72" fmla="*/ 567 w 1097"/>
                  <a:gd name="T73" fmla="*/ 34 h 866"/>
                  <a:gd name="T74" fmla="*/ 652 w 1097"/>
                  <a:gd name="T75" fmla="*/ 44 h 866"/>
                  <a:gd name="T76" fmla="*/ 734 w 1097"/>
                  <a:gd name="T77" fmla="*/ 68 h 866"/>
                  <a:gd name="T78" fmla="*/ 810 w 1097"/>
                  <a:gd name="T79" fmla="*/ 106 h 866"/>
                  <a:gd name="T80" fmla="*/ 880 w 1097"/>
                  <a:gd name="T81" fmla="*/ 155 h 866"/>
                  <a:gd name="T82" fmla="*/ 990 w 1097"/>
                  <a:gd name="T83" fmla="*/ 284 h 866"/>
                  <a:gd name="T84" fmla="*/ 940 w 1097"/>
                  <a:gd name="T85" fmla="*/ 215 h 866"/>
                  <a:gd name="T86" fmla="*/ 1028 w 1097"/>
                  <a:gd name="T87" fmla="*/ 360 h 866"/>
                  <a:gd name="T88" fmla="*/ 1052 w 1097"/>
                  <a:gd name="T89" fmla="*/ 442 h 866"/>
                  <a:gd name="T90" fmla="*/ 13 w 1097"/>
                  <a:gd name="T91" fmla="*/ 673 h 866"/>
                  <a:gd name="T92" fmla="*/ 41 w 1097"/>
                  <a:gd name="T93" fmla="*/ 759 h 866"/>
                  <a:gd name="T94" fmla="*/ 83 w 1097"/>
                  <a:gd name="T95" fmla="*/ 840 h 866"/>
                  <a:gd name="T96" fmla="*/ 1002 w 1097"/>
                  <a:gd name="T97" fmla="*/ 858 h 866"/>
                  <a:gd name="T98" fmla="*/ 1047 w 1097"/>
                  <a:gd name="T99" fmla="*/ 779 h 866"/>
                  <a:gd name="T100" fmla="*/ 1078 w 1097"/>
                  <a:gd name="T101" fmla="*/ 694 h 866"/>
                  <a:gd name="T102" fmla="*/ 1094 w 1097"/>
                  <a:gd name="T103" fmla="*/ 605 h 866"/>
                  <a:gd name="T104" fmla="*/ 1096 w 1097"/>
                  <a:gd name="T105" fmla="*/ 51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7" h="866">
                    <a:moveTo>
                      <a:pt x="33" y="574"/>
                    </a:moveTo>
                    <a:cubicBezTo>
                      <a:pt x="0" y="575"/>
                      <a:pt x="0" y="575"/>
                      <a:pt x="0" y="575"/>
                    </a:cubicBezTo>
                    <a:cubicBezTo>
                      <a:pt x="0" y="584"/>
                      <a:pt x="0" y="584"/>
                      <a:pt x="0" y="584"/>
                    </a:cubicBezTo>
                    <a:cubicBezTo>
                      <a:pt x="34" y="583"/>
                      <a:pt x="34" y="583"/>
                      <a:pt x="34" y="583"/>
                    </a:cubicBezTo>
                    <a:cubicBezTo>
                      <a:pt x="34" y="580"/>
                      <a:pt x="34" y="577"/>
                      <a:pt x="33" y="574"/>
                    </a:cubicBezTo>
                    <a:close/>
                    <a:moveTo>
                      <a:pt x="36" y="602"/>
                    </a:moveTo>
                    <a:cubicBezTo>
                      <a:pt x="2" y="606"/>
                      <a:pt x="2" y="606"/>
                      <a:pt x="2" y="606"/>
                    </a:cubicBezTo>
                    <a:cubicBezTo>
                      <a:pt x="3" y="615"/>
                      <a:pt x="3" y="615"/>
                      <a:pt x="3" y="615"/>
                    </a:cubicBezTo>
                    <a:cubicBezTo>
                      <a:pt x="37" y="611"/>
                      <a:pt x="37" y="611"/>
                      <a:pt x="37" y="611"/>
                    </a:cubicBezTo>
                    <a:cubicBezTo>
                      <a:pt x="36" y="608"/>
                      <a:pt x="36" y="605"/>
                      <a:pt x="36" y="602"/>
                    </a:cubicBezTo>
                    <a:close/>
                    <a:moveTo>
                      <a:pt x="34" y="517"/>
                    </a:moveTo>
                    <a:cubicBezTo>
                      <a:pt x="0" y="515"/>
                      <a:pt x="0" y="515"/>
                      <a:pt x="0" y="515"/>
                    </a:cubicBezTo>
                    <a:cubicBezTo>
                      <a:pt x="0" y="524"/>
                      <a:pt x="0" y="524"/>
                      <a:pt x="0" y="524"/>
                    </a:cubicBezTo>
                    <a:cubicBezTo>
                      <a:pt x="33" y="526"/>
                      <a:pt x="33" y="526"/>
                      <a:pt x="33" y="526"/>
                    </a:cubicBezTo>
                    <a:cubicBezTo>
                      <a:pt x="34" y="523"/>
                      <a:pt x="34" y="520"/>
                      <a:pt x="34" y="517"/>
                    </a:cubicBezTo>
                    <a:close/>
                    <a:moveTo>
                      <a:pt x="46" y="433"/>
                    </a:moveTo>
                    <a:cubicBezTo>
                      <a:pt x="13" y="425"/>
                      <a:pt x="13" y="425"/>
                      <a:pt x="13" y="425"/>
                    </a:cubicBezTo>
                    <a:cubicBezTo>
                      <a:pt x="11" y="434"/>
                      <a:pt x="11" y="434"/>
                      <a:pt x="11" y="434"/>
                    </a:cubicBezTo>
                    <a:cubicBezTo>
                      <a:pt x="44" y="442"/>
                      <a:pt x="44" y="442"/>
                      <a:pt x="44" y="442"/>
                    </a:cubicBezTo>
                    <a:cubicBezTo>
                      <a:pt x="45" y="439"/>
                      <a:pt x="45" y="436"/>
                      <a:pt x="46" y="433"/>
                    </a:cubicBezTo>
                    <a:close/>
                    <a:moveTo>
                      <a:pt x="72" y="352"/>
                    </a:moveTo>
                    <a:cubicBezTo>
                      <a:pt x="41" y="339"/>
                      <a:pt x="41" y="339"/>
                      <a:pt x="41" y="339"/>
                    </a:cubicBezTo>
                    <a:cubicBezTo>
                      <a:pt x="38" y="347"/>
                      <a:pt x="38" y="347"/>
                      <a:pt x="38" y="347"/>
                    </a:cubicBezTo>
                    <a:cubicBezTo>
                      <a:pt x="69" y="360"/>
                      <a:pt x="69" y="360"/>
                      <a:pt x="69" y="360"/>
                    </a:cubicBezTo>
                    <a:cubicBezTo>
                      <a:pt x="70" y="357"/>
                      <a:pt x="71" y="354"/>
                      <a:pt x="72" y="352"/>
                    </a:cubicBezTo>
                    <a:close/>
                    <a:moveTo>
                      <a:pt x="111" y="276"/>
                    </a:moveTo>
                    <a:cubicBezTo>
                      <a:pt x="83" y="258"/>
                      <a:pt x="83" y="258"/>
                      <a:pt x="83" y="258"/>
                    </a:cubicBezTo>
                    <a:cubicBezTo>
                      <a:pt x="78" y="266"/>
                      <a:pt x="78" y="266"/>
                      <a:pt x="78" y="266"/>
                    </a:cubicBezTo>
                    <a:cubicBezTo>
                      <a:pt x="107" y="284"/>
                      <a:pt x="107" y="284"/>
                      <a:pt x="107" y="284"/>
                    </a:cubicBezTo>
                    <a:cubicBezTo>
                      <a:pt x="108" y="281"/>
                      <a:pt x="110" y="279"/>
                      <a:pt x="111" y="276"/>
                    </a:cubicBezTo>
                    <a:close/>
                    <a:moveTo>
                      <a:pt x="162" y="208"/>
                    </a:moveTo>
                    <a:cubicBezTo>
                      <a:pt x="137" y="186"/>
                      <a:pt x="137" y="186"/>
                      <a:pt x="137" y="186"/>
                    </a:cubicBezTo>
                    <a:cubicBezTo>
                      <a:pt x="131" y="193"/>
                      <a:pt x="131" y="193"/>
                      <a:pt x="131" y="193"/>
                    </a:cubicBezTo>
                    <a:cubicBezTo>
                      <a:pt x="156" y="215"/>
                      <a:pt x="156" y="215"/>
                      <a:pt x="156" y="215"/>
                    </a:cubicBezTo>
                    <a:cubicBezTo>
                      <a:pt x="158" y="212"/>
                      <a:pt x="160" y="210"/>
                      <a:pt x="162" y="208"/>
                    </a:cubicBezTo>
                    <a:close/>
                    <a:moveTo>
                      <a:pt x="224" y="149"/>
                    </a:moveTo>
                    <a:cubicBezTo>
                      <a:pt x="202" y="123"/>
                      <a:pt x="202" y="123"/>
                      <a:pt x="202" y="123"/>
                    </a:cubicBezTo>
                    <a:cubicBezTo>
                      <a:pt x="196" y="129"/>
                      <a:pt x="196" y="129"/>
                      <a:pt x="196" y="129"/>
                    </a:cubicBezTo>
                    <a:cubicBezTo>
                      <a:pt x="217" y="155"/>
                      <a:pt x="217" y="155"/>
                      <a:pt x="217" y="155"/>
                    </a:cubicBezTo>
                    <a:cubicBezTo>
                      <a:pt x="219" y="153"/>
                      <a:pt x="222" y="151"/>
                      <a:pt x="224" y="149"/>
                    </a:cubicBezTo>
                    <a:close/>
                    <a:moveTo>
                      <a:pt x="294" y="101"/>
                    </a:moveTo>
                    <a:cubicBezTo>
                      <a:pt x="277" y="72"/>
                      <a:pt x="277" y="72"/>
                      <a:pt x="277" y="72"/>
                    </a:cubicBezTo>
                    <a:cubicBezTo>
                      <a:pt x="270" y="76"/>
                      <a:pt x="270" y="76"/>
                      <a:pt x="270" y="76"/>
                    </a:cubicBezTo>
                    <a:cubicBezTo>
                      <a:pt x="286" y="105"/>
                      <a:pt x="286" y="105"/>
                      <a:pt x="286" y="105"/>
                    </a:cubicBezTo>
                    <a:cubicBezTo>
                      <a:pt x="289" y="104"/>
                      <a:pt x="292" y="102"/>
                      <a:pt x="294" y="101"/>
                    </a:cubicBezTo>
                    <a:close/>
                    <a:moveTo>
                      <a:pt x="372" y="65"/>
                    </a:moveTo>
                    <a:cubicBezTo>
                      <a:pt x="360" y="34"/>
                      <a:pt x="360" y="34"/>
                      <a:pt x="360" y="34"/>
                    </a:cubicBezTo>
                    <a:cubicBezTo>
                      <a:pt x="351" y="37"/>
                      <a:pt x="351" y="37"/>
                      <a:pt x="351" y="37"/>
                    </a:cubicBezTo>
                    <a:cubicBezTo>
                      <a:pt x="363" y="68"/>
                      <a:pt x="363" y="68"/>
                      <a:pt x="363" y="68"/>
                    </a:cubicBezTo>
                    <a:cubicBezTo>
                      <a:pt x="366" y="67"/>
                      <a:pt x="369" y="66"/>
                      <a:pt x="372" y="65"/>
                    </a:cubicBezTo>
                    <a:close/>
                    <a:moveTo>
                      <a:pt x="454" y="43"/>
                    </a:moveTo>
                    <a:cubicBezTo>
                      <a:pt x="447" y="10"/>
                      <a:pt x="447" y="10"/>
                      <a:pt x="447" y="10"/>
                    </a:cubicBezTo>
                    <a:cubicBezTo>
                      <a:pt x="438" y="11"/>
                      <a:pt x="438" y="11"/>
                      <a:pt x="438" y="11"/>
                    </a:cubicBezTo>
                    <a:cubicBezTo>
                      <a:pt x="445" y="44"/>
                      <a:pt x="445" y="44"/>
                      <a:pt x="445" y="44"/>
                    </a:cubicBezTo>
                    <a:cubicBezTo>
                      <a:pt x="448" y="44"/>
                      <a:pt x="451" y="43"/>
                      <a:pt x="454" y="43"/>
                    </a:cubicBezTo>
                    <a:close/>
                    <a:moveTo>
                      <a:pt x="539" y="34"/>
                    </a:moveTo>
                    <a:cubicBezTo>
                      <a:pt x="538" y="0"/>
                      <a:pt x="538" y="0"/>
                      <a:pt x="538" y="0"/>
                    </a:cubicBezTo>
                    <a:cubicBezTo>
                      <a:pt x="529" y="1"/>
                      <a:pt x="529" y="1"/>
                      <a:pt x="529" y="1"/>
                    </a:cubicBezTo>
                    <a:cubicBezTo>
                      <a:pt x="529" y="34"/>
                      <a:pt x="529" y="34"/>
                      <a:pt x="529" y="34"/>
                    </a:cubicBezTo>
                    <a:cubicBezTo>
                      <a:pt x="532" y="34"/>
                      <a:pt x="535" y="34"/>
                      <a:pt x="539" y="34"/>
                    </a:cubicBezTo>
                    <a:close/>
                    <a:moveTo>
                      <a:pt x="624" y="39"/>
                    </a:moveTo>
                    <a:cubicBezTo>
                      <a:pt x="628" y="6"/>
                      <a:pt x="628" y="6"/>
                      <a:pt x="628" y="6"/>
                    </a:cubicBezTo>
                    <a:cubicBezTo>
                      <a:pt x="619" y="5"/>
                      <a:pt x="619" y="5"/>
                      <a:pt x="619" y="5"/>
                    </a:cubicBezTo>
                    <a:cubicBezTo>
                      <a:pt x="615" y="38"/>
                      <a:pt x="615" y="38"/>
                      <a:pt x="615" y="38"/>
                    </a:cubicBezTo>
                    <a:cubicBezTo>
                      <a:pt x="618" y="39"/>
                      <a:pt x="621" y="39"/>
                      <a:pt x="624" y="39"/>
                    </a:cubicBezTo>
                    <a:close/>
                    <a:moveTo>
                      <a:pt x="707" y="59"/>
                    </a:moveTo>
                    <a:cubicBezTo>
                      <a:pt x="717" y="27"/>
                      <a:pt x="717" y="27"/>
                      <a:pt x="717" y="27"/>
                    </a:cubicBezTo>
                    <a:cubicBezTo>
                      <a:pt x="708" y="24"/>
                      <a:pt x="708" y="24"/>
                      <a:pt x="708" y="24"/>
                    </a:cubicBezTo>
                    <a:cubicBezTo>
                      <a:pt x="698" y="56"/>
                      <a:pt x="698" y="56"/>
                      <a:pt x="698" y="56"/>
                    </a:cubicBezTo>
                    <a:cubicBezTo>
                      <a:pt x="701" y="57"/>
                      <a:pt x="704" y="58"/>
                      <a:pt x="707" y="59"/>
                    </a:cubicBezTo>
                    <a:close/>
                    <a:moveTo>
                      <a:pt x="785" y="92"/>
                    </a:moveTo>
                    <a:cubicBezTo>
                      <a:pt x="800" y="62"/>
                      <a:pt x="800" y="62"/>
                      <a:pt x="800" y="62"/>
                    </a:cubicBezTo>
                    <a:cubicBezTo>
                      <a:pt x="792" y="58"/>
                      <a:pt x="792" y="58"/>
                      <a:pt x="792" y="58"/>
                    </a:cubicBezTo>
                    <a:cubicBezTo>
                      <a:pt x="777" y="87"/>
                      <a:pt x="777" y="87"/>
                      <a:pt x="777" y="87"/>
                    </a:cubicBezTo>
                    <a:cubicBezTo>
                      <a:pt x="780" y="89"/>
                      <a:pt x="782" y="90"/>
                      <a:pt x="785" y="92"/>
                    </a:cubicBezTo>
                    <a:close/>
                    <a:moveTo>
                      <a:pt x="857" y="137"/>
                    </a:moveTo>
                    <a:cubicBezTo>
                      <a:pt x="877" y="110"/>
                      <a:pt x="877" y="110"/>
                      <a:pt x="877" y="110"/>
                    </a:cubicBezTo>
                    <a:cubicBezTo>
                      <a:pt x="870" y="104"/>
                      <a:pt x="870" y="104"/>
                      <a:pt x="870" y="104"/>
                    </a:cubicBezTo>
                    <a:cubicBezTo>
                      <a:pt x="850" y="132"/>
                      <a:pt x="850" y="132"/>
                      <a:pt x="850" y="132"/>
                    </a:cubicBezTo>
                    <a:cubicBezTo>
                      <a:pt x="852" y="133"/>
                      <a:pt x="855" y="135"/>
                      <a:pt x="857" y="137"/>
                    </a:cubicBezTo>
                    <a:close/>
                    <a:moveTo>
                      <a:pt x="975" y="260"/>
                    </a:moveTo>
                    <a:cubicBezTo>
                      <a:pt x="1002" y="241"/>
                      <a:pt x="1002" y="241"/>
                      <a:pt x="1002" y="241"/>
                    </a:cubicBezTo>
                    <a:cubicBezTo>
                      <a:pt x="997" y="233"/>
                      <a:pt x="997" y="233"/>
                      <a:pt x="997" y="233"/>
                    </a:cubicBezTo>
                    <a:cubicBezTo>
                      <a:pt x="969" y="252"/>
                      <a:pt x="969" y="252"/>
                      <a:pt x="969" y="252"/>
                    </a:cubicBezTo>
                    <a:cubicBezTo>
                      <a:pt x="971" y="255"/>
                      <a:pt x="973" y="257"/>
                      <a:pt x="975" y="260"/>
                    </a:cubicBezTo>
                    <a:close/>
                    <a:moveTo>
                      <a:pt x="921" y="193"/>
                    </a:moveTo>
                    <a:cubicBezTo>
                      <a:pt x="945" y="170"/>
                      <a:pt x="945" y="170"/>
                      <a:pt x="945" y="170"/>
                    </a:cubicBezTo>
                    <a:cubicBezTo>
                      <a:pt x="939" y="164"/>
                      <a:pt x="939" y="164"/>
                      <a:pt x="939" y="164"/>
                    </a:cubicBezTo>
                    <a:cubicBezTo>
                      <a:pt x="915" y="187"/>
                      <a:pt x="915" y="187"/>
                      <a:pt x="915" y="187"/>
                    </a:cubicBezTo>
                    <a:cubicBezTo>
                      <a:pt x="917" y="189"/>
                      <a:pt x="919" y="191"/>
                      <a:pt x="921" y="193"/>
                    </a:cubicBezTo>
                    <a:close/>
                    <a:moveTo>
                      <a:pt x="1016" y="334"/>
                    </a:moveTo>
                    <a:cubicBezTo>
                      <a:pt x="1047" y="320"/>
                      <a:pt x="1047" y="320"/>
                      <a:pt x="1047" y="320"/>
                    </a:cubicBezTo>
                    <a:cubicBezTo>
                      <a:pt x="1043" y="311"/>
                      <a:pt x="1043" y="311"/>
                      <a:pt x="1043" y="311"/>
                    </a:cubicBezTo>
                    <a:cubicBezTo>
                      <a:pt x="1013" y="326"/>
                      <a:pt x="1013" y="326"/>
                      <a:pt x="1013" y="326"/>
                    </a:cubicBezTo>
                    <a:cubicBezTo>
                      <a:pt x="1014" y="328"/>
                      <a:pt x="1015" y="331"/>
                      <a:pt x="1016" y="334"/>
                    </a:cubicBezTo>
                    <a:close/>
                    <a:moveTo>
                      <a:pt x="1046" y="414"/>
                    </a:moveTo>
                    <a:cubicBezTo>
                      <a:pt x="1078" y="405"/>
                      <a:pt x="1078" y="405"/>
                      <a:pt x="1078" y="405"/>
                    </a:cubicBezTo>
                    <a:cubicBezTo>
                      <a:pt x="1075" y="396"/>
                      <a:pt x="1075" y="396"/>
                      <a:pt x="1075" y="396"/>
                    </a:cubicBezTo>
                    <a:cubicBezTo>
                      <a:pt x="1043" y="405"/>
                      <a:pt x="1043" y="405"/>
                      <a:pt x="1043" y="405"/>
                    </a:cubicBezTo>
                    <a:cubicBezTo>
                      <a:pt x="1044" y="408"/>
                      <a:pt x="1045" y="411"/>
                      <a:pt x="1046" y="414"/>
                    </a:cubicBezTo>
                    <a:close/>
                    <a:moveTo>
                      <a:pt x="21" y="702"/>
                    </a:moveTo>
                    <a:cubicBezTo>
                      <a:pt x="53" y="693"/>
                      <a:pt x="53" y="693"/>
                      <a:pt x="53" y="693"/>
                    </a:cubicBezTo>
                    <a:cubicBezTo>
                      <a:pt x="52" y="690"/>
                      <a:pt x="52" y="688"/>
                      <a:pt x="51" y="685"/>
                    </a:cubicBezTo>
                    <a:cubicBezTo>
                      <a:pt x="19" y="694"/>
                      <a:pt x="19" y="694"/>
                      <a:pt x="19" y="694"/>
                    </a:cubicBezTo>
                    <a:cubicBezTo>
                      <a:pt x="21" y="702"/>
                      <a:pt x="21" y="702"/>
                      <a:pt x="21" y="702"/>
                    </a:cubicBezTo>
                    <a:close/>
                    <a:moveTo>
                      <a:pt x="54" y="787"/>
                    </a:moveTo>
                    <a:cubicBezTo>
                      <a:pt x="84" y="773"/>
                      <a:pt x="84" y="773"/>
                      <a:pt x="84" y="773"/>
                    </a:cubicBezTo>
                    <a:cubicBezTo>
                      <a:pt x="82" y="770"/>
                      <a:pt x="81" y="767"/>
                      <a:pt x="80" y="765"/>
                    </a:cubicBezTo>
                    <a:cubicBezTo>
                      <a:pt x="50" y="779"/>
                      <a:pt x="50" y="779"/>
                      <a:pt x="50" y="779"/>
                    </a:cubicBezTo>
                    <a:cubicBezTo>
                      <a:pt x="54" y="787"/>
                      <a:pt x="54" y="787"/>
                      <a:pt x="54" y="787"/>
                    </a:cubicBezTo>
                    <a:close/>
                    <a:moveTo>
                      <a:pt x="1018" y="832"/>
                    </a:moveTo>
                    <a:cubicBezTo>
                      <a:pt x="990" y="815"/>
                      <a:pt x="990" y="815"/>
                      <a:pt x="990" y="815"/>
                    </a:cubicBezTo>
                    <a:cubicBezTo>
                      <a:pt x="988" y="818"/>
                      <a:pt x="987" y="820"/>
                      <a:pt x="985" y="823"/>
                    </a:cubicBezTo>
                    <a:cubicBezTo>
                      <a:pt x="1014" y="840"/>
                      <a:pt x="1014" y="840"/>
                      <a:pt x="1014" y="840"/>
                    </a:cubicBezTo>
                    <a:cubicBezTo>
                      <a:pt x="1018" y="832"/>
                      <a:pt x="1018" y="832"/>
                      <a:pt x="1018" y="832"/>
                    </a:cubicBezTo>
                    <a:close/>
                    <a:moveTo>
                      <a:pt x="1059" y="751"/>
                    </a:moveTo>
                    <a:cubicBezTo>
                      <a:pt x="1028" y="739"/>
                      <a:pt x="1028" y="739"/>
                      <a:pt x="1028" y="739"/>
                    </a:cubicBezTo>
                    <a:cubicBezTo>
                      <a:pt x="1027" y="741"/>
                      <a:pt x="1025" y="744"/>
                      <a:pt x="1024" y="747"/>
                    </a:cubicBezTo>
                    <a:cubicBezTo>
                      <a:pt x="1055" y="760"/>
                      <a:pt x="1055" y="760"/>
                      <a:pt x="1055" y="760"/>
                    </a:cubicBezTo>
                    <a:cubicBezTo>
                      <a:pt x="1059" y="751"/>
                      <a:pt x="1059" y="751"/>
                      <a:pt x="1059" y="751"/>
                    </a:cubicBezTo>
                    <a:close/>
                    <a:moveTo>
                      <a:pt x="1085" y="664"/>
                    </a:moveTo>
                    <a:cubicBezTo>
                      <a:pt x="1052" y="657"/>
                      <a:pt x="1052" y="657"/>
                      <a:pt x="1052" y="657"/>
                    </a:cubicBezTo>
                    <a:cubicBezTo>
                      <a:pt x="1052" y="660"/>
                      <a:pt x="1051" y="663"/>
                      <a:pt x="1050" y="666"/>
                    </a:cubicBezTo>
                    <a:cubicBezTo>
                      <a:pt x="1083" y="673"/>
                      <a:pt x="1083" y="673"/>
                      <a:pt x="1083" y="673"/>
                    </a:cubicBezTo>
                    <a:cubicBezTo>
                      <a:pt x="1085" y="664"/>
                      <a:pt x="1085" y="664"/>
                      <a:pt x="1085" y="664"/>
                    </a:cubicBezTo>
                    <a:close/>
                    <a:moveTo>
                      <a:pt x="1097" y="574"/>
                    </a:moveTo>
                    <a:cubicBezTo>
                      <a:pt x="1063" y="572"/>
                      <a:pt x="1063" y="572"/>
                      <a:pt x="1063" y="572"/>
                    </a:cubicBezTo>
                    <a:cubicBezTo>
                      <a:pt x="1063" y="576"/>
                      <a:pt x="1063" y="579"/>
                      <a:pt x="1063" y="582"/>
                    </a:cubicBezTo>
                    <a:cubicBezTo>
                      <a:pt x="1096" y="583"/>
                      <a:pt x="1096" y="583"/>
                      <a:pt x="1096" y="583"/>
                    </a:cubicBezTo>
                    <a:cubicBezTo>
                      <a:pt x="1097" y="574"/>
                      <a:pt x="1097" y="574"/>
                      <a:pt x="1097" y="574"/>
                    </a:cubicBezTo>
                    <a:close/>
                    <a:moveTo>
                      <a:pt x="1093" y="484"/>
                    </a:moveTo>
                    <a:cubicBezTo>
                      <a:pt x="1060" y="487"/>
                      <a:pt x="1060" y="487"/>
                      <a:pt x="1060" y="487"/>
                    </a:cubicBezTo>
                    <a:cubicBezTo>
                      <a:pt x="1060" y="490"/>
                      <a:pt x="1061" y="493"/>
                      <a:pt x="1061" y="496"/>
                    </a:cubicBezTo>
                    <a:cubicBezTo>
                      <a:pt x="1094" y="493"/>
                      <a:pt x="1094" y="493"/>
                      <a:pt x="1094" y="493"/>
                    </a:cubicBezTo>
                    <a:cubicBezTo>
                      <a:pt x="1093" y="484"/>
                      <a:pt x="1093" y="484"/>
                      <a:pt x="1093" y="484"/>
                    </a:cubicBezTo>
                    <a:close/>
                    <a:moveTo>
                      <a:pt x="36" y="488"/>
                    </a:moveTo>
                    <a:cubicBezTo>
                      <a:pt x="3" y="485"/>
                      <a:pt x="3" y="485"/>
                      <a:pt x="3" y="485"/>
                    </a:cubicBezTo>
                    <a:cubicBezTo>
                      <a:pt x="2" y="494"/>
                      <a:pt x="2" y="494"/>
                      <a:pt x="2" y="494"/>
                    </a:cubicBezTo>
                    <a:cubicBezTo>
                      <a:pt x="35" y="497"/>
                      <a:pt x="35" y="497"/>
                      <a:pt x="35" y="497"/>
                    </a:cubicBezTo>
                    <a:cubicBezTo>
                      <a:pt x="36" y="494"/>
                      <a:pt x="36" y="491"/>
                      <a:pt x="36" y="488"/>
                    </a:cubicBezTo>
                    <a:close/>
                    <a:moveTo>
                      <a:pt x="53" y="405"/>
                    </a:moveTo>
                    <a:cubicBezTo>
                      <a:pt x="21" y="396"/>
                      <a:pt x="21" y="396"/>
                      <a:pt x="21" y="396"/>
                    </a:cubicBezTo>
                    <a:cubicBezTo>
                      <a:pt x="19" y="405"/>
                      <a:pt x="19" y="405"/>
                      <a:pt x="19" y="405"/>
                    </a:cubicBezTo>
                    <a:cubicBezTo>
                      <a:pt x="51" y="414"/>
                      <a:pt x="51" y="414"/>
                      <a:pt x="51" y="414"/>
                    </a:cubicBezTo>
                    <a:cubicBezTo>
                      <a:pt x="52" y="411"/>
                      <a:pt x="53" y="408"/>
                      <a:pt x="53" y="405"/>
                    </a:cubicBezTo>
                    <a:close/>
                    <a:moveTo>
                      <a:pt x="84" y="325"/>
                    </a:moveTo>
                    <a:cubicBezTo>
                      <a:pt x="54" y="311"/>
                      <a:pt x="54" y="311"/>
                      <a:pt x="54" y="311"/>
                    </a:cubicBezTo>
                    <a:cubicBezTo>
                      <a:pt x="50" y="319"/>
                      <a:pt x="50" y="319"/>
                      <a:pt x="50" y="319"/>
                    </a:cubicBezTo>
                    <a:cubicBezTo>
                      <a:pt x="80" y="334"/>
                      <a:pt x="80" y="334"/>
                      <a:pt x="80" y="334"/>
                    </a:cubicBezTo>
                    <a:cubicBezTo>
                      <a:pt x="81" y="331"/>
                      <a:pt x="83" y="328"/>
                      <a:pt x="84" y="325"/>
                    </a:cubicBezTo>
                    <a:close/>
                    <a:moveTo>
                      <a:pt x="127" y="252"/>
                    </a:moveTo>
                    <a:cubicBezTo>
                      <a:pt x="125" y="254"/>
                      <a:pt x="124" y="257"/>
                      <a:pt x="122" y="259"/>
                    </a:cubicBezTo>
                    <a:cubicBezTo>
                      <a:pt x="95" y="240"/>
                      <a:pt x="95" y="240"/>
                      <a:pt x="95" y="240"/>
                    </a:cubicBezTo>
                    <a:cubicBezTo>
                      <a:pt x="100" y="233"/>
                      <a:pt x="100" y="233"/>
                      <a:pt x="100" y="233"/>
                    </a:cubicBezTo>
                    <a:cubicBezTo>
                      <a:pt x="127" y="252"/>
                      <a:pt x="127" y="252"/>
                      <a:pt x="127" y="252"/>
                    </a:cubicBezTo>
                    <a:close/>
                    <a:moveTo>
                      <a:pt x="182" y="187"/>
                    </a:moveTo>
                    <a:cubicBezTo>
                      <a:pt x="180" y="189"/>
                      <a:pt x="178" y="191"/>
                      <a:pt x="176" y="193"/>
                    </a:cubicBezTo>
                    <a:cubicBezTo>
                      <a:pt x="152" y="170"/>
                      <a:pt x="152" y="170"/>
                      <a:pt x="152" y="170"/>
                    </a:cubicBezTo>
                    <a:cubicBezTo>
                      <a:pt x="158" y="163"/>
                      <a:pt x="158" y="163"/>
                      <a:pt x="158" y="163"/>
                    </a:cubicBezTo>
                    <a:cubicBezTo>
                      <a:pt x="182" y="187"/>
                      <a:pt x="182" y="187"/>
                      <a:pt x="182" y="187"/>
                    </a:cubicBezTo>
                    <a:close/>
                    <a:moveTo>
                      <a:pt x="247" y="131"/>
                    </a:moveTo>
                    <a:cubicBezTo>
                      <a:pt x="244" y="133"/>
                      <a:pt x="242" y="135"/>
                      <a:pt x="239" y="137"/>
                    </a:cubicBezTo>
                    <a:cubicBezTo>
                      <a:pt x="220" y="110"/>
                      <a:pt x="220" y="110"/>
                      <a:pt x="220" y="110"/>
                    </a:cubicBezTo>
                    <a:cubicBezTo>
                      <a:pt x="227" y="104"/>
                      <a:pt x="227" y="104"/>
                      <a:pt x="227" y="104"/>
                    </a:cubicBezTo>
                    <a:cubicBezTo>
                      <a:pt x="247" y="131"/>
                      <a:pt x="247" y="131"/>
                      <a:pt x="247" y="131"/>
                    </a:cubicBezTo>
                    <a:close/>
                    <a:moveTo>
                      <a:pt x="320" y="87"/>
                    </a:moveTo>
                    <a:cubicBezTo>
                      <a:pt x="305" y="57"/>
                      <a:pt x="305" y="57"/>
                      <a:pt x="305" y="57"/>
                    </a:cubicBezTo>
                    <a:cubicBezTo>
                      <a:pt x="296" y="62"/>
                      <a:pt x="296" y="62"/>
                      <a:pt x="296" y="62"/>
                    </a:cubicBezTo>
                    <a:cubicBezTo>
                      <a:pt x="312" y="91"/>
                      <a:pt x="312" y="91"/>
                      <a:pt x="312" y="91"/>
                    </a:cubicBezTo>
                    <a:cubicBezTo>
                      <a:pt x="314" y="90"/>
                      <a:pt x="317" y="89"/>
                      <a:pt x="320" y="87"/>
                    </a:cubicBezTo>
                    <a:close/>
                    <a:moveTo>
                      <a:pt x="399" y="56"/>
                    </a:moveTo>
                    <a:cubicBezTo>
                      <a:pt x="389" y="24"/>
                      <a:pt x="389" y="24"/>
                      <a:pt x="389" y="24"/>
                    </a:cubicBezTo>
                    <a:cubicBezTo>
                      <a:pt x="380" y="27"/>
                      <a:pt x="380" y="27"/>
                      <a:pt x="380" y="27"/>
                    </a:cubicBezTo>
                    <a:cubicBezTo>
                      <a:pt x="390" y="59"/>
                      <a:pt x="390" y="59"/>
                      <a:pt x="390" y="59"/>
                    </a:cubicBezTo>
                    <a:cubicBezTo>
                      <a:pt x="393" y="58"/>
                      <a:pt x="396" y="57"/>
                      <a:pt x="399" y="56"/>
                    </a:cubicBezTo>
                    <a:close/>
                    <a:moveTo>
                      <a:pt x="482" y="38"/>
                    </a:moveTo>
                    <a:cubicBezTo>
                      <a:pt x="478" y="5"/>
                      <a:pt x="478" y="5"/>
                      <a:pt x="478" y="5"/>
                    </a:cubicBezTo>
                    <a:cubicBezTo>
                      <a:pt x="469" y="6"/>
                      <a:pt x="469" y="6"/>
                      <a:pt x="469" y="6"/>
                    </a:cubicBezTo>
                    <a:cubicBezTo>
                      <a:pt x="473" y="39"/>
                      <a:pt x="473" y="39"/>
                      <a:pt x="473" y="39"/>
                    </a:cubicBezTo>
                    <a:cubicBezTo>
                      <a:pt x="476" y="39"/>
                      <a:pt x="479" y="39"/>
                      <a:pt x="482" y="38"/>
                    </a:cubicBezTo>
                    <a:close/>
                    <a:moveTo>
                      <a:pt x="567" y="34"/>
                    </a:moveTo>
                    <a:cubicBezTo>
                      <a:pt x="568" y="1"/>
                      <a:pt x="568" y="1"/>
                      <a:pt x="568" y="1"/>
                    </a:cubicBezTo>
                    <a:cubicBezTo>
                      <a:pt x="559" y="0"/>
                      <a:pt x="559" y="0"/>
                      <a:pt x="559" y="0"/>
                    </a:cubicBezTo>
                    <a:cubicBezTo>
                      <a:pt x="558" y="34"/>
                      <a:pt x="558" y="34"/>
                      <a:pt x="558" y="34"/>
                    </a:cubicBezTo>
                    <a:cubicBezTo>
                      <a:pt x="561" y="34"/>
                      <a:pt x="564" y="34"/>
                      <a:pt x="567" y="34"/>
                    </a:cubicBezTo>
                    <a:close/>
                    <a:moveTo>
                      <a:pt x="652" y="44"/>
                    </a:moveTo>
                    <a:cubicBezTo>
                      <a:pt x="658" y="12"/>
                      <a:pt x="658" y="12"/>
                      <a:pt x="658" y="12"/>
                    </a:cubicBezTo>
                    <a:cubicBezTo>
                      <a:pt x="649" y="10"/>
                      <a:pt x="649" y="10"/>
                      <a:pt x="649" y="10"/>
                    </a:cubicBezTo>
                    <a:cubicBezTo>
                      <a:pt x="643" y="43"/>
                      <a:pt x="643" y="43"/>
                      <a:pt x="643" y="43"/>
                    </a:cubicBezTo>
                    <a:cubicBezTo>
                      <a:pt x="646" y="43"/>
                      <a:pt x="649" y="44"/>
                      <a:pt x="652" y="44"/>
                    </a:cubicBezTo>
                    <a:close/>
                    <a:moveTo>
                      <a:pt x="734" y="68"/>
                    </a:moveTo>
                    <a:cubicBezTo>
                      <a:pt x="745" y="37"/>
                      <a:pt x="745" y="37"/>
                      <a:pt x="745" y="37"/>
                    </a:cubicBezTo>
                    <a:cubicBezTo>
                      <a:pt x="737" y="34"/>
                      <a:pt x="737" y="34"/>
                      <a:pt x="737" y="34"/>
                    </a:cubicBezTo>
                    <a:cubicBezTo>
                      <a:pt x="725" y="65"/>
                      <a:pt x="725" y="65"/>
                      <a:pt x="725" y="65"/>
                    </a:cubicBezTo>
                    <a:cubicBezTo>
                      <a:pt x="728" y="66"/>
                      <a:pt x="731" y="67"/>
                      <a:pt x="734" y="68"/>
                    </a:cubicBezTo>
                    <a:close/>
                    <a:moveTo>
                      <a:pt x="810" y="106"/>
                    </a:moveTo>
                    <a:cubicBezTo>
                      <a:pt x="827" y="76"/>
                      <a:pt x="827" y="76"/>
                      <a:pt x="827" y="76"/>
                    </a:cubicBezTo>
                    <a:cubicBezTo>
                      <a:pt x="819" y="72"/>
                      <a:pt x="819" y="72"/>
                      <a:pt x="819" y="72"/>
                    </a:cubicBezTo>
                    <a:cubicBezTo>
                      <a:pt x="802" y="101"/>
                      <a:pt x="802" y="101"/>
                      <a:pt x="802" y="101"/>
                    </a:cubicBezTo>
                    <a:cubicBezTo>
                      <a:pt x="805" y="102"/>
                      <a:pt x="808" y="104"/>
                      <a:pt x="810" y="106"/>
                    </a:cubicBezTo>
                    <a:close/>
                    <a:moveTo>
                      <a:pt x="880" y="155"/>
                    </a:moveTo>
                    <a:cubicBezTo>
                      <a:pt x="877" y="153"/>
                      <a:pt x="875" y="151"/>
                      <a:pt x="873" y="149"/>
                    </a:cubicBezTo>
                    <a:cubicBezTo>
                      <a:pt x="894" y="123"/>
                      <a:pt x="894" y="123"/>
                      <a:pt x="894" y="123"/>
                    </a:cubicBezTo>
                    <a:cubicBezTo>
                      <a:pt x="901" y="129"/>
                      <a:pt x="901" y="129"/>
                      <a:pt x="901" y="129"/>
                    </a:cubicBezTo>
                    <a:cubicBezTo>
                      <a:pt x="880" y="155"/>
                      <a:pt x="880" y="155"/>
                      <a:pt x="880" y="155"/>
                    </a:cubicBezTo>
                    <a:close/>
                    <a:moveTo>
                      <a:pt x="990" y="284"/>
                    </a:moveTo>
                    <a:cubicBezTo>
                      <a:pt x="988" y="281"/>
                      <a:pt x="987" y="279"/>
                      <a:pt x="985" y="276"/>
                    </a:cubicBezTo>
                    <a:cubicBezTo>
                      <a:pt x="1014" y="259"/>
                      <a:pt x="1014" y="259"/>
                      <a:pt x="1014" y="259"/>
                    </a:cubicBezTo>
                    <a:cubicBezTo>
                      <a:pt x="1019" y="266"/>
                      <a:pt x="1019" y="266"/>
                      <a:pt x="1019" y="266"/>
                    </a:cubicBezTo>
                    <a:cubicBezTo>
                      <a:pt x="990" y="284"/>
                      <a:pt x="990" y="284"/>
                      <a:pt x="990" y="284"/>
                    </a:cubicBezTo>
                    <a:close/>
                    <a:moveTo>
                      <a:pt x="940" y="215"/>
                    </a:moveTo>
                    <a:cubicBezTo>
                      <a:pt x="938" y="213"/>
                      <a:pt x="936" y="210"/>
                      <a:pt x="934" y="208"/>
                    </a:cubicBezTo>
                    <a:cubicBezTo>
                      <a:pt x="960" y="186"/>
                      <a:pt x="960" y="186"/>
                      <a:pt x="960" y="186"/>
                    </a:cubicBezTo>
                    <a:cubicBezTo>
                      <a:pt x="966" y="193"/>
                      <a:pt x="966" y="193"/>
                      <a:pt x="966" y="193"/>
                    </a:cubicBezTo>
                    <a:cubicBezTo>
                      <a:pt x="940" y="215"/>
                      <a:pt x="940" y="215"/>
                      <a:pt x="940" y="215"/>
                    </a:cubicBezTo>
                    <a:close/>
                    <a:moveTo>
                      <a:pt x="1028" y="360"/>
                    </a:moveTo>
                    <a:cubicBezTo>
                      <a:pt x="1059" y="348"/>
                      <a:pt x="1059" y="348"/>
                      <a:pt x="1059" y="348"/>
                    </a:cubicBezTo>
                    <a:cubicBezTo>
                      <a:pt x="1055" y="339"/>
                      <a:pt x="1055" y="339"/>
                      <a:pt x="1055" y="339"/>
                    </a:cubicBezTo>
                    <a:cubicBezTo>
                      <a:pt x="1024" y="352"/>
                      <a:pt x="1024" y="352"/>
                      <a:pt x="1024" y="352"/>
                    </a:cubicBezTo>
                    <a:cubicBezTo>
                      <a:pt x="1026" y="355"/>
                      <a:pt x="1027" y="358"/>
                      <a:pt x="1028" y="360"/>
                    </a:cubicBezTo>
                    <a:close/>
                    <a:moveTo>
                      <a:pt x="1052" y="442"/>
                    </a:moveTo>
                    <a:cubicBezTo>
                      <a:pt x="1085" y="435"/>
                      <a:pt x="1085" y="435"/>
                      <a:pt x="1085" y="435"/>
                    </a:cubicBezTo>
                    <a:cubicBezTo>
                      <a:pt x="1083" y="426"/>
                      <a:pt x="1083" y="426"/>
                      <a:pt x="1083" y="426"/>
                    </a:cubicBezTo>
                    <a:cubicBezTo>
                      <a:pt x="1050" y="433"/>
                      <a:pt x="1050" y="433"/>
                      <a:pt x="1050" y="433"/>
                    </a:cubicBezTo>
                    <a:cubicBezTo>
                      <a:pt x="1051" y="436"/>
                      <a:pt x="1052" y="439"/>
                      <a:pt x="1052" y="442"/>
                    </a:cubicBezTo>
                    <a:close/>
                    <a:moveTo>
                      <a:pt x="13" y="673"/>
                    </a:moveTo>
                    <a:cubicBezTo>
                      <a:pt x="46" y="666"/>
                      <a:pt x="46" y="666"/>
                      <a:pt x="46" y="666"/>
                    </a:cubicBezTo>
                    <a:cubicBezTo>
                      <a:pt x="45" y="663"/>
                      <a:pt x="45" y="660"/>
                      <a:pt x="44" y="657"/>
                    </a:cubicBezTo>
                    <a:cubicBezTo>
                      <a:pt x="11" y="664"/>
                      <a:pt x="11" y="664"/>
                      <a:pt x="11" y="664"/>
                    </a:cubicBezTo>
                    <a:cubicBezTo>
                      <a:pt x="13" y="673"/>
                      <a:pt x="13" y="673"/>
                      <a:pt x="13" y="673"/>
                    </a:cubicBezTo>
                    <a:close/>
                    <a:moveTo>
                      <a:pt x="41" y="759"/>
                    </a:moveTo>
                    <a:cubicBezTo>
                      <a:pt x="72" y="747"/>
                      <a:pt x="72" y="747"/>
                      <a:pt x="72" y="747"/>
                    </a:cubicBezTo>
                    <a:cubicBezTo>
                      <a:pt x="71" y="744"/>
                      <a:pt x="70" y="741"/>
                      <a:pt x="69" y="738"/>
                    </a:cubicBezTo>
                    <a:cubicBezTo>
                      <a:pt x="38" y="751"/>
                      <a:pt x="38" y="751"/>
                      <a:pt x="38" y="751"/>
                    </a:cubicBezTo>
                    <a:cubicBezTo>
                      <a:pt x="41" y="759"/>
                      <a:pt x="41" y="759"/>
                      <a:pt x="41" y="759"/>
                    </a:cubicBezTo>
                    <a:close/>
                    <a:moveTo>
                      <a:pt x="83" y="840"/>
                    </a:moveTo>
                    <a:cubicBezTo>
                      <a:pt x="111" y="822"/>
                      <a:pt x="111" y="822"/>
                      <a:pt x="111" y="822"/>
                    </a:cubicBezTo>
                    <a:cubicBezTo>
                      <a:pt x="110" y="820"/>
                      <a:pt x="108" y="817"/>
                      <a:pt x="106" y="815"/>
                    </a:cubicBezTo>
                    <a:cubicBezTo>
                      <a:pt x="78" y="832"/>
                      <a:pt x="78" y="832"/>
                      <a:pt x="78" y="832"/>
                    </a:cubicBezTo>
                    <a:cubicBezTo>
                      <a:pt x="83" y="840"/>
                      <a:pt x="83" y="840"/>
                      <a:pt x="83" y="840"/>
                    </a:cubicBezTo>
                    <a:close/>
                    <a:moveTo>
                      <a:pt x="1002" y="858"/>
                    </a:moveTo>
                    <a:cubicBezTo>
                      <a:pt x="997" y="866"/>
                      <a:pt x="997" y="866"/>
                      <a:pt x="997" y="866"/>
                    </a:cubicBezTo>
                    <a:cubicBezTo>
                      <a:pt x="969" y="847"/>
                      <a:pt x="969" y="847"/>
                      <a:pt x="969" y="847"/>
                    </a:cubicBezTo>
                    <a:cubicBezTo>
                      <a:pt x="971" y="844"/>
                      <a:pt x="973" y="842"/>
                      <a:pt x="974" y="839"/>
                    </a:cubicBezTo>
                    <a:cubicBezTo>
                      <a:pt x="1002" y="858"/>
                      <a:pt x="1002" y="858"/>
                      <a:pt x="1002" y="858"/>
                    </a:cubicBezTo>
                    <a:close/>
                    <a:moveTo>
                      <a:pt x="1047" y="779"/>
                    </a:moveTo>
                    <a:cubicBezTo>
                      <a:pt x="1016" y="765"/>
                      <a:pt x="1016" y="765"/>
                      <a:pt x="1016" y="765"/>
                    </a:cubicBezTo>
                    <a:cubicBezTo>
                      <a:pt x="1015" y="768"/>
                      <a:pt x="1014" y="771"/>
                      <a:pt x="1012" y="773"/>
                    </a:cubicBezTo>
                    <a:cubicBezTo>
                      <a:pt x="1043" y="787"/>
                      <a:pt x="1043" y="787"/>
                      <a:pt x="1043" y="787"/>
                    </a:cubicBezTo>
                    <a:cubicBezTo>
                      <a:pt x="1047" y="779"/>
                      <a:pt x="1047" y="779"/>
                      <a:pt x="1047" y="779"/>
                    </a:cubicBezTo>
                    <a:close/>
                    <a:moveTo>
                      <a:pt x="1078" y="694"/>
                    </a:moveTo>
                    <a:cubicBezTo>
                      <a:pt x="1045" y="685"/>
                      <a:pt x="1045" y="685"/>
                      <a:pt x="1045" y="685"/>
                    </a:cubicBezTo>
                    <a:cubicBezTo>
                      <a:pt x="1045" y="688"/>
                      <a:pt x="1044" y="691"/>
                      <a:pt x="1043" y="694"/>
                    </a:cubicBezTo>
                    <a:cubicBezTo>
                      <a:pt x="1075" y="703"/>
                      <a:pt x="1075" y="703"/>
                      <a:pt x="1075" y="703"/>
                    </a:cubicBezTo>
                    <a:cubicBezTo>
                      <a:pt x="1078" y="694"/>
                      <a:pt x="1078" y="694"/>
                      <a:pt x="1078" y="694"/>
                    </a:cubicBezTo>
                    <a:close/>
                    <a:moveTo>
                      <a:pt x="1094" y="605"/>
                    </a:moveTo>
                    <a:cubicBezTo>
                      <a:pt x="1061" y="601"/>
                      <a:pt x="1061" y="601"/>
                      <a:pt x="1061" y="601"/>
                    </a:cubicBezTo>
                    <a:cubicBezTo>
                      <a:pt x="1061" y="604"/>
                      <a:pt x="1060" y="607"/>
                      <a:pt x="1060" y="610"/>
                    </a:cubicBezTo>
                    <a:cubicBezTo>
                      <a:pt x="1093" y="614"/>
                      <a:pt x="1093" y="614"/>
                      <a:pt x="1093" y="614"/>
                    </a:cubicBezTo>
                    <a:cubicBezTo>
                      <a:pt x="1094" y="605"/>
                      <a:pt x="1094" y="605"/>
                      <a:pt x="1094" y="605"/>
                    </a:cubicBezTo>
                    <a:close/>
                    <a:moveTo>
                      <a:pt x="1096" y="514"/>
                    </a:moveTo>
                    <a:cubicBezTo>
                      <a:pt x="1062" y="516"/>
                      <a:pt x="1062" y="516"/>
                      <a:pt x="1062" y="516"/>
                    </a:cubicBezTo>
                    <a:cubicBezTo>
                      <a:pt x="1063" y="519"/>
                      <a:pt x="1063" y="522"/>
                      <a:pt x="1063" y="525"/>
                    </a:cubicBezTo>
                    <a:cubicBezTo>
                      <a:pt x="1097" y="523"/>
                      <a:pt x="1097" y="523"/>
                      <a:pt x="1097" y="523"/>
                    </a:cubicBezTo>
                    <a:lnTo>
                      <a:pt x="1096" y="5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1" name="Freeform 23"/>
              <p:cNvSpPr>
                <a:spLocks noEditPoints="1"/>
              </p:cNvSpPr>
              <p:nvPr/>
            </p:nvSpPr>
            <p:spPr bwMode="auto">
              <a:xfrm>
                <a:off x="3865407" y="1940294"/>
                <a:ext cx="1286294" cy="989658"/>
              </a:xfrm>
              <a:custGeom>
                <a:avLst/>
                <a:gdLst>
                  <a:gd name="T0" fmla="*/ 90 w 980"/>
                  <a:gd name="T1" fmla="*/ 661 h 754"/>
                  <a:gd name="T2" fmla="*/ 45 w 980"/>
                  <a:gd name="T3" fmla="*/ 694 h 754"/>
                  <a:gd name="T4" fmla="*/ 39 w 980"/>
                  <a:gd name="T5" fmla="*/ 683 h 754"/>
                  <a:gd name="T6" fmla="*/ 856 w 980"/>
                  <a:gd name="T7" fmla="*/ 726 h 754"/>
                  <a:gd name="T8" fmla="*/ 908 w 980"/>
                  <a:gd name="T9" fmla="*/ 746 h 754"/>
                  <a:gd name="T10" fmla="*/ 903 w 980"/>
                  <a:gd name="T11" fmla="*/ 754 h 754"/>
                  <a:gd name="T12" fmla="*/ 918 w 980"/>
                  <a:gd name="T13" fmla="*/ 648 h 754"/>
                  <a:gd name="T14" fmla="*/ 954 w 980"/>
                  <a:gd name="T15" fmla="*/ 649 h 754"/>
                  <a:gd name="T16" fmla="*/ 950 w 980"/>
                  <a:gd name="T17" fmla="*/ 658 h 754"/>
                  <a:gd name="T18" fmla="*/ 920 w 980"/>
                  <a:gd name="T19" fmla="*/ 556 h 754"/>
                  <a:gd name="T20" fmla="*/ 977 w 980"/>
                  <a:gd name="T21" fmla="*/ 553 h 754"/>
                  <a:gd name="T22" fmla="*/ 974 w 980"/>
                  <a:gd name="T23" fmla="*/ 564 h 754"/>
                  <a:gd name="T24" fmla="*/ 946 w 980"/>
                  <a:gd name="T25" fmla="*/ 460 h 754"/>
                  <a:gd name="T26" fmla="*/ 978 w 980"/>
                  <a:gd name="T27" fmla="*/ 447 h 754"/>
                  <a:gd name="T28" fmla="*/ 980 w 980"/>
                  <a:gd name="T29" fmla="*/ 457 h 754"/>
                  <a:gd name="T30" fmla="*/ 912 w 980"/>
                  <a:gd name="T31" fmla="*/ 382 h 754"/>
                  <a:gd name="T32" fmla="*/ 962 w 980"/>
                  <a:gd name="T33" fmla="*/ 357 h 754"/>
                  <a:gd name="T34" fmla="*/ 966 w 980"/>
                  <a:gd name="T35" fmla="*/ 368 h 754"/>
                  <a:gd name="T36" fmla="*/ 42 w 980"/>
                  <a:gd name="T37" fmla="*/ 577 h 754"/>
                  <a:gd name="T38" fmla="*/ 11 w 980"/>
                  <a:gd name="T39" fmla="*/ 595 h 754"/>
                  <a:gd name="T40" fmla="*/ 9 w 980"/>
                  <a:gd name="T41" fmla="*/ 584 h 754"/>
                  <a:gd name="T42" fmla="*/ 54 w 980"/>
                  <a:gd name="T43" fmla="*/ 483 h 754"/>
                  <a:gd name="T44" fmla="*/ 0 w 980"/>
                  <a:gd name="T45" fmla="*/ 494 h 754"/>
                  <a:gd name="T46" fmla="*/ 0 w 980"/>
                  <a:gd name="T47" fmla="*/ 483 h 754"/>
                  <a:gd name="T48" fmla="*/ 45 w 980"/>
                  <a:gd name="T49" fmla="*/ 387 h 754"/>
                  <a:gd name="T50" fmla="*/ 9 w 980"/>
                  <a:gd name="T51" fmla="*/ 390 h 754"/>
                  <a:gd name="T52" fmla="*/ 12 w 980"/>
                  <a:gd name="T53" fmla="*/ 380 h 754"/>
                  <a:gd name="T54" fmla="*/ 92 w 980"/>
                  <a:gd name="T55" fmla="*/ 310 h 754"/>
                  <a:gd name="T56" fmla="*/ 38 w 980"/>
                  <a:gd name="T57" fmla="*/ 299 h 754"/>
                  <a:gd name="T58" fmla="*/ 42 w 980"/>
                  <a:gd name="T59" fmla="*/ 289 h 754"/>
                  <a:gd name="T60" fmla="*/ 123 w 980"/>
                  <a:gd name="T61" fmla="*/ 218 h 754"/>
                  <a:gd name="T62" fmla="*/ 88 w 980"/>
                  <a:gd name="T63" fmla="*/ 208 h 754"/>
                  <a:gd name="T64" fmla="*/ 95 w 980"/>
                  <a:gd name="T65" fmla="*/ 198 h 754"/>
                  <a:gd name="T66" fmla="*/ 196 w 980"/>
                  <a:gd name="T67" fmla="*/ 167 h 754"/>
                  <a:gd name="T68" fmla="*/ 150 w 980"/>
                  <a:gd name="T69" fmla="*/ 135 h 754"/>
                  <a:gd name="T70" fmla="*/ 158 w 980"/>
                  <a:gd name="T71" fmla="*/ 128 h 754"/>
                  <a:gd name="T72" fmla="*/ 262 w 980"/>
                  <a:gd name="T73" fmla="*/ 93 h 754"/>
                  <a:gd name="T74" fmla="*/ 236 w 980"/>
                  <a:gd name="T75" fmla="*/ 70 h 754"/>
                  <a:gd name="T76" fmla="*/ 246 w 980"/>
                  <a:gd name="T77" fmla="*/ 63 h 754"/>
                  <a:gd name="T78" fmla="*/ 351 w 980"/>
                  <a:gd name="T79" fmla="*/ 75 h 754"/>
                  <a:gd name="T80" fmla="*/ 323 w 980"/>
                  <a:gd name="T81" fmla="*/ 28 h 754"/>
                  <a:gd name="T82" fmla="*/ 332 w 980"/>
                  <a:gd name="T83" fmla="*/ 24 h 754"/>
                  <a:gd name="T84" fmla="*/ 440 w 980"/>
                  <a:gd name="T85" fmla="*/ 35 h 754"/>
                  <a:gd name="T86" fmla="*/ 425 w 980"/>
                  <a:gd name="T87" fmla="*/ 2 h 754"/>
                  <a:gd name="T88" fmla="*/ 436 w 980"/>
                  <a:gd name="T89" fmla="*/ 1 h 754"/>
                  <a:gd name="T90" fmla="*/ 530 w 980"/>
                  <a:gd name="T91" fmla="*/ 55 h 754"/>
                  <a:gd name="T92" fmla="*/ 524 w 980"/>
                  <a:gd name="T93" fmla="*/ 0 h 754"/>
                  <a:gd name="T94" fmla="*/ 534 w 980"/>
                  <a:gd name="T95" fmla="*/ 0 h 754"/>
                  <a:gd name="T96" fmla="*/ 625 w 980"/>
                  <a:gd name="T97" fmla="*/ 52 h 754"/>
                  <a:gd name="T98" fmla="*/ 624 w 980"/>
                  <a:gd name="T99" fmla="*/ 17 h 754"/>
                  <a:gd name="T100" fmla="*/ 634 w 980"/>
                  <a:gd name="T101" fmla="*/ 20 h 754"/>
                  <a:gd name="T102" fmla="*/ 700 w 980"/>
                  <a:gd name="T103" fmla="*/ 106 h 754"/>
                  <a:gd name="T104" fmla="*/ 717 w 980"/>
                  <a:gd name="T105" fmla="*/ 54 h 754"/>
                  <a:gd name="T106" fmla="*/ 726 w 980"/>
                  <a:gd name="T107" fmla="*/ 59 h 754"/>
                  <a:gd name="T108" fmla="*/ 785 w 980"/>
                  <a:gd name="T109" fmla="*/ 140 h 754"/>
                  <a:gd name="T110" fmla="*/ 799 w 980"/>
                  <a:gd name="T111" fmla="*/ 108 h 754"/>
                  <a:gd name="T112" fmla="*/ 807 w 980"/>
                  <a:gd name="T113" fmla="*/ 114 h 754"/>
                  <a:gd name="T114" fmla="*/ 834 w 980"/>
                  <a:gd name="T115" fmla="*/ 220 h 754"/>
                  <a:gd name="T116" fmla="*/ 869 w 980"/>
                  <a:gd name="T117" fmla="*/ 178 h 754"/>
                  <a:gd name="T118" fmla="*/ 876 w 980"/>
                  <a:gd name="T119" fmla="*/ 186 h 754"/>
                  <a:gd name="T120" fmla="*/ 899 w 980"/>
                  <a:gd name="T121" fmla="*/ 286 h 754"/>
                  <a:gd name="T122" fmla="*/ 925 w 980"/>
                  <a:gd name="T123" fmla="*/ 26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0" h="754">
                    <a:moveTo>
                      <a:pt x="39" y="683"/>
                    </a:moveTo>
                    <a:lnTo>
                      <a:pt x="90" y="661"/>
                    </a:lnTo>
                    <a:lnTo>
                      <a:pt x="95" y="671"/>
                    </a:lnTo>
                    <a:lnTo>
                      <a:pt x="45" y="694"/>
                    </a:lnTo>
                    <a:lnTo>
                      <a:pt x="39" y="683"/>
                    </a:lnTo>
                    <a:lnTo>
                      <a:pt x="39" y="683"/>
                    </a:lnTo>
                    <a:close/>
                    <a:moveTo>
                      <a:pt x="903" y="754"/>
                    </a:moveTo>
                    <a:lnTo>
                      <a:pt x="856" y="726"/>
                    </a:lnTo>
                    <a:lnTo>
                      <a:pt x="862" y="717"/>
                    </a:lnTo>
                    <a:lnTo>
                      <a:pt x="908" y="746"/>
                    </a:lnTo>
                    <a:lnTo>
                      <a:pt x="903" y="754"/>
                    </a:lnTo>
                    <a:lnTo>
                      <a:pt x="903" y="754"/>
                    </a:lnTo>
                    <a:close/>
                    <a:moveTo>
                      <a:pt x="950" y="658"/>
                    </a:moveTo>
                    <a:lnTo>
                      <a:pt x="918" y="648"/>
                    </a:lnTo>
                    <a:lnTo>
                      <a:pt x="922" y="637"/>
                    </a:lnTo>
                    <a:lnTo>
                      <a:pt x="954" y="649"/>
                    </a:lnTo>
                    <a:lnTo>
                      <a:pt x="950" y="658"/>
                    </a:lnTo>
                    <a:lnTo>
                      <a:pt x="950" y="658"/>
                    </a:lnTo>
                    <a:close/>
                    <a:moveTo>
                      <a:pt x="974" y="564"/>
                    </a:moveTo>
                    <a:lnTo>
                      <a:pt x="920" y="556"/>
                    </a:lnTo>
                    <a:lnTo>
                      <a:pt x="922" y="545"/>
                    </a:lnTo>
                    <a:lnTo>
                      <a:pt x="977" y="553"/>
                    </a:lnTo>
                    <a:lnTo>
                      <a:pt x="974" y="564"/>
                    </a:lnTo>
                    <a:lnTo>
                      <a:pt x="974" y="564"/>
                    </a:lnTo>
                    <a:close/>
                    <a:moveTo>
                      <a:pt x="980" y="457"/>
                    </a:moveTo>
                    <a:lnTo>
                      <a:pt x="946" y="460"/>
                    </a:lnTo>
                    <a:lnTo>
                      <a:pt x="945" y="448"/>
                    </a:lnTo>
                    <a:lnTo>
                      <a:pt x="978" y="447"/>
                    </a:lnTo>
                    <a:lnTo>
                      <a:pt x="980" y="457"/>
                    </a:lnTo>
                    <a:lnTo>
                      <a:pt x="980" y="457"/>
                    </a:lnTo>
                    <a:close/>
                    <a:moveTo>
                      <a:pt x="966" y="368"/>
                    </a:moveTo>
                    <a:lnTo>
                      <a:pt x="912" y="382"/>
                    </a:lnTo>
                    <a:lnTo>
                      <a:pt x="910" y="371"/>
                    </a:lnTo>
                    <a:lnTo>
                      <a:pt x="962" y="357"/>
                    </a:lnTo>
                    <a:lnTo>
                      <a:pt x="966" y="368"/>
                    </a:lnTo>
                    <a:lnTo>
                      <a:pt x="966" y="368"/>
                    </a:lnTo>
                    <a:close/>
                    <a:moveTo>
                      <a:pt x="9" y="584"/>
                    </a:moveTo>
                    <a:lnTo>
                      <a:pt x="42" y="577"/>
                    </a:lnTo>
                    <a:lnTo>
                      <a:pt x="45" y="588"/>
                    </a:lnTo>
                    <a:lnTo>
                      <a:pt x="11" y="595"/>
                    </a:lnTo>
                    <a:lnTo>
                      <a:pt x="9" y="584"/>
                    </a:lnTo>
                    <a:lnTo>
                      <a:pt x="9" y="584"/>
                    </a:lnTo>
                    <a:close/>
                    <a:moveTo>
                      <a:pt x="0" y="483"/>
                    </a:moveTo>
                    <a:lnTo>
                      <a:pt x="54" y="483"/>
                    </a:lnTo>
                    <a:lnTo>
                      <a:pt x="54" y="494"/>
                    </a:lnTo>
                    <a:lnTo>
                      <a:pt x="0" y="494"/>
                    </a:lnTo>
                    <a:lnTo>
                      <a:pt x="0" y="483"/>
                    </a:lnTo>
                    <a:lnTo>
                      <a:pt x="0" y="483"/>
                    </a:lnTo>
                    <a:close/>
                    <a:moveTo>
                      <a:pt x="12" y="380"/>
                    </a:moveTo>
                    <a:lnTo>
                      <a:pt x="45" y="387"/>
                    </a:lnTo>
                    <a:lnTo>
                      <a:pt x="43" y="398"/>
                    </a:lnTo>
                    <a:lnTo>
                      <a:pt x="9" y="390"/>
                    </a:lnTo>
                    <a:lnTo>
                      <a:pt x="12" y="380"/>
                    </a:lnTo>
                    <a:lnTo>
                      <a:pt x="12" y="380"/>
                    </a:lnTo>
                    <a:close/>
                    <a:moveTo>
                      <a:pt x="42" y="289"/>
                    </a:moveTo>
                    <a:lnTo>
                      <a:pt x="92" y="310"/>
                    </a:lnTo>
                    <a:lnTo>
                      <a:pt x="88" y="321"/>
                    </a:lnTo>
                    <a:lnTo>
                      <a:pt x="38" y="299"/>
                    </a:lnTo>
                    <a:lnTo>
                      <a:pt x="42" y="289"/>
                    </a:lnTo>
                    <a:lnTo>
                      <a:pt x="42" y="289"/>
                    </a:lnTo>
                    <a:close/>
                    <a:moveTo>
                      <a:pt x="95" y="198"/>
                    </a:moveTo>
                    <a:lnTo>
                      <a:pt x="123" y="218"/>
                    </a:lnTo>
                    <a:lnTo>
                      <a:pt x="116" y="228"/>
                    </a:lnTo>
                    <a:lnTo>
                      <a:pt x="88" y="208"/>
                    </a:lnTo>
                    <a:lnTo>
                      <a:pt x="95" y="198"/>
                    </a:lnTo>
                    <a:lnTo>
                      <a:pt x="95" y="198"/>
                    </a:lnTo>
                    <a:close/>
                    <a:moveTo>
                      <a:pt x="158" y="128"/>
                    </a:moveTo>
                    <a:lnTo>
                      <a:pt x="196" y="167"/>
                    </a:lnTo>
                    <a:lnTo>
                      <a:pt x="188" y="175"/>
                    </a:lnTo>
                    <a:lnTo>
                      <a:pt x="150" y="135"/>
                    </a:lnTo>
                    <a:lnTo>
                      <a:pt x="158" y="128"/>
                    </a:lnTo>
                    <a:lnTo>
                      <a:pt x="158" y="128"/>
                    </a:lnTo>
                    <a:close/>
                    <a:moveTo>
                      <a:pt x="246" y="63"/>
                    </a:moveTo>
                    <a:lnTo>
                      <a:pt x="262" y="93"/>
                    </a:lnTo>
                    <a:lnTo>
                      <a:pt x="252" y="98"/>
                    </a:lnTo>
                    <a:lnTo>
                      <a:pt x="236" y="70"/>
                    </a:lnTo>
                    <a:lnTo>
                      <a:pt x="246" y="63"/>
                    </a:lnTo>
                    <a:lnTo>
                      <a:pt x="246" y="63"/>
                    </a:lnTo>
                    <a:close/>
                    <a:moveTo>
                      <a:pt x="332" y="24"/>
                    </a:moveTo>
                    <a:lnTo>
                      <a:pt x="351" y="75"/>
                    </a:lnTo>
                    <a:lnTo>
                      <a:pt x="340" y="79"/>
                    </a:lnTo>
                    <a:lnTo>
                      <a:pt x="323" y="28"/>
                    </a:lnTo>
                    <a:lnTo>
                      <a:pt x="332" y="24"/>
                    </a:lnTo>
                    <a:lnTo>
                      <a:pt x="332" y="24"/>
                    </a:lnTo>
                    <a:close/>
                    <a:moveTo>
                      <a:pt x="436" y="1"/>
                    </a:moveTo>
                    <a:lnTo>
                      <a:pt x="440" y="35"/>
                    </a:lnTo>
                    <a:lnTo>
                      <a:pt x="429" y="36"/>
                    </a:lnTo>
                    <a:lnTo>
                      <a:pt x="425" y="2"/>
                    </a:lnTo>
                    <a:lnTo>
                      <a:pt x="436" y="1"/>
                    </a:lnTo>
                    <a:lnTo>
                      <a:pt x="436" y="1"/>
                    </a:lnTo>
                    <a:close/>
                    <a:moveTo>
                      <a:pt x="534" y="0"/>
                    </a:moveTo>
                    <a:lnTo>
                      <a:pt x="530" y="55"/>
                    </a:lnTo>
                    <a:lnTo>
                      <a:pt x="520" y="54"/>
                    </a:lnTo>
                    <a:lnTo>
                      <a:pt x="524" y="0"/>
                    </a:lnTo>
                    <a:lnTo>
                      <a:pt x="534" y="0"/>
                    </a:lnTo>
                    <a:lnTo>
                      <a:pt x="534" y="0"/>
                    </a:lnTo>
                    <a:close/>
                    <a:moveTo>
                      <a:pt x="634" y="20"/>
                    </a:moveTo>
                    <a:lnTo>
                      <a:pt x="625" y="52"/>
                    </a:lnTo>
                    <a:lnTo>
                      <a:pt x="614" y="50"/>
                    </a:lnTo>
                    <a:lnTo>
                      <a:pt x="624" y="17"/>
                    </a:lnTo>
                    <a:lnTo>
                      <a:pt x="634" y="20"/>
                    </a:lnTo>
                    <a:lnTo>
                      <a:pt x="634" y="20"/>
                    </a:lnTo>
                    <a:close/>
                    <a:moveTo>
                      <a:pt x="726" y="59"/>
                    </a:moveTo>
                    <a:lnTo>
                      <a:pt x="700" y="106"/>
                    </a:lnTo>
                    <a:lnTo>
                      <a:pt x="691" y="102"/>
                    </a:lnTo>
                    <a:lnTo>
                      <a:pt x="717" y="54"/>
                    </a:lnTo>
                    <a:lnTo>
                      <a:pt x="726" y="59"/>
                    </a:lnTo>
                    <a:lnTo>
                      <a:pt x="726" y="59"/>
                    </a:lnTo>
                    <a:close/>
                    <a:moveTo>
                      <a:pt x="807" y="114"/>
                    </a:moveTo>
                    <a:lnTo>
                      <a:pt x="785" y="140"/>
                    </a:lnTo>
                    <a:lnTo>
                      <a:pt x="777" y="133"/>
                    </a:lnTo>
                    <a:lnTo>
                      <a:pt x="799" y="108"/>
                    </a:lnTo>
                    <a:lnTo>
                      <a:pt x="807" y="114"/>
                    </a:lnTo>
                    <a:lnTo>
                      <a:pt x="807" y="114"/>
                    </a:lnTo>
                    <a:close/>
                    <a:moveTo>
                      <a:pt x="876" y="186"/>
                    </a:moveTo>
                    <a:lnTo>
                      <a:pt x="834" y="220"/>
                    </a:lnTo>
                    <a:lnTo>
                      <a:pt x="827" y="212"/>
                    </a:lnTo>
                    <a:lnTo>
                      <a:pt x="869" y="178"/>
                    </a:lnTo>
                    <a:lnTo>
                      <a:pt x="876" y="186"/>
                    </a:lnTo>
                    <a:lnTo>
                      <a:pt x="876" y="186"/>
                    </a:lnTo>
                    <a:close/>
                    <a:moveTo>
                      <a:pt x="930" y="271"/>
                    </a:moveTo>
                    <a:lnTo>
                      <a:pt x="899" y="286"/>
                    </a:lnTo>
                    <a:lnTo>
                      <a:pt x="895" y="276"/>
                    </a:lnTo>
                    <a:lnTo>
                      <a:pt x="925" y="260"/>
                    </a:lnTo>
                    <a:lnTo>
                      <a:pt x="930"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2" name="Freeform 35"/>
              <p:cNvSpPr>
                <a:spLocks noEditPoints="1"/>
              </p:cNvSpPr>
              <p:nvPr/>
            </p:nvSpPr>
            <p:spPr bwMode="auto">
              <a:xfrm>
                <a:off x="4365486" y="2437747"/>
                <a:ext cx="286135" cy="288760"/>
              </a:xfrm>
              <a:custGeom>
                <a:avLst/>
                <a:gdLst>
                  <a:gd name="T0" fmla="*/ 81 w 162"/>
                  <a:gd name="T1" fmla="*/ 0 h 163"/>
                  <a:gd name="T2" fmla="*/ 162 w 162"/>
                  <a:gd name="T3" fmla="*/ 81 h 163"/>
                  <a:gd name="T4" fmla="*/ 81 w 162"/>
                  <a:gd name="T5" fmla="*/ 163 h 163"/>
                  <a:gd name="T6" fmla="*/ 0 w 162"/>
                  <a:gd name="T7" fmla="*/ 81 h 163"/>
                  <a:gd name="T8" fmla="*/ 81 w 162"/>
                  <a:gd name="T9" fmla="*/ 0 h 163"/>
                  <a:gd name="T10" fmla="*/ 81 w 162"/>
                  <a:gd name="T11" fmla="*/ 15 h 163"/>
                  <a:gd name="T12" fmla="*/ 15 w 162"/>
                  <a:gd name="T13" fmla="*/ 81 h 163"/>
                  <a:gd name="T14" fmla="*/ 81 w 162"/>
                  <a:gd name="T15" fmla="*/ 148 h 163"/>
                  <a:gd name="T16" fmla="*/ 148 w 162"/>
                  <a:gd name="T17" fmla="*/ 81 h 163"/>
                  <a:gd name="T18" fmla="*/ 81 w 162"/>
                  <a:gd name="T19" fmla="*/ 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3">
                    <a:moveTo>
                      <a:pt x="81" y="0"/>
                    </a:moveTo>
                    <a:cubicBezTo>
                      <a:pt x="126" y="0"/>
                      <a:pt x="162" y="36"/>
                      <a:pt x="162" y="81"/>
                    </a:cubicBezTo>
                    <a:cubicBezTo>
                      <a:pt x="162" y="126"/>
                      <a:pt x="126" y="163"/>
                      <a:pt x="81" y="163"/>
                    </a:cubicBezTo>
                    <a:cubicBezTo>
                      <a:pt x="36" y="163"/>
                      <a:pt x="0" y="126"/>
                      <a:pt x="0" y="81"/>
                    </a:cubicBezTo>
                    <a:cubicBezTo>
                      <a:pt x="0" y="36"/>
                      <a:pt x="36" y="0"/>
                      <a:pt x="81" y="0"/>
                    </a:cubicBezTo>
                    <a:close/>
                    <a:moveTo>
                      <a:pt x="81" y="15"/>
                    </a:moveTo>
                    <a:cubicBezTo>
                      <a:pt x="45" y="15"/>
                      <a:pt x="15" y="45"/>
                      <a:pt x="15" y="81"/>
                    </a:cubicBezTo>
                    <a:cubicBezTo>
                      <a:pt x="15" y="118"/>
                      <a:pt x="45" y="148"/>
                      <a:pt x="81" y="148"/>
                    </a:cubicBezTo>
                    <a:cubicBezTo>
                      <a:pt x="118" y="148"/>
                      <a:pt x="148" y="118"/>
                      <a:pt x="148" y="81"/>
                    </a:cubicBezTo>
                    <a:cubicBezTo>
                      <a:pt x="148" y="45"/>
                      <a:pt x="118" y="15"/>
                      <a:pt x="8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3" name="Freeform 36"/>
              <p:cNvSpPr>
                <a:spLocks/>
              </p:cNvSpPr>
              <p:nvPr/>
            </p:nvSpPr>
            <p:spPr bwMode="auto">
              <a:xfrm>
                <a:off x="4173782" y="2876550"/>
                <a:ext cx="703018" cy="280884"/>
              </a:xfrm>
              <a:custGeom>
                <a:avLst/>
                <a:gdLst>
                  <a:gd name="T0" fmla="*/ 66 w 298"/>
                  <a:gd name="T1" fmla="*/ 0 h 159"/>
                  <a:gd name="T2" fmla="*/ 232 w 298"/>
                  <a:gd name="T3" fmla="*/ 0 h 159"/>
                  <a:gd name="T4" fmla="*/ 298 w 298"/>
                  <a:gd name="T5" fmla="*/ 66 h 159"/>
                  <a:gd name="T6" fmla="*/ 298 w 298"/>
                  <a:gd name="T7" fmla="*/ 141 h 159"/>
                  <a:gd name="T8" fmla="*/ 280 w 298"/>
                  <a:gd name="T9" fmla="*/ 159 h 159"/>
                  <a:gd name="T10" fmla="*/ 18 w 298"/>
                  <a:gd name="T11" fmla="*/ 159 h 159"/>
                  <a:gd name="T12" fmla="*/ 0 w 298"/>
                  <a:gd name="T13" fmla="*/ 141 h 159"/>
                  <a:gd name="T14" fmla="*/ 0 w 298"/>
                  <a:gd name="T15" fmla="*/ 66 h 159"/>
                  <a:gd name="T16" fmla="*/ 66 w 29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159">
                    <a:moveTo>
                      <a:pt x="66" y="0"/>
                    </a:moveTo>
                    <a:cubicBezTo>
                      <a:pt x="232" y="0"/>
                      <a:pt x="232" y="0"/>
                      <a:pt x="232" y="0"/>
                    </a:cubicBezTo>
                    <a:cubicBezTo>
                      <a:pt x="268" y="0"/>
                      <a:pt x="298" y="30"/>
                      <a:pt x="298" y="66"/>
                    </a:cubicBezTo>
                    <a:cubicBezTo>
                      <a:pt x="298" y="141"/>
                      <a:pt x="298" y="141"/>
                      <a:pt x="298" y="141"/>
                    </a:cubicBezTo>
                    <a:cubicBezTo>
                      <a:pt x="298" y="151"/>
                      <a:pt x="290" y="159"/>
                      <a:pt x="280" y="159"/>
                    </a:cubicBezTo>
                    <a:cubicBezTo>
                      <a:pt x="18" y="159"/>
                      <a:pt x="18" y="159"/>
                      <a:pt x="18" y="159"/>
                    </a:cubicBezTo>
                    <a:cubicBezTo>
                      <a:pt x="9" y="159"/>
                      <a:pt x="0" y="151"/>
                      <a:pt x="0" y="141"/>
                    </a:cubicBezTo>
                    <a:cubicBezTo>
                      <a:pt x="0" y="66"/>
                      <a:pt x="0" y="66"/>
                      <a:pt x="0" y="66"/>
                    </a:cubicBezTo>
                    <a:cubicBezTo>
                      <a:pt x="0" y="30"/>
                      <a:pt x="30"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4" name="Freeform 38"/>
              <p:cNvSpPr>
                <a:spLocks noEditPoints="1"/>
              </p:cNvSpPr>
              <p:nvPr/>
            </p:nvSpPr>
            <p:spPr bwMode="auto">
              <a:xfrm>
                <a:off x="4356298" y="2990329"/>
                <a:ext cx="315010" cy="95815"/>
              </a:xfrm>
              <a:custGeom>
                <a:avLst/>
                <a:gdLst>
                  <a:gd name="T0" fmla="*/ 14 w 178"/>
                  <a:gd name="T1" fmla="*/ 1 h 54"/>
                  <a:gd name="T2" fmla="*/ 36 w 178"/>
                  <a:gd name="T3" fmla="*/ 3 h 54"/>
                  <a:gd name="T4" fmla="*/ 9 w 178"/>
                  <a:gd name="T5" fmla="*/ 5 h 54"/>
                  <a:gd name="T6" fmla="*/ 7 w 178"/>
                  <a:gd name="T7" fmla="*/ 25 h 54"/>
                  <a:gd name="T8" fmla="*/ 26 w 178"/>
                  <a:gd name="T9" fmla="*/ 23 h 54"/>
                  <a:gd name="T10" fmla="*/ 27 w 178"/>
                  <a:gd name="T11" fmla="*/ 30 h 54"/>
                  <a:gd name="T12" fmla="*/ 9 w 178"/>
                  <a:gd name="T13" fmla="*/ 30 h 54"/>
                  <a:gd name="T14" fmla="*/ 0 w 178"/>
                  <a:gd name="T15" fmla="*/ 46 h 54"/>
                  <a:gd name="T16" fmla="*/ 9 w 178"/>
                  <a:gd name="T17" fmla="*/ 30 h 54"/>
                  <a:gd name="T18" fmla="*/ 31 w 178"/>
                  <a:gd name="T19" fmla="*/ 46 h 54"/>
                  <a:gd name="T20" fmla="*/ 33 w 178"/>
                  <a:gd name="T21" fmla="*/ 29 h 54"/>
                  <a:gd name="T22" fmla="*/ 8 w 178"/>
                  <a:gd name="T23" fmla="*/ 47 h 54"/>
                  <a:gd name="T24" fmla="*/ 23 w 178"/>
                  <a:gd name="T25" fmla="*/ 53 h 54"/>
                  <a:gd name="T26" fmla="*/ 4 w 178"/>
                  <a:gd name="T27" fmla="*/ 52 h 54"/>
                  <a:gd name="T28" fmla="*/ 52 w 178"/>
                  <a:gd name="T29" fmla="*/ 6 h 54"/>
                  <a:gd name="T30" fmla="*/ 69 w 178"/>
                  <a:gd name="T31" fmla="*/ 6 h 54"/>
                  <a:gd name="T32" fmla="*/ 42 w 178"/>
                  <a:gd name="T33" fmla="*/ 21 h 54"/>
                  <a:gd name="T34" fmla="*/ 51 w 178"/>
                  <a:gd name="T35" fmla="*/ 7 h 54"/>
                  <a:gd name="T36" fmla="*/ 67 w 178"/>
                  <a:gd name="T37" fmla="*/ 25 h 54"/>
                  <a:gd name="T38" fmla="*/ 48 w 178"/>
                  <a:gd name="T39" fmla="*/ 29 h 54"/>
                  <a:gd name="T40" fmla="*/ 62 w 178"/>
                  <a:gd name="T41" fmla="*/ 46 h 54"/>
                  <a:gd name="T42" fmla="*/ 71 w 178"/>
                  <a:gd name="T43" fmla="*/ 33 h 54"/>
                  <a:gd name="T44" fmla="*/ 65 w 178"/>
                  <a:gd name="T45" fmla="*/ 30 h 54"/>
                  <a:gd name="T46" fmla="*/ 64 w 178"/>
                  <a:gd name="T47" fmla="*/ 50 h 54"/>
                  <a:gd name="T48" fmla="*/ 40 w 178"/>
                  <a:gd name="T49" fmla="*/ 50 h 54"/>
                  <a:gd name="T50" fmla="*/ 77 w 178"/>
                  <a:gd name="T51" fmla="*/ 3 h 54"/>
                  <a:gd name="T52" fmla="*/ 95 w 178"/>
                  <a:gd name="T53" fmla="*/ 23 h 54"/>
                  <a:gd name="T54" fmla="*/ 98 w 178"/>
                  <a:gd name="T55" fmla="*/ 7 h 54"/>
                  <a:gd name="T56" fmla="*/ 98 w 178"/>
                  <a:gd name="T57" fmla="*/ 27 h 54"/>
                  <a:gd name="T58" fmla="*/ 90 w 178"/>
                  <a:gd name="T59" fmla="*/ 50 h 54"/>
                  <a:gd name="T60" fmla="*/ 119 w 178"/>
                  <a:gd name="T61" fmla="*/ 1 h 54"/>
                  <a:gd name="T62" fmla="*/ 141 w 178"/>
                  <a:gd name="T63" fmla="*/ 3 h 54"/>
                  <a:gd name="T64" fmla="*/ 114 w 178"/>
                  <a:gd name="T65" fmla="*/ 6 h 54"/>
                  <a:gd name="T66" fmla="*/ 111 w 178"/>
                  <a:gd name="T67" fmla="*/ 24 h 54"/>
                  <a:gd name="T68" fmla="*/ 135 w 178"/>
                  <a:gd name="T69" fmla="*/ 23 h 54"/>
                  <a:gd name="T70" fmla="*/ 144 w 178"/>
                  <a:gd name="T71" fmla="*/ 8 h 54"/>
                  <a:gd name="T72" fmla="*/ 137 w 178"/>
                  <a:gd name="T73" fmla="*/ 7 h 54"/>
                  <a:gd name="T74" fmla="*/ 136 w 178"/>
                  <a:gd name="T75" fmla="*/ 26 h 54"/>
                  <a:gd name="T76" fmla="*/ 118 w 178"/>
                  <a:gd name="T77" fmla="*/ 23 h 54"/>
                  <a:gd name="T78" fmla="*/ 108 w 178"/>
                  <a:gd name="T79" fmla="*/ 33 h 54"/>
                  <a:gd name="T80" fmla="*/ 108 w 178"/>
                  <a:gd name="T81" fmla="*/ 50 h 54"/>
                  <a:gd name="T82" fmla="*/ 133 w 178"/>
                  <a:gd name="T83" fmla="*/ 50 h 54"/>
                  <a:gd name="T84" fmla="*/ 139 w 178"/>
                  <a:gd name="T85" fmla="*/ 33 h 54"/>
                  <a:gd name="T86" fmla="*/ 133 w 178"/>
                  <a:gd name="T87" fmla="*/ 31 h 54"/>
                  <a:gd name="T88" fmla="*/ 132 w 178"/>
                  <a:gd name="T89" fmla="*/ 51 h 54"/>
                  <a:gd name="T90" fmla="*/ 113 w 178"/>
                  <a:gd name="T91" fmla="*/ 53 h 54"/>
                  <a:gd name="T92" fmla="*/ 171 w 178"/>
                  <a:gd name="T93" fmla="*/ 6 h 54"/>
                  <a:gd name="T94" fmla="*/ 171 w 178"/>
                  <a:gd name="T95" fmla="*/ 0 h 54"/>
                  <a:gd name="T96" fmla="*/ 171 w 178"/>
                  <a:gd name="T97" fmla="*/ 6 h 54"/>
                  <a:gd name="T98" fmla="*/ 176 w 178"/>
                  <a:gd name="T99" fmla="*/ 20 h 54"/>
                  <a:gd name="T100" fmla="*/ 176 w 178"/>
                  <a:gd name="T101" fmla="*/ 3 h 54"/>
                  <a:gd name="T102" fmla="*/ 168 w 178"/>
                  <a:gd name="T103" fmla="*/ 23 h 54"/>
                  <a:gd name="T104" fmla="*/ 147 w 178"/>
                  <a:gd name="T105" fmla="*/ 26 h 54"/>
                  <a:gd name="T106" fmla="*/ 170 w 178"/>
                  <a:gd name="T107" fmla="*/ 48 h 54"/>
                  <a:gd name="T108" fmla="*/ 174 w 178"/>
                  <a:gd name="T109" fmla="*/ 31 h 54"/>
                  <a:gd name="T110" fmla="*/ 165 w 178"/>
                  <a:gd name="T111" fmla="*/ 46 h 54"/>
                  <a:gd name="T112" fmla="*/ 165 w 178"/>
                  <a:gd name="T113" fmla="*/ 52 h 54"/>
                  <a:gd name="T114" fmla="*/ 147 w 178"/>
                  <a:gd name="T11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54">
                    <a:moveTo>
                      <a:pt x="32" y="6"/>
                    </a:moveTo>
                    <a:cubicBezTo>
                      <a:pt x="15" y="6"/>
                      <a:pt x="15" y="6"/>
                      <a:pt x="15" y="6"/>
                    </a:cubicBezTo>
                    <a:cubicBezTo>
                      <a:pt x="12" y="3"/>
                      <a:pt x="12" y="3"/>
                      <a:pt x="12" y="3"/>
                    </a:cubicBezTo>
                    <a:cubicBezTo>
                      <a:pt x="14" y="1"/>
                      <a:pt x="14" y="1"/>
                      <a:pt x="14" y="1"/>
                    </a:cubicBezTo>
                    <a:cubicBezTo>
                      <a:pt x="14" y="0"/>
                      <a:pt x="15" y="0"/>
                      <a:pt x="15" y="0"/>
                    </a:cubicBezTo>
                    <a:cubicBezTo>
                      <a:pt x="16" y="0"/>
                      <a:pt x="17" y="0"/>
                      <a:pt x="18" y="0"/>
                    </a:cubicBezTo>
                    <a:cubicBezTo>
                      <a:pt x="33" y="0"/>
                      <a:pt x="33" y="0"/>
                      <a:pt x="33" y="0"/>
                    </a:cubicBezTo>
                    <a:cubicBezTo>
                      <a:pt x="36" y="3"/>
                      <a:pt x="36" y="3"/>
                      <a:pt x="36" y="3"/>
                    </a:cubicBezTo>
                    <a:cubicBezTo>
                      <a:pt x="32" y="6"/>
                      <a:pt x="32" y="6"/>
                      <a:pt x="32" y="6"/>
                    </a:cubicBezTo>
                    <a:close/>
                    <a:moveTo>
                      <a:pt x="14" y="7"/>
                    </a:moveTo>
                    <a:cubicBezTo>
                      <a:pt x="11" y="3"/>
                      <a:pt x="11" y="3"/>
                      <a:pt x="11" y="3"/>
                    </a:cubicBezTo>
                    <a:cubicBezTo>
                      <a:pt x="9" y="5"/>
                      <a:pt x="9" y="5"/>
                      <a:pt x="9" y="5"/>
                    </a:cubicBezTo>
                    <a:cubicBezTo>
                      <a:pt x="8" y="6"/>
                      <a:pt x="8" y="6"/>
                      <a:pt x="7" y="7"/>
                    </a:cubicBezTo>
                    <a:cubicBezTo>
                      <a:pt x="7" y="7"/>
                      <a:pt x="7" y="8"/>
                      <a:pt x="7" y="8"/>
                    </a:cubicBezTo>
                    <a:cubicBezTo>
                      <a:pt x="4" y="22"/>
                      <a:pt x="4" y="22"/>
                      <a:pt x="4" y="22"/>
                    </a:cubicBezTo>
                    <a:cubicBezTo>
                      <a:pt x="7" y="25"/>
                      <a:pt x="7" y="25"/>
                      <a:pt x="7" y="25"/>
                    </a:cubicBezTo>
                    <a:cubicBezTo>
                      <a:pt x="11" y="22"/>
                      <a:pt x="11" y="22"/>
                      <a:pt x="11" y="22"/>
                    </a:cubicBezTo>
                    <a:cubicBezTo>
                      <a:pt x="14" y="7"/>
                      <a:pt x="14" y="7"/>
                      <a:pt x="14" y="7"/>
                    </a:cubicBezTo>
                    <a:close/>
                    <a:moveTo>
                      <a:pt x="12" y="23"/>
                    </a:moveTo>
                    <a:cubicBezTo>
                      <a:pt x="26" y="23"/>
                      <a:pt x="26" y="23"/>
                      <a:pt x="26" y="23"/>
                    </a:cubicBezTo>
                    <a:cubicBezTo>
                      <a:pt x="27" y="23"/>
                      <a:pt x="28" y="23"/>
                      <a:pt x="28" y="23"/>
                    </a:cubicBezTo>
                    <a:cubicBezTo>
                      <a:pt x="28" y="24"/>
                      <a:pt x="29" y="24"/>
                      <a:pt x="29" y="25"/>
                    </a:cubicBezTo>
                    <a:cubicBezTo>
                      <a:pt x="31" y="26"/>
                      <a:pt x="31" y="26"/>
                      <a:pt x="31" y="26"/>
                    </a:cubicBezTo>
                    <a:cubicBezTo>
                      <a:pt x="27" y="30"/>
                      <a:pt x="27" y="30"/>
                      <a:pt x="27" y="30"/>
                    </a:cubicBezTo>
                    <a:cubicBezTo>
                      <a:pt x="11" y="30"/>
                      <a:pt x="11" y="30"/>
                      <a:pt x="11" y="30"/>
                    </a:cubicBezTo>
                    <a:cubicBezTo>
                      <a:pt x="8" y="26"/>
                      <a:pt x="8" y="26"/>
                      <a:pt x="8" y="26"/>
                    </a:cubicBezTo>
                    <a:cubicBezTo>
                      <a:pt x="12" y="23"/>
                      <a:pt x="12" y="23"/>
                      <a:pt x="12" y="23"/>
                    </a:cubicBezTo>
                    <a:close/>
                    <a:moveTo>
                      <a:pt x="9" y="30"/>
                    </a:moveTo>
                    <a:cubicBezTo>
                      <a:pt x="7" y="27"/>
                      <a:pt x="7" y="27"/>
                      <a:pt x="7" y="27"/>
                    </a:cubicBezTo>
                    <a:cubicBezTo>
                      <a:pt x="3" y="31"/>
                      <a:pt x="3" y="31"/>
                      <a:pt x="3" y="31"/>
                    </a:cubicBezTo>
                    <a:cubicBezTo>
                      <a:pt x="0" y="45"/>
                      <a:pt x="0" y="45"/>
                      <a:pt x="0" y="45"/>
                    </a:cubicBezTo>
                    <a:cubicBezTo>
                      <a:pt x="0" y="45"/>
                      <a:pt x="0" y="46"/>
                      <a:pt x="0" y="46"/>
                    </a:cubicBezTo>
                    <a:cubicBezTo>
                      <a:pt x="0" y="46"/>
                      <a:pt x="1" y="47"/>
                      <a:pt x="1" y="48"/>
                    </a:cubicBezTo>
                    <a:cubicBezTo>
                      <a:pt x="2" y="49"/>
                      <a:pt x="2" y="49"/>
                      <a:pt x="2" y="49"/>
                    </a:cubicBezTo>
                    <a:cubicBezTo>
                      <a:pt x="7" y="46"/>
                      <a:pt x="7" y="46"/>
                      <a:pt x="7" y="46"/>
                    </a:cubicBezTo>
                    <a:cubicBezTo>
                      <a:pt x="9" y="30"/>
                      <a:pt x="9" y="30"/>
                      <a:pt x="9" y="30"/>
                    </a:cubicBezTo>
                    <a:close/>
                    <a:moveTo>
                      <a:pt x="25" y="46"/>
                    </a:moveTo>
                    <a:cubicBezTo>
                      <a:pt x="28" y="50"/>
                      <a:pt x="28" y="50"/>
                      <a:pt x="28" y="50"/>
                    </a:cubicBezTo>
                    <a:cubicBezTo>
                      <a:pt x="30" y="48"/>
                      <a:pt x="30" y="48"/>
                      <a:pt x="30" y="48"/>
                    </a:cubicBezTo>
                    <a:cubicBezTo>
                      <a:pt x="30" y="47"/>
                      <a:pt x="31" y="47"/>
                      <a:pt x="31" y="46"/>
                    </a:cubicBezTo>
                    <a:cubicBezTo>
                      <a:pt x="31" y="46"/>
                      <a:pt x="31" y="45"/>
                      <a:pt x="32" y="44"/>
                    </a:cubicBezTo>
                    <a:cubicBezTo>
                      <a:pt x="33" y="34"/>
                      <a:pt x="33" y="34"/>
                      <a:pt x="33" y="34"/>
                    </a:cubicBezTo>
                    <a:cubicBezTo>
                      <a:pt x="34" y="32"/>
                      <a:pt x="34" y="32"/>
                      <a:pt x="34" y="31"/>
                    </a:cubicBezTo>
                    <a:cubicBezTo>
                      <a:pt x="34" y="31"/>
                      <a:pt x="33" y="30"/>
                      <a:pt x="33" y="29"/>
                    </a:cubicBezTo>
                    <a:cubicBezTo>
                      <a:pt x="31" y="27"/>
                      <a:pt x="31" y="27"/>
                      <a:pt x="31" y="27"/>
                    </a:cubicBezTo>
                    <a:cubicBezTo>
                      <a:pt x="28" y="30"/>
                      <a:pt x="28" y="30"/>
                      <a:pt x="28" y="30"/>
                    </a:cubicBezTo>
                    <a:cubicBezTo>
                      <a:pt x="25" y="46"/>
                      <a:pt x="25" y="46"/>
                      <a:pt x="25" y="46"/>
                    </a:cubicBezTo>
                    <a:close/>
                    <a:moveTo>
                      <a:pt x="8" y="47"/>
                    </a:moveTo>
                    <a:cubicBezTo>
                      <a:pt x="24" y="47"/>
                      <a:pt x="24" y="47"/>
                      <a:pt x="24" y="47"/>
                    </a:cubicBezTo>
                    <a:cubicBezTo>
                      <a:pt x="27" y="51"/>
                      <a:pt x="27" y="51"/>
                      <a:pt x="27" y="51"/>
                    </a:cubicBezTo>
                    <a:cubicBezTo>
                      <a:pt x="25" y="52"/>
                      <a:pt x="25" y="52"/>
                      <a:pt x="25" y="52"/>
                    </a:cubicBezTo>
                    <a:cubicBezTo>
                      <a:pt x="24" y="52"/>
                      <a:pt x="24" y="53"/>
                      <a:pt x="23" y="53"/>
                    </a:cubicBezTo>
                    <a:cubicBezTo>
                      <a:pt x="23" y="53"/>
                      <a:pt x="22" y="53"/>
                      <a:pt x="21" y="53"/>
                    </a:cubicBezTo>
                    <a:cubicBezTo>
                      <a:pt x="8" y="53"/>
                      <a:pt x="8" y="53"/>
                      <a:pt x="8" y="53"/>
                    </a:cubicBezTo>
                    <a:cubicBezTo>
                      <a:pt x="7" y="53"/>
                      <a:pt x="6" y="53"/>
                      <a:pt x="6" y="53"/>
                    </a:cubicBezTo>
                    <a:cubicBezTo>
                      <a:pt x="5" y="53"/>
                      <a:pt x="5" y="52"/>
                      <a:pt x="4" y="52"/>
                    </a:cubicBezTo>
                    <a:cubicBezTo>
                      <a:pt x="3" y="51"/>
                      <a:pt x="3" y="51"/>
                      <a:pt x="3" y="51"/>
                    </a:cubicBezTo>
                    <a:cubicBezTo>
                      <a:pt x="8" y="47"/>
                      <a:pt x="8" y="47"/>
                      <a:pt x="8" y="47"/>
                    </a:cubicBezTo>
                    <a:close/>
                    <a:moveTo>
                      <a:pt x="69" y="6"/>
                    </a:moveTo>
                    <a:cubicBezTo>
                      <a:pt x="52" y="6"/>
                      <a:pt x="52" y="6"/>
                      <a:pt x="52" y="6"/>
                    </a:cubicBezTo>
                    <a:cubicBezTo>
                      <a:pt x="47" y="0"/>
                      <a:pt x="47" y="0"/>
                      <a:pt x="47" y="0"/>
                    </a:cubicBezTo>
                    <a:cubicBezTo>
                      <a:pt x="71" y="0"/>
                      <a:pt x="71" y="0"/>
                      <a:pt x="71" y="0"/>
                    </a:cubicBezTo>
                    <a:cubicBezTo>
                      <a:pt x="73" y="3"/>
                      <a:pt x="73" y="3"/>
                      <a:pt x="73" y="3"/>
                    </a:cubicBezTo>
                    <a:cubicBezTo>
                      <a:pt x="69" y="6"/>
                      <a:pt x="69" y="6"/>
                      <a:pt x="69" y="6"/>
                    </a:cubicBezTo>
                    <a:close/>
                    <a:moveTo>
                      <a:pt x="51" y="7"/>
                    </a:moveTo>
                    <a:cubicBezTo>
                      <a:pt x="46" y="1"/>
                      <a:pt x="46" y="1"/>
                      <a:pt x="46" y="1"/>
                    </a:cubicBezTo>
                    <a:cubicBezTo>
                      <a:pt x="42" y="20"/>
                      <a:pt x="42" y="20"/>
                      <a:pt x="42" y="20"/>
                    </a:cubicBezTo>
                    <a:cubicBezTo>
                      <a:pt x="42" y="21"/>
                      <a:pt x="42" y="21"/>
                      <a:pt x="42" y="21"/>
                    </a:cubicBezTo>
                    <a:cubicBezTo>
                      <a:pt x="42" y="22"/>
                      <a:pt x="42" y="23"/>
                      <a:pt x="43" y="24"/>
                    </a:cubicBezTo>
                    <a:cubicBezTo>
                      <a:pt x="45" y="25"/>
                      <a:pt x="45" y="25"/>
                      <a:pt x="45" y="25"/>
                    </a:cubicBezTo>
                    <a:cubicBezTo>
                      <a:pt x="48" y="22"/>
                      <a:pt x="48" y="22"/>
                      <a:pt x="48" y="22"/>
                    </a:cubicBezTo>
                    <a:cubicBezTo>
                      <a:pt x="51" y="7"/>
                      <a:pt x="51" y="7"/>
                      <a:pt x="51" y="7"/>
                    </a:cubicBezTo>
                    <a:close/>
                    <a:moveTo>
                      <a:pt x="49" y="23"/>
                    </a:moveTo>
                    <a:cubicBezTo>
                      <a:pt x="63" y="23"/>
                      <a:pt x="63" y="23"/>
                      <a:pt x="63" y="23"/>
                    </a:cubicBezTo>
                    <a:cubicBezTo>
                      <a:pt x="64" y="23"/>
                      <a:pt x="65" y="23"/>
                      <a:pt x="65" y="23"/>
                    </a:cubicBezTo>
                    <a:cubicBezTo>
                      <a:pt x="66" y="24"/>
                      <a:pt x="66" y="24"/>
                      <a:pt x="67" y="25"/>
                    </a:cubicBezTo>
                    <a:cubicBezTo>
                      <a:pt x="68" y="26"/>
                      <a:pt x="68" y="26"/>
                      <a:pt x="68" y="26"/>
                    </a:cubicBezTo>
                    <a:cubicBezTo>
                      <a:pt x="64" y="30"/>
                      <a:pt x="64" y="30"/>
                      <a:pt x="64" y="30"/>
                    </a:cubicBezTo>
                    <a:cubicBezTo>
                      <a:pt x="51" y="30"/>
                      <a:pt x="51" y="30"/>
                      <a:pt x="51" y="30"/>
                    </a:cubicBezTo>
                    <a:cubicBezTo>
                      <a:pt x="50" y="30"/>
                      <a:pt x="49" y="30"/>
                      <a:pt x="48" y="29"/>
                    </a:cubicBezTo>
                    <a:cubicBezTo>
                      <a:pt x="48" y="29"/>
                      <a:pt x="47" y="29"/>
                      <a:pt x="47" y="28"/>
                    </a:cubicBezTo>
                    <a:cubicBezTo>
                      <a:pt x="45" y="26"/>
                      <a:pt x="45" y="26"/>
                      <a:pt x="45" y="26"/>
                    </a:cubicBezTo>
                    <a:cubicBezTo>
                      <a:pt x="49" y="23"/>
                      <a:pt x="49" y="23"/>
                      <a:pt x="49" y="23"/>
                    </a:cubicBezTo>
                    <a:close/>
                    <a:moveTo>
                      <a:pt x="62" y="46"/>
                    </a:moveTo>
                    <a:cubicBezTo>
                      <a:pt x="65" y="50"/>
                      <a:pt x="65" y="50"/>
                      <a:pt x="65" y="50"/>
                    </a:cubicBezTo>
                    <a:cubicBezTo>
                      <a:pt x="67" y="48"/>
                      <a:pt x="67" y="48"/>
                      <a:pt x="67" y="48"/>
                    </a:cubicBezTo>
                    <a:cubicBezTo>
                      <a:pt x="68" y="47"/>
                      <a:pt x="69" y="46"/>
                      <a:pt x="69" y="44"/>
                    </a:cubicBezTo>
                    <a:cubicBezTo>
                      <a:pt x="71" y="33"/>
                      <a:pt x="71" y="33"/>
                      <a:pt x="71" y="33"/>
                    </a:cubicBezTo>
                    <a:cubicBezTo>
                      <a:pt x="71" y="32"/>
                      <a:pt x="71" y="32"/>
                      <a:pt x="71" y="31"/>
                    </a:cubicBezTo>
                    <a:cubicBezTo>
                      <a:pt x="71" y="30"/>
                      <a:pt x="71" y="30"/>
                      <a:pt x="70" y="29"/>
                    </a:cubicBezTo>
                    <a:cubicBezTo>
                      <a:pt x="69" y="27"/>
                      <a:pt x="69" y="27"/>
                      <a:pt x="69" y="27"/>
                    </a:cubicBezTo>
                    <a:cubicBezTo>
                      <a:pt x="65" y="30"/>
                      <a:pt x="65" y="30"/>
                      <a:pt x="65" y="30"/>
                    </a:cubicBezTo>
                    <a:cubicBezTo>
                      <a:pt x="62" y="46"/>
                      <a:pt x="62" y="46"/>
                      <a:pt x="62" y="46"/>
                    </a:cubicBezTo>
                    <a:close/>
                    <a:moveTo>
                      <a:pt x="44" y="47"/>
                    </a:moveTo>
                    <a:cubicBezTo>
                      <a:pt x="61" y="47"/>
                      <a:pt x="61" y="47"/>
                      <a:pt x="61" y="47"/>
                    </a:cubicBezTo>
                    <a:cubicBezTo>
                      <a:pt x="64" y="50"/>
                      <a:pt x="64" y="50"/>
                      <a:pt x="64" y="50"/>
                    </a:cubicBezTo>
                    <a:cubicBezTo>
                      <a:pt x="62" y="52"/>
                      <a:pt x="62" y="52"/>
                      <a:pt x="62" y="52"/>
                    </a:cubicBezTo>
                    <a:cubicBezTo>
                      <a:pt x="61" y="53"/>
                      <a:pt x="60" y="53"/>
                      <a:pt x="58" y="53"/>
                    </a:cubicBezTo>
                    <a:cubicBezTo>
                      <a:pt x="43" y="53"/>
                      <a:pt x="43" y="53"/>
                      <a:pt x="43" y="53"/>
                    </a:cubicBezTo>
                    <a:cubicBezTo>
                      <a:pt x="40" y="50"/>
                      <a:pt x="40" y="50"/>
                      <a:pt x="40" y="50"/>
                    </a:cubicBezTo>
                    <a:cubicBezTo>
                      <a:pt x="44" y="47"/>
                      <a:pt x="44" y="47"/>
                      <a:pt x="44" y="47"/>
                    </a:cubicBezTo>
                    <a:close/>
                    <a:moveTo>
                      <a:pt x="97" y="6"/>
                    </a:moveTo>
                    <a:cubicBezTo>
                      <a:pt x="80" y="6"/>
                      <a:pt x="80" y="6"/>
                      <a:pt x="80" y="6"/>
                    </a:cubicBezTo>
                    <a:cubicBezTo>
                      <a:pt x="77" y="3"/>
                      <a:pt x="77" y="3"/>
                      <a:pt x="77" y="3"/>
                    </a:cubicBezTo>
                    <a:cubicBezTo>
                      <a:pt x="81" y="0"/>
                      <a:pt x="81" y="0"/>
                      <a:pt x="81" y="0"/>
                    </a:cubicBezTo>
                    <a:cubicBezTo>
                      <a:pt x="104" y="0"/>
                      <a:pt x="104" y="0"/>
                      <a:pt x="104" y="0"/>
                    </a:cubicBezTo>
                    <a:cubicBezTo>
                      <a:pt x="97" y="6"/>
                      <a:pt x="97" y="6"/>
                      <a:pt x="97" y="6"/>
                    </a:cubicBezTo>
                    <a:close/>
                    <a:moveTo>
                      <a:pt x="95" y="23"/>
                    </a:moveTo>
                    <a:cubicBezTo>
                      <a:pt x="98" y="27"/>
                      <a:pt x="98" y="27"/>
                      <a:pt x="98" y="27"/>
                    </a:cubicBezTo>
                    <a:cubicBezTo>
                      <a:pt x="101" y="23"/>
                      <a:pt x="101" y="23"/>
                      <a:pt x="101" y="23"/>
                    </a:cubicBezTo>
                    <a:cubicBezTo>
                      <a:pt x="105" y="1"/>
                      <a:pt x="105" y="1"/>
                      <a:pt x="105" y="1"/>
                    </a:cubicBezTo>
                    <a:cubicBezTo>
                      <a:pt x="98" y="7"/>
                      <a:pt x="98" y="7"/>
                      <a:pt x="98" y="7"/>
                    </a:cubicBezTo>
                    <a:cubicBezTo>
                      <a:pt x="95" y="23"/>
                      <a:pt x="95" y="23"/>
                      <a:pt x="95" y="23"/>
                    </a:cubicBezTo>
                    <a:close/>
                    <a:moveTo>
                      <a:pt x="90" y="50"/>
                    </a:moveTo>
                    <a:cubicBezTo>
                      <a:pt x="94" y="30"/>
                      <a:pt x="94" y="30"/>
                      <a:pt x="94" y="30"/>
                    </a:cubicBezTo>
                    <a:cubicBezTo>
                      <a:pt x="98" y="27"/>
                      <a:pt x="98" y="27"/>
                      <a:pt x="98" y="27"/>
                    </a:cubicBezTo>
                    <a:cubicBezTo>
                      <a:pt x="100" y="30"/>
                      <a:pt x="100" y="30"/>
                      <a:pt x="100" y="30"/>
                    </a:cubicBezTo>
                    <a:cubicBezTo>
                      <a:pt x="97" y="50"/>
                      <a:pt x="97" y="50"/>
                      <a:pt x="97" y="50"/>
                    </a:cubicBezTo>
                    <a:cubicBezTo>
                      <a:pt x="93" y="54"/>
                      <a:pt x="93" y="54"/>
                      <a:pt x="93" y="54"/>
                    </a:cubicBezTo>
                    <a:cubicBezTo>
                      <a:pt x="90" y="50"/>
                      <a:pt x="90" y="50"/>
                      <a:pt x="90" y="50"/>
                    </a:cubicBezTo>
                    <a:close/>
                    <a:moveTo>
                      <a:pt x="137" y="6"/>
                    </a:moveTo>
                    <a:cubicBezTo>
                      <a:pt x="120" y="6"/>
                      <a:pt x="120" y="6"/>
                      <a:pt x="120" y="6"/>
                    </a:cubicBezTo>
                    <a:cubicBezTo>
                      <a:pt x="118" y="3"/>
                      <a:pt x="118" y="3"/>
                      <a:pt x="118" y="3"/>
                    </a:cubicBezTo>
                    <a:cubicBezTo>
                      <a:pt x="119" y="1"/>
                      <a:pt x="119" y="1"/>
                      <a:pt x="119" y="1"/>
                    </a:cubicBezTo>
                    <a:cubicBezTo>
                      <a:pt x="120" y="0"/>
                      <a:pt x="121" y="0"/>
                      <a:pt x="122" y="0"/>
                    </a:cubicBezTo>
                    <a:cubicBezTo>
                      <a:pt x="137" y="0"/>
                      <a:pt x="137" y="0"/>
                      <a:pt x="137" y="0"/>
                    </a:cubicBezTo>
                    <a:cubicBezTo>
                      <a:pt x="138" y="0"/>
                      <a:pt x="139" y="0"/>
                      <a:pt x="140" y="1"/>
                    </a:cubicBezTo>
                    <a:cubicBezTo>
                      <a:pt x="141" y="3"/>
                      <a:pt x="141" y="3"/>
                      <a:pt x="141" y="3"/>
                    </a:cubicBezTo>
                    <a:cubicBezTo>
                      <a:pt x="137" y="6"/>
                      <a:pt x="137" y="6"/>
                      <a:pt x="137" y="6"/>
                    </a:cubicBezTo>
                    <a:close/>
                    <a:moveTo>
                      <a:pt x="119" y="7"/>
                    </a:moveTo>
                    <a:cubicBezTo>
                      <a:pt x="116" y="4"/>
                      <a:pt x="116" y="4"/>
                      <a:pt x="116" y="4"/>
                    </a:cubicBezTo>
                    <a:cubicBezTo>
                      <a:pt x="114" y="6"/>
                      <a:pt x="114" y="6"/>
                      <a:pt x="114" y="6"/>
                    </a:cubicBezTo>
                    <a:cubicBezTo>
                      <a:pt x="113" y="7"/>
                      <a:pt x="113" y="8"/>
                      <a:pt x="112" y="9"/>
                    </a:cubicBezTo>
                    <a:cubicBezTo>
                      <a:pt x="110" y="20"/>
                      <a:pt x="110" y="20"/>
                      <a:pt x="110" y="20"/>
                    </a:cubicBezTo>
                    <a:cubicBezTo>
                      <a:pt x="110" y="21"/>
                      <a:pt x="110" y="21"/>
                      <a:pt x="110" y="21"/>
                    </a:cubicBezTo>
                    <a:cubicBezTo>
                      <a:pt x="110" y="22"/>
                      <a:pt x="111" y="23"/>
                      <a:pt x="111" y="24"/>
                    </a:cubicBezTo>
                    <a:cubicBezTo>
                      <a:pt x="113" y="25"/>
                      <a:pt x="113" y="25"/>
                      <a:pt x="113" y="25"/>
                    </a:cubicBezTo>
                    <a:cubicBezTo>
                      <a:pt x="116" y="22"/>
                      <a:pt x="116" y="22"/>
                      <a:pt x="116" y="22"/>
                    </a:cubicBezTo>
                    <a:cubicBezTo>
                      <a:pt x="119" y="7"/>
                      <a:pt x="119" y="7"/>
                      <a:pt x="119" y="7"/>
                    </a:cubicBezTo>
                    <a:close/>
                    <a:moveTo>
                      <a:pt x="135" y="23"/>
                    </a:moveTo>
                    <a:cubicBezTo>
                      <a:pt x="137" y="26"/>
                      <a:pt x="137" y="26"/>
                      <a:pt x="137" y="26"/>
                    </a:cubicBezTo>
                    <a:cubicBezTo>
                      <a:pt x="140" y="24"/>
                      <a:pt x="140" y="24"/>
                      <a:pt x="140" y="24"/>
                    </a:cubicBezTo>
                    <a:cubicBezTo>
                      <a:pt x="141" y="23"/>
                      <a:pt x="141" y="22"/>
                      <a:pt x="142" y="20"/>
                    </a:cubicBezTo>
                    <a:cubicBezTo>
                      <a:pt x="144" y="8"/>
                      <a:pt x="144" y="8"/>
                      <a:pt x="144" y="8"/>
                    </a:cubicBezTo>
                    <a:cubicBezTo>
                      <a:pt x="144" y="8"/>
                      <a:pt x="144" y="7"/>
                      <a:pt x="144" y="7"/>
                    </a:cubicBezTo>
                    <a:cubicBezTo>
                      <a:pt x="144" y="6"/>
                      <a:pt x="143" y="6"/>
                      <a:pt x="143" y="5"/>
                    </a:cubicBezTo>
                    <a:cubicBezTo>
                      <a:pt x="142" y="4"/>
                      <a:pt x="142" y="4"/>
                      <a:pt x="142" y="4"/>
                    </a:cubicBezTo>
                    <a:cubicBezTo>
                      <a:pt x="137" y="7"/>
                      <a:pt x="137" y="7"/>
                      <a:pt x="137" y="7"/>
                    </a:cubicBezTo>
                    <a:cubicBezTo>
                      <a:pt x="135" y="23"/>
                      <a:pt x="135" y="23"/>
                      <a:pt x="135" y="23"/>
                    </a:cubicBezTo>
                    <a:close/>
                    <a:moveTo>
                      <a:pt x="118" y="23"/>
                    </a:moveTo>
                    <a:cubicBezTo>
                      <a:pt x="134" y="23"/>
                      <a:pt x="134" y="23"/>
                      <a:pt x="134" y="23"/>
                    </a:cubicBezTo>
                    <a:cubicBezTo>
                      <a:pt x="136" y="26"/>
                      <a:pt x="136" y="26"/>
                      <a:pt x="136" y="26"/>
                    </a:cubicBezTo>
                    <a:cubicBezTo>
                      <a:pt x="132" y="30"/>
                      <a:pt x="132" y="30"/>
                      <a:pt x="132" y="30"/>
                    </a:cubicBezTo>
                    <a:cubicBezTo>
                      <a:pt x="116" y="30"/>
                      <a:pt x="116" y="30"/>
                      <a:pt x="116" y="30"/>
                    </a:cubicBezTo>
                    <a:cubicBezTo>
                      <a:pt x="114" y="26"/>
                      <a:pt x="114" y="26"/>
                      <a:pt x="114" y="26"/>
                    </a:cubicBezTo>
                    <a:cubicBezTo>
                      <a:pt x="118" y="23"/>
                      <a:pt x="118" y="23"/>
                      <a:pt x="118" y="23"/>
                    </a:cubicBezTo>
                    <a:close/>
                    <a:moveTo>
                      <a:pt x="115" y="30"/>
                    </a:moveTo>
                    <a:cubicBezTo>
                      <a:pt x="113" y="27"/>
                      <a:pt x="113" y="27"/>
                      <a:pt x="113" y="27"/>
                    </a:cubicBezTo>
                    <a:cubicBezTo>
                      <a:pt x="110" y="30"/>
                      <a:pt x="110" y="30"/>
                      <a:pt x="110" y="30"/>
                    </a:cubicBezTo>
                    <a:cubicBezTo>
                      <a:pt x="109" y="31"/>
                      <a:pt x="108" y="31"/>
                      <a:pt x="108" y="33"/>
                    </a:cubicBezTo>
                    <a:cubicBezTo>
                      <a:pt x="106" y="45"/>
                      <a:pt x="106" y="45"/>
                      <a:pt x="106" y="45"/>
                    </a:cubicBezTo>
                    <a:cubicBezTo>
                      <a:pt x="106" y="45"/>
                      <a:pt x="106" y="46"/>
                      <a:pt x="106" y="46"/>
                    </a:cubicBezTo>
                    <a:cubicBezTo>
                      <a:pt x="106" y="47"/>
                      <a:pt x="106" y="47"/>
                      <a:pt x="107" y="48"/>
                    </a:cubicBezTo>
                    <a:cubicBezTo>
                      <a:pt x="108" y="50"/>
                      <a:pt x="108" y="50"/>
                      <a:pt x="108" y="50"/>
                    </a:cubicBezTo>
                    <a:cubicBezTo>
                      <a:pt x="112" y="46"/>
                      <a:pt x="112" y="46"/>
                      <a:pt x="112" y="46"/>
                    </a:cubicBezTo>
                    <a:cubicBezTo>
                      <a:pt x="115" y="30"/>
                      <a:pt x="115" y="30"/>
                      <a:pt x="115" y="30"/>
                    </a:cubicBezTo>
                    <a:close/>
                    <a:moveTo>
                      <a:pt x="130" y="46"/>
                    </a:moveTo>
                    <a:cubicBezTo>
                      <a:pt x="133" y="50"/>
                      <a:pt x="133" y="50"/>
                      <a:pt x="133" y="50"/>
                    </a:cubicBezTo>
                    <a:cubicBezTo>
                      <a:pt x="135" y="48"/>
                      <a:pt x="135" y="48"/>
                      <a:pt x="135" y="48"/>
                    </a:cubicBezTo>
                    <a:cubicBezTo>
                      <a:pt x="136" y="47"/>
                      <a:pt x="137" y="47"/>
                      <a:pt x="137" y="47"/>
                    </a:cubicBezTo>
                    <a:cubicBezTo>
                      <a:pt x="137" y="46"/>
                      <a:pt x="137" y="46"/>
                      <a:pt x="137" y="45"/>
                    </a:cubicBezTo>
                    <a:cubicBezTo>
                      <a:pt x="139" y="33"/>
                      <a:pt x="139" y="33"/>
                      <a:pt x="139" y="33"/>
                    </a:cubicBezTo>
                    <a:cubicBezTo>
                      <a:pt x="139" y="32"/>
                      <a:pt x="139" y="32"/>
                      <a:pt x="139" y="31"/>
                    </a:cubicBezTo>
                    <a:cubicBezTo>
                      <a:pt x="139" y="31"/>
                      <a:pt x="139" y="30"/>
                      <a:pt x="139" y="29"/>
                    </a:cubicBezTo>
                    <a:cubicBezTo>
                      <a:pt x="137" y="28"/>
                      <a:pt x="137" y="28"/>
                      <a:pt x="137" y="28"/>
                    </a:cubicBezTo>
                    <a:cubicBezTo>
                      <a:pt x="133" y="31"/>
                      <a:pt x="133" y="31"/>
                      <a:pt x="133" y="31"/>
                    </a:cubicBezTo>
                    <a:cubicBezTo>
                      <a:pt x="130" y="46"/>
                      <a:pt x="130" y="46"/>
                      <a:pt x="130" y="46"/>
                    </a:cubicBezTo>
                    <a:close/>
                    <a:moveTo>
                      <a:pt x="113" y="47"/>
                    </a:moveTo>
                    <a:cubicBezTo>
                      <a:pt x="129" y="47"/>
                      <a:pt x="129" y="47"/>
                      <a:pt x="129" y="47"/>
                    </a:cubicBezTo>
                    <a:cubicBezTo>
                      <a:pt x="132" y="51"/>
                      <a:pt x="132" y="51"/>
                      <a:pt x="132" y="51"/>
                    </a:cubicBezTo>
                    <a:cubicBezTo>
                      <a:pt x="131" y="52"/>
                      <a:pt x="131" y="52"/>
                      <a:pt x="131" y="52"/>
                    </a:cubicBezTo>
                    <a:cubicBezTo>
                      <a:pt x="130" y="53"/>
                      <a:pt x="129" y="53"/>
                      <a:pt x="129" y="53"/>
                    </a:cubicBezTo>
                    <a:cubicBezTo>
                      <a:pt x="129" y="53"/>
                      <a:pt x="128" y="53"/>
                      <a:pt x="127" y="53"/>
                    </a:cubicBezTo>
                    <a:cubicBezTo>
                      <a:pt x="113" y="53"/>
                      <a:pt x="113" y="53"/>
                      <a:pt x="113" y="53"/>
                    </a:cubicBezTo>
                    <a:cubicBezTo>
                      <a:pt x="112" y="53"/>
                      <a:pt x="111" y="53"/>
                      <a:pt x="110" y="52"/>
                    </a:cubicBezTo>
                    <a:cubicBezTo>
                      <a:pt x="109" y="51"/>
                      <a:pt x="109" y="51"/>
                      <a:pt x="109" y="51"/>
                    </a:cubicBezTo>
                    <a:cubicBezTo>
                      <a:pt x="113" y="47"/>
                      <a:pt x="113" y="47"/>
                      <a:pt x="113" y="47"/>
                    </a:cubicBezTo>
                    <a:close/>
                    <a:moveTo>
                      <a:pt x="171" y="6"/>
                    </a:moveTo>
                    <a:cubicBezTo>
                      <a:pt x="154" y="6"/>
                      <a:pt x="154" y="6"/>
                      <a:pt x="154" y="6"/>
                    </a:cubicBezTo>
                    <a:cubicBezTo>
                      <a:pt x="151" y="3"/>
                      <a:pt x="151" y="3"/>
                      <a:pt x="151" y="3"/>
                    </a:cubicBezTo>
                    <a:cubicBezTo>
                      <a:pt x="155" y="0"/>
                      <a:pt x="155" y="0"/>
                      <a:pt x="155" y="0"/>
                    </a:cubicBezTo>
                    <a:cubicBezTo>
                      <a:pt x="171" y="0"/>
                      <a:pt x="171" y="0"/>
                      <a:pt x="171" y="0"/>
                    </a:cubicBezTo>
                    <a:cubicBezTo>
                      <a:pt x="172" y="0"/>
                      <a:pt x="173" y="0"/>
                      <a:pt x="173" y="0"/>
                    </a:cubicBezTo>
                    <a:cubicBezTo>
                      <a:pt x="173" y="0"/>
                      <a:pt x="174" y="0"/>
                      <a:pt x="174" y="1"/>
                    </a:cubicBezTo>
                    <a:cubicBezTo>
                      <a:pt x="175" y="2"/>
                      <a:pt x="175" y="2"/>
                      <a:pt x="175" y="2"/>
                    </a:cubicBezTo>
                    <a:cubicBezTo>
                      <a:pt x="171" y="6"/>
                      <a:pt x="171" y="6"/>
                      <a:pt x="171" y="6"/>
                    </a:cubicBezTo>
                    <a:close/>
                    <a:moveTo>
                      <a:pt x="169" y="22"/>
                    </a:moveTo>
                    <a:cubicBezTo>
                      <a:pt x="172" y="25"/>
                      <a:pt x="172" y="25"/>
                      <a:pt x="172" y="25"/>
                    </a:cubicBezTo>
                    <a:cubicBezTo>
                      <a:pt x="174" y="23"/>
                      <a:pt x="174" y="23"/>
                      <a:pt x="174" y="23"/>
                    </a:cubicBezTo>
                    <a:cubicBezTo>
                      <a:pt x="175" y="22"/>
                      <a:pt x="176" y="21"/>
                      <a:pt x="176" y="20"/>
                    </a:cubicBezTo>
                    <a:cubicBezTo>
                      <a:pt x="178" y="9"/>
                      <a:pt x="178" y="9"/>
                      <a:pt x="178" y="9"/>
                    </a:cubicBezTo>
                    <a:cubicBezTo>
                      <a:pt x="178" y="8"/>
                      <a:pt x="178" y="7"/>
                      <a:pt x="178" y="7"/>
                    </a:cubicBezTo>
                    <a:cubicBezTo>
                      <a:pt x="178" y="6"/>
                      <a:pt x="178" y="5"/>
                      <a:pt x="177" y="5"/>
                    </a:cubicBezTo>
                    <a:cubicBezTo>
                      <a:pt x="176" y="3"/>
                      <a:pt x="176" y="3"/>
                      <a:pt x="176" y="3"/>
                    </a:cubicBezTo>
                    <a:cubicBezTo>
                      <a:pt x="172" y="7"/>
                      <a:pt x="172" y="7"/>
                      <a:pt x="172" y="7"/>
                    </a:cubicBezTo>
                    <a:cubicBezTo>
                      <a:pt x="169" y="22"/>
                      <a:pt x="169" y="22"/>
                      <a:pt x="169" y="22"/>
                    </a:cubicBezTo>
                    <a:close/>
                    <a:moveTo>
                      <a:pt x="151" y="23"/>
                    </a:moveTo>
                    <a:cubicBezTo>
                      <a:pt x="168" y="23"/>
                      <a:pt x="168" y="23"/>
                      <a:pt x="168" y="23"/>
                    </a:cubicBezTo>
                    <a:cubicBezTo>
                      <a:pt x="171" y="26"/>
                      <a:pt x="171" y="26"/>
                      <a:pt x="171" y="26"/>
                    </a:cubicBezTo>
                    <a:cubicBezTo>
                      <a:pt x="167" y="30"/>
                      <a:pt x="167" y="30"/>
                      <a:pt x="167" y="30"/>
                    </a:cubicBezTo>
                    <a:cubicBezTo>
                      <a:pt x="150" y="30"/>
                      <a:pt x="150" y="30"/>
                      <a:pt x="150" y="30"/>
                    </a:cubicBezTo>
                    <a:cubicBezTo>
                      <a:pt x="147" y="26"/>
                      <a:pt x="147" y="26"/>
                      <a:pt x="147" y="26"/>
                    </a:cubicBezTo>
                    <a:cubicBezTo>
                      <a:pt x="151" y="23"/>
                      <a:pt x="151" y="23"/>
                      <a:pt x="151" y="23"/>
                    </a:cubicBezTo>
                    <a:close/>
                    <a:moveTo>
                      <a:pt x="165" y="46"/>
                    </a:moveTo>
                    <a:cubicBezTo>
                      <a:pt x="168" y="50"/>
                      <a:pt x="168" y="50"/>
                      <a:pt x="168" y="50"/>
                    </a:cubicBezTo>
                    <a:cubicBezTo>
                      <a:pt x="170" y="48"/>
                      <a:pt x="170" y="48"/>
                      <a:pt x="170" y="48"/>
                    </a:cubicBezTo>
                    <a:cubicBezTo>
                      <a:pt x="170" y="47"/>
                      <a:pt x="171" y="47"/>
                      <a:pt x="171" y="47"/>
                    </a:cubicBezTo>
                    <a:cubicBezTo>
                      <a:pt x="171" y="46"/>
                      <a:pt x="171" y="46"/>
                      <a:pt x="171" y="45"/>
                    </a:cubicBezTo>
                    <a:cubicBezTo>
                      <a:pt x="174" y="32"/>
                      <a:pt x="174" y="32"/>
                      <a:pt x="174" y="32"/>
                    </a:cubicBezTo>
                    <a:cubicBezTo>
                      <a:pt x="174" y="32"/>
                      <a:pt x="174" y="31"/>
                      <a:pt x="174" y="31"/>
                    </a:cubicBezTo>
                    <a:cubicBezTo>
                      <a:pt x="174" y="30"/>
                      <a:pt x="173" y="29"/>
                      <a:pt x="173" y="29"/>
                    </a:cubicBezTo>
                    <a:cubicBezTo>
                      <a:pt x="171" y="27"/>
                      <a:pt x="171" y="27"/>
                      <a:pt x="171" y="27"/>
                    </a:cubicBezTo>
                    <a:cubicBezTo>
                      <a:pt x="168" y="31"/>
                      <a:pt x="168" y="31"/>
                      <a:pt x="168" y="31"/>
                    </a:cubicBezTo>
                    <a:cubicBezTo>
                      <a:pt x="165" y="46"/>
                      <a:pt x="165" y="46"/>
                      <a:pt x="165" y="46"/>
                    </a:cubicBezTo>
                    <a:close/>
                    <a:moveTo>
                      <a:pt x="147" y="47"/>
                    </a:moveTo>
                    <a:cubicBezTo>
                      <a:pt x="164" y="47"/>
                      <a:pt x="164" y="47"/>
                      <a:pt x="164" y="47"/>
                    </a:cubicBezTo>
                    <a:cubicBezTo>
                      <a:pt x="167" y="50"/>
                      <a:pt x="167" y="50"/>
                      <a:pt x="167" y="50"/>
                    </a:cubicBezTo>
                    <a:cubicBezTo>
                      <a:pt x="165" y="52"/>
                      <a:pt x="165" y="52"/>
                      <a:pt x="165" y="52"/>
                    </a:cubicBezTo>
                    <a:cubicBezTo>
                      <a:pt x="164" y="53"/>
                      <a:pt x="163" y="53"/>
                      <a:pt x="161" y="53"/>
                    </a:cubicBezTo>
                    <a:cubicBezTo>
                      <a:pt x="145" y="53"/>
                      <a:pt x="145" y="53"/>
                      <a:pt x="145" y="53"/>
                    </a:cubicBezTo>
                    <a:cubicBezTo>
                      <a:pt x="143" y="50"/>
                      <a:pt x="143" y="50"/>
                      <a:pt x="143" y="50"/>
                    </a:cubicBezTo>
                    <a:lnTo>
                      <a:pt x="14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45" name="Freeform 41"/>
              <p:cNvSpPr>
                <a:spLocks/>
              </p:cNvSpPr>
              <p:nvPr/>
            </p:nvSpPr>
            <p:spPr bwMode="auto">
              <a:xfrm>
                <a:off x="3991892" y="1793288"/>
                <a:ext cx="486954" cy="699586"/>
              </a:xfrm>
              <a:custGeom>
                <a:avLst/>
                <a:gdLst>
                  <a:gd name="T0" fmla="*/ 0 w 275"/>
                  <a:gd name="T1" fmla="*/ 8 h 395"/>
                  <a:gd name="T2" fmla="*/ 10 w 275"/>
                  <a:gd name="T3" fmla="*/ 0 h 395"/>
                  <a:gd name="T4" fmla="*/ 275 w 275"/>
                  <a:gd name="T5" fmla="*/ 378 h 395"/>
                  <a:gd name="T6" fmla="*/ 249 w 275"/>
                  <a:gd name="T7" fmla="*/ 395 h 395"/>
                  <a:gd name="T8" fmla="*/ 0 w 275"/>
                  <a:gd name="T9" fmla="*/ 8 h 395"/>
                </a:gdLst>
                <a:ahLst/>
                <a:cxnLst>
                  <a:cxn ang="0">
                    <a:pos x="T0" y="T1"/>
                  </a:cxn>
                  <a:cxn ang="0">
                    <a:pos x="T2" y="T3"/>
                  </a:cxn>
                  <a:cxn ang="0">
                    <a:pos x="T4" y="T5"/>
                  </a:cxn>
                  <a:cxn ang="0">
                    <a:pos x="T6" y="T7"/>
                  </a:cxn>
                  <a:cxn ang="0">
                    <a:pos x="T8" y="T9"/>
                  </a:cxn>
                </a:cxnLst>
                <a:rect l="0" t="0" r="r" b="b"/>
                <a:pathLst>
                  <a:path w="275" h="395">
                    <a:moveTo>
                      <a:pt x="0" y="8"/>
                    </a:moveTo>
                    <a:cubicBezTo>
                      <a:pt x="10" y="0"/>
                      <a:pt x="10" y="0"/>
                      <a:pt x="10" y="0"/>
                    </a:cubicBezTo>
                    <a:cubicBezTo>
                      <a:pt x="275" y="378"/>
                      <a:pt x="275" y="378"/>
                      <a:pt x="275" y="378"/>
                    </a:cubicBezTo>
                    <a:cubicBezTo>
                      <a:pt x="265" y="382"/>
                      <a:pt x="257" y="387"/>
                      <a:pt x="249" y="395"/>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grpSp>
        <p:sp>
          <p:nvSpPr>
            <p:cNvPr id="38" name="Text Box 7"/>
            <p:cNvSpPr txBox="1">
              <a:spLocks noChangeArrowheads="1"/>
            </p:cNvSpPr>
            <p:nvPr/>
          </p:nvSpPr>
          <p:spPr bwMode="auto">
            <a:xfrm>
              <a:off x="5747937" y="3784807"/>
              <a:ext cx="779261" cy="389969"/>
            </a:xfrm>
            <a:prstGeom prst="rect">
              <a:avLst/>
            </a:prstGeom>
            <a:noFill/>
            <a:ln w="9525">
              <a:noFill/>
              <a:miter lim="800000"/>
              <a:headEnd/>
              <a:tailEnd/>
            </a:ln>
          </p:spPr>
          <p:txBody>
            <a:bodyPr wrap="none" lIns="85678" tIns="42840" rIns="85678" bIns="42840">
              <a:spAutoFit/>
            </a:bodyPr>
            <a:lstStyle/>
            <a:p>
              <a:pPr algn="ctr" defTabSz="1529383">
                <a:defRPr/>
              </a:pPr>
              <a:r>
                <a:rPr lang="en-CA" sz="2109" b="1" spc="-159" dirty="0">
                  <a:solidFill>
                    <a:schemeClr val="bg1"/>
                  </a:solidFill>
                  <a:latin typeface="Open Sans" panose="020B0606030504020204" pitchFamily="34" charset="0"/>
                  <a:ea typeface="Open Sans" panose="020B0606030504020204" pitchFamily="34" charset="0"/>
                  <a:cs typeface="Open Sans" panose="020B0606030504020204" pitchFamily="34" charset="0"/>
                </a:rPr>
                <a:t>30 mph</a:t>
              </a:r>
            </a:p>
          </p:txBody>
        </p:sp>
      </p:grpSp>
      <p:grpSp>
        <p:nvGrpSpPr>
          <p:cNvPr id="8" name="Group 4"/>
          <p:cNvGrpSpPr>
            <a:grpSpLocks/>
          </p:cNvGrpSpPr>
          <p:nvPr/>
        </p:nvGrpSpPr>
        <p:grpSpPr bwMode="auto">
          <a:xfrm>
            <a:off x="8052875" y="2407746"/>
            <a:ext cx="1978323" cy="1621701"/>
            <a:chOff x="7635684" y="2282971"/>
            <a:chExt cx="1875950" cy="1537472"/>
          </a:xfrm>
          <a:solidFill>
            <a:schemeClr val="accent4"/>
          </a:solidFill>
        </p:grpSpPr>
        <p:grpSp>
          <p:nvGrpSpPr>
            <p:cNvPr id="9" name="Group 46"/>
            <p:cNvGrpSpPr/>
            <p:nvPr/>
          </p:nvGrpSpPr>
          <p:grpSpPr>
            <a:xfrm>
              <a:off x="7635684" y="2282971"/>
              <a:ext cx="1875950" cy="1521926"/>
              <a:chOff x="3532020" y="1606907"/>
              <a:chExt cx="1954379" cy="1585554"/>
            </a:xfrm>
            <a:grpFill/>
          </p:grpSpPr>
          <p:sp>
            <p:nvSpPr>
              <p:cNvPr id="49" name="Freeform 6"/>
              <p:cNvSpPr>
                <a:spLocks noEditPoints="1"/>
              </p:cNvSpPr>
              <p:nvPr/>
            </p:nvSpPr>
            <p:spPr bwMode="auto">
              <a:xfrm>
                <a:off x="3532020" y="1606907"/>
                <a:ext cx="1954379" cy="1585554"/>
              </a:xfrm>
              <a:custGeom>
                <a:avLst/>
                <a:gdLst>
                  <a:gd name="T0" fmla="*/ 95 w 1489"/>
                  <a:gd name="T1" fmla="*/ 752 h 1208"/>
                  <a:gd name="T2" fmla="*/ 0 w 1489"/>
                  <a:gd name="T3" fmla="*/ 733 h 1208"/>
                  <a:gd name="T4" fmla="*/ 102 w 1489"/>
                  <a:gd name="T5" fmla="*/ 645 h 1208"/>
                  <a:gd name="T6" fmla="*/ 12 w 1489"/>
                  <a:gd name="T7" fmla="*/ 611 h 1208"/>
                  <a:gd name="T8" fmla="*/ 126 w 1489"/>
                  <a:gd name="T9" fmla="*/ 540 h 1208"/>
                  <a:gd name="T10" fmla="*/ 44 w 1489"/>
                  <a:gd name="T11" fmla="*/ 493 h 1208"/>
                  <a:gd name="T12" fmla="*/ 168 w 1489"/>
                  <a:gd name="T13" fmla="*/ 441 h 1208"/>
                  <a:gd name="T14" fmla="*/ 95 w 1489"/>
                  <a:gd name="T15" fmla="*/ 381 h 1208"/>
                  <a:gd name="T16" fmla="*/ 226 w 1489"/>
                  <a:gd name="T17" fmla="*/ 351 h 1208"/>
                  <a:gd name="T18" fmla="*/ 164 w 1489"/>
                  <a:gd name="T19" fmla="*/ 278 h 1208"/>
                  <a:gd name="T20" fmla="*/ 297 w 1489"/>
                  <a:gd name="T21" fmla="*/ 270 h 1208"/>
                  <a:gd name="T22" fmla="*/ 247 w 1489"/>
                  <a:gd name="T23" fmla="*/ 189 h 1208"/>
                  <a:gd name="T24" fmla="*/ 381 w 1489"/>
                  <a:gd name="T25" fmla="*/ 204 h 1208"/>
                  <a:gd name="T26" fmla="*/ 346 w 1489"/>
                  <a:gd name="T27" fmla="*/ 115 h 1208"/>
                  <a:gd name="T28" fmla="*/ 475 w 1489"/>
                  <a:gd name="T29" fmla="*/ 151 h 1208"/>
                  <a:gd name="T30" fmla="*/ 455 w 1489"/>
                  <a:gd name="T31" fmla="*/ 57 h 1208"/>
                  <a:gd name="T32" fmla="*/ 577 w 1489"/>
                  <a:gd name="T33" fmla="*/ 115 h 1208"/>
                  <a:gd name="T34" fmla="*/ 571 w 1489"/>
                  <a:gd name="T35" fmla="*/ 19 h 1208"/>
                  <a:gd name="T36" fmla="*/ 682 w 1489"/>
                  <a:gd name="T37" fmla="*/ 96 h 1208"/>
                  <a:gd name="T38" fmla="*/ 693 w 1489"/>
                  <a:gd name="T39" fmla="*/ 0 h 1208"/>
                  <a:gd name="T40" fmla="*/ 790 w 1489"/>
                  <a:gd name="T41" fmla="*/ 94 h 1208"/>
                  <a:gd name="T42" fmla="*/ 815 w 1489"/>
                  <a:gd name="T43" fmla="*/ 1 h 1208"/>
                  <a:gd name="T44" fmla="*/ 895 w 1489"/>
                  <a:gd name="T45" fmla="*/ 111 h 1208"/>
                  <a:gd name="T46" fmla="*/ 937 w 1489"/>
                  <a:gd name="T47" fmla="*/ 24 h 1208"/>
                  <a:gd name="T48" fmla="*/ 998 w 1489"/>
                  <a:gd name="T49" fmla="*/ 144 h 1208"/>
                  <a:gd name="T50" fmla="*/ 1053 w 1489"/>
                  <a:gd name="T51" fmla="*/ 66 h 1208"/>
                  <a:gd name="T52" fmla="*/ 1093 w 1489"/>
                  <a:gd name="T53" fmla="*/ 194 h 1208"/>
                  <a:gd name="T54" fmla="*/ 1160 w 1489"/>
                  <a:gd name="T55" fmla="*/ 125 h 1208"/>
                  <a:gd name="T56" fmla="*/ 1179 w 1489"/>
                  <a:gd name="T57" fmla="*/ 259 h 1208"/>
                  <a:gd name="T58" fmla="*/ 1257 w 1489"/>
                  <a:gd name="T59" fmla="*/ 202 h 1208"/>
                  <a:gd name="T60" fmla="*/ 1312 w 1489"/>
                  <a:gd name="T61" fmla="*/ 426 h 1208"/>
                  <a:gd name="T62" fmla="*/ 1404 w 1489"/>
                  <a:gd name="T63" fmla="*/ 398 h 1208"/>
                  <a:gd name="T64" fmla="*/ 1253 w 1489"/>
                  <a:gd name="T65" fmla="*/ 337 h 1208"/>
                  <a:gd name="T66" fmla="*/ 1338 w 1489"/>
                  <a:gd name="T67" fmla="*/ 294 h 1208"/>
                  <a:gd name="T68" fmla="*/ 150 w 1489"/>
                  <a:gd name="T69" fmla="*/ 1192 h 1208"/>
                  <a:gd name="T70" fmla="*/ 237 w 1489"/>
                  <a:gd name="T71" fmla="*/ 1149 h 1208"/>
                  <a:gd name="T72" fmla="*/ 1357 w 1489"/>
                  <a:gd name="T73" fmla="*/ 524 h 1208"/>
                  <a:gd name="T74" fmla="*/ 1451 w 1489"/>
                  <a:gd name="T75" fmla="*/ 512 h 1208"/>
                  <a:gd name="T76" fmla="*/ 1384 w 1489"/>
                  <a:gd name="T77" fmla="*/ 628 h 1208"/>
                  <a:gd name="T78" fmla="*/ 1479 w 1489"/>
                  <a:gd name="T79" fmla="*/ 632 h 1208"/>
                  <a:gd name="T80" fmla="*/ 8 w 1489"/>
                  <a:gd name="T81" fmla="*/ 854 h 1208"/>
                  <a:gd name="T82" fmla="*/ 104 w 1489"/>
                  <a:gd name="T83" fmla="*/ 857 h 1208"/>
                  <a:gd name="T84" fmla="*/ 37 w 1489"/>
                  <a:gd name="T85" fmla="*/ 973 h 1208"/>
                  <a:gd name="T86" fmla="*/ 131 w 1489"/>
                  <a:gd name="T87" fmla="*/ 961 h 1208"/>
                  <a:gd name="T88" fmla="*/ 84 w 1489"/>
                  <a:gd name="T89" fmla="*/ 1087 h 1208"/>
                  <a:gd name="T90" fmla="*/ 176 w 1489"/>
                  <a:gd name="T91" fmla="*/ 1060 h 1208"/>
                  <a:gd name="T92" fmla="*/ 1326 w 1489"/>
                  <a:gd name="T93" fmla="*/ 1208 h 1208"/>
                  <a:gd name="T94" fmla="*/ 1262 w 1489"/>
                  <a:gd name="T95" fmla="*/ 1135 h 1208"/>
                  <a:gd name="T96" fmla="*/ 1394 w 1489"/>
                  <a:gd name="T97" fmla="*/ 1106 h 1208"/>
                  <a:gd name="T98" fmla="*/ 1320 w 1489"/>
                  <a:gd name="T99" fmla="*/ 1045 h 1208"/>
                  <a:gd name="T100" fmla="*/ 1444 w 1489"/>
                  <a:gd name="T101" fmla="*/ 993 h 1208"/>
                  <a:gd name="T102" fmla="*/ 1362 w 1489"/>
                  <a:gd name="T103" fmla="*/ 945 h 1208"/>
                  <a:gd name="T104" fmla="*/ 1477 w 1489"/>
                  <a:gd name="T105" fmla="*/ 875 h 1208"/>
                  <a:gd name="T106" fmla="*/ 1386 w 1489"/>
                  <a:gd name="T107" fmla="*/ 841 h 1208"/>
                  <a:gd name="T108" fmla="*/ 1489 w 1489"/>
                  <a:gd name="T109" fmla="*/ 752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208">
                    <a:moveTo>
                      <a:pt x="0" y="733"/>
                    </a:moveTo>
                    <a:lnTo>
                      <a:pt x="95" y="733"/>
                    </a:lnTo>
                    <a:lnTo>
                      <a:pt x="95" y="752"/>
                    </a:lnTo>
                    <a:lnTo>
                      <a:pt x="0" y="752"/>
                    </a:lnTo>
                    <a:lnTo>
                      <a:pt x="0" y="733"/>
                    </a:lnTo>
                    <a:lnTo>
                      <a:pt x="0" y="733"/>
                    </a:lnTo>
                    <a:close/>
                    <a:moveTo>
                      <a:pt x="12" y="611"/>
                    </a:moveTo>
                    <a:lnTo>
                      <a:pt x="104" y="626"/>
                    </a:lnTo>
                    <a:lnTo>
                      <a:pt x="102" y="645"/>
                    </a:lnTo>
                    <a:lnTo>
                      <a:pt x="8" y="629"/>
                    </a:lnTo>
                    <a:lnTo>
                      <a:pt x="12" y="611"/>
                    </a:lnTo>
                    <a:lnTo>
                      <a:pt x="12" y="611"/>
                    </a:lnTo>
                    <a:close/>
                    <a:moveTo>
                      <a:pt x="44" y="493"/>
                    </a:moveTo>
                    <a:lnTo>
                      <a:pt x="133" y="522"/>
                    </a:lnTo>
                    <a:lnTo>
                      <a:pt x="126" y="540"/>
                    </a:lnTo>
                    <a:lnTo>
                      <a:pt x="38" y="510"/>
                    </a:lnTo>
                    <a:lnTo>
                      <a:pt x="44" y="493"/>
                    </a:lnTo>
                    <a:lnTo>
                      <a:pt x="44" y="493"/>
                    </a:lnTo>
                    <a:close/>
                    <a:moveTo>
                      <a:pt x="95" y="381"/>
                    </a:moveTo>
                    <a:lnTo>
                      <a:pt x="177" y="425"/>
                    </a:lnTo>
                    <a:lnTo>
                      <a:pt x="168" y="441"/>
                    </a:lnTo>
                    <a:lnTo>
                      <a:pt x="85" y="397"/>
                    </a:lnTo>
                    <a:lnTo>
                      <a:pt x="95" y="381"/>
                    </a:lnTo>
                    <a:lnTo>
                      <a:pt x="95" y="381"/>
                    </a:lnTo>
                    <a:close/>
                    <a:moveTo>
                      <a:pt x="164" y="278"/>
                    </a:moveTo>
                    <a:lnTo>
                      <a:pt x="238" y="336"/>
                    </a:lnTo>
                    <a:lnTo>
                      <a:pt x="226" y="351"/>
                    </a:lnTo>
                    <a:lnTo>
                      <a:pt x="151" y="293"/>
                    </a:lnTo>
                    <a:lnTo>
                      <a:pt x="164" y="278"/>
                    </a:lnTo>
                    <a:lnTo>
                      <a:pt x="164" y="278"/>
                    </a:lnTo>
                    <a:close/>
                    <a:moveTo>
                      <a:pt x="247" y="189"/>
                    </a:moveTo>
                    <a:lnTo>
                      <a:pt x="311" y="258"/>
                    </a:lnTo>
                    <a:lnTo>
                      <a:pt x="297" y="270"/>
                    </a:lnTo>
                    <a:lnTo>
                      <a:pt x="234" y="201"/>
                    </a:lnTo>
                    <a:lnTo>
                      <a:pt x="247" y="189"/>
                    </a:lnTo>
                    <a:lnTo>
                      <a:pt x="247" y="189"/>
                    </a:lnTo>
                    <a:close/>
                    <a:moveTo>
                      <a:pt x="346" y="115"/>
                    </a:moveTo>
                    <a:lnTo>
                      <a:pt x="397" y="193"/>
                    </a:lnTo>
                    <a:lnTo>
                      <a:pt x="381" y="204"/>
                    </a:lnTo>
                    <a:lnTo>
                      <a:pt x="330" y="124"/>
                    </a:lnTo>
                    <a:lnTo>
                      <a:pt x="346" y="115"/>
                    </a:lnTo>
                    <a:lnTo>
                      <a:pt x="346" y="115"/>
                    </a:lnTo>
                    <a:close/>
                    <a:moveTo>
                      <a:pt x="455" y="57"/>
                    </a:moveTo>
                    <a:lnTo>
                      <a:pt x="493" y="143"/>
                    </a:lnTo>
                    <a:lnTo>
                      <a:pt x="475" y="151"/>
                    </a:lnTo>
                    <a:lnTo>
                      <a:pt x="438" y="65"/>
                    </a:lnTo>
                    <a:lnTo>
                      <a:pt x="455" y="57"/>
                    </a:lnTo>
                    <a:lnTo>
                      <a:pt x="455" y="57"/>
                    </a:lnTo>
                    <a:close/>
                    <a:moveTo>
                      <a:pt x="571" y="19"/>
                    </a:moveTo>
                    <a:lnTo>
                      <a:pt x="594" y="111"/>
                    </a:lnTo>
                    <a:lnTo>
                      <a:pt x="577" y="115"/>
                    </a:lnTo>
                    <a:lnTo>
                      <a:pt x="554" y="23"/>
                    </a:lnTo>
                    <a:lnTo>
                      <a:pt x="571" y="19"/>
                    </a:lnTo>
                    <a:lnTo>
                      <a:pt x="571" y="19"/>
                    </a:lnTo>
                    <a:close/>
                    <a:moveTo>
                      <a:pt x="693" y="0"/>
                    </a:moveTo>
                    <a:lnTo>
                      <a:pt x="701" y="94"/>
                    </a:lnTo>
                    <a:lnTo>
                      <a:pt x="682" y="96"/>
                    </a:lnTo>
                    <a:lnTo>
                      <a:pt x="674" y="1"/>
                    </a:lnTo>
                    <a:lnTo>
                      <a:pt x="693" y="0"/>
                    </a:lnTo>
                    <a:lnTo>
                      <a:pt x="693" y="0"/>
                    </a:lnTo>
                    <a:close/>
                    <a:moveTo>
                      <a:pt x="815" y="1"/>
                    </a:moveTo>
                    <a:lnTo>
                      <a:pt x="809" y="96"/>
                    </a:lnTo>
                    <a:lnTo>
                      <a:pt x="790" y="94"/>
                    </a:lnTo>
                    <a:lnTo>
                      <a:pt x="798" y="0"/>
                    </a:lnTo>
                    <a:lnTo>
                      <a:pt x="815" y="1"/>
                    </a:lnTo>
                    <a:lnTo>
                      <a:pt x="815" y="1"/>
                    </a:lnTo>
                    <a:close/>
                    <a:moveTo>
                      <a:pt x="937" y="24"/>
                    </a:moveTo>
                    <a:lnTo>
                      <a:pt x="914" y="115"/>
                    </a:lnTo>
                    <a:lnTo>
                      <a:pt x="895" y="111"/>
                    </a:lnTo>
                    <a:lnTo>
                      <a:pt x="919" y="19"/>
                    </a:lnTo>
                    <a:lnTo>
                      <a:pt x="937" y="24"/>
                    </a:lnTo>
                    <a:lnTo>
                      <a:pt x="937" y="24"/>
                    </a:lnTo>
                    <a:close/>
                    <a:moveTo>
                      <a:pt x="1053" y="66"/>
                    </a:moveTo>
                    <a:lnTo>
                      <a:pt x="1015" y="151"/>
                    </a:lnTo>
                    <a:lnTo>
                      <a:pt x="998" y="144"/>
                    </a:lnTo>
                    <a:lnTo>
                      <a:pt x="1035" y="58"/>
                    </a:lnTo>
                    <a:lnTo>
                      <a:pt x="1053" y="66"/>
                    </a:lnTo>
                    <a:lnTo>
                      <a:pt x="1053" y="66"/>
                    </a:lnTo>
                    <a:close/>
                    <a:moveTo>
                      <a:pt x="1160" y="125"/>
                    </a:moveTo>
                    <a:lnTo>
                      <a:pt x="1108" y="204"/>
                    </a:lnTo>
                    <a:lnTo>
                      <a:pt x="1093" y="194"/>
                    </a:lnTo>
                    <a:lnTo>
                      <a:pt x="1145" y="115"/>
                    </a:lnTo>
                    <a:lnTo>
                      <a:pt x="1160" y="125"/>
                    </a:lnTo>
                    <a:lnTo>
                      <a:pt x="1160" y="125"/>
                    </a:lnTo>
                    <a:close/>
                    <a:moveTo>
                      <a:pt x="1257" y="202"/>
                    </a:moveTo>
                    <a:lnTo>
                      <a:pt x="1192" y="271"/>
                    </a:lnTo>
                    <a:lnTo>
                      <a:pt x="1179" y="259"/>
                    </a:lnTo>
                    <a:lnTo>
                      <a:pt x="1242" y="190"/>
                    </a:lnTo>
                    <a:lnTo>
                      <a:pt x="1257" y="202"/>
                    </a:lnTo>
                    <a:lnTo>
                      <a:pt x="1257" y="202"/>
                    </a:lnTo>
                    <a:close/>
                    <a:moveTo>
                      <a:pt x="1404" y="398"/>
                    </a:moveTo>
                    <a:lnTo>
                      <a:pt x="1322" y="443"/>
                    </a:lnTo>
                    <a:lnTo>
                      <a:pt x="1312" y="426"/>
                    </a:lnTo>
                    <a:lnTo>
                      <a:pt x="1394" y="382"/>
                    </a:lnTo>
                    <a:lnTo>
                      <a:pt x="1404" y="398"/>
                    </a:lnTo>
                    <a:lnTo>
                      <a:pt x="1404" y="398"/>
                    </a:lnTo>
                    <a:close/>
                    <a:moveTo>
                      <a:pt x="1338" y="294"/>
                    </a:moveTo>
                    <a:lnTo>
                      <a:pt x="1264" y="352"/>
                    </a:lnTo>
                    <a:lnTo>
                      <a:pt x="1253" y="337"/>
                    </a:lnTo>
                    <a:lnTo>
                      <a:pt x="1327" y="279"/>
                    </a:lnTo>
                    <a:lnTo>
                      <a:pt x="1338" y="294"/>
                    </a:lnTo>
                    <a:lnTo>
                      <a:pt x="1338" y="294"/>
                    </a:lnTo>
                    <a:close/>
                    <a:moveTo>
                      <a:pt x="237" y="1149"/>
                    </a:moveTo>
                    <a:lnTo>
                      <a:pt x="162" y="1207"/>
                    </a:lnTo>
                    <a:lnTo>
                      <a:pt x="150" y="1192"/>
                    </a:lnTo>
                    <a:lnTo>
                      <a:pt x="224" y="1134"/>
                    </a:lnTo>
                    <a:lnTo>
                      <a:pt x="237" y="1149"/>
                    </a:lnTo>
                    <a:lnTo>
                      <a:pt x="237" y="1149"/>
                    </a:lnTo>
                    <a:close/>
                    <a:moveTo>
                      <a:pt x="1451" y="512"/>
                    </a:moveTo>
                    <a:lnTo>
                      <a:pt x="1362" y="543"/>
                    </a:lnTo>
                    <a:lnTo>
                      <a:pt x="1357" y="524"/>
                    </a:lnTo>
                    <a:lnTo>
                      <a:pt x="1446" y="494"/>
                    </a:lnTo>
                    <a:lnTo>
                      <a:pt x="1451" y="512"/>
                    </a:lnTo>
                    <a:lnTo>
                      <a:pt x="1451" y="512"/>
                    </a:lnTo>
                    <a:close/>
                    <a:moveTo>
                      <a:pt x="1479" y="632"/>
                    </a:moveTo>
                    <a:lnTo>
                      <a:pt x="1388" y="647"/>
                    </a:lnTo>
                    <a:lnTo>
                      <a:pt x="1384" y="628"/>
                    </a:lnTo>
                    <a:lnTo>
                      <a:pt x="1477" y="613"/>
                    </a:lnTo>
                    <a:lnTo>
                      <a:pt x="1479" y="632"/>
                    </a:lnTo>
                    <a:lnTo>
                      <a:pt x="1479" y="632"/>
                    </a:lnTo>
                    <a:close/>
                    <a:moveTo>
                      <a:pt x="104" y="857"/>
                    </a:moveTo>
                    <a:lnTo>
                      <a:pt x="11" y="873"/>
                    </a:lnTo>
                    <a:lnTo>
                      <a:pt x="8" y="854"/>
                    </a:lnTo>
                    <a:lnTo>
                      <a:pt x="102" y="840"/>
                    </a:lnTo>
                    <a:lnTo>
                      <a:pt x="104" y="857"/>
                    </a:lnTo>
                    <a:lnTo>
                      <a:pt x="104" y="857"/>
                    </a:lnTo>
                    <a:close/>
                    <a:moveTo>
                      <a:pt x="131" y="961"/>
                    </a:moveTo>
                    <a:lnTo>
                      <a:pt x="44" y="992"/>
                    </a:lnTo>
                    <a:lnTo>
                      <a:pt x="37" y="973"/>
                    </a:lnTo>
                    <a:lnTo>
                      <a:pt x="126" y="944"/>
                    </a:lnTo>
                    <a:lnTo>
                      <a:pt x="131" y="961"/>
                    </a:lnTo>
                    <a:lnTo>
                      <a:pt x="131" y="961"/>
                    </a:lnTo>
                    <a:close/>
                    <a:moveTo>
                      <a:pt x="176" y="1060"/>
                    </a:moveTo>
                    <a:lnTo>
                      <a:pt x="93" y="1104"/>
                    </a:lnTo>
                    <a:lnTo>
                      <a:pt x="84" y="1087"/>
                    </a:lnTo>
                    <a:lnTo>
                      <a:pt x="168" y="1042"/>
                    </a:lnTo>
                    <a:lnTo>
                      <a:pt x="176" y="1060"/>
                    </a:lnTo>
                    <a:lnTo>
                      <a:pt x="176" y="1060"/>
                    </a:lnTo>
                    <a:close/>
                    <a:moveTo>
                      <a:pt x="1262" y="1135"/>
                    </a:moveTo>
                    <a:lnTo>
                      <a:pt x="1336" y="1193"/>
                    </a:lnTo>
                    <a:lnTo>
                      <a:pt x="1326" y="1208"/>
                    </a:lnTo>
                    <a:lnTo>
                      <a:pt x="1251" y="1150"/>
                    </a:lnTo>
                    <a:lnTo>
                      <a:pt x="1262" y="1135"/>
                    </a:lnTo>
                    <a:lnTo>
                      <a:pt x="1262" y="1135"/>
                    </a:lnTo>
                    <a:close/>
                    <a:moveTo>
                      <a:pt x="1320" y="1045"/>
                    </a:moveTo>
                    <a:lnTo>
                      <a:pt x="1403" y="1089"/>
                    </a:lnTo>
                    <a:lnTo>
                      <a:pt x="1394" y="1106"/>
                    </a:lnTo>
                    <a:lnTo>
                      <a:pt x="1311" y="1061"/>
                    </a:lnTo>
                    <a:lnTo>
                      <a:pt x="1320" y="1045"/>
                    </a:lnTo>
                    <a:lnTo>
                      <a:pt x="1320" y="1045"/>
                    </a:lnTo>
                    <a:close/>
                    <a:moveTo>
                      <a:pt x="1362" y="945"/>
                    </a:moveTo>
                    <a:lnTo>
                      <a:pt x="1451" y="976"/>
                    </a:lnTo>
                    <a:lnTo>
                      <a:pt x="1444" y="993"/>
                    </a:lnTo>
                    <a:lnTo>
                      <a:pt x="1357" y="962"/>
                    </a:lnTo>
                    <a:lnTo>
                      <a:pt x="1362" y="945"/>
                    </a:lnTo>
                    <a:lnTo>
                      <a:pt x="1362" y="945"/>
                    </a:lnTo>
                    <a:close/>
                    <a:moveTo>
                      <a:pt x="1386" y="841"/>
                    </a:moveTo>
                    <a:lnTo>
                      <a:pt x="1479" y="856"/>
                    </a:lnTo>
                    <a:lnTo>
                      <a:pt x="1477" y="875"/>
                    </a:lnTo>
                    <a:lnTo>
                      <a:pt x="1384" y="860"/>
                    </a:lnTo>
                    <a:lnTo>
                      <a:pt x="1386" y="841"/>
                    </a:lnTo>
                    <a:lnTo>
                      <a:pt x="1386" y="841"/>
                    </a:lnTo>
                    <a:close/>
                    <a:moveTo>
                      <a:pt x="1394" y="733"/>
                    </a:moveTo>
                    <a:lnTo>
                      <a:pt x="1489" y="733"/>
                    </a:lnTo>
                    <a:lnTo>
                      <a:pt x="1489" y="752"/>
                    </a:lnTo>
                    <a:lnTo>
                      <a:pt x="1394" y="752"/>
                    </a:lnTo>
                    <a:lnTo>
                      <a:pt x="1394" y="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0" name="Freeform 7"/>
              <p:cNvSpPr>
                <a:spLocks noEditPoints="1"/>
              </p:cNvSpPr>
              <p:nvPr/>
            </p:nvSpPr>
            <p:spPr bwMode="auto">
              <a:xfrm>
                <a:off x="3537271" y="1608219"/>
                <a:ext cx="1943879" cy="1534365"/>
              </a:xfrm>
              <a:custGeom>
                <a:avLst/>
                <a:gdLst>
                  <a:gd name="T0" fmla="*/ 33 w 1097"/>
                  <a:gd name="T1" fmla="*/ 574 h 866"/>
                  <a:gd name="T2" fmla="*/ 36 w 1097"/>
                  <a:gd name="T3" fmla="*/ 602 h 866"/>
                  <a:gd name="T4" fmla="*/ 34 w 1097"/>
                  <a:gd name="T5" fmla="*/ 517 h 866"/>
                  <a:gd name="T6" fmla="*/ 46 w 1097"/>
                  <a:gd name="T7" fmla="*/ 433 h 866"/>
                  <a:gd name="T8" fmla="*/ 72 w 1097"/>
                  <a:gd name="T9" fmla="*/ 352 h 866"/>
                  <a:gd name="T10" fmla="*/ 111 w 1097"/>
                  <a:gd name="T11" fmla="*/ 276 h 866"/>
                  <a:gd name="T12" fmla="*/ 162 w 1097"/>
                  <a:gd name="T13" fmla="*/ 208 h 866"/>
                  <a:gd name="T14" fmla="*/ 224 w 1097"/>
                  <a:gd name="T15" fmla="*/ 149 h 866"/>
                  <a:gd name="T16" fmla="*/ 294 w 1097"/>
                  <a:gd name="T17" fmla="*/ 101 h 866"/>
                  <a:gd name="T18" fmla="*/ 372 w 1097"/>
                  <a:gd name="T19" fmla="*/ 65 h 866"/>
                  <a:gd name="T20" fmla="*/ 454 w 1097"/>
                  <a:gd name="T21" fmla="*/ 43 h 866"/>
                  <a:gd name="T22" fmla="*/ 539 w 1097"/>
                  <a:gd name="T23" fmla="*/ 34 h 866"/>
                  <a:gd name="T24" fmla="*/ 624 w 1097"/>
                  <a:gd name="T25" fmla="*/ 39 h 866"/>
                  <a:gd name="T26" fmla="*/ 707 w 1097"/>
                  <a:gd name="T27" fmla="*/ 59 h 866"/>
                  <a:gd name="T28" fmla="*/ 785 w 1097"/>
                  <a:gd name="T29" fmla="*/ 92 h 866"/>
                  <a:gd name="T30" fmla="*/ 857 w 1097"/>
                  <a:gd name="T31" fmla="*/ 137 h 866"/>
                  <a:gd name="T32" fmla="*/ 975 w 1097"/>
                  <a:gd name="T33" fmla="*/ 260 h 866"/>
                  <a:gd name="T34" fmla="*/ 921 w 1097"/>
                  <a:gd name="T35" fmla="*/ 193 h 866"/>
                  <a:gd name="T36" fmla="*/ 1016 w 1097"/>
                  <a:gd name="T37" fmla="*/ 334 h 866"/>
                  <a:gd name="T38" fmla="*/ 1046 w 1097"/>
                  <a:gd name="T39" fmla="*/ 414 h 866"/>
                  <a:gd name="T40" fmla="*/ 21 w 1097"/>
                  <a:gd name="T41" fmla="*/ 702 h 866"/>
                  <a:gd name="T42" fmla="*/ 54 w 1097"/>
                  <a:gd name="T43" fmla="*/ 787 h 866"/>
                  <a:gd name="T44" fmla="*/ 1018 w 1097"/>
                  <a:gd name="T45" fmla="*/ 832 h 866"/>
                  <a:gd name="T46" fmla="*/ 1059 w 1097"/>
                  <a:gd name="T47" fmla="*/ 751 h 866"/>
                  <a:gd name="T48" fmla="*/ 1085 w 1097"/>
                  <a:gd name="T49" fmla="*/ 664 h 866"/>
                  <a:gd name="T50" fmla="*/ 1097 w 1097"/>
                  <a:gd name="T51" fmla="*/ 574 h 866"/>
                  <a:gd name="T52" fmla="*/ 1093 w 1097"/>
                  <a:gd name="T53" fmla="*/ 484 h 866"/>
                  <a:gd name="T54" fmla="*/ 36 w 1097"/>
                  <a:gd name="T55" fmla="*/ 488 h 866"/>
                  <a:gd name="T56" fmla="*/ 53 w 1097"/>
                  <a:gd name="T57" fmla="*/ 405 h 866"/>
                  <a:gd name="T58" fmla="*/ 84 w 1097"/>
                  <a:gd name="T59" fmla="*/ 325 h 866"/>
                  <a:gd name="T60" fmla="*/ 127 w 1097"/>
                  <a:gd name="T61" fmla="*/ 252 h 866"/>
                  <a:gd name="T62" fmla="*/ 182 w 1097"/>
                  <a:gd name="T63" fmla="*/ 187 h 866"/>
                  <a:gd name="T64" fmla="*/ 247 w 1097"/>
                  <a:gd name="T65" fmla="*/ 131 h 866"/>
                  <a:gd name="T66" fmla="*/ 320 w 1097"/>
                  <a:gd name="T67" fmla="*/ 87 h 866"/>
                  <a:gd name="T68" fmla="*/ 399 w 1097"/>
                  <a:gd name="T69" fmla="*/ 56 h 866"/>
                  <a:gd name="T70" fmla="*/ 482 w 1097"/>
                  <a:gd name="T71" fmla="*/ 38 h 866"/>
                  <a:gd name="T72" fmla="*/ 567 w 1097"/>
                  <a:gd name="T73" fmla="*/ 34 h 866"/>
                  <a:gd name="T74" fmla="*/ 652 w 1097"/>
                  <a:gd name="T75" fmla="*/ 44 h 866"/>
                  <a:gd name="T76" fmla="*/ 734 w 1097"/>
                  <a:gd name="T77" fmla="*/ 68 h 866"/>
                  <a:gd name="T78" fmla="*/ 810 w 1097"/>
                  <a:gd name="T79" fmla="*/ 106 h 866"/>
                  <a:gd name="T80" fmla="*/ 880 w 1097"/>
                  <a:gd name="T81" fmla="*/ 155 h 866"/>
                  <a:gd name="T82" fmla="*/ 990 w 1097"/>
                  <a:gd name="T83" fmla="*/ 284 h 866"/>
                  <a:gd name="T84" fmla="*/ 940 w 1097"/>
                  <a:gd name="T85" fmla="*/ 215 h 866"/>
                  <a:gd name="T86" fmla="*/ 1028 w 1097"/>
                  <a:gd name="T87" fmla="*/ 360 h 866"/>
                  <a:gd name="T88" fmla="*/ 1052 w 1097"/>
                  <a:gd name="T89" fmla="*/ 442 h 866"/>
                  <a:gd name="T90" fmla="*/ 13 w 1097"/>
                  <a:gd name="T91" fmla="*/ 673 h 866"/>
                  <a:gd name="T92" fmla="*/ 41 w 1097"/>
                  <a:gd name="T93" fmla="*/ 759 h 866"/>
                  <a:gd name="T94" fmla="*/ 83 w 1097"/>
                  <a:gd name="T95" fmla="*/ 840 h 866"/>
                  <a:gd name="T96" fmla="*/ 1002 w 1097"/>
                  <a:gd name="T97" fmla="*/ 858 h 866"/>
                  <a:gd name="T98" fmla="*/ 1047 w 1097"/>
                  <a:gd name="T99" fmla="*/ 779 h 866"/>
                  <a:gd name="T100" fmla="*/ 1078 w 1097"/>
                  <a:gd name="T101" fmla="*/ 694 h 866"/>
                  <a:gd name="T102" fmla="*/ 1094 w 1097"/>
                  <a:gd name="T103" fmla="*/ 605 h 866"/>
                  <a:gd name="T104" fmla="*/ 1096 w 1097"/>
                  <a:gd name="T105" fmla="*/ 51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7" h="866">
                    <a:moveTo>
                      <a:pt x="33" y="574"/>
                    </a:moveTo>
                    <a:cubicBezTo>
                      <a:pt x="0" y="575"/>
                      <a:pt x="0" y="575"/>
                      <a:pt x="0" y="575"/>
                    </a:cubicBezTo>
                    <a:cubicBezTo>
                      <a:pt x="0" y="584"/>
                      <a:pt x="0" y="584"/>
                      <a:pt x="0" y="584"/>
                    </a:cubicBezTo>
                    <a:cubicBezTo>
                      <a:pt x="34" y="583"/>
                      <a:pt x="34" y="583"/>
                      <a:pt x="34" y="583"/>
                    </a:cubicBezTo>
                    <a:cubicBezTo>
                      <a:pt x="34" y="580"/>
                      <a:pt x="34" y="577"/>
                      <a:pt x="33" y="574"/>
                    </a:cubicBezTo>
                    <a:close/>
                    <a:moveTo>
                      <a:pt x="36" y="602"/>
                    </a:moveTo>
                    <a:cubicBezTo>
                      <a:pt x="2" y="606"/>
                      <a:pt x="2" y="606"/>
                      <a:pt x="2" y="606"/>
                    </a:cubicBezTo>
                    <a:cubicBezTo>
                      <a:pt x="3" y="615"/>
                      <a:pt x="3" y="615"/>
                      <a:pt x="3" y="615"/>
                    </a:cubicBezTo>
                    <a:cubicBezTo>
                      <a:pt x="37" y="611"/>
                      <a:pt x="37" y="611"/>
                      <a:pt x="37" y="611"/>
                    </a:cubicBezTo>
                    <a:cubicBezTo>
                      <a:pt x="36" y="608"/>
                      <a:pt x="36" y="605"/>
                      <a:pt x="36" y="602"/>
                    </a:cubicBezTo>
                    <a:close/>
                    <a:moveTo>
                      <a:pt x="34" y="517"/>
                    </a:moveTo>
                    <a:cubicBezTo>
                      <a:pt x="0" y="515"/>
                      <a:pt x="0" y="515"/>
                      <a:pt x="0" y="515"/>
                    </a:cubicBezTo>
                    <a:cubicBezTo>
                      <a:pt x="0" y="524"/>
                      <a:pt x="0" y="524"/>
                      <a:pt x="0" y="524"/>
                    </a:cubicBezTo>
                    <a:cubicBezTo>
                      <a:pt x="33" y="526"/>
                      <a:pt x="33" y="526"/>
                      <a:pt x="33" y="526"/>
                    </a:cubicBezTo>
                    <a:cubicBezTo>
                      <a:pt x="34" y="523"/>
                      <a:pt x="34" y="520"/>
                      <a:pt x="34" y="517"/>
                    </a:cubicBezTo>
                    <a:close/>
                    <a:moveTo>
                      <a:pt x="46" y="433"/>
                    </a:moveTo>
                    <a:cubicBezTo>
                      <a:pt x="13" y="425"/>
                      <a:pt x="13" y="425"/>
                      <a:pt x="13" y="425"/>
                    </a:cubicBezTo>
                    <a:cubicBezTo>
                      <a:pt x="11" y="434"/>
                      <a:pt x="11" y="434"/>
                      <a:pt x="11" y="434"/>
                    </a:cubicBezTo>
                    <a:cubicBezTo>
                      <a:pt x="44" y="442"/>
                      <a:pt x="44" y="442"/>
                      <a:pt x="44" y="442"/>
                    </a:cubicBezTo>
                    <a:cubicBezTo>
                      <a:pt x="45" y="439"/>
                      <a:pt x="45" y="436"/>
                      <a:pt x="46" y="433"/>
                    </a:cubicBezTo>
                    <a:close/>
                    <a:moveTo>
                      <a:pt x="72" y="352"/>
                    </a:moveTo>
                    <a:cubicBezTo>
                      <a:pt x="41" y="339"/>
                      <a:pt x="41" y="339"/>
                      <a:pt x="41" y="339"/>
                    </a:cubicBezTo>
                    <a:cubicBezTo>
                      <a:pt x="38" y="347"/>
                      <a:pt x="38" y="347"/>
                      <a:pt x="38" y="347"/>
                    </a:cubicBezTo>
                    <a:cubicBezTo>
                      <a:pt x="69" y="360"/>
                      <a:pt x="69" y="360"/>
                      <a:pt x="69" y="360"/>
                    </a:cubicBezTo>
                    <a:cubicBezTo>
                      <a:pt x="70" y="357"/>
                      <a:pt x="71" y="354"/>
                      <a:pt x="72" y="352"/>
                    </a:cubicBezTo>
                    <a:close/>
                    <a:moveTo>
                      <a:pt x="111" y="276"/>
                    </a:moveTo>
                    <a:cubicBezTo>
                      <a:pt x="83" y="258"/>
                      <a:pt x="83" y="258"/>
                      <a:pt x="83" y="258"/>
                    </a:cubicBezTo>
                    <a:cubicBezTo>
                      <a:pt x="78" y="266"/>
                      <a:pt x="78" y="266"/>
                      <a:pt x="78" y="266"/>
                    </a:cubicBezTo>
                    <a:cubicBezTo>
                      <a:pt x="107" y="284"/>
                      <a:pt x="107" y="284"/>
                      <a:pt x="107" y="284"/>
                    </a:cubicBezTo>
                    <a:cubicBezTo>
                      <a:pt x="108" y="281"/>
                      <a:pt x="110" y="279"/>
                      <a:pt x="111" y="276"/>
                    </a:cubicBezTo>
                    <a:close/>
                    <a:moveTo>
                      <a:pt x="162" y="208"/>
                    </a:moveTo>
                    <a:cubicBezTo>
                      <a:pt x="137" y="186"/>
                      <a:pt x="137" y="186"/>
                      <a:pt x="137" y="186"/>
                    </a:cubicBezTo>
                    <a:cubicBezTo>
                      <a:pt x="131" y="193"/>
                      <a:pt x="131" y="193"/>
                      <a:pt x="131" y="193"/>
                    </a:cubicBezTo>
                    <a:cubicBezTo>
                      <a:pt x="156" y="215"/>
                      <a:pt x="156" y="215"/>
                      <a:pt x="156" y="215"/>
                    </a:cubicBezTo>
                    <a:cubicBezTo>
                      <a:pt x="158" y="212"/>
                      <a:pt x="160" y="210"/>
                      <a:pt x="162" y="208"/>
                    </a:cubicBezTo>
                    <a:close/>
                    <a:moveTo>
                      <a:pt x="224" y="149"/>
                    </a:moveTo>
                    <a:cubicBezTo>
                      <a:pt x="202" y="123"/>
                      <a:pt x="202" y="123"/>
                      <a:pt x="202" y="123"/>
                    </a:cubicBezTo>
                    <a:cubicBezTo>
                      <a:pt x="196" y="129"/>
                      <a:pt x="196" y="129"/>
                      <a:pt x="196" y="129"/>
                    </a:cubicBezTo>
                    <a:cubicBezTo>
                      <a:pt x="217" y="155"/>
                      <a:pt x="217" y="155"/>
                      <a:pt x="217" y="155"/>
                    </a:cubicBezTo>
                    <a:cubicBezTo>
                      <a:pt x="219" y="153"/>
                      <a:pt x="222" y="151"/>
                      <a:pt x="224" y="149"/>
                    </a:cubicBezTo>
                    <a:close/>
                    <a:moveTo>
                      <a:pt x="294" y="101"/>
                    </a:moveTo>
                    <a:cubicBezTo>
                      <a:pt x="277" y="72"/>
                      <a:pt x="277" y="72"/>
                      <a:pt x="277" y="72"/>
                    </a:cubicBezTo>
                    <a:cubicBezTo>
                      <a:pt x="270" y="76"/>
                      <a:pt x="270" y="76"/>
                      <a:pt x="270" y="76"/>
                    </a:cubicBezTo>
                    <a:cubicBezTo>
                      <a:pt x="286" y="105"/>
                      <a:pt x="286" y="105"/>
                      <a:pt x="286" y="105"/>
                    </a:cubicBezTo>
                    <a:cubicBezTo>
                      <a:pt x="289" y="104"/>
                      <a:pt x="292" y="102"/>
                      <a:pt x="294" y="101"/>
                    </a:cubicBezTo>
                    <a:close/>
                    <a:moveTo>
                      <a:pt x="372" y="65"/>
                    </a:moveTo>
                    <a:cubicBezTo>
                      <a:pt x="360" y="34"/>
                      <a:pt x="360" y="34"/>
                      <a:pt x="360" y="34"/>
                    </a:cubicBezTo>
                    <a:cubicBezTo>
                      <a:pt x="351" y="37"/>
                      <a:pt x="351" y="37"/>
                      <a:pt x="351" y="37"/>
                    </a:cubicBezTo>
                    <a:cubicBezTo>
                      <a:pt x="363" y="68"/>
                      <a:pt x="363" y="68"/>
                      <a:pt x="363" y="68"/>
                    </a:cubicBezTo>
                    <a:cubicBezTo>
                      <a:pt x="366" y="67"/>
                      <a:pt x="369" y="66"/>
                      <a:pt x="372" y="65"/>
                    </a:cubicBezTo>
                    <a:close/>
                    <a:moveTo>
                      <a:pt x="454" y="43"/>
                    </a:moveTo>
                    <a:cubicBezTo>
                      <a:pt x="447" y="10"/>
                      <a:pt x="447" y="10"/>
                      <a:pt x="447" y="10"/>
                    </a:cubicBezTo>
                    <a:cubicBezTo>
                      <a:pt x="438" y="11"/>
                      <a:pt x="438" y="11"/>
                      <a:pt x="438" y="11"/>
                    </a:cubicBezTo>
                    <a:cubicBezTo>
                      <a:pt x="445" y="44"/>
                      <a:pt x="445" y="44"/>
                      <a:pt x="445" y="44"/>
                    </a:cubicBezTo>
                    <a:cubicBezTo>
                      <a:pt x="448" y="44"/>
                      <a:pt x="451" y="43"/>
                      <a:pt x="454" y="43"/>
                    </a:cubicBezTo>
                    <a:close/>
                    <a:moveTo>
                      <a:pt x="539" y="34"/>
                    </a:moveTo>
                    <a:cubicBezTo>
                      <a:pt x="538" y="0"/>
                      <a:pt x="538" y="0"/>
                      <a:pt x="538" y="0"/>
                    </a:cubicBezTo>
                    <a:cubicBezTo>
                      <a:pt x="529" y="1"/>
                      <a:pt x="529" y="1"/>
                      <a:pt x="529" y="1"/>
                    </a:cubicBezTo>
                    <a:cubicBezTo>
                      <a:pt x="529" y="34"/>
                      <a:pt x="529" y="34"/>
                      <a:pt x="529" y="34"/>
                    </a:cubicBezTo>
                    <a:cubicBezTo>
                      <a:pt x="532" y="34"/>
                      <a:pt x="535" y="34"/>
                      <a:pt x="539" y="34"/>
                    </a:cubicBezTo>
                    <a:close/>
                    <a:moveTo>
                      <a:pt x="624" y="39"/>
                    </a:moveTo>
                    <a:cubicBezTo>
                      <a:pt x="628" y="6"/>
                      <a:pt x="628" y="6"/>
                      <a:pt x="628" y="6"/>
                    </a:cubicBezTo>
                    <a:cubicBezTo>
                      <a:pt x="619" y="5"/>
                      <a:pt x="619" y="5"/>
                      <a:pt x="619" y="5"/>
                    </a:cubicBezTo>
                    <a:cubicBezTo>
                      <a:pt x="615" y="38"/>
                      <a:pt x="615" y="38"/>
                      <a:pt x="615" y="38"/>
                    </a:cubicBezTo>
                    <a:cubicBezTo>
                      <a:pt x="618" y="39"/>
                      <a:pt x="621" y="39"/>
                      <a:pt x="624" y="39"/>
                    </a:cubicBezTo>
                    <a:close/>
                    <a:moveTo>
                      <a:pt x="707" y="59"/>
                    </a:moveTo>
                    <a:cubicBezTo>
                      <a:pt x="717" y="27"/>
                      <a:pt x="717" y="27"/>
                      <a:pt x="717" y="27"/>
                    </a:cubicBezTo>
                    <a:cubicBezTo>
                      <a:pt x="708" y="24"/>
                      <a:pt x="708" y="24"/>
                      <a:pt x="708" y="24"/>
                    </a:cubicBezTo>
                    <a:cubicBezTo>
                      <a:pt x="698" y="56"/>
                      <a:pt x="698" y="56"/>
                      <a:pt x="698" y="56"/>
                    </a:cubicBezTo>
                    <a:cubicBezTo>
                      <a:pt x="701" y="57"/>
                      <a:pt x="704" y="58"/>
                      <a:pt x="707" y="59"/>
                    </a:cubicBezTo>
                    <a:close/>
                    <a:moveTo>
                      <a:pt x="785" y="92"/>
                    </a:moveTo>
                    <a:cubicBezTo>
                      <a:pt x="800" y="62"/>
                      <a:pt x="800" y="62"/>
                      <a:pt x="800" y="62"/>
                    </a:cubicBezTo>
                    <a:cubicBezTo>
                      <a:pt x="792" y="58"/>
                      <a:pt x="792" y="58"/>
                      <a:pt x="792" y="58"/>
                    </a:cubicBezTo>
                    <a:cubicBezTo>
                      <a:pt x="777" y="87"/>
                      <a:pt x="777" y="87"/>
                      <a:pt x="777" y="87"/>
                    </a:cubicBezTo>
                    <a:cubicBezTo>
                      <a:pt x="780" y="89"/>
                      <a:pt x="782" y="90"/>
                      <a:pt x="785" y="92"/>
                    </a:cubicBezTo>
                    <a:close/>
                    <a:moveTo>
                      <a:pt x="857" y="137"/>
                    </a:moveTo>
                    <a:cubicBezTo>
                      <a:pt x="877" y="110"/>
                      <a:pt x="877" y="110"/>
                      <a:pt x="877" y="110"/>
                    </a:cubicBezTo>
                    <a:cubicBezTo>
                      <a:pt x="870" y="104"/>
                      <a:pt x="870" y="104"/>
                      <a:pt x="870" y="104"/>
                    </a:cubicBezTo>
                    <a:cubicBezTo>
                      <a:pt x="850" y="132"/>
                      <a:pt x="850" y="132"/>
                      <a:pt x="850" y="132"/>
                    </a:cubicBezTo>
                    <a:cubicBezTo>
                      <a:pt x="852" y="133"/>
                      <a:pt x="855" y="135"/>
                      <a:pt x="857" y="137"/>
                    </a:cubicBezTo>
                    <a:close/>
                    <a:moveTo>
                      <a:pt x="975" y="260"/>
                    </a:moveTo>
                    <a:cubicBezTo>
                      <a:pt x="1002" y="241"/>
                      <a:pt x="1002" y="241"/>
                      <a:pt x="1002" y="241"/>
                    </a:cubicBezTo>
                    <a:cubicBezTo>
                      <a:pt x="997" y="233"/>
                      <a:pt x="997" y="233"/>
                      <a:pt x="997" y="233"/>
                    </a:cubicBezTo>
                    <a:cubicBezTo>
                      <a:pt x="969" y="252"/>
                      <a:pt x="969" y="252"/>
                      <a:pt x="969" y="252"/>
                    </a:cubicBezTo>
                    <a:cubicBezTo>
                      <a:pt x="971" y="255"/>
                      <a:pt x="973" y="257"/>
                      <a:pt x="975" y="260"/>
                    </a:cubicBezTo>
                    <a:close/>
                    <a:moveTo>
                      <a:pt x="921" y="193"/>
                    </a:moveTo>
                    <a:cubicBezTo>
                      <a:pt x="945" y="170"/>
                      <a:pt x="945" y="170"/>
                      <a:pt x="945" y="170"/>
                    </a:cubicBezTo>
                    <a:cubicBezTo>
                      <a:pt x="939" y="164"/>
                      <a:pt x="939" y="164"/>
                      <a:pt x="939" y="164"/>
                    </a:cubicBezTo>
                    <a:cubicBezTo>
                      <a:pt x="915" y="187"/>
                      <a:pt x="915" y="187"/>
                      <a:pt x="915" y="187"/>
                    </a:cubicBezTo>
                    <a:cubicBezTo>
                      <a:pt x="917" y="189"/>
                      <a:pt x="919" y="191"/>
                      <a:pt x="921" y="193"/>
                    </a:cubicBezTo>
                    <a:close/>
                    <a:moveTo>
                      <a:pt x="1016" y="334"/>
                    </a:moveTo>
                    <a:cubicBezTo>
                      <a:pt x="1047" y="320"/>
                      <a:pt x="1047" y="320"/>
                      <a:pt x="1047" y="320"/>
                    </a:cubicBezTo>
                    <a:cubicBezTo>
                      <a:pt x="1043" y="311"/>
                      <a:pt x="1043" y="311"/>
                      <a:pt x="1043" y="311"/>
                    </a:cubicBezTo>
                    <a:cubicBezTo>
                      <a:pt x="1013" y="326"/>
                      <a:pt x="1013" y="326"/>
                      <a:pt x="1013" y="326"/>
                    </a:cubicBezTo>
                    <a:cubicBezTo>
                      <a:pt x="1014" y="328"/>
                      <a:pt x="1015" y="331"/>
                      <a:pt x="1016" y="334"/>
                    </a:cubicBezTo>
                    <a:close/>
                    <a:moveTo>
                      <a:pt x="1046" y="414"/>
                    </a:moveTo>
                    <a:cubicBezTo>
                      <a:pt x="1078" y="405"/>
                      <a:pt x="1078" y="405"/>
                      <a:pt x="1078" y="405"/>
                    </a:cubicBezTo>
                    <a:cubicBezTo>
                      <a:pt x="1075" y="396"/>
                      <a:pt x="1075" y="396"/>
                      <a:pt x="1075" y="396"/>
                    </a:cubicBezTo>
                    <a:cubicBezTo>
                      <a:pt x="1043" y="405"/>
                      <a:pt x="1043" y="405"/>
                      <a:pt x="1043" y="405"/>
                    </a:cubicBezTo>
                    <a:cubicBezTo>
                      <a:pt x="1044" y="408"/>
                      <a:pt x="1045" y="411"/>
                      <a:pt x="1046" y="414"/>
                    </a:cubicBezTo>
                    <a:close/>
                    <a:moveTo>
                      <a:pt x="21" y="702"/>
                    </a:moveTo>
                    <a:cubicBezTo>
                      <a:pt x="53" y="693"/>
                      <a:pt x="53" y="693"/>
                      <a:pt x="53" y="693"/>
                    </a:cubicBezTo>
                    <a:cubicBezTo>
                      <a:pt x="52" y="690"/>
                      <a:pt x="52" y="688"/>
                      <a:pt x="51" y="685"/>
                    </a:cubicBezTo>
                    <a:cubicBezTo>
                      <a:pt x="19" y="694"/>
                      <a:pt x="19" y="694"/>
                      <a:pt x="19" y="694"/>
                    </a:cubicBezTo>
                    <a:cubicBezTo>
                      <a:pt x="21" y="702"/>
                      <a:pt x="21" y="702"/>
                      <a:pt x="21" y="702"/>
                    </a:cubicBezTo>
                    <a:close/>
                    <a:moveTo>
                      <a:pt x="54" y="787"/>
                    </a:moveTo>
                    <a:cubicBezTo>
                      <a:pt x="84" y="773"/>
                      <a:pt x="84" y="773"/>
                      <a:pt x="84" y="773"/>
                    </a:cubicBezTo>
                    <a:cubicBezTo>
                      <a:pt x="82" y="770"/>
                      <a:pt x="81" y="767"/>
                      <a:pt x="80" y="765"/>
                    </a:cubicBezTo>
                    <a:cubicBezTo>
                      <a:pt x="50" y="779"/>
                      <a:pt x="50" y="779"/>
                      <a:pt x="50" y="779"/>
                    </a:cubicBezTo>
                    <a:cubicBezTo>
                      <a:pt x="54" y="787"/>
                      <a:pt x="54" y="787"/>
                      <a:pt x="54" y="787"/>
                    </a:cubicBezTo>
                    <a:close/>
                    <a:moveTo>
                      <a:pt x="1018" y="832"/>
                    </a:moveTo>
                    <a:cubicBezTo>
                      <a:pt x="990" y="815"/>
                      <a:pt x="990" y="815"/>
                      <a:pt x="990" y="815"/>
                    </a:cubicBezTo>
                    <a:cubicBezTo>
                      <a:pt x="988" y="818"/>
                      <a:pt x="987" y="820"/>
                      <a:pt x="985" y="823"/>
                    </a:cubicBezTo>
                    <a:cubicBezTo>
                      <a:pt x="1014" y="840"/>
                      <a:pt x="1014" y="840"/>
                      <a:pt x="1014" y="840"/>
                    </a:cubicBezTo>
                    <a:cubicBezTo>
                      <a:pt x="1018" y="832"/>
                      <a:pt x="1018" y="832"/>
                      <a:pt x="1018" y="832"/>
                    </a:cubicBezTo>
                    <a:close/>
                    <a:moveTo>
                      <a:pt x="1059" y="751"/>
                    </a:moveTo>
                    <a:cubicBezTo>
                      <a:pt x="1028" y="739"/>
                      <a:pt x="1028" y="739"/>
                      <a:pt x="1028" y="739"/>
                    </a:cubicBezTo>
                    <a:cubicBezTo>
                      <a:pt x="1027" y="741"/>
                      <a:pt x="1025" y="744"/>
                      <a:pt x="1024" y="747"/>
                    </a:cubicBezTo>
                    <a:cubicBezTo>
                      <a:pt x="1055" y="760"/>
                      <a:pt x="1055" y="760"/>
                      <a:pt x="1055" y="760"/>
                    </a:cubicBezTo>
                    <a:cubicBezTo>
                      <a:pt x="1059" y="751"/>
                      <a:pt x="1059" y="751"/>
                      <a:pt x="1059" y="751"/>
                    </a:cubicBezTo>
                    <a:close/>
                    <a:moveTo>
                      <a:pt x="1085" y="664"/>
                    </a:moveTo>
                    <a:cubicBezTo>
                      <a:pt x="1052" y="657"/>
                      <a:pt x="1052" y="657"/>
                      <a:pt x="1052" y="657"/>
                    </a:cubicBezTo>
                    <a:cubicBezTo>
                      <a:pt x="1052" y="660"/>
                      <a:pt x="1051" y="663"/>
                      <a:pt x="1050" y="666"/>
                    </a:cubicBezTo>
                    <a:cubicBezTo>
                      <a:pt x="1083" y="673"/>
                      <a:pt x="1083" y="673"/>
                      <a:pt x="1083" y="673"/>
                    </a:cubicBezTo>
                    <a:cubicBezTo>
                      <a:pt x="1085" y="664"/>
                      <a:pt x="1085" y="664"/>
                      <a:pt x="1085" y="664"/>
                    </a:cubicBezTo>
                    <a:close/>
                    <a:moveTo>
                      <a:pt x="1097" y="574"/>
                    </a:moveTo>
                    <a:cubicBezTo>
                      <a:pt x="1063" y="572"/>
                      <a:pt x="1063" y="572"/>
                      <a:pt x="1063" y="572"/>
                    </a:cubicBezTo>
                    <a:cubicBezTo>
                      <a:pt x="1063" y="576"/>
                      <a:pt x="1063" y="579"/>
                      <a:pt x="1063" y="582"/>
                    </a:cubicBezTo>
                    <a:cubicBezTo>
                      <a:pt x="1096" y="583"/>
                      <a:pt x="1096" y="583"/>
                      <a:pt x="1096" y="583"/>
                    </a:cubicBezTo>
                    <a:cubicBezTo>
                      <a:pt x="1097" y="574"/>
                      <a:pt x="1097" y="574"/>
                      <a:pt x="1097" y="574"/>
                    </a:cubicBezTo>
                    <a:close/>
                    <a:moveTo>
                      <a:pt x="1093" y="484"/>
                    </a:moveTo>
                    <a:cubicBezTo>
                      <a:pt x="1060" y="487"/>
                      <a:pt x="1060" y="487"/>
                      <a:pt x="1060" y="487"/>
                    </a:cubicBezTo>
                    <a:cubicBezTo>
                      <a:pt x="1060" y="490"/>
                      <a:pt x="1061" y="493"/>
                      <a:pt x="1061" y="496"/>
                    </a:cubicBezTo>
                    <a:cubicBezTo>
                      <a:pt x="1094" y="493"/>
                      <a:pt x="1094" y="493"/>
                      <a:pt x="1094" y="493"/>
                    </a:cubicBezTo>
                    <a:cubicBezTo>
                      <a:pt x="1093" y="484"/>
                      <a:pt x="1093" y="484"/>
                      <a:pt x="1093" y="484"/>
                    </a:cubicBezTo>
                    <a:close/>
                    <a:moveTo>
                      <a:pt x="36" y="488"/>
                    </a:moveTo>
                    <a:cubicBezTo>
                      <a:pt x="3" y="485"/>
                      <a:pt x="3" y="485"/>
                      <a:pt x="3" y="485"/>
                    </a:cubicBezTo>
                    <a:cubicBezTo>
                      <a:pt x="2" y="494"/>
                      <a:pt x="2" y="494"/>
                      <a:pt x="2" y="494"/>
                    </a:cubicBezTo>
                    <a:cubicBezTo>
                      <a:pt x="35" y="497"/>
                      <a:pt x="35" y="497"/>
                      <a:pt x="35" y="497"/>
                    </a:cubicBezTo>
                    <a:cubicBezTo>
                      <a:pt x="36" y="494"/>
                      <a:pt x="36" y="491"/>
                      <a:pt x="36" y="488"/>
                    </a:cubicBezTo>
                    <a:close/>
                    <a:moveTo>
                      <a:pt x="53" y="405"/>
                    </a:moveTo>
                    <a:cubicBezTo>
                      <a:pt x="21" y="396"/>
                      <a:pt x="21" y="396"/>
                      <a:pt x="21" y="396"/>
                    </a:cubicBezTo>
                    <a:cubicBezTo>
                      <a:pt x="19" y="405"/>
                      <a:pt x="19" y="405"/>
                      <a:pt x="19" y="405"/>
                    </a:cubicBezTo>
                    <a:cubicBezTo>
                      <a:pt x="51" y="414"/>
                      <a:pt x="51" y="414"/>
                      <a:pt x="51" y="414"/>
                    </a:cubicBezTo>
                    <a:cubicBezTo>
                      <a:pt x="52" y="411"/>
                      <a:pt x="53" y="408"/>
                      <a:pt x="53" y="405"/>
                    </a:cubicBezTo>
                    <a:close/>
                    <a:moveTo>
                      <a:pt x="84" y="325"/>
                    </a:moveTo>
                    <a:cubicBezTo>
                      <a:pt x="54" y="311"/>
                      <a:pt x="54" y="311"/>
                      <a:pt x="54" y="311"/>
                    </a:cubicBezTo>
                    <a:cubicBezTo>
                      <a:pt x="50" y="319"/>
                      <a:pt x="50" y="319"/>
                      <a:pt x="50" y="319"/>
                    </a:cubicBezTo>
                    <a:cubicBezTo>
                      <a:pt x="80" y="334"/>
                      <a:pt x="80" y="334"/>
                      <a:pt x="80" y="334"/>
                    </a:cubicBezTo>
                    <a:cubicBezTo>
                      <a:pt x="81" y="331"/>
                      <a:pt x="83" y="328"/>
                      <a:pt x="84" y="325"/>
                    </a:cubicBezTo>
                    <a:close/>
                    <a:moveTo>
                      <a:pt x="127" y="252"/>
                    </a:moveTo>
                    <a:cubicBezTo>
                      <a:pt x="125" y="254"/>
                      <a:pt x="124" y="257"/>
                      <a:pt x="122" y="259"/>
                    </a:cubicBezTo>
                    <a:cubicBezTo>
                      <a:pt x="95" y="240"/>
                      <a:pt x="95" y="240"/>
                      <a:pt x="95" y="240"/>
                    </a:cubicBezTo>
                    <a:cubicBezTo>
                      <a:pt x="100" y="233"/>
                      <a:pt x="100" y="233"/>
                      <a:pt x="100" y="233"/>
                    </a:cubicBezTo>
                    <a:cubicBezTo>
                      <a:pt x="127" y="252"/>
                      <a:pt x="127" y="252"/>
                      <a:pt x="127" y="252"/>
                    </a:cubicBezTo>
                    <a:close/>
                    <a:moveTo>
                      <a:pt x="182" y="187"/>
                    </a:moveTo>
                    <a:cubicBezTo>
                      <a:pt x="180" y="189"/>
                      <a:pt x="178" y="191"/>
                      <a:pt x="176" y="193"/>
                    </a:cubicBezTo>
                    <a:cubicBezTo>
                      <a:pt x="152" y="170"/>
                      <a:pt x="152" y="170"/>
                      <a:pt x="152" y="170"/>
                    </a:cubicBezTo>
                    <a:cubicBezTo>
                      <a:pt x="158" y="163"/>
                      <a:pt x="158" y="163"/>
                      <a:pt x="158" y="163"/>
                    </a:cubicBezTo>
                    <a:cubicBezTo>
                      <a:pt x="182" y="187"/>
                      <a:pt x="182" y="187"/>
                      <a:pt x="182" y="187"/>
                    </a:cubicBezTo>
                    <a:close/>
                    <a:moveTo>
                      <a:pt x="247" y="131"/>
                    </a:moveTo>
                    <a:cubicBezTo>
                      <a:pt x="244" y="133"/>
                      <a:pt x="242" y="135"/>
                      <a:pt x="239" y="137"/>
                    </a:cubicBezTo>
                    <a:cubicBezTo>
                      <a:pt x="220" y="110"/>
                      <a:pt x="220" y="110"/>
                      <a:pt x="220" y="110"/>
                    </a:cubicBezTo>
                    <a:cubicBezTo>
                      <a:pt x="227" y="104"/>
                      <a:pt x="227" y="104"/>
                      <a:pt x="227" y="104"/>
                    </a:cubicBezTo>
                    <a:cubicBezTo>
                      <a:pt x="247" y="131"/>
                      <a:pt x="247" y="131"/>
                      <a:pt x="247" y="131"/>
                    </a:cubicBezTo>
                    <a:close/>
                    <a:moveTo>
                      <a:pt x="320" y="87"/>
                    </a:moveTo>
                    <a:cubicBezTo>
                      <a:pt x="305" y="57"/>
                      <a:pt x="305" y="57"/>
                      <a:pt x="305" y="57"/>
                    </a:cubicBezTo>
                    <a:cubicBezTo>
                      <a:pt x="296" y="62"/>
                      <a:pt x="296" y="62"/>
                      <a:pt x="296" y="62"/>
                    </a:cubicBezTo>
                    <a:cubicBezTo>
                      <a:pt x="312" y="91"/>
                      <a:pt x="312" y="91"/>
                      <a:pt x="312" y="91"/>
                    </a:cubicBezTo>
                    <a:cubicBezTo>
                      <a:pt x="314" y="90"/>
                      <a:pt x="317" y="89"/>
                      <a:pt x="320" y="87"/>
                    </a:cubicBezTo>
                    <a:close/>
                    <a:moveTo>
                      <a:pt x="399" y="56"/>
                    </a:moveTo>
                    <a:cubicBezTo>
                      <a:pt x="389" y="24"/>
                      <a:pt x="389" y="24"/>
                      <a:pt x="389" y="24"/>
                    </a:cubicBezTo>
                    <a:cubicBezTo>
                      <a:pt x="380" y="27"/>
                      <a:pt x="380" y="27"/>
                      <a:pt x="380" y="27"/>
                    </a:cubicBezTo>
                    <a:cubicBezTo>
                      <a:pt x="390" y="59"/>
                      <a:pt x="390" y="59"/>
                      <a:pt x="390" y="59"/>
                    </a:cubicBezTo>
                    <a:cubicBezTo>
                      <a:pt x="393" y="58"/>
                      <a:pt x="396" y="57"/>
                      <a:pt x="399" y="56"/>
                    </a:cubicBezTo>
                    <a:close/>
                    <a:moveTo>
                      <a:pt x="482" y="38"/>
                    </a:moveTo>
                    <a:cubicBezTo>
                      <a:pt x="478" y="5"/>
                      <a:pt x="478" y="5"/>
                      <a:pt x="478" y="5"/>
                    </a:cubicBezTo>
                    <a:cubicBezTo>
                      <a:pt x="469" y="6"/>
                      <a:pt x="469" y="6"/>
                      <a:pt x="469" y="6"/>
                    </a:cubicBezTo>
                    <a:cubicBezTo>
                      <a:pt x="473" y="39"/>
                      <a:pt x="473" y="39"/>
                      <a:pt x="473" y="39"/>
                    </a:cubicBezTo>
                    <a:cubicBezTo>
                      <a:pt x="476" y="39"/>
                      <a:pt x="479" y="39"/>
                      <a:pt x="482" y="38"/>
                    </a:cubicBezTo>
                    <a:close/>
                    <a:moveTo>
                      <a:pt x="567" y="34"/>
                    </a:moveTo>
                    <a:cubicBezTo>
                      <a:pt x="568" y="1"/>
                      <a:pt x="568" y="1"/>
                      <a:pt x="568" y="1"/>
                    </a:cubicBezTo>
                    <a:cubicBezTo>
                      <a:pt x="559" y="0"/>
                      <a:pt x="559" y="0"/>
                      <a:pt x="559" y="0"/>
                    </a:cubicBezTo>
                    <a:cubicBezTo>
                      <a:pt x="558" y="34"/>
                      <a:pt x="558" y="34"/>
                      <a:pt x="558" y="34"/>
                    </a:cubicBezTo>
                    <a:cubicBezTo>
                      <a:pt x="561" y="34"/>
                      <a:pt x="564" y="34"/>
                      <a:pt x="567" y="34"/>
                    </a:cubicBezTo>
                    <a:close/>
                    <a:moveTo>
                      <a:pt x="652" y="44"/>
                    </a:moveTo>
                    <a:cubicBezTo>
                      <a:pt x="658" y="12"/>
                      <a:pt x="658" y="12"/>
                      <a:pt x="658" y="12"/>
                    </a:cubicBezTo>
                    <a:cubicBezTo>
                      <a:pt x="649" y="10"/>
                      <a:pt x="649" y="10"/>
                      <a:pt x="649" y="10"/>
                    </a:cubicBezTo>
                    <a:cubicBezTo>
                      <a:pt x="643" y="43"/>
                      <a:pt x="643" y="43"/>
                      <a:pt x="643" y="43"/>
                    </a:cubicBezTo>
                    <a:cubicBezTo>
                      <a:pt x="646" y="43"/>
                      <a:pt x="649" y="44"/>
                      <a:pt x="652" y="44"/>
                    </a:cubicBezTo>
                    <a:close/>
                    <a:moveTo>
                      <a:pt x="734" y="68"/>
                    </a:moveTo>
                    <a:cubicBezTo>
                      <a:pt x="745" y="37"/>
                      <a:pt x="745" y="37"/>
                      <a:pt x="745" y="37"/>
                    </a:cubicBezTo>
                    <a:cubicBezTo>
                      <a:pt x="737" y="34"/>
                      <a:pt x="737" y="34"/>
                      <a:pt x="737" y="34"/>
                    </a:cubicBezTo>
                    <a:cubicBezTo>
                      <a:pt x="725" y="65"/>
                      <a:pt x="725" y="65"/>
                      <a:pt x="725" y="65"/>
                    </a:cubicBezTo>
                    <a:cubicBezTo>
                      <a:pt x="728" y="66"/>
                      <a:pt x="731" y="67"/>
                      <a:pt x="734" y="68"/>
                    </a:cubicBezTo>
                    <a:close/>
                    <a:moveTo>
                      <a:pt x="810" y="106"/>
                    </a:moveTo>
                    <a:cubicBezTo>
                      <a:pt x="827" y="76"/>
                      <a:pt x="827" y="76"/>
                      <a:pt x="827" y="76"/>
                    </a:cubicBezTo>
                    <a:cubicBezTo>
                      <a:pt x="819" y="72"/>
                      <a:pt x="819" y="72"/>
                      <a:pt x="819" y="72"/>
                    </a:cubicBezTo>
                    <a:cubicBezTo>
                      <a:pt x="802" y="101"/>
                      <a:pt x="802" y="101"/>
                      <a:pt x="802" y="101"/>
                    </a:cubicBezTo>
                    <a:cubicBezTo>
                      <a:pt x="805" y="102"/>
                      <a:pt x="808" y="104"/>
                      <a:pt x="810" y="106"/>
                    </a:cubicBezTo>
                    <a:close/>
                    <a:moveTo>
                      <a:pt x="880" y="155"/>
                    </a:moveTo>
                    <a:cubicBezTo>
                      <a:pt x="877" y="153"/>
                      <a:pt x="875" y="151"/>
                      <a:pt x="873" y="149"/>
                    </a:cubicBezTo>
                    <a:cubicBezTo>
                      <a:pt x="894" y="123"/>
                      <a:pt x="894" y="123"/>
                      <a:pt x="894" y="123"/>
                    </a:cubicBezTo>
                    <a:cubicBezTo>
                      <a:pt x="901" y="129"/>
                      <a:pt x="901" y="129"/>
                      <a:pt x="901" y="129"/>
                    </a:cubicBezTo>
                    <a:cubicBezTo>
                      <a:pt x="880" y="155"/>
                      <a:pt x="880" y="155"/>
                      <a:pt x="880" y="155"/>
                    </a:cubicBezTo>
                    <a:close/>
                    <a:moveTo>
                      <a:pt x="990" y="284"/>
                    </a:moveTo>
                    <a:cubicBezTo>
                      <a:pt x="988" y="281"/>
                      <a:pt x="987" y="279"/>
                      <a:pt x="985" y="276"/>
                    </a:cubicBezTo>
                    <a:cubicBezTo>
                      <a:pt x="1014" y="259"/>
                      <a:pt x="1014" y="259"/>
                      <a:pt x="1014" y="259"/>
                    </a:cubicBezTo>
                    <a:cubicBezTo>
                      <a:pt x="1019" y="266"/>
                      <a:pt x="1019" y="266"/>
                      <a:pt x="1019" y="266"/>
                    </a:cubicBezTo>
                    <a:cubicBezTo>
                      <a:pt x="990" y="284"/>
                      <a:pt x="990" y="284"/>
                      <a:pt x="990" y="284"/>
                    </a:cubicBezTo>
                    <a:close/>
                    <a:moveTo>
                      <a:pt x="940" y="215"/>
                    </a:moveTo>
                    <a:cubicBezTo>
                      <a:pt x="938" y="213"/>
                      <a:pt x="936" y="210"/>
                      <a:pt x="934" y="208"/>
                    </a:cubicBezTo>
                    <a:cubicBezTo>
                      <a:pt x="960" y="186"/>
                      <a:pt x="960" y="186"/>
                      <a:pt x="960" y="186"/>
                    </a:cubicBezTo>
                    <a:cubicBezTo>
                      <a:pt x="966" y="193"/>
                      <a:pt x="966" y="193"/>
                      <a:pt x="966" y="193"/>
                    </a:cubicBezTo>
                    <a:cubicBezTo>
                      <a:pt x="940" y="215"/>
                      <a:pt x="940" y="215"/>
                      <a:pt x="940" y="215"/>
                    </a:cubicBezTo>
                    <a:close/>
                    <a:moveTo>
                      <a:pt x="1028" y="360"/>
                    </a:moveTo>
                    <a:cubicBezTo>
                      <a:pt x="1059" y="348"/>
                      <a:pt x="1059" y="348"/>
                      <a:pt x="1059" y="348"/>
                    </a:cubicBezTo>
                    <a:cubicBezTo>
                      <a:pt x="1055" y="339"/>
                      <a:pt x="1055" y="339"/>
                      <a:pt x="1055" y="339"/>
                    </a:cubicBezTo>
                    <a:cubicBezTo>
                      <a:pt x="1024" y="352"/>
                      <a:pt x="1024" y="352"/>
                      <a:pt x="1024" y="352"/>
                    </a:cubicBezTo>
                    <a:cubicBezTo>
                      <a:pt x="1026" y="355"/>
                      <a:pt x="1027" y="358"/>
                      <a:pt x="1028" y="360"/>
                    </a:cubicBezTo>
                    <a:close/>
                    <a:moveTo>
                      <a:pt x="1052" y="442"/>
                    </a:moveTo>
                    <a:cubicBezTo>
                      <a:pt x="1085" y="435"/>
                      <a:pt x="1085" y="435"/>
                      <a:pt x="1085" y="435"/>
                    </a:cubicBezTo>
                    <a:cubicBezTo>
                      <a:pt x="1083" y="426"/>
                      <a:pt x="1083" y="426"/>
                      <a:pt x="1083" y="426"/>
                    </a:cubicBezTo>
                    <a:cubicBezTo>
                      <a:pt x="1050" y="433"/>
                      <a:pt x="1050" y="433"/>
                      <a:pt x="1050" y="433"/>
                    </a:cubicBezTo>
                    <a:cubicBezTo>
                      <a:pt x="1051" y="436"/>
                      <a:pt x="1052" y="439"/>
                      <a:pt x="1052" y="442"/>
                    </a:cubicBezTo>
                    <a:close/>
                    <a:moveTo>
                      <a:pt x="13" y="673"/>
                    </a:moveTo>
                    <a:cubicBezTo>
                      <a:pt x="46" y="666"/>
                      <a:pt x="46" y="666"/>
                      <a:pt x="46" y="666"/>
                    </a:cubicBezTo>
                    <a:cubicBezTo>
                      <a:pt x="45" y="663"/>
                      <a:pt x="45" y="660"/>
                      <a:pt x="44" y="657"/>
                    </a:cubicBezTo>
                    <a:cubicBezTo>
                      <a:pt x="11" y="664"/>
                      <a:pt x="11" y="664"/>
                      <a:pt x="11" y="664"/>
                    </a:cubicBezTo>
                    <a:cubicBezTo>
                      <a:pt x="13" y="673"/>
                      <a:pt x="13" y="673"/>
                      <a:pt x="13" y="673"/>
                    </a:cubicBezTo>
                    <a:close/>
                    <a:moveTo>
                      <a:pt x="41" y="759"/>
                    </a:moveTo>
                    <a:cubicBezTo>
                      <a:pt x="72" y="747"/>
                      <a:pt x="72" y="747"/>
                      <a:pt x="72" y="747"/>
                    </a:cubicBezTo>
                    <a:cubicBezTo>
                      <a:pt x="71" y="744"/>
                      <a:pt x="70" y="741"/>
                      <a:pt x="69" y="738"/>
                    </a:cubicBezTo>
                    <a:cubicBezTo>
                      <a:pt x="38" y="751"/>
                      <a:pt x="38" y="751"/>
                      <a:pt x="38" y="751"/>
                    </a:cubicBezTo>
                    <a:cubicBezTo>
                      <a:pt x="41" y="759"/>
                      <a:pt x="41" y="759"/>
                      <a:pt x="41" y="759"/>
                    </a:cubicBezTo>
                    <a:close/>
                    <a:moveTo>
                      <a:pt x="83" y="840"/>
                    </a:moveTo>
                    <a:cubicBezTo>
                      <a:pt x="111" y="822"/>
                      <a:pt x="111" y="822"/>
                      <a:pt x="111" y="822"/>
                    </a:cubicBezTo>
                    <a:cubicBezTo>
                      <a:pt x="110" y="820"/>
                      <a:pt x="108" y="817"/>
                      <a:pt x="106" y="815"/>
                    </a:cubicBezTo>
                    <a:cubicBezTo>
                      <a:pt x="78" y="832"/>
                      <a:pt x="78" y="832"/>
                      <a:pt x="78" y="832"/>
                    </a:cubicBezTo>
                    <a:cubicBezTo>
                      <a:pt x="83" y="840"/>
                      <a:pt x="83" y="840"/>
                      <a:pt x="83" y="840"/>
                    </a:cubicBezTo>
                    <a:close/>
                    <a:moveTo>
                      <a:pt x="1002" y="858"/>
                    </a:moveTo>
                    <a:cubicBezTo>
                      <a:pt x="997" y="866"/>
                      <a:pt x="997" y="866"/>
                      <a:pt x="997" y="866"/>
                    </a:cubicBezTo>
                    <a:cubicBezTo>
                      <a:pt x="969" y="847"/>
                      <a:pt x="969" y="847"/>
                      <a:pt x="969" y="847"/>
                    </a:cubicBezTo>
                    <a:cubicBezTo>
                      <a:pt x="971" y="844"/>
                      <a:pt x="973" y="842"/>
                      <a:pt x="974" y="839"/>
                    </a:cubicBezTo>
                    <a:cubicBezTo>
                      <a:pt x="1002" y="858"/>
                      <a:pt x="1002" y="858"/>
                      <a:pt x="1002" y="858"/>
                    </a:cubicBezTo>
                    <a:close/>
                    <a:moveTo>
                      <a:pt x="1047" y="779"/>
                    </a:moveTo>
                    <a:cubicBezTo>
                      <a:pt x="1016" y="765"/>
                      <a:pt x="1016" y="765"/>
                      <a:pt x="1016" y="765"/>
                    </a:cubicBezTo>
                    <a:cubicBezTo>
                      <a:pt x="1015" y="768"/>
                      <a:pt x="1014" y="771"/>
                      <a:pt x="1012" y="773"/>
                    </a:cubicBezTo>
                    <a:cubicBezTo>
                      <a:pt x="1043" y="787"/>
                      <a:pt x="1043" y="787"/>
                      <a:pt x="1043" y="787"/>
                    </a:cubicBezTo>
                    <a:cubicBezTo>
                      <a:pt x="1047" y="779"/>
                      <a:pt x="1047" y="779"/>
                      <a:pt x="1047" y="779"/>
                    </a:cubicBezTo>
                    <a:close/>
                    <a:moveTo>
                      <a:pt x="1078" y="694"/>
                    </a:moveTo>
                    <a:cubicBezTo>
                      <a:pt x="1045" y="685"/>
                      <a:pt x="1045" y="685"/>
                      <a:pt x="1045" y="685"/>
                    </a:cubicBezTo>
                    <a:cubicBezTo>
                      <a:pt x="1045" y="688"/>
                      <a:pt x="1044" y="691"/>
                      <a:pt x="1043" y="694"/>
                    </a:cubicBezTo>
                    <a:cubicBezTo>
                      <a:pt x="1075" y="703"/>
                      <a:pt x="1075" y="703"/>
                      <a:pt x="1075" y="703"/>
                    </a:cubicBezTo>
                    <a:cubicBezTo>
                      <a:pt x="1078" y="694"/>
                      <a:pt x="1078" y="694"/>
                      <a:pt x="1078" y="694"/>
                    </a:cubicBezTo>
                    <a:close/>
                    <a:moveTo>
                      <a:pt x="1094" y="605"/>
                    </a:moveTo>
                    <a:cubicBezTo>
                      <a:pt x="1061" y="601"/>
                      <a:pt x="1061" y="601"/>
                      <a:pt x="1061" y="601"/>
                    </a:cubicBezTo>
                    <a:cubicBezTo>
                      <a:pt x="1061" y="604"/>
                      <a:pt x="1060" y="607"/>
                      <a:pt x="1060" y="610"/>
                    </a:cubicBezTo>
                    <a:cubicBezTo>
                      <a:pt x="1093" y="614"/>
                      <a:pt x="1093" y="614"/>
                      <a:pt x="1093" y="614"/>
                    </a:cubicBezTo>
                    <a:cubicBezTo>
                      <a:pt x="1094" y="605"/>
                      <a:pt x="1094" y="605"/>
                      <a:pt x="1094" y="605"/>
                    </a:cubicBezTo>
                    <a:close/>
                    <a:moveTo>
                      <a:pt x="1096" y="514"/>
                    </a:moveTo>
                    <a:cubicBezTo>
                      <a:pt x="1062" y="516"/>
                      <a:pt x="1062" y="516"/>
                      <a:pt x="1062" y="516"/>
                    </a:cubicBezTo>
                    <a:cubicBezTo>
                      <a:pt x="1063" y="519"/>
                      <a:pt x="1063" y="522"/>
                      <a:pt x="1063" y="525"/>
                    </a:cubicBezTo>
                    <a:cubicBezTo>
                      <a:pt x="1097" y="523"/>
                      <a:pt x="1097" y="523"/>
                      <a:pt x="1097" y="523"/>
                    </a:cubicBezTo>
                    <a:lnTo>
                      <a:pt x="1096" y="5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1" name="Freeform 23"/>
              <p:cNvSpPr>
                <a:spLocks noEditPoints="1"/>
              </p:cNvSpPr>
              <p:nvPr/>
            </p:nvSpPr>
            <p:spPr bwMode="auto">
              <a:xfrm>
                <a:off x="3865407" y="1940294"/>
                <a:ext cx="1286294" cy="989658"/>
              </a:xfrm>
              <a:custGeom>
                <a:avLst/>
                <a:gdLst>
                  <a:gd name="T0" fmla="*/ 90 w 980"/>
                  <a:gd name="T1" fmla="*/ 661 h 754"/>
                  <a:gd name="T2" fmla="*/ 45 w 980"/>
                  <a:gd name="T3" fmla="*/ 694 h 754"/>
                  <a:gd name="T4" fmla="*/ 39 w 980"/>
                  <a:gd name="T5" fmla="*/ 683 h 754"/>
                  <a:gd name="T6" fmla="*/ 856 w 980"/>
                  <a:gd name="T7" fmla="*/ 726 h 754"/>
                  <a:gd name="T8" fmla="*/ 908 w 980"/>
                  <a:gd name="T9" fmla="*/ 746 h 754"/>
                  <a:gd name="T10" fmla="*/ 903 w 980"/>
                  <a:gd name="T11" fmla="*/ 754 h 754"/>
                  <a:gd name="T12" fmla="*/ 918 w 980"/>
                  <a:gd name="T13" fmla="*/ 648 h 754"/>
                  <a:gd name="T14" fmla="*/ 954 w 980"/>
                  <a:gd name="T15" fmla="*/ 649 h 754"/>
                  <a:gd name="T16" fmla="*/ 950 w 980"/>
                  <a:gd name="T17" fmla="*/ 658 h 754"/>
                  <a:gd name="T18" fmla="*/ 920 w 980"/>
                  <a:gd name="T19" fmla="*/ 556 h 754"/>
                  <a:gd name="T20" fmla="*/ 977 w 980"/>
                  <a:gd name="T21" fmla="*/ 553 h 754"/>
                  <a:gd name="T22" fmla="*/ 974 w 980"/>
                  <a:gd name="T23" fmla="*/ 564 h 754"/>
                  <a:gd name="T24" fmla="*/ 946 w 980"/>
                  <a:gd name="T25" fmla="*/ 460 h 754"/>
                  <a:gd name="T26" fmla="*/ 978 w 980"/>
                  <a:gd name="T27" fmla="*/ 447 h 754"/>
                  <a:gd name="T28" fmla="*/ 980 w 980"/>
                  <a:gd name="T29" fmla="*/ 457 h 754"/>
                  <a:gd name="T30" fmla="*/ 912 w 980"/>
                  <a:gd name="T31" fmla="*/ 382 h 754"/>
                  <a:gd name="T32" fmla="*/ 962 w 980"/>
                  <a:gd name="T33" fmla="*/ 357 h 754"/>
                  <a:gd name="T34" fmla="*/ 966 w 980"/>
                  <a:gd name="T35" fmla="*/ 368 h 754"/>
                  <a:gd name="T36" fmla="*/ 42 w 980"/>
                  <a:gd name="T37" fmla="*/ 577 h 754"/>
                  <a:gd name="T38" fmla="*/ 11 w 980"/>
                  <a:gd name="T39" fmla="*/ 595 h 754"/>
                  <a:gd name="T40" fmla="*/ 9 w 980"/>
                  <a:gd name="T41" fmla="*/ 584 h 754"/>
                  <a:gd name="T42" fmla="*/ 54 w 980"/>
                  <a:gd name="T43" fmla="*/ 483 h 754"/>
                  <a:gd name="T44" fmla="*/ 0 w 980"/>
                  <a:gd name="T45" fmla="*/ 494 h 754"/>
                  <a:gd name="T46" fmla="*/ 0 w 980"/>
                  <a:gd name="T47" fmla="*/ 483 h 754"/>
                  <a:gd name="T48" fmla="*/ 45 w 980"/>
                  <a:gd name="T49" fmla="*/ 387 h 754"/>
                  <a:gd name="T50" fmla="*/ 9 w 980"/>
                  <a:gd name="T51" fmla="*/ 390 h 754"/>
                  <a:gd name="T52" fmla="*/ 12 w 980"/>
                  <a:gd name="T53" fmla="*/ 380 h 754"/>
                  <a:gd name="T54" fmla="*/ 92 w 980"/>
                  <a:gd name="T55" fmla="*/ 310 h 754"/>
                  <a:gd name="T56" fmla="*/ 38 w 980"/>
                  <a:gd name="T57" fmla="*/ 299 h 754"/>
                  <a:gd name="T58" fmla="*/ 42 w 980"/>
                  <a:gd name="T59" fmla="*/ 289 h 754"/>
                  <a:gd name="T60" fmla="*/ 123 w 980"/>
                  <a:gd name="T61" fmla="*/ 218 h 754"/>
                  <a:gd name="T62" fmla="*/ 88 w 980"/>
                  <a:gd name="T63" fmla="*/ 208 h 754"/>
                  <a:gd name="T64" fmla="*/ 95 w 980"/>
                  <a:gd name="T65" fmla="*/ 198 h 754"/>
                  <a:gd name="T66" fmla="*/ 196 w 980"/>
                  <a:gd name="T67" fmla="*/ 167 h 754"/>
                  <a:gd name="T68" fmla="*/ 150 w 980"/>
                  <a:gd name="T69" fmla="*/ 135 h 754"/>
                  <a:gd name="T70" fmla="*/ 158 w 980"/>
                  <a:gd name="T71" fmla="*/ 128 h 754"/>
                  <a:gd name="T72" fmla="*/ 262 w 980"/>
                  <a:gd name="T73" fmla="*/ 93 h 754"/>
                  <a:gd name="T74" fmla="*/ 236 w 980"/>
                  <a:gd name="T75" fmla="*/ 70 h 754"/>
                  <a:gd name="T76" fmla="*/ 246 w 980"/>
                  <a:gd name="T77" fmla="*/ 63 h 754"/>
                  <a:gd name="T78" fmla="*/ 351 w 980"/>
                  <a:gd name="T79" fmla="*/ 75 h 754"/>
                  <a:gd name="T80" fmla="*/ 323 w 980"/>
                  <a:gd name="T81" fmla="*/ 28 h 754"/>
                  <a:gd name="T82" fmla="*/ 332 w 980"/>
                  <a:gd name="T83" fmla="*/ 24 h 754"/>
                  <a:gd name="T84" fmla="*/ 440 w 980"/>
                  <a:gd name="T85" fmla="*/ 35 h 754"/>
                  <a:gd name="T86" fmla="*/ 425 w 980"/>
                  <a:gd name="T87" fmla="*/ 2 h 754"/>
                  <a:gd name="T88" fmla="*/ 436 w 980"/>
                  <a:gd name="T89" fmla="*/ 1 h 754"/>
                  <a:gd name="T90" fmla="*/ 530 w 980"/>
                  <a:gd name="T91" fmla="*/ 55 h 754"/>
                  <a:gd name="T92" fmla="*/ 524 w 980"/>
                  <a:gd name="T93" fmla="*/ 0 h 754"/>
                  <a:gd name="T94" fmla="*/ 534 w 980"/>
                  <a:gd name="T95" fmla="*/ 0 h 754"/>
                  <a:gd name="T96" fmla="*/ 625 w 980"/>
                  <a:gd name="T97" fmla="*/ 52 h 754"/>
                  <a:gd name="T98" fmla="*/ 624 w 980"/>
                  <a:gd name="T99" fmla="*/ 17 h 754"/>
                  <a:gd name="T100" fmla="*/ 634 w 980"/>
                  <a:gd name="T101" fmla="*/ 20 h 754"/>
                  <a:gd name="T102" fmla="*/ 700 w 980"/>
                  <a:gd name="T103" fmla="*/ 106 h 754"/>
                  <a:gd name="T104" fmla="*/ 717 w 980"/>
                  <a:gd name="T105" fmla="*/ 54 h 754"/>
                  <a:gd name="T106" fmla="*/ 726 w 980"/>
                  <a:gd name="T107" fmla="*/ 59 h 754"/>
                  <a:gd name="T108" fmla="*/ 785 w 980"/>
                  <a:gd name="T109" fmla="*/ 140 h 754"/>
                  <a:gd name="T110" fmla="*/ 799 w 980"/>
                  <a:gd name="T111" fmla="*/ 108 h 754"/>
                  <a:gd name="T112" fmla="*/ 807 w 980"/>
                  <a:gd name="T113" fmla="*/ 114 h 754"/>
                  <a:gd name="T114" fmla="*/ 834 w 980"/>
                  <a:gd name="T115" fmla="*/ 220 h 754"/>
                  <a:gd name="T116" fmla="*/ 869 w 980"/>
                  <a:gd name="T117" fmla="*/ 178 h 754"/>
                  <a:gd name="T118" fmla="*/ 876 w 980"/>
                  <a:gd name="T119" fmla="*/ 186 h 754"/>
                  <a:gd name="T120" fmla="*/ 899 w 980"/>
                  <a:gd name="T121" fmla="*/ 286 h 754"/>
                  <a:gd name="T122" fmla="*/ 925 w 980"/>
                  <a:gd name="T123" fmla="*/ 26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0" h="754">
                    <a:moveTo>
                      <a:pt x="39" y="683"/>
                    </a:moveTo>
                    <a:lnTo>
                      <a:pt x="90" y="661"/>
                    </a:lnTo>
                    <a:lnTo>
                      <a:pt x="95" y="671"/>
                    </a:lnTo>
                    <a:lnTo>
                      <a:pt x="45" y="694"/>
                    </a:lnTo>
                    <a:lnTo>
                      <a:pt x="39" y="683"/>
                    </a:lnTo>
                    <a:lnTo>
                      <a:pt x="39" y="683"/>
                    </a:lnTo>
                    <a:close/>
                    <a:moveTo>
                      <a:pt x="903" y="754"/>
                    </a:moveTo>
                    <a:lnTo>
                      <a:pt x="856" y="726"/>
                    </a:lnTo>
                    <a:lnTo>
                      <a:pt x="862" y="717"/>
                    </a:lnTo>
                    <a:lnTo>
                      <a:pt x="908" y="746"/>
                    </a:lnTo>
                    <a:lnTo>
                      <a:pt x="903" y="754"/>
                    </a:lnTo>
                    <a:lnTo>
                      <a:pt x="903" y="754"/>
                    </a:lnTo>
                    <a:close/>
                    <a:moveTo>
                      <a:pt x="950" y="658"/>
                    </a:moveTo>
                    <a:lnTo>
                      <a:pt x="918" y="648"/>
                    </a:lnTo>
                    <a:lnTo>
                      <a:pt x="922" y="637"/>
                    </a:lnTo>
                    <a:lnTo>
                      <a:pt x="954" y="649"/>
                    </a:lnTo>
                    <a:lnTo>
                      <a:pt x="950" y="658"/>
                    </a:lnTo>
                    <a:lnTo>
                      <a:pt x="950" y="658"/>
                    </a:lnTo>
                    <a:close/>
                    <a:moveTo>
                      <a:pt x="974" y="564"/>
                    </a:moveTo>
                    <a:lnTo>
                      <a:pt x="920" y="556"/>
                    </a:lnTo>
                    <a:lnTo>
                      <a:pt x="922" y="545"/>
                    </a:lnTo>
                    <a:lnTo>
                      <a:pt x="977" y="553"/>
                    </a:lnTo>
                    <a:lnTo>
                      <a:pt x="974" y="564"/>
                    </a:lnTo>
                    <a:lnTo>
                      <a:pt x="974" y="564"/>
                    </a:lnTo>
                    <a:close/>
                    <a:moveTo>
                      <a:pt x="980" y="457"/>
                    </a:moveTo>
                    <a:lnTo>
                      <a:pt x="946" y="460"/>
                    </a:lnTo>
                    <a:lnTo>
                      <a:pt x="945" y="448"/>
                    </a:lnTo>
                    <a:lnTo>
                      <a:pt x="978" y="447"/>
                    </a:lnTo>
                    <a:lnTo>
                      <a:pt x="980" y="457"/>
                    </a:lnTo>
                    <a:lnTo>
                      <a:pt x="980" y="457"/>
                    </a:lnTo>
                    <a:close/>
                    <a:moveTo>
                      <a:pt x="966" y="368"/>
                    </a:moveTo>
                    <a:lnTo>
                      <a:pt x="912" y="382"/>
                    </a:lnTo>
                    <a:lnTo>
                      <a:pt x="910" y="371"/>
                    </a:lnTo>
                    <a:lnTo>
                      <a:pt x="962" y="357"/>
                    </a:lnTo>
                    <a:lnTo>
                      <a:pt x="966" y="368"/>
                    </a:lnTo>
                    <a:lnTo>
                      <a:pt x="966" y="368"/>
                    </a:lnTo>
                    <a:close/>
                    <a:moveTo>
                      <a:pt x="9" y="584"/>
                    </a:moveTo>
                    <a:lnTo>
                      <a:pt x="42" y="577"/>
                    </a:lnTo>
                    <a:lnTo>
                      <a:pt x="45" y="588"/>
                    </a:lnTo>
                    <a:lnTo>
                      <a:pt x="11" y="595"/>
                    </a:lnTo>
                    <a:lnTo>
                      <a:pt x="9" y="584"/>
                    </a:lnTo>
                    <a:lnTo>
                      <a:pt x="9" y="584"/>
                    </a:lnTo>
                    <a:close/>
                    <a:moveTo>
                      <a:pt x="0" y="483"/>
                    </a:moveTo>
                    <a:lnTo>
                      <a:pt x="54" y="483"/>
                    </a:lnTo>
                    <a:lnTo>
                      <a:pt x="54" y="494"/>
                    </a:lnTo>
                    <a:lnTo>
                      <a:pt x="0" y="494"/>
                    </a:lnTo>
                    <a:lnTo>
                      <a:pt x="0" y="483"/>
                    </a:lnTo>
                    <a:lnTo>
                      <a:pt x="0" y="483"/>
                    </a:lnTo>
                    <a:close/>
                    <a:moveTo>
                      <a:pt x="12" y="380"/>
                    </a:moveTo>
                    <a:lnTo>
                      <a:pt x="45" y="387"/>
                    </a:lnTo>
                    <a:lnTo>
                      <a:pt x="43" y="398"/>
                    </a:lnTo>
                    <a:lnTo>
                      <a:pt x="9" y="390"/>
                    </a:lnTo>
                    <a:lnTo>
                      <a:pt x="12" y="380"/>
                    </a:lnTo>
                    <a:lnTo>
                      <a:pt x="12" y="380"/>
                    </a:lnTo>
                    <a:close/>
                    <a:moveTo>
                      <a:pt x="42" y="289"/>
                    </a:moveTo>
                    <a:lnTo>
                      <a:pt x="92" y="310"/>
                    </a:lnTo>
                    <a:lnTo>
                      <a:pt x="88" y="321"/>
                    </a:lnTo>
                    <a:lnTo>
                      <a:pt x="38" y="299"/>
                    </a:lnTo>
                    <a:lnTo>
                      <a:pt x="42" y="289"/>
                    </a:lnTo>
                    <a:lnTo>
                      <a:pt x="42" y="289"/>
                    </a:lnTo>
                    <a:close/>
                    <a:moveTo>
                      <a:pt x="95" y="198"/>
                    </a:moveTo>
                    <a:lnTo>
                      <a:pt x="123" y="218"/>
                    </a:lnTo>
                    <a:lnTo>
                      <a:pt x="116" y="228"/>
                    </a:lnTo>
                    <a:lnTo>
                      <a:pt x="88" y="208"/>
                    </a:lnTo>
                    <a:lnTo>
                      <a:pt x="95" y="198"/>
                    </a:lnTo>
                    <a:lnTo>
                      <a:pt x="95" y="198"/>
                    </a:lnTo>
                    <a:close/>
                    <a:moveTo>
                      <a:pt x="158" y="128"/>
                    </a:moveTo>
                    <a:lnTo>
                      <a:pt x="196" y="167"/>
                    </a:lnTo>
                    <a:lnTo>
                      <a:pt x="188" y="175"/>
                    </a:lnTo>
                    <a:lnTo>
                      <a:pt x="150" y="135"/>
                    </a:lnTo>
                    <a:lnTo>
                      <a:pt x="158" y="128"/>
                    </a:lnTo>
                    <a:lnTo>
                      <a:pt x="158" y="128"/>
                    </a:lnTo>
                    <a:close/>
                    <a:moveTo>
                      <a:pt x="246" y="63"/>
                    </a:moveTo>
                    <a:lnTo>
                      <a:pt x="262" y="93"/>
                    </a:lnTo>
                    <a:lnTo>
                      <a:pt x="252" y="98"/>
                    </a:lnTo>
                    <a:lnTo>
                      <a:pt x="236" y="70"/>
                    </a:lnTo>
                    <a:lnTo>
                      <a:pt x="246" y="63"/>
                    </a:lnTo>
                    <a:lnTo>
                      <a:pt x="246" y="63"/>
                    </a:lnTo>
                    <a:close/>
                    <a:moveTo>
                      <a:pt x="332" y="24"/>
                    </a:moveTo>
                    <a:lnTo>
                      <a:pt x="351" y="75"/>
                    </a:lnTo>
                    <a:lnTo>
                      <a:pt x="340" y="79"/>
                    </a:lnTo>
                    <a:lnTo>
                      <a:pt x="323" y="28"/>
                    </a:lnTo>
                    <a:lnTo>
                      <a:pt x="332" y="24"/>
                    </a:lnTo>
                    <a:lnTo>
                      <a:pt x="332" y="24"/>
                    </a:lnTo>
                    <a:close/>
                    <a:moveTo>
                      <a:pt x="436" y="1"/>
                    </a:moveTo>
                    <a:lnTo>
                      <a:pt x="440" y="35"/>
                    </a:lnTo>
                    <a:lnTo>
                      <a:pt x="429" y="36"/>
                    </a:lnTo>
                    <a:lnTo>
                      <a:pt x="425" y="2"/>
                    </a:lnTo>
                    <a:lnTo>
                      <a:pt x="436" y="1"/>
                    </a:lnTo>
                    <a:lnTo>
                      <a:pt x="436" y="1"/>
                    </a:lnTo>
                    <a:close/>
                    <a:moveTo>
                      <a:pt x="534" y="0"/>
                    </a:moveTo>
                    <a:lnTo>
                      <a:pt x="530" y="55"/>
                    </a:lnTo>
                    <a:lnTo>
                      <a:pt x="520" y="54"/>
                    </a:lnTo>
                    <a:lnTo>
                      <a:pt x="524" y="0"/>
                    </a:lnTo>
                    <a:lnTo>
                      <a:pt x="534" y="0"/>
                    </a:lnTo>
                    <a:lnTo>
                      <a:pt x="534" y="0"/>
                    </a:lnTo>
                    <a:close/>
                    <a:moveTo>
                      <a:pt x="634" y="20"/>
                    </a:moveTo>
                    <a:lnTo>
                      <a:pt x="625" y="52"/>
                    </a:lnTo>
                    <a:lnTo>
                      <a:pt x="614" y="50"/>
                    </a:lnTo>
                    <a:lnTo>
                      <a:pt x="624" y="17"/>
                    </a:lnTo>
                    <a:lnTo>
                      <a:pt x="634" y="20"/>
                    </a:lnTo>
                    <a:lnTo>
                      <a:pt x="634" y="20"/>
                    </a:lnTo>
                    <a:close/>
                    <a:moveTo>
                      <a:pt x="726" y="59"/>
                    </a:moveTo>
                    <a:lnTo>
                      <a:pt x="700" y="106"/>
                    </a:lnTo>
                    <a:lnTo>
                      <a:pt x="691" y="102"/>
                    </a:lnTo>
                    <a:lnTo>
                      <a:pt x="717" y="54"/>
                    </a:lnTo>
                    <a:lnTo>
                      <a:pt x="726" y="59"/>
                    </a:lnTo>
                    <a:lnTo>
                      <a:pt x="726" y="59"/>
                    </a:lnTo>
                    <a:close/>
                    <a:moveTo>
                      <a:pt x="807" y="114"/>
                    </a:moveTo>
                    <a:lnTo>
                      <a:pt x="785" y="140"/>
                    </a:lnTo>
                    <a:lnTo>
                      <a:pt x="777" y="133"/>
                    </a:lnTo>
                    <a:lnTo>
                      <a:pt x="799" y="108"/>
                    </a:lnTo>
                    <a:lnTo>
                      <a:pt x="807" y="114"/>
                    </a:lnTo>
                    <a:lnTo>
                      <a:pt x="807" y="114"/>
                    </a:lnTo>
                    <a:close/>
                    <a:moveTo>
                      <a:pt x="876" y="186"/>
                    </a:moveTo>
                    <a:lnTo>
                      <a:pt x="834" y="220"/>
                    </a:lnTo>
                    <a:lnTo>
                      <a:pt x="827" y="212"/>
                    </a:lnTo>
                    <a:lnTo>
                      <a:pt x="869" y="178"/>
                    </a:lnTo>
                    <a:lnTo>
                      <a:pt x="876" y="186"/>
                    </a:lnTo>
                    <a:lnTo>
                      <a:pt x="876" y="186"/>
                    </a:lnTo>
                    <a:close/>
                    <a:moveTo>
                      <a:pt x="930" y="271"/>
                    </a:moveTo>
                    <a:lnTo>
                      <a:pt x="899" y="286"/>
                    </a:lnTo>
                    <a:lnTo>
                      <a:pt x="895" y="276"/>
                    </a:lnTo>
                    <a:lnTo>
                      <a:pt x="925" y="260"/>
                    </a:lnTo>
                    <a:lnTo>
                      <a:pt x="930"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2" name="Freeform 35"/>
              <p:cNvSpPr>
                <a:spLocks noEditPoints="1"/>
              </p:cNvSpPr>
              <p:nvPr/>
            </p:nvSpPr>
            <p:spPr bwMode="auto">
              <a:xfrm>
                <a:off x="4365486" y="2437747"/>
                <a:ext cx="286135" cy="288760"/>
              </a:xfrm>
              <a:custGeom>
                <a:avLst/>
                <a:gdLst>
                  <a:gd name="T0" fmla="*/ 81 w 162"/>
                  <a:gd name="T1" fmla="*/ 0 h 163"/>
                  <a:gd name="T2" fmla="*/ 162 w 162"/>
                  <a:gd name="T3" fmla="*/ 81 h 163"/>
                  <a:gd name="T4" fmla="*/ 81 w 162"/>
                  <a:gd name="T5" fmla="*/ 163 h 163"/>
                  <a:gd name="T6" fmla="*/ 0 w 162"/>
                  <a:gd name="T7" fmla="*/ 81 h 163"/>
                  <a:gd name="T8" fmla="*/ 81 w 162"/>
                  <a:gd name="T9" fmla="*/ 0 h 163"/>
                  <a:gd name="T10" fmla="*/ 81 w 162"/>
                  <a:gd name="T11" fmla="*/ 15 h 163"/>
                  <a:gd name="T12" fmla="*/ 15 w 162"/>
                  <a:gd name="T13" fmla="*/ 81 h 163"/>
                  <a:gd name="T14" fmla="*/ 81 w 162"/>
                  <a:gd name="T15" fmla="*/ 148 h 163"/>
                  <a:gd name="T16" fmla="*/ 148 w 162"/>
                  <a:gd name="T17" fmla="*/ 81 h 163"/>
                  <a:gd name="T18" fmla="*/ 81 w 162"/>
                  <a:gd name="T19" fmla="*/ 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3">
                    <a:moveTo>
                      <a:pt x="81" y="0"/>
                    </a:moveTo>
                    <a:cubicBezTo>
                      <a:pt x="126" y="0"/>
                      <a:pt x="162" y="36"/>
                      <a:pt x="162" y="81"/>
                    </a:cubicBezTo>
                    <a:cubicBezTo>
                      <a:pt x="162" y="126"/>
                      <a:pt x="126" y="163"/>
                      <a:pt x="81" y="163"/>
                    </a:cubicBezTo>
                    <a:cubicBezTo>
                      <a:pt x="36" y="163"/>
                      <a:pt x="0" y="126"/>
                      <a:pt x="0" y="81"/>
                    </a:cubicBezTo>
                    <a:cubicBezTo>
                      <a:pt x="0" y="36"/>
                      <a:pt x="36" y="0"/>
                      <a:pt x="81" y="0"/>
                    </a:cubicBezTo>
                    <a:close/>
                    <a:moveTo>
                      <a:pt x="81" y="15"/>
                    </a:moveTo>
                    <a:cubicBezTo>
                      <a:pt x="45" y="15"/>
                      <a:pt x="15" y="45"/>
                      <a:pt x="15" y="81"/>
                    </a:cubicBezTo>
                    <a:cubicBezTo>
                      <a:pt x="15" y="118"/>
                      <a:pt x="45" y="148"/>
                      <a:pt x="81" y="148"/>
                    </a:cubicBezTo>
                    <a:cubicBezTo>
                      <a:pt x="118" y="148"/>
                      <a:pt x="148" y="118"/>
                      <a:pt x="148" y="81"/>
                    </a:cubicBezTo>
                    <a:cubicBezTo>
                      <a:pt x="148" y="45"/>
                      <a:pt x="118" y="15"/>
                      <a:pt x="8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3" name="Freeform 36"/>
              <p:cNvSpPr>
                <a:spLocks/>
              </p:cNvSpPr>
              <p:nvPr/>
            </p:nvSpPr>
            <p:spPr bwMode="auto">
              <a:xfrm>
                <a:off x="4173782" y="2876550"/>
                <a:ext cx="703018" cy="280884"/>
              </a:xfrm>
              <a:custGeom>
                <a:avLst/>
                <a:gdLst>
                  <a:gd name="T0" fmla="*/ 66 w 298"/>
                  <a:gd name="T1" fmla="*/ 0 h 159"/>
                  <a:gd name="T2" fmla="*/ 232 w 298"/>
                  <a:gd name="T3" fmla="*/ 0 h 159"/>
                  <a:gd name="T4" fmla="*/ 298 w 298"/>
                  <a:gd name="T5" fmla="*/ 66 h 159"/>
                  <a:gd name="T6" fmla="*/ 298 w 298"/>
                  <a:gd name="T7" fmla="*/ 141 h 159"/>
                  <a:gd name="T8" fmla="*/ 280 w 298"/>
                  <a:gd name="T9" fmla="*/ 159 h 159"/>
                  <a:gd name="T10" fmla="*/ 18 w 298"/>
                  <a:gd name="T11" fmla="*/ 159 h 159"/>
                  <a:gd name="T12" fmla="*/ 0 w 298"/>
                  <a:gd name="T13" fmla="*/ 141 h 159"/>
                  <a:gd name="T14" fmla="*/ 0 w 298"/>
                  <a:gd name="T15" fmla="*/ 66 h 159"/>
                  <a:gd name="T16" fmla="*/ 66 w 29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159">
                    <a:moveTo>
                      <a:pt x="66" y="0"/>
                    </a:moveTo>
                    <a:cubicBezTo>
                      <a:pt x="232" y="0"/>
                      <a:pt x="232" y="0"/>
                      <a:pt x="232" y="0"/>
                    </a:cubicBezTo>
                    <a:cubicBezTo>
                      <a:pt x="268" y="0"/>
                      <a:pt x="298" y="30"/>
                      <a:pt x="298" y="66"/>
                    </a:cubicBezTo>
                    <a:cubicBezTo>
                      <a:pt x="298" y="141"/>
                      <a:pt x="298" y="141"/>
                      <a:pt x="298" y="141"/>
                    </a:cubicBezTo>
                    <a:cubicBezTo>
                      <a:pt x="298" y="151"/>
                      <a:pt x="290" y="159"/>
                      <a:pt x="280" y="159"/>
                    </a:cubicBezTo>
                    <a:cubicBezTo>
                      <a:pt x="18" y="159"/>
                      <a:pt x="18" y="159"/>
                      <a:pt x="18" y="159"/>
                    </a:cubicBezTo>
                    <a:cubicBezTo>
                      <a:pt x="9" y="159"/>
                      <a:pt x="0" y="151"/>
                      <a:pt x="0" y="141"/>
                    </a:cubicBezTo>
                    <a:cubicBezTo>
                      <a:pt x="0" y="66"/>
                      <a:pt x="0" y="66"/>
                      <a:pt x="0" y="66"/>
                    </a:cubicBezTo>
                    <a:cubicBezTo>
                      <a:pt x="0" y="30"/>
                      <a:pt x="30"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4" name="Freeform 38"/>
              <p:cNvSpPr>
                <a:spLocks noEditPoints="1"/>
              </p:cNvSpPr>
              <p:nvPr/>
            </p:nvSpPr>
            <p:spPr bwMode="auto">
              <a:xfrm>
                <a:off x="4356298" y="2990329"/>
                <a:ext cx="315010" cy="95815"/>
              </a:xfrm>
              <a:custGeom>
                <a:avLst/>
                <a:gdLst>
                  <a:gd name="T0" fmla="*/ 14 w 178"/>
                  <a:gd name="T1" fmla="*/ 1 h 54"/>
                  <a:gd name="T2" fmla="*/ 36 w 178"/>
                  <a:gd name="T3" fmla="*/ 3 h 54"/>
                  <a:gd name="T4" fmla="*/ 9 w 178"/>
                  <a:gd name="T5" fmla="*/ 5 h 54"/>
                  <a:gd name="T6" fmla="*/ 7 w 178"/>
                  <a:gd name="T7" fmla="*/ 25 h 54"/>
                  <a:gd name="T8" fmla="*/ 26 w 178"/>
                  <a:gd name="T9" fmla="*/ 23 h 54"/>
                  <a:gd name="T10" fmla="*/ 27 w 178"/>
                  <a:gd name="T11" fmla="*/ 30 h 54"/>
                  <a:gd name="T12" fmla="*/ 9 w 178"/>
                  <a:gd name="T13" fmla="*/ 30 h 54"/>
                  <a:gd name="T14" fmla="*/ 0 w 178"/>
                  <a:gd name="T15" fmla="*/ 46 h 54"/>
                  <a:gd name="T16" fmla="*/ 9 w 178"/>
                  <a:gd name="T17" fmla="*/ 30 h 54"/>
                  <a:gd name="T18" fmla="*/ 31 w 178"/>
                  <a:gd name="T19" fmla="*/ 46 h 54"/>
                  <a:gd name="T20" fmla="*/ 33 w 178"/>
                  <a:gd name="T21" fmla="*/ 29 h 54"/>
                  <a:gd name="T22" fmla="*/ 8 w 178"/>
                  <a:gd name="T23" fmla="*/ 47 h 54"/>
                  <a:gd name="T24" fmla="*/ 23 w 178"/>
                  <a:gd name="T25" fmla="*/ 53 h 54"/>
                  <a:gd name="T26" fmla="*/ 4 w 178"/>
                  <a:gd name="T27" fmla="*/ 52 h 54"/>
                  <a:gd name="T28" fmla="*/ 52 w 178"/>
                  <a:gd name="T29" fmla="*/ 6 h 54"/>
                  <a:gd name="T30" fmla="*/ 69 w 178"/>
                  <a:gd name="T31" fmla="*/ 6 h 54"/>
                  <a:gd name="T32" fmla="*/ 42 w 178"/>
                  <a:gd name="T33" fmla="*/ 21 h 54"/>
                  <a:gd name="T34" fmla="*/ 51 w 178"/>
                  <a:gd name="T35" fmla="*/ 7 h 54"/>
                  <a:gd name="T36" fmla="*/ 67 w 178"/>
                  <a:gd name="T37" fmla="*/ 25 h 54"/>
                  <a:gd name="T38" fmla="*/ 48 w 178"/>
                  <a:gd name="T39" fmla="*/ 29 h 54"/>
                  <a:gd name="T40" fmla="*/ 62 w 178"/>
                  <a:gd name="T41" fmla="*/ 46 h 54"/>
                  <a:gd name="T42" fmla="*/ 71 w 178"/>
                  <a:gd name="T43" fmla="*/ 33 h 54"/>
                  <a:gd name="T44" fmla="*/ 65 w 178"/>
                  <a:gd name="T45" fmla="*/ 30 h 54"/>
                  <a:gd name="T46" fmla="*/ 64 w 178"/>
                  <a:gd name="T47" fmla="*/ 50 h 54"/>
                  <a:gd name="T48" fmla="*/ 40 w 178"/>
                  <a:gd name="T49" fmla="*/ 50 h 54"/>
                  <a:gd name="T50" fmla="*/ 77 w 178"/>
                  <a:gd name="T51" fmla="*/ 3 h 54"/>
                  <a:gd name="T52" fmla="*/ 95 w 178"/>
                  <a:gd name="T53" fmla="*/ 23 h 54"/>
                  <a:gd name="T54" fmla="*/ 98 w 178"/>
                  <a:gd name="T55" fmla="*/ 7 h 54"/>
                  <a:gd name="T56" fmla="*/ 98 w 178"/>
                  <a:gd name="T57" fmla="*/ 27 h 54"/>
                  <a:gd name="T58" fmla="*/ 90 w 178"/>
                  <a:gd name="T59" fmla="*/ 50 h 54"/>
                  <a:gd name="T60" fmla="*/ 119 w 178"/>
                  <a:gd name="T61" fmla="*/ 1 h 54"/>
                  <a:gd name="T62" fmla="*/ 141 w 178"/>
                  <a:gd name="T63" fmla="*/ 3 h 54"/>
                  <a:gd name="T64" fmla="*/ 114 w 178"/>
                  <a:gd name="T65" fmla="*/ 6 h 54"/>
                  <a:gd name="T66" fmla="*/ 111 w 178"/>
                  <a:gd name="T67" fmla="*/ 24 h 54"/>
                  <a:gd name="T68" fmla="*/ 135 w 178"/>
                  <a:gd name="T69" fmla="*/ 23 h 54"/>
                  <a:gd name="T70" fmla="*/ 144 w 178"/>
                  <a:gd name="T71" fmla="*/ 8 h 54"/>
                  <a:gd name="T72" fmla="*/ 137 w 178"/>
                  <a:gd name="T73" fmla="*/ 7 h 54"/>
                  <a:gd name="T74" fmla="*/ 136 w 178"/>
                  <a:gd name="T75" fmla="*/ 26 h 54"/>
                  <a:gd name="T76" fmla="*/ 118 w 178"/>
                  <a:gd name="T77" fmla="*/ 23 h 54"/>
                  <a:gd name="T78" fmla="*/ 108 w 178"/>
                  <a:gd name="T79" fmla="*/ 33 h 54"/>
                  <a:gd name="T80" fmla="*/ 108 w 178"/>
                  <a:gd name="T81" fmla="*/ 50 h 54"/>
                  <a:gd name="T82" fmla="*/ 133 w 178"/>
                  <a:gd name="T83" fmla="*/ 50 h 54"/>
                  <a:gd name="T84" fmla="*/ 139 w 178"/>
                  <a:gd name="T85" fmla="*/ 33 h 54"/>
                  <a:gd name="T86" fmla="*/ 133 w 178"/>
                  <a:gd name="T87" fmla="*/ 31 h 54"/>
                  <a:gd name="T88" fmla="*/ 132 w 178"/>
                  <a:gd name="T89" fmla="*/ 51 h 54"/>
                  <a:gd name="T90" fmla="*/ 113 w 178"/>
                  <a:gd name="T91" fmla="*/ 53 h 54"/>
                  <a:gd name="T92" fmla="*/ 171 w 178"/>
                  <a:gd name="T93" fmla="*/ 6 h 54"/>
                  <a:gd name="T94" fmla="*/ 171 w 178"/>
                  <a:gd name="T95" fmla="*/ 0 h 54"/>
                  <a:gd name="T96" fmla="*/ 171 w 178"/>
                  <a:gd name="T97" fmla="*/ 6 h 54"/>
                  <a:gd name="T98" fmla="*/ 176 w 178"/>
                  <a:gd name="T99" fmla="*/ 20 h 54"/>
                  <a:gd name="T100" fmla="*/ 176 w 178"/>
                  <a:gd name="T101" fmla="*/ 3 h 54"/>
                  <a:gd name="T102" fmla="*/ 168 w 178"/>
                  <a:gd name="T103" fmla="*/ 23 h 54"/>
                  <a:gd name="T104" fmla="*/ 147 w 178"/>
                  <a:gd name="T105" fmla="*/ 26 h 54"/>
                  <a:gd name="T106" fmla="*/ 170 w 178"/>
                  <a:gd name="T107" fmla="*/ 48 h 54"/>
                  <a:gd name="T108" fmla="*/ 174 w 178"/>
                  <a:gd name="T109" fmla="*/ 31 h 54"/>
                  <a:gd name="T110" fmla="*/ 165 w 178"/>
                  <a:gd name="T111" fmla="*/ 46 h 54"/>
                  <a:gd name="T112" fmla="*/ 165 w 178"/>
                  <a:gd name="T113" fmla="*/ 52 h 54"/>
                  <a:gd name="T114" fmla="*/ 147 w 178"/>
                  <a:gd name="T11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54">
                    <a:moveTo>
                      <a:pt x="32" y="6"/>
                    </a:moveTo>
                    <a:cubicBezTo>
                      <a:pt x="15" y="6"/>
                      <a:pt x="15" y="6"/>
                      <a:pt x="15" y="6"/>
                    </a:cubicBezTo>
                    <a:cubicBezTo>
                      <a:pt x="12" y="3"/>
                      <a:pt x="12" y="3"/>
                      <a:pt x="12" y="3"/>
                    </a:cubicBezTo>
                    <a:cubicBezTo>
                      <a:pt x="14" y="1"/>
                      <a:pt x="14" y="1"/>
                      <a:pt x="14" y="1"/>
                    </a:cubicBezTo>
                    <a:cubicBezTo>
                      <a:pt x="14" y="0"/>
                      <a:pt x="15" y="0"/>
                      <a:pt x="15" y="0"/>
                    </a:cubicBezTo>
                    <a:cubicBezTo>
                      <a:pt x="16" y="0"/>
                      <a:pt x="17" y="0"/>
                      <a:pt x="18" y="0"/>
                    </a:cubicBezTo>
                    <a:cubicBezTo>
                      <a:pt x="33" y="0"/>
                      <a:pt x="33" y="0"/>
                      <a:pt x="33" y="0"/>
                    </a:cubicBezTo>
                    <a:cubicBezTo>
                      <a:pt x="36" y="3"/>
                      <a:pt x="36" y="3"/>
                      <a:pt x="36" y="3"/>
                    </a:cubicBezTo>
                    <a:cubicBezTo>
                      <a:pt x="32" y="6"/>
                      <a:pt x="32" y="6"/>
                      <a:pt x="32" y="6"/>
                    </a:cubicBezTo>
                    <a:close/>
                    <a:moveTo>
                      <a:pt x="14" y="7"/>
                    </a:moveTo>
                    <a:cubicBezTo>
                      <a:pt x="11" y="3"/>
                      <a:pt x="11" y="3"/>
                      <a:pt x="11" y="3"/>
                    </a:cubicBezTo>
                    <a:cubicBezTo>
                      <a:pt x="9" y="5"/>
                      <a:pt x="9" y="5"/>
                      <a:pt x="9" y="5"/>
                    </a:cubicBezTo>
                    <a:cubicBezTo>
                      <a:pt x="8" y="6"/>
                      <a:pt x="8" y="6"/>
                      <a:pt x="7" y="7"/>
                    </a:cubicBezTo>
                    <a:cubicBezTo>
                      <a:pt x="7" y="7"/>
                      <a:pt x="7" y="8"/>
                      <a:pt x="7" y="8"/>
                    </a:cubicBezTo>
                    <a:cubicBezTo>
                      <a:pt x="4" y="22"/>
                      <a:pt x="4" y="22"/>
                      <a:pt x="4" y="22"/>
                    </a:cubicBezTo>
                    <a:cubicBezTo>
                      <a:pt x="7" y="25"/>
                      <a:pt x="7" y="25"/>
                      <a:pt x="7" y="25"/>
                    </a:cubicBezTo>
                    <a:cubicBezTo>
                      <a:pt x="11" y="22"/>
                      <a:pt x="11" y="22"/>
                      <a:pt x="11" y="22"/>
                    </a:cubicBezTo>
                    <a:cubicBezTo>
                      <a:pt x="14" y="7"/>
                      <a:pt x="14" y="7"/>
                      <a:pt x="14" y="7"/>
                    </a:cubicBezTo>
                    <a:close/>
                    <a:moveTo>
                      <a:pt x="12" y="23"/>
                    </a:moveTo>
                    <a:cubicBezTo>
                      <a:pt x="26" y="23"/>
                      <a:pt x="26" y="23"/>
                      <a:pt x="26" y="23"/>
                    </a:cubicBezTo>
                    <a:cubicBezTo>
                      <a:pt x="27" y="23"/>
                      <a:pt x="28" y="23"/>
                      <a:pt x="28" y="23"/>
                    </a:cubicBezTo>
                    <a:cubicBezTo>
                      <a:pt x="28" y="24"/>
                      <a:pt x="29" y="24"/>
                      <a:pt x="29" y="25"/>
                    </a:cubicBezTo>
                    <a:cubicBezTo>
                      <a:pt x="31" y="26"/>
                      <a:pt x="31" y="26"/>
                      <a:pt x="31" y="26"/>
                    </a:cubicBezTo>
                    <a:cubicBezTo>
                      <a:pt x="27" y="30"/>
                      <a:pt x="27" y="30"/>
                      <a:pt x="27" y="30"/>
                    </a:cubicBezTo>
                    <a:cubicBezTo>
                      <a:pt x="11" y="30"/>
                      <a:pt x="11" y="30"/>
                      <a:pt x="11" y="30"/>
                    </a:cubicBezTo>
                    <a:cubicBezTo>
                      <a:pt x="8" y="26"/>
                      <a:pt x="8" y="26"/>
                      <a:pt x="8" y="26"/>
                    </a:cubicBezTo>
                    <a:cubicBezTo>
                      <a:pt x="12" y="23"/>
                      <a:pt x="12" y="23"/>
                      <a:pt x="12" y="23"/>
                    </a:cubicBezTo>
                    <a:close/>
                    <a:moveTo>
                      <a:pt x="9" y="30"/>
                    </a:moveTo>
                    <a:cubicBezTo>
                      <a:pt x="7" y="27"/>
                      <a:pt x="7" y="27"/>
                      <a:pt x="7" y="27"/>
                    </a:cubicBezTo>
                    <a:cubicBezTo>
                      <a:pt x="3" y="31"/>
                      <a:pt x="3" y="31"/>
                      <a:pt x="3" y="31"/>
                    </a:cubicBezTo>
                    <a:cubicBezTo>
                      <a:pt x="0" y="45"/>
                      <a:pt x="0" y="45"/>
                      <a:pt x="0" y="45"/>
                    </a:cubicBezTo>
                    <a:cubicBezTo>
                      <a:pt x="0" y="45"/>
                      <a:pt x="0" y="46"/>
                      <a:pt x="0" y="46"/>
                    </a:cubicBezTo>
                    <a:cubicBezTo>
                      <a:pt x="0" y="46"/>
                      <a:pt x="1" y="47"/>
                      <a:pt x="1" y="48"/>
                    </a:cubicBezTo>
                    <a:cubicBezTo>
                      <a:pt x="2" y="49"/>
                      <a:pt x="2" y="49"/>
                      <a:pt x="2" y="49"/>
                    </a:cubicBezTo>
                    <a:cubicBezTo>
                      <a:pt x="7" y="46"/>
                      <a:pt x="7" y="46"/>
                      <a:pt x="7" y="46"/>
                    </a:cubicBezTo>
                    <a:cubicBezTo>
                      <a:pt x="9" y="30"/>
                      <a:pt x="9" y="30"/>
                      <a:pt x="9" y="30"/>
                    </a:cubicBezTo>
                    <a:close/>
                    <a:moveTo>
                      <a:pt x="25" y="46"/>
                    </a:moveTo>
                    <a:cubicBezTo>
                      <a:pt x="28" y="50"/>
                      <a:pt x="28" y="50"/>
                      <a:pt x="28" y="50"/>
                    </a:cubicBezTo>
                    <a:cubicBezTo>
                      <a:pt x="30" y="48"/>
                      <a:pt x="30" y="48"/>
                      <a:pt x="30" y="48"/>
                    </a:cubicBezTo>
                    <a:cubicBezTo>
                      <a:pt x="30" y="47"/>
                      <a:pt x="31" y="47"/>
                      <a:pt x="31" y="46"/>
                    </a:cubicBezTo>
                    <a:cubicBezTo>
                      <a:pt x="31" y="46"/>
                      <a:pt x="31" y="45"/>
                      <a:pt x="32" y="44"/>
                    </a:cubicBezTo>
                    <a:cubicBezTo>
                      <a:pt x="33" y="34"/>
                      <a:pt x="33" y="34"/>
                      <a:pt x="33" y="34"/>
                    </a:cubicBezTo>
                    <a:cubicBezTo>
                      <a:pt x="34" y="32"/>
                      <a:pt x="34" y="32"/>
                      <a:pt x="34" y="31"/>
                    </a:cubicBezTo>
                    <a:cubicBezTo>
                      <a:pt x="34" y="31"/>
                      <a:pt x="33" y="30"/>
                      <a:pt x="33" y="29"/>
                    </a:cubicBezTo>
                    <a:cubicBezTo>
                      <a:pt x="31" y="27"/>
                      <a:pt x="31" y="27"/>
                      <a:pt x="31" y="27"/>
                    </a:cubicBezTo>
                    <a:cubicBezTo>
                      <a:pt x="28" y="30"/>
                      <a:pt x="28" y="30"/>
                      <a:pt x="28" y="30"/>
                    </a:cubicBezTo>
                    <a:cubicBezTo>
                      <a:pt x="25" y="46"/>
                      <a:pt x="25" y="46"/>
                      <a:pt x="25" y="46"/>
                    </a:cubicBezTo>
                    <a:close/>
                    <a:moveTo>
                      <a:pt x="8" y="47"/>
                    </a:moveTo>
                    <a:cubicBezTo>
                      <a:pt x="24" y="47"/>
                      <a:pt x="24" y="47"/>
                      <a:pt x="24" y="47"/>
                    </a:cubicBezTo>
                    <a:cubicBezTo>
                      <a:pt x="27" y="51"/>
                      <a:pt x="27" y="51"/>
                      <a:pt x="27" y="51"/>
                    </a:cubicBezTo>
                    <a:cubicBezTo>
                      <a:pt x="25" y="52"/>
                      <a:pt x="25" y="52"/>
                      <a:pt x="25" y="52"/>
                    </a:cubicBezTo>
                    <a:cubicBezTo>
                      <a:pt x="24" y="52"/>
                      <a:pt x="24" y="53"/>
                      <a:pt x="23" y="53"/>
                    </a:cubicBezTo>
                    <a:cubicBezTo>
                      <a:pt x="23" y="53"/>
                      <a:pt x="22" y="53"/>
                      <a:pt x="21" y="53"/>
                    </a:cubicBezTo>
                    <a:cubicBezTo>
                      <a:pt x="8" y="53"/>
                      <a:pt x="8" y="53"/>
                      <a:pt x="8" y="53"/>
                    </a:cubicBezTo>
                    <a:cubicBezTo>
                      <a:pt x="7" y="53"/>
                      <a:pt x="6" y="53"/>
                      <a:pt x="6" y="53"/>
                    </a:cubicBezTo>
                    <a:cubicBezTo>
                      <a:pt x="5" y="53"/>
                      <a:pt x="5" y="52"/>
                      <a:pt x="4" y="52"/>
                    </a:cubicBezTo>
                    <a:cubicBezTo>
                      <a:pt x="3" y="51"/>
                      <a:pt x="3" y="51"/>
                      <a:pt x="3" y="51"/>
                    </a:cubicBezTo>
                    <a:cubicBezTo>
                      <a:pt x="8" y="47"/>
                      <a:pt x="8" y="47"/>
                      <a:pt x="8" y="47"/>
                    </a:cubicBezTo>
                    <a:close/>
                    <a:moveTo>
                      <a:pt x="69" y="6"/>
                    </a:moveTo>
                    <a:cubicBezTo>
                      <a:pt x="52" y="6"/>
                      <a:pt x="52" y="6"/>
                      <a:pt x="52" y="6"/>
                    </a:cubicBezTo>
                    <a:cubicBezTo>
                      <a:pt x="47" y="0"/>
                      <a:pt x="47" y="0"/>
                      <a:pt x="47" y="0"/>
                    </a:cubicBezTo>
                    <a:cubicBezTo>
                      <a:pt x="71" y="0"/>
                      <a:pt x="71" y="0"/>
                      <a:pt x="71" y="0"/>
                    </a:cubicBezTo>
                    <a:cubicBezTo>
                      <a:pt x="73" y="3"/>
                      <a:pt x="73" y="3"/>
                      <a:pt x="73" y="3"/>
                    </a:cubicBezTo>
                    <a:cubicBezTo>
                      <a:pt x="69" y="6"/>
                      <a:pt x="69" y="6"/>
                      <a:pt x="69" y="6"/>
                    </a:cubicBezTo>
                    <a:close/>
                    <a:moveTo>
                      <a:pt x="51" y="7"/>
                    </a:moveTo>
                    <a:cubicBezTo>
                      <a:pt x="46" y="1"/>
                      <a:pt x="46" y="1"/>
                      <a:pt x="46" y="1"/>
                    </a:cubicBezTo>
                    <a:cubicBezTo>
                      <a:pt x="42" y="20"/>
                      <a:pt x="42" y="20"/>
                      <a:pt x="42" y="20"/>
                    </a:cubicBezTo>
                    <a:cubicBezTo>
                      <a:pt x="42" y="21"/>
                      <a:pt x="42" y="21"/>
                      <a:pt x="42" y="21"/>
                    </a:cubicBezTo>
                    <a:cubicBezTo>
                      <a:pt x="42" y="22"/>
                      <a:pt x="42" y="23"/>
                      <a:pt x="43" y="24"/>
                    </a:cubicBezTo>
                    <a:cubicBezTo>
                      <a:pt x="45" y="25"/>
                      <a:pt x="45" y="25"/>
                      <a:pt x="45" y="25"/>
                    </a:cubicBezTo>
                    <a:cubicBezTo>
                      <a:pt x="48" y="22"/>
                      <a:pt x="48" y="22"/>
                      <a:pt x="48" y="22"/>
                    </a:cubicBezTo>
                    <a:cubicBezTo>
                      <a:pt x="51" y="7"/>
                      <a:pt x="51" y="7"/>
                      <a:pt x="51" y="7"/>
                    </a:cubicBezTo>
                    <a:close/>
                    <a:moveTo>
                      <a:pt x="49" y="23"/>
                    </a:moveTo>
                    <a:cubicBezTo>
                      <a:pt x="63" y="23"/>
                      <a:pt x="63" y="23"/>
                      <a:pt x="63" y="23"/>
                    </a:cubicBezTo>
                    <a:cubicBezTo>
                      <a:pt x="64" y="23"/>
                      <a:pt x="65" y="23"/>
                      <a:pt x="65" y="23"/>
                    </a:cubicBezTo>
                    <a:cubicBezTo>
                      <a:pt x="66" y="24"/>
                      <a:pt x="66" y="24"/>
                      <a:pt x="67" y="25"/>
                    </a:cubicBezTo>
                    <a:cubicBezTo>
                      <a:pt x="68" y="26"/>
                      <a:pt x="68" y="26"/>
                      <a:pt x="68" y="26"/>
                    </a:cubicBezTo>
                    <a:cubicBezTo>
                      <a:pt x="64" y="30"/>
                      <a:pt x="64" y="30"/>
                      <a:pt x="64" y="30"/>
                    </a:cubicBezTo>
                    <a:cubicBezTo>
                      <a:pt x="51" y="30"/>
                      <a:pt x="51" y="30"/>
                      <a:pt x="51" y="30"/>
                    </a:cubicBezTo>
                    <a:cubicBezTo>
                      <a:pt x="50" y="30"/>
                      <a:pt x="49" y="30"/>
                      <a:pt x="48" y="29"/>
                    </a:cubicBezTo>
                    <a:cubicBezTo>
                      <a:pt x="48" y="29"/>
                      <a:pt x="47" y="29"/>
                      <a:pt x="47" y="28"/>
                    </a:cubicBezTo>
                    <a:cubicBezTo>
                      <a:pt x="45" y="26"/>
                      <a:pt x="45" y="26"/>
                      <a:pt x="45" y="26"/>
                    </a:cubicBezTo>
                    <a:cubicBezTo>
                      <a:pt x="49" y="23"/>
                      <a:pt x="49" y="23"/>
                      <a:pt x="49" y="23"/>
                    </a:cubicBezTo>
                    <a:close/>
                    <a:moveTo>
                      <a:pt x="62" y="46"/>
                    </a:moveTo>
                    <a:cubicBezTo>
                      <a:pt x="65" y="50"/>
                      <a:pt x="65" y="50"/>
                      <a:pt x="65" y="50"/>
                    </a:cubicBezTo>
                    <a:cubicBezTo>
                      <a:pt x="67" y="48"/>
                      <a:pt x="67" y="48"/>
                      <a:pt x="67" y="48"/>
                    </a:cubicBezTo>
                    <a:cubicBezTo>
                      <a:pt x="68" y="47"/>
                      <a:pt x="69" y="46"/>
                      <a:pt x="69" y="44"/>
                    </a:cubicBezTo>
                    <a:cubicBezTo>
                      <a:pt x="71" y="33"/>
                      <a:pt x="71" y="33"/>
                      <a:pt x="71" y="33"/>
                    </a:cubicBezTo>
                    <a:cubicBezTo>
                      <a:pt x="71" y="32"/>
                      <a:pt x="71" y="32"/>
                      <a:pt x="71" y="31"/>
                    </a:cubicBezTo>
                    <a:cubicBezTo>
                      <a:pt x="71" y="30"/>
                      <a:pt x="71" y="30"/>
                      <a:pt x="70" y="29"/>
                    </a:cubicBezTo>
                    <a:cubicBezTo>
                      <a:pt x="69" y="27"/>
                      <a:pt x="69" y="27"/>
                      <a:pt x="69" y="27"/>
                    </a:cubicBezTo>
                    <a:cubicBezTo>
                      <a:pt x="65" y="30"/>
                      <a:pt x="65" y="30"/>
                      <a:pt x="65" y="30"/>
                    </a:cubicBezTo>
                    <a:cubicBezTo>
                      <a:pt x="62" y="46"/>
                      <a:pt x="62" y="46"/>
                      <a:pt x="62" y="46"/>
                    </a:cubicBezTo>
                    <a:close/>
                    <a:moveTo>
                      <a:pt x="44" y="47"/>
                    </a:moveTo>
                    <a:cubicBezTo>
                      <a:pt x="61" y="47"/>
                      <a:pt x="61" y="47"/>
                      <a:pt x="61" y="47"/>
                    </a:cubicBezTo>
                    <a:cubicBezTo>
                      <a:pt x="64" y="50"/>
                      <a:pt x="64" y="50"/>
                      <a:pt x="64" y="50"/>
                    </a:cubicBezTo>
                    <a:cubicBezTo>
                      <a:pt x="62" y="52"/>
                      <a:pt x="62" y="52"/>
                      <a:pt x="62" y="52"/>
                    </a:cubicBezTo>
                    <a:cubicBezTo>
                      <a:pt x="61" y="53"/>
                      <a:pt x="60" y="53"/>
                      <a:pt x="58" y="53"/>
                    </a:cubicBezTo>
                    <a:cubicBezTo>
                      <a:pt x="43" y="53"/>
                      <a:pt x="43" y="53"/>
                      <a:pt x="43" y="53"/>
                    </a:cubicBezTo>
                    <a:cubicBezTo>
                      <a:pt x="40" y="50"/>
                      <a:pt x="40" y="50"/>
                      <a:pt x="40" y="50"/>
                    </a:cubicBezTo>
                    <a:cubicBezTo>
                      <a:pt x="44" y="47"/>
                      <a:pt x="44" y="47"/>
                      <a:pt x="44" y="47"/>
                    </a:cubicBezTo>
                    <a:close/>
                    <a:moveTo>
                      <a:pt x="97" y="6"/>
                    </a:moveTo>
                    <a:cubicBezTo>
                      <a:pt x="80" y="6"/>
                      <a:pt x="80" y="6"/>
                      <a:pt x="80" y="6"/>
                    </a:cubicBezTo>
                    <a:cubicBezTo>
                      <a:pt x="77" y="3"/>
                      <a:pt x="77" y="3"/>
                      <a:pt x="77" y="3"/>
                    </a:cubicBezTo>
                    <a:cubicBezTo>
                      <a:pt x="81" y="0"/>
                      <a:pt x="81" y="0"/>
                      <a:pt x="81" y="0"/>
                    </a:cubicBezTo>
                    <a:cubicBezTo>
                      <a:pt x="104" y="0"/>
                      <a:pt x="104" y="0"/>
                      <a:pt x="104" y="0"/>
                    </a:cubicBezTo>
                    <a:cubicBezTo>
                      <a:pt x="97" y="6"/>
                      <a:pt x="97" y="6"/>
                      <a:pt x="97" y="6"/>
                    </a:cubicBezTo>
                    <a:close/>
                    <a:moveTo>
                      <a:pt x="95" y="23"/>
                    </a:moveTo>
                    <a:cubicBezTo>
                      <a:pt x="98" y="27"/>
                      <a:pt x="98" y="27"/>
                      <a:pt x="98" y="27"/>
                    </a:cubicBezTo>
                    <a:cubicBezTo>
                      <a:pt x="101" y="23"/>
                      <a:pt x="101" y="23"/>
                      <a:pt x="101" y="23"/>
                    </a:cubicBezTo>
                    <a:cubicBezTo>
                      <a:pt x="105" y="1"/>
                      <a:pt x="105" y="1"/>
                      <a:pt x="105" y="1"/>
                    </a:cubicBezTo>
                    <a:cubicBezTo>
                      <a:pt x="98" y="7"/>
                      <a:pt x="98" y="7"/>
                      <a:pt x="98" y="7"/>
                    </a:cubicBezTo>
                    <a:cubicBezTo>
                      <a:pt x="95" y="23"/>
                      <a:pt x="95" y="23"/>
                      <a:pt x="95" y="23"/>
                    </a:cubicBezTo>
                    <a:close/>
                    <a:moveTo>
                      <a:pt x="90" y="50"/>
                    </a:moveTo>
                    <a:cubicBezTo>
                      <a:pt x="94" y="30"/>
                      <a:pt x="94" y="30"/>
                      <a:pt x="94" y="30"/>
                    </a:cubicBezTo>
                    <a:cubicBezTo>
                      <a:pt x="98" y="27"/>
                      <a:pt x="98" y="27"/>
                      <a:pt x="98" y="27"/>
                    </a:cubicBezTo>
                    <a:cubicBezTo>
                      <a:pt x="100" y="30"/>
                      <a:pt x="100" y="30"/>
                      <a:pt x="100" y="30"/>
                    </a:cubicBezTo>
                    <a:cubicBezTo>
                      <a:pt x="97" y="50"/>
                      <a:pt x="97" y="50"/>
                      <a:pt x="97" y="50"/>
                    </a:cubicBezTo>
                    <a:cubicBezTo>
                      <a:pt x="93" y="54"/>
                      <a:pt x="93" y="54"/>
                      <a:pt x="93" y="54"/>
                    </a:cubicBezTo>
                    <a:cubicBezTo>
                      <a:pt x="90" y="50"/>
                      <a:pt x="90" y="50"/>
                      <a:pt x="90" y="50"/>
                    </a:cubicBezTo>
                    <a:close/>
                    <a:moveTo>
                      <a:pt x="137" y="6"/>
                    </a:moveTo>
                    <a:cubicBezTo>
                      <a:pt x="120" y="6"/>
                      <a:pt x="120" y="6"/>
                      <a:pt x="120" y="6"/>
                    </a:cubicBezTo>
                    <a:cubicBezTo>
                      <a:pt x="118" y="3"/>
                      <a:pt x="118" y="3"/>
                      <a:pt x="118" y="3"/>
                    </a:cubicBezTo>
                    <a:cubicBezTo>
                      <a:pt x="119" y="1"/>
                      <a:pt x="119" y="1"/>
                      <a:pt x="119" y="1"/>
                    </a:cubicBezTo>
                    <a:cubicBezTo>
                      <a:pt x="120" y="0"/>
                      <a:pt x="121" y="0"/>
                      <a:pt x="122" y="0"/>
                    </a:cubicBezTo>
                    <a:cubicBezTo>
                      <a:pt x="137" y="0"/>
                      <a:pt x="137" y="0"/>
                      <a:pt x="137" y="0"/>
                    </a:cubicBezTo>
                    <a:cubicBezTo>
                      <a:pt x="138" y="0"/>
                      <a:pt x="139" y="0"/>
                      <a:pt x="140" y="1"/>
                    </a:cubicBezTo>
                    <a:cubicBezTo>
                      <a:pt x="141" y="3"/>
                      <a:pt x="141" y="3"/>
                      <a:pt x="141" y="3"/>
                    </a:cubicBezTo>
                    <a:cubicBezTo>
                      <a:pt x="137" y="6"/>
                      <a:pt x="137" y="6"/>
                      <a:pt x="137" y="6"/>
                    </a:cubicBezTo>
                    <a:close/>
                    <a:moveTo>
                      <a:pt x="119" y="7"/>
                    </a:moveTo>
                    <a:cubicBezTo>
                      <a:pt x="116" y="4"/>
                      <a:pt x="116" y="4"/>
                      <a:pt x="116" y="4"/>
                    </a:cubicBezTo>
                    <a:cubicBezTo>
                      <a:pt x="114" y="6"/>
                      <a:pt x="114" y="6"/>
                      <a:pt x="114" y="6"/>
                    </a:cubicBezTo>
                    <a:cubicBezTo>
                      <a:pt x="113" y="7"/>
                      <a:pt x="113" y="8"/>
                      <a:pt x="112" y="9"/>
                    </a:cubicBezTo>
                    <a:cubicBezTo>
                      <a:pt x="110" y="20"/>
                      <a:pt x="110" y="20"/>
                      <a:pt x="110" y="20"/>
                    </a:cubicBezTo>
                    <a:cubicBezTo>
                      <a:pt x="110" y="21"/>
                      <a:pt x="110" y="21"/>
                      <a:pt x="110" y="21"/>
                    </a:cubicBezTo>
                    <a:cubicBezTo>
                      <a:pt x="110" y="22"/>
                      <a:pt x="111" y="23"/>
                      <a:pt x="111" y="24"/>
                    </a:cubicBezTo>
                    <a:cubicBezTo>
                      <a:pt x="113" y="25"/>
                      <a:pt x="113" y="25"/>
                      <a:pt x="113" y="25"/>
                    </a:cubicBezTo>
                    <a:cubicBezTo>
                      <a:pt x="116" y="22"/>
                      <a:pt x="116" y="22"/>
                      <a:pt x="116" y="22"/>
                    </a:cubicBezTo>
                    <a:cubicBezTo>
                      <a:pt x="119" y="7"/>
                      <a:pt x="119" y="7"/>
                      <a:pt x="119" y="7"/>
                    </a:cubicBezTo>
                    <a:close/>
                    <a:moveTo>
                      <a:pt x="135" y="23"/>
                    </a:moveTo>
                    <a:cubicBezTo>
                      <a:pt x="137" y="26"/>
                      <a:pt x="137" y="26"/>
                      <a:pt x="137" y="26"/>
                    </a:cubicBezTo>
                    <a:cubicBezTo>
                      <a:pt x="140" y="24"/>
                      <a:pt x="140" y="24"/>
                      <a:pt x="140" y="24"/>
                    </a:cubicBezTo>
                    <a:cubicBezTo>
                      <a:pt x="141" y="23"/>
                      <a:pt x="141" y="22"/>
                      <a:pt x="142" y="20"/>
                    </a:cubicBezTo>
                    <a:cubicBezTo>
                      <a:pt x="144" y="8"/>
                      <a:pt x="144" y="8"/>
                      <a:pt x="144" y="8"/>
                    </a:cubicBezTo>
                    <a:cubicBezTo>
                      <a:pt x="144" y="8"/>
                      <a:pt x="144" y="7"/>
                      <a:pt x="144" y="7"/>
                    </a:cubicBezTo>
                    <a:cubicBezTo>
                      <a:pt x="144" y="6"/>
                      <a:pt x="143" y="6"/>
                      <a:pt x="143" y="5"/>
                    </a:cubicBezTo>
                    <a:cubicBezTo>
                      <a:pt x="142" y="4"/>
                      <a:pt x="142" y="4"/>
                      <a:pt x="142" y="4"/>
                    </a:cubicBezTo>
                    <a:cubicBezTo>
                      <a:pt x="137" y="7"/>
                      <a:pt x="137" y="7"/>
                      <a:pt x="137" y="7"/>
                    </a:cubicBezTo>
                    <a:cubicBezTo>
                      <a:pt x="135" y="23"/>
                      <a:pt x="135" y="23"/>
                      <a:pt x="135" y="23"/>
                    </a:cubicBezTo>
                    <a:close/>
                    <a:moveTo>
                      <a:pt x="118" y="23"/>
                    </a:moveTo>
                    <a:cubicBezTo>
                      <a:pt x="134" y="23"/>
                      <a:pt x="134" y="23"/>
                      <a:pt x="134" y="23"/>
                    </a:cubicBezTo>
                    <a:cubicBezTo>
                      <a:pt x="136" y="26"/>
                      <a:pt x="136" y="26"/>
                      <a:pt x="136" y="26"/>
                    </a:cubicBezTo>
                    <a:cubicBezTo>
                      <a:pt x="132" y="30"/>
                      <a:pt x="132" y="30"/>
                      <a:pt x="132" y="30"/>
                    </a:cubicBezTo>
                    <a:cubicBezTo>
                      <a:pt x="116" y="30"/>
                      <a:pt x="116" y="30"/>
                      <a:pt x="116" y="30"/>
                    </a:cubicBezTo>
                    <a:cubicBezTo>
                      <a:pt x="114" y="26"/>
                      <a:pt x="114" y="26"/>
                      <a:pt x="114" y="26"/>
                    </a:cubicBezTo>
                    <a:cubicBezTo>
                      <a:pt x="118" y="23"/>
                      <a:pt x="118" y="23"/>
                      <a:pt x="118" y="23"/>
                    </a:cubicBezTo>
                    <a:close/>
                    <a:moveTo>
                      <a:pt x="115" y="30"/>
                    </a:moveTo>
                    <a:cubicBezTo>
                      <a:pt x="113" y="27"/>
                      <a:pt x="113" y="27"/>
                      <a:pt x="113" y="27"/>
                    </a:cubicBezTo>
                    <a:cubicBezTo>
                      <a:pt x="110" y="30"/>
                      <a:pt x="110" y="30"/>
                      <a:pt x="110" y="30"/>
                    </a:cubicBezTo>
                    <a:cubicBezTo>
                      <a:pt x="109" y="31"/>
                      <a:pt x="108" y="31"/>
                      <a:pt x="108" y="33"/>
                    </a:cubicBezTo>
                    <a:cubicBezTo>
                      <a:pt x="106" y="45"/>
                      <a:pt x="106" y="45"/>
                      <a:pt x="106" y="45"/>
                    </a:cubicBezTo>
                    <a:cubicBezTo>
                      <a:pt x="106" y="45"/>
                      <a:pt x="106" y="46"/>
                      <a:pt x="106" y="46"/>
                    </a:cubicBezTo>
                    <a:cubicBezTo>
                      <a:pt x="106" y="47"/>
                      <a:pt x="106" y="47"/>
                      <a:pt x="107" y="48"/>
                    </a:cubicBezTo>
                    <a:cubicBezTo>
                      <a:pt x="108" y="50"/>
                      <a:pt x="108" y="50"/>
                      <a:pt x="108" y="50"/>
                    </a:cubicBezTo>
                    <a:cubicBezTo>
                      <a:pt x="112" y="46"/>
                      <a:pt x="112" y="46"/>
                      <a:pt x="112" y="46"/>
                    </a:cubicBezTo>
                    <a:cubicBezTo>
                      <a:pt x="115" y="30"/>
                      <a:pt x="115" y="30"/>
                      <a:pt x="115" y="30"/>
                    </a:cubicBezTo>
                    <a:close/>
                    <a:moveTo>
                      <a:pt x="130" y="46"/>
                    </a:moveTo>
                    <a:cubicBezTo>
                      <a:pt x="133" y="50"/>
                      <a:pt x="133" y="50"/>
                      <a:pt x="133" y="50"/>
                    </a:cubicBezTo>
                    <a:cubicBezTo>
                      <a:pt x="135" y="48"/>
                      <a:pt x="135" y="48"/>
                      <a:pt x="135" y="48"/>
                    </a:cubicBezTo>
                    <a:cubicBezTo>
                      <a:pt x="136" y="47"/>
                      <a:pt x="137" y="47"/>
                      <a:pt x="137" y="47"/>
                    </a:cubicBezTo>
                    <a:cubicBezTo>
                      <a:pt x="137" y="46"/>
                      <a:pt x="137" y="46"/>
                      <a:pt x="137" y="45"/>
                    </a:cubicBezTo>
                    <a:cubicBezTo>
                      <a:pt x="139" y="33"/>
                      <a:pt x="139" y="33"/>
                      <a:pt x="139" y="33"/>
                    </a:cubicBezTo>
                    <a:cubicBezTo>
                      <a:pt x="139" y="32"/>
                      <a:pt x="139" y="32"/>
                      <a:pt x="139" y="31"/>
                    </a:cubicBezTo>
                    <a:cubicBezTo>
                      <a:pt x="139" y="31"/>
                      <a:pt x="139" y="30"/>
                      <a:pt x="139" y="29"/>
                    </a:cubicBezTo>
                    <a:cubicBezTo>
                      <a:pt x="137" y="28"/>
                      <a:pt x="137" y="28"/>
                      <a:pt x="137" y="28"/>
                    </a:cubicBezTo>
                    <a:cubicBezTo>
                      <a:pt x="133" y="31"/>
                      <a:pt x="133" y="31"/>
                      <a:pt x="133" y="31"/>
                    </a:cubicBezTo>
                    <a:cubicBezTo>
                      <a:pt x="130" y="46"/>
                      <a:pt x="130" y="46"/>
                      <a:pt x="130" y="46"/>
                    </a:cubicBezTo>
                    <a:close/>
                    <a:moveTo>
                      <a:pt x="113" y="47"/>
                    </a:moveTo>
                    <a:cubicBezTo>
                      <a:pt x="129" y="47"/>
                      <a:pt x="129" y="47"/>
                      <a:pt x="129" y="47"/>
                    </a:cubicBezTo>
                    <a:cubicBezTo>
                      <a:pt x="132" y="51"/>
                      <a:pt x="132" y="51"/>
                      <a:pt x="132" y="51"/>
                    </a:cubicBezTo>
                    <a:cubicBezTo>
                      <a:pt x="131" y="52"/>
                      <a:pt x="131" y="52"/>
                      <a:pt x="131" y="52"/>
                    </a:cubicBezTo>
                    <a:cubicBezTo>
                      <a:pt x="130" y="53"/>
                      <a:pt x="129" y="53"/>
                      <a:pt x="129" y="53"/>
                    </a:cubicBezTo>
                    <a:cubicBezTo>
                      <a:pt x="129" y="53"/>
                      <a:pt x="128" y="53"/>
                      <a:pt x="127" y="53"/>
                    </a:cubicBezTo>
                    <a:cubicBezTo>
                      <a:pt x="113" y="53"/>
                      <a:pt x="113" y="53"/>
                      <a:pt x="113" y="53"/>
                    </a:cubicBezTo>
                    <a:cubicBezTo>
                      <a:pt x="112" y="53"/>
                      <a:pt x="111" y="53"/>
                      <a:pt x="110" y="52"/>
                    </a:cubicBezTo>
                    <a:cubicBezTo>
                      <a:pt x="109" y="51"/>
                      <a:pt x="109" y="51"/>
                      <a:pt x="109" y="51"/>
                    </a:cubicBezTo>
                    <a:cubicBezTo>
                      <a:pt x="113" y="47"/>
                      <a:pt x="113" y="47"/>
                      <a:pt x="113" y="47"/>
                    </a:cubicBezTo>
                    <a:close/>
                    <a:moveTo>
                      <a:pt x="171" y="6"/>
                    </a:moveTo>
                    <a:cubicBezTo>
                      <a:pt x="154" y="6"/>
                      <a:pt x="154" y="6"/>
                      <a:pt x="154" y="6"/>
                    </a:cubicBezTo>
                    <a:cubicBezTo>
                      <a:pt x="151" y="3"/>
                      <a:pt x="151" y="3"/>
                      <a:pt x="151" y="3"/>
                    </a:cubicBezTo>
                    <a:cubicBezTo>
                      <a:pt x="155" y="0"/>
                      <a:pt x="155" y="0"/>
                      <a:pt x="155" y="0"/>
                    </a:cubicBezTo>
                    <a:cubicBezTo>
                      <a:pt x="171" y="0"/>
                      <a:pt x="171" y="0"/>
                      <a:pt x="171" y="0"/>
                    </a:cubicBezTo>
                    <a:cubicBezTo>
                      <a:pt x="172" y="0"/>
                      <a:pt x="173" y="0"/>
                      <a:pt x="173" y="0"/>
                    </a:cubicBezTo>
                    <a:cubicBezTo>
                      <a:pt x="173" y="0"/>
                      <a:pt x="174" y="0"/>
                      <a:pt x="174" y="1"/>
                    </a:cubicBezTo>
                    <a:cubicBezTo>
                      <a:pt x="175" y="2"/>
                      <a:pt x="175" y="2"/>
                      <a:pt x="175" y="2"/>
                    </a:cubicBezTo>
                    <a:cubicBezTo>
                      <a:pt x="171" y="6"/>
                      <a:pt x="171" y="6"/>
                      <a:pt x="171" y="6"/>
                    </a:cubicBezTo>
                    <a:close/>
                    <a:moveTo>
                      <a:pt x="169" y="22"/>
                    </a:moveTo>
                    <a:cubicBezTo>
                      <a:pt x="172" y="25"/>
                      <a:pt x="172" y="25"/>
                      <a:pt x="172" y="25"/>
                    </a:cubicBezTo>
                    <a:cubicBezTo>
                      <a:pt x="174" y="23"/>
                      <a:pt x="174" y="23"/>
                      <a:pt x="174" y="23"/>
                    </a:cubicBezTo>
                    <a:cubicBezTo>
                      <a:pt x="175" y="22"/>
                      <a:pt x="176" y="21"/>
                      <a:pt x="176" y="20"/>
                    </a:cubicBezTo>
                    <a:cubicBezTo>
                      <a:pt x="178" y="9"/>
                      <a:pt x="178" y="9"/>
                      <a:pt x="178" y="9"/>
                    </a:cubicBezTo>
                    <a:cubicBezTo>
                      <a:pt x="178" y="8"/>
                      <a:pt x="178" y="7"/>
                      <a:pt x="178" y="7"/>
                    </a:cubicBezTo>
                    <a:cubicBezTo>
                      <a:pt x="178" y="6"/>
                      <a:pt x="178" y="5"/>
                      <a:pt x="177" y="5"/>
                    </a:cubicBezTo>
                    <a:cubicBezTo>
                      <a:pt x="176" y="3"/>
                      <a:pt x="176" y="3"/>
                      <a:pt x="176" y="3"/>
                    </a:cubicBezTo>
                    <a:cubicBezTo>
                      <a:pt x="172" y="7"/>
                      <a:pt x="172" y="7"/>
                      <a:pt x="172" y="7"/>
                    </a:cubicBezTo>
                    <a:cubicBezTo>
                      <a:pt x="169" y="22"/>
                      <a:pt x="169" y="22"/>
                      <a:pt x="169" y="22"/>
                    </a:cubicBezTo>
                    <a:close/>
                    <a:moveTo>
                      <a:pt x="151" y="23"/>
                    </a:moveTo>
                    <a:cubicBezTo>
                      <a:pt x="168" y="23"/>
                      <a:pt x="168" y="23"/>
                      <a:pt x="168" y="23"/>
                    </a:cubicBezTo>
                    <a:cubicBezTo>
                      <a:pt x="171" y="26"/>
                      <a:pt x="171" y="26"/>
                      <a:pt x="171" y="26"/>
                    </a:cubicBezTo>
                    <a:cubicBezTo>
                      <a:pt x="167" y="30"/>
                      <a:pt x="167" y="30"/>
                      <a:pt x="167" y="30"/>
                    </a:cubicBezTo>
                    <a:cubicBezTo>
                      <a:pt x="150" y="30"/>
                      <a:pt x="150" y="30"/>
                      <a:pt x="150" y="30"/>
                    </a:cubicBezTo>
                    <a:cubicBezTo>
                      <a:pt x="147" y="26"/>
                      <a:pt x="147" y="26"/>
                      <a:pt x="147" y="26"/>
                    </a:cubicBezTo>
                    <a:cubicBezTo>
                      <a:pt x="151" y="23"/>
                      <a:pt x="151" y="23"/>
                      <a:pt x="151" y="23"/>
                    </a:cubicBezTo>
                    <a:close/>
                    <a:moveTo>
                      <a:pt x="165" y="46"/>
                    </a:moveTo>
                    <a:cubicBezTo>
                      <a:pt x="168" y="50"/>
                      <a:pt x="168" y="50"/>
                      <a:pt x="168" y="50"/>
                    </a:cubicBezTo>
                    <a:cubicBezTo>
                      <a:pt x="170" y="48"/>
                      <a:pt x="170" y="48"/>
                      <a:pt x="170" y="48"/>
                    </a:cubicBezTo>
                    <a:cubicBezTo>
                      <a:pt x="170" y="47"/>
                      <a:pt x="171" y="47"/>
                      <a:pt x="171" y="47"/>
                    </a:cubicBezTo>
                    <a:cubicBezTo>
                      <a:pt x="171" y="46"/>
                      <a:pt x="171" y="46"/>
                      <a:pt x="171" y="45"/>
                    </a:cubicBezTo>
                    <a:cubicBezTo>
                      <a:pt x="174" y="32"/>
                      <a:pt x="174" y="32"/>
                      <a:pt x="174" y="32"/>
                    </a:cubicBezTo>
                    <a:cubicBezTo>
                      <a:pt x="174" y="32"/>
                      <a:pt x="174" y="31"/>
                      <a:pt x="174" y="31"/>
                    </a:cubicBezTo>
                    <a:cubicBezTo>
                      <a:pt x="174" y="30"/>
                      <a:pt x="173" y="29"/>
                      <a:pt x="173" y="29"/>
                    </a:cubicBezTo>
                    <a:cubicBezTo>
                      <a:pt x="171" y="27"/>
                      <a:pt x="171" y="27"/>
                      <a:pt x="171" y="27"/>
                    </a:cubicBezTo>
                    <a:cubicBezTo>
                      <a:pt x="168" y="31"/>
                      <a:pt x="168" y="31"/>
                      <a:pt x="168" y="31"/>
                    </a:cubicBezTo>
                    <a:cubicBezTo>
                      <a:pt x="165" y="46"/>
                      <a:pt x="165" y="46"/>
                      <a:pt x="165" y="46"/>
                    </a:cubicBezTo>
                    <a:close/>
                    <a:moveTo>
                      <a:pt x="147" y="47"/>
                    </a:moveTo>
                    <a:cubicBezTo>
                      <a:pt x="164" y="47"/>
                      <a:pt x="164" y="47"/>
                      <a:pt x="164" y="47"/>
                    </a:cubicBezTo>
                    <a:cubicBezTo>
                      <a:pt x="167" y="50"/>
                      <a:pt x="167" y="50"/>
                      <a:pt x="167" y="50"/>
                    </a:cubicBezTo>
                    <a:cubicBezTo>
                      <a:pt x="165" y="52"/>
                      <a:pt x="165" y="52"/>
                      <a:pt x="165" y="52"/>
                    </a:cubicBezTo>
                    <a:cubicBezTo>
                      <a:pt x="164" y="53"/>
                      <a:pt x="163" y="53"/>
                      <a:pt x="161" y="53"/>
                    </a:cubicBezTo>
                    <a:cubicBezTo>
                      <a:pt x="145" y="53"/>
                      <a:pt x="145" y="53"/>
                      <a:pt x="145" y="53"/>
                    </a:cubicBezTo>
                    <a:cubicBezTo>
                      <a:pt x="143" y="50"/>
                      <a:pt x="143" y="50"/>
                      <a:pt x="143" y="50"/>
                    </a:cubicBezTo>
                    <a:lnTo>
                      <a:pt x="14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55" name="Freeform 41"/>
              <p:cNvSpPr>
                <a:spLocks/>
              </p:cNvSpPr>
              <p:nvPr/>
            </p:nvSpPr>
            <p:spPr bwMode="auto">
              <a:xfrm>
                <a:off x="3991892" y="1793288"/>
                <a:ext cx="486954" cy="699586"/>
              </a:xfrm>
              <a:custGeom>
                <a:avLst/>
                <a:gdLst>
                  <a:gd name="T0" fmla="*/ 0 w 275"/>
                  <a:gd name="T1" fmla="*/ 8 h 395"/>
                  <a:gd name="T2" fmla="*/ 10 w 275"/>
                  <a:gd name="T3" fmla="*/ 0 h 395"/>
                  <a:gd name="T4" fmla="*/ 275 w 275"/>
                  <a:gd name="T5" fmla="*/ 378 h 395"/>
                  <a:gd name="T6" fmla="*/ 249 w 275"/>
                  <a:gd name="T7" fmla="*/ 395 h 395"/>
                  <a:gd name="T8" fmla="*/ 0 w 275"/>
                  <a:gd name="T9" fmla="*/ 8 h 395"/>
                </a:gdLst>
                <a:ahLst/>
                <a:cxnLst>
                  <a:cxn ang="0">
                    <a:pos x="T0" y="T1"/>
                  </a:cxn>
                  <a:cxn ang="0">
                    <a:pos x="T2" y="T3"/>
                  </a:cxn>
                  <a:cxn ang="0">
                    <a:pos x="T4" y="T5"/>
                  </a:cxn>
                  <a:cxn ang="0">
                    <a:pos x="T6" y="T7"/>
                  </a:cxn>
                  <a:cxn ang="0">
                    <a:pos x="T8" y="T9"/>
                  </a:cxn>
                </a:cxnLst>
                <a:rect l="0" t="0" r="r" b="b"/>
                <a:pathLst>
                  <a:path w="275" h="395">
                    <a:moveTo>
                      <a:pt x="0" y="8"/>
                    </a:moveTo>
                    <a:cubicBezTo>
                      <a:pt x="10" y="0"/>
                      <a:pt x="10" y="0"/>
                      <a:pt x="10" y="0"/>
                    </a:cubicBezTo>
                    <a:cubicBezTo>
                      <a:pt x="275" y="378"/>
                      <a:pt x="275" y="378"/>
                      <a:pt x="275" y="378"/>
                    </a:cubicBezTo>
                    <a:cubicBezTo>
                      <a:pt x="265" y="382"/>
                      <a:pt x="257" y="387"/>
                      <a:pt x="249" y="395"/>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grpSp>
        <p:sp>
          <p:nvSpPr>
            <p:cNvPr id="48" name="Text Box 7"/>
            <p:cNvSpPr txBox="1">
              <a:spLocks noChangeArrowheads="1"/>
            </p:cNvSpPr>
            <p:nvPr/>
          </p:nvSpPr>
          <p:spPr bwMode="auto">
            <a:xfrm>
              <a:off x="8304285" y="3512890"/>
              <a:ext cx="581603" cy="307553"/>
            </a:xfrm>
            <a:prstGeom prst="rect">
              <a:avLst/>
            </a:prstGeom>
            <a:noFill/>
            <a:ln w="9525">
              <a:noFill/>
              <a:miter lim="800000"/>
              <a:headEnd/>
              <a:tailEnd/>
            </a:ln>
          </p:spPr>
          <p:txBody>
            <a:bodyPr wrap="none" lIns="85678" tIns="42840" rIns="85678" bIns="42840">
              <a:spAutoFit/>
            </a:bodyPr>
            <a:lstStyle/>
            <a:p>
              <a:pPr algn="ctr" defTabSz="1529383">
                <a:defRPr/>
              </a:pPr>
              <a:r>
                <a:rPr lang="en-CA" sz="1546" b="1" spc="-159" dirty="0">
                  <a:solidFill>
                    <a:schemeClr val="bg1"/>
                  </a:solidFill>
                  <a:latin typeface="Open Sans" panose="020B0606030504020204" pitchFamily="34" charset="0"/>
                  <a:ea typeface="Open Sans" panose="020B0606030504020204" pitchFamily="34" charset="0"/>
                  <a:cs typeface="Open Sans" panose="020B0606030504020204" pitchFamily="34" charset="0"/>
                </a:rPr>
                <a:t>35 mph</a:t>
              </a:r>
            </a:p>
          </p:txBody>
        </p:sp>
      </p:grpSp>
      <p:grpSp>
        <p:nvGrpSpPr>
          <p:cNvPr id="10" name="Group 5"/>
          <p:cNvGrpSpPr>
            <a:grpSpLocks/>
          </p:cNvGrpSpPr>
          <p:nvPr/>
        </p:nvGrpSpPr>
        <p:grpSpPr bwMode="auto">
          <a:xfrm>
            <a:off x="10201913" y="2601924"/>
            <a:ext cx="1409262" cy="1160219"/>
            <a:chOff x="9674364" y="2467109"/>
            <a:chExt cx="1336115" cy="1100501"/>
          </a:xfrm>
          <a:solidFill>
            <a:schemeClr val="accent1"/>
          </a:solidFill>
        </p:grpSpPr>
        <p:grpSp>
          <p:nvGrpSpPr>
            <p:cNvPr id="11" name="Group 76"/>
            <p:cNvGrpSpPr/>
            <p:nvPr/>
          </p:nvGrpSpPr>
          <p:grpSpPr>
            <a:xfrm>
              <a:off x="9674364" y="2467109"/>
              <a:ext cx="1336115" cy="1083967"/>
              <a:chOff x="3532020" y="1606907"/>
              <a:chExt cx="1954379" cy="1585554"/>
            </a:xfrm>
            <a:grpFill/>
          </p:grpSpPr>
          <p:sp>
            <p:nvSpPr>
              <p:cNvPr id="79" name="Freeform 6"/>
              <p:cNvSpPr>
                <a:spLocks noEditPoints="1"/>
              </p:cNvSpPr>
              <p:nvPr/>
            </p:nvSpPr>
            <p:spPr bwMode="auto">
              <a:xfrm>
                <a:off x="3532020" y="1606907"/>
                <a:ext cx="1954379" cy="1585554"/>
              </a:xfrm>
              <a:custGeom>
                <a:avLst/>
                <a:gdLst>
                  <a:gd name="T0" fmla="*/ 95 w 1489"/>
                  <a:gd name="T1" fmla="*/ 752 h 1208"/>
                  <a:gd name="T2" fmla="*/ 0 w 1489"/>
                  <a:gd name="T3" fmla="*/ 733 h 1208"/>
                  <a:gd name="T4" fmla="*/ 102 w 1489"/>
                  <a:gd name="T5" fmla="*/ 645 h 1208"/>
                  <a:gd name="T6" fmla="*/ 12 w 1489"/>
                  <a:gd name="T7" fmla="*/ 611 h 1208"/>
                  <a:gd name="T8" fmla="*/ 126 w 1489"/>
                  <a:gd name="T9" fmla="*/ 540 h 1208"/>
                  <a:gd name="T10" fmla="*/ 44 w 1489"/>
                  <a:gd name="T11" fmla="*/ 493 h 1208"/>
                  <a:gd name="T12" fmla="*/ 168 w 1489"/>
                  <a:gd name="T13" fmla="*/ 441 h 1208"/>
                  <a:gd name="T14" fmla="*/ 95 w 1489"/>
                  <a:gd name="T15" fmla="*/ 381 h 1208"/>
                  <a:gd name="T16" fmla="*/ 226 w 1489"/>
                  <a:gd name="T17" fmla="*/ 351 h 1208"/>
                  <a:gd name="T18" fmla="*/ 164 w 1489"/>
                  <a:gd name="T19" fmla="*/ 278 h 1208"/>
                  <a:gd name="T20" fmla="*/ 297 w 1489"/>
                  <a:gd name="T21" fmla="*/ 270 h 1208"/>
                  <a:gd name="T22" fmla="*/ 247 w 1489"/>
                  <a:gd name="T23" fmla="*/ 189 h 1208"/>
                  <a:gd name="T24" fmla="*/ 381 w 1489"/>
                  <a:gd name="T25" fmla="*/ 204 h 1208"/>
                  <a:gd name="T26" fmla="*/ 346 w 1489"/>
                  <a:gd name="T27" fmla="*/ 115 h 1208"/>
                  <a:gd name="T28" fmla="*/ 475 w 1489"/>
                  <a:gd name="T29" fmla="*/ 151 h 1208"/>
                  <a:gd name="T30" fmla="*/ 455 w 1489"/>
                  <a:gd name="T31" fmla="*/ 57 h 1208"/>
                  <a:gd name="T32" fmla="*/ 577 w 1489"/>
                  <a:gd name="T33" fmla="*/ 115 h 1208"/>
                  <a:gd name="T34" fmla="*/ 571 w 1489"/>
                  <a:gd name="T35" fmla="*/ 19 h 1208"/>
                  <a:gd name="T36" fmla="*/ 682 w 1489"/>
                  <a:gd name="T37" fmla="*/ 96 h 1208"/>
                  <a:gd name="T38" fmla="*/ 693 w 1489"/>
                  <a:gd name="T39" fmla="*/ 0 h 1208"/>
                  <a:gd name="T40" fmla="*/ 790 w 1489"/>
                  <a:gd name="T41" fmla="*/ 94 h 1208"/>
                  <a:gd name="T42" fmla="*/ 815 w 1489"/>
                  <a:gd name="T43" fmla="*/ 1 h 1208"/>
                  <a:gd name="T44" fmla="*/ 895 w 1489"/>
                  <a:gd name="T45" fmla="*/ 111 h 1208"/>
                  <a:gd name="T46" fmla="*/ 937 w 1489"/>
                  <a:gd name="T47" fmla="*/ 24 h 1208"/>
                  <a:gd name="T48" fmla="*/ 998 w 1489"/>
                  <a:gd name="T49" fmla="*/ 144 h 1208"/>
                  <a:gd name="T50" fmla="*/ 1053 w 1489"/>
                  <a:gd name="T51" fmla="*/ 66 h 1208"/>
                  <a:gd name="T52" fmla="*/ 1093 w 1489"/>
                  <a:gd name="T53" fmla="*/ 194 h 1208"/>
                  <a:gd name="T54" fmla="*/ 1160 w 1489"/>
                  <a:gd name="T55" fmla="*/ 125 h 1208"/>
                  <a:gd name="T56" fmla="*/ 1179 w 1489"/>
                  <a:gd name="T57" fmla="*/ 259 h 1208"/>
                  <a:gd name="T58" fmla="*/ 1257 w 1489"/>
                  <a:gd name="T59" fmla="*/ 202 h 1208"/>
                  <a:gd name="T60" fmla="*/ 1312 w 1489"/>
                  <a:gd name="T61" fmla="*/ 426 h 1208"/>
                  <a:gd name="T62" fmla="*/ 1404 w 1489"/>
                  <a:gd name="T63" fmla="*/ 398 h 1208"/>
                  <a:gd name="T64" fmla="*/ 1253 w 1489"/>
                  <a:gd name="T65" fmla="*/ 337 h 1208"/>
                  <a:gd name="T66" fmla="*/ 1338 w 1489"/>
                  <a:gd name="T67" fmla="*/ 294 h 1208"/>
                  <a:gd name="T68" fmla="*/ 150 w 1489"/>
                  <a:gd name="T69" fmla="*/ 1192 h 1208"/>
                  <a:gd name="T70" fmla="*/ 237 w 1489"/>
                  <a:gd name="T71" fmla="*/ 1149 h 1208"/>
                  <a:gd name="T72" fmla="*/ 1357 w 1489"/>
                  <a:gd name="T73" fmla="*/ 524 h 1208"/>
                  <a:gd name="T74" fmla="*/ 1451 w 1489"/>
                  <a:gd name="T75" fmla="*/ 512 h 1208"/>
                  <a:gd name="T76" fmla="*/ 1384 w 1489"/>
                  <a:gd name="T77" fmla="*/ 628 h 1208"/>
                  <a:gd name="T78" fmla="*/ 1479 w 1489"/>
                  <a:gd name="T79" fmla="*/ 632 h 1208"/>
                  <a:gd name="T80" fmla="*/ 8 w 1489"/>
                  <a:gd name="T81" fmla="*/ 854 h 1208"/>
                  <a:gd name="T82" fmla="*/ 104 w 1489"/>
                  <a:gd name="T83" fmla="*/ 857 h 1208"/>
                  <a:gd name="T84" fmla="*/ 37 w 1489"/>
                  <a:gd name="T85" fmla="*/ 973 h 1208"/>
                  <a:gd name="T86" fmla="*/ 131 w 1489"/>
                  <a:gd name="T87" fmla="*/ 961 h 1208"/>
                  <a:gd name="T88" fmla="*/ 84 w 1489"/>
                  <a:gd name="T89" fmla="*/ 1087 h 1208"/>
                  <a:gd name="T90" fmla="*/ 176 w 1489"/>
                  <a:gd name="T91" fmla="*/ 1060 h 1208"/>
                  <a:gd name="T92" fmla="*/ 1326 w 1489"/>
                  <a:gd name="T93" fmla="*/ 1208 h 1208"/>
                  <a:gd name="T94" fmla="*/ 1262 w 1489"/>
                  <a:gd name="T95" fmla="*/ 1135 h 1208"/>
                  <a:gd name="T96" fmla="*/ 1394 w 1489"/>
                  <a:gd name="T97" fmla="*/ 1106 h 1208"/>
                  <a:gd name="T98" fmla="*/ 1320 w 1489"/>
                  <a:gd name="T99" fmla="*/ 1045 h 1208"/>
                  <a:gd name="T100" fmla="*/ 1444 w 1489"/>
                  <a:gd name="T101" fmla="*/ 993 h 1208"/>
                  <a:gd name="T102" fmla="*/ 1362 w 1489"/>
                  <a:gd name="T103" fmla="*/ 945 h 1208"/>
                  <a:gd name="T104" fmla="*/ 1477 w 1489"/>
                  <a:gd name="T105" fmla="*/ 875 h 1208"/>
                  <a:gd name="T106" fmla="*/ 1386 w 1489"/>
                  <a:gd name="T107" fmla="*/ 841 h 1208"/>
                  <a:gd name="T108" fmla="*/ 1489 w 1489"/>
                  <a:gd name="T109" fmla="*/ 752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208">
                    <a:moveTo>
                      <a:pt x="0" y="733"/>
                    </a:moveTo>
                    <a:lnTo>
                      <a:pt x="95" y="733"/>
                    </a:lnTo>
                    <a:lnTo>
                      <a:pt x="95" y="752"/>
                    </a:lnTo>
                    <a:lnTo>
                      <a:pt x="0" y="752"/>
                    </a:lnTo>
                    <a:lnTo>
                      <a:pt x="0" y="733"/>
                    </a:lnTo>
                    <a:lnTo>
                      <a:pt x="0" y="733"/>
                    </a:lnTo>
                    <a:close/>
                    <a:moveTo>
                      <a:pt x="12" y="611"/>
                    </a:moveTo>
                    <a:lnTo>
                      <a:pt x="104" y="626"/>
                    </a:lnTo>
                    <a:lnTo>
                      <a:pt x="102" y="645"/>
                    </a:lnTo>
                    <a:lnTo>
                      <a:pt x="8" y="629"/>
                    </a:lnTo>
                    <a:lnTo>
                      <a:pt x="12" y="611"/>
                    </a:lnTo>
                    <a:lnTo>
                      <a:pt x="12" y="611"/>
                    </a:lnTo>
                    <a:close/>
                    <a:moveTo>
                      <a:pt x="44" y="493"/>
                    </a:moveTo>
                    <a:lnTo>
                      <a:pt x="133" y="522"/>
                    </a:lnTo>
                    <a:lnTo>
                      <a:pt x="126" y="540"/>
                    </a:lnTo>
                    <a:lnTo>
                      <a:pt x="38" y="510"/>
                    </a:lnTo>
                    <a:lnTo>
                      <a:pt x="44" y="493"/>
                    </a:lnTo>
                    <a:lnTo>
                      <a:pt x="44" y="493"/>
                    </a:lnTo>
                    <a:close/>
                    <a:moveTo>
                      <a:pt x="95" y="381"/>
                    </a:moveTo>
                    <a:lnTo>
                      <a:pt x="177" y="425"/>
                    </a:lnTo>
                    <a:lnTo>
                      <a:pt x="168" y="441"/>
                    </a:lnTo>
                    <a:lnTo>
                      <a:pt x="85" y="397"/>
                    </a:lnTo>
                    <a:lnTo>
                      <a:pt x="95" y="381"/>
                    </a:lnTo>
                    <a:lnTo>
                      <a:pt x="95" y="381"/>
                    </a:lnTo>
                    <a:close/>
                    <a:moveTo>
                      <a:pt x="164" y="278"/>
                    </a:moveTo>
                    <a:lnTo>
                      <a:pt x="238" y="336"/>
                    </a:lnTo>
                    <a:lnTo>
                      <a:pt x="226" y="351"/>
                    </a:lnTo>
                    <a:lnTo>
                      <a:pt x="151" y="293"/>
                    </a:lnTo>
                    <a:lnTo>
                      <a:pt x="164" y="278"/>
                    </a:lnTo>
                    <a:lnTo>
                      <a:pt x="164" y="278"/>
                    </a:lnTo>
                    <a:close/>
                    <a:moveTo>
                      <a:pt x="247" y="189"/>
                    </a:moveTo>
                    <a:lnTo>
                      <a:pt x="311" y="258"/>
                    </a:lnTo>
                    <a:lnTo>
                      <a:pt x="297" y="270"/>
                    </a:lnTo>
                    <a:lnTo>
                      <a:pt x="234" y="201"/>
                    </a:lnTo>
                    <a:lnTo>
                      <a:pt x="247" y="189"/>
                    </a:lnTo>
                    <a:lnTo>
                      <a:pt x="247" y="189"/>
                    </a:lnTo>
                    <a:close/>
                    <a:moveTo>
                      <a:pt x="346" y="115"/>
                    </a:moveTo>
                    <a:lnTo>
                      <a:pt x="397" y="193"/>
                    </a:lnTo>
                    <a:lnTo>
                      <a:pt x="381" y="204"/>
                    </a:lnTo>
                    <a:lnTo>
                      <a:pt x="330" y="124"/>
                    </a:lnTo>
                    <a:lnTo>
                      <a:pt x="346" y="115"/>
                    </a:lnTo>
                    <a:lnTo>
                      <a:pt x="346" y="115"/>
                    </a:lnTo>
                    <a:close/>
                    <a:moveTo>
                      <a:pt x="455" y="57"/>
                    </a:moveTo>
                    <a:lnTo>
                      <a:pt x="493" y="143"/>
                    </a:lnTo>
                    <a:lnTo>
                      <a:pt x="475" y="151"/>
                    </a:lnTo>
                    <a:lnTo>
                      <a:pt x="438" y="65"/>
                    </a:lnTo>
                    <a:lnTo>
                      <a:pt x="455" y="57"/>
                    </a:lnTo>
                    <a:lnTo>
                      <a:pt x="455" y="57"/>
                    </a:lnTo>
                    <a:close/>
                    <a:moveTo>
                      <a:pt x="571" y="19"/>
                    </a:moveTo>
                    <a:lnTo>
                      <a:pt x="594" y="111"/>
                    </a:lnTo>
                    <a:lnTo>
                      <a:pt x="577" y="115"/>
                    </a:lnTo>
                    <a:lnTo>
                      <a:pt x="554" y="23"/>
                    </a:lnTo>
                    <a:lnTo>
                      <a:pt x="571" y="19"/>
                    </a:lnTo>
                    <a:lnTo>
                      <a:pt x="571" y="19"/>
                    </a:lnTo>
                    <a:close/>
                    <a:moveTo>
                      <a:pt x="693" y="0"/>
                    </a:moveTo>
                    <a:lnTo>
                      <a:pt x="701" y="94"/>
                    </a:lnTo>
                    <a:lnTo>
                      <a:pt x="682" y="96"/>
                    </a:lnTo>
                    <a:lnTo>
                      <a:pt x="674" y="1"/>
                    </a:lnTo>
                    <a:lnTo>
                      <a:pt x="693" y="0"/>
                    </a:lnTo>
                    <a:lnTo>
                      <a:pt x="693" y="0"/>
                    </a:lnTo>
                    <a:close/>
                    <a:moveTo>
                      <a:pt x="815" y="1"/>
                    </a:moveTo>
                    <a:lnTo>
                      <a:pt x="809" y="96"/>
                    </a:lnTo>
                    <a:lnTo>
                      <a:pt x="790" y="94"/>
                    </a:lnTo>
                    <a:lnTo>
                      <a:pt x="798" y="0"/>
                    </a:lnTo>
                    <a:lnTo>
                      <a:pt x="815" y="1"/>
                    </a:lnTo>
                    <a:lnTo>
                      <a:pt x="815" y="1"/>
                    </a:lnTo>
                    <a:close/>
                    <a:moveTo>
                      <a:pt x="937" y="24"/>
                    </a:moveTo>
                    <a:lnTo>
                      <a:pt x="914" y="115"/>
                    </a:lnTo>
                    <a:lnTo>
                      <a:pt x="895" y="111"/>
                    </a:lnTo>
                    <a:lnTo>
                      <a:pt x="919" y="19"/>
                    </a:lnTo>
                    <a:lnTo>
                      <a:pt x="937" y="24"/>
                    </a:lnTo>
                    <a:lnTo>
                      <a:pt x="937" y="24"/>
                    </a:lnTo>
                    <a:close/>
                    <a:moveTo>
                      <a:pt x="1053" y="66"/>
                    </a:moveTo>
                    <a:lnTo>
                      <a:pt x="1015" y="151"/>
                    </a:lnTo>
                    <a:lnTo>
                      <a:pt x="998" y="144"/>
                    </a:lnTo>
                    <a:lnTo>
                      <a:pt x="1035" y="58"/>
                    </a:lnTo>
                    <a:lnTo>
                      <a:pt x="1053" y="66"/>
                    </a:lnTo>
                    <a:lnTo>
                      <a:pt x="1053" y="66"/>
                    </a:lnTo>
                    <a:close/>
                    <a:moveTo>
                      <a:pt x="1160" y="125"/>
                    </a:moveTo>
                    <a:lnTo>
                      <a:pt x="1108" y="204"/>
                    </a:lnTo>
                    <a:lnTo>
                      <a:pt x="1093" y="194"/>
                    </a:lnTo>
                    <a:lnTo>
                      <a:pt x="1145" y="115"/>
                    </a:lnTo>
                    <a:lnTo>
                      <a:pt x="1160" y="125"/>
                    </a:lnTo>
                    <a:lnTo>
                      <a:pt x="1160" y="125"/>
                    </a:lnTo>
                    <a:close/>
                    <a:moveTo>
                      <a:pt x="1257" y="202"/>
                    </a:moveTo>
                    <a:lnTo>
                      <a:pt x="1192" y="271"/>
                    </a:lnTo>
                    <a:lnTo>
                      <a:pt x="1179" y="259"/>
                    </a:lnTo>
                    <a:lnTo>
                      <a:pt x="1242" y="190"/>
                    </a:lnTo>
                    <a:lnTo>
                      <a:pt x="1257" y="202"/>
                    </a:lnTo>
                    <a:lnTo>
                      <a:pt x="1257" y="202"/>
                    </a:lnTo>
                    <a:close/>
                    <a:moveTo>
                      <a:pt x="1404" y="398"/>
                    </a:moveTo>
                    <a:lnTo>
                      <a:pt x="1322" y="443"/>
                    </a:lnTo>
                    <a:lnTo>
                      <a:pt x="1312" y="426"/>
                    </a:lnTo>
                    <a:lnTo>
                      <a:pt x="1394" y="382"/>
                    </a:lnTo>
                    <a:lnTo>
                      <a:pt x="1404" y="398"/>
                    </a:lnTo>
                    <a:lnTo>
                      <a:pt x="1404" y="398"/>
                    </a:lnTo>
                    <a:close/>
                    <a:moveTo>
                      <a:pt x="1338" y="294"/>
                    </a:moveTo>
                    <a:lnTo>
                      <a:pt x="1264" y="352"/>
                    </a:lnTo>
                    <a:lnTo>
                      <a:pt x="1253" y="337"/>
                    </a:lnTo>
                    <a:lnTo>
                      <a:pt x="1327" y="279"/>
                    </a:lnTo>
                    <a:lnTo>
                      <a:pt x="1338" y="294"/>
                    </a:lnTo>
                    <a:lnTo>
                      <a:pt x="1338" y="294"/>
                    </a:lnTo>
                    <a:close/>
                    <a:moveTo>
                      <a:pt x="237" y="1149"/>
                    </a:moveTo>
                    <a:lnTo>
                      <a:pt x="162" y="1207"/>
                    </a:lnTo>
                    <a:lnTo>
                      <a:pt x="150" y="1192"/>
                    </a:lnTo>
                    <a:lnTo>
                      <a:pt x="224" y="1134"/>
                    </a:lnTo>
                    <a:lnTo>
                      <a:pt x="237" y="1149"/>
                    </a:lnTo>
                    <a:lnTo>
                      <a:pt x="237" y="1149"/>
                    </a:lnTo>
                    <a:close/>
                    <a:moveTo>
                      <a:pt x="1451" y="512"/>
                    </a:moveTo>
                    <a:lnTo>
                      <a:pt x="1362" y="543"/>
                    </a:lnTo>
                    <a:lnTo>
                      <a:pt x="1357" y="524"/>
                    </a:lnTo>
                    <a:lnTo>
                      <a:pt x="1446" y="494"/>
                    </a:lnTo>
                    <a:lnTo>
                      <a:pt x="1451" y="512"/>
                    </a:lnTo>
                    <a:lnTo>
                      <a:pt x="1451" y="512"/>
                    </a:lnTo>
                    <a:close/>
                    <a:moveTo>
                      <a:pt x="1479" y="632"/>
                    </a:moveTo>
                    <a:lnTo>
                      <a:pt x="1388" y="647"/>
                    </a:lnTo>
                    <a:lnTo>
                      <a:pt x="1384" y="628"/>
                    </a:lnTo>
                    <a:lnTo>
                      <a:pt x="1477" y="613"/>
                    </a:lnTo>
                    <a:lnTo>
                      <a:pt x="1479" y="632"/>
                    </a:lnTo>
                    <a:lnTo>
                      <a:pt x="1479" y="632"/>
                    </a:lnTo>
                    <a:close/>
                    <a:moveTo>
                      <a:pt x="104" y="857"/>
                    </a:moveTo>
                    <a:lnTo>
                      <a:pt x="11" y="873"/>
                    </a:lnTo>
                    <a:lnTo>
                      <a:pt x="8" y="854"/>
                    </a:lnTo>
                    <a:lnTo>
                      <a:pt x="102" y="840"/>
                    </a:lnTo>
                    <a:lnTo>
                      <a:pt x="104" y="857"/>
                    </a:lnTo>
                    <a:lnTo>
                      <a:pt x="104" y="857"/>
                    </a:lnTo>
                    <a:close/>
                    <a:moveTo>
                      <a:pt x="131" y="961"/>
                    </a:moveTo>
                    <a:lnTo>
                      <a:pt x="44" y="992"/>
                    </a:lnTo>
                    <a:lnTo>
                      <a:pt x="37" y="973"/>
                    </a:lnTo>
                    <a:lnTo>
                      <a:pt x="126" y="944"/>
                    </a:lnTo>
                    <a:lnTo>
                      <a:pt x="131" y="961"/>
                    </a:lnTo>
                    <a:lnTo>
                      <a:pt x="131" y="961"/>
                    </a:lnTo>
                    <a:close/>
                    <a:moveTo>
                      <a:pt x="176" y="1060"/>
                    </a:moveTo>
                    <a:lnTo>
                      <a:pt x="93" y="1104"/>
                    </a:lnTo>
                    <a:lnTo>
                      <a:pt x="84" y="1087"/>
                    </a:lnTo>
                    <a:lnTo>
                      <a:pt x="168" y="1042"/>
                    </a:lnTo>
                    <a:lnTo>
                      <a:pt x="176" y="1060"/>
                    </a:lnTo>
                    <a:lnTo>
                      <a:pt x="176" y="1060"/>
                    </a:lnTo>
                    <a:close/>
                    <a:moveTo>
                      <a:pt x="1262" y="1135"/>
                    </a:moveTo>
                    <a:lnTo>
                      <a:pt x="1336" y="1193"/>
                    </a:lnTo>
                    <a:lnTo>
                      <a:pt x="1326" y="1208"/>
                    </a:lnTo>
                    <a:lnTo>
                      <a:pt x="1251" y="1150"/>
                    </a:lnTo>
                    <a:lnTo>
                      <a:pt x="1262" y="1135"/>
                    </a:lnTo>
                    <a:lnTo>
                      <a:pt x="1262" y="1135"/>
                    </a:lnTo>
                    <a:close/>
                    <a:moveTo>
                      <a:pt x="1320" y="1045"/>
                    </a:moveTo>
                    <a:lnTo>
                      <a:pt x="1403" y="1089"/>
                    </a:lnTo>
                    <a:lnTo>
                      <a:pt x="1394" y="1106"/>
                    </a:lnTo>
                    <a:lnTo>
                      <a:pt x="1311" y="1061"/>
                    </a:lnTo>
                    <a:lnTo>
                      <a:pt x="1320" y="1045"/>
                    </a:lnTo>
                    <a:lnTo>
                      <a:pt x="1320" y="1045"/>
                    </a:lnTo>
                    <a:close/>
                    <a:moveTo>
                      <a:pt x="1362" y="945"/>
                    </a:moveTo>
                    <a:lnTo>
                      <a:pt x="1451" y="976"/>
                    </a:lnTo>
                    <a:lnTo>
                      <a:pt x="1444" y="993"/>
                    </a:lnTo>
                    <a:lnTo>
                      <a:pt x="1357" y="962"/>
                    </a:lnTo>
                    <a:lnTo>
                      <a:pt x="1362" y="945"/>
                    </a:lnTo>
                    <a:lnTo>
                      <a:pt x="1362" y="945"/>
                    </a:lnTo>
                    <a:close/>
                    <a:moveTo>
                      <a:pt x="1386" y="841"/>
                    </a:moveTo>
                    <a:lnTo>
                      <a:pt x="1479" y="856"/>
                    </a:lnTo>
                    <a:lnTo>
                      <a:pt x="1477" y="875"/>
                    </a:lnTo>
                    <a:lnTo>
                      <a:pt x="1384" y="860"/>
                    </a:lnTo>
                    <a:lnTo>
                      <a:pt x="1386" y="841"/>
                    </a:lnTo>
                    <a:lnTo>
                      <a:pt x="1386" y="841"/>
                    </a:lnTo>
                    <a:close/>
                    <a:moveTo>
                      <a:pt x="1394" y="733"/>
                    </a:moveTo>
                    <a:lnTo>
                      <a:pt x="1489" y="733"/>
                    </a:lnTo>
                    <a:lnTo>
                      <a:pt x="1489" y="752"/>
                    </a:lnTo>
                    <a:lnTo>
                      <a:pt x="1394" y="752"/>
                    </a:lnTo>
                    <a:lnTo>
                      <a:pt x="1394" y="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0" name="Freeform 7"/>
              <p:cNvSpPr>
                <a:spLocks noEditPoints="1"/>
              </p:cNvSpPr>
              <p:nvPr/>
            </p:nvSpPr>
            <p:spPr bwMode="auto">
              <a:xfrm>
                <a:off x="3537271" y="1608219"/>
                <a:ext cx="1943879" cy="1534365"/>
              </a:xfrm>
              <a:custGeom>
                <a:avLst/>
                <a:gdLst>
                  <a:gd name="T0" fmla="*/ 33 w 1097"/>
                  <a:gd name="T1" fmla="*/ 574 h 866"/>
                  <a:gd name="T2" fmla="*/ 36 w 1097"/>
                  <a:gd name="T3" fmla="*/ 602 h 866"/>
                  <a:gd name="T4" fmla="*/ 34 w 1097"/>
                  <a:gd name="T5" fmla="*/ 517 h 866"/>
                  <a:gd name="T6" fmla="*/ 46 w 1097"/>
                  <a:gd name="T7" fmla="*/ 433 h 866"/>
                  <a:gd name="T8" fmla="*/ 72 w 1097"/>
                  <a:gd name="T9" fmla="*/ 352 h 866"/>
                  <a:gd name="T10" fmla="*/ 111 w 1097"/>
                  <a:gd name="T11" fmla="*/ 276 h 866"/>
                  <a:gd name="T12" fmla="*/ 162 w 1097"/>
                  <a:gd name="T13" fmla="*/ 208 h 866"/>
                  <a:gd name="T14" fmla="*/ 224 w 1097"/>
                  <a:gd name="T15" fmla="*/ 149 h 866"/>
                  <a:gd name="T16" fmla="*/ 294 w 1097"/>
                  <a:gd name="T17" fmla="*/ 101 h 866"/>
                  <a:gd name="T18" fmla="*/ 372 w 1097"/>
                  <a:gd name="T19" fmla="*/ 65 h 866"/>
                  <a:gd name="T20" fmla="*/ 454 w 1097"/>
                  <a:gd name="T21" fmla="*/ 43 h 866"/>
                  <a:gd name="T22" fmla="*/ 539 w 1097"/>
                  <a:gd name="T23" fmla="*/ 34 h 866"/>
                  <a:gd name="T24" fmla="*/ 624 w 1097"/>
                  <a:gd name="T25" fmla="*/ 39 h 866"/>
                  <a:gd name="T26" fmla="*/ 707 w 1097"/>
                  <a:gd name="T27" fmla="*/ 59 h 866"/>
                  <a:gd name="T28" fmla="*/ 785 w 1097"/>
                  <a:gd name="T29" fmla="*/ 92 h 866"/>
                  <a:gd name="T30" fmla="*/ 857 w 1097"/>
                  <a:gd name="T31" fmla="*/ 137 h 866"/>
                  <a:gd name="T32" fmla="*/ 975 w 1097"/>
                  <a:gd name="T33" fmla="*/ 260 h 866"/>
                  <a:gd name="T34" fmla="*/ 921 w 1097"/>
                  <a:gd name="T35" fmla="*/ 193 h 866"/>
                  <a:gd name="T36" fmla="*/ 1016 w 1097"/>
                  <a:gd name="T37" fmla="*/ 334 h 866"/>
                  <a:gd name="T38" fmla="*/ 1046 w 1097"/>
                  <a:gd name="T39" fmla="*/ 414 h 866"/>
                  <a:gd name="T40" fmla="*/ 21 w 1097"/>
                  <a:gd name="T41" fmla="*/ 702 h 866"/>
                  <a:gd name="T42" fmla="*/ 54 w 1097"/>
                  <a:gd name="T43" fmla="*/ 787 h 866"/>
                  <a:gd name="T44" fmla="*/ 1018 w 1097"/>
                  <a:gd name="T45" fmla="*/ 832 h 866"/>
                  <a:gd name="T46" fmla="*/ 1059 w 1097"/>
                  <a:gd name="T47" fmla="*/ 751 h 866"/>
                  <a:gd name="T48" fmla="*/ 1085 w 1097"/>
                  <a:gd name="T49" fmla="*/ 664 h 866"/>
                  <a:gd name="T50" fmla="*/ 1097 w 1097"/>
                  <a:gd name="T51" fmla="*/ 574 h 866"/>
                  <a:gd name="T52" fmla="*/ 1093 w 1097"/>
                  <a:gd name="T53" fmla="*/ 484 h 866"/>
                  <a:gd name="T54" fmla="*/ 36 w 1097"/>
                  <a:gd name="T55" fmla="*/ 488 h 866"/>
                  <a:gd name="T56" fmla="*/ 53 w 1097"/>
                  <a:gd name="T57" fmla="*/ 405 h 866"/>
                  <a:gd name="T58" fmla="*/ 84 w 1097"/>
                  <a:gd name="T59" fmla="*/ 325 h 866"/>
                  <a:gd name="T60" fmla="*/ 127 w 1097"/>
                  <a:gd name="T61" fmla="*/ 252 h 866"/>
                  <a:gd name="T62" fmla="*/ 182 w 1097"/>
                  <a:gd name="T63" fmla="*/ 187 h 866"/>
                  <a:gd name="T64" fmla="*/ 247 w 1097"/>
                  <a:gd name="T65" fmla="*/ 131 h 866"/>
                  <a:gd name="T66" fmla="*/ 320 w 1097"/>
                  <a:gd name="T67" fmla="*/ 87 h 866"/>
                  <a:gd name="T68" fmla="*/ 399 w 1097"/>
                  <a:gd name="T69" fmla="*/ 56 h 866"/>
                  <a:gd name="T70" fmla="*/ 482 w 1097"/>
                  <a:gd name="T71" fmla="*/ 38 h 866"/>
                  <a:gd name="T72" fmla="*/ 567 w 1097"/>
                  <a:gd name="T73" fmla="*/ 34 h 866"/>
                  <a:gd name="T74" fmla="*/ 652 w 1097"/>
                  <a:gd name="T75" fmla="*/ 44 h 866"/>
                  <a:gd name="T76" fmla="*/ 734 w 1097"/>
                  <a:gd name="T77" fmla="*/ 68 h 866"/>
                  <a:gd name="T78" fmla="*/ 810 w 1097"/>
                  <a:gd name="T79" fmla="*/ 106 h 866"/>
                  <a:gd name="T80" fmla="*/ 880 w 1097"/>
                  <a:gd name="T81" fmla="*/ 155 h 866"/>
                  <a:gd name="T82" fmla="*/ 990 w 1097"/>
                  <a:gd name="T83" fmla="*/ 284 h 866"/>
                  <a:gd name="T84" fmla="*/ 940 w 1097"/>
                  <a:gd name="T85" fmla="*/ 215 h 866"/>
                  <a:gd name="T86" fmla="*/ 1028 w 1097"/>
                  <a:gd name="T87" fmla="*/ 360 h 866"/>
                  <a:gd name="T88" fmla="*/ 1052 w 1097"/>
                  <a:gd name="T89" fmla="*/ 442 h 866"/>
                  <a:gd name="T90" fmla="*/ 13 w 1097"/>
                  <a:gd name="T91" fmla="*/ 673 h 866"/>
                  <a:gd name="T92" fmla="*/ 41 w 1097"/>
                  <a:gd name="T93" fmla="*/ 759 h 866"/>
                  <a:gd name="T94" fmla="*/ 83 w 1097"/>
                  <a:gd name="T95" fmla="*/ 840 h 866"/>
                  <a:gd name="T96" fmla="*/ 1002 w 1097"/>
                  <a:gd name="T97" fmla="*/ 858 h 866"/>
                  <a:gd name="T98" fmla="*/ 1047 w 1097"/>
                  <a:gd name="T99" fmla="*/ 779 h 866"/>
                  <a:gd name="T100" fmla="*/ 1078 w 1097"/>
                  <a:gd name="T101" fmla="*/ 694 h 866"/>
                  <a:gd name="T102" fmla="*/ 1094 w 1097"/>
                  <a:gd name="T103" fmla="*/ 605 h 866"/>
                  <a:gd name="T104" fmla="*/ 1096 w 1097"/>
                  <a:gd name="T105" fmla="*/ 51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7" h="866">
                    <a:moveTo>
                      <a:pt x="33" y="574"/>
                    </a:moveTo>
                    <a:cubicBezTo>
                      <a:pt x="0" y="575"/>
                      <a:pt x="0" y="575"/>
                      <a:pt x="0" y="575"/>
                    </a:cubicBezTo>
                    <a:cubicBezTo>
                      <a:pt x="0" y="584"/>
                      <a:pt x="0" y="584"/>
                      <a:pt x="0" y="584"/>
                    </a:cubicBezTo>
                    <a:cubicBezTo>
                      <a:pt x="34" y="583"/>
                      <a:pt x="34" y="583"/>
                      <a:pt x="34" y="583"/>
                    </a:cubicBezTo>
                    <a:cubicBezTo>
                      <a:pt x="34" y="580"/>
                      <a:pt x="34" y="577"/>
                      <a:pt x="33" y="574"/>
                    </a:cubicBezTo>
                    <a:close/>
                    <a:moveTo>
                      <a:pt x="36" y="602"/>
                    </a:moveTo>
                    <a:cubicBezTo>
                      <a:pt x="2" y="606"/>
                      <a:pt x="2" y="606"/>
                      <a:pt x="2" y="606"/>
                    </a:cubicBezTo>
                    <a:cubicBezTo>
                      <a:pt x="3" y="615"/>
                      <a:pt x="3" y="615"/>
                      <a:pt x="3" y="615"/>
                    </a:cubicBezTo>
                    <a:cubicBezTo>
                      <a:pt x="37" y="611"/>
                      <a:pt x="37" y="611"/>
                      <a:pt x="37" y="611"/>
                    </a:cubicBezTo>
                    <a:cubicBezTo>
                      <a:pt x="36" y="608"/>
                      <a:pt x="36" y="605"/>
                      <a:pt x="36" y="602"/>
                    </a:cubicBezTo>
                    <a:close/>
                    <a:moveTo>
                      <a:pt x="34" y="517"/>
                    </a:moveTo>
                    <a:cubicBezTo>
                      <a:pt x="0" y="515"/>
                      <a:pt x="0" y="515"/>
                      <a:pt x="0" y="515"/>
                    </a:cubicBezTo>
                    <a:cubicBezTo>
                      <a:pt x="0" y="524"/>
                      <a:pt x="0" y="524"/>
                      <a:pt x="0" y="524"/>
                    </a:cubicBezTo>
                    <a:cubicBezTo>
                      <a:pt x="33" y="526"/>
                      <a:pt x="33" y="526"/>
                      <a:pt x="33" y="526"/>
                    </a:cubicBezTo>
                    <a:cubicBezTo>
                      <a:pt x="34" y="523"/>
                      <a:pt x="34" y="520"/>
                      <a:pt x="34" y="517"/>
                    </a:cubicBezTo>
                    <a:close/>
                    <a:moveTo>
                      <a:pt x="46" y="433"/>
                    </a:moveTo>
                    <a:cubicBezTo>
                      <a:pt x="13" y="425"/>
                      <a:pt x="13" y="425"/>
                      <a:pt x="13" y="425"/>
                    </a:cubicBezTo>
                    <a:cubicBezTo>
                      <a:pt x="11" y="434"/>
                      <a:pt x="11" y="434"/>
                      <a:pt x="11" y="434"/>
                    </a:cubicBezTo>
                    <a:cubicBezTo>
                      <a:pt x="44" y="442"/>
                      <a:pt x="44" y="442"/>
                      <a:pt x="44" y="442"/>
                    </a:cubicBezTo>
                    <a:cubicBezTo>
                      <a:pt x="45" y="439"/>
                      <a:pt x="45" y="436"/>
                      <a:pt x="46" y="433"/>
                    </a:cubicBezTo>
                    <a:close/>
                    <a:moveTo>
                      <a:pt x="72" y="352"/>
                    </a:moveTo>
                    <a:cubicBezTo>
                      <a:pt x="41" y="339"/>
                      <a:pt x="41" y="339"/>
                      <a:pt x="41" y="339"/>
                    </a:cubicBezTo>
                    <a:cubicBezTo>
                      <a:pt x="38" y="347"/>
                      <a:pt x="38" y="347"/>
                      <a:pt x="38" y="347"/>
                    </a:cubicBezTo>
                    <a:cubicBezTo>
                      <a:pt x="69" y="360"/>
                      <a:pt x="69" y="360"/>
                      <a:pt x="69" y="360"/>
                    </a:cubicBezTo>
                    <a:cubicBezTo>
                      <a:pt x="70" y="357"/>
                      <a:pt x="71" y="354"/>
                      <a:pt x="72" y="352"/>
                    </a:cubicBezTo>
                    <a:close/>
                    <a:moveTo>
                      <a:pt x="111" y="276"/>
                    </a:moveTo>
                    <a:cubicBezTo>
                      <a:pt x="83" y="258"/>
                      <a:pt x="83" y="258"/>
                      <a:pt x="83" y="258"/>
                    </a:cubicBezTo>
                    <a:cubicBezTo>
                      <a:pt x="78" y="266"/>
                      <a:pt x="78" y="266"/>
                      <a:pt x="78" y="266"/>
                    </a:cubicBezTo>
                    <a:cubicBezTo>
                      <a:pt x="107" y="284"/>
                      <a:pt x="107" y="284"/>
                      <a:pt x="107" y="284"/>
                    </a:cubicBezTo>
                    <a:cubicBezTo>
                      <a:pt x="108" y="281"/>
                      <a:pt x="110" y="279"/>
                      <a:pt x="111" y="276"/>
                    </a:cubicBezTo>
                    <a:close/>
                    <a:moveTo>
                      <a:pt x="162" y="208"/>
                    </a:moveTo>
                    <a:cubicBezTo>
                      <a:pt x="137" y="186"/>
                      <a:pt x="137" y="186"/>
                      <a:pt x="137" y="186"/>
                    </a:cubicBezTo>
                    <a:cubicBezTo>
                      <a:pt x="131" y="193"/>
                      <a:pt x="131" y="193"/>
                      <a:pt x="131" y="193"/>
                    </a:cubicBezTo>
                    <a:cubicBezTo>
                      <a:pt x="156" y="215"/>
                      <a:pt x="156" y="215"/>
                      <a:pt x="156" y="215"/>
                    </a:cubicBezTo>
                    <a:cubicBezTo>
                      <a:pt x="158" y="212"/>
                      <a:pt x="160" y="210"/>
                      <a:pt x="162" y="208"/>
                    </a:cubicBezTo>
                    <a:close/>
                    <a:moveTo>
                      <a:pt x="224" y="149"/>
                    </a:moveTo>
                    <a:cubicBezTo>
                      <a:pt x="202" y="123"/>
                      <a:pt x="202" y="123"/>
                      <a:pt x="202" y="123"/>
                    </a:cubicBezTo>
                    <a:cubicBezTo>
                      <a:pt x="196" y="129"/>
                      <a:pt x="196" y="129"/>
                      <a:pt x="196" y="129"/>
                    </a:cubicBezTo>
                    <a:cubicBezTo>
                      <a:pt x="217" y="155"/>
                      <a:pt x="217" y="155"/>
                      <a:pt x="217" y="155"/>
                    </a:cubicBezTo>
                    <a:cubicBezTo>
                      <a:pt x="219" y="153"/>
                      <a:pt x="222" y="151"/>
                      <a:pt x="224" y="149"/>
                    </a:cubicBezTo>
                    <a:close/>
                    <a:moveTo>
                      <a:pt x="294" y="101"/>
                    </a:moveTo>
                    <a:cubicBezTo>
                      <a:pt x="277" y="72"/>
                      <a:pt x="277" y="72"/>
                      <a:pt x="277" y="72"/>
                    </a:cubicBezTo>
                    <a:cubicBezTo>
                      <a:pt x="270" y="76"/>
                      <a:pt x="270" y="76"/>
                      <a:pt x="270" y="76"/>
                    </a:cubicBezTo>
                    <a:cubicBezTo>
                      <a:pt x="286" y="105"/>
                      <a:pt x="286" y="105"/>
                      <a:pt x="286" y="105"/>
                    </a:cubicBezTo>
                    <a:cubicBezTo>
                      <a:pt x="289" y="104"/>
                      <a:pt x="292" y="102"/>
                      <a:pt x="294" y="101"/>
                    </a:cubicBezTo>
                    <a:close/>
                    <a:moveTo>
                      <a:pt x="372" y="65"/>
                    </a:moveTo>
                    <a:cubicBezTo>
                      <a:pt x="360" y="34"/>
                      <a:pt x="360" y="34"/>
                      <a:pt x="360" y="34"/>
                    </a:cubicBezTo>
                    <a:cubicBezTo>
                      <a:pt x="351" y="37"/>
                      <a:pt x="351" y="37"/>
                      <a:pt x="351" y="37"/>
                    </a:cubicBezTo>
                    <a:cubicBezTo>
                      <a:pt x="363" y="68"/>
                      <a:pt x="363" y="68"/>
                      <a:pt x="363" y="68"/>
                    </a:cubicBezTo>
                    <a:cubicBezTo>
                      <a:pt x="366" y="67"/>
                      <a:pt x="369" y="66"/>
                      <a:pt x="372" y="65"/>
                    </a:cubicBezTo>
                    <a:close/>
                    <a:moveTo>
                      <a:pt x="454" y="43"/>
                    </a:moveTo>
                    <a:cubicBezTo>
                      <a:pt x="447" y="10"/>
                      <a:pt x="447" y="10"/>
                      <a:pt x="447" y="10"/>
                    </a:cubicBezTo>
                    <a:cubicBezTo>
                      <a:pt x="438" y="11"/>
                      <a:pt x="438" y="11"/>
                      <a:pt x="438" y="11"/>
                    </a:cubicBezTo>
                    <a:cubicBezTo>
                      <a:pt x="445" y="44"/>
                      <a:pt x="445" y="44"/>
                      <a:pt x="445" y="44"/>
                    </a:cubicBezTo>
                    <a:cubicBezTo>
                      <a:pt x="448" y="44"/>
                      <a:pt x="451" y="43"/>
                      <a:pt x="454" y="43"/>
                    </a:cubicBezTo>
                    <a:close/>
                    <a:moveTo>
                      <a:pt x="539" y="34"/>
                    </a:moveTo>
                    <a:cubicBezTo>
                      <a:pt x="538" y="0"/>
                      <a:pt x="538" y="0"/>
                      <a:pt x="538" y="0"/>
                    </a:cubicBezTo>
                    <a:cubicBezTo>
                      <a:pt x="529" y="1"/>
                      <a:pt x="529" y="1"/>
                      <a:pt x="529" y="1"/>
                    </a:cubicBezTo>
                    <a:cubicBezTo>
                      <a:pt x="529" y="34"/>
                      <a:pt x="529" y="34"/>
                      <a:pt x="529" y="34"/>
                    </a:cubicBezTo>
                    <a:cubicBezTo>
                      <a:pt x="532" y="34"/>
                      <a:pt x="535" y="34"/>
                      <a:pt x="539" y="34"/>
                    </a:cubicBezTo>
                    <a:close/>
                    <a:moveTo>
                      <a:pt x="624" y="39"/>
                    </a:moveTo>
                    <a:cubicBezTo>
                      <a:pt x="628" y="6"/>
                      <a:pt x="628" y="6"/>
                      <a:pt x="628" y="6"/>
                    </a:cubicBezTo>
                    <a:cubicBezTo>
                      <a:pt x="619" y="5"/>
                      <a:pt x="619" y="5"/>
                      <a:pt x="619" y="5"/>
                    </a:cubicBezTo>
                    <a:cubicBezTo>
                      <a:pt x="615" y="38"/>
                      <a:pt x="615" y="38"/>
                      <a:pt x="615" y="38"/>
                    </a:cubicBezTo>
                    <a:cubicBezTo>
                      <a:pt x="618" y="39"/>
                      <a:pt x="621" y="39"/>
                      <a:pt x="624" y="39"/>
                    </a:cubicBezTo>
                    <a:close/>
                    <a:moveTo>
                      <a:pt x="707" y="59"/>
                    </a:moveTo>
                    <a:cubicBezTo>
                      <a:pt x="717" y="27"/>
                      <a:pt x="717" y="27"/>
                      <a:pt x="717" y="27"/>
                    </a:cubicBezTo>
                    <a:cubicBezTo>
                      <a:pt x="708" y="24"/>
                      <a:pt x="708" y="24"/>
                      <a:pt x="708" y="24"/>
                    </a:cubicBezTo>
                    <a:cubicBezTo>
                      <a:pt x="698" y="56"/>
                      <a:pt x="698" y="56"/>
                      <a:pt x="698" y="56"/>
                    </a:cubicBezTo>
                    <a:cubicBezTo>
                      <a:pt x="701" y="57"/>
                      <a:pt x="704" y="58"/>
                      <a:pt x="707" y="59"/>
                    </a:cubicBezTo>
                    <a:close/>
                    <a:moveTo>
                      <a:pt x="785" y="92"/>
                    </a:moveTo>
                    <a:cubicBezTo>
                      <a:pt x="800" y="62"/>
                      <a:pt x="800" y="62"/>
                      <a:pt x="800" y="62"/>
                    </a:cubicBezTo>
                    <a:cubicBezTo>
                      <a:pt x="792" y="58"/>
                      <a:pt x="792" y="58"/>
                      <a:pt x="792" y="58"/>
                    </a:cubicBezTo>
                    <a:cubicBezTo>
                      <a:pt x="777" y="87"/>
                      <a:pt x="777" y="87"/>
                      <a:pt x="777" y="87"/>
                    </a:cubicBezTo>
                    <a:cubicBezTo>
                      <a:pt x="780" y="89"/>
                      <a:pt x="782" y="90"/>
                      <a:pt x="785" y="92"/>
                    </a:cubicBezTo>
                    <a:close/>
                    <a:moveTo>
                      <a:pt x="857" y="137"/>
                    </a:moveTo>
                    <a:cubicBezTo>
                      <a:pt x="877" y="110"/>
                      <a:pt x="877" y="110"/>
                      <a:pt x="877" y="110"/>
                    </a:cubicBezTo>
                    <a:cubicBezTo>
                      <a:pt x="870" y="104"/>
                      <a:pt x="870" y="104"/>
                      <a:pt x="870" y="104"/>
                    </a:cubicBezTo>
                    <a:cubicBezTo>
                      <a:pt x="850" y="132"/>
                      <a:pt x="850" y="132"/>
                      <a:pt x="850" y="132"/>
                    </a:cubicBezTo>
                    <a:cubicBezTo>
                      <a:pt x="852" y="133"/>
                      <a:pt x="855" y="135"/>
                      <a:pt x="857" y="137"/>
                    </a:cubicBezTo>
                    <a:close/>
                    <a:moveTo>
                      <a:pt x="975" y="260"/>
                    </a:moveTo>
                    <a:cubicBezTo>
                      <a:pt x="1002" y="241"/>
                      <a:pt x="1002" y="241"/>
                      <a:pt x="1002" y="241"/>
                    </a:cubicBezTo>
                    <a:cubicBezTo>
                      <a:pt x="997" y="233"/>
                      <a:pt x="997" y="233"/>
                      <a:pt x="997" y="233"/>
                    </a:cubicBezTo>
                    <a:cubicBezTo>
                      <a:pt x="969" y="252"/>
                      <a:pt x="969" y="252"/>
                      <a:pt x="969" y="252"/>
                    </a:cubicBezTo>
                    <a:cubicBezTo>
                      <a:pt x="971" y="255"/>
                      <a:pt x="973" y="257"/>
                      <a:pt x="975" y="260"/>
                    </a:cubicBezTo>
                    <a:close/>
                    <a:moveTo>
                      <a:pt x="921" y="193"/>
                    </a:moveTo>
                    <a:cubicBezTo>
                      <a:pt x="945" y="170"/>
                      <a:pt x="945" y="170"/>
                      <a:pt x="945" y="170"/>
                    </a:cubicBezTo>
                    <a:cubicBezTo>
                      <a:pt x="939" y="164"/>
                      <a:pt x="939" y="164"/>
                      <a:pt x="939" y="164"/>
                    </a:cubicBezTo>
                    <a:cubicBezTo>
                      <a:pt x="915" y="187"/>
                      <a:pt x="915" y="187"/>
                      <a:pt x="915" y="187"/>
                    </a:cubicBezTo>
                    <a:cubicBezTo>
                      <a:pt x="917" y="189"/>
                      <a:pt x="919" y="191"/>
                      <a:pt x="921" y="193"/>
                    </a:cubicBezTo>
                    <a:close/>
                    <a:moveTo>
                      <a:pt x="1016" y="334"/>
                    </a:moveTo>
                    <a:cubicBezTo>
                      <a:pt x="1047" y="320"/>
                      <a:pt x="1047" y="320"/>
                      <a:pt x="1047" y="320"/>
                    </a:cubicBezTo>
                    <a:cubicBezTo>
                      <a:pt x="1043" y="311"/>
                      <a:pt x="1043" y="311"/>
                      <a:pt x="1043" y="311"/>
                    </a:cubicBezTo>
                    <a:cubicBezTo>
                      <a:pt x="1013" y="326"/>
                      <a:pt x="1013" y="326"/>
                      <a:pt x="1013" y="326"/>
                    </a:cubicBezTo>
                    <a:cubicBezTo>
                      <a:pt x="1014" y="328"/>
                      <a:pt x="1015" y="331"/>
                      <a:pt x="1016" y="334"/>
                    </a:cubicBezTo>
                    <a:close/>
                    <a:moveTo>
                      <a:pt x="1046" y="414"/>
                    </a:moveTo>
                    <a:cubicBezTo>
                      <a:pt x="1078" y="405"/>
                      <a:pt x="1078" y="405"/>
                      <a:pt x="1078" y="405"/>
                    </a:cubicBezTo>
                    <a:cubicBezTo>
                      <a:pt x="1075" y="396"/>
                      <a:pt x="1075" y="396"/>
                      <a:pt x="1075" y="396"/>
                    </a:cubicBezTo>
                    <a:cubicBezTo>
                      <a:pt x="1043" y="405"/>
                      <a:pt x="1043" y="405"/>
                      <a:pt x="1043" y="405"/>
                    </a:cubicBezTo>
                    <a:cubicBezTo>
                      <a:pt x="1044" y="408"/>
                      <a:pt x="1045" y="411"/>
                      <a:pt x="1046" y="414"/>
                    </a:cubicBezTo>
                    <a:close/>
                    <a:moveTo>
                      <a:pt x="21" y="702"/>
                    </a:moveTo>
                    <a:cubicBezTo>
                      <a:pt x="53" y="693"/>
                      <a:pt x="53" y="693"/>
                      <a:pt x="53" y="693"/>
                    </a:cubicBezTo>
                    <a:cubicBezTo>
                      <a:pt x="52" y="690"/>
                      <a:pt x="52" y="688"/>
                      <a:pt x="51" y="685"/>
                    </a:cubicBezTo>
                    <a:cubicBezTo>
                      <a:pt x="19" y="694"/>
                      <a:pt x="19" y="694"/>
                      <a:pt x="19" y="694"/>
                    </a:cubicBezTo>
                    <a:cubicBezTo>
                      <a:pt x="21" y="702"/>
                      <a:pt x="21" y="702"/>
                      <a:pt x="21" y="702"/>
                    </a:cubicBezTo>
                    <a:close/>
                    <a:moveTo>
                      <a:pt x="54" y="787"/>
                    </a:moveTo>
                    <a:cubicBezTo>
                      <a:pt x="84" y="773"/>
                      <a:pt x="84" y="773"/>
                      <a:pt x="84" y="773"/>
                    </a:cubicBezTo>
                    <a:cubicBezTo>
                      <a:pt x="82" y="770"/>
                      <a:pt x="81" y="767"/>
                      <a:pt x="80" y="765"/>
                    </a:cubicBezTo>
                    <a:cubicBezTo>
                      <a:pt x="50" y="779"/>
                      <a:pt x="50" y="779"/>
                      <a:pt x="50" y="779"/>
                    </a:cubicBezTo>
                    <a:cubicBezTo>
                      <a:pt x="54" y="787"/>
                      <a:pt x="54" y="787"/>
                      <a:pt x="54" y="787"/>
                    </a:cubicBezTo>
                    <a:close/>
                    <a:moveTo>
                      <a:pt x="1018" y="832"/>
                    </a:moveTo>
                    <a:cubicBezTo>
                      <a:pt x="990" y="815"/>
                      <a:pt x="990" y="815"/>
                      <a:pt x="990" y="815"/>
                    </a:cubicBezTo>
                    <a:cubicBezTo>
                      <a:pt x="988" y="818"/>
                      <a:pt x="987" y="820"/>
                      <a:pt x="985" y="823"/>
                    </a:cubicBezTo>
                    <a:cubicBezTo>
                      <a:pt x="1014" y="840"/>
                      <a:pt x="1014" y="840"/>
                      <a:pt x="1014" y="840"/>
                    </a:cubicBezTo>
                    <a:cubicBezTo>
                      <a:pt x="1018" y="832"/>
                      <a:pt x="1018" y="832"/>
                      <a:pt x="1018" y="832"/>
                    </a:cubicBezTo>
                    <a:close/>
                    <a:moveTo>
                      <a:pt x="1059" y="751"/>
                    </a:moveTo>
                    <a:cubicBezTo>
                      <a:pt x="1028" y="739"/>
                      <a:pt x="1028" y="739"/>
                      <a:pt x="1028" y="739"/>
                    </a:cubicBezTo>
                    <a:cubicBezTo>
                      <a:pt x="1027" y="741"/>
                      <a:pt x="1025" y="744"/>
                      <a:pt x="1024" y="747"/>
                    </a:cubicBezTo>
                    <a:cubicBezTo>
                      <a:pt x="1055" y="760"/>
                      <a:pt x="1055" y="760"/>
                      <a:pt x="1055" y="760"/>
                    </a:cubicBezTo>
                    <a:cubicBezTo>
                      <a:pt x="1059" y="751"/>
                      <a:pt x="1059" y="751"/>
                      <a:pt x="1059" y="751"/>
                    </a:cubicBezTo>
                    <a:close/>
                    <a:moveTo>
                      <a:pt x="1085" y="664"/>
                    </a:moveTo>
                    <a:cubicBezTo>
                      <a:pt x="1052" y="657"/>
                      <a:pt x="1052" y="657"/>
                      <a:pt x="1052" y="657"/>
                    </a:cubicBezTo>
                    <a:cubicBezTo>
                      <a:pt x="1052" y="660"/>
                      <a:pt x="1051" y="663"/>
                      <a:pt x="1050" y="666"/>
                    </a:cubicBezTo>
                    <a:cubicBezTo>
                      <a:pt x="1083" y="673"/>
                      <a:pt x="1083" y="673"/>
                      <a:pt x="1083" y="673"/>
                    </a:cubicBezTo>
                    <a:cubicBezTo>
                      <a:pt x="1085" y="664"/>
                      <a:pt x="1085" y="664"/>
                      <a:pt x="1085" y="664"/>
                    </a:cubicBezTo>
                    <a:close/>
                    <a:moveTo>
                      <a:pt x="1097" y="574"/>
                    </a:moveTo>
                    <a:cubicBezTo>
                      <a:pt x="1063" y="572"/>
                      <a:pt x="1063" y="572"/>
                      <a:pt x="1063" y="572"/>
                    </a:cubicBezTo>
                    <a:cubicBezTo>
                      <a:pt x="1063" y="576"/>
                      <a:pt x="1063" y="579"/>
                      <a:pt x="1063" y="582"/>
                    </a:cubicBezTo>
                    <a:cubicBezTo>
                      <a:pt x="1096" y="583"/>
                      <a:pt x="1096" y="583"/>
                      <a:pt x="1096" y="583"/>
                    </a:cubicBezTo>
                    <a:cubicBezTo>
                      <a:pt x="1097" y="574"/>
                      <a:pt x="1097" y="574"/>
                      <a:pt x="1097" y="574"/>
                    </a:cubicBezTo>
                    <a:close/>
                    <a:moveTo>
                      <a:pt x="1093" y="484"/>
                    </a:moveTo>
                    <a:cubicBezTo>
                      <a:pt x="1060" y="487"/>
                      <a:pt x="1060" y="487"/>
                      <a:pt x="1060" y="487"/>
                    </a:cubicBezTo>
                    <a:cubicBezTo>
                      <a:pt x="1060" y="490"/>
                      <a:pt x="1061" y="493"/>
                      <a:pt x="1061" y="496"/>
                    </a:cubicBezTo>
                    <a:cubicBezTo>
                      <a:pt x="1094" y="493"/>
                      <a:pt x="1094" y="493"/>
                      <a:pt x="1094" y="493"/>
                    </a:cubicBezTo>
                    <a:cubicBezTo>
                      <a:pt x="1093" y="484"/>
                      <a:pt x="1093" y="484"/>
                      <a:pt x="1093" y="484"/>
                    </a:cubicBezTo>
                    <a:close/>
                    <a:moveTo>
                      <a:pt x="36" y="488"/>
                    </a:moveTo>
                    <a:cubicBezTo>
                      <a:pt x="3" y="485"/>
                      <a:pt x="3" y="485"/>
                      <a:pt x="3" y="485"/>
                    </a:cubicBezTo>
                    <a:cubicBezTo>
                      <a:pt x="2" y="494"/>
                      <a:pt x="2" y="494"/>
                      <a:pt x="2" y="494"/>
                    </a:cubicBezTo>
                    <a:cubicBezTo>
                      <a:pt x="35" y="497"/>
                      <a:pt x="35" y="497"/>
                      <a:pt x="35" y="497"/>
                    </a:cubicBezTo>
                    <a:cubicBezTo>
                      <a:pt x="36" y="494"/>
                      <a:pt x="36" y="491"/>
                      <a:pt x="36" y="488"/>
                    </a:cubicBezTo>
                    <a:close/>
                    <a:moveTo>
                      <a:pt x="53" y="405"/>
                    </a:moveTo>
                    <a:cubicBezTo>
                      <a:pt x="21" y="396"/>
                      <a:pt x="21" y="396"/>
                      <a:pt x="21" y="396"/>
                    </a:cubicBezTo>
                    <a:cubicBezTo>
                      <a:pt x="19" y="405"/>
                      <a:pt x="19" y="405"/>
                      <a:pt x="19" y="405"/>
                    </a:cubicBezTo>
                    <a:cubicBezTo>
                      <a:pt x="51" y="414"/>
                      <a:pt x="51" y="414"/>
                      <a:pt x="51" y="414"/>
                    </a:cubicBezTo>
                    <a:cubicBezTo>
                      <a:pt x="52" y="411"/>
                      <a:pt x="53" y="408"/>
                      <a:pt x="53" y="405"/>
                    </a:cubicBezTo>
                    <a:close/>
                    <a:moveTo>
                      <a:pt x="84" y="325"/>
                    </a:moveTo>
                    <a:cubicBezTo>
                      <a:pt x="54" y="311"/>
                      <a:pt x="54" y="311"/>
                      <a:pt x="54" y="311"/>
                    </a:cubicBezTo>
                    <a:cubicBezTo>
                      <a:pt x="50" y="319"/>
                      <a:pt x="50" y="319"/>
                      <a:pt x="50" y="319"/>
                    </a:cubicBezTo>
                    <a:cubicBezTo>
                      <a:pt x="80" y="334"/>
                      <a:pt x="80" y="334"/>
                      <a:pt x="80" y="334"/>
                    </a:cubicBezTo>
                    <a:cubicBezTo>
                      <a:pt x="81" y="331"/>
                      <a:pt x="83" y="328"/>
                      <a:pt x="84" y="325"/>
                    </a:cubicBezTo>
                    <a:close/>
                    <a:moveTo>
                      <a:pt x="127" y="252"/>
                    </a:moveTo>
                    <a:cubicBezTo>
                      <a:pt x="125" y="254"/>
                      <a:pt x="124" y="257"/>
                      <a:pt x="122" y="259"/>
                    </a:cubicBezTo>
                    <a:cubicBezTo>
                      <a:pt x="95" y="240"/>
                      <a:pt x="95" y="240"/>
                      <a:pt x="95" y="240"/>
                    </a:cubicBezTo>
                    <a:cubicBezTo>
                      <a:pt x="100" y="233"/>
                      <a:pt x="100" y="233"/>
                      <a:pt x="100" y="233"/>
                    </a:cubicBezTo>
                    <a:cubicBezTo>
                      <a:pt x="127" y="252"/>
                      <a:pt x="127" y="252"/>
                      <a:pt x="127" y="252"/>
                    </a:cubicBezTo>
                    <a:close/>
                    <a:moveTo>
                      <a:pt x="182" y="187"/>
                    </a:moveTo>
                    <a:cubicBezTo>
                      <a:pt x="180" y="189"/>
                      <a:pt x="178" y="191"/>
                      <a:pt x="176" y="193"/>
                    </a:cubicBezTo>
                    <a:cubicBezTo>
                      <a:pt x="152" y="170"/>
                      <a:pt x="152" y="170"/>
                      <a:pt x="152" y="170"/>
                    </a:cubicBezTo>
                    <a:cubicBezTo>
                      <a:pt x="158" y="163"/>
                      <a:pt x="158" y="163"/>
                      <a:pt x="158" y="163"/>
                    </a:cubicBezTo>
                    <a:cubicBezTo>
                      <a:pt x="182" y="187"/>
                      <a:pt x="182" y="187"/>
                      <a:pt x="182" y="187"/>
                    </a:cubicBezTo>
                    <a:close/>
                    <a:moveTo>
                      <a:pt x="247" y="131"/>
                    </a:moveTo>
                    <a:cubicBezTo>
                      <a:pt x="244" y="133"/>
                      <a:pt x="242" y="135"/>
                      <a:pt x="239" y="137"/>
                    </a:cubicBezTo>
                    <a:cubicBezTo>
                      <a:pt x="220" y="110"/>
                      <a:pt x="220" y="110"/>
                      <a:pt x="220" y="110"/>
                    </a:cubicBezTo>
                    <a:cubicBezTo>
                      <a:pt x="227" y="104"/>
                      <a:pt x="227" y="104"/>
                      <a:pt x="227" y="104"/>
                    </a:cubicBezTo>
                    <a:cubicBezTo>
                      <a:pt x="247" y="131"/>
                      <a:pt x="247" y="131"/>
                      <a:pt x="247" y="131"/>
                    </a:cubicBezTo>
                    <a:close/>
                    <a:moveTo>
                      <a:pt x="320" y="87"/>
                    </a:moveTo>
                    <a:cubicBezTo>
                      <a:pt x="305" y="57"/>
                      <a:pt x="305" y="57"/>
                      <a:pt x="305" y="57"/>
                    </a:cubicBezTo>
                    <a:cubicBezTo>
                      <a:pt x="296" y="62"/>
                      <a:pt x="296" y="62"/>
                      <a:pt x="296" y="62"/>
                    </a:cubicBezTo>
                    <a:cubicBezTo>
                      <a:pt x="312" y="91"/>
                      <a:pt x="312" y="91"/>
                      <a:pt x="312" y="91"/>
                    </a:cubicBezTo>
                    <a:cubicBezTo>
                      <a:pt x="314" y="90"/>
                      <a:pt x="317" y="89"/>
                      <a:pt x="320" y="87"/>
                    </a:cubicBezTo>
                    <a:close/>
                    <a:moveTo>
                      <a:pt x="399" y="56"/>
                    </a:moveTo>
                    <a:cubicBezTo>
                      <a:pt x="389" y="24"/>
                      <a:pt x="389" y="24"/>
                      <a:pt x="389" y="24"/>
                    </a:cubicBezTo>
                    <a:cubicBezTo>
                      <a:pt x="380" y="27"/>
                      <a:pt x="380" y="27"/>
                      <a:pt x="380" y="27"/>
                    </a:cubicBezTo>
                    <a:cubicBezTo>
                      <a:pt x="390" y="59"/>
                      <a:pt x="390" y="59"/>
                      <a:pt x="390" y="59"/>
                    </a:cubicBezTo>
                    <a:cubicBezTo>
                      <a:pt x="393" y="58"/>
                      <a:pt x="396" y="57"/>
                      <a:pt x="399" y="56"/>
                    </a:cubicBezTo>
                    <a:close/>
                    <a:moveTo>
                      <a:pt x="482" y="38"/>
                    </a:moveTo>
                    <a:cubicBezTo>
                      <a:pt x="478" y="5"/>
                      <a:pt x="478" y="5"/>
                      <a:pt x="478" y="5"/>
                    </a:cubicBezTo>
                    <a:cubicBezTo>
                      <a:pt x="469" y="6"/>
                      <a:pt x="469" y="6"/>
                      <a:pt x="469" y="6"/>
                    </a:cubicBezTo>
                    <a:cubicBezTo>
                      <a:pt x="473" y="39"/>
                      <a:pt x="473" y="39"/>
                      <a:pt x="473" y="39"/>
                    </a:cubicBezTo>
                    <a:cubicBezTo>
                      <a:pt x="476" y="39"/>
                      <a:pt x="479" y="39"/>
                      <a:pt x="482" y="38"/>
                    </a:cubicBezTo>
                    <a:close/>
                    <a:moveTo>
                      <a:pt x="567" y="34"/>
                    </a:moveTo>
                    <a:cubicBezTo>
                      <a:pt x="568" y="1"/>
                      <a:pt x="568" y="1"/>
                      <a:pt x="568" y="1"/>
                    </a:cubicBezTo>
                    <a:cubicBezTo>
                      <a:pt x="559" y="0"/>
                      <a:pt x="559" y="0"/>
                      <a:pt x="559" y="0"/>
                    </a:cubicBezTo>
                    <a:cubicBezTo>
                      <a:pt x="558" y="34"/>
                      <a:pt x="558" y="34"/>
                      <a:pt x="558" y="34"/>
                    </a:cubicBezTo>
                    <a:cubicBezTo>
                      <a:pt x="561" y="34"/>
                      <a:pt x="564" y="34"/>
                      <a:pt x="567" y="34"/>
                    </a:cubicBezTo>
                    <a:close/>
                    <a:moveTo>
                      <a:pt x="652" y="44"/>
                    </a:moveTo>
                    <a:cubicBezTo>
                      <a:pt x="658" y="12"/>
                      <a:pt x="658" y="12"/>
                      <a:pt x="658" y="12"/>
                    </a:cubicBezTo>
                    <a:cubicBezTo>
                      <a:pt x="649" y="10"/>
                      <a:pt x="649" y="10"/>
                      <a:pt x="649" y="10"/>
                    </a:cubicBezTo>
                    <a:cubicBezTo>
                      <a:pt x="643" y="43"/>
                      <a:pt x="643" y="43"/>
                      <a:pt x="643" y="43"/>
                    </a:cubicBezTo>
                    <a:cubicBezTo>
                      <a:pt x="646" y="43"/>
                      <a:pt x="649" y="44"/>
                      <a:pt x="652" y="44"/>
                    </a:cubicBezTo>
                    <a:close/>
                    <a:moveTo>
                      <a:pt x="734" y="68"/>
                    </a:moveTo>
                    <a:cubicBezTo>
                      <a:pt x="745" y="37"/>
                      <a:pt x="745" y="37"/>
                      <a:pt x="745" y="37"/>
                    </a:cubicBezTo>
                    <a:cubicBezTo>
                      <a:pt x="737" y="34"/>
                      <a:pt x="737" y="34"/>
                      <a:pt x="737" y="34"/>
                    </a:cubicBezTo>
                    <a:cubicBezTo>
                      <a:pt x="725" y="65"/>
                      <a:pt x="725" y="65"/>
                      <a:pt x="725" y="65"/>
                    </a:cubicBezTo>
                    <a:cubicBezTo>
                      <a:pt x="728" y="66"/>
                      <a:pt x="731" y="67"/>
                      <a:pt x="734" y="68"/>
                    </a:cubicBezTo>
                    <a:close/>
                    <a:moveTo>
                      <a:pt x="810" y="106"/>
                    </a:moveTo>
                    <a:cubicBezTo>
                      <a:pt x="827" y="76"/>
                      <a:pt x="827" y="76"/>
                      <a:pt x="827" y="76"/>
                    </a:cubicBezTo>
                    <a:cubicBezTo>
                      <a:pt x="819" y="72"/>
                      <a:pt x="819" y="72"/>
                      <a:pt x="819" y="72"/>
                    </a:cubicBezTo>
                    <a:cubicBezTo>
                      <a:pt x="802" y="101"/>
                      <a:pt x="802" y="101"/>
                      <a:pt x="802" y="101"/>
                    </a:cubicBezTo>
                    <a:cubicBezTo>
                      <a:pt x="805" y="102"/>
                      <a:pt x="808" y="104"/>
                      <a:pt x="810" y="106"/>
                    </a:cubicBezTo>
                    <a:close/>
                    <a:moveTo>
                      <a:pt x="880" y="155"/>
                    </a:moveTo>
                    <a:cubicBezTo>
                      <a:pt x="877" y="153"/>
                      <a:pt x="875" y="151"/>
                      <a:pt x="873" y="149"/>
                    </a:cubicBezTo>
                    <a:cubicBezTo>
                      <a:pt x="894" y="123"/>
                      <a:pt x="894" y="123"/>
                      <a:pt x="894" y="123"/>
                    </a:cubicBezTo>
                    <a:cubicBezTo>
                      <a:pt x="901" y="129"/>
                      <a:pt x="901" y="129"/>
                      <a:pt x="901" y="129"/>
                    </a:cubicBezTo>
                    <a:cubicBezTo>
                      <a:pt x="880" y="155"/>
                      <a:pt x="880" y="155"/>
                      <a:pt x="880" y="155"/>
                    </a:cubicBezTo>
                    <a:close/>
                    <a:moveTo>
                      <a:pt x="990" y="284"/>
                    </a:moveTo>
                    <a:cubicBezTo>
                      <a:pt x="988" y="281"/>
                      <a:pt x="987" y="279"/>
                      <a:pt x="985" y="276"/>
                    </a:cubicBezTo>
                    <a:cubicBezTo>
                      <a:pt x="1014" y="259"/>
                      <a:pt x="1014" y="259"/>
                      <a:pt x="1014" y="259"/>
                    </a:cubicBezTo>
                    <a:cubicBezTo>
                      <a:pt x="1019" y="266"/>
                      <a:pt x="1019" y="266"/>
                      <a:pt x="1019" y="266"/>
                    </a:cubicBezTo>
                    <a:cubicBezTo>
                      <a:pt x="990" y="284"/>
                      <a:pt x="990" y="284"/>
                      <a:pt x="990" y="284"/>
                    </a:cubicBezTo>
                    <a:close/>
                    <a:moveTo>
                      <a:pt x="940" y="215"/>
                    </a:moveTo>
                    <a:cubicBezTo>
                      <a:pt x="938" y="213"/>
                      <a:pt x="936" y="210"/>
                      <a:pt x="934" y="208"/>
                    </a:cubicBezTo>
                    <a:cubicBezTo>
                      <a:pt x="960" y="186"/>
                      <a:pt x="960" y="186"/>
                      <a:pt x="960" y="186"/>
                    </a:cubicBezTo>
                    <a:cubicBezTo>
                      <a:pt x="966" y="193"/>
                      <a:pt x="966" y="193"/>
                      <a:pt x="966" y="193"/>
                    </a:cubicBezTo>
                    <a:cubicBezTo>
                      <a:pt x="940" y="215"/>
                      <a:pt x="940" y="215"/>
                      <a:pt x="940" y="215"/>
                    </a:cubicBezTo>
                    <a:close/>
                    <a:moveTo>
                      <a:pt x="1028" y="360"/>
                    </a:moveTo>
                    <a:cubicBezTo>
                      <a:pt x="1059" y="348"/>
                      <a:pt x="1059" y="348"/>
                      <a:pt x="1059" y="348"/>
                    </a:cubicBezTo>
                    <a:cubicBezTo>
                      <a:pt x="1055" y="339"/>
                      <a:pt x="1055" y="339"/>
                      <a:pt x="1055" y="339"/>
                    </a:cubicBezTo>
                    <a:cubicBezTo>
                      <a:pt x="1024" y="352"/>
                      <a:pt x="1024" y="352"/>
                      <a:pt x="1024" y="352"/>
                    </a:cubicBezTo>
                    <a:cubicBezTo>
                      <a:pt x="1026" y="355"/>
                      <a:pt x="1027" y="358"/>
                      <a:pt x="1028" y="360"/>
                    </a:cubicBezTo>
                    <a:close/>
                    <a:moveTo>
                      <a:pt x="1052" y="442"/>
                    </a:moveTo>
                    <a:cubicBezTo>
                      <a:pt x="1085" y="435"/>
                      <a:pt x="1085" y="435"/>
                      <a:pt x="1085" y="435"/>
                    </a:cubicBezTo>
                    <a:cubicBezTo>
                      <a:pt x="1083" y="426"/>
                      <a:pt x="1083" y="426"/>
                      <a:pt x="1083" y="426"/>
                    </a:cubicBezTo>
                    <a:cubicBezTo>
                      <a:pt x="1050" y="433"/>
                      <a:pt x="1050" y="433"/>
                      <a:pt x="1050" y="433"/>
                    </a:cubicBezTo>
                    <a:cubicBezTo>
                      <a:pt x="1051" y="436"/>
                      <a:pt x="1052" y="439"/>
                      <a:pt x="1052" y="442"/>
                    </a:cubicBezTo>
                    <a:close/>
                    <a:moveTo>
                      <a:pt x="13" y="673"/>
                    </a:moveTo>
                    <a:cubicBezTo>
                      <a:pt x="46" y="666"/>
                      <a:pt x="46" y="666"/>
                      <a:pt x="46" y="666"/>
                    </a:cubicBezTo>
                    <a:cubicBezTo>
                      <a:pt x="45" y="663"/>
                      <a:pt x="45" y="660"/>
                      <a:pt x="44" y="657"/>
                    </a:cubicBezTo>
                    <a:cubicBezTo>
                      <a:pt x="11" y="664"/>
                      <a:pt x="11" y="664"/>
                      <a:pt x="11" y="664"/>
                    </a:cubicBezTo>
                    <a:cubicBezTo>
                      <a:pt x="13" y="673"/>
                      <a:pt x="13" y="673"/>
                      <a:pt x="13" y="673"/>
                    </a:cubicBezTo>
                    <a:close/>
                    <a:moveTo>
                      <a:pt x="41" y="759"/>
                    </a:moveTo>
                    <a:cubicBezTo>
                      <a:pt x="72" y="747"/>
                      <a:pt x="72" y="747"/>
                      <a:pt x="72" y="747"/>
                    </a:cubicBezTo>
                    <a:cubicBezTo>
                      <a:pt x="71" y="744"/>
                      <a:pt x="70" y="741"/>
                      <a:pt x="69" y="738"/>
                    </a:cubicBezTo>
                    <a:cubicBezTo>
                      <a:pt x="38" y="751"/>
                      <a:pt x="38" y="751"/>
                      <a:pt x="38" y="751"/>
                    </a:cubicBezTo>
                    <a:cubicBezTo>
                      <a:pt x="41" y="759"/>
                      <a:pt x="41" y="759"/>
                      <a:pt x="41" y="759"/>
                    </a:cubicBezTo>
                    <a:close/>
                    <a:moveTo>
                      <a:pt x="83" y="840"/>
                    </a:moveTo>
                    <a:cubicBezTo>
                      <a:pt x="111" y="822"/>
                      <a:pt x="111" y="822"/>
                      <a:pt x="111" y="822"/>
                    </a:cubicBezTo>
                    <a:cubicBezTo>
                      <a:pt x="110" y="820"/>
                      <a:pt x="108" y="817"/>
                      <a:pt x="106" y="815"/>
                    </a:cubicBezTo>
                    <a:cubicBezTo>
                      <a:pt x="78" y="832"/>
                      <a:pt x="78" y="832"/>
                      <a:pt x="78" y="832"/>
                    </a:cubicBezTo>
                    <a:cubicBezTo>
                      <a:pt x="83" y="840"/>
                      <a:pt x="83" y="840"/>
                      <a:pt x="83" y="840"/>
                    </a:cubicBezTo>
                    <a:close/>
                    <a:moveTo>
                      <a:pt x="1002" y="858"/>
                    </a:moveTo>
                    <a:cubicBezTo>
                      <a:pt x="997" y="866"/>
                      <a:pt x="997" y="866"/>
                      <a:pt x="997" y="866"/>
                    </a:cubicBezTo>
                    <a:cubicBezTo>
                      <a:pt x="969" y="847"/>
                      <a:pt x="969" y="847"/>
                      <a:pt x="969" y="847"/>
                    </a:cubicBezTo>
                    <a:cubicBezTo>
                      <a:pt x="971" y="844"/>
                      <a:pt x="973" y="842"/>
                      <a:pt x="974" y="839"/>
                    </a:cubicBezTo>
                    <a:cubicBezTo>
                      <a:pt x="1002" y="858"/>
                      <a:pt x="1002" y="858"/>
                      <a:pt x="1002" y="858"/>
                    </a:cubicBezTo>
                    <a:close/>
                    <a:moveTo>
                      <a:pt x="1047" y="779"/>
                    </a:moveTo>
                    <a:cubicBezTo>
                      <a:pt x="1016" y="765"/>
                      <a:pt x="1016" y="765"/>
                      <a:pt x="1016" y="765"/>
                    </a:cubicBezTo>
                    <a:cubicBezTo>
                      <a:pt x="1015" y="768"/>
                      <a:pt x="1014" y="771"/>
                      <a:pt x="1012" y="773"/>
                    </a:cubicBezTo>
                    <a:cubicBezTo>
                      <a:pt x="1043" y="787"/>
                      <a:pt x="1043" y="787"/>
                      <a:pt x="1043" y="787"/>
                    </a:cubicBezTo>
                    <a:cubicBezTo>
                      <a:pt x="1047" y="779"/>
                      <a:pt x="1047" y="779"/>
                      <a:pt x="1047" y="779"/>
                    </a:cubicBezTo>
                    <a:close/>
                    <a:moveTo>
                      <a:pt x="1078" y="694"/>
                    </a:moveTo>
                    <a:cubicBezTo>
                      <a:pt x="1045" y="685"/>
                      <a:pt x="1045" y="685"/>
                      <a:pt x="1045" y="685"/>
                    </a:cubicBezTo>
                    <a:cubicBezTo>
                      <a:pt x="1045" y="688"/>
                      <a:pt x="1044" y="691"/>
                      <a:pt x="1043" y="694"/>
                    </a:cubicBezTo>
                    <a:cubicBezTo>
                      <a:pt x="1075" y="703"/>
                      <a:pt x="1075" y="703"/>
                      <a:pt x="1075" y="703"/>
                    </a:cubicBezTo>
                    <a:cubicBezTo>
                      <a:pt x="1078" y="694"/>
                      <a:pt x="1078" y="694"/>
                      <a:pt x="1078" y="694"/>
                    </a:cubicBezTo>
                    <a:close/>
                    <a:moveTo>
                      <a:pt x="1094" y="605"/>
                    </a:moveTo>
                    <a:cubicBezTo>
                      <a:pt x="1061" y="601"/>
                      <a:pt x="1061" y="601"/>
                      <a:pt x="1061" y="601"/>
                    </a:cubicBezTo>
                    <a:cubicBezTo>
                      <a:pt x="1061" y="604"/>
                      <a:pt x="1060" y="607"/>
                      <a:pt x="1060" y="610"/>
                    </a:cubicBezTo>
                    <a:cubicBezTo>
                      <a:pt x="1093" y="614"/>
                      <a:pt x="1093" y="614"/>
                      <a:pt x="1093" y="614"/>
                    </a:cubicBezTo>
                    <a:cubicBezTo>
                      <a:pt x="1094" y="605"/>
                      <a:pt x="1094" y="605"/>
                      <a:pt x="1094" y="605"/>
                    </a:cubicBezTo>
                    <a:close/>
                    <a:moveTo>
                      <a:pt x="1096" y="514"/>
                    </a:moveTo>
                    <a:cubicBezTo>
                      <a:pt x="1062" y="516"/>
                      <a:pt x="1062" y="516"/>
                      <a:pt x="1062" y="516"/>
                    </a:cubicBezTo>
                    <a:cubicBezTo>
                      <a:pt x="1063" y="519"/>
                      <a:pt x="1063" y="522"/>
                      <a:pt x="1063" y="525"/>
                    </a:cubicBezTo>
                    <a:cubicBezTo>
                      <a:pt x="1097" y="523"/>
                      <a:pt x="1097" y="523"/>
                      <a:pt x="1097" y="523"/>
                    </a:cubicBezTo>
                    <a:lnTo>
                      <a:pt x="1096" y="5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1" name="Freeform 23"/>
              <p:cNvSpPr>
                <a:spLocks noEditPoints="1"/>
              </p:cNvSpPr>
              <p:nvPr/>
            </p:nvSpPr>
            <p:spPr bwMode="auto">
              <a:xfrm>
                <a:off x="3865407" y="1940294"/>
                <a:ext cx="1286294" cy="989658"/>
              </a:xfrm>
              <a:custGeom>
                <a:avLst/>
                <a:gdLst>
                  <a:gd name="T0" fmla="*/ 90 w 980"/>
                  <a:gd name="T1" fmla="*/ 661 h 754"/>
                  <a:gd name="T2" fmla="*/ 45 w 980"/>
                  <a:gd name="T3" fmla="*/ 694 h 754"/>
                  <a:gd name="T4" fmla="*/ 39 w 980"/>
                  <a:gd name="T5" fmla="*/ 683 h 754"/>
                  <a:gd name="T6" fmla="*/ 856 w 980"/>
                  <a:gd name="T7" fmla="*/ 726 h 754"/>
                  <a:gd name="T8" fmla="*/ 908 w 980"/>
                  <a:gd name="T9" fmla="*/ 746 h 754"/>
                  <a:gd name="T10" fmla="*/ 903 w 980"/>
                  <a:gd name="T11" fmla="*/ 754 h 754"/>
                  <a:gd name="T12" fmla="*/ 918 w 980"/>
                  <a:gd name="T13" fmla="*/ 648 h 754"/>
                  <a:gd name="T14" fmla="*/ 954 w 980"/>
                  <a:gd name="T15" fmla="*/ 649 h 754"/>
                  <a:gd name="T16" fmla="*/ 950 w 980"/>
                  <a:gd name="T17" fmla="*/ 658 h 754"/>
                  <a:gd name="T18" fmla="*/ 920 w 980"/>
                  <a:gd name="T19" fmla="*/ 556 h 754"/>
                  <a:gd name="T20" fmla="*/ 977 w 980"/>
                  <a:gd name="T21" fmla="*/ 553 h 754"/>
                  <a:gd name="T22" fmla="*/ 974 w 980"/>
                  <a:gd name="T23" fmla="*/ 564 h 754"/>
                  <a:gd name="T24" fmla="*/ 946 w 980"/>
                  <a:gd name="T25" fmla="*/ 460 h 754"/>
                  <a:gd name="T26" fmla="*/ 978 w 980"/>
                  <a:gd name="T27" fmla="*/ 447 h 754"/>
                  <a:gd name="T28" fmla="*/ 980 w 980"/>
                  <a:gd name="T29" fmla="*/ 457 h 754"/>
                  <a:gd name="T30" fmla="*/ 912 w 980"/>
                  <a:gd name="T31" fmla="*/ 382 h 754"/>
                  <a:gd name="T32" fmla="*/ 962 w 980"/>
                  <a:gd name="T33" fmla="*/ 357 h 754"/>
                  <a:gd name="T34" fmla="*/ 966 w 980"/>
                  <a:gd name="T35" fmla="*/ 368 h 754"/>
                  <a:gd name="T36" fmla="*/ 42 w 980"/>
                  <a:gd name="T37" fmla="*/ 577 h 754"/>
                  <a:gd name="T38" fmla="*/ 11 w 980"/>
                  <a:gd name="T39" fmla="*/ 595 h 754"/>
                  <a:gd name="T40" fmla="*/ 9 w 980"/>
                  <a:gd name="T41" fmla="*/ 584 h 754"/>
                  <a:gd name="T42" fmla="*/ 54 w 980"/>
                  <a:gd name="T43" fmla="*/ 483 h 754"/>
                  <a:gd name="T44" fmla="*/ 0 w 980"/>
                  <a:gd name="T45" fmla="*/ 494 h 754"/>
                  <a:gd name="T46" fmla="*/ 0 w 980"/>
                  <a:gd name="T47" fmla="*/ 483 h 754"/>
                  <a:gd name="T48" fmla="*/ 45 w 980"/>
                  <a:gd name="T49" fmla="*/ 387 h 754"/>
                  <a:gd name="T50" fmla="*/ 9 w 980"/>
                  <a:gd name="T51" fmla="*/ 390 h 754"/>
                  <a:gd name="T52" fmla="*/ 12 w 980"/>
                  <a:gd name="T53" fmla="*/ 380 h 754"/>
                  <a:gd name="T54" fmla="*/ 92 w 980"/>
                  <a:gd name="T55" fmla="*/ 310 h 754"/>
                  <a:gd name="T56" fmla="*/ 38 w 980"/>
                  <a:gd name="T57" fmla="*/ 299 h 754"/>
                  <a:gd name="T58" fmla="*/ 42 w 980"/>
                  <a:gd name="T59" fmla="*/ 289 h 754"/>
                  <a:gd name="T60" fmla="*/ 123 w 980"/>
                  <a:gd name="T61" fmla="*/ 218 h 754"/>
                  <a:gd name="T62" fmla="*/ 88 w 980"/>
                  <a:gd name="T63" fmla="*/ 208 h 754"/>
                  <a:gd name="T64" fmla="*/ 95 w 980"/>
                  <a:gd name="T65" fmla="*/ 198 h 754"/>
                  <a:gd name="T66" fmla="*/ 196 w 980"/>
                  <a:gd name="T67" fmla="*/ 167 h 754"/>
                  <a:gd name="T68" fmla="*/ 150 w 980"/>
                  <a:gd name="T69" fmla="*/ 135 h 754"/>
                  <a:gd name="T70" fmla="*/ 158 w 980"/>
                  <a:gd name="T71" fmla="*/ 128 h 754"/>
                  <a:gd name="T72" fmla="*/ 262 w 980"/>
                  <a:gd name="T73" fmla="*/ 93 h 754"/>
                  <a:gd name="T74" fmla="*/ 236 w 980"/>
                  <a:gd name="T75" fmla="*/ 70 h 754"/>
                  <a:gd name="T76" fmla="*/ 246 w 980"/>
                  <a:gd name="T77" fmla="*/ 63 h 754"/>
                  <a:gd name="T78" fmla="*/ 351 w 980"/>
                  <a:gd name="T79" fmla="*/ 75 h 754"/>
                  <a:gd name="T80" fmla="*/ 323 w 980"/>
                  <a:gd name="T81" fmla="*/ 28 h 754"/>
                  <a:gd name="T82" fmla="*/ 332 w 980"/>
                  <a:gd name="T83" fmla="*/ 24 h 754"/>
                  <a:gd name="T84" fmla="*/ 440 w 980"/>
                  <a:gd name="T85" fmla="*/ 35 h 754"/>
                  <a:gd name="T86" fmla="*/ 425 w 980"/>
                  <a:gd name="T87" fmla="*/ 2 h 754"/>
                  <a:gd name="T88" fmla="*/ 436 w 980"/>
                  <a:gd name="T89" fmla="*/ 1 h 754"/>
                  <a:gd name="T90" fmla="*/ 530 w 980"/>
                  <a:gd name="T91" fmla="*/ 55 h 754"/>
                  <a:gd name="T92" fmla="*/ 524 w 980"/>
                  <a:gd name="T93" fmla="*/ 0 h 754"/>
                  <a:gd name="T94" fmla="*/ 534 w 980"/>
                  <a:gd name="T95" fmla="*/ 0 h 754"/>
                  <a:gd name="T96" fmla="*/ 625 w 980"/>
                  <a:gd name="T97" fmla="*/ 52 h 754"/>
                  <a:gd name="T98" fmla="*/ 624 w 980"/>
                  <a:gd name="T99" fmla="*/ 17 h 754"/>
                  <a:gd name="T100" fmla="*/ 634 w 980"/>
                  <a:gd name="T101" fmla="*/ 20 h 754"/>
                  <a:gd name="T102" fmla="*/ 700 w 980"/>
                  <a:gd name="T103" fmla="*/ 106 h 754"/>
                  <a:gd name="T104" fmla="*/ 717 w 980"/>
                  <a:gd name="T105" fmla="*/ 54 h 754"/>
                  <a:gd name="T106" fmla="*/ 726 w 980"/>
                  <a:gd name="T107" fmla="*/ 59 h 754"/>
                  <a:gd name="T108" fmla="*/ 785 w 980"/>
                  <a:gd name="T109" fmla="*/ 140 h 754"/>
                  <a:gd name="T110" fmla="*/ 799 w 980"/>
                  <a:gd name="T111" fmla="*/ 108 h 754"/>
                  <a:gd name="T112" fmla="*/ 807 w 980"/>
                  <a:gd name="T113" fmla="*/ 114 h 754"/>
                  <a:gd name="T114" fmla="*/ 834 w 980"/>
                  <a:gd name="T115" fmla="*/ 220 h 754"/>
                  <a:gd name="T116" fmla="*/ 869 w 980"/>
                  <a:gd name="T117" fmla="*/ 178 h 754"/>
                  <a:gd name="T118" fmla="*/ 876 w 980"/>
                  <a:gd name="T119" fmla="*/ 186 h 754"/>
                  <a:gd name="T120" fmla="*/ 899 w 980"/>
                  <a:gd name="T121" fmla="*/ 286 h 754"/>
                  <a:gd name="T122" fmla="*/ 925 w 980"/>
                  <a:gd name="T123" fmla="*/ 26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0" h="754">
                    <a:moveTo>
                      <a:pt x="39" y="683"/>
                    </a:moveTo>
                    <a:lnTo>
                      <a:pt x="90" y="661"/>
                    </a:lnTo>
                    <a:lnTo>
                      <a:pt x="95" y="671"/>
                    </a:lnTo>
                    <a:lnTo>
                      <a:pt x="45" y="694"/>
                    </a:lnTo>
                    <a:lnTo>
                      <a:pt x="39" y="683"/>
                    </a:lnTo>
                    <a:lnTo>
                      <a:pt x="39" y="683"/>
                    </a:lnTo>
                    <a:close/>
                    <a:moveTo>
                      <a:pt x="903" y="754"/>
                    </a:moveTo>
                    <a:lnTo>
                      <a:pt x="856" y="726"/>
                    </a:lnTo>
                    <a:lnTo>
                      <a:pt x="862" y="717"/>
                    </a:lnTo>
                    <a:lnTo>
                      <a:pt x="908" y="746"/>
                    </a:lnTo>
                    <a:lnTo>
                      <a:pt x="903" y="754"/>
                    </a:lnTo>
                    <a:lnTo>
                      <a:pt x="903" y="754"/>
                    </a:lnTo>
                    <a:close/>
                    <a:moveTo>
                      <a:pt x="950" y="658"/>
                    </a:moveTo>
                    <a:lnTo>
                      <a:pt x="918" y="648"/>
                    </a:lnTo>
                    <a:lnTo>
                      <a:pt x="922" y="637"/>
                    </a:lnTo>
                    <a:lnTo>
                      <a:pt x="954" y="649"/>
                    </a:lnTo>
                    <a:lnTo>
                      <a:pt x="950" y="658"/>
                    </a:lnTo>
                    <a:lnTo>
                      <a:pt x="950" y="658"/>
                    </a:lnTo>
                    <a:close/>
                    <a:moveTo>
                      <a:pt x="974" y="564"/>
                    </a:moveTo>
                    <a:lnTo>
                      <a:pt x="920" y="556"/>
                    </a:lnTo>
                    <a:lnTo>
                      <a:pt x="922" y="545"/>
                    </a:lnTo>
                    <a:lnTo>
                      <a:pt x="977" y="553"/>
                    </a:lnTo>
                    <a:lnTo>
                      <a:pt x="974" y="564"/>
                    </a:lnTo>
                    <a:lnTo>
                      <a:pt x="974" y="564"/>
                    </a:lnTo>
                    <a:close/>
                    <a:moveTo>
                      <a:pt x="980" y="457"/>
                    </a:moveTo>
                    <a:lnTo>
                      <a:pt x="946" y="460"/>
                    </a:lnTo>
                    <a:lnTo>
                      <a:pt x="945" y="448"/>
                    </a:lnTo>
                    <a:lnTo>
                      <a:pt x="978" y="447"/>
                    </a:lnTo>
                    <a:lnTo>
                      <a:pt x="980" y="457"/>
                    </a:lnTo>
                    <a:lnTo>
                      <a:pt x="980" y="457"/>
                    </a:lnTo>
                    <a:close/>
                    <a:moveTo>
                      <a:pt x="966" y="368"/>
                    </a:moveTo>
                    <a:lnTo>
                      <a:pt x="912" y="382"/>
                    </a:lnTo>
                    <a:lnTo>
                      <a:pt x="910" y="371"/>
                    </a:lnTo>
                    <a:lnTo>
                      <a:pt x="962" y="357"/>
                    </a:lnTo>
                    <a:lnTo>
                      <a:pt x="966" y="368"/>
                    </a:lnTo>
                    <a:lnTo>
                      <a:pt x="966" y="368"/>
                    </a:lnTo>
                    <a:close/>
                    <a:moveTo>
                      <a:pt x="9" y="584"/>
                    </a:moveTo>
                    <a:lnTo>
                      <a:pt x="42" y="577"/>
                    </a:lnTo>
                    <a:lnTo>
                      <a:pt x="45" y="588"/>
                    </a:lnTo>
                    <a:lnTo>
                      <a:pt x="11" y="595"/>
                    </a:lnTo>
                    <a:lnTo>
                      <a:pt x="9" y="584"/>
                    </a:lnTo>
                    <a:lnTo>
                      <a:pt x="9" y="584"/>
                    </a:lnTo>
                    <a:close/>
                    <a:moveTo>
                      <a:pt x="0" y="483"/>
                    </a:moveTo>
                    <a:lnTo>
                      <a:pt x="54" y="483"/>
                    </a:lnTo>
                    <a:lnTo>
                      <a:pt x="54" y="494"/>
                    </a:lnTo>
                    <a:lnTo>
                      <a:pt x="0" y="494"/>
                    </a:lnTo>
                    <a:lnTo>
                      <a:pt x="0" y="483"/>
                    </a:lnTo>
                    <a:lnTo>
                      <a:pt x="0" y="483"/>
                    </a:lnTo>
                    <a:close/>
                    <a:moveTo>
                      <a:pt x="12" y="380"/>
                    </a:moveTo>
                    <a:lnTo>
                      <a:pt x="45" y="387"/>
                    </a:lnTo>
                    <a:lnTo>
                      <a:pt x="43" y="398"/>
                    </a:lnTo>
                    <a:lnTo>
                      <a:pt x="9" y="390"/>
                    </a:lnTo>
                    <a:lnTo>
                      <a:pt x="12" y="380"/>
                    </a:lnTo>
                    <a:lnTo>
                      <a:pt x="12" y="380"/>
                    </a:lnTo>
                    <a:close/>
                    <a:moveTo>
                      <a:pt x="42" y="289"/>
                    </a:moveTo>
                    <a:lnTo>
                      <a:pt x="92" y="310"/>
                    </a:lnTo>
                    <a:lnTo>
                      <a:pt x="88" y="321"/>
                    </a:lnTo>
                    <a:lnTo>
                      <a:pt x="38" y="299"/>
                    </a:lnTo>
                    <a:lnTo>
                      <a:pt x="42" y="289"/>
                    </a:lnTo>
                    <a:lnTo>
                      <a:pt x="42" y="289"/>
                    </a:lnTo>
                    <a:close/>
                    <a:moveTo>
                      <a:pt x="95" y="198"/>
                    </a:moveTo>
                    <a:lnTo>
                      <a:pt x="123" y="218"/>
                    </a:lnTo>
                    <a:lnTo>
                      <a:pt x="116" y="228"/>
                    </a:lnTo>
                    <a:lnTo>
                      <a:pt x="88" y="208"/>
                    </a:lnTo>
                    <a:lnTo>
                      <a:pt x="95" y="198"/>
                    </a:lnTo>
                    <a:lnTo>
                      <a:pt x="95" y="198"/>
                    </a:lnTo>
                    <a:close/>
                    <a:moveTo>
                      <a:pt x="158" y="128"/>
                    </a:moveTo>
                    <a:lnTo>
                      <a:pt x="196" y="167"/>
                    </a:lnTo>
                    <a:lnTo>
                      <a:pt x="188" y="175"/>
                    </a:lnTo>
                    <a:lnTo>
                      <a:pt x="150" y="135"/>
                    </a:lnTo>
                    <a:lnTo>
                      <a:pt x="158" y="128"/>
                    </a:lnTo>
                    <a:lnTo>
                      <a:pt x="158" y="128"/>
                    </a:lnTo>
                    <a:close/>
                    <a:moveTo>
                      <a:pt x="246" y="63"/>
                    </a:moveTo>
                    <a:lnTo>
                      <a:pt x="262" y="93"/>
                    </a:lnTo>
                    <a:lnTo>
                      <a:pt x="252" y="98"/>
                    </a:lnTo>
                    <a:lnTo>
                      <a:pt x="236" y="70"/>
                    </a:lnTo>
                    <a:lnTo>
                      <a:pt x="246" y="63"/>
                    </a:lnTo>
                    <a:lnTo>
                      <a:pt x="246" y="63"/>
                    </a:lnTo>
                    <a:close/>
                    <a:moveTo>
                      <a:pt x="332" y="24"/>
                    </a:moveTo>
                    <a:lnTo>
                      <a:pt x="351" y="75"/>
                    </a:lnTo>
                    <a:lnTo>
                      <a:pt x="340" y="79"/>
                    </a:lnTo>
                    <a:lnTo>
                      <a:pt x="323" y="28"/>
                    </a:lnTo>
                    <a:lnTo>
                      <a:pt x="332" y="24"/>
                    </a:lnTo>
                    <a:lnTo>
                      <a:pt x="332" y="24"/>
                    </a:lnTo>
                    <a:close/>
                    <a:moveTo>
                      <a:pt x="436" y="1"/>
                    </a:moveTo>
                    <a:lnTo>
                      <a:pt x="440" y="35"/>
                    </a:lnTo>
                    <a:lnTo>
                      <a:pt x="429" y="36"/>
                    </a:lnTo>
                    <a:lnTo>
                      <a:pt x="425" y="2"/>
                    </a:lnTo>
                    <a:lnTo>
                      <a:pt x="436" y="1"/>
                    </a:lnTo>
                    <a:lnTo>
                      <a:pt x="436" y="1"/>
                    </a:lnTo>
                    <a:close/>
                    <a:moveTo>
                      <a:pt x="534" y="0"/>
                    </a:moveTo>
                    <a:lnTo>
                      <a:pt x="530" y="55"/>
                    </a:lnTo>
                    <a:lnTo>
                      <a:pt x="520" y="54"/>
                    </a:lnTo>
                    <a:lnTo>
                      <a:pt x="524" y="0"/>
                    </a:lnTo>
                    <a:lnTo>
                      <a:pt x="534" y="0"/>
                    </a:lnTo>
                    <a:lnTo>
                      <a:pt x="534" y="0"/>
                    </a:lnTo>
                    <a:close/>
                    <a:moveTo>
                      <a:pt x="634" y="20"/>
                    </a:moveTo>
                    <a:lnTo>
                      <a:pt x="625" y="52"/>
                    </a:lnTo>
                    <a:lnTo>
                      <a:pt x="614" y="50"/>
                    </a:lnTo>
                    <a:lnTo>
                      <a:pt x="624" y="17"/>
                    </a:lnTo>
                    <a:lnTo>
                      <a:pt x="634" y="20"/>
                    </a:lnTo>
                    <a:lnTo>
                      <a:pt x="634" y="20"/>
                    </a:lnTo>
                    <a:close/>
                    <a:moveTo>
                      <a:pt x="726" y="59"/>
                    </a:moveTo>
                    <a:lnTo>
                      <a:pt x="700" y="106"/>
                    </a:lnTo>
                    <a:lnTo>
                      <a:pt x="691" y="102"/>
                    </a:lnTo>
                    <a:lnTo>
                      <a:pt x="717" y="54"/>
                    </a:lnTo>
                    <a:lnTo>
                      <a:pt x="726" y="59"/>
                    </a:lnTo>
                    <a:lnTo>
                      <a:pt x="726" y="59"/>
                    </a:lnTo>
                    <a:close/>
                    <a:moveTo>
                      <a:pt x="807" y="114"/>
                    </a:moveTo>
                    <a:lnTo>
                      <a:pt x="785" y="140"/>
                    </a:lnTo>
                    <a:lnTo>
                      <a:pt x="777" y="133"/>
                    </a:lnTo>
                    <a:lnTo>
                      <a:pt x="799" y="108"/>
                    </a:lnTo>
                    <a:lnTo>
                      <a:pt x="807" y="114"/>
                    </a:lnTo>
                    <a:lnTo>
                      <a:pt x="807" y="114"/>
                    </a:lnTo>
                    <a:close/>
                    <a:moveTo>
                      <a:pt x="876" y="186"/>
                    </a:moveTo>
                    <a:lnTo>
                      <a:pt x="834" y="220"/>
                    </a:lnTo>
                    <a:lnTo>
                      <a:pt x="827" y="212"/>
                    </a:lnTo>
                    <a:lnTo>
                      <a:pt x="869" y="178"/>
                    </a:lnTo>
                    <a:lnTo>
                      <a:pt x="876" y="186"/>
                    </a:lnTo>
                    <a:lnTo>
                      <a:pt x="876" y="186"/>
                    </a:lnTo>
                    <a:close/>
                    <a:moveTo>
                      <a:pt x="930" y="271"/>
                    </a:moveTo>
                    <a:lnTo>
                      <a:pt x="899" y="286"/>
                    </a:lnTo>
                    <a:lnTo>
                      <a:pt x="895" y="276"/>
                    </a:lnTo>
                    <a:lnTo>
                      <a:pt x="925" y="260"/>
                    </a:lnTo>
                    <a:lnTo>
                      <a:pt x="930" y="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2" name="Freeform 35"/>
              <p:cNvSpPr>
                <a:spLocks noEditPoints="1"/>
              </p:cNvSpPr>
              <p:nvPr/>
            </p:nvSpPr>
            <p:spPr bwMode="auto">
              <a:xfrm>
                <a:off x="4365486" y="2437747"/>
                <a:ext cx="286135" cy="288760"/>
              </a:xfrm>
              <a:custGeom>
                <a:avLst/>
                <a:gdLst>
                  <a:gd name="T0" fmla="*/ 81 w 162"/>
                  <a:gd name="T1" fmla="*/ 0 h 163"/>
                  <a:gd name="T2" fmla="*/ 162 w 162"/>
                  <a:gd name="T3" fmla="*/ 81 h 163"/>
                  <a:gd name="T4" fmla="*/ 81 w 162"/>
                  <a:gd name="T5" fmla="*/ 163 h 163"/>
                  <a:gd name="T6" fmla="*/ 0 w 162"/>
                  <a:gd name="T7" fmla="*/ 81 h 163"/>
                  <a:gd name="T8" fmla="*/ 81 w 162"/>
                  <a:gd name="T9" fmla="*/ 0 h 163"/>
                  <a:gd name="T10" fmla="*/ 81 w 162"/>
                  <a:gd name="T11" fmla="*/ 15 h 163"/>
                  <a:gd name="T12" fmla="*/ 15 w 162"/>
                  <a:gd name="T13" fmla="*/ 81 h 163"/>
                  <a:gd name="T14" fmla="*/ 81 w 162"/>
                  <a:gd name="T15" fmla="*/ 148 h 163"/>
                  <a:gd name="T16" fmla="*/ 148 w 162"/>
                  <a:gd name="T17" fmla="*/ 81 h 163"/>
                  <a:gd name="T18" fmla="*/ 81 w 162"/>
                  <a:gd name="T19" fmla="*/ 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63">
                    <a:moveTo>
                      <a:pt x="81" y="0"/>
                    </a:moveTo>
                    <a:cubicBezTo>
                      <a:pt x="126" y="0"/>
                      <a:pt x="162" y="36"/>
                      <a:pt x="162" y="81"/>
                    </a:cubicBezTo>
                    <a:cubicBezTo>
                      <a:pt x="162" y="126"/>
                      <a:pt x="126" y="163"/>
                      <a:pt x="81" y="163"/>
                    </a:cubicBezTo>
                    <a:cubicBezTo>
                      <a:pt x="36" y="163"/>
                      <a:pt x="0" y="126"/>
                      <a:pt x="0" y="81"/>
                    </a:cubicBezTo>
                    <a:cubicBezTo>
                      <a:pt x="0" y="36"/>
                      <a:pt x="36" y="0"/>
                      <a:pt x="81" y="0"/>
                    </a:cubicBezTo>
                    <a:close/>
                    <a:moveTo>
                      <a:pt x="81" y="15"/>
                    </a:moveTo>
                    <a:cubicBezTo>
                      <a:pt x="45" y="15"/>
                      <a:pt x="15" y="45"/>
                      <a:pt x="15" y="81"/>
                    </a:cubicBezTo>
                    <a:cubicBezTo>
                      <a:pt x="15" y="118"/>
                      <a:pt x="45" y="148"/>
                      <a:pt x="81" y="148"/>
                    </a:cubicBezTo>
                    <a:cubicBezTo>
                      <a:pt x="118" y="148"/>
                      <a:pt x="148" y="118"/>
                      <a:pt x="148" y="81"/>
                    </a:cubicBezTo>
                    <a:cubicBezTo>
                      <a:pt x="148" y="45"/>
                      <a:pt x="118" y="15"/>
                      <a:pt x="8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3" name="Freeform 36"/>
              <p:cNvSpPr>
                <a:spLocks/>
              </p:cNvSpPr>
              <p:nvPr/>
            </p:nvSpPr>
            <p:spPr bwMode="auto">
              <a:xfrm>
                <a:off x="4173782" y="2876550"/>
                <a:ext cx="703018" cy="280884"/>
              </a:xfrm>
              <a:custGeom>
                <a:avLst/>
                <a:gdLst>
                  <a:gd name="T0" fmla="*/ 66 w 298"/>
                  <a:gd name="T1" fmla="*/ 0 h 159"/>
                  <a:gd name="T2" fmla="*/ 232 w 298"/>
                  <a:gd name="T3" fmla="*/ 0 h 159"/>
                  <a:gd name="T4" fmla="*/ 298 w 298"/>
                  <a:gd name="T5" fmla="*/ 66 h 159"/>
                  <a:gd name="T6" fmla="*/ 298 w 298"/>
                  <a:gd name="T7" fmla="*/ 141 h 159"/>
                  <a:gd name="T8" fmla="*/ 280 w 298"/>
                  <a:gd name="T9" fmla="*/ 159 h 159"/>
                  <a:gd name="T10" fmla="*/ 18 w 298"/>
                  <a:gd name="T11" fmla="*/ 159 h 159"/>
                  <a:gd name="T12" fmla="*/ 0 w 298"/>
                  <a:gd name="T13" fmla="*/ 141 h 159"/>
                  <a:gd name="T14" fmla="*/ 0 w 298"/>
                  <a:gd name="T15" fmla="*/ 66 h 159"/>
                  <a:gd name="T16" fmla="*/ 66 w 29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159">
                    <a:moveTo>
                      <a:pt x="66" y="0"/>
                    </a:moveTo>
                    <a:cubicBezTo>
                      <a:pt x="232" y="0"/>
                      <a:pt x="232" y="0"/>
                      <a:pt x="232" y="0"/>
                    </a:cubicBezTo>
                    <a:cubicBezTo>
                      <a:pt x="268" y="0"/>
                      <a:pt x="298" y="30"/>
                      <a:pt x="298" y="66"/>
                    </a:cubicBezTo>
                    <a:cubicBezTo>
                      <a:pt x="298" y="141"/>
                      <a:pt x="298" y="141"/>
                      <a:pt x="298" y="141"/>
                    </a:cubicBezTo>
                    <a:cubicBezTo>
                      <a:pt x="298" y="151"/>
                      <a:pt x="290" y="159"/>
                      <a:pt x="280" y="159"/>
                    </a:cubicBezTo>
                    <a:cubicBezTo>
                      <a:pt x="18" y="159"/>
                      <a:pt x="18" y="159"/>
                      <a:pt x="18" y="159"/>
                    </a:cubicBezTo>
                    <a:cubicBezTo>
                      <a:pt x="9" y="159"/>
                      <a:pt x="0" y="151"/>
                      <a:pt x="0" y="141"/>
                    </a:cubicBezTo>
                    <a:cubicBezTo>
                      <a:pt x="0" y="66"/>
                      <a:pt x="0" y="66"/>
                      <a:pt x="0" y="66"/>
                    </a:cubicBezTo>
                    <a:cubicBezTo>
                      <a:pt x="0" y="30"/>
                      <a:pt x="30"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4" name="Freeform 38"/>
              <p:cNvSpPr>
                <a:spLocks noEditPoints="1"/>
              </p:cNvSpPr>
              <p:nvPr/>
            </p:nvSpPr>
            <p:spPr bwMode="auto">
              <a:xfrm>
                <a:off x="4356298" y="2990329"/>
                <a:ext cx="315010" cy="95815"/>
              </a:xfrm>
              <a:custGeom>
                <a:avLst/>
                <a:gdLst>
                  <a:gd name="T0" fmla="*/ 14 w 178"/>
                  <a:gd name="T1" fmla="*/ 1 h 54"/>
                  <a:gd name="T2" fmla="*/ 36 w 178"/>
                  <a:gd name="T3" fmla="*/ 3 h 54"/>
                  <a:gd name="T4" fmla="*/ 9 w 178"/>
                  <a:gd name="T5" fmla="*/ 5 h 54"/>
                  <a:gd name="T6" fmla="*/ 7 w 178"/>
                  <a:gd name="T7" fmla="*/ 25 h 54"/>
                  <a:gd name="T8" fmla="*/ 26 w 178"/>
                  <a:gd name="T9" fmla="*/ 23 h 54"/>
                  <a:gd name="T10" fmla="*/ 27 w 178"/>
                  <a:gd name="T11" fmla="*/ 30 h 54"/>
                  <a:gd name="T12" fmla="*/ 9 w 178"/>
                  <a:gd name="T13" fmla="*/ 30 h 54"/>
                  <a:gd name="T14" fmla="*/ 0 w 178"/>
                  <a:gd name="T15" fmla="*/ 46 h 54"/>
                  <a:gd name="T16" fmla="*/ 9 w 178"/>
                  <a:gd name="T17" fmla="*/ 30 h 54"/>
                  <a:gd name="T18" fmla="*/ 31 w 178"/>
                  <a:gd name="T19" fmla="*/ 46 h 54"/>
                  <a:gd name="T20" fmla="*/ 33 w 178"/>
                  <a:gd name="T21" fmla="*/ 29 h 54"/>
                  <a:gd name="T22" fmla="*/ 8 w 178"/>
                  <a:gd name="T23" fmla="*/ 47 h 54"/>
                  <a:gd name="T24" fmla="*/ 23 w 178"/>
                  <a:gd name="T25" fmla="*/ 53 h 54"/>
                  <a:gd name="T26" fmla="*/ 4 w 178"/>
                  <a:gd name="T27" fmla="*/ 52 h 54"/>
                  <a:gd name="T28" fmla="*/ 52 w 178"/>
                  <a:gd name="T29" fmla="*/ 6 h 54"/>
                  <a:gd name="T30" fmla="*/ 69 w 178"/>
                  <a:gd name="T31" fmla="*/ 6 h 54"/>
                  <a:gd name="T32" fmla="*/ 42 w 178"/>
                  <a:gd name="T33" fmla="*/ 21 h 54"/>
                  <a:gd name="T34" fmla="*/ 51 w 178"/>
                  <a:gd name="T35" fmla="*/ 7 h 54"/>
                  <a:gd name="T36" fmla="*/ 67 w 178"/>
                  <a:gd name="T37" fmla="*/ 25 h 54"/>
                  <a:gd name="T38" fmla="*/ 48 w 178"/>
                  <a:gd name="T39" fmla="*/ 29 h 54"/>
                  <a:gd name="T40" fmla="*/ 62 w 178"/>
                  <a:gd name="T41" fmla="*/ 46 h 54"/>
                  <a:gd name="T42" fmla="*/ 71 w 178"/>
                  <a:gd name="T43" fmla="*/ 33 h 54"/>
                  <a:gd name="T44" fmla="*/ 65 w 178"/>
                  <a:gd name="T45" fmla="*/ 30 h 54"/>
                  <a:gd name="T46" fmla="*/ 64 w 178"/>
                  <a:gd name="T47" fmla="*/ 50 h 54"/>
                  <a:gd name="T48" fmla="*/ 40 w 178"/>
                  <a:gd name="T49" fmla="*/ 50 h 54"/>
                  <a:gd name="T50" fmla="*/ 77 w 178"/>
                  <a:gd name="T51" fmla="*/ 3 h 54"/>
                  <a:gd name="T52" fmla="*/ 95 w 178"/>
                  <a:gd name="T53" fmla="*/ 23 h 54"/>
                  <a:gd name="T54" fmla="*/ 98 w 178"/>
                  <a:gd name="T55" fmla="*/ 7 h 54"/>
                  <a:gd name="T56" fmla="*/ 98 w 178"/>
                  <a:gd name="T57" fmla="*/ 27 h 54"/>
                  <a:gd name="T58" fmla="*/ 90 w 178"/>
                  <a:gd name="T59" fmla="*/ 50 h 54"/>
                  <a:gd name="T60" fmla="*/ 119 w 178"/>
                  <a:gd name="T61" fmla="*/ 1 h 54"/>
                  <a:gd name="T62" fmla="*/ 141 w 178"/>
                  <a:gd name="T63" fmla="*/ 3 h 54"/>
                  <a:gd name="T64" fmla="*/ 114 w 178"/>
                  <a:gd name="T65" fmla="*/ 6 h 54"/>
                  <a:gd name="T66" fmla="*/ 111 w 178"/>
                  <a:gd name="T67" fmla="*/ 24 h 54"/>
                  <a:gd name="T68" fmla="*/ 135 w 178"/>
                  <a:gd name="T69" fmla="*/ 23 h 54"/>
                  <a:gd name="T70" fmla="*/ 144 w 178"/>
                  <a:gd name="T71" fmla="*/ 8 h 54"/>
                  <a:gd name="T72" fmla="*/ 137 w 178"/>
                  <a:gd name="T73" fmla="*/ 7 h 54"/>
                  <a:gd name="T74" fmla="*/ 136 w 178"/>
                  <a:gd name="T75" fmla="*/ 26 h 54"/>
                  <a:gd name="T76" fmla="*/ 118 w 178"/>
                  <a:gd name="T77" fmla="*/ 23 h 54"/>
                  <a:gd name="T78" fmla="*/ 108 w 178"/>
                  <a:gd name="T79" fmla="*/ 33 h 54"/>
                  <a:gd name="T80" fmla="*/ 108 w 178"/>
                  <a:gd name="T81" fmla="*/ 50 h 54"/>
                  <a:gd name="T82" fmla="*/ 133 w 178"/>
                  <a:gd name="T83" fmla="*/ 50 h 54"/>
                  <a:gd name="T84" fmla="*/ 139 w 178"/>
                  <a:gd name="T85" fmla="*/ 33 h 54"/>
                  <a:gd name="T86" fmla="*/ 133 w 178"/>
                  <a:gd name="T87" fmla="*/ 31 h 54"/>
                  <a:gd name="T88" fmla="*/ 132 w 178"/>
                  <a:gd name="T89" fmla="*/ 51 h 54"/>
                  <a:gd name="T90" fmla="*/ 113 w 178"/>
                  <a:gd name="T91" fmla="*/ 53 h 54"/>
                  <a:gd name="T92" fmla="*/ 171 w 178"/>
                  <a:gd name="T93" fmla="*/ 6 h 54"/>
                  <a:gd name="T94" fmla="*/ 171 w 178"/>
                  <a:gd name="T95" fmla="*/ 0 h 54"/>
                  <a:gd name="T96" fmla="*/ 171 w 178"/>
                  <a:gd name="T97" fmla="*/ 6 h 54"/>
                  <a:gd name="T98" fmla="*/ 176 w 178"/>
                  <a:gd name="T99" fmla="*/ 20 h 54"/>
                  <a:gd name="T100" fmla="*/ 176 w 178"/>
                  <a:gd name="T101" fmla="*/ 3 h 54"/>
                  <a:gd name="T102" fmla="*/ 168 w 178"/>
                  <a:gd name="T103" fmla="*/ 23 h 54"/>
                  <a:gd name="T104" fmla="*/ 147 w 178"/>
                  <a:gd name="T105" fmla="*/ 26 h 54"/>
                  <a:gd name="T106" fmla="*/ 170 w 178"/>
                  <a:gd name="T107" fmla="*/ 48 h 54"/>
                  <a:gd name="T108" fmla="*/ 174 w 178"/>
                  <a:gd name="T109" fmla="*/ 31 h 54"/>
                  <a:gd name="T110" fmla="*/ 165 w 178"/>
                  <a:gd name="T111" fmla="*/ 46 h 54"/>
                  <a:gd name="T112" fmla="*/ 165 w 178"/>
                  <a:gd name="T113" fmla="*/ 52 h 54"/>
                  <a:gd name="T114" fmla="*/ 147 w 178"/>
                  <a:gd name="T11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54">
                    <a:moveTo>
                      <a:pt x="32" y="6"/>
                    </a:moveTo>
                    <a:cubicBezTo>
                      <a:pt x="15" y="6"/>
                      <a:pt x="15" y="6"/>
                      <a:pt x="15" y="6"/>
                    </a:cubicBezTo>
                    <a:cubicBezTo>
                      <a:pt x="12" y="3"/>
                      <a:pt x="12" y="3"/>
                      <a:pt x="12" y="3"/>
                    </a:cubicBezTo>
                    <a:cubicBezTo>
                      <a:pt x="14" y="1"/>
                      <a:pt x="14" y="1"/>
                      <a:pt x="14" y="1"/>
                    </a:cubicBezTo>
                    <a:cubicBezTo>
                      <a:pt x="14" y="0"/>
                      <a:pt x="15" y="0"/>
                      <a:pt x="15" y="0"/>
                    </a:cubicBezTo>
                    <a:cubicBezTo>
                      <a:pt x="16" y="0"/>
                      <a:pt x="17" y="0"/>
                      <a:pt x="18" y="0"/>
                    </a:cubicBezTo>
                    <a:cubicBezTo>
                      <a:pt x="33" y="0"/>
                      <a:pt x="33" y="0"/>
                      <a:pt x="33" y="0"/>
                    </a:cubicBezTo>
                    <a:cubicBezTo>
                      <a:pt x="36" y="3"/>
                      <a:pt x="36" y="3"/>
                      <a:pt x="36" y="3"/>
                    </a:cubicBezTo>
                    <a:cubicBezTo>
                      <a:pt x="32" y="6"/>
                      <a:pt x="32" y="6"/>
                      <a:pt x="32" y="6"/>
                    </a:cubicBezTo>
                    <a:close/>
                    <a:moveTo>
                      <a:pt x="14" y="7"/>
                    </a:moveTo>
                    <a:cubicBezTo>
                      <a:pt x="11" y="3"/>
                      <a:pt x="11" y="3"/>
                      <a:pt x="11" y="3"/>
                    </a:cubicBezTo>
                    <a:cubicBezTo>
                      <a:pt x="9" y="5"/>
                      <a:pt x="9" y="5"/>
                      <a:pt x="9" y="5"/>
                    </a:cubicBezTo>
                    <a:cubicBezTo>
                      <a:pt x="8" y="6"/>
                      <a:pt x="8" y="6"/>
                      <a:pt x="7" y="7"/>
                    </a:cubicBezTo>
                    <a:cubicBezTo>
                      <a:pt x="7" y="7"/>
                      <a:pt x="7" y="8"/>
                      <a:pt x="7" y="8"/>
                    </a:cubicBezTo>
                    <a:cubicBezTo>
                      <a:pt x="4" y="22"/>
                      <a:pt x="4" y="22"/>
                      <a:pt x="4" y="22"/>
                    </a:cubicBezTo>
                    <a:cubicBezTo>
                      <a:pt x="7" y="25"/>
                      <a:pt x="7" y="25"/>
                      <a:pt x="7" y="25"/>
                    </a:cubicBezTo>
                    <a:cubicBezTo>
                      <a:pt x="11" y="22"/>
                      <a:pt x="11" y="22"/>
                      <a:pt x="11" y="22"/>
                    </a:cubicBezTo>
                    <a:cubicBezTo>
                      <a:pt x="14" y="7"/>
                      <a:pt x="14" y="7"/>
                      <a:pt x="14" y="7"/>
                    </a:cubicBezTo>
                    <a:close/>
                    <a:moveTo>
                      <a:pt x="12" y="23"/>
                    </a:moveTo>
                    <a:cubicBezTo>
                      <a:pt x="26" y="23"/>
                      <a:pt x="26" y="23"/>
                      <a:pt x="26" y="23"/>
                    </a:cubicBezTo>
                    <a:cubicBezTo>
                      <a:pt x="27" y="23"/>
                      <a:pt x="28" y="23"/>
                      <a:pt x="28" y="23"/>
                    </a:cubicBezTo>
                    <a:cubicBezTo>
                      <a:pt x="28" y="24"/>
                      <a:pt x="29" y="24"/>
                      <a:pt x="29" y="25"/>
                    </a:cubicBezTo>
                    <a:cubicBezTo>
                      <a:pt x="31" y="26"/>
                      <a:pt x="31" y="26"/>
                      <a:pt x="31" y="26"/>
                    </a:cubicBezTo>
                    <a:cubicBezTo>
                      <a:pt x="27" y="30"/>
                      <a:pt x="27" y="30"/>
                      <a:pt x="27" y="30"/>
                    </a:cubicBezTo>
                    <a:cubicBezTo>
                      <a:pt x="11" y="30"/>
                      <a:pt x="11" y="30"/>
                      <a:pt x="11" y="30"/>
                    </a:cubicBezTo>
                    <a:cubicBezTo>
                      <a:pt x="8" y="26"/>
                      <a:pt x="8" y="26"/>
                      <a:pt x="8" y="26"/>
                    </a:cubicBezTo>
                    <a:cubicBezTo>
                      <a:pt x="12" y="23"/>
                      <a:pt x="12" y="23"/>
                      <a:pt x="12" y="23"/>
                    </a:cubicBezTo>
                    <a:close/>
                    <a:moveTo>
                      <a:pt x="9" y="30"/>
                    </a:moveTo>
                    <a:cubicBezTo>
                      <a:pt x="7" y="27"/>
                      <a:pt x="7" y="27"/>
                      <a:pt x="7" y="27"/>
                    </a:cubicBezTo>
                    <a:cubicBezTo>
                      <a:pt x="3" y="31"/>
                      <a:pt x="3" y="31"/>
                      <a:pt x="3" y="31"/>
                    </a:cubicBezTo>
                    <a:cubicBezTo>
                      <a:pt x="0" y="45"/>
                      <a:pt x="0" y="45"/>
                      <a:pt x="0" y="45"/>
                    </a:cubicBezTo>
                    <a:cubicBezTo>
                      <a:pt x="0" y="45"/>
                      <a:pt x="0" y="46"/>
                      <a:pt x="0" y="46"/>
                    </a:cubicBezTo>
                    <a:cubicBezTo>
                      <a:pt x="0" y="46"/>
                      <a:pt x="1" y="47"/>
                      <a:pt x="1" y="48"/>
                    </a:cubicBezTo>
                    <a:cubicBezTo>
                      <a:pt x="2" y="49"/>
                      <a:pt x="2" y="49"/>
                      <a:pt x="2" y="49"/>
                    </a:cubicBezTo>
                    <a:cubicBezTo>
                      <a:pt x="7" y="46"/>
                      <a:pt x="7" y="46"/>
                      <a:pt x="7" y="46"/>
                    </a:cubicBezTo>
                    <a:cubicBezTo>
                      <a:pt x="9" y="30"/>
                      <a:pt x="9" y="30"/>
                      <a:pt x="9" y="30"/>
                    </a:cubicBezTo>
                    <a:close/>
                    <a:moveTo>
                      <a:pt x="25" y="46"/>
                    </a:moveTo>
                    <a:cubicBezTo>
                      <a:pt x="28" y="50"/>
                      <a:pt x="28" y="50"/>
                      <a:pt x="28" y="50"/>
                    </a:cubicBezTo>
                    <a:cubicBezTo>
                      <a:pt x="30" y="48"/>
                      <a:pt x="30" y="48"/>
                      <a:pt x="30" y="48"/>
                    </a:cubicBezTo>
                    <a:cubicBezTo>
                      <a:pt x="30" y="47"/>
                      <a:pt x="31" y="47"/>
                      <a:pt x="31" y="46"/>
                    </a:cubicBezTo>
                    <a:cubicBezTo>
                      <a:pt x="31" y="46"/>
                      <a:pt x="31" y="45"/>
                      <a:pt x="32" y="44"/>
                    </a:cubicBezTo>
                    <a:cubicBezTo>
                      <a:pt x="33" y="34"/>
                      <a:pt x="33" y="34"/>
                      <a:pt x="33" y="34"/>
                    </a:cubicBezTo>
                    <a:cubicBezTo>
                      <a:pt x="34" y="32"/>
                      <a:pt x="34" y="32"/>
                      <a:pt x="34" y="31"/>
                    </a:cubicBezTo>
                    <a:cubicBezTo>
                      <a:pt x="34" y="31"/>
                      <a:pt x="33" y="30"/>
                      <a:pt x="33" y="29"/>
                    </a:cubicBezTo>
                    <a:cubicBezTo>
                      <a:pt x="31" y="27"/>
                      <a:pt x="31" y="27"/>
                      <a:pt x="31" y="27"/>
                    </a:cubicBezTo>
                    <a:cubicBezTo>
                      <a:pt x="28" y="30"/>
                      <a:pt x="28" y="30"/>
                      <a:pt x="28" y="30"/>
                    </a:cubicBezTo>
                    <a:cubicBezTo>
                      <a:pt x="25" y="46"/>
                      <a:pt x="25" y="46"/>
                      <a:pt x="25" y="46"/>
                    </a:cubicBezTo>
                    <a:close/>
                    <a:moveTo>
                      <a:pt x="8" y="47"/>
                    </a:moveTo>
                    <a:cubicBezTo>
                      <a:pt x="24" y="47"/>
                      <a:pt x="24" y="47"/>
                      <a:pt x="24" y="47"/>
                    </a:cubicBezTo>
                    <a:cubicBezTo>
                      <a:pt x="27" y="51"/>
                      <a:pt x="27" y="51"/>
                      <a:pt x="27" y="51"/>
                    </a:cubicBezTo>
                    <a:cubicBezTo>
                      <a:pt x="25" y="52"/>
                      <a:pt x="25" y="52"/>
                      <a:pt x="25" y="52"/>
                    </a:cubicBezTo>
                    <a:cubicBezTo>
                      <a:pt x="24" y="52"/>
                      <a:pt x="24" y="53"/>
                      <a:pt x="23" y="53"/>
                    </a:cubicBezTo>
                    <a:cubicBezTo>
                      <a:pt x="23" y="53"/>
                      <a:pt x="22" y="53"/>
                      <a:pt x="21" y="53"/>
                    </a:cubicBezTo>
                    <a:cubicBezTo>
                      <a:pt x="8" y="53"/>
                      <a:pt x="8" y="53"/>
                      <a:pt x="8" y="53"/>
                    </a:cubicBezTo>
                    <a:cubicBezTo>
                      <a:pt x="7" y="53"/>
                      <a:pt x="6" y="53"/>
                      <a:pt x="6" y="53"/>
                    </a:cubicBezTo>
                    <a:cubicBezTo>
                      <a:pt x="5" y="53"/>
                      <a:pt x="5" y="52"/>
                      <a:pt x="4" y="52"/>
                    </a:cubicBezTo>
                    <a:cubicBezTo>
                      <a:pt x="3" y="51"/>
                      <a:pt x="3" y="51"/>
                      <a:pt x="3" y="51"/>
                    </a:cubicBezTo>
                    <a:cubicBezTo>
                      <a:pt x="8" y="47"/>
                      <a:pt x="8" y="47"/>
                      <a:pt x="8" y="47"/>
                    </a:cubicBezTo>
                    <a:close/>
                    <a:moveTo>
                      <a:pt x="69" y="6"/>
                    </a:moveTo>
                    <a:cubicBezTo>
                      <a:pt x="52" y="6"/>
                      <a:pt x="52" y="6"/>
                      <a:pt x="52" y="6"/>
                    </a:cubicBezTo>
                    <a:cubicBezTo>
                      <a:pt x="47" y="0"/>
                      <a:pt x="47" y="0"/>
                      <a:pt x="47" y="0"/>
                    </a:cubicBezTo>
                    <a:cubicBezTo>
                      <a:pt x="71" y="0"/>
                      <a:pt x="71" y="0"/>
                      <a:pt x="71" y="0"/>
                    </a:cubicBezTo>
                    <a:cubicBezTo>
                      <a:pt x="73" y="3"/>
                      <a:pt x="73" y="3"/>
                      <a:pt x="73" y="3"/>
                    </a:cubicBezTo>
                    <a:cubicBezTo>
                      <a:pt x="69" y="6"/>
                      <a:pt x="69" y="6"/>
                      <a:pt x="69" y="6"/>
                    </a:cubicBezTo>
                    <a:close/>
                    <a:moveTo>
                      <a:pt x="51" y="7"/>
                    </a:moveTo>
                    <a:cubicBezTo>
                      <a:pt x="46" y="1"/>
                      <a:pt x="46" y="1"/>
                      <a:pt x="46" y="1"/>
                    </a:cubicBezTo>
                    <a:cubicBezTo>
                      <a:pt x="42" y="20"/>
                      <a:pt x="42" y="20"/>
                      <a:pt x="42" y="20"/>
                    </a:cubicBezTo>
                    <a:cubicBezTo>
                      <a:pt x="42" y="21"/>
                      <a:pt x="42" y="21"/>
                      <a:pt x="42" y="21"/>
                    </a:cubicBezTo>
                    <a:cubicBezTo>
                      <a:pt x="42" y="22"/>
                      <a:pt x="42" y="23"/>
                      <a:pt x="43" y="24"/>
                    </a:cubicBezTo>
                    <a:cubicBezTo>
                      <a:pt x="45" y="25"/>
                      <a:pt x="45" y="25"/>
                      <a:pt x="45" y="25"/>
                    </a:cubicBezTo>
                    <a:cubicBezTo>
                      <a:pt x="48" y="22"/>
                      <a:pt x="48" y="22"/>
                      <a:pt x="48" y="22"/>
                    </a:cubicBezTo>
                    <a:cubicBezTo>
                      <a:pt x="51" y="7"/>
                      <a:pt x="51" y="7"/>
                      <a:pt x="51" y="7"/>
                    </a:cubicBezTo>
                    <a:close/>
                    <a:moveTo>
                      <a:pt x="49" y="23"/>
                    </a:moveTo>
                    <a:cubicBezTo>
                      <a:pt x="63" y="23"/>
                      <a:pt x="63" y="23"/>
                      <a:pt x="63" y="23"/>
                    </a:cubicBezTo>
                    <a:cubicBezTo>
                      <a:pt x="64" y="23"/>
                      <a:pt x="65" y="23"/>
                      <a:pt x="65" y="23"/>
                    </a:cubicBezTo>
                    <a:cubicBezTo>
                      <a:pt x="66" y="24"/>
                      <a:pt x="66" y="24"/>
                      <a:pt x="67" y="25"/>
                    </a:cubicBezTo>
                    <a:cubicBezTo>
                      <a:pt x="68" y="26"/>
                      <a:pt x="68" y="26"/>
                      <a:pt x="68" y="26"/>
                    </a:cubicBezTo>
                    <a:cubicBezTo>
                      <a:pt x="64" y="30"/>
                      <a:pt x="64" y="30"/>
                      <a:pt x="64" y="30"/>
                    </a:cubicBezTo>
                    <a:cubicBezTo>
                      <a:pt x="51" y="30"/>
                      <a:pt x="51" y="30"/>
                      <a:pt x="51" y="30"/>
                    </a:cubicBezTo>
                    <a:cubicBezTo>
                      <a:pt x="50" y="30"/>
                      <a:pt x="49" y="30"/>
                      <a:pt x="48" y="29"/>
                    </a:cubicBezTo>
                    <a:cubicBezTo>
                      <a:pt x="48" y="29"/>
                      <a:pt x="47" y="29"/>
                      <a:pt x="47" y="28"/>
                    </a:cubicBezTo>
                    <a:cubicBezTo>
                      <a:pt x="45" y="26"/>
                      <a:pt x="45" y="26"/>
                      <a:pt x="45" y="26"/>
                    </a:cubicBezTo>
                    <a:cubicBezTo>
                      <a:pt x="49" y="23"/>
                      <a:pt x="49" y="23"/>
                      <a:pt x="49" y="23"/>
                    </a:cubicBezTo>
                    <a:close/>
                    <a:moveTo>
                      <a:pt x="62" y="46"/>
                    </a:moveTo>
                    <a:cubicBezTo>
                      <a:pt x="65" y="50"/>
                      <a:pt x="65" y="50"/>
                      <a:pt x="65" y="50"/>
                    </a:cubicBezTo>
                    <a:cubicBezTo>
                      <a:pt x="67" y="48"/>
                      <a:pt x="67" y="48"/>
                      <a:pt x="67" y="48"/>
                    </a:cubicBezTo>
                    <a:cubicBezTo>
                      <a:pt x="68" y="47"/>
                      <a:pt x="69" y="46"/>
                      <a:pt x="69" y="44"/>
                    </a:cubicBezTo>
                    <a:cubicBezTo>
                      <a:pt x="71" y="33"/>
                      <a:pt x="71" y="33"/>
                      <a:pt x="71" y="33"/>
                    </a:cubicBezTo>
                    <a:cubicBezTo>
                      <a:pt x="71" y="32"/>
                      <a:pt x="71" y="32"/>
                      <a:pt x="71" y="31"/>
                    </a:cubicBezTo>
                    <a:cubicBezTo>
                      <a:pt x="71" y="30"/>
                      <a:pt x="71" y="30"/>
                      <a:pt x="70" y="29"/>
                    </a:cubicBezTo>
                    <a:cubicBezTo>
                      <a:pt x="69" y="27"/>
                      <a:pt x="69" y="27"/>
                      <a:pt x="69" y="27"/>
                    </a:cubicBezTo>
                    <a:cubicBezTo>
                      <a:pt x="65" y="30"/>
                      <a:pt x="65" y="30"/>
                      <a:pt x="65" y="30"/>
                    </a:cubicBezTo>
                    <a:cubicBezTo>
                      <a:pt x="62" y="46"/>
                      <a:pt x="62" y="46"/>
                      <a:pt x="62" y="46"/>
                    </a:cubicBezTo>
                    <a:close/>
                    <a:moveTo>
                      <a:pt x="44" y="47"/>
                    </a:moveTo>
                    <a:cubicBezTo>
                      <a:pt x="61" y="47"/>
                      <a:pt x="61" y="47"/>
                      <a:pt x="61" y="47"/>
                    </a:cubicBezTo>
                    <a:cubicBezTo>
                      <a:pt x="64" y="50"/>
                      <a:pt x="64" y="50"/>
                      <a:pt x="64" y="50"/>
                    </a:cubicBezTo>
                    <a:cubicBezTo>
                      <a:pt x="62" y="52"/>
                      <a:pt x="62" y="52"/>
                      <a:pt x="62" y="52"/>
                    </a:cubicBezTo>
                    <a:cubicBezTo>
                      <a:pt x="61" y="53"/>
                      <a:pt x="60" y="53"/>
                      <a:pt x="58" y="53"/>
                    </a:cubicBezTo>
                    <a:cubicBezTo>
                      <a:pt x="43" y="53"/>
                      <a:pt x="43" y="53"/>
                      <a:pt x="43" y="53"/>
                    </a:cubicBezTo>
                    <a:cubicBezTo>
                      <a:pt x="40" y="50"/>
                      <a:pt x="40" y="50"/>
                      <a:pt x="40" y="50"/>
                    </a:cubicBezTo>
                    <a:cubicBezTo>
                      <a:pt x="44" y="47"/>
                      <a:pt x="44" y="47"/>
                      <a:pt x="44" y="47"/>
                    </a:cubicBezTo>
                    <a:close/>
                    <a:moveTo>
                      <a:pt x="97" y="6"/>
                    </a:moveTo>
                    <a:cubicBezTo>
                      <a:pt x="80" y="6"/>
                      <a:pt x="80" y="6"/>
                      <a:pt x="80" y="6"/>
                    </a:cubicBezTo>
                    <a:cubicBezTo>
                      <a:pt x="77" y="3"/>
                      <a:pt x="77" y="3"/>
                      <a:pt x="77" y="3"/>
                    </a:cubicBezTo>
                    <a:cubicBezTo>
                      <a:pt x="81" y="0"/>
                      <a:pt x="81" y="0"/>
                      <a:pt x="81" y="0"/>
                    </a:cubicBezTo>
                    <a:cubicBezTo>
                      <a:pt x="104" y="0"/>
                      <a:pt x="104" y="0"/>
                      <a:pt x="104" y="0"/>
                    </a:cubicBezTo>
                    <a:cubicBezTo>
                      <a:pt x="97" y="6"/>
                      <a:pt x="97" y="6"/>
                      <a:pt x="97" y="6"/>
                    </a:cubicBezTo>
                    <a:close/>
                    <a:moveTo>
                      <a:pt x="95" y="23"/>
                    </a:moveTo>
                    <a:cubicBezTo>
                      <a:pt x="98" y="27"/>
                      <a:pt x="98" y="27"/>
                      <a:pt x="98" y="27"/>
                    </a:cubicBezTo>
                    <a:cubicBezTo>
                      <a:pt x="101" y="23"/>
                      <a:pt x="101" y="23"/>
                      <a:pt x="101" y="23"/>
                    </a:cubicBezTo>
                    <a:cubicBezTo>
                      <a:pt x="105" y="1"/>
                      <a:pt x="105" y="1"/>
                      <a:pt x="105" y="1"/>
                    </a:cubicBezTo>
                    <a:cubicBezTo>
                      <a:pt x="98" y="7"/>
                      <a:pt x="98" y="7"/>
                      <a:pt x="98" y="7"/>
                    </a:cubicBezTo>
                    <a:cubicBezTo>
                      <a:pt x="95" y="23"/>
                      <a:pt x="95" y="23"/>
                      <a:pt x="95" y="23"/>
                    </a:cubicBezTo>
                    <a:close/>
                    <a:moveTo>
                      <a:pt x="90" y="50"/>
                    </a:moveTo>
                    <a:cubicBezTo>
                      <a:pt x="94" y="30"/>
                      <a:pt x="94" y="30"/>
                      <a:pt x="94" y="30"/>
                    </a:cubicBezTo>
                    <a:cubicBezTo>
                      <a:pt x="98" y="27"/>
                      <a:pt x="98" y="27"/>
                      <a:pt x="98" y="27"/>
                    </a:cubicBezTo>
                    <a:cubicBezTo>
                      <a:pt x="100" y="30"/>
                      <a:pt x="100" y="30"/>
                      <a:pt x="100" y="30"/>
                    </a:cubicBezTo>
                    <a:cubicBezTo>
                      <a:pt x="97" y="50"/>
                      <a:pt x="97" y="50"/>
                      <a:pt x="97" y="50"/>
                    </a:cubicBezTo>
                    <a:cubicBezTo>
                      <a:pt x="93" y="54"/>
                      <a:pt x="93" y="54"/>
                      <a:pt x="93" y="54"/>
                    </a:cubicBezTo>
                    <a:cubicBezTo>
                      <a:pt x="90" y="50"/>
                      <a:pt x="90" y="50"/>
                      <a:pt x="90" y="50"/>
                    </a:cubicBezTo>
                    <a:close/>
                    <a:moveTo>
                      <a:pt x="137" y="6"/>
                    </a:moveTo>
                    <a:cubicBezTo>
                      <a:pt x="120" y="6"/>
                      <a:pt x="120" y="6"/>
                      <a:pt x="120" y="6"/>
                    </a:cubicBezTo>
                    <a:cubicBezTo>
                      <a:pt x="118" y="3"/>
                      <a:pt x="118" y="3"/>
                      <a:pt x="118" y="3"/>
                    </a:cubicBezTo>
                    <a:cubicBezTo>
                      <a:pt x="119" y="1"/>
                      <a:pt x="119" y="1"/>
                      <a:pt x="119" y="1"/>
                    </a:cubicBezTo>
                    <a:cubicBezTo>
                      <a:pt x="120" y="0"/>
                      <a:pt x="121" y="0"/>
                      <a:pt x="122" y="0"/>
                    </a:cubicBezTo>
                    <a:cubicBezTo>
                      <a:pt x="137" y="0"/>
                      <a:pt x="137" y="0"/>
                      <a:pt x="137" y="0"/>
                    </a:cubicBezTo>
                    <a:cubicBezTo>
                      <a:pt x="138" y="0"/>
                      <a:pt x="139" y="0"/>
                      <a:pt x="140" y="1"/>
                    </a:cubicBezTo>
                    <a:cubicBezTo>
                      <a:pt x="141" y="3"/>
                      <a:pt x="141" y="3"/>
                      <a:pt x="141" y="3"/>
                    </a:cubicBezTo>
                    <a:cubicBezTo>
                      <a:pt x="137" y="6"/>
                      <a:pt x="137" y="6"/>
                      <a:pt x="137" y="6"/>
                    </a:cubicBezTo>
                    <a:close/>
                    <a:moveTo>
                      <a:pt x="119" y="7"/>
                    </a:moveTo>
                    <a:cubicBezTo>
                      <a:pt x="116" y="4"/>
                      <a:pt x="116" y="4"/>
                      <a:pt x="116" y="4"/>
                    </a:cubicBezTo>
                    <a:cubicBezTo>
                      <a:pt x="114" y="6"/>
                      <a:pt x="114" y="6"/>
                      <a:pt x="114" y="6"/>
                    </a:cubicBezTo>
                    <a:cubicBezTo>
                      <a:pt x="113" y="7"/>
                      <a:pt x="113" y="8"/>
                      <a:pt x="112" y="9"/>
                    </a:cubicBezTo>
                    <a:cubicBezTo>
                      <a:pt x="110" y="20"/>
                      <a:pt x="110" y="20"/>
                      <a:pt x="110" y="20"/>
                    </a:cubicBezTo>
                    <a:cubicBezTo>
                      <a:pt x="110" y="21"/>
                      <a:pt x="110" y="21"/>
                      <a:pt x="110" y="21"/>
                    </a:cubicBezTo>
                    <a:cubicBezTo>
                      <a:pt x="110" y="22"/>
                      <a:pt x="111" y="23"/>
                      <a:pt x="111" y="24"/>
                    </a:cubicBezTo>
                    <a:cubicBezTo>
                      <a:pt x="113" y="25"/>
                      <a:pt x="113" y="25"/>
                      <a:pt x="113" y="25"/>
                    </a:cubicBezTo>
                    <a:cubicBezTo>
                      <a:pt x="116" y="22"/>
                      <a:pt x="116" y="22"/>
                      <a:pt x="116" y="22"/>
                    </a:cubicBezTo>
                    <a:cubicBezTo>
                      <a:pt x="119" y="7"/>
                      <a:pt x="119" y="7"/>
                      <a:pt x="119" y="7"/>
                    </a:cubicBezTo>
                    <a:close/>
                    <a:moveTo>
                      <a:pt x="135" y="23"/>
                    </a:moveTo>
                    <a:cubicBezTo>
                      <a:pt x="137" y="26"/>
                      <a:pt x="137" y="26"/>
                      <a:pt x="137" y="26"/>
                    </a:cubicBezTo>
                    <a:cubicBezTo>
                      <a:pt x="140" y="24"/>
                      <a:pt x="140" y="24"/>
                      <a:pt x="140" y="24"/>
                    </a:cubicBezTo>
                    <a:cubicBezTo>
                      <a:pt x="141" y="23"/>
                      <a:pt x="141" y="22"/>
                      <a:pt x="142" y="20"/>
                    </a:cubicBezTo>
                    <a:cubicBezTo>
                      <a:pt x="144" y="8"/>
                      <a:pt x="144" y="8"/>
                      <a:pt x="144" y="8"/>
                    </a:cubicBezTo>
                    <a:cubicBezTo>
                      <a:pt x="144" y="8"/>
                      <a:pt x="144" y="7"/>
                      <a:pt x="144" y="7"/>
                    </a:cubicBezTo>
                    <a:cubicBezTo>
                      <a:pt x="144" y="6"/>
                      <a:pt x="143" y="6"/>
                      <a:pt x="143" y="5"/>
                    </a:cubicBezTo>
                    <a:cubicBezTo>
                      <a:pt x="142" y="4"/>
                      <a:pt x="142" y="4"/>
                      <a:pt x="142" y="4"/>
                    </a:cubicBezTo>
                    <a:cubicBezTo>
                      <a:pt x="137" y="7"/>
                      <a:pt x="137" y="7"/>
                      <a:pt x="137" y="7"/>
                    </a:cubicBezTo>
                    <a:cubicBezTo>
                      <a:pt x="135" y="23"/>
                      <a:pt x="135" y="23"/>
                      <a:pt x="135" y="23"/>
                    </a:cubicBezTo>
                    <a:close/>
                    <a:moveTo>
                      <a:pt x="118" y="23"/>
                    </a:moveTo>
                    <a:cubicBezTo>
                      <a:pt x="134" y="23"/>
                      <a:pt x="134" y="23"/>
                      <a:pt x="134" y="23"/>
                    </a:cubicBezTo>
                    <a:cubicBezTo>
                      <a:pt x="136" y="26"/>
                      <a:pt x="136" y="26"/>
                      <a:pt x="136" y="26"/>
                    </a:cubicBezTo>
                    <a:cubicBezTo>
                      <a:pt x="132" y="30"/>
                      <a:pt x="132" y="30"/>
                      <a:pt x="132" y="30"/>
                    </a:cubicBezTo>
                    <a:cubicBezTo>
                      <a:pt x="116" y="30"/>
                      <a:pt x="116" y="30"/>
                      <a:pt x="116" y="30"/>
                    </a:cubicBezTo>
                    <a:cubicBezTo>
                      <a:pt x="114" y="26"/>
                      <a:pt x="114" y="26"/>
                      <a:pt x="114" y="26"/>
                    </a:cubicBezTo>
                    <a:cubicBezTo>
                      <a:pt x="118" y="23"/>
                      <a:pt x="118" y="23"/>
                      <a:pt x="118" y="23"/>
                    </a:cubicBezTo>
                    <a:close/>
                    <a:moveTo>
                      <a:pt x="115" y="30"/>
                    </a:moveTo>
                    <a:cubicBezTo>
                      <a:pt x="113" y="27"/>
                      <a:pt x="113" y="27"/>
                      <a:pt x="113" y="27"/>
                    </a:cubicBezTo>
                    <a:cubicBezTo>
                      <a:pt x="110" y="30"/>
                      <a:pt x="110" y="30"/>
                      <a:pt x="110" y="30"/>
                    </a:cubicBezTo>
                    <a:cubicBezTo>
                      <a:pt x="109" y="31"/>
                      <a:pt x="108" y="31"/>
                      <a:pt x="108" y="33"/>
                    </a:cubicBezTo>
                    <a:cubicBezTo>
                      <a:pt x="106" y="45"/>
                      <a:pt x="106" y="45"/>
                      <a:pt x="106" y="45"/>
                    </a:cubicBezTo>
                    <a:cubicBezTo>
                      <a:pt x="106" y="45"/>
                      <a:pt x="106" y="46"/>
                      <a:pt x="106" y="46"/>
                    </a:cubicBezTo>
                    <a:cubicBezTo>
                      <a:pt x="106" y="47"/>
                      <a:pt x="106" y="47"/>
                      <a:pt x="107" y="48"/>
                    </a:cubicBezTo>
                    <a:cubicBezTo>
                      <a:pt x="108" y="50"/>
                      <a:pt x="108" y="50"/>
                      <a:pt x="108" y="50"/>
                    </a:cubicBezTo>
                    <a:cubicBezTo>
                      <a:pt x="112" y="46"/>
                      <a:pt x="112" y="46"/>
                      <a:pt x="112" y="46"/>
                    </a:cubicBezTo>
                    <a:cubicBezTo>
                      <a:pt x="115" y="30"/>
                      <a:pt x="115" y="30"/>
                      <a:pt x="115" y="30"/>
                    </a:cubicBezTo>
                    <a:close/>
                    <a:moveTo>
                      <a:pt x="130" y="46"/>
                    </a:moveTo>
                    <a:cubicBezTo>
                      <a:pt x="133" y="50"/>
                      <a:pt x="133" y="50"/>
                      <a:pt x="133" y="50"/>
                    </a:cubicBezTo>
                    <a:cubicBezTo>
                      <a:pt x="135" y="48"/>
                      <a:pt x="135" y="48"/>
                      <a:pt x="135" y="48"/>
                    </a:cubicBezTo>
                    <a:cubicBezTo>
                      <a:pt x="136" y="47"/>
                      <a:pt x="137" y="47"/>
                      <a:pt x="137" y="47"/>
                    </a:cubicBezTo>
                    <a:cubicBezTo>
                      <a:pt x="137" y="46"/>
                      <a:pt x="137" y="46"/>
                      <a:pt x="137" y="45"/>
                    </a:cubicBezTo>
                    <a:cubicBezTo>
                      <a:pt x="139" y="33"/>
                      <a:pt x="139" y="33"/>
                      <a:pt x="139" y="33"/>
                    </a:cubicBezTo>
                    <a:cubicBezTo>
                      <a:pt x="139" y="32"/>
                      <a:pt x="139" y="32"/>
                      <a:pt x="139" y="31"/>
                    </a:cubicBezTo>
                    <a:cubicBezTo>
                      <a:pt x="139" y="31"/>
                      <a:pt x="139" y="30"/>
                      <a:pt x="139" y="29"/>
                    </a:cubicBezTo>
                    <a:cubicBezTo>
                      <a:pt x="137" y="28"/>
                      <a:pt x="137" y="28"/>
                      <a:pt x="137" y="28"/>
                    </a:cubicBezTo>
                    <a:cubicBezTo>
                      <a:pt x="133" y="31"/>
                      <a:pt x="133" y="31"/>
                      <a:pt x="133" y="31"/>
                    </a:cubicBezTo>
                    <a:cubicBezTo>
                      <a:pt x="130" y="46"/>
                      <a:pt x="130" y="46"/>
                      <a:pt x="130" y="46"/>
                    </a:cubicBezTo>
                    <a:close/>
                    <a:moveTo>
                      <a:pt x="113" y="47"/>
                    </a:moveTo>
                    <a:cubicBezTo>
                      <a:pt x="129" y="47"/>
                      <a:pt x="129" y="47"/>
                      <a:pt x="129" y="47"/>
                    </a:cubicBezTo>
                    <a:cubicBezTo>
                      <a:pt x="132" y="51"/>
                      <a:pt x="132" y="51"/>
                      <a:pt x="132" y="51"/>
                    </a:cubicBezTo>
                    <a:cubicBezTo>
                      <a:pt x="131" y="52"/>
                      <a:pt x="131" y="52"/>
                      <a:pt x="131" y="52"/>
                    </a:cubicBezTo>
                    <a:cubicBezTo>
                      <a:pt x="130" y="53"/>
                      <a:pt x="129" y="53"/>
                      <a:pt x="129" y="53"/>
                    </a:cubicBezTo>
                    <a:cubicBezTo>
                      <a:pt x="129" y="53"/>
                      <a:pt x="128" y="53"/>
                      <a:pt x="127" y="53"/>
                    </a:cubicBezTo>
                    <a:cubicBezTo>
                      <a:pt x="113" y="53"/>
                      <a:pt x="113" y="53"/>
                      <a:pt x="113" y="53"/>
                    </a:cubicBezTo>
                    <a:cubicBezTo>
                      <a:pt x="112" y="53"/>
                      <a:pt x="111" y="53"/>
                      <a:pt x="110" y="52"/>
                    </a:cubicBezTo>
                    <a:cubicBezTo>
                      <a:pt x="109" y="51"/>
                      <a:pt x="109" y="51"/>
                      <a:pt x="109" y="51"/>
                    </a:cubicBezTo>
                    <a:cubicBezTo>
                      <a:pt x="113" y="47"/>
                      <a:pt x="113" y="47"/>
                      <a:pt x="113" y="47"/>
                    </a:cubicBezTo>
                    <a:close/>
                    <a:moveTo>
                      <a:pt x="171" y="6"/>
                    </a:moveTo>
                    <a:cubicBezTo>
                      <a:pt x="154" y="6"/>
                      <a:pt x="154" y="6"/>
                      <a:pt x="154" y="6"/>
                    </a:cubicBezTo>
                    <a:cubicBezTo>
                      <a:pt x="151" y="3"/>
                      <a:pt x="151" y="3"/>
                      <a:pt x="151" y="3"/>
                    </a:cubicBezTo>
                    <a:cubicBezTo>
                      <a:pt x="155" y="0"/>
                      <a:pt x="155" y="0"/>
                      <a:pt x="155" y="0"/>
                    </a:cubicBezTo>
                    <a:cubicBezTo>
                      <a:pt x="171" y="0"/>
                      <a:pt x="171" y="0"/>
                      <a:pt x="171" y="0"/>
                    </a:cubicBezTo>
                    <a:cubicBezTo>
                      <a:pt x="172" y="0"/>
                      <a:pt x="173" y="0"/>
                      <a:pt x="173" y="0"/>
                    </a:cubicBezTo>
                    <a:cubicBezTo>
                      <a:pt x="173" y="0"/>
                      <a:pt x="174" y="0"/>
                      <a:pt x="174" y="1"/>
                    </a:cubicBezTo>
                    <a:cubicBezTo>
                      <a:pt x="175" y="2"/>
                      <a:pt x="175" y="2"/>
                      <a:pt x="175" y="2"/>
                    </a:cubicBezTo>
                    <a:cubicBezTo>
                      <a:pt x="171" y="6"/>
                      <a:pt x="171" y="6"/>
                      <a:pt x="171" y="6"/>
                    </a:cubicBezTo>
                    <a:close/>
                    <a:moveTo>
                      <a:pt x="169" y="22"/>
                    </a:moveTo>
                    <a:cubicBezTo>
                      <a:pt x="172" y="25"/>
                      <a:pt x="172" y="25"/>
                      <a:pt x="172" y="25"/>
                    </a:cubicBezTo>
                    <a:cubicBezTo>
                      <a:pt x="174" y="23"/>
                      <a:pt x="174" y="23"/>
                      <a:pt x="174" y="23"/>
                    </a:cubicBezTo>
                    <a:cubicBezTo>
                      <a:pt x="175" y="22"/>
                      <a:pt x="176" y="21"/>
                      <a:pt x="176" y="20"/>
                    </a:cubicBezTo>
                    <a:cubicBezTo>
                      <a:pt x="178" y="9"/>
                      <a:pt x="178" y="9"/>
                      <a:pt x="178" y="9"/>
                    </a:cubicBezTo>
                    <a:cubicBezTo>
                      <a:pt x="178" y="8"/>
                      <a:pt x="178" y="7"/>
                      <a:pt x="178" y="7"/>
                    </a:cubicBezTo>
                    <a:cubicBezTo>
                      <a:pt x="178" y="6"/>
                      <a:pt x="178" y="5"/>
                      <a:pt x="177" y="5"/>
                    </a:cubicBezTo>
                    <a:cubicBezTo>
                      <a:pt x="176" y="3"/>
                      <a:pt x="176" y="3"/>
                      <a:pt x="176" y="3"/>
                    </a:cubicBezTo>
                    <a:cubicBezTo>
                      <a:pt x="172" y="7"/>
                      <a:pt x="172" y="7"/>
                      <a:pt x="172" y="7"/>
                    </a:cubicBezTo>
                    <a:cubicBezTo>
                      <a:pt x="169" y="22"/>
                      <a:pt x="169" y="22"/>
                      <a:pt x="169" y="22"/>
                    </a:cubicBezTo>
                    <a:close/>
                    <a:moveTo>
                      <a:pt x="151" y="23"/>
                    </a:moveTo>
                    <a:cubicBezTo>
                      <a:pt x="168" y="23"/>
                      <a:pt x="168" y="23"/>
                      <a:pt x="168" y="23"/>
                    </a:cubicBezTo>
                    <a:cubicBezTo>
                      <a:pt x="171" y="26"/>
                      <a:pt x="171" y="26"/>
                      <a:pt x="171" y="26"/>
                    </a:cubicBezTo>
                    <a:cubicBezTo>
                      <a:pt x="167" y="30"/>
                      <a:pt x="167" y="30"/>
                      <a:pt x="167" y="30"/>
                    </a:cubicBezTo>
                    <a:cubicBezTo>
                      <a:pt x="150" y="30"/>
                      <a:pt x="150" y="30"/>
                      <a:pt x="150" y="30"/>
                    </a:cubicBezTo>
                    <a:cubicBezTo>
                      <a:pt x="147" y="26"/>
                      <a:pt x="147" y="26"/>
                      <a:pt x="147" y="26"/>
                    </a:cubicBezTo>
                    <a:cubicBezTo>
                      <a:pt x="151" y="23"/>
                      <a:pt x="151" y="23"/>
                      <a:pt x="151" y="23"/>
                    </a:cubicBezTo>
                    <a:close/>
                    <a:moveTo>
                      <a:pt x="165" y="46"/>
                    </a:moveTo>
                    <a:cubicBezTo>
                      <a:pt x="168" y="50"/>
                      <a:pt x="168" y="50"/>
                      <a:pt x="168" y="50"/>
                    </a:cubicBezTo>
                    <a:cubicBezTo>
                      <a:pt x="170" y="48"/>
                      <a:pt x="170" y="48"/>
                      <a:pt x="170" y="48"/>
                    </a:cubicBezTo>
                    <a:cubicBezTo>
                      <a:pt x="170" y="47"/>
                      <a:pt x="171" y="47"/>
                      <a:pt x="171" y="47"/>
                    </a:cubicBezTo>
                    <a:cubicBezTo>
                      <a:pt x="171" y="46"/>
                      <a:pt x="171" y="46"/>
                      <a:pt x="171" y="45"/>
                    </a:cubicBezTo>
                    <a:cubicBezTo>
                      <a:pt x="174" y="32"/>
                      <a:pt x="174" y="32"/>
                      <a:pt x="174" y="32"/>
                    </a:cubicBezTo>
                    <a:cubicBezTo>
                      <a:pt x="174" y="32"/>
                      <a:pt x="174" y="31"/>
                      <a:pt x="174" y="31"/>
                    </a:cubicBezTo>
                    <a:cubicBezTo>
                      <a:pt x="174" y="30"/>
                      <a:pt x="173" y="29"/>
                      <a:pt x="173" y="29"/>
                    </a:cubicBezTo>
                    <a:cubicBezTo>
                      <a:pt x="171" y="27"/>
                      <a:pt x="171" y="27"/>
                      <a:pt x="171" y="27"/>
                    </a:cubicBezTo>
                    <a:cubicBezTo>
                      <a:pt x="168" y="31"/>
                      <a:pt x="168" y="31"/>
                      <a:pt x="168" y="31"/>
                    </a:cubicBezTo>
                    <a:cubicBezTo>
                      <a:pt x="165" y="46"/>
                      <a:pt x="165" y="46"/>
                      <a:pt x="165" y="46"/>
                    </a:cubicBezTo>
                    <a:close/>
                    <a:moveTo>
                      <a:pt x="147" y="47"/>
                    </a:moveTo>
                    <a:cubicBezTo>
                      <a:pt x="164" y="47"/>
                      <a:pt x="164" y="47"/>
                      <a:pt x="164" y="47"/>
                    </a:cubicBezTo>
                    <a:cubicBezTo>
                      <a:pt x="167" y="50"/>
                      <a:pt x="167" y="50"/>
                      <a:pt x="167" y="50"/>
                    </a:cubicBezTo>
                    <a:cubicBezTo>
                      <a:pt x="165" y="52"/>
                      <a:pt x="165" y="52"/>
                      <a:pt x="165" y="52"/>
                    </a:cubicBezTo>
                    <a:cubicBezTo>
                      <a:pt x="164" y="53"/>
                      <a:pt x="163" y="53"/>
                      <a:pt x="161" y="53"/>
                    </a:cubicBezTo>
                    <a:cubicBezTo>
                      <a:pt x="145" y="53"/>
                      <a:pt x="145" y="53"/>
                      <a:pt x="145" y="53"/>
                    </a:cubicBezTo>
                    <a:cubicBezTo>
                      <a:pt x="143" y="50"/>
                      <a:pt x="143" y="50"/>
                      <a:pt x="143" y="50"/>
                    </a:cubicBezTo>
                    <a:lnTo>
                      <a:pt x="14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sp>
            <p:nvSpPr>
              <p:cNvPr id="85" name="Freeform 41"/>
              <p:cNvSpPr>
                <a:spLocks/>
              </p:cNvSpPr>
              <p:nvPr/>
            </p:nvSpPr>
            <p:spPr bwMode="auto">
              <a:xfrm rot="1867980">
                <a:off x="4230131" y="1700390"/>
                <a:ext cx="486954" cy="699586"/>
              </a:xfrm>
              <a:custGeom>
                <a:avLst/>
                <a:gdLst>
                  <a:gd name="T0" fmla="*/ 0 w 275"/>
                  <a:gd name="T1" fmla="*/ 8 h 395"/>
                  <a:gd name="T2" fmla="*/ 10 w 275"/>
                  <a:gd name="T3" fmla="*/ 0 h 395"/>
                  <a:gd name="T4" fmla="*/ 275 w 275"/>
                  <a:gd name="T5" fmla="*/ 378 h 395"/>
                  <a:gd name="T6" fmla="*/ 249 w 275"/>
                  <a:gd name="T7" fmla="*/ 395 h 395"/>
                  <a:gd name="T8" fmla="*/ 0 w 275"/>
                  <a:gd name="T9" fmla="*/ 8 h 395"/>
                </a:gdLst>
                <a:ahLst/>
                <a:cxnLst>
                  <a:cxn ang="0">
                    <a:pos x="T0" y="T1"/>
                  </a:cxn>
                  <a:cxn ang="0">
                    <a:pos x="T2" y="T3"/>
                  </a:cxn>
                  <a:cxn ang="0">
                    <a:pos x="T4" y="T5"/>
                  </a:cxn>
                  <a:cxn ang="0">
                    <a:pos x="T6" y="T7"/>
                  </a:cxn>
                  <a:cxn ang="0">
                    <a:pos x="T8" y="T9"/>
                  </a:cxn>
                </a:cxnLst>
                <a:rect l="0" t="0" r="r" b="b"/>
                <a:pathLst>
                  <a:path w="275" h="395">
                    <a:moveTo>
                      <a:pt x="0" y="8"/>
                    </a:moveTo>
                    <a:cubicBezTo>
                      <a:pt x="10" y="0"/>
                      <a:pt x="10" y="0"/>
                      <a:pt x="10" y="0"/>
                    </a:cubicBezTo>
                    <a:cubicBezTo>
                      <a:pt x="275" y="378"/>
                      <a:pt x="275" y="378"/>
                      <a:pt x="275" y="378"/>
                    </a:cubicBezTo>
                    <a:cubicBezTo>
                      <a:pt x="265" y="382"/>
                      <a:pt x="257" y="387"/>
                      <a:pt x="249" y="395"/>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71358" tIns="85678" rIns="171358" bIns="85678"/>
              <a:lstStyle/>
              <a:p>
                <a:pPr defTabSz="963813">
                  <a:defRPr/>
                </a:pPr>
                <a:endParaRPr lang="en-US"/>
              </a:p>
            </p:txBody>
          </p:sp>
        </p:grpSp>
        <p:sp>
          <p:nvSpPr>
            <p:cNvPr id="78" name="Text Box 7"/>
            <p:cNvSpPr txBox="1">
              <a:spLocks noChangeArrowheads="1"/>
            </p:cNvSpPr>
            <p:nvPr/>
          </p:nvSpPr>
          <p:spPr bwMode="auto">
            <a:xfrm>
              <a:off x="10162064" y="3321333"/>
              <a:ext cx="360711" cy="246277"/>
            </a:xfrm>
            <a:prstGeom prst="rect">
              <a:avLst/>
            </a:prstGeom>
            <a:noFill/>
            <a:ln w="9525">
              <a:noFill/>
              <a:miter lim="800000"/>
              <a:headEnd/>
              <a:tailEnd/>
            </a:ln>
          </p:spPr>
          <p:txBody>
            <a:bodyPr wrap="none" lIns="85678" tIns="42840" rIns="85678" bIns="42840">
              <a:spAutoFit/>
            </a:bodyPr>
            <a:lstStyle/>
            <a:p>
              <a:pPr algn="ctr" defTabSz="1529383">
                <a:defRPr/>
              </a:pPr>
              <a:r>
                <a:rPr lang="en-CA" sz="1125" b="1" spc="-159" dirty="0">
                  <a:solidFill>
                    <a:schemeClr val="bg1"/>
                  </a:solidFill>
                  <a:latin typeface="Open Sans" panose="020B0606030504020204" pitchFamily="34" charset="0"/>
                  <a:ea typeface="Open Sans" panose="020B0606030504020204" pitchFamily="34" charset="0"/>
                  <a:cs typeface="Open Sans" panose="020B0606030504020204" pitchFamily="34" charset="0"/>
                </a:rPr>
                <a:t>50 </a:t>
              </a:r>
              <a:r>
                <a:rPr lang="en-CA" sz="1125" b="1" spc="-159" dirty="0" err="1">
                  <a:solidFill>
                    <a:schemeClr val="bg1"/>
                  </a:solidFill>
                  <a:latin typeface="Open Sans" panose="020B0606030504020204" pitchFamily="34" charset="0"/>
                  <a:ea typeface="Open Sans" panose="020B0606030504020204" pitchFamily="34" charset="0"/>
                  <a:cs typeface="Open Sans" panose="020B0606030504020204" pitchFamily="34" charset="0"/>
                </a:rPr>
                <a:t>ph</a:t>
              </a:r>
              <a:endParaRPr lang="en-CA" sz="1125" b="1" spc="-159"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2" name="Group 87"/>
          <p:cNvGrpSpPr>
            <a:grpSpLocks/>
          </p:cNvGrpSpPr>
          <p:nvPr/>
        </p:nvGrpSpPr>
        <p:grpSpPr bwMode="auto">
          <a:xfrm>
            <a:off x="5227654" y="4975558"/>
            <a:ext cx="2421856" cy="911340"/>
            <a:chOff x="5268628" y="2933595"/>
            <a:chExt cx="2298032" cy="865592"/>
          </a:xfrm>
        </p:grpSpPr>
        <p:sp>
          <p:nvSpPr>
            <p:cNvPr id="89" name="TextBox 88"/>
            <p:cNvSpPr txBox="1"/>
            <p:nvPr/>
          </p:nvSpPr>
          <p:spPr>
            <a:xfrm>
              <a:off x="5595571" y="2933595"/>
              <a:ext cx="1653680" cy="334288"/>
            </a:xfrm>
            <a:prstGeom prst="rect">
              <a:avLst/>
            </a:prstGeom>
            <a:noFill/>
          </p:spPr>
          <p:txBody>
            <a:bodyPr wrap="none">
              <a:spAutoFit/>
            </a:bodyPr>
            <a:lstStyle/>
            <a:p>
              <a:pPr algn="ctr" defTabSz="963813">
                <a:defRPr/>
              </a:pPr>
              <a:r>
                <a:rPr lang="en-US" sz="1687" dirty="0">
                  <a:solidFill>
                    <a:schemeClr val="bg1">
                      <a:lumMod val="50000"/>
                    </a:schemeClr>
                  </a:solidFill>
                  <a:latin typeface="Fira Sans SemiBold Italic" panose="00000700000000000000" pitchFamily="50" charset="0"/>
                  <a:ea typeface="Fira Sans SemiBold Italic" panose="00000700000000000000" pitchFamily="50" charset="0"/>
                  <a:cs typeface="Clear Sans" panose="020B0503030202020304" pitchFamily="34" charset="0"/>
                </a:rPr>
                <a:t>Middle Speed</a:t>
              </a:r>
            </a:p>
          </p:txBody>
        </p:sp>
        <p:sp>
          <p:nvSpPr>
            <p:cNvPr id="90" name="Rectangle 89"/>
            <p:cNvSpPr/>
            <p:nvPr/>
          </p:nvSpPr>
          <p:spPr>
            <a:xfrm>
              <a:off x="5268628" y="3218188"/>
              <a:ext cx="2298032" cy="580999"/>
            </a:xfrm>
            <a:prstGeom prst="rect">
              <a:avLst/>
            </a:prstGeom>
          </p:spPr>
          <p:txBody>
            <a:bodyPr>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912813" fontAlgn="base">
                <a:spcBef>
                  <a:spcPct val="0"/>
                </a:spcBef>
                <a:spcAft>
                  <a:spcPct val="0"/>
                </a:spcAft>
                <a:defRPr>
                  <a:solidFill>
                    <a:schemeClr val="tx1"/>
                  </a:solidFill>
                  <a:latin typeface="Calibri" pitchFamily="34" charset="0"/>
                </a:defRPr>
              </a:lvl6pPr>
              <a:lvl7pPr marL="2971800" indent="-228600" defTabSz="912813" fontAlgn="base">
                <a:spcBef>
                  <a:spcPct val="0"/>
                </a:spcBef>
                <a:spcAft>
                  <a:spcPct val="0"/>
                </a:spcAft>
                <a:defRPr>
                  <a:solidFill>
                    <a:schemeClr val="tx1"/>
                  </a:solidFill>
                  <a:latin typeface="Calibri" pitchFamily="34" charset="0"/>
                </a:defRPr>
              </a:lvl7pPr>
              <a:lvl8pPr marL="3429000" indent="-228600" defTabSz="912813" fontAlgn="base">
                <a:spcBef>
                  <a:spcPct val="0"/>
                </a:spcBef>
                <a:spcAft>
                  <a:spcPct val="0"/>
                </a:spcAft>
                <a:defRPr>
                  <a:solidFill>
                    <a:schemeClr val="tx1"/>
                  </a:solidFill>
                  <a:latin typeface="Calibri" pitchFamily="34" charset="0"/>
                </a:defRPr>
              </a:lvl8pPr>
              <a:lvl9pPr marL="3886200" indent="-228600" defTabSz="912813" fontAlgn="base">
                <a:spcBef>
                  <a:spcPct val="0"/>
                </a:spcBef>
                <a:spcAft>
                  <a:spcPct val="0"/>
                </a:spcAft>
                <a:defRPr>
                  <a:solidFill>
                    <a:schemeClr val="tx1"/>
                  </a:solidFill>
                  <a:latin typeface="Calibri" pitchFamily="34" charset="0"/>
                </a:defRPr>
              </a:lvl9pPr>
            </a:lstStyle>
            <a:p>
              <a:pPr algn="ctr" defTabSz="1529383">
                <a:defRPr/>
              </a:pP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a:p>
              <a:pPr algn="ctr" defTabSz="1529383">
                <a:defRPr/>
              </a:pPr>
              <a:r>
                <a:rPr lang="zh-CN" altLang="en-US"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rPr>
                <a:t>点击更改您的文字内容以下内容并没有什么实际意义</a:t>
              </a: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grpSp>
      <p:grpSp>
        <p:nvGrpSpPr>
          <p:cNvPr id="13" name="Group 90"/>
          <p:cNvGrpSpPr>
            <a:grpSpLocks/>
          </p:cNvGrpSpPr>
          <p:nvPr/>
        </p:nvGrpSpPr>
        <p:grpSpPr bwMode="auto">
          <a:xfrm>
            <a:off x="7530677" y="4530295"/>
            <a:ext cx="2423529" cy="911340"/>
            <a:chOff x="5268628" y="2933595"/>
            <a:chExt cx="2298032" cy="864038"/>
          </a:xfrm>
        </p:grpSpPr>
        <p:sp>
          <p:nvSpPr>
            <p:cNvPr id="92" name="TextBox 91"/>
            <p:cNvSpPr txBox="1"/>
            <p:nvPr/>
          </p:nvSpPr>
          <p:spPr>
            <a:xfrm>
              <a:off x="5842376" y="2933595"/>
              <a:ext cx="1160060" cy="333688"/>
            </a:xfrm>
            <a:prstGeom prst="rect">
              <a:avLst/>
            </a:prstGeom>
            <a:noFill/>
          </p:spPr>
          <p:txBody>
            <a:bodyPr wrap="none">
              <a:spAutoFit/>
            </a:bodyPr>
            <a:lstStyle/>
            <a:p>
              <a:pPr algn="ctr" defTabSz="963813">
                <a:defRPr/>
              </a:pPr>
              <a:r>
                <a:rPr lang="en-US" sz="1687" dirty="0">
                  <a:solidFill>
                    <a:schemeClr val="bg1">
                      <a:lumMod val="50000"/>
                    </a:schemeClr>
                  </a:solidFill>
                  <a:latin typeface="Fira Sans SemiBold Italic" panose="00000700000000000000" pitchFamily="50" charset="0"/>
                  <a:ea typeface="Fira Sans SemiBold Italic" panose="00000700000000000000" pitchFamily="50" charset="0"/>
                  <a:cs typeface="Clear Sans" panose="020B0503030202020304" pitchFamily="34" charset="0"/>
                </a:rPr>
                <a:t>Speed 03</a:t>
              </a:r>
            </a:p>
          </p:txBody>
        </p:sp>
        <p:sp>
          <p:nvSpPr>
            <p:cNvPr id="93" name="Rectangle 92"/>
            <p:cNvSpPr/>
            <p:nvPr/>
          </p:nvSpPr>
          <p:spPr>
            <a:xfrm>
              <a:off x="5268628" y="3217677"/>
              <a:ext cx="2298032" cy="579956"/>
            </a:xfrm>
            <a:prstGeom prst="rect">
              <a:avLst/>
            </a:prstGeom>
          </p:spPr>
          <p:txBody>
            <a:bodyPr>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912813" fontAlgn="base">
                <a:spcBef>
                  <a:spcPct val="0"/>
                </a:spcBef>
                <a:spcAft>
                  <a:spcPct val="0"/>
                </a:spcAft>
                <a:defRPr>
                  <a:solidFill>
                    <a:schemeClr val="tx1"/>
                  </a:solidFill>
                  <a:latin typeface="Calibri" pitchFamily="34" charset="0"/>
                </a:defRPr>
              </a:lvl6pPr>
              <a:lvl7pPr marL="2971800" indent="-228600" defTabSz="912813" fontAlgn="base">
                <a:spcBef>
                  <a:spcPct val="0"/>
                </a:spcBef>
                <a:spcAft>
                  <a:spcPct val="0"/>
                </a:spcAft>
                <a:defRPr>
                  <a:solidFill>
                    <a:schemeClr val="tx1"/>
                  </a:solidFill>
                  <a:latin typeface="Calibri" pitchFamily="34" charset="0"/>
                </a:defRPr>
              </a:lvl7pPr>
              <a:lvl8pPr marL="3429000" indent="-228600" defTabSz="912813" fontAlgn="base">
                <a:spcBef>
                  <a:spcPct val="0"/>
                </a:spcBef>
                <a:spcAft>
                  <a:spcPct val="0"/>
                </a:spcAft>
                <a:defRPr>
                  <a:solidFill>
                    <a:schemeClr val="tx1"/>
                  </a:solidFill>
                  <a:latin typeface="Calibri" pitchFamily="34" charset="0"/>
                </a:defRPr>
              </a:lvl8pPr>
              <a:lvl9pPr marL="3886200" indent="-228600" defTabSz="912813" fontAlgn="base">
                <a:spcBef>
                  <a:spcPct val="0"/>
                </a:spcBef>
                <a:spcAft>
                  <a:spcPct val="0"/>
                </a:spcAft>
                <a:defRPr>
                  <a:solidFill>
                    <a:schemeClr val="tx1"/>
                  </a:solidFill>
                  <a:latin typeface="Calibri" pitchFamily="34" charset="0"/>
                </a:defRPr>
              </a:lvl9pPr>
            </a:lstStyle>
            <a:p>
              <a:pPr algn="ctr" defTabSz="1529383">
                <a:defRPr/>
              </a:pP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a:p>
              <a:pPr algn="ctr" defTabSz="1529383">
                <a:defRPr/>
              </a:pPr>
              <a:r>
                <a:rPr lang="zh-CN" altLang="en-US"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rPr>
                <a:t>点击更改您的文字内容以下内容并没有什么实际意义</a:t>
              </a: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grpSp>
      <p:grpSp>
        <p:nvGrpSpPr>
          <p:cNvPr id="14" name="Group 93"/>
          <p:cNvGrpSpPr>
            <a:grpSpLocks/>
          </p:cNvGrpSpPr>
          <p:nvPr/>
        </p:nvGrpSpPr>
        <p:grpSpPr bwMode="auto">
          <a:xfrm>
            <a:off x="2927979" y="4530295"/>
            <a:ext cx="2423529" cy="911340"/>
            <a:chOff x="5268628" y="2933595"/>
            <a:chExt cx="2298032" cy="864038"/>
          </a:xfrm>
        </p:grpSpPr>
        <p:sp>
          <p:nvSpPr>
            <p:cNvPr id="95" name="TextBox 94"/>
            <p:cNvSpPr txBox="1"/>
            <p:nvPr/>
          </p:nvSpPr>
          <p:spPr>
            <a:xfrm>
              <a:off x="5841582" y="2933595"/>
              <a:ext cx="1160060" cy="333688"/>
            </a:xfrm>
            <a:prstGeom prst="rect">
              <a:avLst/>
            </a:prstGeom>
            <a:noFill/>
          </p:spPr>
          <p:txBody>
            <a:bodyPr wrap="none">
              <a:spAutoFit/>
            </a:bodyPr>
            <a:lstStyle/>
            <a:p>
              <a:pPr algn="ctr" defTabSz="963813">
                <a:defRPr/>
              </a:pPr>
              <a:r>
                <a:rPr lang="en-US" sz="1687" dirty="0">
                  <a:solidFill>
                    <a:schemeClr val="bg1">
                      <a:lumMod val="50000"/>
                    </a:schemeClr>
                  </a:solidFill>
                  <a:latin typeface="Fira Sans SemiBold Italic" panose="00000700000000000000" pitchFamily="50" charset="0"/>
                  <a:ea typeface="Fira Sans SemiBold Italic" panose="00000700000000000000" pitchFamily="50" charset="0"/>
                  <a:cs typeface="Clear Sans" panose="020B0503030202020304" pitchFamily="34" charset="0"/>
                </a:rPr>
                <a:t>Speed 02</a:t>
              </a:r>
            </a:p>
          </p:txBody>
        </p:sp>
        <p:sp>
          <p:nvSpPr>
            <p:cNvPr id="96" name="Rectangle 95"/>
            <p:cNvSpPr/>
            <p:nvPr/>
          </p:nvSpPr>
          <p:spPr>
            <a:xfrm>
              <a:off x="5268628" y="3217677"/>
              <a:ext cx="2298032" cy="579956"/>
            </a:xfrm>
            <a:prstGeom prst="rect">
              <a:avLst/>
            </a:prstGeom>
          </p:spPr>
          <p:txBody>
            <a:bodyPr>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912813" fontAlgn="base">
                <a:spcBef>
                  <a:spcPct val="0"/>
                </a:spcBef>
                <a:spcAft>
                  <a:spcPct val="0"/>
                </a:spcAft>
                <a:defRPr>
                  <a:solidFill>
                    <a:schemeClr val="tx1"/>
                  </a:solidFill>
                  <a:latin typeface="Calibri" pitchFamily="34" charset="0"/>
                </a:defRPr>
              </a:lvl6pPr>
              <a:lvl7pPr marL="2971800" indent="-228600" defTabSz="912813" fontAlgn="base">
                <a:spcBef>
                  <a:spcPct val="0"/>
                </a:spcBef>
                <a:spcAft>
                  <a:spcPct val="0"/>
                </a:spcAft>
                <a:defRPr>
                  <a:solidFill>
                    <a:schemeClr val="tx1"/>
                  </a:solidFill>
                  <a:latin typeface="Calibri" pitchFamily="34" charset="0"/>
                </a:defRPr>
              </a:lvl7pPr>
              <a:lvl8pPr marL="3429000" indent="-228600" defTabSz="912813" fontAlgn="base">
                <a:spcBef>
                  <a:spcPct val="0"/>
                </a:spcBef>
                <a:spcAft>
                  <a:spcPct val="0"/>
                </a:spcAft>
                <a:defRPr>
                  <a:solidFill>
                    <a:schemeClr val="tx1"/>
                  </a:solidFill>
                  <a:latin typeface="Calibri" pitchFamily="34" charset="0"/>
                </a:defRPr>
              </a:lvl8pPr>
              <a:lvl9pPr marL="3886200" indent="-228600" defTabSz="912813" fontAlgn="base">
                <a:spcBef>
                  <a:spcPct val="0"/>
                </a:spcBef>
                <a:spcAft>
                  <a:spcPct val="0"/>
                </a:spcAft>
                <a:defRPr>
                  <a:solidFill>
                    <a:schemeClr val="tx1"/>
                  </a:solidFill>
                  <a:latin typeface="Calibri" pitchFamily="34" charset="0"/>
                </a:defRPr>
              </a:lvl9pPr>
            </a:lstStyle>
            <a:p>
              <a:pPr algn="ctr" defTabSz="1529383">
                <a:defRPr/>
              </a:pP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a:p>
              <a:pPr algn="ctr" defTabSz="1529383">
                <a:defRPr/>
              </a:pPr>
              <a:r>
                <a:rPr lang="zh-CN" altLang="en-US"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rPr>
                <a:t>点击更改您的文字内容以下内容并没有什么实际意义</a:t>
              </a: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grpSp>
      <p:grpSp>
        <p:nvGrpSpPr>
          <p:cNvPr id="15" name="Group 85"/>
          <p:cNvGrpSpPr>
            <a:grpSpLocks/>
          </p:cNvGrpSpPr>
          <p:nvPr/>
        </p:nvGrpSpPr>
        <p:grpSpPr bwMode="auto">
          <a:xfrm>
            <a:off x="799023" y="4006355"/>
            <a:ext cx="2423529" cy="911339"/>
            <a:chOff x="5268628" y="2933595"/>
            <a:chExt cx="2298032" cy="864038"/>
          </a:xfrm>
        </p:grpSpPr>
        <p:sp>
          <p:nvSpPr>
            <p:cNvPr id="87" name="TextBox 86"/>
            <p:cNvSpPr txBox="1"/>
            <p:nvPr/>
          </p:nvSpPr>
          <p:spPr>
            <a:xfrm>
              <a:off x="5842375" y="2933595"/>
              <a:ext cx="1160060" cy="333689"/>
            </a:xfrm>
            <a:prstGeom prst="rect">
              <a:avLst/>
            </a:prstGeom>
            <a:noFill/>
          </p:spPr>
          <p:txBody>
            <a:bodyPr wrap="none">
              <a:spAutoFit/>
            </a:bodyPr>
            <a:lstStyle/>
            <a:p>
              <a:pPr algn="ctr" defTabSz="963813">
                <a:defRPr/>
              </a:pPr>
              <a:r>
                <a:rPr lang="en-US" sz="1687" dirty="0">
                  <a:solidFill>
                    <a:schemeClr val="bg1">
                      <a:lumMod val="50000"/>
                    </a:schemeClr>
                  </a:solidFill>
                  <a:latin typeface="Fira Sans SemiBold Italic" panose="00000700000000000000" pitchFamily="50" charset="0"/>
                  <a:ea typeface="Fira Sans SemiBold Italic" panose="00000700000000000000" pitchFamily="50" charset="0"/>
                  <a:cs typeface="Clear Sans" panose="020B0503030202020304" pitchFamily="34" charset="0"/>
                </a:rPr>
                <a:t>Speed 01</a:t>
              </a:r>
            </a:p>
          </p:txBody>
        </p:sp>
        <p:sp>
          <p:nvSpPr>
            <p:cNvPr id="97" name="Rectangle 96"/>
            <p:cNvSpPr/>
            <p:nvPr/>
          </p:nvSpPr>
          <p:spPr>
            <a:xfrm>
              <a:off x="5268628" y="3217676"/>
              <a:ext cx="2298032" cy="579957"/>
            </a:xfrm>
            <a:prstGeom prst="rect">
              <a:avLst/>
            </a:prstGeom>
          </p:spPr>
          <p:txBody>
            <a:bodyPr>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912813" fontAlgn="base">
                <a:spcBef>
                  <a:spcPct val="0"/>
                </a:spcBef>
                <a:spcAft>
                  <a:spcPct val="0"/>
                </a:spcAft>
                <a:defRPr>
                  <a:solidFill>
                    <a:schemeClr val="tx1"/>
                  </a:solidFill>
                  <a:latin typeface="Calibri" pitchFamily="34" charset="0"/>
                </a:defRPr>
              </a:lvl6pPr>
              <a:lvl7pPr marL="2971800" indent="-228600" defTabSz="912813" fontAlgn="base">
                <a:spcBef>
                  <a:spcPct val="0"/>
                </a:spcBef>
                <a:spcAft>
                  <a:spcPct val="0"/>
                </a:spcAft>
                <a:defRPr>
                  <a:solidFill>
                    <a:schemeClr val="tx1"/>
                  </a:solidFill>
                  <a:latin typeface="Calibri" pitchFamily="34" charset="0"/>
                </a:defRPr>
              </a:lvl7pPr>
              <a:lvl8pPr marL="3429000" indent="-228600" defTabSz="912813" fontAlgn="base">
                <a:spcBef>
                  <a:spcPct val="0"/>
                </a:spcBef>
                <a:spcAft>
                  <a:spcPct val="0"/>
                </a:spcAft>
                <a:defRPr>
                  <a:solidFill>
                    <a:schemeClr val="tx1"/>
                  </a:solidFill>
                  <a:latin typeface="Calibri" pitchFamily="34" charset="0"/>
                </a:defRPr>
              </a:lvl8pPr>
              <a:lvl9pPr marL="3886200" indent="-228600" defTabSz="912813" fontAlgn="base">
                <a:spcBef>
                  <a:spcPct val="0"/>
                </a:spcBef>
                <a:spcAft>
                  <a:spcPct val="0"/>
                </a:spcAft>
                <a:defRPr>
                  <a:solidFill>
                    <a:schemeClr val="tx1"/>
                  </a:solidFill>
                  <a:latin typeface="Calibri" pitchFamily="34" charset="0"/>
                </a:defRPr>
              </a:lvl9pPr>
            </a:lstStyle>
            <a:p>
              <a:pPr algn="ctr" defTabSz="1529383">
                <a:defRPr/>
              </a:pP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a:p>
              <a:pPr algn="ctr" defTabSz="1529383">
                <a:defRPr/>
              </a:pPr>
              <a:r>
                <a:rPr lang="zh-CN" altLang="en-US"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rPr>
                <a:t>点击更改您的文字内容以下内容并没有什么实际意义</a:t>
              </a: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grpSp>
      <p:grpSp>
        <p:nvGrpSpPr>
          <p:cNvPr id="16" name="Group 97"/>
          <p:cNvGrpSpPr>
            <a:grpSpLocks/>
          </p:cNvGrpSpPr>
          <p:nvPr/>
        </p:nvGrpSpPr>
        <p:grpSpPr bwMode="auto">
          <a:xfrm>
            <a:off x="9709845" y="4006355"/>
            <a:ext cx="2421856" cy="911339"/>
            <a:chOff x="5268628" y="2933595"/>
            <a:chExt cx="2298032" cy="864038"/>
          </a:xfrm>
        </p:grpSpPr>
        <p:sp>
          <p:nvSpPr>
            <p:cNvPr id="99" name="TextBox 98"/>
            <p:cNvSpPr txBox="1"/>
            <p:nvPr/>
          </p:nvSpPr>
          <p:spPr>
            <a:xfrm>
              <a:off x="5841182" y="2933595"/>
              <a:ext cx="1160862" cy="333689"/>
            </a:xfrm>
            <a:prstGeom prst="rect">
              <a:avLst/>
            </a:prstGeom>
            <a:noFill/>
          </p:spPr>
          <p:txBody>
            <a:bodyPr wrap="none">
              <a:spAutoFit/>
            </a:bodyPr>
            <a:lstStyle/>
            <a:p>
              <a:pPr algn="ctr" defTabSz="963813">
                <a:defRPr/>
              </a:pPr>
              <a:r>
                <a:rPr lang="en-US" sz="1687" dirty="0">
                  <a:solidFill>
                    <a:schemeClr val="bg1">
                      <a:lumMod val="50000"/>
                    </a:schemeClr>
                  </a:solidFill>
                  <a:latin typeface="Fira Sans SemiBold Italic" panose="00000700000000000000" pitchFamily="50" charset="0"/>
                  <a:ea typeface="Fira Sans SemiBold Italic" panose="00000700000000000000" pitchFamily="50" charset="0"/>
                  <a:cs typeface="Clear Sans" panose="020B0503030202020304" pitchFamily="34" charset="0"/>
                </a:rPr>
                <a:t>Speed 04</a:t>
              </a:r>
            </a:p>
          </p:txBody>
        </p:sp>
        <p:sp>
          <p:nvSpPr>
            <p:cNvPr id="100" name="Rectangle 99"/>
            <p:cNvSpPr/>
            <p:nvPr/>
          </p:nvSpPr>
          <p:spPr>
            <a:xfrm>
              <a:off x="5268628" y="3217676"/>
              <a:ext cx="2298032" cy="579957"/>
            </a:xfrm>
            <a:prstGeom prst="rect">
              <a:avLst/>
            </a:prstGeom>
          </p:spPr>
          <p:txBody>
            <a:bodyPr>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912813" fontAlgn="base">
                <a:spcBef>
                  <a:spcPct val="0"/>
                </a:spcBef>
                <a:spcAft>
                  <a:spcPct val="0"/>
                </a:spcAft>
                <a:defRPr>
                  <a:solidFill>
                    <a:schemeClr val="tx1"/>
                  </a:solidFill>
                  <a:latin typeface="Calibri" pitchFamily="34" charset="0"/>
                </a:defRPr>
              </a:lvl6pPr>
              <a:lvl7pPr marL="2971800" indent="-228600" defTabSz="912813" fontAlgn="base">
                <a:spcBef>
                  <a:spcPct val="0"/>
                </a:spcBef>
                <a:spcAft>
                  <a:spcPct val="0"/>
                </a:spcAft>
                <a:defRPr>
                  <a:solidFill>
                    <a:schemeClr val="tx1"/>
                  </a:solidFill>
                  <a:latin typeface="Calibri" pitchFamily="34" charset="0"/>
                </a:defRPr>
              </a:lvl7pPr>
              <a:lvl8pPr marL="3429000" indent="-228600" defTabSz="912813" fontAlgn="base">
                <a:spcBef>
                  <a:spcPct val="0"/>
                </a:spcBef>
                <a:spcAft>
                  <a:spcPct val="0"/>
                </a:spcAft>
                <a:defRPr>
                  <a:solidFill>
                    <a:schemeClr val="tx1"/>
                  </a:solidFill>
                  <a:latin typeface="Calibri" pitchFamily="34" charset="0"/>
                </a:defRPr>
              </a:lvl8pPr>
              <a:lvl9pPr marL="3886200" indent="-228600" defTabSz="912813" fontAlgn="base">
                <a:spcBef>
                  <a:spcPct val="0"/>
                </a:spcBef>
                <a:spcAft>
                  <a:spcPct val="0"/>
                </a:spcAft>
                <a:defRPr>
                  <a:solidFill>
                    <a:schemeClr val="tx1"/>
                  </a:solidFill>
                  <a:latin typeface="Calibri" pitchFamily="34" charset="0"/>
                </a:defRPr>
              </a:lvl9pPr>
            </a:lstStyle>
            <a:p>
              <a:pPr algn="ctr" defTabSz="1529383">
                <a:defRPr/>
              </a:pP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a:p>
              <a:pPr algn="ctr" defTabSz="1529383">
                <a:defRPr/>
              </a:pPr>
              <a:r>
                <a:rPr lang="zh-CN" altLang="en-US"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rPr>
                <a:t>点击更改您的文字内容以下内容并没有什么实际意义</a:t>
              </a:r>
              <a:endParaRPr lang="en-US" altLang="zh-CN" sz="1125" dirty="0">
                <a:solidFill>
                  <a:schemeClr val="bg1">
                    <a:lumMod val="50000"/>
                  </a:schemeClr>
                </a:solidFill>
                <a:latin typeface="微软雅黑" panose="020B0503020204020204" pitchFamily="34" charset="-122"/>
                <a:ea typeface="微软雅黑" panose="020B0503020204020204" pitchFamily="34" charset="-122"/>
                <a:cs typeface="Open Sans" panose="020B0606030504020204" pitchFamily="34" charset="0"/>
              </a:endParaRPr>
            </a:p>
          </p:txBody>
        </p:sp>
      </p:grpSp>
    </p:spTree>
    <p:extLst>
      <p:ext uri="{BB962C8B-B14F-4D97-AF65-F5344CB8AC3E}">
        <p14:creationId xmlns:p14="http://schemas.microsoft.com/office/powerpoint/2010/main" val="20995579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par>
                          <p:cTn id="14" fill="hold" nodeType="afterGroup">
                            <p:stCondLst>
                              <p:cond delay="10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nodeType="afterGroup">
                            <p:stCondLst>
                              <p:cond delay="1500"/>
                            </p:stCondLst>
                            <p:childTnLst>
                              <p:par>
                                <p:cTn id="21" presetID="10"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par>
                          <p:cTn id="24" fill="hold" nodeType="afterGroup">
                            <p:stCondLst>
                              <p:cond delay="2000"/>
                            </p:stCondLst>
                            <p:childTnLst>
                              <p:par>
                                <p:cTn id="25" presetID="42" presetClass="entr" presetSubtype="0"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anim calcmode="lin" valueType="num">
                                      <p:cBhvr>
                                        <p:cTn id="28" dur="500" fill="hold"/>
                                        <p:tgtEl>
                                          <p:spTgt spid="6"/>
                                        </p:tgtEl>
                                        <p:attrNameLst>
                                          <p:attrName>ppt_x</p:attrName>
                                        </p:attrNameLst>
                                      </p:cBhvr>
                                      <p:tavLst>
                                        <p:tav tm="0">
                                          <p:val>
                                            <p:strVal val="#ppt_x"/>
                                          </p:val>
                                        </p:tav>
                                        <p:tav tm="100000">
                                          <p:val>
                                            <p:strVal val="#ppt_x"/>
                                          </p:val>
                                        </p:tav>
                                      </p:tavLst>
                                    </p:anim>
                                    <p:anim calcmode="lin" valueType="num">
                                      <p:cBhvr>
                                        <p:cTn id="29" dur="500" fill="hold"/>
                                        <p:tgtEl>
                                          <p:spTgt spid="6"/>
                                        </p:tgtEl>
                                        <p:attrNameLst>
                                          <p:attrName>ppt_y</p:attrName>
                                        </p:attrNameLst>
                                      </p:cBhvr>
                                      <p:tavLst>
                                        <p:tav tm="0">
                                          <p:val>
                                            <p:strVal val="#ppt_y+.1"/>
                                          </p:val>
                                        </p:tav>
                                        <p:tav tm="100000">
                                          <p:val>
                                            <p:strVal val="#ppt_y"/>
                                          </p:val>
                                        </p:tav>
                                      </p:tavLst>
                                    </p:anim>
                                  </p:childTnLst>
                                </p:cTn>
                              </p:par>
                            </p:childTnLst>
                          </p:cTn>
                        </p:par>
                        <p:par>
                          <p:cTn id="30" fill="hold" nodeType="afterGroup">
                            <p:stCondLst>
                              <p:cond delay="2500"/>
                            </p:stCondLst>
                            <p:childTnLst>
                              <p:par>
                                <p:cTn id="31" presetID="10" presetClass="entr" presetSubtype="0"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nodeType="afterGroup">
                            <p:stCondLst>
                              <p:cond delay="3000"/>
                            </p:stCondLst>
                            <p:childTnLst>
                              <p:par>
                                <p:cTn id="35" presetID="42"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anim calcmode="lin" valueType="num">
                                      <p:cBhvr>
                                        <p:cTn id="38" dur="500" fill="hold"/>
                                        <p:tgtEl>
                                          <p:spTgt spid="8"/>
                                        </p:tgtEl>
                                        <p:attrNameLst>
                                          <p:attrName>ppt_x</p:attrName>
                                        </p:attrNameLst>
                                      </p:cBhvr>
                                      <p:tavLst>
                                        <p:tav tm="0">
                                          <p:val>
                                            <p:strVal val="#ppt_x"/>
                                          </p:val>
                                        </p:tav>
                                        <p:tav tm="100000">
                                          <p:val>
                                            <p:strVal val="#ppt_x"/>
                                          </p:val>
                                        </p:tav>
                                      </p:tavLst>
                                    </p:anim>
                                    <p:anim calcmode="lin" valueType="num">
                                      <p:cBhvr>
                                        <p:cTn id="39" dur="500" fill="hold"/>
                                        <p:tgtEl>
                                          <p:spTgt spid="8"/>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3500"/>
                            </p:stCondLst>
                            <p:childTnLst>
                              <p:par>
                                <p:cTn id="41" presetID="10"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nodeType="afterGroup">
                            <p:stCondLst>
                              <p:cond delay="4000"/>
                            </p:stCondLst>
                            <p:childTnLst>
                              <p:par>
                                <p:cTn id="45" presetID="42" presetClass="entr" presetSubtype="0" fill="hold" nodeType="after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fade">
                                      <p:cBhvr>
                                        <p:cTn id="47" dur="500"/>
                                        <p:tgtEl>
                                          <p:spTgt spid="10"/>
                                        </p:tgtEl>
                                      </p:cBhvr>
                                    </p:animEffect>
                                    <p:anim calcmode="lin" valueType="num">
                                      <p:cBhvr>
                                        <p:cTn id="48" dur="500" fill="hold"/>
                                        <p:tgtEl>
                                          <p:spTgt spid="10"/>
                                        </p:tgtEl>
                                        <p:attrNameLst>
                                          <p:attrName>ppt_x</p:attrName>
                                        </p:attrNameLst>
                                      </p:cBhvr>
                                      <p:tavLst>
                                        <p:tav tm="0">
                                          <p:val>
                                            <p:strVal val="#ppt_x"/>
                                          </p:val>
                                        </p:tav>
                                        <p:tav tm="100000">
                                          <p:val>
                                            <p:strVal val="#ppt_x"/>
                                          </p:val>
                                        </p:tav>
                                      </p:tavLst>
                                    </p:anim>
                                    <p:anim calcmode="lin" valueType="num">
                                      <p:cBhvr>
                                        <p:cTn id="49" dur="500" fill="hold"/>
                                        <p:tgtEl>
                                          <p:spTgt spid="10"/>
                                        </p:tgtEl>
                                        <p:attrNameLst>
                                          <p:attrName>ppt_y</p:attrName>
                                        </p:attrNameLst>
                                      </p:cBhvr>
                                      <p:tavLst>
                                        <p:tav tm="0">
                                          <p:val>
                                            <p:strVal val="#ppt_y+.1"/>
                                          </p:val>
                                        </p:tav>
                                        <p:tav tm="100000">
                                          <p:val>
                                            <p:strVal val="#ppt_y"/>
                                          </p:val>
                                        </p:tav>
                                      </p:tavLst>
                                    </p:anim>
                                  </p:childTnLst>
                                </p:cTn>
                              </p:par>
                            </p:childTnLst>
                          </p:cTn>
                        </p:par>
                        <p:par>
                          <p:cTn id="50" fill="hold" nodeType="afterGroup">
                            <p:stCondLst>
                              <p:cond delay="4500"/>
                            </p:stCondLst>
                            <p:childTnLst>
                              <p:par>
                                <p:cTn id="51" presetID="10" presetClass="entr" presetSubtype="0" fill="hold"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
          <p:cNvGrpSpPr/>
          <p:nvPr/>
        </p:nvGrpSpPr>
        <p:grpSpPr>
          <a:xfrm>
            <a:off x="8002830" y="2554787"/>
            <a:ext cx="1455215" cy="881539"/>
            <a:chOff x="3433763" y="1131575"/>
            <a:chExt cx="2241550" cy="1357626"/>
          </a:xfrm>
        </p:grpSpPr>
        <p:sp>
          <p:nvSpPr>
            <p:cNvPr id="6158" name="Freeform 14"/>
            <p:cNvSpPr>
              <a:spLocks/>
            </p:cNvSpPr>
            <p:nvPr/>
          </p:nvSpPr>
          <p:spPr bwMode="auto">
            <a:xfrm>
              <a:off x="3433763" y="1474788"/>
              <a:ext cx="2241550" cy="1014413"/>
            </a:xfrm>
            <a:custGeom>
              <a:avLst/>
              <a:gdLst/>
              <a:ahLst/>
              <a:cxnLst>
                <a:cxn ang="0">
                  <a:pos x="634" y="369"/>
                </a:cxn>
                <a:cxn ang="0">
                  <a:pos x="420" y="284"/>
                </a:cxn>
                <a:cxn ang="0">
                  <a:pos x="201" y="375"/>
                </a:cxn>
                <a:cxn ang="0">
                  <a:pos x="0" y="174"/>
                </a:cxn>
                <a:cxn ang="0">
                  <a:pos x="420" y="0"/>
                </a:cxn>
                <a:cxn ang="0">
                  <a:pos x="829" y="163"/>
                </a:cxn>
                <a:cxn ang="0">
                  <a:pos x="634" y="369"/>
                </a:cxn>
              </a:cxnLst>
              <a:rect l="0" t="0" r="r" b="b"/>
              <a:pathLst>
                <a:path w="829" h="375">
                  <a:moveTo>
                    <a:pt x="634" y="369"/>
                  </a:moveTo>
                  <a:cubicBezTo>
                    <a:pt x="574" y="312"/>
                    <a:pt x="503" y="284"/>
                    <a:pt x="420" y="284"/>
                  </a:cubicBezTo>
                  <a:cubicBezTo>
                    <a:pt x="334" y="284"/>
                    <a:pt x="261" y="314"/>
                    <a:pt x="201" y="375"/>
                  </a:cubicBezTo>
                  <a:cubicBezTo>
                    <a:pt x="0" y="174"/>
                    <a:pt x="0" y="174"/>
                    <a:pt x="0" y="174"/>
                  </a:cubicBezTo>
                  <a:cubicBezTo>
                    <a:pt x="116" y="58"/>
                    <a:pt x="256" y="0"/>
                    <a:pt x="420" y="0"/>
                  </a:cubicBezTo>
                  <a:cubicBezTo>
                    <a:pt x="579" y="0"/>
                    <a:pt x="716" y="54"/>
                    <a:pt x="829" y="163"/>
                  </a:cubicBezTo>
                  <a:lnTo>
                    <a:pt x="634" y="369"/>
                  </a:lnTo>
                  <a:close/>
                </a:path>
              </a:pathLst>
            </a:custGeom>
            <a:solidFill>
              <a:schemeClr val="accent2"/>
            </a:solid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Isosceles Triangle 18"/>
            <p:cNvSpPr/>
            <p:nvPr/>
          </p:nvSpPr>
          <p:spPr>
            <a:xfrm>
              <a:off x="4372937" y="1131575"/>
              <a:ext cx="398127" cy="46085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 name="Group 24"/>
          <p:cNvGrpSpPr/>
          <p:nvPr/>
        </p:nvGrpSpPr>
        <p:grpSpPr>
          <a:xfrm>
            <a:off x="7439019" y="3103367"/>
            <a:ext cx="916286" cy="1457553"/>
            <a:chOff x="3008635" y="1967798"/>
            <a:chExt cx="1112911" cy="1769992"/>
          </a:xfrm>
        </p:grpSpPr>
        <p:sp>
          <p:nvSpPr>
            <p:cNvPr id="6157" name="Freeform 13"/>
            <p:cNvSpPr>
              <a:spLocks/>
            </p:cNvSpPr>
            <p:nvPr/>
          </p:nvSpPr>
          <p:spPr bwMode="auto">
            <a:xfrm>
              <a:off x="3321669" y="1967798"/>
              <a:ext cx="799877" cy="1769992"/>
            </a:xfrm>
            <a:custGeom>
              <a:avLst/>
              <a:gdLst/>
              <a:ahLst/>
              <a:cxnLst>
                <a:cxn ang="0">
                  <a:pos x="163" y="0"/>
                </a:cxn>
                <a:cxn ang="0">
                  <a:pos x="369" y="195"/>
                </a:cxn>
                <a:cxn ang="0">
                  <a:pos x="284" y="409"/>
                </a:cxn>
                <a:cxn ang="0">
                  <a:pos x="375" y="628"/>
                </a:cxn>
                <a:cxn ang="0">
                  <a:pos x="375" y="629"/>
                </a:cxn>
                <a:cxn ang="0">
                  <a:pos x="174" y="830"/>
                </a:cxn>
                <a:cxn ang="0">
                  <a:pos x="174" y="829"/>
                </a:cxn>
                <a:cxn ang="0">
                  <a:pos x="0" y="409"/>
                </a:cxn>
                <a:cxn ang="0">
                  <a:pos x="163" y="0"/>
                </a:cxn>
              </a:cxnLst>
              <a:rect l="0" t="0" r="r" b="b"/>
              <a:pathLst>
                <a:path w="375" h="830">
                  <a:moveTo>
                    <a:pt x="163" y="0"/>
                  </a:moveTo>
                  <a:cubicBezTo>
                    <a:pt x="369" y="195"/>
                    <a:pt x="369" y="195"/>
                    <a:pt x="369" y="195"/>
                  </a:cubicBezTo>
                  <a:cubicBezTo>
                    <a:pt x="312" y="255"/>
                    <a:pt x="284" y="326"/>
                    <a:pt x="284" y="409"/>
                  </a:cubicBezTo>
                  <a:cubicBezTo>
                    <a:pt x="284" y="495"/>
                    <a:pt x="314" y="568"/>
                    <a:pt x="375" y="628"/>
                  </a:cubicBezTo>
                  <a:cubicBezTo>
                    <a:pt x="375" y="629"/>
                    <a:pt x="375" y="629"/>
                    <a:pt x="375" y="629"/>
                  </a:cubicBezTo>
                  <a:cubicBezTo>
                    <a:pt x="174" y="830"/>
                    <a:pt x="174" y="830"/>
                    <a:pt x="174" y="830"/>
                  </a:cubicBezTo>
                  <a:cubicBezTo>
                    <a:pt x="174" y="829"/>
                    <a:pt x="174" y="829"/>
                    <a:pt x="174" y="829"/>
                  </a:cubicBezTo>
                  <a:cubicBezTo>
                    <a:pt x="58" y="713"/>
                    <a:pt x="0" y="573"/>
                    <a:pt x="0" y="409"/>
                  </a:cubicBezTo>
                  <a:cubicBezTo>
                    <a:pt x="0" y="250"/>
                    <a:pt x="54" y="114"/>
                    <a:pt x="163" y="0"/>
                  </a:cubicBezTo>
                  <a:close/>
                </a:path>
              </a:pathLst>
            </a:custGeom>
            <a:solidFill>
              <a:schemeClr val="accent1"/>
            </a:solid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Isosceles Triangle 19"/>
            <p:cNvSpPr/>
            <p:nvPr/>
          </p:nvSpPr>
          <p:spPr>
            <a:xfrm rot="16200000">
              <a:off x="3033366" y="2671099"/>
              <a:ext cx="313928" cy="3633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 name="Group 25"/>
          <p:cNvGrpSpPr/>
          <p:nvPr/>
        </p:nvGrpSpPr>
        <p:grpSpPr>
          <a:xfrm>
            <a:off x="9126222" y="3083789"/>
            <a:ext cx="887130" cy="1455494"/>
            <a:chOff x="5057865" y="1944015"/>
            <a:chExt cx="1077500" cy="1767489"/>
          </a:xfrm>
        </p:grpSpPr>
        <p:sp>
          <p:nvSpPr>
            <p:cNvPr id="6156" name="Freeform 12"/>
            <p:cNvSpPr>
              <a:spLocks/>
            </p:cNvSpPr>
            <p:nvPr/>
          </p:nvSpPr>
          <p:spPr bwMode="auto">
            <a:xfrm>
              <a:off x="5057865" y="1944015"/>
              <a:ext cx="797373" cy="1767489"/>
            </a:xfrm>
            <a:custGeom>
              <a:avLst/>
              <a:gdLst/>
              <a:ahLst/>
              <a:cxnLst>
                <a:cxn ang="0">
                  <a:pos x="201" y="0"/>
                </a:cxn>
                <a:cxn ang="0">
                  <a:pos x="374" y="420"/>
                </a:cxn>
                <a:cxn ang="0">
                  <a:pos x="211" y="829"/>
                </a:cxn>
                <a:cxn ang="0">
                  <a:pos x="5" y="634"/>
                </a:cxn>
                <a:cxn ang="0">
                  <a:pos x="90" y="420"/>
                </a:cxn>
                <a:cxn ang="0">
                  <a:pos x="0" y="201"/>
                </a:cxn>
                <a:cxn ang="0">
                  <a:pos x="201" y="0"/>
                </a:cxn>
              </a:cxnLst>
              <a:rect l="0" t="0" r="r" b="b"/>
              <a:pathLst>
                <a:path w="374" h="829">
                  <a:moveTo>
                    <a:pt x="201" y="0"/>
                  </a:moveTo>
                  <a:cubicBezTo>
                    <a:pt x="316" y="116"/>
                    <a:pt x="374" y="256"/>
                    <a:pt x="374" y="420"/>
                  </a:cubicBezTo>
                  <a:cubicBezTo>
                    <a:pt x="374" y="579"/>
                    <a:pt x="320" y="715"/>
                    <a:pt x="211" y="829"/>
                  </a:cubicBezTo>
                  <a:cubicBezTo>
                    <a:pt x="5" y="634"/>
                    <a:pt x="5" y="634"/>
                    <a:pt x="5" y="634"/>
                  </a:cubicBezTo>
                  <a:cubicBezTo>
                    <a:pt x="62" y="574"/>
                    <a:pt x="90" y="503"/>
                    <a:pt x="90" y="420"/>
                  </a:cubicBezTo>
                  <a:cubicBezTo>
                    <a:pt x="90" y="335"/>
                    <a:pt x="60" y="262"/>
                    <a:pt x="0" y="201"/>
                  </a:cubicBezTo>
                  <a:lnTo>
                    <a:pt x="201" y="0"/>
                  </a:lnTo>
                  <a:close/>
                </a:path>
              </a:pathLst>
            </a:custGeom>
            <a:solidFill>
              <a:schemeClr val="accent3"/>
            </a:solid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Isosceles Triangle 21"/>
            <p:cNvSpPr/>
            <p:nvPr/>
          </p:nvSpPr>
          <p:spPr>
            <a:xfrm rot="5400000" flipH="1">
              <a:off x="5796706" y="2671100"/>
              <a:ext cx="313928" cy="3633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 name="Group 26"/>
          <p:cNvGrpSpPr/>
          <p:nvPr/>
        </p:nvGrpSpPr>
        <p:grpSpPr>
          <a:xfrm>
            <a:off x="8022408" y="4205303"/>
            <a:ext cx="1455215" cy="899565"/>
            <a:chOff x="3717226" y="3305933"/>
            <a:chExt cx="1767489" cy="1092393"/>
          </a:xfrm>
        </p:grpSpPr>
        <p:sp>
          <p:nvSpPr>
            <p:cNvPr id="6159" name="Freeform 15"/>
            <p:cNvSpPr>
              <a:spLocks/>
            </p:cNvSpPr>
            <p:nvPr/>
          </p:nvSpPr>
          <p:spPr bwMode="auto">
            <a:xfrm>
              <a:off x="3717226" y="3305933"/>
              <a:ext cx="1767489" cy="799877"/>
            </a:xfrm>
            <a:custGeom>
              <a:avLst/>
              <a:gdLst/>
              <a:ahLst/>
              <a:cxnLst>
                <a:cxn ang="0">
                  <a:pos x="628" y="0"/>
                </a:cxn>
                <a:cxn ang="0">
                  <a:pos x="629" y="0"/>
                </a:cxn>
                <a:cxn ang="0">
                  <a:pos x="829" y="201"/>
                </a:cxn>
                <a:cxn ang="0">
                  <a:pos x="829" y="201"/>
                </a:cxn>
                <a:cxn ang="0">
                  <a:pos x="409" y="375"/>
                </a:cxn>
                <a:cxn ang="0">
                  <a:pos x="0" y="212"/>
                </a:cxn>
                <a:cxn ang="0">
                  <a:pos x="196" y="6"/>
                </a:cxn>
                <a:cxn ang="0">
                  <a:pos x="409" y="91"/>
                </a:cxn>
                <a:cxn ang="0">
                  <a:pos x="628" y="0"/>
                </a:cxn>
              </a:cxnLst>
              <a:rect l="0" t="0" r="r" b="b"/>
              <a:pathLst>
                <a:path w="829" h="375">
                  <a:moveTo>
                    <a:pt x="628" y="0"/>
                  </a:moveTo>
                  <a:cubicBezTo>
                    <a:pt x="629" y="0"/>
                    <a:pt x="629" y="0"/>
                    <a:pt x="629" y="0"/>
                  </a:cubicBezTo>
                  <a:cubicBezTo>
                    <a:pt x="829" y="201"/>
                    <a:pt x="829" y="201"/>
                    <a:pt x="829" y="201"/>
                  </a:cubicBezTo>
                  <a:cubicBezTo>
                    <a:pt x="829" y="201"/>
                    <a:pt x="829" y="201"/>
                    <a:pt x="829" y="201"/>
                  </a:cubicBezTo>
                  <a:cubicBezTo>
                    <a:pt x="713" y="317"/>
                    <a:pt x="573" y="375"/>
                    <a:pt x="409" y="375"/>
                  </a:cubicBezTo>
                  <a:cubicBezTo>
                    <a:pt x="250" y="375"/>
                    <a:pt x="114" y="321"/>
                    <a:pt x="0" y="212"/>
                  </a:cubicBezTo>
                  <a:cubicBezTo>
                    <a:pt x="196" y="6"/>
                    <a:pt x="196" y="6"/>
                    <a:pt x="196" y="6"/>
                  </a:cubicBezTo>
                  <a:cubicBezTo>
                    <a:pt x="255" y="63"/>
                    <a:pt x="326" y="91"/>
                    <a:pt x="409" y="91"/>
                  </a:cubicBezTo>
                  <a:cubicBezTo>
                    <a:pt x="495" y="91"/>
                    <a:pt x="568" y="61"/>
                    <a:pt x="628" y="0"/>
                  </a:cubicBezTo>
                  <a:close/>
                </a:path>
              </a:pathLst>
            </a:custGeom>
            <a:solidFill>
              <a:schemeClr val="accent4"/>
            </a:solid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Isosceles Triangle 22"/>
            <p:cNvSpPr/>
            <p:nvPr/>
          </p:nvSpPr>
          <p:spPr>
            <a:xfrm rot="10800000" flipH="1">
              <a:off x="4433993" y="4034936"/>
              <a:ext cx="313928" cy="363390"/>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6" name="Group 46"/>
          <p:cNvGrpSpPr/>
          <p:nvPr/>
        </p:nvGrpSpPr>
        <p:grpSpPr>
          <a:xfrm>
            <a:off x="10153148" y="3477661"/>
            <a:ext cx="592818" cy="700568"/>
            <a:chOff x="193675" y="3013076"/>
            <a:chExt cx="1014413" cy="1198563"/>
          </a:xfrm>
          <a:solidFill>
            <a:schemeClr val="accent3"/>
          </a:solidFill>
        </p:grpSpPr>
        <p:sp>
          <p:nvSpPr>
            <p:cNvPr id="6172" name="Freeform 28"/>
            <p:cNvSpPr>
              <a:spLocks noEditPoints="1"/>
            </p:cNvSpPr>
            <p:nvPr/>
          </p:nvSpPr>
          <p:spPr bwMode="auto">
            <a:xfrm>
              <a:off x="212725" y="3013076"/>
              <a:ext cx="922338" cy="1198563"/>
            </a:xfrm>
            <a:custGeom>
              <a:avLst/>
              <a:gdLst/>
              <a:ahLst/>
              <a:cxnLst>
                <a:cxn ang="0">
                  <a:pos x="195" y="24"/>
                </a:cxn>
                <a:cxn ang="0">
                  <a:pos x="202" y="7"/>
                </a:cxn>
                <a:cxn ang="0">
                  <a:pos x="219" y="0"/>
                </a:cxn>
                <a:cxn ang="0">
                  <a:pos x="219" y="0"/>
                </a:cxn>
                <a:cxn ang="0">
                  <a:pos x="236" y="7"/>
                </a:cxn>
                <a:cxn ang="0">
                  <a:pos x="244" y="24"/>
                </a:cxn>
                <a:cxn ang="0">
                  <a:pos x="244" y="318"/>
                </a:cxn>
                <a:cxn ang="0">
                  <a:pos x="195" y="318"/>
                </a:cxn>
                <a:cxn ang="0">
                  <a:pos x="195" y="24"/>
                </a:cxn>
                <a:cxn ang="0">
                  <a:pos x="0" y="110"/>
                </a:cxn>
                <a:cxn ang="0">
                  <a:pos x="22" y="73"/>
                </a:cxn>
                <a:cxn ang="0">
                  <a:pos x="87" y="46"/>
                </a:cxn>
                <a:cxn ang="0">
                  <a:pos x="87" y="46"/>
                </a:cxn>
                <a:cxn ang="0">
                  <a:pos x="152" y="73"/>
                </a:cxn>
                <a:cxn ang="0">
                  <a:pos x="175" y="110"/>
                </a:cxn>
                <a:cxn ang="0">
                  <a:pos x="0" y="110"/>
                </a:cxn>
              </a:cxnLst>
              <a:rect l="0" t="0" r="r" b="b"/>
              <a:pathLst>
                <a:path w="244" h="318">
                  <a:moveTo>
                    <a:pt x="195" y="24"/>
                  </a:moveTo>
                  <a:cubicBezTo>
                    <a:pt x="195" y="17"/>
                    <a:pt x="197" y="12"/>
                    <a:pt x="202" y="7"/>
                  </a:cubicBezTo>
                  <a:cubicBezTo>
                    <a:pt x="206" y="2"/>
                    <a:pt x="212" y="0"/>
                    <a:pt x="219" y="0"/>
                  </a:cubicBezTo>
                  <a:cubicBezTo>
                    <a:pt x="219" y="0"/>
                    <a:pt x="219" y="0"/>
                    <a:pt x="219" y="0"/>
                  </a:cubicBezTo>
                  <a:cubicBezTo>
                    <a:pt x="226" y="0"/>
                    <a:pt x="232" y="2"/>
                    <a:pt x="236" y="7"/>
                  </a:cubicBezTo>
                  <a:cubicBezTo>
                    <a:pt x="241" y="12"/>
                    <a:pt x="244" y="17"/>
                    <a:pt x="244" y="24"/>
                  </a:cubicBezTo>
                  <a:cubicBezTo>
                    <a:pt x="244" y="318"/>
                    <a:pt x="244" y="318"/>
                    <a:pt x="244" y="318"/>
                  </a:cubicBezTo>
                  <a:cubicBezTo>
                    <a:pt x="195" y="318"/>
                    <a:pt x="195" y="318"/>
                    <a:pt x="195" y="318"/>
                  </a:cubicBezTo>
                  <a:lnTo>
                    <a:pt x="195" y="24"/>
                  </a:lnTo>
                  <a:close/>
                  <a:moveTo>
                    <a:pt x="0" y="110"/>
                  </a:moveTo>
                  <a:cubicBezTo>
                    <a:pt x="4" y="96"/>
                    <a:pt x="11" y="84"/>
                    <a:pt x="22" y="73"/>
                  </a:cubicBezTo>
                  <a:cubicBezTo>
                    <a:pt x="40" y="55"/>
                    <a:pt x="61" y="46"/>
                    <a:pt x="87" y="46"/>
                  </a:cubicBezTo>
                  <a:cubicBezTo>
                    <a:pt x="87" y="46"/>
                    <a:pt x="87" y="46"/>
                    <a:pt x="87" y="46"/>
                  </a:cubicBezTo>
                  <a:cubicBezTo>
                    <a:pt x="113" y="46"/>
                    <a:pt x="134" y="55"/>
                    <a:pt x="152" y="73"/>
                  </a:cubicBezTo>
                  <a:cubicBezTo>
                    <a:pt x="163" y="84"/>
                    <a:pt x="170" y="96"/>
                    <a:pt x="175" y="110"/>
                  </a:cubicBezTo>
                  <a:lnTo>
                    <a:pt x="0" y="110"/>
                  </a:ln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3" name="Freeform 29"/>
            <p:cNvSpPr>
              <a:spLocks/>
            </p:cNvSpPr>
            <p:nvPr/>
          </p:nvSpPr>
          <p:spPr bwMode="auto">
            <a:xfrm>
              <a:off x="825500" y="4170363"/>
              <a:ext cx="382588" cy="33338"/>
            </a:xfrm>
            <a:custGeom>
              <a:avLst/>
              <a:gdLst/>
              <a:ahLst/>
              <a:cxnLst>
                <a:cxn ang="0">
                  <a:pos x="101" y="5"/>
                </a:cxn>
                <a:cxn ang="0">
                  <a:pos x="100" y="8"/>
                </a:cxn>
                <a:cxn ang="0">
                  <a:pos x="96" y="9"/>
                </a:cxn>
                <a:cxn ang="0">
                  <a:pos x="5" y="9"/>
                </a:cxn>
                <a:cxn ang="0">
                  <a:pos x="1" y="8"/>
                </a:cxn>
                <a:cxn ang="0">
                  <a:pos x="0" y="5"/>
                </a:cxn>
                <a:cxn ang="0">
                  <a:pos x="1" y="1"/>
                </a:cxn>
                <a:cxn ang="0">
                  <a:pos x="5" y="0"/>
                </a:cxn>
                <a:cxn ang="0">
                  <a:pos x="96" y="0"/>
                </a:cxn>
                <a:cxn ang="0">
                  <a:pos x="100" y="1"/>
                </a:cxn>
                <a:cxn ang="0">
                  <a:pos x="101" y="5"/>
                </a:cxn>
              </a:cxnLst>
              <a:rect l="0" t="0" r="r" b="b"/>
              <a:pathLst>
                <a:path w="101" h="9">
                  <a:moveTo>
                    <a:pt x="101" y="5"/>
                  </a:moveTo>
                  <a:cubicBezTo>
                    <a:pt x="101" y="6"/>
                    <a:pt x="100" y="7"/>
                    <a:pt x="100" y="8"/>
                  </a:cubicBezTo>
                  <a:cubicBezTo>
                    <a:pt x="99" y="9"/>
                    <a:pt x="98" y="9"/>
                    <a:pt x="96" y="9"/>
                  </a:cubicBezTo>
                  <a:cubicBezTo>
                    <a:pt x="5" y="9"/>
                    <a:pt x="5" y="9"/>
                    <a:pt x="5" y="9"/>
                  </a:cubicBezTo>
                  <a:cubicBezTo>
                    <a:pt x="3" y="9"/>
                    <a:pt x="2" y="9"/>
                    <a:pt x="1" y="8"/>
                  </a:cubicBezTo>
                  <a:cubicBezTo>
                    <a:pt x="0" y="7"/>
                    <a:pt x="0" y="6"/>
                    <a:pt x="0" y="5"/>
                  </a:cubicBezTo>
                  <a:cubicBezTo>
                    <a:pt x="0" y="3"/>
                    <a:pt x="0" y="2"/>
                    <a:pt x="1" y="1"/>
                  </a:cubicBezTo>
                  <a:cubicBezTo>
                    <a:pt x="2" y="0"/>
                    <a:pt x="3" y="0"/>
                    <a:pt x="5" y="0"/>
                  </a:cubicBezTo>
                  <a:cubicBezTo>
                    <a:pt x="96" y="0"/>
                    <a:pt x="96" y="0"/>
                    <a:pt x="96" y="0"/>
                  </a:cubicBezTo>
                  <a:cubicBezTo>
                    <a:pt x="98" y="0"/>
                    <a:pt x="99" y="0"/>
                    <a:pt x="100" y="1"/>
                  </a:cubicBezTo>
                  <a:cubicBezTo>
                    <a:pt x="100" y="2"/>
                    <a:pt x="101" y="3"/>
                    <a:pt x="101" y="5"/>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4" name="Freeform 30"/>
            <p:cNvSpPr>
              <a:spLocks/>
            </p:cNvSpPr>
            <p:nvPr/>
          </p:nvSpPr>
          <p:spPr bwMode="auto">
            <a:xfrm>
              <a:off x="825500" y="3717926"/>
              <a:ext cx="382588" cy="395288"/>
            </a:xfrm>
            <a:custGeom>
              <a:avLst/>
              <a:gdLst/>
              <a:ahLst/>
              <a:cxnLst>
                <a:cxn ang="0">
                  <a:pos x="92" y="9"/>
                </a:cxn>
                <a:cxn ang="0">
                  <a:pos x="5" y="9"/>
                </a:cxn>
                <a:cxn ang="0">
                  <a:pos x="1" y="8"/>
                </a:cxn>
                <a:cxn ang="0">
                  <a:pos x="0" y="5"/>
                </a:cxn>
                <a:cxn ang="0">
                  <a:pos x="1" y="1"/>
                </a:cxn>
                <a:cxn ang="0">
                  <a:pos x="5" y="0"/>
                </a:cxn>
                <a:cxn ang="0">
                  <a:pos x="96" y="0"/>
                </a:cxn>
                <a:cxn ang="0">
                  <a:pos x="100" y="1"/>
                </a:cxn>
                <a:cxn ang="0">
                  <a:pos x="101" y="5"/>
                </a:cxn>
                <a:cxn ang="0">
                  <a:pos x="101" y="101"/>
                </a:cxn>
                <a:cxn ang="0">
                  <a:pos x="100" y="104"/>
                </a:cxn>
                <a:cxn ang="0">
                  <a:pos x="96" y="105"/>
                </a:cxn>
                <a:cxn ang="0">
                  <a:pos x="5" y="105"/>
                </a:cxn>
                <a:cxn ang="0">
                  <a:pos x="1" y="104"/>
                </a:cxn>
                <a:cxn ang="0">
                  <a:pos x="0" y="101"/>
                </a:cxn>
                <a:cxn ang="0">
                  <a:pos x="1" y="97"/>
                </a:cxn>
                <a:cxn ang="0">
                  <a:pos x="5" y="96"/>
                </a:cxn>
                <a:cxn ang="0">
                  <a:pos x="92" y="96"/>
                </a:cxn>
                <a:cxn ang="0">
                  <a:pos x="92" y="9"/>
                </a:cxn>
              </a:cxnLst>
              <a:rect l="0" t="0" r="r" b="b"/>
              <a:pathLst>
                <a:path w="101" h="105">
                  <a:moveTo>
                    <a:pt x="92" y="9"/>
                  </a:moveTo>
                  <a:cubicBezTo>
                    <a:pt x="5" y="9"/>
                    <a:pt x="5" y="9"/>
                    <a:pt x="5" y="9"/>
                  </a:cubicBezTo>
                  <a:cubicBezTo>
                    <a:pt x="3" y="9"/>
                    <a:pt x="2" y="9"/>
                    <a:pt x="1" y="8"/>
                  </a:cubicBezTo>
                  <a:cubicBezTo>
                    <a:pt x="0" y="7"/>
                    <a:pt x="0" y="6"/>
                    <a:pt x="0" y="5"/>
                  </a:cubicBezTo>
                  <a:cubicBezTo>
                    <a:pt x="0" y="3"/>
                    <a:pt x="0" y="2"/>
                    <a:pt x="1" y="1"/>
                  </a:cubicBezTo>
                  <a:cubicBezTo>
                    <a:pt x="2" y="1"/>
                    <a:pt x="3" y="0"/>
                    <a:pt x="5" y="0"/>
                  </a:cubicBezTo>
                  <a:cubicBezTo>
                    <a:pt x="96" y="0"/>
                    <a:pt x="96" y="0"/>
                    <a:pt x="96" y="0"/>
                  </a:cubicBezTo>
                  <a:cubicBezTo>
                    <a:pt x="98" y="0"/>
                    <a:pt x="99" y="1"/>
                    <a:pt x="100" y="1"/>
                  </a:cubicBezTo>
                  <a:cubicBezTo>
                    <a:pt x="100" y="2"/>
                    <a:pt x="101" y="3"/>
                    <a:pt x="101" y="5"/>
                  </a:cubicBezTo>
                  <a:cubicBezTo>
                    <a:pt x="101" y="101"/>
                    <a:pt x="101" y="101"/>
                    <a:pt x="101" y="101"/>
                  </a:cubicBezTo>
                  <a:cubicBezTo>
                    <a:pt x="101" y="102"/>
                    <a:pt x="100" y="103"/>
                    <a:pt x="100" y="104"/>
                  </a:cubicBezTo>
                  <a:cubicBezTo>
                    <a:pt x="99" y="105"/>
                    <a:pt x="98" y="105"/>
                    <a:pt x="96" y="105"/>
                  </a:cubicBezTo>
                  <a:cubicBezTo>
                    <a:pt x="5" y="105"/>
                    <a:pt x="5" y="105"/>
                    <a:pt x="5" y="105"/>
                  </a:cubicBezTo>
                  <a:cubicBezTo>
                    <a:pt x="3" y="105"/>
                    <a:pt x="2" y="105"/>
                    <a:pt x="1" y="104"/>
                  </a:cubicBezTo>
                  <a:cubicBezTo>
                    <a:pt x="0" y="103"/>
                    <a:pt x="0" y="102"/>
                    <a:pt x="0" y="101"/>
                  </a:cubicBezTo>
                  <a:cubicBezTo>
                    <a:pt x="0" y="99"/>
                    <a:pt x="0" y="98"/>
                    <a:pt x="1" y="97"/>
                  </a:cubicBezTo>
                  <a:cubicBezTo>
                    <a:pt x="2" y="96"/>
                    <a:pt x="3" y="96"/>
                    <a:pt x="5" y="96"/>
                  </a:cubicBezTo>
                  <a:cubicBezTo>
                    <a:pt x="92" y="96"/>
                    <a:pt x="92" y="96"/>
                    <a:pt x="92" y="96"/>
                  </a:cubicBezTo>
                  <a:lnTo>
                    <a:pt x="92" y="9"/>
                  </a:ln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5" name="Freeform 31"/>
            <p:cNvSpPr>
              <a:spLocks/>
            </p:cNvSpPr>
            <p:nvPr/>
          </p:nvSpPr>
          <p:spPr bwMode="auto">
            <a:xfrm>
              <a:off x="760413" y="3375026"/>
              <a:ext cx="447675" cy="244475"/>
            </a:xfrm>
            <a:custGeom>
              <a:avLst/>
              <a:gdLst/>
              <a:ahLst/>
              <a:cxnLst>
                <a:cxn ang="0">
                  <a:pos x="113" y="0"/>
                </a:cxn>
                <a:cxn ang="0">
                  <a:pos x="117" y="1"/>
                </a:cxn>
                <a:cxn ang="0">
                  <a:pos x="118" y="4"/>
                </a:cxn>
                <a:cxn ang="0">
                  <a:pos x="118" y="60"/>
                </a:cxn>
                <a:cxn ang="0">
                  <a:pos x="117" y="64"/>
                </a:cxn>
                <a:cxn ang="0">
                  <a:pos x="113" y="65"/>
                </a:cxn>
                <a:cxn ang="0">
                  <a:pos x="22" y="65"/>
                </a:cxn>
                <a:cxn ang="0">
                  <a:pos x="18" y="64"/>
                </a:cxn>
                <a:cxn ang="0">
                  <a:pos x="17" y="60"/>
                </a:cxn>
                <a:cxn ang="0">
                  <a:pos x="18" y="57"/>
                </a:cxn>
                <a:cxn ang="0">
                  <a:pos x="22" y="56"/>
                </a:cxn>
                <a:cxn ang="0">
                  <a:pos x="109" y="56"/>
                </a:cxn>
                <a:cxn ang="0">
                  <a:pos x="109" y="9"/>
                </a:cxn>
                <a:cxn ang="0">
                  <a:pos x="5" y="9"/>
                </a:cxn>
                <a:cxn ang="0">
                  <a:pos x="1" y="8"/>
                </a:cxn>
                <a:cxn ang="0">
                  <a:pos x="0" y="4"/>
                </a:cxn>
                <a:cxn ang="0">
                  <a:pos x="1" y="1"/>
                </a:cxn>
                <a:cxn ang="0">
                  <a:pos x="5" y="0"/>
                </a:cxn>
                <a:cxn ang="0">
                  <a:pos x="113" y="0"/>
                </a:cxn>
              </a:cxnLst>
              <a:rect l="0" t="0" r="r" b="b"/>
              <a:pathLst>
                <a:path w="118" h="65">
                  <a:moveTo>
                    <a:pt x="113" y="0"/>
                  </a:moveTo>
                  <a:cubicBezTo>
                    <a:pt x="115" y="0"/>
                    <a:pt x="116" y="0"/>
                    <a:pt x="117" y="1"/>
                  </a:cubicBezTo>
                  <a:cubicBezTo>
                    <a:pt x="117" y="2"/>
                    <a:pt x="118" y="3"/>
                    <a:pt x="118" y="4"/>
                  </a:cubicBezTo>
                  <a:cubicBezTo>
                    <a:pt x="118" y="60"/>
                    <a:pt x="118" y="60"/>
                    <a:pt x="118" y="60"/>
                  </a:cubicBezTo>
                  <a:cubicBezTo>
                    <a:pt x="118" y="62"/>
                    <a:pt x="117" y="63"/>
                    <a:pt x="117" y="64"/>
                  </a:cubicBezTo>
                  <a:cubicBezTo>
                    <a:pt x="116" y="64"/>
                    <a:pt x="115" y="65"/>
                    <a:pt x="113" y="65"/>
                  </a:cubicBezTo>
                  <a:cubicBezTo>
                    <a:pt x="22" y="65"/>
                    <a:pt x="22" y="65"/>
                    <a:pt x="22" y="65"/>
                  </a:cubicBezTo>
                  <a:cubicBezTo>
                    <a:pt x="20" y="65"/>
                    <a:pt x="19" y="64"/>
                    <a:pt x="18" y="64"/>
                  </a:cubicBezTo>
                  <a:cubicBezTo>
                    <a:pt x="17" y="63"/>
                    <a:pt x="17" y="62"/>
                    <a:pt x="17" y="60"/>
                  </a:cubicBezTo>
                  <a:cubicBezTo>
                    <a:pt x="17" y="59"/>
                    <a:pt x="17" y="58"/>
                    <a:pt x="18" y="57"/>
                  </a:cubicBezTo>
                  <a:cubicBezTo>
                    <a:pt x="19" y="56"/>
                    <a:pt x="20" y="56"/>
                    <a:pt x="22" y="56"/>
                  </a:cubicBezTo>
                  <a:cubicBezTo>
                    <a:pt x="109" y="56"/>
                    <a:pt x="109" y="56"/>
                    <a:pt x="109" y="56"/>
                  </a:cubicBezTo>
                  <a:cubicBezTo>
                    <a:pt x="109" y="9"/>
                    <a:pt x="109" y="9"/>
                    <a:pt x="109" y="9"/>
                  </a:cubicBezTo>
                  <a:cubicBezTo>
                    <a:pt x="5" y="9"/>
                    <a:pt x="5" y="9"/>
                    <a:pt x="5" y="9"/>
                  </a:cubicBezTo>
                  <a:cubicBezTo>
                    <a:pt x="3" y="9"/>
                    <a:pt x="2" y="9"/>
                    <a:pt x="1" y="8"/>
                  </a:cubicBezTo>
                  <a:cubicBezTo>
                    <a:pt x="1" y="7"/>
                    <a:pt x="0" y="6"/>
                    <a:pt x="0" y="4"/>
                  </a:cubicBezTo>
                  <a:cubicBezTo>
                    <a:pt x="0" y="3"/>
                    <a:pt x="1" y="2"/>
                    <a:pt x="1" y="1"/>
                  </a:cubicBezTo>
                  <a:cubicBezTo>
                    <a:pt x="2" y="0"/>
                    <a:pt x="3" y="0"/>
                    <a:pt x="5" y="0"/>
                  </a:cubicBezTo>
                  <a:lnTo>
                    <a:pt x="113" y="0"/>
                  </a:ln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6" name="Freeform 32"/>
            <p:cNvSpPr>
              <a:spLocks/>
            </p:cNvSpPr>
            <p:nvPr/>
          </p:nvSpPr>
          <p:spPr bwMode="auto">
            <a:xfrm>
              <a:off x="825500" y="3646488"/>
              <a:ext cx="382588" cy="33338"/>
            </a:xfrm>
            <a:custGeom>
              <a:avLst/>
              <a:gdLst/>
              <a:ahLst/>
              <a:cxnLst>
                <a:cxn ang="0">
                  <a:pos x="0" y="5"/>
                </a:cxn>
                <a:cxn ang="0">
                  <a:pos x="1" y="1"/>
                </a:cxn>
                <a:cxn ang="0">
                  <a:pos x="5" y="0"/>
                </a:cxn>
                <a:cxn ang="0">
                  <a:pos x="96" y="0"/>
                </a:cxn>
                <a:cxn ang="0">
                  <a:pos x="100" y="1"/>
                </a:cxn>
                <a:cxn ang="0">
                  <a:pos x="101" y="5"/>
                </a:cxn>
                <a:cxn ang="0">
                  <a:pos x="100" y="8"/>
                </a:cxn>
                <a:cxn ang="0">
                  <a:pos x="96" y="9"/>
                </a:cxn>
                <a:cxn ang="0">
                  <a:pos x="5" y="9"/>
                </a:cxn>
                <a:cxn ang="0">
                  <a:pos x="1" y="8"/>
                </a:cxn>
                <a:cxn ang="0">
                  <a:pos x="0" y="5"/>
                </a:cxn>
              </a:cxnLst>
              <a:rect l="0" t="0" r="r" b="b"/>
              <a:pathLst>
                <a:path w="101" h="9">
                  <a:moveTo>
                    <a:pt x="0" y="5"/>
                  </a:moveTo>
                  <a:cubicBezTo>
                    <a:pt x="0" y="3"/>
                    <a:pt x="0" y="2"/>
                    <a:pt x="1" y="1"/>
                  </a:cubicBezTo>
                  <a:cubicBezTo>
                    <a:pt x="2" y="1"/>
                    <a:pt x="3" y="0"/>
                    <a:pt x="5" y="0"/>
                  </a:cubicBezTo>
                  <a:cubicBezTo>
                    <a:pt x="96" y="0"/>
                    <a:pt x="96" y="0"/>
                    <a:pt x="96" y="0"/>
                  </a:cubicBezTo>
                  <a:cubicBezTo>
                    <a:pt x="98" y="0"/>
                    <a:pt x="99" y="1"/>
                    <a:pt x="100" y="1"/>
                  </a:cubicBezTo>
                  <a:cubicBezTo>
                    <a:pt x="100" y="2"/>
                    <a:pt x="101" y="3"/>
                    <a:pt x="101" y="5"/>
                  </a:cubicBezTo>
                  <a:cubicBezTo>
                    <a:pt x="101" y="6"/>
                    <a:pt x="100" y="7"/>
                    <a:pt x="100" y="8"/>
                  </a:cubicBezTo>
                  <a:cubicBezTo>
                    <a:pt x="99" y="9"/>
                    <a:pt x="98" y="9"/>
                    <a:pt x="96" y="9"/>
                  </a:cubicBezTo>
                  <a:cubicBezTo>
                    <a:pt x="5" y="9"/>
                    <a:pt x="5" y="9"/>
                    <a:pt x="5" y="9"/>
                  </a:cubicBezTo>
                  <a:cubicBezTo>
                    <a:pt x="3" y="9"/>
                    <a:pt x="2" y="9"/>
                    <a:pt x="1" y="8"/>
                  </a:cubicBezTo>
                  <a:cubicBezTo>
                    <a:pt x="0" y="7"/>
                    <a:pt x="0" y="6"/>
                    <a:pt x="0" y="5"/>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7" name="Rectangle 33"/>
            <p:cNvSpPr>
              <a:spLocks noChangeArrowheads="1"/>
            </p:cNvSpPr>
            <p:nvPr/>
          </p:nvSpPr>
          <p:spPr bwMode="auto">
            <a:xfrm>
              <a:off x="193675" y="3473451"/>
              <a:ext cx="696913" cy="447675"/>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78" name="Rectangle 34"/>
            <p:cNvSpPr>
              <a:spLocks noChangeArrowheads="1"/>
            </p:cNvSpPr>
            <p:nvPr/>
          </p:nvSpPr>
          <p:spPr bwMode="auto">
            <a:xfrm>
              <a:off x="193675" y="3981451"/>
              <a:ext cx="696913" cy="230188"/>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Group 49"/>
          <p:cNvGrpSpPr/>
          <p:nvPr/>
        </p:nvGrpSpPr>
        <p:grpSpPr>
          <a:xfrm flipH="1">
            <a:off x="8478209" y="3465449"/>
            <a:ext cx="563665" cy="635724"/>
            <a:chOff x="1817688" y="3025777"/>
            <a:chExt cx="658813" cy="742896"/>
          </a:xfrm>
          <a:solidFill>
            <a:schemeClr val="bg1">
              <a:lumMod val="65000"/>
            </a:schemeClr>
          </a:solidFill>
        </p:grpSpPr>
        <p:sp>
          <p:nvSpPr>
            <p:cNvPr id="51" name="Freeform 101"/>
            <p:cNvSpPr>
              <a:spLocks/>
            </p:cNvSpPr>
            <p:nvPr/>
          </p:nvSpPr>
          <p:spPr bwMode="auto">
            <a:xfrm>
              <a:off x="1833563" y="3025777"/>
              <a:ext cx="642938" cy="422275"/>
            </a:xfrm>
            <a:custGeom>
              <a:avLst/>
              <a:gdLst/>
              <a:ahLst/>
              <a:cxnLst>
                <a:cxn ang="0">
                  <a:pos x="13" y="253"/>
                </a:cxn>
                <a:cxn ang="0">
                  <a:pos x="277" y="135"/>
                </a:cxn>
                <a:cxn ang="0">
                  <a:pos x="323" y="227"/>
                </a:cxn>
                <a:cxn ang="0">
                  <a:pos x="343" y="227"/>
                </a:cxn>
                <a:cxn ang="0">
                  <a:pos x="286" y="0"/>
                </a:cxn>
                <a:cxn ang="0">
                  <a:pos x="255" y="63"/>
                </a:cxn>
                <a:cxn ang="0">
                  <a:pos x="267" y="103"/>
                </a:cxn>
                <a:cxn ang="0">
                  <a:pos x="0" y="226"/>
                </a:cxn>
                <a:cxn ang="0">
                  <a:pos x="13" y="253"/>
                </a:cxn>
              </a:cxnLst>
              <a:rect l="0" t="0" r="r" b="b"/>
              <a:pathLst>
                <a:path w="386" h="253">
                  <a:moveTo>
                    <a:pt x="13" y="253"/>
                  </a:moveTo>
                  <a:cubicBezTo>
                    <a:pt x="277" y="135"/>
                    <a:pt x="277" y="135"/>
                    <a:pt x="277" y="135"/>
                  </a:cubicBezTo>
                  <a:cubicBezTo>
                    <a:pt x="323" y="227"/>
                    <a:pt x="323" y="227"/>
                    <a:pt x="323" y="227"/>
                  </a:cubicBezTo>
                  <a:cubicBezTo>
                    <a:pt x="323" y="227"/>
                    <a:pt x="329" y="243"/>
                    <a:pt x="343" y="227"/>
                  </a:cubicBezTo>
                  <a:cubicBezTo>
                    <a:pt x="343" y="227"/>
                    <a:pt x="386" y="45"/>
                    <a:pt x="286" y="0"/>
                  </a:cubicBezTo>
                  <a:cubicBezTo>
                    <a:pt x="255" y="63"/>
                    <a:pt x="255" y="63"/>
                    <a:pt x="255" y="63"/>
                  </a:cubicBezTo>
                  <a:cubicBezTo>
                    <a:pt x="267" y="103"/>
                    <a:pt x="267" y="103"/>
                    <a:pt x="267" y="103"/>
                  </a:cubicBezTo>
                  <a:cubicBezTo>
                    <a:pt x="0" y="226"/>
                    <a:pt x="0" y="226"/>
                    <a:pt x="0" y="226"/>
                  </a:cubicBezTo>
                  <a:lnTo>
                    <a:pt x="13" y="253"/>
                  </a:ln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02"/>
            <p:cNvSpPr>
              <a:spLocks/>
            </p:cNvSpPr>
            <p:nvPr/>
          </p:nvSpPr>
          <p:spPr bwMode="auto">
            <a:xfrm>
              <a:off x="2384425" y="3405189"/>
              <a:ext cx="1588" cy="250825"/>
            </a:xfrm>
            <a:custGeom>
              <a:avLst/>
              <a:gdLst/>
              <a:ahLst/>
              <a:cxnLst>
                <a:cxn ang="0">
                  <a:pos x="0" y="0"/>
                </a:cxn>
                <a:cxn ang="0">
                  <a:pos x="0" y="158"/>
                </a:cxn>
                <a:cxn ang="0">
                  <a:pos x="0" y="0"/>
                </a:cxn>
              </a:cxnLst>
              <a:rect l="0" t="0" r="r" b="b"/>
              <a:pathLst>
                <a:path h="158">
                  <a:moveTo>
                    <a:pt x="0" y="0"/>
                  </a:moveTo>
                  <a:lnTo>
                    <a:pt x="0" y="158"/>
                  </a:lnTo>
                  <a:lnTo>
                    <a:pt x="0" y="0"/>
                  </a:ln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Line 103"/>
            <p:cNvSpPr>
              <a:spLocks noChangeShapeType="1"/>
            </p:cNvSpPr>
            <p:nvPr/>
          </p:nvSpPr>
          <p:spPr bwMode="auto">
            <a:xfrm>
              <a:off x="2384425" y="3405189"/>
              <a:ext cx="1588" cy="250825"/>
            </a:xfrm>
            <a:prstGeom prst="line">
              <a:avLst/>
            </a:prstGeom>
            <a:grpFill/>
            <a:ln w="9525">
              <a:noFill/>
              <a:round/>
              <a:headEnd/>
              <a:tailEnd/>
            </a:ln>
          </p:spPr>
          <p:txBody>
            <a:bodyPr vert="horz" wrap="square" lIns="139466" tIns="69733" rIns="139466" bIns="69733" numCol="1" anchor="t" anchorCtr="0" compatLnSpc="1">
              <a:prstTxWarp prst="textNoShape">
                <a:avLst/>
              </a:prstTxWarp>
            </a:bodyPr>
            <a:lstStyle/>
            <a:p>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Rectangle 104"/>
            <p:cNvSpPr>
              <a:spLocks noChangeArrowheads="1"/>
            </p:cNvSpPr>
            <p:nvPr/>
          </p:nvSpPr>
          <p:spPr bwMode="auto">
            <a:xfrm>
              <a:off x="2376488" y="3405189"/>
              <a:ext cx="15875" cy="250825"/>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05"/>
            <p:cNvSpPr>
              <a:spLocks/>
            </p:cNvSpPr>
            <p:nvPr/>
          </p:nvSpPr>
          <p:spPr bwMode="auto">
            <a:xfrm>
              <a:off x="2003425" y="3173414"/>
              <a:ext cx="119063" cy="490538"/>
            </a:xfrm>
            <a:custGeom>
              <a:avLst/>
              <a:gdLst/>
              <a:ahLst/>
              <a:cxnLst>
                <a:cxn ang="0">
                  <a:pos x="5" y="294"/>
                </a:cxn>
                <a:cxn ang="0">
                  <a:pos x="4" y="294"/>
                </a:cxn>
                <a:cxn ang="0">
                  <a:pos x="0" y="288"/>
                </a:cxn>
                <a:cxn ang="0">
                  <a:pos x="61" y="4"/>
                </a:cxn>
                <a:cxn ang="0">
                  <a:pos x="67" y="0"/>
                </a:cxn>
                <a:cxn ang="0">
                  <a:pos x="71" y="6"/>
                </a:cxn>
                <a:cxn ang="0">
                  <a:pos x="10" y="291"/>
                </a:cxn>
                <a:cxn ang="0">
                  <a:pos x="5" y="294"/>
                </a:cxn>
              </a:cxnLst>
              <a:rect l="0" t="0" r="r" b="b"/>
              <a:pathLst>
                <a:path w="71" h="294">
                  <a:moveTo>
                    <a:pt x="5" y="294"/>
                  </a:moveTo>
                  <a:cubicBezTo>
                    <a:pt x="4" y="294"/>
                    <a:pt x="4" y="294"/>
                    <a:pt x="4" y="294"/>
                  </a:cubicBezTo>
                  <a:cubicBezTo>
                    <a:pt x="1" y="294"/>
                    <a:pt x="0" y="291"/>
                    <a:pt x="0" y="288"/>
                  </a:cubicBezTo>
                  <a:cubicBezTo>
                    <a:pt x="61" y="4"/>
                    <a:pt x="61" y="4"/>
                    <a:pt x="61" y="4"/>
                  </a:cubicBezTo>
                  <a:cubicBezTo>
                    <a:pt x="62" y="1"/>
                    <a:pt x="64" y="0"/>
                    <a:pt x="67" y="0"/>
                  </a:cubicBezTo>
                  <a:cubicBezTo>
                    <a:pt x="70" y="1"/>
                    <a:pt x="71" y="4"/>
                    <a:pt x="71" y="6"/>
                  </a:cubicBezTo>
                  <a:cubicBezTo>
                    <a:pt x="10" y="291"/>
                    <a:pt x="10" y="291"/>
                    <a:pt x="10" y="291"/>
                  </a:cubicBezTo>
                  <a:cubicBezTo>
                    <a:pt x="9" y="293"/>
                    <a:pt x="7" y="294"/>
                    <a:pt x="5" y="294"/>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06"/>
            <p:cNvSpPr>
              <a:spLocks/>
            </p:cNvSpPr>
            <p:nvPr/>
          </p:nvSpPr>
          <p:spPr bwMode="auto">
            <a:xfrm>
              <a:off x="2106613" y="3176589"/>
              <a:ext cx="133350" cy="490538"/>
            </a:xfrm>
            <a:custGeom>
              <a:avLst/>
              <a:gdLst/>
              <a:ahLst/>
              <a:cxnLst>
                <a:cxn ang="0">
                  <a:pos x="75" y="294"/>
                </a:cxn>
                <a:cxn ang="0">
                  <a:pos x="70" y="290"/>
                </a:cxn>
                <a:cxn ang="0">
                  <a:pos x="0" y="7"/>
                </a:cxn>
                <a:cxn ang="0">
                  <a:pos x="4" y="1"/>
                </a:cxn>
                <a:cxn ang="0">
                  <a:pos x="10" y="4"/>
                </a:cxn>
                <a:cxn ang="0">
                  <a:pos x="79" y="288"/>
                </a:cxn>
                <a:cxn ang="0">
                  <a:pos x="76" y="294"/>
                </a:cxn>
                <a:cxn ang="0">
                  <a:pos x="75" y="294"/>
                </a:cxn>
              </a:cxnLst>
              <a:rect l="0" t="0" r="r" b="b"/>
              <a:pathLst>
                <a:path w="80" h="294">
                  <a:moveTo>
                    <a:pt x="75" y="294"/>
                  </a:moveTo>
                  <a:cubicBezTo>
                    <a:pt x="72" y="294"/>
                    <a:pt x="70" y="292"/>
                    <a:pt x="70" y="290"/>
                  </a:cubicBezTo>
                  <a:cubicBezTo>
                    <a:pt x="0" y="7"/>
                    <a:pt x="0" y="7"/>
                    <a:pt x="0" y="7"/>
                  </a:cubicBezTo>
                  <a:cubicBezTo>
                    <a:pt x="0" y="4"/>
                    <a:pt x="1" y="1"/>
                    <a:pt x="4" y="1"/>
                  </a:cubicBezTo>
                  <a:cubicBezTo>
                    <a:pt x="7" y="0"/>
                    <a:pt x="9" y="2"/>
                    <a:pt x="10" y="4"/>
                  </a:cubicBezTo>
                  <a:cubicBezTo>
                    <a:pt x="79" y="288"/>
                    <a:pt x="79" y="288"/>
                    <a:pt x="79" y="288"/>
                  </a:cubicBezTo>
                  <a:cubicBezTo>
                    <a:pt x="80" y="290"/>
                    <a:pt x="78" y="293"/>
                    <a:pt x="76" y="294"/>
                  </a:cubicBezTo>
                  <a:cubicBezTo>
                    <a:pt x="75" y="294"/>
                    <a:pt x="75" y="294"/>
                    <a:pt x="75" y="294"/>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Rectangle 107"/>
            <p:cNvSpPr>
              <a:spLocks noChangeArrowheads="1"/>
            </p:cNvSpPr>
            <p:nvPr/>
          </p:nvSpPr>
          <p:spPr bwMode="auto">
            <a:xfrm>
              <a:off x="1885950" y="3408364"/>
              <a:ext cx="15875" cy="141288"/>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08"/>
            <p:cNvSpPr>
              <a:spLocks/>
            </p:cNvSpPr>
            <p:nvPr/>
          </p:nvSpPr>
          <p:spPr bwMode="auto">
            <a:xfrm>
              <a:off x="2017713" y="3432176"/>
              <a:ext cx="169863" cy="238125"/>
            </a:xfrm>
            <a:custGeom>
              <a:avLst/>
              <a:gdLst/>
              <a:ahLst/>
              <a:cxnLst>
                <a:cxn ang="0">
                  <a:pos x="6" y="143"/>
                </a:cxn>
                <a:cxn ang="0">
                  <a:pos x="3" y="142"/>
                </a:cxn>
                <a:cxn ang="0">
                  <a:pos x="2" y="135"/>
                </a:cxn>
                <a:cxn ang="0">
                  <a:pos x="92" y="3"/>
                </a:cxn>
                <a:cxn ang="0">
                  <a:pos x="99" y="1"/>
                </a:cxn>
                <a:cxn ang="0">
                  <a:pos x="100" y="8"/>
                </a:cxn>
                <a:cxn ang="0">
                  <a:pos x="10" y="141"/>
                </a:cxn>
                <a:cxn ang="0">
                  <a:pos x="6" y="143"/>
                </a:cxn>
              </a:cxnLst>
              <a:rect l="0" t="0" r="r" b="b"/>
              <a:pathLst>
                <a:path w="102" h="143">
                  <a:moveTo>
                    <a:pt x="6" y="143"/>
                  </a:moveTo>
                  <a:cubicBezTo>
                    <a:pt x="5" y="143"/>
                    <a:pt x="4" y="143"/>
                    <a:pt x="3" y="142"/>
                  </a:cubicBezTo>
                  <a:cubicBezTo>
                    <a:pt x="1" y="141"/>
                    <a:pt x="0" y="138"/>
                    <a:pt x="2" y="135"/>
                  </a:cubicBezTo>
                  <a:cubicBezTo>
                    <a:pt x="92" y="3"/>
                    <a:pt x="92" y="3"/>
                    <a:pt x="92" y="3"/>
                  </a:cubicBezTo>
                  <a:cubicBezTo>
                    <a:pt x="93" y="0"/>
                    <a:pt x="96" y="0"/>
                    <a:pt x="99" y="1"/>
                  </a:cubicBezTo>
                  <a:cubicBezTo>
                    <a:pt x="101" y="3"/>
                    <a:pt x="102" y="6"/>
                    <a:pt x="100" y="8"/>
                  </a:cubicBezTo>
                  <a:cubicBezTo>
                    <a:pt x="10" y="141"/>
                    <a:pt x="10" y="141"/>
                    <a:pt x="10" y="141"/>
                  </a:cubicBezTo>
                  <a:cubicBezTo>
                    <a:pt x="9" y="142"/>
                    <a:pt x="8" y="143"/>
                    <a:pt x="6" y="143"/>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09"/>
            <p:cNvSpPr>
              <a:spLocks/>
            </p:cNvSpPr>
            <p:nvPr/>
          </p:nvSpPr>
          <p:spPr bwMode="auto">
            <a:xfrm>
              <a:off x="2051050" y="3440114"/>
              <a:ext cx="185738" cy="228600"/>
            </a:xfrm>
            <a:custGeom>
              <a:avLst/>
              <a:gdLst/>
              <a:ahLst/>
              <a:cxnLst>
                <a:cxn ang="0">
                  <a:pos x="106" y="137"/>
                </a:cxn>
                <a:cxn ang="0">
                  <a:pos x="102" y="136"/>
                </a:cxn>
                <a:cxn ang="0">
                  <a:pos x="2" y="9"/>
                </a:cxn>
                <a:cxn ang="0">
                  <a:pos x="3" y="2"/>
                </a:cxn>
                <a:cxn ang="0">
                  <a:pos x="10" y="3"/>
                </a:cxn>
                <a:cxn ang="0">
                  <a:pos x="110" y="129"/>
                </a:cxn>
                <a:cxn ang="0">
                  <a:pos x="109" y="136"/>
                </a:cxn>
                <a:cxn ang="0">
                  <a:pos x="106" y="137"/>
                </a:cxn>
              </a:cxnLst>
              <a:rect l="0" t="0" r="r" b="b"/>
              <a:pathLst>
                <a:path w="112" h="137">
                  <a:moveTo>
                    <a:pt x="106" y="137"/>
                  </a:moveTo>
                  <a:cubicBezTo>
                    <a:pt x="105" y="137"/>
                    <a:pt x="103" y="137"/>
                    <a:pt x="102" y="136"/>
                  </a:cubicBezTo>
                  <a:cubicBezTo>
                    <a:pt x="2" y="9"/>
                    <a:pt x="2" y="9"/>
                    <a:pt x="2" y="9"/>
                  </a:cubicBezTo>
                  <a:cubicBezTo>
                    <a:pt x="0" y="7"/>
                    <a:pt x="0" y="4"/>
                    <a:pt x="3" y="2"/>
                  </a:cubicBezTo>
                  <a:cubicBezTo>
                    <a:pt x="5" y="0"/>
                    <a:pt x="8" y="1"/>
                    <a:pt x="10" y="3"/>
                  </a:cubicBezTo>
                  <a:cubicBezTo>
                    <a:pt x="110" y="129"/>
                    <a:pt x="110" y="129"/>
                    <a:pt x="110" y="129"/>
                  </a:cubicBezTo>
                  <a:cubicBezTo>
                    <a:pt x="112" y="132"/>
                    <a:pt x="111" y="135"/>
                    <a:pt x="109" y="136"/>
                  </a:cubicBezTo>
                  <a:cubicBezTo>
                    <a:pt x="108" y="137"/>
                    <a:pt x="107" y="137"/>
                    <a:pt x="106" y="137"/>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110"/>
            <p:cNvSpPr>
              <a:spLocks/>
            </p:cNvSpPr>
            <p:nvPr/>
          </p:nvSpPr>
          <p:spPr bwMode="auto">
            <a:xfrm>
              <a:off x="2052638" y="3308351"/>
              <a:ext cx="107950" cy="141288"/>
            </a:xfrm>
            <a:custGeom>
              <a:avLst/>
              <a:gdLst/>
              <a:ahLst/>
              <a:cxnLst>
                <a:cxn ang="0">
                  <a:pos x="6" y="84"/>
                </a:cxn>
                <a:cxn ang="0">
                  <a:pos x="3" y="83"/>
                </a:cxn>
                <a:cxn ang="0">
                  <a:pos x="2" y="76"/>
                </a:cxn>
                <a:cxn ang="0">
                  <a:pos x="55" y="3"/>
                </a:cxn>
                <a:cxn ang="0">
                  <a:pos x="62" y="2"/>
                </a:cxn>
                <a:cxn ang="0">
                  <a:pos x="63" y="9"/>
                </a:cxn>
                <a:cxn ang="0">
                  <a:pos x="10" y="82"/>
                </a:cxn>
                <a:cxn ang="0">
                  <a:pos x="6" y="84"/>
                </a:cxn>
              </a:cxnLst>
              <a:rect l="0" t="0" r="r" b="b"/>
              <a:pathLst>
                <a:path w="65" h="84">
                  <a:moveTo>
                    <a:pt x="6" y="84"/>
                  </a:moveTo>
                  <a:cubicBezTo>
                    <a:pt x="5" y="84"/>
                    <a:pt x="4" y="84"/>
                    <a:pt x="3" y="83"/>
                  </a:cubicBezTo>
                  <a:cubicBezTo>
                    <a:pt x="1" y="82"/>
                    <a:pt x="0" y="79"/>
                    <a:pt x="2" y="76"/>
                  </a:cubicBezTo>
                  <a:cubicBezTo>
                    <a:pt x="55" y="3"/>
                    <a:pt x="55" y="3"/>
                    <a:pt x="55" y="3"/>
                  </a:cubicBezTo>
                  <a:cubicBezTo>
                    <a:pt x="57" y="1"/>
                    <a:pt x="60" y="0"/>
                    <a:pt x="62" y="2"/>
                  </a:cubicBezTo>
                  <a:cubicBezTo>
                    <a:pt x="64" y="4"/>
                    <a:pt x="65" y="7"/>
                    <a:pt x="63" y="9"/>
                  </a:cubicBezTo>
                  <a:cubicBezTo>
                    <a:pt x="10" y="82"/>
                    <a:pt x="10" y="82"/>
                    <a:pt x="10" y="82"/>
                  </a:cubicBezTo>
                  <a:cubicBezTo>
                    <a:pt x="9" y="84"/>
                    <a:pt x="7" y="84"/>
                    <a:pt x="6" y="84"/>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111"/>
            <p:cNvSpPr>
              <a:spLocks/>
            </p:cNvSpPr>
            <p:nvPr/>
          </p:nvSpPr>
          <p:spPr bwMode="auto">
            <a:xfrm>
              <a:off x="2065338" y="3324226"/>
              <a:ext cx="122238" cy="119063"/>
            </a:xfrm>
            <a:custGeom>
              <a:avLst/>
              <a:gdLst/>
              <a:ahLst/>
              <a:cxnLst>
                <a:cxn ang="0">
                  <a:pos x="67" y="72"/>
                </a:cxn>
                <a:cxn ang="0">
                  <a:pos x="64" y="70"/>
                </a:cxn>
                <a:cxn ang="0">
                  <a:pos x="2" y="9"/>
                </a:cxn>
                <a:cxn ang="0">
                  <a:pos x="2" y="2"/>
                </a:cxn>
                <a:cxn ang="0">
                  <a:pos x="9" y="2"/>
                </a:cxn>
                <a:cxn ang="0">
                  <a:pos x="71" y="63"/>
                </a:cxn>
                <a:cxn ang="0">
                  <a:pos x="71" y="70"/>
                </a:cxn>
                <a:cxn ang="0">
                  <a:pos x="67" y="72"/>
                </a:cxn>
              </a:cxnLst>
              <a:rect l="0" t="0" r="r" b="b"/>
              <a:pathLst>
                <a:path w="73" h="72">
                  <a:moveTo>
                    <a:pt x="67" y="72"/>
                  </a:moveTo>
                  <a:cubicBezTo>
                    <a:pt x="66" y="72"/>
                    <a:pt x="65" y="71"/>
                    <a:pt x="64" y="70"/>
                  </a:cubicBezTo>
                  <a:cubicBezTo>
                    <a:pt x="2" y="9"/>
                    <a:pt x="2" y="9"/>
                    <a:pt x="2" y="9"/>
                  </a:cubicBezTo>
                  <a:cubicBezTo>
                    <a:pt x="0" y="7"/>
                    <a:pt x="0" y="4"/>
                    <a:pt x="2" y="2"/>
                  </a:cubicBezTo>
                  <a:cubicBezTo>
                    <a:pt x="4" y="0"/>
                    <a:pt x="7" y="0"/>
                    <a:pt x="9" y="2"/>
                  </a:cubicBezTo>
                  <a:cubicBezTo>
                    <a:pt x="71" y="63"/>
                    <a:pt x="71" y="63"/>
                    <a:pt x="71" y="63"/>
                  </a:cubicBezTo>
                  <a:cubicBezTo>
                    <a:pt x="73" y="65"/>
                    <a:pt x="73" y="68"/>
                    <a:pt x="71" y="70"/>
                  </a:cubicBezTo>
                  <a:cubicBezTo>
                    <a:pt x="70" y="71"/>
                    <a:pt x="69" y="72"/>
                    <a:pt x="67" y="72"/>
                  </a:cubicBezTo>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Rectangle 112"/>
            <p:cNvSpPr>
              <a:spLocks noChangeArrowheads="1"/>
            </p:cNvSpPr>
            <p:nvPr/>
          </p:nvSpPr>
          <p:spPr bwMode="auto">
            <a:xfrm>
              <a:off x="1817688" y="3651251"/>
              <a:ext cx="619125" cy="117422"/>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Rectangle 113"/>
            <p:cNvSpPr>
              <a:spLocks noChangeArrowheads="1"/>
            </p:cNvSpPr>
            <p:nvPr/>
          </p:nvSpPr>
          <p:spPr bwMode="auto">
            <a:xfrm>
              <a:off x="1852613" y="3530601"/>
              <a:ext cx="84138" cy="128588"/>
            </a:xfrm>
            <a:prstGeom prst="rect">
              <a:avLst/>
            </a:prstGeom>
            <a:grpFill/>
            <a:ln w="9525">
              <a:noFill/>
              <a:miter lim="800000"/>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64" name="Freeform 5"/>
          <p:cNvSpPr>
            <a:spLocks noEditPoints="1"/>
          </p:cNvSpPr>
          <p:nvPr/>
        </p:nvSpPr>
        <p:spPr bwMode="auto">
          <a:xfrm>
            <a:off x="6811623" y="3464890"/>
            <a:ext cx="539759" cy="737974"/>
          </a:xfrm>
          <a:custGeom>
            <a:avLst/>
            <a:gdLst/>
            <a:ahLst/>
            <a:cxnLst>
              <a:cxn ang="0">
                <a:pos x="495" y="412"/>
              </a:cxn>
              <a:cxn ang="0">
                <a:pos x="534" y="373"/>
              </a:cxn>
              <a:cxn ang="0">
                <a:pos x="495" y="334"/>
              </a:cxn>
              <a:cxn ang="0">
                <a:pos x="478" y="334"/>
              </a:cxn>
              <a:cxn ang="0">
                <a:pos x="478" y="78"/>
              </a:cxn>
              <a:cxn ang="0">
                <a:pos x="495" y="78"/>
              </a:cxn>
              <a:cxn ang="0">
                <a:pos x="534" y="39"/>
              </a:cxn>
              <a:cxn ang="0">
                <a:pos x="495" y="0"/>
              </a:cxn>
              <a:cxn ang="0">
                <a:pos x="39" y="0"/>
              </a:cxn>
              <a:cxn ang="0">
                <a:pos x="0" y="39"/>
              </a:cxn>
              <a:cxn ang="0">
                <a:pos x="39" y="78"/>
              </a:cxn>
              <a:cxn ang="0">
                <a:pos x="56" y="78"/>
              </a:cxn>
              <a:cxn ang="0">
                <a:pos x="56" y="334"/>
              </a:cxn>
              <a:cxn ang="0">
                <a:pos x="39" y="334"/>
              </a:cxn>
              <a:cxn ang="0">
                <a:pos x="0" y="373"/>
              </a:cxn>
              <a:cxn ang="0">
                <a:pos x="39" y="412"/>
              </a:cxn>
              <a:cxn ang="0">
                <a:pos x="56" y="412"/>
              </a:cxn>
              <a:cxn ang="0">
                <a:pos x="56" y="658"/>
              </a:cxn>
              <a:cxn ang="0">
                <a:pos x="39" y="658"/>
              </a:cxn>
              <a:cxn ang="0">
                <a:pos x="0" y="697"/>
              </a:cxn>
              <a:cxn ang="0">
                <a:pos x="39" y="736"/>
              </a:cxn>
              <a:cxn ang="0">
                <a:pos x="495" y="736"/>
              </a:cxn>
              <a:cxn ang="0">
                <a:pos x="534" y="697"/>
              </a:cxn>
              <a:cxn ang="0">
                <a:pos x="495" y="658"/>
              </a:cxn>
              <a:cxn ang="0">
                <a:pos x="478" y="658"/>
              </a:cxn>
              <a:cxn ang="0">
                <a:pos x="478" y="412"/>
              </a:cxn>
              <a:cxn ang="0">
                <a:pos x="495" y="412"/>
              </a:cxn>
              <a:cxn ang="0">
                <a:pos x="267" y="424"/>
              </a:cxn>
              <a:cxn ang="0">
                <a:pos x="193" y="350"/>
              </a:cxn>
              <a:cxn ang="0">
                <a:pos x="267" y="204"/>
              </a:cxn>
              <a:cxn ang="0">
                <a:pos x="341" y="350"/>
              </a:cxn>
              <a:cxn ang="0">
                <a:pos x="267" y="424"/>
              </a:cxn>
              <a:cxn ang="0">
                <a:pos x="267" y="424"/>
              </a:cxn>
              <a:cxn ang="0">
                <a:pos x="267" y="424"/>
              </a:cxn>
            </a:cxnLst>
            <a:rect l="0" t="0" r="r" b="b"/>
            <a:pathLst>
              <a:path w="534" h="736">
                <a:moveTo>
                  <a:pt x="495" y="412"/>
                </a:moveTo>
                <a:cubicBezTo>
                  <a:pt x="517" y="412"/>
                  <a:pt x="534" y="395"/>
                  <a:pt x="534" y="373"/>
                </a:cubicBezTo>
                <a:cubicBezTo>
                  <a:pt x="534" y="352"/>
                  <a:pt x="517" y="334"/>
                  <a:pt x="495" y="334"/>
                </a:cubicBezTo>
                <a:cubicBezTo>
                  <a:pt x="478" y="334"/>
                  <a:pt x="478" y="334"/>
                  <a:pt x="478" y="334"/>
                </a:cubicBezTo>
                <a:cubicBezTo>
                  <a:pt x="478" y="78"/>
                  <a:pt x="478" y="78"/>
                  <a:pt x="478" y="78"/>
                </a:cubicBezTo>
                <a:cubicBezTo>
                  <a:pt x="495" y="78"/>
                  <a:pt x="495" y="78"/>
                  <a:pt x="495" y="78"/>
                </a:cubicBezTo>
                <a:cubicBezTo>
                  <a:pt x="517" y="78"/>
                  <a:pt x="534" y="61"/>
                  <a:pt x="534" y="39"/>
                </a:cubicBezTo>
                <a:cubicBezTo>
                  <a:pt x="534" y="17"/>
                  <a:pt x="517" y="0"/>
                  <a:pt x="495" y="0"/>
                </a:cubicBezTo>
                <a:cubicBezTo>
                  <a:pt x="39" y="0"/>
                  <a:pt x="39" y="0"/>
                  <a:pt x="39" y="0"/>
                </a:cubicBezTo>
                <a:cubicBezTo>
                  <a:pt x="18" y="0"/>
                  <a:pt x="0" y="17"/>
                  <a:pt x="0" y="39"/>
                </a:cubicBezTo>
                <a:cubicBezTo>
                  <a:pt x="0" y="61"/>
                  <a:pt x="18" y="78"/>
                  <a:pt x="39" y="78"/>
                </a:cubicBezTo>
                <a:cubicBezTo>
                  <a:pt x="56" y="78"/>
                  <a:pt x="56" y="78"/>
                  <a:pt x="56" y="78"/>
                </a:cubicBezTo>
                <a:cubicBezTo>
                  <a:pt x="56" y="334"/>
                  <a:pt x="56" y="334"/>
                  <a:pt x="56" y="334"/>
                </a:cubicBezTo>
                <a:cubicBezTo>
                  <a:pt x="39" y="334"/>
                  <a:pt x="39" y="334"/>
                  <a:pt x="39" y="334"/>
                </a:cubicBezTo>
                <a:cubicBezTo>
                  <a:pt x="18" y="334"/>
                  <a:pt x="0" y="352"/>
                  <a:pt x="0" y="373"/>
                </a:cubicBezTo>
                <a:cubicBezTo>
                  <a:pt x="0" y="395"/>
                  <a:pt x="18" y="412"/>
                  <a:pt x="39" y="412"/>
                </a:cubicBezTo>
                <a:cubicBezTo>
                  <a:pt x="56" y="412"/>
                  <a:pt x="56" y="412"/>
                  <a:pt x="56" y="412"/>
                </a:cubicBezTo>
                <a:cubicBezTo>
                  <a:pt x="56" y="658"/>
                  <a:pt x="56" y="658"/>
                  <a:pt x="56" y="658"/>
                </a:cubicBezTo>
                <a:cubicBezTo>
                  <a:pt x="39" y="658"/>
                  <a:pt x="39" y="658"/>
                  <a:pt x="39" y="658"/>
                </a:cubicBezTo>
                <a:cubicBezTo>
                  <a:pt x="18" y="658"/>
                  <a:pt x="0" y="675"/>
                  <a:pt x="0" y="697"/>
                </a:cubicBezTo>
                <a:cubicBezTo>
                  <a:pt x="0" y="718"/>
                  <a:pt x="18" y="736"/>
                  <a:pt x="39" y="736"/>
                </a:cubicBezTo>
                <a:cubicBezTo>
                  <a:pt x="495" y="736"/>
                  <a:pt x="495" y="736"/>
                  <a:pt x="495" y="736"/>
                </a:cubicBezTo>
                <a:cubicBezTo>
                  <a:pt x="517" y="736"/>
                  <a:pt x="534" y="718"/>
                  <a:pt x="534" y="697"/>
                </a:cubicBezTo>
                <a:cubicBezTo>
                  <a:pt x="534" y="675"/>
                  <a:pt x="517" y="658"/>
                  <a:pt x="495" y="658"/>
                </a:cubicBezTo>
                <a:cubicBezTo>
                  <a:pt x="478" y="658"/>
                  <a:pt x="478" y="658"/>
                  <a:pt x="478" y="658"/>
                </a:cubicBezTo>
                <a:cubicBezTo>
                  <a:pt x="478" y="412"/>
                  <a:pt x="478" y="412"/>
                  <a:pt x="478" y="412"/>
                </a:cubicBezTo>
                <a:lnTo>
                  <a:pt x="495" y="412"/>
                </a:lnTo>
                <a:close/>
                <a:moveTo>
                  <a:pt x="267" y="424"/>
                </a:moveTo>
                <a:cubicBezTo>
                  <a:pt x="227" y="424"/>
                  <a:pt x="193" y="390"/>
                  <a:pt x="193" y="350"/>
                </a:cubicBezTo>
                <a:cubicBezTo>
                  <a:pt x="193" y="309"/>
                  <a:pt x="267" y="204"/>
                  <a:pt x="267" y="204"/>
                </a:cubicBezTo>
                <a:cubicBezTo>
                  <a:pt x="267" y="204"/>
                  <a:pt x="341" y="309"/>
                  <a:pt x="341" y="350"/>
                </a:cubicBezTo>
                <a:cubicBezTo>
                  <a:pt x="341" y="390"/>
                  <a:pt x="308" y="424"/>
                  <a:pt x="267" y="424"/>
                </a:cubicBezTo>
                <a:close/>
                <a:moveTo>
                  <a:pt x="267" y="424"/>
                </a:moveTo>
                <a:cubicBezTo>
                  <a:pt x="267" y="424"/>
                  <a:pt x="267" y="424"/>
                  <a:pt x="267" y="424"/>
                </a:cubicBezTo>
              </a:path>
            </a:pathLst>
          </a:custGeom>
          <a:solidFill>
            <a:schemeClr val="accent1"/>
          </a:solidFill>
          <a:ln w="9525">
            <a:noFill/>
            <a:round/>
            <a:headEnd/>
            <a:tailEnd/>
          </a:ln>
        </p:spPr>
        <p:txBody>
          <a:bodyPr vert="horz" wrap="square" lIns="99189" tIns="49594" rIns="99189" bIns="49594"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3"/>
          <p:cNvSpPr>
            <a:spLocks noEditPoints="1"/>
          </p:cNvSpPr>
          <p:nvPr/>
        </p:nvSpPr>
        <p:spPr bwMode="auto">
          <a:xfrm>
            <a:off x="8330533" y="5182130"/>
            <a:ext cx="622422" cy="684319"/>
          </a:xfrm>
          <a:custGeom>
            <a:avLst/>
            <a:gdLst/>
            <a:ahLst/>
            <a:cxnLst>
              <a:cxn ang="0">
                <a:pos x="610" y="651"/>
              </a:cxn>
              <a:cxn ang="0">
                <a:pos x="610" y="51"/>
              </a:cxn>
              <a:cxn ang="0">
                <a:pos x="568" y="9"/>
              </a:cxn>
              <a:cxn ang="0">
                <a:pos x="303" y="9"/>
              </a:cxn>
              <a:cxn ang="0">
                <a:pos x="261" y="51"/>
              </a:cxn>
              <a:cxn ang="0">
                <a:pos x="261" y="262"/>
              </a:cxn>
              <a:cxn ang="0">
                <a:pos x="181" y="296"/>
              </a:cxn>
              <a:cxn ang="0">
                <a:pos x="160" y="357"/>
              </a:cxn>
              <a:cxn ang="0">
                <a:pos x="164" y="528"/>
              </a:cxn>
              <a:cxn ang="0">
                <a:pos x="164" y="538"/>
              </a:cxn>
              <a:cxn ang="0">
                <a:pos x="121" y="614"/>
              </a:cxn>
              <a:cxn ang="0">
                <a:pos x="94" y="605"/>
              </a:cxn>
              <a:cxn ang="0">
                <a:pos x="72" y="538"/>
              </a:cxn>
              <a:cxn ang="0">
                <a:pos x="72" y="289"/>
              </a:cxn>
              <a:cxn ang="0">
                <a:pos x="94" y="248"/>
              </a:cxn>
              <a:cxn ang="0">
                <a:pos x="129" y="107"/>
              </a:cxn>
              <a:cxn ang="0">
                <a:pos x="182" y="86"/>
              </a:cxn>
              <a:cxn ang="0">
                <a:pos x="225" y="43"/>
              </a:cxn>
              <a:cxn ang="0">
                <a:pos x="182" y="0"/>
              </a:cxn>
              <a:cxn ang="0">
                <a:pos x="66" y="49"/>
              </a:cxn>
              <a:cxn ang="0">
                <a:pos x="8" y="255"/>
              </a:cxn>
              <a:cxn ang="0">
                <a:pos x="29" y="288"/>
              </a:cxn>
              <a:cxn ang="0">
                <a:pos x="29" y="538"/>
              </a:cxn>
              <a:cxn ang="0">
                <a:pos x="64" y="636"/>
              </a:cxn>
              <a:cxn ang="0">
                <a:pos x="118" y="657"/>
              </a:cxn>
              <a:cxn ang="0">
                <a:pos x="123" y="657"/>
              </a:cxn>
              <a:cxn ang="0">
                <a:pos x="207" y="536"/>
              </a:cxn>
              <a:cxn ang="0">
                <a:pos x="207" y="528"/>
              </a:cxn>
              <a:cxn ang="0">
                <a:pos x="203" y="354"/>
              </a:cxn>
              <a:cxn ang="0">
                <a:pos x="214" y="325"/>
              </a:cxn>
              <a:cxn ang="0">
                <a:pos x="261" y="305"/>
              </a:cxn>
              <a:cxn ang="0">
                <a:pos x="261" y="651"/>
              </a:cxn>
              <a:cxn ang="0">
                <a:pos x="252" y="651"/>
              </a:cxn>
              <a:cxn ang="0">
                <a:pos x="219" y="683"/>
              </a:cxn>
              <a:cxn ang="0">
                <a:pos x="219" y="711"/>
              </a:cxn>
              <a:cxn ang="0">
                <a:pos x="645" y="711"/>
              </a:cxn>
              <a:cxn ang="0">
                <a:pos x="645" y="685"/>
              </a:cxn>
              <a:cxn ang="0">
                <a:pos x="610" y="651"/>
              </a:cxn>
              <a:cxn ang="0">
                <a:pos x="368" y="443"/>
              </a:cxn>
              <a:cxn ang="0">
                <a:pos x="344" y="467"/>
              </a:cxn>
              <a:cxn ang="0">
                <a:pos x="340" y="467"/>
              </a:cxn>
              <a:cxn ang="0">
                <a:pos x="316" y="443"/>
              </a:cxn>
              <a:cxn ang="0">
                <a:pos x="316" y="387"/>
              </a:cxn>
              <a:cxn ang="0">
                <a:pos x="344" y="360"/>
              </a:cxn>
              <a:cxn ang="0">
                <a:pos x="368" y="384"/>
              </a:cxn>
              <a:cxn ang="0">
                <a:pos x="368" y="443"/>
              </a:cxn>
              <a:cxn ang="0">
                <a:pos x="555" y="185"/>
              </a:cxn>
              <a:cxn ang="0">
                <a:pos x="527" y="213"/>
              </a:cxn>
              <a:cxn ang="0">
                <a:pos x="344" y="213"/>
              </a:cxn>
              <a:cxn ang="0">
                <a:pos x="316" y="185"/>
              </a:cxn>
              <a:cxn ang="0">
                <a:pos x="316" y="89"/>
              </a:cxn>
              <a:cxn ang="0">
                <a:pos x="344" y="62"/>
              </a:cxn>
              <a:cxn ang="0">
                <a:pos x="527" y="62"/>
              </a:cxn>
              <a:cxn ang="0">
                <a:pos x="555" y="89"/>
              </a:cxn>
              <a:cxn ang="0">
                <a:pos x="555" y="185"/>
              </a:cxn>
              <a:cxn ang="0">
                <a:pos x="555" y="185"/>
              </a:cxn>
              <a:cxn ang="0">
                <a:pos x="555" y="185"/>
              </a:cxn>
            </a:cxnLst>
            <a:rect l="0" t="0" r="r" b="b"/>
            <a:pathLst>
              <a:path w="645" h="711">
                <a:moveTo>
                  <a:pt x="610" y="651"/>
                </a:moveTo>
                <a:cubicBezTo>
                  <a:pt x="610" y="51"/>
                  <a:pt x="610" y="51"/>
                  <a:pt x="610" y="51"/>
                </a:cubicBezTo>
                <a:cubicBezTo>
                  <a:pt x="610" y="28"/>
                  <a:pt x="591" y="9"/>
                  <a:pt x="568" y="9"/>
                </a:cubicBezTo>
                <a:cubicBezTo>
                  <a:pt x="303" y="9"/>
                  <a:pt x="303" y="9"/>
                  <a:pt x="303" y="9"/>
                </a:cubicBezTo>
                <a:cubicBezTo>
                  <a:pt x="280" y="9"/>
                  <a:pt x="261" y="28"/>
                  <a:pt x="261" y="51"/>
                </a:cubicBezTo>
                <a:cubicBezTo>
                  <a:pt x="261" y="262"/>
                  <a:pt x="261" y="262"/>
                  <a:pt x="261" y="262"/>
                </a:cubicBezTo>
                <a:cubicBezTo>
                  <a:pt x="226" y="265"/>
                  <a:pt x="199" y="277"/>
                  <a:pt x="181" y="296"/>
                </a:cubicBezTo>
                <a:cubicBezTo>
                  <a:pt x="157" y="324"/>
                  <a:pt x="160" y="355"/>
                  <a:pt x="160" y="357"/>
                </a:cubicBezTo>
                <a:cubicBezTo>
                  <a:pt x="160" y="359"/>
                  <a:pt x="164" y="505"/>
                  <a:pt x="164" y="528"/>
                </a:cubicBezTo>
                <a:cubicBezTo>
                  <a:pt x="164" y="531"/>
                  <a:pt x="164" y="534"/>
                  <a:pt x="164" y="538"/>
                </a:cubicBezTo>
                <a:cubicBezTo>
                  <a:pt x="166" y="585"/>
                  <a:pt x="160" y="612"/>
                  <a:pt x="121" y="614"/>
                </a:cubicBezTo>
                <a:cubicBezTo>
                  <a:pt x="109" y="614"/>
                  <a:pt x="101" y="612"/>
                  <a:pt x="94" y="605"/>
                </a:cubicBezTo>
                <a:cubicBezTo>
                  <a:pt x="76" y="588"/>
                  <a:pt x="72" y="551"/>
                  <a:pt x="72" y="538"/>
                </a:cubicBezTo>
                <a:cubicBezTo>
                  <a:pt x="72" y="289"/>
                  <a:pt x="72" y="289"/>
                  <a:pt x="72" y="289"/>
                </a:cubicBezTo>
                <a:cubicBezTo>
                  <a:pt x="87" y="281"/>
                  <a:pt x="96" y="265"/>
                  <a:pt x="94" y="248"/>
                </a:cubicBezTo>
                <a:cubicBezTo>
                  <a:pt x="92" y="223"/>
                  <a:pt x="95" y="144"/>
                  <a:pt x="129" y="107"/>
                </a:cubicBezTo>
                <a:cubicBezTo>
                  <a:pt x="142" y="93"/>
                  <a:pt x="159" y="86"/>
                  <a:pt x="182" y="86"/>
                </a:cubicBezTo>
                <a:cubicBezTo>
                  <a:pt x="205" y="86"/>
                  <a:pt x="225" y="67"/>
                  <a:pt x="225" y="43"/>
                </a:cubicBezTo>
                <a:cubicBezTo>
                  <a:pt x="225" y="19"/>
                  <a:pt x="205" y="0"/>
                  <a:pt x="182" y="0"/>
                </a:cubicBezTo>
                <a:cubicBezTo>
                  <a:pt x="135" y="0"/>
                  <a:pt x="95" y="17"/>
                  <a:pt x="66" y="49"/>
                </a:cubicBezTo>
                <a:cubicBezTo>
                  <a:pt x="0" y="120"/>
                  <a:pt x="7" y="241"/>
                  <a:pt x="8" y="255"/>
                </a:cubicBezTo>
                <a:cubicBezTo>
                  <a:pt x="10" y="269"/>
                  <a:pt x="18" y="281"/>
                  <a:pt x="29" y="288"/>
                </a:cubicBezTo>
                <a:cubicBezTo>
                  <a:pt x="29" y="538"/>
                  <a:pt x="29" y="538"/>
                  <a:pt x="29" y="538"/>
                </a:cubicBezTo>
                <a:cubicBezTo>
                  <a:pt x="29" y="545"/>
                  <a:pt x="30" y="603"/>
                  <a:pt x="64" y="636"/>
                </a:cubicBezTo>
                <a:cubicBezTo>
                  <a:pt x="79" y="650"/>
                  <a:pt x="97" y="657"/>
                  <a:pt x="118" y="657"/>
                </a:cubicBezTo>
                <a:cubicBezTo>
                  <a:pt x="120" y="657"/>
                  <a:pt x="121" y="657"/>
                  <a:pt x="123" y="657"/>
                </a:cubicBezTo>
                <a:cubicBezTo>
                  <a:pt x="212" y="652"/>
                  <a:pt x="209" y="565"/>
                  <a:pt x="207" y="536"/>
                </a:cubicBezTo>
                <a:cubicBezTo>
                  <a:pt x="207" y="533"/>
                  <a:pt x="207" y="530"/>
                  <a:pt x="207" y="528"/>
                </a:cubicBezTo>
                <a:cubicBezTo>
                  <a:pt x="207" y="504"/>
                  <a:pt x="203" y="362"/>
                  <a:pt x="203" y="354"/>
                </a:cubicBezTo>
                <a:cubicBezTo>
                  <a:pt x="203" y="354"/>
                  <a:pt x="202" y="338"/>
                  <a:pt x="214" y="325"/>
                </a:cubicBezTo>
                <a:cubicBezTo>
                  <a:pt x="224" y="314"/>
                  <a:pt x="239" y="308"/>
                  <a:pt x="261" y="305"/>
                </a:cubicBezTo>
                <a:cubicBezTo>
                  <a:pt x="261" y="651"/>
                  <a:pt x="261" y="651"/>
                  <a:pt x="261" y="651"/>
                </a:cubicBezTo>
                <a:cubicBezTo>
                  <a:pt x="252" y="651"/>
                  <a:pt x="252" y="651"/>
                  <a:pt x="252" y="651"/>
                </a:cubicBezTo>
                <a:cubicBezTo>
                  <a:pt x="233" y="651"/>
                  <a:pt x="219" y="665"/>
                  <a:pt x="219" y="683"/>
                </a:cubicBezTo>
                <a:cubicBezTo>
                  <a:pt x="219" y="711"/>
                  <a:pt x="219" y="711"/>
                  <a:pt x="219" y="711"/>
                </a:cubicBezTo>
                <a:cubicBezTo>
                  <a:pt x="645" y="711"/>
                  <a:pt x="645" y="711"/>
                  <a:pt x="645" y="711"/>
                </a:cubicBezTo>
                <a:cubicBezTo>
                  <a:pt x="645" y="685"/>
                  <a:pt x="645" y="685"/>
                  <a:pt x="645" y="685"/>
                </a:cubicBezTo>
                <a:cubicBezTo>
                  <a:pt x="645" y="666"/>
                  <a:pt x="630" y="651"/>
                  <a:pt x="610" y="651"/>
                </a:cubicBezTo>
                <a:close/>
                <a:moveTo>
                  <a:pt x="368" y="443"/>
                </a:moveTo>
                <a:cubicBezTo>
                  <a:pt x="368" y="456"/>
                  <a:pt x="357" y="467"/>
                  <a:pt x="344" y="467"/>
                </a:cubicBezTo>
                <a:cubicBezTo>
                  <a:pt x="340" y="467"/>
                  <a:pt x="340" y="467"/>
                  <a:pt x="340" y="467"/>
                </a:cubicBezTo>
                <a:cubicBezTo>
                  <a:pt x="327" y="467"/>
                  <a:pt x="316" y="456"/>
                  <a:pt x="316" y="443"/>
                </a:cubicBezTo>
                <a:cubicBezTo>
                  <a:pt x="316" y="387"/>
                  <a:pt x="316" y="387"/>
                  <a:pt x="316" y="387"/>
                </a:cubicBezTo>
                <a:cubicBezTo>
                  <a:pt x="316" y="372"/>
                  <a:pt x="328" y="360"/>
                  <a:pt x="344" y="360"/>
                </a:cubicBezTo>
                <a:cubicBezTo>
                  <a:pt x="357" y="360"/>
                  <a:pt x="368" y="371"/>
                  <a:pt x="368" y="384"/>
                </a:cubicBezTo>
                <a:lnTo>
                  <a:pt x="368" y="443"/>
                </a:lnTo>
                <a:close/>
                <a:moveTo>
                  <a:pt x="555" y="185"/>
                </a:moveTo>
                <a:cubicBezTo>
                  <a:pt x="555" y="200"/>
                  <a:pt x="542" y="213"/>
                  <a:pt x="527" y="213"/>
                </a:cubicBezTo>
                <a:cubicBezTo>
                  <a:pt x="344" y="213"/>
                  <a:pt x="344" y="213"/>
                  <a:pt x="344" y="213"/>
                </a:cubicBezTo>
                <a:cubicBezTo>
                  <a:pt x="328" y="213"/>
                  <a:pt x="316" y="200"/>
                  <a:pt x="316" y="185"/>
                </a:cubicBezTo>
                <a:cubicBezTo>
                  <a:pt x="316" y="89"/>
                  <a:pt x="316" y="89"/>
                  <a:pt x="316" y="89"/>
                </a:cubicBezTo>
                <a:cubicBezTo>
                  <a:pt x="316" y="74"/>
                  <a:pt x="328" y="62"/>
                  <a:pt x="344" y="62"/>
                </a:cubicBezTo>
                <a:cubicBezTo>
                  <a:pt x="527" y="62"/>
                  <a:pt x="527" y="62"/>
                  <a:pt x="527" y="62"/>
                </a:cubicBezTo>
                <a:cubicBezTo>
                  <a:pt x="542" y="62"/>
                  <a:pt x="555" y="74"/>
                  <a:pt x="555" y="89"/>
                </a:cubicBezTo>
                <a:lnTo>
                  <a:pt x="555" y="185"/>
                </a:lnTo>
                <a:close/>
                <a:moveTo>
                  <a:pt x="555" y="185"/>
                </a:moveTo>
                <a:cubicBezTo>
                  <a:pt x="555" y="185"/>
                  <a:pt x="555" y="185"/>
                  <a:pt x="555" y="185"/>
                </a:cubicBezTo>
              </a:path>
            </a:pathLst>
          </a:custGeom>
          <a:solidFill>
            <a:schemeClr val="accent4"/>
          </a:solidFill>
          <a:ln w="9525">
            <a:noFill/>
            <a:round/>
            <a:headEnd/>
            <a:tailEnd/>
          </a:ln>
        </p:spPr>
        <p:txBody>
          <a:bodyPr vert="horz" wrap="square" lIns="99189" tIns="49594" rIns="99189" bIns="49594"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8" name="Group 67"/>
          <p:cNvGrpSpPr/>
          <p:nvPr/>
        </p:nvGrpSpPr>
        <p:grpSpPr>
          <a:xfrm>
            <a:off x="8302478" y="2067999"/>
            <a:ext cx="882291" cy="564961"/>
            <a:chOff x="196850" y="1958976"/>
            <a:chExt cx="1200150" cy="768350"/>
          </a:xfrm>
        </p:grpSpPr>
        <p:grpSp>
          <p:nvGrpSpPr>
            <p:cNvPr id="9" name="Group 47"/>
            <p:cNvGrpSpPr/>
            <p:nvPr/>
          </p:nvGrpSpPr>
          <p:grpSpPr>
            <a:xfrm>
              <a:off x="196850" y="1958976"/>
              <a:ext cx="1200150" cy="768350"/>
              <a:chOff x="196850" y="1958976"/>
              <a:chExt cx="1200150" cy="768350"/>
            </a:xfrm>
            <a:solidFill>
              <a:schemeClr val="accent2"/>
            </a:solidFill>
          </p:grpSpPr>
          <p:sp>
            <p:nvSpPr>
              <p:cNvPr id="6163" name="Freeform 19"/>
              <p:cNvSpPr>
                <a:spLocks noEditPoints="1"/>
              </p:cNvSpPr>
              <p:nvPr/>
            </p:nvSpPr>
            <p:spPr bwMode="auto">
              <a:xfrm>
                <a:off x="196850" y="1958976"/>
                <a:ext cx="1200150" cy="641350"/>
              </a:xfrm>
              <a:custGeom>
                <a:avLst/>
                <a:gdLst/>
                <a:ahLst/>
                <a:cxnLst>
                  <a:cxn ang="0">
                    <a:pos x="2" y="159"/>
                  </a:cxn>
                  <a:cxn ang="0">
                    <a:pos x="6" y="157"/>
                  </a:cxn>
                  <a:cxn ang="0">
                    <a:pos x="100" y="157"/>
                  </a:cxn>
                  <a:cxn ang="0">
                    <a:pos x="105" y="159"/>
                  </a:cxn>
                  <a:cxn ang="0">
                    <a:pos x="107" y="163"/>
                  </a:cxn>
                  <a:cxn ang="0">
                    <a:pos x="107" y="164"/>
                  </a:cxn>
                  <a:cxn ang="0">
                    <a:pos x="105" y="168"/>
                  </a:cxn>
                  <a:cxn ang="0">
                    <a:pos x="100" y="170"/>
                  </a:cxn>
                  <a:cxn ang="0">
                    <a:pos x="6" y="170"/>
                  </a:cxn>
                  <a:cxn ang="0">
                    <a:pos x="2" y="168"/>
                  </a:cxn>
                  <a:cxn ang="0">
                    <a:pos x="0" y="164"/>
                  </a:cxn>
                  <a:cxn ang="0">
                    <a:pos x="0" y="163"/>
                  </a:cxn>
                  <a:cxn ang="0">
                    <a:pos x="2" y="159"/>
                  </a:cxn>
                  <a:cxn ang="0">
                    <a:pos x="317" y="90"/>
                  </a:cxn>
                  <a:cxn ang="0">
                    <a:pos x="299" y="132"/>
                  </a:cxn>
                  <a:cxn ang="0">
                    <a:pos x="257" y="150"/>
                  </a:cxn>
                  <a:cxn ang="0">
                    <a:pos x="63" y="150"/>
                  </a:cxn>
                  <a:cxn ang="0">
                    <a:pos x="20" y="132"/>
                  </a:cxn>
                  <a:cxn ang="0">
                    <a:pos x="3" y="90"/>
                  </a:cxn>
                  <a:cxn ang="0">
                    <a:pos x="3" y="83"/>
                  </a:cxn>
                  <a:cxn ang="0">
                    <a:pos x="20" y="41"/>
                  </a:cxn>
                  <a:cxn ang="0">
                    <a:pos x="63" y="23"/>
                  </a:cxn>
                  <a:cxn ang="0">
                    <a:pos x="68" y="23"/>
                  </a:cxn>
                  <a:cxn ang="0">
                    <a:pos x="68" y="20"/>
                  </a:cxn>
                  <a:cxn ang="0">
                    <a:pos x="71" y="12"/>
                  </a:cxn>
                  <a:cxn ang="0">
                    <a:pos x="79" y="9"/>
                  </a:cxn>
                  <a:cxn ang="0">
                    <a:pos x="87" y="12"/>
                  </a:cxn>
                  <a:cxn ang="0">
                    <a:pos x="90" y="20"/>
                  </a:cxn>
                  <a:cxn ang="0">
                    <a:pos x="90" y="23"/>
                  </a:cxn>
                  <a:cxn ang="0">
                    <a:pos x="123" y="23"/>
                  </a:cxn>
                  <a:cxn ang="0">
                    <a:pos x="122" y="18"/>
                  </a:cxn>
                  <a:cxn ang="0">
                    <a:pos x="122" y="17"/>
                  </a:cxn>
                  <a:cxn ang="0">
                    <a:pos x="127" y="5"/>
                  </a:cxn>
                  <a:cxn ang="0">
                    <a:pos x="140" y="0"/>
                  </a:cxn>
                  <a:cxn ang="0">
                    <a:pos x="180" y="0"/>
                  </a:cxn>
                  <a:cxn ang="0">
                    <a:pos x="193" y="5"/>
                  </a:cxn>
                  <a:cxn ang="0">
                    <a:pos x="198" y="17"/>
                  </a:cxn>
                  <a:cxn ang="0">
                    <a:pos x="198" y="18"/>
                  </a:cxn>
                  <a:cxn ang="0">
                    <a:pos x="197" y="23"/>
                  </a:cxn>
                  <a:cxn ang="0">
                    <a:pos x="226" y="23"/>
                  </a:cxn>
                  <a:cxn ang="0">
                    <a:pos x="226" y="20"/>
                  </a:cxn>
                  <a:cxn ang="0">
                    <a:pos x="229" y="12"/>
                  </a:cxn>
                  <a:cxn ang="0">
                    <a:pos x="237" y="9"/>
                  </a:cxn>
                  <a:cxn ang="0">
                    <a:pos x="245" y="12"/>
                  </a:cxn>
                  <a:cxn ang="0">
                    <a:pos x="248" y="20"/>
                  </a:cxn>
                  <a:cxn ang="0">
                    <a:pos x="248" y="23"/>
                  </a:cxn>
                  <a:cxn ang="0">
                    <a:pos x="257" y="23"/>
                  </a:cxn>
                  <a:cxn ang="0">
                    <a:pos x="299" y="41"/>
                  </a:cxn>
                  <a:cxn ang="0">
                    <a:pos x="317" y="83"/>
                  </a:cxn>
                  <a:cxn ang="0">
                    <a:pos x="317" y="90"/>
                  </a:cxn>
                  <a:cxn ang="0">
                    <a:pos x="301" y="159"/>
                  </a:cxn>
                  <a:cxn ang="0">
                    <a:pos x="303" y="163"/>
                  </a:cxn>
                  <a:cxn ang="0">
                    <a:pos x="303" y="164"/>
                  </a:cxn>
                  <a:cxn ang="0">
                    <a:pos x="301" y="168"/>
                  </a:cxn>
                  <a:cxn ang="0">
                    <a:pos x="296" y="170"/>
                  </a:cxn>
                  <a:cxn ang="0">
                    <a:pos x="202" y="170"/>
                  </a:cxn>
                  <a:cxn ang="0">
                    <a:pos x="198" y="168"/>
                  </a:cxn>
                  <a:cxn ang="0">
                    <a:pos x="196" y="164"/>
                  </a:cxn>
                  <a:cxn ang="0">
                    <a:pos x="196" y="163"/>
                  </a:cxn>
                  <a:cxn ang="0">
                    <a:pos x="198" y="159"/>
                  </a:cxn>
                  <a:cxn ang="0">
                    <a:pos x="202" y="157"/>
                  </a:cxn>
                  <a:cxn ang="0">
                    <a:pos x="296" y="157"/>
                  </a:cxn>
                  <a:cxn ang="0">
                    <a:pos x="301" y="159"/>
                  </a:cxn>
                </a:cxnLst>
                <a:rect l="0" t="0" r="r" b="b"/>
                <a:pathLst>
                  <a:path w="317" h="170">
                    <a:moveTo>
                      <a:pt x="2" y="159"/>
                    </a:moveTo>
                    <a:cubicBezTo>
                      <a:pt x="3" y="158"/>
                      <a:pt x="4" y="157"/>
                      <a:pt x="6" y="157"/>
                    </a:cubicBezTo>
                    <a:cubicBezTo>
                      <a:pt x="100" y="157"/>
                      <a:pt x="100" y="157"/>
                      <a:pt x="100" y="157"/>
                    </a:cubicBezTo>
                    <a:cubicBezTo>
                      <a:pt x="102" y="157"/>
                      <a:pt x="104" y="158"/>
                      <a:pt x="105" y="159"/>
                    </a:cubicBezTo>
                    <a:cubicBezTo>
                      <a:pt x="106" y="160"/>
                      <a:pt x="107" y="162"/>
                      <a:pt x="107" y="163"/>
                    </a:cubicBezTo>
                    <a:cubicBezTo>
                      <a:pt x="107" y="164"/>
                      <a:pt x="107" y="164"/>
                      <a:pt x="107" y="164"/>
                    </a:cubicBezTo>
                    <a:cubicBezTo>
                      <a:pt x="107" y="165"/>
                      <a:pt x="106" y="167"/>
                      <a:pt x="105" y="168"/>
                    </a:cubicBezTo>
                    <a:cubicBezTo>
                      <a:pt x="104" y="169"/>
                      <a:pt x="102" y="170"/>
                      <a:pt x="100" y="170"/>
                    </a:cubicBezTo>
                    <a:cubicBezTo>
                      <a:pt x="6" y="170"/>
                      <a:pt x="6" y="170"/>
                      <a:pt x="6" y="170"/>
                    </a:cubicBezTo>
                    <a:cubicBezTo>
                      <a:pt x="4" y="170"/>
                      <a:pt x="3" y="169"/>
                      <a:pt x="2" y="168"/>
                    </a:cubicBezTo>
                    <a:cubicBezTo>
                      <a:pt x="0" y="167"/>
                      <a:pt x="0" y="165"/>
                      <a:pt x="0" y="164"/>
                    </a:cubicBezTo>
                    <a:cubicBezTo>
                      <a:pt x="0" y="163"/>
                      <a:pt x="0" y="163"/>
                      <a:pt x="0" y="163"/>
                    </a:cubicBezTo>
                    <a:cubicBezTo>
                      <a:pt x="0" y="162"/>
                      <a:pt x="0" y="160"/>
                      <a:pt x="2" y="159"/>
                    </a:cubicBezTo>
                    <a:close/>
                    <a:moveTo>
                      <a:pt x="317" y="90"/>
                    </a:moveTo>
                    <a:cubicBezTo>
                      <a:pt x="317" y="107"/>
                      <a:pt x="311" y="121"/>
                      <a:pt x="299" y="132"/>
                    </a:cubicBezTo>
                    <a:cubicBezTo>
                      <a:pt x="287" y="144"/>
                      <a:pt x="273" y="150"/>
                      <a:pt x="257" y="150"/>
                    </a:cubicBezTo>
                    <a:cubicBezTo>
                      <a:pt x="63" y="150"/>
                      <a:pt x="63" y="150"/>
                      <a:pt x="63" y="150"/>
                    </a:cubicBezTo>
                    <a:cubicBezTo>
                      <a:pt x="46" y="150"/>
                      <a:pt x="32" y="144"/>
                      <a:pt x="20" y="132"/>
                    </a:cubicBezTo>
                    <a:cubicBezTo>
                      <a:pt x="9" y="121"/>
                      <a:pt x="3" y="107"/>
                      <a:pt x="3" y="90"/>
                    </a:cubicBezTo>
                    <a:cubicBezTo>
                      <a:pt x="3" y="83"/>
                      <a:pt x="3" y="83"/>
                      <a:pt x="3" y="83"/>
                    </a:cubicBezTo>
                    <a:cubicBezTo>
                      <a:pt x="3" y="66"/>
                      <a:pt x="9" y="52"/>
                      <a:pt x="20" y="41"/>
                    </a:cubicBezTo>
                    <a:cubicBezTo>
                      <a:pt x="32" y="29"/>
                      <a:pt x="46" y="23"/>
                      <a:pt x="63" y="23"/>
                    </a:cubicBezTo>
                    <a:cubicBezTo>
                      <a:pt x="68" y="23"/>
                      <a:pt x="68" y="23"/>
                      <a:pt x="68" y="23"/>
                    </a:cubicBezTo>
                    <a:cubicBezTo>
                      <a:pt x="68" y="20"/>
                      <a:pt x="68" y="20"/>
                      <a:pt x="68" y="20"/>
                    </a:cubicBezTo>
                    <a:cubicBezTo>
                      <a:pt x="68" y="17"/>
                      <a:pt x="69" y="14"/>
                      <a:pt x="71" y="12"/>
                    </a:cubicBezTo>
                    <a:cubicBezTo>
                      <a:pt x="73" y="10"/>
                      <a:pt x="76" y="9"/>
                      <a:pt x="79" y="9"/>
                    </a:cubicBezTo>
                    <a:cubicBezTo>
                      <a:pt x="82" y="9"/>
                      <a:pt x="84" y="10"/>
                      <a:pt x="87" y="12"/>
                    </a:cubicBezTo>
                    <a:cubicBezTo>
                      <a:pt x="89" y="14"/>
                      <a:pt x="90" y="17"/>
                      <a:pt x="90" y="20"/>
                    </a:cubicBezTo>
                    <a:cubicBezTo>
                      <a:pt x="90" y="23"/>
                      <a:pt x="90" y="23"/>
                      <a:pt x="90" y="23"/>
                    </a:cubicBezTo>
                    <a:cubicBezTo>
                      <a:pt x="123" y="23"/>
                      <a:pt x="123" y="23"/>
                      <a:pt x="123" y="23"/>
                    </a:cubicBezTo>
                    <a:cubicBezTo>
                      <a:pt x="122" y="21"/>
                      <a:pt x="122" y="20"/>
                      <a:pt x="122" y="18"/>
                    </a:cubicBezTo>
                    <a:cubicBezTo>
                      <a:pt x="122" y="17"/>
                      <a:pt x="122" y="17"/>
                      <a:pt x="122" y="17"/>
                    </a:cubicBezTo>
                    <a:cubicBezTo>
                      <a:pt x="122" y="12"/>
                      <a:pt x="124" y="8"/>
                      <a:pt x="127" y="5"/>
                    </a:cubicBezTo>
                    <a:cubicBezTo>
                      <a:pt x="130" y="1"/>
                      <a:pt x="135" y="0"/>
                      <a:pt x="140" y="0"/>
                    </a:cubicBezTo>
                    <a:cubicBezTo>
                      <a:pt x="180" y="0"/>
                      <a:pt x="180" y="0"/>
                      <a:pt x="180" y="0"/>
                    </a:cubicBezTo>
                    <a:cubicBezTo>
                      <a:pt x="185" y="0"/>
                      <a:pt x="189" y="1"/>
                      <a:pt x="193" y="5"/>
                    </a:cubicBezTo>
                    <a:cubicBezTo>
                      <a:pt x="196" y="8"/>
                      <a:pt x="198" y="12"/>
                      <a:pt x="198" y="17"/>
                    </a:cubicBezTo>
                    <a:cubicBezTo>
                      <a:pt x="198" y="18"/>
                      <a:pt x="198" y="18"/>
                      <a:pt x="198" y="18"/>
                    </a:cubicBezTo>
                    <a:cubicBezTo>
                      <a:pt x="198" y="20"/>
                      <a:pt x="198" y="21"/>
                      <a:pt x="197" y="23"/>
                    </a:cubicBezTo>
                    <a:cubicBezTo>
                      <a:pt x="226" y="23"/>
                      <a:pt x="226" y="23"/>
                      <a:pt x="226" y="23"/>
                    </a:cubicBezTo>
                    <a:cubicBezTo>
                      <a:pt x="226" y="20"/>
                      <a:pt x="226" y="20"/>
                      <a:pt x="226" y="20"/>
                    </a:cubicBezTo>
                    <a:cubicBezTo>
                      <a:pt x="226" y="17"/>
                      <a:pt x="227" y="14"/>
                      <a:pt x="229" y="12"/>
                    </a:cubicBezTo>
                    <a:cubicBezTo>
                      <a:pt x="231" y="10"/>
                      <a:pt x="234" y="9"/>
                      <a:pt x="237" y="9"/>
                    </a:cubicBezTo>
                    <a:cubicBezTo>
                      <a:pt x="240" y="9"/>
                      <a:pt x="242" y="10"/>
                      <a:pt x="245" y="12"/>
                    </a:cubicBezTo>
                    <a:cubicBezTo>
                      <a:pt x="247" y="14"/>
                      <a:pt x="248" y="17"/>
                      <a:pt x="248" y="20"/>
                    </a:cubicBezTo>
                    <a:cubicBezTo>
                      <a:pt x="248" y="23"/>
                      <a:pt x="248" y="23"/>
                      <a:pt x="248" y="23"/>
                    </a:cubicBezTo>
                    <a:cubicBezTo>
                      <a:pt x="257" y="23"/>
                      <a:pt x="257" y="23"/>
                      <a:pt x="257" y="23"/>
                    </a:cubicBezTo>
                    <a:cubicBezTo>
                      <a:pt x="273" y="23"/>
                      <a:pt x="287" y="29"/>
                      <a:pt x="299" y="41"/>
                    </a:cubicBezTo>
                    <a:cubicBezTo>
                      <a:pt x="311" y="52"/>
                      <a:pt x="317" y="66"/>
                      <a:pt x="317" y="83"/>
                    </a:cubicBezTo>
                    <a:lnTo>
                      <a:pt x="317" y="90"/>
                    </a:lnTo>
                    <a:close/>
                    <a:moveTo>
                      <a:pt x="301" y="159"/>
                    </a:moveTo>
                    <a:cubicBezTo>
                      <a:pt x="302" y="160"/>
                      <a:pt x="303" y="162"/>
                      <a:pt x="303" y="163"/>
                    </a:cubicBezTo>
                    <a:cubicBezTo>
                      <a:pt x="303" y="164"/>
                      <a:pt x="303" y="164"/>
                      <a:pt x="303" y="164"/>
                    </a:cubicBezTo>
                    <a:cubicBezTo>
                      <a:pt x="303" y="165"/>
                      <a:pt x="302" y="167"/>
                      <a:pt x="301" y="168"/>
                    </a:cubicBezTo>
                    <a:cubicBezTo>
                      <a:pt x="300" y="169"/>
                      <a:pt x="298" y="170"/>
                      <a:pt x="296" y="170"/>
                    </a:cubicBezTo>
                    <a:cubicBezTo>
                      <a:pt x="202" y="170"/>
                      <a:pt x="202" y="170"/>
                      <a:pt x="202" y="170"/>
                    </a:cubicBezTo>
                    <a:cubicBezTo>
                      <a:pt x="200" y="170"/>
                      <a:pt x="199" y="169"/>
                      <a:pt x="198" y="168"/>
                    </a:cubicBezTo>
                    <a:cubicBezTo>
                      <a:pt x="196" y="167"/>
                      <a:pt x="196" y="165"/>
                      <a:pt x="196" y="164"/>
                    </a:cubicBezTo>
                    <a:cubicBezTo>
                      <a:pt x="196" y="163"/>
                      <a:pt x="196" y="163"/>
                      <a:pt x="196" y="163"/>
                    </a:cubicBezTo>
                    <a:cubicBezTo>
                      <a:pt x="196" y="162"/>
                      <a:pt x="196" y="160"/>
                      <a:pt x="198" y="159"/>
                    </a:cubicBezTo>
                    <a:cubicBezTo>
                      <a:pt x="199" y="158"/>
                      <a:pt x="200" y="157"/>
                      <a:pt x="202" y="157"/>
                    </a:cubicBezTo>
                    <a:cubicBezTo>
                      <a:pt x="296" y="157"/>
                      <a:pt x="296" y="157"/>
                      <a:pt x="296" y="157"/>
                    </a:cubicBezTo>
                    <a:cubicBezTo>
                      <a:pt x="298" y="157"/>
                      <a:pt x="300" y="158"/>
                      <a:pt x="301" y="159"/>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4" name="Freeform 20"/>
              <p:cNvSpPr>
                <a:spLocks/>
              </p:cNvSpPr>
              <p:nvPr/>
            </p:nvSpPr>
            <p:spPr bwMode="auto">
              <a:xfrm>
                <a:off x="261938" y="2611438"/>
                <a:ext cx="117475" cy="115888"/>
              </a:xfrm>
              <a:custGeom>
                <a:avLst/>
                <a:gdLst/>
                <a:ahLst/>
                <a:cxnLst>
                  <a:cxn ang="0">
                    <a:pos x="26" y="26"/>
                  </a:cxn>
                  <a:cxn ang="0">
                    <a:pos x="15" y="31"/>
                  </a:cxn>
                  <a:cxn ang="0">
                    <a:pos x="4" y="26"/>
                  </a:cxn>
                  <a:cxn ang="0">
                    <a:pos x="0" y="15"/>
                  </a:cxn>
                  <a:cxn ang="0">
                    <a:pos x="4" y="4"/>
                  </a:cxn>
                  <a:cxn ang="0">
                    <a:pos x="15" y="0"/>
                  </a:cxn>
                  <a:cxn ang="0">
                    <a:pos x="26" y="4"/>
                  </a:cxn>
                  <a:cxn ang="0">
                    <a:pos x="31" y="15"/>
                  </a:cxn>
                  <a:cxn ang="0">
                    <a:pos x="26" y="26"/>
                  </a:cxn>
                </a:cxnLst>
                <a:rect l="0" t="0" r="r" b="b"/>
                <a:pathLst>
                  <a:path w="31" h="31">
                    <a:moveTo>
                      <a:pt x="26" y="26"/>
                    </a:moveTo>
                    <a:cubicBezTo>
                      <a:pt x="23" y="29"/>
                      <a:pt x="19" y="31"/>
                      <a:pt x="15" y="31"/>
                    </a:cubicBez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5" name="Freeform 21"/>
              <p:cNvSpPr>
                <a:spLocks/>
              </p:cNvSpPr>
              <p:nvPr/>
            </p:nvSpPr>
            <p:spPr bwMode="auto">
              <a:xfrm>
                <a:off x="420688" y="2611438"/>
                <a:ext cx="117475" cy="115888"/>
              </a:xfrm>
              <a:custGeom>
                <a:avLst/>
                <a:gdLst/>
                <a:ahLst/>
                <a:cxnLst>
                  <a:cxn ang="0">
                    <a:pos x="15" y="31"/>
                  </a:cxn>
                  <a:cxn ang="0">
                    <a:pos x="4" y="26"/>
                  </a:cxn>
                  <a:cxn ang="0">
                    <a:pos x="0" y="15"/>
                  </a:cxn>
                  <a:cxn ang="0">
                    <a:pos x="4" y="4"/>
                  </a:cxn>
                  <a:cxn ang="0">
                    <a:pos x="15" y="0"/>
                  </a:cxn>
                  <a:cxn ang="0">
                    <a:pos x="26" y="4"/>
                  </a:cxn>
                  <a:cxn ang="0">
                    <a:pos x="31" y="15"/>
                  </a:cxn>
                  <a:cxn ang="0">
                    <a:pos x="26" y="26"/>
                  </a:cxn>
                  <a:cxn ang="0">
                    <a:pos x="15" y="31"/>
                  </a:cxn>
                </a:cxnLst>
                <a:rect l="0" t="0" r="r" b="b"/>
                <a:pathLst>
                  <a:path w="31" h="31">
                    <a:moveTo>
                      <a:pt x="15" y="31"/>
                    </a:move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6" name="Freeform 22"/>
              <p:cNvSpPr>
                <a:spLocks/>
              </p:cNvSpPr>
              <p:nvPr/>
            </p:nvSpPr>
            <p:spPr bwMode="auto">
              <a:xfrm>
                <a:off x="1003300" y="2611438"/>
                <a:ext cx="117475" cy="115888"/>
              </a:xfrm>
              <a:custGeom>
                <a:avLst/>
                <a:gdLst/>
                <a:ahLst/>
                <a:cxnLst>
                  <a:cxn ang="0">
                    <a:pos x="15" y="31"/>
                  </a:cxn>
                  <a:cxn ang="0">
                    <a:pos x="4" y="26"/>
                  </a:cxn>
                  <a:cxn ang="0">
                    <a:pos x="0" y="15"/>
                  </a:cxn>
                  <a:cxn ang="0">
                    <a:pos x="4" y="4"/>
                  </a:cxn>
                  <a:cxn ang="0">
                    <a:pos x="15" y="0"/>
                  </a:cxn>
                  <a:cxn ang="0">
                    <a:pos x="26" y="4"/>
                  </a:cxn>
                  <a:cxn ang="0">
                    <a:pos x="31" y="15"/>
                  </a:cxn>
                  <a:cxn ang="0">
                    <a:pos x="26" y="26"/>
                  </a:cxn>
                  <a:cxn ang="0">
                    <a:pos x="15" y="31"/>
                  </a:cxn>
                </a:cxnLst>
                <a:rect l="0" t="0" r="r" b="b"/>
                <a:pathLst>
                  <a:path w="31" h="31">
                    <a:moveTo>
                      <a:pt x="15" y="31"/>
                    </a:moveTo>
                    <a:cubicBezTo>
                      <a:pt x="11" y="31"/>
                      <a:pt x="7" y="29"/>
                      <a:pt x="4" y="26"/>
                    </a:cubicBez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67" name="Freeform 23"/>
              <p:cNvSpPr>
                <a:spLocks/>
              </p:cNvSpPr>
              <p:nvPr/>
            </p:nvSpPr>
            <p:spPr bwMode="auto">
              <a:xfrm>
                <a:off x="1162050" y="2611438"/>
                <a:ext cx="117475" cy="115888"/>
              </a:xfrm>
              <a:custGeom>
                <a:avLst/>
                <a:gdLst/>
                <a:ahLst/>
                <a:cxnLst>
                  <a:cxn ang="0">
                    <a:pos x="4" y="26"/>
                  </a:cxn>
                  <a:cxn ang="0">
                    <a:pos x="0" y="15"/>
                  </a:cxn>
                  <a:cxn ang="0">
                    <a:pos x="4" y="4"/>
                  </a:cxn>
                  <a:cxn ang="0">
                    <a:pos x="15" y="0"/>
                  </a:cxn>
                  <a:cxn ang="0">
                    <a:pos x="26" y="4"/>
                  </a:cxn>
                  <a:cxn ang="0">
                    <a:pos x="31" y="15"/>
                  </a:cxn>
                  <a:cxn ang="0">
                    <a:pos x="26" y="26"/>
                  </a:cxn>
                  <a:cxn ang="0">
                    <a:pos x="15" y="31"/>
                  </a:cxn>
                  <a:cxn ang="0">
                    <a:pos x="4" y="26"/>
                  </a:cxn>
                </a:cxnLst>
                <a:rect l="0" t="0" r="r" b="b"/>
                <a:pathLst>
                  <a:path w="31" h="31">
                    <a:moveTo>
                      <a:pt x="4" y="26"/>
                    </a:moveTo>
                    <a:cubicBezTo>
                      <a:pt x="1" y="23"/>
                      <a:pt x="0" y="20"/>
                      <a:pt x="0" y="15"/>
                    </a:cubicBezTo>
                    <a:cubicBezTo>
                      <a:pt x="0" y="11"/>
                      <a:pt x="1" y="7"/>
                      <a:pt x="4" y="4"/>
                    </a:cubicBezTo>
                    <a:cubicBezTo>
                      <a:pt x="7" y="1"/>
                      <a:pt x="11" y="0"/>
                      <a:pt x="15" y="0"/>
                    </a:cubicBezTo>
                    <a:cubicBezTo>
                      <a:pt x="19" y="0"/>
                      <a:pt x="23" y="1"/>
                      <a:pt x="26" y="4"/>
                    </a:cubicBezTo>
                    <a:cubicBezTo>
                      <a:pt x="29" y="7"/>
                      <a:pt x="31" y="11"/>
                      <a:pt x="31" y="15"/>
                    </a:cubicBezTo>
                    <a:cubicBezTo>
                      <a:pt x="31" y="20"/>
                      <a:pt x="29" y="23"/>
                      <a:pt x="26" y="26"/>
                    </a:cubicBezTo>
                    <a:cubicBezTo>
                      <a:pt x="23" y="29"/>
                      <a:pt x="19" y="31"/>
                      <a:pt x="15" y="31"/>
                    </a:cubicBezTo>
                    <a:cubicBezTo>
                      <a:pt x="11" y="31"/>
                      <a:pt x="7" y="29"/>
                      <a:pt x="4" y="26"/>
                    </a:cubicBezTo>
                    <a:close/>
                  </a:path>
                </a:pathLst>
              </a:custGeom>
              <a:grp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67" name="Freeform 36"/>
            <p:cNvSpPr>
              <a:spLocks noEditPoints="1"/>
            </p:cNvSpPr>
            <p:nvPr/>
          </p:nvSpPr>
          <p:spPr bwMode="auto">
            <a:xfrm>
              <a:off x="668545" y="2082800"/>
              <a:ext cx="256761" cy="351747"/>
            </a:xfrm>
            <a:custGeom>
              <a:avLst/>
              <a:gdLst/>
              <a:ahLst/>
              <a:cxnLst>
                <a:cxn ang="0">
                  <a:pos x="39" y="2"/>
                </a:cxn>
                <a:cxn ang="0">
                  <a:pos x="35" y="0"/>
                </a:cxn>
                <a:cxn ang="0">
                  <a:pos x="32" y="2"/>
                </a:cxn>
                <a:cxn ang="0">
                  <a:pos x="0" y="63"/>
                </a:cxn>
                <a:cxn ang="0">
                  <a:pos x="35" y="98"/>
                </a:cxn>
                <a:cxn ang="0">
                  <a:pos x="70" y="63"/>
                </a:cxn>
                <a:cxn ang="0">
                  <a:pos x="39" y="2"/>
                </a:cxn>
                <a:cxn ang="0">
                  <a:pos x="23" y="83"/>
                </a:cxn>
                <a:cxn ang="0">
                  <a:pos x="19" y="85"/>
                </a:cxn>
                <a:cxn ang="0">
                  <a:pos x="16" y="83"/>
                </a:cxn>
                <a:cxn ang="0">
                  <a:pos x="7" y="54"/>
                </a:cxn>
                <a:cxn ang="0">
                  <a:pos x="13" y="50"/>
                </a:cxn>
                <a:cxn ang="0">
                  <a:pos x="16" y="56"/>
                </a:cxn>
                <a:cxn ang="0">
                  <a:pos x="22" y="76"/>
                </a:cxn>
                <a:cxn ang="0">
                  <a:pos x="23" y="83"/>
                </a:cxn>
                <a:cxn ang="0">
                  <a:pos x="32" y="93"/>
                </a:cxn>
                <a:cxn ang="0">
                  <a:pos x="27" y="87"/>
                </a:cxn>
                <a:cxn ang="0">
                  <a:pos x="32" y="82"/>
                </a:cxn>
                <a:cxn ang="0">
                  <a:pos x="38" y="87"/>
                </a:cxn>
                <a:cxn ang="0">
                  <a:pos x="32" y="93"/>
                </a:cxn>
                <a:cxn ang="0">
                  <a:pos x="32" y="93"/>
                </a:cxn>
                <a:cxn ang="0">
                  <a:pos x="32" y="93"/>
                </a:cxn>
              </a:cxnLst>
              <a:rect l="0" t="0" r="r" b="b"/>
              <a:pathLst>
                <a:path w="70" h="98">
                  <a:moveTo>
                    <a:pt x="39" y="2"/>
                  </a:moveTo>
                  <a:cubicBezTo>
                    <a:pt x="38" y="1"/>
                    <a:pt x="37" y="0"/>
                    <a:pt x="35" y="0"/>
                  </a:cubicBezTo>
                  <a:cubicBezTo>
                    <a:pt x="34" y="0"/>
                    <a:pt x="32" y="1"/>
                    <a:pt x="32" y="2"/>
                  </a:cubicBezTo>
                  <a:cubicBezTo>
                    <a:pt x="23" y="14"/>
                    <a:pt x="0" y="47"/>
                    <a:pt x="0" y="63"/>
                  </a:cubicBezTo>
                  <a:cubicBezTo>
                    <a:pt x="0" y="82"/>
                    <a:pt x="16" y="98"/>
                    <a:pt x="35" y="98"/>
                  </a:cubicBezTo>
                  <a:cubicBezTo>
                    <a:pt x="55" y="98"/>
                    <a:pt x="70" y="82"/>
                    <a:pt x="70" y="63"/>
                  </a:cubicBezTo>
                  <a:cubicBezTo>
                    <a:pt x="70" y="47"/>
                    <a:pt x="48" y="14"/>
                    <a:pt x="39" y="2"/>
                  </a:cubicBezTo>
                  <a:close/>
                  <a:moveTo>
                    <a:pt x="23" y="83"/>
                  </a:moveTo>
                  <a:cubicBezTo>
                    <a:pt x="22" y="84"/>
                    <a:pt x="20" y="85"/>
                    <a:pt x="19" y="85"/>
                  </a:cubicBezTo>
                  <a:cubicBezTo>
                    <a:pt x="18" y="85"/>
                    <a:pt x="17" y="84"/>
                    <a:pt x="16" y="83"/>
                  </a:cubicBezTo>
                  <a:cubicBezTo>
                    <a:pt x="2" y="72"/>
                    <a:pt x="7" y="55"/>
                    <a:pt x="7" y="54"/>
                  </a:cubicBezTo>
                  <a:cubicBezTo>
                    <a:pt x="8" y="51"/>
                    <a:pt x="11" y="50"/>
                    <a:pt x="13" y="50"/>
                  </a:cubicBezTo>
                  <a:cubicBezTo>
                    <a:pt x="16" y="51"/>
                    <a:pt x="17" y="54"/>
                    <a:pt x="16" y="56"/>
                  </a:cubicBezTo>
                  <a:cubicBezTo>
                    <a:pt x="16" y="57"/>
                    <a:pt x="13" y="68"/>
                    <a:pt x="22" y="76"/>
                  </a:cubicBezTo>
                  <a:cubicBezTo>
                    <a:pt x="24" y="78"/>
                    <a:pt x="25" y="81"/>
                    <a:pt x="23" y="83"/>
                  </a:cubicBezTo>
                  <a:close/>
                  <a:moveTo>
                    <a:pt x="32" y="93"/>
                  </a:moveTo>
                  <a:cubicBezTo>
                    <a:pt x="30" y="93"/>
                    <a:pt x="27" y="90"/>
                    <a:pt x="27" y="87"/>
                  </a:cubicBezTo>
                  <a:cubicBezTo>
                    <a:pt x="27" y="84"/>
                    <a:pt x="30" y="82"/>
                    <a:pt x="32" y="82"/>
                  </a:cubicBezTo>
                  <a:cubicBezTo>
                    <a:pt x="35" y="82"/>
                    <a:pt x="38" y="84"/>
                    <a:pt x="38" y="87"/>
                  </a:cubicBezTo>
                  <a:cubicBezTo>
                    <a:pt x="38" y="90"/>
                    <a:pt x="35" y="93"/>
                    <a:pt x="32" y="93"/>
                  </a:cubicBezTo>
                  <a:close/>
                  <a:moveTo>
                    <a:pt x="32" y="93"/>
                  </a:moveTo>
                  <a:cubicBezTo>
                    <a:pt x="32" y="93"/>
                    <a:pt x="32" y="93"/>
                    <a:pt x="32" y="93"/>
                  </a:cubicBezTo>
                </a:path>
              </a:pathLst>
            </a:custGeom>
            <a:solidFill>
              <a:schemeClr val="bg1"/>
            </a:solidFill>
            <a:ln w="9525">
              <a:noFill/>
              <a:round/>
              <a:headEnd/>
              <a:tailEnd/>
            </a:ln>
          </p:spPr>
          <p:txBody>
            <a:bodyPr vert="horz" wrap="square" lIns="139466" tIns="69733" rIns="139466" bIns="69733"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Group 56"/>
          <p:cNvGrpSpPr/>
          <p:nvPr/>
        </p:nvGrpSpPr>
        <p:grpSpPr>
          <a:xfrm>
            <a:off x="6209599" y="2380488"/>
            <a:ext cx="1823744" cy="591084"/>
            <a:chOff x="270390" y="1425360"/>
            <a:chExt cx="1681193" cy="544780"/>
          </a:xfrm>
        </p:grpSpPr>
        <p:sp>
          <p:nvSpPr>
            <p:cNvPr id="73" name="TextBox 72"/>
            <p:cNvSpPr txBox="1"/>
            <p:nvPr/>
          </p:nvSpPr>
          <p:spPr>
            <a:xfrm>
              <a:off x="270390" y="1611303"/>
              <a:ext cx="1681193" cy="358837"/>
            </a:xfrm>
            <a:prstGeom prst="rect">
              <a:avLst/>
            </a:prstGeom>
            <a:noFill/>
          </p:spPr>
          <p:txBody>
            <a:bodyPr wrap="square" lIns="0" tIns="0" rIns="0" bIns="0" rtlCol="0">
              <a:spAutoFit/>
            </a:bodyPr>
            <a:lstStyle/>
            <a:p>
              <a:pPr algn="ctr" defTabSz="991748">
                <a:lnSpc>
                  <a:spcPct val="120000"/>
                </a:lnSpc>
                <a:spcBef>
                  <a:spcPct val="20000"/>
                </a:spcBef>
                <a:defRPr/>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Rectangle 73"/>
            <p:cNvSpPr/>
            <p:nvPr/>
          </p:nvSpPr>
          <p:spPr>
            <a:xfrm>
              <a:off x="711280" y="1425360"/>
              <a:ext cx="827516" cy="119612"/>
            </a:xfrm>
            <a:prstGeom prst="rect">
              <a:avLst/>
            </a:prstGeom>
          </p:spPr>
          <p:txBody>
            <a:bodyPr wrap="none" lIns="0" tIns="0" rIns="0" bIns="0">
              <a:spAutoFit/>
            </a:bodyPr>
            <a:lstStyle/>
            <a:p>
              <a:pPr algn="ctr" defTabSz="991748">
                <a:lnSpc>
                  <a:spcPct val="120000"/>
                </a:lnSpc>
                <a:defRPr/>
              </a:pPr>
              <a:r>
                <a:rPr lang="zh-CN" alt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1" name="Rectangle 80"/>
          <p:cNvSpPr/>
          <p:nvPr/>
        </p:nvSpPr>
        <p:spPr>
          <a:xfrm>
            <a:off x="8547310" y="2936698"/>
            <a:ext cx="397545" cy="285463"/>
          </a:xfrm>
          <a:prstGeom prst="rect">
            <a:avLst/>
          </a:prstGeom>
        </p:spPr>
        <p:txBody>
          <a:bodyPr wrap="none" lIns="0" tIns="0" rIns="0" bIns="0">
            <a:spAutoFit/>
          </a:bodyPr>
          <a:lstStyle/>
          <a:p>
            <a:pPr algn="ctr">
              <a:lnSpc>
                <a:spcPct val="120000"/>
              </a:lnSpc>
            </a:pPr>
            <a:r>
              <a:rPr lang="en-US" sz="1546"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70%</a:t>
            </a:r>
          </a:p>
        </p:txBody>
      </p:sp>
      <p:sp>
        <p:nvSpPr>
          <p:cNvPr id="82" name="Rectangle 81"/>
          <p:cNvSpPr/>
          <p:nvPr/>
        </p:nvSpPr>
        <p:spPr>
          <a:xfrm>
            <a:off x="8547310" y="4476630"/>
            <a:ext cx="397545" cy="285463"/>
          </a:xfrm>
          <a:prstGeom prst="rect">
            <a:avLst/>
          </a:prstGeom>
        </p:spPr>
        <p:txBody>
          <a:bodyPr wrap="none" lIns="0" tIns="0" rIns="0" bIns="0">
            <a:spAutoFit/>
          </a:bodyPr>
          <a:lstStyle/>
          <a:p>
            <a:pPr algn="ctr">
              <a:lnSpc>
                <a:spcPct val="120000"/>
              </a:lnSpc>
            </a:pPr>
            <a:r>
              <a:rPr lang="en-US" sz="1546"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40%</a:t>
            </a:r>
          </a:p>
        </p:txBody>
      </p:sp>
      <p:sp>
        <p:nvSpPr>
          <p:cNvPr id="83" name="Rectangle 82"/>
          <p:cNvSpPr/>
          <p:nvPr/>
        </p:nvSpPr>
        <p:spPr>
          <a:xfrm>
            <a:off x="7745203" y="3703726"/>
            <a:ext cx="397545" cy="285463"/>
          </a:xfrm>
          <a:prstGeom prst="rect">
            <a:avLst/>
          </a:prstGeom>
        </p:spPr>
        <p:txBody>
          <a:bodyPr wrap="none" lIns="0" tIns="0" rIns="0" bIns="0">
            <a:spAutoFit/>
          </a:bodyPr>
          <a:lstStyle/>
          <a:p>
            <a:pPr algn="ctr">
              <a:lnSpc>
                <a:spcPct val="120000"/>
              </a:lnSpc>
            </a:pPr>
            <a:r>
              <a:rPr lang="en-US" sz="1546"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50%</a:t>
            </a:r>
          </a:p>
        </p:txBody>
      </p:sp>
      <p:sp>
        <p:nvSpPr>
          <p:cNvPr id="84" name="Rectangle 83"/>
          <p:cNvSpPr/>
          <p:nvPr/>
        </p:nvSpPr>
        <p:spPr>
          <a:xfrm>
            <a:off x="9331042" y="3703726"/>
            <a:ext cx="397545" cy="285463"/>
          </a:xfrm>
          <a:prstGeom prst="rect">
            <a:avLst/>
          </a:prstGeom>
        </p:spPr>
        <p:txBody>
          <a:bodyPr wrap="none" lIns="0" tIns="0" rIns="0" bIns="0">
            <a:spAutoFit/>
          </a:bodyPr>
          <a:lstStyle/>
          <a:p>
            <a:pPr algn="ctr">
              <a:lnSpc>
                <a:spcPct val="120000"/>
              </a:lnSpc>
            </a:pPr>
            <a:r>
              <a:rPr lang="en-US" sz="1546" b="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30%</a:t>
            </a:r>
          </a:p>
        </p:txBody>
      </p:sp>
      <p:sp>
        <p:nvSpPr>
          <p:cNvPr id="85" name="Text Placeholder 3"/>
          <p:cNvSpPr txBox="1">
            <a:spLocks/>
          </p:cNvSpPr>
          <p:nvPr/>
        </p:nvSpPr>
        <p:spPr>
          <a:xfrm>
            <a:off x="2040174" y="4340182"/>
            <a:ext cx="3404133" cy="25955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Text Placeholder 3"/>
          <p:cNvSpPr txBox="1">
            <a:spLocks/>
          </p:cNvSpPr>
          <p:nvPr/>
        </p:nvSpPr>
        <p:spPr>
          <a:xfrm>
            <a:off x="2040174" y="4903209"/>
            <a:ext cx="3404133" cy="25955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Text Placeholder 3"/>
          <p:cNvSpPr txBox="1">
            <a:spLocks/>
          </p:cNvSpPr>
          <p:nvPr/>
        </p:nvSpPr>
        <p:spPr>
          <a:xfrm>
            <a:off x="2040174" y="5403234"/>
            <a:ext cx="3404133" cy="259558"/>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lnSpc>
                <a:spcPct val="120000"/>
              </a:lnSpc>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aphicFrame>
        <p:nvGraphicFramePr>
          <p:cNvPr id="94" name="Chart 93"/>
          <p:cNvGraphicFramePr/>
          <p:nvPr/>
        </p:nvGraphicFramePr>
        <p:xfrm>
          <a:off x="1581316" y="1966557"/>
          <a:ext cx="4061947" cy="2204713"/>
        </p:xfrm>
        <a:graphic>
          <a:graphicData uri="http://schemas.openxmlformats.org/drawingml/2006/chart">
            <c:chart xmlns:c="http://schemas.openxmlformats.org/drawingml/2006/chart" xmlns:r="http://schemas.openxmlformats.org/officeDocument/2006/relationships" r:id="rId3"/>
          </a:graphicData>
        </a:graphic>
      </p:graphicFrame>
      <p:grpSp>
        <p:nvGrpSpPr>
          <p:cNvPr id="11" name="Group 56"/>
          <p:cNvGrpSpPr/>
          <p:nvPr/>
        </p:nvGrpSpPr>
        <p:grpSpPr>
          <a:xfrm>
            <a:off x="9335075" y="2380488"/>
            <a:ext cx="1823744" cy="591084"/>
            <a:chOff x="270390" y="1425360"/>
            <a:chExt cx="1681193" cy="544780"/>
          </a:xfrm>
        </p:grpSpPr>
        <p:sp>
          <p:nvSpPr>
            <p:cNvPr id="96" name="TextBox 95"/>
            <p:cNvSpPr txBox="1"/>
            <p:nvPr/>
          </p:nvSpPr>
          <p:spPr>
            <a:xfrm>
              <a:off x="270390" y="1611303"/>
              <a:ext cx="1681193" cy="358837"/>
            </a:xfrm>
            <a:prstGeom prst="rect">
              <a:avLst/>
            </a:prstGeom>
            <a:noFill/>
          </p:spPr>
          <p:txBody>
            <a:bodyPr wrap="square" lIns="0" tIns="0" rIns="0" bIns="0" rtlCol="0">
              <a:spAutoFit/>
            </a:bodyPr>
            <a:lstStyle/>
            <a:p>
              <a:pPr algn="ctr" defTabSz="991748">
                <a:lnSpc>
                  <a:spcPct val="120000"/>
                </a:lnSpc>
                <a:spcBef>
                  <a:spcPct val="20000"/>
                </a:spcBef>
                <a:defRPr/>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7" name="Rectangle 96"/>
            <p:cNvSpPr/>
            <p:nvPr/>
          </p:nvSpPr>
          <p:spPr>
            <a:xfrm>
              <a:off x="711280" y="1425360"/>
              <a:ext cx="827516" cy="119612"/>
            </a:xfrm>
            <a:prstGeom prst="rect">
              <a:avLst/>
            </a:prstGeom>
          </p:spPr>
          <p:txBody>
            <a:bodyPr wrap="none" lIns="0" tIns="0" rIns="0" bIns="0">
              <a:spAutoFit/>
            </a:bodyPr>
            <a:lstStyle/>
            <a:p>
              <a:pPr algn="ctr" defTabSz="991748">
                <a:lnSpc>
                  <a:spcPct val="120000"/>
                </a:lnSpc>
                <a:defRPr/>
              </a:pPr>
              <a:r>
                <a:rPr lang="zh-CN" alt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Group 56"/>
          <p:cNvGrpSpPr/>
          <p:nvPr/>
        </p:nvGrpSpPr>
        <p:grpSpPr>
          <a:xfrm>
            <a:off x="6209599" y="4677998"/>
            <a:ext cx="1823744" cy="591083"/>
            <a:chOff x="270390" y="1425360"/>
            <a:chExt cx="1681193" cy="544779"/>
          </a:xfrm>
        </p:grpSpPr>
        <p:sp>
          <p:nvSpPr>
            <p:cNvPr id="99" name="TextBox 98"/>
            <p:cNvSpPr txBox="1"/>
            <p:nvPr/>
          </p:nvSpPr>
          <p:spPr>
            <a:xfrm>
              <a:off x="270390" y="1611302"/>
              <a:ext cx="1681193" cy="358837"/>
            </a:xfrm>
            <a:prstGeom prst="rect">
              <a:avLst/>
            </a:prstGeom>
            <a:noFill/>
          </p:spPr>
          <p:txBody>
            <a:bodyPr wrap="square" lIns="0" tIns="0" rIns="0" bIns="0" rtlCol="0">
              <a:spAutoFit/>
            </a:bodyPr>
            <a:lstStyle/>
            <a:p>
              <a:pPr algn="ctr" defTabSz="991748">
                <a:lnSpc>
                  <a:spcPct val="120000"/>
                </a:lnSpc>
                <a:spcBef>
                  <a:spcPct val="20000"/>
                </a:spcBef>
                <a:defRPr/>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0" name="Rectangle 99"/>
            <p:cNvSpPr/>
            <p:nvPr/>
          </p:nvSpPr>
          <p:spPr>
            <a:xfrm>
              <a:off x="711280" y="1425360"/>
              <a:ext cx="827516" cy="119612"/>
            </a:xfrm>
            <a:prstGeom prst="rect">
              <a:avLst/>
            </a:prstGeom>
          </p:spPr>
          <p:txBody>
            <a:bodyPr wrap="none" lIns="0" tIns="0" rIns="0" bIns="0">
              <a:spAutoFit/>
            </a:bodyPr>
            <a:lstStyle/>
            <a:p>
              <a:pPr algn="ctr" defTabSz="991748">
                <a:lnSpc>
                  <a:spcPct val="120000"/>
                </a:lnSpc>
                <a:defRPr/>
              </a:pPr>
              <a:r>
                <a:rPr lang="zh-CN" alt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Group 56"/>
          <p:cNvGrpSpPr/>
          <p:nvPr/>
        </p:nvGrpSpPr>
        <p:grpSpPr>
          <a:xfrm>
            <a:off x="9335075" y="4677999"/>
            <a:ext cx="1823744" cy="591084"/>
            <a:chOff x="270390" y="1425360"/>
            <a:chExt cx="1681193" cy="544780"/>
          </a:xfrm>
        </p:grpSpPr>
        <p:sp>
          <p:nvSpPr>
            <p:cNvPr id="102" name="TextBox 101"/>
            <p:cNvSpPr txBox="1"/>
            <p:nvPr/>
          </p:nvSpPr>
          <p:spPr>
            <a:xfrm>
              <a:off x="270390" y="1611303"/>
              <a:ext cx="1681193" cy="358837"/>
            </a:xfrm>
            <a:prstGeom prst="rect">
              <a:avLst/>
            </a:prstGeom>
            <a:noFill/>
          </p:spPr>
          <p:txBody>
            <a:bodyPr wrap="square" lIns="0" tIns="0" rIns="0" bIns="0" rtlCol="0">
              <a:spAutoFit/>
            </a:bodyPr>
            <a:lstStyle/>
            <a:p>
              <a:pPr algn="ctr" defTabSz="991748">
                <a:lnSpc>
                  <a:spcPct val="120000"/>
                </a:lnSpc>
                <a:spcBef>
                  <a:spcPct val="20000"/>
                </a:spcBef>
                <a:defRPr/>
              </a:pPr>
              <a:r>
                <a:rPr lang="en-US" altLang="zh-CN"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3" name="Rectangle 102"/>
            <p:cNvSpPr/>
            <p:nvPr/>
          </p:nvSpPr>
          <p:spPr>
            <a:xfrm>
              <a:off x="711280" y="1425360"/>
              <a:ext cx="827516" cy="119612"/>
            </a:xfrm>
            <a:prstGeom prst="rect">
              <a:avLst/>
            </a:prstGeom>
          </p:spPr>
          <p:txBody>
            <a:bodyPr wrap="none" lIns="0" tIns="0" rIns="0" bIns="0">
              <a:spAutoFit/>
            </a:bodyPr>
            <a:lstStyle/>
            <a:p>
              <a:pPr algn="ctr" defTabSz="991748">
                <a:lnSpc>
                  <a:spcPct val="120000"/>
                </a:lnSpc>
                <a:defRPr/>
              </a:pPr>
              <a:r>
                <a:rPr lang="zh-CN" alt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a:t>
              </a:r>
              <a:endParaRPr lang="en-US" sz="70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6" name="Freeform 45"/>
          <p:cNvSpPr>
            <a:spLocks noEditPoints="1"/>
          </p:cNvSpPr>
          <p:nvPr/>
        </p:nvSpPr>
        <p:spPr bwMode="auto">
          <a:xfrm>
            <a:off x="1632249" y="4366368"/>
            <a:ext cx="337335" cy="33739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99189" tIns="49594" rIns="99189" bIns="49594"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45"/>
          <p:cNvSpPr>
            <a:spLocks noEditPoints="1"/>
          </p:cNvSpPr>
          <p:nvPr/>
        </p:nvSpPr>
        <p:spPr bwMode="auto">
          <a:xfrm>
            <a:off x="1635710" y="4917588"/>
            <a:ext cx="337335" cy="33739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99189" tIns="49594" rIns="99189" bIns="49594"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45"/>
          <p:cNvSpPr>
            <a:spLocks noEditPoints="1"/>
          </p:cNvSpPr>
          <p:nvPr/>
        </p:nvSpPr>
        <p:spPr bwMode="auto">
          <a:xfrm>
            <a:off x="1635710" y="5406681"/>
            <a:ext cx="337335" cy="337398"/>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99189" tIns="49594" rIns="99189" bIns="49594" numCol="1" anchor="t" anchorCtr="0" compatLnSpc="1">
            <a:prstTxWarp prst="textNoShape">
              <a:avLst/>
            </a:prstTxWarp>
          </a:bodyPr>
          <a:lstStyle/>
          <a:p>
            <a:pPr>
              <a:lnSpc>
                <a:spcPct val="120000"/>
              </a:lnSpc>
            </a:pPr>
            <a:endParaRPr lang="en-US" sz="2109" dirty="0">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Content Placeholder 2"/>
          <p:cNvSpPr txBox="1">
            <a:spLocks/>
          </p:cNvSpPr>
          <p:nvPr/>
        </p:nvSpPr>
        <p:spPr>
          <a:xfrm>
            <a:off x="364949" y="270172"/>
            <a:ext cx="3065935" cy="378045"/>
          </a:xfrm>
          <a:prstGeom prst="rect">
            <a:avLst/>
          </a:prstGeom>
        </p:spPr>
        <p:txBody>
          <a:bodyPr vert="horz" lIns="96396" tIns="48199" rIns="96396" bIns="48199"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zh-CN" altLang="en-US" sz="1968" dirty="0">
                <a:solidFill>
                  <a:schemeClr val="bg1">
                    <a:lumMod val="50000"/>
                  </a:schemeClr>
                </a:solidFill>
                <a:latin typeface="微软雅黑" panose="020B0503020204020204" pitchFamily="34" charset="-122"/>
                <a:ea typeface="微软雅黑" panose="020B0503020204020204" pitchFamily="34" charset="-122"/>
                <a:cs typeface="+mn-ea"/>
                <a:sym typeface="+mn-lt"/>
              </a:rPr>
              <a:t>点击添加相关标题文字</a:t>
            </a:r>
            <a:endParaRPr lang="en-US" sz="1968" dirty="0">
              <a:solidFill>
                <a:schemeClr val="bg1">
                  <a:lumMod val="50000"/>
                </a:schemeClr>
              </a:solidFill>
              <a:latin typeface="微软雅黑" panose="020B0503020204020204" pitchFamily="34" charset="-122"/>
              <a:ea typeface="微软雅黑" panose="020B0503020204020204" pitchFamily="34" charset="-122"/>
              <a:cs typeface="+mn-ea"/>
              <a:sym typeface="+mn-lt"/>
            </a:endParaRPr>
          </a:p>
        </p:txBody>
      </p:sp>
    </p:spTree>
    <p:extLst>
      <p:ext uri="{BB962C8B-B14F-4D97-AF65-F5344CB8AC3E}">
        <p14:creationId xmlns:p14="http://schemas.microsoft.com/office/powerpoint/2010/main" val="4093587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 presetClass="entr" presetSubtype="2" accel="50000" decel="5000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1+#ppt_w/2"/>
                                          </p:val>
                                        </p:tav>
                                        <p:tav tm="100000">
                                          <p:val>
                                            <p:strVal val="#ppt_x"/>
                                          </p:val>
                                        </p:tav>
                                      </p:tavLst>
                                    </p:anim>
                                    <p:anim calcmode="lin" valueType="num">
                                      <p:cBhvr additive="base">
                                        <p:cTn id="14" dur="500" fill="hold"/>
                                        <p:tgtEl>
                                          <p:spTgt spid="3"/>
                                        </p:tgtEl>
                                        <p:attrNameLst>
                                          <p:attrName>ppt_y</p:attrName>
                                        </p:attrNameLst>
                                      </p:cBhvr>
                                      <p:tavLst>
                                        <p:tav tm="0">
                                          <p:val>
                                            <p:strVal val="#ppt_y"/>
                                          </p:val>
                                        </p:tav>
                                        <p:tav tm="100000">
                                          <p:val>
                                            <p:strVal val="#ppt_y"/>
                                          </p:val>
                                        </p:tav>
                                      </p:tavLst>
                                    </p:anim>
                                  </p:childTnLst>
                                </p:cTn>
                              </p:par>
                            </p:childTnLst>
                          </p:cTn>
                        </p:par>
                        <p:par>
                          <p:cTn id="15" fill="hold">
                            <p:stCondLst>
                              <p:cond delay="1000"/>
                            </p:stCondLst>
                            <p:childTnLst>
                              <p:par>
                                <p:cTn id="16" presetID="53" presetClass="entr" presetSubtype="0" fill="hold" grpId="0" nodeType="afterEffect">
                                  <p:stCondLst>
                                    <p:cond delay="0"/>
                                  </p:stCondLst>
                                  <p:childTnLst>
                                    <p:set>
                                      <p:cBhvr>
                                        <p:cTn id="17" dur="1" fill="hold">
                                          <p:stCondLst>
                                            <p:cond delay="0"/>
                                          </p:stCondLst>
                                        </p:cTn>
                                        <p:tgtEl>
                                          <p:spTgt spid="83"/>
                                        </p:tgtEl>
                                        <p:attrNameLst>
                                          <p:attrName>style.visibility</p:attrName>
                                        </p:attrNameLst>
                                      </p:cBhvr>
                                      <p:to>
                                        <p:strVal val="visible"/>
                                      </p:to>
                                    </p:set>
                                    <p:anim calcmode="lin" valueType="num">
                                      <p:cBhvr>
                                        <p:cTn id="18" dur="500" fill="hold"/>
                                        <p:tgtEl>
                                          <p:spTgt spid="83"/>
                                        </p:tgtEl>
                                        <p:attrNameLst>
                                          <p:attrName>ppt_w</p:attrName>
                                        </p:attrNameLst>
                                      </p:cBhvr>
                                      <p:tavLst>
                                        <p:tav tm="0">
                                          <p:val>
                                            <p:fltVal val="0"/>
                                          </p:val>
                                        </p:tav>
                                        <p:tav tm="100000">
                                          <p:val>
                                            <p:strVal val="#ppt_w"/>
                                          </p:val>
                                        </p:tav>
                                      </p:tavLst>
                                    </p:anim>
                                    <p:anim calcmode="lin" valueType="num">
                                      <p:cBhvr>
                                        <p:cTn id="19" dur="500" fill="hold"/>
                                        <p:tgtEl>
                                          <p:spTgt spid="83"/>
                                        </p:tgtEl>
                                        <p:attrNameLst>
                                          <p:attrName>ppt_h</p:attrName>
                                        </p:attrNameLst>
                                      </p:cBhvr>
                                      <p:tavLst>
                                        <p:tav tm="0">
                                          <p:val>
                                            <p:fltVal val="0"/>
                                          </p:val>
                                        </p:tav>
                                        <p:tav tm="100000">
                                          <p:val>
                                            <p:strVal val="#ppt_h"/>
                                          </p:val>
                                        </p:tav>
                                      </p:tavLst>
                                    </p:anim>
                                    <p:animEffect transition="in" filter="fade">
                                      <p:cBhvr>
                                        <p:cTn id="20" dur="500"/>
                                        <p:tgtEl>
                                          <p:spTgt spid="83"/>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64"/>
                                        </p:tgtEl>
                                        <p:attrNameLst>
                                          <p:attrName>style.visibility</p:attrName>
                                        </p:attrNameLst>
                                      </p:cBhvr>
                                      <p:to>
                                        <p:strVal val="visible"/>
                                      </p:to>
                                    </p:set>
                                    <p:anim calcmode="lin" valueType="num">
                                      <p:cBhvr>
                                        <p:cTn id="23" dur="500" fill="hold"/>
                                        <p:tgtEl>
                                          <p:spTgt spid="64"/>
                                        </p:tgtEl>
                                        <p:attrNameLst>
                                          <p:attrName>ppt_w</p:attrName>
                                        </p:attrNameLst>
                                      </p:cBhvr>
                                      <p:tavLst>
                                        <p:tav tm="0">
                                          <p:val>
                                            <p:fltVal val="0"/>
                                          </p:val>
                                        </p:tav>
                                        <p:tav tm="100000">
                                          <p:val>
                                            <p:strVal val="#ppt_w"/>
                                          </p:val>
                                        </p:tav>
                                      </p:tavLst>
                                    </p:anim>
                                    <p:anim calcmode="lin" valueType="num">
                                      <p:cBhvr>
                                        <p:cTn id="24" dur="500" fill="hold"/>
                                        <p:tgtEl>
                                          <p:spTgt spid="64"/>
                                        </p:tgtEl>
                                        <p:attrNameLst>
                                          <p:attrName>ppt_h</p:attrName>
                                        </p:attrNameLst>
                                      </p:cBhvr>
                                      <p:tavLst>
                                        <p:tav tm="0">
                                          <p:val>
                                            <p:fltVal val="0"/>
                                          </p:val>
                                        </p:tav>
                                        <p:tav tm="100000">
                                          <p:val>
                                            <p:strVal val="#ppt_h"/>
                                          </p:val>
                                        </p:tav>
                                      </p:tavLst>
                                    </p:anim>
                                    <p:animEffect transition="in" filter="fade">
                                      <p:cBhvr>
                                        <p:cTn id="25" dur="500"/>
                                        <p:tgtEl>
                                          <p:spTgt spid="64"/>
                                        </p:tgtEl>
                                      </p:cBhvr>
                                    </p:animEffect>
                                  </p:childTnLst>
                                </p:cTn>
                              </p:par>
                            </p:childTnLst>
                          </p:cTn>
                        </p:par>
                        <p:par>
                          <p:cTn id="26" fill="hold">
                            <p:stCondLst>
                              <p:cond delay="1500"/>
                            </p:stCondLst>
                            <p:childTnLst>
                              <p:par>
                                <p:cTn id="27" presetID="2" presetClass="entr" presetSubtype="4" accel="50000" decel="50000"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ppt_x"/>
                                          </p:val>
                                        </p:tav>
                                        <p:tav tm="100000">
                                          <p:val>
                                            <p:strVal val="#ppt_x"/>
                                          </p:val>
                                        </p:tav>
                                      </p:tavLst>
                                    </p:anim>
                                    <p:anim calcmode="lin" valueType="num">
                                      <p:cBhvr additive="base">
                                        <p:cTn id="30" dur="500" fill="hold"/>
                                        <p:tgtEl>
                                          <p:spTgt spid="2"/>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53" presetClass="entr" presetSubtype="0" fill="hold" grpId="0" nodeType="afterEffect">
                                  <p:stCondLst>
                                    <p:cond delay="0"/>
                                  </p:stCondLst>
                                  <p:childTnLst>
                                    <p:set>
                                      <p:cBhvr>
                                        <p:cTn id="33" dur="1" fill="hold">
                                          <p:stCondLst>
                                            <p:cond delay="0"/>
                                          </p:stCondLst>
                                        </p:cTn>
                                        <p:tgtEl>
                                          <p:spTgt spid="81"/>
                                        </p:tgtEl>
                                        <p:attrNameLst>
                                          <p:attrName>style.visibility</p:attrName>
                                        </p:attrNameLst>
                                      </p:cBhvr>
                                      <p:to>
                                        <p:strVal val="visible"/>
                                      </p:to>
                                    </p:set>
                                    <p:anim calcmode="lin" valueType="num">
                                      <p:cBhvr>
                                        <p:cTn id="34" dur="500" fill="hold"/>
                                        <p:tgtEl>
                                          <p:spTgt spid="81"/>
                                        </p:tgtEl>
                                        <p:attrNameLst>
                                          <p:attrName>ppt_w</p:attrName>
                                        </p:attrNameLst>
                                      </p:cBhvr>
                                      <p:tavLst>
                                        <p:tav tm="0">
                                          <p:val>
                                            <p:fltVal val="0"/>
                                          </p:val>
                                        </p:tav>
                                        <p:tav tm="100000">
                                          <p:val>
                                            <p:strVal val="#ppt_w"/>
                                          </p:val>
                                        </p:tav>
                                      </p:tavLst>
                                    </p:anim>
                                    <p:anim calcmode="lin" valueType="num">
                                      <p:cBhvr>
                                        <p:cTn id="35" dur="500" fill="hold"/>
                                        <p:tgtEl>
                                          <p:spTgt spid="81"/>
                                        </p:tgtEl>
                                        <p:attrNameLst>
                                          <p:attrName>ppt_h</p:attrName>
                                        </p:attrNameLst>
                                      </p:cBhvr>
                                      <p:tavLst>
                                        <p:tav tm="0">
                                          <p:val>
                                            <p:fltVal val="0"/>
                                          </p:val>
                                        </p:tav>
                                        <p:tav tm="100000">
                                          <p:val>
                                            <p:strVal val="#ppt_h"/>
                                          </p:val>
                                        </p:tav>
                                      </p:tavLst>
                                    </p:anim>
                                    <p:animEffect transition="in" filter="fade">
                                      <p:cBhvr>
                                        <p:cTn id="36" dur="500"/>
                                        <p:tgtEl>
                                          <p:spTgt spid="81"/>
                                        </p:tgtEl>
                                      </p:cBhvr>
                                    </p:animEffect>
                                  </p:childTnLst>
                                </p:cTn>
                              </p:par>
                              <p:par>
                                <p:cTn id="37" presetID="53"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500" fill="hold"/>
                                        <p:tgtEl>
                                          <p:spTgt spid="8"/>
                                        </p:tgtEl>
                                        <p:attrNameLst>
                                          <p:attrName>ppt_w</p:attrName>
                                        </p:attrNameLst>
                                      </p:cBhvr>
                                      <p:tavLst>
                                        <p:tav tm="0">
                                          <p:val>
                                            <p:fltVal val="0"/>
                                          </p:val>
                                        </p:tav>
                                        <p:tav tm="100000">
                                          <p:val>
                                            <p:strVal val="#ppt_w"/>
                                          </p:val>
                                        </p:tav>
                                      </p:tavLst>
                                    </p:anim>
                                    <p:anim calcmode="lin" valueType="num">
                                      <p:cBhvr>
                                        <p:cTn id="40" dur="500" fill="hold"/>
                                        <p:tgtEl>
                                          <p:spTgt spid="8"/>
                                        </p:tgtEl>
                                        <p:attrNameLst>
                                          <p:attrName>ppt_h</p:attrName>
                                        </p:attrNameLst>
                                      </p:cBhvr>
                                      <p:tavLst>
                                        <p:tav tm="0">
                                          <p:val>
                                            <p:fltVal val="0"/>
                                          </p:val>
                                        </p:tav>
                                        <p:tav tm="100000">
                                          <p:val>
                                            <p:strVal val="#ppt_h"/>
                                          </p:val>
                                        </p:tav>
                                      </p:tavLst>
                                    </p:anim>
                                    <p:animEffect transition="in" filter="fade">
                                      <p:cBhvr>
                                        <p:cTn id="41" dur="500"/>
                                        <p:tgtEl>
                                          <p:spTgt spid="8"/>
                                        </p:tgtEl>
                                      </p:cBhvr>
                                    </p:animEffect>
                                  </p:childTnLst>
                                </p:cTn>
                              </p:par>
                            </p:childTnLst>
                          </p:cTn>
                        </p:par>
                        <p:par>
                          <p:cTn id="42" fill="hold">
                            <p:stCondLst>
                              <p:cond delay="2500"/>
                            </p:stCondLst>
                            <p:childTnLst>
                              <p:par>
                                <p:cTn id="43" presetID="2" presetClass="entr" presetSubtype="8" accel="50000" decel="50000"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additive="base">
                                        <p:cTn id="45" dur="500" fill="hold"/>
                                        <p:tgtEl>
                                          <p:spTgt spid="4"/>
                                        </p:tgtEl>
                                        <p:attrNameLst>
                                          <p:attrName>ppt_x</p:attrName>
                                        </p:attrNameLst>
                                      </p:cBhvr>
                                      <p:tavLst>
                                        <p:tav tm="0">
                                          <p:val>
                                            <p:strVal val="0-#ppt_w/2"/>
                                          </p:val>
                                        </p:tav>
                                        <p:tav tm="100000">
                                          <p:val>
                                            <p:strVal val="#ppt_x"/>
                                          </p:val>
                                        </p:tav>
                                      </p:tavLst>
                                    </p:anim>
                                    <p:anim calcmode="lin" valueType="num">
                                      <p:cBhvr additive="base">
                                        <p:cTn id="46" dur="500" fill="hold"/>
                                        <p:tgtEl>
                                          <p:spTgt spid="4"/>
                                        </p:tgtEl>
                                        <p:attrNameLst>
                                          <p:attrName>ppt_y</p:attrName>
                                        </p:attrNameLst>
                                      </p:cBhvr>
                                      <p:tavLst>
                                        <p:tav tm="0">
                                          <p:val>
                                            <p:strVal val="#ppt_y"/>
                                          </p:val>
                                        </p:tav>
                                        <p:tav tm="100000">
                                          <p:val>
                                            <p:strVal val="#ppt_y"/>
                                          </p:val>
                                        </p:tav>
                                      </p:tavLst>
                                    </p:anim>
                                  </p:childTnLst>
                                </p:cTn>
                              </p:par>
                            </p:childTnLst>
                          </p:cTn>
                        </p:par>
                        <p:par>
                          <p:cTn id="47" fill="hold">
                            <p:stCondLst>
                              <p:cond delay="3000"/>
                            </p:stCondLst>
                            <p:childTnLst>
                              <p:par>
                                <p:cTn id="48" presetID="53" presetClass="entr" presetSubtype="0" fill="hold" grpId="0" nodeType="afterEffect">
                                  <p:stCondLst>
                                    <p:cond delay="0"/>
                                  </p:stCondLst>
                                  <p:childTnLst>
                                    <p:set>
                                      <p:cBhvr>
                                        <p:cTn id="49" dur="1" fill="hold">
                                          <p:stCondLst>
                                            <p:cond delay="0"/>
                                          </p:stCondLst>
                                        </p:cTn>
                                        <p:tgtEl>
                                          <p:spTgt spid="84"/>
                                        </p:tgtEl>
                                        <p:attrNameLst>
                                          <p:attrName>style.visibility</p:attrName>
                                        </p:attrNameLst>
                                      </p:cBhvr>
                                      <p:to>
                                        <p:strVal val="visible"/>
                                      </p:to>
                                    </p:set>
                                    <p:anim calcmode="lin" valueType="num">
                                      <p:cBhvr>
                                        <p:cTn id="50" dur="500" fill="hold"/>
                                        <p:tgtEl>
                                          <p:spTgt spid="84"/>
                                        </p:tgtEl>
                                        <p:attrNameLst>
                                          <p:attrName>ppt_w</p:attrName>
                                        </p:attrNameLst>
                                      </p:cBhvr>
                                      <p:tavLst>
                                        <p:tav tm="0">
                                          <p:val>
                                            <p:fltVal val="0"/>
                                          </p:val>
                                        </p:tav>
                                        <p:tav tm="100000">
                                          <p:val>
                                            <p:strVal val="#ppt_w"/>
                                          </p:val>
                                        </p:tav>
                                      </p:tavLst>
                                    </p:anim>
                                    <p:anim calcmode="lin" valueType="num">
                                      <p:cBhvr>
                                        <p:cTn id="51" dur="500" fill="hold"/>
                                        <p:tgtEl>
                                          <p:spTgt spid="84"/>
                                        </p:tgtEl>
                                        <p:attrNameLst>
                                          <p:attrName>ppt_h</p:attrName>
                                        </p:attrNameLst>
                                      </p:cBhvr>
                                      <p:tavLst>
                                        <p:tav tm="0">
                                          <p:val>
                                            <p:fltVal val="0"/>
                                          </p:val>
                                        </p:tav>
                                        <p:tav tm="100000">
                                          <p:val>
                                            <p:strVal val="#ppt_h"/>
                                          </p:val>
                                        </p:tav>
                                      </p:tavLst>
                                    </p:anim>
                                    <p:animEffect transition="in" filter="fade">
                                      <p:cBhvr>
                                        <p:cTn id="52" dur="500"/>
                                        <p:tgtEl>
                                          <p:spTgt spid="84"/>
                                        </p:tgtEl>
                                      </p:cBhvr>
                                    </p:animEffect>
                                  </p:childTnLst>
                                </p:cTn>
                              </p:par>
                              <p:par>
                                <p:cTn id="53" presetID="53" presetClass="entr" presetSubtype="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500" fill="hold"/>
                                        <p:tgtEl>
                                          <p:spTgt spid="6"/>
                                        </p:tgtEl>
                                        <p:attrNameLst>
                                          <p:attrName>ppt_w</p:attrName>
                                        </p:attrNameLst>
                                      </p:cBhvr>
                                      <p:tavLst>
                                        <p:tav tm="0">
                                          <p:val>
                                            <p:fltVal val="0"/>
                                          </p:val>
                                        </p:tav>
                                        <p:tav tm="100000">
                                          <p:val>
                                            <p:strVal val="#ppt_w"/>
                                          </p:val>
                                        </p:tav>
                                      </p:tavLst>
                                    </p:anim>
                                    <p:anim calcmode="lin" valueType="num">
                                      <p:cBhvr>
                                        <p:cTn id="56" dur="500" fill="hold"/>
                                        <p:tgtEl>
                                          <p:spTgt spid="6"/>
                                        </p:tgtEl>
                                        <p:attrNameLst>
                                          <p:attrName>ppt_h</p:attrName>
                                        </p:attrNameLst>
                                      </p:cBhvr>
                                      <p:tavLst>
                                        <p:tav tm="0">
                                          <p:val>
                                            <p:fltVal val="0"/>
                                          </p:val>
                                        </p:tav>
                                        <p:tav tm="100000">
                                          <p:val>
                                            <p:strVal val="#ppt_h"/>
                                          </p:val>
                                        </p:tav>
                                      </p:tavLst>
                                    </p:anim>
                                    <p:animEffect transition="in" filter="fade">
                                      <p:cBhvr>
                                        <p:cTn id="57" dur="500"/>
                                        <p:tgtEl>
                                          <p:spTgt spid="6"/>
                                        </p:tgtEl>
                                      </p:cBhvr>
                                    </p:animEffect>
                                  </p:childTnLst>
                                </p:cTn>
                              </p:par>
                            </p:childTnLst>
                          </p:cTn>
                        </p:par>
                        <p:par>
                          <p:cTn id="58" fill="hold">
                            <p:stCondLst>
                              <p:cond delay="3500"/>
                            </p:stCondLst>
                            <p:childTnLst>
                              <p:par>
                                <p:cTn id="59" presetID="2" presetClass="entr" presetSubtype="1" accel="50000" decel="50000" fill="hold" nodeType="after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500" fill="hold"/>
                                        <p:tgtEl>
                                          <p:spTgt spid="5"/>
                                        </p:tgtEl>
                                        <p:attrNameLst>
                                          <p:attrName>ppt_x</p:attrName>
                                        </p:attrNameLst>
                                      </p:cBhvr>
                                      <p:tavLst>
                                        <p:tav tm="0">
                                          <p:val>
                                            <p:strVal val="#ppt_x"/>
                                          </p:val>
                                        </p:tav>
                                        <p:tav tm="100000">
                                          <p:val>
                                            <p:strVal val="#ppt_x"/>
                                          </p:val>
                                        </p:tav>
                                      </p:tavLst>
                                    </p:anim>
                                    <p:anim calcmode="lin" valueType="num">
                                      <p:cBhvr additive="base">
                                        <p:cTn id="62" dur="500" fill="hold"/>
                                        <p:tgtEl>
                                          <p:spTgt spid="5"/>
                                        </p:tgtEl>
                                        <p:attrNameLst>
                                          <p:attrName>ppt_y</p:attrName>
                                        </p:attrNameLst>
                                      </p:cBhvr>
                                      <p:tavLst>
                                        <p:tav tm="0">
                                          <p:val>
                                            <p:strVal val="0-#ppt_h/2"/>
                                          </p:val>
                                        </p:tav>
                                        <p:tav tm="100000">
                                          <p:val>
                                            <p:strVal val="#ppt_y"/>
                                          </p:val>
                                        </p:tav>
                                      </p:tavLst>
                                    </p:anim>
                                  </p:childTnLst>
                                </p:cTn>
                              </p:par>
                            </p:childTnLst>
                          </p:cTn>
                        </p:par>
                        <p:par>
                          <p:cTn id="63" fill="hold">
                            <p:stCondLst>
                              <p:cond delay="4000"/>
                            </p:stCondLst>
                            <p:childTnLst>
                              <p:par>
                                <p:cTn id="64" presetID="53" presetClass="entr" presetSubtype="0" fill="hold" grpId="0" nodeType="afterEffect">
                                  <p:stCondLst>
                                    <p:cond delay="0"/>
                                  </p:stCondLst>
                                  <p:childTnLst>
                                    <p:set>
                                      <p:cBhvr>
                                        <p:cTn id="65" dur="1" fill="hold">
                                          <p:stCondLst>
                                            <p:cond delay="0"/>
                                          </p:stCondLst>
                                        </p:cTn>
                                        <p:tgtEl>
                                          <p:spTgt spid="82"/>
                                        </p:tgtEl>
                                        <p:attrNameLst>
                                          <p:attrName>style.visibility</p:attrName>
                                        </p:attrNameLst>
                                      </p:cBhvr>
                                      <p:to>
                                        <p:strVal val="visible"/>
                                      </p:to>
                                    </p:set>
                                    <p:anim calcmode="lin" valueType="num">
                                      <p:cBhvr>
                                        <p:cTn id="66" dur="500" fill="hold"/>
                                        <p:tgtEl>
                                          <p:spTgt spid="82"/>
                                        </p:tgtEl>
                                        <p:attrNameLst>
                                          <p:attrName>ppt_w</p:attrName>
                                        </p:attrNameLst>
                                      </p:cBhvr>
                                      <p:tavLst>
                                        <p:tav tm="0">
                                          <p:val>
                                            <p:fltVal val="0"/>
                                          </p:val>
                                        </p:tav>
                                        <p:tav tm="100000">
                                          <p:val>
                                            <p:strVal val="#ppt_w"/>
                                          </p:val>
                                        </p:tav>
                                      </p:tavLst>
                                    </p:anim>
                                    <p:anim calcmode="lin" valueType="num">
                                      <p:cBhvr>
                                        <p:cTn id="67" dur="500" fill="hold"/>
                                        <p:tgtEl>
                                          <p:spTgt spid="82"/>
                                        </p:tgtEl>
                                        <p:attrNameLst>
                                          <p:attrName>ppt_h</p:attrName>
                                        </p:attrNameLst>
                                      </p:cBhvr>
                                      <p:tavLst>
                                        <p:tav tm="0">
                                          <p:val>
                                            <p:fltVal val="0"/>
                                          </p:val>
                                        </p:tav>
                                        <p:tav tm="100000">
                                          <p:val>
                                            <p:strVal val="#ppt_h"/>
                                          </p:val>
                                        </p:tav>
                                      </p:tavLst>
                                    </p:anim>
                                    <p:animEffect transition="in" filter="fade">
                                      <p:cBhvr>
                                        <p:cTn id="68" dur="500"/>
                                        <p:tgtEl>
                                          <p:spTgt spid="82"/>
                                        </p:tgtEl>
                                      </p:cBhvr>
                                    </p:animEffect>
                                  </p:childTnLst>
                                </p:cTn>
                              </p:par>
                              <p:par>
                                <p:cTn id="69" presetID="53" presetClass="entr" presetSubtype="0" fill="hold" grpId="0" nodeType="withEffect">
                                  <p:stCondLst>
                                    <p:cond delay="0"/>
                                  </p:stCondLst>
                                  <p:childTnLst>
                                    <p:set>
                                      <p:cBhvr>
                                        <p:cTn id="70" dur="1" fill="hold">
                                          <p:stCondLst>
                                            <p:cond delay="0"/>
                                          </p:stCondLst>
                                        </p:cTn>
                                        <p:tgtEl>
                                          <p:spTgt spid="65"/>
                                        </p:tgtEl>
                                        <p:attrNameLst>
                                          <p:attrName>style.visibility</p:attrName>
                                        </p:attrNameLst>
                                      </p:cBhvr>
                                      <p:to>
                                        <p:strVal val="visible"/>
                                      </p:to>
                                    </p:set>
                                    <p:anim calcmode="lin" valueType="num">
                                      <p:cBhvr>
                                        <p:cTn id="71" dur="500" fill="hold"/>
                                        <p:tgtEl>
                                          <p:spTgt spid="65"/>
                                        </p:tgtEl>
                                        <p:attrNameLst>
                                          <p:attrName>ppt_w</p:attrName>
                                        </p:attrNameLst>
                                      </p:cBhvr>
                                      <p:tavLst>
                                        <p:tav tm="0">
                                          <p:val>
                                            <p:fltVal val="0"/>
                                          </p:val>
                                        </p:tav>
                                        <p:tav tm="100000">
                                          <p:val>
                                            <p:strVal val="#ppt_w"/>
                                          </p:val>
                                        </p:tav>
                                      </p:tavLst>
                                    </p:anim>
                                    <p:anim calcmode="lin" valueType="num">
                                      <p:cBhvr>
                                        <p:cTn id="72" dur="500" fill="hold"/>
                                        <p:tgtEl>
                                          <p:spTgt spid="65"/>
                                        </p:tgtEl>
                                        <p:attrNameLst>
                                          <p:attrName>ppt_h</p:attrName>
                                        </p:attrNameLst>
                                      </p:cBhvr>
                                      <p:tavLst>
                                        <p:tav tm="0">
                                          <p:val>
                                            <p:fltVal val="0"/>
                                          </p:val>
                                        </p:tav>
                                        <p:tav tm="100000">
                                          <p:val>
                                            <p:strVal val="#ppt_h"/>
                                          </p:val>
                                        </p:tav>
                                      </p:tavLst>
                                    </p:anim>
                                    <p:animEffect transition="in" filter="fade">
                                      <p:cBhvr>
                                        <p:cTn id="73" dur="500"/>
                                        <p:tgtEl>
                                          <p:spTgt spid="65"/>
                                        </p:tgtEl>
                                      </p:cBhvr>
                                    </p:animEffect>
                                  </p:childTnLst>
                                </p:cTn>
                              </p:par>
                            </p:childTnLst>
                          </p:cTn>
                        </p:par>
                        <p:par>
                          <p:cTn id="74" fill="hold">
                            <p:stCondLst>
                              <p:cond delay="4500"/>
                            </p:stCondLst>
                            <p:childTnLst>
                              <p:par>
                                <p:cTn id="75" presetID="2" presetClass="entr" presetSubtype="8" accel="50000" decel="50000"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additive="base">
                                        <p:cTn id="77" dur="500" fill="hold"/>
                                        <p:tgtEl>
                                          <p:spTgt spid="12"/>
                                        </p:tgtEl>
                                        <p:attrNameLst>
                                          <p:attrName>ppt_x</p:attrName>
                                        </p:attrNameLst>
                                      </p:cBhvr>
                                      <p:tavLst>
                                        <p:tav tm="0">
                                          <p:val>
                                            <p:strVal val="0-#ppt_w/2"/>
                                          </p:val>
                                        </p:tav>
                                        <p:tav tm="100000">
                                          <p:val>
                                            <p:strVal val="#ppt_x"/>
                                          </p:val>
                                        </p:tav>
                                      </p:tavLst>
                                    </p:anim>
                                    <p:anim calcmode="lin" valueType="num">
                                      <p:cBhvr additive="base">
                                        <p:cTn id="78" dur="500" fill="hold"/>
                                        <p:tgtEl>
                                          <p:spTgt spid="12"/>
                                        </p:tgtEl>
                                        <p:attrNameLst>
                                          <p:attrName>ppt_y</p:attrName>
                                        </p:attrNameLst>
                                      </p:cBhvr>
                                      <p:tavLst>
                                        <p:tav tm="0">
                                          <p:val>
                                            <p:strVal val="#ppt_y"/>
                                          </p:val>
                                        </p:tav>
                                        <p:tav tm="100000">
                                          <p:val>
                                            <p:strVal val="#ppt_y"/>
                                          </p:val>
                                        </p:tav>
                                      </p:tavLst>
                                    </p:anim>
                                  </p:childTnLst>
                                </p:cTn>
                              </p:par>
                            </p:childTnLst>
                          </p:cTn>
                        </p:par>
                        <p:par>
                          <p:cTn id="79" fill="hold">
                            <p:stCondLst>
                              <p:cond delay="5000"/>
                            </p:stCondLst>
                            <p:childTnLst>
                              <p:par>
                                <p:cTn id="80" presetID="2" presetClass="entr" presetSubtype="8" accel="50000" decel="50000" fill="hold"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 fill="hold"/>
                                        <p:tgtEl>
                                          <p:spTgt spid="10"/>
                                        </p:tgtEl>
                                        <p:attrNameLst>
                                          <p:attrName>ppt_x</p:attrName>
                                        </p:attrNameLst>
                                      </p:cBhvr>
                                      <p:tavLst>
                                        <p:tav tm="0">
                                          <p:val>
                                            <p:strVal val="0-#ppt_w/2"/>
                                          </p:val>
                                        </p:tav>
                                        <p:tav tm="100000">
                                          <p:val>
                                            <p:strVal val="#ppt_x"/>
                                          </p:val>
                                        </p:tav>
                                      </p:tavLst>
                                    </p:anim>
                                    <p:anim calcmode="lin" valueType="num">
                                      <p:cBhvr additive="base">
                                        <p:cTn id="83" dur="500" fill="hold"/>
                                        <p:tgtEl>
                                          <p:spTgt spid="10"/>
                                        </p:tgtEl>
                                        <p:attrNameLst>
                                          <p:attrName>ppt_y</p:attrName>
                                        </p:attrNameLst>
                                      </p:cBhvr>
                                      <p:tavLst>
                                        <p:tav tm="0">
                                          <p:val>
                                            <p:strVal val="#ppt_y"/>
                                          </p:val>
                                        </p:tav>
                                        <p:tav tm="100000">
                                          <p:val>
                                            <p:strVal val="#ppt_y"/>
                                          </p:val>
                                        </p:tav>
                                      </p:tavLst>
                                    </p:anim>
                                  </p:childTnLst>
                                </p:cTn>
                              </p:par>
                            </p:childTnLst>
                          </p:cTn>
                        </p:par>
                        <p:par>
                          <p:cTn id="84" fill="hold">
                            <p:stCondLst>
                              <p:cond delay="5500"/>
                            </p:stCondLst>
                            <p:childTnLst>
                              <p:par>
                                <p:cTn id="85" presetID="2" presetClass="entr" presetSubtype="2" accel="50000" decel="50000" fill="hold" nodeType="after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additive="base">
                                        <p:cTn id="87" dur="500" fill="hold"/>
                                        <p:tgtEl>
                                          <p:spTgt spid="11"/>
                                        </p:tgtEl>
                                        <p:attrNameLst>
                                          <p:attrName>ppt_x</p:attrName>
                                        </p:attrNameLst>
                                      </p:cBhvr>
                                      <p:tavLst>
                                        <p:tav tm="0">
                                          <p:val>
                                            <p:strVal val="1+#ppt_w/2"/>
                                          </p:val>
                                        </p:tav>
                                        <p:tav tm="100000">
                                          <p:val>
                                            <p:strVal val="#ppt_x"/>
                                          </p:val>
                                        </p:tav>
                                      </p:tavLst>
                                    </p:anim>
                                    <p:anim calcmode="lin" valueType="num">
                                      <p:cBhvr additive="base">
                                        <p:cTn id="88" dur="500" fill="hold"/>
                                        <p:tgtEl>
                                          <p:spTgt spid="11"/>
                                        </p:tgtEl>
                                        <p:attrNameLst>
                                          <p:attrName>ppt_y</p:attrName>
                                        </p:attrNameLst>
                                      </p:cBhvr>
                                      <p:tavLst>
                                        <p:tav tm="0">
                                          <p:val>
                                            <p:strVal val="#ppt_y"/>
                                          </p:val>
                                        </p:tav>
                                        <p:tav tm="100000">
                                          <p:val>
                                            <p:strVal val="#ppt_y"/>
                                          </p:val>
                                        </p:tav>
                                      </p:tavLst>
                                    </p:anim>
                                  </p:childTnLst>
                                </p:cTn>
                              </p:par>
                            </p:childTnLst>
                          </p:cTn>
                        </p:par>
                        <p:par>
                          <p:cTn id="89" fill="hold">
                            <p:stCondLst>
                              <p:cond delay="6000"/>
                            </p:stCondLst>
                            <p:childTnLst>
                              <p:par>
                                <p:cTn id="90" presetID="2" presetClass="entr" presetSubtype="2" accel="50000" decel="50000" fill="hold" nodeType="after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additive="base">
                                        <p:cTn id="92" dur="500" fill="hold"/>
                                        <p:tgtEl>
                                          <p:spTgt spid="13"/>
                                        </p:tgtEl>
                                        <p:attrNameLst>
                                          <p:attrName>ppt_x</p:attrName>
                                        </p:attrNameLst>
                                      </p:cBhvr>
                                      <p:tavLst>
                                        <p:tav tm="0">
                                          <p:val>
                                            <p:strVal val="1+#ppt_w/2"/>
                                          </p:val>
                                        </p:tav>
                                        <p:tav tm="100000">
                                          <p:val>
                                            <p:strVal val="#ppt_x"/>
                                          </p:val>
                                        </p:tav>
                                      </p:tavLst>
                                    </p:anim>
                                    <p:anim calcmode="lin" valueType="num">
                                      <p:cBhvr additive="base">
                                        <p:cTn id="93" dur="500" fill="hold"/>
                                        <p:tgtEl>
                                          <p:spTgt spid="13"/>
                                        </p:tgtEl>
                                        <p:attrNameLst>
                                          <p:attrName>ppt_y</p:attrName>
                                        </p:attrNameLst>
                                      </p:cBhvr>
                                      <p:tavLst>
                                        <p:tav tm="0">
                                          <p:val>
                                            <p:strVal val="#ppt_y"/>
                                          </p:val>
                                        </p:tav>
                                        <p:tav tm="100000">
                                          <p:val>
                                            <p:strVal val="#ppt_y"/>
                                          </p:val>
                                        </p:tav>
                                      </p:tavLst>
                                    </p:anim>
                                  </p:childTnLst>
                                </p:cTn>
                              </p:par>
                            </p:childTnLst>
                          </p:cTn>
                        </p:par>
                        <p:par>
                          <p:cTn id="94" fill="hold">
                            <p:stCondLst>
                              <p:cond delay="6500"/>
                            </p:stCondLst>
                            <p:childTnLst>
                              <p:par>
                                <p:cTn id="95" presetID="2" presetClass="entr" presetSubtype="8" accel="50000" decel="50000" fill="hold" grpId="0" nodeType="afterEffect">
                                  <p:stCondLst>
                                    <p:cond delay="0"/>
                                  </p:stCondLst>
                                  <p:childTnLst>
                                    <p:set>
                                      <p:cBhvr>
                                        <p:cTn id="96" dur="1" fill="hold">
                                          <p:stCondLst>
                                            <p:cond delay="0"/>
                                          </p:stCondLst>
                                        </p:cTn>
                                        <p:tgtEl>
                                          <p:spTgt spid="94"/>
                                        </p:tgtEl>
                                        <p:attrNameLst>
                                          <p:attrName>style.visibility</p:attrName>
                                        </p:attrNameLst>
                                      </p:cBhvr>
                                      <p:to>
                                        <p:strVal val="visible"/>
                                      </p:to>
                                    </p:set>
                                    <p:anim calcmode="lin" valueType="num">
                                      <p:cBhvr additive="base">
                                        <p:cTn id="97" dur="500" fill="hold"/>
                                        <p:tgtEl>
                                          <p:spTgt spid="94"/>
                                        </p:tgtEl>
                                        <p:attrNameLst>
                                          <p:attrName>ppt_x</p:attrName>
                                        </p:attrNameLst>
                                      </p:cBhvr>
                                      <p:tavLst>
                                        <p:tav tm="0">
                                          <p:val>
                                            <p:strVal val="0-#ppt_w/2"/>
                                          </p:val>
                                        </p:tav>
                                        <p:tav tm="100000">
                                          <p:val>
                                            <p:strVal val="#ppt_x"/>
                                          </p:val>
                                        </p:tav>
                                      </p:tavLst>
                                    </p:anim>
                                    <p:anim calcmode="lin" valueType="num">
                                      <p:cBhvr additive="base">
                                        <p:cTn id="98" dur="500" fill="hold"/>
                                        <p:tgtEl>
                                          <p:spTgt spid="94"/>
                                        </p:tgtEl>
                                        <p:attrNameLst>
                                          <p:attrName>ppt_y</p:attrName>
                                        </p:attrNameLst>
                                      </p:cBhvr>
                                      <p:tavLst>
                                        <p:tav tm="0">
                                          <p:val>
                                            <p:strVal val="#ppt_y"/>
                                          </p:val>
                                        </p:tav>
                                        <p:tav tm="100000">
                                          <p:val>
                                            <p:strVal val="#ppt_y"/>
                                          </p:val>
                                        </p:tav>
                                      </p:tavLst>
                                    </p:anim>
                                  </p:childTnLst>
                                </p:cTn>
                              </p:par>
                            </p:childTnLst>
                          </p:cTn>
                        </p:par>
                        <p:par>
                          <p:cTn id="99" fill="hold">
                            <p:stCondLst>
                              <p:cond delay="7000"/>
                            </p:stCondLst>
                            <p:childTnLst>
                              <p:par>
                                <p:cTn id="100" presetID="53" presetClass="entr" presetSubtype="0" fill="hold" grpId="0" nodeType="afterEffect">
                                  <p:stCondLst>
                                    <p:cond delay="0"/>
                                  </p:stCondLst>
                                  <p:childTnLst>
                                    <p:set>
                                      <p:cBhvr>
                                        <p:cTn id="101" dur="1" fill="hold">
                                          <p:stCondLst>
                                            <p:cond delay="0"/>
                                          </p:stCondLst>
                                        </p:cTn>
                                        <p:tgtEl>
                                          <p:spTgt spid="86"/>
                                        </p:tgtEl>
                                        <p:attrNameLst>
                                          <p:attrName>style.visibility</p:attrName>
                                        </p:attrNameLst>
                                      </p:cBhvr>
                                      <p:to>
                                        <p:strVal val="visible"/>
                                      </p:to>
                                    </p:set>
                                    <p:anim calcmode="lin" valueType="num">
                                      <p:cBhvr>
                                        <p:cTn id="102" dur="500" fill="hold"/>
                                        <p:tgtEl>
                                          <p:spTgt spid="86"/>
                                        </p:tgtEl>
                                        <p:attrNameLst>
                                          <p:attrName>ppt_w</p:attrName>
                                        </p:attrNameLst>
                                      </p:cBhvr>
                                      <p:tavLst>
                                        <p:tav tm="0">
                                          <p:val>
                                            <p:fltVal val="0"/>
                                          </p:val>
                                        </p:tav>
                                        <p:tav tm="100000">
                                          <p:val>
                                            <p:strVal val="#ppt_w"/>
                                          </p:val>
                                        </p:tav>
                                      </p:tavLst>
                                    </p:anim>
                                    <p:anim calcmode="lin" valueType="num">
                                      <p:cBhvr>
                                        <p:cTn id="103" dur="500" fill="hold"/>
                                        <p:tgtEl>
                                          <p:spTgt spid="86"/>
                                        </p:tgtEl>
                                        <p:attrNameLst>
                                          <p:attrName>ppt_h</p:attrName>
                                        </p:attrNameLst>
                                      </p:cBhvr>
                                      <p:tavLst>
                                        <p:tav tm="0">
                                          <p:val>
                                            <p:fltVal val="0"/>
                                          </p:val>
                                        </p:tav>
                                        <p:tav tm="100000">
                                          <p:val>
                                            <p:strVal val="#ppt_h"/>
                                          </p:val>
                                        </p:tav>
                                      </p:tavLst>
                                    </p:anim>
                                    <p:animEffect transition="in" filter="fade">
                                      <p:cBhvr>
                                        <p:cTn id="104" dur="500"/>
                                        <p:tgtEl>
                                          <p:spTgt spid="86"/>
                                        </p:tgtEl>
                                      </p:cBhvr>
                                    </p:animEffect>
                                  </p:childTnLst>
                                </p:cTn>
                              </p:par>
                              <p:par>
                                <p:cTn id="105" presetID="2" presetClass="entr" presetSubtype="4" accel="50000" decel="50000" fill="hold" grpId="0" nodeType="withEffect">
                                  <p:stCondLst>
                                    <p:cond delay="0"/>
                                  </p:stCondLst>
                                  <p:childTnLst>
                                    <p:set>
                                      <p:cBhvr>
                                        <p:cTn id="106" dur="1" fill="hold">
                                          <p:stCondLst>
                                            <p:cond delay="0"/>
                                          </p:stCondLst>
                                        </p:cTn>
                                        <p:tgtEl>
                                          <p:spTgt spid="85"/>
                                        </p:tgtEl>
                                        <p:attrNameLst>
                                          <p:attrName>style.visibility</p:attrName>
                                        </p:attrNameLst>
                                      </p:cBhvr>
                                      <p:to>
                                        <p:strVal val="visible"/>
                                      </p:to>
                                    </p:set>
                                    <p:anim calcmode="lin" valueType="num">
                                      <p:cBhvr additive="base">
                                        <p:cTn id="107" dur="500" fill="hold"/>
                                        <p:tgtEl>
                                          <p:spTgt spid="85"/>
                                        </p:tgtEl>
                                        <p:attrNameLst>
                                          <p:attrName>ppt_x</p:attrName>
                                        </p:attrNameLst>
                                      </p:cBhvr>
                                      <p:tavLst>
                                        <p:tav tm="0">
                                          <p:val>
                                            <p:strVal val="#ppt_x"/>
                                          </p:val>
                                        </p:tav>
                                        <p:tav tm="100000">
                                          <p:val>
                                            <p:strVal val="#ppt_x"/>
                                          </p:val>
                                        </p:tav>
                                      </p:tavLst>
                                    </p:anim>
                                    <p:anim calcmode="lin" valueType="num">
                                      <p:cBhvr additive="base">
                                        <p:cTn id="108" dur="500" fill="hold"/>
                                        <p:tgtEl>
                                          <p:spTgt spid="85"/>
                                        </p:tgtEl>
                                        <p:attrNameLst>
                                          <p:attrName>ppt_y</p:attrName>
                                        </p:attrNameLst>
                                      </p:cBhvr>
                                      <p:tavLst>
                                        <p:tav tm="0">
                                          <p:val>
                                            <p:strVal val="1+#ppt_h/2"/>
                                          </p:val>
                                        </p:tav>
                                        <p:tav tm="100000">
                                          <p:val>
                                            <p:strVal val="#ppt_y"/>
                                          </p:val>
                                        </p:tav>
                                      </p:tavLst>
                                    </p:anim>
                                  </p:childTnLst>
                                </p:cTn>
                              </p:par>
                            </p:childTnLst>
                          </p:cTn>
                        </p:par>
                        <p:par>
                          <p:cTn id="109" fill="hold">
                            <p:stCondLst>
                              <p:cond delay="7500"/>
                            </p:stCondLst>
                            <p:childTnLst>
                              <p:par>
                                <p:cTn id="110" presetID="53" presetClass="entr" presetSubtype="0" fill="hold" grpId="0" nodeType="after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p:cTn id="112" dur="500" fill="hold"/>
                                        <p:tgtEl>
                                          <p:spTgt spid="88"/>
                                        </p:tgtEl>
                                        <p:attrNameLst>
                                          <p:attrName>ppt_w</p:attrName>
                                        </p:attrNameLst>
                                      </p:cBhvr>
                                      <p:tavLst>
                                        <p:tav tm="0">
                                          <p:val>
                                            <p:fltVal val="0"/>
                                          </p:val>
                                        </p:tav>
                                        <p:tav tm="100000">
                                          <p:val>
                                            <p:strVal val="#ppt_w"/>
                                          </p:val>
                                        </p:tav>
                                      </p:tavLst>
                                    </p:anim>
                                    <p:anim calcmode="lin" valueType="num">
                                      <p:cBhvr>
                                        <p:cTn id="113" dur="500" fill="hold"/>
                                        <p:tgtEl>
                                          <p:spTgt spid="88"/>
                                        </p:tgtEl>
                                        <p:attrNameLst>
                                          <p:attrName>ppt_h</p:attrName>
                                        </p:attrNameLst>
                                      </p:cBhvr>
                                      <p:tavLst>
                                        <p:tav tm="0">
                                          <p:val>
                                            <p:fltVal val="0"/>
                                          </p:val>
                                        </p:tav>
                                        <p:tav tm="100000">
                                          <p:val>
                                            <p:strVal val="#ppt_h"/>
                                          </p:val>
                                        </p:tav>
                                      </p:tavLst>
                                    </p:anim>
                                    <p:animEffect transition="in" filter="fade">
                                      <p:cBhvr>
                                        <p:cTn id="114" dur="500"/>
                                        <p:tgtEl>
                                          <p:spTgt spid="88"/>
                                        </p:tgtEl>
                                      </p:cBhvr>
                                    </p:animEffect>
                                  </p:childTnLst>
                                </p:cTn>
                              </p:par>
                              <p:par>
                                <p:cTn id="115" presetID="2" presetClass="entr" presetSubtype="4" accel="50000" decel="50000" fill="hold" grpId="0" nodeType="withEffect">
                                  <p:stCondLst>
                                    <p:cond delay="0"/>
                                  </p:stCondLst>
                                  <p:childTnLst>
                                    <p:set>
                                      <p:cBhvr>
                                        <p:cTn id="116" dur="1" fill="hold">
                                          <p:stCondLst>
                                            <p:cond delay="0"/>
                                          </p:stCondLst>
                                        </p:cTn>
                                        <p:tgtEl>
                                          <p:spTgt spid="87"/>
                                        </p:tgtEl>
                                        <p:attrNameLst>
                                          <p:attrName>style.visibility</p:attrName>
                                        </p:attrNameLst>
                                      </p:cBhvr>
                                      <p:to>
                                        <p:strVal val="visible"/>
                                      </p:to>
                                    </p:set>
                                    <p:anim calcmode="lin" valueType="num">
                                      <p:cBhvr additive="base">
                                        <p:cTn id="117" dur="500" fill="hold"/>
                                        <p:tgtEl>
                                          <p:spTgt spid="87"/>
                                        </p:tgtEl>
                                        <p:attrNameLst>
                                          <p:attrName>ppt_x</p:attrName>
                                        </p:attrNameLst>
                                      </p:cBhvr>
                                      <p:tavLst>
                                        <p:tav tm="0">
                                          <p:val>
                                            <p:strVal val="#ppt_x"/>
                                          </p:val>
                                        </p:tav>
                                        <p:tav tm="100000">
                                          <p:val>
                                            <p:strVal val="#ppt_x"/>
                                          </p:val>
                                        </p:tav>
                                      </p:tavLst>
                                    </p:anim>
                                    <p:anim calcmode="lin" valueType="num">
                                      <p:cBhvr additive="base">
                                        <p:cTn id="118" dur="500" fill="hold"/>
                                        <p:tgtEl>
                                          <p:spTgt spid="87"/>
                                        </p:tgtEl>
                                        <p:attrNameLst>
                                          <p:attrName>ppt_y</p:attrName>
                                        </p:attrNameLst>
                                      </p:cBhvr>
                                      <p:tavLst>
                                        <p:tav tm="0">
                                          <p:val>
                                            <p:strVal val="1+#ppt_h/2"/>
                                          </p:val>
                                        </p:tav>
                                        <p:tav tm="100000">
                                          <p:val>
                                            <p:strVal val="#ppt_y"/>
                                          </p:val>
                                        </p:tav>
                                      </p:tavLst>
                                    </p:anim>
                                  </p:childTnLst>
                                </p:cTn>
                              </p:par>
                            </p:childTnLst>
                          </p:cTn>
                        </p:par>
                        <p:par>
                          <p:cTn id="119" fill="hold">
                            <p:stCondLst>
                              <p:cond delay="8000"/>
                            </p:stCondLst>
                            <p:childTnLst>
                              <p:par>
                                <p:cTn id="120" presetID="53" presetClass="entr" presetSubtype="0" fill="hold" grpId="0" nodeType="afterEffect">
                                  <p:stCondLst>
                                    <p:cond delay="0"/>
                                  </p:stCondLst>
                                  <p:childTnLst>
                                    <p:set>
                                      <p:cBhvr>
                                        <p:cTn id="121" dur="1" fill="hold">
                                          <p:stCondLst>
                                            <p:cond delay="0"/>
                                          </p:stCondLst>
                                        </p:cTn>
                                        <p:tgtEl>
                                          <p:spTgt spid="90"/>
                                        </p:tgtEl>
                                        <p:attrNameLst>
                                          <p:attrName>style.visibility</p:attrName>
                                        </p:attrNameLst>
                                      </p:cBhvr>
                                      <p:to>
                                        <p:strVal val="visible"/>
                                      </p:to>
                                    </p:set>
                                    <p:anim calcmode="lin" valueType="num">
                                      <p:cBhvr>
                                        <p:cTn id="122" dur="500" fill="hold"/>
                                        <p:tgtEl>
                                          <p:spTgt spid="90"/>
                                        </p:tgtEl>
                                        <p:attrNameLst>
                                          <p:attrName>ppt_w</p:attrName>
                                        </p:attrNameLst>
                                      </p:cBhvr>
                                      <p:tavLst>
                                        <p:tav tm="0">
                                          <p:val>
                                            <p:fltVal val="0"/>
                                          </p:val>
                                        </p:tav>
                                        <p:tav tm="100000">
                                          <p:val>
                                            <p:strVal val="#ppt_w"/>
                                          </p:val>
                                        </p:tav>
                                      </p:tavLst>
                                    </p:anim>
                                    <p:anim calcmode="lin" valueType="num">
                                      <p:cBhvr>
                                        <p:cTn id="123" dur="500" fill="hold"/>
                                        <p:tgtEl>
                                          <p:spTgt spid="90"/>
                                        </p:tgtEl>
                                        <p:attrNameLst>
                                          <p:attrName>ppt_h</p:attrName>
                                        </p:attrNameLst>
                                      </p:cBhvr>
                                      <p:tavLst>
                                        <p:tav tm="0">
                                          <p:val>
                                            <p:fltVal val="0"/>
                                          </p:val>
                                        </p:tav>
                                        <p:tav tm="100000">
                                          <p:val>
                                            <p:strVal val="#ppt_h"/>
                                          </p:val>
                                        </p:tav>
                                      </p:tavLst>
                                    </p:anim>
                                    <p:animEffect transition="in" filter="fade">
                                      <p:cBhvr>
                                        <p:cTn id="124" dur="500"/>
                                        <p:tgtEl>
                                          <p:spTgt spid="90"/>
                                        </p:tgtEl>
                                      </p:cBhvr>
                                    </p:animEffect>
                                  </p:childTnLst>
                                </p:cTn>
                              </p:par>
                              <p:par>
                                <p:cTn id="125" presetID="2" presetClass="entr" presetSubtype="4" accel="50000" decel="50000"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500" fill="hold"/>
                                        <p:tgtEl>
                                          <p:spTgt spid="89"/>
                                        </p:tgtEl>
                                        <p:attrNameLst>
                                          <p:attrName>ppt_x</p:attrName>
                                        </p:attrNameLst>
                                      </p:cBhvr>
                                      <p:tavLst>
                                        <p:tav tm="0">
                                          <p:val>
                                            <p:strVal val="#ppt_x"/>
                                          </p:val>
                                        </p:tav>
                                        <p:tav tm="100000">
                                          <p:val>
                                            <p:strVal val="#ppt_x"/>
                                          </p:val>
                                        </p:tav>
                                      </p:tavLst>
                                    </p:anim>
                                    <p:anim calcmode="lin" valueType="num">
                                      <p:cBhvr additive="base">
                                        <p:cTn id="128" dur="500" fill="hold"/>
                                        <p:tgtEl>
                                          <p:spTgt spid="89"/>
                                        </p:tgtEl>
                                        <p:attrNameLst>
                                          <p:attrName>ppt_y</p:attrName>
                                        </p:attrNameLst>
                                      </p:cBhvr>
                                      <p:tavLst>
                                        <p:tav tm="0">
                                          <p:val>
                                            <p:strVal val="1+#ppt_h/2"/>
                                          </p:val>
                                        </p:tav>
                                        <p:tav tm="100000">
                                          <p:val>
                                            <p:strVal val="#ppt_y"/>
                                          </p:val>
                                        </p:tav>
                                      </p:tavLst>
                                    </p:anim>
                                  </p:childTnLst>
                                </p:cTn>
                              </p:par>
                            </p:childTnLst>
                          </p:cTn>
                        </p:par>
                        <p:par>
                          <p:cTn id="129" fill="hold">
                            <p:stCondLst>
                              <p:cond delay="8500"/>
                            </p:stCondLst>
                            <p:childTnLst>
                              <p:par>
                                <p:cTn id="130" presetID="22" presetClass="entr" presetSubtype="8" fill="hold" grpId="0" nodeType="after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wipe(left)">
                                      <p:cBhvr>
                                        <p:cTn id="132" dur="75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81" grpId="0"/>
      <p:bldP spid="82" grpId="0"/>
      <p:bldP spid="83" grpId="0"/>
      <p:bldP spid="84" grpId="0"/>
      <p:bldP spid="85" grpId="0"/>
      <p:bldP spid="87" grpId="0"/>
      <p:bldP spid="89" grpId="0"/>
      <p:bldGraphic spid="94" grpId="0">
        <p:bldAsOne/>
      </p:bldGraphic>
      <p:bldP spid="86" grpId="0" animBg="1"/>
      <p:bldP spid="88" grpId="0" animBg="1"/>
      <p:bldP spid="90" grpId="0" animBg="1"/>
      <p:bldP spid="6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A_淘宝店chenying0907 22"/>
          <p:cNvSpPr>
            <a:spLocks/>
          </p:cNvSpPr>
          <p:nvPr>
            <p:custDataLst>
              <p:tags r:id="rId1"/>
            </p:custDataLst>
          </p:nvPr>
        </p:nvSpPr>
        <p:spPr bwMode="auto">
          <a:xfrm>
            <a:off x="5333535" y="4017845"/>
            <a:ext cx="2120622" cy="2121932"/>
          </a:xfrm>
          <a:custGeom>
            <a:avLst/>
            <a:gdLst>
              <a:gd name="T0" fmla="*/ 187 w 240"/>
              <a:gd name="T1" fmla="*/ 0 h 240"/>
              <a:gd name="T2" fmla="*/ 134 w 240"/>
              <a:gd name="T3" fmla="*/ 53 h 240"/>
              <a:gd name="T4" fmla="*/ 53 w 240"/>
              <a:gd name="T5" fmla="*/ 134 h 240"/>
              <a:gd name="T6" fmla="*/ 53 w 240"/>
              <a:gd name="T7" fmla="*/ 134 h 240"/>
              <a:gd name="T8" fmla="*/ 53 w 240"/>
              <a:gd name="T9" fmla="*/ 134 h 240"/>
              <a:gd name="T10" fmla="*/ 0 w 240"/>
              <a:gd name="T11" fmla="*/ 187 h 240"/>
              <a:gd name="T12" fmla="*/ 53 w 240"/>
              <a:gd name="T13" fmla="*/ 240 h 240"/>
              <a:gd name="T14" fmla="*/ 106 w 240"/>
              <a:gd name="T15" fmla="*/ 187 h 240"/>
              <a:gd name="T16" fmla="*/ 106 w 240"/>
              <a:gd name="T17" fmla="*/ 187 h 240"/>
              <a:gd name="T18" fmla="*/ 106 w 240"/>
              <a:gd name="T19" fmla="*/ 187 h 240"/>
              <a:gd name="T20" fmla="*/ 187 w 240"/>
              <a:gd name="T21" fmla="*/ 106 h 240"/>
              <a:gd name="T22" fmla="*/ 187 w 240"/>
              <a:gd name="T23" fmla="*/ 106 h 240"/>
              <a:gd name="T24" fmla="*/ 240 w 240"/>
              <a:gd name="T25" fmla="*/ 53 h 240"/>
              <a:gd name="T26" fmla="*/ 187 w 240"/>
              <a:gd name="T2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187" y="0"/>
                </a:moveTo>
                <a:cubicBezTo>
                  <a:pt x="157" y="0"/>
                  <a:pt x="134" y="24"/>
                  <a:pt x="134" y="53"/>
                </a:cubicBezTo>
                <a:cubicBezTo>
                  <a:pt x="134" y="106"/>
                  <a:pt x="106" y="134"/>
                  <a:pt x="53" y="134"/>
                </a:cubicBezTo>
                <a:cubicBezTo>
                  <a:pt x="53" y="134"/>
                  <a:pt x="53" y="134"/>
                  <a:pt x="53" y="134"/>
                </a:cubicBezTo>
                <a:cubicBezTo>
                  <a:pt x="53" y="134"/>
                  <a:pt x="53" y="134"/>
                  <a:pt x="53" y="134"/>
                </a:cubicBezTo>
                <a:cubicBezTo>
                  <a:pt x="24" y="134"/>
                  <a:pt x="0" y="157"/>
                  <a:pt x="0" y="187"/>
                </a:cubicBezTo>
                <a:cubicBezTo>
                  <a:pt x="0" y="216"/>
                  <a:pt x="24" y="240"/>
                  <a:pt x="53" y="240"/>
                </a:cubicBezTo>
                <a:cubicBezTo>
                  <a:pt x="82" y="240"/>
                  <a:pt x="106" y="216"/>
                  <a:pt x="106" y="187"/>
                </a:cubicBezTo>
                <a:cubicBezTo>
                  <a:pt x="106" y="187"/>
                  <a:pt x="106" y="187"/>
                  <a:pt x="106" y="187"/>
                </a:cubicBezTo>
                <a:cubicBezTo>
                  <a:pt x="106" y="187"/>
                  <a:pt x="106" y="187"/>
                  <a:pt x="106" y="187"/>
                </a:cubicBezTo>
                <a:cubicBezTo>
                  <a:pt x="106" y="134"/>
                  <a:pt x="134" y="106"/>
                  <a:pt x="187" y="106"/>
                </a:cubicBezTo>
                <a:cubicBezTo>
                  <a:pt x="187" y="106"/>
                  <a:pt x="187" y="106"/>
                  <a:pt x="187" y="106"/>
                </a:cubicBezTo>
                <a:cubicBezTo>
                  <a:pt x="216" y="106"/>
                  <a:pt x="240" y="82"/>
                  <a:pt x="240" y="53"/>
                </a:cubicBezTo>
                <a:cubicBezTo>
                  <a:pt x="240" y="24"/>
                  <a:pt x="216" y="0"/>
                  <a:pt x="187" y="0"/>
                </a:cubicBezTo>
                <a:close/>
              </a:path>
            </a:pathLst>
          </a:custGeom>
          <a:solidFill>
            <a:schemeClr val="accent3">
              <a:alpha val="50000"/>
            </a:schemeClr>
          </a:solidFill>
          <a:ln w="6350">
            <a:noFill/>
          </a:ln>
        </p:spPr>
        <p:txBody>
          <a:bodyPr/>
          <a:lstStyle/>
          <a:p>
            <a:endParaRPr lang="zh-CN" altLang="en-US"/>
          </a:p>
        </p:txBody>
      </p:sp>
      <p:sp>
        <p:nvSpPr>
          <p:cNvPr id="6" name="PA_淘宝店chenying0907 23"/>
          <p:cNvSpPr>
            <a:spLocks/>
          </p:cNvSpPr>
          <p:nvPr>
            <p:custDataLst>
              <p:tags r:id="rId2"/>
            </p:custDataLst>
          </p:nvPr>
        </p:nvSpPr>
        <p:spPr bwMode="auto">
          <a:xfrm>
            <a:off x="4275095" y="2958751"/>
            <a:ext cx="2116881" cy="2121932"/>
          </a:xfrm>
          <a:custGeom>
            <a:avLst/>
            <a:gdLst>
              <a:gd name="T0" fmla="*/ 0 w 240"/>
              <a:gd name="T1" fmla="*/ 53 h 240"/>
              <a:gd name="T2" fmla="*/ 53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6 w 240"/>
              <a:gd name="T21" fmla="*/ 53 h 240"/>
              <a:gd name="T22" fmla="*/ 106 w 240"/>
              <a:gd name="T23" fmla="*/ 53 h 240"/>
              <a:gd name="T24" fmla="*/ 53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3" y="106"/>
                </a:cubicBezTo>
                <a:cubicBezTo>
                  <a:pt x="106" y="106"/>
                  <a:pt x="134" y="134"/>
                  <a:pt x="134" y="187"/>
                </a:cubicBezTo>
                <a:cubicBezTo>
                  <a:pt x="134" y="187"/>
                  <a:pt x="134" y="187"/>
                  <a:pt x="134" y="187"/>
                </a:cubicBezTo>
                <a:cubicBezTo>
                  <a:pt x="134" y="187"/>
                  <a:pt x="134" y="187"/>
                  <a:pt x="134" y="187"/>
                </a:cubicBezTo>
                <a:cubicBezTo>
                  <a:pt x="134" y="216"/>
                  <a:pt x="157" y="240"/>
                  <a:pt x="187" y="240"/>
                </a:cubicBezTo>
                <a:cubicBezTo>
                  <a:pt x="216" y="240"/>
                  <a:pt x="240" y="216"/>
                  <a:pt x="240" y="187"/>
                </a:cubicBezTo>
                <a:cubicBezTo>
                  <a:pt x="240" y="158"/>
                  <a:pt x="216" y="134"/>
                  <a:pt x="187" y="134"/>
                </a:cubicBezTo>
                <a:cubicBezTo>
                  <a:pt x="187" y="134"/>
                  <a:pt x="187" y="134"/>
                  <a:pt x="187" y="134"/>
                </a:cubicBezTo>
                <a:cubicBezTo>
                  <a:pt x="187" y="134"/>
                  <a:pt x="187" y="134"/>
                  <a:pt x="187" y="134"/>
                </a:cubicBezTo>
                <a:cubicBezTo>
                  <a:pt x="134" y="134"/>
                  <a:pt x="106" y="106"/>
                  <a:pt x="106" y="53"/>
                </a:cubicBezTo>
                <a:cubicBezTo>
                  <a:pt x="106" y="53"/>
                  <a:pt x="106" y="53"/>
                  <a:pt x="106" y="53"/>
                </a:cubicBezTo>
                <a:cubicBezTo>
                  <a:pt x="106" y="24"/>
                  <a:pt x="82" y="0"/>
                  <a:pt x="53" y="0"/>
                </a:cubicBezTo>
                <a:cubicBezTo>
                  <a:pt x="24" y="0"/>
                  <a:pt x="0" y="24"/>
                  <a:pt x="0" y="53"/>
                </a:cubicBezTo>
                <a:close/>
              </a:path>
            </a:pathLst>
          </a:custGeom>
          <a:solidFill>
            <a:schemeClr val="accent3">
              <a:alpha val="50000"/>
            </a:schemeClr>
          </a:solidFill>
          <a:ln w="6350">
            <a:noFill/>
          </a:ln>
        </p:spPr>
        <p:txBody>
          <a:bodyPr/>
          <a:lstStyle/>
          <a:p>
            <a:endParaRPr lang="zh-CN" altLang="en-US"/>
          </a:p>
        </p:txBody>
      </p:sp>
      <p:sp>
        <p:nvSpPr>
          <p:cNvPr id="7" name="PA_淘宝店chenying0907 24"/>
          <p:cNvSpPr>
            <a:spLocks/>
          </p:cNvSpPr>
          <p:nvPr>
            <p:custDataLst>
              <p:tags r:id="rId3"/>
            </p:custDataLst>
          </p:nvPr>
        </p:nvSpPr>
        <p:spPr bwMode="auto">
          <a:xfrm>
            <a:off x="5412077" y="1895913"/>
            <a:ext cx="2120622" cy="2121932"/>
          </a:xfrm>
          <a:custGeom>
            <a:avLst/>
            <a:gdLst>
              <a:gd name="T0" fmla="*/ 186 w 240"/>
              <a:gd name="T1" fmla="*/ 0 h 240"/>
              <a:gd name="T2" fmla="*/ 133 w 240"/>
              <a:gd name="T3" fmla="*/ 53 h 240"/>
              <a:gd name="T4" fmla="*/ 53 w 240"/>
              <a:gd name="T5" fmla="*/ 134 h 240"/>
              <a:gd name="T6" fmla="*/ 53 w 240"/>
              <a:gd name="T7" fmla="*/ 134 h 240"/>
              <a:gd name="T8" fmla="*/ 53 w 240"/>
              <a:gd name="T9" fmla="*/ 134 h 240"/>
              <a:gd name="T10" fmla="*/ 0 w 240"/>
              <a:gd name="T11" fmla="*/ 187 h 240"/>
              <a:gd name="T12" fmla="*/ 53 w 240"/>
              <a:gd name="T13" fmla="*/ 240 h 240"/>
              <a:gd name="T14" fmla="*/ 106 w 240"/>
              <a:gd name="T15" fmla="*/ 187 h 240"/>
              <a:gd name="T16" fmla="*/ 106 w 240"/>
              <a:gd name="T17" fmla="*/ 187 h 240"/>
              <a:gd name="T18" fmla="*/ 106 w 240"/>
              <a:gd name="T19" fmla="*/ 187 h 240"/>
              <a:gd name="T20" fmla="*/ 186 w 240"/>
              <a:gd name="T21" fmla="*/ 106 h 240"/>
              <a:gd name="T22" fmla="*/ 186 w 240"/>
              <a:gd name="T23" fmla="*/ 106 h 240"/>
              <a:gd name="T24" fmla="*/ 240 w 240"/>
              <a:gd name="T25" fmla="*/ 53 h 240"/>
              <a:gd name="T26" fmla="*/ 186 w 240"/>
              <a:gd name="T2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186" y="0"/>
                </a:moveTo>
                <a:cubicBezTo>
                  <a:pt x="157" y="0"/>
                  <a:pt x="133" y="24"/>
                  <a:pt x="133" y="53"/>
                </a:cubicBezTo>
                <a:cubicBezTo>
                  <a:pt x="133" y="106"/>
                  <a:pt x="106" y="134"/>
                  <a:pt x="53" y="134"/>
                </a:cubicBezTo>
                <a:cubicBezTo>
                  <a:pt x="53" y="134"/>
                  <a:pt x="53" y="134"/>
                  <a:pt x="53" y="134"/>
                </a:cubicBezTo>
                <a:cubicBezTo>
                  <a:pt x="53" y="134"/>
                  <a:pt x="53" y="134"/>
                  <a:pt x="53" y="134"/>
                </a:cubicBezTo>
                <a:cubicBezTo>
                  <a:pt x="23" y="134"/>
                  <a:pt x="0" y="158"/>
                  <a:pt x="0" y="187"/>
                </a:cubicBezTo>
                <a:cubicBezTo>
                  <a:pt x="0" y="216"/>
                  <a:pt x="23" y="240"/>
                  <a:pt x="53" y="240"/>
                </a:cubicBezTo>
                <a:cubicBezTo>
                  <a:pt x="82" y="240"/>
                  <a:pt x="106" y="216"/>
                  <a:pt x="106" y="187"/>
                </a:cubicBezTo>
                <a:cubicBezTo>
                  <a:pt x="106" y="187"/>
                  <a:pt x="106" y="187"/>
                  <a:pt x="106" y="187"/>
                </a:cubicBezTo>
                <a:cubicBezTo>
                  <a:pt x="106" y="187"/>
                  <a:pt x="106" y="187"/>
                  <a:pt x="106" y="187"/>
                </a:cubicBezTo>
                <a:cubicBezTo>
                  <a:pt x="106" y="134"/>
                  <a:pt x="133" y="106"/>
                  <a:pt x="186" y="106"/>
                </a:cubicBezTo>
                <a:cubicBezTo>
                  <a:pt x="186" y="106"/>
                  <a:pt x="186" y="106"/>
                  <a:pt x="186" y="106"/>
                </a:cubicBezTo>
                <a:cubicBezTo>
                  <a:pt x="216" y="106"/>
                  <a:pt x="240" y="83"/>
                  <a:pt x="240" y="53"/>
                </a:cubicBezTo>
                <a:cubicBezTo>
                  <a:pt x="240" y="24"/>
                  <a:pt x="216" y="0"/>
                  <a:pt x="186" y="0"/>
                </a:cubicBezTo>
                <a:close/>
              </a:path>
            </a:pathLst>
          </a:custGeom>
          <a:solidFill>
            <a:schemeClr val="accent1">
              <a:alpha val="50000"/>
            </a:schemeClr>
          </a:solidFill>
          <a:ln w="6350">
            <a:noFill/>
          </a:ln>
        </p:spPr>
        <p:txBody>
          <a:bodyPr/>
          <a:lstStyle/>
          <a:p>
            <a:endParaRPr lang="zh-CN" altLang="en-US"/>
          </a:p>
        </p:txBody>
      </p:sp>
      <p:sp>
        <p:nvSpPr>
          <p:cNvPr id="8" name="PA_淘宝店chenying0907 25"/>
          <p:cNvSpPr>
            <a:spLocks/>
          </p:cNvSpPr>
          <p:nvPr>
            <p:custDataLst>
              <p:tags r:id="rId4"/>
            </p:custDataLst>
          </p:nvPr>
        </p:nvSpPr>
        <p:spPr bwMode="auto">
          <a:xfrm>
            <a:off x="6474257" y="2958751"/>
            <a:ext cx="2109400" cy="2121932"/>
          </a:xfrm>
          <a:custGeom>
            <a:avLst/>
            <a:gdLst>
              <a:gd name="T0" fmla="*/ 0 w 239"/>
              <a:gd name="T1" fmla="*/ 53 h 240"/>
              <a:gd name="T2" fmla="*/ 53 w 239"/>
              <a:gd name="T3" fmla="*/ 106 h 240"/>
              <a:gd name="T4" fmla="*/ 133 w 239"/>
              <a:gd name="T5" fmla="*/ 187 h 240"/>
              <a:gd name="T6" fmla="*/ 133 w 239"/>
              <a:gd name="T7" fmla="*/ 187 h 240"/>
              <a:gd name="T8" fmla="*/ 133 w 239"/>
              <a:gd name="T9" fmla="*/ 187 h 240"/>
              <a:gd name="T10" fmla="*/ 186 w 239"/>
              <a:gd name="T11" fmla="*/ 240 h 240"/>
              <a:gd name="T12" fmla="*/ 239 w 239"/>
              <a:gd name="T13" fmla="*/ 187 h 240"/>
              <a:gd name="T14" fmla="*/ 186 w 239"/>
              <a:gd name="T15" fmla="*/ 134 h 240"/>
              <a:gd name="T16" fmla="*/ 186 w 239"/>
              <a:gd name="T17" fmla="*/ 134 h 240"/>
              <a:gd name="T18" fmla="*/ 186 w 239"/>
              <a:gd name="T19" fmla="*/ 134 h 240"/>
              <a:gd name="T20" fmla="*/ 106 w 239"/>
              <a:gd name="T21" fmla="*/ 53 h 240"/>
              <a:gd name="T22" fmla="*/ 106 w 239"/>
              <a:gd name="T23" fmla="*/ 53 h 240"/>
              <a:gd name="T24" fmla="*/ 53 w 239"/>
              <a:gd name="T25" fmla="*/ 0 h 240"/>
              <a:gd name="T26" fmla="*/ 0 w 239"/>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9" h="240">
                <a:moveTo>
                  <a:pt x="0" y="53"/>
                </a:moveTo>
                <a:cubicBezTo>
                  <a:pt x="0" y="83"/>
                  <a:pt x="23" y="106"/>
                  <a:pt x="53" y="106"/>
                </a:cubicBezTo>
                <a:cubicBezTo>
                  <a:pt x="106" y="106"/>
                  <a:pt x="133" y="134"/>
                  <a:pt x="133" y="187"/>
                </a:cubicBezTo>
                <a:cubicBezTo>
                  <a:pt x="133" y="187"/>
                  <a:pt x="133" y="187"/>
                  <a:pt x="133" y="187"/>
                </a:cubicBezTo>
                <a:cubicBezTo>
                  <a:pt x="133" y="187"/>
                  <a:pt x="133" y="187"/>
                  <a:pt x="133" y="187"/>
                </a:cubicBezTo>
                <a:cubicBezTo>
                  <a:pt x="133" y="216"/>
                  <a:pt x="157" y="240"/>
                  <a:pt x="186" y="240"/>
                </a:cubicBezTo>
                <a:cubicBezTo>
                  <a:pt x="216" y="240"/>
                  <a:pt x="239" y="216"/>
                  <a:pt x="239" y="187"/>
                </a:cubicBezTo>
                <a:cubicBezTo>
                  <a:pt x="239" y="158"/>
                  <a:pt x="216" y="134"/>
                  <a:pt x="186" y="134"/>
                </a:cubicBezTo>
                <a:cubicBezTo>
                  <a:pt x="186" y="134"/>
                  <a:pt x="186" y="134"/>
                  <a:pt x="186" y="134"/>
                </a:cubicBezTo>
                <a:cubicBezTo>
                  <a:pt x="186" y="134"/>
                  <a:pt x="186" y="134"/>
                  <a:pt x="186" y="134"/>
                </a:cubicBezTo>
                <a:cubicBezTo>
                  <a:pt x="133" y="134"/>
                  <a:pt x="106" y="106"/>
                  <a:pt x="106" y="53"/>
                </a:cubicBezTo>
                <a:cubicBezTo>
                  <a:pt x="106" y="53"/>
                  <a:pt x="106" y="53"/>
                  <a:pt x="106" y="53"/>
                </a:cubicBezTo>
                <a:cubicBezTo>
                  <a:pt x="106" y="24"/>
                  <a:pt x="82" y="0"/>
                  <a:pt x="53" y="0"/>
                </a:cubicBezTo>
                <a:cubicBezTo>
                  <a:pt x="23" y="0"/>
                  <a:pt x="0" y="24"/>
                  <a:pt x="0" y="53"/>
                </a:cubicBezTo>
                <a:close/>
              </a:path>
            </a:pathLst>
          </a:custGeom>
          <a:solidFill>
            <a:schemeClr val="accent3">
              <a:alpha val="50000"/>
            </a:schemeClr>
          </a:solidFill>
          <a:ln w="6350">
            <a:noFill/>
          </a:ln>
        </p:spPr>
        <p:txBody>
          <a:bodyPr/>
          <a:lstStyle/>
          <a:p>
            <a:endParaRPr lang="zh-CN" altLang="en-US"/>
          </a:p>
        </p:txBody>
      </p:sp>
      <p:sp>
        <p:nvSpPr>
          <p:cNvPr id="9" name="PA_淘宝店chenying0907 26"/>
          <p:cNvSpPr>
            <a:spLocks/>
          </p:cNvSpPr>
          <p:nvPr>
            <p:custDataLst>
              <p:tags r:id="rId5"/>
            </p:custDataLst>
          </p:nvPr>
        </p:nvSpPr>
        <p:spPr bwMode="auto">
          <a:xfrm>
            <a:off x="5390715" y="5243065"/>
            <a:ext cx="824398" cy="850344"/>
          </a:xfrm>
          <a:custGeom>
            <a:avLst/>
            <a:gdLst>
              <a:gd name="T0" fmla="*/ 11 w 96"/>
              <a:gd name="T1" fmla="*/ 20 h 99"/>
              <a:gd name="T2" fmla="*/ 43 w 96"/>
              <a:gd name="T3" fmla="*/ 3 h 99"/>
              <a:gd name="T4" fmla="*/ 94 w 96"/>
              <a:gd name="T5" fmla="*/ 44 h 99"/>
              <a:gd name="T6" fmla="*/ 84 w 96"/>
              <a:gd name="T7" fmla="*/ 79 h 99"/>
              <a:gd name="T8" fmla="*/ 53 w 96"/>
              <a:gd name="T9" fmla="*/ 96 h 99"/>
              <a:gd name="T10" fmla="*/ 1 w 96"/>
              <a:gd name="T11" fmla="*/ 54 h 99"/>
              <a:gd name="T12" fmla="*/ 11 w 96"/>
              <a:gd name="T13" fmla="*/ 20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1" y="20"/>
                </a:moveTo>
                <a:cubicBezTo>
                  <a:pt x="19" y="11"/>
                  <a:pt x="30" y="4"/>
                  <a:pt x="43" y="3"/>
                </a:cubicBezTo>
                <a:cubicBezTo>
                  <a:pt x="69" y="0"/>
                  <a:pt x="92" y="18"/>
                  <a:pt x="94" y="44"/>
                </a:cubicBezTo>
                <a:cubicBezTo>
                  <a:pt x="96" y="57"/>
                  <a:pt x="92" y="69"/>
                  <a:pt x="84" y="79"/>
                </a:cubicBezTo>
                <a:cubicBezTo>
                  <a:pt x="77" y="88"/>
                  <a:pt x="66" y="94"/>
                  <a:pt x="53" y="96"/>
                </a:cubicBezTo>
                <a:cubicBezTo>
                  <a:pt x="27" y="99"/>
                  <a:pt x="4" y="80"/>
                  <a:pt x="1" y="54"/>
                </a:cubicBezTo>
                <a:cubicBezTo>
                  <a:pt x="0" y="42"/>
                  <a:pt x="4" y="29"/>
                  <a:pt x="11" y="20"/>
                </a:cubicBezTo>
                <a:close/>
              </a:path>
            </a:pathLst>
          </a:cu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dirty="0">
                <a:solidFill>
                  <a:schemeClr val="bg1"/>
                </a:solidFill>
                <a:latin typeface="Impact" panose="020B0806030902050204" pitchFamily="34" charset="0"/>
                <a:ea typeface="微软雅黑" panose="020B0503020204020204" pitchFamily="34" charset="-122"/>
              </a:rPr>
              <a:t>03</a:t>
            </a:r>
            <a:endParaRPr lang="zh-CN" altLang="zh-CN" dirty="0">
              <a:solidFill>
                <a:schemeClr val="bg1"/>
              </a:solidFill>
              <a:latin typeface="Impact" panose="020B0806030902050204" pitchFamily="34" charset="0"/>
              <a:ea typeface="微软雅黑" panose="020B0503020204020204" pitchFamily="34" charset="-122"/>
            </a:endParaRPr>
          </a:p>
        </p:txBody>
      </p:sp>
      <p:sp>
        <p:nvSpPr>
          <p:cNvPr id="10" name="PA_淘宝店chenying0907 27"/>
          <p:cNvSpPr>
            <a:spLocks/>
          </p:cNvSpPr>
          <p:nvPr>
            <p:custDataLst>
              <p:tags r:id="rId6"/>
            </p:custDataLst>
          </p:nvPr>
        </p:nvSpPr>
        <p:spPr bwMode="auto">
          <a:xfrm>
            <a:off x="6572578" y="4067792"/>
            <a:ext cx="824398" cy="839443"/>
          </a:xfrm>
          <a:custGeom>
            <a:avLst/>
            <a:gdLst>
              <a:gd name="T0" fmla="*/ 11 w 96"/>
              <a:gd name="T1" fmla="*/ 20 h 98"/>
              <a:gd name="T2" fmla="*/ 43 w 96"/>
              <a:gd name="T3" fmla="*/ 3 h 98"/>
              <a:gd name="T4" fmla="*/ 94 w 96"/>
              <a:gd name="T5" fmla="*/ 44 h 98"/>
              <a:gd name="T6" fmla="*/ 84 w 96"/>
              <a:gd name="T7" fmla="*/ 78 h 98"/>
              <a:gd name="T8" fmla="*/ 53 w 96"/>
              <a:gd name="T9" fmla="*/ 96 h 98"/>
              <a:gd name="T10" fmla="*/ 1 w 96"/>
              <a:gd name="T11" fmla="*/ 54 h 98"/>
              <a:gd name="T12" fmla="*/ 11 w 96"/>
              <a:gd name="T13" fmla="*/ 20 h 98"/>
            </a:gdLst>
            <a:ahLst/>
            <a:cxnLst>
              <a:cxn ang="0">
                <a:pos x="T0" y="T1"/>
              </a:cxn>
              <a:cxn ang="0">
                <a:pos x="T2" y="T3"/>
              </a:cxn>
              <a:cxn ang="0">
                <a:pos x="T4" y="T5"/>
              </a:cxn>
              <a:cxn ang="0">
                <a:pos x="T6" y="T7"/>
              </a:cxn>
              <a:cxn ang="0">
                <a:pos x="T8" y="T9"/>
              </a:cxn>
              <a:cxn ang="0">
                <a:pos x="T10" y="T11"/>
              </a:cxn>
              <a:cxn ang="0">
                <a:pos x="T12" y="T13"/>
              </a:cxn>
            </a:cxnLst>
            <a:rect l="0" t="0" r="r" b="b"/>
            <a:pathLst>
              <a:path w="96" h="98">
                <a:moveTo>
                  <a:pt x="11" y="20"/>
                </a:moveTo>
                <a:cubicBezTo>
                  <a:pt x="19" y="10"/>
                  <a:pt x="30" y="4"/>
                  <a:pt x="43" y="3"/>
                </a:cubicBezTo>
                <a:cubicBezTo>
                  <a:pt x="68" y="0"/>
                  <a:pt x="92" y="18"/>
                  <a:pt x="94" y="44"/>
                </a:cubicBezTo>
                <a:cubicBezTo>
                  <a:pt x="96" y="57"/>
                  <a:pt x="92" y="69"/>
                  <a:pt x="84" y="78"/>
                </a:cubicBezTo>
                <a:cubicBezTo>
                  <a:pt x="77" y="88"/>
                  <a:pt x="66" y="94"/>
                  <a:pt x="53" y="96"/>
                </a:cubicBezTo>
                <a:cubicBezTo>
                  <a:pt x="27" y="98"/>
                  <a:pt x="4" y="80"/>
                  <a:pt x="1" y="54"/>
                </a:cubicBezTo>
                <a:cubicBezTo>
                  <a:pt x="0" y="41"/>
                  <a:pt x="4" y="29"/>
                  <a:pt x="11" y="20"/>
                </a:cubicBezTo>
                <a:close/>
              </a:path>
            </a:pathLst>
          </a:custGeom>
          <a:solidFill>
            <a:schemeClr val="bg1">
              <a:lumMod val="95000"/>
            </a:schemeClr>
          </a:solidFill>
          <a:ln w="635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gradFill flip="none" rotWithShape="1">
                <a:gsLst>
                  <a:gs pos="0">
                    <a:schemeClr val="lt1">
                      <a:shade val="30000"/>
                      <a:satMod val="115000"/>
                    </a:schemeClr>
                  </a:gs>
                  <a:gs pos="50000">
                    <a:schemeClr val="lt1">
                      <a:shade val="67500"/>
                      <a:satMod val="115000"/>
                    </a:schemeClr>
                  </a:gs>
                  <a:gs pos="100000">
                    <a:schemeClr val="lt1">
                      <a:shade val="100000"/>
                      <a:satMod val="115000"/>
                    </a:schemeClr>
                  </a:gs>
                </a:gsLst>
                <a:lin ang="2700000" scaled="1"/>
                <a:tileRect/>
              </a:gradFill>
            </a:endParaRPr>
          </a:p>
        </p:txBody>
      </p:sp>
      <p:sp>
        <p:nvSpPr>
          <p:cNvPr id="11" name="PA_淘宝店chenying0907 28"/>
          <p:cNvSpPr>
            <a:spLocks/>
          </p:cNvSpPr>
          <p:nvPr>
            <p:custDataLst>
              <p:tags r:id="rId7"/>
            </p:custDataLst>
          </p:nvPr>
        </p:nvSpPr>
        <p:spPr bwMode="auto">
          <a:xfrm>
            <a:off x="5506603" y="4180228"/>
            <a:ext cx="820765" cy="850344"/>
          </a:xfrm>
          <a:custGeom>
            <a:avLst/>
            <a:gdLst>
              <a:gd name="T0" fmla="*/ 12 w 96"/>
              <a:gd name="T1" fmla="*/ 21 h 99"/>
              <a:gd name="T2" fmla="*/ 43 w 96"/>
              <a:gd name="T3" fmla="*/ 3 h 99"/>
              <a:gd name="T4" fmla="*/ 95 w 96"/>
              <a:gd name="T5" fmla="*/ 45 h 99"/>
              <a:gd name="T6" fmla="*/ 85 w 96"/>
              <a:gd name="T7" fmla="*/ 79 h 99"/>
              <a:gd name="T8" fmla="*/ 53 w 96"/>
              <a:gd name="T9" fmla="*/ 96 h 99"/>
              <a:gd name="T10" fmla="*/ 2 w 96"/>
              <a:gd name="T11" fmla="*/ 55 h 99"/>
              <a:gd name="T12" fmla="*/ 12 w 96"/>
              <a:gd name="T13" fmla="*/ 21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2" y="21"/>
                </a:moveTo>
                <a:cubicBezTo>
                  <a:pt x="19" y="11"/>
                  <a:pt x="30" y="5"/>
                  <a:pt x="43" y="3"/>
                </a:cubicBezTo>
                <a:cubicBezTo>
                  <a:pt x="69" y="0"/>
                  <a:pt x="92" y="19"/>
                  <a:pt x="95" y="45"/>
                </a:cubicBezTo>
                <a:cubicBezTo>
                  <a:pt x="96" y="58"/>
                  <a:pt x="92" y="70"/>
                  <a:pt x="85" y="79"/>
                </a:cubicBezTo>
                <a:cubicBezTo>
                  <a:pt x="77" y="88"/>
                  <a:pt x="66" y="95"/>
                  <a:pt x="53" y="96"/>
                </a:cubicBezTo>
                <a:cubicBezTo>
                  <a:pt x="28" y="99"/>
                  <a:pt x="5" y="81"/>
                  <a:pt x="2" y="55"/>
                </a:cubicBezTo>
                <a:cubicBezTo>
                  <a:pt x="0" y="42"/>
                  <a:pt x="4" y="30"/>
                  <a:pt x="12" y="21"/>
                </a:cubicBezTo>
                <a:close/>
              </a:path>
            </a:pathLst>
          </a:custGeom>
          <a:solidFill>
            <a:schemeClr val="bg1">
              <a:lumMod val="95000"/>
            </a:schemeClr>
          </a:solidFill>
          <a:ln w="635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gradFill flip="none" rotWithShape="1">
                <a:gsLst>
                  <a:gs pos="0">
                    <a:schemeClr val="lt1">
                      <a:shade val="30000"/>
                      <a:satMod val="115000"/>
                    </a:schemeClr>
                  </a:gs>
                  <a:gs pos="50000">
                    <a:schemeClr val="lt1">
                      <a:shade val="67500"/>
                      <a:satMod val="115000"/>
                    </a:schemeClr>
                  </a:gs>
                  <a:gs pos="100000">
                    <a:schemeClr val="lt1">
                      <a:shade val="100000"/>
                      <a:satMod val="115000"/>
                    </a:schemeClr>
                  </a:gs>
                </a:gsLst>
                <a:lin ang="2700000" scaled="1"/>
                <a:tileRect/>
              </a:gradFill>
            </a:endParaRPr>
          </a:p>
        </p:txBody>
      </p:sp>
      <p:sp>
        <p:nvSpPr>
          <p:cNvPr id="12" name="PA_淘宝店chenying0907 29"/>
          <p:cNvSpPr>
            <a:spLocks/>
          </p:cNvSpPr>
          <p:nvPr>
            <p:custDataLst>
              <p:tags r:id="rId8"/>
            </p:custDataLst>
          </p:nvPr>
        </p:nvSpPr>
        <p:spPr bwMode="auto">
          <a:xfrm>
            <a:off x="5469257" y="3121133"/>
            <a:ext cx="824398" cy="850344"/>
          </a:xfrm>
          <a:custGeom>
            <a:avLst/>
            <a:gdLst>
              <a:gd name="T0" fmla="*/ 11 w 96"/>
              <a:gd name="T1" fmla="*/ 21 h 99"/>
              <a:gd name="T2" fmla="*/ 43 w 96"/>
              <a:gd name="T3" fmla="*/ 3 h 99"/>
              <a:gd name="T4" fmla="*/ 94 w 96"/>
              <a:gd name="T5" fmla="*/ 45 h 99"/>
              <a:gd name="T6" fmla="*/ 84 w 96"/>
              <a:gd name="T7" fmla="*/ 79 h 99"/>
              <a:gd name="T8" fmla="*/ 53 w 96"/>
              <a:gd name="T9" fmla="*/ 96 h 99"/>
              <a:gd name="T10" fmla="*/ 1 w 96"/>
              <a:gd name="T11" fmla="*/ 55 h 99"/>
              <a:gd name="T12" fmla="*/ 11 w 96"/>
              <a:gd name="T13" fmla="*/ 21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1" y="21"/>
                </a:moveTo>
                <a:cubicBezTo>
                  <a:pt x="19" y="11"/>
                  <a:pt x="30" y="5"/>
                  <a:pt x="43" y="3"/>
                </a:cubicBezTo>
                <a:cubicBezTo>
                  <a:pt x="68" y="0"/>
                  <a:pt x="91" y="19"/>
                  <a:pt x="94" y="45"/>
                </a:cubicBezTo>
                <a:cubicBezTo>
                  <a:pt x="96" y="58"/>
                  <a:pt x="92" y="70"/>
                  <a:pt x="84" y="79"/>
                </a:cubicBezTo>
                <a:cubicBezTo>
                  <a:pt x="77" y="88"/>
                  <a:pt x="66" y="95"/>
                  <a:pt x="53" y="96"/>
                </a:cubicBezTo>
                <a:cubicBezTo>
                  <a:pt x="27" y="99"/>
                  <a:pt x="4" y="81"/>
                  <a:pt x="1" y="55"/>
                </a:cubicBezTo>
                <a:cubicBezTo>
                  <a:pt x="0" y="42"/>
                  <a:pt x="4" y="30"/>
                  <a:pt x="11" y="21"/>
                </a:cubicBezTo>
                <a:close/>
              </a:path>
            </a:pathLst>
          </a:custGeom>
          <a:solidFill>
            <a:schemeClr val="bg1">
              <a:lumMod val="95000"/>
            </a:schemeClr>
          </a:solidFill>
          <a:ln w="635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gradFill flip="none" rotWithShape="1">
                <a:gsLst>
                  <a:gs pos="0">
                    <a:schemeClr val="lt1">
                      <a:shade val="30000"/>
                      <a:satMod val="115000"/>
                    </a:schemeClr>
                  </a:gs>
                  <a:gs pos="50000">
                    <a:schemeClr val="lt1">
                      <a:shade val="67500"/>
                      <a:satMod val="115000"/>
                    </a:schemeClr>
                  </a:gs>
                  <a:gs pos="100000">
                    <a:schemeClr val="lt1">
                      <a:shade val="100000"/>
                      <a:satMod val="115000"/>
                    </a:schemeClr>
                  </a:gs>
                </a:gsLst>
                <a:lin ang="2700000" scaled="1"/>
                <a:tileRect/>
              </a:gradFill>
            </a:endParaRPr>
          </a:p>
        </p:txBody>
      </p:sp>
      <p:sp>
        <p:nvSpPr>
          <p:cNvPr id="13" name="PA_淘宝店chenying0907 30"/>
          <p:cNvSpPr>
            <a:spLocks/>
          </p:cNvSpPr>
          <p:nvPr>
            <p:custDataLst>
              <p:tags r:id="rId9"/>
            </p:custDataLst>
          </p:nvPr>
        </p:nvSpPr>
        <p:spPr bwMode="auto">
          <a:xfrm>
            <a:off x="6531273" y="2997636"/>
            <a:ext cx="813504" cy="850344"/>
          </a:xfrm>
          <a:custGeom>
            <a:avLst/>
            <a:gdLst>
              <a:gd name="T0" fmla="*/ 11 w 95"/>
              <a:gd name="T1" fmla="*/ 21 h 99"/>
              <a:gd name="T2" fmla="*/ 42 w 95"/>
              <a:gd name="T3" fmla="*/ 3 h 99"/>
              <a:gd name="T4" fmla="*/ 94 w 95"/>
              <a:gd name="T5" fmla="*/ 45 h 99"/>
              <a:gd name="T6" fmla="*/ 84 w 95"/>
              <a:gd name="T7" fmla="*/ 79 h 99"/>
              <a:gd name="T8" fmla="*/ 53 w 95"/>
              <a:gd name="T9" fmla="*/ 96 h 99"/>
              <a:gd name="T10" fmla="*/ 1 w 95"/>
              <a:gd name="T11" fmla="*/ 55 h 99"/>
              <a:gd name="T12" fmla="*/ 11 w 95"/>
              <a:gd name="T13" fmla="*/ 21 h 99"/>
            </a:gdLst>
            <a:ahLst/>
            <a:cxnLst>
              <a:cxn ang="0">
                <a:pos x="T0" y="T1"/>
              </a:cxn>
              <a:cxn ang="0">
                <a:pos x="T2" y="T3"/>
              </a:cxn>
              <a:cxn ang="0">
                <a:pos x="T4" y="T5"/>
              </a:cxn>
              <a:cxn ang="0">
                <a:pos x="T6" y="T7"/>
              </a:cxn>
              <a:cxn ang="0">
                <a:pos x="T8" y="T9"/>
              </a:cxn>
              <a:cxn ang="0">
                <a:pos x="T10" y="T11"/>
              </a:cxn>
              <a:cxn ang="0">
                <a:pos x="T12" y="T13"/>
              </a:cxn>
            </a:cxnLst>
            <a:rect l="0" t="0" r="r" b="b"/>
            <a:pathLst>
              <a:path w="95" h="99">
                <a:moveTo>
                  <a:pt x="11" y="21"/>
                </a:moveTo>
                <a:cubicBezTo>
                  <a:pt x="18" y="11"/>
                  <a:pt x="30" y="5"/>
                  <a:pt x="42" y="3"/>
                </a:cubicBezTo>
                <a:cubicBezTo>
                  <a:pt x="68" y="0"/>
                  <a:pt x="91" y="19"/>
                  <a:pt x="94" y="45"/>
                </a:cubicBezTo>
                <a:cubicBezTo>
                  <a:pt x="95" y="58"/>
                  <a:pt x="92" y="70"/>
                  <a:pt x="84" y="79"/>
                </a:cubicBezTo>
                <a:cubicBezTo>
                  <a:pt x="77" y="89"/>
                  <a:pt x="65" y="95"/>
                  <a:pt x="53" y="96"/>
                </a:cubicBezTo>
                <a:cubicBezTo>
                  <a:pt x="27" y="99"/>
                  <a:pt x="4" y="81"/>
                  <a:pt x="1" y="55"/>
                </a:cubicBezTo>
                <a:cubicBezTo>
                  <a:pt x="0" y="42"/>
                  <a:pt x="3" y="30"/>
                  <a:pt x="11" y="21"/>
                </a:cubicBezTo>
                <a:close/>
              </a:path>
            </a:pathLst>
          </a:custGeom>
          <a:solidFill>
            <a:schemeClr val="bg1">
              <a:lumMod val="95000"/>
            </a:schemeClr>
          </a:solidFill>
          <a:ln w="635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gradFill flip="none" rotWithShape="1">
                <a:gsLst>
                  <a:gs pos="0">
                    <a:schemeClr val="lt1">
                      <a:shade val="30000"/>
                      <a:satMod val="115000"/>
                    </a:schemeClr>
                  </a:gs>
                  <a:gs pos="50000">
                    <a:schemeClr val="lt1">
                      <a:shade val="67500"/>
                      <a:satMod val="115000"/>
                    </a:schemeClr>
                  </a:gs>
                  <a:gs pos="100000">
                    <a:schemeClr val="lt1">
                      <a:shade val="100000"/>
                      <a:satMod val="115000"/>
                    </a:schemeClr>
                  </a:gs>
                </a:gsLst>
                <a:lin ang="2700000" scaled="1"/>
                <a:tileRect/>
              </a:gradFill>
            </a:endParaRPr>
          </a:p>
        </p:txBody>
      </p:sp>
      <p:sp>
        <p:nvSpPr>
          <p:cNvPr id="14" name="PA_淘宝店chenying0907 31"/>
          <p:cNvSpPr>
            <a:spLocks/>
          </p:cNvSpPr>
          <p:nvPr>
            <p:custDataLst>
              <p:tags r:id="rId10"/>
            </p:custDataLst>
          </p:nvPr>
        </p:nvSpPr>
        <p:spPr bwMode="auto">
          <a:xfrm>
            <a:off x="6636159" y="1945970"/>
            <a:ext cx="824398" cy="846712"/>
          </a:xfrm>
          <a:custGeom>
            <a:avLst/>
            <a:gdLst>
              <a:gd name="T0" fmla="*/ 12 w 96"/>
              <a:gd name="T1" fmla="*/ 20 h 99"/>
              <a:gd name="T2" fmla="*/ 43 w 96"/>
              <a:gd name="T3" fmla="*/ 3 h 99"/>
              <a:gd name="T4" fmla="*/ 95 w 96"/>
              <a:gd name="T5" fmla="*/ 44 h 99"/>
              <a:gd name="T6" fmla="*/ 85 w 96"/>
              <a:gd name="T7" fmla="*/ 78 h 99"/>
              <a:gd name="T8" fmla="*/ 53 w 96"/>
              <a:gd name="T9" fmla="*/ 96 h 99"/>
              <a:gd name="T10" fmla="*/ 2 w 96"/>
              <a:gd name="T11" fmla="*/ 54 h 99"/>
              <a:gd name="T12" fmla="*/ 12 w 96"/>
              <a:gd name="T13" fmla="*/ 20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2" y="20"/>
                </a:moveTo>
                <a:cubicBezTo>
                  <a:pt x="19" y="10"/>
                  <a:pt x="30" y="4"/>
                  <a:pt x="43" y="3"/>
                </a:cubicBezTo>
                <a:cubicBezTo>
                  <a:pt x="69" y="0"/>
                  <a:pt x="92" y="18"/>
                  <a:pt x="95" y="44"/>
                </a:cubicBezTo>
                <a:cubicBezTo>
                  <a:pt x="96" y="57"/>
                  <a:pt x="92" y="69"/>
                  <a:pt x="85" y="78"/>
                </a:cubicBezTo>
                <a:cubicBezTo>
                  <a:pt x="77" y="88"/>
                  <a:pt x="66" y="94"/>
                  <a:pt x="53" y="96"/>
                </a:cubicBezTo>
                <a:cubicBezTo>
                  <a:pt x="28" y="99"/>
                  <a:pt x="5" y="80"/>
                  <a:pt x="2" y="54"/>
                </a:cubicBezTo>
                <a:cubicBezTo>
                  <a:pt x="0" y="41"/>
                  <a:pt x="4" y="29"/>
                  <a:pt x="12" y="20"/>
                </a:cubicBezTo>
                <a:close/>
              </a:path>
            </a:pathLst>
          </a:cu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dirty="0">
                <a:solidFill>
                  <a:schemeClr val="bg1"/>
                </a:solidFill>
                <a:latin typeface="Impact" panose="020B0806030902050204" pitchFamily="34" charset="0"/>
                <a:ea typeface="微软雅黑" panose="020B0503020204020204" pitchFamily="34" charset="-122"/>
              </a:rPr>
              <a:t>02</a:t>
            </a:r>
            <a:endParaRPr lang="zh-CN" altLang="zh-CN" dirty="0">
              <a:solidFill>
                <a:schemeClr val="bg1"/>
              </a:solidFill>
              <a:latin typeface="Impact" panose="020B0806030902050204" pitchFamily="34" charset="0"/>
              <a:ea typeface="微软雅黑" panose="020B0503020204020204" pitchFamily="34" charset="-122"/>
            </a:endParaRPr>
          </a:p>
        </p:txBody>
      </p:sp>
      <p:sp>
        <p:nvSpPr>
          <p:cNvPr id="15" name="PA_淘宝店chenying0907 32"/>
          <p:cNvSpPr>
            <a:spLocks/>
          </p:cNvSpPr>
          <p:nvPr>
            <p:custDataLst>
              <p:tags r:id="rId11"/>
            </p:custDataLst>
          </p:nvPr>
        </p:nvSpPr>
        <p:spPr bwMode="auto">
          <a:xfrm>
            <a:off x="7705819" y="4191398"/>
            <a:ext cx="824398" cy="846712"/>
          </a:xfrm>
          <a:custGeom>
            <a:avLst/>
            <a:gdLst>
              <a:gd name="T0" fmla="*/ 12 w 96"/>
              <a:gd name="T1" fmla="*/ 20 h 99"/>
              <a:gd name="T2" fmla="*/ 43 w 96"/>
              <a:gd name="T3" fmla="*/ 3 h 99"/>
              <a:gd name="T4" fmla="*/ 95 w 96"/>
              <a:gd name="T5" fmla="*/ 44 h 99"/>
              <a:gd name="T6" fmla="*/ 85 w 96"/>
              <a:gd name="T7" fmla="*/ 78 h 99"/>
              <a:gd name="T8" fmla="*/ 54 w 96"/>
              <a:gd name="T9" fmla="*/ 96 h 99"/>
              <a:gd name="T10" fmla="*/ 2 w 96"/>
              <a:gd name="T11" fmla="*/ 54 h 99"/>
              <a:gd name="T12" fmla="*/ 12 w 96"/>
              <a:gd name="T13" fmla="*/ 20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2" y="20"/>
                </a:moveTo>
                <a:cubicBezTo>
                  <a:pt x="19" y="11"/>
                  <a:pt x="30" y="4"/>
                  <a:pt x="43" y="3"/>
                </a:cubicBezTo>
                <a:cubicBezTo>
                  <a:pt x="69" y="0"/>
                  <a:pt x="92" y="18"/>
                  <a:pt x="95" y="44"/>
                </a:cubicBezTo>
                <a:cubicBezTo>
                  <a:pt x="96" y="57"/>
                  <a:pt x="92" y="69"/>
                  <a:pt x="85" y="78"/>
                </a:cubicBezTo>
                <a:cubicBezTo>
                  <a:pt x="77" y="88"/>
                  <a:pt x="66" y="94"/>
                  <a:pt x="54" y="96"/>
                </a:cubicBezTo>
                <a:cubicBezTo>
                  <a:pt x="28" y="99"/>
                  <a:pt x="5" y="80"/>
                  <a:pt x="2" y="54"/>
                </a:cubicBezTo>
                <a:cubicBezTo>
                  <a:pt x="0" y="41"/>
                  <a:pt x="4" y="29"/>
                  <a:pt x="12" y="20"/>
                </a:cubicBezTo>
                <a:close/>
              </a:path>
            </a:pathLst>
          </a:custGeom>
          <a:solidFill>
            <a:schemeClr val="accent3"/>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dirty="0">
                <a:solidFill>
                  <a:schemeClr val="bg1"/>
                </a:solidFill>
                <a:latin typeface="Impact" panose="020B0806030902050204" pitchFamily="34" charset="0"/>
                <a:ea typeface="微软雅黑" panose="020B0503020204020204" pitchFamily="34" charset="-122"/>
              </a:rPr>
              <a:t>04</a:t>
            </a:r>
            <a:endParaRPr lang="zh-CN" altLang="zh-CN" dirty="0">
              <a:solidFill>
                <a:schemeClr val="bg1"/>
              </a:solidFill>
              <a:latin typeface="Impact" panose="020B0806030902050204" pitchFamily="34" charset="0"/>
              <a:ea typeface="微软雅黑" panose="020B0503020204020204" pitchFamily="34" charset="-122"/>
            </a:endParaRPr>
          </a:p>
        </p:txBody>
      </p:sp>
      <p:sp>
        <p:nvSpPr>
          <p:cNvPr id="16" name="PA_淘宝店chenying0907 33"/>
          <p:cNvSpPr>
            <a:spLocks/>
          </p:cNvSpPr>
          <p:nvPr>
            <p:custDataLst>
              <p:tags r:id="rId12"/>
            </p:custDataLst>
          </p:nvPr>
        </p:nvSpPr>
        <p:spPr bwMode="auto">
          <a:xfrm>
            <a:off x="4321055" y="2997636"/>
            <a:ext cx="824398" cy="850344"/>
          </a:xfrm>
          <a:custGeom>
            <a:avLst/>
            <a:gdLst>
              <a:gd name="T0" fmla="*/ 12 w 96"/>
              <a:gd name="T1" fmla="*/ 20 h 99"/>
              <a:gd name="T2" fmla="*/ 43 w 96"/>
              <a:gd name="T3" fmla="*/ 3 h 99"/>
              <a:gd name="T4" fmla="*/ 95 w 96"/>
              <a:gd name="T5" fmla="*/ 45 h 99"/>
              <a:gd name="T6" fmla="*/ 85 w 96"/>
              <a:gd name="T7" fmla="*/ 79 h 99"/>
              <a:gd name="T8" fmla="*/ 53 w 96"/>
              <a:gd name="T9" fmla="*/ 96 h 99"/>
              <a:gd name="T10" fmla="*/ 2 w 96"/>
              <a:gd name="T11" fmla="*/ 55 h 99"/>
              <a:gd name="T12" fmla="*/ 12 w 96"/>
              <a:gd name="T13" fmla="*/ 20 h 99"/>
            </a:gdLst>
            <a:ahLst/>
            <a:cxnLst>
              <a:cxn ang="0">
                <a:pos x="T0" y="T1"/>
              </a:cxn>
              <a:cxn ang="0">
                <a:pos x="T2" y="T3"/>
              </a:cxn>
              <a:cxn ang="0">
                <a:pos x="T4" y="T5"/>
              </a:cxn>
              <a:cxn ang="0">
                <a:pos x="T6" y="T7"/>
              </a:cxn>
              <a:cxn ang="0">
                <a:pos x="T8" y="T9"/>
              </a:cxn>
              <a:cxn ang="0">
                <a:pos x="T10" y="T11"/>
              </a:cxn>
              <a:cxn ang="0">
                <a:pos x="T12" y="T13"/>
              </a:cxn>
            </a:cxnLst>
            <a:rect l="0" t="0" r="r" b="b"/>
            <a:pathLst>
              <a:path w="96" h="99">
                <a:moveTo>
                  <a:pt x="12" y="20"/>
                </a:moveTo>
                <a:cubicBezTo>
                  <a:pt x="19" y="11"/>
                  <a:pt x="30" y="5"/>
                  <a:pt x="43" y="3"/>
                </a:cubicBezTo>
                <a:cubicBezTo>
                  <a:pt x="69" y="0"/>
                  <a:pt x="92" y="19"/>
                  <a:pt x="95" y="45"/>
                </a:cubicBezTo>
                <a:cubicBezTo>
                  <a:pt x="96" y="58"/>
                  <a:pt x="92" y="70"/>
                  <a:pt x="85" y="79"/>
                </a:cubicBezTo>
                <a:cubicBezTo>
                  <a:pt x="77" y="88"/>
                  <a:pt x="66" y="95"/>
                  <a:pt x="53" y="96"/>
                </a:cubicBezTo>
                <a:cubicBezTo>
                  <a:pt x="28" y="99"/>
                  <a:pt x="5" y="81"/>
                  <a:pt x="2" y="55"/>
                </a:cubicBezTo>
                <a:cubicBezTo>
                  <a:pt x="0" y="42"/>
                  <a:pt x="4" y="30"/>
                  <a:pt x="12" y="20"/>
                </a:cubicBezTo>
                <a:close/>
              </a:path>
            </a:pathLst>
          </a:custGeom>
          <a:solidFill>
            <a:schemeClr val="accent3"/>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dirty="0">
                <a:solidFill>
                  <a:schemeClr val="bg1"/>
                </a:solidFill>
                <a:latin typeface="Impact" panose="020B0806030902050204" pitchFamily="34" charset="0"/>
                <a:ea typeface="微软雅黑" panose="020B0503020204020204" pitchFamily="34" charset="-122"/>
              </a:rPr>
              <a:t>01</a:t>
            </a:r>
            <a:endParaRPr lang="zh-CN" altLang="zh-CN" dirty="0">
              <a:solidFill>
                <a:schemeClr val="bg1"/>
              </a:solidFill>
              <a:latin typeface="Impact" panose="020B0806030902050204" pitchFamily="34" charset="0"/>
              <a:ea typeface="微软雅黑" panose="020B0503020204020204" pitchFamily="34" charset="-122"/>
            </a:endParaRPr>
          </a:p>
        </p:txBody>
      </p:sp>
      <p:sp>
        <p:nvSpPr>
          <p:cNvPr id="17" name="PA_淘宝店chenying0907 59"/>
          <p:cNvSpPr>
            <a:spLocks noEditPoints="1"/>
          </p:cNvSpPr>
          <p:nvPr>
            <p:custDataLst>
              <p:tags r:id="rId13"/>
            </p:custDataLst>
          </p:nvPr>
        </p:nvSpPr>
        <p:spPr bwMode="auto">
          <a:xfrm>
            <a:off x="6805711" y="4307746"/>
            <a:ext cx="358132" cy="359537"/>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tx1">
              <a:lumMod val="50000"/>
              <a:lumOff val="50000"/>
            </a:schemeClr>
          </a:solidFill>
          <a:ln>
            <a:noFill/>
          </a:ln>
        </p:spPr>
        <p:txBody>
          <a:bodyPr vert="horz" wrap="square" lIns="128518" tIns="64259" rIns="128518" bIns="64259" numCol="1" anchor="t" anchorCtr="0" compatLnSpc="1">
            <a:prstTxWarp prst="textNoShape">
              <a:avLst/>
            </a:prstTxWarp>
          </a:bodyPr>
          <a:lstStyle/>
          <a:p>
            <a:endParaRPr lang="id-ID"/>
          </a:p>
        </p:txBody>
      </p:sp>
      <p:grpSp>
        <p:nvGrpSpPr>
          <p:cNvPr id="18" name="PA_组合 238"/>
          <p:cNvGrpSpPr/>
          <p:nvPr>
            <p:custDataLst>
              <p:tags r:id="rId14"/>
            </p:custDataLst>
          </p:nvPr>
        </p:nvGrpSpPr>
        <p:grpSpPr>
          <a:xfrm>
            <a:off x="5725659" y="3407361"/>
            <a:ext cx="311593" cy="292295"/>
            <a:chOff x="2974975" y="2071688"/>
            <a:chExt cx="482600" cy="452438"/>
          </a:xfrm>
          <a:solidFill>
            <a:schemeClr val="tx1">
              <a:lumMod val="50000"/>
              <a:lumOff val="50000"/>
            </a:schemeClr>
          </a:solidFill>
        </p:grpSpPr>
        <p:sp>
          <p:nvSpPr>
            <p:cNvPr id="19"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0"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1"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2"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3"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4"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5"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6"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sp>
          <p:nvSpPr>
            <p:cNvPr id="27"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solidFill>
                  <a:srgbClr val="87102C"/>
                </a:solidFill>
              </a:endParaRPr>
            </a:p>
          </p:txBody>
        </p:sp>
      </p:grpSp>
      <p:grpSp>
        <p:nvGrpSpPr>
          <p:cNvPr id="28" name="PA_组合 236"/>
          <p:cNvGrpSpPr/>
          <p:nvPr>
            <p:custDataLst>
              <p:tags r:id="rId15"/>
            </p:custDataLst>
          </p:nvPr>
        </p:nvGrpSpPr>
        <p:grpSpPr>
          <a:xfrm>
            <a:off x="6767143" y="3250121"/>
            <a:ext cx="341763" cy="343102"/>
            <a:chOff x="1049338" y="2071688"/>
            <a:chExt cx="481012" cy="482600"/>
          </a:xfrm>
          <a:solidFill>
            <a:schemeClr val="tx1">
              <a:lumMod val="50000"/>
              <a:lumOff val="50000"/>
            </a:schemeClr>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endParaRPr lang="id-ID"/>
            </a:p>
          </p:txBody>
        </p:sp>
      </p:grpSp>
      <p:grpSp>
        <p:nvGrpSpPr>
          <p:cNvPr id="31" name="PA_组合 35"/>
          <p:cNvGrpSpPr/>
          <p:nvPr>
            <p:custDataLst>
              <p:tags r:id="rId16"/>
            </p:custDataLst>
          </p:nvPr>
        </p:nvGrpSpPr>
        <p:grpSpPr>
          <a:xfrm>
            <a:off x="5708892" y="4407904"/>
            <a:ext cx="416187" cy="413702"/>
            <a:chOff x="6853673" y="3715407"/>
            <a:chExt cx="379359" cy="376864"/>
          </a:xfrm>
          <a:solidFill>
            <a:schemeClr val="tx1">
              <a:lumMod val="50000"/>
              <a:lumOff val="50000"/>
            </a:schemeClr>
          </a:solidFill>
        </p:grpSpPr>
        <p:sp>
          <p:nvSpPr>
            <p:cNvPr id="32"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3"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4"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5"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6"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7"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8"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39"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0"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1"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2"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3"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4"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5"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6"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7"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8"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sp>
          <p:nvSpPr>
            <p:cNvPr id="49"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8518" tIns="64259" rIns="128518" bIns="64259" numCol="1" anchor="t" anchorCtr="0" compatLnSpc="1">
              <a:prstTxWarp prst="textNoShape">
                <a:avLst/>
              </a:prstTxWarp>
            </a:bodyPr>
            <a:lstStyle/>
            <a:p>
              <a:pPr>
                <a:defRPr/>
              </a:pPr>
              <a:endParaRPr lang="en-US"/>
            </a:p>
          </p:txBody>
        </p:sp>
      </p:grpSp>
      <p:sp>
        <p:nvSpPr>
          <p:cNvPr id="60" name="PA_圆角淘宝店chenying0907 59"/>
          <p:cNvSpPr/>
          <p:nvPr>
            <p:custDataLst>
              <p:tags r:id="rId17"/>
            </p:custDataLst>
          </p:nvPr>
        </p:nvSpPr>
        <p:spPr>
          <a:xfrm>
            <a:off x="1925671" y="2774540"/>
            <a:ext cx="2044328" cy="346283"/>
          </a:xfrm>
          <a:prstGeom prst="roundRect">
            <a:avLst>
              <a:gd name="adj" fmla="val 0"/>
            </a:avLst>
          </a:prstGeom>
          <a:no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r"/>
            <a:r>
              <a:rPr lang="zh-CN" altLang="en-US" sz="1687" dirty="0">
                <a:solidFill>
                  <a:schemeClr val="tx1">
                    <a:lumMod val="65000"/>
                    <a:lumOff val="35000"/>
                  </a:schemeClr>
                </a:solidFill>
                <a:latin typeface="微软雅黑" pitchFamily="34" charset="-122"/>
                <a:ea typeface="微软雅黑" pitchFamily="34" charset="-122"/>
              </a:rPr>
              <a:t>点击添加文本</a:t>
            </a:r>
          </a:p>
        </p:txBody>
      </p:sp>
      <p:sp>
        <p:nvSpPr>
          <p:cNvPr id="61" name="PA_淘宝店chenying0907 66"/>
          <p:cNvSpPr>
            <a:spLocks noChangeArrowheads="1"/>
          </p:cNvSpPr>
          <p:nvPr>
            <p:custDataLst>
              <p:tags r:id="rId18"/>
            </p:custDataLst>
          </p:nvPr>
        </p:nvSpPr>
        <p:spPr bwMode="auto">
          <a:xfrm>
            <a:off x="628074" y="3289090"/>
            <a:ext cx="3421504" cy="432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1406" dirty="0">
                <a:solidFill>
                  <a:schemeClr val="tx1">
                    <a:lumMod val="65000"/>
                    <a:lumOff val="35000"/>
                  </a:schemeClr>
                </a:solidFill>
                <a:latin typeface="微软雅黑" pitchFamily="34" charset="-122"/>
                <a:ea typeface="微软雅黑" pitchFamily="34" charset="-122"/>
              </a:rPr>
              <a:t>点击输入简要文本内容，文字内容需概况精炼的说明该分项内容</a:t>
            </a:r>
            <a:r>
              <a:rPr lang="en-US" altLang="zh-CN" sz="1406" dirty="0">
                <a:solidFill>
                  <a:schemeClr val="tx1">
                    <a:lumMod val="65000"/>
                    <a:lumOff val="35000"/>
                  </a:schemeClr>
                </a:solidFill>
                <a:latin typeface="微软雅黑" pitchFamily="34" charset="-122"/>
                <a:ea typeface="微软雅黑" pitchFamily="34" charset="-122"/>
              </a:rPr>
              <a:t>licai2011</a:t>
            </a:r>
            <a:r>
              <a:rPr lang="zh-CN" altLang="en-US" sz="1406" dirty="0">
                <a:solidFill>
                  <a:schemeClr val="tx1">
                    <a:lumMod val="65000"/>
                    <a:lumOff val="35000"/>
                  </a:schemeClr>
                </a:solidFill>
                <a:latin typeface="微软雅黑" pitchFamily="34" charset="-122"/>
                <a:ea typeface="微软雅黑" pitchFamily="34" charset="-122"/>
              </a:rPr>
              <a:t>专业设计</a:t>
            </a:r>
            <a:r>
              <a:rPr lang="en-US" altLang="zh-CN" sz="1406" dirty="0">
                <a:solidFill>
                  <a:schemeClr val="tx1">
                    <a:lumMod val="65000"/>
                    <a:lumOff val="35000"/>
                  </a:schemeClr>
                </a:solidFill>
                <a:latin typeface="微软雅黑" pitchFamily="34" charset="-122"/>
                <a:ea typeface="微软雅黑" pitchFamily="34" charset="-122"/>
              </a:rPr>
              <a:t>……</a:t>
            </a:r>
          </a:p>
        </p:txBody>
      </p:sp>
      <p:sp>
        <p:nvSpPr>
          <p:cNvPr id="62" name="PA_圆角淘宝店chenying0907 61"/>
          <p:cNvSpPr/>
          <p:nvPr>
            <p:custDataLst>
              <p:tags r:id="rId19"/>
            </p:custDataLst>
          </p:nvPr>
        </p:nvSpPr>
        <p:spPr>
          <a:xfrm>
            <a:off x="2900639" y="5181048"/>
            <a:ext cx="2044328" cy="346283"/>
          </a:xfrm>
          <a:prstGeom prst="roundRect">
            <a:avLst>
              <a:gd name="adj" fmla="val 0"/>
            </a:avLst>
          </a:prstGeom>
          <a:no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r"/>
            <a:r>
              <a:rPr lang="zh-CN" altLang="en-US" sz="1687" dirty="0">
                <a:solidFill>
                  <a:schemeClr val="tx1">
                    <a:lumMod val="65000"/>
                    <a:lumOff val="35000"/>
                  </a:schemeClr>
                </a:solidFill>
                <a:latin typeface="微软雅黑" pitchFamily="34" charset="-122"/>
                <a:ea typeface="微软雅黑" pitchFamily="34" charset="-122"/>
              </a:rPr>
              <a:t>点击添加文本</a:t>
            </a:r>
          </a:p>
        </p:txBody>
      </p:sp>
      <p:sp>
        <p:nvSpPr>
          <p:cNvPr id="63" name="PA_淘宝店chenying0907 66"/>
          <p:cNvSpPr>
            <a:spLocks noChangeArrowheads="1"/>
          </p:cNvSpPr>
          <p:nvPr>
            <p:custDataLst>
              <p:tags r:id="rId20"/>
            </p:custDataLst>
          </p:nvPr>
        </p:nvSpPr>
        <p:spPr bwMode="auto">
          <a:xfrm>
            <a:off x="1603043" y="5695596"/>
            <a:ext cx="3421504" cy="432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1406" dirty="0">
                <a:solidFill>
                  <a:schemeClr val="tx1">
                    <a:lumMod val="65000"/>
                    <a:lumOff val="35000"/>
                  </a:schemeClr>
                </a:solidFill>
                <a:latin typeface="微软雅黑" pitchFamily="34" charset="-122"/>
                <a:ea typeface="微软雅黑" pitchFamily="34" charset="-122"/>
              </a:rPr>
              <a:t>点击输入简要文本内容，文字内容需概况精炼的说明该分项内容</a:t>
            </a:r>
            <a:r>
              <a:rPr lang="en-US" altLang="zh-CN" sz="1406" dirty="0">
                <a:solidFill>
                  <a:schemeClr val="tx1">
                    <a:lumMod val="65000"/>
                    <a:lumOff val="35000"/>
                  </a:schemeClr>
                </a:solidFill>
                <a:latin typeface="微软雅黑" pitchFamily="34" charset="-122"/>
                <a:ea typeface="微软雅黑" pitchFamily="34" charset="-122"/>
              </a:rPr>
              <a:t>licai2011</a:t>
            </a:r>
            <a:r>
              <a:rPr lang="zh-CN" altLang="en-US" sz="1406" dirty="0">
                <a:solidFill>
                  <a:schemeClr val="tx1">
                    <a:lumMod val="65000"/>
                    <a:lumOff val="35000"/>
                  </a:schemeClr>
                </a:solidFill>
                <a:latin typeface="微软雅黑" pitchFamily="34" charset="-122"/>
                <a:ea typeface="微软雅黑" pitchFamily="34" charset="-122"/>
              </a:rPr>
              <a:t>专业设计</a:t>
            </a:r>
            <a:r>
              <a:rPr lang="en-US" altLang="zh-CN" sz="1406" dirty="0">
                <a:solidFill>
                  <a:schemeClr val="tx1">
                    <a:lumMod val="65000"/>
                    <a:lumOff val="35000"/>
                  </a:schemeClr>
                </a:solidFill>
                <a:latin typeface="微软雅黑" pitchFamily="34" charset="-122"/>
                <a:ea typeface="微软雅黑" pitchFamily="34" charset="-122"/>
              </a:rPr>
              <a:t>……</a:t>
            </a:r>
          </a:p>
        </p:txBody>
      </p:sp>
      <p:sp>
        <p:nvSpPr>
          <p:cNvPr id="64" name="PA_圆角淘宝店chenying0907 63"/>
          <p:cNvSpPr/>
          <p:nvPr>
            <p:custDataLst>
              <p:tags r:id="rId21"/>
            </p:custDataLst>
          </p:nvPr>
        </p:nvSpPr>
        <p:spPr>
          <a:xfrm>
            <a:off x="7792282" y="1593138"/>
            <a:ext cx="2044328" cy="346283"/>
          </a:xfrm>
          <a:prstGeom prst="roundRect">
            <a:avLst>
              <a:gd name="adj" fmla="val 0"/>
            </a:avLst>
          </a:prstGeom>
          <a:no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r>
              <a:rPr lang="zh-CN" altLang="en-US" sz="1687" dirty="0">
                <a:solidFill>
                  <a:schemeClr val="tx1">
                    <a:lumMod val="65000"/>
                    <a:lumOff val="35000"/>
                  </a:schemeClr>
                </a:solidFill>
                <a:latin typeface="微软雅黑" pitchFamily="34" charset="-122"/>
                <a:ea typeface="微软雅黑" pitchFamily="34" charset="-122"/>
              </a:rPr>
              <a:t>点击添加文本</a:t>
            </a:r>
          </a:p>
        </p:txBody>
      </p:sp>
      <p:sp>
        <p:nvSpPr>
          <p:cNvPr id="65" name="PA_淘宝店chenying0907 66"/>
          <p:cNvSpPr>
            <a:spLocks noChangeArrowheads="1"/>
          </p:cNvSpPr>
          <p:nvPr>
            <p:custDataLst>
              <p:tags r:id="rId22"/>
            </p:custDataLst>
          </p:nvPr>
        </p:nvSpPr>
        <p:spPr bwMode="auto">
          <a:xfrm>
            <a:off x="7792281" y="2107688"/>
            <a:ext cx="3421504" cy="432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1406" dirty="0">
                <a:solidFill>
                  <a:schemeClr val="tx1">
                    <a:lumMod val="65000"/>
                    <a:lumOff val="35000"/>
                  </a:schemeClr>
                </a:solidFill>
                <a:latin typeface="微软雅黑" pitchFamily="34" charset="-122"/>
                <a:ea typeface="微软雅黑" pitchFamily="34" charset="-122"/>
              </a:rPr>
              <a:t>点击输入简要文本内容，文字内容需概况精炼的说明该分项内容</a:t>
            </a:r>
            <a:r>
              <a:rPr lang="en-US" altLang="zh-CN" sz="1406" dirty="0">
                <a:solidFill>
                  <a:schemeClr val="tx1">
                    <a:lumMod val="65000"/>
                    <a:lumOff val="35000"/>
                  </a:schemeClr>
                </a:solidFill>
                <a:latin typeface="微软雅黑" pitchFamily="34" charset="-122"/>
                <a:ea typeface="微软雅黑" pitchFamily="34" charset="-122"/>
              </a:rPr>
              <a:t>licai2011</a:t>
            </a:r>
            <a:r>
              <a:rPr lang="zh-CN" altLang="en-US" sz="1406" dirty="0">
                <a:solidFill>
                  <a:schemeClr val="tx1">
                    <a:lumMod val="65000"/>
                    <a:lumOff val="35000"/>
                  </a:schemeClr>
                </a:solidFill>
                <a:latin typeface="微软雅黑" pitchFamily="34" charset="-122"/>
                <a:ea typeface="微软雅黑" pitchFamily="34" charset="-122"/>
              </a:rPr>
              <a:t>专业设计</a:t>
            </a:r>
            <a:r>
              <a:rPr lang="en-US" altLang="zh-CN" sz="1406" dirty="0">
                <a:solidFill>
                  <a:schemeClr val="tx1">
                    <a:lumMod val="65000"/>
                    <a:lumOff val="35000"/>
                  </a:schemeClr>
                </a:solidFill>
                <a:latin typeface="微软雅黑" pitchFamily="34" charset="-122"/>
                <a:ea typeface="微软雅黑" pitchFamily="34" charset="-122"/>
              </a:rPr>
              <a:t>……</a:t>
            </a:r>
          </a:p>
        </p:txBody>
      </p:sp>
      <p:sp>
        <p:nvSpPr>
          <p:cNvPr id="66" name="PA_圆角淘宝店chenying0907 65"/>
          <p:cNvSpPr/>
          <p:nvPr>
            <p:custDataLst>
              <p:tags r:id="rId23"/>
            </p:custDataLst>
          </p:nvPr>
        </p:nvSpPr>
        <p:spPr>
          <a:xfrm>
            <a:off x="8858344" y="4050502"/>
            <a:ext cx="2044328" cy="346283"/>
          </a:xfrm>
          <a:prstGeom prst="roundRect">
            <a:avLst>
              <a:gd name="adj" fmla="val 0"/>
            </a:avLst>
          </a:prstGeom>
          <a:no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r>
              <a:rPr lang="zh-CN" altLang="en-US" sz="1687" dirty="0">
                <a:solidFill>
                  <a:schemeClr val="tx1">
                    <a:lumMod val="65000"/>
                    <a:lumOff val="35000"/>
                  </a:schemeClr>
                </a:solidFill>
                <a:latin typeface="微软雅黑" pitchFamily="34" charset="-122"/>
                <a:ea typeface="微软雅黑" pitchFamily="34" charset="-122"/>
              </a:rPr>
              <a:t>点击添加文本</a:t>
            </a:r>
          </a:p>
        </p:txBody>
      </p:sp>
      <p:sp>
        <p:nvSpPr>
          <p:cNvPr id="67" name="PA_淘宝店chenying0907 66"/>
          <p:cNvSpPr>
            <a:spLocks noChangeArrowheads="1"/>
          </p:cNvSpPr>
          <p:nvPr>
            <p:custDataLst>
              <p:tags r:id="rId24"/>
            </p:custDataLst>
          </p:nvPr>
        </p:nvSpPr>
        <p:spPr bwMode="auto">
          <a:xfrm>
            <a:off x="8858344" y="4565053"/>
            <a:ext cx="3421504" cy="432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zh-CN" altLang="en-US" sz="1406" dirty="0">
                <a:solidFill>
                  <a:schemeClr val="tx1">
                    <a:lumMod val="65000"/>
                    <a:lumOff val="35000"/>
                  </a:schemeClr>
                </a:solidFill>
                <a:latin typeface="微软雅黑" pitchFamily="34" charset="-122"/>
                <a:ea typeface="微软雅黑" pitchFamily="34" charset="-122"/>
              </a:rPr>
              <a:t>点击输入简要文本内容，文字内容需概况精炼的说明该分项内容</a:t>
            </a:r>
            <a:r>
              <a:rPr lang="en-US" altLang="zh-CN" sz="1406" dirty="0">
                <a:solidFill>
                  <a:schemeClr val="tx1">
                    <a:lumMod val="65000"/>
                    <a:lumOff val="35000"/>
                  </a:schemeClr>
                </a:solidFill>
                <a:latin typeface="微软雅黑" pitchFamily="34" charset="-122"/>
                <a:ea typeface="微软雅黑" pitchFamily="34" charset="-122"/>
              </a:rPr>
              <a:t>licai2011</a:t>
            </a:r>
            <a:r>
              <a:rPr lang="zh-CN" altLang="en-US" sz="1406" dirty="0">
                <a:solidFill>
                  <a:schemeClr val="tx1">
                    <a:lumMod val="65000"/>
                    <a:lumOff val="35000"/>
                  </a:schemeClr>
                </a:solidFill>
                <a:latin typeface="微软雅黑" pitchFamily="34" charset="-122"/>
                <a:ea typeface="微软雅黑" pitchFamily="34" charset="-122"/>
              </a:rPr>
              <a:t>专业设计</a:t>
            </a:r>
            <a:r>
              <a:rPr lang="en-US" altLang="zh-CN" sz="1406" dirty="0">
                <a:solidFill>
                  <a:schemeClr val="tx1">
                    <a:lumMod val="65000"/>
                    <a:lumOff val="35000"/>
                  </a:schemeClr>
                </a:solidFill>
                <a:latin typeface="微软雅黑" pitchFamily="34" charset="-122"/>
                <a:ea typeface="微软雅黑" pitchFamily="34" charset="-122"/>
              </a:rPr>
              <a:t>……</a:t>
            </a:r>
          </a:p>
        </p:txBody>
      </p:sp>
    </p:spTree>
    <p:extLst>
      <p:ext uri="{BB962C8B-B14F-4D97-AF65-F5344CB8AC3E}">
        <p14:creationId xmlns:p14="http://schemas.microsoft.com/office/powerpoint/2010/main" val="390342801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9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12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150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180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210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240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par>
                                <p:cTn id="23" presetID="10" presetClass="entr" presetSubtype="0" fill="hold" grpId="0" nodeType="withEffect">
                                  <p:stCondLst>
                                    <p:cond delay="270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par>
                                <p:cTn id="31" presetID="10" presetClass="entr" presetSubtype="0" fill="hold" grpId="0" nodeType="withEffect">
                                  <p:stCondLst>
                                    <p:cond delay="30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par>
                                <p:cTn id="34" presetID="10" presetClass="entr" presetSubtype="0" fill="hold" grpId="0" nodeType="withEffect">
                                  <p:stCondLst>
                                    <p:cond delay="60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par>
                                <p:cTn id="37" presetID="10" presetClass="entr" presetSubtype="0" fill="hold" grpId="0" nodeType="withEffect">
                                  <p:stCondLst>
                                    <p:cond delay="90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par>
                                <p:cTn id="40" presetID="10" presetClass="entr" presetSubtype="0" fill="hold" grpId="0" nodeType="withEffect">
                                  <p:stCondLst>
                                    <p:cond delay="120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par>
                                <p:cTn id="43" presetID="10" presetClass="entr" presetSubtype="0" fill="hold" grpId="0" nodeType="withEffect">
                                  <p:stCondLst>
                                    <p:cond delay="150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par>
                                <p:cTn id="46" presetID="10" presetClass="entr" presetSubtype="0" fill="hold" nodeType="withEffect">
                                  <p:stCondLst>
                                    <p:cond delay="18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par>
                                <p:cTn id="49" presetID="10" presetClass="entr" presetSubtype="0" fill="hold" nodeType="withEffect">
                                  <p:stCondLst>
                                    <p:cond delay="210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nodeType="withEffect">
                                  <p:stCondLst>
                                    <p:cond delay="240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270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par>
                                <p:cTn id="63" presetID="10" presetClass="entr" presetSubtype="0" fill="hold" grpId="0" nodeType="withEffect">
                                  <p:stCondLst>
                                    <p:cond delay="300"/>
                                  </p:stCondLst>
                                  <p:childTnLst>
                                    <p:set>
                                      <p:cBhvr>
                                        <p:cTn id="64" dur="1" fill="hold">
                                          <p:stCondLst>
                                            <p:cond delay="0"/>
                                          </p:stCondLst>
                                        </p:cTn>
                                        <p:tgtEl>
                                          <p:spTgt spid="62"/>
                                        </p:tgtEl>
                                        <p:attrNameLst>
                                          <p:attrName>style.visibility</p:attrName>
                                        </p:attrNameLst>
                                      </p:cBhvr>
                                      <p:to>
                                        <p:strVal val="visible"/>
                                      </p:to>
                                    </p:set>
                                    <p:animEffect transition="in" filter="fade">
                                      <p:cBhvr>
                                        <p:cTn id="65" dur="500"/>
                                        <p:tgtEl>
                                          <p:spTgt spid="62"/>
                                        </p:tgtEl>
                                      </p:cBhvr>
                                    </p:animEffect>
                                  </p:childTnLst>
                                </p:cTn>
                              </p:par>
                              <p:par>
                                <p:cTn id="66" presetID="10" presetClass="entr" presetSubtype="0" fill="hold" grpId="0" nodeType="withEffect">
                                  <p:stCondLst>
                                    <p:cond delay="600"/>
                                  </p:stCondLst>
                                  <p:childTnLst>
                                    <p:set>
                                      <p:cBhvr>
                                        <p:cTn id="67" dur="1" fill="hold">
                                          <p:stCondLst>
                                            <p:cond delay="0"/>
                                          </p:stCondLst>
                                        </p:cTn>
                                        <p:tgtEl>
                                          <p:spTgt spid="63"/>
                                        </p:tgtEl>
                                        <p:attrNameLst>
                                          <p:attrName>style.visibility</p:attrName>
                                        </p:attrNameLst>
                                      </p:cBhvr>
                                      <p:to>
                                        <p:strVal val="visible"/>
                                      </p:to>
                                    </p:set>
                                    <p:animEffect transition="in" filter="fade">
                                      <p:cBhvr>
                                        <p:cTn id="68" dur="500"/>
                                        <p:tgtEl>
                                          <p:spTgt spid="63"/>
                                        </p:tgtEl>
                                      </p:cBhvr>
                                    </p:animEffect>
                                  </p:childTnLst>
                                </p:cTn>
                              </p:par>
                              <p:par>
                                <p:cTn id="69" presetID="10" presetClass="entr" presetSubtype="0" fill="hold" grpId="0" nodeType="withEffect">
                                  <p:stCondLst>
                                    <p:cond delay="900"/>
                                  </p:stCondLst>
                                  <p:childTnLst>
                                    <p:set>
                                      <p:cBhvr>
                                        <p:cTn id="70" dur="1" fill="hold">
                                          <p:stCondLst>
                                            <p:cond delay="0"/>
                                          </p:stCondLst>
                                        </p:cTn>
                                        <p:tgtEl>
                                          <p:spTgt spid="64"/>
                                        </p:tgtEl>
                                        <p:attrNameLst>
                                          <p:attrName>style.visibility</p:attrName>
                                        </p:attrNameLst>
                                      </p:cBhvr>
                                      <p:to>
                                        <p:strVal val="visible"/>
                                      </p:to>
                                    </p:set>
                                    <p:animEffect transition="in" filter="fade">
                                      <p:cBhvr>
                                        <p:cTn id="71" dur="500"/>
                                        <p:tgtEl>
                                          <p:spTgt spid="64"/>
                                        </p:tgtEl>
                                      </p:cBhvr>
                                    </p:animEffect>
                                  </p:childTnLst>
                                </p:cTn>
                              </p:par>
                              <p:par>
                                <p:cTn id="72" presetID="10" presetClass="entr" presetSubtype="0" fill="hold" grpId="0" nodeType="withEffect">
                                  <p:stCondLst>
                                    <p:cond delay="1200"/>
                                  </p:stCondLst>
                                  <p:childTnLst>
                                    <p:set>
                                      <p:cBhvr>
                                        <p:cTn id="73" dur="1" fill="hold">
                                          <p:stCondLst>
                                            <p:cond delay="0"/>
                                          </p:stCondLst>
                                        </p:cTn>
                                        <p:tgtEl>
                                          <p:spTgt spid="65"/>
                                        </p:tgtEl>
                                        <p:attrNameLst>
                                          <p:attrName>style.visibility</p:attrName>
                                        </p:attrNameLst>
                                      </p:cBhvr>
                                      <p:to>
                                        <p:strVal val="visible"/>
                                      </p:to>
                                    </p:set>
                                    <p:animEffect transition="in" filter="fade">
                                      <p:cBhvr>
                                        <p:cTn id="74" dur="500"/>
                                        <p:tgtEl>
                                          <p:spTgt spid="65"/>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66"/>
                                        </p:tgtEl>
                                        <p:attrNameLst>
                                          <p:attrName>style.visibility</p:attrName>
                                        </p:attrNameLst>
                                      </p:cBhvr>
                                      <p:to>
                                        <p:strVal val="visible"/>
                                      </p:to>
                                    </p:set>
                                    <p:animEffect transition="in" filter="fade">
                                      <p:cBhvr>
                                        <p:cTn id="77" dur="500"/>
                                        <p:tgtEl>
                                          <p:spTgt spid="66"/>
                                        </p:tgtEl>
                                      </p:cBhvr>
                                    </p:animEffect>
                                  </p:childTnLst>
                                </p:cTn>
                              </p:par>
                              <p:par>
                                <p:cTn id="78" presetID="10" presetClass="entr" presetSubtype="0" fill="hold" grpId="0" nodeType="withEffect">
                                  <p:stCondLst>
                                    <p:cond delay="1800"/>
                                  </p:stCondLst>
                                  <p:childTnLst>
                                    <p:set>
                                      <p:cBhvr>
                                        <p:cTn id="79" dur="1" fill="hold">
                                          <p:stCondLst>
                                            <p:cond delay="0"/>
                                          </p:stCondLst>
                                        </p:cTn>
                                        <p:tgtEl>
                                          <p:spTgt spid="67"/>
                                        </p:tgtEl>
                                        <p:attrNameLst>
                                          <p:attrName>style.visibility</p:attrName>
                                        </p:attrNameLst>
                                      </p:cBhvr>
                                      <p:to>
                                        <p:strVal val="visible"/>
                                      </p:to>
                                    </p:set>
                                    <p:animEffect transition="in" filter="fade">
                                      <p:cBhvr>
                                        <p:cTn id="80"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autoUpdateAnimBg="0"/>
      <p:bldP spid="6" grpId="0" animBg="1" autoUpdateAnimBg="0"/>
      <p:bldP spid="7" grpId="0" animBg="1" autoUpdateAnimBg="0"/>
      <p:bldP spid="8" grpId="0" animBg="1" autoUpdateAnimBg="0"/>
      <p:bldP spid="9" grpId="0" animBg="1" autoUpdateAnimBg="0"/>
      <p:bldP spid="10" grpId="0" animBg="1"/>
      <p:bldP spid="11" grpId="0" animBg="1"/>
      <p:bldP spid="12" grpId="0" animBg="1"/>
      <p:bldP spid="13" grpId="0" animBg="1"/>
      <p:bldP spid="14" grpId="0" animBg="1"/>
      <p:bldP spid="15" grpId="0" animBg="1" autoUpdateAnimBg="0"/>
      <p:bldP spid="16" grpId="0" animBg="1" autoUpdateAnimBg="0"/>
      <p:bldP spid="17" grpId="0" animBg="1" autoUpdateAnimBg="0"/>
      <p:bldP spid="60" grpId="0"/>
      <p:bldP spid="61" grpId="0"/>
      <p:bldP spid="62" grpId="0"/>
      <p:bldP spid="63" grpId="0"/>
      <p:bldP spid="64" grpId="0" animBg="1" autoUpdateAnimBg="0"/>
      <p:bldP spid="65" grpId="0" animBg="1" autoUpdateAnimBg="0"/>
      <p:bldP spid="66" grpId="0" animBg="1" autoUpdateAnimBg="0"/>
      <p:bldP spid="67" grpId="0" animBg="1" autoUpdateAnimBg="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Same Side Corner Rectangle 4"/>
          <p:cNvSpPr/>
          <p:nvPr/>
        </p:nvSpPr>
        <p:spPr>
          <a:xfrm rot="16200000">
            <a:off x="699149" y="3011975"/>
            <a:ext cx="3465994" cy="2802814"/>
          </a:xfrm>
          <a:custGeom>
            <a:avLst/>
            <a:gdLst>
              <a:gd name="connsiteX0" fmla="*/ 290314 w 2817606"/>
              <a:gd name="connsiteY0" fmla="*/ 0 h 1741847"/>
              <a:gd name="connsiteX1" fmla="*/ 2527292 w 2817606"/>
              <a:gd name="connsiteY1" fmla="*/ 0 h 1741847"/>
              <a:gd name="connsiteX2" fmla="*/ 2817606 w 2817606"/>
              <a:gd name="connsiteY2" fmla="*/ 290314 h 1741847"/>
              <a:gd name="connsiteX3" fmla="*/ 2817606 w 2817606"/>
              <a:gd name="connsiteY3" fmla="*/ 1741847 h 1741847"/>
              <a:gd name="connsiteX4" fmla="*/ 2817606 w 2817606"/>
              <a:gd name="connsiteY4" fmla="*/ 1741847 h 1741847"/>
              <a:gd name="connsiteX5" fmla="*/ 0 w 2817606"/>
              <a:gd name="connsiteY5" fmla="*/ 1741847 h 1741847"/>
              <a:gd name="connsiteX6" fmla="*/ 0 w 2817606"/>
              <a:gd name="connsiteY6" fmla="*/ 1741847 h 1741847"/>
              <a:gd name="connsiteX7" fmla="*/ 0 w 2817606"/>
              <a:gd name="connsiteY7" fmla="*/ 290314 h 1741847"/>
              <a:gd name="connsiteX8" fmla="*/ 290314 w 2817606"/>
              <a:gd name="connsiteY8" fmla="*/ 0 h 1741847"/>
              <a:gd name="connsiteX0" fmla="*/ 290314 w 2817606"/>
              <a:gd name="connsiteY0" fmla="*/ 436099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290314 w 2817606"/>
              <a:gd name="connsiteY8" fmla="*/ 436099 h 2177946"/>
              <a:gd name="connsiteX0" fmla="*/ 416923 w 2817606"/>
              <a:gd name="connsiteY0" fmla="*/ 84407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416923 w 2817606"/>
              <a:gd name="connsiteY8" fmla="*/ 84407 h 2177946"/>
              <a:gd name="connsiteX0" fmla="*/ 416923 w 2817606"/>
              <a:gd name="connsiteY0" fmla="*/ 84407 h 2177946"/>
              <a:gd name="connsiteX1" fmla="*/ 2344412 w 2817606"/>
              <a:gd name="connsiteY1" fmla="*/ 0 h 2177946"/>
              <a:gd name="connsiteX2" fmla="*/ 2817606 w 2817606"/>
              <a:gd name="connsiteY2" fmla="*/ 726413 h 2177946"/>
              <a:gd name="connsiteX3" fmla="*/ 2817606 w 2817606"/>
              <a:gd name="connsiteY3" fmla="*/ 2177946 h 2177946"/>
              <a:gd name="connsiteX4" fmla="*/ 2817606 w 2817606"/>
              <a:gd name="connsiteY4" fmla="*/ 2177946 h 2177946"/>
              <a:gd name="connsiteX5" fmla="*/ 0 w 2817606"/>
              <a:gd name="connsiteY5" fmla="*/ 2177946 h 2177946"/>
              <a:gd name="connsiteX6" fmla="*/ 0 w 2817606"/>
              <a:gd name="connsiteY6" fmla="*/ 2177946 h 2177946"/>
              <a:gd name="connsiteX7" fmla="*/ 0 w 2817606"/>
              <a:gd name="connsiteY7" fmla="*/ 726413 h 2177946"/>
              <a:gd name="connsiteX8" fmla="*/ 416923 w 2817606"/>
              <a:gd name="connsiteY8" fmla="*/ 84407 h 2177946"/>
              <a:gd name="connsiteX0" fmla="*/ 416923 w 2817606"/>
              <a:gd name="connsiteY0" fmla="*/ 196949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416923 w 2817606"/>
              <a:gd name="connsiteY8" fmla="*/ 196949 h 2290488"/>
              <a:gd name="connsiteX0" fmla="*/ 445058 w 2817606"/>
              <a:gd name="connsiteY0" fmla="*/ 267287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445058 w 2817606"/>
              <a:gd name="connsiteY8" fmla="*/ 267287 h 2290488"/>
              <a:gd name="connsiteX0" fmla="*/ 796750 w 2817606"/>
              <a:gd name="connsiteY0" fmla="*/ 337626 h 2290488"/>
              <a:gd name="connsiteX1" fmla="*/ 2147464 w 2817606"/>
              <a:gd name="connsiteY1" fmla="*/ 0 h 2290488"/>
              <a:gd name="connsiteX2" fmla="*/ 2817606 w 2817606"/>
              <a:gd name="connsiteY2" fmla="*/ 838955 h 2290488"/>
              <a:gd name="connsiteX3" fmla="*/ 2817606 w 2817606"/>
              <a:gd name="connsiteY3" fmla="*/ 2290488 h 2290488"/>
              <a:gd name="connsiteX4" fmla="*/ 2817606 w 2817606"/>
              <a:gd name="connsiteY4" fmla="*/ 2290488 h 2290488"/>
              <a:gd name="connsiteX5" fmla="*/ 0 w 2817606"/>
              <a:gd name="connsiteY5" fmla="*/ 2290488 h 2290488"/>
              <a:gd name="connsiteX6" fmla="*/ 0 w 2817606"/>
              <a:gd name="connsiteY6" fmla="*/ 2290488 h 2290488"/>
              <a:gd name="connsiteX7" fmla="*/ 0 w 2817606"/>
              <a:gd name="connsiteY7" fmla="*/ 838955 h 2290488"/>
              <a:gd name="connsiteX8" fmla="*/ 796750 w 2817606"/>
              <a:gd name="connsiteY8" fmla="*/ 337626 h 2290488"/>
              <a:gd name="connsiteX0" fmla="*/ 796750 w 2817606"/>
              <a:gd name="connsiteY0" fmla="*/ 338620 h 2291482"/>
              <a:gd name="connsiteX1" fmla="*/ 2147464 w 2817606"/>
              <a:gd name="connsiteY1" fmla="*/ 994 h 2291482"/>
              <a:gd name="connsiteX2" fmla="*/ 2817606 w 2817606"/>
              <a:gd name="connsiteY2" fmla="*/ 839949 h 2291482"/>
              <a:gd name="connsiteX3" fmla="*/ 2817606 w 2817606"/>
              <a:gd name="connsiteY3" fmla="*/ 2291482 h 2291482"/>
              <a:gd name="connsiteX4" fmla="*/ 2817606 w 2817606"/>
              <a:gd name="connsiteY4" fmla="*/ 2291482 h 2291482"/>
              <a:gd name="connsiteX5" fmla="*/ 0 w 2817606"/>
              <a:gd name="connsiteY5" fmla="*/ 2291482 h 2291482"/>
              <a:gd name="connsiteX6" fmla="*/ 0 w 2817606"/>
              <a:gd name="connsiteY6" fmla="*/ 2291482 h 2291482"/>
              <a:gd name="connsiteX7" fmla="*/ 0 w 2817606"/>
              <a:gd name="connsiteY7" fmla="*/ 839949 h 2291482"/>
              <a:gd name="connsiteX8" fmla="*/ 796750 w 2817606"/>
              <a:gd name="connsiteY8" fmla="*/ 338620 h 2291482"/>
              <a:gd name="connsiteX0" fmla="*/ 796750 w 2817606"/>
              <a:gd name="connsiteY0" fmla="*/ 338620 h 2291482"/>
              <a:gd name="connsiteX1" fmla="*/ 2100980 w 2817606"/>
              <a:gd name="connsiteY1" fmla="*/ 994 h 2291482"/>
              <a:gd name="connsiteX2" fmla="*/ 2817606 w 2817606"/>
              <a:gd name="connsiteY2" fmla="*/ 839949 h 2291482"/>
              <a:gd name="connsiteX3" fmla="*/ 2817606 w 2817606"/>
              <a:gd name="connsiteY3" fmla="*/ 2291482 h 2291482"/>
              <a:gd name="connsiteX4" fmla="*/ 2817606 w 2817606"/>
              <a:gd name="connsiteY4" fmla="*/ 2291482 h 2291482"/>
              <a:gd name="connsiteX5" fmla="*/ 0 w 2817606"/>
              <a:gd name="connsiteY5" fmla="*/ 2291482 h 2291482"/>
              <a:gd name="connsiteX6" fmla="*/ 0 w 2817606"/>
              <a:gd name="connsiteY6" fmla="*/ 2291482 h 2291482"/>
              <a:gd name="connsiteX7" fmla="*/ 0 w 2817606"/>
              <a:gd name="connsiteY7" fmla="*/ 839949 h 2291482"/>
              <a:gd name="connsiteX8" fmla="*/ 796750 w 2817606"/>
              <a:gd name="connsiteY8" fmla="*/ 338620 h 2291482"/>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0 w 2817606"/>
              <a:gd name="connsiteY7" fmla="*/ 840500 h 2292033"/>
              <a:gd name="connsiteX8" fmla="*/ 796750 w 2817606"/>
              <a:gd name="connsiteY8" fmla="*/ 339171 h 2292033"/>
              <a:gd name="connsiteX0" fmla="*/ 796750 w 2817606"/>
              <a:gd name="connsiteY0" fmla="*/ 339171 h 2292033"/>
              <a:gd name="connsiteX1" fmla="*/ 2100980 w 2817606"/>
              <a:gd name="connsiteY1" fmla="*/ 1545 h 2292033"/>
              <a:gd name="connsiteX2" fmla="*/ 2817606 w 2817606"/>
              <a:gd name="connsiteY2" fmla="*/ 840500 h 2292033"/>
              <a:gd name="connsiteX3" fmla="*/ 2817606 w 2817606"/>
              <a:gd name="connsiteY3" fmla="*/ 2292033 h 2292033"/>
              <a:gd name="connsiteX4" fmla="*/ 2817606 w 2817606"/>
              <a:gd name="connsiteY4" fmla="*/ 2292033 h 2292033"/>
              <a:gd name="connsiteX5" fmla="*/ 0 w 2817606"/>
              <a:gd name="connsiteY5" fmla="*/ 2292033 h 2292033"/>
              <a:gd name="connsiteX6" fmla="*/ 0 w 2817606"/>
              <a:gd name="connsiteY6" fmla="*/ 2292033 h 2292033"/>
              <a:gd name="connsiteX7" fmla="*/ 15494 w 2817606"/>
              <a:gd name="connsiteY7" fmla="*/ 996229 h 2292033"/>
              <a:gd name="connsiteX8" fmla="*/ 796750 w 2817606"/>
              <a:gd name="connsiteY8" fmla="*/ 339171 h 2292033"/>
              <a:gd name="connsiteX0" fmla="*/ 798775 w 2819631"/>
              <a:gd name="connsiteY0" fmla="*/ 339171 h 2292033"/>
              <a:gd name="connsiteX1" fmla="*/ 2103005 w 2819631"/>
              <a:gd name="connsiteY1" fmla="*/ 1545 h 2292033"/>
              <a:gd name="connsiteX2" fmla="*/ 2819631 w 2819631"/>
              <a:gd name="connsiteY2" fmla="*/ 840500 h 2292033"/>
              <a:gd name="connsiteX3" fmla="*/ 2819631 w 2819631"/>
              <a:gd name="connsiteY3" fmla="*/ 2292033 h 2292033"/>
              <a:gd name="connsiteX4" fmla="*/ 2819631 w 2819631"/>
              <a:gd name="connsiteY4" fmla="*/ 2292033 h 2292033"/>
              <a:gd name="connsiteX5" fmla="*/ 2025 w 2819631"/>
              <a:gd name="connsiteY5" fmla="*/ 2292033 h 2292033"/>
              <a:gd name="connsiteX6" fmla="*/ 2025 w 2819631"/>
              <a:gd name="connsiteY6" fmla="*/ 2292033 h 2292033"/>
              <a:gd name="connsiteX7" fmla="*/ 17519 w 2819631"/>
              <a:gd name="connsiteY7" fmla="*/ 996229 h 2292033"/>
              <a:gd name="connsiteX8" fmla="*/ 798775 w 2819631"/>
              <a:gd name="connsiteY8" fmla="*/ 339171 h 229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631" h="2292033">
                <a:moveTo>
                  <a:pt x="798775" y="339171"/>
                </a:moveTo>
                <a:cubicBezTo>
                  <a:pt x="1811720" y="636097"/>
                  <a:pt x="1632775" y="32691"/>
                  <a:pt x="2103005" y="1545"/>
                </a:cubicBezTo>
                <a:cubicBezTo>
                  <a:pt x="2573235" y="-29601"/>
                  <a:pt x="2819631" y="415428"/>
                  <a:pt x="2819631" y="840500"/>
                </a:cubicBezTo>
                <a:lnTo>
                  <a:pt x="2819631" y="2292033"/>
                </a:lnTo>
                <a:lnTo>
                  <a:pt x="2819631" y="2292033"/>
                </a:lnTo>
                <a:lnTo>
                  <a:pt x="2025" y="2292033"/>
                </a:lnTo>
                <a:lnTo>
                  <a:pt x="2025" y="2292033"/>
                </a:lnTo>
                <a:cubicBezTo>
                  <a:pt x="7190" y="1860098"/>
                  <a:pt x="-13470" y="1530308"/>
                  <a:pt x="17519" y="996229"/>
                </a:cubicBezTo>
                <a:cubicBezTo>
                  <a:pt x="48508" y="462150"/>
                  <a:pt x="545470" y="308027"/>
                  <a:pt x="798775" y="339171"/>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1403" tIns="45701" rIns="91403" bIns="45701" rtlCol="0" anchor="ctr"/>
          <a:lstStyle/>
          <a:p>
            <a:pPr algn="ctr">
              <a:lnSpc>
                <a:spcPct val="120000"/>
              </a:lnSpc>
            </a:pPr>
            <a:endParaRPr lang="id-ID" sz="2249" dirty="0">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17" name="Diagram 16"/>
          <p:cNvGraphicFramePr/>
          <p:nvPr/>
        </p:nvGraphicFramePr>
        <p:xfrm>
          <a:off x="3936270" y="2687414"/>
          <a:ext cx="2817762" cy="346504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9" name="Freeform 6"/>
          <p:cNvSpPr>
            <a:spLocks noEditPoints="1"/>
          </p:cNvSpPr>
          <p:nvPr/>
        </p:nvSpPr>
        <p:spPr bwMode="auto">
          <a:xfrm>
            <a:off x="3983871" y="2884835"/>
            <a:ext cx="294681" cy="313965"/>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vert="horz" wrap="square" lIns="111812" tIns="55906" rIns="111812" bIns="55906" numCol="1" anchor="t" anchorCtr="0" compatLnSpc="1">
            <a:prstTxWarp prst="textNoShape">
              <a:avLst/>
            </a:prstTxWarp>
          </a:bodyPr>
          <a:lstStyle/>
          <a:p>
            <a:pPr>
              <a:lnSpc>
                <a:spcPct val="120000"/>
              </a:lnSpc>
            </a:pPr>
            <a:endParaRPr lang="en-US" sz="2249" dirty="0">
              <a:latin typeface="Arial" panose="020B0604020202020204" pitchFamily="34" charset="0"/>
              <a:ea typeface="微软雅黑" panose="020B0503020204020204" pitchFamily="34" charset="-122"/>
              <a:sym typeface="Arial" panose="020B0604020202020204" pitchFamily="34" charset="0"/>
            </a:endParaRPr>
          </a:p>
        </p:txBody>
      </p:sp>
      <p:sp>
        <p:nvSpPr>
          <p:cNvPr id="20" name="Freeform 11"/>
          <p:cNvSpPr>
            <a:spLocks noEditPoints="1"/>
          </p:cNvSpPr>
          <p:nvPr/>
        </p:nvSpPr>
        <p:spPr bwMode="auto">
          <a:xfrm>
            <a:off x="3941317" y="3771079"/>
            <a:ext cx="379788" cy="380266"/>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111812" tIns="55906" rIns="111812" bIns="55906" numCol="1" anchor="t" anchorCtr="0" compatLnSpc="1">
            <a:prstTxWarp prst="textNoShape">
              <a:avLst/>
            </a:prstTxWarp>
          </a:bodyPr>
          <a:lstStyle/>
          <a:p>
            <a:pPr>
              <a:lnSpc>
                <a:spcPct val="120000"/>
              </a:lnSpc>
            </a:pPr>
            <a:endParaRPr lang="en-US" sz="2249" dirty="0">
              <a:latin typeface="Arial" panose="020B0604020202020204" pitchFamily="34" charset="0"/>
              <a:ea typeface="微软雅黑" panose="020B0503020204020204" pitchFamily="34" charset="-122"/>
              <a:sym typeface="Arial" panose="020B0604020202020204" pitchFamily="34" charset="0"/>
            </a:endParaRPr>
          </a:p>
        </p:txBody>
      </p:sp>
      <p:sp>
        <p:nvSpPr>
          <p:cNvPr id="21" name="Freeform 21"/>
          <p:cNvSpPr>
            <a:spLocks noEditPoints="1"/>
          </p:cNvSpPr>
          <p:nvPr/>
        </p:nvSpPr>
        <p:spPr bwMode="auto">
          <a:xfrm>
            <a:off x="3969442" y="4723665"/>
            <a:ext cx="323535" cy="324616"/>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vert="horz" wrap="square" lIns="111812" tIns="55906" rIns="111812" bIns="55906" numCol="1" anchor="t" anchorCtr="0" compatLnSpc="1">
            <a:prstTxWarp prst="textNoShape">
              <a:avLst/>
            </a:prstTxWarp>
          </a:bodyPr>
          <a:lstStyle/>
          <a:p>
            <a:pPr>
              <a:lnSpc>
                <a:spcPct val="120000"/>
              </a:lnSpc>
            </a:pPr>
            <a:endParaRPr lang="en-US" sz="2249" dirty="0">
              <a:latin typeface="Arial" panose="020B0604020202020204" pitchFamily="34" charset="0"/>
              <a:ea typeface="微软雅黑" panose="020B0503020204020204" pitchFamily="34" charset="-122"/>
              <a:sym typeface="Arial" panose="020B0604020202020204" pitchFamily="34" charset="0"/>
            </a:endParaRPr>
          </a:p>
        </p:txBody>
      </p:sp>
      <p:sp>
        <p:nvSpPr>
          <p:cNvPr id="22" name="Content Placeholder 2"/>
          <p:cNvSpPr txBox="1">
            <a:spLocks/>
          </p:cNvSpPr>
          <p:nvPr/>
        </p:nvSpPr>
        <p:spPr>
          <a:xfrm>
            <a:off x="7036536" y="2826682"/>
            <a:ext cx="4606837" cy="622735"/>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3" name="Freeform 26"/>
          <p:cNvSpPr>
            <a:spLocks/>
          </p:cNvSpPr>
          <p:nvPr/>
        </p:nvSpPr>
        <p:spPr bwMode="auto">
          <a:xfrm>
            <a:off x="3998044" y="5620561"/>
            <a:ext cx="266334" cy="276268"/>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111812" tIns="55906" rIns="111812" bIns="55906" numCol="1" anchor="t" anchorCtr="0" compatLnSpc="1">
            <a:prstTxWarp prst="textNoShape">
              <a:avLst/>
            </a:prstTxWarp>
          </a:bodyPr>
          <a:lstStyle/>
          <a:p>
            <a:pPr>
              <a:lnSpc>
                <a:spcPct val="120000"/>
              </a:lnSpc>
            </a:pPr>
            <a:endParaRPr lang="en-US" sz="2249" dirty="0">
              <a:latin typeface="Arial" panose="020B0604020202020204" pitchFamily="34" charset="0"/>
              <a:ea typeface="微软雅黑" panose="020B0503020204020204" pitchFamily="34" charset="-122"/>
              <a:sym typeface="Arial" panose="020B0604020202020204" pitchFamily="34" charset="0"/>
            </a:endParaRPr>
          </a:p>
        </p:txBody>
      </p:sp>
      <p:sp>
        <p:nvSpPr>
          <p:cNvPr id="24" name="Content Placeholder 2"/>
          <p:cNvSpPr txBox="1">
            <a:spLocks/>
          </p:cNvSpPr>
          <p:nvPr/>
        </p:nvSpPr>
        <p:spPr>
          <a:xfrm>
            <a:off x="7036536" y="3776209"/>
            <a:ext cx="4606837" cy="622735"/>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5" name="Content Placeholder 2"/>
          <p:cNvSpPr txBox="1">
            <a:spLocks/>
          </p:cNvSpPr>
          <p:nvPr/>
        </p:nvSpPr>
        <p:spPr>
          <a:xfrm>
            <a:off x="7036536" y="4725738"/>
            <a:ext cx="4606837" cy="622735"/>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6" name="Content Placeholder 2"/>
          <p:cNvSpPr txBox="1">
            <a:spLocks/>
          </p:cNvSpPr>
          <p:nvPr/>
        </p:nvSpPr>
        <p:spPr>
          <a:xfrm>
            <a:off x="7036536" y="5675267"/>
            <a:ext cx="4606837" cy="622735"/>
          </a:xfrm>
          <a:prstGeom prst="rect">
            <a:avLst/>
          </a:prstGeom>
        </p:spPr>
        <p:txBody>
          <a:bodyPr vert="horz" wrap="square" lIns="0" tIns="0" rIns="0" bIns="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120000"/>
              </a:lnSpc>
              <a:buNone/>
            </a:pP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Please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a:t>
            </a:r>
            <a:r>
              <a:rPr lang="en-US" altLang="zh-CN" sz="843" dirty="0" err="1">
                <a:latin typeface="Arial" panose="020B0604020202020204" pitchFamily="34" charset="0"/>
                <a:ea typeface="微软雅黑" panose="020B0503020204020204" pitchFamily="34" charset="-122"/>
                <a:cs typeface="Calibri Light"/>
                <a:sym typeface="Arial" panose="020B0604020202020204" pitchFamily="34" charset="0"/>
              </a:rPr>
              <a:t>directly.Please</a:t>
            </a:r>
            <a:r>
              <a:rPr lang="en-US" altLang="zh-CN" sz="843" dirty="0">
                <a:latin typeface="Arial" panose="020B0604020202020204" pitchFamily="34" charset="0"/>
                <a:ea typeface="微软雅黑" panose="020B0503020204020204" pitchFamily="34" charset="-122"/>
                <a:cs typeface="Calibri Light"/>
                <a:sym typeface="Arial" panose="020B0604020202020204" pitchFamily="34" charset="0"/>
              </a:rPr>
              <a:t> replace text, click add relevant headline, modify the text content, also can copy your content to this directly.</a:t>
            </a:r>
          </a:p>
        </p:txBody>
      </p:sp>
      <p:sp>
        <p:nvSpPr>
          <p:cNvPr id="28" name="Rectangle 1436"/>
          <p:cNvSpPr>
            <a:spLocks noChangeArrowheads="1"/>
          </p:cNvSpPr>
          <p:nvPr/>
        </p:nvSpPr>
        <p:spPr bwMode="auto">
          <a:xfrm>
            <a:off x="4369659" y="3869125"/>
            <a:ext cx="718145"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7974">
              <a:lnSpc>
                <a:spcPct val="120000"/>
              </a:lnSpc>
            </a:pPr>
            <a:r>
              <a:rPr lang="zh-CN" altLang="en-US"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29" name="Rectangle 1436"/>
          <p:cNvSpPr>
            <a:spLocks noChangeArrowheads="1"/>
          </p:cNvSpPr>
          <p:nvPr/>
        </p:nvSpPr>
        <p:spPr bwMode="auto">
          <a:xfrm>
            <a:off x="4369659" y="4746799"/>
            <a:ext cx="718145"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7974">
              <a:lnSpc>
                <a:spcPct val="120000"/>
              </a:lnSpc>
            </a:pPr>
            <a:r>
              <a:rPr lang="zh-CN" altLang="en-US"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30" name="Rectangle 1436"/>
          <p:cNvSpPr>
            <a:spLocks noChangeArrowheads="1"/>
          </p:cNvSpPr>
          <p:nvPr/>
        </p:nvSpPr>
        <p:spPr bwMode="auto">
          <a:xfrm>
            <a:off x="4369659" y="5624470"/>
            <a:ext cx="718145"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7974">
              <a:lnSpc>
                <a:spcPct val="120000"/>
              </a:lnSpc>
            </a:pPr>
            <a:r>
              <a:rPr lang="zh-CN" altLang="en-US"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altLang="zh-CN"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
        <p:nvSpPr>
          <p:cNvPr id="31" name="Rectangle 1436"/>
          <p:cNvSpPr>
            <a:spLocks noChangeArrowheads="1"/>
          </p:cNvSpPr>
          <p:nvPr/>
        </p:nvSpPr>
        <p:spPr bwMode="auto">
          <a:xfrm>
            <a:off x="4369659" y="2991452"/>
            <a:ext cx="718145"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1117974">
              <a:lnSpc>
                <a:spcPct val="120000"/>
              </a:lnSpc>
            </a:pPr>
            <a:r>
              <a:rPr lang="zh-CN" altLang="en-US"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rPr>
              <a:t>文字内容</a:t>
            </a:r>
            <a:endParaRPr lang="en-US" sz="1406" dirty="0">
              <a:solidFill>
                <a:schemeClr val="bg1"/>
              </a:solidFill>
              <a:latin typeface="Arial" panose="020B0604020202020204" pitchFamily="34" charset="0"/>
              <a:ea typeface="微软雅黑" panose="020B0503020204020204" pitchFamily="34" charset="-122"/>
              <a:cs typeface="Arial" pitchFamily="34" charset="0"/>
              <a:sym typeface="Arial" panose="020B0604020202020204" pitchFamily="34" charset="0"/>
            </a:endParaRPr>
          </a:p>
        </p:txBody>
      </p:sp>
    </p:spTree>
    <p:extLst>
      <p:ext uri="{BB962C8B-B14F-4D97-AF65-F5344CB8AC3E}">
        <p14:creationId xmlns:p14="http://schemas.microsoft.com/office/powerpoint/2010/main" val="170311382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60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1000"/>
                                  </p:stCondLst>
                                  <p:childTnLst>
                                    <p:set>
                                      <p:cBhvr>
                                        <p:cTn id="9" dur="1" fill="hold">
                                          <p:stCondLst>
                                            <p:cond delay="0"/>
                                          </p:stCondLst>
                                        </p:cTn>
                                        <p:tgtEl>
                                          <p:spTgt spid="17">
                                            <p:graphicEl>
                                              <a:dgm id="{C3C5C488-2D82-48FA-94E1-E6ED648AE07E}"/>
                                            </p:graphicEl>
                                          </p:spTgt>
                                        </p:tgtEl>
                                        <p:attrNameLst>
                                          <p:attrName>style.visibility</p:attrName>
                                        </p:attrNameLst>
                                      </p:cBhvr>
                                      <p:to>
                                        <p:strVal val="visible"/>
                                      </p:to>
                                    </p:set>
                                    <p:animEffect transition="in" filter="wipe(left)">
                                      <p:cBhvr>
                                        <p:cTn id="10" dur="500"/>
                                        <p:tgtEl>
                                          <p:spTgt spid="17">
                                            <p:graphicEl>
                                              <a:dgm id="{C3C5C488-2D82-48FA-94E1-E6ED648AE07E}"/>
                                            </p:graphicEl>
                                          </p:spTgt>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19"/>
                                        </p:tgtEl>
                                        <p:attrNameLst>
                                          <p:attrName>style.visibility</p:attrName>
                                        </p:attrNameLst>
                                      </p:cBhvr>
                                      <p:to>
                                        <p:strVal val="visible"/>
                                      </p:to>
                                    </p:set>
                                    <p:anim calcmode="lin" valueType="num">
                                      <p:cBhvr>
                                        <p:cTn id="13" dur="500" fill="hold"/>
                                        <p:tgtEl>
                                          <p:spTgt spid="19"/>
                                        </p:tgtEl>
                                        <p:attrNameLst>
                                          <p:attrName>ppt_w</p:attrName>
                                        </p:attrNameLst>
                                      </p:cBhvr>
                                      <p:tavLst>
                                        <p:tav tm="0">
                                          <p:val>
                                            <p:fltVal val="0"/>
                                          </p:val>
                                        </p:tav>
                                        <p:tav tm="100000">
                                          <p:val>
                                            <p:strVal val="#ppt_w"/>
                                          </p:val>
                                        </p:tav>
                                      </p:tavLst>
                                    </p:anim>
                                    <p:anim calcmode="lin" valueType="num">
                                      <p:cBhvr>
                                        <p:cTn id="14" dur="500" fill="hold"/>
                                        <p:tgtEl>
                                          <p:spTgt spid="19"/>
                                        </p:tgtEl>
                                        <p:attrNameLst>
                                          <p:attrName>ppt_h</p:attrName>
                                        </p:attrNameLst>
                                      </p:cBhvr>
                                      <p:tavLst>
                                        <p:tav tm="0">
                                          <p:val>
                                            <p:fltVal val="0"/>
                                          </p:val>
                                        </p:tav>
                                        <p:tav tm="100000">
                                          <p:val>
                                            <p:strVal val="#ppt_h"/>
                                          </p:val>
                                        </p:tav>
                                      </p:tavLst>
                                    </p:anim>
                                    <p:animEffect transition="in" filter="fade">
                                      <p:cBhvr>
                                        <p:cTn id="15" dur="500"/>
                                        <p:tgtEl>
                                          <p:spTgt spid="19"/>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par>
                                <p:cTn id="19" presetID="22" presetClass="entr" presetSubtype="8" fill="hold" grpId="0" nodeType="withEffect">
                                  <p:stCondLst>
                                    <p:cond delay="2500"/>
                                  </p:stCondLst>
                                  <p:childTnLst>
                                    <p:set>
                                      <p:cBhvr>
                                        <p:cTn id="20" dur="1" fill="hold">
                                          <p:stCondLst>
                                            <p:cond delay="0"/>
                                          </p:stCondLst>
                                        </p:cTn>
                                        <p:tgtEl>
                                          <p:spTgt spid="17">
                                            <p:graphicEl>
                                              <a:dgm id="{5F7C99BF-9C18-4701-B642-69C8B195B816}"/>
                                            </p:graphicEl>
                                          </p:spTgt>
                                        </p:tgtEl>
                                        <p:attrNameLst>
                                          <p:attrName>style.visibility</p:attrName>
                                        </p:attrNameLst>
                                      </p:cBhvr>
                                      <p:to>
                                        <p:strVal val="visible"/>
                                      </p:to>
                                    </p:set>
                                    <p:animEffect transition="in" filter="wipe(left)">
                                      <p:cBhvr>
                                        <p:cTn id="21" dur="500"/>
                                        <p:tgtEl>
                                          <p:spTgt spid="17">
                                            <p:graphicEl>
                                              <a:dgm id="{5F7C99BF-9C18-4701-B642-69C8B195B816}"/>
                                            </p:graphicEl>
                                          </p:spTgt>
                                        </p:tgtEl>
                                      </p:cBhvr>
                                    </p:animEffect>
                                  </p:childTnLst>
                                </p:cTn>
                              </p:par>
                              <p:par>
                                <p:cTn id="22" presetID="53" presetClass="entr" presetSubtype="16" fill="hold" grpId="0" nodeType="withEffect">
                                  <p:stCondLst>
                                    <p:cond delay="3000"/>
                                  </p:stCondLst>
                                  <p:childTnLst>
                                    <p:set>
                                      <p:cBhvr>
                                        <p:cTn id="23" dur="1" fill="hold">
                                          <p:stCondLst>
                                            <p:cond delay="0"/>
                                          </p:stCondLst>
                                        </p:cTn>
                                        <p:tgtEl>
                                          <p:spTgt spid="20"/>
                                        </p:tgtEl>
                                        <p:attrNameLst>
                                          <p:attrName>style.visibility</p:attrName>
                                        </p:attrNameLst>
                                      </p:cBhvr>
                                      <p:to>
                                        <p:strVal val="visible"/>
                                      </p:to>
                                    </p:set>
                                    <p:anim calcmode="lin" valueType="num">
                                      <p:cBhvr>
                                        <p:cTn id="24" dur="500" fill="hold"/>
                                        <p:tgtEl>
                                          <p:spTgt spid="20"/>
                                        </p:tgtEl>
                                        <p:attrNameLst>
                                          <p:attrName>ppt_w</p:attrName>
                                        </p:attrNameLst>
                                      </p:cBhvr>
                                      <p:tavLst>
                                        <p:tav tm="0">
                                          <p:val>
                                            <p:fltVal val="0"/>
                                          </p:val>
                                        </p:tav>
                                        <p:tav tm="100000">
                                          <p:val>
                                            <p:strVal val="#ppt_w"/>
                                          </p:val>
                                        </p:tav>
                                      </p:tavLst>
                                    </p:anim>
                                    <p:anim calcmode="lin" valueType="num">
                                      <p:cBhvr>
                                        <p:cTn id="25" dur="500" fill="hold"/>
                                        <p:tgtEl>
                                          <p:spTgt spid="20"/>
                                        </p:tgtEl>
                                        <p:attrNameLst>
                                          <p:attrName>ppt_h</p:attrName>
                                        </p:attrNameLst>
                                      </p:cBhvr>
                                      <p:tavLst>
                                        <p:tav tm="0">
                                          <p:val>
                                            <p:fltVal val="0"/>
                                          </p:val>
                                        </p:tav>
                                        <p:tav tm="100000">
                                          <p:val>
                                            <p:strVal val="#ppt_h"/>
                                          </p:val>
                                        </p:tav>
                                      </p:tavLst>
                                    </p:anim>
                                    <p:animEffect transition="in" filter="fade">
                                      <p:cBhvr>
                                        <p:cTn id="26" dur="500"/>
                                        <p:tgtEl>
                                          <p:spTgt spid="20"/>
                                        </p:tgtEl>
                                      </p:cBhvr>
                                    </p:animEffect>
                                  </p:childTnLst>
                                </p:cTn>
                              </p:par>
                              <p:par>
                                <p:cTn id="27" presetID="10" presetClass="entr" presetSubtype="0" fill="hold" grpId="0" nodeType="withEffect">
                                  <p:stCondLst>
                                    <p:cond delay="350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7">
                                            <p:graphicEl>
                                              <a:dgm id="{803580E4-39B5-44E5-A355-43EEFE242A45}"/>
                                            </p:graphicEl>
                                          </p:spTgt>
                                        </p:tgtEl>
                                        <p:attrNameLst>
                                          <p:attrName>style.visibility</p:attrName>
                                        </p:attrNameLst>
                                      </p:cBhvr>
                                      <p:to>
                                        <p:strVal val="visible"/>
                                      </p:to>
                                    </p:set>
                                    <p:animEffect transition="in" filter="wipe(left)">
                                      <p:cBhvr>
                                        <p:cTn id="32" dur="500"/>
                                        <p:tgtEl>
                                          <p:spTgt spid="17">
                                            <p:graphicEl>
                                              <a:dgm id="{803580E4-39B5-44E5-A355-43EEFE242A45}"/>
                                            </p:graphicEl>
                                          </p:spTgt>
                                        </p:tgtEl>
                                      </p:cBhvr>
                                    </p:animEffect>
                                  </p:childTnLst>
                                </p:cTn>
                              </p:par>
                              <p:par>
                                <p:cTn id="33" presetID="53" presetClass="entr" presetSubtype="16" fill="hold" grpId="0" nodeType="withEffect">
                                  <p:stCondLst>
                                    <p:cond delay="4500"/>
                                  </p:stCondLst>
                                  <p:childTnLst>
                                    <p:set>
                                      <p:cBhvr>
                                        <p:cTn id="34" dur="1" fill="hold">
                                          <p:stCondLst>
                                            <p:cond delay="0"/>
                                          </p:stCondLst>
                                        </p:cTn>
                                        <p:tgtEl>
                                          <p:spTgt spid="21"/>
                                        </p:tgtEl>
                                        <p:attrNameLst>
                                          <p:attrName>style.visibility</p:attrName>
                                        </p:attrNameLst>
                                      </p:cBhvr>
                                      <p:to>
                                        <p:strVal val="visible"/>
                                      </p:to>
                                    </p:set>
                                    <p:anim calcmode="lin" valueType="num">
                                      <p:cBhvr>
                                        <p:cTn id="35" dur="500" fill="hold"/>
                                        <p:tgtEl>
                                          <p:spTgt spid="21"/>
                                        </p:tgtEl>
                                        <p:attrNameLst>
                                          <p:attrName>ppt_w</p:attrName>
                                        </p:attrNameLst>
                                      </p:cBhvr>
                                      <p:tavLst>
                                        <p:tav tm="0">
                                          <p:val>
                                            <p:fltVal val="0"/>
                                          </p:val>
                                        </p:tav>
                                        <p:tav tm="100000">
                                          <p:val>
                                            <p:strVal val="#ppt_w"/>
                                          </p:val>
                                        </p:tav>
                                      </p:tavLst>
                                    </p:anim>
                                    <p:anim calcmode="lin" valueType="num">
                                      <p:cBhvr>
                                        <p:cTn id="36" dur="500" fill="hold"/>
                                        <p:tgtEl>
                                          <p:spTgt spid="21"/>
                                        </p:tgtEl>
                                        <p:attrNameLst>
                                          <p:attrName>ppt_h</p:attrName>
                                        </p:attrNameLst>
                                      </p:cBhvr>
                                      <p:tavLst>
                                        <p:tav tm="0">
                                          <p:val>
                                            <p:fltVal val="0"/>
                                          </p:val>
                                        </p:tav>
                                        <p:tav tm="100000">
                                          <p:val>
                                            <p:strVal val="#ppt_h"/>
                                          </p:val>
                                        </p:tav>
                                      </p:tavLst>
                                    </p:anim>
                                    <p:animEffect transition="in" filter="fade">
                                      <p:cBhvr>
                                        <p:cTn id="37" dur="500"/>
                                        <p:tgtEl>
                                          <p:spTgt spid="21"/>
                                        </p:tgtEl>
                                      </p:cBhvr>
                                    </p:animEffect>
                                  </p:childTnLst>
                                </p:cTn>
                              </p:par>
                              <p:par>
                                <p:cTn id="38" presetID="10" presetClass="entr" presetSubtype="0" fill="hold" grpId="0" nodeType="withEffect">
                                  <p:stCondLst>
                                    <p:cond delay="500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22" presetClass="entr" presetSubtype="8" fill="hold" grpId="0" nodeType="withEffect">
                                  <p:stCondLst>
                                    <p:cond delay="5500"/>
                                  </p:stCondLst>
                                  <p:childTnLst>
                                    <p:set>
                                      <p:cBhvr>
                                        <p:cTn id="42" dur="1" fill="hold">
                                          <p:stCondLst>
                                            <p:cond delay="0"/>
                                          </p:stCondLst>
                                        </p:cTn>
                                        <p:tgtEl>
                                          <p:spTgt spid="17">
                                            <p:graphicEl>
                                              <a:dgm id="{38B3533C-0604-42C2-B6E4-34D51AE7EEAA}"/>
                                            </p:graphicEl>
                                          </p:spTgt>
                                        </p:tgtEl>
                                        <p:attrNameLst>
                                          <p:attrName>style.visibility</p:attrName>
                                        </p:attrNameLst>
                                      </p:cBhvr>
                                      <p:to>
                                        <p:strVal val="visible"/>
                                      </p:to>
                                    </p:set>
                                    <p:animEffect transition="in" filter="wipe(left)">
                                      <p:cBhvr>
                                        <p:cTn id="43" dur="500"/>
                                        <p:tgtEl>
                                          <p:spTgt spid="17">
                                            <p:graphicEl>
                                              <a:dgm id="{38B3533C-0604-42C2-B6E4-34D51AE7EEAA}"/>
                                            </p:graphicEl>
                                          </p:spTgt>
                                        </p:tgtEl>
                                      </p:cBhvr>
                                    </p:animEffect>
                                  </p:childTnLst>
                                </p:cTn>
                              </p:par>
                            </p:childTnLst>
                          </p:cTn>
                        </p:par>
                        <p:par>
                          <p:cTn id="44" fill="hold">
                            <p:stCondLst>
                              <p:cond delay="6000"/>
                            </p:stCondLst>
                            <p:childTnLst>
                              <p:par>
                                <p:cTn id="45" presetID="53" presetClass="entr" presetSubtype="16"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500" fill="hold"/>
                                        <p:tgtEl>
                                          <p:spTgt spid="23"/>
                                        </p:tgtEl>
                                        <p:attrNameLst>
                                          <p:attrName>ppt_w</p:attrName>
                                        </p:attrNameLst>
                                      </p:cBhvr>
                                      <p:tavLst>
                                        <p:tav tm="0">
                                          <p:val>
                                            <p:fltVal val="0"/>
                                          </p:val>
                                        </p:tav>
                                        <p:tav tm="100000">
                                          <p:val>
                                            <p:strVal val="#ppt_w"/>
                                          </p:val>
                                        </p:tav>
                                      </p:tavLst>
                                    </p:anim>
                                    <p:anim calcmode="lin" valueType="num">
                                      <p:cBhvr>
                                        <p:cTn id="48" dur="500" fill="hold"/>
                                        <p:tgtEl>
                                          <p:spTgt spid="23"/>
                                        </p:tgtEl>
                                        <p:attrNameLst>
                                          <p:attrName>ppt_h</p:attrName>
                                        </p:attrNameLst>
                                      </p:cBhvr>
                                      <p:tavLst>
                                        <p:tav tm="0">
                                          <p:val>
                                            <p:fltVal val="0"/>
                                          </p:val>
                                        </p:tav>
                                        <p:tav tm="100000">
                                          <p:val>
                                            <p:strVal val="#ppt_h"/>
                                          </p:val>
                                        </p:tav>
                                      </p:tavLst>
                                    </p:anim>
                                    <p:animEffect transition="in" filter="fade">
                                      <p:cBhvr>
                                        <p:cTn id="49" dur="500"/>
                                        <p:tgtEl>
                                          <p:spTgt spid="23"/>
                                        </p:tgtEl>
                                      </p:cBhvr>
                                    </p:animEffect>
                                  </p:childTnLst>
                                </p:cTn>
                              </p:par>
                            </p:childTnLst>
                          </p:cTn>
                        </p:par>
                        <p:par>
                          <p:cTn id="50" fill="hold">
                            <p:stCondLst>
                              <p:cond delay="6500"/>
                            </p:stCondLst>
                            <p:childTnLst>
                              <p:par>
                                <p:cTn id="51" presetID="10" presetClass="entr" presetSubtype="0" fill="hold" grpId="0" nodeType="after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par>
                                <p:cTn id="54" presetID="14" presetClass="entr" presetSubtype="10" fill="hold" grpId="0" nodeType="withEffect">
                                  <p:stCondLst>
                                    <p:cond delay="500"/>
                                  </p:stCondLst>
                                  <p:childTnLst>
                                    <p:set>
                                      <p:cBhvr>
                                        <p:cTn id="55" dur="1" fill="hold">
                                          <p:stCondLst>
                                            <p:cond delay="0"/>
                                          </p:stCondLst>
                                        </p:cTn>
                                        <p:tgtEl>
                                          <p:spTgt spid="28"/>
                                        </p:tgtEl>
                                        <p:attrNameLst>
                                          <p:attrName>style.visibility</p:attrName>
                                        </p:attrNameLst>
                                      </p:cBhvr>
                                      <p:to>
                                        <p:strVal val="visible"/>
                                      </p:to>
                                    </p:set>
                                    <p:animEffect transition="in" filter="randombar(horizontal)">
                                      <p:cBhvr>
                                        <p:cTn id="56" dur="1000"/>
                                        <p:tgtEl>
                                          <p:spTgt spid="28"/>
                                        </p:tgtEl>
                                      </p:cBhvr>
                                    </p:animEffect>
                                  </p:childTnLst>
                                </p:cTn>
                              </p:par>
                              <p:par>
                                <p:cTn id="57" presetID="14" presetClass="entr" presetSubtype="10" fill="hold" grpId="0" nodeType="withEffect">
                                  <p:stCondLst>
                                    <p:cond delay="500"/>
                                  </p:stCondLst>
                                  <p:childTnLst>
                                    <p:set>
                                      <p:cBhvr>
                                        <p:cTn id="58" dur="1" fill="hold">
                                          <p:stCondLst>
                                            <p:cond delay="0"/>
                                          </p:stCondLst>
                                        </p:cTn>
                                        <p:tgtEl>
                                          <p:spTgt spid="29"/>
                                        </p:tgtEl>
                                        <p:attrNameLst>
                                          <p:attrName>style.visibility</p:attrName>
                                        </p:attrNameLst>
                                      </p:cBhvr>
                                      <p:to>
                                        <p:strVal val="visible"/>
                                      </p:to>
                                    </p:set>
                                    <p:animEffect transition="in" filter="randombar(horizontal)">
                                      <p:cBhvr>
                                        <p:cTn id="59" dur="1000"/>
                                        <p:tgtEl>
                                          <p:spTgt spid="29"/>
                                        </p:tgtEl>
                                      </p:cBhvr>
                                    </p:animEffect>
                                  </p:childTnLst>
                                </p:cTn>
                              </p:par>
                              <p:par>
                                <p:cTn id="60" presetID="14" presetClass="entr" presetSubtype="10" fill="hold" grpId="0" nodeType="withEffect">
                                  <p:stCondLst>
                                    <p:cond delay="500"/>
                                  </p:stCondLst>
                                  <p:childTnLst>
                                    <p:set>
                                      <p:cBhvr>
                                        <p:cTn id="61" dur="1" fill="hold">
                                          <p:stCondLst>
                                            <p:cond delay="0"/>
                                          </p:stCondLst>
                                        </p:cTn>
                                        <p:tgtEl>
                                          <p:spTgt spid="30"/>
                                        </p:tgtEl>
                                        <p:attrNameLst>
                                          <p:attrName>style.visibility</p:attrName>
                                        </p:attrNameLst>
                                      </p:cBhvr>
                                      <p:to>
                                        <p:strVal val="visible"/>
                                      </p:to>
                                    </p:set>
                                    <p:animEffect transition="in" filter="randombar(horizontal)">
                                      <p:cBhvr>
                                        <p:cTn id="62" dur="1000"/>
                                        <p:tgtEl>
                                          <p:spTgt spid="30"/>
                                        </p:tgtEl>
                                      </p:cBhvr>
                                    </p:animEffect>
                                  </p:childTnLst>
                                </p:cTn>
                              </p:par>
                              <p:par>
                                <p:cTn id="63" presetID="14" presetClass="entr" presetSubtype="10" fill="hold" grpId="0" nodeType="withEffect">
                                  <p:stCondLst>
                                    <p:cond delay="500"/>
                                  </p:stCondLst>
                                  <p:childTnLst>
                                    <p:set>
                                      <p:cBhvr>
                                        <p:cTn id="64" dur="1" fill="hold">
                                          <p:stCondLst>
                                            <p:cond delay="0"/>
                                          </p:stCondLst>
                                        </p:cTn>
                                        <p:tgtEl>
                                          <p:spTgt spid="31"/>
                                        </p:tgtEl>
                                        <p:attrNameLst>
                                          <p:attrName>style.visibility</p:attrName>
                                        </p:attrNameLst>
                                      </p:cBhvr>
                                      <p:to>
                                        <p:strVal val="visible"/>
                                      </p:to>
                                    </p:set>
                                    <p:animEffect transition="in" filter="randombar(horizontal)">
                                      <p:cBhvr>
                                        <p:cTn id="65" dur="1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Graphic spid="17" grpId="0">
        <p:bldSub>
          <a:bldDgm bld="one"/>
        </p:bldSub>
      </p:bldGraphic>
      <p:bldP spid="19" grpId="0" animBg="1"/>
      <p:bldP spid="20" grpId="0" animBg="1"/>
      <p:bldP spid="21" grpId="0" animBg="1"/>
      <p:bldP spid="22" grpId="0"/>
      <p:bldP spid="23" grpId="0" animBg="1"/>
      <p:bldP spid="24" grpId="0"/>
      <p:bldP spid="25" grpId="0"/>
      <p:bldP spid="26" grpId="0"/>
      <p:bldP spid="28" grpId="0"/>
      <p:bldP spid="29" grpId="0"/>
      <p:bldP spid="30" grpId="0"/>
      <p:bldP spid="31"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flipH="1">
            <a:off x="3273076" y="2195495"/>
            <a:ext cx="3359747" cy="3660502"/>
            <a:chOff x="2570" y="760"/>
            <a:chExt cx="2540" cy="2767"/>
          </a:xfrm>
        </p:grpSpPr>
        <p:sp>
          <p:nvSpPr>
            <p:cNvPr id="8" name="Freeform 5"/>
            <p:cNvSpPr>
              <a:spLocks/>
            </p:cNvSpPr>
            <p:nvPr/>
          </p:nvSpPr>
          <p:spPr bwMode="auto">
            <a:xfrm>
              <a:off x="3285" y="2733"/>
              <a:ext cx="645" cy="760"/>
            </a:xfrm>
            <a:custGeom>
              <a:avLst/>
              <a:gdLst>
                <a:gd name="T0" fmla="*/ 86 w 272"/>
                <a:gd name="T1" fmla="*/ 102 h 321"/>
                <a:gd name="T2" fmla="*/ 3 w 272"/>
                <a:gd name="T3" fmla="*/ 246 h 321"/>
                <a:gd name="T4" fmla="*/ 11 w 272"/>
                <a:gd name="T5" fmla="*/ 269 h 321"/>
                <a:gd name="T6" fmla="*/ 172 w 272"/>
                <a:gd name="T7" fmla="*/ 319 h 321"/>
                <a:gd name="T8" fmla="*/ 188 w 272"/>
                <a:gd name="T9" fmla="*/ 307 h 321"/>
                <a:gd name="T10" fmla="*/ 268 w 272"/>
                <a:gd name="T11" fmla="*/ 115 h 321"/>
                <a:gd name="T12" fmla="*/ 267 w 272"/>
                <a:gd name="T13" fmla="*/ 93 h 321"/>
                <a:gd name="T14" fmla="*/ 216 w 272"/>
                <a:gd name="T15" fmla="*/ 10 h 321"/>
                <a:gd name="T16" fmla="*/ 198 w 272"/>
                <a:gd name="T17" fmla="*/ 3 h 321"/>
                <a:gd name="T18" fmla="*/ 86 w 272"/>
                <a:gd name="T19" fmla="*/ 10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321">
                  <a:moveTo>
                    <a:pt x="86" y="102"/>
                  </a:moveTo>
                  <a:cubicBezTo>
                    <a:pt x="51" y="144"/>
                    <a:pt x="23" y="193"/>
                    <a:pt x="3" y="246"/>
                  </a:cubicBezTo>
                  <a:cubicBezTo>
                    <a:pt x="0" y="255"/>
                    <a:pt x="4" y="266"/>
                    <a:pt x="11" y="269"/>
                  </a:cubicBezTo>
                  <a:cubicBezTo>
                    <a:pt x="65" y="288"/>
                    <a:pt x="118" y="308"/>
                    <a:pt x="172" y="319"/>
                  </a:cubicBezTo>
                  <a:cubicBezTo>
                    <a:pt x="179" y="321"/>
                    <a:pt x="186" y="315"/>
                    <a:pt x="188" y="307"/>
                  </a:cubicBezTo>
                  <a:cubicBezTo>
                    <a:pt x="204" y="236"/>
                    <a:pt x="231" y="171"/>
                    <a:pt x="268" y="115"/>
                  </a:cubicBezTo>
                  <a:cubicBezTo>
                    <a:pt x="272" y="109"/>
                    <a:pt x="272" y="99"/>
                    <a:pt x="267" y="93"/>
                  </a:cubicBezTo>
                  <a:cubicBezTo>
                    <a:pt x="248" y="68"/>
                    <a:pt x="231" y="40"/>
                    <a:pt x="216" y="10"/>
                  </a:cubicBezTo>
                  <a:cubicBezTo>
                    <a:pt x="212" y="3"/>
                    <a:pt x="205" y="0"/>
                    <a:pt x="198" y="3"/>
                  </a:cubicBezTo>
                  <a:cubicBezTo>
                    <a:pt x="157" y="28"/>
                    <a:pt x="119" y="61"/>
                    <a:pt x="86" y="10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56369" name="Freeform 6"/>
            <p:cNvSpPr>
              <a:spLocks/>
            </p:cNvSpPr>
            <p:nvPr/>
          </p:nvSpPr>
          <p:spPr bwMode="auto">
            <a:xfrm>
              <a:off x="3657" y="1449"/>
              <a:ext cx="993" cy="765"/>
            </a:xfrm>
            <a:custGeom>
              <a:avLst/>
              <a:gdLst>
                <a:gd name="T0" fmla="*/ 969 w 419"/>
                <a:gd name="T1" fmla="*/ 362 h 323"/>
                <a:gd name="T2" fmla="*/ 616 w 419"/>
                <a:gd name="T3" fmla="*/ 19 h 323"/>
                <a:gd name="T4" fmla="*/ 581 w 419"/>
                <a:gd name="T5" fmla="*/ 5 h 323"/>
                <a:gd name="T6" fmla="*/ 28 w 419"/>
                <a:gd name="T7" fmla="*/ 204 h 323"/>
                <a:gd name="T8" fmla="*/ 9 w 419"/>
                <a:gd name="T9" fmla="*/ 263 h 323"/>
                <a:gd name="T10" fmla="*/ 149 w 419"/>
                <a:gd name="T11" fmla="*/ 478 h 323"/>
                <a:gd name="T12" fmla="*/ 519 w 419"/>
                <a:gd name="T13" fmla="*/ 763 h 323"/>
                <a:gd name="T14" fmla="*/ 540 w 419"/>
                <a:gd name="T15" fmla="*/ 760 h 323"/>
                <a:gd name="T16" fmla="*/ 569 w 419"/>
                <a:gd name="T17" fmla="*/ 746 h 323"/>
                <a:gd name="T18" fmla="*/ 979 w 419"/>
                <a:gd name="T19" fmla="*/ 426 h 323"/>
                <a:gd name="T20" fmla="*/ 969 w 419"/>
                <a:gd name="T21" fmla="*/ 362 h 3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19" h="323">
                  <a:moveTo>
                    <a:pt x="409" y="153"/>
                  </a:moveTo>
                  <a:cubicBezTo>
                    <a:pt x="351" y="119"/>
                    <a:pt x="300" y="69"/>
                    <a:pt x="260" y="8"/>
                  </a:cubicBezTo>
                  <a:cubicBezTo>
                    <a:pt x="257" y="2"/>
                    <a:pt x="250" y="0"/>
                    <a:pt x="245" y="2"/>
                  </a:cubicBezTo>
                  <a:cubicBezTo>
                    <a:pt x="170" y="36"/>
                    <a:pt x="90" y="58"/>
                    <a:pt x="12" y="86"/>
                  </a:cubicBezTo>
                  <a:cubicBezTo>
                    <a:pt x="3" y="89"/>
                    <a:pt x="0" y="102"/>
                    <a:pt x="4" y="111"/>
                  </a:cubicBezTo>
                  <a:cubicBezTo>
                    <a:pt x="21" y="144"/>
                    <a:pt x="41" y="174"/>
                    <a:pt x="63" y="202"/>
                  </a:cubicBezTo>
                  <a:cubicBezTo>
                    <a:pt x="108" y="257"/>
                    <a:pt x="161" y="297"/>
                    <a:pt x="219" y="322"/>
                  </a:cubicBezTo>
                  <a:cubicBezTo>
                    <a:pt x="222" y="323"/>
                    <a:pt x="225" y="323"/>
                    <a:pt x="228" y="321"/>
                  </a:cubicBezTo>
                  <a:cubicBezTo>
                    <a:pt x="232" y="319"/>
                    <a:pt x="236" y="317"/>
                    <a:pt x="240" y="315"/>
                  </a:cubicBezTo>
                  <a:cubicBezTo>
                    <a:pt x="308" y="282"/>
                    <a:pt x="367" y="237"/>
                    <a:pt x="413" y="180"/>
                  </a:cubicBezTo>
                  <a:cubicBezTo>
                    <a:pt x="419" y="172"/>
                    <a:pt x="417" y="158"/>
                    <a:pt x="409" y="153"/>
                  </a:cubicBezTo>
                  <a:close/>
                </a:path>
              </a:pathLst>
            </a:custGeom>
            <a:solidFill>
              <a:schemeClr val="accent1"/>
            </a:solidFill>
            <a:ln w="9525">
              <a:noFill/>
              <a:round/>
              <a:headEnd/>
              <a:tailEnd/>
            </a:ln>
          </p:spPr>
          <p:txBody>
            <a:bodyPr/>
            <a:lstStyle/>
            <a:p>
              <a:endParaRPr lang="zh-CN" altLang="en-US"/>
            </a:p>
          </p:txBody>
        </p:sp>
        <p:sp>
          <p:nvSpPr>
            <p:cNvPr id="10" name="Freeform 7"/>
            <p:cNvSpPr>
              <a:spLocks/>
            </p:cNvSpPr>
            <p:nvPr/>
          </p:nvSpPr>
          <p:spPr bwMode="auto">
            <a:xfrm>
              <a:off x="4314" y="760"/>
              <a:ext cx="599" cy="1028"/>
            </a:xfrm>
            <a:custGeom>
              <a:avLst/>
              <a:gdLst>
                <a:gd name="T0" fmla="*/ 28 w 253"/>
                <a:gd name="T1" fmla="*/ 327 h 434"/>
                <a:gd name="T2" fmla="*/ 151 w 253"/>
                <a:gd name="T3" fmla="*/ 431 h 434"/>
                <a:gd name="T4" fmla="*/ 168 w 253"/>
                <a:gd name="T5" fmla="*/ 426 h 434"/>
                <a:gd name="T6" fmla="*/ 253 w 253"/>
                <a:gd name="T7" fmla="*/ 85 h 434"/>
                <a:gd name="T8" fmla="*/ 214 w 253"/>
                <a:gd name="T9" fmla="*/ 70 h 434"/>
                <a:gd name="T10" fmla="*/ 11 w 253"/>
                <a:gd name="T11" fmla="*/ 272 h 434"/>
                <a:gd name="T12" fmla="*/ 6 w 253"/>
                <a:gd name="T13" fmla="*/ 298 h 434"/>
                <a:gd name="T14" fmla="*/ 28 w 253"/>
                <a:gd name="T15" fmla="*/ 327 h 4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434">
                  <a:moveTo>
                    <a:pt x="28" y="327"/>
                  </a:moveTo>
                  <a:cubicBezTo>
                    <a:pt x="65" y="371"/>
                    <a:pt x="106" y="406"/>
                    <a:pt x="151" y="431"/>
                  </a:cubicBezTo>
                  <a:cubicBezTo>
                    <a:pt x="157" y="434"/>
                    <a:pt x="164" y="432"/>
                    <a:pt x="168" y="426"/>
                  </a:cubicBezTo>
                  <a:cubicBezTo>
                    <a:pt x="222" y="339"/>
                    <a:pt x="253" y="227"/>
                    <a:pt x="253" y="85"/>
                  </a:cubicBezTo>
                  <a:cubicBezTo>
                    <a:pt x="253" y="1"/>
                    <a:pt x="252" y="0"/>
                    <a:pt x="214" y="70"/>
                  </a:cubicBezTo>
                  <a:cubicBezTo>
                    <a:pt x="159" y="171"/>
                    <a:pt x="89" y="230"/>
                    <a:pt x="11" y="272"/>
                  </a:cubicBezTo>
                  <a:cubicBezTo>
                    <a:pt x="3" y="277"/>
                    <a:pt x="0" y="290"/>
                    <a:pt x="6" y="298"/>
                  </a:cubicBezTo>
                  <a:cubicBezTo>
                    <a:pt x="13" y="308"/>
                    <a:pt x="21" y="318"/>
                    <a:pt x="28" y="32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1" name="Freeform 8"/>
            <p:cNvSpPr>
              <a:spLocks/>
            </p:cNvSpPr>
            <p:nvPr/>
          </p:nvSpPr>
          <p:spPr bwMode="auto">
            <a:xfrm>
              <a:off x="3733" y="2274"/>
              <a:ext cx="678" cy="613"/>
            </a:xfrm>
            <a:custGeom>
              <a:avLst/>
              <a:gdLst>
                <a:gd name="T0" fmla="*/ 74 w 286"/>
                <a:gd name="T1" fmla="*/ 248 h 259"/>
                <a:gd name="T2" fmla="*/ 85 w 286"/>
                <a:gd name="T3" fmla="*/ 254 h 259"/>
                <a:gd name="T4" fmla="*/ 101 w 286"/>
                <a:gd name="T5" fmla="*/ 255 h 259"/>
                <a:gd name="T6" fmla="*/ 273 w 286"/>
                <a:gd name="T7" fmla="*/ 238 h 259"/>
                <a:gd name="T8" fmla="*/ 283 w 286"/>
                <a:gd name="T9" fmla="*/ 215 h 259"/>
                <a:gd name="T10" fmla="*/ 247 w 286"/>
                <a:gd name="T11" fmla="*/ 29 h 259"/>
                <a:gd name="T12" fmla="*/ 236 w 286"/>
                <a:gd name="T13" fmla="*/ 13 h 259"/>
                <a:gd name="T14" fmla="*/ 213 w 286"/>
                <a:gd name="T15" fmla="*/ 7 h 259"/>
                <a:gd name="T16" fmla="*/ 197 w 286"/>
                <a:gd name="T17" fmla="*/ 1 h 259"/>
                <a:gd name="T18" fmla="*/ 188 w 286"/>
                <a:gd name="T19" fmla="*/ 2 h 259"/>
                <a:gd name="T20" fmla="*/ 13 w 286"/>
                <a:gd name="T21" fmla="*/ 67 h 259"/>
                <a:gd name="T22" fmla="*/ 3 w 286"/>
                <a:gd name="T23" fmla="*/ 89 h 259"/>
                <a:gd name="T24" fmla="*/ 74 w 286"/>
                <a:gd name="T25" fmla="*/ 248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6" h="259">
                  <a:moveTo>
                    <a:pt x="74" y="248"/>
                  </a:moveTo>
                  <a:cubicBezTo>
                    <a:pt x="77" y="252"/>
                    <a:pt x="81" y="254"/>
                    <a:pt x="85" y="254"/>
                  </a:cubicBezTo>
                  <a:cubicBezTo>
                    <a:pt x="90" y="254"/>
                    <a:pt x="95" y="254"/>
                    <a:pt x="101" y="255"/>
                  </a:cubicBezTo>
                  <a:cubicBezTo>
                    <a:pt x="158" y="259"/>
                    <a:pt x="217" y="253"/>
                    <a:pt x="273" y="238"/>
                  </a:cubicBezTo>
                  <a:cubicBezTo>
                    <a:pt x="281" y="236"/>
                    <a:pt x="286" y="224"/>
                    <a:pt x="283" y="215"/>
                  </a:cubicBezTo>
                  <a:cubicBezTo>
                    <a:pt x="262" y="157"/>
                    <a:pt x="250" y="95"/>
                    <a:pt x="247" y="29"/>
                  </a:cubicBezTo>
                  <a:cubicBezTo>
                    <a:pt x="247" y="21"/>
                    <a:pt x="242" y="15"/>
                    <a:pt x="236" y="13"/>
                  </a:cubicBezTo>
                  <a:cubicBezTo>
                    <a:pt x="228" y="11"/>
                    <a:pt x="221" y="9"/>
                    <a:pt x="213" y="7"/>
                  </a:cubicBezTo>
                  <a:cubicBezTo>
                    <a:pt x="207" y="5"/>
                    <a:pt x="202" y="3"/>
                    <a:pt x="197" y="1"/>
                  </a:cubicBezTo>
                  <a:cubicBezTo>
                    <a:pt x="194" y="0"/>
                    <a:pt x="191" y="0"/>
                    <a:pt x="188" y="2"/>
                  </a:cubicBezTo>
                  <a:cubicBezTo>
                    <a:pt x="132" y="30"/>
                    <a:pt x="74" y="52"/>
                    <a:pt x="13" y="67"/>
                  </a:cubicBezTo>
                  <a:cubicBezTo>
                    <a:pt x="5" y="69"/>
                    <a:pt x="0" y="79"/>
                    <a:pt x="3" y="89"/>
                  </a:cubicBezTo>
                  <a:cubicBezTo>
                    <a:pt x="18" y="146"/>
                    <a:pt x="43" y="200"/>
                    <a:pt x="74" y="248"/>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2" name="Freeform 9"/>
            <p:cNvSpPr>
              <a:spLocks/>
            </p:cNvSpPr>
            <p:nvPr/>
          </p:nvSpPr>
          <p:spPr bwMode="auto">
            <a:xfrm>
              <a:off x="3328" y="1689"/>
              <a:ext cx="754" cy="736"/>
            </a:xfrm>
            <a:custGeom>
              <a:avLst/>
              <a:gdLst>
                <a:gd name="T0" fmla="*/ 106 w 318"/>
                <a:gd name="T1" fmla="*/ 3 h 311"/>
                <a:gd name="T2" fmla="*/ 8 w 318"/>
                <a:gd name="T3" fmla="*/ 51 h 311"/>
                <a:gd name="T4" fmla="*/ 0 w 318"/>
                <a:gd name="T5" fmla="*/ 67 h 311"/>
                <a:gd name="T6" fmla="*/ 56 w 318"/>
                <a:gd name="T7" fmla="*/ 302 h 311"/>
                <a:gd name="T8" fmla="*/ 69 w 318"/>
                <a:gd name="T9" fmla="*/ 311 h 311"/>
                <a:gd name="T10" fmla="*/ 306 w 318"/>
                <a:gd name="T11" fmla="*/ 250 h 311"/>
                <a:gd name="T12" fmla="*/ 308 w 318"/>
                <a:gd name="T13" fmla="*/ 219 h 311"/>
                <a:gd name="T14" fmla="*/ 122 w 318"/>
                <a:gd name="T15" fmla="*/ 10 h 311"/>
                <a:gd name="T16" fmla="*/ 106 w 318"/>
                <a:gd name="T17" fmla="*/ 3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311">
                  <a:moveTo>
                    <a:pt x="106" y="3"/>
                  </a:moveTo>
                  <a:cubicBezTo>
                    <a:pt x="73" y="16"/>
                    <a:pt x="40" y="32"/>
                    <a:pt x="8" y="51"/>
                  </a:cubicBezTo>
                  <a:cubicBezTo>
                    <a:pt x="3" y="54"/>
                    <a:pt x="0" y="60"/>
                    <a:pt x="0" y="67"/>
                  </a:cubicBezTo>
                  <a:cubicBezTo>
                    <a:pt x="3" y="151"/>
                    <a:pt x="22" y="231"/>
                    <a:pt x="56" y="302"/>
                  </a:cubicBezTo>
                  <a:cubicBezTo>
                    <a:pt x="59" y="308"/>
                    <a:pt x="63" y="311"/>
                    <a:pt x="69" y="311"/>
                  </a:cubicBezTo>
                  <a:cubicBezTo>
                    <a:pt x="150" y="304"/>
                    <a:pt x="230" y="283"/>
                    <a:pt x="306" y="250"/>
                  </a:cubicBezTo>
                  <a:cubicBezTo>
                    <a:pt x="318" y="245"/>
                    <a:pt x="318" y="226"/>
                    <a:pt x="308" y="219"/>
                  </a:cubicBezTo>
                  <a:cubicBezTo>
                    <a:pt x="230" y="174"/>
                    <a:pt x="165" y="100"/>
                    <a:pt x="122" y="10"/>
                  </a:cubicBezTo>
                  <a:cubicBezTo>
                    <a:pt x="119" y="3"/>
                    <a:pt x="112" y="0"/>
                    <a:pt x="106" y="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3" name="Freeform 10"/>
            <p:cNvSpPr>
              <a:spLocks/>
            </p:cNvSpPr>
            <p:nvPr/>
          </p:nvSpPr>
          <p:spPr bwMode="auto">
            <a:xfrm>
              <a:off x="2977" y="1869"/>
              <a:ext cx="432" cy="561"/>
            </a:xfrm>
            <a:custGeom>
              <a:avLst/>
              <a:gdLst>
                <a:gd name="T0" fmla="*/ 1 w 182"/>
                <a:gd name="T1" fmla="*/ 207 h 237"/>
                <a:gd name="T2" fmla="*/ 12 w 182"/>
                <a:gd name="T3" fmla="*/ 224 h 237"/>
                <a:gd name="T4" fmla="*/ 152 w 182"/>
                <a:gd name="T5" fmla="*/ 237 h 237"/>
                <a:gd name="T6" fmla="*/ 165 w 182"/>
                <a:gd name="T7" fmla="*/ 237 h 237"/>
                <a:gd name="T8" fmla="*/ 177 w 182"/>
                <a:gd name="T9" fmla="*/ 213 h 237"/>
                <a:gd name="T10" fmla="*/ 132 w 182"/>
                <a:gd name="T11" fmla="*/ 19 h 237"/>
                <a:gd name="T12" fmla="*/ 111 w 182"/>
                <a:gd name="T13" fmla="*/ 6 h 237"/>
                <a:gd name="T14" fmla="*/ 25 w 182"/>
                <a:gd name="T15" fmla="*/ 90 h 237"/>
                <a:gd name="T16" fmla="*/ 1 w 182"/>
                <a:gd name="T17" fmla="*/ 193 h 237"/>
                <a:gd name="T18" fmla="*/ 1 w 182"/>
                <a:gd name="T19" fmla="*/ 20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2" h="237">
                  <a:moveTo>
                    <a:pt x="1" y="207"/>
                  </a:moveTo>
                  <a:cubicBezTo>
                    <a:pt x="1" y="216"/>
                    <a:pt x="6" y="223"/>
                    <a:pt x="12" y="224"/>
                  </a:cubicBezTo>
                  <a:cubicBezTo>
                    <a:pt x="58" y="233"/>
                    <a:pt x="105" y="237"/>
                    <a:pt x="152" y="237"/>
                  </a:cubicBezTo>
                  <a:cubicBezTo>
                    <a:pt x="157" y="237"/>
                    <a:pt x="161" y="237"/>
                    <a:pt x="165" y="237"/>
                  </a:cubicBezTo>
                  <a:cubicBezTo>
                    <a:pt x="176" y="237"/>
                    <a:pt x="182" y="224"/>
                    <a:pt x="177" y="213"/>
                  </a:cubicBezTo>
                  <a:cubicBezTo>
                    <a:pt x="153" y="154"/>
                    <a:pt x="137" y="88"/>
                    <a:pt x="132" y="19"/>
                  </a:cubicBezTo>
                  <a:cubicBezTo>
                    <a:pt x="131" y="6"/>
                    <a:pt x="119" y="0"/>
                    <a:pt x="111" y="6"/>
                  </a:cubicBezTo>
                  <a:cubicBezTo>
                    <a:pt x="80" y="29"/>
                    <a:pt x="51" y="57"/>
                    <a:pt x="25" y="90"/>
                  </a:cubicBezTo>
                  <a:cubicBezTo>
                    <a:pt x="0" y="121"/>
                    <a:pt x="0" y="128"/>
                    <a:pt x="1" y="193"/>
                  </a:cubicBezTo>
                  <a:cubicBezTo>
                    <a:pt x="1" y="198"/>
                    <a:pt x="1" y="203"/>
                    <a:pt x="1" y="20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4" name="Freeform 11"/>
            <p:cNvSpPr>
              <a:spLocks/>
            </p:cNvSpPr>
            <p:nvPr/>
          </p:nvSpPr>
          <p:spPr bwMode="auto">
            <a:xfrm>
              <a:off x="4361" y="2205"/>
              <a:ext cx="749" cy="602"/>
            </a:xfrm>
            <a:custGeom>
              <a:avLst/>
              <a:gdLst>
                <a:gd name="T0" fmla="*/ 262 w 316"/>
                <a:gd name="T1" fmla="*/ 19 h 254"/>
                <a:gd name="T2" fmla="*/ 16 w 316"/>
                <a:gd name="T3" fmla="*/ 50 h 254"/>
                <a:gd name="T4" fmla="*/ 1 w 316"/>
                <a:gd name="T5" fmla="*/ 68 h 254"/>
                <a:gd name="T6" fmla="*/ 37 w 316"/>
                <a:gd name="T7" fmla="*/ 243 h 254"/>
                <a:gd name="T8" fmla="*/ 53 w 316"/>
                <a:gd name="T9" fmla="*/ 252 h 254"/>
                <a:gd name="T10" fmla="*/ 285 w 316"/>
                <a:gd name="T11" fmla="*/ 57 h 254"/>
                <a:gd name="T12" fmla="*/ 262 w 316"/>
                <a:gd name="T13" fmla="*/ 19 h 254"/>
              </a:gdLst>
              <a:ahLst/>
              <a:cxnLst>
                <a:cxn ang="0">
                  <a:pos x="T0" y="T1"/>
                </a:cxn>
                <a:cxn ang="0">
                  <a:pos x="T2" y="T3"/>
                </a:cxn>
                <a:cxn ang="0">
                  <a:pos x="T4" y="T5"/>
                </a:cxn>
                <a:cxn ang="0">
                  <a:pos x="T6" y="T7"/>
                </a:cxn>
                <a:cxn ang="0">
                  <a:pos x="T8" y="T9"/>
                </a:cxn>
                <a:cxn ang="0">
                  <a:pos x="T10" y="T11"/>
                </a:cxn>
                <a:cxn ang="0">
                  <a:pos x="T12" y="T13"/>
                </a:cxn>
              </a:cxnLst>
              <a:rect l="0" t="0" r="r" b="b"/>
              <a:pathLst>
                <a:path w="316" h="254">
                  <a:moveTo>
                    <a:pt x="262" y="19"/>
                  </a:moveTo>
                  <a:cubicBezTo>
                    <a:pt x="185" y="46"/>
                    <a:pt x="94" y="59"/>
                    <a:pt x="16" y="50"/>
                  </a:cubicBezTo>
                  <a:cubicBezTo>
                    <a:pt x="7" y="49"/>
                    <a:pt x="0" y="57"/>
                    <a:pt x="1" y="68"/>
                  </a:cubicBezTo>
                  <a:cubicBezTo>
                    <a:pt x="4" y="129"/>
                    <a:pt x="17" y="188"/>
                    <a:pt x="37" y="243"/>
                  </a:cubicBezTo>
                  <a:cubicBezTo>
                    <a:pt x="40" y="251"/>
                    <a:pt x="47" y="254"/>
                    <a:pt x="53" y="252"/>
                  </a:cubicBezTo>
                  <a:cubicBezTo>
                    <a:pt x="145" y="217"/>
                    <a:pt x="228" y="153"/>
                    <a:pt x="285" y="57"/>
                  </a:cubicBezTo>
                  <a:cubicBezTo>
                    <a:pt x="315" y="7"/>
                    <a:pt x="316" y="0"/>
                    <a:pt x="262" y="1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5" name="Freeform 12"/>
            <p:cNvSpPr>
              <a:spLocks/>
            </p:cNvSpPr>
            <p:nvPr/>
          </p:nvSpPr>
          <p:spPr bwMode="auto">
            <a:xfrm>
              <a:off x="3769" y="3029"/>
              <a:ext cx="727" cy="498"/>
            </a:xfrm>
            <a:custGeom>
              <a:avLst/>
              <a:gdLst>
                <a:gd name="T0" fmla="*/ 256 w 307"/>
                <a:gd name="T1" fmla="*/ 93 h 210"/>
                <a:gd name="T2" fmla="*/ 95 w 307"/>
                <a:gd name="T3" fmla="*/ 6 h 210"/>
                <a:gd name="T4" fmla="*/ 75 w 307"/>
                <a:gd name="T5" fmla="*/ 8 h 210"/>
                <a:gd name="T6" fmla="*/ 3 w 307"/>
                <a:gd name="T7" fmla="*/ 180 h 210"/>
                <a:gd name="T8" fmla="*/ 15 w 307"/>
                <a:gd name="T9" fmla="*/ 202 h 210"/>
                <a:gd name="T10" fmla="*/ 262 w 307"/>
                <a:gd name="T11" fmla="*/ 135 h 210"/>
                <a:gd name="T12" fmla="*/ 256 w 307"/>
                <a:gd name="T13" fmla="*/ 93 h 210"/>
              </a:gdLst>
              <a:ahLst/>
              <a:cxnLst>
                <a:cxn ang="0">
                  <a:pos x="T0" y="T1"/>
                </a:cxn>
                <a:cxn ang="0">
                  <a:pos x="T2" y="T3"/>
                </a:cxn>
                <a:cxn ang="0">
                  <a:pos x="T4" y="T5"/>
                </a:cxn>
                <a:cxn ang="0">
                  <a:pos x="T6" y="T7"/>
                </a:cxn>
                <a:cxn ang="0">
                  <a:pos x="T8" y="T9"/>
                </a:cxn>
                <a:cxn ang="0">
                  <a:pos x="T10" y="T11"/>
                </a:cxn>
                <a:cxn ang="0">
                  <a:pos x="T12" y="T13"/>
                </a:cxn>
              </a:cxnLst>
              <a:rect l="0" t="0" r="r" b="b"/>
              <a:pathLst>
                <a:path w="307" h="210">
                  <a:moveTo>
                    <a:pt x="256" y="93"/>
                  </a:moveTo>
                  <a:cubicBezTo>
                    <a:pt x="198" y="83"/>
                    <a:pt x="138" y="51"/>
                    <a:pt x="95" y="6"/>
                  </a:cubicBezTo>
                  <a:cubicBezTo>
                    <a:pt x="89" y="0"/>
                    <a:pt x="80" y="1"/>
                    <a:pt x="75" y="8"/>
                  </a:cubicBezTo>
                  <a:cubicBezTo>
                    <a:pt x="42" y="60"/>
                    <a:pt x="18" y="118"/>
                    <a:pt x="3" y="180"/>
                  </a:cubicBezTo>
                  <a:cubicBezTo>
                    <a:pt x="0" y="190"/>
                    <a:pt x="6" y="201"/>
                    <a:pt x="15" y="202"/>
                  </a:cubicBezTo>
                  <a:cubicBezTo>
                    <a:pt x="94" y="210"/>
                    <a:pt x="176" y="197"/>
                    <a:pt x="262" y="135"/>
                  </a:cubicBezTo>
                  <a:cubicBezTo>
                    <a:pt x="304" y="106"/>
                    <a:pt x="307" y="101"/>
                    <a:pt x="256" y="9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16" name="Freeform 13"/>
            <p:cNvSpPr>
              <a:spLocks/>
            </p:cNvSpPr>
            <p:nvPr/>
          </p:nvSpPr>
          <p:spPr bwMode="auto">
            <a:xfrm>
              <a:off x="2570" y="2449"/>
              <a:ext cx="1185" cy="888"/>
            </a:xfrm>
            <a:custGeom>
              <a:avLst/>
              <a:gdLst>
                <a:gd name="T0" fmla="*/ 497 w 500"/>
                <a:gd name="T1" fmla="*/ 82 h 375"/>
                <a:gd name="T2" fmla="*/ 475 w 500"/>
                <a:gd name="T3" fmla="*/ 14 h 375"/>
                <a:gd name="T4" fmla="*/ 460 w 500"/>
                <a:gd name="T5" fmla="*/ 2 h 375"/>
                <a:gd name="T6" fmla="*/ 324 w 500"/>
                <a:gd name="T7" fmla="*/ 15 h 375"/>
                <a:gd name="T8" fmla="*/ 185 w 500"/>
                <a:gd name="T9" fmla="*/ 2 h 375"/>
                <a:gd name="T10" fmla="*/ 169 w 500"/>
                <a:gd name="T11" fmla="*/ 15 h 375"/>
                <a:gd name="T12" fmla="*/ 33 w 500"/>
                <a:gd name="T13" fmla="*/ 296 h 375"/>
                <a:gd name="T14" fmla="*/ 40 w 500"/>
                <a:gd name="T15" fmla="*/ 329 h 375"/>
                <a:gd name="T16" fmla="*/ 270 w 500"/>
                <a:gd name="T17" fmla="*/ 373 h 375"/>
                <a:gd name="T18" fmla="*/ 286 w 500"/>
                <a:gd name="T19" fmla="*/ 364 h 375"/>
                <a:gd name="T20" fmla="*/ 491 w 500"/>
                <a:gd name="T21" fmla="*/ 105 h 375"/>
                <a:gd name="T22" fmla="*/ 497 w 500"/>
                <a:gd name="T23" fmla="*/ 82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0" h="375">
                  <a:moveTo>
                    <a:pt x="497" y="82"/>
                  </a:moveTo>
                  <a:cubicBezTo>
                    <a:pt x="488" y="60"/>
                    <a:pt x="481" y="37"/>
                    <a:pt x="475" y="14"/>
                  </a:cubicBezTo>
                  <a:cubicBezTo>
                    <a:pt x="473" y="6"/>
                    <a:pt x="466" y="1"/>
                    <a:pt x="460" y="2"/>
                  </a:cubicBezTo>
                  <a:cubicBezTo>
                    <a:pt x="416" y="10"/>
                    <a:pt x="370" y="15"/>
                    <a:pt x="324" y="15"/>
                  </a:cubicBezTo>
                  <a:cubicBezTo>
                    <a:pt x="277" y="15"/>
                    <a:pt x="230" y="10"/>
                    <a:pt x="185" y="2"/>
                  </a:cubicBezTo>
                  <a:cubicBezTo>
                    <a:pt x="177" y="0"/>
                    <a:pt x="170" y="6"/>
                    <a:pt x="169" y="15"/>
                  </a:cubicBezTo>
                  <a:cubicBezTo>
                    <a:pt x="155" y="128"/>
                    <a:pt x="103" y="229"/>
                    <a:pt x="33" y="296"/>
                  </a:cubicBezTo>
                  <a:cubicBezTo>
                    <a:pt x="0" y="327"/>
                    <a:pt x="2" y="331"/>
                    <a:pt x="40" y="329"/>
                  </a:cubicBezTo>
                  <a:cubicBezTo>
                    <a:pt x="120" y="325"/>
                    <a:pt x="195" y="347"/>
                    <a:pt x="270" y="373"/>
                  </a:cubicBezTo>
                  <a:cubicBezTo>
                    <a:pt x="276" y="375"/>
                    <a:pt x="283" y="371"/>
                    <a:pt x="286" y="364"/>
                  </a:cubicBezTo>
                  <a:cubicBezTo>
                    <a:pt x="327" y="251"/>
                    <a:pt x="400" y="159"/>
                    <a:pt x="491" y="105"/>
                  </a:cubicBezTo>
                  <a:cubicBezTo>
                    <a:pt x="497" y="101"/>
                    <a:pt x="500" y="91"/>
                    <a:pt x="497" y="82"/>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grpSp>
      <p:grpSp>
        <p:nvGrpSpPr>
          <p:cNvPr id="7" name="Group 4"/>
          <p:cNvGrpSpPr>
            <a:grpSpLocks noChangeAspect="1"/>
          </p:cNvGrpSpPr>
          <p:nvPr/>
        </p:nvGrpSpPr>
        <p:grpSpPr bwMode="auto">
          <a:xfrm>
            <a:off x="6598353" y="2197247"/>
            <a:ext cx="3359747" cy="3660502"/>
            <a:chOff x="2570" y="760"/>
            <a:chExt cx="2540" cy="2767"/>
          </a:xfrm>
        </p:grpSpPr>
        <p:sp>
          <p:nvSpPr>
            <p:cNvPr id="18" name="Freeform 5"/>
            <p:cNvSpPr>
              <a:spLocks/>
            </p:cNvSpPr>
            <p:nvPr/>
          </p:nvSpPr>
          <p:spPr bwMode="auto">
            <a:xfrm>
              <a:off x="3285" y="2733"/>
              <a:ext cx="645" cy="760"/>
            </a:xfrm>
            <a:custGeom>
              <a:avLst/>
              <a:gdLst>
                <a:gd name="T0" fmla="*/ 86 w 272"/>
                <a:gd name="T1" fmla="*/ 102 h 321"/>
                <a:gd name="T2" fmla="*/ 3 w 272"/>
                <a:gd name="T3" fmla="*/ 246 h 321"/>
                <a:gd name="T4" fmla="*/ 11 w 272"/>
                <a:gd name="T5" fmla="*/ 269 h 321"/>
                <a:gd name="T6" fmla="*/ 172 w 272"/>
                <a:gd name="T7" fmla="*/ 319 h 321"/>
                <a:gd name="T8" fmla="*/ 188 w 272"/>
                <a:gd name="T9" fmla="*/ 307 h 321"/>
                <a:gd name="T10" fmla="*/ 268 w 272"/>
                <a:gd name="T11" fmla="*/ 115 h 321"/>
                <a:gd name="T12" fmla="*/ 267 w 272"/>
                <a:gd name="T13" fmla="*/ 93 h 321"/>
                <a:gd name="T14" fmla="*/ 216 w 272"/>
                <a:gd name="T15" fmla="*/ 10 h 321"/>
                <a:gd name="T16" fmla="*/ 198 w 272"/>
                <a:gd name="T17" fmla="*/ 3 h 321"/>
                <a:gd name="T18" fmla="*/ 86 w 272"/>
                <a:gd name="T19" fmla="*/ 10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321">
                  <a:moveTo>
                    <a:pt x="86" y="102"/>
                  </a:moveTo>
                  <a:cubicBezTo>
                    <a:pt x="51" y="144"/>
                    <a:pt x="23" y="193"/>
                    <a:pt x="3" y="246"/>
                  </a:cubicBezTo>
                  <a:cubicBezTo>
                    <a:pt x="0" y="255"/>
                    <a:pt x="4" y="266"/>
                    <a:pt x="11" y="269"/>
                  </a:cubicBezTo>
                  <a:cubicBezTo>
                    <a:pt x="65" y="288"/>
                    <a:pt x="118" y="308"/>
                    <a:pt x="172" y="319"/>
                  </a:cubicBezTo>
                  <a:cubicBezTo>
                    <a:pt x="179" y="321"/>
                    <a:pt x="186" y="315"/>
                    <a:pt x="188" y="307"/>
                  </a:cubicBezTo>
                  <a:cubicBezTo>
                    <a:pt x="204" y="236"/>
                    <a:pt x="231" y="171"/>
                    <a:pt x="268" y="115"/>
                  </a:cubicBezTo>
                  <a:cubicBezTo>
                    <a:pt x="272" y="109"/>
                    <a:pt x="272" y="99"/>
                    <a:pt x="267" y="93"/>
                  </a:cubicBezTo>
                  <a:cubicBezTo>
                    <a:pt x="248" y="68"/>
                    <a:pt x="231" y="40"/>
                    <a:pt x="216" y="10"/>
                  </a:cubicBezTo>
                  <a:cubicBezTo>
                    <a:pt x="212" y="3"/>
                    <a:pt x="205" y="0"/>
                    <a:pt x="198" y="3"/>
                  </a:cubicBezTo>
                  <a:cubicBezTo>
                    <a:pt x="157" y="28"/>
                    <a:pt x="119" y="61"/>
                    <a:pt x="86" y="10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56360" name="Freeform 6"/>
            <p:cNvSpPr>
              <a:spLocks/>
            </p:cNvSpPr>
            <p:nvPr/>
          </p:nvSpPr>
          <p:spPr bwMode="auto">
            <a:xfrm>
              <a:off x="3657" y="1449"/>
              <a:ext cx="993" cy="765"/>
            </a:xfrm>
            <a:custGeom>
              <a:avLst/>
              <a:gdLst>
                <a:gd name="T0" fmla="*/ 969 w 419"/>
                <a:gd name="T1" fmla="*/ 362 h 323"/>
                <a:gd name="T2" fmla="*/ 616 w 419"/>
                <a:gd name="T3" fmla="*/ 19 h 323"/>
                <a:gd name="T4" fmla="*/ 581 w 419"/>
                <a:gd name="T5" fmla="*/ 5 h 323"/>
                <a:gd name="T6" fmla="*/ 28 w 419"/>
                <a:gd name="T7" fmla="*/ 204 h 323"/>
                <a:gd name="T8" fmla="*/ 9 w 419"/>
                <a:gd name="T9" fmla="*/ 263 h 323"/>
                <a:gd name="T10" fmla="*/ 149 w 419"/>
                <a:gd name="T11" fmla="*/ 478 h 323"/>
                <a:gd name="T12" fmla="*/ 519 w 419"/>
                <a:gd name="T13" fmla="*/ 763 h 323"/>
                <a:gd name="T14" fmla="*/ 540 w 419"/>
                <a:gd name="T15" fmla="*/ 760 h 323"/>
                <a:gd name="T16" fmla="*/ 569 w 419"/>
                <a:gd name="T17" fmla="*/ 746 h 323"/>
                <a:gd name="T18" fmla="*/ 979 w 419"/>
                <a:gd name="T19" fmla="*/ 426 h 323"/>
                <a:gd name="T20" fmla="*/ 969 w 419"/>
                <a:gd name="T21" fmla="*/ 362 h 3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19" h="323">
                  <a:moveTo>
                    <a:pt x="409" y="153"/>
                  </a:moveTo>
                  <a:cubicBezTo>
                    <a:pt x="351" y="119"/>
                    <a:pt x="300" y="69"/>
                    <a:pt x="260" y="8"/>
                  </a:cubicBezTo>
                  <a:cubicBezTo>
                    <a:pt x="257" y="2"/>
                    <a:pt x="250" y="0"/>
                    <a:pt x="245" y="2"/>
                  </a:cubicBezTo>
                  <a:cubicBezTo>
                    <a:pt x="170" y="36"/>
                    <a:pt x="90" y="58"/>
                    <a:pt x="12" y="86"/>
                  </a:cubicBezTo>
                  <a:cubicBezTo>
                    <a:pt x="3" y="89"/>
                    <a:pt x="0" y="102"/>
                    <a:pt x="4" y="111"/>
                  </a:cubicBezTo>
                  <a:cubicBezTo>
                    <a:pt x="21" y="144"/>
                    <a:pt x="41" y="174"/>
                    <a:pt x="63" y="202"/>
                  </a:cubicBezTo>
                  <a:cubicBezTo>
                    <a:pt x="108" y="257"/>
                    <a:pt x="161" y="297"/>
                    <a:pt x="219" y="322"/>
                  </a:cubicBezTo>
                  <a:cubicBezTo>
                    <a:pt x="222" y="323"/>
                    <a:pt x="225" y="323"/>
                    <a:pt x="228" y="321"/>
                  </a:cubicBezTo>
                  <a:cubicBezTo>
                    <a:pt x="232" y="319"/>
                    <a:pt x="236" y="317"/>
                    <a:pt x="240" y="315"/>
                  </a:cubicBezTo>
                  <a:cubicBezTo>
                    <a:pt x="308" y="282"/>
                    <a:pt x="367" y="237"/>
                    <a:pt x="413" y="180"/>
                  </a:cubicBezTo>
                  <a:cubicBezTo>
                    <a:pt x="419" y="172"/>
                    <a:pt x="417" y="158"/>
                    <a:pt x="409" y="153"/>
                  </a:cubicBezTo>
                  <a:close/>
                </a:path>
              </a:pathLst>
            </a:custGeom>
            <a:solidFill>
              <a:schemeClr val="accent1"/>
            </a:solidFill>
            <a:ln w="9525">
              <a:noFill/>
              <a:round/>
              <a:headEnd/>
              <a:tailEnd/>
            </a:ln>
          </p:spPr>
          <p:txBody>
            <a:bodyPr/>
            <a:lstStyle/>
            <a:p>
              <a:endParaRPr lang="zh-CN" altLang="en-US"/>
            </a:p>
          </p:txBody>
        </p:sp>
        <p:sp>
          <p:nvSpPr>
            <p:cNvPr id="20" name="Freeform 7"/>
            <p:cNvSpPr>
              <a:spLocks/>
            </p:cNvSpPr>
            <p:nvPr/>
          </p:nvSpPr>
          <p:spPr bwMode="auto">
            <a:xfrm>
              <a:off x="4314" y="760"/>
              <a:ext cx="599" cy="1028"/>
            </a:xfrm>
            <a:custGeom>
              <a:avLst/>
              <a:gdLst>
                <a:gd name="T0" fmla="*/ 28 w 253"/>
                <a:gd name="T1" fmla="*/ 327 h 434"/>
                <a:gd name="T2" fmla="*/ 151 w 253"/>
                <a:gd name="T3" fmla="*/ 431 h 434"/>
                <a:gd name="T4" fmla="*/ 168 w 253"/>
                <a:gd name="T5" fmla="*/ 426 h 434"/>
                <a:gd name="T6" fmla="*/ 253 w 253"/>
                <a:gd name="T7" fmla="*/ 85 h 434"/>
                <a:gd name="T8" fmla="*/ 214 w 253"/>
                <a:gd name="T9" fmla="*/ 70 h 434"/>
                <a:gd name="T10" fmla="*/ 11 w 253"/>
                <a:gd name="T11" fmla="*/ 272 h 434"/>
                <a:gd name="T12" fmla="*/ 6 w 253"/>
                <a:gd name="T13" fmla="*/ 298 h 434"/>
                <a:gd name="T14" fmla="*/ 28 w 253"/>
                <a:gd name="T15" fmla="*/ 327 h 4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434">
                  <a:moveTo>
                    <a:pt x="28" y="327"/>
                  </a:moveTo>
                  <a:cubicBezTo>
                    <a:pt x="65" y="371"/>
                    <a:pt x="106" y="406"/>
                    <a:pt x="151" y="431"/>
                  </a:cubicBezTo>
                  <a:cubicBezTo>
                    <a:pt x="157" y="434"/>
                    <a:pt x="164" y="432"/>
                    <a:pt x="168" y="426"/>
                  </a:cubicBezTo>
                  <a:cubicBezTo>
                    <a:pt x="222" y="339"/>
                    <a:pt x="253" y="227"/>
                    <a:pt x="253" y="85"/>
                  </a:cubicBezTo>
                  <a:cubicBezTo>
                    <a:pt x="253" y="1"/>
                    <a:pt x="252" y="0"/>
                    <a:pt x="214" y="70"/>
                  </a:cubicBezTo>
                  <a:cubicBezTo>
                    <a:pt x="159" y="171"/>
                    <a:pt x="89" y="230"/>
                    <a:pt x="11" y="272"/>
                  </a:cubicBezTo>
                  <a:cubicBezTo>
                    <a:pt x="3" y="277"/>
                    <a:pt x="0" y="290"/>
                    <a:pt x="6" y="298"/>
                  </a:cubicBezTo>
                  <a:cubicBezTo>
                    <a:pt x="13" y="308"/>
                    <a:pt x="21" y="318"/>
                    <a:pt x="28" y="32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1" name="Freeform 8"/>
            <p:cNvSpPr>
              <a:spLocks/>
            </p:cNvSpPr>
            <p:nvPr/>
          </p:nvSpPr>
          <p:spPr bwMode="auto">
            <a:xfrm>
              <a:off x="3733" y="2274"/>
              <a:ext cx="678" cy="613"/>
            </a:xfrm>
            <a:custGeom>
              <a:avLst/>
              <a:gdLst>
                <a:gd name="T0" fmla="*/ 74 w 286"/>
                <a:gd name="T1" fmla="*/ 248 h 259"/>
                <a:gd name="T2" fmla="*/ 85 w 286"/>
                <a:gd name="T3" fmla="*/ 254 h 259"/>
                <a:gd name="T4" fmla="*/ 101 w 286"/>
                <a:gd name="T5" fmla="*/ 255 h 259"/>
                <a:gd name="T6" fmla="*/ 273 w 286"/>
                <a:gd name="T7" fmla="*/ 238 h 259"/>
                <a:gd name="T8" fmla="*/ 283 w 286"/>
                <a:gd name="T9" fmla="*/ 215 h 259"/>
                <a:gd name="T10" fmla="*/ 247 w 286"/>
                <a:gd name="T11" fmla="*/ 29 h 259"/>
                <a:gd name="T12" fmla="*/ 236 w 286"/>
                <a:gd name="T13" fmla="*/ 13 h 259"/>
                <a:gd name="T14" fmla="*/ 213 w 286"/>
                <a:gd name="T15" fmla="*/ 7 h 259"/>
                <a:gd name="T16" fmla="*/ 197 w 286"/>
                <a:gd name="T17" fmla="*/ 1 h 259"/>
                <a:gd name="T18" fmla="*/ 188 w 286"/>
                <a:gd name="T19" fmla="*/ 2 h 259"/>
                <a:gd name="T20" fmla="*/ 13 w 286"/>
                <a:gd name="T21" fmla="*/ 67 h 259"/>
                <a:gd name="T22" fmla="*/ 3 w 286"/>
                <a:gd name="T23" fmla="*/ 89 h 259"/>
                <a:gd name="T24" fmla="*/ 74 w 286"/>
                <a:gd name="T25" fmla="*/ 248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6" h="259">
                  <a:moveTo>
                    <a:pt x="74" y="248"/>
                  </a:moveTo>
                  <a:cubicBezTo>
                    <a:pt x="77" y="252"/>
                    <a:pt x="81" y="254"/>
                    <a:pt x="85" y="254"/>
                  </a:cubicBezTo>
                  <a:cubicBezTo>
                    <a:pt x="90" y="254"/>
                    <a:pt x="95" y="254"/>
                    <a:pt x="101" y="255"/>
                  </a:cubicBezTo>
                  <a:cubicBezTo>
                    <a:pt x="158" y="259"/>
                    <a:pt x="217" y="253"/>
                    <a:pt x="273" y="238"/>
                  </a:cubicBezTo>
                  <a:cubicBezTo>
                    <a:pt x="281" y="236"/>
                    <a:pt x="286" y="224"/>
                    <a:pt x="283" y="215"/>
                  </a:cubicBezTo>
                  <a:cubicBezTo>
                    <a:pt x="262" y="157"/>
                    <a:pt x="250" y="95"/>
                    <a:pt x="247" y="29"/>
                  </a:cubicBezTo>
                  <a:cubicBezTo>
                    <a:pt x="247" y="21"/>
                    <a:pt x="242" y="15"/>
                    <a:pt x="236" y="13"/>
                  </a:cubicBezTo>
                  <a:cubicBezTo>
                    <a:pt x="228" y="11"/>
                    <a:pt x="221" y="9"/>
                    <a:pt x="213" y="7"/>
                  </a:cubicBezTo>
                  <a:cubicBezTo>
                    <a:pt x="207" y="5"/>
                    <a:pt x="202" y="3"/>
                    <a:pt x="197" y="1"/>
                  </a:cubicBezTo>
                  <a:cubicBezTo>
                    <a:pt x="194" y="0"/>
                    <a:pt x="191" y="0"/>
                    <a:pt x="188" y="2"/>
                  </a:cubicBezTo>
                  <a:cubicBezTo>
                    <a:pt x="132" y="30"/>
                    <a:pt x="74" y="52"/>
                    <a:pt x="13" y="67"/>
                  </a:cubicBezTo>
                  <a:cubicBezTo>
                    <a:pt x="5" y="69"/>
                    <a:pt x="0" y="79"/>
                    <a:pt x="3" y="89"/>
                  </a:cubicBezTo>
                  <a:cubicBezTo>
                    <a:pt x="18" y="146"/>
                    <a:pt x="43" y="200"/>
                    <a:pt x="74" y="248"/>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2" name="Freeform 9"/>
            <p:cNvSpPr>
              <a:spLocks/>
            </p:cNvSpPr>
            <p:nvPr/>
          </p:nvSpPr>
          <p:spPr bwMode="auto">
            <a:xfrm>
              <a:off x="3328" y="1689"/>
              <a:ext cx="754" cy="736"/>
            </a:xfrm>
            <a:custGeom>
              <a:avLst/>
              <a:gdLst>
                <a:gd name="T0" fmla="*/ 106 w 318"/>
                <a:gd name="T1" fmla="*/ 3 h 311"/>
                <a:gd name="T2" fmla="*/ 8 w 318"/>
                <a:gd name="T3" fmla="*/ 51 h 311"/>
                <a:gd name="T4" fmla="*/ 0 w 318"/>
                <a:gd name="T5" fmla="*/ 67 h 311"/>
                <a:gd name="T6" fmla="*/ 56 w 318"/>
                <a:gd name="T7" fmla="*/ 302 h 311"/>
                <a:gd name="T8" fmla="*/ 69 w 318"/>
                <a:gd name="T9" fmla="*/ 311 h 311"/>
                <a:gd name="T10" fmla="*/ 306 w 318"/>
                <a:gd name="T11" fmla="*/ 250 h 311"/>
                <a:gd name="T12" fmla="*/ 308 w 318"/>
                <a:gd name="T13" fmla="*/ 219 h 311"/>
                <a:gd name="T14" fmla="*/ 122 w 318"/>
                <a:gd name="T15" fmla="*/ 10 h 311"/>
                <a:gd name="T16" fmla="*/ 106 w 318"/>
                <a:gd name="T17" fmla="*/ 3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311">
                  <a:moveTo>
                    <a:pt x="106" y="3"/>
                  </a:moveTo>
                  <a:cubicBezTo>
                    <a:pt x="73" y="16"/>
                    <a:pt x="40" y="32"/>
                    <a:pt x="8" y="51"/>
                  </a:cubicBezTo>
                  <a:cubicBezTo>
                    <a:pt x="3" y="54"/>
                    <a:pt x="0" y="60"/>
                    <a:pt x="0" y="67"/>
                  </a:cubicBezTo>
                  <a:cubicBezTo>
                    <a:pt x="3" y="151"/>
                    <a:pt x="22" y="231"/>
                    <a:pt x="56" y="302"/>
                  </a:cubicBezTo>
                  <a:cubicBezTo>
                    <a:pt x="59" y="308"/>
                    <a:pt x="63" y="311"/>
                    <a:pt x="69" y="311"/>
                  </a:cubicBezTo>
                  <a:cubicBezTo>
                    <a:pt x="150" y="304"/>
                    <a:pt x="230" y="283"/>
                    <a:pt x="306" y="250"/>
                  </a:cubicBezTo>
                  <a:cubicBezTo>
                    <a:pt x="318" y="245"/>
                    <a:pt x="318" y="226"/>
                    <a:pt x="308" y="219"/>
                  </a:cubicBezTo>
                  <a:cubicBezTo>
                    <a:pt x="230" y="174"/>
                    <a:pt x="165" y="100"/>
                    <a:pt x="122" y="10"/>
                  </a:cubicBezTo>
                  <a:cubicBezTo>
                    <a:pt x="119" y="3"/>
                    <a:pt x="112" y="0"/>
                    <a:pt x="106" y="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3" name="Freeform 10"/>
            <p:cNvSpPr>
              <a:spLocks/>
            </p:cNvSpPr>
            <p:nvPr/>
          </p:nvSpPr>
          <p:spPr bwMode="auto">
            <a:xfrm>
              <a:off x="2977" y="1869"/>
              <a:ext cx="432" cy="561"/>
            </a:xfrm>
            <a:custGeom>
              <a:avLst/>
              <a:gdLst>
                <a:gd name="T0" fmla="*/ 1 w 182"/>
                <a:gd name="T1" fmla="*/ 207 h 237"/>
                <a:gd name="T2" fmla="*/ 12 w 182"/>
                <a:gd name="T3" fmla="*/ 224 h 237"/>
                <a:gd name="T4" fmla="*/ 152 w 182"/>
                <a:gd name="T5" fmla="*/ 237 h 237"/>
                <a:gd name="T6" fmla="*/ 165 w 182"/>
                <a:gd name="T7" fmla="*/ 237 h 237"/>
                <a:gd name="T8" fmla="*/ 177 w 182"/>
                <a:gd name="T9" fmla="*/ 213 h 237"/>
                <a:gd name="T10" fmla="*/ 132 w 182"/>
                <a:gd name="T11" fmla="*/ 19 h 237"/>
                <a:gd name="T12" fmla="*/ 111 w 182"/>
                <a:gd name="T13" fmla="*/ 6 h 237"/>
                <a:gd name="T14" fmla="*/ 25 w 182"/>
                <a:gd name="T15" fmla="*/ 90 h 237"/>
                <a:gd name="T16" fmla="*/ 1 w 182"/>
                <a:gd name="T17" fmla="*/ 193 h 237"/>
                <a:gd name="T18" fmla="*/ 1 w 182"/>
                <a:gd name="T19" fmla="*/ 20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2" h="237">
                  <a:moveTo>
                    <a:pt x="1" y="207"/>
                  </a:moveTo>
                  <a:cubicBezTo>
                    <a:pt x="1" y="216"/>
                    <a:pt x="6" y="223"/>
                    <a:pt x="12" y="224"/>
                  </a:cubicBezTo>
                  <a:cubicBezTo>
                    <a:pt x="58" y="233"/>
                    <a:pt x="105" y="237"/>
                    <a:pt x="152" y="237"/>
                  </a:cubicBezTo>
                  <a:cubicBezTo>
                    <a:pt x="157" y="237"/>
                    <a:pt x="161" y="237"/>
                    <a:pt x="165" y="237"/>
                  </a:cubicBezTo>
                  <a:cubicBezTo>
                    <a:pt x="176" y="237"/>
                    <a:pt x="182" y="224"/>
                    <a:pt x="177" y="213"/>
                  </a:cubicBezTo>
                  <a:cubicBezTo>
                    <a:pt x="153" y="154"/>
                    <a:pt x="137" y="88"/>
                    <a:pt x="132" y="19"/>
                  </a:cubicBezTo>
                  <a:cubicBezTo>
                    <a:pt x="131" y="6"/>
                    <a:pt x="119" y="0"/>
                    <a:pt x="111" y="6"/>
                  </a:cubicBezTo>
                  <a:cubicBezTo>
                    <a:pt x="80" y="29"/>
                    <a:pt x="51" y="57"/>
                    <a:pt x="25" y="90"/>
                  </a:cubicBezTo>
                  <a:cubicBezTo>
                    <a:pt x="0" y="121"/>
                    <a:pt x="0" y="128"/>
                    <a:pt x="1" y="193"/>
                  </a:cubicBezTo>
                  <a:cubicBezTo>
                    <a:pt x="1" y="198"/>
                    <a:pt x="1" y="203"/>
                    <a:pt x="1" y="20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4" name="Freeform 11"/>
            <p:cNvSpPr>
              <a:spLocks/>
            </p:cNvSpPr>
            <p:nvPr/>
          </p:nvSpPr>
          <p:spPr bwMode="auto">
            <a:xfrm>
              <a:off x="4361" y="2205"/>
              <a:ext cx="749" cy="602"/>
            </a:xfrm>
            <a:custGeom>
              <a:avLst/>
              <a:gdLst>
                <a:gd name="T0" fmla="*/ 262 w 316"/>
                <a:gd name="T1" fmla="*/ 19 h 254"/>
                <a:gd name="T2" fmla="*/ 16 w 316"/>
                <a:gd name="T3" fmla="*/ 50 h 254"/>
                <a:gd name="T4" fmla="*/ 1 w 316"/>
                <a:gd name="T5" fmla="*/ 68 h 254"/>
                <a:gd name="T6" fmla="*/ 37 w 316"/>
                <a:gd name="T7" fmla="*/ 243 h 254"/>
                <a:gd name="T8" fmla="*/ 53 w 316"/>
                <a:gd name="T9" fmla="*/ 252 h 254"/>
                <a:gd name="T10" fmla="*/ 285 w 316"/>
                <a:gd name="T11" fmla="*/ 57 h 254"/>
                <a:gd name="T12" fmla="*/ 262 w 316"/>
                <a:gd name="T13" fmla="*/ 19 h 254"/>
              </a:gdLst>
              <a:ahLst/>
              <a:cxnLst>
                <a:cxn ang="0">
                  <a:pos x="T0" y="T1"/>
                </a:cxn>
                <a:cxn ang="0">
                  <a:pos x="T2" y="T3"/>
                </a:cxn>
                <a:cxn ang="0">
                  <a:pos x="T4" y="T5"/>
                </a:cxn>
                <a:cxn ang="0">
                  <a:pos x="T6" y="T7"/>
                </a:cxn>
                <a:cxn ang="0">
                  <a:pos x="T8" y="T9"/>
                </a:cxn>
                <a:cxn ang="0">
                  <a:pos x="T10" y="T11"/>
                </a:cxn>
                <a:cxn ang="0">
                  <a:pos x="T12" y="T13"/>
                </a:cxn>
              </a:cxnLst>
              <a:rect l="0" t="0" r="r" b="b"/>
              <a:pathLst>
                <a:path w="316" h="254">
                  <a:moveTo>
                    <a:pt x="262" y="19"/>
                  </a:moveTo>
                  <a:cubicBezTo>
                    <a:pt x="185" y="46"/>
                    <a:pt x="94" y="59"/>
                    <a:pt x="16" y="50"/>
                  </a:cubicBezTo>
                  <a:cubicBezTo>
                    <a:pt x="7" y="49"/>
                    <a:pt x="0" y="57"/>
                    <a:pt x="1" y="68"/>
                  </a:cubicBezTo>
                  <a:cubicBezTo>
                    <a:pt x="4" y="129"/>
                    <a:pt x="17" y="188"/>
                    <a:pt x="37" y="243"/>
                  </a:cubicBezTo>
                  <a:cubicBezTo>
                    <a:pt x="40" y="251"/>
                    <a:pt x="47" y="254"/>
                    <a:pt x="53" y="252"/>
                  </a:cubicBezTo>
                  <a:cubicBezTo>
                    <a:pt x="145" y="217"/>
                    <a:pt x="228" y="153"/>
                    <a:pt x="285" y="57"/>
                  </a:cubicBezTo>
                  <a:cubicBezTo>
                    <a:pt x="315" y="7"/>
                    <a:pt x="316" y="0"/>
                    <a:pt x="262" y="1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5" name="Freeform 12"/>
            <p:cNvSpPr>
              <a:spLocks/>
            </p:cNvSpPr>
            <p:nvPr/>
          </p:nvSpPr>
          <p:spPr bwMode="auto">
            <a:xfrm>
              <a:off x="3769" y="3029"/>
              <a:ext cx="727" cy="498"/>
            </a:xfrm>
            <a:custGeom>
              <a:avLst/>
              <a:gdLst>
                <a:gd name="T0" fmla="*/ 256 w 307"/>
                <a:gd name="T1" fmla="*/ 93 h 210"/>
                <a:gd name="T2" fmla="*/ 95 w 307"/>
                <a:gd name="T3" fmla="*/ 6 h 210"/>
                <a:gd name="T4" fmla="*/ 75 w 307"/>
                <a:gd name="T5" fmla="*/ 8 h 210"/>
                <a:gd name="T6" fmla="*/ 3 w 307"/>
                <a:gd name="T7" fmla="*/ 180 h 210"/>
                <a:gd name="T8" fmla="*/ 15 w 307"/>
                <a:gd name="T9" fmla="*/ 202 h 210"/>
                <a:gd name="T10" fmla="*/ 262 w 307"/>
                <a:gd name="T11" fmla="*/ 135 h 210"/>
                <a:gd name="T12" fmla="*/ 256 w 307"/>
                <a:gd name="T13" fmla="*/ 93 h 210"/>
              </a:gdLst>
              <a:ahLst/>
              <a:cxnLst>
                <a:cxn ang="0">
                  <a:pos x="T0" y="T1"/>
                </a:cxn>
                <a:cxn ang="0">
                  <a:pos x="T2" y="T3"/>
                </a:cxn>
                <a:cxn ang="0">
                  <a:pos x="T4" y="T5"/>
                </a:cxn>
                <a:cxn ang="0">
                  <a:pos x="T6" y="T7"/>
                </a:cxn>
                <a:cxn ang="0">
                  <a:pos x="T8" y="T9"/>
                </a:cxn>
                <a:cxn ang="0">
                  <a:pos x="T10" y="T11"/>
                </a:cxn>
                <a:cxn ang="0">
                  <a:pos x="T12" y="T13"/>
                </a:cxn>
              </a:cxnLst>
              <a:rect l="0" t="0" r="r" b="b"/>
              <a:pathLst>
                <a:path w="307" h="210">
                  <a:moveTo>
                    <a:pt x="256" y="93"/>
                  </a:moveTo>
                  <a:cubicBezTo>
                    <a:pt x="198" y="83"/>
                    <a:pt x="138" y="51"/>
                    <a:pt x="95" y="6"/>
                  </a:cubicBezTo>
                  <a:cubicBezTo>
                    <a:pt x="89" y="0"/>
                    <a:pt x="80" y="1"/>
                    <a:pt x="75" y="8"/>
                  </a:cubicBezTo>
                  <a:cubicBezTo>
                    <a:pt x="42" y="60"/>
                    <a:pt x="18" y="118"/>
                    <a:pt x="3" y="180"/>
                  </a:cubicBezTo>
                  <a:cubicBezTo>
                    <a:pt x="0" y="190"/>
                    <a:pt x="6" y="201"/>
                    <a:pt x="15" y="202"/>
                  </a:cubicBezTo>
                  <a:cubicBezTo>
                    <a:pt x="94" y="210"/>
                    <a:pt x="176" y="197"/>
                    <a:pt x="262" y="135"/>
                  </a:cubicBezTo>
                  <a:cubicBezTo>
                    <a:pt x="304" y="106"/>
                    <a:pt x="307" y="101"/>
                    <a:pt x="256" y="9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sp>
          <p:nvSpPr>
            <p:cNvPr id="26" name="Freeform 13"/>
            <p:cNvSpPr>
              <a:spLocks/>
            </p:cNvSpPr>
            <p:nvPr/>
          </p:nvSpPr>
          <p:spPr bwMode="auto">
            <a:xfrm>
              <a:off x="2570" y="2449"/>
              <a:ext cx="1185" cy="888"/>
            </a:xfrm>
            <a:custGeom>
              <a:avLst/>
              <a:gdLst>
                <a:gd name="T0" fmla="*/ 497 w 500"/>
                <a:gd name="T1" fmla="*/ 82 h 375"/>
                <a:gd name="T2" fmla="*/ 475 w 500"/>
                <a:gd name="T3" fmla="*/ 14 h 375"/>
                <a:gd name="T4" fmla="*/ 460 w 500"/>
                <a:gd name="T5" fmla="*/ 2 h 375"/>
                <a:gd name="T6" fmla="*/ 324 w 500"/>
                <a:gd name="T7" fmla="*/ 15 h 375"/>
                <a:gd name="T8" fmla="*/ 185 w 500"/>
                <a:gd name="T9" fmla="*/ 2 h 375"/>
                <a:gd name="T10" fmla="*/ 169 w 500"/>
                <a:gd name="T11" fmla="*/ 15 h 375"/>
                <a:gd name="T12" fmla="*/ 33 w 500"/>
                <a:gd name="T13" fmla="*/ 296 h 375"/>
                <a:gd name="T14" fmla="*/ 40 w 500"/>
                <a:gd name="T15" fmla="*/ 329 h 375"/>
                <a:gd name="T16" fmla="*/ 270 w 500"/>
                <a:gd name="T17" fmla="*/ 373 h 375"/>
                <a:gd name="T18" fmla="*/ 286 w 500"/>
                <a:gd name="T19" fmla="*/ 364 h 375"/>
                <a:gd name="T20" fmla="*/ 491 w 500"/>
                <a:gd name="T21" fmla="*/ 105 h 375"/>
                <a:gd name="T22" fmla="*/ 497 w 500"/>
                <a:gd name="T23" fmla="*/ 82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0" h="375">
                  <a:moveTo>
                    <a:pt x="497" y="82"/>
                  </a:moveTo>
                  <a:cubicBezTo>
                    <a:pt x="488" y="60"/>
                    <a:pt x="481" y="37"/>
                    <a:pt x="475" y="14"/>
                  </a:cubicBezTo>
                  <a:cubicBezTo>
                    <a:pt x="473" y="6"/>
                    <a:pt x="466" y="1"/>
                    <a:pt x="460" y="2"/>
                  </a:cubicBezTo>
                  <a:cubicBezTo>
                    <a:pt x="416" y="10"/>
                    <a:pt x="370" y="15"/>
                    <a:pt x="324" y="15"/>
                  </a:cubicBezTo>
                  <a:cubicBezTo>
                    <a:pt x="277" y="15"/>
                    <a:pt x="230" y="10"/>
                    <a:pt x="185" y="2"/>
                  </a:cubicBezTo>
                  <a:cubicBezTo>
                    <a:pt x="177" y="0"/>
                    <a:pt x="170" y="6"/>
                    <a:pt x="169" y="15"/>
                  </a:cubicBezTo>
                  <a:cubicBezTo>
                    <a:pt x="155" y="128"/>
                    <a:pt x="103" y="229"/>
                    <a:pt x="33" y="296"/>
                  </a:cubicBezTo>
                  <a:cubicBezTo>
                    <a:pt x="0" y="327"/>
                    <a:pt x="2" y="331"/>
                    <a:pt x="40" y="329"/>
                  </a:cubicBezTo>
                  <a:cubicBezTo>
                    <a:pt x="120" y="325"/>
                    <a:pt x="195" y="347"/>
                    <a:pt x="270" y="373"/>
                  </a:cubicBezTo>
                  <a:cubicBezTo>
                    <a:pt x="276" y="375"/>
                    <a:pt x="283" y="371"/>
                    <a:pt x="286" y="364"/>
                  </a:cubicBezTo>
                  <a:cubicBezTo>
                    <a:pt x="327" y="251"/>
                    <a:pt x="400" y="159"/>
                    <a:pt x="491" y="105"/>
                  </a:cubicBezTo>
                  <a:cubicBezTo>
                    <a:pt x="497" y="101"/>
                    <a:pt x="500" y="91"/>
                    <a:pt x="497" y="82"/>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p>
          </p:txBody>
        </p:sp>
      </p:grpSp>
      <p:sp>
        <p:nvSpPr>
          <p:cNvPr id="56328" name="Rectangle 26"/>
          <p:cNvSpPr>
            <a:spLocks noChangeArrowheads="1"/>
          </p:cNvSpPr>
          <p:nvPr/>
        </p:nvSpPr>
        <p:spPr bwMode="auto">
          <a:xfrm>
            <a:off x="3596280" y="2747708"/>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a</a:t>
            </a:r>
            <a:endParaRPr lang="en-US" altLang="zh-CN" sz="5058" dirty="0">
              <a:solidFill>
                <a:schemeClr val="bg1"/>
              </a:solidFill>
            </a:endParaRPr>
          </a:p>
        </p:txBody>
      </p:sp>
      <p:sp>
        <p:nvSpPr>
          <p:cNvPr id="56329" name="Rectangle 27"/>
          <p:cNvSpPr>
            <a:spLocks noChangeArrowheads="1"/>
          </p:cNvSpPr>
          <p:nvPr/>
        </p:nvSpPr>
        <p:spPr bwMode="auto">
          <a:xfrm>
            <a:off x="3777010" y="4061516"/>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J</a:t>
            </a:r>
            <a:endParaRPr lang="en-US" altLang="zh-CN" sz="5058" dirty="0">
              <a:solidFill>
                <a:schemeClr val="bg1"/>
              </a:solidFill>
            </a:endParaRPr>
          </a:p>
        </p:txBody>
      </p:sp>
      <p:sp>
        <p:nvSpPr>
          <p:cNvPr id="56330" name="Rectangle 28"/>
          <p:cNvSpPr>
            <a:spLocks noChangeArrowheads="1"/>
          </p:cNvSpPr>
          <p:nvPr/>
        </p:nvSpPr>
        <p:spPr bwMode="auto">
          <a:xfrm>
            <a:off x="4673963" y="3281596"/>
            <a:ext cx="521663" cy="745838"/>
          </a:xfrm>
          <a:prstGeom prst="rect">
            <a:avLst/>
          </a:prstGeom>
          <a:noFill/>
          <a:ln w="9525">
            <a:noFill/>
            <a:miter lim="800000"/>
            <a:headEnd/>
            <a:tailEnd/>
          </a:ln>
        </p:spPr>
        <p:txBody>
          <a:bodyPr wrap="none" lIns="96384" tIns="48193" rIns="96384" bIns="48193">
            <a:spAutoFit/>
          </a:bodyPr>
          <a:lstStyle/>
          <a:p>
            <a:pPr eaLnBrk="1" hangingPunct="1"/>
            <a:r>
              <a:rPr lang="id-ID" sz="4214" dirty="0">
                <a:solidFill>
                  <a:schemeClr val="bg1"/>
                </a:solidFill>
                <a:latin typeface="Modern Pictograms" pitchFamily="50" charset="0"/>
              </a:rPr>
              <a:t>I</a:t>
            </a:r>
            <a:endParaRPr lang="en-US" altLang="zh-CN" sz="4214" dirty="0">
              <a:solidFill>
                <a:schemeClr val="bg1"/>
              </a:solidFill>
            </a:endParaRPr>
          </a:p>
        </p:txBody>
      </p:sp>
      <p:sp>
        <p:nvSpPr>
          <p:cNvPr id="56331" name="Rectangle 29"/>
          <p:cNvSpPr>
            <a:spLocks noChangeArrowheads="1"/>
          </p:cNvSpPr>
          <p:nvPr/>
        </p:nvSpPr>
        <p:spPr bwMode="auto">
          <a:xfrm>
            <a:off x="8951217" y="2694149"/>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w</a:t>
            </a:r>
            <a:endParaRPr lang="en-US" altLang="zh-CN" sz="5058" dirty="0">
              <a:solidFill>
                <a:schemeClr val="bg1"/>
              </a:solidFill>
            </a:endParaRPr>
          </a:p>
        </p:txBody>
      </p:sp>
      <p:sp>
        <p:nvSpPr>
          <p:cNvPr id="56332" name="Rectangle 30"/>
          <p:cNvSpPr>
            <a:spLocks noChangeArrowheads="1"/>
          </p:cNvSpPr>
          <p:nvPr/>
        </p:nvSpPr>
        <p:spPr bwMode="auto">
          <a:xfrm>
            <a:off x="8566048" y="3160815"/>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i</a:t>
            </a:r>
            <a:endParaRPr lang="en-US" altLang="zh-CN" sz="5058" dirty="0">
              <a:solidFill>
                <a:schemeClr val="bg1"/>
              </a:solidFill>
            </a:endParaRPr>
          </a:p>
        </p:txBody>
      </p:sp>
      <p:sp>
        <p:nvSpPr>
          <p:cNvPr id="56333" name="Rectangle 31"/>
          <p:cNvSpPr>
            <a:spLocks noChangeArrowheads="1"/>
          </p:cNvSpPr>
          <p:nvPr/>
        </p:nvSpPr>
        <p:spPr bwMode="auto">
          <a:xfrm>
            <a:off x="9059566" y="4135728"/>
            <a:ext cx="521663" cy="745838"/>
          </a:xfrm>
          <a:prstGeom prst="rect">
            <a:avLst/>
          </a:prstGeom>
          <a:noFill/>
          <a:ln w="9525">
            <a:noFill/>
            <a:miter lim="800000"/>
            <a:headEnd/>
            <a:tailEnd/>
          </a:ln>
        </p:spPr>
        <p:txBody>
          <a:bodyPr wrap="none" lIns="96384" tIns="48193" rIns="96384" bIns="48193">
            <a:spAutoFit/>
          </a:bodyPr>
          <a:lstStyle/>
          <a:p>
            <a:pPr eaLnBrk="1" hangingPunct="1"/>
            <a:r>
              <a:rPr lang="id-ID" sz="4214" dirty="0">
                <a:solidFill>
                  <a:schemeClr val="bg1"/>
                </a:solidFill>
                <a:latin typeface="Modern Pictograms" pitchFamily="50" charset="0"/>
              </a:rPr>
              <a:t>A</a:t>
            </a:r>
            <a:endParaRPr lang="en-US" altLang="zh-CN" sz="4214" dirty="0">
              <a:solidFill>
                <a:schemeClr val="bg1"/>
              </a:solidFill>
            </a:endParaRPr>
          </a:p>
        </p:txBody>
      </p:sp>
      <p:sp>
        <p:nvSpPr>
          <p:cNvPr id="56334" name="Rectangle 32"/>
          <p:cNvSpPr>
            <a:spLocks noChangeArrowheads="1"/>
          </p:cNvSpPr>
          <p:nvPr/>
        </p:nvSpPr>
        <p:spPr bwMode="auto">
          <a:xfrm>
            <a:off x="7694463" y="4889971"/>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C</a:t>
            </a:r>
            <a:endParaRPr lang="en-US" altLang="zh-CN" sz="5058" dirty="0">
              <a:solidFill>
                <a:schemeClr val="bg1"/>
              </a:solidFill>
            </a:endParaRPr>
          </a:p>
        </p:txBody>
      </p:sp>
      <p:sp>
        <p:nvSpPr>
          <p:cNvPr id="56335" name="Rectangle 33"/>
          <p:cNvSpPr>
            <a:spLocks noChangeArrowheads="1"/>
          </p:cNvSpPr>
          <p:nvPr/>
        </p:nvSpPr>
        <p:spPr bwMode="auto">
          <a:xfrm>
            <a:off x="4555148" y="4980347"/>
            <a:ext cx="585783" cy="875682"/>
          </a:xfrm>
          <a:prstGeom prst="rect">
            <a:avLst/>
          </a:prstGeom>
          <a:noFill/>
          <a:ln w="9525">
            <a:noFill/>
            <a:miter lim="800000"/>
            <a:headEnd/>
            <a:tailEnd/>
          </a:ln>
        </p:spPr>
        <p:txBody>
          <a:bodyPr wrap="none" lIns="96384" tIns="48193" rIns="96384" bIns="48193">
            <a:spAutoFit/>
          </a:bodyPr>
          <a:lstStyle/>
          <a:p>
            <a:pPr eaLnBrk="1" hangingPunct="1"/>
            <a:r>
              <a:rPr lang="id-ID" sz="5058" dirty="0">
                <a:solidFill>
                  <a:schemeClr val="bg1"/>
                </a:solidFill>
                <a:latin typeface="Modern Pictograms" pitchFamily="50" charset="0"/>
              </a:rPr>
              <a:t>s</a:t>
            </a:r>
            <a:endParaRPr lang="en-US" altLang="zh-CN" sz="5058" dirty="0">
              <a:solidFill>
                <a:schemeClr val="bg1"/>
              </a:solidFill>
            </a:endParaRPr>
          </a:p>
        </p:txBody>
      </p:sp>
      <p:grpSp>
        <p:nvGrpSpPr>
          <p:cNvPr id="9" name="Group 34"/>
          <p:cNvGrpSpPr>
            <a:grpSpLocks/>
          </p:cNvGrpSpPr>
          <p:nvPr/>
        </p:nvGrpSpPr>
        <p:grpSpPr bwMode="auto">
          <a:xfrm>
            <a:off x="8905200" y="1344955"/>
            <a:ext cx="3792757" cy="1556489"/>
            <a:chOff x="2518844" y="2563628"/>
            <a:chExt cx="1998720" cy="1475458"/>
          </a:xfrm>
        </p:grpSpPr>
        <p:grpSp>
          <p:nvGrpSpPr>
            <p:cNvPr id="17" name="Group 35"/>
            <p:cNvGrpSpPr>
              <a:grpSpLocks/>
            </p:cNvGrpSpPr>
            <p:nvPr/>
          </p:nvGrpSpPr>
          <p:grpSpPr bwMode="auto">
            <a:xfrm>
              <a:off x="2518844" y="2872068"/>
              <a:ext cx="261290" cy="1167018"/>
              <a:chOff x="1374514" y="1504950"/>
              <a:chExt cx="261290" cy="1167018"/>
            </a:xfrm>
          </p:grpSpPr>
          <p:cxnSp>
            <p:nvCxnSpPr>
              <p:cNvPr id="38" name="Straight Connector 37"/>
              <p:cNvCxnSpPr/>
              <p:nvPr/>
            </p:nvCxnSpPr>
            <p:spPr>
              <a:xfrm flipH="1" flipV="1">
                <a:off x="1374514" y="1504293"/>
                <a:ext cx="0" cy="1167675"/>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374514" y="1504293"/>
                <a:ext cx="261945"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37" name="Content Placeholder 2"/>
            <p:cNvSpPr txBox="1">
              <a:spLocks/>
            </p:cNvSpPr>
            <p:nvPr/>
          </p:nvSpPr>
          <p:spPr>
            <a:xfrm>
              <a:off x="2826828" y="2563628"/>
              <a:ext cx="1690736" cy="556867"/>
            </a:xfrm>
            <a:prstGeom prst="rect">
              <a:avLst/>
            </a:prstGeom>
          </p:spPr>
          <p:txBody>
            <a:bodyPr/>
            <a:lstStyle/>
            <a:p>
              <a:pPr eaLnBrk="1" hangingPunct="1">
                <a:lnSpc>
                  <a:spcPct val="150000"/>
                </a:lnSpc>
                <a:spcBef>
                  <a:spcPct val="20000"/>
                </a:spcBef>
                <a:buFont typeface="Arial" pitchFamily="34" charset="0"/>
                <a:buNone/>
              </a:pPr>
              <a:r>
                <a:rPr lang="en-US" altLang="zh-CN" sz="1406" dirty="0" err="1">
                  <a:solidFill>
                    <a:srgbClr val="7F7F7F"/>
                  </a:solidFill>
                </a:rPr>
                <a:t>Lorem</a:t>
              </a:r>
              <a:r>
                <a:rPr lang="en-US" altLang="zh-CN" sz="1406" dirty="0">
                  <a:solidFill>
                    <a:srgbClr val="7F7F7F"/>
                  </a:solidFill>
                </a:rPr>
                <a:t> </a:t>
              </a:r>
              <a:r>
                <a:rPr lang="en-US" altLang="zh-CN" sz="1406" dirty="0" err="1">
                  <a:solidFill>
                    <a:srgbClr val="7F7F7F"/>
                  </a:solidFill>
                </a:rPr>
                <a:t>ipsum</a:t>
              </a:r>
              <a:r>
                <a:rPr lang="en-US" altLang="zh-CN" sz="1406" dirty="0">
                  <a:solidFill>
                    <a:srgbClr val="7F7F7F"/>
                  </a:solidFill>
                </a:rPr>
                <a:t> dolor sit </a:t>
              </a:r>
              <a:r>
                <a:rPr lang="en-US" altLang="zh-CN" sz="1406" dirty="0" err="1">
                  <a:solidFill>
                    <a:srgbClr val="7F7F7F"/>
                  </a:solidFill>
                </a:rPr>
                <a:t>amet</a:t>
              </a:r>
              <a:r>
                <a:rPr lang="en-US" altLang="zh-CN" sz="1406" dirty="0">
                  <a:solidFill>
                    <a:srgbClr val="7F7F7F"/>
                  </a:solidFill>
                </a:rPr>
                <a:t>, </a:t>
              </a:r>
              <a:r>
                <a:rPr lang="en-US" altLang="zh-CN" sz="1406" dirty="0" err="1">
                  <a:solidFill>
                    <a:srgbClr val="7F7F7F"/>
                  </a:solidFill>
                </a:rPr>
                <a:t>consectetur</a:t>
              </a:r>
              <a:r>
                <a:rPr lang="en-US" altLang="zh-CN" sz="1406" dirty="0">
                  <a:solidFill>
                    <a:srgbClr val="7F7F7F"/>
                  </a:solidFill>
                </a:rPr>
                <a:t> </a:t>
              </a:r>
              <a:r>
                <a:rPr lang="en-US" altLang="zh-CN" sz="1406" dirty="0" err="1">
                  <a:solidFill>
                    <a:srgbClr val="7F7F7F"/>
                  </a:solidFill>
                </a:rPr>
                <a:t>adipiscing</a:t>
              </a:r>
              <a:r>
                <a:rPr lang="en-US" altLang="zh-CN" sz="1406" dirty="0">
                  <a:solidFill>
                    <a:srgbClr val="7F7F7F"/>
                  </a:solidFill>
                </a:rPr>
                <a:t> </a:t>
              </a:r>
              <a:r>
                <a:rPr lang="en-US" altLang="zh-CN" sz="1406" dirty="0" err="1">
                  <a:solidFill>
                    <a:srgbClr val="7F7F7F"/>
                  </a:solidFill>
                </a:rPr>
                <a:t>elit</a:t>
              </a:r>
              <a:r>
                <a:rPr lang="en-US" altLang="zh-CN" sz="1406" dirty="0">
                  <a:solidFill>
                    <a:srgbClr val="7F7F7F"/>
                  </a:solidFill>
                </a:rPr>
                <a:t>. </a:t>
              </a:r>
              <a:r>
                <a:rPr lang="en-US" altLang="zh-CN" sz="1406" dirty="0" err="1">
                  <a:solidFill>
                    <a:srgbClr val="7F7F7F"/>
                  </a:solidFill>
                </a:rPr>
                <a:t>Sed</a:t>
              </a:r>
              <a:r>
                <a:rPr lang="en-US" altLang="zh-CN" sz="1406" dirty="0">
                  <a:solidFill>
                    <a:srgbClr val="7F7F7F"/>
                  </a:solidFill>
                </a:rPr>
                <a:t> </a:t>
              </a:r>
              <a:r>
                <a:rPr lang="en-US" altLang="zh-CN" sz="1406" dirty="0" err="1">
                  <a:solidFill>
                    <a:srgbClr val="7F7F7F"/>
                  </a:solidFill>
                </a:rPr>
                <a:t>imperdiet</a:t>
              </a:r>
              <a:r>
                <a:rPr lang="en-US" altLang="zh-CN" sz="1406" dirty="0">
                  <a:solidFill>
                    <a:srgbClr val="7F7F7F"/>
                  </a:solidFill>
                </a:rPr>
                <a:t> </a:t>
              </a:r>
              <a:r>
                <a:rPr lang="en-US" altLang="zh-CN" sz="1406" dirty="0" err="1">
                  <a:solidFill>
                    <a:srgbClr val="7F7F7F"/>
                  </a:solidFill>
                </a:rPr>
                <a:t>tincidunt</a:t>
              </a:r>
              <a:r>
                <a:rPr lang="en-US" altLang="zh-CN" sz="1406" dirty="0">
                  <a:solidFill>
                    <a:srgbClr val="7F7F7F"/>
                  </a:solidFill>
                </a:rPr>
                <a:t>.</a:t>
              </a:r>
              <a:endParaRPr lang="en-US" altLang="zh-CN" sz="1265" dirty="0">
                <a:solidFill>
                  <a:srgbClr val="7F7F7F"/>
                </a:solidFill>
              </a:endParaRPr>
            </a:p>
          </p:txBody>
        </p:sp>
      </p:grpSp>
      <p:grpSp>
        <p:nvGrpSpPr>
          <p:cNvPr id="19" name="Group 39"/>
          <p:cNvGrpSpPr>
            <a:grpSpLocks/>
          </p:cNvGrpSpPr>
          <p:nvPr/>
        </p:nvGrpSpPr>
        <p:grpSpPr bwMode="auto">
          <a:xfrm>
            <a:off x="302750" y="4646523"/>
            <a:ext cx="3705393" cy="1494563"/>
            <a:chOff x="3413971" y="4484475"/>
            <a:chExt cx="1952622" cy="1417848"/>
          </a:xfrm>
        </p:grpSpPr>
        <p:grpSp>
          <p:nvGrpSpPr>
            <p:cNvPr id="27" name="Group 40"/>
            <p:cNvGrpSpPr>
              <a:grpSpLocks/>
            </p:cNvGrpSpPr>
            <p:nvPr/>
          </p:nvGrpSpPr>
          <p:grpSpPr bwMode="auto">
            <a:xfrm flipH="1" flipV="1">
              <a:off x="5105303" y="4484475"/>
              <a:ext cx="261290" cy="1167018"/>
              <a:chOff x="1374514" y="1504950"/>
              <a:chExt cx="261290" cy="1167018"/>
            </a:xfrm>
          </p:grpSpPr>
          <p:cxnSp>
            <p:nvCxnSpPr>
              <p:cNvPr id="43" name="Straight Connector 42"/>
              <p:cNvCxnSpPr/>
              <p:nvPr/>
            </p:nvCxnSpPr>
            <p:spPr>
              <a:xfrm flipH="1" flipV="1">
                <a:off x="1374514" y="1504982"/>
                <a:ext cx="0" cy="1166986"/>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1374514" y="1504982"/>
                <a:ext cx="261938"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42" name="Content Placeholder 2"/>
            <p:cNvSpPr txBox="1">
              <a:spLocks/>
            </p:cNvSpPr>
            <p:nvPr/>
          </p:nvSpPr>
          <p:spPr>
            <a:xfrm>
              <a:off x="3413971" y="5345027"/>
              <a:ext cx="1690684" cy="557296"/>
            </a:xfrm>
            <a:prstGeom prst="rect">
              <a:avLst/>
            </a:prstGeom>
          </p:spPr>
          <p:txBody>
            <a:bodyPr/>
            <a:lstStyle/>
            <a:p>
              <a:pPr algn="r" eaLnBrk="1" hangingPunct="1">
                <a:lnSpc>
                  <a:spcPct val="150000"/>
                </a:lnSpc>
                <a:spcBef>
                  <a:spcPct val="20000"/>
                </a:spcBef>
                <a:buFont typeface="Arial" pitchFamily="34" charset="0"/>
                <a:buNone/>
              </a:pPr>
              <a:r>
                <a:rPr lang="en-US" altLang="zh-CN" sz="1406" dirty="0" err="1">
                  <a:solidFill>
                    <a:srgbClr val="7F7F7F"/>
                  </a:solidFill>
                </a:rPr>
                <a:t>Lorem</a:t>
              </a:r>
              <a:r>
                <a:rPr lang="en-US" altLang="zh-CN" sz="1406" dirty="0">
                  <a:solidFill>
                    <a:srgbClr val="7F7F7F"/>
                  </a:solidFill>
                </a:rPr>
                <a:t> </a:t>
              </a:r>
              <a:r>
                <a:rPr lang="en-US" altLang="zh-CN" sz="1406" dirty="0" err="1">
                  <a:solidFill>
                    <a:srgbClr val="7F7F7F"/>
                  </a:solidFill>
                </a:rPr>
                <a:t>ipsum</a:t>
              </a:r>
              <a:r>
                <a:rPr lang="en-US" altLang="zh-CN" sz="1406" dirty="0">
                  <a:solidFill>
                    <a:srgbClr val="7F7F7F"/>
                  </a:solidFill>
                </a:rPr>
                <a:t> dolor sit </a:t>
              </a:r>
              <a:r>
                <a:rPr lang="en-US" altLang="zh-CN" sz="1406" dirty="0" err="1">
                  <a:solidFill>
                    <a:srgbClr val="7F7F7F"/>
                  </a:solidFill>
                </a:rPr>
                <a:t>amet</a:t>
              </a:r>
              <a:r>
                <a:rPr lang="en-US" altLang="zh-CN" sz="1406" dirty="0">
                  <a:solidFill>
                    <a:srgbClr val="7F7F7F"/>
                  </a:solidFill>
                </a:rPr>
                <a:t>, </a:t>
              </a:r>
              <a:r>
                <a:rPr lang="en-US" altLang="zh-CN" sz="1406" dirty="0" err="1">
                  <a:solidFill>
                    <a:srgbClr val="7F7F7F"/>
                  </a:solidFill>
                </a:rPr>
                <a:t>consectetur</a:t>
              </a:r>
              <a:r>
                <a:rPr lang="en-US" altLang="zh-CN" sz="1406" dirty="0">
                  <a:solidFill>
                    <a:srgbClr val="7F7F7F"/>
                  </a:solidFill>
                </a:rPr>
                <a:t> </a:t>
              </a:r>
              <a:r>
                <a:rPr lang="en-US" altLang="zh-CN" sz="1406" dirty="0" err="1">
                  <a:solidFill>
                    <a:srgbClr val="7F7F7F"/>
                  </a:solidFill>
                </a:rPr>
                <a:t>adipiscing</a:t>
              </a:r>
              <a:r>
                <a:rPr lang="en-US" altLang="zh-CN" sz="1406" dirty="0">
                  <a:solidFill>
                    <a:srgbClr val="7F7F7F"/>
                  </a:solidFill>
                </a:rPr>
                <a:t> </a:t>
              </a:r>
              <a:r>
                <a:rPr lang="en-US" altLang="zh-CN" sz="1406" dirty="0" err="1">
                  <a:solidFill>
                    <a:srgbClr val="7F7F7F"/>
                  </a:solidFill>
                </a:rPr>
                <a:t>elit</a:t>
              </a:r>
              <a:r>
                <a:rPr lang="en-US" altLang="zh-CN" sz="1406" dirty="0">
                  <a:solidFill>
                    <a:srgbClr val="7F7F7F"/>
                  </a:solidFill>
                </a:rPr>
                <a:t>. </a:t>
              </a:r>
              <a:r>
                <a:rPr lang="en-US" altLang="zh-CN" sz="1406" dirty="0" err="1">
                  <a:solidFill>
                    <a:srgbClr val="7F7F7F"/>
                  </a:solidFill>
                </a:rPr>
                <a:t>Sed</a:t>
              </a:r>
              <a:r>
                <a:rPr lang="en-US" altLang="zh-CN" sz="1406" dirty="0">
                  <a:solidFill>
                    <a:srgbClr val="7F7F7F"/>
                  </a:solidFill>
                </a:rPr>
                <a:t> </a:t>
              </a:r>
              <a:r>
                <a:rPr lang="en-US" altLang="zh-CN" sz="1406" dirty="0" err="1">
                  <a:solidFill>
                    <a:srgbClr val="7F7F7F"/>
                  </a:solidFill>
                </a:rPr>
                <a:t>imperdiet</a:t>
              </a:r>
              <a:r>
                <a:rPr lang="en-US" altLang="zh-CN" sz="1406" dirty="0">
                  <a:solidFill>
                    <a:srgbClr val="7F7F7F"/>
                  </a:solidFill>
                </a:rPr>
                <a:t> </a:t>
              </a:r>
              <a:r>
                <a:rPr lang="en-US" altLang="zh-CN" sz="1406" dirty="0" err="1">
                  <a:solidFill>
                    <a:srgbClr val="7F7F7F"/>
                  </a:solidFill>
                </a:rPr>
                <a:t>tincidunt</a:t>
              </a:r>
              <a:r>
                <a:rPr lang="en-US" altLang="zh-CN" sz="1406" dirty="0">
                  <a:solidFill>
                    <a:srgbClr val="7F7F7F"/>
                  </a:solidFill>
                </a:rPr>
                <a:t>.</a:t>
              </a:r>
              <a:endParaRPr lang="en-US" altLang="zh-CN" sz="1265" dirty="0">
                <a:solidFill>
                  <a:srgbClr val="7F7F7F"/>
                </a:solidFill>
              </a:endParaRPr>
            </a:p>
          </p:txBody>
        </p:sp>
      </p:grpSp>
      <p:grpSp>
        <p:nvGrpSpPr>
          <p:cNvPr id="28" name="Group 44"/>
          <p:cNvGrpSpPr>
            <a:grpSpLocks/>
          </p:cNvGrpSpPr>
          <p:nvPr/>
        </p:nvGrpSpPr>
        <p:grpSpPr bwMode="auto">
          <a:xfrm>
            <a:off x="35542" y="3071284"/>
            <a:ext cx="3765644" cy="589121"/>
            <a:chOff x="2444088" y="1117042"/>
            <a:chExt cx="1985214" cy="557488"/>
          </a:xfrm>
        </p:grpSpPr>
        <p:cxnSp>
          <p:nvCxnSpPr>
            <p:cNvPr id="46" name="Straight Connector 45"/>
            <p:cNvCxnSpPr/>
            <p:nvPr/>
          </p:nvCxnSpPr>
          <p:spPr>
            <a:xfrm flipH="1">
              <a:off x="4167253" y="1372030"/>
              <a:ext cx="262049"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444088" y="1117042"/>
              <a:ext cx="1691402" cy="557488"/>
            </a:xfrm>
            <a:prstGeom prst="rect">
              <a:avLst/>
            </a:prstGeom>
          </p:spPr>
          <p:txBody>
            <a:bodyPr/>
            <a:lstStyle/>
            <a:p>
              <a:pPr algn="r" eaLnBrk="1" hangingPunct="1">
                <a:lnSpc>
                  <a:spcPct val="150000"/>
                </a:lnSpc>
                <a:spcBef>
                  <a:spcPct val="20000"/>
                </a:spcBef>
                <a:buFont typeface="Arial" pitchFamily="34" charset="0"/>
                <a:buNone/>
              </a:pPr>
              <a:r>
                <a:rPr lang="en-US" altLang="zh-CN" sz="1406" dirty="0" err="1">
                  <a:solidFill>
                    <a:srgbClr val="7F7F7F"/>
                  </a:solidFill>
                </a:rPr>
                <a:t>Lorem</a:t>
              </a:r>
              <a:r>
                <a:rPr lang="en-US" altLang="zh-CN" sz="1406" dirty="0">
                  <a:solidFill>
                    <a:srgbClr val="7F7F7F"/>
                  </a:solidFill>
                </a:rPr>
                <a:t> </a:t>
              </a:r>
              <a:r>
                <a:rPr lang="en-US" altLang="zh-CN" sz="1406" dirty="0" err="1">
                  <a:solidFill>
                    <a:srgbClr val="7F7F7F"/>
                  </a:solidFill>
                </a:rPr>
                <a:t>ipsum</a:t>
              </a:r>
              <a:r>
                <a:rPr lang="en-US" altLang="zh-CN" sz="1406" dirty="0">
                  <a:solidFill>
                    <a:srgbClr val="7F7F7F"/>
                  </a:solidFill>
                </a:rPr>
                <a:t> dolor sit </a:t>
              </a:r>
              <a:r>
                <a:rPr lang="en-US" altLang="zh-CN" sz="1406" dirty="0" err="1">
                  <a:solidFill>
                    <a:srgbClr val="7F7F7F"/>
                  </a:solidFill>
                </a:rPr>
                <a:t>amet</a:t>
              </a:r>
              <a:r>
                <a:rPr lang="en-US" altLang="zh-CN" sz="1406" dirty="0">
                  <a:solidFill>
                    <a:srgbClr val="7F7F7F"/>
                  </a:solidFill>
                </a:rPr>
                <a:t>, </a:t>
              </a:r>
              <a:r>
                <a:rPr lang="en-US" altLang="zh-CN" sz="1406" dirty="0" err="1">
                  <a:solidFill>
                    <a:srgbClr val="7F7F7F"/>
                  </a:solidFill>
                </a:rPr>
                <a:t>consectetur</a:t>
              </a:r>
              <a:r>
                <a:rPr lang="en-US" altLang="zh-CN" sz="1406" dirty="0">
                  <a:solidFill>
                    <a:srgbClr val="7F7F7F"/>
                  </a:solidFill>
                </a:rPr>
                <a:t> </a:t>
              </a:r>
              <a:r>
                <a:rPr lang="en-US" altLang="zh-CN" sz="1406" dirty="0" err="1">
                  <a:solidFill>
                    <a:srgbClr val="7F7F7F"/>
                  </a:solidFill>
                </a:rPr>
                <a:t>adipiscing</a:t>
              </a:r>
              <a:r>
                <a:rPr lang="en-US" altLang="zh-CN" sz="1406" dirty="0">
                  <a:solidFill>
                    <a:srgbClr val="7F7F7F"/>
                  </a:solidFill>
                </a:rPr>
                <a:t> </a:t>
              </a:r>
              <a:r>
                <a:rPr lang="en-US" altLang="zh-CN" sz="1406" dirty="0" err="1">
                  <a:solidFill>
                    <a:srgbClr val="7F7F7F"/>
                  </a:solidFill>
                </a:rPr>
                <a:t>elit</a:t>
              </a:r>
              <a:r>
                <a:rPr lang="en-US" altLang="zh-CN" sz="1406" dirty="0">
                  <a:solidFill>
                    <a:srgbClr val="7F7F7F"/>
                  </a:solidFill>
                </a:rPr>
                <a:t>. </a:t>
              </a:r>
              <a:r>
                <a:rPr lang="en-US" altLang="zh-CN" sz="1406" dirty="0" err="1">
                  <a:solidFill>
                    <a:srgbClr val="7F7F7F"/>
                  </a:solidFill>
                </a:rPr>
                <a:t>Sed</a:t>
              </a:r>
              <a:r>
                <a:rPr lang="en-US" altLang="zh-CN" sz="1406" dirty="0">
                  <a:solidFill>
                    <a:srgbClr val="7F7F7F"/>
                  </a:solidFill>
                </a:rPr>
                <a:t> </a:t>
              </a:r>
              <a:r>
                <a:rPr lang="en-US" altLang="zh-CN" sz="1406" dirty="0" err="1">
                  <a:solidFill>
                    <a:srgbClr val="7F7F7F"/>
                  </a:solidFill>
                </a:rPr>
                <a:t>imperdiet</a:t>
              </a:r>
              <a:r>
                <a:rPr lang="en-US" altLang="zh-CN" sz="1406" dirty="0">
                  <a:solidFill>
                    <a:srgbClr val="7F7F7F"/>
                  </a:solidFill>
                </a:rPr>
                <a:t> </a:t>
              </a:r>
              <a:r>
                <a:rPr lang="en-US" altLang="zh-CN" sz="1406" dirty="0" err="1">
                  <a:solidFill>
                    <a:srgbClr val="7F7F7F"/>
                  </a:solidFill>
                </a:rPr>
                <a:t>tincidunt</a:t>
              </a:r>
              <a:r>
                <a:rPr lang="en-US" altLang="zh-CN" sz="1406" dirty="0">
                  <a:solidFill>
                    <a:srgbClr val="7F7F7F"/>
                  </a:solidFill>
                </a:rPr>
                <a:t>.</a:t>
              </a:r>
              <a:endParaRPr lang="en-US" altLang="zh-CN" sz="1265" dirty="0">
                <a:solidFill>
                  <a:srgbClr val="7F7F7F"/>
                </a:solidFill>
              </a:endParaRPr>
            </a:p>
          </p:txBody>
        </p:sp>
      </p:grpSp>
      <p:grpSp>
        <p:nvGrpSpPr>
          <p:cNvPr id="29" name="Group 47"/>
          <p:cNvGrpSpPr>
            <a:grpSpLocks/>
          </p:cNvGrpSpPr>
          <p:nvPr/>
        </p:nvGrpSpPr>
        <p:grpSpPr bwMode="auto">
          <a:xfrm>
            <a:off x="7963566" y="5322588"/>
            <a:ext cx="3801793" cy="1391648"/>
            <a:chOff x="8122932" y="3925460"/>
            <a:chExt cx="2003323" cy="1320593"/>
          </a:xfrm>
        </p:grpSpPr>
        <p:grpSp>
          <p:nvGrpSpPr>
            <p:cNvPr id="30" name="Group 48"/>
            <p:cNvGrpSpPr>
              <a:grpSpLocks/>
            </p:cNvGrpSpPr>
            <p:nvPr/>
          </p:nvGrpSpPr>
          <p:grpSpPr bwMode="auto">
            <a:xfrm flipV="1">
              <a:off x="8122932" y="3925460"/>
              <a:ext cx="261925" cy="1058542"/>
              <a:chOff x="1374514" y="1504767"/>
              <a:chExt cx="261925" cy="1058542"/>
            </a:xfrm>
          </p:grpSpPr>
          <p:cxnSp>
            <p:nvCxnSpPr>
              <p:cNvPr id="51" name="Straight Connector 50"/>
              <p:cNvCxnSpPr>
                <a:cxnSpLocks/>
              </p:cNvCxnSpPr>
              <p:nvPr/>
            </p:nvCxnSpPr>
            <p:spPr>
              <a:xfrm flipV="1">
                <a:off x="1374514" y="1504767"/>
                <a:ext cx="0" cy="1058542"/>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1374514" y="1504767"/>
                <a:ext cx="261925"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50" name="Content Placeholder 2"/>
            <p:cNvSpPr txBox="1">
              <a:spLocks/>
            </p:cNvSpPr>
            <p:nvPr/>
          </p:nvSpPr>
          <p:spPr>
            <a:xfrm>
              <a:off x="8435654" y="4688598"/>
              <a:ext cx="1690601" cy="557455"/>
            </a:xfrm>
            <a:prstGeom prst="rect">
              <a:avLst/>
            </a:prstGeom>
          </p:spPr>
          <p:txBody>
            <a:bodyPr/>
            <a:lstStyle/>
            <a:p>
              <a:pPr eaLnBrk="1" hangingPunct="1">
                <a:lnSpc>
                  <a:spcPct val="150000"/>
                </a:lnSpc>
                <a:spcBef>
                  <a:spcPct val="20000"/>
                </a:spcBef>
                <a:buFont typeface="Arial" pitchFamily="34" charset="0"/>
                <a:buNone/>
              </a:pPr>
              <a:r>
                <a:rPr lang="en-US" altLang="zh-CN" sz="1406" dirty="0" err="1">
                  <a:solidFill>
                    <a:srgbClr val="7F7F7F"/>
                  </a:solidFill>
                </a:rPr>
                <a:t>Lorem</a:t>
              </a:r>
              <a:r>
                <a:rPr lang="en-US" altLang="zh-CN" sz="1406" dirty="0">
                  <a:solidFill>
                    <a:srgbClr val="7F7F7F"/>
                  </a:solidFill>
                </a:rPr>
                <a:t> </a:t>
              </a:r>
              <a:r>
                <a:rPr lang="en-US" altLang="zh-CN" sz="1406" dirty="0" err="1">
                  <a:solidFill>
                    <a:srgbClr val="7F7F7F"/>
                  </a:solidFill>
                </a:rPr>
                <a:t>ipsum</a:t>
              </a:r>
              <a:r>
                <a:rPr lang="en-US" altLang="zh-CN" sz="1406" dirty="0">
                  <a:solidFill>
                    <a:srgbClr val="7F7F7F"/>
                  </a:solidFill>
                </a:rPr>
                <a:t> dolor sit </a:t>
              </a:r>
              <a:r>
                <a:rPr lang="en-US" altLang="zh-CN" sz="1406" dirty="0" err="1">
                  <a:solidFill>
                    <a:srgbClr val="7F7F7F"/>
                  </a:solidFill>
                </a:rPr>
                <a:t>amet</a:t>
              </a:r>
              <a:r>
                <a:rPr lang="en-US" altLang="zh-CN" sz="1406" dirty="0">
                  <a:solidFill>
                    <a:srgbClr val="7F7F7F"/>
                  </a:solidFill>
                </a:rPr>
                <a:t>, </a:t>
              </a:r>
              <a:r>
                <a:rPr lang="en-US" altLang="zh-CN" sz="1406" dirty="0" err="1">
                  <a:solidFill>
                    <a:srgbClr val="7F7F7F"/>
                  </a:solidFill>
                </a:rPr>
                <a:t>consectetur</a:t>
              </a:r>
              <a:r>
                <a:rPr lang="en-US" altLang="zh-CN" sz="1406" dirty="0">
                  <a:solidFill>
                    <a:srgbClr val="7F7F7F"/>
                  </a:solidFill>
                </a:rPr>
                <a:t> </a:t>
              </a:r>
              <a:r>
                <a:rPr lang="en-US" altLang="zh-CN" sz="1406" dirty="0" err="1">
                  <a:solidFill>
                    <a:srgbClr val="7F7F7F"/>
                  </a:solidFill>
                </a:rPr>
                <a:t>adipiscing</a:t>
              </a:r>
              <a:r>
                <a:rPr lang="en-US" altLang="zh-CN" sz="1406" dirty="0">
                  <a:solidFill>
                    <a:srgbClr val="7F7F7F"/>
                  </a:solidFill>
                </a:rPr>
                <a:t> </a:t>
              </a:r>
              <a:r>
                <a:rPr lang="en-US" altLang="zh-CN" sz="1406" dirty="0" err="1">
                  <a:solidFill>
                    <a:srgbClr val="7F7F7F"/>
                  </a:solidFill>
                </a:rPr>
                <a:t>elit</a:t>
              </a:r>
              <a:r>
                <a:rPr lang="en-US" altLang="zh-CN" sz="1406" dirty="0">
                  <a:solidFill>
                    <a:srgbClr val="7F7F7F"/>
                  </a:solidFill>
                </a:rPr>
                <a:t>. </a:t>
              </a:r>
              <a:r>
                <a:rPr lang="en-US" altLang="zh-CN" sz="1406" dirty="0" err="1">
                  <a:solidFill>
                    <a:srgbClr val="7F7F7F"/>
                  </a:solidFill>
                </a:rPr>
                <a:t>Sed</a:t>
              </a:r>
              <a:r>
                <a:rPr lang="en-US" altLang="zh-CN" sz="1406" dirty="0">
                  <a:solidFill>
                    <a:srgbClr val="7F7F7F"/>
                  </a:solidFill>
                </a:rPr>
                <a:t> </a:t>
              </a:r>
              <a:r>
                <a:rPr lang="en-US" altLang="zh-CN" sz="1406" dirty="0" err="1">
                  <a:solidFill>
                    <a:srgbClr val="7F7F7F"/>
                  </a:solidFill>
                </a:rPr>
                <a:t>imperdiet</a:t>
              </a:r>
              <a:r>
                <a:rPr lang="en-US" altLang="zh-CN" sz="1406" dirty="0">
                  <a:solidFill>
                    <a:srgbClr val="7F7F7F"/>
                  </a:solidFill>
                </a:rPr>
                <a:t> </a:t>
              </a:r>
              <a:r>
                <a:rPr lang="en-US" altLang="zh-CN" sz="1406" dirty="0" err="1">
                  <a:solidFill>
                    <a:srgbClr val="7F7F7F"/>
                  </a:solidFill>
                </a:rPr>
                <a:t>tincidunt</a:t>
              </a:r>
              <a:r>
                <a:rPr lang="en-US" altLang="zh-CN" sz="1406" dirty="0">
                  <a:solidFill>
                    <a:srgbClr val="7F7F7F"/>
                  </a:solidFill>
                </a:rPr>
                <a:t>.</a:t>
              </a:r>
              <a:endParaRPr lang="en-US" altLang="zh-CN" sz="1265" dirty="0">
                <a:solidFill>
                  <a:srgbClr val="7F7F7F"/>
                </a:solidFill>
              </a:endParaRPr>
            </a:p>
          </p:txBody>
        </p:sp>
      </p:grpSp>
      <p:grpSp>
        <p:nvGrpSpPr>
          <p:cNvPr id="31" name="Group 52"/>
          <p:cNvGrpSpPr>
            <a:grpSpLocks/>
          </p:cNvGrpSpPr>
          <p:nvPr/>
        </p:nvGrpSpPr>
        <p:grpSpPr bwMode="auto">
          <a:xfrm>
            <a:off x="4719210" y="1525363"/>
            <a:ext cx="3792758" cy="1556489"/>
            <a:chOff x="2518844" y="2563628"/>
            <a:chExt cx="1998720" cy="1475458"/>
          </a:xfrm>
        </p:grpSpPr>
        <p:grpSp>
          <p:nvGrpSpPr>
            <p:cNvPr id="32" name="Group 53"/>
            <p:cNvGrpSpPr>
              <a:grpSpLocks/>
            </p:cNvGrpSpPr>
            <p:nvPr/>
          </p:nvGrpSpPr>
          <p:grpSpPr bwMode="auto">
            <a:xfrm>
              <a:off x="2518844" y="2872068"/>
              <a:ext cx="261290" cy="1167018"/>
              <a:chOff x="1374514" y="1504950"/>
              <a:chExt cx="261290" cy="1167018"/>
            </a:xfrm>
          </p:grpSpPr>
          <p:cxnSp>
            <p:nvCxnSpPr>
              <p:cNvPr id="56" name="Straight Connector 55"/>
              <p:cNvCxnSpPr/>
              <p:nvPr/>
            </p:nvCxnSpPr>
            <p:spPr>
              <a:xfrm flipH="1" flipV="1">
                <a:off x="1374514" y="1504293"/>
                <a:ext cx="0" cy="1167675"/>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374514" y="1504293"/>
                <a:ext cx="261945"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55" name="Content Placeholder 2"/>
            <p:cNvSpPr txBox="1">
              <a:spLocks/>
            </p:cNvSpPr>
            <p:nvPr/>
          </p:nvSpPr>
          <p:spPr>
            <a:xfrm>
              <a:off x="2826828" y="2563628"/>
              <a:ext cx="1690736" cy="556866"/>
            </a:xfrm>
            <a:prstGeom prst="rect">
              <a:avLst/>
            </a:prstGeom>
          </p:spPr>
          <p:txBody>
            <a:bodyPr/>
            <a:lstStyle/>
            <a:p>
              <a:pPr eaLnBrk="1" hangingPunct="1">
                <a:lnSpc>
                  <a:spcPct val="150000"/>
                </a:lnSpc>
                <a:spcBef>
                  <a:spcPct val="20000"/>
                </a:spcBef>
                <a:buFont typeface="Arial" pitchFamily="34" charset="0"/>
                <a:buNone/>
              </a:pPr>
              <a:r>
                <a:rPr lang="en-US" altLang="zh-CN" sz="1406" dirty="0" err="1">
                  <a:solidFill>
                    <a:srgbClr val="7F7F7F"/>
                  </a:solidFill>
                </a:rPr>
                <a:t>Lorem</a:t>
              </a:r>
              <a:r>
                <a:rPr lang="en-US" altLang="zh-CN" sz="1406" dirty="0">
                  <a:solidFill>
                    <a:srgbClr val="7F7F7F"/>
                  </a:solidFill>
                </a:rPr>
                <a:t> </a:t>
              </a:r>
              <a:r>
                <a:rPr lang="en-US" altLang="zh-CN" sz="1406" dirty="0" err="1">
                  <a:solidFill>
                    <a:srgbClr val="7F7F7F"/>
                  </a:solidFill>
                </a:rPr>
                <a:t>ipsum</a:t>
              </a:r>
              <a:r>
                <a:rPr lang="en-US" altLang="zh-CN" sz="1406" dirty="0">
                  <a:solidFill>
                    <a:srgbClr val="7F7F7F"/>
                  </a:solidFill>
                </a:rPr>
                <a:t> dolor sit </a:t>
              </a:r>
              <a:r>
                <a:rPr lang="en-US" altLang="zh-CN" sz="1406" dirty="0" err="1">
                  <a:solidFill>
                    <a:srgbClr val="7F7F7F"/>
                  </a:solidFill>
                </a:rPr>
                <a:t>amet</a:t>
              </a:r>
              <a:r>
                <a:rPr lang="en-US" altLang="zh-CN" sz="1406" dirty="0">
                  <a:solidFill>
                    <a:srgbClr val="7F7F7F"/>
                  </a:solidFill>
                </a:rPr>
                <a:t>, </a:t>
              </a:r>
              <a:r>
                <a:rPr lang="en-US" altLang="zh-CN" sz="1406" dirty="0" err="1">
                  <a:solidFill>
                    <a:srgbClr val="7F7F7F"/>
                  </a:solidFill>
                </a:rPr>
                <a:t>consectetur</a:t>
              </a:r>
              <a:r>
                <a:rPr lang="en-US" altLang="zh-CN" sz="1406" dirty="0">
                  <a:solidFill>
                    <a:srgbClr val="7F7F7F"/>
                  </a:solidFill>
                </a:rPr>
                <a:t> </a:t>
              </a:r>
              <a:r>
                <a:rPr lang="en-US" altLang="zh-CN" sz="1406" dirty="0" err="1">
                  <a:solidFill>
                    <a:srgbClr val="7F7F7F"/>
                  </a:solidFill>
                </a:rPr>
                <a:t>adipiscing</a:t>
              </a:r>
              <a:r>
                <a:rPr lang="en-US" altLang="zh-CN" sz="1406" dirty="0">
                  <a:solidFill>
                    <a:srgbClr val="7F7F7F"/>
                  </a:solidFill>
                </a:rPr>
                <a:t> </a:t>
              </a:r>
              <a:r>
                <a:rPr lang="en-US" altLang="zh-CN" sz="1406" dirty="0" err="1">
                  <a:solidFill>
                    <a:srgbClr val="7F7F7F"/>
                  </a:solidFill>
                </a:rPr>
                <a:t>elit</a:t>
              </a:r>
              <a:r>
                <a:rPr lang="en-US" altLang="zh-CN" sz="1406" dirty="0">
                  <a:solidFill>
                    <a:srgbClr val="7F7F7F"/>
                  </a:solidFill>
                </a:rPr>
                <a:t>. </a:t>
              </a:r>
              <a:r>
                <a:rPr lang="en-US" altLang="zh-CN" sz="1406" dirty="0" err="1">
                  <a:solidFill>
                    <a:srgbClr val="7F7F7F"/>
                  </a:solidFill>
                </a:rPr>
                <a:t>Sed</a:t>
              </a:r>
              <a:r>
                <a:rPr lang="en-US" altLang="zh-CN" sz="1406" dirty="0">
                  <a:solidFill>
                    <a:srgbClr val="7F7F7F"/>
                  </a:solidFill>
                </a:rPr>
                <a:t> </a:t>
              </a:r>
              <a:r>
                <a:rPr lang="en-US" altLang="zh-CN" sz="1406" dirty="0" err="1">
                  <a:solidFill>
                    <a:srgbClr val="7F7F7F"/>
                  </a:solidFill>
                </a:rPr>
                <a:t>imperdiet</a:t>
              </a:r>
              <a:r>
                <a:rPr lang="en-US" altLang="zh-CN" sz="1406" dirty="0">
                  <a:solidFill>
                    <a:srgbClr val="7F7F7F"/>
                  </a:solidFill>
                </a:rPr>
                <a:t> </a:t>
              </a:r>
              <a:r>
                <a:rPr lang="en-US" altLang="zh-CN" sz="1406" dirty="0" err="1">
                  <a:solidFill>
                    <a:srgbClr val="7F7F7F"/>
                  </a:solidFill>
                </a:rPr>
                <a:t>tincidunt</a:t>
              </a:r>
              <a:r>
                <a:rPr lang="en-US" altLang="zh-CN" sz="1406" dirty="0">
                  <a:solidFill>
                    <a:srgbClr val="7F7F7F"/>
                  </a:solidFill>
                </a:rPr>
                <a:t>.</a:t>
              </a:r>
              <a:endParaRPr lang="en-US" altLang="zh-CN" sz="1265" dirty="0">
                <a:solidFill>
                  <a:srgbClr val="7F7F7F"/>
                </a:solidFill>
              </a:endParaRPr>
            </a:p>
          </p:txBody>
        </p:sp>
      </p:grpSp>
    </p:spTree>
    <p:extLst>
      <p:ext uri="{BB962C8B-B14F-4D97-AF65-F5344CB8AC3E}">
        <p14:creationId xmlns:p14="http://schemas.microsoft.com/office/powerpoint/2010/main" val="102682264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椭圆 35"/>
          <p:cNvSpPr/>
          <p:nvPr/>
        </p:nvSpPr>
        <p:spPr>
          <a:xfrm>
            <a:off x="1980098" y="2243344"/>
            <a:ext cx="1580339" cy="1580827"/>
          </a:xfrm>
          <a:prstGeom prst="ellipse">
            <a:avLst/>
          </a:prstGeom>
          <a:noFill/>
          <a:ln w="762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6389" tIns="48194" rIns="96389" bIns="48194" rtlCol="0" anchor="ctr"/>
          <a:lstStyle/>
          <a:p>
            <a:pPr algn="ctr"/>
            <a:endParaRPr lang="zh-CN" altLang="en-US"/>
          </a:p>
        </p:txBody>
      </p:sp>
      <p:sp>
        <p:nvSpPr>
          <p:cNvPr id="37" name="弧形 36"/>
          <p:cNvSpPr/>
          <p:nvPr/>
        </p:nvSpPr>
        <p:spPr>
          <a:xfrm>
            <a:off x="1980098" y="2243344"/>
            <a:ext cx="1580339" cy="1580827"/>
          </a:xfrm>
          <a:prstGeom prst="arc">
            <a:avLst>
              <a:gd name="adj1" fmla="val 16200000"/>
              <a:gd name="adj2" fmla="val 13210481"/>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lIns="96389" tIns="48194" rIns="96389" bIns="48194" rtlCol="0" anchor="ctr"/>
          <a:lstStyle/>
          <a:p>
            <a:pPr algn="ctr"/>
            <a:endParaRPr lang="zh-CN" altLang="en-US"/>
          </a:p>
        </p:txBody>
      </p:sp>
      <p:sp>
        <p:nvSpPr>
          <p:cNvPr id="38" name="椭圆 37"/>
          <p:cNvSpPr/>
          <p:nvPr/>
        </p:nvSpPr>
        <p:spPr>
          <a:xfrm>
            <a:off x="4423463" y="2239995"/>
            <a:ext cx="1580339" cy="1580827"/>
          </a:xfrm>
          <a:prstGeom prst="ellipse">
            <a:avLst/>
          </a:prstGeom>
          <a:noFill/>
          <a:ln w="762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6389" tIns="48194" rIns="96389" bIns="48194" rtlCol="0" anchor="ctr"/>
          <a:lstStyle/>
          <a:p>
            <a:pPr algn="ctr"/>
            <a:endParaRPr lang="zh-CN" altLang="en-US"/>
          </a:p>
        </p:txBody>
      </p:sp>
      <p:sp>
        <p:nvSpPr>
          <p:cNvPr id="39" name="弧形 38"/>
          <p:cNvSpPr/>
          <p:nvPr/>
        </p:nvSpPr>
        <p:spPr>
          <a:xfrm>
            <a:off x="4423463" y="2239995"/>
            <a:ext cx="1580339" cy="1580827"/>
          </a:xfrm>
          <a:prstGeom prst="arc">
            <a:avLst>
              <a:gd name="adj1" fmla="val 16200000"/>
              <a:gd name="adj2" fmla="val 11235840"/>
            </a:avLst>
          </a:prstGeom>
          <a:ln w="76200">
            <a:solidFill>
              <a:schemeClr val="accent1"/>
            </a:solidFill>
          </a:ln>
        </p:spPr>
        <p:style>
          <a:lnRef idx="1">
            <a:schemeClr val="accent1"/>
          </a:lnRef>
          <a:fillRef idx="0">
            <a:schemeClr val="accent1"/>
          </a:fillRef>
          <a:effectRef idx="0">
            <a:schemeClr val="accent1"/>
          </a:effectRef>
          <a:fontRef idx="minor">
            <a:schemeClr val="tx1"/>
          </a:fontRef>
        </p:style>
        <p:txBody>
          <a:bodyPr lIns="96389" tIns="48194" rIns="96389" bIns="48194" rtlCol="0" anchor="ctr"/>
          <a:lstStyle/>
          <a:p>
            <a:pPr algn="ctr"/>
            <a:endParaRPr lang="zh-CN" altLang="en-US"/>
          </a:p>
        </p:txBody>
      </p:sp>
      <p:sp>
        <p:nvSpPr>
          <p:cNvPr id="40" name="椭圆 39"/>
          <p:cNvSpPr/>
          <p:nvPr/>
        </p:nvSpPr>
        <p:spPr>
          <a:xfrm>
            <a:off x="6934370" y="2199430"/>
            <a:ext cx="1580339" cy="1580827"/>
          </a:xfrm>
          <a:prstGeom prst="ellipse">
            <a:avLst/>
          </a:prstGeom>
          <a:noFill/>
          <a:ln w="762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6389" tIns="48194" rIns="96389" bIns="48194" rtlCol="0" anchor="ctr"/>
          <a:lstStyle/>
          <a:p>
            <a:pPr algn="ctr"/>
            <a:endParaRPr lang="zh-CN" altLang="en-US"/>
          </a:p>
        </p:txBody>
      </p:sp>
      <p:sp>
        <p:nvSpPr>
          <p:cNvPr id="41" name="弧形 40"/>
          <p:cNvSpPr/>
          <p:nvPr/>
        </p:nvSpPr>
        <p:spPr>
          <a:xfrm>
            <a:off x="6934370" y="2199430"/>
            <a:ext cx="1580339" cy="1580827"/>
          </a:xfrm>
          <a:prstGeom prst="arc">
            <a:avLst>
              <a:gd name="adj1" fmla="val 16200000"/>
              <a:gd name="adj2" fmla="val 11484651"/>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lIns="96389" tIns="48194" rIns="96389" bIns="48194" rtlCol="0" anchor="ctr"/>
          <a:lstStyle/>
          <a:p>
            <a:pPr algn="ctr"/>
            <a:endParaRPr lang="zh-CN" altLang="en-US"/>
          </a:p>
        </p:txBody>
      </p:sp>
      <p:sp>
        <p:nvSpPr>
          <p:cNvPr id="42" name="椭圆 41"/>
          <p:cNvSpPr/>
          <p:nvPr/>
        </p:nvSpPr>
        <p:spPr>
          <a:xfrm>
            <a:off x="9416945" y="2239995"/>
            <a:ext cx="1580339" cy="1580827"/>
          </a:xfrm>
          <a:prstGeom prst="ellipse">
            <a:avLst/>
          </a:prstGeom>
          <a:noFill/>
          <a:ln w="762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6389" tIns="48194" rIns="96389" bIns="48194" rtlCol="0" anchor="ctr"/>
          <a:lstStyle/>
          <a:p>
            <a:pPr algn="ctr"/>
            <a:endParaRPr lang="zh-CN" altLang="en-US"/>
          </a:p>
        </p:txBody>
      </p:sp>
      <p:sp>
        <p:nvSpPr>
          <p:cNvPr id="43" name="弧形 42"/>
          <p:cNvSpPr/>
          <p:nvPr/>
        </p:nvSpPr>
        <p:spPr>
          <a:xfrm>
            <a:off x="9416945" y="2239995"/>
            <a:ext cx="1580339" cy="1580827"/>
          </a:xfrm>
          <a:prstGeom prst="arc">
            <a:avLst>
              <a:gd name="adj1" fmla="val 16200000"/>
              <a:gd name="adj2" fmla="val 11441934"/>
            </a:avLst>
          </a:prstGeom>
          <a:ln w="76200">
            <a:solidFill>
              <a:schemeClr val="accent1"/>
            </a:solidFill>
          </a:ln>
        </p:spPr>
        <p:style>
          <a:lnRef idx="1">
            <a:schemeClr val="accent1"/>
          </a:lnRef>
          <a:fillRef idx="0">
            <a:schemeClr val="accent1"/>
          </a:fillRef>
          <a:effectRef idx="0">
            <a:schemeClr val="accent1"/>
          </a:effectRef>
          <a:fontRef idx="minor">
            <a:schemeClr val="tx1"/>
          </a:fontRef>
        </p:style>
        <p:txBody>
          <a:bodyPr lIns="96389" tIns="48194" rIns="96389" bIns="48194" rtlCol="0" anchor="ctr"/>
          <a:lstStyle/>
          <a:p>
            <a:pPr algn="ctr"/>
            <a:endParaRPr lang="zh-CN" altLang="en-US"/>
          </a:p>
        </p:txBody>
      </p:sp>
      <p:sp>
        <p:nvSpPr>
          <p:cNvPr id="52" name="文本框 51"/>
          <p:cNvSpPr txBox="1"/>
          <p:nvPr/>
        </p:nvSpPr>
        <p:spPr>
          <a:xfrm>
            <a:off x="1734754" y="5170606"/>
            <a:ext cx="1901975" cy="1362740"/>
          </a:xfrm>
          <a:prstGeom prst="rect">
            <a:avLst/>
          </a:prstGeom>
          <a:noFill/>
        </p:spPr>
        <p:txBody>
          <a:bodyPr wrap="square" lIns="96389" tIns="48194" rIns="96389" bIns="48194" rtlCol="0">
            <a:spAutoFit/>
          </a:bodyPr>
          <a:lstStyle/>
          <a:p>
            <a:pPr>
              <a:lnSpc>
                <a:spcPct val="130000"/>
              </a:lnSpc>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53" name="文本框 52"/>
          <p:cNvSpPr txBox="1"/>
          <p:nvPr/>
        </p:nvSpPr>
        <p:spPr>
          <a:xfrm>
            <a:off x="1939199" y="4526134"/>
            <a:ext cx="1493093" cy="305015"/>
          </a:xfrm>
          <a:prstGeom prst="rect">
            <a:avLst/>
          </a:prstGeom>
          <a:noFill/>
        </p:spPr>
        <p:txBody>
          <a:bodyPr wrap="none" lIns="96389" tIns="48194" rIns="96389" bIns="48194" rtlCol="0">
            <a:spAutoFit/>
          </a:bodyPr>
          <a:lstStyle>
            <a:defPPr>
              <a:defRPr lang="zh-CN"/>
            </a:defPPr>
            <a:lvl1pPr algn="ctr">
              <a:defRPr sz="3200">
                <a:solidFill>
                  <a:schemeClr val="tx1">
                    <a:lumMod val="65000"/>
                    <a:lumOff val="35000"/>
                  </a:schemeClr>
                </a:solidFill>
              </a:defRPr>
            </a:lvl1pPr>
          </a:lstStyle>
          <a:p>
            <a:pPr defTabSz="963964">
              <a:lnSpc>
                <a:spcPct val="80000"/>
              </a:lnSpc>
              <a:defRPr/>
            </a:pPr>
            <a:r>
              <a:rPr lang="zh-CN" altLang="en-US" sz="1687" dirty="0">
                <a:latin typeface="微软雅黑" pitchFamily="34" charset="-122"/>
                <a:ea typeface="微软雅黑" pitchFamily="34" charset="-122"/>
                <a:cs typeface="+mn-ea"/>
                <a:sym typeface="+mn-lt"/>
              </a:rPr>
              <a:t>单击添加标题</a:t>
            </a:r>
            <a:endParaRPr lang="en-US" altLang="zh-CN" sz="1687" dirty="0">
              <a:latin typeface="微软雅黑" pitchFamily="34" charset="-122"/>
              <a:ea typeface="微软雅黑" pitchFamily="34" charset="-122"/>
              <a:cs typeface="+mn-ea"/>
              <a:sym typeface="+mn-lt"/>
            </a:endParaRPr>
          </a:p>
        </p:txBody>
      </p:sp>
      <p:sp>
        <p:nvSpPr>
          <p:cNvPr id="54" name="文本框 53"/>
          <p:cNvSpPr txBox="1"/>
          <p:nvPr/>
        </p:nvSpPr>
        <p:spPr>
          <a:xfrm>
            <a:off x="4347170" y="5170607"/>
            <a:ext cx="1901975" cy="1362740"/>
          </a:xfrm>
          <a:prstGeom prst="rect">
            <a:avLst/>
          </a:prstGeom>
          <a:noFill/>
        </p:spPr>
        <p:txBody>
          <a:bodyPr wrap="square" lIns="96389" tIns="48194" rIns="96389" bIns="48194" rtlCol="0">
            <a:spAutoFit/>
          </a:bodyPr>
          <a:lstStyle/>
          <a:p>
            <a:pPr>
              <a:lnSpc>
                <a:spcPct val="130000"/>
              </a:lnSpc>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55" name="文本框 54"/>
          <p:cNvSpPr txBox="1"/>
          <p:nvPr/>
        </p:nvSpPr>
        <p:spPr>
          <a:xfrm>
            <a:off x="4551614" y="4526134"/>
            <a:ext cx="1493093" cy="305015"/>
          </a:xfrm>
          <a:prstGeom prst="rect">
            <a:avLst/>
          </a:prstGeom>
          <a:noFill/>
        </p:spPr>
        <p:txBody>
          <a:bodyPr wrap="none" lIns="96389" tIns="48194" rIns="96389" bIns="48194" rtlCol="0">
            <a:spAutoFit/>
          </a:bodyPr>
          <a:lstStyle>
            <a:defPPr>
              <a:defRPr lang="zh-CN"/>
            </a:defPPr>
            <a:lvl1pPr algn="ctr">
              <a:defRPr sz="3200">
                <a:solidFill>
                  <a:schemeClr val="tx1">
                    <a:lumMod val="65000"/>
                    <a:lumOff val="35000"/>
                  </a:schemeClr>
                </a:solidFill>
              </a:defRPr>
            </a:lvl1pPr>
          </a:lstStyle>
          <a:p>
            <a:pPr defTabSz="963964">
              <a:lnSpc>
                <a:spcPct val="80000"/>
              </a:lnSpc>
              <a:defRPr/>
            </a:pPr>
            <a:r>
              <a:rPr lang="zh-CN" altLang="en-US" sz="1687" dirty="0">
                <a:latin typeface="微软雅黑" pitchFamily="34" charset="-122"/>
                <a:ea typeface="微软雅黑" pitchFamily="34" charset="-122"/>
                <a:cs typeface="+mn-ea"/>
                <a:sym typeface="+mn-lt"/>
              </a:rPr>
              <a:t>单击添加标题</a:t>
            </a:r>
            <a:endParaRPr lang="en-US" altLang="zh-CN" sz="1687" dirty="0">
              <a:latin typeface="微软雅黑" pitchFamily="34" charset="-122"/>
              <a:ea typeface="微软雅黑" pitchFamily="34" charset="-122"/>
              <a:cs typeface="+mn-ea"/>
              <a:sym typeface="+mn-lt"/>
            </a:endParaRPr>
          </a:p>
        </p:txBody>
      </p:sp>
      <p:sp>
        <p:nvSpPr>
          <p:cNvPr id="56" name="文本框 55"/>
          <p:cNvSpPr txBox="1"/>
          <p:nvPr/>
        </p:nvSpPr>
        <p:spPr>
          <a:xfrm>
            <a:off x="6858078" y="5170607"/>
            <a:ext cx="1901975" cy="1362740"/>
          </a:xfrm>
          <a:prstGeom prst="rect">
            <a:avLst/>
          </a:prstGeom>
          <a:noFill/>
        </p:spPr>
        <p:txBody>
          <a:bodyPr wrap="square" lIns="96389" tIns="48194" rIns="96389" bIns="48194" rtlCol="0">
            <a:spAutoFit/>
          </a:bodyPr>
          <a:lstStyle/>
          <a:p>
            <a:pPr>
              <a:lnSpc>
                <a:spcPct val="130000"/>
              </a:lnSpc>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57" name="文本框 56"/>
          <p:cNvSpPr txBox="1"/>
          <p:nvPr/>
        </p:nvSpPr>
        <p:spPr>
          <a:xfrm>
            <a:off x="7062521" y="4526134"/>
            <a:ext cx="1493093" cy="305015"/>
          </a:xfrm>
          <a:prstGeom prst="rect">
            <a:avLst/>
          </a:prstGeom>
          <a:noFill/>
        </p:spPr>
        <p:txBody>
          <a:bodyPr wrap="none" lIns="96389" tIns="48194" rIns="96389" bIns="48194" rtlCol="0">
            <a:spAutoFit/>
          </a:bodyPr>
          <a:lstStyle>
            <a:defPPr>
              <a:defRPr lang="zh-CN"/>
            </a:defPPr>
            <a:lvl1pPr algn="ctr">
              <a:defRPr sz="3200">
                <a:solidFill>
                  <a:schemeClr val="tx1">
                    <a:lumMod val="65000"/>
                    <a:lumOff val="35000"/>
                  </a:schemeClr>
                </a:solidFill>
              </a:defRPr>
            </a:lvl1pPr>
          </a:lstStyle>
          <a:p>
            <a:pPr defTabSz="963964">
              <a:lnSpc>
                <a:spcPct val="80000"/>
              </a:lnSpc>
              <a:defRPr/>
            </a:pPr>
            <a:r>
              <a:rPr lang="zh-CN" altLang="en-US" sz="1687" dirty="0">
                <a:latin typeface="微软雅黑" pitchFamily="34" charset="-122"/>
                <a:ea typeface="微软雅黑" pitchFamily="34" charset="-122"/>
                <a:cs typeface="+mn-ea"/>
                <a:sym typeface="+mn-lt"/>
              </a:rPr>
              <a:t>单击添加标题</a:t>
            </a:r>
            <a:endParaRPr lang="en-US" altLang="zh-CN" sz="1687" dirty="0">
              <a:latin typeface="微软雅黑" pitchFamily="34" charset="-122"/>
              <a:ea typeface="微软雅黑" pitchFamily="34" charset="-122"/>
              <a:cs typeface="+mn-ea"/>
              <a:sym typeface="+mn-lt"/>
            </a:endParaRPr>
          </a:p>
        </p:txBody>
      </p:sp>
      <p:sp>
        <p:nvSpPr>
          <p:cNvPr id="58" name="文本框 57"/>
          <p:cNvSpPr txBox="1"/>
          <p:nvPr/>
        </p:nvSpPr>
        <p:spPr>
          <a:xfrm>
            <a:off x="9328053" y="5170606"/>
            <a:ext cx="1901975" cy="1362740"/>
          </a:xfrm>
          <a:prstGeom prst="rect">
            <a:avLst/>
          </a:prstGeom>
          <a:noFill/>
        </p:spPr>
        <p:txBody>
          <a:bodyPr wrap="square" lIns="96389" tIns="48194" rIns="96389" bIns="48194" rtlCol="0">
            <a:spAutoFit/>
          </a:bodyPr>
          <a:lstStyle/>
          <a:p>
            <a:pPr>
              <a:lnSpc>
                <a:spcPct val="130000"/>
              </a:lnSpc>
            </a:pPr>
            <a:r>
              <a:rPr lang="zh-CN" altLang="en-US" sz="1265" dirty="0">
                <a:solidFill>
                  <a:schemeClr val="tx1">
                    <a:lumMod val="50000"/>
                    <a:lumOff val="50000"/>
                  </a:schemeClr>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59" name="文本框 58"/>
          <p:cNvSpPr txBox="1"/>
          <p:nvPr/>
        </p:nvSpPr>
        <p:spPr>
          <a:xfrm>
            <a:off x="9532498" y="4526134"/>
            <a:ext cx="1493093" cy="305015"/>
          </a:xfrm>
          <a:prstGeom prst="rect">
            <a:avLst/>
          </a:prstGeom>
          <a:noFill/>
        </p:spPr>
        <p:txBody>
          <a:bodyPr wrap="none" lIns="96389" tIns="48194" rIns="96389" bIns="48194" rtlCol="0">
            <a:spAutoFit/>
          </a:bodyPr>
          <a:lstStyle>
            <a:defPPr>
              <a:defRPr lang="zh-CN"/>
            </a:defPPr>
            <a:lvl1pPr algn="ctr">
              <a:defRPr sz="3200">
                <a:solidFill>
                  <a:schemeClr val="tx1">
                    <a:lumMod val="65000"/>
                    <a:lumOff val="35000"/>
                  </a:schemeClr>
                </a:solidFill>
              </a:defRPr>
            </a:lvl1pPr>
          </a:lstStyle>
          <a:p>
            <a:pPr defTabSz="963964">
              <a:lnSpc>
                <a:spcPct val="80000"/>
              </a:lnSpc>
              <a:defRPr/>
            </a:pPr>
            <a:r>
              <a:rPr lang="zh-CN" altLang="en-US" sz="1687" dirty="0">
                <a:latin typeface="微软雅黑" pitchFamily="34" charset="-122"/>
                <a:ea typeface="微软雅黑" pitchFamily="34" charset="-122"/>
                <a:cs typeface="+mn-ea"/>
                <a:sym typeface="+mn-lt"/>
              </a:rPr>
              <a:t>单击添加标题</a:t>
            </a:r>
            <a:endParaRPr lang="en-US" altLang="zh-CN" sz="1687" dirty="0">
              <a:latin typeface="微软雅黑" pitchFamily="34" charset="-122"/>
              <a:ea typeface="微软雅黑" pitchFamily="34" charset="-122"/>
              <a:cs typeface="+mn-ea"/>
              <a:sym typeface="+mn-lt"/>
            </a:endParaRPr>
          </a:p>
        </p:txBody>
      </p:sp>
      <p:graphicFrame>
        <p:nvGraphicFramePr>
          <p:cNvPr id="60" name="对象 59"/>
          <p:cNvGraphicFramePr>
            <a:graphicFrameLocks noChangeAspect="1"/>
          </p:cNvGraphicFramePr>
          <p:nvPr/>
        </p:nvGraphicFramePr>
        <p:xfrm>
          <a:off x="2533786" y="2838745"/>
          <a:ext cx="499744" cy="436897"/>
        </p:xfrm>
        <a:graphic>
          <a:graphicData uri="http://schemas.openxmlformats.org/presentationml/2006/ole">
            <mc:AlternateContent xmlns:mc="http://schemas.openxmlformats.org/markup-compatibility/2006">
              <mc:Choice xmlns:v="urn:schemas-microsoft-com:vml" Requires="v">
                <p:oleObj name="CorelDRAW" r:id="rId3" imgW="772200" imgH="675720" progId="">
                  <p:embed/>
                </p:oleObj>
              </mc:Choice>
              <mc:Fallback>
                <p:oleObj name="CorelDRAW" r:id="rId3" imgW="772200" imgH="675720" progId="">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786" y="2838745"/>
                        <a:ext cx="499744" cy="4368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1" name="对象 60"/>
          <p:cNvGraphicFramePr>
            <a:graphicFrameLocks noChangeAspect="1"/>
          </p:cNvGraphicFramePr>
          <p:nvPr/>
        </p:nvGraphicFramePr>
        <p:xfrm>
          <a:off x="4966475" y="2838745"/>
          <a:ext cx="494315" cy="475398"/>
        </p:xfrm>
        <a:graphic>
          <a:graphicData uri="http://schemas.openxmlformats.org/presentationml/2006/ole">
            <mc:AlternateContent xmlns:mc="http://schemas.openxmlformats.org/markup-compatibility/2006">
              <mc:Choice xmlns:v="urn:schemas-microsoft-com:vml" Requires="v">
                <p:oleObj name="CorelDRAW" r:id="rId5" imgW="822240" imgH="792360" progId="">
                  <p:embed/>
                </p:oleObj>
              </mc:Choice>
              <mc:Fallback>
                <p:oleObj name="CorelDRAW" r:id="rId5" imgW="822240" imgH="792360" progId="">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66475" y="2838745"/>
                        <a:ext cx="494315" cy="47539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2" name="对象 61"/>
          <p:cNvGraphicFramePr>
            <a:graphicFrameLocks noChangeAspect="1"/>
          </p:cNvGraphicFramePr>
          <p:nvPr/>
        </p:nvGraphicFramePr>
        <p:xfrm>
          <a:off x="7493575" y="2741057"/>
          <a:ext cx="497422" cy="497573"/>
        </p:xfrm>
        <a:graphic>
          <a:graphicData uri="http://schemas.openxmlformats.org/presentationml/2006/ole">
            <mc:AlternateContent xmlns:mc="http://schemas.openxmlformats.org/markup-compatibility/2006">
              <mc:Choice xmlns:v="urn:schemas-microsoft-com:vml" Requires="v">
                <p:oleObj name="CorelDRAW" r:id="rId7" imgW="827280" imgH="827280" progId="">
                  <p:embed/>
                </p:oleObj>
              </mc:Choice>
              <mc:Fallback>
                <p:oleObj name="CorelDRAW" r:id="rId7" imgW="827280" imgH="827280" progId="">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93575" y="2741057"/>
                        <a:ext cx="497422" cy="4975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63" name="对象 62"/>
          <p:cNvGraphicFramePr>
            <a:graphicFrameLocks noChangeAspect="1"/>
          </p:cNvGraphicFramePr>
          <p:nvPr/>
        </p:nvGraphicFramePr>
        <p:xfrm>
          <a:off x="9909328" y="2803965"/>
          <a:ext cx="595576" cy="435104"/>
        </p:xfrm>
        <a:graphic>
          <a:graphicData uri="http://schemas.openxmlformats.org/presentationml/2006/ole">
            <mc:AlternateContent xmlns:mc="http://schemas.openxmlformats.org/markup-compatibility/2006">
              <mc:Choice xmlns:v="urn:schemas-microsoft-com:vml" Requires="v">
                <p:oleObj name="CorelDRAW" r:id="rId9" imgW="941760" imgH="687600" progId="">
                  <p:embed/>
                </p:oleObj>
              </mc:Choice>
              <mc:Fallback>
                <p:oleObj name="CorelDRAW" r:id="rId9" imgW="941760" imgH="687600" progId="">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09328" y="2803965"/>
                        <a:ext cx="595576" cy="4351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4328606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grpId="0" nodeType="click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wheel(1)">
                                      <p:cBhvr>
                                        <p:cTn id="14" dur="2000"/>
                                        <p:tgtEl>
                                          <p:spTgt spid="37"/>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60"/>
                                        </p:tgtEl>
                                        <p:attrNameLst>
                                          <p:attrName>style.visibility</p:attrName>
                                        </p:attrNameLst>
                                      </p:cBhvr>
                                      <p:to>
                                        <p:strVal val="visible"/>
                                      </p:to>
                                    </p:set>
                                    <p:anim calcmode="lin" valueType="num">
                                      <p:cBhvr>
                                        <p:cTn id="19" dur="500" fill="hold"/>
                                        <p:tgtEl>
                                          <p:spTgt spid="60"/>
                                        </p:tgtEl>
                                        <p:attrNameLst>
                                          <p:attrName>ppt_w</p:attrName>
                                        </p:attrNameLst>
                                      </p:cBhvr>
                                      <p:tavLst>
                                        <p:tav tm="0">
                                          <p:val>
                                            <p:fltVal val="0"/>
                                          </p:val>
                                        </p:tav>
                                        <p:tav tm="100000">
                                          <p:val>
                                            <p:strVal val="#ppt_w"/>
                                          </p:val>
                                        </p:tav>
                                      </p:tavLst>
                                    </p:anim>
                                    <p:anim calcmode="lin" valueType="num">
                                      <p:cBhvr>
                                        <p:cTn id="20" dur="500" fill="hold"/>
                                        <p:tgtEl>
                                          <p:spTgt spid="60"/>
                                        </p:tgtEl>
                                        <p:attrNameLst>
                                          <p:attrName>ppt_h</p:attrName>
                                        </p:attrNameLst>
                                      </p:cBhvr>
                                      <p:tavLst>
                                        <p:tav tm="0">
                                          <p:val>
                                            <p:fltVal val="0"/>
                                          </p:val>
                                        </p:tav>
                                        <p:tav tm="100000">
                                          <p:val>
                                            <p:strVal val="#ppt_h"/>
                                          </p:val>
                                        </p:tav>
                                      </p:tavLst>
                                    </p:anim>
                                    <p:animEffect transition="in" filter="fade">
                                      <p:cBhvr>
                                        <p:cTn id="21" dur="500"/>
                                        <p:tgtEl>
                                          <p:spTgt spid="60"/>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 fill="hold"/>
                                        <p:tgtEl>
                                          <p:spTgt spid="38"/>
                                        </p:tgtEl>
                                        <p:attrNameLst>
                                          <p:attrName>ppt_w</p:attrName>
                                        </p:attrNameLst>
                                      </p:cBhvr>
                                      <p:tavLst>
                                        <p:tav tm="0">
                                          <p:val>
                                            <p:fltVal val="0"/>
                                          </p:val>
                                        </p:tav>
                                        <p:tav tm="100000">
                                          <p:val>
                                            <p:strVal val="#ppt_w"/>
                                          </p:val>
                                        </p:tav>
                                      </p:tavLst>
                                    </p:anim>
                                    <p:anim calcmode="lin" valueType="num">
                                      <p:cBhvr>
                                        <p:cTn id="27" dur="500" fill="hold"/>
                                        <p:tgtEl>
                                          <p:spTgt spid="38"/>
                                        </p:tgtEl>
                                        <p:attrNameLst>
                                          <p:attrName>ppt_h</p:attrName>
                                        </p:attrNameLst>
                                      </p:cBhvr>
                                      <p:tavLst>
                                        <p:tav tm="0">
                                          <p:val>
                                            <p:fltVal val="0"/>
                                          </p:val>
                                        </p:tav>
                                        <p:tav tm="100000">
                                          <p:val>
                                            <p:strVal val="#ppt_h"/>
                                          </p:val>
                                        </p:tav>
                                      </p:tavLst>
                                    </p:anim>
                                    <p:animEffect transition="in" filter="fade">
                                      <p:cBhvr>
                                        <p:cTn id="28" dur="500"/>
                                        <p:tgtEl>
                                          <p:spTgt spid="38"/>
                                        </p:tgtEl>
                                      </p:cBhvr>
                                    </p:animEffect>
                                  </p:childTnLst>
                                </p:cTn>
                              </p:par>
                            </p:childTnLst>
                          </p:cTn>
                        </p:par>
                      </p:childTnLst>
                    </p:cTn>
                  </p:par>
                  <p:par>
                    <p:cTn id="29" fill="hold">
                      <p:stCondLst>
                        <p:cond delay="indefinite"/>
                      </p:stCondLst>
                      <p:childTnLst>
                        <p:par>
                          <p:cTn id="30" fill="hold">
                            <p:stCondLst>
                              <p:cond delay="0"/>
                            </p:stCondLst>
                            <p:childTnLst>
                              <p:par>
                                <p:cTn id="31" presetID="21" presetClass="entr" presetSubtype="1"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wheel(1)">
                                      <p:cBhvr>
                                        <p:cTn id="33" dur="2000"/>
                                        <p:tgtEl>
                                          <p:spTgt spid="39"/>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nodeType="clickEffect">
                                  <p:stCondLst>
                                    <p:cond delay="0"/>
                                  </p:stCondLst>
                                  <p:childTnLst>
                                    <p:set>
                                      <p:cBhvr>
                                        <p:cTn id="37" dur="1" fill="hold">
                                          <p:stCondLst>
                                            <p:cond delay="0"/>
                                          </p:stCondLst>
                                        </p:cTn>
                                        <p:tgtEl>
                                          <p:spTgt spid="61"/>
                                        </p:tgtEl>
                                        <p:attrNameLst>
                                          <p:attrName>style.visibility</p:attrName>
                                        </p:attrNameLst>
                                      </p:cBhvr>
                                      <p:to>
                                        <p:strVal val="visible"/>
                                      </p:to>
                                    </p:set>
                                    <p:anim calcmode="lin" valueType="num">
                                      <p:cBhvr>
                                        <p:cTn id="38" dur="500" fill="hold"/>
                                        <p:tgtEl>
                                          <p:spTgt spid="61"/>
                                        </p:tgtEl>
                                        <p:attrNameLst>
                                          <p:attrName>ppt_w</p:attrName>
                                        </p:attrNameLst>
                                      </p:cBhvr>
                                      <p:tavLst>
                                        <p:tav tm="0">
                                          <p:val>
                                            <p:fltVal val="0"/>
                                          </p:val>
                                        </p:tav>
                                        <p:tav tm="100000">
                                          <p:val>
                                            <p:strVal val="#ppt_w"/>
                                          </p:val>
                                        </p:tav>
                                      </p:tavLst>
                                    </p:anim>
                                    <p:anim calcmode="lin" valueType="num">
                                      <p:cBhvr>
                                        <p:cTn id="39" dur="500" fill="hold"/>
                                        <p:tgtEl>
                                          <p:spTgt spid="61"/>
                                        </p:tgtEl>
                                        <p:attrNameLst>
                                          <p:attrName>ppt_h</p:attrName>
                                        </p:attrNameLst>
                                      </p:cBhvr>
                                      <p:tavLst>
                                        <p:tav tm="0">
                                          <p:val>
                                            <p:fltVal val="0"/>
                                          </p:val>
                                        </p:tav>
                                        <p:tav tm="100000">
                                          <p:val>
                                            <p:strVal val="#ppt_h"/>
                                          </p:val>
                                        </p:tav>
                                      </p:tavLst>
                                    </p:anim>
                                    <p:animEffect transition="in" filter="fade">
                                      <p:cBhvr>
                                        <p:cTn id="40" dur="500"/>
                                        <p:tgtEl>
                                          <p:spTgt spid="61"/>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40"/>
                                        </p:tgtEl>
                                        <p:attrNameLst>
                                          <p:attrName>style.visibility</p:attrName>
                                        </p:attrNameLst>
                                      </p:cBhvr>
                                      <p:to>
                                        <p:strVal val="visible"/>
                                      </p:to>
                                    </p:set>
                                    <p:anim calcmode="lin" valueType="num">
                                      <p:cBhvr>
                                        <p:cTn id="45" dur="500" fill="hold"/>
                                        <p:tgtEl>
                                          <p:spTgt spid="40"/>
                                        </p:tgtEl>
                                        <p:attrNameLst>
                                          <p:attrName>ppt_w</p:attrName>
                                        </p:attrNameLst>
                                      </p:cBhvr>
                                      <p:tavLst>
                                        <p:tav tm="0">
                                          <p:val>
                                            <p:fltVal val="0"/>
                                          </p:val>
                                        </p:tav>
                                        <p:tav tm="100000">
                                          <p:val>
                                            <p:strVal val="#ppt_w"/>
                                          </p:val>
                                        </p:tav>
                                      </p:tavLst>
                                    </p:anim>
                                    <p:anim calcmode="lin" valueType="num">
                                      <p:cBhvr>
                                        <p:cTn id="46" dur="500" fill="hold"/>
                                        <p:tgtEl>
                                          <p:spTgt spid="40"/>
                                        </p:tgtEl>
                                        <p:attrNameLst>
                                          <p:attrName>ppt_h</p:attrName>
                                        </p:attrNameLst>
                                      </p:cBhvr>
                                      <p:tavLst>
                                        <p:tav tm="0">
                                          <p:val>
                                            <p:fltVal val="0"/>
                                          </p:val>
                                        </p:tav>
                                        <p:tav tm="100000">
                                          <p:val>
                                            <p:strVal val="#ppt_h"/>
                                          </p:val>
                                        </p:tav>
                                      </p:tavLst>
                                    </p:anim>
                                    <p:animEffect transition="in" filter="fade">
                                      <p:cBhvr>
                                        <p:cTn id="47" dur="500"/>
                                        <p:tgtEl>
                                          <p:spTgt spid="40"/>
                                        </p:tgtEl>
                                      </p:cBhvr>
                                    </p:animEffect>
                                  </p:childTnLst>
                                </p:cTn>
                              </p:par>
                            </p:childTnLst>
                          </p:cTn>
                        </p:par>
                      </p:childTnLst>
                    </p:cTn>
                  </p:par>
                  <p:par>
                    <p:cTn id="48" fill="hold">
                      <p:stCondLst>
                        <p:cond delay="indefinite"/>
                      </p:stCondLst>
                      <p:childTnLst>
                        <p:par>
                          <p:cTn id="49" fill="hold">
                            <p:stCondLst>
                              <p:cond delay="0"/>
                            </p:stCondLst>
                            <p:childTnLst>
                              <p:par>
                                <p:cTn id="50" presetID="21" presetClass="entr" presetSubtype="1" fill="hold" grpId="0" nodeType="click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wheel(1)">
                                      <p:cBhvr>
                                        <p:cTn id="52" dur="2000"/>
                                        <p:tgtEl>
                                          <p:spTgt spid="41"/>
                                        </p:tgtEl>
                                      </p:cBhvr>
                                    </p:animEffect>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nodeType="clickEffect">
                                  <p:stCondLst>
                                    <p:cond delay="0"/>
                                  </p:stCondLst>
                                  <p:childTnLst>
                                    <p:set>
                                      <p:cBhvr>
                                        <p:cTn id="56" dur="1" fill="hold">
                                          <p:stCondLst>
                                            <p:cond delay="0"/>
                                          </p:stCondLst>
                                        </p:cTn>
                                        <p:tgtEl>
                                          <p:spTgt spid="62"/>
                                        </p:tgtEl>
                                        <p:attrNameLst>
                                          <p:attrName>style.visibility</p:attrName>
                                        </p:attrNameLst>
                                      </p:cBhvr>
                                      <p:to>
                                        <p:strVal val="visible"/>
                                      </p:to>
                                    </p:set>
                                    <p:anim calcmode="lin" valueType="num">
                                      <p:cBhvr>
                                        <p:cTn id="57" dur="500" fill="hold"/>
                                        <p:tgtEl>
                                          <p:spTgt spid="62"/>
                                        </p:tgtEl>
                                        <p:attrNameLst>
                                          <p:attrName>ppt_w</p:attrName>
                                        </p:attrNameLst>
                                      </p:cBhvr>
                                      <p:tavLst>
                                        <p:tav tm="0">
                                          <p:val>
                                            <p:fltVal val="0"/>
                                          </p:val>
                                        </p:tav>
                                        <p:tav tm="100000">
                                          <p:val>
                                            <p:strVal val="#ppt_w"/>
                                          </p:val>
                                        </p:tav>
                                      </p:tavLst>
                                    </p:anim>
                                    <p:anim calcmode="lin" valueType="num">
                                      <p:cBhvr>
                                        <p:cTn id="58" dur="500" fill="hold"/>
                                        <p:tgtEl>
                                          <p:spTgt spid="62"/>
                                        </p:tgtEl>
                                        <p:attrNameLst>
                                          <p:attrName>ppt_h</p:attrName>
                                        </p:attrNameLst>
                                      </p:cBhvr>
                                      <p:tavLst>
                                        <p:tav tm="0">
                                          <p:val>
                                            <p:fltVal val="0"/>
                                          </p:val>
                                        </p:tav>
                                        <p:tav tm="100000">
                                          <p:val>
                                            <p:strVal val="#ppt_h"/>
                                          </p:val>
                                        </p:tav>
                                      </p:tavLst>
                                    </p:anim>
                                    <p:animEffect transition="in" filter="fade">
                                      <p:cBhvr>
                                        <p:cTn id="59" dur="500"/>
                                        <p:tgtEl>
                                          <p:spTgt spid="62"/>
                                        </p:tgtEl>
                                      </p:cBhvr>
                                    </p:animEffect>
                                  </p:childTnLst>
                                </p:cTn>
                              </p:par>
                            </p:childTnLst>
                          </p:cTn>
                        </p:par>
                      </p:childTnLst>
                    </p:cTn>
                  </p:par>
                  <p:par>
                    <p:cTn id="60" fill="hold">
                      <p:stCondLst>
                        <p:cond delay="indefinite"/>
                      </p:stCondLst>
                      <p:childTnLst>
                        <p:par>
                          <p:cTn id="61" fill="hold">
                            <p:stCondLst>
                              <p:cond delay="0"/>
                            </p:stCondLst>
                            <p:childTnLst>
                              <p:par>
                                <p:cTn id="62" presetID="53" presetClass="entr" presetSubtype="16" fill="hold" grpId="0" nodeType="clickEffect">
                                  <p:stCondLst>
                                    <p:cond delay="0"/>
                                  </p:stCondLst>
                                  <p:childTnLst>
                                    <p:set>
                                      <p:cBhvr>
                                        <p:cTn id="63" dur="1" fill="hold">
                                          <p:stCondLst>
                                            <p:cond delay="0"/>
                                          </p:stCondLst>
                                        </p:cTn>
                                        <p:tgtEl>
                                          <p:spTgt spid="42"/>
                                        </p:tgtEl>
                                        <p:attrNameLst>
                                          <p:attrName>style.visibility</p:attrName>
                                        </p:attrNameLst>
                                      </p:cBhvr>
                                      <p:to>
                                        <p:strVal val="visible"/>
                                      </p:to>
                                    </p:set>
                                    <p:anim calcmode="lin" valueType="num">
                                      <p:cBhvr>
                                        <p:cTn id="64" dur="500" fill="hold"/>
                                        <p:tgtEl>
                                          <p:spTgt spid="42"/>
                                        </p:tgtEl>
                                        <p:attrNameLst>
                                          <p:attrName>ppt_w</p:attrName>
                                        </p:attrNameLst>
                                      </p:cBhvr>
                                      <p:tavLst>
                                        <p:tav tm="0">
                                          <p:val>
                                            <p:fltVal val="0"/>
                                          </p:val>
                                        </p:tav>
                                        <p:tav tm="100000">
                                          <p:val>
                                            <p:strVal val="#ppt_w"/>
                                          </p:val>
                                        </p:tav>
                                      </p:tavLst>
                                    </p:anim>
                                    <p:anim calcmode="lin" valueType="num">
                                      <p:cBhvr>
                                        <p:cTn id="65" dur="500" fill="hold"/>
                                        <p:tgtEl>
                                          <p:spTgt spid="42"/>
                                        </p:tgtEl>
                                        <p:attrNameLst>
                                          <p:attrName>ppt_h</p:attrName>
                                        </p:attrNameLst>
                                      </p:cBhvr>
                                      <p:tavLst>
                                        <p:tav tm="0">
                                          <p:val>
                                            <p:fltVal val="0"/>
                                          </p:val>
                                        </p:tav>
                                        <p:tav tm="100000">
                                          <p:val>
                                            <p:strVal val="#ppt_h"/>
                                          </p:val>
                                        </p:tav>
                                      </p:tavLst>
                                    </p:anim>
                                    <p:animEffect transition="in" filter="fade">
                                      <p:cBhvr>
                                        <p:cTn id="66" dur="500"/>
                                        <p:tgtEl>
                                          <p:spTgt spid="42"/>
                                        </p:tgtEl>
                                      </p:cBhvr>
                                    </p:animEffect>
                                  </p:childTnLst>
                                </p:cTn>
                              </p:par>
                            </p:childTnLst>
                          </p:cTn>
                        </p:par>
                      </p:childTnLst>
                    </p:cTn>
                  </p:par>
                  <p:par>
                    <p:cTn id="67" fill="hold">
                      <p:stCondLst>
                        <p:cond delay="indefinite"/>
                      </p:stCondLst>
                      <p:childTnLst>
                        <p:par>
                          <p:cTn id="68" fill="hold">
                            <p:stCondLst>
                              <p:cond delay="0"/>
                            </p:stCondLst>
                            <p:childTnLst>
                              <p:par>
                                <p:cTn id="69" presetID="21" presetClass="entr" presetSubtype="1" fill="hold" grpId="0" nodeType="clickEffect">
                                  <p:stCondLst>
                                    <p:cond delay="0"/>
                                  </p:stCondLst>
                                  <p:childTnLst>
                                    <p:set>
                                      <p:cBhvr>
                                        <p:cTn id="70" dur="1" fill="hold">
                                          <p:stCondLst>
                                            <p:cond delay="0"/>
                                          </p:stCondLst>
                                        </p:cTn>
                                        <p:tgtEl>
                                          <p:spTgt spid="43"/>
                                        </p:tgtEl>
                                        <p:attrNameLst>
                                          <p:attrName>style.visibility</p:attrName>
                                        </p:attrNameLst>
                                      </p:cBhvr>
                                      <p:to>
                                        <p:strVal val="visible"/>
                                      </p:to>
                                    </p:set>
                                    <p:animEffect transition="in" filter="wheel(1)">
                                      <p:cBhvr>
                                        <p:cTn id="71" dur="2000"/>
                                        <p:tgtEl>
                                          <p:spTgt spid="43"/>
                                        </p:tgtEl>
                                      </p:cBhvr>
                                    </p:animEffect>
                                  </p:childTnLst>
                                </p:cTn>
                              </p:par>
                            </p:childTnLst>
                          </p:cTn>
                        </p:par>
                      </p:childTnLst>
                    </p:cTn>
                  </p:par>
                  <p:par>
                    <p:cTn id="72" fill="hold">
                      <p:stCondLst>
                        <p:cond delay="indefinite"/>
                      </p:stCondLst>
                      <p:childTnLst>
                        <p:par>
                          <p:cTn id="73" fill="hold">
                            <p:stCondLst>
                              <p:cond delay="0"/>
                            </p:stCondLst>
                            <p:childTnLst>
                              <p:par>
                                <p:cTn id="74" presetID="53" presetClass="entr" presetSubtype="16" fill="hold" nodeType="clickEffect">
                                  <p:stCondLst>
                                    <p:cond delay="0"/>
                                  </p:stCondLst>
                                  <p:childTnLst>
                                    <p:set>
                                      <p:cBhvr>
                                        <p:cTn id="75" dur="1" fill="hold">
                                          <p:stCondLst>
                                            <p:cond delay="0"/>
                                          </p:stCondLst>
                                        </p:cTn>
                                        <p:tgtEl>
                                          <p:spTgt spid="63"/>
                                        </p:tgtEl>
                                        <p:attrNameLst>
                                          <p:attrName>style.visibility</p:attrName>
                                        </p:attrNameLst>
                                      </p:cBhvr>
                                      <p:to>
                                        <p:strVal val="visible"/>
                                      </p:to>
                                    </p:set>
                                    <p:anim calcmode="lin" valueType="num">
                                      <p:cBhvr>
                                        <p:cTn id="76" dur="500" fill="hold"/>
                                        <p:tgtEl>
                                          <p:spTgt spid="63"/>
                                        </p:tgtEl>
                                        <p:attrNameLst>
                                          <p:attrName>ppt_w</p:attrName>
                                        </p:attrNameLst>
                                      </p:cBhvr>
                                      <p:tavLst>
                                        <p:tav tm="0">
                                          <p:val>
                                            <p:fltVal val="0"/>
                                          </p:val>
                                        </p:tav>
                                        <p:tav tm="100000">
                                          <p:val>
                                            <p:strVal val="#ppt_w"/>
                                          </p:val>
                                        </p:tav>
                                      </p:tavLst>
                                    </p:anim>
                                    <p:anim calcmode="lin" valueType="num">
                                      <p:cBhvr>
                                        <p:cTn id="77" dur="500" fill="hold"/>
                                        <p:tgtEl>
                                          <p:spTgt spid="63"/>
                                        </p:tgtEl>
                                        <p:attrNameLst>
                                          <p:attrName>ppt_h</p:attrName>
                                        </p:attrNameLst>
                                      </p:cBhvr>
                                      <p:tavLst>
                                        <p:tav tm="0">
                                          <p:val>
                                            <p:fltVal val="0"/>
                                          </p:val>
                                        </p:tav>
                                        <p:tav tm="100000">
                                          <p:val>
                                            <p:strVal val="#ppt_h"/>
                                          </p:val>
                                        </p:tav>
                                      </p:tavLst>
                                    </p:anim>
                                    <p:animEffect transition="in" filter="fade">
                                      <p:cBhvr>
                                        <p:cTn id="78" dur="500"/>
                                        <p:tgtEl>
                                          <p:spTgt spid="63"/>
                                        </p:tgtEl>
                                      </p:cBhvr>
                                    </p:animEffect>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500" fill="hold"/>
                                        <p:tgtEl>
                                          <p:spTgt spid="52"/>
                                        </p:tgtEl>
                                        <p:attrNameLst>
                                          <p:attrName>ppt_x</p:attrName>
                                        </p:attrNameLst>
                                      </p:cBhvr>
                                      <p:tavLst>
                                        <p:tav tm="0">
                                          <p:val>
                                            <p:strVal val="0-#ppt_w/2"/>
                                          </p:val>
                                        </p:tav>
                                        <p:tav tm="100000">
                                          <p:val>
                                            <p:strVal val="#ppt_x"/>
                                          </p:val>
                                        </p:tav>
                                      </p:tavLst>
                                    </p:anim>
                                    <p:anim calcmode="lin" valueType="num">
                                      <p:cBhvr additive="base">
                                        <p:cTn id="84" dur="500" fill="hold"/>
                                        <p:tgtEl>
                                          <p:spTgt spid="5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53"/>
                                        </p:tgtEl>
                                        <p:attrNameLst>
                                          <p:attrName>style.visibility</p:attrName>
                                        </p:attrNameLst>
                                      </p:cBhvr>
                                      <p:to>
                                        <p:strVal val="visible"/>
                                      </p:to>
                                    </p:set>
                                    <p:anim calcmode="lin" valueType="num">
                                      <p:cBhvr additive="base">
                                        <p:cTn id="87" dur="500" fill="hold"/>
                                        <p:tgtEl>
                                          <p:spTgt spid="53"/>
                                        </p:tgtEl>
                                        <p:attrNameLst>
                                          <p:attrName>ppt_x</p:attrName>
                                        </p:attrNameLst>
                                      </p:cBhvr>
                                      <p:tavLst>
                                        <p:tav tm="0">
                                          <p:val>
                                            <p:strVal val="0-#ppt_w/2"/>
                                          </p:val>
                                        </p:tav>
                                        <p:tav tm="100000">
                                          <p:val>
                                            <p:strVal val="#ppt_x"/>
                                          </p:val>
                                        </p:tav>
                                      </p:tavLst>
                                    </p:anim>
                                    <p:anim calcmode="lin" valueType="num">
                                      <p:cBhvr additive="base">
                                        <p:cTn id="88" dur="500" fill="hold"/>
                                        <p:tgtEl>
                                          <p:spTgt spid="5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54"/>
                                        </p:tgtEl>
                                        <p:attrNameLst>
                                          <p:attrName>style.visibility</p:attrName>
                                        </p:attrNameLst>
                                      </p:cBhvr>
                                      <p:to>
                                        <p:strVal val="visible"/>
                                      </p:to>
                                    </p:set>
                                    <p:anim calcmode="lin" valueType="num">
                                      <p:cBhvr additive="base">
                                        <p:cTn id="91" dur="500" fill="hold"/>
                                        <p:tgtEl>
                                          <p:spTgt spid="54"/>
                                        </p:tgtEl>
                                        <p:attrNameLst>
                                          <p:attrName>ppt_x</p:attrName>
                                        </p:attrNameLst>
                                      </p:cBhvr>
                                      <p:tavLst>
                                        <p:tav tm="0">
                                          <p:val>
                                            <p:strVal val="0-#ppt_w/2"/>
                                          </p:val>
                                        </p:tav>
                                        <p:tav tm="100000">
                                          <p:val>
                                            <p:strVal val="#ppt_x"/>
                                          </p:val>
                                        </p:tav>
                                      </p:tavLst>
                                    </p:anim>
                                    <p:anim calcmode="lin" valueType="num">
                                      <p:cBhvr additive="base">
                                        <p:cTn id="92" dur="500" fill="hold"/>
                                        <p:tgtEl>
                                          <p:spTgt spid="54"/>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55"/>
                                        </p:tgtEl>
                                        <p:attrNameLst>
                                          <p:attrName>style.visibility</p:attrName>
                                        </p:attrNameLst>
                                      </p:cBhvr>
                                      <p:to>
                                        <p:strVal val="visible"/>
                                      </p:to>
                                    </p:set>
                                    <p:anim calcmode="lin" valueType="num">
                                      <p:cBhvr additive="base">
                                        <p:cTn id="95" dur="500" fill="hold"/>
                                        <p:tgtEl>
                                          <p:spTgt spid="55"/>
                                        </p:tgtEl>
                                        <p:attrNameLst>
                                          <p:attrName>ppt_x</p:attrName>
                                        </p:attrNameLst>
                                      </p:cBhvr>
                                      <p:tavLst>
                                        <p:tav tm="0">
                                          <p:val>
                                            <p:strVal val="0-#ppt_w/2"/>
                                          </p:val>
                                        </p:tav>
                                        <p:tav tm="100000">
                                          <p:val>
                                            <p:strVal val="#ppt_x"/>
                                          </p:val>
                                        </p:tav>
                                      </p:tavLst>
                                    </p:anim>
                                    <p:anim calcmode="lin" valueType="num">
                                      <p:cBhvr additive="base">
                                        <p:cTn id="96" dur="500" fill="hold"/>
                                        <p:tgtEl>
                                          <p:spTgt spid="55"/>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56"/>
                                        </p:tgtEl>
                                        <p:attrNameLst>
                                          <p:attrName>style.visibility</p:attrName>
                                        </p:attrNameLst>
                                      </p:cBhvr>
                                      <p:to>
                                        <p:strVal val="visible"/>
                                      </p:to>
                                    </p:set>
                                    <p:anim calcmode="lin" valueType="num">
                                      <p:cBhvr additive="base">
                                        <p:cTn id="99" dur="500" fill="hold"/>
                                        <p:tgtEl>
                                          <p:spTgt spid="56"/>
                                        </p:tgtEl>
                                        <p:attrNameLst>
                                          <p:attrName>ppt_x</p:attrName>
                                        </p:attrNameLst>
                                      </p:cBhvr>
                                      <p:tavLst>
                                        <p:tav tm="0">
                                          <p:val>
                                            <p:strVal val="0-#ppt_w/2"/>
                                          </p:val>
                                        </p:tav>
                                        <p:tav tm="100000">
                                          <p:val>
                                            <p:strVal val="#ppt_x"/>
                                          </p:val>
                                        </p:tav>
                                      </p:tavLst>
                                    </p:anim>
                                    <p:anim calcmode="lin" valueType="num">
                                      <p:cBhvr additive="base">
                                        <p:cTn id="100" dur="500" fill="hold"/>
                                        <p:tgtEl>
                                          <p:spTgt spid="56"/>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57"/>
                                        </p:tgtEl>
                                        <p:attrNameLst>
                                          <p:attrName>style.visibility</p:attrName>
                                        </p:attrNameLst>
                                      </p:cBhvr>
                                      <p:to>
                                        <p:strVal val="visible"/>
                                      </p:to>
                                    </p:set>
                                    <p:anim calcmode="lin" valueType="num">
                                      <p:cBhvr additive="base">
                                        <p:cTn id="103" dur="500" fill="hold"/>
                                        <p:tgtEl>
                                          <p:spTgt spid="57"/>
                                        </p:tgtEl>
                                        <p:attrNameLst>
                                          <p:attrName>ppt_x</p:attrName>
                                        </p:attrNameLst>
                                      </p:cBhvr>
                                      <p:tavLst>
                                        <p:tav tm="0">
                                          <p:val>
                                            <p:strVal val="0-#ppt_w/2"/>
                                          </p:val>
                                        </p:tav>
                                        <p:tav tm="100000">
                                          <p:val>
                                            <p:strVal val="#ppt_x"/>
                                          </p:val>
                                        </p:tav>
                                      </p:tavLst>
                                    </p:anim>
                                    <p:anim calcmode="lin" valueType="num">
                                      <p:cBhvr additive="base">
                                        <p:cTn id="104" dur="500" fill="hold"/>
                                        <p:tgtEl>
                                          <p:spTgt spid="57"/>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0"/>
                                  </p:stCondLst>
                                  <p:childTnLst>
                                    <p:set>
                                      <p:cBhvr>
                                        <p:cTn id="106" dur="1" fill="hold">
                                          <p:stCondLst>
                                            <p:cond delay="0"/>
                                          </p:stCondLst>
                                        </p:cTn>
                                        <p:tgtEl>
                                          <p:spTgt spid="58"/>
                                        </p:tgtEl>
                                        <p:attrNameLst>
                                          <p:attrName>style.visibility</p:attrName>
                                        </p:attrNameLst>
                                      </p:cBhvr>
                                      <p:to>
                                        <p:strVal val="visible"/>
                                      </p:to>
                                    </p:set>
                                    <p:anim calcmode="lin" valueType="num">
                                      <p:cBhvr additive="base">
                                        <p:cTn id="107" dur="500" fill="hold"/>
                                        <p:tgtEl>
                                          <p:spTgt spid="58"/>
                                        </p:tgtEl>
                                        <p:attrNameLst>
                                          <p:attrName>ppt_x</p:attrName>
                                        </p:attrNameLst>
                                      </p:cBhvr>
                                      <p:tavLst>
                                        <p:tav tm="0">
                                          <p:val>
                                            <p:strVal val="0-#ppt_w/2"/>
                                          </p:val>
                                        </p:tav>
                                        <p:tav tm="100000">
                                          <p:val>
                                            <p:strVal val="#ppt_x"/>
                                          </p:val>
                                        </p:tav>
                                      </p:tavLst>
                                    </p:anim>
                                    <p:anim calcmode="lin" valueType="num">
                                      <p:cBhvr additive="base">
                                        <p:cTn id="108" dur="500" fill="hold"/>
                                        <p:tgtEl>
                                          <p:spTgt spid="58"/>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0"/>
                                  </p:stCondLst>
                                  <p:childTnLst>
                                    <p:set>
                                      <p:cBhvr>
                                        <p:cTn id="110" dur="1" fill="hold">
                                          <p:stCondLst>
                                            <p:cond delay="0"/>
                                          </p:stCondLst>
                                        </p:cTn>
                                        <p:tgtEl>
                                          <p:spTgt spid="59"/>
                                        </p:tgtEl>
                                        <p:attrNameLst>
                                          <p:attrName>style.visibility</p:attrName>
                                        </p:attrNameLst>
                                      </p:cBhvr>
                                      <p:to>
                                        <p:strVal val="visible"/>
                                      </p:to>
                                    </p:set>
                                    <p:anim calcmode="lin" valueType="num">
                                      <p:cBhvr additive="base">
                                        <p:cTn id="111" dur="500" fill="hold"/>
                                        <p:tgtEl>
                                          <p:spTgt spid="59"/>
                                        </p:tgtEl>
                                        <p:attrNameLst>
                                          <p:attrName>ppt_x</p:attrName>
                                        </p:attrNameLst>
                                      </p:cBhvr>
                                      <p:tavLst>
                                        <p:tav tm="0">
                                          <p:val>
                                            <p:strVal val="0-#ppt_w/2"/>
                                          </p:val>
                                        </p:tav>
                                        <p:tav tm="100000">
                                          <p:val>
                                            <p:strVal val="#ppt_x"/>
                                          </p:val>
                                        </p:tav>
                                      </p:tavLst>
                                    </p:anim>
                                    <p:anim calcmode="lin" valueType="num">
                                      <p:cBhvr additive="base">
                                        <p:cTn id="112" dur="500" fill="hold"/>
                                        <p:tgtEl>
                                          <p:spTgt spid="5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P spid="40" grpId="0" animBg="1"/>
      <p:bldP spid="41" grpId="0" animBg="1"/>
      <p:bldP spid="42" grpId="0" animBg="1"/>
      <p:bldP spid="43" grpId="0" animBg="1"/>
      <p:bldP spid="52" grpId="0"/>
      <p:bldP spid="53" grpId="0"/>
      <p:bldP spid="54" grpId="0"/>
      <p:bldP spid="55" grpId="0"/>
      <p:bldP spid="56" grpId="0"/>
      <p:bldP spid="57" grpId="0"/>
      <p:bldP spid="58" grpId="0"/>
      <p:bldP spid="59"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椭圆 7"/>
          <p:cNvSpPr/>
          <p:nvPr/>
        </p:nvSpPr>
        <p:spPr>
          <a:xfrm>
            <a:off x="5100952" y="2646351"/>
            <a:ext cx="2656847" cy="2657207"/>
          </a:xfrm>
          <a:prstGeom prst="ellipse">
            <a:avLst/>
          </a:prstGeom>
          <a:blipFill dpi="0" rotWithShape="1">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96401" tIns="48201" rIns="96401" bIns="48201" rtlCol="0" anchor="ctr"/>
          <a:lstStyle/>
          <a:p>
            <a:pPr algn="ctr"/>
            <a:endParaRPr lang="zh-CN" altLang="en-US"/>
          </a:p>
        </p:txBody>
      </p:sp>
      <p:sp>
        <p:nvSpPr>
          <p:cNvPr id="19" name="矩形 18"/>
          <p:cNvSpPr/>
          <p:nvPr/>
        </p:nvSpPr>
        <p:spPr>
          <a:xfrm>
            <a:off x="7998977" y="1827418"/>
            <a:ext cx="2695689" cy="1233232"/>
          </a:xfrm>
          <a:prstGeom prst="rect">
            <a:avLst/>
          </a:prstGeom>
        </p:spPr>
        <p:txBody>
          <a:bodyPr wrap="square" lIns="96401" tIns="48201" rIns="96401" bIns="48201">
            <a:spAutoFit/>
          </a:bodyPr>
          <a:lstStyle/>
          <a:p>
            <a:pPr>
              <a:lnSpc>
                <a:spcPct val="150000"/>
              </a:lnSpc>
            </a:pPr>
            <a:r>
              <a:rPr lang="zh-CN" altLang="en-US" sz="1546" dirty="0">
                <a:solidFill>
                  <a:schemeClr val="bg1">
                    <a:lumMod val="65000"/>
                  </a:schemeClr>
                </a:solidFill>
                <a:latin typeface="+mj-ea"/>
                <a:ea typeface="+mj-ea"/>
              </a:rPr>
              <a:t>注册时间</a:t>
            </a:r>
            <a:endParaRPr lang="en-US" altLang="zh-CN" sz="1546" dirty="0">
              <a:solidFill>
                <a:schemeClr val="bg1">
                  <a:lumMod val="65000"/>
                </a:schemeClr>
              </a:solidFill>
              <a:latin typeface="+mj-ea"/>
              <a:ea typeface="+mj-ea"/>
            </a:endParaRPr>
          </a:p>
          <a:p>
            <a:pP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sp>
        <p:nvSpPr>
          <p:cNvPr id="24" name="矩形 23"/>
          <p:cNvSpPr/>
          <p:nvPr/>
        </p:nvSpPr>
        <p:spPr>
          <a:xfrm>
            <a:off x="2164087" y="1827418"/>
            <a:ext cx="2695689" cy="1233232"/>
          </a:xfrm>
          <a:prstGeom prst="rect">
            <a:avLst/>
          </a:prstGeom>
        </p:spPr>
        <p:txBody>
          <a:bodyPr wrap="square" lIns="96401" tIns="48201" rIns="96401" bIns="48201">
            <a:spAutoFit/>
          </a:bodyPr>
          <a:lstStyle/>
          <a:p>
            <a:pPr algn="r">
              <a:lnSpc>
                <a:spcPct val="150000"/>
              </a:lnSpc>
            </a:pPr>
            <a:r>
              <a:rPr lang="zh-CN" altLang="en-US" sz="1546" dirty="0">
                <a:solidFill>
                  <a:schemeClr val="bg1">
                    <a:lumMod val="65000"/>
                  </a:schemeClr>
                </a:solidFill>
                <a:latin typeface="+mj-ea"/>
                <a:ea typeface="+mj-ea"/>
              </a:rPr>
              <a:t>员工素质</a:t>
            </a:r>
            <a:endParaRPr lang="en-US" altLang="zh-CN" sz="1546" dirty="0">
              <a:solidFill>
                <a:schemeClr val="bg1">
                  <a:lumMod val="65000"/>
                </a:schemeClr>
              </a:solidFill>
              <a:latin typeface="+mj-ea"/>
              <a:ea typeface="+mj-ea"/>
            </a:endParaRPr>
          </a:p>
          <a:p>
            <a:pPr algn="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sp>
        <p:nvSpPr>
          <p:cNvPr id="22" name="矩形 21"/>
          <p:cNvSpPr/>
          <p:nvPr/>
        </p:nvSpPr>
        <p:spPr>
          <a:xfrm>
            <a:off x="8991488" y="3516422"/>
            <a:ext cx="2695689" cy="1233232"/>
          </a:xfrm>
          <a:prstGeom prst="rect">
            <a:avLst/>
          </a:prstGeom>
        </p:spPr>
        <p:txBody>
          <a:bodyPr wrap="square" lIns="96401" tIns="48201" rIns="96401" bIns="48201">
            <a:spAutoFit/>
          </a:bodyPr>
          <a:lstStyle/>
          <a:p>
            <a:pPr>
              <a:lnSpc>
                <a:spcPct val="150000"/>
              </a:lnSpc>
            </a:pPr>
            <a:r>
              <a:rPr lang="zh-CN" altLang="en-US" sz="1546" dirty="0">
                <a:solidFill>
                  <a:schemeClr val="bg1">
                    <a:lumMod val="65000"/>
                  </a:schemeClr>
                </a:solidFill>
                <a:latin typeface="+mj-ea"/>
                <a:ea typeface="+mj-ea"/>
              </a:rPr>
              <a:t>注册资本</a:t>
            </a:r>
            <a:endParaRPr lang="en-US" altLang="zh-CN" sz="1546" dirty="0">
              <a:solidFill>
                <a:schemeClr val="bg1">
                  <a:lumMod val="65000"/>
                </a:schemeClr>
              </a:solidFill>
              <a:latin typeface="+mj-ea"/>
              <a:ea typeface="+mj-ea"/>
            </a:endParaRPr>
          </a:p>
          <a:p>
            <a:pP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sp>
        <p:nvSpPr>
          <p:cNvPr id="25" name="矩形 24"/>
          <p:cNvSpPr/>
          <p:nvPr/>
        </p:nvSpPr>
        <p:spPr>
          <a:xfrm>
            <a:off x="1171577" y="3516422"/>
            <a:ext cx="2695689" cy="1233232"/>
          </a:xfrm>
          <a:prstGeom prst="rect">
            <a:avLst/>
          </a:prstGeom>
        </p:spPr>
        <p:txBody>
          <a:bodyPr wrap="square" lIns="96401" tIns="48201" rIns="96401" bIns="48201">
            <a:spAutoFit/>
          </a:bodyPr>
          <a:lstStyle/>
          <a:p>
            <a:pPr algn="r">
              <a:lnSpc>
                <a:spcPct val="150000"/>
              </a:lnSpc>
            </a:pPr>
            <a:r>
              <a:rPr lang="zh-CN" altLang="en-US" sz="1546" dirty="0">
                <a:solidFill>
                  <a:schemeClr val="bg1">
                    <a:lumMod val="65000"/>
                  </a:schemeClr>
                </a:solidFill>
                <a:latin typeface="+mj-ea"/>
                <a:ea typeface="+mj-ea"/>
              </a:rPr>
              <a:t>员工人数</a:t>
            </a:r>
            <a:endParaRPr lang="en-US" altLang="zh-CN" sz="1546" dirty="0">
              <a:solidFill>
                <a:schemeClr val="bg1">
                  <a:lumMod val="65000"/>
                </a:schemeClr>
              </a:solidFill>
              <a:latin typeface="+mj-ea"/>
              <a:ea typeface="+mj-ea"/>
            </a:endParaRPr>
          </a:p>
          <a:p>
            <a:pPr algn="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sp>
        <p:nvSpPr>
          <p:cNvPr id="23" name="矩形 22"/>
          <p:cNvSpPr/>
          <p:nvPr/>
        </p:nvSpPr>
        <p:spPr>
          <a:xfrm>
            <a:off x="7998977" y="5179767"/>
            <a:ext cx="2695689" cy="1233232"/>
          </a:xfrm>
          <a:prstGeom prst="rect">
            <a:avLst/>
          </a:prstGeom>
        </p:spPr>
        <p:txBody>
          <a:bodyPr wrap="square" lIns="96401" tIns="48201" rIns="96401" bIns="48201">
            <a:spAutoFit/>
          </a:bodyPr>
          <a:lstStyle/>
          <a:p>
            <a:pPr>
              <a:lnSpc>
                <a:spcPct val="150000"/>
              </a:lnSpc>
            </a:pPr>
            <a:r>
              <a:rPr lang="zh-CN" altLang="en-US" sz="1546" dirty="0">
                <a:solidFill>
                  <a:schemeClr val="bg1">
                    <a:lumMod val="65000"/>
                  </a:schemeClr>
                </a:solidFill>
                <a:latin typeface="+mj-ea"/>
                <a:ea typeface="+mj-ea"/>
              </a:rPr>
              <a:t>公司性质</a:t>
            </a:r>
            <a:endParaRPr lang="en-US" altLang="zh-CN" sz="1546" dirty="0">
              <a:solidFill>
                <a:schemeClr val="bg1">
                  <a:lumMod val="65000"/>
                </a:schemeClr>
              </a:solidFill>
              <a:latin typeface="+mj-ea"/>
              <a:ea typeface="+mj-ea"/>
            </a:endParaRPr>
          </a:p>
          <a:p>
            <a:pP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sp>
        <p:nvSpPr>
          <p:cNvPr id="26" name="矩形 25"/>
          <p:cNvSpPr/>
          <p:nvPr/>
        </p:nvSpPr>
        <p:spPr>
          <a:xfrm>
            <a:off x="2164087" y="5179767"/>
            <a:ext cx="2695689" cy="1233232"/>
          </a:xfrm>
          <a:prstGeom prst="rect">
            <a:avLst/>
          </a:prstGeom>
        </p:spPr>
        <p:txBody>
          <a:bodyPr wrap="square" lIns="96401" tIns="48201" rIns="96401" bIns="48201">
            <a:spAutoFit/>
          </a:bodyPr>
          <a:lstStyle/>
          <a:p>
            <a:pPr algn="r">
              <a:lnSpc>
                <a:spcPct val="150000"/>
              </a:lnSpc>
            </a:pPr>
            <a:r>
              <a:rPr lang="zh-CN" altLang="en-US" sz="1546" dirty="0">
                <a:solidFill>
                  <a:schemeClr val="bg1">
                    <a:lumMod val="65000"/>
                  </a:schemeClr>
                </a:solidFill>
                <a:latin typeface="+mj-ea"/>
                <a:ea typeface="+mj-ea"/>
              </a:rPr>
              <a:t>技术力量</a:t>
            </a:r>
            <a:endParaRPr lang="en-US" altLang="zh-CN" sz="1546" dirty="0">
              <a:solidFill>
                <a:schemeClr val="bg1">
                  <a:lumMod val="65000"/>
                </a:schemeClr>
              </a:solidFill>
              <a:latin typeface="+mj-ea"/>
              <a:ea typeface="+mj-ea"/>
            </a:endParaRPr>
          </a:p>
          <a:p>
            <a:pPr algn="r">
              <a:lnSpc>
                <a:spcPct val="150000"/>
              </a:lnSpc>
            </a:pPr>
            <a:r>
              <a:rPr lang="zh-CN" altLang="en-US" sz="1125" dirty="0">
                <a:solidFill>
                  <a:schemeClr val="bg1">
                    <a:lumMod val="65000"/>
                  </a:schemeClr>
                </a:solidFill>
                <a:latin typeface="+mn-ea"/>
              </a:rPr>
              <a:t>我们坚持以客户为中心，快速响应客户需求持续为客户创造长期价值进而成就客户</a:t>
            </a:r>
            <a:endParaRPr lang="en-US" altLang="zh-CN" sz="1125" dirty="0">
              <a:solidFill>
                <a:schemeClr val="bg1">
                  <a:lumMod val="65000"/>
                </a:schemeClr>
              </a:solidFill>
              <a:latin typeface="+mn-ea"/>
            </a:endParaRPr>
          </a:p>
        </p:txBody>
      </p:sp>
      <p:grpSp>
        <p:nvGrpSpPr>
          <p:cNvPr id="3" name="组合 40"/>
          <p:cNvGrpSpPr/>
          <p:nvPr/>
        </p:nvGrpSpPr>
        <p:grpSpPr>
          <a:xfrm>
            <a:off x="6927521" y="1859289"/>
            <a:ext cx="916944" cy="917068"/>
            <a:chOff x="6568487" y="1762689"/>
            <a:chExt cx="869714" cy="869714"/>
          </a:xfrm>
        </p:grpSpPr>
        <p:sp>
          <p:nvSpPr>
            <p:cNvPr id="9" name="椭圆 8"/>
            <p:cNvSpPr/>
            <p:nvPr/>
          </p:nvSpPr>
          <p:spPr>
            <a:xfrm>
              <a:off x="6568487" y="1762689"/>
              <a:ext cx="869714" cy="8697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Freeform 74"/>
            <p:cNvSpPr>
              <a:spLocks noEditPoints="1"/>
            </p:cNvSpPr>
            <p:nvPr/>
          </p:nvSpPr>
          <p:spPr bwMode="auto">
            <a:xfrm>
              <a:off x="6841418" y="2010027"/>
              <a:ext cx="323850" cy="323850"/>
            </a:xfrm>
            <a:custGeom>
              <a:avLst/>
              <a:gdLst>
                <a:gd name="T0" fmla="*/ 892 w 1018"/>
                <a:gd name="T1" fmla="*/ 102 h 1017"/>
                <a:gd name="T2" fmla="*/ 945 w 1018"/>
                <a:gd name="T3" fmla="*/ 137 h 1017"/>
                <a:gd name="T4" fmla="*/ 73 w 1018"/>
                <a:gd name="T5" fmla="*/ 137 h 1017"/>
                <a:gd name="T6" fmla="*/ 127 w 1018"/>
                <a:gd name="T7" fmla="*/ 102 h 1017"/>
                <a:gd name="T8" fmla="*/ 86 w 1018"/>
                <a:gd name="T9" fmla="*/ 64 h 1017"/>
                <a:gd name="T10" fmla="*/ 4 w 1018"/>
                <a:gd name="T11" fmla="*/ 130 h 1017"/>
                <a:gd name="T12" fmla="*/ 21 w 1018"/>
                <a:gd name="T13" fmla="*/ 983 h 1017"/>
                <a:gd name="T14" fmla="*/ 932 w 1018"/>
                <a:gd name="T15" fmla="*/ 1017 h 1017"/>
                <a:gd name="T16" fmla="*/ 1014 w 1018"/>
                <a:gd name="T17" fmla="*/ 951 h 1017"/>
                <a:gd name="T18" fmla="*/ 996 w 1018"/>
                <a:gd name="T19" fmla="*/ 98 h 1017"/>
                <a:gd name="T20" fmla="*/ 954 w 1018"/>
                <a:gd name="T21" fmla="*/ 922 h 1017"/>
                <a:gd name="T22" fmla="*/ 84 w 1018"/>
                <a:gd name="T23" fmla="*/ 952 h 1017"/>
                <a:gd name="T24" fmla="*/ 197 w 1018"/>
                <a:gd name="T25" fmla="*/ 190 h 1017"/>
                <a:gd name="T26" fmla="*/ 218 w 1018"/>
                <a:gd name="T27" fmla="*/ 14 h 1017"/>
                <a:gd name="T28" fmla="*/ 162 w 1018"/>
                <a:gd name="T29" fmla="*/ 20 h 1017"/>
                <a:gd name="T30" fmla="*/ 191 w 1018"/>
                <a:gd name="T31" fmla="*/ 190 h 1017"/>
                <a:gd name="T32" fmla="*/ 350 w 1018"/>
                <a:gd name="T33" fmla="*/ 31 h 1017"/>
                <a:gd name="T34" fmla="*/ 306 w 1018"/>
                <a:gd name="T35" fmla="*/ 2 h 1017"/>
                <a:gd name="T36" fmla="*/ 296 w 1018"/>
                <a:gd name="T37" fmla="*/ 182 h 1017"/>
                <a:gd name="T38" fmla="*/ 472 w 1018"/>
                <a:gd name="T39" fmla="*/ 176 h 1017"/>
                <a:gd name="T40" fmla="*/ 452 w 1018"/>
                <a:gd name="T41" fmla="*/ 0 h 1017"/>
                <a:gd name="T42" fmla="*/ 413 w 1018"/>
                <a:gd name="T43" fmla="*/ 159 h 1017"/>
                <a:gd name="T44" fmla="*/ 579 w 1018"/>
                <a:gd name="T45" fmla="*/ 190 h 1017"/>
                <a:gd name="T46" fmla="*/ 599 w 1018"/>
                <a:gd name="T47" fmla="*/ 14 h 1017"/>
                <a:gd name="T48" fmla="*/ 543 w 1018"/>
                <a:gd name="T49" fmla="*/ 20 h 1017"/>
                <a:gd name="T50" fmla="*/ 573 w 1018"/>
                <a:gd name="T51" fmla="*/ 190 h 1017"/>
                <a:gd name="T52" fmla="*/ 732 w 1018"/>
                <a:gd name="T53" fmla="*/ 31 h 1017"/>
                <a:gd name="T54" fmla="*/ 688 w 1018"/>
                <a:gd name="T55" fmla="*/ 2 h 1017"/>
                <a:gd name="T56" fmla="*/ 677 w 1018"/>
                <a:gd name="T57" fmla="*/ 182 h 1017"/>
                <a:gd name="T58" fmla="*/ 853 w 1018"/>
                <a:gd name="T59" fmla="*/ 176 h 1017"/>
                <a:gd name="T60" fmla="*/ 834 w 1018"/>
                <a:gd name="T61" fmla="*/ 0 h 1017"/>
                <a:gd name="T62" fmla="*/ 795 w 1018"/>
                <a:gd name="T63" fmla="*/ 159 h 1017"/>
                <a:gd name="T64" fmla="*/ 674 w 1018"/>
                <a:gd name="T65" fmla="*/ 794 h 1017"/>
                <a:gd name="T66" fmla="*/ 627 w 1018"/>
                <a:gd name="T67" fmla="*/ 724 h 1017"/>
                <a:gd name="T68" fmla="*/ 573 w 1018"/>
                <a:gd name="T69" fmla="*/ 741 h 1017"/>
                <a:gd name="T70" fmla="*/ 621 w 1018"/>
                <a:gd name="T71" fmla="*/ 839 h 1017"/>
                <a:gd name="T72" fmla="*/ 737 w 1018"/>
                <a:gd name="T73" fmla="*/ 845 h 1017"/>
                <a:gd name="T74" fmla="*/ 795 w 1018"/>
                <a:gd name="T75" fmla="*/ 747 h 1017"/>
                <a:gd name="T76" fmla="*/ 781 w 1018"/>
                <a:gd name="T77" fmla="*/ 642 h 1017"/>
                <a:gd name="T78" fmla="*/ 776 w 1018"/>
                <a:gd name="T79" fmla="*/ 526 h 1017"/>
                <a:gd name="T80" fmla="*/ 673 w 1018"/>
                <a:gd name="T81" fmla="*/ 478 h 1017"/>
                <a:gd name="T82" fmla="*/ 577 w 1018"/>
                <a:gd name="T83" fmla="*/ 555 h 1017"/>
                <a:gd name="T84" fmla="*/ 604 w 1018"/>
                <a:gd name="T85" fmla="*/ 620 h 1017"/>
                <a:gd name="T86" fmla="*/ 639 w 1018"/>
                <a:gd name="T87" fmla="*/ 570 h 1017"/>
                <a:gd name="T88" fmla="*/ 723 w 1018"/>
                <a:gd name="T89" fmla="*/ 561 h 1017"/>
                <a:gd name="T90" fmla="*/ 683 w 1018"/>
                <a:gd name="T91" fmla="*/ 635 h 1017"/>
                <a:gd name="T92" fmla="*/ 655 w 1018"/>
                <a:gd name="T93" fmla="*/ 681 h 1017"/>
                <a:gd name="T94" fmla="*/ 723 w 1018"/>
                <a:gd name="T95" fmla="*/ 720 h 1017"/>
                <a:gd name="T96" fmla="*/ 683 w 1018"/>
                <a:gd name="T97" fmla="*/ 795 h 1017"/>
                <a:gd name="T98" fmla="*/ 413 w 1018"/>
                <a:gd name="T99" fmla="*/ 859 h 1017"/>
                <a:gd name="T100" fmla="*/ 443 w 1018"/>
                <a:gd name="T101" fmla="*/ 815 h 1017"/>
                <a:gd name="T102" fmla="*/ 351 w 1018"/>
                <a:gd name="T103" fmla="*/ 743 h 1017"/>
                <a:gd name="T104" fmla="*/ 445 w 1018"/>
                <a:gd name="T105" fmla="*/ 576 h 1017"/>
                <a:gd name="T106" fmla="*/ 367 w 1018"/>
                <a:gd name="T107" fmla="*/ 482 h 1017"/>
                <a:gd name="T108" fmla="*/ 255 w 1018"/>
                <a:gd name="T109" fmla="*/ 510 h 1017"/>
                <a:gd name="T110" fmla="*/ 229 w 1018"/>
                <a:gd name="T111" fmla="*/ 606 h 1017"/>
                <a:gd name="T112" fmla="*/ 284 w 1018"/>
                <a:gd name="T113" fmla="*/ 601 h 1017"/>
                <a:gd name="T114" fmla="*/ 334 w 1018"/>
                <a:gd name="T115" fmla="*/ 541 h 1017"/>
                <a:gd name="T116" fmla="*/ 374 w 1018"/>
                <a:gd name="T117" fmla="*/ 613 h 1017"/>
                <a:gd name="T118" fmla="*/ 226 w 1018"/>
                <a:gd name="T119" fmla="*/ 803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8" h="1017">
                  <a:moveTo>
                    <a:pt x="923" y="64"/>
                  </a:moveTo>
                  <a:lnTo>
                    <a:pt x="923" y="64"/>
                  </a:lnTo>
                  <a:lnTo>
                    <a:pt x="916" y="65"/>
                  </a:lnTo>
                  <a:lnTo>
                    <a:pt x="910" y="66"/>
                  </a:lnTo>
                  <a:lnTo>
                    <a:pt x="904" y="69"/>
                  </a:lnTo>
                  <a:lnTo>
                    <a:pt x="900" y="73"/>
                  </a:lnTo>
                  <a:lnTo>
                    <a:pt x="896" y="78"/>
                  </a:lnTo>
                  <a:lnTo>
                    <a:pt x="893" y="83"/>
                  </a:lnTo>
                  <a:lnTo>
                    <a:pt x="892" y="89"/>
                  </a:lnTo>
                  <a:lnTo>
                    <a:pt x="891" y="96"/>
                  </a:lnTo>
                  <a:lnTo>
                    <a:pt x="891" y="96"/>
                  </a:lnTo>
                  <a:lnTo>
                    <a:pt x="892" y="102"/>
                  </a:lnTo>
                  <a:lnTo>
                    <a:pt x="893" y="108"/>
                  </a:lnTo>
                  <a:lnTo>
                    <a:pt x="896" y="113"/>
                  </a:lnTo>
                  <a:lnTo>
                    <a:pt x="900" y="118"/>
                  </a:lnTo>
                  <a:lnTo>
                    <a:pt x="904" y="122"/>
                  </a:lnTo>
                  <a:lnTo>
                    <a:pt x="910" y="125"/>
                  </a:lnTo>
                  <a:lnTo>
                    <a:pt x="916" y="127"/>
                  </a:lnTo>
                  <a:lnTo>
                    <a:pt x="923" y="127"/>
                  </a:lnTo>
                  <a:lnTo>
                    <a:pt x="923" y="127"/>
                  </a:lnTo>
                  <a:lnTo>
                    <a:pt x="929" y="128"/>
                  </a:lnTo>
                  <a:lnTo>
                    <a:pt x="935" y="130"/>
                  </a:lnTo>
                  <a:lnTo>
                    <a:pt x="940" y="132"/>
                  </a:lnTo>
                  <a:lnTo>
                    <a:pt x="945" y="137"/>
                  </a:lnTo>
                  <a:lnTo>
                    <a:pt x="948" y="141"/>
                  </a:lnTo>
                  <a:lnTo>
                    <a:pt x="952" y="146"/>
                  </a:lnTo>
                  <a:lnTo>
                    <a:pt x="954" y="153"/>
                  </a:lnTo>
                  <a:lnTo>
                    <a:pt x="954" y="159"/>
                  </a:lnTo>
                  <a:lnTo>
                    <a:pt x="954" y="318"/>
                  </a:lnTo>
                  <a:lnTo>
                    <a:pt x="63" y="318"/>
                  </a:lnTo>
                  <a:lnTo>
                    <a:pt x="63" y="159"/>
                  </a:lnTo>
                  <a:lnTo>
                    <a:pt x="63" y="159"/>
                  </a:lnTo>
                  <a:lnTo>
                    <a:pt x="64" y="153"/>
                  </a:lnTo>
                  <a:lnTo>
                    <a:pt x="67" y="146"/>
                  </a:lnTo>
                  <a:lnTo>
                    <a:pt x="69" y="141"/>
                  </a:lnTo>
                  <a:lnTo>
                    <a:pt x="73" y="137"/>
                  </a:lnTo>
                  <a:lnTo>
                    <a:pt x="77" y="132"/>
                  </a:lnTo>
                  <a:lnTo>
                    <a:pt x="84" y="130"/>
                  </a:lnTo>
                  <a:lnTo>
                    <a:pt x="89" y="128"/>
                  </a:lnTo>
                  <a:lnTo>
                    <a:pt x="95" y="127"/>
                  </a:lnTo>
                  <a:lnTo>
                    <a:pt x="95" y="127"/>
                  </a:lnTo>
                  <a:lnTo>
                    <a:pt x="102" y="127"/>
                  </a:lnTo>
                  <a:lnTo>
                    <a:pt x="108" y="125"/>
                  </a:lnTo>
                  <a:lnTo>
                    <a:pt x="114" y="122"/>
                  </a:lnTo>
                  <a:lnTo>
                    <a:pt x="118" y="118"/>
                  </a:lnTo>
                  <a:lnTo>
                    <a:pt x="122" y="113"/>
                  </a:lnTo>
                  <a:lnTo>
                    <a:pt x="124" y="108"/>
                  </a:lnTo>
                  <a:lnTo>
                    <a:pt x="127" y="102"/>
                  </a:lnTo>
                  <a:lnTo>
                    <a:pt x="128" y="96"/>
                  </a:lnTo>
                  <a:lnTo>
                    <a:pt x="128" y="96"/>
                  </a:lnTo>
                  <a:lnTo>
                    <a:pt x="127" y="89"/>
                  </a:lnTo>
                  <a:lnTo>
                    <a:pt x="124" y="83"/>
                  </a:lnTo>
                  <a:lnTo>
                    <a:pt x="122" y="78"/>
                  </a:lnTo>
                  <a:lnTo>
                    <a:pt x="118" y="73"/>
                  </a:lnTo>
                  <a:lnTo>
                    <a:pt x="114" y="69"/>
                  </a:lnTo>
                  <a:lnTo>
                    <a:pt x="108" y="66"/>
                  </a:lnTo>
                  <a:lnTo>
                    <a:pt x="102" y="65"/>
                  </a:lnTo>
                  <a:lnTo>
                    <a:pt x="95" y="64"/>
                  </a:lnTo>
                  <a:lnTo>
                    <a:pt x="95" y="64"/>
                  </a:lnTo>
                  <a:lnTo>
                    <a:pt x="86" y="64"/>
                  </a:lnTo>
                  <a:lnTo>
                    <a:pt x="76" y="66"/>
                  </a:lnTo>
                  <a:lnTo>
                    <a:pt x="68" y="68"/>
                  </a:lnTo>
                  <a:lnTo>
                    <a:pt x="58" y="71"/>
                  </a:lnTo>
                  <a:lnTo>
                    <a:pt x="50" y="75"/>
                  </a:lnTo>
                  <a:lnTo>
                    <a:pt x="42" y="80"/>
                  </a:lnTo>
                  <a:lnTo>
                    <a:pt x="35" y="85"/>
                  </a:lnTo>
                  <a:lnTo>
                    <a:pt x="28" y="91"/>
                  </a:lnTo>
                  <a:lnTo>
                    <a:pt x="21" y="98"/>
                  </a:lnTo>
                  <a:lnTo>
                    <a:pt x="16" y="105"/>
                  </a:lnTo>
                  <a:lnTo>
                    <a:pt x="12" y="113"/>
                  </a:lnTo>
                  <a:lnTo>
                    <a:pt x="8" y="122"/>
                  </a:lnTo>
                  <a:lnTo>
                    <a:pt x="4" y="130"/>
                  </a:lnTo>
                  <a:lnTo>
                    <a:pt x="2" y="140"/>
                  </a:lnTo>
                  <a:lnTo>
                    <a:pt x="1" y="149"/>
                  </a:lnTo>
                  <a:lnTo>
                    <a:pt x="0" y="159"/>
                  </a:lnTo>
                  <a:lnTo>
                    <a:pt x="0" y="922"/>
                  </a:lnTo>
                  <a:lnTo>
                    <a:pt x="0" y="922"/>
                  </a:lnTo>
                  <a:lnTo>
                    <a:pt x="1" y="932"/>
                  </a:lnTo>
                  <a:lnTo>
                    <a:pt x="2" y="941"/>
                  </a:lnTo>
                  <a:lnTo>
                    <a:pt x="4" y="951"/>
                  </a:lnTo>
                  <a:lnTo>
                    <a:pt x="8" y="959"/>
                  </a:lnTo>
                  <a:lnTo>
                    <a:pt x="12" y="968"/>
                  </a:lnTo>
                  <a:lnTo>
                    <a:pt x="16" y="976"/>
                  </a:lnTo>
                  <a:lnTo>
                    <a:pt x="21" y="983"/>
                  </a:lnTo>
                  <a:lnTo>
                    <a:pt x="28" y="990"/>
                  </a:lnTo>
                  <a:lnTo>
                    <a:pt x="35" y="996"/>
                  </a:lnTo>
                  <a:lnTo>
                    <a:pt x="42" y="1001"/>
                  </a:lnTo>
                  <a:lnTo>
                    <a:pt x="50" y="1006"/>
                  </a:lnTo>
                  <a:lnTo>
                    <a:pt x="58" y="1010"/>
                  </a:lnTo>
                  <a:lnTo>
                    <a:pt x="68" y="1013"/>
                  </a:lnTo>
                  <a:lnTo>
                    <a:pt x="76" y="1015"/>
                  </a:lnTo>
                  <a:lnTo>
                    <a:pt x="86" y="1017"/>
                  </a:lnTo>
                  <a:lnTo>
                    <a:pt x="95" y="1017"/>
                  </a:lnTo>
                  <a:lnTo>
                    <a:pt x="923" y="1017"/>
                  </a:lnTo>
                  <a:lnTo>
                    <a:pt x="923" y="1017"/>
                  </a:lnTo>
                  <a:lnTo>
                    <a:pt x="932" y="1017"/>
                  </a:lnTo>
                  <a:lnTo>
                    <a:pt x="942" y="1015"/>
                  </a:lnTo>
                  <a:lnTo>
                    <a:pt x="951" y="1013"/>
                  </a:lnTo>
                  <a:lnTo>
                    <a:pt x="959" y="1010"/>
                  </a:lnTo>
                  <a:lnTo>
                    <a:pt x="968" y="1006"/>
                  </a:lnTo>
                  <a:lnTo>
                    <a:pt x="975" y="1001"/>
                  </a:lnTo>
                  <a:lnTo>
                    <a:pt x="983" y="996"/>
                  </a:lnTo>
                  <a:lnTo>
                    <a:pt x="990" y="990"/>
                  </a:lnTo>
                  <a:lnTo>
                    <a:pt x="996" y="983"/>
                  </a:lnTo>
                  <a:lnTo>
                    <a:pt x="1001" y="976"/>
                  </a:lnTo>
                  <a:lnTo>
                    <a:pt x="1006" y="968"/>
                  </a:lnTo>
                  <a:lnTo>
                    <a:pt x="1011" y="959"/>
                  </a:lnTo>
                  <a:lnTo>
                    <a:pt x="1014" y="951"/>
                  </a:lnTo>
                  <a:lnTo>
                    <a:pt x="1016" y="941"/>
                  </a:lnTo>
                  <a:lnTo>
                    <a:pt x="1017" y="932"/>
                  </a:lnTo>
                  <a:lnTo>
                    <a:pt x="1018" y="922"/>
                  </a:lnTo>
                  <a:lnTo>
                    <a:pt x="1018" y="159"/>
                  </a:lnTo>
                  <a:lnTo>
                    <a:pt x="1018" y="159"/>
                  </a:lnTo>
                  <a:lnTo>
                    <a:pt x="1017" y="149"/>
                  </a:lnTo>
                  <a:lnTo>
                    <a:pt x="1016" y="140"/>
                  </a:lnTo>
                  <a:lnTo>
                    <a:pt x="1014" y="130"/>
                  </a:lnTo>
                  <a:lnTo>
                    <a:pt x="1011" y="122"/>
                  </a:lnTo>
                  <a:lnTo>
                    <a:pt x="1006" y="113"/>
                  </a:lnTo>
                  <a:lnTo>
                    <a:pt x="1001" y="105"/>
                  </a:lnTo>
                  <a:lnTo>
                    <a:pt x="996" y="98"/>
                  </a:lnTo>
                  <a:lnTo>
                    <a:pt x="990" y="91"/>
                  </a:lnTo>
                  <a:lnTo>
                    <a:pt x="983" y="85"/>
                  </a:lnTo>
                  <a:lnTo>
                    <a:pt x="975" y="80"/>
                  </a:lnTo>
                  <a:lnTo>
                    <a:pt x="968" y="75"/>
                  </a:lnTo>
                  <a:lnTo>
                    <a:pt x="959" y="71"/>
                  </a:lnTo>
                  <a:lnTo>
                    <a:pt x="951" y="68"/>
                  </a:lnTo>
                  <a:lnTo>
                    <a:pt x="942" y="66"/>
                  </a:lnTo>
                  <a:lnTo>
                    <a:pt x="932" y="64"/>
                  </a:lnTo>
                  <a:lnTo>
                    <a:pt x="923" y="64"/>
                  </a:lnTo>
                  <a:lnTo>
                    <a:pt x="923" y="64"/>
                  </a:lnTo>
                  <a:close/>
                  <a:moveTo>
                    <a:pt x="954" y="922"/>
                  </a:moveTo>
                  <a:lnTo>
                    <a:pt x="954" y="922"/>
                  </a:lnTo>
                  <a:lnTo>
                    <a:pt x="954" y="928"/>
                  </a:lnTo>
                  <a:lnTo>
                    <a:pt x="952" y="935"/>
                  </a:lnTo>
                  <a:lnTo>
                    <a:pt x="948" y="940"/>
                  </a:lnTo>
                  <a:lnTo>
                    <a:pt x="945" y="944"/>
                  </a:lnTo>
                  <a:lnTo>
                    <a:pt x="940" y="949"/>
                  </a:lnTo>
                  <a:lnTo>
                    <a:pt x="935" y="952"/>
                  </a:lnTo>
                  <a:lnTo>
                    <a:pt x="929" y="953"/>
                  </a:lnTo>
                  <a:lnTo>
                    <a:pt x="923" y="954"/>
                  </a:lnTo>
                  <a:lnTo>
                    <a:pt x="95" y="954"/>
                  </a:lnTo>
                  <a:lnTo>
                    <a:pt x="95" y="954"/>
                  </a:lnTo>
                  <a:lnTo>
                    <a:pt x="89" y="953"/>
                  </a:lnTo>
                  <a:lnTo>
                    <a:pt x="84" y="952"/>
                  </a:lnTo>
                  <a:lnTo>
                    <a:pt x="77" y="949"/>
                  </a:lnTo>
                  <a:lnTo>
                    <a:pt x="73" y="944"/>
                  </a:lnTo>
                  <a:lnTo>
                    <a:pt x="69" y="940"/>
                  </a:lnTo>
                  <a:lnTo>
                    <a:pt x="67" y="935"/>
                  </a:lnTo>
                  <a:lnTo>
                    <a:pt x="64" y="928"/>
                  </a:lnTo>
                  <a:lnTo>
                    <a:pt x="63" y="922"/>
                  </a:lnTo>
                  <a:lnTo>
                    <a:pt x="63" y="381"/>
                  </a:lnTo>
                  <a:lnTo>
                    <a:pt x="954" y="381"/>
                  </a:lnTo>
                  <a:lnTo>
                    <a:pt x="954" y="922"/>
                  </a:lnTo>
                  <a:close/>
                  <a:moveTo>
                    <a:pt x="191" y="190"/>
                  </a:moveTo>
                  <a:lnTo>
                    <a:pt x="191" y="190"/>
                  </a:lnTo>
                  <a:lnTo>
                    <a:pt x="197" y="190"/>
                  </a:lnTo>
                  <a:lnTo>
                    <a:pt x="204" y="188"/>
                  </a:lnTo>
                  <a:lnTo>
                    <a:pt x="209" y="185"/>
                  </a:lnTo>
                  <a:lnTo>
                    <a:pt x="214" y="182"/>
                  </a:lnTo>
                  <a:lnTo>
                    <a:pt x="218" y="176"/>
                  </a:lnTo>
                  <a:lnTo>
                    <a:pt x="220" y="171"/>
                  </a:lnTo>
                  <a:lnTo>
                    <a:pt x="222" y="166"/>
                  </a:lnTo>
                  <a:lnTo>
                    <a:pt x="223" y="159"/>
                  </a:lnTo>
                  <a:lnTo>
                    <a:pt x="223" y="31"/>
                  </a:lnTo>
                  <a:lnTo>
                    <a:pt x="223" y="31"/>
                  </a:lnTo>
                  <a:lnTo>
                    <a:pt x="222" y="25"/>
                  </a:lnTo>
                  <a:lnTo>
                    <a:pt x="220" y="20"/>
                  </a:lnTo>
                  <a:lnTo>
                    <a:pt x="218" y="14"/>
                  </a:lnTo>
                  <a:lnTo>
                    <a:pt x="214" y="9"/>
                  </a:lnTo>
                  <a:lnTo>
                    <a:pt x="209" y="6"/>
                  </a:lnTo>
                  <a:lnTo>
                    <a:pt x="204" y="2"/>
                  </a:lnTo>
                  <a:lnTo>
                    <a:pt x="197" y="0"/>
                  </a:lnTo>
                  <a:lnTo>
                    <a:pt x="191" y="0"/>
                  </a:lnTo>
                  <a:lnTo>
                    <a:pt x="191" y="0"/>
                  </a:lnTo>
                  <a:lnTo>
                    <a:pt x="185" y="0"/>
                  </a:lnTo>
                  <a:lnTo>
                    <a:pt x="178" y="2"/>
                  </a:lnTo>
                  <a:lnTo>
                    <a:pt x="173" y="6"/>
                  </a:lnTo>
                  <a:lnTo>
                    <a:pt x="168" y="9"/>
                  </a:lnTo>
                  <a:lnTo>
                    <a:pt x="164" y="14"/>
                  </a:lnTo>
                  <a:lnTo>
                    <a:pt x="162" y="20"/>
                  </a:lnTo>
                  <a:lnTo>
                    <a:pt x="160" y="25"/>
                  </a:lnTo>
                  <a:lnTo>
                    <a:pt x="159" y="31"/>
                  </a:lnTo>
                  <a:lnTo>
                    <a:pt x="159" y="159"/>
                  </a:lnTo>
                  <a:lnTo>
                    <a:pt x="159" y="159"/>
                  </a:lnTo>
                  <a:lnTo>
                    <a:pt x="160" y="166"/>
                  </a:lnTo>
                  <a:lnTo>
                    <a:pt x="162" y="171"/>
                  </a:lnTo>
                  <a:lnTo>
                    <a:pt x="164" y="176"/>
                  </a:lnTo>
                  <a:lnTo>
                    <a:pt x="168" y="182"/>
                  </a:lnTo>
                  <a:lnTo>
                    <a:pt x="173" y="185"/>
                  </a:lnTo>
                  <a:lnTo>
                    <a:pt x="178" y="188"/>
                  </a:lnTo>
                  <a:lnTo>
                    <a:pt x="185" y="190"/>
                  </a:lnTo>
                  <a:lnTo>
                    <a:pt x="191" y="190"/>
                  </a:lnTo>
                  <a:lnTo>
                    <a:pt x="191" y="190"/>
                  </a:lnTo>
                  <a:close/>
                  <a:moveTo>
                    <a:pt x="319" y="190"/>
                  </a:moveTo>
                  <a:lnTo>
                    <a:pt x="319" y="190"/>
                  </a:lnTo>
                  <a:lnTo>
                    <a:pt x="325" y="190"/>
                  </a:lnTo>
                  <a:lnTo>
                    <a:pt x="330" y="188"/>
                  </a:lnTo>
                  <a:lnTo>
                    <a:pt x="336" y="185"/>
                  </a:lnTo>
                  <a:lnTo>
                    <a:pt x="341" y="182"/>
                  </a:lnTo>
                  <a:lnTo>
                    <a:pt x="344" y="176"/>
                  </a:lnTo>
                  <a:lnTo>
                    <a:pt x="348" y="171"/>
                  </a:lnTo>
                  <a:lnTo>
                    <a:pt x="350" y="166"/>
                  </a:lnTo>
                  <a:lnTo>
                    <a:pt x="350" y="159"/>
                  </a:lnTo>
                  <a:lnTo>
                    <a:pt x="350" y="31"/>
                  </a:lnTo>
                  <a:lnTo>
                    <a:pt x="350" y="31"/>
                  </a:lnTo>
                  <a:lnTo>
                    <a:pt x="350" y="25"/>
                  </a:lnTo>
                  <a:lnTo>
                    <a:pt x="348" y="20"/>
                  </a:lnTo>
                  <a:lnTo>
                    <a:pt x="344" y="14"/>
                  </a:lnTo>
                  <a:lnTo>
                    <a:pt x="341" y="9"/>
                  </a:lnTo>
                  <a:lnTo>
                    <a:pt x="336" y="6"/>
                  </a:lnTo>
                  <a:lnTo>
                    <a:pt x="330" y="2"/>
                  </a:lnTo>
                  <a:lnTo>
                    <a:pt x="325" y="0"/>
                  </a:lnTo>
                  <a:lnTo>
                    <a:pt x="319" y="0"/>
                  </a:lnTo>
                  <a:lnTo>
                    <a:pt x="319" y="0"/>
                  </a:lnTo>
                  <a:lnTo>
                    <a:pt x="312" y="0"/>
                  </a:lnTo>
                  <a:lnTo>
                    <a:pt x="306" y="2"/>
                  </a:lnTo>
                  <a:lnTo>
                    <a:pt x="300" y="6"/>
                  </a:lnTo>
                  <a:lnTo>
                    <a:pt x="296" y="9"/>
                  </a:lnTo>
                  <a:lnTo>
                    <a:pt x="292" y="14"/>
                  </a:lnTo>
                  <a:lnTo>
                    <a:pt x="289" y="20"/>
                  </a:lnTo>
                  <a:lnTo>
                    <a:pt x="286" y="25"/>
                  </a:lnTo>
                  <a:lnTo>
                    <a:pt x="286" y="31"/>
                  </a:lnTo>
                  <a:lnTo>
                    <a:pt x="286" y="159"/>
                  </a:lnTo>
                  <a:lnTo>
                    <a:pt x="286" y="159"/>
                  </a:lnTo>
                  <a:lnTo>
                    <a:pt x="286" y="166"/>
                  </a:lnTo>
                  <a:lnTo>
                    <a:pt x="289" y="171"/>
                  </a:lnTo>
                  <a:lnTo>
                    <a:pt x="292" y="176"/>
                  </a:lnTo>
                  <a:lnTo>
                    <a:pt x="296" y="182"/>
                  </a:lnTo>
                  <a:lnTo>
                    <a:pt x="300" y="185"/>
                  </a:lnTo>
                  <a:lnTo>
                    <a:pt x="306" y="188"/>
                  </a:lnTo>
                  <a:lnTo>
                    <a:pt x="312" y="190"/>
                  </a:lnTo>
                  <a:lnTo>
                    <a:pt x="319" y="190"/>
                  </a:lnTo>
                  <a:lnTo>
                    <a:pt x="319" y="190"/>
                  </a:lnTo>
                  <a:close/>
                  <a:moveTo>
                    <a:pt x="445" y="190"/>
                  </a:moveTo>
                  <a:lnTo>
                    <a:pt x="445" y="190"/>
                  </a:lnTo>
                  <a:lnTo>
                    <a:pt x="452" y="190"/>
                  </a:lnTo>
                  <a:lnTo>
                    <a:pt x="458" y="188"/>
                  </a:lnTo>
                  <a:lnTo>
                    <a:pt x="464" y="185"/>
                  </a:lnTo>
                  <a:lnTo>
                    <a:pt x="468" y="182"/>
                  </a:lnTo>
                  <a:lnTo>
                    <a:pt x="472" y="176"/>
                  </a:lnTo>
                  <a:lnTo>
                    <a:pt x="474" y="171"/>
                  </a:lnTo>
                  <a:lnTo>
                    <a:pt x="476" y="166"/>
                  </a:lnTo>
                  <a:lnTo>
                    <a:pt x="477" y="159"/>
                  </a:lnTo>
                  <a:lnTo>
                    <a:pt x="477" y="31"/>
                  </a:lnTo>
                  <a:lnTo>
                    <a:pt x="477" y="31"/>
                  </a:lnTo>
                  <a:lnTo>
                    <a:pt x="476" y="25"/>
                  </a:lnTo>
                  <a:lnTo>
                    <a:pt x="474" y="20"/>
                  </a:lnTo>
                  <a:lnTo>
                    <a:pt x="472" y="14"/>
                  </a:lnTo>
                  <a:lnTo>
                    <a:pt x="468" y="9"/>
                  </a:lnTo>
                  <a:lnTo>
                    <a:pt x="464" y="6"/>
                  </a:lnTo>
                  <a:lnTo>
                    <a:pt x="458" y="2"/>
                  </a:lnTo>
                  <a:lnTo>
                    <a:pt x="452" y="0"/>
                  </a:lnTo>
                  <a:lnTo>
                    <a:pt x="445" y="0"/>
                  </a:lnTo>
                  <a:lnTo>
                    <a:pt x="445" y="0"/>
                  </a:lnTo>
                  <a:lnTo>
                    <a:pt x="439" y="0"/>
                  </a:lnTo>
                  <a:lnTo>
                    <a:pt x="433" y="2"/>
                  </a:lnTo>
                  <a:lnTo>
                    <a:pt x="428" y="6"/>
                  </a:lnTo>
                  <a:lnTo>
                    <a:pt x="423" y="9"/>
                  </a:lnTo>
                  <a:lnTo>
                    <a:pt x="420" y="14"/>
                  </a:lnTo>
                  <a:lnTo>
                    <a:pt x="416" y="20"/>
                  </a:lnTo>
                  <a:lnTo>
                    <a:pt x="414" y="25"/>
                  </a:lnTo>
                  <a:lnTo>
                    <a:pt x="413" y="31"/>
                  </a:lnTo>
                  <a:lnTo>
                    <a:pt x="413" y="159"/>
                  </a:lnTo>
                  <a:lnTo>
                    <a:pt x="413" y="159"/>
                  </a:lnTo>
                  <a:lnTo>
                    <a:pt x="414" y="166"/>
                  </a:lnTo>
                  <a:lnTo>
                    <a:pt x="416" y="171"/>
                  </a:lnTo>
                  <a:lnTo>
                    <a:pt x="420" y="176"/>
                  </a:lnTo>
                  <a:lnTo>
                    <a:pt x="423" y="182"/>
                  </a:lnTo>
                  <a:lnTo>
                    <a:pt x="428" y="185"/>
                  </a:lnTo>
                  <a:lnTo>
                    <a:pt x="433" y="188"/>
                  </a:lnTo>
                  <a:lnTo>
                    <a:pt x="439" y="190"/>
                  </a:lnTo>
                  <a:lnTo>
                    <a:pt x="445" y="190"/>
                  </a:lnTo>
                  <a:lnTo>
                    <a:pt x="445" y="190"/>
                  </a:lnTo>
                  <a:close/>
                  <a:moveTo>
                    <a:pt x="573" y="190"/>
                  </a:moveTo>
                  <a:lnTo>
                    <a:pt x="573" y="190"/>
                  </a:lnTo>
                  <a:lnTo>
                    <a:pt x="579" y="190"/>
                  </a:lnTo>
                  <a:lnTo>
                    <a:pt x="585" y="188"/>
                  </a:lnTo>
                  <a:lnTo>
                    <a:pt x="590" y="185"/>
                  </a:lnTo>
                  <a:lnTo>
                    <a:pt x="595" y="182"/>
                  </a:lnTo>
                  <a:lnTo>
                    <a:pt x="599" y="176"/>
                  </a:lnTo>
                  <a:lnTo>
                    <a:pt x="602" y="171"/>
                  </a:lnTo>
                  <a:lnTo>
                    <a:pt x="604" y="166"/>
                  </a:lnTo>
                  <a:lnTo>
                    <a:pt x="604" y="159"/>
                  </a:lnTo>
                  <a:lnTo>
                    <a:pt x="604" y="31"/>
                  </a:lnTo>
                  <a:lnTo>
                    <a:pt x="604" y="31"/>
                  </a:lnTo>
                  <a:lnTo>
                    <a:pt x="604" y="25"/>
                  </a:lnTo>
                  <a:lnTo>
                    <a:pt x="602" y="20"/>
                  </a:lnTo>
                  <a:lnTo>
                    <a:pt x="599" y="14"/>
                  </a:lnTo>
                  <a:lnTo>
                    <a:pt x="595" y="9"/>
                  </a:lnTo>
                  <a:lnTo>
                    <a:pt x="590" y="6"/>
                  </a:lnTo>
                  <a:lnTo>
                    <a:pt x="585" y="2"/>
                  </a:lnTo>
                  <a:lnTo>
                    <a:pt x="579" y="0"/>
                  </a:lnTo>
                  <a:lnTo>
                    <a:pt x="573" y="0"/>
                  </a:lnTo>
                  <a:lnTo>
                    <a:pt x="573" y="0"/>
                  </a:lnTo>
                  <a:lnTo>
                    <a:pt x="567" y="0"/>
                  </a:lnTo>
                  <a:lnTo>
                    <a:pt x="560" y="2"/>
                  </a:lnTo>
                  <a:lnTo>
                    <a:pt x="555" y="6"/>
                  </a:lnTo>
                  <a:lnTo>
                    <a:pt x="550" y="9"/>
                  </a:lnTo>
                  <a:lnTo>
                    <a:pt x="546" y="14"/>
                  </a:lnTo>
                  <a:lnTo>
                    <a:pt x="543" y="20"/>
                  </a:lnTo>
                  <a:lnTo>
                    <a:pt x="542" y="25"/>
                  </a:lnTo>
                  <a:lnTo>
                    <a:pt x="541" y="31"/>
                  </a:lnTo>
                  <a:lnTo>
                    <a:pt x="541" y="159"/>
                  </a:lnTo>
                  <a:lnTo>
                    <a:pt x="541" y="159"/>
                  </a:lnTo>
                  <a:lnTo>
                    <a:pt x="542" y="166"/>
                  </a:lnTo>
                  <a:lnTo>
                    <a:pt x="543" y="171"/>
                  </a:lnTo>
                  <a:lnTo>
                    <a:pt x="546" y="176"/>
                  </a:lnTo>
                  <a:lnTo>
                    <a:pt x="550" y="182"/>
                  </a:lnTo>
                  <a:lnTo>
                    <a:pt x="555" y="185"/>
                  </a:lnTo>
                  <a:lnTo>
                    <a:pt x="560" y="188"/>
                  </a:lnTo>
                  <a:lnTo>
                    <a:pt x="567" y="190"/>
                  </a:lnTo>
                  <a:lnTo>
                    <a:pt x="573" y="190"/>
                  </a:lnTo>
                  <a:lnTo>
                    <a:pt x="573" y="190"/>
                  </a:lnTo>
                  <a:close/>
                  <a:moveTo>
                    <a:pt x="700" y="190"/>
                  </a:moveTo>
                  <a:lnTo>
                    <a:pt x="700" y="190"/>
                  </a:lnTo>
                  <a:lnTo>
                    <a:pt x="706" y="190"/>
                  </a:lnTo>
                  <a:lnTo>
                    <a:pt x="712" y="188"/>
                  </a:lnTo>
                  <a:lnTo>
                    <a:pt x="718" y="185"/>
                  </a:lnTo>
                  <a:lnTo>
                    <a:pt x="722" y="182"/>
                  </a:lnTo>
                  <a:lnTo>
                    <a:pt x="726" y="176"/>
                  </a:lnTo>
                  <a:lnTo>
                    <a:pt x="730" y="171"/>
                  </a:lnTo>
                  <a:lnTo>
                    <a:pt x="731" y="166"/>
                  </a:lnTo>
                  <a:lnTo>
                    <a:pt x="732" y="159"/>
                  </a:lnTo>
                  <a:lnTo>
                    <a:pt x="732" y="31"/>
                  </a:lnTo>
                  <a:lnTo>
                    <a:pt x="732" y="31"/>
                  </a:lnTo>
                  <a:lnTo>
                    <a:pt x="731" y="25"/>
                  </a:lnTo>
                  <a:lnTo>
                    <a:pt x="730" y="20"/>
                  </a:lnTo>
                  <a:lnTo>
                    <a:pt x="726" y="14"/>
                  </a:lnTo>
                  <a:lnTo>
                    <a:pt x="722" y="9"/>
                  </a:lnTo>
                  <a:lnTo>
                    <a:pt x="718" y="6"/>
                  </a:lnTo>
                  <a:lnTo>
                    <a:pt x="712" y="2"/>
                  </a:lnTo>
                  <a:lnTo>
                    <a:pt x="706" y="0"/>
                  </a:lnTo>
                  <a:lnTo>
                    <a:pt x="700" y="0"/>
                  </a:lnTo>
                  <a:lnTo>
                    <a:pt x="700" y="0"/>
                  </a:lnTo>
                  <a:lnTo>
                    <a:pt x="693" y="0"/>
                  </a:lnTo>
                  <a:lnTo>
                    <a:pt x="688" y="2"/>
                  </a:lnTo>
                  <a:lnTo>
                    <a:pt x="682" y="6"/>
                  </a:lnTo>
                  <a:lnTo>
                    <a:pt x="677" y="9"/>
                  </a:lnTo>
                  <a:lnTo>
                    <a:pt x="674" y="14"/>
                  </a:lnTo>
                  <a:lnTo>
                    <a:pt x="671" y="20"/>
                  </a:lnTo>
                  <a:lnTo>
                    <a:pt x="668" y="25"/>
                  </a:lnTo>
                  <a:lnTo>
                    <a:pt x="668" y="31"/>
                  </a:lnTo>
                  <a:lnTo>
                    <a:pt x="668" y="159"/>
                  </a:lnTo>
                  <a:lnTo>
                    <a:pt x="668" y="159"/>
                  </a:lnTo>
                  <a:lnTo>
                    <a:pt x="668" y="166"/>
                  </a:lnTo>
                  <a:lnTo>
                    <a:pt x="671" y="171"/>
                  </a:lnTo>
                  <a:lnTo>
                    <a:pt x="674" y="176"/>
                  </a:lnTo>
                  <a:lnTo>
                    <a:pt x="677" y="182"/>
                  </a:lnTo>
                  <a:lnTo>
                    <a:pt x="682" y="185"/>
                  </a:lnTo>
                  <a:lnTo>
                    <a:pt x="688" y="188"/>
                  </a:lnTo>
                  <a:lnTo>
                    <a:pt x="693" y="190"/>
                  </a:lnTo>
                  <a:lnTo>
                    <a:pt x="700" y="190"/>
                  </a:lnTo>
                  <a:lnTo>
                    <a:pt x="700" y="190"/>
                  </a:lnTo>
                  <a:close/>
                  <a:moveTo>
                    <a:pt x="827" y="190"/>
                  </a:moveTo>
                  <a:lnTo>
                    <a:pt x="827" y="190"/>
                  </a:lnTo>
                  <a:lnTo>
                    <a:pt x="834" y="190"/>
                  </a:lnTo>
                  <a:lnTo>
                    <a:pt x="839" y="188"/>
                  </a:lnTo>
                  <a:lnTo>
                    <a:pt x="844" y="185"/>
                  </a:lnTo>
                  <a:lnTo>
                    <a:pt x="850" y="182"/>
                  </a:lnTo>
                  <a:lnTo>
                    <a:pt x="853" y="176"/>
                  </a:lnTo>
                  <a:lnTo>
                    <a:pt x="856" y="171"/>
                  </a:lnTo>
                  <a:lnTo>
                    <a:pt x="858" y="166"/>
                  </a:lnTo>
                  <a:lnTo>
                    <a:pt x="858" y="159"/>
                  </a:lnTo>
                  <a:lnTo>
                    <a:pt x="858" y="31"/>
                  </a:lnTo>
                  <a:lnTo>
                    <a:pt x="858" y="31"/>
                  </a:lnTo>
                  <a:lnTo>
                    <a:pt x="858" y="25"/>
                  </a:lnTo>
                  <a:lnTo>
                    <a:pt x="856" y="20"/>
                  </a:lnTo>
                  <a:lnTo>
                    <a:pt x="853" y="14"/>
                  </a:lnTo>
                  <a:lnTo>
                    <a:pt x="850" y="9"/>
                  </a:lnTo>
                  <a:lnTo>
                    <a:pt x="844" y="6"/>
                  </a:lnTo>
                  <a:lnTo>
                    <a:pt x="839" y="2"/>
                  </a:lnTo>
                  <a:lnTo>
                    <a:pt x="834" y="0"/>
                  </a:lnTo>
                  <a:lnTo>
                    <a:pt x="827" y="0"/>
                  </a:lnTo>
                  <a:lnTo>
                    <a:pt x="827" y="0"/>
                  </a:lnTo>
                  <a:lnTo>
                    <a:pt x="821" y="0"/>
                  </a:lnTo>
                  <a:lnTo>
                    <a:pt x="814" y="2"/>
                  </a:lnTo>
                  <a:lnTo>
                    <a:pt x="809" y="6"/>
                  </a:lnTo>
                  <a:lnTo>
                    <a:pt x="805" y="9"/>
                  </a:lnTo>
                  <a:lnTo>
                    <a:pt x="800" y="14"/>
                  </a:lnTo>
                  <a:lnTo>
                    <a:pt x="798" y="20"/>
                  </a:lnTo>
                  <a:lnTo>
                    <a:pt x="796" y="25"/>
                  </a:lnTo>
                  <a:lnTo>
                    <a:pt x="795" y="31"/>
                  </a:lnTo>
                  <a:lnTo>
                    <a:pt x="795" y="159"/>
                  </a:lnTo>
                  <a:lnTo>
                    <a:pt x="795" y="159"/>
                  </a:lnTo>
                  <a:lnTo>
                    <a:pt x="796" y="166"/>
                  </a:lnTo>
                  <a:lnTo>
                    <a:pt x="798" y="171"/>
                  </a:lnTo>
                  <a:lnTo>
                    <a:pt x="800" y="176"/>
                  </a:lnTo>
                  <a:lnTo>
                    <a:pt x="805" y="182"/>
                  </a:lnTo>
                  <a:lnTo>
                    <a:pt x="809" y="185"/>
                  </a:lnTo>
                  <a:lnTo>
                    <a:pt x="814" y="188"/>
                  </a:lnTo>
                  <a:lnTo>
                    <a:pt x="821" y="190"/>
                  </a:lnTo>
                  <a:lnTo>
                    <a:pt x="827" y="190"/>
                  </a:lnTo>
                  <a:lnTo>
                    <a:pt x="827" y="190"/>
                  </a:lnTo>
                  <a:close/>
                  <a:moveTo>
                    <a:pt x="683" y="795"/>
                  </a:moveTo>
                  <a:lnTo>
                    <a:pt x="683" y="795"/>
                  </a:lnTo>
                  <a:lnTo>
                    <a:pt x="674" y="794"/>
                  </a:lnTo>
                  <a:lnTo>
                    <a:pt x="665" y="791"/>
                  </a:lnTo>
                  <a:lnTo>
                    <a:pt x="658" y="787"/>
                  </a:lnTo>
                  <a:lnTo>
                    <a:pt x="650" y="781"/>
                  </a:lnTo>
                  <a:lnTo>
                    <a:pt x="645" y="774"/>
                  </a:lnTo>
                  <a:lnTo>
                    <a:pt x="639" y="766"/>
                  </a:lnTo>
                  <a:lnTo>
                    <a:pt x="637" y="757"/>
                  </a:lnTo>
                  <a:lnTo>
                    <a:pt x="636" y="747"/>
                  </a:lnTo>
                  <a:lnTo>
                    <a:pt x="636" y="747"/>
                  </a:lnTo>
                  <a:lnTo>
                    <a:pt x="635" y="741"/>
                  </a:lnTo>
                  <a:lnTo>
                    <a:pt x="634" y="735"/>
                  </a:lnTo>
                  <a:lnTo>
                    <a:pt x="631" y="730"/>
                  </a:lnTo>
                  <a:lnTo>
                    <a:pt x="627" y="724"/>
                  </a:lnTo>
                  <a:lnTo>
                    <a:pt x="622" y="721"/>
                  </a:lnTo>
                  <a:lnTo>
                    <a:pt x="617" y="718"/>
                  </a:lnTo>
                  <a:lnTo>
                    <a:pt x="611" y="716"/>
                  </a:lnTo>
                  <a:lnTo>
                    <a:pt x="604" y="716"/>
                  </a:lnTo>
                  <a:lnTo>
                    <a:pt x="604" y="716"/>
                  </a:lnTo>
                  <a:lnTo>
                    <a:pt x="598" y="716"/>
                  </a:lnTo>
                  <a:lnTo>
                    <a:pt x="592" y="718"/>
                  </a:lnTo>
                  <a:lnTo>
                    <a:pt x="587" y="721"/>
                  </a:lnTo>
                  <a:lnTo>
                    <a:pt x="582" y="724"/>
                  </a:lnTo>
                  <a:lnTo>
                    <a:pt x="578" y="730"/>
                  </a:lnTo>
                  <a:lnTo>
                    <a:pt x="575" y="735"/>
                  </a:lnTo>
                  <a:lnTo>
                    <a:pt x="573" y="741"/>
                  </a:lnTo>
                  <a:lnTo>
                    <a:pt x="573" y="747"/>
                  </a:lnTo>
                  <a:lnTo>
                    <a:pt x="573" y="747"/>
                  </a:lnTo>
                  <a:lnTo>
                    <a:pt x="573" y="759"/>
                  </a:lnTo>
                  <a:lnTo>
                    <a:pt x="575" y="770"/>
                  </a:lnTo>
                  <a:lnTo>
                    <a:pt x="577" y="780"/>
                  </a:lnTo>
                  <a:lnTo>
                    <a:pt x="582" y="791"/>
                  </a:lnTo>
                  <a:lnTo>
                    <a:pt x="586" y="801"/>
                  </a:lnTo>
                  <a:lnTo>
                    <a:pt x="591" y="809"/>
                  </a:lnTo>
                  <a:lnTo>
                    <a:pt x="598" y="818"/>
                  </a:lnTo>
                  <a:lnTo>
                    <a:pt x="605" y="826"/>
                  </a:lnTo>
                  <a:lnTo>
                    <a:pt x="613" y="833"/>
                  </a:lnTo>
                  <a:lnTo>
                    <a:pt x="621" y="839"/>
                  </a:lnTo>
                  <a:lnTo>
                    <a:pt x="631" y="845"/>
                  </a:lnTo>
                  <a:lnTo>
                    <a:pt x="641" y="850"/>
                  </a:lnTo>
                  <a:lnTo>
                    <a:pt x="651" y="853"/>
                  </a:lnTo>
                  <a:lnTo>
                    <a:pt x="662" y="856"/>
                  </a:lnTo>
                  <a:lnTo>
                    <a:pt x="673" y="858"/>
                  </a:lnTo>
                  <a:lnTo>
                    <a:pt x="683" y="859"/>
                  </a:lnTo>
                  <a:lnTo>
                    <a:pt x="683" y="859"/>
                  </a:lnTo>
                  <a:lnTo>
                    <a:pt x="695" y="858"/>
                  </a:lnTo>
                  <a:lnTo>
                    <a:pt x="706" y="856"/>
                  </a:lnTo>
                  <a:lnTo>
                    <a:pt x="717" y="853"/>
                  </a:lnTo>
                  <a:lnTo>
                    <a:pt x="727" y="850"/>
                  </a:lnTo>
                  <a:lnTo>
                    <a:pt x="737" y="845"/>
                  </a:lnTo>
                  <a:lnTo>
                    <a:pt x="746" y="839"/>
                  </a:lnTo>
                  <a:lnTo>
                    <a:pt x="754" y="833"/>
                  </a:lnTo>
                  <a:lnTo>
                    <a:pt x="763" y="826"/>
                  </a:lnTo>
                  <a:lnTo>
                    <a:pt x="769" y="818"/>
                  </a:lnTo>
                  <a:lnTo>
                    <a:pt x="776" y="809"/>
                  </a:lnTo>
                  <a:lnTo>
                    <a:pt x="782" y="801"/>
                  </a:lnTo>
                  <a:lnTo>
                    <a:pt x="786" y="791"/>
                  </a:lnTo>
                  <a:lnTo>
                    <a:pt x="791" y="780"/>
                  </a:lnTo>
                  <a:lnTo>
                    <a:pt x="793" y="770"/>
                  </a:lnTo>
                  <a:lnTo>
                    <a:pt x="795" y="759"/>
                  </a:lnTo>
                  <a:lnTo>
                    <a:pt x="795" y="747"/>
                  </a:lnTo>
                  <a:lnTo>
                    <a:pt x="795" y="747"/>
                  </a:lnTo>
                  <a:lnTo>
                    <a:pt x="795" y="735"/>
                  </a:lnTo>
                  <a:lnTo>
                    <a:pt x="793" y="724"/>
                  </a:lnTo>
                  <a:lnTo>
                    <a:pt x="790" y="714"/>
                  </a:lnTo>
                  <a:lnTo>
                    <a:pt x="786" y="703"/>
                  </a:lnTo>
                  <a:lnTo>
                    <a:pt x="781" y="693"/>
                  </a:lnTo>
                  <a:lnTo>
                    <a:pt x="776" y="685"/>
                  </a:lnTo>
                  <a:lnTo>
                    <a:pt x="769" y="676"/>
                  </a:lnTo>
                  <a:lnTo>
                    <a:pt x="762" y="668"/>
                  </a:lnTo>
                  <a:lnTo>
                    <a:pt x="762" y="668"/>
                  </a:lnTo>
                  <a:lnTo>
                    <a:pt x="769" y="660"/>
                  </a:lnTo>
                  <a:lnTo>
                    <a:pt x="776" y="652"/>
                  </a:lnTo>
                  <a:lnTo>
                    <a:pt x="781" y="642"/>
                  </a:lnTo>
                  <a:lnTo>
                    <a:pt x="786" y="632"/>
                  </a:lnTo>
                  <a:lnTo>
                    <a:pt x="790" y="621"/>
                  </a:lnTo>
                  <a:lnTo>
                    <a:pt x="793" y="611"/>
                  </a:lnTo>
                  <a:lnTo>
                    <a:pt x="795" y="600"/>
                  </a:lnTo>
                  <a:lnTo>
                    <a:pt x="795" y="588"/>
                  </a:lnTo>
                  <a:lnTo>
                    <a:pt x="795" y="588"/>
                  </a:lnTo>
                  <a:lnTo>
                    <a:pt x="795" y="576"/>
                  </a:lnTo>
                  <a:lnTo>
                    <a:pt x="793" y="566"/>
                  </a:lnTo>
                  <a:lnTo>
                    <a:pt x="791" y="555"/>
                  </a:lnTo>
                  <a:lnTo>
                    <a:pt x="786" y="545"/>
                  </a:lnTo>
                  <a:lnTo>
                    <a:pt x="782" y="536"/>
                  </a:lnTo>
                  <a:lnTo>
                    <a:pt x="776" y="526"/>
                  </a:lnTo>
                  <a:lnTo>
                    <a:pt x="769" y="517"/>
                  </a:lnTo>
                  <a:lnTo>
                    <a:pt x="763" y="510"/>
                  </a:lnTo>
                  <a:lnTo>
                    <a:pt x="754" y="502"/>
                  </a:lnTo>
                  <a:lnTo>
                    <a:pt x="746" y="496"/>
                  </a:lnTo>
                  <a:lnTo>
                    <a:pt x="737" y="491"/>
                  </a:lnTo>
                  <a:lnTo>
                    <a:pt x="727" y="485"/>
                  </a:lnTo>
                  <a:lnTo>
                    <a:pt x="717" y="482"/>
                  </a:lnTo>
                  <a:lnTo>
                    <a:pt x="706" y="479"/>
                  </a:lnTo>
                  <a:lnTo>
                    <a:pt x="695" y="478"/>
                  </a:lnTo>
                  <a:lnTo>
                    <a:pt x="683" y="477"/>
                  </a:lnTo>
                  <a:lnTo>
                    <a:pt x="683" y="477"/>
                  </a:lnTo>
                  <a:lnTo>
                    <a:pt x="673" y="478"/>
                  </a:lnTo>
                  <a:lnTo>
                    <a:pt x="662" y="479"/>
                  </a:lnTo>
                  <a:lnTo>
                    <a:pt x="651" y="482"/>
                  </a:lnTo>
                  <a:lnTo>
                    <a:pt x="641" y="485"/>
                  </a:lnTo>
                  <a:lnTo>
                    <a:pt x="631" y="491"/>
                  </a:lnTo>
                  <a:lnTo>
                    <a:pt x="621" y="496"/>
                  </a:lnTo>
                  <a:lnTo>
                    <a:pt x="613" y="502"/>
                  </a:lnTo>
                  <a:lnTo>
                    <a:pt x="605" y="510"/>
                  </a:lnTo>
                  <a:lnTo>
                    <a:pt x="598" y="517"/>
                  </a:lnTo>
                  <a:lnTo>
                    <a:pt x="591" y="526"/>
                  </a:lnTo>
                  <a:lnTo>
                    <a:pt x="586" y="536"/>
                  </a:lnTo>
                  <a:lnTo>
                    <a:pt x="582" y="545"/>
                  </a:lnTo>
                  <a:lnTo>
                    <a:pt x="577" y="555"/>
                  </a:lnTo>
                  <a:lnTo>
                    <a:pt x="575" y="566"/>
                  </a:lnTo>
                  <a:lnTo>
                    <a:pt x="573" y="576"/>
                  </a:lnTo>
                  <a:lnTo>
                    <a:pt x="573" y="588"/>
                  </a:lnTo>
                  <a:lnTo>
                    <a:pt x="573" y="588"/>
                  </a:lnTo>
                  <a:lnTo>
                    <a:pt x="573" y="595"/>
                  </a:lnTo>
                  <a:lnTo>
                    <a:pt x="575" y="601"/>
                  </a:lnTo>
                  <a:lnTo>
                    <a:pt x="578" y="606"/>
                  </a:lnTo>
                  <a:lnTo>
                    <a:pt x="582" y="611"/>
                  </a:lnTo>
                  <a:lnTo>
                    <a:pt x="587" y="615"/>
                  </a:lnTo>
                  <a:lnTo>
                    <a:pt x="592" y="617"/>
                  </a:lnTo>
                  <a:lnTo>
                    <a:pt x="598" y="619"/>
                  </a:lnTo>
                  <a:lnTo>
                    <a:pt x="604" y="620"/>
                  </a:lnTo>
                  <a:lnTo>
                    <a:pt x="604" y="620"/>
                  </a:lnTo>
                  <a:lnTo>
                    <a:pt x="611" y="619"/>
                  </a:lnTo>
                  <a:lnTo>
                    <a:pt x="617" y="617"/>
                  </a:lnTo>
                  <a:lnTo>
                    <a:pt x="622" y="615"/>
                  </a:lnTo>
                  <a:lnTo>
                    <a:pt x="627" y="611"/>
                  </a:lnTo>
                  <a:lnTo>
                    <a:pt x="631" y="606"/>
                  </a:lnTo>
                  <a:lnTo>
                    <a:pt x="634" y="601"/>
                  </a:lnTo>
                  <a:lnTo>
                    <a:pt x="635" y="595"/>
                  </a:lnTo>
                  <a:lnTo>
                    <a:pt x="636" y="588"/>
                  </a:lnTo>
                  <a:lnTo>
                    <a:pt x="636" y="588"/>
                  </a:lnTo>
                  <a:lnTo>
                    <a:pt x="637" y="579"/>
                  </a:lnTo>
                  <a:lnTo>
                    <a:pt x="639" y="570"/>
                  </a:lnTo>
                  <a:lnTo>
                    <a:pt x="645" y="561"/>
                  </a:lnTo>
                  <a:lnTo>
                    <a:pt x="650" y="555"/>
                  </a:lnTo>
                  <a:lnTo>
                    <a:pt x="658" y="549"/>
                  </a:lnTo>
                  <a:lnTo>
                    <a:pt x="665" y="544"/>
                  </a:lnTo>
                  <a:lnTo>
                    <a:pt x="674" y="541"/>
                  </a:lnTo>
                  <a:lnTo>
                    <a:pt x="683" y="541"/>
                  </a:lnTo>
                  <a:lnTo>
                    <a:pt x="683" y="541"/>
                  </a:lnTo>
                  <a:lnTo>
                    <a:pt x="693" y="541"/>
                  </a:lnTo>
                  <a:lnTo>
                    <a:pt x="703" y="544"/>
                  </a:lnTo>
                  <a:lnTo>
                    <a:pt x="710" y="549"/>
                  </a:lnTo>
                  <a:lnTo>
                    <a:pt x="718" y="555"/>
                  </a:lnTo>
                  <a:lnTo>
                    <a:pt x="723" y="561"/>
                  </a:lnTo>
                  <a:lnTo>
                    <a:pt x="727" y="570"/>
                  </a:lnTo>
                  <a:lnTo>
                    <a:pt x="731" y="579"/>
                  </a:lnTo>
                  <a:lnTo>
                    <a:pt x="732" y="588"/>
                  </a:lnTo>
                  <a:lnTo>
                    <a:pt x="732" y="588"/>
                  </a:lnTo>
                  <a:lnTo>
                    <a:pt x="731" y="598"/>
                  </a:lnTo>
                  <a:lnTo>
                    <a:pt x="727" y="606"/>
                  </a:lnTo>
                  <a:lnTo>
                    <a:pt x="723" y="615"/>
                  </a:lnTo>
                  <a:lnTo>
                    <a:pt x="718" y="621"/>
                  </a:lnTo>
                  <a:lnTo>
                    <a:pt x="710" y="628"/>
                  </a:lnTo>
                  <a:lnTo>
                    <a:pt x="703" y="632"/>
                  </a:lnTo>
                  <a:lnTo>
                    <a:pt x="693" y="635"/>
                  </a:lnTo>
                  <a:lnTo>
                    <a:pt x="683" y="635"/>
                  </a:lnTo>
                  <a:lnTo>
                    <a:pt x="683" y="635"/>
                  </a:lnTo>
                  <a:lnTo>
                    <a:pt x="677" y="637"/>
                  </a:lnTo>
                  <a:lnTo>
                    <a:pt x="672" y="639"/>
                  </a:lnTo>
                  <a:lnTo>
                    <a:pt x="666" y="642"/>
                  </a:lnTo>
                  <a:lnTo>
                    <a:pt x="661" y="645"/>
                  </a:lnTo>
                  <a:lnTo>
                    <a:pt x="658" y="650"/>
                  </a:lnTo>
                  <a:lnTo>
                    <a:pt x="655" y="656"/>
                  </a:lnTo>
                  <a:lnTo>
                    <a:pt x="652" y="661"/>
                  </a:lnTo>
                  <a:lnTo>
                    <a:pt x="652" y="668"/>
                  </a:lnTo>
                  <a:lnTo>
                    <a:pt x="652" y="668"/>
                  </a:lnTo>
                  <a:lnTo>
                    <a:pt x="652" y="674"/>
                  </a:lnTo>
                  <a:lnTo>
                    <a:pt x="655" y="681"/>
                  </a:lnTo>
                  <a:lnTo>
                    <a:pt x="658" y="686"/>
                  </a:lnTo>
                  <a:lnTo>
                    <a:pt x="661" y="690"/>
                  </a:lnTo>
                  <a:lnTo>
                    <a:pt x="666" y="694"/>
                  </a:lnTo>
                  <a:lnTo>
                    <a:pt x="672" y="697"/>
                  </a:lnTo>
                  <a:lnTo>
                    <a:pt x="677" y="699"/>
                  </a:lnTo>
                  <a:lnTo>
                    <a:pt x="683" y="700"/>
                  </a:lnTo>
                  <a:lnTo>
                    <a:pt x="683" y="700"/>
                  </a:lnTo>
                  <a:lnTo>
                    <a:pt x="693" y="701"/>
                  </a:lnTo>
                  <a:lnTo>
                    <a:pt x="703" y="703"/>
                  </a:lnTo>
                  <a:lnTo>
                    <a:pt x="710" y="707"/>
                  </a:lnTo>
                  <a:lnTo>
                    <a:pt x="718" y="714"/>
                  </a:lnTo>
                  <a:lnTo>
                    <a:pt x="723" y="720"/>
                  </a:lnTo>
                  <a:lnTo>
                    <a:pt x="727" y="729"/>
                  </a:lnTo>
                  <a:lnTo>
                    <a:pt x="731" y="737"/>
                  </a:lnTo>
                  <a:lnTo>
                    <a:pt x="732" y="747"/>
                  </a:lnTo>
                  <a:lnTo>
                    <a:pt x="732" y="747"/>
                  </a:lnTo>
                  <a:lnTo>
                    <a:pt x="731" y="757"/>
                  </a:lnTo>
                  <a:lnTo>
                    <a:pt x="727" y="766"/>
                  </a:lnTo>
                  <a:lnTo>
                    <a:pt x="723" y="774"/>
                  </a:lnTo>
                  <a:lnTo>
                    <a:pt x="718" y="781"/>
                  </a:lnTo>
                  <a:lnTo>
                    <a:pt x="710" y="787"/>
                  </a:lnTo>
                  <a:lnTo>
                    <a:pt x="703" y="791"/>
                  </a:lnTo>
                  <a:lnTo>
                    <a:pt x="693" y="794"/>
                  </a:lnTo>
                  <a:lnTo>
                    <a:pt x="683" y="795"/>
                  </a:lnTo>
                  <a:lnTo>
                    <a:pt x="683" y="795"/>
                  </a:lnTo>
                  <a:close/>
                  <a:moveTo>
                    <a:pt x="223" y="826"/>
                  </a:moveTo>
                  <a:lnTo>
                    <a:pt x="223" y="826"/>
                  </a:lnTo>
                  <a:lnTo>
                    <a:pt x="223" y="833"/>
                  </a:lnTo>
                  <a:lnTo>
                    <a:pt x="225" y="839"/>
                  </a:lnTo>
                  <a:lnTo>
                    <a:pt x="229" y="845"/>
                  </a:lnTo>
                  <a:lnTo>
                    <a:pt x="232" y="849"/>
                  </a:lnTo>
                  <a:lnTo>
                    <a:pt x="237" y="853"/>
                  </a:lnTo>
                  <a:lnTo>
                    <a:pt x="242" y="856"/>
                  </a:lnTo>
                  <a:lnTo>
                    <a:pt x="248" y="858"/>
                  </a:lnTo>
                  <a:lnTo>
                    <a:pt x="254" y="859"/>
                  </a:lnTo>
                  <a:lnTo>
                    <a:pt x="413" y="859"/>
                  </a:lnTo>
                  <a:lnTo>
                    <a:pt x="413" y="859"/>
                  </a:lnTo>
                  <a:lnTo>
                    <a:pt x="420" y="858"/>
                  </a:lnTo>
                  <a:lnTo>
                    <a:pt x="426" y="856"/>
                  </a:lnTo>
                  <a:lnTo>
                    <a:pt x="431" y="853"/>
                  </a:lnTo>
                  <a:lnTo>
                    <a:pt x="436" y="849"/>
                  </a:lnTo>
                  <a:lnTo>
                    <a:pt x="440" y="845"/>
                  </a:lnTo>
                  <a:lnTo>
                    <a:pt x="443" y="839"/>
                  </a:lnTo>
                  <a:lnTo>
                    <a:pt x="445" y="833"/>
                  </a:lnTo>
                  <a:lnTo>
                    <a:pt x="445" y="826"/>
                  </a:lnTo>
                  <a:lnTo>
                    <a:pt x="445" y="826"/>
                  </a:lnTo>
                  <a:lnTo>
                    <a:pt x="445" y="820"/>
                  </a:lnTo>
                  <a:lnTo>
                    <a:pt x="443" y="815"/>
                  </a:lnTo>
                  <a:lnTo>
                    <a:pt x="440" y="809"/>
                  </a:lnTo>
                  <a:lnTo>
                    <a:pt x="436" y="804"/>
                  </a:lnTo>
                  <a:lnTo>
                    <a:pt x="431" y="801"/>
                  </a:lnTo>
                  <a:lnTo>
                    <a:pt x="426" y="797"/>
                  </a:lnTo>
                  <a:lnTo>
                    <a:pt x="420" y="795"/>
                  </a:lnTo>
                  <a:lnTo>
                    <a:pt x="413" y="795"/>
                  </a:lnTo>
                  <a:lnTo>
                    <a:pt x="304" y="795"/>
                  </a:lnTo>
                  <a:lnTo>
                    <a:pt x="304" y="795"/>
                  </a:lnTo>
                  <a:lnTo>
                    <a:pt x="314" y="781"/>
                  </a:lnTo>
                  <a:lnTo>
                    <a:pt x="326" y="768"/>
                  </a:lnTo>
                  <a:lnTo>
                    <a:pt x="351" y="743"/>
                  </a:lnTo>
                  <a:lnTo>
                    <a:pt x="351" y="743"/>
                  </a:lnTo>
                  <a:lnTo>
                    <a:pt x="385" y="705"/>
                  </a:lnTo>
                  <a:lnTo>
                    <a:pt x="401" y="687"/>
                  </a:lnTo>
                  <a:lnTo>
                    <a:pt x="415" y="668"/>
                  </a:lnTo>
                  <a:lnTo>
                    <a:pt x="428" y="648"/>
                  </a:lnTo>
                  <a:lnTo>
                    <a:pt x="432" y="639"/>
                  </a:lnTo>
                  <a:lnTo>
                    <a:pt x="437" y="629"/>
                  </a:lnTo>
                  <a:lnTo>
                    <a:pt x="441" y="618"/>
                  </a:lnTo>
                  <a:lnTo>
                    <a:pt x="443" y="609"/>
                  </a:lnTo>
                  <a:lnTo>
                    <a:pt x="445" y="599"/>
                  </a:lnTo>
                  <a:lnTo>
                    <a:pt x="445" y="588"/>
                  </a:lnTo>
                  <a:lnTo>
                    <a:pt x="445" y="588"/>
                  </a:lnTo>
                  <a:lnTo>
                    <a:pt x="445" y="576"/>
                  </a:lnTo>
                  <a:lnTo>
                    <a:pt x="443" y="566"/>
                  </a:lnTo>
                  <a:lnTo>
                    <a:pt x="440" y="555"/>
                  </a:lnTo>
                  <a:lnTo>
                    <a:pt x="437" y="545"/>
                  </a:lnTo>
                  <a:lnTo>
                    <a:pt x="432" y="536"/>
                  </a:lnTo>
                  <a:lnTo>
                    <a:pt x="426" y="526"/>
                  </a:lnTo>
                  <a:lnTo>
                    <a:pt x="420" y="517"/>
                  </a:lnTo>
                  <a:lnTo>
                    <a:pt x="413" y="510"/>
                  </a:lnTo>
                  <a:lnTo>
                    <a:pt x="405" y="502"/>
                  </a:lnTo>
                  <a:lnTo>
                    <a:pt x="396" y="496"/>
                  </a:lnTo>
                  <a:lnTo>
                    <a:pt x="387" y="491"/>
                  </a:lnTo>
                  <a:lnTo>
                    <a:pt x="378" y="485"/>
                  </a:lnTo>
                  <a:lnTo>
                    <a:pt x="367" y="482"/>
                  </a:lnTo>
                  <a:lnTo>
                    <a:pt x="356" y="479"/>
                  </a:lnTo>
                  <a:lnTo>
                    <a:pt x="345" y="478"/>
                  </a:lnTo>
                  <a:lnTo>
                    <a:pt x="334" y="477"/>
                  </a:lnTo>
                  <a:lnTo>
                    <a:pt x="334" y="477"/>
                  </a:lnTo>
                  <a:lnTo>
                    <a:pt x="323" y="478"/>
                  </a:lnTo>
                  <a:lnTo>
                    <a:pt x="311" y="479"/>
                  </a:lnTo>
                  <a:lnTo>
                    <a:pt x="301" y="482"/>
                  </a:lnTo>
                  <a:lnTo>
                    <a:pt x="291" y="485"/>
                  </a:lnTo>
                  <a:lnTo>
                    <a:pt x="281" y="491"/>
                  </a:lnTo>
                  <a:lnTo>
                    <a:pt x="271" y="496"/>
                  </a:lnTo>
                  <a:lnTo>
                    <a:pt x="263" y="502"/>
                  </a:lnTo>
                  <a:lnTo>
                    <a:pt x="255" y="510"/>
                  </a:lnTo>
                  <a:lnTo>
                    <a:pt x="248" y="517"/>
                  </a:lnTo>
                  <a:lnTo>
                    <a:pt x="241" y="526"/>
                  </a:lnTo>
                  <a:lnTo>
                    <a:pt x="236" y="536"/>
                  </a:lnTo>
                  <a:lnTo>
                    <a:pt x="232" y="545"/>
                  </a:lnTo>
                  <a:lnTo>
                    <a:pt x="227" y="555"/>
                  </a:lnTo>
                  <a:lnTo>
                    <a:pt x="225" y="566"/>
                  </a:lnTo>
                  <a:lnTo>
                    <a:pt x="223" y="576"/>
                  </a:lnTo>
                  <a:lnTo>
                    <a:pt x="223" y="588"/>
                  </a:lnTo>
                  <a:lnTo>
                    <a:pt x="223" y="588"/>
                  </a:lnTo>
                  <a:lnTo>
                    <a:pt x="223" y="595"/>
                  </a:lnTo>
                  <a:lnTo>
                    <a:pt x="225" y="601"/>
                  </a:lnTo>
                  <a:lnTo>
                    <a:pt x="229" y="606"/>
                  </a:lnTo>
                  <a:lnTo>
                    <a:pt x="232" y="611"/>
                  </a:lnTo>
                  <a:lnTo>
                    <a:pt x="237" y="615"/>
                  </a:lnTo>
                  <a:lnTo>
                    <a:pt x="242" y="617"/>
                  </a:lnTo>
                  <a:lnTo>
                    <a:pt x="248" y="619"/>
                  </a:lnTo>
                  <a:lnTo>
                    <a:pt x="254" y="620"/>
                  </a:lnTo>
                  <a:lnTo>
                    <a:pt x="254" y="620"/>
                  </a:lnTo>
                  <a:lnTo>
                    <a:pt x="261" y="619"/>
                  </a:lnTo>
                  <a:lnTo>
                    <a:pt x="267" y="617"/>
                  </a:lnTo>
                  <a:lnTo>
                    <a:pt x="273" y="615"/>
                  </a:lnTo>
                  <a:lnTo>
                    <a:pt x="277" y="611"/>
                  </a:lnTo>
                  <a:lnTo>
                    <a:pt x="281" y="606"/>
                  </a:lnTo>
                  <a:lnTo>
                    <a:pt x="284" y="601"/>
                  </a:lnTo>
                  <a:lnTo>
                    <a:pt x="285" y="595"/>
                  </a:lnTo>
                  <a:lnTo>
                    <a:pt x="286" y="588"/>
                  </a:lnTo>
                  <a:lnTo>
                    <a:pt x="286" y="588"/>
                  </a:lnTo>
                  <a:lnTo>
                    <a:pt x="288" y="579"/>
                  </a:lnTo>
                  <a:lnTo>
                    <a:pt x="290" y="570"/>
                  </a:lnTo>
                  <a:lnTo>
                    <a:pt x="294" y="561"/>
                  </a:lnTo>
                  <a:lnTo>
                    <a:pt x="300" y="555"/>
                  </a:lnTo>
                  <a:lnTo>
                    <a:pt x="308" y="549"/>
                  </a:lnTo>
                  <a:lnTo>
                    <a:pt x="315" y="544"/>
                  </a:lnTo>
                  <a:lnTo>
                    <a:pt x="324" y="541"/>
                  </a:lnTo>
                  <a:lnTo>
                    <a:pt x="334" y="541"/>
                  </a:lnTo>
                  <a:lnTo>
                    <a:pt x="334" y="541"/>
                  </a:lnTo>
                  <a:lnTo>
                    <a:pt x="343" y="541"/>
                  </a:lnTo>
                  <a:lnTo>
                    <a:pt x="353" y="544"/>
                  </a:lnTo>
                  <a:lnTo>
                    <a:pt x="361" y="549"/>
                  </a:lnTo>
                  <a:lnTo>
                    <a:pt x="368" y="555"/>
                  </a:lnTo>
                  <a:lnTo>
                    <a:pt x="373" y="561"/>
                  </a:lnTo>
                  <a:lnTo>
                    <a:pt x="378" y="570"/>
                  </a:lnTo>
                  <a:lnTo>
                    <a:pt x="381" y="579"/>
                  </a:lnTo>
                  <a:lnTo>
                    <a:pt x="382" y="588"/>
                  </a:lnTo>
                  <a:lnTo>
                    <a:pt x="382" y="588"/>
                  </a:lnTo>
                  <a:lnTo>
                    <a:pt x="381" y="594"/>
                  </a:lnTo>
                  <a:lnTo>
                    <a:pt x="380" y="600"/>
                  </a:lnTo>
                  <a:lnTo>
                    <a:pt x="374" y="613"/>
                  </a:lnTo>
                  <a:lnTo>
                    <a:pt x="366" y="627"/>
                  </a:lnTo>
                  <a:lnTo>
                    <a:pt x="356" y="641"/>
                  </a:lnTo>
                  <a:lnTo>
                    <a:pt x="344" y="656"/>
                  </a:lnTo>
                  <a:lnTo>
                    <a:pt x="332" y="670"/>
                  </a:lnTo>
                  <a:lnTo>
                    <a:pt x="305" y="699"/>
                  </a:lnTo>
                  <a:lnTo>
                    <a:pt x="305" y="699"/>
                  </a:lnTo>
                  <a:lnTo>
                    <a:pt x="274" y="732"/>
                  </a:lnTo>
                  <a:lnTo>
                    <a:pt x="260" y="748"/>
                  </a:lnTo>
                  <a:lnTo>
                    <a:pt x="247" y="764"/>
                  </a:lnTo>
                  <a:lnTo>
                    <a:pt x="237" y="779"/>
                  </a:lnTo>
                  <a:lnTo>
                    <a:pt x="230" y="795"/>
                  </a:lnTo>
                  <a:lnTo>
                    <a:pt x="226" y="803"/>
                  </a:lnTo>
                  <a:lnTo>
                    <a:pt x="224" y="810"/>
                  </a:lnTo>
                  <a:lnTo>
                    <a:pt x="223" y="819"/>
                  </a:lnTo>
                  <a:lnTo>
                    <a:pt x="223" y="826"/>
                  </a:lnTo>
                  <a:lnTo>
                    <a:pt x="223" y="826"/>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grpSp>
        <p:nvGrpSpPr>
          <p:cNvPr id="4" name="组合 39"/>
          <p:cNvGrpSpPr/>
          <p:nvPr/>
        </p:nvGrpSpPr>
        <p:grpSpPr>
          <a:xfrm>
            <a:off x="7884136" y="3516422"/>
            <a:ext cx="916944" cy="917068"/>
            <a:chOff x="7475830" y="3334254"/>
            <a:chExt cx="869714" cy="869714"/>
          </a:xfrm>
        </p:grpSpPr>
        <p:sp>
          <p:nvSpPr>
            <p:cNvPr id="13" name="椭圆 12"/>
            <p:cNvSpPr/>
            <p:nvPr/>
          </p:nvSpPr>
          <p:spPr>
            <a:xfrm>
              <a:off x="7475830" y="3334254"/>
              <a:ext cx="869714" cy="8697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Freeform 64"/>
            <p:cNvSpPr>
              <a:spLocks noEditPoints="1"/>
            </p:cNvSpPr>
            <p:nvPr/>
          </p:nvSpPr>
          <p:spPr bwMode="auto">
            <a:xfrm>
              <a:off x="7835280" y="3611703"/>
              <a:ext cx="150813" cy="322263"/>
            </a:xfrm>
            <a:custGeom>
              <a:avLst/>
              <a:gdLst>
                <a:gd name="T0" fmla="*/ 402 w 476"/>
                <a:gd name="T1" fmla="*/ 524 h 1017"/>
                <a:gd name="T2" fmla="*/ 274 w 476"/>
                <a:gd name="T3" fmla="*/ 411 h 1017"/>
                <a:gd name="T4" fmla="*/ 204 w 476"/>
                <a:gd name="T5" fmla="*/ 330 h 1017"/>
                <a:gd name="T6" fmla="*/ 212 w 476"/>
                <a:gd name="T7" fmla="*/ 297 h 1017"/>
                <a:gd name="T8" fmla="*/ 267 w 476"/>
                <a:gd name="T9" fmla="*/ 300 h 1017"/>
                <a:gd name="T10" fmla="*/ 278 w 476"/>
                <a:gd name="T11" fmla="*/ 346 h 1017"/>
                <a:gd name="T12" fmla="*/ 328 w 476"/>
                <a:gd name="T13" fmla="*/ 403 h 1017"/>
                <a:gd name="T14" fmla="*/ 411 w 476"/>
                <a:gd name="T15" fmla="*/ 407 h 1017"/>
                <a:gd name="T16" fmla="*/ 467 w 476"/>
                <a:gd name="T17" fmla="*/ 356 h 1017"/>
                <a:gd name="T18" fmla="*/ 456 w 476"/>
                <a:gd name="T19" fmla="*/ 228 h 1017"/>
                <a:gd name="T20" fmla="*/ 369 w 476"/>
                <a:gd name="T21" fmla="*/ 133 h 1017"/>
                <a:gd name="T22" fmla="*/ 269 w 476"/>
                <a:gd name="T23" fmla="*/ 97 h 1017"/>
                <a:gd name="T24" fmla="*/ 245 w 476"/>
                <a:gd name="T25" fmla="*/ 0 h 1017"/>
                <a:gd name="T26" fmla="*/ 207 w 476"/>
                <a:gd name="T27" fmla="*/ 24 h 1017"/>
                <a:gd name="T28" fmla="*/ 131 w 476"/>
                <a:gd name="T29" fmla="*/ 119 h 1017"/>
                <a:gd name="T30" fmla="*/ 31 w 476"/>
                <a:gd name="T31" fmla="*/ 207 h 1017"/>
                <a:gd name="T32" fmla="*/ 0 w 476"/>
                <a:gd name="T33" fmla="*/ 318 h 1017"/>
                <a:gd name="T34" fmla="*/ 47 w 476"/>
                <a:gd name="T35" fmla="*/ 457 h 1017"/>
                <a:gd name="T36" fmla="*/ 174 w 476"/>
                <a:gd name="T37" fmla="*/ 582 h 1017"/>
                <a:gd name="T38" fmla="*/ 271 w 476"/>
                <a:gd name="T39" fmla="*/ 685 h 1017"/>
                <a:gd name="T40" fmla="*/ 260 w 476"/>
                <a:gd name="T41" fmla="*/ 723 h 1017"/>
                <a:gd name="T42" fmla="*/ 224 w 476"/>
                <a:gd name="T43" fmla="*/ 726 h 1017"/>
                <a:gd name="T44" fmla="*/ 201 w 476"/>
                <a:gd name="T45" fmla="*/ 679 h 1017"/>
                <a:gd name="T46" fmla="*/ 157 w 476"/>
                <a:gd name="T47" fmla="*/ 617 h 1017"/>
                <a:gd name="T48" fmla="*/ 74 w 476"/>
                <a:gd name="T49" fmla="*/ 606 h 1017"/>
                <a:gd name="T50" fmla="*/ 14 w 476"/>
                <a:gd name="T51" fmla="*/ 652 h 1017"/>
                <a:gd name="T52" fmla="*/ 12 w 476"/>
                <a:gd name="T53" fmla="*/ 765 h 1017"/>
                <a:gd name="T54" fmla="*/ 92 w 476"/>
                <a:gd name="T55" fmla="*/ 874 h 1017"/>
                <a:gd name="T56" fmla="*/ 193 w 476"/>
                <a:gd name="T57" fmla="*/ 917 h 1017"/>
                <a:gd name="T58" fmla="*/ 225 w 476"/>
                <a:gd name="T59" fmla="*/ 1015 h 1017"/>
                <a:gd name="T60" fmla="*/ 267 w 476"/>
                <a:gd name="T61" fmla="*/ 997 h 1017"/>
                <a:gd name="T62" fmla="*/ 332 w 476"/>
                <a:gd name="T63" fmla="*/ 904 h 1017"/>
                <a:gd name="T64" fmla="*/ 433 w 476"/>
                <a:gd name="T65" fmla="*/ 825 h 1017"/>
                <a:gd name="T66" fmla="*/ 476 w 476"/>
                <a:gd name="T67" fmla="*/ 698 h 1017"/>
                <a:gd name="T68" fmla="*/ 367 w 476"/>
                <a:gd name="T69" fmla="*/ 804 h 1017"/>
                <a:gd name="T70" fmla="*/ 285 w 476"/>
                <a:gd name="T71" fmla="*/ 851 h 1017"/>
                <a:gd name="T72" fmla="*/ 159 w 476"/>
                <a:gd name="T73" fmla="*/ 840 h 1017"/>
                <a:gd name="T74" fmla="*/ 84 w 476"/>
                <a:gd name="T75" fmla="*/ 770 h 1017"/>
                <a:gd name="T76" fmla="*/ 68 w 476"/>
                <a:gd name="T77" fmla="*/ 686 h 1017"/>
                <a:gd name="T78" fmla="*/ 109 w 476"/>
                <a:gd name="T79" fmla="*/ 666 h 1017"/>
                <a:gd name="T80" fmla="*/ 140 w 476"/>
                <a:gd name="T81" fmla="*/ 698 h 1017"/>
                <a:gd name="T82" fmla="*/ 201 w 476"/>
                <a:gd name="T83" fmla="*/ 785 h 1017"/>
                <a:gd name="T84" fmla="*/ 295 w 476"/>
                <a:gd name="T85" fmla="*/ 776 h 1017"/>
                <a:gd name="T86" fmla="*/ 338 w 476"/>
                <a:gd name="T87" fmla="*/ 707 h 1017"/>
                <a:gd name="T88" fmla="*/ 320 w 476"/>
                <a:gd name="T89" fmla="*/ 639 h 1017"/>
                <a:gd name="T90" fmla="*/ 172 w 476"/>
                <a:gd name="T91" fmla="*/ 497 h 1017"/>
                <a:gd name="T92" fmla="*/ 77 w 476"/>
                <a:gd name="T93" fmla="*/ 382 h 1017"/>
                <a:gd name="T94" fmla="*/ 71 w 476"/>
                <a:gd name="T95" fmla="*/ 271 h 1017"/>
                <a:gd name="T96" fmla="*/ 117 w 476"/>
                <a:gd name="T97" fmla="*/ 202 h 1017"/>
                <a:gd name="T98" fmla="*/ 219 w 476"/>
                <a:gd name="T99" fmla="*/ 159 h 1017"/>
                <a:gd name="T100" fmla="*/ 324 w 476"/>
                <a:gd name="T101" fmla="*/ 180 h 1017"/>
                <a:gd name="T102" fmla="*/ 393 w 476"/>
                <a:gd name="T103" fmla="*/ 245 h 1017"/>
                <a:gd name="T104" fmla="*/ 409 w 476"/>
                <a:gd name="T105" fmla="*/ 330 h 1017"/>
                <a:gd name="T106" fmla="*/ 359 w 476"/>
                <a:gd name="T107" fmla="*/ 348 h 1017"/>
                <a:gd name="T108" fmla="*/ 336 w 476"/>
                <a:gd name="T109" fmla="*/ 304 h 1017"/>
                <a:gd name="T110" fmla="*/ 275 w 476"/>
                <a:gd name="T111" fmla="*/ 230 h 1017"/>
                <a:gd name="T112" fmla="*/ 182 w 476"/>
                <a:gd name="T113" fmla="*/ 240 h 1017"/>
                <a:gd name="T114" fmla="*/ 138 w 476"/>
                <a:gd name="T115" fmla="*/ 318 h 1017"/>
                <a:gd name="T116" fmla="*/ 163 w 476"/>
                <a:gd name="T117" fmla="*/ 388 h 1017"/>
                <a:gd name="T118" fmla="*/ 264 w 476"/>
                <a:gd name="T119" fmla="*/ 485 h 1017"/>
                <a:gd name="T120" fmla="*/ 376 w 476"/>
                <a:gd name="T121" fmla="*/ 593 h 1017"/>
                <a:gd name="T122" fmla="*/ 412 w 476"/>
                <a:gd name="T123" fmla="*/ 683 h 1017"/>
                <a:gd name="T124" fmla="*/ 390 w 476"/>
                <a:gd name="T125" fmla="*/ 776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6" h="1017">
                  <a:moveTo>
                    <a:pt x="458" y="612"/>
                  </a:moveTo>
                  <a:lnTo>
                    <a:pt x="458" y="612"/>
                  </a:lnTo>
                  <a:lnTo>
                    <a:pt x="453" y="598"/>
                  </a:lnTo>
                  <a:lnTo>
                    <a:pt x="446" y="584"/>
                  </a:lnTo>
                  <a:lnTo>
                    <a:pt x="437" y="569"/>
                  </a:lnTo>
                  <a:lnTo>
                    <a:pt x="427" y="554"/>
                  </a:lnTo>
                  <a:lnTo>
                    <a:pt x="427" y="554"/>
                  </a:lnTo>
                  <a:lnTo>
                    <a:pt x="402" y="524"/>
                  </a:lnTo>
                  <a:lnTo>
                    <a:pt x="402" y="524"/>
                  </a:lnTo>
                  <a:lnTo>
                    <a:pt x="387" y="507"/>
                  </a:lnTo>
                  <a:lnTo>
                    <a:pt x="370" y="491"/>
                  </a:lnTo>
                  <a:lnTo>
                    <a:pt x="370" y="491"/>
                  </a:lnTo>
                  <a:lnTo>
                    <a:pt x="352" y="474"/>
                  </a:lnTo>
                  <a:lnTo>
                    <a:pt x="334" y="459"/>
                  </a:lnTo>
                  <a:lnTo>
                    <a:pt x="334" y="459"/>
                  </a:lnTo>
                  <a:lnTo>
                    <a:pt x="303" y="434"/>
                  </a:lnTo>
                  <a:lnTo>
                    <a:pt x="303" y="434"/>
                  </a:lnTo>
                  <a:lnTo>
                    <a:pt x="274" y="411"/>
                  </a:lnTo>
                  <a:lnTo>
                    <a:pt x="251" y="390"/>
                  </a:lnTo>
                  <a:lnTo>
                    <a:pt x="251" y="390"/>
                  </a:lnTo>
                  <a:lnTo>
                    <a:pt x="235" y="374"/>
                  </a:lnTo>
                  <a:lnTo>
                    <a:pt x="221" y="359"/>
                  </a:lnTo>
                  <a:lnTo>
                    <a:pt x="221" y="359"/>
                  </a:lnTo>
                  <a:lnTo>
                    <a:pt x="211" y="345"/>
                  </a:lnTo>
                  <a:lnTo>
                    <a:pt x="208" y="338"/>
                  </a:lnTo>
                  <a:lnTo>
                    <a:pt x="204" y="330"/>
                  </a:lnTo>
                  <a:lnTo>
                    <a:pt x="204" y="330"/>
                  </a:lnTo>
                  <a:lnTo>
                    <a:pt x="203" y="325"/>
                  </a:lnTo>
                  <a:lnTo>
                    <a:pt x="202" y="318"/>
                  </a:lnTo>
                  <a:lnTo>
                    <a:pt x="202" y="318"/>
                  </a:lnTo>
                  <a:lnTo>
                    <a:pt x="202" y="313"/>
                  </a:lnTo>
                  <a:lnTo>
                    <a:pt x="204" y="308"/>
                  </a:lnTo>
                  <a:lnTo>
                    <a:pt x="204" y="308"/>
                  </a:lnTo>
                  <a:lnTo>
                    <a:pt x="206" y="303"/>
                  </a:lnTo>
                  <a:lnTo>
                    <a:pt x="209" y="300"/>
                  </a:lnTo>
                  <a:lnTo>
                    <a:pt x="212" y="297"/>
                  </a:lnTo>
                  <a:lnTo>
                    <a:pt x="217" y="294"/>
                  </a:lnTo>
                  <a:lnTo>
                    <a:pt x="217" y="294"/>
                  </a:lnTo>
                  <a:lnTo>
                    <a:pt x="225" y="289"/>
                  </a:lnTo>
                  <a:lnTo>
                    <a:pt x="235" y="287"/>
                  </a:lnTo>
                  <a:lnTo>
                    <a:pt x="244" y="287"/>
                  </a:lnTo>
                  <a:lnTo>
                    <a:pt x="251" y="289"/>
                  </a:lnTo>
                  <a:lnTo>
                    <a:pt x="251" y="289"/>
                  </a:lnTo>
                  <a:lnTo>
                    <a:pt x="261" y="295"/>
                  </a:lnTo>
                  <a:lnTo>
                    <a:pt x="267" y="300"/>
                  </a:lnTo>
                  <a:lnTo>
                    <a:pt x="267" y="300"/>
                  </a:lnTo>
                  <a:lnTo>
                    <a:pt x="270" y="304"/>
                  </a:lnTo>
                  <a:lnTo>
                    <a:pt x="271" y="309"/>
                  </a:lnTo>
                  <a:lnTo>
                    <a:pt x="273" y="314"/>
                  </a:lnTo>
                  <a:lnTo>
                    <a:pt x="274" y="318"/>
                  </a:lnTo>
                  <a:lnTo>
                    <a:pt x="274" y="318"/>
                  </a:lnTo>
                  <a:lnTo>
                    <a:pt x="274" y="328"/>
                  </a:lnTo>
                  <a:lnTo>
                    <a:pt x="276" y="338"/>
                  </a:lnTo>
                  <a:lnTo>
                    <a:pt x="278" y="346"/>
                  </a:lnTo>
                  <a:lnTo>
                    <a:pt x="281" y="356"/>
                  </a:lnTo>
                  <a:lnTo>
                    <a:pt x="285" y="363"/>
                  </a:lnTo>
                  <a:lnTo>
                    <a:pt x="291" y="372"/>
                  </a:lnTo>
                  <a:lnTo>
                    <a:pt x="297" y="379"/>
                  </a:lnTo>
                  <a:lnTo>
                    <a:pt x="304" y="387"/>
                  </a:lnTo>
                  <a:lnTo>
                    <a:pt x="304" y="387"/>
                  </a:lnTo>
                  <a:lnTo>
                    <a:pt x="311" y="393"/>
                  </a:lnTo>
                  <a:lnTo>
                    <a:pt x="320" y="399"/>
                  </a:lnTo>
                  <a:lnTo>
                    <a:pt x="328" y="403"/>
                  </a:lnTo>
                  <a:lnTo>
                    <a:pt x="337" y="407"/>
                  </a:lnTo>
                  <a:lnTo>
                    <a:pt x="346" y="409"/>
                  </a:lnTo>
                  <a:lnTo>
                    <a:pt x="355" y="412"/>
                  </a:lnTo>
                  <a:lnTo>
                    <a:pt x="365" y="414"/>
                  </a:lnTo>
                  <a:lnTo>
                    <a:pt x="373" y="414"/>
                  </a:lnTo>
                  <a:lnTo>
                    <a:pt x="383" y="414"/>
                  </a:lnTo>
                  <a:lnTo>
                    <a:pt x="393" y="412"/>
                  </a:lnTo>
                  <a:lnTo>
                    <a:pt x="402" y="409"/>
                  </a:lnTo>
                  <a:lnTo>
                    <a:pt x="411" y="407"/>
                  </a:lnTo>
                  <a:lnTo>
                    <a:pt x="420" y="403"/>
                  </a:lnTo>
                  <a:lnTo>
                    <a:pt x="428" y="399"/>
                  </a:lnTo>
                  <a:lnTo>
                    <a:pt x="437" y="393"/>
                  </a:lnTo>
                  <a:lnTo>
                    <a:pt x="444" y="387"/>
                  </a:lnTo>
                  <a:lnTo>
                    <a:pt x="444" y="387"/>
                  </a:lnTo>
                  <a:lnTo>
                    <a:pt x="451" y="379"/>
                  </a:lnTo>
                  <a:lnTo>
                    <a:pt x="457" y="372"/>
                  </a:lnTo>
                  <a:lnTo>
                    <a:pt x="462" y="363"/>
                  </a:lnTo>
                  <a:lnTo>
                    <a:pt x="467" y="356"/>
                  </a:lnTo>
                  <a:lnTo>
                    <a:pt x="470" y="346"/>
                  </a:lnTo>
                  <a:lnTo>
                    <a:pt x="472" y="338"/>
                  </a:lnTo>
                  <a:lnTo>
                    <a:pt x="474" y="328"/>
                  </a:lnTo>
                  <a:lnTo>
                    <a:pt x="474" y="318"/>
                  </a:lnTo>
                  <a:lnTo>
                    <a:pt x="474" y="318"/>
                  </a:lnTo>
                  <a:lnTo>
                    <a:pt x="473" y="295"/>
                  </a:lnTo>
                  <a:lnTo>
                    <a:pt x="470" y="272"/>
                  </a:lnTo>
                  <a:lnTo>
                    <a:pt x="464" y="251"/>
                  </a:lnTo>
                  <a:lnTo>
                    <a:pt x="456" y="228"/>
                  </a:lnTo>
                  <a:lnTo>
                    <a:pt x="456" y="228"/>
                  </a:lnTo>
                  <a:lnTo>
                    <a:pt x="447" y="214"/>
                  </a:lnTo>
                  <a:lnTo>
                    <a:pt x="439" y="200"/>
                  </a:lnTo>
                  <a:lnTo>
                    <a:pt x="429" y="186"/>
                  </a:lnTo>
                  <a:lnTo>
                    <a:pt x="420" y="174"/>
                  </a:lnTo>
                  <a:lnTo>
                    <a:pt x="408" y="163"/>
                  </a:lnTo>
                  <a:lnTo>
                    <a:pt x="396" y="152"/>
                  </a:lnTo>
                  <a:lnTo>
                    <a:pt x="383" y="141"/>
                  </a:lnTo>
                  <a:lnTo>
                    <a:pt x="369" y="133"/>
                  </a:lnTo>
                  <a:lnTo>
                    <a:pt x="369" y="133"/>
                  </a:lnTo>
                  <a:lnTo>
                    <a:pt x="358" y="125"/>
                  </a:lnTo>
                  <a:lnTo>
                    <a:pt x="347" y="120"/>
                  </a:lnTo>
                  <a:lnTo>
                    <a:pt x="334" y="113"/>
                  </a:lnTo>
                  <a:lnTo>
                    <a:pt x="322" y="109"/>
                  </a:lnTo>
                  <a:lnTo>
                    <a:pt x="309" y="105"/>
                  </a:lnTo>
                  <a:lnTo>
                    <a:pt x="296" y="102"/>
                  </a:lnTo>
                  <a:lnTo>
                    <a:pt x="283" y="99"/>
                  </a:lnTo>
                  <a:lnTo>
                    <a:pt x="269" y="97"/>
                  </a:lnTo>
                  <a:lnTo>
                    <a:pt x="269" y="31"/>
                  </a:lnTo>
                  <a:lnTo>
                    <a:pt x="269" y="31"/>
                  </a:lnTo>
                  <a:lnTo>
                    <a:pt x="269" y="24"/>
                  </a:lnTo>
                  <a:lnTo>
                    <a:pt x="267" y="19"/>
                  </a:lnTo>
                  <a:lnTo>
                    <a:pt x="264" y="14"/>
                  </a:lnTo>
                  <a:lnTo>
                    <a:pt x="261" y="8"/>
                  </a:lnTo>
                  <a:lnTo>
                    <a:pt x="255" y="5"/>
                  </a:lnTo>
                  <a:lnTo>
                    <a:pt x="250" y="2"/>
                  </a:lnTo>
                  <a:lnTo>
                    <a:pt x="245" y="0"/>
                  </a:lnTo>
                  <a:lnTo>
                    <a:pt x="238" y="0"/>
                  </a:lnTo>
                  <a:lnTo>
                    <a:pt x="238" y="0"/>
                  </a:lnTo>
                  <a:lnTo>
                    <a:pt x="232" y="0"/>
                  </a:lnTo>
                  <a:lnTo>
                    <a:pt x="225" y="2"/>
                  </a:lnTo>
                  <a:lnTo>
                    <a:pt x="220" y="5"/>
                  </a:lnTo>
                  <a:lnTo>
                    <a:pt x="216" y="8"/>
                  </a:lnTo>
                  <a:lnTo>
                    <a:pt x="211" y="14"/>
                  </a:lnTo>
                  <a:lnTo>
                    <a:pt x="209" y="19"/>
                  </a:lnTo>
                  <a:lnTo>
                    <a:pt x="207" y="24"/>
                  </a:lnTo>
                  <a:lnTo>
                    <a:pt x="206" y="31"/>
                  </a:lnTo>
                  <a:lnTo>
                    <a:pt x="206" y="97"/>
                  </a:lnTo>
                  <a:lnTo>
                    <a:pt x="206" y="97"/>
                  </a:lnTo>
                  <a:lnTo>
                    <a:pt x="191" y="99"/>
                  </a:lnTo>
                  <a:lnTo>
                    <a:pt x="175" y="103"/>
                  </a:lnTo>
                  <a:lnTo>
                    <a:pt x="161" y="107"/>
                  </a:lnTo>
                  <a:lnTo>
                    <a:pt x="146" y="112"/>
                  </a:lnTo>
                  <a:lnTo>
                    <a:pt x="146" y="112"/>
                  </a:lnTo>
                  <a:lnTo>
                    <a:pt x="131" y="119"/>
                  </a:lnTo>
                  <a:lnTo>
                    <a:pt x="117" y="126"/>
                  </a:lnTo>
                  <a:lnTo>
                    <a:pt x="103" y="134"/>
                  </a:lnTo>
                  <a:lnTo>
                    <a:pt x="89" y="143"/>
                  </a:lnTo>
                  <a:lnTo>
                    <a:pt x="76" y="154"/>
                  </a:lnTo>
                  <a:lnTo>
                    <a:pt x="63" y="166"/>
                  </a:lnTo>
                  <a:lnTo>
                    <a:pt x="52" y="179"/>
                  </a:lnTo>
                  <a:lnTo>
                    <a:pt x="40" y="193"/>
                  </a:lnTo>
                  <a:lnTo>
                    <a:pt x="40" y="193"/>
                  </a:lnTo>
                  <a:lnTo>
                    <a:pt x="31" y="207"/>
                  </a:lnTo>
                  <a:lnTo>
                    <a:pt x="24" y="221"/>
                  </a:lnTo>
                  <a:lnTo>
                    <a:pt x="16" y="236"/>
                  </a:lnTo>
                  <a:lnTo>
                    <a:pt x="11" y="251"/>
                  </a:lnTo>
                  <a:lnTo>
                    <a:pt x="11" y="251"/>
                  </a:lnTo>
                  <a:lnTo>
                    <a:pt x="5" y="267"/>
                  </a:lnTo>
                  <a:lnTo>
                    <a:pt x="2" y="284"/>
                  </a:lnTo>
                  <a:lnTo>
                    <a:pt x="0" y="301"/>
                  </a:lnTo>
                  <a:lnTo>
                    <a:pt x="0" y="318"/>
                  </a:lnTo>
                  <a:lnTo>
                    <a:pt x="0" y="318"/>
                  </a:lnTo>
                  <a:lnTo>
                    <a:pt x="1" y="340"/>
                  </a:lnTo>
                  <a:lnTo>
                    <a:pt x="4" y="362"/>
                  </a:lnTo>
                  <a:lnTo>
                    <a:pt x="10" y="384"/>
                  </a:lnTo>
                  <a:lnTo>
                    <a:pt x="18" y="406"/>
                  </a:lnTo>
                  <a:lnTo>
                    <a:pt x="18" y="406"/>
                  </a:lnTo>
                  <a:lnTo>
                    <a:pt x="25" y="419"/>
                  </a:lnTo>
                  <a:lnTo>
                    <a:pt x="31" y="432"/>
                  </a:lnTo>
                  <a:lnTo>
                    <a:pt x="39" y="445"/>
                  </a:lnTo>
                  <a:lnTo>
                    <a:pt x="47" y="457"/>
                  </a:lnTo>
                  <a:lnTo>
                    <a:pt x="56" y="470"/>
                  </a:lnTo>
                  <a:lnTo>
                    <a:pt x="65" y="481"/>
                  </a:lnTo>
                  <a:lnTo>
                    <a:pt x="76" y="493"/>
                  </a:lnTo>
                  <a:lnTo>
                    <a:pt x="87" y="505"/>
                  </a:lnTo>
                  <a:lnTo>
                    <a:pt x="87" y="505"/>
                  </a:lnTo>
                  <a:lnTo>
                    <a:pt x="108" y="526"/>
                  </a:lnTo>
                  <a:lnTo>
                    <a:pt x="131" y="547"/>
                  </a:lnTo>
                  <a:lnTo>
                    <a:pt x="174" y="582"/>
                  </a:lnTo>
                  <a:lnTo>
                    <a:pt x="174" y="582"/>
                  </a:lnTo>
                  <a:lnTo>
                    <a:pt x="203" y="606"/>
                  </a:lnTo>
                  <a:lnTo>
                    <a:pt x="225" y="625"/>
                  </a:lnTo>
                  <a:lnTo>
                    <a:pt x="225" y="625"/>
                  </a:lnTo>
                  <a:lnTo>
                    <a:pt x="241" y="642"/>
                  </a:lnTo>
                  <a:lnTo>
                    <a:pt x="255" y="657"/>
                  </a:lnTo>
                  <a:lnTo>
                    <a:pt x="255" y="657"/>
                  </a:lnTo>
                  <a:lnTo>
                    <a:pt x="265" y="670"/>
                  </a:lnTo>
                  <a:lnTo>
                    <a:pt x="271" y="685"/>
                  </a:lnTo>
                  <a:lnTo>
                    <a:pt x="271" y="685"/>
                  </a:lnTo>
                  <a:lnTo>
                    <a:pt x="274" y="691"/>
                  </a:lnTo>
                  <a:lnTo>
                    <a:pt x="275" y="697"/>
                  </a:lnTo>
                  <a:lnTo>
                    <a:pt x="275" y="697"/>
                  </a:lnTo>
                  <a:lnTo>
                    <a:pt x="274" y="703"/>
                  </a:lnTo>
                  <a:lnTo>
                    <a:pt x="273" y="708"/>
                  </a:lnTo>
                  <a:lnTo>
                    <a:pt x="273" y="708"/>
                  </a:lnTo>
                  <a:lnTo>
                    <a:pt x="270" y="712"/>
                  </a:lnTo>
                  <a:lnTo>
                    <a:pt x="267" y="716"/>
                  </a:lnTo>
                  <a:lnTo>
                    <a:pt x="260" y="723"/>
                  </a:lnTo>
                  <a:lnTo>
                    <a:pt x="260" y="723"/>
                  </a:lnTo>
                  <a:lnTo>
                    <a:pt x="255" y="725"/>
                  </a:lnTo>
                  <a:lnTo>
                    <a:pt x="250" y="727"/>
                  </a:lnTo>
                  <a:lnTo>
                    <a:pt x="245" y="728"/>
                  </a:lnTo>
                  <a:lnTo>
                    <a:pt x="239" y="728"/>
                  </a:lnTo>
                  <a:lnTo>
                    <a:pt x="239" y="728"/>
                  </a:lnTo>
                  <a:lnTo>
                    <a:pt x="231" y="728"/>
                  </a:lnTo>
                  <a:lnTo>
                    <a:pt x="224" y="726"/>
                  </a:lnTo>
                  <a:lnTo>
                    <a:pt x="224" y="726"/>
                  </a:lnTo>
                  <a:lnTo>
                    <a:pt x="216" y="721"/>
                  </a:lnTo>
                  <a:lnTo>
                    <a:pt x="209" y="715"/>
                  </a:lnTo>
                  <a:lnTo>
                    <a:pt x="209" y="715"/>
                  </a:lnTo>
                  <a:lnTo>
                    <a:pt x="206" y="710"/>
                  </a:lnTo>
                  <a:lnTo>
                    <a:pt x="204" y="706"/>
                  </a:lnTo>
                  <a:lnTo>
                    <a:pt x="203" y="698"/>
                  </a:lnTo>
                  <a:lnTo>
                    <a:pt x="203" y="698"/>
                  </a:lnTo>
                  <a:lnTo>
                    <a:pt x="202" y="688"/>
                  </a:lnTo>
                  <a:lnTo>
                    <a:pt x="201" y="679"/>
                  </a:lnTo>
                  <a:lnTo>
                    <a:pt x="199" y="669"/>
                  </a:lnTo>
                  <a:lnTo>
                    <a:pt x="195" y="660"/>
                  </a:lnTo>
                  <a:lnTo>
                    <a:pt x="191" y="652"/>
                  </a:lnTo>
                  <a:lnTo>
                    <a:pt x="186" y="643"/>
                  </a:lnTo>
                  <a:lnTo>
                    <a:pt x="179" y="636"/>
                  </a:lnTo>
                  <a:lnTo>
                    <a:pt x="172" y="628"/>
                  </a:lnTo>
                  <a:lnTo>
                    <a:pt x="172" y="628"/>
                  </a:lnTo>
                  <a:lnTo>
                    <a:pt x="164" y="622"/>
                  </a:lnTo>
                  <a:lnTo>
                    <a:pt x="157" y="617"/>
                  </a:lnTo>
                  <a:lnTo>
                    <a:pt x="148" y="612"/>
                  </a:lnTo>
                  <a:lnTo>
                    <a:pt x="140" y="608"/>
                  </a:lnTo>
                  <a:lnTo>
                    <a:pt x="130" y="606"/>
                  </a:lnTo>
                  <a:lnTo>
                    <a:pt x="121" y="604"/>
                  </a:lnTo>
                  <a:lnTo>
                    <a:pt x="112" y="603"/>
                  </a:lnTo>
                  <a:lnTo>
                    <a:pt x="102" y="601"/>
                  </a:lnTo>
                  <a:lnTo>
                    <a:pt x="92" y="603"/>
                  </a:lnTo>
                  <a:lnTo>
                    <a:pt x="84" y="604"/>
                  </a:lnTo>
                  <a:lnTo>
                    <a:pt x="74" y="606"/>
                  </a:lnTo>
                  <a:lnTo>
                    <a:pt x="65" y="608"/>
                  </a:lnTo>
                  <a:lnTo>
                    <a:pt x="56" y="612"/>
                  </a:lnTo>
                  <a:lnTo>
                    <a:pt x="47" y="617"/>
                  </a:lnTo>
                  <a:lnTo>
                    <a:pt x="40" y="622"/>
                  </a:lnTo>
                  <a:lnTo>
                    <a:pt x="32" y="628"/>
                  </a:lnTo>
                  <a:lnTo>
                    <a:pt x="32" y="628"/>
                  </a:lnTo>
                  <a:lnTo>
                    <a:pt x="25" y="636"/>
                  </a:lnTo>
                  <a:lnTo>
                    <a:pt x="19" y="643"/>
                  </a:lnTo>
                  <a:lnTo>
                    <a:pt x="14" y="652"/>
                  </a:lnTo>
                  <a:lnTo>
                    <a:pt x="10" y="660"/>
                  </a:lnTo>
                  <a:lnTo>
                    <a:pt x="6" y="669"/>
                  </a:lnTo>
                  <a:lnTo>
                    <a:pt x="3" y="679"/>
                  </a:lnTo>
                  <a:lnTo>
                    <a:pt x="2" y="688"/>
                  </a:lnTo>
                  <a:lnTo>
                    <a:pt x="2" y="698"/>
                  </a:lnTo>
                  <a:lnTo>
                    <a:pt x="2" y="698"/>
                  </a:lnTo>
                  <a:lnTo>
                    <a:pt x="3" y="721"/>
                  </a:lnTo>
                  <a:lnTo>
                    <a:pt x="6" y="743"/>
                  </a:lnTo>
                  <a:lnTo>
                    <a:pt x="12" y="765"/>
                  </a:lnTo>
                  <a:lnTo>
                    <a:pt x="20" y="786"/>
                  </a:lnTo>
                  <a:lnTo>
                    <a:pt x="20" y="786"/>
                  </a:lnTo>
                  <a:lnTo>
                    <a:pt x="28" y="801"/>
                  </a:lnTo>
                  <a:lnTo>
                    <a:pt x="37" y="815"/>
                  </a:lnTo>
                  <a:lnTo>
                    <a:pt x="46" y="828"/>
                  </a:lnTo>
                  <a:lnTo>
                    <a:pt x="56" y="841"/>
                  </a:lnTo>
                  <a:lnTo>
                    <a:pt x="68" y="853"/>
                  </a:lnTo>
                  <a:lnTo>
                    <a:pt x="79" y="863"/>
                  </a:lnTo>
                  <a:lnTo>
                    <a:pt x="92" y="874"/>
                  </a:lnTo>
                  <a:lnTo>
                    <a:pt x="106" y="883"/>
                  </a:lnTo>
                  <a:lnTo>
                    <a:pt x="106" y="883"/>
                  </a:lnTo>
                  <a:lnTo>
                    <a:pt x="118" y="890"/>
                  </a:lnTo>
                  <a:lnTo>
                    <a:pt x="130" y="897"/>
                  </a:lnTo>
                  <a:lnTo>
                    <a:pt x="142" y="902"/>
                  </a:lnTo>
                  <a:lnTo>
                    <a:pt x="155" y="907"/>
                  </a:lnTo>
                  <a:lnTo>
                    <a:pt x="167" y="910"/>
                  </a:lnTo>
                  <a:lnTo>
                    <a:pt x="180" y="915"/>
                  </a:lnTo>
                  <a:lnTo>
                    <a:pt x="193" y="917"/>
                  </a:lnTo>
                  <a:lnTo>
                    <a:pt x="206" y="919"/>
                  </a:lnTo>
                  <a:lnTo>
                    <a:pt x="206" y="986"/>
                  </a:lnTo>
                  <a:lnTo>
                    <a:pt x="206" y="986"/>
                  </a:lnTo>
                  <a:lnTo>
                    <a:pt x="207" y="992"/>
                  </a:lnTo>
                  <a:lnTo>
                    <a:pt x="209" y="997"/>
                  </a:lnTo>
                  <a:lnTo>
                    <a:pt x="211" y="1003"/>
                  </a:lnTo>
                  <a:lnTo>
                    <a:pt x="216" y="1008"/>
                  </a:lnTo>
                  <a:lnTo>
                    <a:pt x="220" y="1011"/>
                  </a:lnTo>
                  <a:lnTo>
                    <a:pt x="225" y="1015"/>
                  </a:lnTo>
                  <a:lnTo>
                    <a:pt x="232" y="1017"/>
                  </a:lnTo>
                  <a:lnTo>
                    <a:pt x="238" y="1017"/>
                  </a:lnTo>
                  <a:lnTo>
                    <a:pt x="238" y="1017"/>
                  </a:lnTo>
                  <a:lnTo>
                    <a:pt x="245" y="1017"/>
                  </a:lnTo>
                  <a:lnTo>
                    <a:pt x="250" y="1015"/>
                  </a:lnTo>
                  <a:lnTo>
                    <a:pt x="255" y="1011"/>
                  </a:lnTo>
                  <a:lnTo>
                    <a:pt x="261" y="1008"/>
                  </a:lnTo>
                  <a:lnTo>
                    <a:pt x="264" y="1003"/>
                  </a:lnTo>
                  <a:lnTo>
                    <a:pt x="267" y="997"/>
                  </a:lnTo>
                  <a:lnTo>
                    <a:pt x="269" y="992"/>
                  </a:lnTo>
                  <a:lnTo>
                    <a:pt x="269" y="986"/>
                  </a:lnTo>
                  <a:lnTo>
                    <a:pt x="269" y="919"/>
                  </a:lnTo>
                  <a:lnTo>
                    <a:pt x="269" y="919"/>
                  </a:lnTo>
                  <a:lnTo>
                    <a:pt x="285" y="917"/>
                  </a:lnTo>
                  <a:lnTo>
                    <a:pt x="300" y="914"/>
                  </a:lnTo>
                  <a:lnTo>
                    <a:pt x="315" y="909"/>
                  </a:lnTo>
                  <a:lnTo>
                    <a:pt x="332" y="904"/>
                  </a:lnTo>
                  <a:lnTo>
                    <a:pt x="332" y="904"/>
                  </a:lnTo>
                  <a:lnTo>
                    <a:pt x="347" y="897"/>
                  </a:lnTo>
                  <a:lnTo>
                    <a:pt x="362" y="889"/>
                  </a:lnTo>
                  <a:lnTo>
                    <a:pt x="376" y="880"/>
                  </a:lnTo>
                  <a:lnTo>
                    <a:pt x="388" y="871"/>
                  </a:lnTo>
                  <a:lnTo>
                    <a:pt x="401" y="860"/>
                  </a:lnTo>
                  <a:lnTo>
                    <a:pt x="413" y="849"/>
                  </a:lnTo>
                  <a:lnTo>
                    <a:pt x="424" y="836"/>
                  </a:lnTo>
                  <a:lnTo>
                    <a:pt x="433" y="825"/>
                  </a:lnTo>
                  <a:lnTo>
                    <a:pt x="433" y="825"/>
                  </a:lnTo>
                  <a:lnTo>
                    <a:pt x="444" y="810"/>
                  </a:lnTo>
                  <a:lnTo>
                    <a:pt x="453" y="795"/>
                  </a:lnTo>
                  <a:lnTo>
                    <a:pt x="460" y="780"/>
                  </a:lnTo>
                  <a:lnTo>
                    <a:pt x="466" y="763"/>
                  </a:lnTo>
                  <a:lnTo>
                    <a:pt x="471" y="748"/>
                  </a:lnTo>
                  <a:lnTo>
                    <a:pt x="474" y="731"/>
                  </a:lnTo>
                  <a:lnTo>
                    <a:pt x="476" y="715"/>
                  </a:lnTo>
                  <a:lnTo>
                    <a:pt x="476" y="698"/>
                  </a:lnTo>
                  <a:lnTo>
                    <a:pt x="476" y="698"/>
                  </a:lnTo>
                  <a:lnTo>
                    <a:pt x="475" y="677"/>
                  </a:lnTo>
                  <a:lnTo>
                    <a:pt x="472" y="655"/>
                  </a:lnTo>
                  <a:lnTo>
                    <a:pt x="467" y="634"/>
                  </a:lnTo>
                  <a:lnTo>
                    <a:pt x="458" y="612"/>
                  </a:lnTo>
                  <a:lnTo>
                    <a:pt x="458" y="612"/>
                  </a:lnTo>
                  <a:close/>
                  <a:moveTo>
                    <a:pt x="383" y="786"/>
                  </a:moveTo>
                  <a:lnTo>
                    <a:pt x="383" y="786"/>
                  </a:lnTo>
                  <a:lnTo>
                    <a:pt x="376" y="796"/>
                  </a:lnTo>
                  <a:lnTo>
                    <a:pt x="367" y="804"/>
                  </a:lnTo>
                  <a:lnTo>
                    <a:pt x="358" y="813"/>
                  </a:lnTo>
                  <a:lnTo>
                    <a:pt x="350" y="820"/>
                  </a:lnTo>
                  <a:lnTo>
                    <a:pt x="340" y="827"/>
                  </a:lnTo>
                  <a:lnTo>
                    <a:pt x="329" y="834"/>
                  </a:lnTo>
                  <a:lnTo>
                    <a:pt x="319" y="840"/>
                  </a:lnTo>
                  <a:lnTo>
                    <a:pt x="308" y="845"/>
                  </a:lnTo>
                  <a:lnTo>
                    <a:pt x="308" y="845"/>
                  </a:lnTo>
                  <a:lnTo>
                    <a:pt x="296" y="848"/>
                  </a:lnTo>
                  <a:lnTo>
                    <a:pt x="285" y="851"/>
                  </a:lnTo>
                  <a:lnTo>
                    <a:pt x="275" y="855"/>
                  </a:lnTo>
                  <a:lnTo>
                    <a:pt x="263" y="856"/>
                  </a:lnTo>
                  <a:lnTo>
                    <a:pt x="252" y="858"/>
                  </a:lnTo>
                  <a:lnTo>
                    <a:pt x="241" y="858"/>
                  </a:lnTo>
                  <a:lnTo>
                    <a:pt x="231" y="858"/>
                  </a:lnTo>
                  <a:lnTo>
                    <a:pt x="220" y="857"/>
                  </a:lnTo>
                  <a:lnTo>
                    <a:pt x="200" y="854"/>
                  </a:lnTo>
                  <a:lnTo>
                    <a:pt x="179" y="848"/>
                  </a:lnTo>
                  <a:lnTo>
                    <a:pt x="159" y="840"/>
                  </a:lnTo>
                  <a:lnTo>
                    <a:pt x="141" y="829"/>
                  </a:lnTo>
                  <a:lnTo>
                    <a:pt x="141" y="829"/>
                  </a:lnTo>
                  <a:lnTo>
                    <a:pt x="130" y="823"/>
                  </a:lnTo>
                  <a:lnTo>
                    <a:pt x="121" y="815"/>
                  </a:lnTo>
                  <a:lnTo>
                    <a:pt x="112" y="807"/>
                  </a:lnTo>
                  <a:lnTo>
                    <a:pt x="104" y="799"/>
                  </a:lnTo>
                  <a:lnTo>
                    <a:pt x="97" y="789"/>
                  </a:lnTo>
                  <a:lnTo>
                    <a:pt x="89" y="781"/>
                  </a:lnTo>
                  <a:lnTo>
                    <a:pt x="84" y="770"/>
                  </a:lnTo>
                  <a:lnTo>
                    <a:pt x="78" y="760"/>
                  </a:lnTo>
                  <a:lnTo>
                    <a:pt x="78" y="760"/>
                  </a:lnTo>
                  <a:lnTo>
                    <a:pt x="73" y="745"/>
                  </a:lnTo>
                  <a:lnTo>
                    <a:pt x="69" y="730"/>
                  </a:lnTo>
                  <a:lnTo>
                    <a:pt x="67" y="714"/>
                  </a:lnTo>
                  <a:lnTo>
                    <a:pt x="65" y="698"/>
                  </a:lnTo>
                  <a:lnTo>
                    <a:pt x="65" y="698"/>
                  </a:lnTo>
                  <a:lnTo>
                    <a:pt x="65" y="692"/>
                  </a:lnTo>
                  <a:lnTo>
                    <a:pt x="68" y="686"/>
                  </a:lnTo>
                  <a:lnTo>
                    <a:pt x="71" y="680"/>
                  </a:lnTo>
                  <a:lnTo>
                    <a:pt x="75" y="676"/>
                  </a:lnTo>
                  <a:lnTo>
                    <a:pt x="75" y="676"/>
                  </a:lnTo>
                  <a:lnTo>
                    <a:pt x="82" y="670"/>
                  </a:lnTo>
                  <a:lnTo>
                    <a:pt x="88" y="667"/>
                  </a:lnTo>
                  <a:lnTo>
                    <a:pt x="94" y="666"/>
                  </a:lnTo>
                  <a:lnTo>
                    <a:pt x="102" y="665"/>
                  </a:lnTo>
                  <a:lnTo>
                    <a:pt x="102" y="665"/>
                  </a:lnTo>
                  <a:lnTo>
                    <a:pt x="109" y="666"/>
                  </a:lnTo>
                  <a:lnTo>
                    <a:pt x="117" y="667"/>
                  </a:lnTo>
                  <a:lnTo>
                    <a:pt x="123" y="670"/>
                  </a:lnTo>
                  <a:lnTo>
                    <a:pt x="129" y="676"/>
                  </a:lnTo>
                  <a:lnTo>
                    <a:pt x="129" y="676"/>
                  </a:lnTo>
                  <a:lnTo>
                    <a:pt x="133" y="680"/>
                  </a:lnTo>
                  <a:lnTo>
                    <a:pt x="136" y="685"/>
                  </a:lnTo>
                  <a:lnTo>
                    <a:pt x="138" y="692"/>
                  </a:lnTo>
                  <a:lnTo>
                    <a:pt x="140" y="698"/>
                  </a:lnTo>
                  <a:lnTo>
                    <a:pt x="140" y="698"/>
                  </a:lnTo>
                  <a:lnTo>
                    <a:pt x="141" y="712"/>
                  </a:lnTo>
                  <a:lnTo>
                    <a:pt x="144" y="725"/>
                  </a:lnTo>
                  <a:lnTo>
                    <a:pt x="149" y="739"/>
                  </a:lnTo>
                  <a:lnTo>
                    <a:pt x="158" y="753"/>
                  </a:lnTo>
                  <a:lnTo>
                    <a:pt x="158" y="753"/>
                  </a:lnTo>
                  <a:lnTo>
                    <a:pt x="166" y="763"/>
                  </a:lnTo>
                  <a:lnTo>
                    <a:pt x="177" y="772"/>
                  </a:lnTo>
                  <a:lnTo>
                    <a:pt x="188" y="780"/>
                  </a:lnTo>
                  <a:lnTo>
                    <a:pt x="201" y="785"/>
                  </a:lnTo>
                  <a:lnTo>
                    <a:pt x="201" y="785"/>
                  </a:lnTo>
                  <a:lnTo>
                    <a:pt x="212" y="789"/>
                  </a:lnTo>
                  <a:lnTo>
                    <a:pt x="224" y="791"/>
                  </a:lnTo>
                  <a:lnTo>
                    <a:pt x="237" y="792"/>
                  </a:lnTo>
                  <a:lnTo>
                    <a:pt x="249" y="791"/>
                  </a:lnTo>
                  <a:lnTo>
                    <a:pt x="261" y="789"/>
                  </a:lnTo>
                  <a:lnTo>
                    <a:pt x="273" y="786"/>
                  </a:lnTo>
                  <a:lnTo>
                    <a:pt x="284" y="782"/>
                  </a:lnTo>
                  <a:lnTo>
                    <a:pt x="295" y="776"/>
                  </a:lnTo>
                  <a:lnTo>
                    <a:pt x="295" y="776"/>
                  </a:lnTo>
                  <a:lnTo>
                    <a:pt x="306" y="768"/>
                  </a:lnTo>
                  <a:lnTo>
                    <a:pt x="315" y="758"/>
                  </a:lnTo>
                  <a:lnTo>
                    <a:pt x="324" y="746"/>
                  </a:lnTo>
                  <a:lnTo>
                    <a:pt x="330" y="735"/>
                  </a:lnTo>
                  <a:lnTo>
                    <a:pt x="330" y="735"/>
                  </a:lnTo>
                  <a:lnTo>
                    <a:pt x="334" y="726"/>
                  </a:lnTo>
                  <a:lnTo>
                    <a:pt x="336" y="716"/>
                  </a:lnTo>
                  <a:lnTo>
                    <a:pt x="338" y="707"/>
                  </a:lnTo>
                  <a:lnTo>
                    <a:pt x="338" y="697"/>
                  </a:lnTo>
                  <a:lnTo>
                    <a:pt x="338" y="697"/>
                  </a:lnTo>
                  <a:lnTo>
                    <a:pt x="337" y="686"/>
                  </a:lnTo>
                  <a:lnTo>
                    <a:pt x="336" y="677"/>
                  </a:lnTo>
                  <a:lnTo>
                    <a:pt x="334" y="667"/>
                  </a:lnTo>
                  <a:lnTo>
                    <a:pt x="329" y="659"/>
                  </a:lnTo>
                  <a:lnTo>
                    <a:pt x="329" y="659"/>
                  </a:lnTo>
                  <a:lnTo>
                    <a:pt x="325" y="649"/>
                  </a:lnTo>
                  <a:lnTo>
                    <a:pt x="320" y="639"/>
                  </a:lnTo>
                  <a:lnTo>
                    <a:pt x="313" y="628"/>
                  </a:lnTo>
                  <a:lnTo>
                    <a:pt x="305" y="618"/>
                  </a:lnTo>
                  <a:lnTo>
                    <a:pt x="305" y="618"/>
                  </a:lnTo>
                  <a:lnTo>
                    <a:pt x="289" y="599"/>
                  </a:lnTo>
                  <a:lnTo>
                    <a:pt x="268" y="579"/>
                  </a:lnTo>
                  <a:lnTo>
                    <a:pt x="268" y="579"/>
                  </a:lnTo>
                  <a:lnTo>
                    <a:pt x="245" y="557"/>
                  </a:lnTo>
                  <a:lnTo>
                    <a:pt x="214" y="533"/>
                  </a:lnTo>
                  <a:lnTo>
                    <a:pt x="172" y="497"/>
                  </a:lnTo>
                  <a:lnTo>
                    <a:pt x="172" y="497"/>
                  </a:lnTo>
                  <a:lnTo>
                    <a:pt x="152" y="480"/>
                  </a:lnTo>
                  <a:lnTo>
                    <a:pt x="133" y="461"/>
                  </a:lnTo>
                  <a:lnTo>
                    <a:pt x="133" y="461"/>
                  </a:lnTo>
                  <a:lnTo>
                    <a:pt x="115" y="442"/>
                  </a:lnTo>
                  <a:lnTo>
                    <a:pt x="100" y="421"/>
                  </a:lnTo>
                  <a:lnTo>
                    <a:pt x="87" y="402"/>
                  </a:lnTo>
                  <a:lnTo>
                    <a:pt x="77" y="382"/>
                  </a:lnTo>
                  <a:lnTo>
                    <a:pt x="77" y="382"/>
                  </a:lnTo>
                  <a:lnTo>
                    <a:pt x="71" y="365"/>
                  </a:lnTo>
                  <a:lnTo>
                    <a:pt x="67" y="349"/>
                  </a:lnTo>
                  <a:lnTo>
                    <a:pt x="64" y="333"/>
                  </a:lnTo>
                  <a:lnTo>
                    <a:pt x="63" y="318"/>
                  </a:lnTo>
                  <a:lnTo>
                    <a:pt x="63" y="318"/>
                  </a:lnTo>
                  <a:lnTo>
                    <a:pt x="63" y="306"/>
                  </a:lnTo>
                  <a:lnTo>
                    <a:pt x="65" y="295"/>
                  </a:lnTo>
                  <a:lnTo>
                    <a:pt x="68" y="283"/>
                  </a:lnTo>
                  <a:lnTo>
                    <a:pt x="71" y="271"/>
                  </a:lnTo>
                  <a:lnTo>
                    <a:pt x="71" y="271"/>
                  </a:lnTo>
                  <a:lnTo>
                    <a:pt x="75" y="260"/>
                  </a:lnTo>
                  <a:lnTo>
                    <a:pt x="80" y="250"/>
                  </a:lnTo>
                  <a:lnTo>
                    <a:pt x="86" y="239"/>
                  </a:lnTo>
                  <a:lnTo>
                    <a:pt x="91" y="230"/>
                  </a:lnTo>
                  <a:lnTo>
                    <a:pt x="91" y="230"/>
                  </a:lnTo>
                  <a:lnTo>
                    <a:pt x="100" y="221"/>
                  </a:lnTo>
                  <a:lnTo>
                    <a:pt x="108" y="211"/>
                  </a:lnTo>
                  <a:lnTo>
                    <a:pt x="117" y="202"/>
                  </a:lnTo>
                  <a:lnTo>
                    <a:pt x="127" y="195"/>
                  </a:lnTo>
                  <a:lnTo>
                    <a:pt x="137" y="187"/>
                  </a:lnTo>
                  <a:lnTo>
                    <a:pt x="148" y="181"/>
                  </a:lnTo>
                  <a:lnTo>
                    <a:pt x="159" y="176"/>
                  </a:lnTo>
                  <a:lnTo>
                    <a:pt x="171" y="171"/>
                  </a:lnTo>
                  <a:lnTo>
                    <a:pt x="171" y="171"/>
                  </a:lnTo>
                  <a:lnTo>
                    <a:pt x="186" y="166"/>
                  </a:lnTo>
                  <a:lnTo>
                    <a:pt x="202" y="162"/>
                  </a:lnTo>
                  <a:lnTo>
                    <a:pt x="219" y="159"/>
                  </a:lnTo>
                  <a:lnTo>
                    <a:pt x="237" y="158"/>
                  </a:lnTo>
                  <a:lnTo>
                    <a:pt x="237" y="158"/>
                  </a:lnTo>
                  <a:lnTo>
                    <a:pt x="250" y="158"/>
                  </a:lnTo>
                  <a:lnTo>
                    <a:pt x="264" y="161"/>
                  </a:lnTo>
                  <a:lnTo>
                    <a:pt x="277" y="163"/>
                  </a:lnTo>
                  <a:lnTo>
                    <a:pt x="289" y="165"/>
                  </a:lnTo>
                  <a:lnTo>
                    <a:pt x="302" y="169"/>
                  </a:lnTo>
                  <a:lnTo>
                    <a:pt x="313" y="173"/>
                  </a:lnTo>
                  <a:lnTo>
                    <a:pt x="324" y="180"/>
                  </a:lnTo>
                  <a:lnTo>
                    <a:pt x="336" y="186"/>
                  </a:lnTo>
                  <a:lnTo>
                    <a:pt x="336" y="186"/>
                  </a:lnTo>
                  <a:lnTo>
                    <a:pt x="346" y="193"/>
                  </a:lnTo>
                  <a:lnTo>
                    <a:pt x="355" y="200"/>
                  </a:lnTo>
                  <a:lnTo>
                    <a:pt x="364" y="208"/>
                  </a:lnTo>
                  <a:lnTo>
                    <a:pt x="371" y="216"/>
                  </a:lnTo>
                  <a:lnTo>
                    <a:pt x="379" y="226"/>
                  </a:lnTo>
                  <a:lnTo>
                    <a:pt x="386" y="235"/>
                  </a:lnTo>
                  <a:lnTo>
                    <a:pt x="393" y="245"/>
                  </a:lnTo>
                  <a:lnTo>
                    <a:pt x="398" y="255"/>
                  </a:lnTo>
                  <a:lnTo>
                    <a:pt x="398" y="255"/>
                  </a:lnTo>
                  <a:lnTo>
                    <a:pt x="403" y="270"/>
                  </a:lnTo>
                  <a:lnTo>
                    <a:pt x="408" y="286"/>
                  </a:lnTo>
                  <a:lnTo>
                    <a:pt x="410" y="301"/>
                  </a:lnTo>
                  <a:lnTo>
                    <a:pt x="411" y="318"/>
                  </a:lnTo>
                  <a:lnTo>
                    <a:pt x="411" y="318"/>
                  </a:lnTo>
                  <a:lnTo>
                    <a:pt x="410" y="325"/>
                  </a:lnTo>
                  <a:lnTo>
                    <a:pt x="409" y="330"/>
                  </a:lnTo>
                  <a:lnTo>
                    <a:pt x="406" y="335"/>
                  </a:lnTo>
                  <a:lnTo>
                    <a:pt x="400" y="340"/>
                  </a:lnTo>
                  <a:lnTo>
                    <a:pt x="400" y="340"/>
                  </a:lnTo>
                  <a:lnTo>
                    <a:pt x="395" y="345"/>
                  </a:lnTo>
                  <a:lnTo>
                    <a:pt x="387" y="348"/>
                  </a:lnTo>
                  <a:lnTo>
                    <a:pt x="381" y="350"/>
                  </a:lnTo>
                  <a:lnTo>
                    <a:pt x="373" y="350"/>
                  </a:lnTo>
                  <a:lnTo>
                    <a:pt x="367" y="350"/>
                  </a:lnTo>
                  <a:lnTo>
                    <a:pt x="359" y="348"/>
                  </a:lnTo>
                  <a:lnTo>
                    <a:pt x="353" y="345"/>
                  </a:lnTo>
                  <a:lnTo>
                    <a:pt x="348" y="340"/>
                  </a:lnTo>
                  <a:lnTo>
                    <a:pt x="348" y="340"/>
                  </a:lnTo>
                  <a:lnTo>
                    <a:pt x="342" y="335"/>
                  </a:lnTo>
                  <a:lnTo>
                    <a:pt x="339" y="330"/>
                  </a:lnTo>
                  <a:lnTo>
                    <a:pt x="338" y="325"/>
                  </a:lnTo>
                  <a:lnTo>
                    <a:pt x="337" y="318"/>
                  </a:lnTo>
                  <a:lnTo>
                    <a:pt x="337" y="318"/>
                  </a:lnTo>
                  <a:lnTo>
                    <a:pt x="336" y="304"/>
                  </a:lnTo>
                  <a:lnTo>
                    <a:pt x="333" y="290"/>
                  </a:lnTo>
                  <a:lnTo>
                    <a:pt x="326" y="276"/>
                  </a:lnTo>
                  <a:lnTo>
                    <a:pt x="319" y="262"/>
                  </a:lnTo>
                  <a:lnTo>
                    <a:pt x="319" y="262"/>
                  </a:lnTo>
                  <a:lnTo>
                    <a:pt x="309" y="252"/>
                  </a:lnTo>
                  <a:lnTo>
                    <a:pt x="299" y="243"/>
                  </a:lnTo>
                  <a:lnTo>
                    <a:pt x="288" y="237"/>
                  </a:lnTo>
                  <a:lnTo>
                    <a:pt x="275" y="230"/>
                  </a:lnTo>
                  <a:lnTo>
                    <a:pt x="275" y="230"/>
                  </a:lnTo>
                  <a:lnTo>
                    <a:pt x="264" y="227"/>
                  </a:lnTo>
                  <a:lnTo>
                    <a:pt x="252" y="225"/>
                  </a:lnTo>
                  <a:lnTo>
                    <a:pt x="240" y="224"/>
                  </a:lnTo>
                  <a:lnTo>
                    <a:pt x="229" y="224"/>
                  </a:lnTo>
                  <a:lnTo>
                    <a:pt x="217" y="226"/>
                  </a:lnTo>
                  <a:lnTo>
                    <a:pt x="205" y="229"/>
                  </a:lnTo>
                  <a:lnTo>
                    <a:pt x="193" y="233"/>
                  </a:lnTo>
                  <a:lnTo>
                    <a:pt x="182" y="240"/>
                  </a:lnTo>
                  <a:lnTo>
                    <a:pt x="182" y="240"/>
                  </a:lnTo>
                  <a:lnTo>
                    <a:pt x="171" y="248"/>
                  </a:lnTo>
                  <a:lnTo>
                    <a:pt x="161" y="258"/>
                  </a:lnTo>
                  <a:lnTo>
                    <a:pt x="152" y="269"/>
                  </a:lnTo>
                  <a:lnTo>
                    <a:pt x="146" y="281"/>
                  </a:lnTo>
                  <a:lnTo>
                    <a:pt x="146" y="281"/>
                  </a:lnTo>
                  <a:lnTo>
                    <a:pt x="143" y="289"/>
                  </a:lnTo>
                  <a:lnTo>
                    <a:pt x="141" y="299"/>
                  </a:lnTo>
                  <a:lnTo>
                    <a:pt x="138" y="309"/>
                  </a:lnTo>
                  <a:lnTo>
                    <a:pt x="138" y="318"/>
                  </a:lnTo>
                  <a:lnTo>
                    <a:pt x="138" y="318"/>
                  </a:lnTo>
                  <a:lnTo>
                    <a:pt x="138" y="329"/>
                  </a:lnTo>
                  <a:lnTo>
                    <a:pt x="141" y="339"/>
                  </a:lnTo>
                  <a:lnTo>
                    <a:pt x="143" y="348"/>
                  </a:lnTo>
                  <a:lnTo>
                    <a:pt x="146" y="356"/>
                  </a:lnTo>
                  <a:lnTo>
                    <a:pt x="146" y="356"/>
                  </a:lnTo>
                  <a:lnTo>
                    <a:pt x="151" y="367"/>
                  </a:lnTo>
                  <a:lnTo>
                    <a:pt x="157" y="377"/>
                  </a:lnTo>
                  <a:lnTo>
                    <a:pt x="163" y="388"/>
                  </a:lnTo>
                  <a:lnTo>
                    <a:pt x="172" y="398"/>
                  </a:lnTo>
                  <a:lnTo>
                    <a:pt x="172" y="398"/>
                  </a:lnTo>
                  <a:lnTo>
                    <a:pt x="179" y="407"/>
                  </a:lnTo>
                  <a:lnTo>
                    <a:pt x="188" y="417"/>
                  </a:lnTo>
                  <a:lnTo>
                    <a:pt x="208" y="437"/>
                  </a:lnTo>
                  <a:lnTo>
                    <a:pt x="208" y="437"/>
                  </a:lnTo>
                  <a:lnTo>
                    <a:pt x="233" y="459"/>
                  </a:lnTo>
                  <a:lnTo>
                    <a:pt x="264" y="485"/>
                  </a:lnTo>
                  <a:lnTo>
                    <a:pt x="264" y="485"/>
                  </a:lnTo>
                  <a:lnTo>
                    <a:pt x="294" y="508"/>
                  </a:lnTo>
                  <a:lnTo>
                    <a:pt x="294" y="508"/>
                  </a:lnTo>
                  <a:lnTo>
                    <a:pt x="310" y="521"/>
                  </a:lnTo>
                  <a:lnTo>
                    <a:pt x="326" y="537"/>
                  </a:lnTo>
                  <a:lnTo>
                    <a:pt x="326" y="537"/>
                  </a:lnTo>
                  <a:lnTo>
                    <a:pt x="341" y="551"/>
                  </a:lnTo>
                  <a:lnTo>
                    <a:pt x="354" y="566"/>
                  </a:lnTo>
                  <a:lnTo>
                    <a:pt x="354" y="566"/>
                  </a:lnTo>
                  <a:lnTo>
                    <a:pt x="376" y="593"/>
                  </a:lnTo>
                  <a:lnTo>
                    <a:pt x="376" y="593"/>
                  </a:lnTo>
                  <a:lnTo>
                    <a:pt x="383" y="604"/>
                  </a:lnTo>
                  <a:lnTo>
                    <a:pt x="390" y="614"/>
                  </a:lnTo>
                  <a:lnTo>
                    <a:pt x="395" y="625"/>
                  </a:lnTo>
                  <a:lnTo>
                    <a:pt x="399" y="636"/>
                  </a:lnTo>
                  <a:lnTo>
                    <a:pt x="399" y="636"/>
                  </a:lnTo>
                  <a:lnTo>
                    <a:pt x="406" y="652"/>
                  </a:lnTo>
                  <a:lnTo>
                    <a:pt x="410" y="667"/>
                  </a:lnTo>
                  <a:lnTo>
                    <a:pt x="412" y="683"/>
                  </a:lnTo>
                  <a:lnTo>
                    <a:pt x="413" y="698"/>
                  </a:lnTo>
                  <a:lnTo>
                    <a:pt x="413" y="698"/>
                  </a:lnTo>
                  <a:lnTo>
                    <a:pt x="412" y="710"/>
                  </a:lnTo>
                  <a:lnTo>
                    <a:pt x="411" y="722"/>
                  </a:lnTo>
                  <a:lnTo>
                    <a:pt x="409" y="732"/>
                  </a:lnTo>
                  <a:lnTo>
                    <a:pt x="406" y="744"/>
                  </a:lnTo>
                  <a:lnTo>
                    <a:pt x="401" y="755"/>
                  </a:lnTo>
                  <a:lnTo>
                    <a:pt x="396" y="766"/>
                  </a:lnTo>
                  <a:lnTo>
                    <a:pt x="390" y="776"/>
                  </a:lnTo>
                  <a:lnTo>
                    <a:pt x="383" y="786"/>
                  </a:lnTo>
                  <a:lnTo>
                    <a:pt x="383" y="786"/>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grpSp>
        <p:nvGrpSpPr>
          <p:cNvPr id="5" name="组合 38"/>
          <p:cNvGrpSpPr/>
          <p:nvPr/>
        </p:nvGrpSpPr>
        <p:grpSpPr>
          <a:xfrm>
            <a:off x="6927520" y="5173552"/>
            <a:ext cx="916944" cy="917068"/>
            <a:chOff x="6568486" y="4905819"/>
            <a:chExt cx="869714" cy="869714"/>
          </a:xfrm>
        </p:grpSpPr>
        <p:sp>
          <p:nvSpPr>
            <p:cNvPr id="16" name="椭圆 15"/>
            <p:cNvSpPr/>
            <p:nvPr/>
          </p:nvSpPr>
          <p:spPr>
            <a:xfrm>
              <a:off x="6568486" y="4905819"/>
              <a:ext cx="869714" cy="86971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Freeform 75"/>
            <p:cNvSpPr>
              <a:spLocks noEditPoints="1"/>
            </p:cNvSpPr>
            <p:nvPr/>
          </p:nvSpPr>
          <p:spPr bwMode="auto">
            <a:xfrm>
              <a:off x="6843005" y="5199331"/>
              <a:ext cx="322263" cy="282575"/>
            </a:xfrm>
            <a:custGeom>
              <a:avLst/>
              <a:gdLst>
                <a:gd name="T0" fmla="*/ 918 w 1018"/>
                <a:gd name="T1" fmla="*/ 194 h 891"/>
                <a:gd name="T2" fmla="*/ 888 w 1018"/>
                <a:gd name="T3" fmla="*/ 149 h 891"/>
                <a:gd name="T4" fmla="*/ 837 w 1018"/>
                <a:gd name="T5" fmla="*/ 128 h 891"/>
                <a:gd name="T6" fmla="*/ 427 w 1018"/>
                <a:gd name="T7" fmla="*/ 122 h 891"/>
                <a:gd name="T8" fmla="*/ 414 w 1018"/>
                <a:gd name="T9" fmla="*/ 96 h 891"/>
                <a:gd name="T10" fmla="*/ 397 w 1018"/>
                <a:gd name="T11" fmla="*/ 42 h 891"/>
                <a:gd name="T12" fmla="*/ 356 w 1018"/>
                <a:gd name="T13" fmla="*/ 8 h 891"/>
                <a:gd name="T14" fmla="*/ 191 w 1018"/>
                <a:gd name="T15" fmla="*/ 0 h 891"/>
                <a:gd name="T16" fmla="*/ 138 w 1018"/>
                <a:gd name="T17" fmla="*/ 16 h 891"/>
                <a:gd name="T18" fmla="*/ 103 w 1018"/>
                <a:gd name="T19" fmla="*/ 58 h 891"/>
                <a:gd name="T20" fmla="*/ 96 w 1018"/>
                <a:gd name="T21" fmla="*/ 255 h 891"/>
                <a:gd name="T22" fmla="*/ 42 w 1018"/>
                <a:gd name="T23" fmla="*/ 271 h 891"/>
                <a:gd name="T24" fmla="*/ 8 w 1018"/>
                <a:gd name="T25" fmla="*/ 312 h 891"/>
                <a:gd name="T26" fmla="*/ 64 w 1018"/>
                <a:gd name="T27" fmla="*/ 795 h 891"/>
                <a:gd name="T28" fmla="*/ 80 w 1018"/>
                <a:gd name="T29" fmla="*/ 849 h 891"/>
                <a:gd name="T30" fmla="*/ 122 w 1018"/>
                <a:gd name="T31" fmla="*/ 883 h 891"/>
                <a:gd name="T32" fmla="*/ 859 w 1018"/>
                <a:gd name="T33" fmla="*/ 891 h 891"/>
                <a:gd name="T34" fmla="*/ 912 w 1018"/>
                <a:gd name="T35" fmla="*/ 875 h 891"/>
                <a:gd name="T36" fmla="*/ 947 w 1018"/>
                <a:gd name="T37" fmla="*/ 832 h 891"/>
                <a:gd name="T38" fmla="*/ 1018 w 1018"/>
                <a:gd name="T39" fmla="*/ 350 h 891"/>
                <a:gd name="T40" fmla="*/ 1001 w 1018"/>
                <a:gd name="T41" fmla="*/ 296 h 891"/>
                <a:gd name="T42" fmla="*/ 960 w 1018"/>
                <a:gd name="T43" fmla="*/ 262 h 891"/>
                <a:gd name="T44" fmla="*/ 159 w 1018"/>
                <a:gd name="T45" fmla="*/ 96 h 891"/>
                <a:gd name="T46" fmla="*/ 173 w 1018"/>
                <a:gd name="T47" fmla="*/ 69 h 891"/>
                <a:gd name="T48" fmla="*/ 324 w 1018"/>
                <a:gd name="T49" fmla="*/ 65 h 891"/>
                <a:gd name="T50" fmla="*/ 349 w 1018"/>
                <a:gd name="T51" fmla="*/ 89 h 891"/>
                <a:gd name="T52" fmla="*/ 358 w 1018"/>
                <a:gd name="T53" fmla="*/ 132 h 891"/>
                <a:gd name="T54" fmla="*/ 392 w 1018"/>
                <a:gd name="T55" fmla="*/ 174 h 891"/>
                <a:gd name="T56" fmla="*/ 446 w 1018"/>
                <a:gd name="T57" fmla="*/ 191 h 891"/>
                <a:gd name="T58" fmla="*/ 849 w 1018"/>
                <a:gd name="T59" fmla="*/ 200 h 891"/>
                <a:gd name="T60" fmla="*/ 159 w 1018"/>
                <a:gd name="T61" fmla="*/ 255 h 891"/>
                <a:gd name="T62" fmla="*/ 886 w 1018"/>
                <a:gd name="T63" fmla="*/ 812 h 891"/>
                <a:gd name="T64" fmla="*/ 159 w 1018"/>
                <a:gd name="T65" fmla="*/ 826 h 891"/>
                <a:gd name="T66" fmla="*/ 132 w 1018"/>
                <a:gd name="T67" fmla="*/ 812 h 891"/>
                <a:gd name="T68" fmla="*/ 65 w 1018"/>
                <a:gd name="T69" fmla="*/ 344 h 891"/>
                <a:gd name="T70" fmla="*/ 89 w 1018"/>
                <a:gd name="T71" fmla="*/ 319 h 891"/>
                <a:gd name="T72" fmla="*/ 940 w 1018"/>
                <a:gd name="T73" fmla="*/ 323 h 891"/>
                <a:gd name="T74" fmla="*/ 891 w 1018"/>
                <a:gd name="T75" fmla="*/ 795 h 891"/>
                <a:gd name="T76" fmla="*/ 203 w 1018"/>
                <a:gd name="T77" fmla="*/ 385 h 891"/>
                <a:gd name="T78" fmla="*/ 170 w 1018"/>
                <a:gd name="T79" fmla="*/ 407 h 891"/>
                <a:gd name="T80" fmla="*/ 153 w 1018"/>
                <a:gd name="T81" fmla="*/ 451 h 891"/>
                <a:gd name="T82" fmla="*/ 170 w 1018"/>
                <a:gd name="T83" fmla="*/ 578 h 891"/>
                <a:gd name="T84" fmla="*/ 221 w 1018"/>
                <a:gd name="T85" fmla="*/ 632 h 891"/>
                <a:gd name="T86" fmla="*/ 469 w 1018"/>
                <a:gd name="T87" fmla="*/ 635 h 891"/>
                <a:gd name="T88" fmla="*/ 512 w 1018"/>
                <a:gd name="T89" fmla="*/ 618 h 891"/>
                <a:gd name="T90" fmla="*/ 537 w 1018"/>
                <a:gd name="T91" fmla="*/ 581 h 891"/>
                <a:gd name="T92" fmla="*/ 540 w 1018"/>
                <a:gd name="T93" fmla="*/ 453 h 891"/>
                <a:gd name="T94" fmla="*/ 523 w 1018"/>
                <a:gd name="T95" fmla="*/ 410 h 891"/>
                <a:gd name="T96" fmla="*/ 485 w 1018"/>
                <a:gd name="T97" fmla="*/ 385 h 891"/>
                <a:gd name="T98" fmla="*/ 477 w 1018"/>
                <a:gd name="T99" fmla="*/ 557 h 891"/>
                <a:gd name="T100" fmla="*/ 462 w 1018"/>
                <a:gd name="T101" fmla="*/ 572 h 891"/>
                <a:gd name="T102" fmla="*/ 229 w 1018"/>
                <a:gd name="T103" fmla="*/ 554 h 891"/>
                <a:gd name="T104" fmla="*/ 223 w 1018"/>
                <a:gd name="T105" fmla="*/ 447 h 891"/>
                <a:gd name="T106" fmla="*/ 473 w 1018"/>
                <a:gd name="T107" fmla="*/ 45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18" h="891">
                  <a:moveTo>
                    <a:pt x="922" y="255"/>
                  </a:moveTo>
                  <a:lnTo>
                    <a:pt x="922" y="222"/>
                  </a:lnTo>
                  <a:lnTo>
                    <a:pt x="922" y="222"/>
                  </a:lnTo>
                  <a:lnTo>
                    <a:pt x="922" y="213"/>
                  </a:lnTo>
                  <a:lnTo>
                    <a:pt x="921" y="203"/>
                  </a:lnTo>
                  <a:lnTo>
                    <a:pt x="918" y="194"/>
                  </a:lnTo>
                  <a:lnTo>
                    <a:pt x="915" y="186"/>
                  </a:lnTo>
                  <a:lnTo>
                    <a:pt x="911" y="177"/>
                  </a:lnTo>
                  <a:lnTo>
                    <a:pt x="906" y="170"/>
                  </a:lnTo>
                  <a:lnTo>
                    <a:pt x="901" y="162"/>
                  </a:lnTo>
                  <a:lnTo>
                    <a:pt x="894" y="155"/>
                  </a:lnTo>
                  <a:lnTo>
                    <a:pt x="888" y="149"/>
                  </a:lnTo>
                  <a:lnTo>
                    <a:pt x="880" y="144"/>
                  </a:lnTo>
                  <a:lnTo>
                    <a:pt x="873" y="139"/>
                  </a:lnTo>
                  <a:lnTo>
                    <a:pt x="864" y="134"/>
                  </a:lnTo>
                  <a:lnTo>
                    <a:pt x="856" y="131"/>
                  </a:lnTo>
                  <a:lnTo>
                    <a:pt x="846" y="129"/>
                  </a:lnTo>
                  <a:lnTo>
                    <a:pt x="837" y="128"/>
                  </a:lnTo>
                  <a:lnTo>
                    <a:pt x="828" y="127"/>
                  </a:lnTo>
                  <a:lnTo>
                    <a:pt x="446" y="127"/>
                  </a:lnTo>
                  <a:lnTo>
                    <a:pt x="446" y="127"/>
                  </a:lnTo>
                  <a:lnTo>
                    <a:pt x="439" y="127"/>
                  </a:lnTo>
                  <a:lnTo>
                    <a:pt x="433" y="125"/>
                  </a:lnTo>
                  <a:lnTo>
                    <a:pt x="427" y="122"/>
                  </a:lnTo>
                  <a:lnTo>
                    <a:pt x="423" y="118"/>
                  </a:lnTo>
                  <a:lnTo>
                    <a:pt x="419" y="113"/>
                  </a:lnTo>
                  <a:lnTo>
                    <a:pt x="417" y="108"/>
                  </a:lnTo>
                  <a:lnTo>
                    <a:pt x="415" y="102"/>
                  </a:lnTo>
                  <a:lnTo>
                    <a:pt x="414" y="96"/>
                  </a:lnTo>
                  <a:lnTo>
                    <a:pt x="414" y="96"/>
                  </a:lnTo>
                  <a:lnTo>
                    <a:pt x="414" y="86"/>
                  </a:lnTo>
                  <a:lnTo>
                    <a:pt x="411" y="76"/>
                  </a:lnTo>
                  <a:lnTo>
                    <a:pt x="409" y="67"/>
                  </a:lnTo>
                  <a:lnTo>
                    <a:pt x="406" y="58"/>
                  </a:lnTo>
                  <a:lnTo>
                    <a:pt x="402" y="50"/>
                  </a:lnTo>
                  <a:lnTo>
                    <a:pt x="397" y="42"/>
                  </a:lnTo>
                  <a:lnTo>
                    <a:pt x="392" y="35"/>
                  </a:lnTo>
                  <a:lnTo>
                    <a:pt x="386" y="28"/>
                  </a:lnTo>
                  <a:lnTo>
                    <a:pt x="379" y="22"/>
                  </a:lnTo>
                  <a:lnTo>
                    <a:pt x="372" y="16"/>
                  </a:lnTo>
                  <a:lnTo>
                    <a:pt x="364" y="12"/>
                  </a:lnTo>
                  <a:lnTo>
                    <a:pt x="356" y="8"/>
                  </a:lnTo>
                  <a:lnTo>
                    <a:pt x="347" y="5"/>
                  </a:lnTo>
                  <a:lnTo>
                    <a:pt x="337" y="2"/>
                  </a:lnTo>
                  <a:lnTo>
                    <a:pt x="328" y="0"/>
                  </a:lnTo>
                  <a:lnTo>
                    <a:pt x="318" y="0"/>
                  </a:lnTo>
                  <a:lnTo>
                    <a:pt x="191" y="0"/>
                  </a:lnTo>
                  <a:lnTo>
                    <a:pt x="191" y="0"/>
                  </a:lnTo>
                  <a:lnTo>
                    <a:pt x="182" y="0"/>
                  </a:lnTo>
                  <a:lnTo>
                    <a:pt x="172" y="2"/>
                  </a:lnTo>
                  <a:lnTo>
                    <a:pt x="162" y="5"/>
                  </a:lnTo>
                  <a:lnTo>
                    <a:pt x="154" y="8"/>
                  </a:lnTo>
                  <a:lnTo>
                    <a:pt x="145" y="12"/>
                  </a:lnTo>
                  <a:lnTo>
                    <a:pt x="138" y="16"/>
                  </a:lnTo>
                  <a:lnTo>
                    <a:pt x="130" y="22"/>
                  </a:lnTo>
                  <a:lnTo>
                    <a:pt x="124" y="28"/>
                  </a:lnTo>
                  <a:lnTo>
                    <a:pt x="117" y="35"/>
                  </a:lnTo>
                  <a:lnTo>
                    <a:pt x="112" y="42"/>
                  </a:lnTo>
                  <a:lnTo>
                    <a:pt x="108" y="50"/>
                  </a:lnTo>
                  <a:lnTo>
                    <a:pt x="103" y="58"/>
                  </a:lnTo>
                  <a:lnTo>
                    <a:pt x="100" y="67"/>
                  </a:lnTo>
                  <a:lnTo>
                    <a:pt x="98" y="76"/>
                  </a:lnTo>
                  <a:lnTo>
                    <a:pt x="96" y="86"/>
                  </a:lnTo>
                  <a:lnTo>
                    <a:pt x="96" y="96"/>
                  </a:lnTo>
                  <a:lnTo>
                    <a:pt x="96" y="255"/>
                  </a:lnTo>
                  <a:lnTo>
                    <a:pt x="96" y="255"/>
                  </a:lnTo>
                  <a:lnTo>
                    <a:pt x="86" y="255"/>
                  </a:lnTo>
                  <a:lnTo>
                    <a:pt x="77" y="257"/>
                  </a:lnTo>
                  <a:lnTo>
                    <a:pt x="67" y="259"/>
                  </a:lnTo>
                  <a:lnTo>
                    <a:pt x="58" y="262"/>
                  </a:lnTo>
                  <a:lnTo>
                    <a:pt x="50" y="266"/>
                  </a:lnTo>
                  <a:lnTo>
                    <a:pt x="42" y="271"/>
                  </a:lnTo>
                  <a:lnTo>
                    <a:pt x="35" y="276"/>
                  </a:lnTo>
                  <a:lnTo>
                    <a:pt x="28" y="282"/>
                  </a:lnTo>
                  <a:lnTo>
                    <a:pt x="22" y="289"/>
                  </a:lnTo>
                  <a:lnTo>
                    <a:pt x="17" y="296"/>
                  </a:lnTo>
                  <a:lnTo>
                    <a:pt x="12" y="304"/>
                  </a:lnTo>
                  <a:lnTo>
                    <a:pt x="8" y="312"/>
                  </a:lnTo>
                  <a:lnTo>
                    <a:pt x="5" y="321"/>
                  </a:lnTo>
                  <a:lnTo>
                    <a:pt x="3" y="331"/>
                  </a:lnTo>
                  <a:lnTo>
                    <a:pt x="0" y="340"/>
                  </a:lnTo>
                  <a:lnTo>
                    <a:pt x="0" y="350"/>
                  </a:lnTo>
                  <a:lnTo>
                    <a:pt x="64" y="795"/>
                  </a:lnTo>
                  <a:lnTo>
                    <a:pt x="64" y="795"/>
                  </a:lnTo>
                  <a:lnTo>
                    <a:pt x="65" y="805"/>
                  </a:lnTo>
                  <a:lnTo>
                    <a:pt x="66" y="815"/>
                  </a:lnTo>
                  <a:lnTo>
                    <a:pt x="68" y="823"/>
                  </a:lnTo>
                  <a:lnTo>
                    <a:pt x="71" y="832"/>
                  </a:lnTo>
                  <a:lnTo>
                    <a:pt x="76" y="840"/>
                  </a:lnTo>
                  <a:lnTo>
                    <a:pt x="80" y="849"/>
                  </a:lnTo>
                  <a:lnTo>
                    <a:pt x="85" y="855"/>
                  </a:lnTo>
                  <a:lnTo>
                    <a:pt x="92" y="863"/>
                  </a:lnTo>
                  <a:lnTo>
                    <a:pt x="99" y="868"/>
                  </a:lnTo>
                  <a:lnTo>
                    <a:pt x="106" y="875"/>
                  </a:lnTo>
                  <a:lnTo>
                    <a:pt x="114" y="879"/>
                  </a:lnTo>
                  <a:lnTo>
                    <a:pt x="122" y="883"/>
                  </a:lnTo>
                  <a:lnTo>
                    <a:pt x="131" y="887"/>
                  </a:lnTo>
                  <a:lnTo>
                    <a:pt x="140" y="889"/>
                  </a:lnTo>
                  <a:lnTo>
                    <a:pt x="150" y="890"/>
                  </a:lnTo>
                  <a:lnTo>
                    <a:pt x="159" y="891"/>
                  </a:lnTo>
                  <a:lnTo>
                    <a:pt x="859" y="891"/>
                  </a:lnTo>
                  <a:lnTo>
                    <a:pt x="859" y="891"/>
                  </a:lnTo>
                  <a:lnTo>
                    <a:pt x="868" y="890"/>
                  </a:lnTo>
                  <a:lnTo>
                    <a:pt x="878" y="889"/>
                  </a:lnTo>
                  <a:lnTo>
                    <a:pt x="888" y="887"/>
                  </a:lnTo>
                  <a:lnTo>
                    <a:pt x="896" y="883"/>
                  </a:lnTo>
                  <a:lnTo>
                    <a:pt x="905" y="879"/>
                  </a:lnTo>
                  <a:lnTo>
                    <a:pt x="912" y="875"/>
                  </a:lnTo>
                  <a:lnTo>
                    <a:pt x="920" y="868"/>
                  </a:lnTo>
                  <a:lnTo>
                    <a:pt x="926" y="863"/>
                  </a:lnTo>
                  <a:lnTo>
                    <a:pt x="933" y="855"/>
                  </a:lnTo>
                  <a:lnTo>
                    <a:pt x="938" y="849"/>
                  </a:lnTo>
                  <a:lnTo>
                    <a:pt x="942" y="840"/>
                  </a:lnTo>
                  <a:lnTo>
                    <a:pt x="947" y="832"/>
                  </a:lnTo>
                  <a:lnTo>
                    <a:pt x="950" y="823"/>
                  </a:lnTo>
                  <a:lnTo>
                    <a:pt x="952" y="815"/>
                  </a:lnTo>
                  <a:lnTo>
                    <a:pt x="954" y="805"/>
                  </a:lnTo>
                  <a:lnTo>
                    <a:pt x="954" y="795"/>
                  </a:lnTo>
                  <a:lnTo>
                    <a:pt x="1018" y="350"/>
                  </a:lnTo>
                  <a:lnTo>
                    <a:pt x="1018" y="350"/>
                  </a:lnTo>
                  <a:lnTo>
                    <a:pt x="1018" y="340"/>
                  </a:lnTo>
                  <a:lnTo>
                    <a:pt x="1017" y="331"/>
                  </a:lnTo>
                  <a:lnTo>
                    <a:pt x="1013" y="321"/>
                  </a:lnTo>
                  <a:lnTo>
                    <a:pt x="1010" y="312"/>
                  </a:lnTo>
                  <a:lnTo>
                    <a:pt x="1007" y="304"/>
                  </a:lnTo>
                  <a:lnTo>
                    <a:pt x="1001" y="296"/>
                  </a:lnTo>
                  <a:lnTo>
                    <a:pt x="996" y="289"/>
                  </a:lnTo>
                  <a:lnTo>
                    <a:pt x="990" y="282"/>
                  </a:lnTo>
                  <a:lnTo>
                    <a:pt x="983" y="276"/>
                  </a:lnTo>
                  <a:lnTo>
                    <a:pt x="976" y="271"/>
                  </a:lnTo>
                  <a:lnTo>
                    <a:pt x="968" y="266"/>
                  </a:lnTo>
                  <a:lnTo>
                    <a:pt x="960" y="262"/>
                  </a:lnTo>
                  <a:lnTo>
                    <a:pt x="951" y="259"/>
                  </a:lnTo>
                  <a:lnTo>
                    <a:pt x="941" y="257"/>
                  </a:lnTo>
                  <a:lnTo>
                    <a:pt x="933" y="255"/>
                  </a:lnTo>
                  <a:lnTo>
                    <a:pt x="922" y="255"/>
                  </a:lnTo>
                  <a:lnTo>
                    <a:pt x="922" y="255"/>
                  </a:lnTo>
                  <a:close/>
                  <a:moveTo>
                    <a:pt x="159" y="96"/>
                  </a:moveTo>
                  <a:lnTo>
                    <a:pt x="159" y="96"/>
                  </a:lnTo>
                  <a:lnTo>
                    <a:pt x="160" y="89"/>
                  </a:lnTo>
                  <a:lnTo>
                    <a:pt x="161" y="83"/>
                  </a:lnTo>
                  <a:lnTo>
                    <a:pt x="165" y="78"/>
                  </a:lnTo>
                  <a:lnTo>
                    <a:pt x="169" y="73"/>
                  </a:lnTo>
                  <a:lnTo>
                    <a:pt x="173" y="69"/>
                  </a:lnTo>
                  <a:lnTo>
                    <a:pt x="179" y="66"/>
                  </a:lnTo>
                  <a:lnTo>
                    <a:pt x="185" y="65"/>
                  </a:lnTo>
                  <a:lnTo>
                    <a:pt x="191" y="64"/>
                  </a:lnTo>
                  <a:lnTo>
                    <a:pt x="318" y="64"/>
                  </a:lnTo>
                  <a:lnTo>
                    <a:pt x="318" y="64"/>
                  </a:lnTo>
                  <a:lnTo>
                    <a:pt x="324" y="65"/>
                  </a:lnTo>
                  <a:lnTo>
                    <a:pt x="331" y="66"/>
                  </a:lnTo>
                  <a:lnTo>
                    <a:pt x="336" y="69"/>
                  </a:lnTo>
                  <a:lnTo>
                    <a:pt x="341" y="73"/>
                  </a:lnTo>
                  <a:lnTo>
                    <a:pt x="345" y="78"/>
                  </a:lnTo>
                  <a:lnTo>
                    <a:pt x="348" y="83"/>
                  </a:lnTo>
                  <a:lnTo>
                    <a:pt x="349" y="89"/>
                  </a:lnTo>
                  <a:lnTo>
                    <a:pt x="350" y="96"/>
                  </a:lnTo>
                  <a:lnTo>
                    <a:pt x="350" y="96"/>
                  </a:lnTo>
                  <a:lnTo>
                    <a:pt x="350" y="105"/>
                  </a:lnTo>
                  <a:lnTo>
                    <a:pt x="352" y="115"/>
                  </a:lnTo>
                  <a:lnTo>
                    <a:pt x="354" y="124"/>
                  </a:lnTo>
                  <a:lnTo>
                    <a:pt x="358" y="132"/>
                  </a:lnTo>
                  <a:lnTo>
                    <a:pt x="362" y="141"/>
                  </a:lnTo>
                  <a:lnTo>
                    <a:pt x="366" y="148"/>
                  </a:lnTo>
                  <a:lnTo>
                    <a:pt x="372" y="156"/>
                  </a:lnTo>
                  <a:lnTo>
                    <a:pt x="378" y="163"/>
                  </a:lnTo>
                  <a:lnTo>
                    <a:pt x="385" y="169"/>
                  </a:lnTo>
                  <a:lnTo>
                    <a:pt x="392" y="174"/>
                  </a:lnTo>
                  <a:lnTo>
                    <a:pt x="400" y="179"/>
                  </a:lnTo>
                  <a:lnTo>
                    <a:pt x="408" y="184"/>
                  </a:lnTo>
                  <a:lnTo>
                    <a:pt x="417" y="187"/>
                  </a:lnTo>
                  <a:lnTo>
                    <a:pt x="426" y="189"/>
                  </a:lnTo>
                  <a:lnTo>
                    <a:pt x="436" y="190"/>
                  </a:lnTo>
                  <a:lnTo>
                    <a:pt x="446" y="191"/>
                  </a:lnTo>
                  <a:lnTo>
                    <a:pt x="828" y="191"/>
                  </a:lnTo>
                  <a:lnTo>
                    <a:pt x="828" y="191"/>
                  </a:lnTo>
                  <a:lnTo>
                    <a:pt x="833" y="191"/>
                  </a:lnTo>
                  <a:lnTo>
                    <a:pt x="839" y="193"/>
                  </a:lnTo>
                  <a:lnTo>
                    <a:pt x="845" y="197"/>
                  </a:lnTo>
                  <a:lnTo>
                    <a:pt x="849" y="200"/>
                  </a:lnTo>
                  <a:lnTo>
                    <a:pt x="853" y="205"/>
                  </a:lnTo>
                  <a:lnTo>
                    <a:pt x="857" y="211"/>
                  </a:lnTo>
                  <a:lnTo>
                    <a:pt x="859" y="216"/>
                  </a:lnTo>
                  <a:lnTo>
                    <a:pt x="859" y="222"/>
                  </a:lnTo>
                  <a:lnTo>
                    <a:pt x="859" y="255"/>
                  </a:lnTo>
                  <a:lnTo>
                    <a:pt x="159" y="255"/>
                  </a:lnTo>
                  <a:lnTo>
                    <a:pt x="159" y="96"/>
                  </a:lnTo>
                  <a:close/>
                  <a:moveTo>
                    <a:pt x="891" y="795"/>
                  </a:moveTo>
                  <a:lnTo>
                    <a:pt x="891" y="795"/>
                  </a:lnTo>
                  <a:lnTo>
                    <a:pt x="890" y="802"/>
                  </a:lnTo>
                  <a:lnTo>
                    <a:pt x="888" y="807"/>
                  </a:lnTo>
                  <a:lnTo>
                    <a:pt x="886" y="812"/>
                  </a:lnTo>
                  <a:lnTo>
                    <a:pt x="881" y="818"/>
                  </a:lnTo>
                  <a:lnTo>
                    <a:pt x="877" y="821"/>
                  </a:lnTo>
                  <a:lnTo>
                    <a:pt x="872" y="824"/>
                  </a:lnTo>
                  <a:lnTo>
                    <a:pt x="865" y="826"/>
                  </a:lnTo>
                  <a:lnTo>
                    <a:pt x="859" y="826"/>
                  </a:lnTo>
                  <a:lnTo>
                    <a:pt x="159" y="826"/>
                  </a:lnTo>
                  <a:lnTo>
                    <a:pt x="159" y="826"/>
                  </a:lnTo>
                  <a:lnTo>
                    <a:pt x="153" y="826"/>
                  </a:lnTo>
                  <a:lnTo>
                    <a:pt x="147" y="824"/>
                  </a:lnTo>
                  <a:lnTo>
                    <a:pt x="141" y="821"/>
                  </a:lnTo>
                  <a:lnTo>
                    <a:pt x="137" y="818"/>
                  </a:lnTo>
                  <a:lnTo>
                    <a:pt x="132" y="812"/>
                  </a:lnTo>
                  <a:lnTo>
                    <a:pt x="130" y="807"/>
                  </a:lnTo>
                  <a:lnTo>
                    <a:pt x="128" y="802"/>
                  </a:lnTo>
                  <a:lnTo>
                    <a:pt x="127" y="795"/>
                  </a:lnTo>
                  <a:lnTo>
                    <a:pt x="64" y="350"/>
                  </a:lnTo>
                  <a:lnTo>
                    <a:pt x="64" y="350"/>
                  </a:lnTo>
                  <a:lnTo>
                    <a:pt x="65" y="344"/>
                  </a:lnTo>
                  <a:lnTo>
                    <a:pt x="66" y="337"/>
                  </a:lnTo>
                  <a:lnTo>
                    <a:pt x="69" y="332"/>
                  </a:lnTo>
                  <a:lnTo>
                    <a:pt x="73" y="328"/>
                  </a:lnTo>
                  <a:lnTo>
                    <a:pt x="78" y="323"/>
                  </a:lnTo>
                  <a:lnTo>
                    <a:pt x="83" y="321"/>
                  </a:lnTo>
                  <a:lnTo>
                    <a:pt x="89" y="319"/>
                  </a:lnTo>
                  <a:lnTo>
                    <a:pt x="96" y="318"/>
                  </a:lnTo>
                  <a:lnTo>
                    <a:pt x="922" y="318"/>
                  </a:lnTo>
                  <a:lnTo>
                    <a:pt x="922" y="318"/>
                  </a:lnTo>
                  <a:lnTo>
                    <a:pt x="929" y="319"/>
                  </a:lnTo>
                  <a:lnTo>
                    <a:pt x="935" y="321"/>
                  </a:lnTo>
                  <a:lnTo>
                    <a:pt x="940" y="323"/>
                  </a:lnTo>
                  <a:lnTo>
                    <a:pt x="945" y="328"/>
                  </a:lnTo>
                  <a:lnTo>
                    <a:pt x="949" y="332"/>
                  </a:lnTo>
                  <a:lnTo>
                    <a:pt x="952" y="337"/>
                  </a:lnTo>
                  <a:lnTo>
                    <a:pt x="953" y="344"/>
                  </a:lnTo>
                  <a:lnTo>
                    <a:pt x="954" y="350"/>
                  </a:lnTo>
                  <a:lnTo>
                    <a:pt x="891" y="795"/>
                  </a:lnTo>
                  <a:close/>
                  <a:moveTo>
                    <a:pt x="462" y="381"/>
                  </a:moveTo>
                  <a:lnTo>
                    <a:pt x="228" y="381"/>
                  </a:lnTo>
                  <a:lnTo>
                    <a:pt x="228" y="381"/>
                  </a:lnTo>
                  <a:lnTo>
                    <a:pt x="219" y="382"/>
                  </a:lnTo>
                  <a:lnTo>
                    <a:pt x="211" y="383"/>
                  </a:lnTo>
                  <a:lnTo>
                    <a:pt x="203" y="385"/>
                  </a:lnTo>
                  <a:lnTo>
                    <a:pt x="196" y="389"/>
                  </a:lnTo>
                  <a:lnTo>
                    <a:pt x="189" y="392"/>
                  </a:lnTo>
                  <a:lnTo>
                    <a:pt x="183" y="396"/>
                  </a:lnTo>
                  <a:lnTo>
                    <a:pt x="176" y="402"/>
                  </a:lnTo>
                  <a:lnTo>
                    <a:pt x="170" y="407"/>
                  </a:lnTo>
                  <a:lnTo>
                    <a:pt x="170" y="407"/>
                  </a:lnTo>
                  <a:lnTo>
                    <a:pt x="166" y="413"/>
                  </a:lnTo>
                  <a:lnTo>
                    <a:pt x="161" y="421"/>
                  </a:lnTo>
                  <a:lnTo>
                    <a:pt x="158" y="428"/>
                  </a:lnTo>
                  <a:lnTo>
                    <a:pt x="155" y="436"/>
                  </a:lnTo>
                  <a:lnTo>
                    <a:pt x="154" y="443"/>
                  </a:lnTo>
                  <a:lnTo>
                    <a:pt x="153" y="451"/>
                  </a:lnTo>
                  <a:lnTo>
                    <a:pt x="153" y="459"/>
                  </a:lnTo>
                  <a:lnTo>
                    <a:pt x="153" y="468"/>
                  </a:lnTo>
                  <a:lnTo>
                    <a:pt x="167" y="564"/>
                  </a:lnTo>
                  <a:lnTo>
                    <a:pt x="167" y="564"/>
                  </a:lnTo>
                  <a:lnTo>
                    <a:pt x="168" y="571"/>
                  </a:lnTo>
                  <a:lnTo>
                    <a:pt x="170" y="578"/>
                  </a:lnTo>
                  <a:lnTo>
                    <a:pt x="175" y="591"/>
                  </a:lnTo>
                  <a:lnTo>
                    <a:pt x="183" y="603"/>
                  </a:lnTo>
                  <a:lnTo>
                    <a:pt x="192" y="614"/>
                  </a:lnTo>
                  <a:lnTo>
                    <a:pt x="203" y="623"/>
                  </a:lnTo>
                  <a:lnTo>
                    <a:pt x="215" y="630"/>
                  </a:lnTo>
                  <a:lnTo>
                    <a:pt x="221" y="632"/>
                  </a:lnTo>
                  <a:lnTo>
                    <a:pt x="228" y="634"/>
                  </a:lnTo>
                  <a:lnTo>
                    <a:pt x="234" y="635"/>
                  </a:lnTo>
                  <a:lnTo>
                    <a:pt x="241" y="635"/>
                  </a:lnTo>
                  <a:lnTo>
                    <a:pt x="462" y="637"/>
                  </a:lnTo>
                  <a:lnTo>
                    <a:pt x="462" y="637"/>
                  </a:lnTo>
                  <a:lnTo>
                    <a:pt x="469" y="635"/>
                  </a:lnTo>
                  <a:lnTo>
                    <a:pt x="478" y="634"/>
                  </a:lnTo>
                  <a:lnTo>
                    <a:pt x="485" y="632"/>
                  </a:lnTo>
                  <a:lnTo>
                    <a:pt x="492" y="630"/>
                  </a:lnTo>
                  <a:lnTo>
                    <a:pt x="499" y="627"/>
                  </a:lnTo>
                  <a:lnTo>
                    <a:pt x="506" y="623"/>
                  </a:lnTo>
                  <a:lnTo>
                    <a:pt x="512" y="618"/>
                  </a:lnTo>
                  <a:lnTo>
                    <a:pt x="518" y="613"/>
                  </a:lnTo>
                  <a:lnTo>
                    <a:pt x="523" y="608"/>
                  </a:lnTo>
                  <a:lnTo>
                    <a:pt x="527" y="601"/>
                  </a:lnTo>
                  <a:lnTo>
                    <a:pt x="532" y="595"/>
                  </a:lnTo>
                  <a:lnTo>
                    <a:pt x="535" y="587"/>
                  </a:lnTo>
                  <a:lnTo>
                    <a:pt x="537" y="581"/>
                  </a:lnTo>
                  <a:lnTo>
                    <a:pt x="539" y="572"/>
                  </a:lnTo>
                  <a:lnTo>
                    <a:pt x="540" y="565"/>
                  </a:lnTo>
                  <a:lnTo>
                    <a:pt x="541" y="557"/>
                  </a:lnTo>
                  <a:lnTo>
                    <a:pt x="541" y="462"/>
                  </a:lnTo>
                  <a:lnTo>
                    <a:pt x="541" y="462"/>
                  </a:lnTo>
                  <a:lnTo>
                    <a:pt x="540" y="453"/>
                  </a:lnTo>
                  <a:lnTo>
                    <a:pt x="539" y="446"/>
                  </a:lnTo>
                  <a:lnTo>
                    <a:pt x="537" y="438"/>
                  </a:lnTo>
                  <a:lnTo>
                    <a:pt x="535" y="431"/>
                  </a:lnTo>
                  <a:lnTo>
                    <a:pt x="532" y="423"/>
                  </a:lnTo>
                  <a:lnTo>
                    <a:pt x="527" y="417"/>
                  </a:lnTo>
                  <a:lnTo>
                    <a:pt x="523" y="410"/>
                  </a:lnTo>
                  <a:lnTo>
                    <a:pt x="518" y="405"/>
                  </a:lnTo>
                  <a:lnTo>
                    <a:pt x="512" y="399"/>
                  </a:lnTo>
                  <a:lnTo>
                    <a:pt x="506" y="395"/>
                  </a:lnTo>
                  <a:lnTo>
                    <a:pt x="499" y="391"/>
                  </a:lnTo>
                  <a:lnTo>
                    <a:pt x="492" y="388"/>
                  </a:lnTo>
                  <a:lnTo>
                    <a:pt x="485" y="385"/>
                  </a:lnTo>
                  <a:lnTo>
                    <a:pt x="478" y="383"/>
                  </a:lnTo>
                  <a:lnTo>
                    <a:pt x="469" y="382"/>
                  </a:lnTo>
                  <a:lnTo>
                    <a:pt x="462" y="381"/>
                  </a:lnTo>
                  <a:lnTo>
                    <a:pt x="462" y="381"/>
                  </a:lnTo>
                  <a:close/>
                  <a:moveTo>
                    <a:pt x="477" y="557"/>
                  </a:moveTo>
                  <a:lnTo>
                    <a:pt x="477" y="557"/>
                  </a:lnTo>
                  <a:lnTo>
                    <a:pt x="477" y="560"/>
                  </a:lnTo>
                  <a:lnTo>
                    <a:pt x="476" y="562"/>
                  </a:lnTo>
                  <a:lnTo>
                    <a:pt x="473" y="568"/>
                  </a:lnTo>
                  <a:lnTo>
                    <a:pt x="467" y="571"/>
                  </a:lnTo>
                  <a:lnTo>
                    <a:pt x="465" y="572"/>
                  </a:lnTo>
                  <a:lnTo>
                    <a:pt x="462" y="572"/>
                  </a:lnTo>
                  <a:lnTo>
                    <a:pt x="242" y="572"/>
                  </a:lnTo>
                  <a:lnTo>
                    <a:pt x="242" y="572"/>
                  </a:lnTo>
                  <a:lnTo>
                    <a:pt x="239" y="570"/>
                  </a:lnTo>
                  <a:lnTo>
                    <a:pt x="234" y="566"/>
                  </a:lnTo>
                  <a:lnTo>
                    <a:pt x="231" y="560"/>
                  </a:lnTo>
                  <a:lnTo>
                    <a:pt x="229" y="554"/>
                  </a:lnTo>
                  <a:lnTo>
                    <a:pt x="216" y="459"/>
                  </a:lnTo>
                  <a:lnTo>
                    <a:pt x="216" y="459"/>
                  </a:lnTo>
                  <a:lnTo>
                    <a:pt x="216" y="453"/>
                  </a:lnTo>
                  <a:lnTo>
                    <a:pt x="218" y="449"/>
                  </a:lnTo>
                  <a:lnTo>
                    <a:pt x="218" y="449"/>
                  </a:lnTo>
                  <a:lnTo>
                    <a:pt x="223" y="447"/>
                  </a:lnTo>
                  <a:lnTo>
                    <a:pt x="228" y="446"/>
                  </a:lnTo>
                  <a:lnTo>
                    <a:pt x="462" y="446"/>
                  </a:lnTo>
                  <a:lnTo>
                    <a:pt x="462" y="446"/>
                  </a:lnTo>
                  <a:lnTo>
                    <a:pt x="465" y="446"/>
                  </a:lnTo>
                  <a:lnTo>
                    <a:pt x="467" y="447"/>
                  </a:lnTo>
                  <a:lnTo>
                    <a:pt x="473" y="450"/>
                  </a:lnTo>
                  <a:lnTo>
                    <a:pt x="476" y="455"/>
                  </a:lnTo>
                  <a:lnTo>
                    <a:pt x="477" y="458"/>
                  </a:lnTo>
                  <a:lnTo>
                    <a:pt x="477" y="462"/>
                  </a:lnTo>
                  <a:lnTo>
                    <a:pt x="477" y="557"/>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grpSp>
        <p:nvGrpSpPr>
          <p:cNvPr id="6" name="组合 43"/>
          <p:cNvGrpSpPr/>
          <p:nvPr/>
        </p:nvGrpSpPr>
        <p:grpSpPr>
          <a:xfrm>
            <a:off x="5014288" y="5173552"/>
            <a:ext cx="916944" cy="917068"/>
            <a:chOff x="4753800" y="4905819"/>
            <a:chExt cx="869714" cy="869714"/>
          </a:xfrm>
        </p:grpSpPr>
        <p:sp>
          <p:nvSpPr>
            <p:cNvPr id="10" name="椭圆 9"/>
            <p:cNvSpPr/>
            <p:nvPr/>
          </p:nvSpPr>
          <p:spPr>
            <a:xfrm>
              <a:off x="4753800" y="4905819"/>
              <a:ext cx="869714" cy="8697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Freeform 32"/>
            <p:cNvSpPr>
              <a:spLocks noEditPoints="1"/>
            </p:cNvSpPr>
            <p:nvPr/>
          </p:nvSpPr>
          <p:spPr bwMode="auto">
            <a:xfrm>
              <a:off x="5027526" y="5269330"/>
              <a:ext cx="322263" cy="161925"/>
            </a:xfrm>
            <a:custGeom>
              <a:avLst/>
              <a:gdLst>
                <a:gd name="T0" fmla="*/ 891 w 1019"/>
                <a:gd name="T1" fmla="*/ 95 h 508"/>
                <a:gd name="T2" fmla="*/ 887 w 1019"/>
                <a:gd name="T3" fmla="*/ 67 h 508"/>
                <a:gd name="T4" fmla="*/ 875 w 1019"/>
                <a:gd name="T5" fmla="*/ 41 h 508"/>
                <a:gd name="T6" fmla="*/ 857 w 1019"/>
                <a:gd name="T7" fmla="*/ 22 h 508"/>
                <a:gd name="T8" fmla="*/ 833 w 1019"/>
                <a:gd name="T9" fmla="*/ 7 h 508"/>
                <a:gd name="T10" fmla="*/ 805 w 1019"/>
                <a:gd name="T11" fmla="*/ 1 h 508"/>
                <a:gd name="T12" fmla="*/ 96 w 1019"/>
                <a:gd name="T13" fmla="*/ 0 h 508"/>
                <a:gd name="T14" fmla="*/ 68 w 1019"/>
                <a:gd name="T15" fmla="*/ 4 h 508"/>
                <a:gd name="T16" fmla="*/ 42 w 1019"/>
                <a:gd name="T17" fmla="*/ 16 h 508"/>
                <a:gd name="T18" fmla="*/ 22 w 1019"/>
                <a:gd name="T19" fmla="*/ 35 h 508"/>
                <a:gd name="T20" fmla="*/ 8 w 1019"/>
                <a:gd name="T21" fmla="*/ 59 h 508"/>
                <a:gd name="T22" fmla="*/ 2 w 1019"/>
                <a:gd name="T23" fmla="*/ 85 h 508"/>
                <a:gd name="T24" fmla="*/ 0 w 1019"/>
                <a:gd name="T25" fmla="*/ 414 h 508"/>
                <a:gd name="T26" fmla="*/ 5 w 1019"/>
                <a:gd name="T27" fmla="*/ 442 h 508"/>
                <a:gd name="T28" fmla="*/ 17 w 1019"/>
                <a:gd name="T29" fmla="*/ 466 h 508"/>
                <a:gd name="T30" fmla="*/ 35 w 1019"/>
                <a:gd name="T31" fmla="*/ 487 h 508"/>
                <a:gd name="T32" fmla="*/ 58 w 1019"/>
                <a:gd name="T33" fmla="*/ 501 h 508"/>
                <a:gd name="T34" fmla="*/ 86 w 1019"/>
                <a:gd name="T35" fmla="*/ 508 h 508"/>
                <a:gd name="T36" fmla="*/ 796 w 1019"/>
                <a:gd name="T37" fmla="*/ 508 h 508"/>
                <a:gd name="T38" fmla="*/ 824 w 1019"/>
                <a:gd name="T39" fmla="*/ 504 h 508"/>
                <a:gd name="T40" fmla="*/ 849 w 1019"/>
                <a:gd name="T41" fmla="*/ 492 h 508"/>
                <a:gd name="T42" fmla="*/ 870 w 1019"/>
                <a:gd name="T43" fmla="*/ 474 h 508"/>
                <a:gd name="T44" fmla="*/ 883 w 1019"/>
                <a:gd name="T45" fmla="*/ 450 h 508"/>
                <a:gd name="T46" fmla="*/ 891 w 1019"/>
                <a:gd name="T47" fmla="*/ 423 h 508"/>
                <a:gd name="T48" fmla="*/ 954 w 1019"/>
                <a:gd name="T49" fmla="*/ 414 h 508"/>
                <a:gd name="T50" fmla="*/ 979 w 1019"/>
                <a:gd name="T51" fmla="*/ 408 h 508"/>
                <a:gd name="T52" fmla="*/ 1008 w 1019"/>
                <a:gd name="T53" fmla="*/ 385 h 508"/>
                <a:gd name="T54" fmla="*/ 1018 w 1019"/>
                <a:gd name="T55" fmla="*/ 356 h 508"/>
                <a:gd name="T56" fmla="*/ 1019 w 1019"/>
                <a:gd name="T57" fmla="*/ 158 h 508"/>
                <a:gd name="T58" fmla="*/ 1013 w 1019"/>
                <a:gd name="T59" fmla="*/ 134 h 508"/>
                <a:gd name="T60" fmla="*/ 990 w 1019"/>
                <a:gd name="T61" fmla="*/ 106 h 508"/>
                <a:gd name="T62" fmla="*/ 961 w 1019"/>
                <a:gd name="T63" fmla="*/ 95 h 508"/>
                <a:gd name="T64" fmla="*/ 828 w 1019"/>
                <a:gd name="T65" fmla="*/ 414 h 508"/>
                <a:gd name="T66" fmla="*/ 824 w 1019"/>
                <a:gd name="T67" fmla="*/ 426 h 508"/>
                <a:gd name="T68" fmla="*/ 814 w 1019"/>
                <a:gd name="T69" fmla="*/ 439 h 508"/>
                <a:gd name="T70" fmla="*/ 796 w 1019"/>
                <a:gd name="T71" fmla="*/ 445 h 508"/>
                <a:gd name="T72" fmla="*/ 90 w 1019"/>
                <a:gd name="T73" fmla="*/ 445 h 508"/>
                <a:gd name="T74" fmla="*/ 73 w 1019"/>
                <a:gd name="T75" fmla="*/ 436 h 508"/>
                <a:gd name="T76" fmla="*/ 65 w 1019"/>
                <a:gd name="T77" fmla="*/ 420 h 508"/>
                <a:gd name="T78" fmla="*/ 64 w 1019"/>
                <a:gd name="T79" fmla="*/ 95 h 508"/>
                <a:gd name="T80" fmla="*/ 69 w 1019"/>
                <a:gd name="T81" fmla="*/ 78 h 508"/>
                <a:gd name="T82" fmla="*/ 84 w 1019"/>
                <a:gd name="T83" fmla="*/ 66 h 508"/>
                <a:gd name="T84" fmla="*/ 796 w 1019"/>
                <a:gd name="T85" fmla="*/ 63 h 508"/>
                <a:gd name="T86" fmla="*/ 808 w 1019"/>
                <a:gd name="T87" fmla="*/ 66 h 508"/>
                <a:gd name="T88" fmla="*/ 822 w 1019"/>
                <a:gd name="T89" fmla="*/ 78 h 508"/>
                <a:gd name="T90" fmla="*/ 828 w 1019"/>
                <a:gd name="T91" fmla="*/ 95 h 508"/>
                <a:gd name="T92" fmla="*/ 891 w 1019"/>
                <a:gd name="T93" fmla="*/ 349 h 508"/>
                <a:gd name="T94" fmla="*/ 954 w 1019"/>
                <a:gd name="T95" fmla="*/ 349 h 508"/>
                <a:gd name="T96" fmla="*/ 598 w 1019"/>
                <a:gd name="T97" fmla="*/ 150 h 508"/>
                <a:gd name="T98" fmla="*/ 582 w 1019"/>
                <a:gd name="T99" fmla="*/ 136 h 508"/>
                <a:gd name="T100" fmla="*/ 563 w 1019"/>
                <a:gd name="T101" fmla="*/ 127 h 508"/>
                <a:gd name="T102" fmla="*/ 159 w 1019"/>
                <a:gd name="T103" fmla="*/ 127 h 508"/>
                <a:gd name="T104" fmla="*/ 142 w 1019"/>
                <a:gd name="T105" fmla="*/ 133 h 508"/>
                <a:gd name="T106" fmla="*/ 130 w 1019"/>
                <a:gd name="T107" fmla="*/ 147 h 508"/>
                <a:gd name="T108" fmla="*/ 128 w 1019"/>
                <a:gd name="T109" fmla="*/ 349 h 508"/>
                <a:gd name="T110" fmla="*/ 130 w 1019"/>
                <a:gd name="T111" fmla="*/ 362 h 508"/>
                <a:gd name="T112" fmla="*/ 142 w 1019"/>
                <a:gd name="T113" fmla="*/ 376 h 508"/>
                <a:gd name="T114" fmla="*/ 159 w 1019"/>
                <a:gd name="T115" fmla="*/ 382 h 508"/>
                <a:gd name="T116" fmla="*/ 689 w 1019"/>
                <a:gd name="T117" fmla="*/ 380 h 508"/>
                <a:gd name="T118" fmla="*/ 701 w 1019"/>
                <a:gd name="T119" fmla="*/ 373 h 508"/>
                <a:gd name="T120" fmla="*/ 702 w 1019"/>
                <a:gd name="T121" fmla="*/ 359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9" h="508">
                  <a:moveTo>
                    <a:pt x="954" y="95"/>
                  </a:moveTo>
                  <a:lnTo>
                    <a:pt x="891" y="95"/>
                  </a:lnTo>
                  <a:lnTo>
                    <a:pt x="891" y="95"/>
                  </a:lnTo>
                  <a:lnTo>
                    <a:pt x="891" y="85"/>
                  </a:lnTo>
                  <a:lnTo>
                    <a:pt x="889" y="76"/>
                  </a:lnTo>
                  <a:lnTo>
                    <a:pt x="887" y="67"/>
                  </a:lnTo>
                  <a:lnTo>
                    <a:pt x="883" y="59"/>
                  </a:lnTo>
                  <a:lnTo>
                    <a:pt x="879" y="50"/>
                  </a:lnTo>
                  <a:lnTo>
                    <a:pt x="875" y="41"/>
                  </a:lnTo>
                  <a:lnTo>
                    <a:pt x="870" y="35"/>
                  </a:lnTo>
                  <a:lnTo>
                    <a:pt x="863" y="27"/>
                  </a:lnTo>
                  <a:lnTo>
                    <a:pt x="857" y="22"/>
                  </a:lnTo>
                  <a:lnTo>
                    <a:pt x="849" y="16"/>
                  </a:lnTo>
                  <a:lnTo>
                    <a:pt x="842" y="11"/>
                  </a:lnTo>
                  <a:lnTo>
                    <a:pt x="833" y="7"/>
                  </a:lnTo>
                  <a:lnTo>
                    <a:pt x="824" y="4"/>
                  </a:lnTo>
                  <a:lnTo>
                    <a:pt x="815" y="2"/>
                  </a:lnTo>
                  <a:lnTo>
                    <a:pt x="805" y="1"/>
                  </a:lnTo>
                  <a:lnTo>
                    <a:pt x="796" y="0"/>
                  </a:lnTo>
                  <a:lnTo>
                    <a:pt x="96" y="0"/>
                  </a:lnTo>
                  <a:lnTo>
                    <a:pt x="96" y="0"/>
                  </a:lnTo>
                  <a:lnTo>
                    <a:pt x="86" y="1"/>
                  </a:lnTo>
                  <a:lnTo>
                    <a:pt x="77" y="2"/>
                  </a:lnTo>
                  <a:lnTo>
                    <a:pt x="68" y="4"/>
                  </a:lnTo>
                  <a:lnTo>
                    <a:pt x="58" y="7"/>
                  </a:lnTo>
                  <a:lnTo>
                    <a:pt x="51" y="11"/>
                  </a:lnTo>
                  <a:lnTo>
                    <a:pt x="42" y="16"/>
                  </a:lnTo>
                  <a:lnTo>
                    <a:pt x="35" y="22"/>
                  </a:lnTo>
                  <a:lnTo>
                    <a:pt x="28" y="27"/>
                  </a:lnTo>
                  <a:lnTo>
                    <a:pt x="22" y="35"/>
                  </a:lnTo>
                  <a:lnTo>
                    <a:pt x="17" y="41"/>
                  </a:lnTo>
                  <a:lnTo>
                    <a:pt x="12" y="50"/>
                  </a:lnTo>
                  <a:lnTo>
                    <a:pt x="8" y="59"/>
                  </a:lnTo>
                  <a:lnTo>
                    <a:pt x="5" y="67"/>
                  </a:lnTo>
                  <a:lnTo>
                    <a:pt x="3" y="76"/>
                  </a:lnTo>
                  <a:lnTo>
                    <a:pt x="2" y="85"/>
                  </a:lnTo>
                  <a:lnTo>
                    <a:pt x="0" y="95"/>
                  </a:lnTo>
                  <a:lnTo>
                    <a:pt x="0" y="414"/>
                  </a:lnTo>
                  <a:lnTo>
                    <a:pt x="0" y="414"/>
                  </a:lnTo>
                  <a:lnTo>
                    <a:pt x="2" y="423"/>
                  </a:lnTo>
                  <a:lnTo>
                    <a:pt x="3" y="432"/>
                  </a:lnTo>
                  <a:lnTo>
                    <a:pt x="5" y="442"/>
                  </a:lnTo>
                  <a:lnTo>
                    <a:pt x="8" y="450"/>
                  </a:lnTo>
                  <a:lnTo>
                    <a:pt x="12" y="459"/>
                  </a:lnTo>
                  <a:lnTo>
                    <a:pt x="17" y="466"/>
                  </a:lnTo>
                  <a:lnTo>
                    <a:pt x="22" y="474"/>
                  </a:lnTo>
                  <a:lnTo>
                    <a:pt x="28" y="480"/>
                  </a:lnTo>
                  <a:lnTo>
                    <a:pt x="35" y="487"/>
                  </a:lnTo>
                  <a:lnTo>
                    <a:pt x="42" y="492"/>
                  </a:lnTo>
                  <a:lnTo>
                    <a:pt x="51" y="497"/>
                  </a:lnTo>
                  <a:lnTo>
                    <a:pt x="58" y="501"/>
                  </a:lnTo>
                  <a:lnTo>
                    <a:pt x="68" y="504"/>
                  </a:lnTo>
                  <a:lnTo>
                    <a:pt x="77" y="507"/>
                  </a:lnTo>
                  <a:lnTo>
                    <a:pt x="86" y="508"/>
                  </a:lnTo>
                  <a:lnTo>
                    <a:pt x="96" y="508"/>
                  </a:lnTo>
                  <a:lnTo>
                    <a:pt x="796" y="508"/>
                  </a:lnTo>
                  <a:lnTo>
                    <a:pt x="796" y="508"/>
                  </a:lnTo>
                  <a:lnTo>
                    <a:pt x="805" y="508"/>
                  </a:lnTo>
                  <a:lnTo>
                    <a:pt x="815" y="507"/>
                  </a:lnTo>
                  <a:lnTo>
                    <a:pt x="824" y="504"/>
                  </a:lnTo>
                  <a:lnTo>
                    <a:pt x="833" y="501"/>
                  </a:lnTo>
                  <a:lnTo>
                    <a:pt x="842" y="497"/>
                  </a:lnTo>
                  <a:lnTo>
                    <a:pt x="849" y="492"/>
                  </a:lnTo>
                  <a:lnTo>
                    <a:pt x="857" y="487"/>
                  </a:lnTo>
                  <a:lnTo>
                    <a:pt x="863" y="480"/>
                  </a:lnTo>
                  <a:lnTo>
                    <a:pt x="870" y="474"/>
                  </a:lnTo>
                  <a:lnTo>
                    <a:pt x="875" y="466"/>
                  </a:lnTo>
                  <a:lnTo>
                    <a:pt x="879" y="459"/>
                  </a:lnTo>
                  <a:lnTo>
                    <a:pt x="883" y="450"/>
                  </a:lnTo>
                  <a:lnTo>
                    <a:pt x="887" y="442"/>
                  </a:lnTo>
                  <a:lnTo>
                    <a:pt x="889" y="432"/>
                  </a:lnTo>
                  <a:lnTo>
                    <a:pt x="891" y="423"/>
                  </a:lnTo>
                  <a:lnTo>
                    <a:pt x="891" y="414"/>
                  </a:lnTo>
                  <a:lnTo>
                    <a:pt x="954" y="414"/>
                  </a:lnTo>
                  <a:lnTo>
                    <a:pt x="954" y="414"/>
                  </a:lnTo>
                  <a:lnTo>
                    <a:pt x="961" y="413"/>
                  </a:lnTo>
                  <a:lnTo>
                    <a:pt x="967" y="412"/>
                  </a:lnTo>
                  <a:lnTo>
                    <a:pt x="979" y="408"/>
                  </a:lnTo>
                  <a:lnTo>
                    <a:pt x="990" y="402"/>
                  </a:lnTo>
                  <a:lnTo>
                    <a:pt x="999" y="394"/>
                  </a:lnTo>
                  <a:lnTo>
                    <a:pt x="1008" y="385"/>
                  </a:lnTo>
                  <a:lnTo>
                    <a:pt x="1013" y="374"/>
                  </a:lnTo>
                  <a:lnTo>
                    <a:pt x="1017" y="362"/>
                  </a:lnTo>
                  <a:lnTo>
                    <a:pt x="1018" y="356"/>
                  </a:lnTo>
                  <a:lnTo>
                    <a:pt x="1019" y="349"/>
                  </a:lnTo>
                  <a:lnTo>
                    <a:pt x="1019" y="158"/>
                  </a:lnTo>
                  <a:lnTo>
                    <a:pt x="1019" y="158"/>
                  </a:lnTo>
                  <a:lnTo>
                    <a:pt x="1018" y="152"/>
                  </a:lnTo>
                  <a:lnTo>
                    <a:pt x="1017" y="145"/>
                  </a:lnTo>
                  <a:lnTo>
                    <a:pt x="1013" y="134"/>
                  </a:lnTo>
                  <a:lnTo>
                    <a:pt x="1008" y="123"/>
                  </a:lnTo>
                  <a:lnTo>
                    <a:pt x="999" y="114"/>
                  </a:lnTo>
                  <a:lnTo>
                    <a:pt x="990" y="106"/>
                  </a:lnTo>
                  <a:lnTo>
                    <a:pt x="979" y="100"/>
                  </a:lnTo>
                  <a:lnTo>
                    <a:pt x="967" y="96"/>
                  </a:lnTo>
                  <a:lnTo>
                    <a:pt x="961" y="95"/>
                  </a:lnTo>
                  <a:lnTo>
                    <a:pt x="954" y="95"/>
                  </a:lnTo>
                  <a:lnTo>
                    <a:pt x="954" y="95"/>
                  </a:lnTo>
                  <a:close/>
                  <a:moveTo>
                    <a:pt x="828" y="414"/>
                  </a:moveTo>
                  <a:lnTo>
                    <a:pt x="828" y="414"/>
                  </a:lnTo>
                  <a:lnTo>
                    <a:pt x="827" y="420"/>
                  </a:lnTo>
                  <a:lnTo>
                    <a:pt x="824" y="426"/>
                  </a:lnTo>
                  <a:lnTo>
                    <a:pt x="822" y="431"/>
                  </a:lnTo>
                  <a:lnTo>
                    <a:pt x="818" y="436"/>
                  </a:lnTo>
                  <a:lnTo>
                    <a:pt x="814" y="439"/>
                  </a:lnTo>
                  <a:lnTo>
                    <a:pt x="808" y="443"/>
                  </a:lnTo>
                  <a:lnTo>
                    <a:pt x="802" y="445"/>
                  </a:lnTo>
                  <a:lnTo>
                    <a:pt x="796" y="445"/>
                  </a:lnTo>
                  <a:lnTo>
                    <a:pt x="96" y="445"/>
                  </a:lnTo>
                  <a:lnTo>
                    <a:pt x="96" y="445"/>
                  </a:lnTo>
                  <a:lnTo>
                    <a:pt x="90" y="445"/>
                  </a:lnTo>
                  <a:lnTo>
                    <a:pt x="84" y="443"/>
                  </a:lnTo>
                  <a:lnTo>
                    <a:pt x="78" y="439"/>
                  </a:lnTo>
                  <a:lnTo>
                    <a:pt x="73" y="436"/>
                  </a:lnTo>
                  <a:lnTo>
                    <a:pt x="69" y="431"/>
                  </a:lnTo>
                  <a:lnTo>
                    <a:pt x="67" y="426"/>
                  </a:lnTo>
                  <a:lnTo>
                    <a:pt x="65" y="420"/>
                  </a:lnTo>
                  <a:lnTo>
                    <a:pt x="64" y="414"/>
                  </a:lnTo>
                  <a:lnTo>
                    <a:pt x="64" y="95"/>
                  </a:lnTo>
                  <a:lnTo>
                    <a:pt x="64" y="95"/>
                  </a:lnTo>
                  <a:lnTo>
                    <a:pt x="65" y="89"/>
                  </a:lnTo>
                  <a:lnTo>
                    <a:pt x="67" y="83"/>
                  </a:lnTo>
                  <a:lnTo>
                    <a:pt x="69" y="78"/>
                  </a:lnTo>
                  <a:lnTo>
                    <a:pt x="73" y="73"/>
                  </a:lnTo>
                  <a:lnTo>
                    <a:pt x="78" y="69"/>
                  </a:lnTo>
                  <a:lnTo>
                    <a:pt x="84" y="66"/>
                  </a:lnTo>
                  <a:lnTo>
                    <a:pt x="90" y="64"/>
                  </a:lnTo>
                  <a:lnTo>
                    <a:pt x="96" y="63"/>
                  </a:lnTo>
                  <a:lnTo>
                    <a:pt x="796" y="63"/>
                  </a:lnTo>
                  <a:lnTo>
                    <a:pt x="796" y="63"/>
                  </a:lnTo>
                  <a:lnTo>
                    <a:pt x="802" y="64"/>
                  </a:lnTo>
                  <a:lnTo>
                    <a:pt x="808" y="66"/>
                  </a:lnTo>
                  <a:lnTo>
                    <a:pt x="814" y="69"/>
                  </a:lnTo>
                  <a:lnTo>
                    <a:pt x="818" y="73"/>
                  </a:lnTo>
                  <a:lnTo>
                    <a:pt x="822" y="78"/>
                  </a:lnTo>
                  <a:lnTo>
                    <a:pt x="824" y="83"/>
                  </a:lnTo>
                  <a:lnTo>
                    <a:pt x="827" y="89"/>
                  </a:lnTo>
                  <a:lnTo>
                    <a:pt x="828" y="95"/>
                  </a:lnTo>
                  <a:lnTo>
                    <a:pt x="828" y="414"/>
                  </a:lnTo>
                  <a:close/>
                  <a:moveTo>
                    <a:pt x="954" y="349"/>
                  </a:moveTo>
                  <a:lnTo>
                    <a:pt x="891" y="349"/>
                  </a:lnTo>
                  <a:lnTo>
                    <a:pt x="891" y="158"/>
                  </a:lnTo>
                  <a:lnTo>
                    <a:pt x="954" y="158"/>
                  </a:lnTo>
                  <a:lnTo>
                    <a:pt x="954" y="349"/>
                  </a:lnTo>
                  <a:close/>
                  <a:moveTo>
                    <a:pt x="601" y="155"/>
                  </a:moveTo>
                  <a:lnTo>
                    <a:pt x="601" y="155"/>
                  </a:lnTo>
                  <a:lnTo>
                    <a:pt x="598" y="150"/>
                  </a:lnTo>
                  <a:lnTo>
                    <a:pt x="594" y="144"/>
                  </a:lnTo>
                  <a:lnTo>
                    <a:pt x="588" y="139"/>
                  </a:lnTo>
                  <a:lnTo>
                    <a:pt x="582" y="136"/>
                  </a:lnTo>
                  <a:lnTo>
                    <a:pt x="576" y="132"/>
                  </a:lnTo>
                  <a:lnTo>
                    <a:pt x="569" y="129"/>
                  </a:lnTo>
                  <a:lnTo>
                    <a:pt x="563" y="127"/>
                  </a:lnTo>
                  <a:lnTo>
                    <a:pt x="555" y="127"/>
                  </a:lnTo>
                  <a:lnTo>
                    <a:pt x="159" y="127"/>
                  </a:lnTo>
                  <a:lnTo>
                    <a:pt x="159" y="127"/>
                  </a:lnTo>
                  <a:lnTo>
                    <a:pt x="153" y="127"/>
                  </a:lnTo>
                  <a:lnTo>
                    <a:pt x="147" y="129"/>
                  </a:lnTo>
                  <a:lnTo>
                    <a:pt x="142" y="133"/>
                  </a:lnTo>
                  <a:lnTo>
                    <a:pt x="137" y="136"/>
                  </a:lnTo>
                  <a:lnTo>
                    <a:pt x="133" y="141"/>
                  </a:lnTo>
                  <a:lnTo>
                    <a:pt x="130" y="147"/>
                  </a:lnTo>
                  <a:lnTo>
                    <a:pt x="128" y="152"/>
                  </a:lnTo>
                  <a:lnTo>
                    <a:pt x="128" y="158"/>
                  </a:lnTo>
                  <a:lnTo>
                    <a:pt x="128" y="349"/>
                  </a:lnTo>
                  <a:lnTo>
                    <a:pt x="128" y="349"/>
                  </a:lnTo>
                  <a:lnTo>
                    <a:pt x="128" y="356"/>
                  </a:lnTo>
                  <a:lnTo>
                    <a:pt x="130" y="362"/>
                  </a:lnTo>
                  <a:lnTo>
                    <a:pt x="133" y="368"/>
                  </a:lnTo>
                  <a:lnTo>
                    <a:pt x="137" y="372"/>
                  </a:lnTo>
                  <a:lnTo>
                    <a:pt x="142" y="376"/>
                  </a:lnTo>
                  <a:lnTo>
                    <a:pt x="147" y="379"/>
                  </a:lnTo>
                  <a:lnTo>
                    <a:pt x="153" y="380"/>
                  </a:lnTo>
                  <a:lnTo>
                    <a:pt x="159" y="382"/>
                  </a:lnTo>
                  <a:lnTo>
                    <a:pt x="683" y="382"/>
                  </a:lnTo>
                  <a:lnTo>
                    <a:pt x="683" y="382"/>
                  </a:lnTo>
                  <a:lnTo>
                    <a:pt x="689" y="380"/>
                  </a:lnTo>
                  <a:lnTo>
                    <a:pt x="694" y="379"/>
                  </a:lnTo>
                  <a:lnTo>
                    <a:pt x="698" y="376"/>
                  </a:lnTo>
                  <a:lnTo>
                    <a:pt x="701" y="373"/>
                  </a:lnTo>
                  <a:lnTo>
                    <a:pt x="703" y="369"/>
                  </a:lnTo>
                  <a:lnTo>
                    <a:pt x="703" y="364"/>
                  </a:lnTo>
                  <a:lnTo>
                    <a:pt x="702" y="359"/>
                  </a:lnTo>
                  <a:lnTo>
                    <a:pt x="700" y="353"/>
                  </a:lnTo>
                  <a:lnTo>
                    <a:pt x="601" y="155"/>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grpSp>
        <p:nvGrpSpPr>
          <p:cNvPr id="7" name="组合 42"/>
          <p:cNvGrpSpPr/>
          <p:nvPr/>
        </p:nvGrpSpPr>
        <p:grpSpPr>
          <a:xfrm>
            <a:off x="4057671" y="3516422"/>
            <a:ext cx="916944" cy="917068"/>
            <a:chOff x="3846456" y="3334254"/>
            <a:chExt cx="869714" cy="869714"/>
          </a:xfrm>
        </p:grpSpPr>
        <p:sp>
          <p:nvSpPr>
            <p:cNvPr id="14" name="椭圆 13"/>
            <p:cNvSpPr/>
            <p:nvPr/>
          </p:nvSpPr>
          <p:spPr>
            <a:xfrm>
              <a:off x="3846456" y="3334254"/>
              <a:ext cx="869714" cy="86971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Freeform 99"/>
            <p:cNvSpPr>
              <a:spLocks noEditPoints="1"/>
            </p:cNvSpPr>
            <p:nvPr/>
          </p:nvSpPr>
          <p:spPr bwMode="auto">
            <a:xfrm>
              <a:off x="4120181" y="3598744"/>
              <a:ext cx="322263" cy="323850"/>
            </a:xfrm>
            <a:custGeom>
              <a:avLst/>
              <a:gdLst>
                <a:gd name="T0" fmla="*/ 543 w 1018"/>
                <a:gd name="T1" fmla="*/ 682 h 1018"/>
                <a:gd name="T2" fmla="*/ 671 w 1018"/>
                <a:gd name="T3" fmla="*/ 548 h 1018"/>
                <a:gd name="T4" fmla="*/ 689 w 1018"/>
                <a:gd name="T5" fmla="*/ 324 h 1018"/>
                <a:gd name="T6" fmla="*/ 565 w 1018"/>
                <a:gd name="T7" fmla="*/ 148 h 1018"/>
                <a:gd name="T8" fmla="*/ 462 w 1018"/>
                <a:gd name="T9" fmla="*/ 120 h 1018"/>
                <a:gd name="T10" fmla="*/ 368 w 1018"/>
                <a:gd name="T11" fmla="*/ 142 h 1018"/>
                <a:gd name="T12" fmla="*/ 290 w 1018"/>
                <a:gd name="T13" fmla="*/ 207 h 1018"/>
                <a:gd name="T14" fmla="*/ 223 w 1018"/>
                <a:gd name="T15" fmla="*/ 409 h 1018"/>
                <a:gd name="T16" fmla="*/ 309 w 1018"/>
                <a:gd name="T17" fmla="*/ 634 h 1018"/>
                <a:gd name="T18" fmla="*/ 425 w 1018"/>
                <a:gd name="T19" fmla="*/ 696 h 1018"/>
                <a:gd name="T20" fmla="*/ 513 w 1018"/>
                <a:gd name="T21" fmla="*/ 193 h 1018"/>
                <a:gd name="T22" fmla="*/ 623 w 1018"/>
                <a:gd name="T23" fmla="*/ 321 h 1018"/>
                <a:gd name="T24" fmla="*/ 623 w 1018"/>
                <a:gd name="T25" fmla="*/ 497 h 1018"/>
                <a:gd name="T26" fmla="*/ 513 w 1018"/>
                <a:gd name="T27" fmla="*/ 626 h 1018"/>
                <a:gd name="T28" fmla="*/ 378 w 1018"/>
                <a:gd name="T29" fmla="*/ 609 h 1018"/>
                <a:gd name="T30" fmla="*/ 290 w 1018"/>
                <a:gd name="T31" fmla="*/ 456 h 1018"/>
                <a:gd name="T32" fmla="*/ 316 w 1018"/>
                <a:gd name="T33" fmla="*/ 283 h 1018"/>
                <a:gd name="T34" fmla="*/ 444 w 1018"/>
                <a:gd name="T35" fmla="*/ 184 h 1018"/>
                <a:gd name="T36" fmla="*/ 636 w 1018"/>
                <a:gd name="T37" fmla="*/ 682 h 1018"/>
                <a:gd name="T38" fmla="*/ 644 w 1018"/>
                <a:gd name="T39" fmla="*/ 726 h 1018"/>
                <a:gd name="T40" fmla="*/ 756 w 1018"/>
                <a:gd name="T41" fmla="*/ 755 h 1018"/>
                <a:gd name="T42" fmla="*/ 854 w 1018"/>
                <a:gd name="T43" fmla="*/ 889 h 1018"/>
                <a:gd name="T44" fmla="*/ 844 w 1018"/>
                <a:gd name="T45" fmla="*/ 952 h 1018"/>
                <a:gd name="T46" fmla="*/ 68 w 1018"/>
                <a:gd name="T47" fmla="*/ 943 h 1018"/>
                <a:gd name="T48" fmla="*/ 87 w 1018"/>
                <a:gd name="T49" fmla="*/ 834 h 1018"/>
                <a:gd name="T50" fmla="*/ 221 w 1018"/>
                <a:gd name="T51" fmla="*/ 736 h 1018"/>
                <a:gd name="T52" fmla="*/ 290 w 1018"/>
                <a:gd name="T53" fmla="*/ 712 h 1018"/>
                <a:gd name="T54" fmla="*/ 273 w 1018"/>
                <a:gd name="T55" fmla="*/ 670 h 1018"/>
                <a:gd name="T56" fmla="*/ 184 w 1018"/>
                <a:gd name="T57" fmla="*/ 680 h 1018"/>
                <a:gd name="T58" fmla="*/ 21 w 1018"/>
                <a:gd name="T59" fmla="*/ 827 h 1018"/>
                <a:gd name="T60" fmla="*/ 0 w 1018"/>
                <a:gd name="T61" fmla="*/ 937 h 1018"/>
                <a:gd name="T62" fmla="*/ 39 w 1018"/>
                <a:gd name="T63" fmla="*/ 1003 h 1018"/>
                <a:gd name="T64" fmla="*/ 843 w 1018"/>
                <a:gd name="T65" fmla="*/ 1018 h 1018"/>
                <a:gd name="T66" fmla="*/ 907 w 1018"/>
                <a:gd name="T67" fmla="*/ 978 h 1018"/>
                <a:gd name="T68" fmla="*/ 921 w 1018"/>
                <a:gd name="T69" fmla="*/ 902 h 1018"/>
                <a:gd name="T70" fmla="*/ 846 w 1018"/>
                <a:gd name="T71" fmla="*/ 744 h 1018"/>
                <a:gd name="T72" fmla="*/ 688 w 1018"/>
                <a:gd name="T73" fmla="*/ 669 h 1018"/>
                <a:gd name="T74" fmla="*/ 557 w 1018"/>
                <a:gd name="T75" fmla="*/ 64 h 1018"/>
                <a:gd name="T76" fmla="*/ 681 w 1018"/>
                <a:gd name="T77" fmla="*/ 130 h 1018"/>
                <a:gd name="T78" fmla="*/ 732 w 1018"/>
                <a:gd name="T79" fmla="*/ 290 h 1018"/>
                <a:gd name="T80" fmla="*/ 728 w 1018"/>
                <a:gd name="T81" fmla="*/ 379 h 1018"/>
                <a:gd name="T82" fmla="*/ 765 w 1018"/>
                <a:gd name="T83" fmla="*/ 393 h 1018"/>
                <a:gd name="T84" fmla="*/ 793 w 1018"/>
                <a:gd name="T85" fmla="*/ 331 h 1018"/>
                <a:gd name="T86" fmla="*/ 755 w 1018"/>
                <a:gd name="T87" fmla="*/ 128 h 1018"/>
                <a:gd name="T88" fmla="*/ 628 w 1018"/>
                <a:gd name="T89" fmla="*/ 14 h 1018"/>
                <a:gd name="T90" fmla="*/ 529 w 1018"/>
                <a:gd name="T91" fmla="*/ 2 h 1018"/>
                <a:gd name="T92" fmla="*/ 442 w 1018"/>
                <a:gd name="T93" fmla="*/ 37 h 1018"/>
                <a:gd name="T94" fmla="*/ 450 w 1018"/>
                <a:gd name="T95" fmla="*/ 82 h 1018"/>
                <a:gd name="T96" fmla="*/ 763 w 1018"/>
                <a:gd name="T97" fmla="*/ 540 h 1018"/>
                <a:gd name="T98" fmla="*/ 732 w 1018"/>
                <a:gd name="T99" fmla="*/ 573 h 1018"/>
                <a:gd name="T100" fmla="*/ 763 w 1018"/>
                <a:gd name="T101" fmla="*/ 605 h 1018"/>
                <a:gd name="T102" fmla="*/ 911 w 1018"/>
                <a:gd name="T103" fmla="*/ 678 h 1018"/>
                <a:gd name="T104" fmla="*/ 954 w 1018"/>
                <a:gd name="T105" fmla="*/ 809 h 1018"/>
                <a:gd name="T106" fmla="*/ 963 w 1018"/>
                <a:gd name="T107" fmla="*/ 853 h 1018"/>
                <a:gd name="T108" fmla="*/ 1003 w 1018"/>
                <a:gd name="T109" fmla="*/ 851 h 1018"/>
                <a:gd name="T110" fmla="*/ 1018 w 1018"/>
                <a:gd name="T111" fmla="*/ 803 h 1018"/>
                <a:gd name="T112" fmla="*/ 945 w 1018"/>
                <a:gd name="T113" fmla="*/ 619 h 1018"/>
                <a:gd name="T114" fmla="*/ 803 w 1018"/>
                <a:gd name="T115" fmla="*/ 544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8" h="1018">
                  <a:moveTo>
                    <a:pt x="462" y="700"/>
                  </a:moveTo>
                  <a:lnTo>
                    <a:pt x="462" y="700"/>
                  </a:lnTo>
                  <a:lnTo>
                    <a:pt x="474" y="699"/>
                  </a:lnTo>
                  <a:lnTo>
                    <a:pt x="485" y="698"/>
                  </a:lnTo>
                  <a:lnTo>
                    <a:pt x="497" y="696"/>
                  </a:lnTo>
                  <a:lnTo>
                    <a:pt x="509" y="694"/>
                  </a:lnTo>
                  <a:lnTo>
                    <a:pt x="521" y="691"/>
                  </a:lnTo>
                  <a:lnTo>
                    <a:pt x="533" y="686"/>
                  </a:lnTo>
                  <a:lnTo>
                    <a:pt x="543" y="682"/>
                  </a:lnTo>
                  <a:lnTo>
                    <a:pt x="554" y="677"/>
                  </a:lnTo>
                  <a:lnTo>
                    <a:pt x="565" y="671"/>
                  </a:lnTo>
                  <a:lnTo>
                    <a:pt x="576" y="665"/>
                  </a:lnTo>
                  <a:lnTo>
                    <a:pt x="595" y="650"/>
                  </a:lnTo>
                  <a:lnTo>
                    <a:pt x="613" y="634"/>
                  </a:lnTo>
                  <a:lnTo>
                    <a:pt x="630" y="614"/>
                  </a:lnTo>
                  <a:lnTo>
                    <a:pt x="645" y="594"/>
                  </a:lnTo>
                  <a:lnTo>
                    <a:pt x="659" y="571"/>
                  </a:lnTo>
                  <a:lnTo>
                    <a:pt x="671" y="548"/>
                  </a:lnTo>
                  <a:lnTo>
                    <a:pt x="681" y="522"/>
                  </a:lnTo>
                  <a:lnTo>
                    <a:pt x="689" y="495"/>
                  </a:lnTo>
                  <a:lnTo>
                    <a:pt x="695" y="467"/>
                  </a:lnTo>
                  <a:lnTo>
                    <a:pt x="699" y="439"/>
                  </a:lnTo>
                  <a:lnTo>
                    <a:pt x="700" y="409"/>
                  </a:lnTo>
                  <a:lnTo>
                    <a:pt x="700" y="409"/>
                  </a:lnTo>
                  <a:lnTo>
                    <a:pt x="699" y="379"/>
                  </a:lnTo>
                  <a:lnTo>
                    <a:pt x="695" y="352"/>
                  </a:lnTo>
                  <a:lnTo>
                    <a:pt x="689" y="324"/>
                  </a:lnTo>
                  <a:lnTo>
                    <a:pt x="681" y="297"/>
                  </a:lnTo>
                  <a:lnTo>
                    <a:pt x="671" y="271"/>
                  </a:lnTo>
                  <a:lnTo>
                    <a:pt x="659" y="247"/>
                  </a:lnTo>
                  <a:lnTo>
                    <a:pt x="645" y="225"/>
                  </a:lnTo>
                  <a:lnTo>
                    <a:pt x="630" y="205"/>
                  </a:lnTo>
                  <a:lnTo>
                    <a:pt x="613" y="185"/>
                  </a:lnTo>
                  <a:lnTo>
                    <a:pt x="595" y="169"/>
                  </a:lnTo>
                  <a:lnTo>
                    <a:pt x="576" y="154"/>
                  </a:lnTo>
                  <a:lnTo>
                    <a:pt x="565" y="148"/>
                  </a:lnTo>
                  <a:lnTo>
                    <a:pt x="554" y="142"/>
                  </a:lnTo>
                  <a:lnTo>
                    <a:pt x="543" y="137"/>
                  </a:lnTo>
                  <a:lnTo>
                    <a:pt x="533" y="133"/>
                  </a:lnTo>
                  <a:lnTo>
                    <a:pt x="521" y="128"/>
                  </a:lnTo>
                  <a:lnTo>
                    <a:pt x="509" y="125"/>
                  </a:lnTo>
                  <a:lnTo>
                    <a:pt x="497" y="123"/>
                  </a:lnTo>
                  <a:lnTo>
                    <a:pt x="485" y="121"/>
                  </a:lnTo>
                  <a:lnTo>
                    <a:pt x="474" y="120"/>
                  </a:lnTo>
                  <a:lnTo>
                    <a:pt x="462" y="120"/>
                  </a:lnTo>
                  <a:lnTo>
                    <a:pt x="462" y="120"/>
                  </a:lnTo>
                  <a:lnTo>
                    <a:pt x="449" y="120"/>
                  </a:lnTo>
                  <a:lnTo>
                    <a:pt x="437" y="121"/>
                  </a:lnTo>
                  <a:lnTo>
                    <a:pt x="425" y="123"/>
                  </a:lnTo>
                  <a:lnTo>
                    <a:pt x="414" y="125"/>
                  </a:lnTo>
                  <a:lnTo>
                    <a:pt x="402" y="128"/>
                  </a:lnTo>
                  <a:lnTo>
                    <a:pt x="391" y="132"/>
                  </a:lnTo>
                  <a:lnTo>
                    <a:pt x="379" y="137"/>
                  </a:lnTo>
                  <a:lnTo>
                    <a:pt x="368" y="142"/>
                  </a:lnTo>
                  <a:lnTo>
                    <a:pt x="358" y="148"/>
                  </a:lnTo>
                  <a:lnTo>
                    <a:pt x="347" y="154"/>
                  </a:lnTo>
                  <a:lnTo>
                    <a:pt x="337" y="162"/>
                  </a:lnTo>
                  <a:lnTo>
                    <a:pt x="327" y="169"/>
                  </a:lnTo>
                  <a:lnTo>
                    <a:pt x="317" y="178"/>
                  </a:lnTo>
                  <a:lnTo>
                    <a:pt x="308" y="187"/>
                  </a:lnTo>
                  <a:lnTo>
                    <a:pt x="299" y="197"/>
                  </a:lnTo>
                  <a:lnTo>
                    <a:pt x="290" y="207"/>
                  </a:lnTo>
                  <a:lnTo>
                    <a:pt x="290" y="207"/>
                  </a:lnTo>
                  <a:lnTo>
                    <a:pt x="275" y="228"/>
                  </a:lnTo>
                  <a:lnTo>
                    <a:pt x="261" y="251"/>
                  </a:lnTo>
                  <a:lnTo>
                    <a:pt x="249" y="274"/>
                  </a:lnTo>
                  <a:lnTo>
                    <a:pt x="241" y="300"/>
                  </a:lnTo>
                  <a:lnTo>
                    <a:pt x="233" y="326"/>
                  </a:lnTo>
                  <a:lnTo>
                    <a:pt x="227" y="354"/>
                  </a:lnTo>
                  <a:lnTo>
                    <a:pt x="224" y="382"/>
                  </a:lnTo>
                  <a:lnTo>
                    <a:pt x="223" y="409"/>
                  </a:lnTo>
                  <a:lnTo>
                    <a:pt x="223" y="409"/>
                  </a:lnTo>
                  <a:lnTo>
                    <a:pt x="224" y="439"/>
                  </a:lnTo>
                  <a:lnTo>
                    <a:pt x="228" y="467"/>
                  </a:lnTo>
                  <a:lnTo>
                    <a:pt x="233" y="495"/>
                  </a:lnTo>
                  <a:lnTo>
                    <a:pt x="242" y="522"/>
                  </a:lnTo>
                  <a:lnTo>
                    <a:pt x="251" y="548"/>
                  </a:lnTo>
                  <a:lnTo>
                    <a:pt x="263" y="571"/>
                  </a:lnTo>
                  <a:lnTo>
                    <a:pt x="277" y="594"/>
                  </a:lnTo>
                  <a:lnTo>
                    <a:pt x="293" y="614"/>
                  </a:lnTo>
                  <a:lnTo>
                    <a:pt x="309" y="634"/>
                  </a:lnTo>
                  <a:lnTo>
                    <a:pt x="328" y="650"/>
                  </a:lnTo>
                  <a:lnTo>
                    <a:pt x="348" y="665"/>
                  </a:lnTo>
                  <a:lnTo>
                    <a:pt x="358" y="671"/>
                  </a:lnTo>
                  <a:lnTo>
                    <a:pt x="368" y="677"/>
                  </a:lnTo>
                  <a:lnTo>
                    <a:pt x="379" y="682"/>
                  </a:lnTo>
                  <a:lnTo>
                    <a:pt x="391" y="686"/>
                  </a:lnTo>
                  <a:lnTo>
                    <a:pt x="402" y="691"/>
                  </a:lnTo>
                  <a:lnTo>
                    <a:pt x="414" y="694"/>
                  </a:lnTo>
                  <a:lnTo>
                    <a:pt x="425" y="696"/>
                  </a:lnTo>
                  <a:lnTo>
                    <a:pt x="437" y="698"/>
                  </a:lnTo>
                  <a:lnTo>
                    <a:pt x="449" y="699"/>
                  </a:lnTo>
                  <a:lnTo>
                    <a:pt x="462" y="700"/>
                  </a:lnTo>
                  <a:lnTo>
                    <a:pt x="462" y="700"/>
                  </a:lnTo>
                  <a:close/>
                  <a:moveTo>
                    <a:pt x="462" y="183"/>
                  </a:moveTo>
                  <a:lnTo>
                    <a:pt x="462" y="183"/>
                  </a:lnTo>
                  <a:lnTo>
                    <a:pt x="479" y="184"/>
                  </a:lnTo>
                  <a:lnTo>
                    <a:pt x="496" y="187"/>
                  </a:lnTo>
                  <a:lnTo>
                    <a:pt x="513" y="193"/>
                  </a:lnTo>
                  <a:lnTo>
                    <a:pt x="529" y="200"/>
                  </a:lnTo>
                  <a:lnTo>
                    <a:pt x="544" y="210"/>
                  </a:lnTo>
                  <a:lnTo>
                    <a:pt x="559" y="222"/>
                  </a:lnTo>
                  <a:lnTo>
                    <a:pt x="572" y="235"/>
                  </a:lnTo>
                  <a:lnTo>
                    <a:pt x="585" y="250"/>
                  </a:lnTo>
                  <a:lnTo>
                    <a:pt x="596" y="266"/>
                  </a:lnTo>
                  <a:lnTo>
                    <a:pt x="607" y="283"/>
                  </a:lnTo>
                  <a:lnTo>
                    <a:pt x="615" y="301"/>
                  </a:lnTo>
                  <a:lnTo>
                    <a:pt x="623" y="321"/>
                  </a:lnTo>
                  <a:lnTo>
                    <a:pt x="628" y="342"/>
                  </a:lnTo>
                  <a:lnTo>
                    <a:pt x="632" y="363"/>
                  </a:lnTo>
                  <a:lnTo>
                    <a:pt x="636" y="386"/>
                  </a:lnTo>
                  <a:lnTo>
                    <a:pt x="637" y="409"/>
                  </a:lnTo>
                  <a:lnTo>
                    <a:pt x="637" y="409"/>
                  </a:lnTo>
                  <a:lnTo>
                    <a:pt x="636" y="433"/>
                  </a:lnTo>
                  <a:lnTo>
                    <a:pt x="632" y="456"/>
                  </a:lnTo>
                  <a:lnTo>
                    <a:pt x="628" y="477"/>
                  </a:lnTo>
                  <a:lnTo>
                    <a:pt x="623" y="497"/>
                  </a:lnTo>
                  <a:lnTo>
                    <a:pt x="615" y="518"/>
                  </a:lnTo>
                  <a:lnTo>
                    <a:pt x="607" y="536"/>
                  </a:lnTo>
                  <a:lnTo>
                    <a:pt x="596" y="553"/>
                  </a:lnTo>
                  <a:lnTo>
                    <a:pt x="585" y="569"/>
                  </a:lnTo>
                  <a:lnTo>
                    <a:pt x="572" y="584"/>
                  </a:lnTo>
                  <a:lnTo>
                    <a:pt x="559" y="597"/>
                  </a:lnTo>
                  <a:lnTo>
                    <a:pt x="544" y="609"/>
                  </a:lnTo>
                  <a:lnTo>
                    <a:pt x="529" y="619"/>
                  </a:lnTo>
                  <a:lnTo>
                    <a:pt x="513" y="626"/>
                  </a:lnTo>
                  <a:lnTo>
                    <a:pt x="496" y="632"/>
                  </a:lnTo>
                  <a:lnTo>
                    <a:pt x="479" y="635"/>
                  </a:lnTo>
                  <a:lnTo>
                    <a:pt x="462" y="636"/>
                  </a:lnTo>
                  <a:lnTo>
                    <a:pt x="462" y="636"/>
                  </a:lnTo>
                  <a:lnTo>
                    <a:pt x="444" y="635"/>
                  </a:lnTo>
                  <a:lnTo>
                    <a:pt x="426" y="632"/>
                  </a:lnTo>
                  <a:lnTo>
                    <a:pt x="409" y="626"/>
                  </a:lnTo>
                  <a:lnTo>
                    <a:pt x="393" y="619"/>
                  </a:lnTo>
                  <a:lnTo>
                    <a:pt x="378" y="609"/>
                  </a:lnTo>
                  <a:lnTo>
                    <a:pt x="364" y="597"/>
                  </a:lnTo>
                  <a:lnTo>
                    <a:pt x="350" y="584"/>
                  </a:lnTo>
                  <a:lnTo>
                    <a:pt x="337" y="569"/>
                  </a:lnTo>
                  <a:lnTo>
                    <a:pt x="327" y="553"/>
                  </a:lnTo>
                  <a:lnTo>
                    <a:pt x="316" y="536"/>
                  </a:lnTo>
                  <a:lnTo>
                    <a:pt x="307" y="518"/>
                  </a:lnTo>
                  <a:lnTo>
                    <a:pt x="300" y="497"/>
                  </a:lnTo>
                  <a:lnTo>
                    <a:pt x="294" y="477"/>
                  </a:lnTo>
                  <a:lnTo>
                    <a:pt x="290" y="456"/>
                  </a:lnTo>
                  <a:lnTo>
                    <a:pt x="287" y="433"/>
                  </a:lnTo>
                  <a:lnTo>
                    <a:pt x="287" y="409"/>
                  </a:lnTo>
                  <a:lnTo>
                    <a:pt x="287" y="409"/>
                  </a:lnTo>
                  <a:lnTo>
                    <a:pt x="287" y="386"/>
                  </a:lnTo>
                  <a:lnTo>
                    <a:pt x="290" y="363"/>
                  </a:lnTo>
                  <a:lnTo>
                    <a:pt x="294" y="342"/>
                  </a:lnTo>
                  <a:lnTo>
                    <a:pt x="300" y="321"/>
                  </a:lnTo>
                  <a:lnTo>
                    <a:pt x="307" y="301"/>
                  </a:lnTo>
                  <a:lnTo>
                    <a:pt x="316" y="283"/>
                  </a:lnTo>
                  <a:lnTo>
                    <a:pt x="327" y="266"/>
                  </a:lnTo>
                  <a:lnTo>
                    <a:pt x="337" y="250"/>
                  </a:lnTo>
                  <a:lnTo>
                    <a:pt x="350" y="235"/>
                  </a:lnTo>
                  <a:lnTo>
                    <a:pt x="364" y="222"/>
                  </a:lnTo>
                  <a:lnTo>
                    <a:pt x="378" y="210"/>
                  </a:lnTo>
                  <a:lnTo>
                    <a:pt x="393" y="200"/>
                  </a:lnTo>
                  <a:lnTo>
                    <a:pt x="409" y="193"/>
                  </a:lnTo>
                  <a:lnTo>
                    <a:pt x="426" y="187"/>
                  </a:lnTo>
                  <a:lnTo>
                    <a:pt x="444" y="184"/>
                  </a:lnTo>
                  <a:lnTo>
                    <a:pt x="462" y="183"/>
                  </a:lnTo>
                  <a:lnTo>
                    <a:pt x="462" y="183"/>
                  </a:lnTo>
                  <a:close/>
                  <a:moveTo>
                    <a:pt x="661" y="668"/>
                  </a:moveTo>
                  <a:lnTo>
                    <a:pt x="661" y="668"/>
                  </a:lnTo>
                  <a:lnTo>
                    <a:pt x="655" y="668"/>
                  </a:lnTo>
                  <a:lnTo>
                    <a:pt x="650" y="670"/>
                  </a:lnTo>
                  <a:lnTo>
                    <a:pt x="644" y="673"/>
                  </a:lnTo>
                  <a:lnTo>
                    <a:pt x="639" y="678"/>
                  </a:lnTo>
                  <a:lnTo>
                    <a:pt x="636" y="682"/>
                  </a:lnTo>
                  <a:lnTo>
                    <a:pt x="632" y="687"/>
                  </a:lnTo>
                  <a:lnTo>
                    <a:pt x="630" y="694"/>
                  </a:lnTo>
                  <a:lnTo>
                    <a:pt x="630" y="700"/>
                  </a:lnTo>
                  <a:lnTo>
                    <a:pt x="630" y="700"/>
                  </a:lnTo>
                  <a:lnTo>
                    <a:pt x="630" y="706"/>
                  </a:lnTo>
                  <a:lnTo>
                    <a:pt x="632" y="712"/>
                  </a:lnTo>
                  <a:lnTo>
                    <a:pt x="636" y="717"/>
                  </a:lnTo>
                  <a:lnTo>
                    <a:pt x="639" y="722"/>
                  </a:lnTo>
                  <a:lnTo>
                    <a:pt x="644" y="726"/>
                  </a:lnTo>
                  <a:lnTo>
                    <a:pt x="650" y="729"/>
                  </a:lnTo>
                  <a:lnTo>
                    <a:pt x="655" y="731"/>
                  </a:lnTo>
                  <a:lnTo>
                    <a:pt x="661" y="731"/>
                  </a:lnTo>
                  <a:lnTo>
                    <a:pt x="661" y="731"/>
                  </a:lnTo>
                  <a:lnTo>
                    <a:pt x="682" y="732"/>
                  </a:lnTo>
                  <a:lnTo>
                    <a:pt x="701" y="736"/>
                  </a:lnTo>
                  <a:lnTo>
                    <a:pt x="720" y="740"/>
                  </a:lnTo>
                  <a:lnTo>
                    <a:pt x="739" y="747"/>
                  </a:lnTo>
                  <a:lnTo>
                    <a:pt x="756" y="755"/>
                  </a:lnTo>
                  <a:lnTo>
                    <a:pt x="772" y="766"/>
                  </a:lnTo>
                  <a:lnTo>
                    <a:pt x="787" y="776"/>
                  </a:lnTo>
                  <a:lnTo>
                    <a:pt x="801" y="789"/>
                  </a:lnTo>
                  <a:lnTo>
                    <a:pt x="814" y="803"/>
                  </a:lnTo>
                  <a:lnTo>
                    <a:pt x="826" y="818"/>
                  </a:lnTo>
                  <a:lnTo>
                    <a:pt x="835" y="834"/>
                  </a:lnTo>
                  <a:lnTo>
                    <a:pt x="844" y="851"/>
                  </a:lnTo>
                  <a:lnTo>
                    <a:pt x="850" y="870"/>
                  </a:lnTo>
                  <a:lnTo>
                    <a:pt x="854" y="889"/>
                  </a:lnTo>
                  <a:lnTo>
                    <a:pt x="858" y="908"/>
                  </a:lnTo>
                  <a:lnTo>
                    <a:pt x="859" y="929"/>
                  </a:lnTo>
                  <a:lnTo>
                    <a:pt x="859" y="929"/>
                  </a:lnTo>
                  <a:lnTo>
                    <a:pt x="859" y="934"/>
                  </a:lnTo>
                  <a:lnTo>
                    <a:pt x="857" y="938"/>
                  </a:lnTo>
                  <a:lnTo>
                    <a:pt x="854" y="943"/>
                  </a:lnTo>
                  <a:lnTo>
                    <a:pt x="851" y="947"/>
                  </a:lnTo>
                  <a:lnTo>
                    <a:pt x="848" y="950"/>
                  </a:lnTo>
                  <a:lnTo>
                    <a:pt x="844" y="952"/>
                  </a:lnTo>
                  <a:lnTo>
                    <a:pt x="838" y="953"/>
                  </a:lnTo>
                  <a:lnTo>
                    <a:pt x="833" y="954"/>
                  </a:lnTo>
                  <a:lnTo>
                    <a:pt x="89" y="954"/>
                  </a:lnTo>
                  <a:lnTo>
                    <a:pt x="89" y="954"/>
                  </a:lnTo>
                  <a:lnTo>
                    <a:pt x="84" y="953"/>
                  </a:lnTo>
                  <a:lnTo>
                    <a:pt x="80" y="952"/>
                  </a:lnTo>
                  <a:lnTo>
                    <a:pt x="76" y="950"/>
                  </a:lnTo>
                  <a:lnTo>
                    <a:pt x="71" y="947"/>
                  </a:lnTo>
                  <a:lnTo>
                    <a:pt x="68" y="943"/>
                  </a:lnTo>
                  <a:lnTo>
                    <a:pt x="66" y="938"/>
                  </a:lnTo>
                  <a:lnTo>
                    <a:pt x="65" y="934"/>
                  </a:lnTo>
                  <a:lnTo>
                    <a:pt x="64" y="929"/>
                  </a:lnTo>
                  <a:lnTo>
                    <a:pt x="64" y="929"/>
                  </a:lnTo>
                  <a:lnTo>
                    <a:pt x="65" y="908"/>
                  </a:lnTo>
                  <a:lnTo>
                    <a:pt x="68" y="889"/>
                  </a:lnTo>
                  <a:lnTo>
                    <a:pt x="72" y="870"/>
                  </a:lnTo>
                  <a:lnTo>
                    <a:pt x="80" y="851"/>
                  </a:lnTo>
                  <a:lnTo>
                    <a:pt x="87" y="834"/>
                  </a:lnTo>
                  <a:lnTo>
                    <a:pt x="98" y="818"/>
                  </a:lnTo>
                  <a:lnTo>
                    <a:pt x="109" y="803"/>
                  </a:lnTo>
                  <a:lnTo>
                    <a:pt x="122" y="789"/>
                  </a:lnTo>
                  <a:lnTo>
                    <a:pt x="136" y="776"/>
                  </a:lnTo>
                  <a:lnTo>
                    <a:pt x="151" y="766"/>
                  </a:lnTo>
                  <a:lnTo>
                    <a:pt x="167" y="755"/>
                  </a:lnTo>
                  <a:lnTo>
                    <a:pt x="184" y="747"/>
                  </a:lnTo>
                  <a:lnTo>
                    <a:pt x="202" y="740"/>
                  </a:lnTo>
                  <a:lnTo>
                    <a:pt x="221" y="736"/>
                  </a:lnTo>
                  <a:lnTo>
                    <a:pt x="241" y="732"/>
                  </a:lnTo>
                  <a:lnTo>
                    <a:pt x="261" y="731"/>
                  </a:lnTo>
                  <a:lnTo>
                    <a:pt x="261" y="731"/>
                  </a:lnTo>
                  <a:lnTo>
                    <a:pt x="268" y="731"/>
                  </a:lnTo>
                  <a:lnTo>
                    <a:pt x="273" y="729"/>
                  </a:lnTo>
                  <a:lnTo>
                    <a:pt x="278" y="726"/>
                  </a:lnTo>
                  <a:lnTo>
                    <a:pt x="284" y="722"/>
                  </a:lnTo>
                  <a:lnTo>
                    <a:pt x="287" y="717"/>
                  </a:lnTo>
                  <a:lnTo>
                    <a:pt x="290" y="712"/>
                  </a:lnTo>
                  <a:lnTo>
                    <a:pt x="292" y="706"/>
                  </a:lnTo>
                  <a:lnTo>
                    <a:pt x="293" y="700"/>
                  </a:lnTo>
                  <a:lnTo>
                    <a:pt x="293" y="700"/>
                  </a:lnTo>
                  <a:lnTo>
                    <a:pt x="292" y="694"/>
                  </a:lnTo>
                  <a:lnTo>
                    <a:pt x="290" y="687"/>
                  </a:lnTo>
                  <a:lnTo>
                    <a:pt x="287" y="682"/>
                  </a:lnTo>
                  <a:lnTo>
                    <a:pt x="284" y="678"/>
                  </a:lnTo>
                  <a:lnTo>
                    <a:pt x="278" y="673"/>
                  </a:lnTo>
                  <a:lnTo>
                    <a:pt x="273" y="670"/>
                  </a:lnTo>
                  <a:lnTo>
                    <a:pt x="268" y="668"/>
                  </a:lnTo>
                  <a:lnTo>
                    <a:pt x="261" y="668"/>
                  </a:lnTo>
                  <a:lnTo>
                    <a:pt x="261" y="668"/>
                  </a:lnTo>
                  <a:lnTo>
                    <a:pt x="247" y="668"/>
                  </a:lnTo>
                  <a:lnTo>
                    <a:pt x="234" y="669"/>
                  </a:lnTo>
                  <a:lnTo>
                    <a:pt x="221" y="671"/>
                  </a:lnTo>
                  <a:lnTo>
                    <a:pt x="209" y="673"/>
                  </a:lnTo>
                  <a:lnTo>
                    <a:pt x="196" y="677"/>
                  </a:lnTo>
                  <a:lnTo>
                    <a:pt x="184" y="680"/>
                  </a:lnTo>
                  <a:lnTo>
                    <a:pt x="159" y="688"/>
                  </a:lnTo>
                  <a:lnTo>
                    <a:pt x="137" y="699"/>
                  </a:lnTo>
                  <a:lnTo>
                    <a:pt x="115" y="712"/>
                  </a:lnTo>
                  <a:lnTo>
                    <a:pt x="95" y="727"/>
                  </a:lnTo>
                  <a:lnTo>
                    <a:pt x="77" y="744"/>
                  </a:lnTo>
                  <a:lnTo>
                    <a:pt x="59" y="762"/>
                  </a:lnTo>
                  <a:lnTo>
                    <a:pt x="44" y="783"/>
                  </a:lnTo>
                  <a:lnTo>
                    <a:pt x="32" y="804"/>
                  </a:lnTo>
                  <a:lnTo>
                    <a:pt x="21" y="827"/>
                  </a:lnTo>
                  <a:lnTo>
                    <a:pt x="12" y="851"/>
                  </a:lnTo>
                  <a:lnTo>
                    <a:pt x="8" y="863"/>
                  </a:lnTo>
                  <a:lnTo>
                    <a:pt x="6" y="876"/>
                  </a:lnTo>
                  <a:lnTo>
                    <a:pt x="4" y="889"/>
                  </a:lnTo>
                  <a:lnTo>
                    <a:pt x="1" y="902"/>
                  </a:lnTo>
                  <a:lnTo>
                    <a:pt x="0" y="915"/>
                  </a:lnTo>
                  <a:lnTo>
                    <a:pt x="0" y="929"/>
                  </a:lnTo>
                  <a:lnTo>
                    <a:pt x="0" y="929"/>
                  </a:lnTo>
                  <a:lnTo>
                    <a:pt x="0" y="937"/>
                  </a:lnTo>
                  <a:lnTo>
                    <a:pt x="3" y="947"/>
                  </a:lnTo>
                  <a:lnTo>
                    <a:pt x="5" y="956"/>
                  </a:lnTo>
                  <a:lnTo>
                    <a:pt x="7" y="963"/>
                  </a:lnTo>
                  <a:lnTo>
                    <a:pt x="11" y="971"/>
                  </a:lnTo>
                  <a:lnTo>
                    <a:pt x="15" y="978"/>
                  </a:lnTo>
                  <a:lnTo>
                    <a:pt x="21" y="986"/>
                  </a:lnTo>
                  <a:lnTo>
                    <a:pt x="26" y="992"/>
                  </a:lnTo>
                  <a:lnTo>
                    <a:pt x="33" y="997"/>
                  </a:lnTo>
                  <a:lnTo>
                    <a:pt x="39" y="1003"/>
                  </a:lnTo>
                  <a:lnTo>
                    <a:pt x="47" y="1007"/>
                  </a:lnTo>
                  <a:lnTo>
                    <a:pt x="55" y="1010"/>
                  </a:lnTo>
                  <a:lnTo>
                    <a:pt x="63" y="1014"/>
                  </a:lnTo>
                  <a:lnTo>
                    <a:pt x="71" y="1016"/>
                  </a:lnTo>
                  <a:lnTo>
                    <a:pt x="80" y="1018"/>
                  </a:lnTo>
                  <a:lnTo>
                    <a:pt x="89" y="1018"/>
                  </a:lnTo>
                  <a:lnTo>
                    <a:pt x="833" y="1018"/>
                  </a:lnTo>
                  <a:lnTo>
                    <a:pt x="833" y="1018"/>
                  </a:lnTo>
                  <a:lnTo>
                    <a:pt x="843" y="1018"/>
                  </a:lnTo>
                  <a:lnTo>
                    <a:pt x="851" y="1016"/>
                  </a:lnTo>
                  <a:lnTo>
                    <a:pt x="860" y="1014"/>
                  </a:lnTo>
                  <a:lnTo>
                    <a:pt x="868" y="1010"/>
                  </a:lnTo>
                  <a:lnTo>
                    <a:pt x="876" y="1007"/>
                  </a:lnTo>
                  <a:lnTo>
                    <a:pt x="883" y="1003"/>
                  </a:lnTo>
                  <a:lnTo>
                    <a:pt x="890" y="997"/>
                  </a:lnTo>
                  <a:lnTo>
                    <a:pt x="896" y="992"/>
                  </a:lnTo>
                  <a:lnTo>
                    <a:pt x="902" y="986"/>
                  </a:lnTo>
                  <a:lnTo>
                    <a:pt x="907" y="978"/>
                  </a:lnTo>
                  <a:lnTo>
                    <a:pt x="911" y="971"/>
                  </a:lnTo>
                  <a:lnTo>
                    <a:pt x="916" y="963"/>
                  </a:lnTo>
                  <a:lnTo>
                    <a:pt x="919" y="956"/>
                  </a:lnTo>
                  <a:lnTo>
                    <a:pt x="921" y="947"/>
                  </a:lnTo>
                  <a:lnTo>
                    <a:pt x="922" y="937"/>
                  </a:lnTo>
                  <a:lnTo>
                    <a:pt x="922" y="929"/>
                  </a:lnTo>
                  <a:lnTo>
                    <a:pt x="922" y="929"/>
                  </a:lnTo>
                  <a:lnTo>
                    <a:pt x="922" y="915"/>
                  </a:lnTo>
                  <a:lnTo>
                    <a:pt x="921" y="902"/>
                  </a:lnTo>
                  <a:lnTo>
                    <a:pt x="920" y="889"/>
                  </a:lnTo>
                  <a:lnTo>
                    <a:pt x="918" y="876"/>
                  </a:lnTo>
                  <a:lnTo>
                    <a:pt x="915" y="863"/>
                  </a:lnTo>
                  <a:lnTo>
                    <a:pt x="911" y="851"/>
                  </a:lnTo>
                  <a:lnTo>
                    <a:pt x="902" y="827"/>
                  </a:lnTo>
                  <a:lnTo>
                    <a:pt x="891" y="804"/>
                  </a:lnTo>
                  <a:lnTo>
                    <a:pt x="878" y="783"/>
                  </a:lnTo>
                  <a:lnTo>
                    <a:pt x="863" y="762"/>
                  </a:lnTo>
                  <a:lnTo>
                    <a:pt x="846" y="744"/>
                  </a:lnTo>
                  <a:lnTo>
                    <a:pt x="828" y="727"/>
                  </a:lnTo>
                  <a:lnTo>
                    <a:pt x="807" y="712"/>
                  </a:lnTo>
                  <a:lnTo>
                    <a:pt x="786" y="699"/>
                  </a:lnTo>
                  <a:lnTo>
                    <a:pt x="763" y="688"/>
                  </a:lnTo>
                  <a:lnTo>
                    <a:pt x="740" y="680"/>
                  </a:lnTo>
                  <a:lnTo>
                    <a:pt x="727" y="677"/>
                  </a:lnTo>
                  <a:lnTo>
                    <a:pt x="714" y="673"/>
                  </a:lnTo>
                  <a:lnTo>
                    <a:pt x="701" y="671"/>
                  </a:lnTo>
                  <a:lnTo>
                    <a:pt x="688" y="669"/>
                  </a:lnTo>
                  <a:lnTo>
                    <a:pt x="675" y="668"/>
                  </a:lnTo>
                  <a:lnTo>
                    <a:pt x="661" y="668"/>
                  </a:lnTo>
                  <a:lnTo>
                    <a:pt x="661" y="668"/>
                  </a:lnTo>
                  <a:close/>
                  <a:moveTo>
                    <a:pt x="484" y="84"/>
                  </a:moveTo>
                  <a:lnTo>
                    <a:pt x="484" y="84"/>
                  </a:lnTo>
                  <a:lnTo>
                    <a:pt x="501" y="75"/>
                  </a:lnTo>
                  <a:lnTo>
                    <a:pt x="520" y="68"/>
                  </a:lnTo>
                  <a:lnTo>
                    <a:pt x="538" y="65"/>
                  </a:lnTo>
                  <a:lnTo>
                    <a:pt x="557" y="64"/>
                  </a:lnTo>
                  <a:lnTo>
                    <a:pt x="557" y="64"/>
                  </a:lnTo>
                  <a:lnTo>
                    <a:pt x="574" y="65"/>
                  </a:lnTo>
                  <a:lnTo>
                    <a:pt x="592" y="68"/>
                  </a:lnTo>
                  <a:lnTo>
                    <a:pt x="609" y="74"/>
                  </a:lnTo>
                  <a:lnTo>
                    <a:pt x="625" y="81"/>
                  </a:lnTo>
                  <a:lnTo>
                    <a:pt x="640" y="91"/>
                  </a:lnTo>
                  <a:lnTo>
                    <a:pt x="655" y="103"/>
                  </a:lnTo>
                  <a:lnTo>
                    <a:pt x="668" y="115"/>
                  </a:lnTo>
                  <a:lnTo>
                    <a:pt x="681" y="130"/>
                  </a:lnTo>
                  <a:lnTo>
                    <a:pt x="691" y="147"/>
                  </a:lnTo>
                  <a:lnTo>
                    <a:pt x="702" y="164"/>
                  </a:lnTo>
                  <a:lnTo>
                    <a:pt x="711" y="182"/>
                  </a:lnTo>
                  <a:lnTo>
                    <a:pt x="718" y="202"/>
                  </a:lnTo>
                  <a:lnTo>
                    <a:pt x="724" y="223"/>
                  </a:lnTo>
                  <a:lnTo>
                    <a:pt x="728" y="244"/>
                  </a:lnTo>
                  <a:lnTo>
                    <a:pt x="731" y="267"/>
                  </a:lnTo>
                  <a:lnTo>
                    <a:pt x="732" y="290"/>
                  </a:lnTo>
                  <a:lnTo>
                    <a:pt x="732" y="290"/>
                  </a:lnTo>
                  <a:lnTo>
                    <a:pt x="731" y="306"/>
                  </a:lnTo>
                  <a:lnTo>
                    <a:pt x="730" y="324"/>
                  </a:lnTo>
                  <a:lnTo>
                    <a:pt x="728" y="340"/>
                  </a:lnTo>
                  <a:lnTo>
                    <a:pt x="725" y="356"/>
                  </a:lnTo>
                  <a:lnTo>
                    <a:pt x="725" y="356"/>
                  </a:lnTo>
                  <a:lnTo>
                    <a:pt x="724" y="362"/>
                  </a:lnTo>
                  <a:lnTo>
                    <a:pt x="724" y="369"/>
                  </a:lnTo>
                  <a:lnTo>
                    <a:pt x="726" y="374"/>
                  </a:lnTo>
                  <a:lnTo>
                    <a:pt x="728" y="379"/>
                  </a:lnTo>
                  <a:lnTo>
                    <a:pt x="732" y="385"/>
                  </a:lnTo>
                  <a:lnTo>
                    <a:pt x="736" y="389"/>
                  </a:lnTo>
                  <a:lnTo>
                    <a:pt x="742" y="391"/>
                  </a:lnTo>
                  <a:lnTo>
                    <a:pt x="748" y="393"/>
                  </a:lnTo>
                  <a:lnTo>
                    <a:pt x="748" y="393"/>
                  </a:lnTo>
                  <a:lnTo>
                    <a:pt x="756" y="394"/>
                  </a:lnTo>
                  <a:lnTo>
                    <a:pt x="756" y="394"/>
                  </a:lnTo>
                  <a:lnTo>
                    <a:pt x="761" y="394"/>
                  </a:lnTo>
                  <a:lnTo>
                    <a:pt x="765" y="393"/>
                  </a:lnTo>
                  <a:lnTo>
                    <a:pt x="771" y="391"/>
                  </a:lnTo>
                  <a:lnTo>
                    <a:pt x="775" y="388"/>
                  </a:lnTo>
                  <a:lnTo>
                    <a:pt x="778" y="385"/>
                  </a:lnTo>
                  <a:lnTo>
                    <a:pt x="782" y="380"/>
                  </a:lnTo>
                  <a:lnTo>
                    <a:pt x="785" y="375"/>
                  </a:lnTo>
                  <a:lnTo>
                    <a:pt x="786" y="370"/>
                  </a:lnTo>
                  <a:lnTo>
                    <a:pt x="786" y="370"/>
                  </a:lnTo>
                  <a:lnTo>
                    <a:pt x="790" y="350"/>
                  </a:lnTo>
                  <a:lnTo>
                    <a:pt x="793" y="331"/>
                  </a:lnTo>
                  <a:lnTo>
                    <a:pt x="794" y="311"/>
                  </a:lnTo>
                  <a:lnTo>
                    <a:pt x="795" y="290"/>
                  </a:lnTo>
                  <a:lnTo>
                    <a:pt x="795" y="290"/>
                  </a:lnTo>
                  <a:lnTo>
                    <a:pt x="794" y="260"/>
                  </a:lnTo>
                  <a:lnTo>
                    <a:pt x="790" y="231"/>
                  </a:lnTo>
                  <a:lnTo>
                    <a:pt x="785" y="203"/>
                  </a:lnTo>
                  <a:lnTo>
                    <a:pt x="776" y="178"/>
                  </a:lnTo>
                  <a:lnTo>
                    <a:pt x="767" y="152"/>
                  </a:lnTo>
                  <a:lnTo>
                    <a:pt x="755" y="128"/>
                  </a:lnTo>
                  <a:lnTo>
                    <a:pt x="741" y="106"/>
                  </a:lnTo>
                  <a:lnTo>
                    <a:pt x="726" y="85"/>
                  </a:lnTo>
                  <a:lnTo>
                    <a:pt x="709" y="66"/>
                  </a:lnTo>
                  <a:lnTo>
                    <a:pt x="690" y="50"/>
                  </a:lnTo>
                  <a:lnTo>
                    <a:pt x="670" y="35"/>
                  </a:lnTo>
                  <a:lnTo>
                    <a:pt x="660" y="29"/>
                  </a:lnTo>
                  <a:lnTo>
                    <a:pt x="650" y="23"/>
                  </a:lnTo>
                  <a:lnTo>
                    <a:pt x="639" y="18"/>
                  </a:lnTo>
                  <a:lnTo>
                    <a:pt x="628" y="14"/>
                  </a:lnTo>
                  <a:lnTo>
                    <a:pt x="616" y="9"/>
                  </a:lnTo>
                  <a:lnTo>
                    <a:pt x="604" y="6"/>
                  </a:lnTo>
                  <a:lnTo>
                    <a:pt x="593" y="3"/>
                  </a:lnTo>
                  <a:lnTo>
                    <a:pt x="581" y="2"/>
                  </a:lnTo>
                  <a:lnTo>
                    <a:pt x="569" y="1"/>
                  </a:lnTo>
                  <a:lnTo>
                    <a:pt x="557" y="0"/>
                  </a:lnTo>
                  <a:lnTo>
                    <a:pt x="557" y="0"/>
                  </a:lnTo>
                  <a:lnTo>
                    <a:pt x="543" y="1"/>
                  </a:lnTo>
                  <a:lnTo>
                    <a:pt x="529" y="2"/>
                  </a:lnTo>
                  <a:lnTo>
                    <a:pt x="517" y="4"/>
                  </a:lnTo>
                  <a:lnTo>
                    <a:pt x="503" y="7"/>
                  </a:lnTo>
                  <a:lnTo>
                    <a:pt x="490" y="11"/>
                  </a:lnTo>
                  <a:lnTo>
                    <a:pt x="477" y="17"/>
                  </a:lnTo>
                  <a:lnTo>
                    <a:pt x="465" y="22"/>
                  </a:lnTo>
                  <a:lnTo>
                    <a:pt x="452" y="30"/>
                  </a:lnTo>
                  <a:lnTo>
                    <a:pt x="452" y="30"/>
                  </a:lnTo>
                  <a:lnTo>
                    <a:pt x="447" y="33"/>
                  </a:lnTo>
                  <a:lnTo>
                    <a:pt x="442" y="37"/>
                  </a:lnTo>
                  <a:lnTo>
                    <a:pt x="439" y="43"/>
                  </a:lnTo>
                  <a:lnTo>
                    <a:pt x="438" y="49"/>
                  </a:lnTo>
                  <a:lnTo>
                    <a:pt x="437" y="54"/>
                  </a:lnTo>
                  <a:lnTo>
                    <a:pt x="437" y="61"/>
                  </a:lnTo>
                  <a:lnTo>
                    <a:pt x="438" y="67"/>
                  </a:lnTo>
                  <a:lnTo>
                    <a:pt x="441" y="73"/>
                  </a:lnTo>
                  <a:lnTo>
                    <a:pt x="441" y="73"/>
                  </a:lnTo>
                  <a:lnTo>
                    <a:pt x="445" y="78"/>
                  </a:lnTo>
                  <a:lnTo>
                    <a:pt x="450" y="82"/>
                  </a:lnTo>
                  <a:lnTo>
                    <a:pt x="455" y="85"/>
                  </a:lnTo>
                  <a:lnTo>
                    <a:pt x="461" y="88"/>
                  </a:lnTo>
                  <a:lnTo>
                    <a:pt x="467" y="89"/>
                  </a:lnTo>
                  <a:lnTo>
                    <a:pt x="473" y="88"/>
                  </a:lnTo>
                  <a:lnTo>
                    <a:pt x="479" y="87"/>
                  </a:lnTo>
                  <a:lnTo>
                    <a:pt x="484" y="84"/>
                  </a:lnTo>
                  <a:lnTo>
                    <a:pt x="484" y="84"/>
                  </a:lnTo>
                  <a:close/>
                  <a:moveTo>
                    <a:pt x="763" y="540"/>
                  </a:moveTo>
                  <a:lnTo>
                    <a:pt x="763" y="540"/>
                  </a:lnTo>
                  <a:lnTo>
                    <a:pt x="757" y="541"/>
                  </a:lnTo>
                  <a:lnTo>
                    <a:pt x="751" y="544"/>
                  </a:lnTo>
                  <a:lnTo>
                    <a:pt x="746" y="546"/>
                  </a:lnTo>
                  <a:lnTo>
                    <a:pt x="741" y="550"/>
                  </a:lnTo>
                  <a:lnTo>
                    <a:pt x="738" y="554"/>
                  </a:lnTo>
                  <a:lnTo>
                    <a:pt x="734" y="560"/>
                  </a:lnTo>
                  <a:lnTo>
                    <a:pt x="732" y="566"/>
                  </a:lnTo>
                  <a:lnTo>
                    <a:pt x="732" y="573"/>
                  </a:lnTo>
                  <a:lnTo>
                    <a:pt x="732" y="573"/>
                  </a:lnTo>
                  <a:lnTo>
                    <a:pt x="732" y="579"/>
                  </a:lnTo>
                  <a:lnTo>
                    <a:pt x="734" y="584"/>
                  </a:lnTo>
                  <a:lnTo>
                    <a:pt x="738" y="590"/>
                  </a:lnTo>
                  <a:lnTo>
                    <a:pt x="741" y="595"/>
                  </a:lnTo>
                  <a:lnTo>
                    <a:pt x="746" y="598"/>
                  </a:lnTo>
                  <a:lnTo>
                    <a:pt x="751" y="602"/>
                  </a:lnTo>
                  <a:lnTo>
                    <a:pt x="757" y="604"/>
                  </a:lnTo>
                  <a:lnTo>
                    <a:pt x="763" y="605"/>
                  </a:lnTo>
                  <a:lnTo>
                    <a:pt x="763" y="605"/>
                  </a:lnTo>
                  <a:lnTo>
                    <a:pt x="784" y="606"/>
                  </a:lnTo>
                  <a:lnTo>
                    <a:pt x="803" y="608"/>
                  </a:lnTo>
                  <a:lnTo>
                    <a:pt x="821" y="613"/>
                  </a:lnTo>
                  <a:lnTo>
                    <a:pt x="839" y="620"/>
                  </a:lnTo>
                  <a:lnTo>
                    <a:pt x="856" y="628"/>
                  </a:lnTo>
                  <a:lnTo>
                    <a:pt x="872" y="639"/>
                  </a:lnTo>
                  <a:lnTo>
                    <a:pt x="887" y="650"/>
                  </a:lnTo>
                  <a:lnTo>
                    <a:pt x="900" y="663"/>
                  </a:lnTo>
                  <a:lnTo>
                    <a:pt x="911" y="678"/>
                  </a:lnTo>
                  <a:lnTo>
                    <a:pt x="923" y="693"/>
                  </a:lnTo>
                  <a:lnTo>
                    <a:pt x="932" y="709"/>
                  </a:lnTo>
                  <a:lnTo>
                    <a:pt x="940" y="727"/>
                  </a:lnTo>
                  <a:lnTo>
                    <a:pt x="946" y="745"/>
                  </a:lnTo>
                  <a:lnTo>
                    <a:pt x="951" y="764"/>
                  </a:lnTo>
                  <a:lnTo>
                    <a:pt x="953" y="784"/>
                  </a:lnTo>
                  <a:lnTo>
                    <a:pt x="954" y="803"/>
                  </a:lnTo>
                  <a:lnTo>
                    <a:pt x="954" y="803"/>
                  </a:lnTo>
                  <a:lnTo>
                    <a:pt x="954" y="809"/>
                  </a:lnTo>
                  <a:lnTo>
                    <a:pt x="952" y="814"/>
                  </a:lnTo>
                  <a:lnTo>
                    <a:pt x="952" y="814"/>
                  </a:lnTo>
                  <a:lnTo>
                    <a:pt x="950" y="820"/>
                  </a:lnTo>
                  <a:lnTo>
                    <a:pt x="950" y="827"/>
                  </a:lnTo>
                  <a:lnTo>
                    <a:pt x="950" y="832"/>
                  </a:lnTo>
                  <a:lnTo>
                    <a:pt x="952" y="839"/>
                  </a:lnTo>
                  <a:lnTo>
                    <a:pt x="954" y="844"/>
                  </a:lnTo>
                  <a:lnTo>
                    <a:pt x="959" y="848"/>
                  </a:lnTo>
                  <a:lnTo>
                    <a:pt x="963" y="853"/>
                  </a:lnTo>
                  <a:lnTo>
                    <a:pt x="968" y="856"/>
                  </a:lnTo>
                  <a:lnTo>
                    <a:pt x="968" y="856"/>
                  </a:lnTo>
                  <a:lnTo>
                    <a:pt x="975" y="858"/>
                  </a:lnTo>
                  <a:lnTo>
                    <a:pt x="981" y="859"/>
                  </a:lnTo>
                  <a:lnTo>
                    <a:pt x="981" y="859"/>
                  </a:lnTo>
                  <a:lnTo>
                    <a:pt x="985" y="858"/>
                  </a:lnTo>
                  <a:lnTo>
                    <a:pt x="990" y="857"/>
                  </a:lnTo>
                  <a:lnTo>
                    <a:pt x="998" y="854"/>
                  </a:lnTo>
                  <a:lnTo>
                    <a:pt x="1003" y="851"/>
                  </a:lnTo>
                  <a:lnTo>
                    <a:pt x="1006" y="848"/>
                  </a:lnTo>
                  <a:lnTo>
                    <a:pt x="1008" y="844"/>
                  </a:lnTo>
                  <a:lnTo>
                    <a:pt x="1010" y="840"/>
                  </a:lnTo>
                  <a:lnTo>
                    <a:pt x="1010" y="840"/>
                  </a:lnTo>
                  <a:lnTo>
                    <a:pt x="1013" y="831"/>
                  </a:lnTo>
                  <a:lnTo>
                    <a:pt x="1017" y="823"/>
                  </a:lnTo>
                  <a:lnTo>
                    <a:pt x="1018" y="813"/>
                  </a:lnTo>
                  <a:lnTo>
                    <a:pt x="1018" y="803"/>
                  </a:lnTo>
                  <a:lnTo>
                    <a:pt x="1018" y="803"/>
                  </a:lnTo>
                  <a:lnTo>
                    <a:pt x="1018" y="790"/>
                  </a:lnTo>
                  <a:lnTo>
                    <a:pt x="1017" y="777"/>
                  </a:lnTo>
                  <a:lnTo>
                    <a:pt x="1013" y="751"/>
                  </a:lnTo>
                  <a:lnTo>
                    <a:pt x="1007" y="726"/>
                  </a:lnTo>
                  <a:lnTo>
                    <a:pt x="998" y="702"/>
                  </a:lnTo>
                  <a:lnTo>
                    <a:pt x="988" y="679"/>
                  </a:lnTo>
                  <a:lnTo>
                    <a:pt x="976" y="657"/>
                  </a:lnTo>
                  <a:lnTo>
                    <a:pt x="961" y="637"/>
                  </a:lnTo>
                  <a:lnTo>
                    <a:pt x="945" y="619"/>
                  </a:lnTo>
                  <a:lnTo>
                    <a:pt x="926" y="602"/>
                  </a:lnTo>
                  <a:lnTo>
                    <a:pt x="907" y="585"/>
                  </a:lnTo>
                  <a:lnTo>
                    <a:pt x="887" y="573"/>
                  </a:lnTo>
                  <a:lnTo>
                    <a:pt x="864" y="562"/>
                  </a:lnTo>
                  <a:lnTo>
                    <a:pt x="852" y="556"/>
                  </a:lnTo>
                  <a:lnTo>
                    <a:pt x="841" y="552"/>
                  </a:lnTo>
                  <a:lnTo>
                    <a:pt x="829" y="549"/>
                  </a:lnTo>
                  <a:lnTo>
                    <a:pt x="816" y="546"/>
                  </a:lnTo>
                  <a:lnTo>
                    <a:pt x="803" y="544"/>
                  </a:lnTo>
                  <a:lnTo>
                    <a:pt x="790" y="542"/>
                  </a:lnTo>
                  <a:lnTo>
                    <a:pt x="777" y="541"/>
                  </a:lnTo>
                  <a:lnTo>
                    <a:pt x="763" y="540"/>
                  </a:lnTo>
                  <a:lnTo>
                    <a:pt x="763" y="540"/>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grpSp>
        <p:nvGrpSpPr>
          <p:cNvPr id="11" name="组合 41"/>
          <p:cNvGrpSpPr/>
          <p:nvPr/>
        </p:nvGrpSpPr>
        <p:grpSpPr>
          <a:xfrm>
            <a:off x="5014286" y="1859289"/>
            <a:ext cx="916944" cy="917068"/>
            <a:chOff x="4753799" y="1762689"/>
            <a:chExt cx="869714" cy="869714"/>
          </a:xfrm>
        </p:grpSpPr>
        <p:sp>
          <p:nvSpPr>
            <p:cNvPr id="17" name="椭圆 16"/>
            <p:cNvSpPr/>
            <p:nvPr/>
          </p:nvSpPr>
          <p:spPr>
            <a:xfrm>
              <a:off x="4753799" y="1762689"/>
              <a:ext cx="869714" cy="86971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Freeform 101"/>
            <p:cNvSpPr>
              <a:spLocks noEditPoints="1"/>
            </p:cNvSpPr>
            <p:nvPr/>
          </p:nvSpPr>
          <p:spPr bwMode="auto">
            <a:xfrm>
              <a:off x="5075800" y="2035621"/>
              <a:ext cx="212725" cy="323850"/>
            </a:xfrm>
            <a:custGeom>
              <a:avLst/>
              <a:gdLst>
                <a:gd name="T0" fmla="*/ 448 w 669"/>
                <a:gd name="T1" fmla="*/ 12 h 1018"/>
                <a:gd name="T2" fmla="*/ 378 w 669"/>
                <a:gd name="T3" fmla="*/ 70 h 1018"/>
                <a:gd name="T4" fmla="*/ 350 w 669"/>
                <a:gd name="T5" fmla="*/ 159 h 1018"/>
                <a:gd name="T6" fmla="*/ 338 w 669"/>
                <a:gd name="T7" fmla="*/ 205 h 1018"/>
                <a:gd name="T8" fmla="*/ 301 w 669"/>
                <a:gd name="T9" fmla="*/ 243 h 1018"/>
                <a:gd name="T10" fmla="*/ 255 w 669"/>
                <a:gd name="T11" fmla="*/ 255 h 1018"/>
                <a:gd name="T12" fmla="*/ 202 w 669"/>
                <a:gd name="T13" fmla="*/ 238 h 1018"/>
                <a:gd name="T14" fmla="*/ 167 w 669"/>
                <a:gd name="T15" fmla="*/ 196 h 1018"/>
                <a:gd name="T16" fmla="*/ 159 w 669"/>
                <a:gd name="T17" fmla="*/ 119 h 1018"/>
                <a:gd name="T18" fmla="*/ 187 w 669"/>
                <a:gd name="T19" fmla="*/ 88 h 1018"/>
                <a:gd name="T20" fmla="*/ 177 w 669"/>
                <a:gd name="T21" fmla="*/ 23 h 1018"/>
                <a:gd name="T22" fmla="*/ 140 w 669"/>
                <a:gd name="T23" fmla="*/ 1 h 1018"/>
                <a:gd name="T24" fmla="*/ 83 w 669"/>
                <a:gd name="T25" fmla="*/ 19 h 1018"/>
                <a:gd name="T26" fmla="*/ 64 w 669"/>
                <a:gd name="T27" fmla="*/ 64 h 1018"/>
                <a:gd name="T28" fmla="*/ 83 w 669"/>
                <a:gd name="T29" fmla="*/ 109 h 1018"/>
                <a:gd name="T30" fmla="*/ 26 w 669"/>
                <a:gd name="T31" fmla="*/ 954 h 1018"/>
                <a:gd name="T32" fmla="*/ 1 w 669"/>
                <a:gd name="T33" fmla="*/ 979 h 1018"/>
                <a:gd name="T34" fmla="*/ 10 w 669"/>
                <a:gd name="T35" fmla="*/ 1008 h 1018"/>
                <a:gd name="T36" fmla="*/ 223 w 669"/>
                <a:gd name="T37" fmla="*/ 1018 h 1018"/>
                <a:gd name="T38" fmla="*/ 252 w 669"/>
                <a:gd name="T39" fmla="*/ 998 h 1018"/>
                <a:gd name="T40" fmla="*/ 249 w 669"/>
                <a:gd name="T41" fmla="*/ 968 h 1018"/>
                <a:gd name="T42" fmla="*/ 159 w 669"/>
                <a:gd name="T43" fmla="*/ 954 h 1018"/>
                <a:gd name="T44" fmla="*/ 204 w 669"/>
                <a:gd name="T45" fmla="*/ 595 h 1018"/>
                <a:gd name="T46" fmla="*/ 271 w 669"/>
                <a:gd name="T47" fmla="*/ 604 h 1018"/>
                <a:gd name="T48" fmla="*/ 356 w 669"/>
                <a:gd name="T49" fmla="*/ 568 h 1018"/>
                <a:gd name="T50" fmla="*/ 407 w 669"/>
                <a:gd name="T51" fmla="*/ 492 h 1018"/>
                <a:gd name="T52" fmla="*/ 415 w 669"/>
                <a:gd name="T53" fmla="*/ 426 h 1018"/>
                <a:gd name="T54" fmla="*/ 442 w 669"/>
                <a:gd name="T55" fmla="*/ 378 h 1018"/>
                <a:gd name="T56" fmla="*/ 491 w 669"/>
                <a:gd name="T57" fmla="*/ 352 h 1018"/>
                <a:gd name="T58" fmla="*/ 538 w 669"/>
                <a:gd name="T59" fmla="*/ 354 h 1018"/>
                <a:gd name="T60" fmla="*/ 583 w 669"/>
                <a:gd name="T61" fmla="*/ 385 h 1018"/>
                <a:gd name="T62" fmla="*/ 604 w 669"/>
                <a:gd name="T63" fmla="*/ 435 h 1018"/>
                <a:gd name="T64" fmla="*/ 614 w 669"/>
                <a:gd name="T65" fmla="*/ 467 h 1018"/>
                <a:gd name="T66" fmla="*/ 643 w 669"/>
                <a:gd name="T67" fmla="*/ 476 h 1018"/>
                <a:gd name="T68" fmla="*/ 668 w 669"/>
                <a:gd name="T69" fmla="*/ 451 h 1018"/>
                <a:gd name="T70" fmla="*/ 661 w 669"/>
                <a:gd name="T71" fmla="*/ 112 h 1018"/>
                <a:gd name="T72" fmla="*/ 611 w 669"/>
                <a:gd name="T73" fmla="*/ 36 h 1018"/>
                <a:gd name="T74" fmla="*/ 526 w 669"/>
                <a:gd name="T75" fmla="*/ 1 h 1018"/>
                <a:gd name="T76" fmla="*/ 584 w 669"/>
                <a:gd name="T77" fmla="*/ 304 h 1018"/>
                <a:gd name="T78" fmla="*/ 509 w 669"/>
                <a:gd name="T79" fmla="*/ 286 h 1018"/>
                <a:gd name="T80" fmla="*/ 434 w 669"/>
                <a:gd name="T81" fmla="*/ 305 h 1018"/>
                <a:gd name="T82" fmla="*/ 369 w 669"/>
                <a:gd name="T83" fmla="*/ 370 h 1018"/>
                <a:gd name="T84" fmla="*/ 350 w 669"/>
                <a:gd name="T85" fmla="*/ 445 h 1018"/>
                <a:gd name="T86" fmla="*/ 334 w 669"/>
                <a:gd name="T87" fmla="*/ 499 h 1018"/>
                <a:gd name="T88" fmla="*/ 292 w 669"/>
                <a:gd name="T89" fmla="*/ 533 h 1018"/>
                <a:gd name="T90" fmla="*/ 245 w 669"/>
                <a:gd name="T91" fmla="*/ 540 h 1018"/>
                <a:gd name="T92" fmla="*/ 194 w 669"/>
                <a:gd name="T93" fmla="*/ 519 h 1018"/>
                <a:gd name="T94" fmla="*/ 163 w 669"/>
                <a:gd name="T95" fmla="*/ 474 h 1018"/>
                <a:gd name="T96" fmla="*/ 170 w 669"/>
                <a:gd name="T97" fmla="*/ 293 h 1018"/>
                <a:gd name="T98" fmla="*/ 242 w 669"/>
                <a:gd name="T99" fmla="*/ 317 h 1018"/>
                <a:gd name="T100" fmla="*/ 317 w 669"/>
                <a:gd name="T101" fmla="*/ 305 h 1018"/>
                <a:gd name="T102" fmla="*/ 387 w 669"/>
                <a:gd name="T103" fmla="*/ 247 h 1018"/>
                <a:gd name="T104" fmla="*/ 414 w 669"/>
                <a:gd name="T105" fmla="*/ 159 h 1018"/>
                <a:gd name="T106" fmla="*/ 425 w 669"/>
                <a:gd name="T107" fmla="*/ 113 h 1018"/>
                <a:gd name="T108" fmla="*/ 464 w 669"/>
                <a:gd name="T109" fmla="*/ 75 h 1018"/>
                <a:gd name="T110" fmla="*/ 509 w 669"/>
                <a:gd name="T111" fmla="*/ 64 h 1018"/>
                <a:gd name="T112" fmla="*/ 562 w 669"/>
                <a:gd name="T113" fmla="*/ 80 h 1018"/>
                <a:gd name="T114" fmla="*/ 597 w 669"/>
                <a:gd name="T115" fmla="*/ 122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9" h="1018">
                  <a:moveTo>
                    <a:pt x="509" y="0"/>
                  </a:moveTo>
                  <a:lnTo>
                    <a:pt x="509" y="0"/>
                  </a:lnTo>
                  <a:lnTo>
                    <a:pt x="493" y="1"/>
                  </a:lnTo>
                  <a:lnTo>
                    <a:pt x="478" y="3"/>
                  </a:lnTo>
                  <a:lnTo>
                    <a:pt x="462" y="7"/>
                  </a:lnTo>
                  <a:lnTo>
                    <a:pt x="448" y="12"/>
                  </a:lnTo>
                  <a:lnTo>
                    <a:pt x="434" y="19"/>
                  </a:lnTo>
                  <a:lnTo>
                    <a:pt x="421" y="27"/>
                  </a:lnTo>
                  <a:lnTo>
                    <a:pt x="408" y="36"/>
                  </a:lnTo>
                  <a:lnTo>
                    <a:pt x="397" y="47"/>
                  </a:lnTo>
                  <a:lnTo>
                    <a:pt x="387" y="58"/>
                  </a:lnTo>
                  <a:lnTo>
                    <a:pt x="378" y="70"/>
                  </a:lnTo>
                  <a:lnTo>
                    <a:pt x="369" y="83"/>
                  </a:lnTo>
                  <a:lnTo>
                    <a:pt x="363" y="97"/>
                  </a:lnTo>
                  <a:lnTo>
                    <a:pt x="358" y="112"/>
                  </a:lnTo>
                  <a:lnTo>
                    <a:pt x="353" y="127"/>
                  </a:lnTo>
                  <a:lnTo>
                    <a:pt x="351" y="142"/>
                  </a:lnTo>
                  <a:lnTo>
                    <a:pt x="350" y="159"/>
                  </a:lnTo>
                  <a:lnTo>
                    <a:pt x="350" y="159"/>
                  </a:lnTo>
                  <a:lnTo>
                    <a:pt x="350" y="169"/>
                  </a:lnTo>
                  <a:lnTo>
                    <a:pt x="348" y="178"/>
                  </a:lnTo>
                  <a:lnTo>
                    <a:pt x="346" y="187"/>
                  </a:lnTo>
                  <a:lnTo>
                    <a:pt x="343" y="196"/>
                  </a:lnTo>
                  <a:lnTo>
                    <a:pt x="338" y="205"/>
                  </a:lnTo>
                  <a:lnTo>
                    <a:pt x="334" y="212"/>
                  </a:lnTo>
                  <a:lnTo>
                    <a:pt x="329" y="220"/>
                  </a:lnTo>
                  <a:lnTo>
                    <a:pt x="322" y="226"/>
                  </a:lnTo>
                  <a:lnTo>
                    <a:pt x="316" y="232"/>
                  </a:lnTo>
                  <a:lnTo>
                    <a:pt x="308" y="238"/>
                  </a:lnTo>
                  <a:lnTo>
                    <a:pt x="301" y="243"/>
                  </a:lnTo>
                  <a:lnTo>
                    <a:pt x="292" y="247"/>
                  </a:lnTo>
                  <a:lnTo>
                    <a:pt x="284" y="251"/>
                  </a:lnTo>
                  <a:lnTo>
                    <a:pt x="274" y="253"/>
                  </a:lnTo>
                  <a:lnTo>
                    <a:pt x="264" y="254"/>
                  </a:lnTo>
                  <a:lnTo>
                    <a:pt x="255" y="255"/>
                  </a:lnTo>
                  <a:lnTo>
                    <a:pt x="255" y="255"/>
                  </a:lnTo>
                  <a:lnTo>
                    <a:pt x="245" y="254"/>
                  </a:lnTo>
                  <a:lnTo>
                    <a:pt x="235" y="253"/>
                  </a:lnTo>
                  <a:lnTo>
                    <a:pt x="227" y="251"/>
                  </a:lnTo>
                  <a:lnTo>
                    <a:pt x="218" y="247"/>
                  </a:lnTo>
                  <a:lnTo>
                    <a:pt x="209" y="243"/>
                  </a:lnTo>
                  <a:lnTo>
                    <a:pt x="202" y="238"/>
                  </a:lnTo>
                  <a:lnTo>
                    <a:pt x="194" y="232"/>
                  </a:lnTo>
                  <a:lnTo>
                    <a:pt x="187" y="226"/>
                  </a:lnTo>
                  <a:lnTo>
                    <a:pt x="182" y="220"/>
                  </a:lnTo>
                  <a:lnTo>
                    <a:pt x="176" y="212"/>
                  </a:lnTo>
                  <a:lnTo>
                    <a:pt x="171" y="205"/>
                  </a:lnTo>
                  <a:lnTo>
                    <a:pt x="167" y="196"/>
                  </a:lnTo>
                  <a:lnTo>
                    <a:pt x="163" y="187"/>
                  </a:lnTo>
                  <a:lnTo>
                    <a:pt x="161" y="178"/>
                  </a:lnTo>
                  <a:lnTo>
                    <a:pt x="160" y="169"/>
                  </a:lnTo>
                  <a:lnTo>
                    <a:pt x="159" y="159"/>
                  </a:lnTo>
                  <a:lnTo>
                    <a:pt x="159" y="119"/>
                  </a:lnTo>
                  <a:lnTo>
                    <a:pt x="159" y="119"/>
                  </a:lnTo>
                  <a:lnTo>
                    <a:pt x="167" y="114"/>
                  </a:lnTo>
                  <a:lnTo>
                    <a:pt x="173" y="109"/>
                  </a:lnTo>
                  <a:lnTo>
                    <a:pt x="173" y="109"/>
                  </a:lnTo>
                  <a:lnTo>
                    <a:pt x="177" y="104"/>
                  </a:lnTo>
                  <a:lnTo>
                    <a:pt x="181" y="98"/>
                  </a:lnTo>
                  <a:lnTo>
                    <a:pt x="187" y="88"/>
                  </a:lnTo>
                  <a:lnTo>
                    <a:pt x="190" y="76"/>
                  </a:lnTo>
                  <a:lnTo>
                    <a:pt x="191" y="64"/>
                  </a:lnTo>
                  <a:lnTo>
                    <a:pt x="190" y="51"/>
                  </a:lnTo>
                  <a:lnTo>
                    <a:pt x="187" y="39"/>
                  </a:lnTo>
                  <a:lnTo>
                    <a:pt x="181" y="29"/>
                  </a:lnTo>
                  <a:lnTo>
                    <a:pt x="177" y="23"/>
                  </a:lnTo>
                  <a:lnTo>
                    <a:pt x="173" y="19"/>
                  </a:lnTo>
                  <a:lnTo>
                    <a:pt x="173" y="19"/>
                  </a:lnTo>
                  <a:lnTo>
                    <a:pt x="168" y="15"/>
                  </a:lnTo>
                  <a:lnTo>
                    <a:pt x="162" y="10"/>
                  </a:lnTo>
                  <a:lnTo>
                    <a:pt x="152" y="5"/>
                  </a:lnTo>
                  <a:lnTo>
                    <a:pt x="140" y="1"/>
                  </a:lnTo>
                  <a:lnTo>
                    <a:pt x="128" y="0"/>
                  </a:lnTo>
                  <a:lnTo>
                    <a:pt x="115" y="1"/>
                  </a:lnTo>
                  <a:lnTo>
                    <a:pt x="103" y="5"/>
                  </a:lnTo>
                  <a:lnTo>
                    <a:pt x="93" y="10"/>
                  </a:lnTo>
                  <a:lnTo>
                    <a:pt x="87" y="15"/>
                  </a:lnTo>
                  <a:lnTo>
                    <a:pt x="83" y="19"/>
                  </a:lnTo>
                  <a:lnTo>
                    <a:pt x="83" y="19"/>
                  </a:lnTo>
                  <a:lnTo>
                    <a:pt x="79" y="23"/>
                  </a:lnTo>
                  <a:lnTo>
                    <a:pt x="74" y="29"/>
                  </a:lnTo>
                  <a:lnTo>
                    <a:pt x="69" y="39"/>
                  </a:lnTo>
                  <a:lnTo>
                    <a:pt x="66" y="51"/>
                  </a:lnTo>
                  <a:lnTo>
                    <a:pt x="64" y="64"/>
                  </a:lnTo>
                  <a:lnTo>
                    <a:pt x="66" y="76"/>
                  </a:lnTo>
                  <a:lnTo>
                    <a:pt x="69" y="88"/>
                  </a:lnTo>
                  <a:lnTo>
                    <a:pt x="74" y="98"/>
                  </a:lnTo>
                  <a:lnTo>
                    <a:pt x="79" y="104"/>
                  </a:lnTo>
                  <a:lnTo>
                    <a:pt x="83" y="109"/>
                  </a:lnTo>
                  <a:lnTo>
                    <a:pt x="83" y="109"/>
                  </a:lnTo>
                  <a:lnTo>
                    <a:pt x="89" y="114"/>
                  </a:lnTo>
                  <a:lnTo>
                    <a:pt x="96" y="119"/>
                  </a:lnTo>
                  <a:lnTo>
                    <a:pt x="96" y="954"/>
                  </a:lnTo>
                  <a:lnTo>
                    <a:pt x="32" y="954"/>
                  </a:lnTo>
                  <a:lnTo>
                    <a:pt x="32" y="954"/>
                  </a:lnTo>
                  <a:lnTo>
                    <a:pt x="26" y="954"/>
                  </a:lnTo>
                  <a:lnTo>
                    <a:pt x="20" y="957"/>
                  </a:lnTo>
                  <a:lnTo>
                    <a:pt x="14" y="960"/>
                  </a:lnTo>
                  <a:lnTo>
                    <a:pt x="10" y="963"/>
                  </a:lnTo>
                  <a:lnTo>
                    <a:pt x="6" y="968"/>
                  </a:lnTo>
                  <a:lnTo>
                    <a:pt x="2" y="974"/>
                  </a:lnTo>
                  <a:lnTo>
                    <a:pt x="1" y="979"/>
                  </a:lnTo>
                  <a:lnTo>
                    <a:pt x="0" y="986"/>
                  </a:lnTo>
                  <a:lnTo>
                    <a:pt x="0" y="986"/>
                  </a:lnTo>
                  <a:lnTo>
                    <a:pt x="1" y="992"/>
                  </a:lnTo>
                  <a:lnTo>
                    <a:pt x="2" y="998"/>
                  </a:lnTo>
                  <a:lnTo>
                    <a:pt x="6" y="1004"/>
                  </a:lnTo>
                  <a:lnTo>
                    <a:pt x="10" y="1008"/>
                  </a:lnTo>
                  <a:lnTo>
                    <a:pt x="14" y="1012"/>
                  </a:lnTo>
                  <a:lnTo>
                    <a:pt x="20" y="1016"/>
                  </a:lnTo>
                  <a:lnTo>
                    <a:pt x="26" y="1017"/>
                  </a:lnTo>
                  <a:lnTo>
                    <a:pt x="32" y="1018"/>
                  </a:lnTo>
                  <a:lnTo>
                    <a:pt x="223" y="1018"/>
                  </a:lnTo>
                  <a:lnTo>
                    <a:pt x="223" y="1018"/>
                  </a:lnTo>
                  <a:lnTo>
                    <a:pt x="230" y="1017"/>
                  </a:lnTo>
                  <a:lnTo>
                    <a:pt x="235" y="1016"/>
                  </a:lnTo>
                  <a:lnTo>
                    <a:pt x="241" y="1012"/>
                  </a:lnTo>
                  <a:lnTo>
                    <a:pt x="246" y="1008"/>
                  </a:lnTo>
                  <a:lnTo>
                    <a:pt x="249" y="1004"/>
                  </a:lnTo>
                  <a:lnTo>
                    <a:pt x="252" y="998"/>
                  </a:lnTo>
                  <a:lnTo>
                    <a:pt x="255" y="992"/>
                  </a:lnTo>
                  <a:lnTo>
                    <a:pt x="255" y="986"/>
                  </a:lnTo>
                  <a:lnTo>
                    <a:pt x="255" y="986"/>
                  </a:lnTo>
                  <a:lnTo>
                    <a:pt x="255" y="979"/>
                  </a:lnTo>
                  <a:lnTo>
                    <a:pt x="252" y="974"/>
                  </a:lnTo>
                  <a:lnTo>
                    <a:pt x="249" y="968"/>
                  </a:lnTo>
                  <a:lnTo>
                    <a:pt x="246" y="963"/>
                  </a:lnTo>
                  <a:lnTo>
                    <a:pt x="241" y="960"/>
                  </a:lnTo>
                  <a:lnTo>
                    <a:pt x="235" y="957"/>
                  </a:lnTo>
                  <a:lnTo>
                    <a:pt x="230" y="954"/>
                  </a:lnTo>
                  <a:lnTo>
                    <a:pt x="223" y="954"/>
                  </a:lnTo>
                  <a:lnTo>
                    <a:pt x="159" y="954"/>
                  </a:lnTo>
                  <a:lnTo>
                    <a:pt x="159" y="571"/>
                  </a:lnTo>
                  <a:lnTo>
                    <a:pt x="159" y="571"/>
                  </a:lnTo>
                  <a:lnTo>
                    <a:pt x="170" y="579"/>
                  </a:lnTo>
                  <a:lnTo>
                    <a:pt x="181" y="585"/>
                  </a:lnTo>
                  <a:lnTo>
                    <a:pt x="192" y="591"/>
                  </a:lnTo>
                  <a:lnTo>
                    <a:pt x="204" y="595"/>
                  </a:lnTo>
                  <a:lnTo>
                    <a:pt x="216" y="599"/>
                  </a:lnTo>
                  <a:lnTo>
                    <a:pt x="229" y="602"/>
                  </a:lnTo>
                  <a:lnTo>
                    <a:pt x="242" y="604"/>
                  </a:lnTo>
                  <a:lnTo>
                    <a:pt x="255" y="605"/>
                  </a:lnTo>
                  <a:lnTo>
                    <a:pt x="255" y="605"/>
                  </a:lnTo>
                  <a:lnTo>
                    <a:pt x="271" y="604"/>
                  </a:lnTo>
                  <a:lnTo>
                    <a:pt x="287" y="602"/>
                  </a:lnTo>
                  <a:lnTo>
                    <a:pt x="302" y="597"/>
                  </a:lnTo>
                  <a:lnTo>
                    <a:pt x="317" y="592"/>
                  </a:lnTo>
                  <a:lnTo>
                    <a:pt x="331" y="585"/>
                  </a:lnTo>
                  <a:lnTo>
                    <a:pt x="344" y="577"/>
                  </a:lnTo>
                  <a:lnTo>
                    <a:pt x="356" y="568"/>
                  </a:lnTo>
                  <a:lnTo>
                    <a:pt x="367" y="558"/>
                  </a:lnTo>
                  <a:lnTo>
                    <a:pt x="378" y="547"/>
                  </a:lnTo>
                  <a:lnTo>
                    <a:pt x="387" y="534"/>
                  </a:lnTo>
                  <a:lnTo>
                    <a:pt x="395" y="521"/>
                  </a:lnTo>
                  <a:lnTo>
                    <a:pt x="402" y="507"/>
                  </a:lnTo>
                  <a:lnTo>
                    <a:pt x="407" y="492"/>
                  </a:lnTo>
                  <a:lnTo>
                    <a:pt x="410" y="477"/>
                  </a:lnTo>
                  <a:lnTo>
                    <a:pt x="413" y="462"/>
                  </a:lnTo>
                  <a:lnTo>
                    <a:pt x="414" y="445"/>
                  </a:lnTo>
                  <a:lnTo>
                    <a:pt x="414" y="445"/>
                  </a:lnTo>
                  <a:lnTo>
                    <a:pt x="414" y="435"/>
                  </a:lnTo>
                  <a:lnTo>
                    <a:pt x="415" y="426"/>
                  </a:lnTo>
                  <a:lnTo>
                    <a:pt x="419" y="417"/>
                  </a:lnTo>
                  <a:lnTo>
                    <a:pt x="422" y="408"/>
                  </a:lnTo>
                  <a:lnTo>
                    <a:pt x="425" y="400"/>
                  </a:lnTo>
                  <a:lnTo>
                    <a:pt x="431" y="392"/>
                  </a:lnTo>
                  <a:lnTo>
                    <a:pt x="436" y="385"/>
                  </a:lnTo>
                  <a:lnTo>
                    <a:pt x="442" y="378"/>
                  </a:lnTo>
                  <a:lnTo>
                    <a:pt x="449" y="372"/>
                  </a:lnTo>
                  <a:lnTo>
                    <a:pt x="456" y="367"/>
                  </a:lnTo>
                  <a:lnTo>
                    <a:pt x="464" y="361"/>
                  </a:lnTo>
                  <a:lnTo>
                    <a:pt x="472" y="357"/>
                  </a:lnTo>
                  <a:lnTo>
                    <a:pt x="481" y="354"/>
                  </a:lnTo>
                  <a:lnTo>
                    <a:pt x="491" y="352"/>
                  </a:lnTo>
                  <a:lnTo>
                    <a:pt x="499" y="350"/>
                  </a:lnTo>
                  <a:lnTo>
                    <a:pt x="509" y="349"/>
                  </a:lnTo>
                  <a:lnTo>
                    <a:pt x="509" y="349"/>
                  </a:lnTo>
                  <a:lnTo>
                    <a:pt x="520" y="350"/>
                  </a:lnTo>
                  <a:lnTo>
                    <a:pt x="528" y="352"/>
                  </a:lnTo>
                  <a:lnTo>
                    <a:pt x="538" y="354"/>
                  </a:lnTo>
                  <a:lnTo>
                    <a:pt x="546" y="357"/>
                  </a:lnTo>
                  <a:lnTo>
                    <a:pt x="555" y="361"/>
                  </a:lnTo>
                  <a:lnTo>
                    <a:pt x="562" y="367"/>
                  </a:lnTo>
                  <a:lnTo>
                    <a:pt x="570" y="372"/>
                  </a:lnTo>
                  <a:lnTo>
                    <a:pt x="576" y="378"/>
                  </a:lnTo>
                  <a:lnTo>
                    <a:pt x="583" y="385"/>
                  </a:lnTo>
                  <a:lnTo>
                    <a:pt x="588" y="392"/>
                  </a:lnTo>
                  <a:lnTo>
                    <a:pt x="594" y="400"/>
                  </a:lnTo>
                  <a:lnTo>
                    <a:pt x="597" y="408"/>
                  </a:lnTo>
                  <a:lnTo>
                    <a:pt x="600" y="417"/>
                  </a:lnTo>
                  <a:lnTo>
                    <a:pt x="603" y="426"/>
                  </a:lnTo>
                  <a:lnTo>
                    <a:pt x="604" y="435"/>
                  </a:lnTo>
                  <a:lnTo>
                    <a:pt x="604" y="445"/>
                  </a:lnTo>
                  <a:lnTo>
                    <a:pt x="604" y="445"/>
                  </a:lnTo>
                  <a:lnTo>
                    <a:pt x="605" y="451"/>
                  </a:lnTo>
                  <a:lnTo>
                    <a:pt x="608" y="458"/>
                  </a:lnTo>
                  <a:lnTo>
                    <a:pt x="610" y="463"/>
                  </a:lnTo>
                  <a:lnTo>
                    <a:pt x="614" y="467"/>
                  </a:lnTo>
                  <a:lnTo>
                    <a:pt x="618" y="472"/>
                  </a:lnTo>
                  <a:lnTo>
                    <a:pt x="624" y="475"/>
                  </a:lnTo>
                  <a:lnTo>
                    <a:pt x="630" y="476"/>
                  </a:lnTo>
                  <a:lnTo>
                    <a:pt x="637" y="477"/>
                  </a:lnTo>
                  <a:lnTo>
                    <a:pt x="637" y="477"/>
                  </a:lnTo>
                  <a:lnTo>
                    <a:pt x="643" y="476"/>
                  </a:lnTo>
                  <a:lnTo>
                    <a:pt x="649" y="475"/>
                  </a:lnTo>
                  <a:lnTo>
                    <a:pt x="655" y="472"/>
                  </a:lnTo>
                  <a:lnTo>
                    <a:pt x="659" y="467"/>
                  </a:lnTo>
                  <a:lnTo>
                    <a:pt x="663" y="463"/>
                  </a:lnTo>
                  <a:lnTo>
                    <a:pt x="665" y="458"/>
                  </a:lnTo>
                  <a:lnTo>
                    <a:pt x="668" y="451"/>
                  </a:lnTo>
                  <a:lnTo>
                    <a:pt x="669" y="445"/>
                  </a:lnTo>
                  <a:lnTo>
                    <a:pt x="669" y="159"/>
                  </a:lnTo>
                  <a:lnTo>
                    <a:pt x="669" y="159"/>
                  </a:lnTo>
                  <a:lnTo>
                    <a:pt x="668" y="142"/>
                  </a:lnTo>
                  <a:lnTo>
                    <a:pt x="665" y="127"/>
                  </a:lnTo>
                  <a:lnTo>
                    <a:pt x="661" y="112"/>
                  </a:lnTo>
                  <a:lnTo>
                    <a:pt x="656" y="97"/>
                  </a:lnTo>
                  <a:lnTo>
                    <a:pt x="649" y="83"/>
                  </a:lnTo>
                  <a:lnTo>
                    <a:pt x="641" y="70"/>
                  </a:lnTo>
                  <a:lnTo>
                    <a:pt x="632" y="58"/>
                  </a:lnTo>
                  <a:lnTo>
                    <a:pt x="621" y="47"/>
                  </a:lnTo>
                  <a:lnTo>
                    <a:pt x="611" y="36"/>
                  </a:lnTo>
                  <a:lnTo>
                    <a:pt x="598" y="27"/>
                  </a:lnTo>
                  <a:lnTo>
                    <a:pt x="585" y="19"/>
                  </a:lnTo>
                  <a:lnTo>
                    <a:pt x="571" y="12"/>
                  </a:lnTo>
                  <a:lnTo>
                    <a:pt x="556" y="7"/>
                  </a:lnTo>
                  <a:lnTo>
                    <a:pt x="541" y="3"/>
                  </a:lnTo>
                  <a:lnTo>
                    <a:pt x="526" y="1"/>
                  </a:lnTo>
                  <a:lnTo>
                    <a:pt x="509" y="0"/>
                  </a:lnTo>
                  <a:lnTo>
                    <a:pt x="509" y="0"/>
                  </a:lnTo>
                  <a:close/>
                  <a:moveTo>
                    <a:pt x="604" y="318"/>
                  </a:moveTo>
                  <a:lnTo>
                    <a:pt x="604" y="318"/>
                  </a:lnTo>
                  <a:lnTo>
                    <a:pt x="595" y="311"/>
                  </a:lnTo>
                  <a:lnTo>
                    <a:pt x="584" y="304"/>
                  </a:lnTo>
                  <a:lnTo>
                    <a:pt x="572" y="299"/>
                  </a:lnTo>
                  <a:lnTo>
                    <a:pt x="560" y="295"/>
                  </a:lnTo>
                  <a:lnTo>
                    <a:pt x="549" y="291"/>
                  </a:lnTo>
                  <a:lnTo>
                    <a:pt x="536" y="288"/>
                  </a:lnTo>
                  <a:lnTo>
                    <a:pt x="523" y="287"/>
                  </a:lnTo>
                  <a:lnTo>
                    <a:pt x="509" y="286"/>
                  </a:lnTo>
                  <a:lnTo>
                    <a:pt x="509" y="286"/>
                  </a:lnTo>
                  <a:lnTo>
                    <a:pt x="493" y="287"/>
                  </a:lnTo>
                  <a:lnTo>
                    <a:pt x="478" y="289"/>
                  </a:lnTo>
                  <a:lnTo>
                    <a:pt x="462" y="294"/>
                  </a:lnTo>
                  <a:lnTo>
                    <a:pt x="448" y="299"/>
                  </a:lnTo>
                  <a:lnTo>
                    <a:pt x="434" y="305"/>
                  </a:lnTo>
                  <a:lnTo>
                    <a:pt x="421" y="314"/>
                  </a:lnTo>
                  <a:lnTo>
                    <a:pt x="408" y="323"/>
                  </a:lnTo>
                  <a:lnTo>
                    <a:pt x="397" y="333"/>
                  </a:lnTo>
                  <a:lnTo>
                    <a:pt x="387" y="344"/>
                  </a:lnTo>
                  <a:lnTo>
                    <a:pt x="378" y="357"/>
                  </a:lnTo>
                  <a:lnTo>
                    <a:pt x="369" y="370"/>
                  </a:lnTo>
                  <a:lnTo>
                    <a:pt x="363" y="384"/>
                  </a:lnTo>
                  <a:lnTo>
                    <a:pt x="358" y="398"/>
                  </a:lnTo>
                  <a:lnTo>
                    <a:pt x="353" y="414"/>
                  </a:lnTo>
                  <a:lnTo>
                    <a:pt x="351" y="429"/>
                  </a:lnTo>
                  <a:lnTo>
                    <a:pt x="350" y="445"/>
                  </a:lnTo>
                  <a:lnTo>
                    <a:pt x="350" y="445"/>
                  </a:lnTo>
                  <a:lnTo>
                    <a:pt x="350" y="455"/>
                  </a:lnTo>
                  <a:lnTo>
                    <a:pt x="348" y="464"/>
                  </a:lnTo>
                  <a:lnTo>
                    <a:pt x="346" y="474"/>
                  </a:lnTo>
                  <a:lnTo>
                    <a:pt x="343" y="482"/>
                  </a:lnTo>
                  <a:lnTo>
                    <a:pt x="338" y="491"/>
                  </a:lnTo>
                  <a:lnTo>
                    <a:pt x="334" y="499"/>
                  </a:lnTo>
                  <a:lnTo>
                    <a:pt x="329" y="506"/>
                  </a:lnTo>
                  <a:lnTo>
                    <a:pt x="322" y="512"/>
                  </a:lnTo>
                  <a:lnTo>
                    <a:pt x="316" y="519"/>
                  </a:lnTo>
                  <a:lnTo>
                    <a:pt x="308" y="524"/>
                  </a:lnTo>
                  <a:lnTo>
                    <a:pt x="301" y="530"/>
                  </a:lnTo>
                  <a:lnTo>
                    <a:pt x="292" y="533"/>
                  </a:lnTo>
                  <a:lnTo>
                    <a:pt x="284" y="536"/>
                  </a:lnTo>
                  <a:lnTo>
                    <a:pt x="274" y="538"/>
                  </a:lnTo>
                  <a:lnTo>
                    <a:pt x="264" y="540"/>
                  </a:lnTo>
                  <a:lnTo>
                    <a:pt x="255" y="540"/>
                  </a:lnTo>
                  <a:lnTo>
                    <a:pt x="255" y="540"/>
                  </a:lnTo>
                  <a:lnTo>
                    <a:pt x="245" y="540"/>
                  </a:lnTo>
                  <a:lnTo>
                    <a:pt x="235" y="538"/>
                  </a:lnTo>
                  <a:lnTo>
                    <a:pt x="227" y="536"/>
                  </a:lnTo>
                  <a:lnTo>
                    <a:pt x="218" y="533"/>
                  </a:lnTo>
                  <a:lnTo>
                    <a:pt x="209" y="530"/>
                  </a:lnTo>
                  <a:lnTo>
                    <a:pt x="202" y="524"/>
                  </a:lnTo>
                  <a:lnTo>
                    <a:pt x="194" y="519"/>
                  </a:lnTo>
                  <a:lnTo>
                    <a:pt x="187" y="512"/>
                  </a:lnTo>
                  <a:lnTo>
                    <a:pt x="182" y="506"/>
                  </a:lnTo>
                  <a:lnTo>
                    <a:pt x="176" y="499"/>
                  </a:lnTo>
                  <a:lnTo>
                    <a:pt x="171" y="491"/>
                  </a:lnTo>
                  <a:lnTo>
                    <a:pt x="167" y="482"/>
                  </a:lnTo>
                  <a:lnTo>
                    <a:pt x="163" y="474"/>
                  </a:lnTo>
                  <a:lnTo>
                    <a:pt x="161" y="464"/>
                  </a:lnTo>
                  <a:lnTo>
                    <a:pt x="160" y="455"/>
                  </a:lnTo>
                  <a:lnTo>
                    <a:pt x="159" y="445"/>
                  </a:lnTo>
                  <a:lnTo>
                    <a:pt x="159" y="285"/>
                  </a:lnTo>
                  <a:lnTo>
                    <a:pt x="159" y="285"/>
                  </a:lnTo>
                  <a:lnTo>
                    <a:pt x="170" y="293"/>
                  </a:lnTo>
                  <a:lnTo>
                    <a:pt x="181" y="299"/>
                  </a:lnTo>
                  <a:lnTo>
                    <a:pt x="192" y="304"/>
                  </a:lnTo>
                  <a:lnTo>
                    <a:pt x="204" y="310"/>
                  </a:lnTo>
                  <a:lnTo>
                    <a:pt x="216" y="313"/>
                  </a:lnTo>
                  <a:lnTo>
                    <a:pt x="229" y="316"/>
                  </a:lnTo>
                  <a:lnTo>
                    <a:pt x="242" y="317"/>
                  </a:lnTo>
                  <a:lnTo>
                    <a:pt x="255" y="318"/>
                  </a:lnTo>
                  <a:lnTo>
                    <a:pt x="255" y="318"/>
                  </a:lnTo>
                  <a:lnTo>
                    <a:pt x="271" y="317"/>
                  </a:lnTo>
                  <a:lnTo>
                    <a:pt x="287" y="315"/>
                  </a:lnTo>
                  <a:lnTo>
                    <a:pt x="302" y="311"/>
                  </a:lnTo>
                  <a:lnTo>
                    <a:pt x="317" y="305"/>
                  </a:lnTo>
                  <a:lnTo>
                    <a:pt x="331" y="299"/>
                  </a:lnTo>
                  <a:lnTo>
                    <a:pt x="344" y="290"/>
                  </a:lnTo>
                  <a:lnTo>
                    <a:pt x="356" y="282"/>
                  </a:lnTo>
                  <a:lnTo>
                    <a:pt x="367" y="271"/>
                  </a:lnTo>
                  <a:lnTo>
                    <a:pt x="378" y="260"/>
                  </a:lnTo>
                  <a:lnTo>
                    <a:pt x="387" y="247"/>
                  </a:lnTo>
                  <a:lnTo>
                    <a:pt x="395" y="235"/>
                  </a:lnTo>
                  <a:lnTo>
                    <a:pt x="402" y="221"/>
                  </a:lnTo>
                  <a:lnTo>
                    <a:pt x="407" y="207"/>
                  </a:lnTo>
                  <a:lnTo>
                    <a:pt x="410" y="191"/>
                  </a:lnTo>
                  <a:lnTo>
                    <a:pt x="413" y="176"/>
                  </a:lnTo>
                  <a:lnTo>
                    <a:pt x="414" y="159"/>
                  </a:lnTo>
                  <a:lnTo>
                    <a:pt x="414" y="159"/>
                  </a:lnTo>
                  <a:lnTo>
                    <a:pt x="414" y="150"/>
                  </a:lnTo>
                  <a:lnTo>
                    <a:pt x="415" y="140"/>
                  </a:lnTo>
                  <a:lnTo>
                    <a:pt x="419" y="130"/>
                  </a:lnTo>
                  <a:lnTo>
                    <a:pt x="422" y="122"/>
                  </a:lnTo>
                  <a:lnTo>
                    <a:pt x="425" y="113"/>
                  </a:lnTo>
                  <a:lnTo>
                    <a:pt x="431" y="106"/>
                  </a:lnTo>
                  <a:lnTo>
                    <a:pt x="436" y="98"/>
                  </a:lnTo>
                  <a:lnTo>
                    <a:pt x="442" y="92"/>
                  </a:lnTo>
                  <a:lnTo>
                    <a:pt x="449" y="85"/>
                  </a:lnTo>
                  <a:lnTo>
                    <a:pt x="456" y="80"/>
                  </a:lnTo>
                  <a:lnTo>
                    <a:pt x="464" y="75"/>
                  </a:lnTo>
                  <a:lnTo>
                    <a:pt x="472" y="71"/>
                  </a:lnTo>
                  <a:lnTo>
                    <a:pt x="481" y="68"/>
                  </a:lnTo>
                  <a:lnTo>
                    <a:pt x="491" y="65"/>
                  </a:lnTo>
                  <a:lnTo>
                    <a:pt x="499" y="64"/>
                  </a:lnTo>
                  <a:lnTo>
                    <a:pt x="509" y="64"/>
                  </a:lnTo>
                  <a:lnTo>
                    <a:pt x="509" y="64"/>
                  </a:lnTo>
                  <a:lnTo>
                    <a:pt x="520" y="64"/>
                  </a:lnTo>
                  <a:lnTo>
                    <a:pt x="528" y="65"/>
                  </a:lnTo>
                  <a:lnTo>
                    <a:pt x="538" y="68"/>
                  </a:lnTo>
                  <a:lnTo>
                    <a:pt x="546" y="71"/>
                  </a:lnTo>
                  <a:lnTo>
                    <a:pt x="555" y="75"/>
                  </a:lnTo>
                  <a:lnTo>
                    <a:pt x="562" y="80"/>
                  </a:lnTo>
                  <a:lnTo>
                    <a:pt x="570" y="85"/>
                  </a:lnTo>
                  <a:lnTo>
                    <a:pt x="576" y="92"/>
                  </a:lnTo>
                  <a:lnTo>
                    <a:pt x="583" y="98"/>
                  </a:lnTo>
                  <a:lnTo>
                    <a:pt x="588" y="106"/>
                  </a:lnTo>
                  <a:lnTo>
                    <a:pt x="594" y="113"/>
                  </a:lnTo>
                  <a:lnTo>
                    <a:pt x="597" y="122"/>
                  </a:lnTo>
                  <a:lnTo>
                    <a:pt x="600" y="130"/>
                  </a:lnTo>
                  <a:lnTo>
                    <a:pt x="603" y="140"/>
                  </a:lnTo>
                  <a:lnTo>
                    <a:pt x="604" y="150"/>
                  </a:lnTo>
                  <a:lnTo>
                    <a:pt x="604" y="159"/>
                  </a:lnTo>
                  <a:lnTo>
                    <a:pt x="604" y="318"/>
                  </a:lnTo>
                  <a:close/>
                </a:path>
              </a:pathLst>
            </a:custGeom>
            <a:solidFill>
              <a:schemeClr val="bg1"/>
            </a:solidFill>
            <a:ln>
              <a:noFill/>
            </a:ln>
          </p:spPr>
          <p:txBody>
            <a:bodyPr vert="horz" wrap="square" lIns="128518" tIns="64259" rIns="128518" bIns="64259" numCol="1" anchor="t" anchorCtr="0" compatLnSpc="1">
              <a:prstTxWarp prst="textNoShape">
                <a:avLst/>
              </a:prstTxWarp>
            </a:bodyPr>
            <a:lstStyle/>
            <a:p>
              <a:endParaRPr lang="zh-CN" altLang="en-US">
                <a:solidFill>
                  <a:schemeClr val="tx2"/>
                </a:solidFill>
              </a:endParaRPr>
            </a:p>
          </p:txBody>
        </p:sp>
      </p:grpSp>
      <p:sp>
        <p:nvSpPr>
          <p:cNvPr id="45" name="灯片编号占位符 44"/>
          <p:cNvSpPr>
            <a:spLocks noGrp="1"/>
          </p:cNvSpPr>
          <p:nvPr>
            <p:ph type="sldNum" sz="quarter" idx="12"/>
          </p:nvPr>
        </p:nvSpPr>
        <p:spPr/>
        <p:txBody>
          <a:bodyPr/>
          <a:lstStyle/>
          <a:p>
            <a:fld id="{18AF668F-848C-4CC0-8143-F2E483CC7783}" type="slidenum">
              <a:rPr lang="zh-CN" altLang="en-US" smtClean="0"/>
              <a:pPr/>
              <a:t>130</a:t>
            </a:fld>
            <a:endParaRPr lang="zh-CN" altLang="en-US"/>
          </a:p>
        </p:txBody>
      </p:sp>
    </p:spTree>
    <p:custDataLst>
      <p:tags r:id="rId1"/>
    </p:custDataLst>
    <p:extLst>
      <p:ext uri="{BB962C8B-B14F-4D97-AF65-F5344CB8AC3E}">
        <p14:creationId xmlns:p14="http://schemas.microsoft.com/office/powerpoint/2010/main" val="27726535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900" decel="100000" fill="hold"/>
                                        <p:tgtEl>
                                          <p:spTgt spid="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
                                        </p:tgtEl>
                                        <p:attrNameLst>
                                          <p:attrName>ppt_y</p:attrName>
                                        </p:attrNameLst>
                                      </p:cBhvr>
                                      <p:tavLst>
                                        <p:tav tm="0">
                                          <p:val>
                                            <p:strVal val="#ppt_y-.03"/>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49" presetClass="entr" presetSubtype="0" decel="10000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par>
                                <p:cTn id="19" presetID="49" presetClass="entr" presetSubtype="0" decel="100000" fill="hold" nodeType="withEffect">
                                  <p:stCondLst>
                                    <p:cond delay="25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 calcmode="lin" valueType="num">
                                      <p:cBhvr>
                                        <p:cTn id="23" dur="500" fill="hold"/>
                                        <p:tgtEl>
                                          <p:spTgt spid="4"/>
                                        </p:tgtEl>
                                        <p:attrNameLst>
                                          <p:attrName>style.rotation</p:attrName>
                                        </p:attrNameLst>
                                      </p:cBhvr>
                                      <p:tavLst>
                                        <p:tav tm="0">
                                          <p:val>
                                            <p:fltVal val="360"/>
                                          </p:val>
                                        </p:tav>
                                        <p:tav tm="100000">
                                          <p:val>
                                            <p:fltVal val="0"/>
                                          </p:val>
                                        </p:tav>
                                      </p:tavLst>
                                    </p:anim>
                                    <p:animEffect transition="in" filter="fade">
                                      <p:cBhvr>
                                        <p:cTn id="24" dur="500"/>
                                        <p:tgtEl>
                                          <p:spTgt spid="4"/>
                                        </p:tgtEl>
                                      </p:cBhvr>
                                    </p:animEffect>
                                  </p:childTnLst>
                                </p:cTn>
                              </p:par>
                              <p:par>
                                <p:cTn id="25" presetID="49" presetClass="entr" presetSubtype="0" decel="100000" fill="hold" nodeType="withEffect">
                                  <p:stCondLst>
                                    <p:cond delay="50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 calcmode="lin" valueType="num">
                                      <p:cBhvr>
                                        <p:cTn id="29" dur="500" fill="hold"/>
                                        <p:tgtEl>
                                          <p:spTgt spid="5"/>
                                        </p:tgtEl>
                                        <p:attrNameLst>
                                          <p:attrName>style.rotation</p:attrName>
                                        </p:attrNameLst>
                                      </p:cBhvr>
                                      <p:tavLst>
                                        <p:tav tm="0">
                                          <p:val>
                                            <p:fltVal val="360"/>
                                          </p:val>
                                        </p:tav>
                                        <p:tav tm="100000">
                                          <p:val>
                                            <p:fltVal val="0"/>
                                          </p:val>
                                        </p:tav>
                                      </p:tavLst>
                                    </p:anim>
                                    <p:animEffect transition="in" filter="fade">
                                      <p:cBhvr>
                                        <p:cTn id="30" dur="500"/>
                                        <p:tgtEl>
                                          <p:spTgt spid="5"/>
                                        </p:tgtEl>
                                      </p:cBhvr>
                                    </p:animEffect>
                                  </p:childTnLst>
                                </p:cTn>
                              </p:par>
                              <p:par>
                                <p:cTn id="31" presetID="49" presetClass="entr" presetSubtype="0" decel="100000" fill="hold" nodeType="withEffect">
                                  <p:stCondLst>
                                    <p:cond delay="750"/>
                                  </p:stCondLst>
                                  <p:childTnLst>
                                    <p:set>
                                      <p:cBhvr>
                                        <p:cTn id="32" dur="1" fill="hold">
                                          <p:stCondLst>
                                            <p:cond delay="0"/>
                                          </p:stCondLst>
                                        </p:cTn>
                                        <p:tgtEl>
                                          <p:spTgt spid="6"/>
                                        </p:tgtEl>
                                        <p:attrNameLst>
                                          <p:attrName>style.visibility</p:attrName>
                                        </p:attrNameLst>
                                      </p:cBhvr>
                                      <p:to>
                                        <p:strVal val="visible"/>
                                      </p:to>
                                    </p:set>
                                    <p:anim calcmode="lin" valueType="num">
                                      <p:cBhvr>
                                        <p:cTn id="33" dur="500" fill="hold"/>
                                        <p:tgtEl>
                                          <p:spTgt spid="6"/>
                                        </p:tgtEl>
                                        <p:attrNameLst>
                                          <p:attrName>ppt_w</p:attrName>
                                        </p:attrNameLst>
                                      </p:cBhvr>
                                      <p:tavLst>
                                        <p:tav tm="0">
                                          <p:val>
                                            <p:fltVal val="0"/>
                                          </p:val>
                                        </p:tav>
                                        <p:tav tm="100000">
                                          <p:val>
                                            <p:strVal val="#ppt_w"/>
                                          </p:val>
                                        </p:tav>
                                      </p:tavLst>
                                    </p:anim>
                                    <p:anim calcmode="lin" valueType="num">
                                      <p:cBhvr>
                                        <p:cTn id="34" dur="500" fill="hold"/>
                                        <p:tgtEl>
                                          <p:spTgt spid="6"/>
                                        </p:tgtEl>
                                        <p:attrNameLst>
                                          <p:attrName>ppt_h</p:attrName>
                                        </p:attrNameLst>
                                      </p:cBhvr>
                                      <p:tavLst>
                                        <p:tav tm="0">
                                          <p:val>
                                            <p:fltVal val="0"/>
                                          </p:val>
                                        </p:tav>
                                        <p:tav tm="100000">
                                          <p:val>
                                            <p:strVal val="#ppt_h"/>
                                          </p:val>
                                        </p:tav>
                                      </p:tavLst>
                                    </p:anim>
                                    <p:anim calcmode="lin" valueType="num">
                                      <p:cBhvr>
                                        <p:cTn id="35" dur="500" fill="hold"/>
                                        <p:tgtEl>
                                          <p:spTgt spid="6"/>
                                        </p:tgtEl>
                                        <p:attrNameLst>
                                          <p:attrName>style.rotation</p:attrName>
                                        </p:attrNameLst>
                                      </p:cBhvr>
                                      <p:tavLst>
                                        <p:tav tm="0">
                                          <p:val>
                                            <p:fltVal val="360"/>
                                          </p:val>
                                        </p:tav>
                                        <p:tav tm="100000">
                                          <p:val>
                                            <p:fltVal val="0"/>
                                          </p:val>
                                        </p:tav>
                                      </p:tavLst>
                                    </p:anim>
                                    <p:animEffect transition="in" filter="fade">
                                      <p:cBhvr>
                                        <p:cTn id="36" dur="500"/>
                                        <p:tgtEl>
                                          <p:spTgt spid="6"/>
                                        </p:tgtEl>
                                      </p:cBhvr>
                                    </p:animEffect>
                                  </p:childTnLst>
                                </p:cTn>
                              </p:par>
                              <p:par>
                                <p:cTn id="37" presetID="49" presetClass="entr" presetSubtype="0" decel="100000" fill="hold" nodeType="withEffect">
                                  <p:stCondLst>
                                    <p:cond delay="1000"/>
                                  </p:stCondLst>
                                  <p:childTnLst>
                                    <p:set>
                                      <p:cBhvr>
                                        <p:cTn id="38" dur="1" fill="hold">
                                          <p:stCondLst>
                                            <p:cond delay="0"/>
                                          </p:stCondLst>
                                        </p:cTn>
                                        <p:tgtEl>
                                          <p:spTgt spid="7"/>
                                        </p:tgtEl>
                                        <p:attrNameLst>
                                          <p:attrName>style.visibility</p:attrName>
                                        </p:attrNameLst>
                                      </p:cBhvr>
                                      <p:to>
                                        <p:strVal val="visible"/>
                                      </p:to>
                                    </p:set>
                                    <p:anim calcmode="lin" valueType="num">
                                      <p:cBhvr>
                                        <p:cTn id="39" dur="500" fill="hold"/>
                                        <p:tgtEl>
                                          <p:spTgt spid="7"/>
                                        </p:tgtEl>
                                        <p:attrNameLst>
                                          <p:attrName>ppt_w</p:attrName>
                                        </p:attrNameLst>
                                      </p:cBhvr>
                                      <p:tavLst>
                                        <p:tav tm="0">
                                          <p:val>
                                            <p:fltVal val="0"/>
                                          </p:val>
                                        </p:tav>
                                        <p:tav tm="100000">
                                          <p:val>
                                            <p:strVal val="#ppt_w"/>
                                          </p:val>
                                        </p:tav>
                                      </p:tavLst>
                                    </p:anim>
                                    <p:anim calcmode="lin" valueType="num">
                                      <p:cBhvr>
                                        <p:cTn id="40" dur="500" fill="hold"/>
                                        <p:tgtEl>
                                          <p:spTgt spid="7"/>
                                        </p:tgtEl>
                                        <p:attrNameLst>
                                          <p:attrName>ppt_h</p:attrName>
                                        </p:attrNameLst>
                                      </p:cBhvr>
                                      <p:tavLst>
                                        <p:tav tm="0">
                                          <p:val>
                                            <p:fltVal val="0"/>
                                          </p:val>
                                        </p:tav>
                                        <p:tav tm="100000">
                                          <p:val>
                                            <p:strVal val="#ppt_h"/>
                                          </p:val>
                                        </p:tav>
                                      </p:tavLst>
                                    </p:anim>
                                    <p:anim calcmode="lin" valueType="num">
                                      <p:cBhvr>
                                        <p:cTn id="41" dur="500" fill="hold"/>
                                        <p:tgtEl>
                                          <p:spTgt spid="7"/>
                                        </p:tgtEl>
                                        <p:attrNameLst>
                                          <p:attrName>style.rotation</p:attrName>
                                        </p:attrNameLst>
                                      </p:cBhvr>
                                      <p:tavLst>
                                        <p:tav tm="0">
                                          <p:val>
                                            <p:fltVal val="360"/>
                                          </p:val>
                                        </p:tav>
                                        <p:tav tm="100000">
                                          <p:val>
                                            <p:fltVal val="0"/>
                                          </p:val>
                                        </p:tav>
                                      </p:tavLst>
                                    </p:anim>
                                    <p:animEffect transition="in" filter="fade">
                                      <p:cBhvr>
                                        <p:cTn id="42" dur="500"/>
                                        <p:tgtEl>
                                          <p:spTgt spid="7"/>
                                        </p:tgtEl>
                                      </p:cBhvr>
                                    </p:animEffect>
                                  </p:childTnLst>
                                </p:cTn>
                              </p:par>
                              <p:par>
                                <p:cTn id="43" presetID="49" presetClass="entr" presetSubtype="0" decel="100000" fill="hold" nodeType="withEffect">
                                  <p:stCondLst>
                                    <p:cond delay="1250"/>
                                  </p:stCondLst>
                                  <p:childTnLst>
                                    <p:set>
                                      <p:cBhvr>
                                        <p:cTn id="44" dur="1" fill="hold">
                                          <p:stCondLst>
                                            <p:cond delay="0"/>
                                          </p:stCondLst>
                                        </p:cTn>
                                        <p:tgtEl>
                                          <p:spTgt spid="11"/>
                                        </p:tgtEl>
                                        <p:attrNameLst>
                                          <p:attrName>style.visibility</p:attrName>
                                        </p:attrNameLst>
                                      </p:cBhvr>
                                      <p:to>
                                        <p:strVal val="visible"/>
                                      </p:to>
                                    </p:set>
                                    <p:anim calcmode="lin" valueType="num">
                                      <p:cBhvr>
                                        <p:cTn id="45" dur="500" fill="hold"/>
                                        <p:tgtEl>
                                          <p:spTgt spid="11"/>
                                        </p:tgtEl>
                                        <p:attrNameLst>
                                          <p:attrName>ppt_w</p:attrName>
                                        </p:attrNameLst>
                                      </p:cBhvr>
                                      <p:tavLst>
                                        <p:tav tm="0">
                                          <p:val>
                                            <p:fltVal val="0"/>
                                          </p:val>
                                        </p:tav>
                                        <p:tav tm="100000">
                                          <p:val>
                                            <p:strVal val="#ppt_w"/>
                                          </p:val>
                                        </p:tav>
                                      </p:tavLst>
                                    </p:anim>
                                    <p:anim calcmode="lin" valueType="num">
                                      <p:cBhvr>
                                        <p:cTn id="46" dur="500" fill="hold"/>
                                        <p:tgtEl>
                                          <p:spTgt spid="11"/>
                                        </p:tgtEl>
                                        <p:attrNameLst>
                                          <p:attrName>ppt_h</p:attrName>
                                        </p:attrNameLst>
                                      </p:cBhvr>
                                      <p:tavLst>
                                        <p:tav tm="0">
                                          <p:val>
                                            <p:fltVal val="0"/>
                                          </p:val>
                                        </p:tav>
                                        <p:tav tm="100000">
                                          <p:val>
                                            <p:strVal val="#ppt_h"/>
                                          </p:val>
                                        </p:tav>
                                      </p:tavLst>
                                    </p:anim>
                                    <p:anim calcmode="lin" valueType="num">
                                      <p:cBhvr>
                                        <p:cTn id="47" dur="500" fill="hold"/>
                                        <p:tgtEl>
                                          <p:spTgt spid="11"/>
                                        </p:tgtEl>
                                        <p:attrNameLst>
                                          <p:attrName>style.rotation</p:attrName>
                                        </p:attrNameLst>
                                      </p:cBhvr>
                                      <p:tavLst>
                                        <p:tav tm="0">
                                          <p:val>
                                            <p:fltVal val="360"/>
                                          </p:val>
                                        </p:tav>
                                        <p:tav tm="100000">
                                          <p:val>
                                            <p:fltVal val="0"/>
                                          </p:val>
                                        </p:tav>
                                      </p:tavLst>
                                    </p:anim>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 calcmode="lin" valueType="num">
                                      <p:cBhvr additive="base">
                                        <p:cTn id="53" dur="500" fill="hold"/>
                                        <p:tgtEl>
                                          <p:spTgt spid="19"/>
                                        </p:tgtEl>
                                        <p:attrNameLst>
                                          <p:attrName>ppt_x</p:attrName>
                                        </p:attrNameLst>
                                      </p:cBhvr>
                                      <p:tavLst>
                                        <p:tav tm="0">
                                          <p:val>
                                            <p:strVal val="1+#ppt_w/2"/>
                                          </p:val>
                                        </p:tav>
                                        <p:tav tm="100000">
                                          <p:val>
                                            <p:strVal val="#ppt_x"/>
                                          </p:val>
                                        </p:tav>
                                      </p:tavLst>
                                    </p:anim>
                                    <p:anim calcmode="lin" valueType="num">
                                      <p:cBhvr additive="base">
                                        <p:cTn id="54" dur="500" fill="hold"/>
                                        <p:tgtEl>
                                          <p:spTgt spid="19"/>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 calcmode="lin" valueType="num">
                                      <p:cBhvr additive="base">
                                        <p:cTn id="57" dur="500" fill="hold"/>
                                        <p:tgtEl>
                                          <p:spTgt spid="22"/>
                                        </p:tgtEl>
                                        <p:attrNameLst>
                                          <p:attrName>ppt_x</p:attrName>
                                        </p:attrNameLst>
                                      </p:cBhvr>
                                      <p:tavLst>
                                        <p:tav tm="0">
                                          <p:val>
                                            <p:strVal val="1+#ppt_w/2"/>
                                          </p:val>
                                        </p:tav>
                                        <p:tav tm="100000">
                                          <p:val>
                                            <p:strVal val="#ppt_x"/>
                                          </p:val>
                                        </p:tav>
                                      </p:tavLst>
                                    </p:anim>
                                    <p:anim calcmode="lin" valueType="num">
                                      <p:cBhvr additive="base">
                                        <p:cTn id="58" dur="500" fill="hold"/>
                                        <p:tgtEl>
                                          <p:spTgt spid="22"/>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23"/>
                                        </p:tgtEl>
                                        <p:attrNameLst>
                                          <p:attrName>style.visibility</p:attrName>
                                        </p:attrNameLst>
                                      </p:cBhvr>
                                      <p:to>
                                        <p:strVal val="visible"/>
                                      </p:to>
                                    </p:set>
                                    <p:anim calcmode="lin" valueType="num">
                                      <p:cBhvr additive="base">
                                        <p:cTn id="61" dur="500" fill="hold"/>
                                        <p:tgtEl>
                                          <p:spTgt spid="23"/>
                                        </p:tgtEl>
                                        <p:attrNameLst>
                                          <p:attrName>ppt_x</p:attrName>
                                        </p:attrNameLst>
                                      </p:cBhvr>
                                      <p:tavLst>
                                        <p:tav tm="0">
                                          <p:val>
                                            <p:strVal val="1+#ppt_w/2"/>
                                          </p:val>
                                        </p:tav>
                                        <p:tav tm="100000">
                                          <p:val>
                                            <p:strVal val="#ppt_x"/>
                                          </p:val>
                                        </p:tav>
                                      </p:tavLst>
                                    </p:anim>
                                    <p:anim calcmode="lin" valueType="num">
                                      <p:cBhvr additive="base">
                                        <p:cTn id="62" dur="500" fill="hold"/>
                                        <p:tgtEl>
                                          <p:spTgt spid="2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26"/>
                                        </p:tgtEl>
                                        <p:attrNameLst>
                                          <p:attrName>style.visibility</p:attrName>
                                        </p:attrNameLst>
                                      </p:cBhvr>
                                      <p:to>
                                        <p:strVal val="visible"/>
                                      </p:to>
                                    </p:set>
                                    <p:anim calcmode="lin" valueType="num">
                                      <p:cBhvr additive="base">
                                        <p:cTn id="65" dur="500" fill="hold"/>
                                        <p:tgtEl>
                                          <p:spTgt spid="26"/>
                                        </p:tgtEl>
                                        <p:attrNameLst>
                                          <p:attrName>ppt_x</p:attrName>
                                        </p:attrNameLst>
                                      </p:cBhvr>
                                      <p:tavLst>
                                        <p:tav tm="0">
                                          <p:val>
                                            <p:strVal val="0-#ppt_w/2"/>
                                          </p:val>
                                        </p:tav>
                                        <p:tav tm="100000">
                                          <p:val>
                                            <p:strVal val="#ppt_x"/>
                                          </p:val>
                                        </p:tav>
                                      </p:tavLst>
                                    </p:anim>
                                    <p:anim calcmode="lin" valueType="num">
                                      <p:cBhvr additive="base">
                                        <p:cTn id="66" dur="500" fill="hold"/>
                                        <p:tgtEl>
                                          <p:spTgt spid="26"/>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25"/>
                                        </p:tgtEl>
                                        <p:attrNameLst>
                                          <p:attrName>style.visibility</p:attrName>
                                        </p:attrNameLst>
                                      </p:cBhvr>
                                      <p:to>
                                        <p:strVal val="visible"/>
                                      </p:to>
                                    </p:set>
                                    <p:anim calcmode="lin" valueType="num">
                                      <p:cBhvr additive="base">
                                        <p:cTn id="69" dur="500" fill="hold"/>
                                        <p:tgtEl>
                                          <p:spTgt spid="25"/>
                                        </p:tgtEl>
                                        <p:attrNameLst>
                                          <p:attrName>ppt_x</p:attrName>
                                        </p:attrNameLst>
                                      </p:cBhvr>
                                      <p:tavLst>
                                        <p:tav tm="0">
                                          <p:val>
                                            <p:strVal val="0-#ppt_w/2"/>
                                          </p:val>
                                        </p:tav>
                                        <p:tav tm="100000">
                                          <p:val>
                                            <p:strVal val="#ppt_x"/>
                                          </p:val>
                                        </p:tav>
                                      </p:tavLst>
                                    </p:anim>
                                    <p:anim calcmode="lin" valueType="num">
                                      <p:cBhvr additive="base">
                                        <p:cTn id="70" dur="500" fill="hold"/>
                                        <p:tgtEl>
                                          <p:spTgt spid="25"/>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 calcmode="lin" valueType="num">
                                      <p:cBhvr additive="base">
                                        <p:cTn id="73" dur="500" fill="hold"/>
                                        <p:tgtEl>
                                          <p:spTgt spid="24"/>
                                        </p:tgtEl>
                                        <p:attrNameLst>
                                          <p:attrName>ppt_x</p:attrName>
                                        </p:attrNameLst>
                                      </p:cBhvr>
                                      <p:tavLst>
                                        <p:tav tm="0">
                                          <p:val>
                                            <p:strVal val="0-#ppt_w/2"/>
                                          </p:val>
                                        </p:tav>
                                        <p:tav tm="100000">
                                          <p:val>
                                            <p:strVal val="#ppt_x"/>
                                          </p:val>
                                        </p:tav>
                                      </p:tavLst>
                                    </p:anim>
                                    <p:anim calcmode="lin" valueType="num">
                                      <p:cBhvr additive="base">
                                        <p:cTn id="74" dur="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9" grpId="0"/>
      <p:bldP spid="24" grpId="0"/>
      <p:bldP spid="22" grpId="0"/>
      <p:bldP spid="25" grpId="0"/>
      <p:bldP spid="23" grpId="0"/>
      <p:bldP spid="26"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9"/>
          <p:cNvGrpSpPr/>
          <p:nvPr/>
        </p:nvGrpSpPr>
        <p:grpSpPr>
          <a:xfrm>
            <a:off x="5072631" y="2524923"/>
            <a:ext cx="1305421" cy="1604745"/>
            <a:chOff x="3606801" y="1795463"/>
            <a:chExt cx="928688" cy="1141413"/>
          </a:xfrm>
        </p:grpSpPr>
        <p:sp>
          <p:nvSpPr>
            <p:cNvPr id="6152" name="Freeform 8"/>
            <p:cNvSpPr>
              <a:spLocks/>
            </p:cNvSpPr>
            <p:nvPr/>
          </p:nvSpPr>
          <p:spPr bwMode="auto">
            <a:xfrm>
              <a:off x="3606801" y="1795463"/>
              <a:ext cx="928688" cy="1141413"/>
            </a:xfrm>
            <a:custGeom>
              <a:avLst/>
              <a:gdLst/>
              <a:ahLst/>
              <a:cxnLst>
                <a:cxn ang="0">
                  <a:pos x="3" y="110"/>
                </a:cxn>
                <a:cxn ang="0">
                  <a:pos x="247" y="0"/>
                </a:cxn>
                <a:cxn ang="0">
                  <a:pos x="247" y="303"/>
                </a:cxn>
                <a:cxn ang="0">
                  <a:pos x="21" y="303"/>
                </a:cxn>
                <a:cxn ang="0">
                  <a:pos x="3" y="110"/>
                </a:cxn>
              </a:cxnLst>
              <a:rect l="0" t="0" r="r" b="b"/>
              <a:pathLst>
                <a:path w="247" h="303">
                  <a:moveTo>
                    <a:pt x="3" y="110"/>
                  </a:moveTo>
                  <a:cubicBezTo>
                    <a:pt x="103" y="89"/>
                    <a:pt x="184" y="52"/>
                    <a:pt x="247" y="0"/>
                  </a:cubicBezTo>
                  <a:cubicBezTo>
                    <a:pt x="247" y="303"/>
                    <a:pt x="247" y="303"/>
                    <a:pt x="247" y="303"/>
                  </a:cubicBezTo>
                  <a:cubicBezTo>
                    <a:pt x="21" y="303"/>
                    <a:pt x="21" y="303"/>
                    <a:pt x="21" y="303"/>
                  </a:cubicBezTo>
                  <a:cubicBezTo>
                    <a:pt x="5" y="245"/>
                    <a:pt x="0" y="180"/>
                    <a:pt x="3" y="110"/>
                  </a:cubicBezTo>
                  <a:close/>
                </a:path>
              </a:pathLst>
            </a:custGeom>
            <a:solidFill>
              <a:schemeClr val="accent1"/>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9"/>
            <p:cNvSpPr>
              <a:spLocks noEditPoints="1"/>
            </p:cNvSpPr>
            <p:nvPr/>
          </p:nvSpPr>
          <p:spPr bwMode="auto">
            <a:xfrm>
              <a:off x="3962400" y="2350968"/>
              <a:ext cx="275623" cy="307615"/>
            </a:xfrm>
            <a:custGeom>
              <a:avLst/>
              <a:gdLst/>
              <a:ahLst/>
              <a:cxnLst>
                <a:cxn ang="0">
                  <a:pos x="374" y="158"/>
                </a:cxn>
                <a:cxn ang="0">
                  <a:pos x="352" y="158"/>
                </a:cxn>
                <a:cxn ang="0">
                  <a:pos x="209" y="0"/>
                </a:cxn>
                <a:cxn ang="0">
                  <a:pos x="67" y="158"/>
                </a:cxn>
                <a:cxn ang="0">
                  <a:pos x="44" y="158"/>
                </a:cxn>
                <a:cxn ang="0">
                  <a:pos x="0" y="203"/>
                </a:cxn>
                <a:cxn ang="0">
                  <a:pos x="0" y="414"/>
                </a:cxn>
                <a:cxn ang="0">
                  <a:pos x="44" y="478"/>
                </a:cxn>
                <a:cxn ang="0">
                  <a:pos x="374" y="478"/>
                </a:cxn>
                <a:cxn ang="0">
                  <a:pos x="428" y="414"/>
                </a:cxn>
                <a:cxn ang="0">
                  <a:pos x="428" y="203"/>
                </a:cxn>
                <a:cxn ang="0">
                  <a:pos x="374" y="158"/>
                </a:cxn>
                <a:cxn ang="0">
                  <a:pos x="247" y="414"/>
                </a:cxn>
                <a:cxn ang="0">
                  <a:pos x="172" y="414"/>
                </a:cxn>
                <a:cxn ang="0">
                  <a:pos x="186" y="309"/>
                </a:cxn>
                <a:cxn ang="0">
                  <a:pos x="161" y="265"/>
                </a:cxn>
                <a:cxn ang="0">
                  <a:pos x="210" y="216"/>
                </a:cxn>
                <a:cxn ang="0">
                  <a:pos x="258" y="264"/>
                </a:cxn>
                <a:cxn ang="0">
                  <a:pos x="232" y="310"/>
                </a:cxn>
                <a:cxn ang="0">
                  <a:pos x="247" y="414"/>
                </a:cxn>
                <a:cxn ang="0">
                  <a:pos x="112" y="158"/>
                </a:cxn>
                <a:cxn ang="0">
                  <a:pos x="209" y="45"/>
                </a:cxn>
                <a:cxn ang="0">
                  <a:pos x="307" y="158"/>
                </a:cxn>
                <a:cxn ang="0">
                  <a:pos x="112" y="158"/>
                </a:cxn>
              </a:cxnLst>
              <a:rect l="0" t="0" r="r" b="b"/>
              <a:pathLst>
                <a:path w="428" h="478">
                  <a:moveTo>
                    <a:pt x="374" y="158"/>
                  </a:moveTo>
                  <a:cubicBezTo>
                    <a:pt x="352" y="158"/>
                    <a:pt x="352" y="158"/>
                    <a:pt x="352" y="158"/>
                  </a:cubicBezTo>
                  <a:cubicBezTo>
                    <a:pt x="352" y="58"/>
                    <a:pt x="292" y="0"/>
                    <a:pt x="209" y="0"/>
                  </a:cubicBezTo>
                  <a:cubicBezTo>
                    <a:pt x="127" y="0"/>
                    <a:pt x="67" y="58"/>
                    <a:pt x="67" y="158"/>
                  </a:cubicBezTo>
                  <a:cubicBezTo>
                    <a:pt x="44" y="158"/>
                    <a:pt x="44" y="158"/>
                    <a:pt x="44" y="158"/>
                  </a:cubicBezTo>
                  <a:cubicBezTo>
                    <a:pt x="11" y="158"/>
                    <a:pt x="0" y="170"/>
                    <a:pt x="0" y="203"/>
                  </a:cubicBezTo>
                  <a:cubicBezTo>
                    <a:pt x="0" y="414"/>
                    <a:pt x="0" y="414"/>
                    <a:pt x="0" y="414"/>
                  </a:cubicBezTo>
                  <a:cubicBezTo>
                    <a:pt x="0" y="447"/>
                    <a:pt x="11" y="478"/>
                    <a:pt x="44" y="478"/>
                  </a:cubicBezTo>
                  <a:cubicBezTo>
                    <a:pt x="374" y="478"/>
                    <a:pt x="374" y="478"/>
                    <a:pt x="374" y="478"/>
                  </a:cubicBezTo>
                  <a:cubicBezTo>
                    <a:pt x="407" y="478"/>
                    <a:pt x="428" y="447"/>
                    <a:pt x="428" y="414"/>
                  </a:cubicBezTo>
                  <a:cubicBezTo>
                    <a:pt x="428" y="203"/>
                    <a:pt x="428" y="203"/>
                    <a:pt x="428" y="203"/>
                  </a:cubicBezTo>
                  <a:cubicBezTo>
                    <a:pt x="428" y="170"/>
                    <a:pt x="407" y="158"/>
                    <a:pt x="374" y="158"/>
                  </a:cubicBezTo>
                  <a:moveTo>
                    <a:pt x="247" y="414"/>
                  </a:moveTo>
                  <a:cubicBezTo>
                    <a:pt x="172" y="414"/>
                    <a:pt x="172" y="414"/>
                    <a:pt x="172" y="414"/>
                  </a:cubicBezTo>
                  <a:cubicBezTo>
                    <a:pt x="186" y="309"/>
                    <a:pt x="186" y="309"/>
                    <a:pt x="186" y="309"/>
                  </a:cubicBezTo>
                  <a:cubicBezTo>
                    <a:pt x="171" y="301"/>
                    <a:pt x="161" y="283"/>
                    <a:pt x="161" y="265"/>
                  </a:cubicBezTo>
                  <a:cubicBezTo>
                    <a:pt x="161" y="238"/>
                    <a:pt x="183" y="216"/>
                    <a:pt x="210" y="216"/>
                  </a:cubicBezTo>
                  <a:cubicBezTo>
                    <a:pt x="236" y="216"/>
                    <a:pt x="258" y="237"/>
                    <a:pt x="258" y="264"/>
                  </a:cubicBezTo>
                  <a:cubicBezTo>
                    <a:pt x="258" y="282"/>
                    <a:pt x="248" y="302"/>
                    <a:pt x="232" y="310"/>
                  </a:cubicBezTo>
                  <a:lnTo>
                    <a:pt x="247" y="414"/>
                  </a:lnTo>
                  <a:close/>
                  <a:moveTo>
                    <a:pt x="112" y="158"/>
                  </a:moveTo>
                  <a:cubicBezTo>
                    <a:pt x="112" y="66"/>
                    <a:pt x="161" y="45"/>
                    <a:pt x="209" y="45"/>
                  </a:cubicBezTo>
                  <a:cubicBezTo>
                    <a:pt x="258" y="45"/>
                    <a:pt x="307" y="66"/>
                    <a:pt x="307" y="158"/>
                  </a:cubicBezTo>
                  <a:lnTo>
                    <a:pt x="112" y="158"/>
                  </a:lnTo>
                  <a:close/>
                </a:path>
              </a:pathLst>
            </a:custGeom>
            <a:solidFill>
              <a:srgbClr val="FFFFFF"/>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 name="Group 50"/>
          <p:cNvGrpSpPr/>
          <p:nvPr/>
        </p:nvGrpSpPr>
        <p:grpSpPr>
          <a:xfrm>
            <a:off x="6462849" y="2520457"/>
            <a:ext cx="1303189" cy="1609210"/>
            <a:chOff x="4595813" y="1792288"/>
            <a:chExt cx="927100" cy="1144588"/>
          </a:xfrm>
        </p:grpSpPr>
        <p:sp>
          <p:nvSpPr>
            <p:cNvPr id="6153" name="Freeform 9"/>
            <p:cNvSpPr>
              <a:spLocks/>
            </p:cNvSpPr>
            <p:nvPr/>
          </p:nvSpPr>
          <p:spPr bwMode="auto">
            <a:xfrm>
              <a:off x="4595813" y="1792288"/>
              <a:ext cx="927100" cy="1144588"/>
            </a:xfrm>
            <a:custGeom>
              <a:avLst/>
              <a:gdLst/>
              <a:ahLst/>
              <a:cxnLst>
                <a:cxn ang="0">
                  <a:pos x="220" y="304"/>
                </a:cxn>
                <a:cxn ang="0">
                  <a:pos x="0" y="304"/>
                </a:cxn>
                <a:cxn ang="0">
                  <a:pos x="0" y="0"/>
                </a:cxn>
                <a:cxn ang="0">
                  <a:pos x="246" y="111"/>
                </a:cxn>
                <a:cxn ang="0">
                  <a:pos x="220" y="304"/>
                </a:cxn>
              </a:cxnLst>
              <a:rect l="0" t="0" r="r" b="b"/>
              <a:pathLst>
                <a:path w="246" h="304">
                  <a:moveTo>
                    <a:pt x="220" y="304"/>
                  </a:moveTo>
                  <a:cubicBezTo>
                    <a:pt x="0" y="304"/>
                    <a:pt x="0" y="304"/>
                    <a:pt x="0" y="304"/>
                  </a:cubicBezTo>
                  <a:cubicBezTo>
                    <a:pt x="0" y="0"/>
                    <a:pt x="0" y="0"/>
                    <a:pt x="0" y="0"/>
                  </a:cubicBezTo>
                  <a:cubicBezTo>
                    <a:pt x="76" y="56"/>
                    <a:pt x="158" y="93"/>
                    <a:pt x="246" y="111"/>
                  </a:cubicBezTo>
                  <a:cubicBezTo>
                    <a:pt x="243" y="183"/>
                    <a:pt x="235" y="247"/>
                    <a:pt x="220" y="304"/>
                  </a:cubicBezTo>
                  <a:close/>
                </a:path>
              </a:pathLst>
            </a:custGeom>
            <a:solidFill>
              <a:schemeClr val="accent2"/>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100"/>
            <p:cNvSpPr>
              <a:spLocks noEditPoints="1"/>
            </p:cNvSpPr>
            <p:nvPr/>
          </p:nvSpPr>
          <p:spPr bwMode="auto">
            <a:xfrm>
              <a:off x="4800600" y="2355899"/>
              <a:ext cx="323697" cy="310304"/>
            </a:xfrm>
            <a:custGeom>
              <a:avLst/>
              <a:gdLst/>
              <a:ahLst/>
              <a:cxnLst>
                <a:cxn ang="0">
                  <a:pos x="63" y="49"/>
                </a:cxn>
                <a:cxn ang="0">
                  <a:pos x="58" y="44"/>
                </a:cxn>
                <a:cxn ang="0">
                  <a:pos x="54" y="48"/>
                </a:cxn>
                <a:cxn ang="0">
                  <a:pos x="63" y="57"/>
                </a:cxn>
                <a:cxn ang="0">
                  <a:pos x="64" y="60"/>
                </a:cxn>
                <a:cxn ang="0">
                  <a:pos x="59" y="64"/>
                </a:cxn>
                <a:cxn ang="0">
                  <a:pos x="56" y="63"/>
                </a:cxn>
                <a:cxn ang="0">
                  <a:pos x="29" y="36"/>
                </a:cxn>
                <a:cxn ang="0">
                  <a:pos x="15" y="42"/>
                </a:cxn>
                <a:cxn ang="0">
                  <a:pos x="0" y="27"/>
                </a:cxn>
                <a:cxn ang="0">
                  <a:pos x="26" y="0"/>
                </a:cxn>
                <a:cxn ang="0">
                  <a:pos x="41" y="15"/>
                </a:cxn>
                <a:cxn ang="0">
                  <a:pos x="36" y="30"/>
                </a:cxn>
                <a:cxn ang="0">
                  <a:pos x="50" y="44"/>
                </a:cxn>
                <a:cxn ang="0">
                  <a:pos x="54" y="40"/>
                </a:cxn>
                <a:cxn ang="0">
                  <a:pos x="49" y="35"/>
                </a:cxn>
                <a:cxn ang="0">
                  <a:pos x="54" y="31"/>
                </a:cxn>
                <a:cxn ang="0">
                  <a:pos x="55" y="31"/>
                </a:cxn>
                <a:cxn ang="0">
                  <a:pos x="67" y="44"/>
                </a:cxn>
                <a:cxn ang="0">
                  <a:pos x="63" y="49"/>
                </a:cxn>
                <a:cxn ang="0">
                  <a:pos x="25" y="8"/>
                </a:cxn>
                <a:cxn ang="0">
                  <a:pos x="18" y="16"/>
                </a:cxn>
                <a:cxn ang="0">
                  <a:pos x="19" y="19"/>
                </a:cxn>
                <a:cxn ang="0">
                  <a:pos x="15" y="18"/>
                </a:cxn>
                <a:cxn ang="0">
                  <a:pos x="7" y="26"/>
                </a:cxn>
                <a:cxn ang="0">
                  <a:pos x="15" y="34"/>
                </a:cxn>
                <a:cxn ang="0">
                  <a:pos x="23" y="26"/>
                </a:cxn>
                <a:cxn ang="0">
                  <a:pos x="22" y="23"/>
                </a:cxn>
                <a:cxn ang="0">
                  <a:pos x="25" y="24"/>
                </a:cxn>
                <a:cxn ang="0">
                  <a:pos x="33" y="16"/>
                </a:cxn>
                <a:cxn ang="0">
                  <a:pos x="25" y="8"/>
                </a:cxn>
              </a:cxnLst>
              <a:rect l="0" t="0" r="r" b="b"/>
              <a:pathLst>
                <a:path w="67" h="64">
                  <a:moveTo>
                    <a:pt x="63" y="49"/>
                  </a:moveTo>
                  <a:cubicBezTo>
                    <a:pt x="62" y="49"/>
                    <a:pt x="58" y="45"/>
                    <a:pt x="58" y="44"/>
                  </a:cubicBezTo>
                  <a:cubicBezTo>
                    <a:pt x="54" y="48"/>
                    <a:pt x="54" y="48"/>
                    <a:pt x="54" y="48"/>
                  </a:cubicBezTo>
                  <a:cubicBezTo>
                    <a:pt x="63" y="57"/>
                    <a:pt x="63" y="57"/>
                    <a:pt x="63" y="57"/>
                  </a:cubicBezTo>
                  <a:cubicBezTo>
                    <a:pt x="63" y="58"/>
                    <a:pt x="64" y="59"/>
                    <a:pt x="64" y="60"/>
                  </a:cubicBezTo>
                  <a:cubicBezTo>
                    <a:pt x="64" y="62"/>
                    <a:pt x="61" y="64"/>
                    <a:pt x="59" y="64"/>
                  </a:cubicBezTo>
                  <a:cubicBezTo>
                    <a:pt x="58" y="64"/>
                    <a:pt x="57" y="64"/>
                    <a:pt x="56" y="63"/>
                  </a:cubicBezTo>
                  <a:cubicBezTo>
                    <a:pt x="29" y="36"/>
                    <a:pt x="29" y="36"/>
                    <a:pt x="29" y="36"/>
                  </a:cubicBezTo>
                  <a:cubicBezTo>
                    <a:pt x="25" y="39"/>
                    <a:pt x="20" y="42"/>
                    <a:pt x="15" y="42"/>
                  </a:cubicBezTo>
                  <a:cubicBezTo>
                    <a:pt x="6" y="42"/>
                    <a:pt x="0" y="36"/>
                    <a:pt x="0" y="27"/>
                  </a:cubicBezTo>
                  <a:cubicBezTo>
                    <a:pt x="0" y="14"/>
                    <a:pt x="13" y="0"/>
                    <a:pt x="26" y="0"/>
                  </a:cubicBezTo>
                  <a:cubicBezTo>
                    <a:pt x="35" y="0"/>
                    <a:pt x="41" y="6"/>
                    <a:pt x="41" y="15"/>
                  </a:cubicBezTo>
                  <a:cubicBezTo>
                    <a:pt x="41" y="21"/>
                    <a:pt x="39" y="26"/>
                    <a:pt x="36" y="30"/>
                  </a:cubicBezTo>
                  <a:cubicBezTo>
                    <a:pt x="50" y="44"/>
                    <a:pt x="50" y="44"/>
                    <a:pt x="50" y="44"/>
                  </a:cubicBezTo>
                  <a:cubicBezTo>
                    <a:pt x="54" y="40"/>
                    <a:pt x="54" y="40"/>
                    <a:pt x="54" y="40"/>
                  </a:cubicBezTo>
                  <a:cubicBezTo>
                    <a:pt x="53" y="39"/>
                    <a:pt x="49" y="36"/>
                    <a:pt x="49" y="35"/>
                  </a:cubicBezTo>
                  <a:cubicBezTo>
                    <a:pt x="49" y="34"/>
                    <a:pt x="53" y="31"/>
                    <a:pt x="54" y="31"/>
                  </a:cubicBezTo>
                  <a:cubicBezTo>
                    <a:pt x="54" y="31"/>
                    <a:pt x="54" y="31"/>
                    <a:pt x="55" y="31"/>
                  </a:cubicBezTo>
                  <a:cubicBezTo>
                    <a:pt x="56" y="32"/>
                    <a:pt x="67" y="43"/>
                    <a:pt x="67" y="44"/>
                  </a:cubicBezTo>
                  <a:cubicBezTo>
                    <a:pt x="67" y="45"/>
                    <a:pt x="64" y="49"/>
                    <a:pt x="63" y="49"/>
                  </a:cubicBezTo>
                  <a:close/>
                  <a:moveTo>
                    <a:pt x="25" y="8"/>
                  </a:moveTo>
                  <a:cubicBezTo>
                    <a:pt x="21" y="8"/>
                    <a:pt x="18" y="12"/>
                    <a:pt x="18" y="16"/>
                  </a:cubicBezTo>
                  <a:cubicBezTo>
                    <a:pt x="18" y="17"/>
                    <a:pt x="18" y="18"/>
                    <a:pt x="19" y="19"/>
                  </a:cubicBezTo>
                  <a:cubicBezTo>
                    <a:pt x="17" y="19"/>
                    <a:pt x="16" y="18"/>
                    <a:pt x="15" y="18"/>
                  </a:cubicBezTo>
                  <a:cubicBezTo>
                    <a:pt x="11" y="18"/>
                    <a:pt x="7" y="22"/>
                    <a:pt x="7" y="26"/>
                  </a:cubicBezTo>
                  <a:cubicBezTo>
                    <a:pt x="7" y="30"/>
                    <a:pt x="11" y="34"/>
                    <a:pt x="15" y="34"/>
                  </a:cubicBezTo>
                  <a:cubicBezTo>
                    <a:pt x="19" y="34"/>
                    <a:pt x="23" y="30"/>
                    <a:pt x="23" y="26"/>
                  </a:cubicBezTo>
                  <a:cubicBezTo>
                    <a:pt x="23" y="25"/>
                    <a:pt x="23" y="24"/>
                    <a:pt x="22" y="23"/>
                  </a:cubicBezTo>
                  <a:cubicBezTo>
                    <a:pt x="23" y="23"/>
                    <a:pt x="24" y="24"/>
                    <a:pt x="25" y="24"/>
                  </a:cubicBezTo>
                  <a:cubicBezTo>
                    <a:pt x="30" y="24"/>
                    <a:pt x="33" y="20"/>
                    <a:pt x="33" y="16"/>
                  </a:cubicBezTo>
                  <a:cubicBezTo>
                    <a:pt x="33" y="12"/>
                    <a:pt x="30" y="8"/>
                    <a:pt x="25" y="8"/>
                  </a:cubicBezTo>
                  <a:close/>
                </a:path>
              </a:pathLst>
            </a:custGeom>
            <a:solidFill>
              <a:schemeClr val="bg1"/>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4" name="Group 51"/>
          <p:cNvGrpSpPr/>
          <p:nvPr/>
        </p:nvGrpSpPr>
        <p:grpSpPr>
          <a:xfrm>
            <a:off x="5208753" y="4218943"/>
            <a:ext cx="1169301" cy="1439584"/>
            <a:chOff x="3703638" y="3000375"/>
            <a:chExt cx="831850" cy="1023938"/>
          </a:xfrm>
        </p:grpSpPr>
        <p:sp>
          <p:nvSpPr>
            <p:cNvPr id="6155" name="Freeform 11"/>
            <p:cNvSpPr>
              <a:spLocks/>
            </p:cNvSpPr>
            <p:nvPr/>
          </p:nvSpPr>
          <p:spPr bwMode="auto">
            <a:xfrm>
              <a:off x="3703638" y="3000375"/>
              <a:ext cx="831850" cy="1023938"/>
            </a:xfrm>
            <a:custGeom>
              <a:avLst/>
              <a:gdLst/>
              <a:ahLst/>
              <a:cxnLst>
                <a:cxn ang="0">
                  <a:pos x="221" y="0"/>
                </a:cxn>
                <a:cxn ang="0">
                  <a:pos x="221" y="272"/>
                </a:cxn>
                <a:cxn ang="0">
                  <a:pos x="0" y="0"/>
                </a:cxn>
                <a:cxn ang="0">
                  <a:pos x="221" y="0"/>
                </a:cxn>
              </a:cxnLst>
              <a:rect l="0" t="0" r="r" b="b"/>
              <a:pathLst>
                <a:path w="221" h="272">
                  <a:moveTo>
                    <a:pt x="221" y="0"/>
                  </a:moveTo>
                  <a:cubicBezTo>
                    <a:pt x="221" y="272"/>
                    <a:pt x="221" y="272"/>
                    <a:pt x="221" y="272"/>
                  </a:cubicBezTo>
                  <a:cubicBezTo>
                    <a:pt x="108" y="207"/>
                    <a:pt x="34" y="116"/>
                    <a:pt x="0" y="0"/>
                  </a:cubicBezTo>
                  <a:lnTo>
                    <a:pt x="221" y="0"/>
                  </a:lnTo>
                  <a:close/>
                </a:path>
              </a:pathLst>
            </a:custGeom>
            <a:solidFill>
              <a:schemeClr val="accent4"/>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131"/>
            <p:cNvSpPr>
              <a:spLocks/>
            </p:cNvSpPr>
            <p:nvPr/>
          </p:nvSpPr>
          <p:spPr bwMode="auto">
            <a:xfrm>
              <a:off x="4077352" y="3159042"/>
              <a:ext cx="321341" cy="326210"/>
            </a:xfrm>
            <a:custGeom>
              <a:avLst/>
              <a:gdLst/>
              <a:ahLst/>
              <a:cxnLst>
                <a:cxn ang="0">
                  <a:pos x="61" y="49"/>
                </a:cxn>
                <a:cxn ang="0">
                  <a:pos x="49" y="62"/>
                </a:cxn>
                <a:cxn ang="0">
                  <a:pos x="36" y="49"/>
                </a:cxn>
                <a:cxn ang="0">
                  <a:pos x="36" y="48"/>
                </a:cxn>
                <a:cxn ang="0">
                  <a:pos x="21" y="41"/>
                </a:cxn>
                <a:cxn ang="0">
                  <a:pos x="13" y="44"/>
                </a:cxn>
                <a:cxn ang="0">
                  <a:pos x="0" y="31"/>
                </a:cxn>
                <a:cxn ang="0">
                  <a:pos x="13" y="18"/>
                </a:cxn>
                <a:cxn ang="0">
                  <a:pos x="21" y="22"/>
                </a:cxn>
                <a:cxn ang="0">
                  <a:pos x="36" y="15"/>
                </a:cxn>
                <a:cxn ang="0">
                  <a:pos x="36" y="13"/>
                </a:cxn>
                <a:cxn ang="0">
                  <a:pos x="49" y="0"/>
                </a:cxn>
                <a:cxn ang="0">
                  <a:pos x="61" y="13"/>
                </a:cxn>
                <a:cxn ang="0">
                  <a:pos x="49" y="26"/>
                </a:cxn>
                <a:cxn ang="0">
                  <a:pos x="40" y="23"/>
                </a:cxn>
                <a:cxn ang="0">
                  <a:pos x="25" y="30"/>
                </a:cxn>
                <a:cxn ang="0">
                  <a:pos x="25" y="31"/>
                </a:cxn>
                <a:cxn ang="0">
                  <a:pos x="25" y="33"/>
                </a:cxn>
                <a:cxn ang="0">
                  <a:pos x="40" y="40"/>
                </a:cxn>
                <a:cxn ang="0">
                  <a:pos x="49" y="36"/>
                </a:cxn>
                <a:cxn ang="0">
                  <a:pos x="61" y="49"/>
                </a:cxn>
              </a:cxnLst>
              <a:rect l="0" t="0" r="r" b="b"/>
              <a:pathLst>
                <a:path w="61" h="62">
                  <a:moveTo>
                    <a:pt x="61" y="49"/>
                  </a:moveTo>
                  <a:cubicBezTo>
                    <a:pt x="61" y="56"/>
                    <a:pt x="56" y="62"/>
                    <a:pt x="49" y="62"/>
                  </a:cubicBezTo>
                  <a:cubicBezTo>
                    <a:pt x="41" y="62"/>
                    <a:pt x="36" y="56"/>
                    <a:pt x="36" y="49"/>
                  </a:cubicBezTo>
                  <a:cubicBezTo>
                    <a:pt x="36" y="49"/>
                    <a:pt x="36" y="48"/>
                    <a:pt x="36" y="48"/>
                  </a:cubicBezTo>
                  <a:cubicBezTo>
                    <a:pt x="21" y="41"/>
                    <a:pt x="21" y="41"/>
                    <a:pt x="21" y="41"/>
                  </a:cubicBezTo>
                  <a:cubicBezTo>
                    <a:pt x="19" y="43"/>
                    <a:pt x="16" y="44"/>
                    <a:pt x="13" y="44"/>
                  </a:cubicBezTo>
                  <a:cubicBezTo>
                    <a:pt x="6" y="44"/>
                    <a:pt x="0" y="38"/>
                    <a:pt x="0" y="31"/>
                  </a:cubicBezTo>
                  <a:cubicBezTo>
                    <a:pt x="0" y="24"/>
                    <a:pt x="6" y="18"/>
                    <a:pt x="13" y="18"/>
                  </a:cubicBezTo>
                  <a:cubicBezTo>
                    <a:pt x="16" y="18"/>
                    <a:pt x="19" y="20"/>
                    <a:pt x="21" y="22"/>
                  </a:cubicBezTo>
                  <a:cubicBezTo>
                    <a:pt x="36" y="15"/>
                    <a:pt x="36" y="15"/>
                    <a:pt x="36" y="15"/>
                  </a:cubicBezTo>
                  <a:cubicBezTo>
                    <a:pt x="36" y="14"/>
                    <a:pt x="36" y="14"/>
                    <a:pt x="36" y="13"/>
                  </a:cubicBezTo>
                  <a:cubicBezTo>
                    <a:pt x="36" y="6"/>
                    <a:pt x="41" y="0"/>
                    <a:pt x="49" y="0"/>
                  </a:cubicBezTo>
                  <a:cubicBezTo>
                    <a:pt x="56" y="0"/>
                    <a:pt x="61" y="6"/>
                    <a:pt x="61" y="13"/>
                  </a:cubicBezTo>
                  <a:cubicBezTo>
                    <a:pt x="61" y="20"/>
                    <a:pt x="56" y="26"/>
                    <a:pt x="49" y="26"/>
                  </a:cubicBezTo>
                  <a:cubicBezTo>
                    <a:pt x="45" y="26"/>
                    <a:pt x="42" y="25"/>
                    <a:pt x="40" y="23"/>
                  </a:cubicBezTo>
                  <a:cubicBezTo>
                    <a:pt x="25" y="30"/>
                    <a:pt x="25" y="30"/>
                    <a:pt x="25" y="30"/>
                  </a:cubicBezTo>
                  <a:cubicBezTo>
                    <a:pt x="25" y="30"/>
                    <a:pt x="25" y="31"/>
                    <a:pt x="25" y="31"/>
                  </a:cubicBezTo>
                  <a:cubicBezTo>
                    <a:pt x="25" y="32"/>
                    <a:pt x="25" y="32"/>
                    <a:pt x="25" y="33"/>
                  </a:cubicBezTo>
                  <a:cubicBezTo>
                    <a:pt x="40" y="40"/>
                    <a:pt x="40" y="40"/>
                    <a:pt x="40" y="40"/>
                  </a:cubicBezTo>
                  <a:cubicBezTo>
                    <a:pt x="42" y="38"/>
                    <a:pt x="45" y="36"/>
                    <a:pt x="49" y="36"/>
                  </a:cubicBezTo>
                  <a:cubicBezTo>
                    <a:pt x="56" y="36"/>
                    <a:pt x="61" y="42"/>
                    <a:pt x="61" y="49"/>
                  </a:cubicBezTo>
                  <a:close/>
                </a:path>
              </a:pathLst>
            </a:custGeom>
            <a:solidFill>
              <a:schemeClr val="bg1"/>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 name="Group 52"/>
          <p:cNvGrpSpPr/>
          <p:nvPr/>
        </p:nvGrpSpPr>
        <p:grpSpPr>
          <a:xfrm>
            <a:off x="6462847" y="4218942"/>
            <a:ext cx="1144755" cy="1446279"/>
            <a:chOff x="4595813" y="3000375"/>
            <a:chExt cx="814388" cy="1028700"/>
          </a:xfrm>
        </p:grpSpPr>
        <p:sp>
          <p:nvSpPr>
            <p:cNvPr id="6154" name="Freeform 10"/>
            <p:cNvSpPr>
              <a:spLocks/>
            </p:cNvSpPr>
            <p:nvPr/>
          </p:nvSpPr>
          <p:spPr bwMode="auto">
            <a:xfrm>
              <a:off x="4595813" y="3000375"/>
              <a:ext cx="814388" cy="1028700"/>
            </a:xfrm>
            <a:custGeom>
              <a:avLst/>
              <a:gdLst/>
              <a:ahLst/>
              <a:cxnLst>
                <a:cxn ang="0">
                  <a:pos x="0" y="0"/>
                </a:cxn>
                <a:cxn ang="0">
                  <a:pos x="216" y="0"/>
                </a:cxn>
                <a:cxn ang="0">
                  <a:pos x="0" y="273"/>
                </a:cxn>
                <a:cxn ang="0">
                  <a:pos x="0" y="0"/>
                </a:cxn>
              </a:cxnLst>
              <a:rect l="0" t="0" r="r" b="b"/>
              <a:pathLst>
                <a:path w="216" h="273">
                  <a:moveTo>
                    <a:pt x="0" y="0"/>
                  </a:moveTo>
                  <a:cubicBezTo>
                    <a:pt x="216" y="0"/>
                    <a:pt x="216" y="0"/>
                    <a:pt x="216" y="0"/>
                  </a:cubicBezTo>
                  <a:cubicBezTo>
                    <a:pt x="178" y="134"/>
                    <a:pt x="106" y="225"/>
                    <a:pt x="0" y="273"/>
                  </a:cubicBezTo>
                  <a:lnTo>
                    <a:pt x="0" y="0"/>
                  </a:lnTo>
                  <a:close/>
                </a:path>
              </a:pathLst>
            </a:custGeom>
            <a:solidFill>
              <a:schemeClr val="accent3"/>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62"/>
            <p:cNvSpPr>
              <a:spLocks noEditPoints="1"/>
            </p:cNvSpPr>
            <p:nvPr/>
          </p:nvSpPr>
          <p:spPr bwMode="auto">
            <a:xfrm>
              <a:off x="4737209" y="3175053"/>
              <a:ext cx="330417" cy="333059"/>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180719" tIns="90359" rIns="180719" bIns="90359" numCol="1" anchor="t" anchorCtr="0" compatLnSpc="1">
              <a:prstTxWarp prst="textNoShape">
                <a:avLst/>
              </a:prstTxWarp>
            </a:bodyPr>
            <a:lstStyle/>
            <a:p>
              <a:pPr>
                <a:lnSpc>
                  <a:spcPct val="120000"/>
                </a:lnSpc>
              </a:pP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6" name="Group 17"/>
          <p:cNvGrpSpPr/>
          <p:nvPr/>
        </p:nvGrpSpPr>
        <p:grpSpPr>
          <a:xfrm>
            <a:off x="1622429" y="2098994"/>
            <a:ext cx="2123255" cy="752011"/>
            <a:chOff x="844734" y="1945861"/>
            <a:chExt cx="2287091" cy="406744"/>
          </a:xfrm>
        </p:grpSpPr>
        <p:sp>
          <p:nvSpPr>
            <p:cNvPr id="26" name="Footer Text"/>
            <p:cNvSpPr txBox="1"/>
            <p:nvPr/>
          </p:nvSpPr>
          <p:spPr>
            <a:xfrm>
              <a:off x="844734" y="2099989"/>
              <a:ext cx="2287091" cy="252616"/>
            </a:xfrm>
            <a:prstGeom prst="rect">
              <a:avLst/>
            </a:prstGeom>
            <a:noFill/>
          </p:spPr>
          <p:txBody>
            <a:bodyPr wrap="square" lIns="0" tIns="0" rIns="0" bIns="0" rtlCol="0">
              <a:spAutoFit/>
            </a:bodyPr>
            <a:lstStyle/>
            <a:p>
              <a:pPr algn="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TextBox 26"/>
            <p:cNvSpPr txBox="1"/>
            <p:nvPr/>
          </p:nvSpPr>
          <p:spPr>
            <a:xfrm>
              <a:off x="1778097" y="1945861"/>
              <a:ext cx="1353728" cy="140424"/>
            </a:xfrm>
            <a:prstGeom prst="rect">
              <a:avLst/>
            </a:prstGeom>
            <a:noFill/>
          </p:spPr>
          <p:txBody>
            <a:bodyPr wrap="none" lIns="0" tIns="0" rIns="0" bIns="0" rtlCol="0" anchor="ctr">
              <a:spAutoFit/>
            </a:bodyPr>
            <a:lstStyle/>
            <a:p>
              <a:pPr algn="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Group 32"/>
          <p:cNvGrpSpPr/>
          <p:nvPr/>
        </p:nvGrpSpPr>
        <p:grpSpPr>
          <a:xfrm>
            <a:off x="1781929" y="4961706"/>
            <a:ext cx="2123255" cy="766184"/>
            <a:chOff x="844734" y="1951737"/>
            <a:chExt cx="2287091" cy="379717"/>
          </a:xfrm>
        </p:grpSpPr>
        <p:sp>
          <p:nvSpPr>
            <p:cNvPr id="29" name="Footer Text"/>
            <p:cNvSpPr txBox="1"/>
            <p:nvPr/>
          </p:nvSpPr>
          <p:spPr>
            <a:xfrm>
              <a:off x="844734" y="2099986"/>
              <a:ext cx="2287091" cy="231468"/>
            </a:xfrm>
            <a:prstGeom prst="rect">
              <a:avLst/>
            </a:prstGeom>
            <a:noFill/>
          </p:spPr>
          <p:txBody>
            <a:bodyPr wrap="square" lIns="0" tIns="0" rIns="0" bIns="0" rtlCol="0">
              <a:spAutoFit/>
            </a:bodyPr>
            <a:lstStyle/>
            <a:p>
              <a:pPr algn="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TextBox 29"/>
            <p:cNvSpPr txBox="1"/>
            <p:nvPr/>
          </p:nvSpPr>
          <p:spPr>
            <a:xfrm>
              <a:off x="1778097" y="1951737"/>
              <a:ext cx="1353728" cy="128668"/>
            </a:xfrm>
            <a:prstGeom prst="rect">
              <a:avLst/>
            </a:prstGeom>
            <a:noFill/>
          </p:spPr>
          <p:txBody>
            <a:bodyPr wrap="none" lIns="0" tIns="0" rIns="0" bIns="0" rtlCol="0" anchor="ctr">
              <a:spAutoFit/>
            </a:bodyPr>
            <a:lstStyle/>
            <a:p>
              <a:pPr algn="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Group 38"/>
          <p:cNvGrpSpPr/>
          <p:nvPr/>
        </p:nvGrpSpPr>
        <p:grpSpPr>
          <a:xfrm>
            <a:off x="9009491" y="2069910"/>
            <a:ext cx="2123255" cy="714842"/>
            <a:chOff x="844734" y="1923736"/>
            <a:chExt cx="2287091" cy="508448"/>
          </a:xfrm>
        </p:grpSpPr>
        <p:sp>
          <p:nvSpPr>
            <p:cNvPr id="32" name="Footer Text"/>
            <p:cNvSpPr txBox="1"/>
            <p:nvPr/>
          </p:nvSpPr>
          <p:spPr>
            <a:xfrm>
              <a:off x="844734" y="2099983"/>
              <a:ext cx="2287091" cy="332201"/>
            </a:xfrm>
            <a:prstGeom prst="rect">
              <a:avLst/>
            </a:prstGeom>
            <a:noFill/>
          </p:spPr>
          <p:txBody>
            <a:bodyPr wrap="square" lIns="0" tIns="0" rIns="0" bIns="0"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TextBox 32"/>
            <p:cNvSpPr txBox="1"/>
            <p:nvPr/>
          </p:nvSpPr>
          <p:spPr>
            <a:xfrm>
              <a:off x="844734" y="1923736"/>
              <a:ext cx="1353728" cy="184663"/>
            </a:xfrm>
            <a:prstGeom prst="rect">
              <a:avLst/>
            </a:prstGeom>
            <a:noFill/>
          </p:spPr>
          <p:txBody>
            <a:bodyPr wrap="none" lIns="0" tIns="0" rIns="0" bIns="0" rtlCol="0" anchor="ctr">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Group 44"/>
          <p:cNvGrpSpPr/>
          <p:nvPr/>
        </p:nvGrpSpPr>
        <p:grpSpPr>
          <a:xfrm>
            <a:off x="8795268" y="4961724"/>
            <a:ext cx="2123255" cy="766177"/>
            <a:chOff x="844734" y="1951739"/>
            <a:chExt cx="2287091" cy="379712"/>
          </a:xfrm>
        </p:grpSpPr>
        <p:sp>
          <p:nvSpPr>
            <p:cNvPr id="35" name="Footer Text"/>
            <p:cNvSpPr txBox="1"/>
            <p:nvPr/>
          </p:nvSpPr>
          <p:spPr>
            <a:xfrm>
              <a:off x="844734" y="2099984"/>
              <a:ext cx="2287091" cy="231467"/>
            </a:xfrm>
            <a:prstGeom prst="rect">
              <a:avLst/>
            </a:prstGeom>
            <a:noFill/>
          </p:spPr>
          <p:txBody>
            <a:bodyPr wrap="square" lIns="0" tIns="0" rIns="0" bIns="0" rtlCol="0">
              <a:spAutoFit/>
            </a:bodyPr>
            <a:lstStyle/>
            <a:p>
              <a:pPr>
                <a:lnSpc>
                  <a:spcPct val="120000"/>
                </a:lnSpc>
              </a:pPr>
              <a:r>
                <a:rPr lang="en-US" altLang="zh-CN"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Please replace text, click add relevant headline, modify the text content, also can copy your content to this directly.</a:t>
              </a:r>
              <a:r>
                <a:rPr lang="zh-CN" alt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sz="843"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TextBox 35"/>
            <p:cNvSpPr txBox="1"/>
            <p:nvPr/>
          </p:nvSpPr>
          <p:spPr>
            <a:xfrm>
              <a:off x="844734" y="1951739"/>
              <a:ext cx="1353728" cy="128667"/>
            </a:xfrm>
            <a:prstGeom prst="rect">
              <a:avLst/>
            </a:prstGeom>
            <a:noFill/>
          </p:spPr>
          <p:txBody>
            <a:bodyPr wrap="none" lIns="0" tIns="0" rIns="0" bIns="0" rtlCol="0" anchor="ctr">
              <a:spAutoFit/>
            </a:bodyPr>
            <a:lstStyle/>
            <a:p>
              <a:pPr>
                <a:lnSpc>
                  <a:spcPct val="120000"/>
                </a:lnSpc>
              </a:pPr>
              <a:r>
                <a:rPr lang="zh-CN" alt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schemeClr val="bg1">
                    <a:lumMod val="65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Group 81"/>
          <p:cNvGrpSpPr/>
          <p:nvPr/>
        </p:nvGrpSpPr>
        <p:grpSpPr>
          <a:xfrm flipV="1">
            <a:off x="4105466" y="5185725"/>
            <a:ext cx="1572828" cy="308387"/>
            <a:chOff x="2712812" y="1457456"/>
            <a:chExt cx="1118923" cy="223062"/>
          </a:xfrm>
        </p:grpSpPr>
        <p:cxnSp>
          <p:nvCxnSpPr>
            <p:cNvPr id="38" name="Straight Connector 37"/>
            <p:cNvCxnSpPr/>
            <p:nvPr/>
          </p:nvCxnSpPr>
          <p:spPr>
            <a:xfrm flipH="1" flipV="1">
              <a:off x="3592681" y="1460250"/>
              <a:ext cx="239054" cy="220268"/>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V="1">
              <a:off x="2712812" y="1457456"/>
              <a:ext cx="879870" cy="1615"/>
            </a:xfrm>
            <a:prstGeom prst="line">
              <a:avLst/>
            </a:prstGeom>
            <a:ln w="19050" cap="rnd">
              <a:solidFill>
                <a:schemeClr val="accent4"/>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1" name="Group 81"/>
          <p:cNvGrpSpPr/>
          <p:nvPr/>
        </p:nvGrpSpPr>
        <p:grpSpPr>
          <a:xfrm flipH="1" flipV="1">
            <a:off x="7093951" y="5186841"/>
            <a:ext cx="1491852" cy="306153"/>
            <a:chOff x="2770419" y="1459071"/>
            <a:chExt cx="1061316" cy="221447"/>
          </a:xfrm>
        </p:grpSpPr>
        <p:cxnSp>
          <p:nvCxnSpPr>
            <p:cNvPr id="41" name="Straight Connector 40"/>
            <p:cNvCxnSpPr/>
            <p:nvPr/>
          </p:nvCxnSpPr>
          <p:spPr>
            <a:xfrm flipH="1" flipV="1">
              <a:off x="3592681" y="1460250"/>
              <a:ext cx="239054" cy="220268"/>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flipV="1">
              <a:off x="2770419" y="1459071"/>
              <a:ext cx="822263" cy="2"/>
            </a:xfrm>
            <a:prstGeom prst="line">
              <a:avLst/>
            </a:prstGeom>
            <a:ln w="19050" cap="rnd">
              <a:solidFill>
                <a:schemeClr val="accent3"/>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2" name="Group 81"/>
          <p:cNvGrpSpPr/>
          <p:nvPr/>
        </p:nvGrpSpPr>
        <p:grpSpPr>
          <a:xfrm>
            <a:off x="3965812" y="2626522"/>
            <a:ext cx="1572828" cy="308387"/>
            <a:chOff x="2712812" y="1457456"/>
            <a:chExt cx="1118923" cy="223062"/>
          </a:xfrm>
        </p:grpSpPr>
        <p:cxnSp>
          <p:nvCxnSpPr>
            <p:cNvPr id="44" name="Straight Connector 43"/>
            <p:cNvCxnSpPr/>
            <p:nvPr/>
          </p:nvCxnSpPr>
          <p:spPr>
            <a:xfrm flipH="1" flipV="1">
              <a:off x="3592681" y="1460250"/>
              <a:ext cx="239054" cy="220268"/>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V="1">
              <a:off x="2712812" y="1457456"/>
              <a:ext cx="879870" cy="1615"/>
            </a:xfrm>
            <a:prstGeom prst="line">
              <a:avLst/>
            </a:prstGeom>
            <a:ln w="19050" cap="rnd">
              <a:solidFill>
                <a:schemeClr val="accent1"/>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13" name="Group 81"/>
          <p:cNvGrpSpPr/>
          <p:nvPr/>
        </p:nvGrpSpPr>
        <p:grpSpPr>
          <a:xfrm flipH="1">
            <a:off x="7317261" y="2627638"/>
            <a:ext cx="1491852" cy="306153"/>
            <a:chOff x="2770419" y="1459071"/>
            <a:chExt cx="1061316" cy="221447"/>
          </a:xfrm>
        </p:grpSpPr>
        <p:cxnSp>
          <p:nvCxnSpPr>
            <p:cNvPr id="47" name="Straight Connector 46"/>
            <p:cNvCxnSpPr/>
            <p:nvPr/>
          </p:nvCxnSpPr>
          <p:spPr>
            <a:xfrm flipH="1" flipV="1">
              <a:off x="3592681" y="1460250"/>
              <a:ext cx="239054" cy="220268"/>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flipH="1" flipV="1">
              <a:off x="2770419" y="1459071"/>
              <a:ext cx="822263" cy="2"/>
            </a:xfrm>
            <a:prstGeom prst="line">
              <a:avLst/>
            </a:prstGeom>
            <a:ln w="19050" cap="rnd">
              <a:solidFill>
                <a:schemeClr val="accent2"/>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sp>
        <p:nvSpPr>
          <p:cNvPr id="43" name="矩形 42"/>
          <p:cNvSpPr/>
          <p:nvPr/>
        </p:nvSpPr>
        <p:spPr>
          <a:xfrm>
            <a:off x="5833233" y="6248161"/>
            <a:ext cx="1089639" cy="309059"/>
          </a:xfrm>
          <a:prstGeom prst="rect">
            <a:avLst/>
          </a:prstGeom>
        </p:spPr>
        <p:txBody>
          <a:bodyPr wrap="square">
            <a:spAutoFit/>
          </a:bodyPr>
          <a:lstStyle/>
          <a:p>
            <a:pPr defTabSz="1285372" fontAlgn="auto">
              <a:spcBef>
                <a:spcPts val="0"/>
              </a:spcBef>
              <a:spcAft>
                <a:spcPts val="0"/>
              </a:spcAft>
              <a:defRPr/>
            </a:pPr>
            <a:r>
              <a:rPr lang="en-US" altLang="zh-CN" sz="141" kern="0" dirty="0">
                <a:solidFill>
                  <a:prstClr val="white"/>
                </a:solidFill>
              </a:rPr>
              <a:t>PPT</a:t>
            </a:r>
            <a:r>
              <a:rPr lang="zh-CN" altLang="en-US" sz="141" kern="0" dirty="0">
                <a:solidFill>
                  <a:prstClr val="white"/>
                </a:solidFill>
              </a:rPr>
              <a:t>模板下载：</a:t>
            </a:r>
            <a:r>
              <a:rPr lang="en-US" altLang="zh-CN" sz="141" kern="0" dirty="0">
                <a:solidFill>
                  <a:prstClr val="white"/>
                </a:solidFill>
              </a:rPr>
              <a:t>www.1ppt.com/moban/     </a:t>
            </a:r>
            <a:r>
              <a:rPr lang="zh-CN" altLang="en-US" sz="141" kern="0" dirty="0">
                <a:solidFill>
                  <a:prstClr val="white"/>
                </a:solidFill>
              </a:rPr>
              <a:t>行业</a:t>
            </a:r>
            <a:r>
              <a:rPr lang="en-US" altLang="zh-CN" sz="141" kern="0" dirty="0">
                <a:solidFill>
                  <a:prstClr val="white"/>
                </a:solidFill>
              </a:rPr>
              <a:t>PPT</a:t>
            </a:r>
            <a:r>
              <a:rPr lang="zh-CN" altLang="en-US" sz="141" kern="0" dirty="0">
                <a:solidFill>
                  <a:prstClr val="white"/>
                </a:solidFill>
              </a:rPr>
              <a:t>模板：</a:t>
            </a:r>
            <a:r>
              <a:rPr lang="en-US" altLang="zh-CN" sz="141" kern="0" dirty="0">
                <a:solidFill>
                  <a:prstClr val="white"/>
                </a:solidFill>
              </a:rPr>
              <a:t>www.1ppt.com/hangye/ </a:t>
            </a:r>
          </a:p>
          <a:p>
            <a:pPr defTabSz="1285372" fontAlgn="auto">
              <a:spcBef>
                <a:spcPts val="0"/>
              </a:spcBef>
              <a:spcAft>
                <a:spcPts val="0"/>
              </a:spcAft>
              <a:defRPr/>
            </a:pPr>
            <a:r>
              <a:rPr lang="zh-CN" altLang="en-US" sz="141" kern="0" dirty="0">
                <a:solidFill>
                  <a:prstClr val="white"/>
                </a:solidFill>
              </a:rPr>
              <a:t>节日</a:t>
            </a:r>
            <a:r>
              <a:rPr lang="en-US" altLang="zh-CN" sz="141" kern="0" dirty="0">
                <a:solidFill>
                  <a:prstClr val="white"/>
                </a:solidFill>
              </a:rPr>
              <a:t>PPT</a:t>
            </a:r>
            <a:r>
              <a:rPr lang="zh-CN" altLang="en-US" sz="141" kern="0" dirty="0">
                <a:solidFill>
                  <a:prstClr val="white"/>
                </a:solidFill>
              </a:rPr>
              <a:t>模板：</a:t>
            </a:r>
            <a:r>
              <a:rPr lang="en-US" altLang="zh-CN" sz="141" kern="0" dirty="0">
                <a:solidFill>
                  <a:prstClr val="white"/>
                </a:solidFill>
              </a:rPr>
              <a:t>www.1ppt.com/jieri/           PPT</a:t>
            </a:r>
            <a:r>
              <a:rPr lang="zh-CN" altLang="en-US" sz="141" kern="0" dirty="0">
                <a:solidFill>
                  <a:prstClr val="white"/>
                </a:solidFill>
              </a:rPr>
              <a:t>素材下载：</a:t>
            </a:r>
            <a:r>
              <a:rPr lang="en-US" altLang="zh-CN" sz="141" kern="0" dirty="0">
                <a:solidFill>
                  <a:prstClr val="white"/>
                </a:solidFill>
              </a:rPr>
              <a:t>www.1ppt.com/sucai/</a:t>
            </a:r>
          </a:p>
          <a:p>
            <a:pPr defTabSz="1285372" fontAlgn="auto">
              <a:spcBef>
                <a:spcPts val="0"/>
              </a:spcBef>
              <a:spcAft>
                <a:spcPts val="0"/>
              </a:spcAft>
              <a:defRPr/>
            </a:pPr>
            <a:r>
              <a:rPr lang="en-US" altLang="zh-CN" sz="141" kern="0" dirty="0">
                <a:solidFill>
                  <a:prstClr val="white"/>
                </a:solidFill>
              </a:rPr>
              <a:t>PPT</a:t>
            </a:r>
            <a:r>
              <a:rPr lang="zh-CN" altLang="en-US" sz="141" kern="0" dirty="0">
                <a:solidFill>
                  <a:prstClr val="white"/>
                </a:solidFill>
              </a:rPr>
              <a:t>背景图片：</a:t>
            </a:r>
            <a:r>
              <a:rPr lang="en-US" altLang="zh-CN" sz="141" kern="0" dirty="0">
                <a:solidFill>
                  <a:prstClr val="white"/>
                </a:solidFill>
              </a:rPr>
              <a:t>www.1ppt.com/beijing/      PPT</a:t>
            </a:r>
            <a:r>
              <a:rPr lang="zh-CN" altLang="en-US" sz="141" kern="0" dirty="0">
                <a:solidFill>
                  <a:prstClr val="white"/>
                </a:solidFill>
              </a:rPr>
              <a:t>图表下载：</a:t>
            </a:r>
            <a:r>
              <a:rPr lang="en-US" altLang="zh-CN" sz="141" kern="0" dirty="0">
                <a:solidFill>
                  <a:prstClr val="white"/>
                </a:solidFill>
              </a:rPr>
              <a:t>www.1ppt.com/tubiao/      </a:t>
            </a:r>
          </a:p>
          <a:p>
            <a:pPr defTabSz="1285372" fontAlgn="auto">
              <a:spcBef>
                <a:spcPts val="0"/>
              </a:spcBef>
              <a:spcAft>
                <a:spcPts val="0"/>
              </a:spcAft>
              <a:defRPr/>
            </a:pPr>
            <a:r>
              <a:rPr lang="zh-CN" altLang="en-US" sz="141" kern="0" dirty="0">
                <a:solidFill>
                  <a:prstClr val="white"/>
                </a:solidFill>
              </a:rPr>
              <a:t>优秀</a:t>
            </a:r>
            <a:r>
              <a:rPr lang="en-US" altLang="zh-CN" sz="141" kern="0" dirty="0">
                <a:solidFill>
                  <a:prstClr val="white"/>
                </a:solidFill>
              </a:rPr>
              <a:t>PPT</a:t>
            </a:r>
            <a:r>
              <a:rPr lang="zh-CN" altLang="en-US" sz="141" kern="0" dirty="0">
                <a:solidFill>
                  <a:prstClr val="white"/>
                </a:solidFill>
              </a:rPr>
              <a:t>下载：</a:t>
            </a:r>
            <a:r>
              <a:rPr lang="en-US" altLang="zh-CN" sz="141" kern="0" dirty="0">
                <a:solidFill>
                  <a:prstClr val="white"/>
                </a:solidFill>
              </a:rPr>
              <a:t>www.1ppt.com/xiazai/        PPT</a:t>
            </a:r>
            <a:r>
              <a:rPr lang="zh-CN" altLang="en-US" sz="141" kern="0" dirty="0">
                <a:solidFill>
                  <a:prstClr val="white"/>
                </a:solidFill>
              </a:rPr>
              <a:t>教程： </a:t>
            </a:r>
            <a:r>
              <a:rPr lang="en-US" altLang="zh-CN" sz="141" kern="0" dirty="0">
                <a:solidFill>
                  <a:prstClr val="white"/>
                </a:solidFill>
              </a:rPr>
              <a:t>www.1ppt.com/powerpoint/      </a:t>
            </a:r>
          </a:p>
          <a:p>
            <a:pPr defTabSz="1285372" fontAlgn="auto">
              <a:spcBef>
                <a:spcPts val="0"/>
              </a:spcBef>
              <a:spcAft>
                <a:spcPts val="0"/>
              </a:spcAft>
              <a:defRPr/>
            </a:pPr>
            <a:r>
              <a:rPr lang="en-US" altLang="zh-CN" sz="141" kern="0" dirty="0">
                <a:solidFill>
                  <a:prstClr val="white"/>
                </a:solidFill>
              </a:rPr>
              <a:t>Word</a:t>
            </a:r>
            <a:r>
              <a:rPr lang="zh-CN" altLang="en-US" sz="141" kern="0" dirty="0">
                <a:solidFill>
                  <a:prstClr val="white"/>
                </a:solidFill>
              </a:rPr>
              <a:t>教程： </a:t>
            </a:r>
            <a:r>
              <a:rPr lang="en-US" altLang="zh-CN" sz="141" kern="0" dirty="0">
                <a:solidFill>
                  <a:prstClr val="white"/>
                </a:solidFill>
              </a:rPr>
              <a:t>www.1ppt.com/word/              Excel</a:t>
            </a:r>
            <a:r>
              <a:rPr lang="zh-CN" altLang="en-US" sz="141" kern="0" dirty="0">
                <a:solidFill>
                  <a:prstClr val="white"/>
                </a:solidFill>
              </a:rPr>
              <a:t>教程：</a:t>
            </a:r>
            <a:r>
              <a:rPr lang="en-US" altLang="zh-CN" sz="141" kern="0" dirty="0">
                <a:solidFill>
                  <a:prstClr val="white"/>
                </a:solidFill>
              </a:rPr>
              <a:t>www.1ppt.com/excel/  </a:t>
            </a:r>
          </a:p>
          <a:p>
            <a:pPr defTabSz="1285372" fontAlgn="auto">
              <a:spcBef>
                <a:spcPts val="0"/>
              </a:spcBef>
              <a:spcAft>
                <a:spcPts val="0"/>
              </a:spcAft>
              <a:defRPr/>
            </a:pPr>
            <a:r>
              <a:rPr lang="zh-CN" altLang="en-US" sz="141" kern="0" dirty="0">
                <a:solidFill>
                  <a:prstClr val="white"/>
                </a:solidFill>
              </a:rPr>
              <a:t>资料下载：</a:t>
            </a:r>
            <a:r>
              <a:rPr lang="en-US" altLang="zh-CN" sz="141" kern="0" dirty="0">
                <a:solidFill>
                  <a:prstClr val="white"/>
                </a:solidFill>
              </a:rPr>
              <a:t>www.1ppt.com/ziliao/                PPT</a:t>
            </a:r>
            <a:r>
              <a:rPr lang="zh-CN" altLang="en-US" sz="141" kern="0" dirty="0">
                <a:solidFill>
                  <a:prstClr val="white"/>
                </a:solidFill>
              </a:rPr>
              <a:t>课件下载：</a:t>
            </a:r>
            <a:r>
              <a:rPr lang="en-US" altLang="zh-CN" sz="141" kern="0" dirty="0">
                <a:solidFill>
                  <a:prstClr val="white"/>
                </a:solidFill>
              </a:rPr>
              <a:t>www.1ppt.com/kejian/ </a:t>
            </a:r>
          </a:p>
          <a:p>
            <a:pPr defTabSz="1285372" fontAlgn="auto">
              <a:spcBef>
                <a:spcPts val="0"/>
              </a:spcBef>
              <a:spcAft>
                <a:spcPts val="0"/>
              </a:spcAft>
              <a:defRPr/>
            </a:pPr>
            <a:r>
              <a:rPr lang="zh-CN" altLang="en-US" sz="141" kern="0" dirty="0">
                <a:solidFill>
                  <a:prstClr val="white"/>
                </a:solidFill>
              </a:rPr>
              <a:t>范文下载：</a:t>
            </a:r>
            <a:r>
              <a:rPr lang="en-US" altLang="zh-CN" sz="141" kern="0" dirty="0">
                <a:solidFill>
                  <a:prstClr val="white"/>
                </a:solidFill>
              </a:rPr>
              <a:t>www.1ppt.com/fanwen/             </a:t>
            </a:r>
            <a:r>
              <a:rPr lang="zh-CN" altLang="en-US" sz="141" kern="0" dirty="0">
                <a:solidFill>
                  <a:prstClr val="white"/>
                </a:solidFill>
              </a:rPr>
              <a:t>试卷下载：</a:t>
            </a:r>
            <a:r>
              <a:rPr lang="en-US" altLang="zh-CN" sz="141" kern="0" dirty="0">
                <a:solidFill>
                  <a:prstClr val="white"/>
                </a:solidFill>
              </a:rPr>
              <a:t>www.1ppt.com/shiti/  </a:t>
            </a:r>
          </a:p>
          <a:p>
            <a:pPr defTabSz="1285372" fontAlgn="auto">
              <a:spcBef>
                <a:spcPts val="0"/>
              </a:spcBef>
              <a:spcAft>
                <a:spcPts val="0"/>
              </a:spcAft>
              <a:defRPr/>
            </a:pPr>
            <a:r>
              <a:rPr lang="zh-CN" altLang="en-US" sz="141" kern="0" dirty="0">
                <a:solidFill>
                  <a:prstClr val="white"/>
                </a:solidFill>
              </a:rPr>
              <a:t>教案下载：</a:t>
            </a:r>
            <a:r>
              <a:rPr lang="en-US" altLang="zh-CN" sz="141" kern="0" dirty="0">
                <a:solidFill>
                  <a:prstClr val="white"/>
                </a:solidFill>
              </a:rPr>
              <a:t>www.1ppt.com/jiaoan/        </a:t>
            </a:r>
          </a:p>
          <a:p>
            <a:pPr defTabSz="1285372" fontAlgn="auto">
              <a:spcBef>
                <a:spcPts val="0"/>
              </a:spcBef>
              <a:spcAft>
                <a:spcPts val="0"/>
              </a:spcAft>
              <a:defRPr/>
            </a:pPr>
            <a:r>
              <a:rPr lang="zh-CN" altLang="en-US" sz="141" kern="0" dirty="0">
                <a:solidFill>
                  <a:prstClr val="white"/>
                </a:solidFill>
              </a:rPr>
              <a:t>字体下载：</a:t>
            </a:r>
            <a:r>
              <a:rPr lang="en-US" altLang="zh-CN" sz="141" kern="0" dirty="0">
                <a:solidFill>
                  <a:prstClr val="white"/>
                </a:solidFill>
              </a:rPr>
              <a:t>www.1ppt.com/ziti/</a:t>
            </a:r>
          </a:p>
          <a:p>
            <a:pPr defTabSz="1285372" fontAlgn="auto">
              <a:spcBef>
                <a:spcPts val="0"/>
              </a:spcBef>
              <a:spcAft>
                <a:spcPts val="0"/>
              </a:spcAft>
              <a:defRPr/>
            </a:pPr>
            <a:r>
              <a:rPr lang="en-US" altLang="zh-CN" sz="141" kern="0" dirty="0">
                <a:solidFill>
                  <a:prstClr val="white"/>
                </a:solidFill>
              </a:rPr>
              <a:t> </a:t>
            </a:r>
            <a:endParaRPr lang="zh-CN" altLang="en-US" sz="141" kern="0" dirty="0">
              <a:solidFill>
                <a:prstClr val="white"/>
              </a:solidFill>
            </a:endParaRPr>
          </a:p>
        </p:txBody>
      </p:sp>
    </p:spTree>
    <p:extLst>
      <p:ext uri="{BB962C8B-B14F-4D97-AF65-F5344CB8AC3E}">
        <p14:creationId xmlns:p14="http://schemas.microsoft.com/office/powerpoint/2010/main" val="32784466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right)">
                                      <p:cBhvr>
                                        <p:cTn id="13" dur="500"/>
                                        <p:tgtEl>
                                          <p:spTgt spid="12"/>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right)">
                                      <p:cBhvr>
                                        <p:cTn id="17" dur="500"/>
                                        <p:tgtEl>
                                          <p:spTgt spid="6"/>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 fill="hold"/>
                                        <p:tgtEl>
                                          <p:spTgt spid="3"/>
                                        </p:tgtEl>
                                        <p:attrNameLst>
                                          <p:attrName>ppt_w</p:attrName>
                                        </p:attrNameLst>
                                      </p:cBhvr>
                                      <p:tavLst>
                                        <p:tav tm="0">
                                          <p:val>
                                            <p:fltVal val="0"/>
                                          </p:val>
                                        </p:tav>
                                        <p:tav tm="100000">
                                          <p:val>
                                            <p:strVal val="#ppt_w"/>
                                          </p:val>
                                        </p:tav>
                                      </p:tavLst>
                                    </p:anim>
                                    <p:anim calcmode="lin" valueType="num">
                                      <p:cBhvr>
                                        <p:cTn id="22" dur="500" fill="hold"/>
                                        <p:tgtEl>
                                          <p:spTgt spid="3"/>
                                        </p:tgtEl>
                                        <p:attrNameLst>
                                          <p:attrName>ppt_h</p:attrName>
                                        </p:attrNameLst>
                                      </p:cBhvr>
                                      <p:tavLst>
                                        <p:tav tm="0">
                                          <p:val>
                                            <p:fltVal val="0"/>
                                          </p:val>
                                        </p:tav>
                                        <p:tav tm="100000">
                                          <p:val>
                                            <p:strVal val="#ppt_h"/>
                                          </p:val>
                                        </p:tav>
                                      </p:tavLst>
                                    </p:anim>
                                    <p:animEffect transition="in" filter="fade">
                                      <p:cBhvr>
                                        <p:cTn id="23" dur="500"/>
                                        <p:tgtEl>
                                          <p:spTgt spid="3"/>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left)">
                                      <p:cBhvr>
                                        <p:cTn id="27" dur="500"/>
                                        <p:tgtEl>
                                          <p:spTgt spid="13"/>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left)">
                                      <p:cBhvr>
                                        <p:cTn id="31" dur="500"/>
                                        <p:tgtEl>
                                          <p:spTgt spid="8"/>
                                        </p:tgtEl>
                                      </p:cBhvr>
                                    </p:animEffect>
                                  </p:childTnLst>
                                </p:cTn>
                              </p:par>
                            </p:childTnLst>
                          </p:cTn>
                        </p:par>
                        <p:par>
                          <p:cTn id="32" fill="hold">
                            <p:stCondLst>
                              <p:cond delay="3000"/>
                            </p:stCondLst>
                            <p:childTnLst>
                              <p:par>
                                <p:cTn id="33" presetID="53"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fltVal val="0"/>
                                          </p:val>
                                        </p:tav>
                                        <p:tav tm="100000">
                                          <p:val>
                                            <p:strVal val="#ppt_h"/>
                                          </p:val>
                                        </p:tav>
                                      </p:tavLst>
                                    </p:anim>
                                    <p:animEffect transition="in" filter="fade">
                                      <p:cBhvr>
                                        <p:cTn id="37" dur="500"/>
                                        <p:tgtEl>
                                          <p:spTgt spid="4"/>
                                        </p:tgtEl>
                                      </p:cBhvr>
                                    </p:animEffect>
                                  </p:childTnLst>
                                </p:cTn>
                              </p:par>
                            </p:childTnLst>
                          </p:cTn>
                        </p:par>
                        <p:par>
                          <p:cTn id="38" fill="hold">
                            <p:stCondLst>
                              <p:cond delay="3500"/>
                            </p:stCondLst>
                            <p:childTnLst>
                              <p:par>
                                <p:cTn id="39" presetID="22" presetClass="entr" presetSubtype="2" fill="hold" nodeType="after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wipe(right)">
                                      <p:cBhvr>
                                        <p:cTn id="41" dur="500"/>
                                        <p:tgtEl>
                                          <p:spTgt spid="10"/>
                                        </p:tgtEl>
                                      </p:cBhvr>
                                    </p:animEffect>
                                  </p:childTnLst>
                                </p:cTn>
                              </p:par>
                            </p:childTnLst>
                          </p:cTn>
                        </p:par>
                        <p:par>
                          <p:cTn id="42" fill="hold">
                            <p:stCondLst>
                              <p:cond delay="4000"/>
                            </p:stCondLst>
                            <p:childTnLst>
                              <p:par>
                                <p:cTn id="43" presetID="22" presetClass="entr" presetSubtype="2"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wipe(right)">
                                      <p:cBhvr>
                                        <p:cTn id="45" dur="500"/>
                                        <p:tgtEl>
                                          <p:spTgt spid="7"/>
                                        </p:tgtEl>
                                      </p:cBhvr>
                                    </p:animEffect>
                                  </p:childTnLst>
                                </p:cTn>
                              </p:par>
                            </p:childTnLst>
                          </p:cTn>
                        </p:par>
                        <p:par>
                          <p:cTn id="46" fill="hold">
                            <p:stCondLst>
                              <p:cond delay="4500"/>
                            </p:stCondLst>
                            <p:childTnLst>
                              <p:par>
                                <p:cTn id="47" presetID="53" presetClass="entr" presetSubtype="0" fill="hold" nodeType="after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 fill="hold"/>
                                        <p:tgtEl>
                                          <p:spTgt spid="5"/>
                                        </p:tgtEl>
                                        <p:attrNameLst>
                                          <p:attrName>ppt_w</p:attrName>
                                        </p:attrNameLst>
                                      </p:cBhvr>
                                      <p:tavLst>
                                        <p:tav tm="0">
                                          <p:val>
                                            <p:fltVal val="0"/>
                                          </p:val>
                                        </p:tav>
                                        <p:tav tm="100000">
                                          <p:val>
                                            <p:strVal val="#ppt_w"/>
                                          </p:val>
                                        </p:tav>
                                      </p:tavLst>
                                    </p:anim>
                                    <p:anim calcmode="lin" valueType="num">
                                      <p:cBhvr>
                                        <p:cTn id="50" dur="500" fill="hold"/>
                                        <p:tgtEl>
                                          <p:spTgt spid="5"/>
                                        </p:tgtEl>
                                        <p:attrNameLst>
                                          <p:attrName>ppt_h</p:attrName>
                                        </p:attrNameLst>
                                      </p:cBhvr>
                                      <p:tavLst>
                                        <p:tav tm="0">
                                          <p:val>
                                            <p:fltVal val="0"/>
                                          </p:val>
                                        </p:tav>
                                        <p:tav tm="100000">
                                          <p:val>
                                            <p:strVal val="#ppt_h"/>
                                          </p:val>
                                        </p:tav>
                                      </p:tavLst>
                                    </p:anim>
                                    <p:animEffect transition="in" filter="fade">
                                      <p:cBhvr>
                                        <p:cTn id="51" dur="500"/>
                                        <p:tgtEl>
                                          <p:spTgt spid="5"/>
                                        </p:tgtEl>
                                      </p:cBhvr>
                                    </p:animEffect>
                                  </p:childTnLst>
                                </p:cTn>
                              </p:par>
                            </p:childTnLst>
                          </p:cTn>
                        </p:par>
                        <p:par>
                          <p:cTn id="52" fill="hold">
                            <p:stCondLst>
                              <p:cond delay="5000"/>
                            </p:stCondLst>
                            <p:childTnLst>
                              <p:par>
                                <p:cTn id="53" presetID="22" presetClass="entr" presetSubtype="8"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wipe(left)">
                                      <p:cBhvr>
                                        <p:cTn id="55" dur="500"/>
                                        <p:tgtEl>
                                          <p:spTgt spid="11"/>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wipe(left)">
                                      <p:cBhvr>
                                        <p:cTn id="5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7171" name="Text Box 3"/>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7172" name="Line 4"/>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7173" name="Line 5"/>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grpSp>
        <p:nvGrpSpPr>
          <p:cNvPr id="7174" name="Group 6"/>
          <p:cNvGrpSpPr>
            <a:grpSpLocks/>
          </p:cNvGrpSpPr>
          <p:nvPr/>
        </p:nvGrpSpPr>
        <p:grpSpPr bwMode="auto">
          <a:xfrm>
            <a:off x="5110014" y="2264594"/>
            <a:ext cx="6893719" cy="3080742"/>
            <a:chOff x="0" y="0"/>
            <a:chExt cx="3088" cy="1380"/>
          </a:xfrm>
        </p:grpSpPr>
        <p:sp>
          <p:nvSpPr>
            <p:cNvPr id="7217" name="Line 7"/>
            <p:cNvSpPr>
              <a:spLocks noChangeShapeType="1"/>
            </p:cNvSpPr>
            <p:nvPr/>
          </p:nvSpPr>
          <p:spPr bwMode="auto">
            <a:xfrm>
              <a:off x="0" y="0"/>
              <a:ext cx="3088" cy="0"/>
            </a:xfrm>
            <a:prstGeom prst="line">
              <a:avLst/>
            </a:prstGeom>
            <a:noFill/>
            <a:ln w="6350">
              <a:solidFill>
                <a:srgbClr val="C0C0C0"/>
              </a:solidFill>
              <a:prstDash val="dash"/>
              <a:round/>
              <a:headEnd/>
              <a:tailEnd/>
            </a:ln>
          </p:spPr>
          <p:txBody>
            <a:bodyPr/>
            <a:lstStyle/>
            <a:p>
              <a:endParaRPr lang="zh-CN" altLang="en-US"/>
            </a:p>
          </p:txBody>
        </p:sp>
        <p:sp>
          <p:nvSpPr>
            <p:cNvPr id="7218" name="Line 8"/>
            <p:cNvSpPr>
              <a:spLocks noChangeShapeType="1"/>
            </p:cNvSpPr>
            <p:nvPr/>
          </p:nvSpPr>
          <p:spPr bwMode="auto">
            <a:xfrm>
              <a:off x="0" y="82"/>
              <a:ext cx="3088" cy="0"/>
            </a:xfrm>
            <a:prstGeom prst="line">
              <a:avLst/>
            </a:prstGeom>
            <a:noFill/>
            <a:ln w="6350">
              <a:solidFill>
                <a:srgbClr val="C0C0C0"/>
              </a:solidFill>
              <a:prstDash val="dash"/>
              <a:round/>
              <a:headEnd/>
              <a:tailEnd/>
            </a:ln>
          </p:spPr>
          <p:txBody>
            <a:bodyPr/>
            <a:lstStyle/>
            <a:p>
              <a:endParaRPr lang="zh-CN" altLang="en-US"/>
            </a:p>
          </p:txBody>
        </p:sp>
        <p:sp>
          <p:nvSpPr>
            <p:cNvPr id="7219" name="Line 9"/>
            <p:cNvSpPr>
              <a:spLocks noChangeShapeType="1"/>
            </p:cNvSpPr>
            <p:nvPr/>
          </p:nvSpPr>
          <p:spPr bwMode="auto">
            <a:xfrm>
              <a:off x="0" y="162"/>
              <a:ext cx="3088" cy="0"/>
            </a:xfrm>
            <a:prstGeom prst="line">
              <a:avLst/>
            </a:prstGeom>
            <a:noFill/>
            <a:ln w="6350">
              <a:solidFill>
                <a:srgbClr val="C0C0C0"/>
              </a:solidFill>
              <a:prstDash val="dash"/>
              <a:round/>
              <a:headEnd/>
              <a:tailEnd/>
            </a:ln>
          </p:spPr>
          <p:txBody>
            <a:bodyPr/>
            <a:lstStyle/>
            <a:p>
              <a:endParaRPr lang="zh-CN" altLang="en-US"/>
            </a:p>
          </p:txBody>
        </p:sp>
        <p:sp>
          <p:nvSpPr>
            <p:cNvPr id="7220" name="Line 10"/>
            <p:cNvSpPr>
              <a:spLocks noChangeShapeType="1"/>
            </p:cNvSpPr>
            <p:nvPr/>
          </p:nvSpPr>
          <p:spPr bwMode="auto">
            <a:xfrm>
              <a:off x="0" y="244"/>
              <a:ext cx="3088" cy="0"/>
            </a:xfrm>
            <a:prstGeom prst="line">
              <a:avLst/>
            </a:prstGeom>
            <a:noFill/>
            <a:ln w="6350">
              <a:solidFill>
                <a:srgbClr val="C0C0C0"/>
              </a:solidFill>
              <a:prstDash val="dash"/>
              <a:round/>
              <a:headEnd/>
              <a:tailEnd/>
            </a:ln>
          </p:spPr>
          <p:txBody>
            <a:bodyPr/>
            <a:lstStyle/>
            <a:p>
              <a:endParaRPr lang="zh-CN" altLang="en-US"/>
            </a:p>
          </p:txBody>
        </p:sp>
        <p:sp>
          <p:nvSpPr>
            <p:cNvPr id="7221" name="Line 11"/>
            <p:cNvSpPr>
              <a:spLocks noChangeShapeType="1"/>
            </p:cNvSpPr>
            <p:nvPr/>
          </p:nvSpPr>
          <p:spPr bwMode="auto">
            <a:xfrm>
              <a:off x="0" y="325"/>
              <a:ext cx="3088" cy="0"/>
            </a:xfrm>
            <a:prstGeom prst="line">
              <a:avLst/>
            </a:prstGeom>
            <a:noFill/>
            <a:ln w="6350">
              <a:solidFill>
                <a:srgbClr val="C0C0C0"/>
              </a:solidFill>
              <a:prstDash val="dash"/>
              <a:round/>
              <a:headEnd/>
              <a:tailEnd/>
            </a:ln>
          </p:spPr>
          <p:txBody>
            <a:bodyPr/>
            <a:lstStyle/>
            <a:p>
              <a:endParaRPr lang="zh-CN" altLang="en-US"/>
            </a:p>
          </p:txBody>
        </p:sp>
        <p:sp>
          <p:nvSpPr>
            <p:cNvPr id="7222" name="Line 12"/>
            <p:cNvSpPr>
              <a:spLocks noChangeShapeType="1"/>
            </p:cNvSpPr>
            <p:nvPr/>
          </p:nvSpPr>
          <p:spPr bwMode="auto">
            <a:xfrm>
              <a:off x="0" y="405"/>
              <a:ext cx="3088" cy="0"/>
            </a:xfrm>
            <a:prstGeom prst="line">
              <a:avLst/>
            </a:prstGeom>
            <a:noFill/>
            <a:ln w="6350">
              <a:solidFill>
                <a:srgbClr val="C0C0C0"/>
              </a:solidFill>
              <a:prstDash val="dash"/>
              <a:round/>
              <a:headEnd/>
              <a:tailEnd/>
            </a:ln>
          </p:spPr>
          <p:txBody>
            <a:bodyPr/>
            <a:lstStyle/>
            <a:p>
              <a:endParaRPr lang="zh-CN" altLang="en-US"/>
            </a:p>
          </p:txBody>
        </p:sp>
        <p:sp>
          <p:nvSpPr>
            <p:cNvPr id="7223" name="Line 13"/>
            <p:cNvSpPr>
              <a:spLocks noChangeShapeType="1"/>
            </p:cNvSpPr>
            <p:nvPr/>
          </p:nvSpPr>
          <p:spPr bwMode="auto">
            <a:xfrm>
              <a:off x="0" y="487"/>
              <a:ext cx="3088" cy="0"/>
            </a:xfrm>
            <a:prstGeom prst="line">
              <a:avLst/>
            </a:prstGeom>
            <a:noFill/>
            <a:ln w="6350">
              <a:solidFill>
                <a:srgbClr val="C0C0C0"/>
              </a:solidFill>
              <a:prstDash val="dash"/>
              <a:round/>
              <a:headEnd/>
              <a:tailEnd/>
            </a:ln>
          </p:spPr>
          <p:txBody>
            <a:bodyPr/>
            <a:lstStyle/>
            <a:p>
              <a:endParaRPr lang="zh-CN" altLang="en-US"/>
            </a:p>
          </p:txBody>
        </p:sp>
        <p:sp>
          <p:nvSpPr>
            <p:cNvPr id="7224" name="Line 14"/>
            <p:cNvSpPr>
              <a:spLocks noChangeShapeType="1"/>
            </p:cNvSpPr>
            <p:nvPr/>
          </p:nvSpPr>
          <p:spPr bwMode="auto">
            <a:xfrm>
              <a:off x="0" y="569"/>
              <a:ext cx="3088" cy="0"/>
            </a:xfrm>
            <a:prstGeom prst="line">
              <a:avLst/>
            </a:prstGeom>
            <a:noFill/>
            <a:ln w="6350">
              <a:solidFill>
                <a:srgbClr val="C0C0C0"/>
              </a:solidFill>
              <a:prstDash val="dash"/>
              <a:round/>
              <a:headEnd/>
              <a:tailEnd/>
            </a:ln>
          </p:spPr>
          <p:txBody>
            <a:bodyPr/>
            <a:lstStyle/>
            <a:p>
              <a:endParaRPr lang="zh-CN" altLang="en-US"/>
            </a:p>
          </p:txBody>
        </p:sp>
        <p:sp>
          <p:nvSpPr>
            <p:cNvPr id="7225" name="Line 15"/>
            <p:cNvSpPr>
              <a:spLocks noChangeShapeType="1"/>
            </p:cNvSpPr>
            <p:nvPr/>
          </p:nvSpPr>
          <p:spPr bwMode="auto">
            <a:xfrm>
              <a:off x="0" y="649"/>
              <a:ext cx="3088" cy="0"/>
            </a:xfrm>
            <a:prstGeom prst="line">
              <a:avLst/>
            </a:prstGeom>
            <a:noFill/>
            <a:ln w="6350">
              <a:solidFill>
                <a:srgbClr val="C0C0C0"/>
              </a:solidFill>
              <a:prstDash val="dash"/>
              <a:round/>
              <a:headEnd/>
              <a:tailEnd/>
            </a:ln>
          </p:spPr>
          <p:txBody>
            <a:bodyPr/>
            <a:lstStyle/>
            <a:p>
              <a:endParaRPr lang="zh-CN" altLang="en-US"/>
            </a:p>
          </p:txBody>
        </p:sp>
        <p:sp>
          <p:nvSpPr>
            <p:cNvPr id="7226" name="Line 16"/>
            <p:cNvSpPr>
              <a:spLocks noChangeShapeType="1"/>
            </p:cNvSpPr>
            <p:nvPr/>
          </p:nvSpPr>
          <p:spPr bwMode="auto">
            <a:xfrm>
              <a:off x="0" y="731"/>
              <a:ext cx="3088" cy="0"/>
            </a:xfrm>
            <a:prstGeom prst="line">
              <a:avLst/>
            </a:prstGeom>
            <a:noFill/>
            <a:ln w="6350">
              <a:solidFill>
                <a:srgbClr val="C0C0C0"/>
              </a:solidFill>
              <a:prstDash val="dash"/>
              <a:round/>
              <a:headEnd/>
              <a:tailEnd/>
            </a:ln>
          </p:spPr>
          <p:txBody>
            <a:bodyPr/>
            <a:lstStyle/>
            <a:p>
              <a:endParaRPr lang="zh-CN" altLang="en-US"/>
            </a:p>
          </p:txBody>
        </p:sp>
        <p:sp>
          <p:nvSpPr>
            <p:cNvPr id="7227" name="Line 17"/>
            <p:cNvSpPr>
              <a:spLocks noChangeShapeType="1"/>
            </p:cNvSpPr>
            <p:nvPr/>
          </p:nvSpPr>
          <p:spPr bwMode="auto">
            <a:xfrm>
              <a:off x="0" y="813"/>
              <a:ext cx="3088" cy="0"/>
            </a:xfrm>
            <a:prstGeom prst="line">
              <a:avLst/>
            </a:prstGeom>
            <a:noFill/>
            <a:ln w="6350">
              <a:solidFill>
                <a:srgbClr val="C0C0C0"/>
              </a:solidFill>
              <a:prstDash val="dash"/>
              <a:round/>
              <a:headEnd/>
              <a:tailEnd/>
            </a:ln>
          </p:spPr>
          <p:txBody>
            <a:bodyPr/>
            <a:lstStyle/>
            <a:p>
              <a:endParaRPr lang="zh-CN" altLang="en-US"/>
            </a:p>
          </p:txBody>
        </p:sp>
        <p:sp>
          <p:nvSpPr>
            <p:cNvPr id="7228" name="Line 18"/>
            <p:cNvSpPr>
              <a:spLocks noChangeShapeType="1"/>
            </p:cNvSpPr>
            <p:nvPr/>
          </p:nvSpPr>
          <p:spPr bwMode="auto">
            <a:xfrm>
              <a:off x="0" y="893"/>
              <a:ext cx="3088" cy="0"/>
            </a:xfrm>
            <a:prstGeom prst="line">
              <a:avLst/>
            </a:prstGeom>
            <a:noFill/>
            <a:ln w="6350">
              <a:solidFill>
                <a:srgbClr val="C0C0C0"/>
              </a:solidFill>
              <a:prstDash val="dash"/>
              <a:round/>
              <a:headEnd/>
              <a:tailEnd/>
            </a:ln>
          </p:spPr>
          <p:txBody>
            <a:bodyPr/>
            <a:lstStyle/>
            <a:p>
              <a:endParaRPr lang="zh-CN" altLang="en-US"/>
            </a:p>
          </p:txBody>
        </p:sp>
        <p:sp>
          <p:nvSpPr>
            <p:cNvPr id="7229" name="Line 19"/>
            <p:cNvSpPr>
              <a:spLocks noChangeShapeType="1"/>
            </p:cNvSpPr>
            <p:nvPr/>
          </p:nvSpPr>
          <p:spPr bwMode="auto">
            <a:xfrm>
              <a:off x="0" y="975"/>
              <a:ext cx="3088" cy="0"/>
            </a:xfrm>
            <a:prstGeom prst="line">
              <a:avLst/>
            </a:prstGeom>
            <a:noFill/>
            <a:ln w="6350">
              <a:solidFill>
                <a:srgbClr val="C0C0C0"/>
              </a:solidFill>
              <a:prstDash val="dash"/>
              <a:round/>
              <a:headEnd/>
              <a:tailEnd/>
            </a:ln>
          </p:spPr>
          <p:txBody>
            <a:bodyPr/>
            <a:lstStyle/>
            <a:p>
              <a:endParaRPr lang="zh-CN" altLang="en-US"/>
            </a:p>
          </p:txBody>
        </p:sp>
        <p:sp>
          <p:nvSpPr>
            <p:cNvPr id="7230" name="Line 20"/>
            <p:cNvSpPr>
              <a:spLocks noChangeShapeType="1"/>
            </p:cNvSpPr>
            <p:nvPr/>
          </p:nvSpPr>
          <p:spPr bwMode="auto">
            <a:xfrm>
              <a:off x="0" y="1056"/>
              <a:ext cx="3088" cy="0"/>
            </a:xfrm>
            <a:prstGeom prst="line">
              <a:avLst/>
            </a:prstGeom>
            <a:noFill/>
            <a:ln w="6350">
              <a:solidFill>
                <a:srgbClr val="C0C0C0"/>
              </a:solidFill>
              <a:prstDash val="dash"/>
              <a:round/>
              <a:headEnd/>
              <a:tailEnd/>
            </a:ln>
          </p:spPr>
          <p:txBody>
            <a:bodyPr/>
            <a:lstStyle/>
            <a:p>
              <a:endParaRPr lang="zh-CN" altLang="en-US"/>
            </a:p>
          </p:txBody>
        </p:sp>
        <p:sp>
          <p:nvSpPr>
            <p:cNvPr id="7231" name="Line 21"/>
            <p:cNvSpPr>
              <a:spLocks noChangeShapeType="1"/>
            </p:cNvSpPr>
            <p:nvPr/>
          </p:nvSpPr>
          <p:spPr bwMode="auto">
            <a:xfrm>
              <a:off x="0" y="1136"/>
              <a:ext cx="3088" cy="0"/>
            </a:xfrm>
            <a:prstGeom prst="line">
              <a:avLst/>
            </a:prstGeom>
            <a:noFill/>
            <a:ln w="6350">
              <a:solidFill>
                <a:srgbClr val="C0C0C0"/>
              </a:solidFill>
              <a:prstDash val="dash"/>
              <a:round/>
              <a:headEnd/>
              <a:tailEnd/>
            </a:ln>
          </p:spPr>
          <p:txBody>
            <a:bodyPr/>
            <a:lstStyle/>
            <a:p>
              <a:endParaRPr lang="zh-CN" altLang="en-US"/>
            </a:p>
          </p:txBody>
        </p:sp>
        <p:sp>
          <p:nvSpPr>
            <p:cNvPr id="7232" name="Line 22"/>
            <p:cNvSpPr>
              <a:spLocks noChangeShapeType="1"/>
            </p:cNvSpPr>
            <p:nvPr/>
          </p:nvSpPr>
          <p:spPr bwMode="auto">
            <a:xfrm>
              <a:off x="0" y="1218"/>
              <a:ext cx="3088" cy="0"/>
            </a:xfrm>
            <a:prstGeom prst="line">
              <a:avLst/>
            </a:prstGeom>
            <a:noFill/>
            <a:ln w="6350">
              <a:solidFill>
                <a:srgbClr val="C0C0C0"/>
              </a:solidFill>
              <a:prstDash val="dash"/>
              <a:round/>
              <a:headEnd/>
              <a:tailEnd/>
            </a:ln>
          </p:spPr>
          <p:txBody>
            <a:bodyPr/>
            <a:lstStyle/>
            <a:p>
              <a:endParaRPr lang="zh-CN" altLang="en-US"/>
            </a:p>
          </p:txBody>
        </p:sp>
        <p:sp>
          <p:nvSpPr>
            <p:cNvPr id="7233" name="Line 23"/>
            <p:cNvSpPr>
              <a:spLocks noChangeShapeType="1"/>
            </p:cNvSpPr>
            <p:nvPr/>
          </p:nvSpPr>
          <p:spPr bwMode="auto">
            <a:xfrm>
              <a:off x="0" y="1300"/>
              <a:ext cx="3088" cy="0"/>
            </a:xfrm>
            <a:prstGeom prst="line">
              <a:avLst/>
            </a:prstGeom>
            <a:noFill/>
            <a:ln w="6350">
              <a:solidFill>
                <a:srgbClr val="C0C0C0"/>
              </a:solidFill>
              <a:prstDash val="dash"/>
              <a:round/>
              <a:headEnd/>
              <a:tailEnd/>
            </a:ln>
          </p:spPr>
          <p:txBody>
            <a:bodyPr/>
            <a:lstStyle/>
            <a:p>
              <a:endParaRPr lang="zh-CN" altLang="en-US"/>
            </a:p>
          </p:txBody>
        </p:sp>
        <p:sp>
          <p:nvSpPr>
            <p:cNvPr id="7234" name="Line 24"/>
            <p:cNvSpPr>
              <a:spLocks noChangeShapeType="1"/>
            </p:cNvSpPr>
            <p:nvPr/>
          </p:nvSpPr>
          <p:spPr bwMode="auto">
            <a:xfrm>
              <a:off x="0" y="1380"/>
              <a:ext cx="3088" cy="0"/>
            </a:xfrm>
            <a:prstGeom prst="line">
              <a:avLst/>
            </a:prstGeom>
            <a:noFill/>
            <a:ln w="6350">
              <a:solidFill>
                <a:srgbClr val="C0C0C0"/>
              </a:solidFill>
              <a:prstDash val="dash"/>
              <a:round/>
              <a:headEnd/>
              <a:tailEnd/>
            </a:ln>
          </p:spPr>
          <p:txBody>
            <a:bodyPr/>
            <a:lstStyle/>
            <a:p>
              <a:endParaRPr lang="zh-CN" altLang="en-US"/>
            </a:p>
          </p:txBody>
        </p:sp>
      </p:grpSp>
      <p:grpSp>
        <p:nvGrpSpPr>
          <p:cNvPr id="7175" name="Group 25"/>
          <p:cNvGrpSpPr>
            <a:grpSpLocks/>
          </p:cNvGrpSpPr>
          <p:nvPr/>
        </p:nvGrpSpPr>
        <p:grpSpPr bwMode="auto">
          <a:xfrm>
            <a:off x="5143500" y="2974504"/>
            <a:ext cx="819300" cy="2402086"/>
            <a:chOff x="0" y="0"/>
            <a:chExt cx="367" cy="1076"/>
          </a:xfrm>
        </p:grpSpPr>
        <p:sp>
          <p:nvSpPr>
            <p:cNvPr id="7214" name="Freeform 26"/>
            <p:cNvSpPr>
              <a:spLocks/>
            </p:cNvSpPr>
            <p:nvPr/>
          </p:nvSpPr>
          <p:spPr bwMode="auto">
            <a:xfrm>
              <a:off x="0" y="0"/>
              <a:ext cx="367" cy="73"/>
            </a:xfrm>
            <a:custGeom>
              <a:avLst/>
              <a:gdLst>
                <a:gd name="T0" fmla="*/ 300 w 367"/>
                <a:gd name="T1" fmla="*/ 73 h 73"/>
                <a:gd name="T2" fmla="*/ 0 w 367"/>
                <a:gd name="T3" fmla="*/ 73 h 73"/>
                <a:gd name="T4" fmla="*/ 66 w 367"/>
                <a:gd name="T5" fmla="*/ 0 h 73"/>
                <a:gd name="T6" fmla="*/ 367 w 367"/>
                <a:gd name="T7" fmla="*/ 0 h 73"/>
                <a:gd name="T8" fmla="*/ 300 w 367"/>
                <a:gd name="T9" fmla="*/ 73 h 73"/>
                <a:gd name="T10" fmla="*/ 0 60000 65536"/>
                <a:gd name="T11" fmla="*/ 0 60000 65536"/>
                <a:gd name="T12" fmla="*/ 0 60000 65536"/>
                <a:gd name="T13" fmla="*/ 0 60000 65536"/>
                <a:gd name="T14" fmla="*/ 0 60000 65536"/>
                <a:gd name="T15" fmla="*/ 0 w 367"/>
                <a:gd name="T16" fmla="*/ 0 h 73"/>
                <a:gd name="T17" fmla="*/ 367 w 367"/>
                <a:gd name="T18" fmla="*/ 73 h 73"/>
              </a:gdLst>
              <a:ahLst/>
              <a:cxnLst>
                <a:cxn ang="T10">
                  <a:pos x="T0" y="T1"/>
                </a:cxn>
                <a:cxn ang="T11">
                  <a:pos x="T2" y="T3"/>
                </a:cxn>
                <a:cxn ang="T12">
                  <a:pos x="T4" y="T5"/>
                </a:cxn>
                <a:cxn ang="T13">
                  <a:pos x="T6" y="T7"/>
                </a:cxn>
                <a:cxn ang="T14">
                  <a:pos x="T8" y="T9"/>
                </a:cxn>
              </a:cxnLst>
              <a:rect l="T15" t="T16" r="T17" b="T18"/>
              <a:pathLst>
                <a:path w="367" h="73">
                  <a:moveTo>
                    <a:pt x="300" y="73"/>
                  </a:moveTo>
                  <a:lnTo>
                    <a:pt x="0" y="73"/>
                  </a:lnTo>
                  <a:lnTo>
                    <a:pt x="66" y="0"/>
                  </a:lnTo>
                  <a:lnTo>
                    <a:pt x="367" y="0"/>
                  </a:lnTo>
                  <a:lnTo>
                    <a:pt x="300" y="73"/>
                  </a:lnTo>
                  <a:close/>
                </a:path>
              </a:pathLst>
            </a:custGeom>
            <a:solidFill>
              <a:srgbClr val="725F42"/>
            </a:solidFill>
            <a:ln w="9525">
              <a:noFill/>
              <a:round/>
              <a:headEnd/>
              <a:tailEnd/>
            </a:ln>
          </p:spPr>
          <p:txBody>
            <a:bodyPr/>
            <a:lstStyle/>
            <a:p>
              <a:endParaRPr lang="zh-CN" altLang="en-US"/>
            </a:p>
          </p:txBody>
        </p:sp>
        <p:sp>
          <p:nvSpPr>
            <p:cNvPr id="7215" name="Rectangle 27"/>
            <p:cNvSpPr>
              <a:spLocks noChangeArrowheads="1"/>
            </p:cNvSpPr>
            <p:nvPr/>
          </p:nvSpPr>
          <p:spPr bwMode="auto">
            <a:xfrm>
              <a:off x="0" y="73"/>
              <a:ext cx="300" cy="1003"/>
            </a:xfrm>
            <a:prstGeom prst="rect">
              <a:avLst/>
            </a:prstGeom>
            <a:solidFill>
              <a:srgbClr val="88714E"/>
            </a:solidFill>
            <a:ln w="9525">
              <a:noFill/>
              <a:miter lim="800000"/>
              <a:headEnd/>
              <a:tailEnd/>
            </a:ln>
          </p:spPr>
          <p:txBody>
            <a:bodyPr/>
            <a:lstStyle/>
            <a:p>
              <a:endParaRPr lang="zh-CN" altLang="en-US"/>
            </a:p>
          </p:txBody>
        </p:sp>
        <p:sp>
          <p:nvSpPr>
            <p:cNvPr id="7216" name="Freeform 28"/>
            <p:cNvSpPr>
              <a:spLocks/>
            </p:cNvSpPr>
            <p:nvPr/>
          </p:nvSpPr>
          <p:spPr bwMode="auto">
            <a:xfrm>
              <a:off x="300" y="0"/>
              <a:ext cx="67" cy="1076"/>
            </a:xfrm>
            <a:custGeom>
              <a:avLst/>
              <a:gdLst>
                <a:gd name="T0" fmla="*/ 67 w 67"/>
                <a:gd name="T1" fmla="*/ 1004 h 1076"/>
                <a:gd name="T2" fmla="*/ 0 w 67"/>
                <a:gd name="T3" fmla="*/ 1076 h 1076"/>
                <a:gd name="T4" fmla="*/ 0 w 67"/>
                <a:gd name="T5" fmla="*/ 73 h 1076"/>
                <a:gd name="T6" fmla="*/ 67 w 67"/>
                <a:gd name="T7" fmla="*/ 0 h 1076"/>
                <a:gd name="T8" fmla="*/ 67 w 67"/>
                <a:gd name="T9" fmla="*/ 1004 h 1076"/>
                <a:gd name="T10" fmla="*/ 0 60000 65536"/>
                <a:gd name="T11" fmla="*/ 0 60000 65536"/>
                <a:gd name="T12" fmla="*/ 0 60000 65536"/>
                <a:gd name="T13" fmla="*/ 0 60000 65536"/>
                <a:gd name="T14" fmla="*/ 0 60000 65536"/>
                <a:gd name="T15" fmla="*/ 0 w 67"/>
                <a:gd name="T16" fmla="*/ 0 h 1076"/>
                <a:gd name="T17" fmla="*/ 67 w 67"/>
                <a:gd name="T18" fmla="*/ 1076 h 1076"/>
              </a:gdLst>
              <a:ahLst/>
              <a:cxnLst>
                <a:cxn ang="T10">
                  <a:pos x="T0" y="T1"/>
                </a:cxn>
                <a:cxn ang="T11">
                  <a:pos x="T2" y="T3"/>
                </a:cxn>
                <a:cxn ang="T12">
                  <a:pos x="T4" y="T5"/>
                </a:cxn>
                <a:cxn ang="T13">
                  <a:pos x="T6" y="T7"/>
                </a:cxn>
                <a:cxn ang="T14">
                  <a:pos x="T8" y="T9"/>
                </a:cxn>
              </a:cxnLst>
              <a:rect l="T15" t="T16" r="T17" b="T18"/>
              <a:pathLst>
                <a:path w="67" h="1076">
                  <a:moveTo>
                    <a:pt x="67" y="1004"/>
                  </a:moveTo>
                  <a:lnTo>
                    <a:pt x="0" y="1076"/>
                  </a:lnTo>
                  <a:lnTo>
                    <a:pt x="0" y="73"/>
                  </a:lnTo>
                  <a:lnTo>
                    <a:pt x="67" y="0"/>
                  </a:lnTo>
                  <a:lnTo>
                    <a:pt x="67" y="1004"/>
                  </a:lnTo>
                  <a:close/>
                </a:path>
              </a:pathLst>
            </a:custGeom>
            <a:solidFill>
              <a:srgbClr val="957B55"/>
            </a:solidFill>
            <a:ln w="9525">
              <a:noFill/>
              <a:round/>
              <a:headEnd/>
              <a:tailEnd/>
            </a:ln>
          </p:spPr>
          <p:txBody>
            <a:bodyPr/>
            <a:lstStyle/>
            <a:p>
              <a:endParaRPr lang="zh-CN" altLang="en-US"/>
            </a:p>
          </p:txBody>
        </p:sp>
      </p:grpSp>
      <p:grpSp>
        <p:nvGrpSpPr>
          <p:cNvPr id="7176" name="Group 29"/>
          <p:cNvGrpSpPr>
            <a:grpSpLocks/>
          </p:cNvGrpSpPr>
          <p:nvPr/>
        </p:nvGrpSpPr>
        <p:grpSpPr bwMode="auto">
          <a:xfrm>
            <a:off x="6429375" y="4363071"/>
            <a:ext cx="819300" cy="1033612"/>
            <a:chOff x="0" y="0"/>
            <a:chExt cx="367" cy="463"/>
          </a:xfrm>
        </p:grpSpPr>
        <p:sp>
          <p:nvSpPr>
            <p:cNvPr id="7211" name="Freeform 30"/>
            <p:cNvSpPr>
              <a:spLocks/>
            </p:cNvSpPr>
            <p:nvPr/>
          </p:nvSpPr>
          <p:spPr bwMode="auto">
            <a:xfrm>
              <a:off x="0" y="0"/>
              <a:ext cx="367" cy="73"/>
            </a:xfrm>
            <a:custGeom>
              <a:avLst/>
              <a:gdLst>
                <a:gd name="T0" fmla="*/ 300 w 367"/>
                <a:gd name="T1" fmla="*/ 73 h 73"/>
                <a:gd name="T2" fmla="*/ 0 w 367"/>
                <a:gd name="T3" fmla="*/ 73 h 73"/>
                <a:gd name="T4" fmla="*/ 66 w 367"/>
                <a:gd name="T5" fmla="*/ 0 h 73"/>
                <a:gd name="T6" fmla="*/ 367 w 367"/>
                <a:gd name="T7" fmla="*/ 0 h 73"/>
                <a:gd name="T8" fmla="*/ 300 w 367"/>
                <a:gd name="T9" fmla="*/ 73 h 73"/>
                <a:gd name="T10" fmla="*/ 0 60000 65536"/>
                <a:gd name="T11" fmla="*/ 0 60000 65536"/>
                <a:gd name="T12" fmla="*/ 0 60000 65536"/>
                <a:gd name="T13" fmla="*/ 0 60000 65536"/>
                <a:gd name="T14" fmla="*/ 0 60000 65536"/>
                <a:gd name="T15" fmla="*/ 0 w 367"/>
                <a:gd name="T16" fmla="*/ 0 h 73"/>
                <a:gd name="T17" fmla="*/ 367 w 367"/>
                <a:gd name="T18" fmla="*/ 73 h 73"/>
              </a:gdLst>
              <a:ahLst/>
              <a:cxnLst>
                <a:cxn ang="T10">
                  <a:pos x="T0" y="T1"/>
                </a:cxn>
                <a:cxn ang="T11">
                  <a:pos x="T2" y="T3"/>
                </a:cxn>
                <a:cxn ang="T12">
                  <a:pos x="T4" y="T5"/>
                </a:cxn>
                <a:cxn ang="T13">
                  <a:pos x="T6" y="T7"/>
                </a:cxn>
                <a:cxn ang="T14">
                  <a:pos x="T8" y="T9"/>
                </a:cxn>
              </a:cxnLst>
              <a:rect l="T15" t="T16" r="T17" b="T18"/>
              <a:pathLst>
                <a:path w="367" h="73">
                  <a:moveTo>
                    <a:pt x="300" y="73"/>
                  </a:moveTo>
                  <a:lnTo>
                    <a:pt x="0" y="73"/>
                  </a:lnTo>
                  <a:lnTo>
                    <a:pt x="66" y="0"/>
                  </a:lnTo>
                  <a:lnTo>
                    <a:pt x="367" y="0"/>
                  </a:lnTo>
                  <a:lnTo>
                    <a:pt x="300" y="73"/>
                  </a:lnTo>
                  <a:close/>
                </a:path>
              </a:pathLst>
            </a:custGeom>
            <a:solidFill>
              <a:srgbClr val="725F42"/>
            </a:solidFill>
            <a:ln w="9525">
              <a:noFill/>
              <a:round/>
              <a:headEnd/>
              <a:tailEnd/>
            </a:ln>
          </p:spPr>
          <p:txBody>
            <a:bodyPr/>
            <a:lstStyle/>
            <a:p>
              <a:endParaRPr lang="zh-CN" altLang="en-US"/>
            </a:p>
          </p:txBody>
        </p:sp>
        <p:sp>
          <p:nvSpPr>
            <p:cNvPr id="7212" name="Rectangle 31"/>
            <p:cNvSpPr>
              <a:spLocks noChangeArrowheads="1"/>
            </p:cNvSpPr>
            <p:nvPr/>
          </p:nvSpPr>
          <p:spPr bwMode="auto">
            <a:xfrm>
              <a:off x="0" y="73"/>
              <a:ext cx="300" cy="390"/>
            </a:xfrm>
            <a:prstGeom prst="rect">
              <a:avLst/>
            </a:prstGeom>
            <a:solidFill>
              <a:srgbClr val="88714E"/>
            </a:solidFill>
            <a:ln w="9525">
              <a:noFill/>
              <a:miter lim="800000"/>
              <a:headEnd/>
              <a:tailEnd/>
            </a:ln>
          </p:spPr>
          <p:txBody>
            <a:bodyPr/>
            <a:lstStyle/>
            <a:p>
              <a:endParaRPr lang="zh-CN" altLang="en-US"/>
            </a:p>
          </p:txBody>
        </p:sp>
        <p:sp>
          <p:nvSpPr>
            <p:cNvPr id="7213" name="Freeform 32"/>
            <p:cNvSpPr>
              <a:spLocks/>
            </p:cNvSpPr>
            <p:nvPr/>
          </p:nvSpPr>
          <p:spPr bwMode="auto">
            <a:xfrm>
              <a:off x="300" y="0"/>
              <a:ext cx="67" cy="463"/>
            </a:xfrm>
            <a:custGeom>
              <a:avLst/>
              <a:gdLst>
                <a:gd name="T0" fmla="*/ 67 w 67"/>
                <a:gd name="T1" fmla="*/ 391 h 463"/>
                <a:gd name="T2" fmla="*/ 0 w 67"/>
                <a:gd name="T3" fmla="*/ 463 h 463"/>
                <a:gd name="T4" fmla="*/ 0 w 67"/>
                <a:gd name="T5" fmla="*/ 73 h 463"/>
                <a:gd name="T6" fmla="*/ 67 w 67"/>
                <a:gd name="T7" fmla="*/ 0 h 463"/>
                <a:gd name="T8" fmla="*/ 67 w 67"/>
                <a:gd name="T9" fmla="*/ 391 h 463"/>
                <a:gd name="T10" fmla="*/ 0 60000 65536"/>
                <a:gd name="T11" fmla="*/ 0 60000 65536"/>
                <a:gd name="T12" fmla="*/ 0 60000 65536"/>
                <a:gd name="T13" fmla="*/ 0 60000 65536"/>
                <a:gd name="T14" fmla="*/ 0 60000 65536"/>
                <a:gd name="T15" fmla="*/ 0 w 67"/>
                <a:gd name="T16" fmla="*/ 0 h 463"/>
                <a:gd name="T17" fmla="*/ 67 w 67"/>
                <a:gd name="T18" fmla="*/ 463 h 463"/>
              </a:gdLst>
              <a:ahLst/>
              <a:cxnLst>
                <a:cxn ang="T10">
                  <a:pos x="T0" y="T1"/>
                </a:cxn>
                <a:cxn ang="T11">
                  <a:pos x="T2" y="T3"/>
                </a:cxn>
                <a:cxn ang="T12">
                  <a:pos x="T4" y="T5"/>
                </a:cxn>
                <a:cxn ang="T13">
                  <a:pos x="T6" y="T7"/>
                </a:cxn>
                <a:cxn ang="T14">
                  <a:pos x="T8" y="T9"/>
                </a:cxn>
              </a:cxnLst>
              <a:rect l="T15" t="T16" r="T17" b="T18"/>
              <a:pathLst>
                <a:path w="67" h="463">
                  <a:moveTo>
                    <a:pt x="67" y="391"/>
                  </a:moveTo>
                  <a:lnTo>
                    <a:pt x="0" y="463"/>
                  </a:lnTo>
                  <a:lnTo>
                    <a:pt x="0" y="73"/>
                  </a:lnTo>
                  <a:lnTo>
                    <a:pt x="67" y="0"/>
                  </a:lnTo>
                  <a:lnTo>
                    <a:pt x="67" y="391"/>
                  </a:lnTo>
                  <a:close/>
                </a:path>
              </a:pathLst>
            </a:custGeom>
            <a:solidFill>
              <a:srgbClr val="957B55"/>
            </a:solidFill>
            <a:ln w="9525">
              <a:noFill/>
              <a:round/>
              <a:headEnd/>
              <a:tailEnd/>
            </a:ln>
          </p:spPr>
          <p:txBody>
            <a:bodyPr/>
            <a:lstStyle/>
            <a:p>
              <a:endParaRPr lang="zh-CN" altLang="en-US"/>
            </a:p>
          </p:txBody>
        </p:sp>
      </p:grpSp>
      <p:grpSp>
        <p:nvGrpSpPr>
          <p:cNvPr id="7177" name="Group 33"/>
          <p:cNvGrpSpPr>
            <a:grpSpLocks/>
          </p:cNvGrpSpPr>
          <p:nvPr/>
        </p:nvGrpSpPr>
        <p:grpSpPr bwMode="auto">
          <a:xfrm>
            <a:off x="7929563" y="2974504"/>
            <a:ext cx="821531" cy="2402086"/>
            <a:chOff x="0" y="0"/>
            <a:chExt cx="368" cy="1076"/>
          </a:xfrm>
        </p:grpSpPr>
        <p:sp>
          <p:nvSpPr>
            <p:cNvPr id="7208" name="Freeform 34"/>
            <p:cNvSpPr>
              <a:spLocks/>
            </p:cNvSpPr>
            <p:nvPr/>
          </p:nvSpPr>
          <p:spPr bwMode="auto">
            <a:xfrm>
              <a:off x="0" y="0"/>
              <a:ext cx="368" cy="73"/>
            </a:xfrm>
            <a:custGeom>
              <a:avLst/>
              <a:gdLst>
                <a:gd name="T0" fmla="*/ 301 w 368"/>
                <a:gd name="T1" fmla="*/ 73 h 73"/>
                <a:gd name="T2" fmla="*/ 0 w 368"/>
                <a:gd name="T3" fmla="*/ 73 h 73"/>
                <a:gd name="T4" fmla="*/ 67 w 368"/>
                <a:gd name="T5" fmla="*/ 0 h 73"/>
                <a:gd name="T6" fmla="*/ 368 w 368"/>
                <a:gd name="T7" fmla="*/ 0 h 73"/>
                <a:gd name="T8" fmla="*/ 301 w 368"/>
                <a:gd name="T9" fmla="*/ 73 h 73"/>
                <a:gd name="T10" fmla="*/ 0 60000 65536"/>
                <a:gd name="T11" fmla="*/ 0 60000 65536"/>
                <a:gd name="T12" fmla="*/ 0 60000 65536"/>
                <a:gd name="T13" fmla="*/ 0 60000 65536"/>
                <a:gd name="T14" fmla="*/ 0 60000 65536"/>
                <a:gd name="T15" fmla="*/ 0 w 368"/>
                <a:gd name="T16" fmla="*/ 0 h 73"/>
                <a:gd name="T17" fmla="*/ 368 w 368"/>
                <a:gd name="T18" fmla="*/ 73 h 73"/>
              </a:gdLst>
              <a:ahLst/>
              <a:cxnLst>
                <a:cxn ang="T10">
                  <a:pos x="T0" y="T1"/>
                </a:cxn>
                <a:cxn ang="T11">
                  <a:pos x="T2" y="T3"/>
                </a:cxn>
                <a:cxn ang="T12">
                  <a:pos x="T4" y="T5"/>
                </a:cxn>
                <a:cxn ang="T13">
                  <a:pos x="T6" y="T7"/>
                </a:cxn>
                <a:cxn ang="T14">
                  <a:pos x="T8" y="T9"/>
                </a:cxn>
              </a:cxnLst>
              <a:rect l="T15" t="T16" r="T17" b="T18"/>
              <a:pathLst>
                <a:path w="368" h="73">
                  <a:moveTo>
                    <a:pt x="301" y="73"/>
                  </a:moveTo>
                  <a:lnTo>
                    <a:pt x="0" y="73"/>
                  </a:lnTo>
                  <a:lnTo>
                    <a:pt x="67" y="0"/>
                  </a:lnTo>
                  <a:lnTo>
                    <a:pt x="368" y="0"/>
                  </a:lnTo>
                  <a:lnTo>
                    <a:pt x="301" y="73"/>
                  </a:lnTo>
                  <a:close/>
                </a:path>
              </a:pathLst>
            </a:custGeom>
            <a:solidFill>
              <a:srgbClr val="725F42"/>
            </a:solidFill>
            <a:ln w="9525">
              <a:noFill/>
              <a:round/>
              <a:headEnd/>
              <a:tailEnd/>
            </a:ln>
          </p:spPr>
          <p:txBody>
            <a:bodyPr/>
            <a:lstStyle/>
            <a:p>
              <a:endParaRPr lang="zh-CN" altLang="en-US"/>
            </a:p>
          </p:txBody>
        </p:sp>
        <p:sp>
          <p:nvSpPr>
            <p:cNvPr id="7209" name="Rectangle 35"/>
            <p:cNvSpPr>
              <a:spLocks noChangeArrowheads="1"/>
            </p:cNvSpPr>
            <p:nvPr/>
          </p:nvSpPr>
          <p:spPr bwMode="auto">
            <a:xfrm>
              <a:off x="0" y="73"/>
              <a:ext cx="301" cy="1003"/>
            </a:xfrm>
            <a:prstGeom prst="rect">
              <a:avLst/>
            </a:prstGeom>
            <a:solidFill>
              <a:srgbClr val="88714E"/>
            </a:solidFill>
            <a:ln w="9525">
              <a:noFill/>
              <a:miter lim="800000"/>
              <a:headEnd/>
              <a:tailEnd/>
            </a:ln>
          </p:spPr>
          <p:txBody>
            <a:bodyPr/>
            <a:lstStyle/>
            <a:p>
              <a:endParaRPr lang="zh-CN" altLang="en-US"/>
            </a:p>
          </p:txBody>
        </p:sp>
        <p:sp>
          <p:nvSpPr>
            <p:cNvPr id="7210" name="Freeform 36"/>
            <p:cNvSpPr>
              <a:spLocks/>
            </p:cNvSpPr>
            <p:nvPr/>
          </p:nvSpPr>
          <p:spPr bwMode="auto">
            <a:xfrm>
              <a:off x="301" y="0"/>
              <a:ext cx="67" cy="1076"/>
            </a:xfrm>
            <a:custGeom>
              <a:avLst/>
              <a:gdLst>
                <a:gd name="T0" fmla="*/ 67 w 67"/>
                <a:gd name="T1" fmla="*/ 1004 h 1076"/>
                <a:gd name="T2" fmla="*/ 0 w 67"/>
                <a:gd name="T3" fmla="*/ 1076 h 1076"/>
                <a:gd name="T4" fmla="*/ 0 w 67"/>
                <a:gd name="T5" fmla="*/ 73 h 1076"/>
                <a:gd name="T6" fmla="*/ 67 w 67"/>
                <a:gd name="T7" fmla="*/ 0 h 1076"/>
                <a:gd name="T8" fmla="*/ 67 w 67"/>
                <a:gd name="T9" fmla="*/ 1004 h 1076"/>
                <a:gd name="T10" fmla="*/ 0 60000 65536"/>
                <a:gd name="T11" fmla="*/ 0 60000 65536"/>
                <a:gd name="T12" fmla="*/ 0 60000 65536"/>
                <a:gd name="T13" fmla="*/ 0 60000 65536"/>
                <a:gd name="T14" fmla="*/ 0 60000 65536"/>
                <a:gd name="T15" fmla="*/ 0 w 67"/>
                <a:gd name="T16" fmla="*/ 0 h 1076"/>
                <a:gd name="T17" fmla="*/ 67 w 67"/>
                <a:gd name="T18" fmla="*/ 1076 h 1076"/>
              </a:gdLst>
              <a:ahLst/>
              <a:cxnLst>
                <a:cxn ang="T10">
                  <a:pos x="T0" y="T1"/>
                </a:cxn>
                <a:cxn ang="T11">
                  <a:pos x="T2" y="T3"/>
                </a:cxn>
                <a:cxn ang="T12">
                  <a:pos x="T4" y="T5"/>
                </a:cxn>
                <a:cxn ang="T13">
                  <a:pos x="T6" y="T7"/>
                </a:cxn>
                <a:cxn ang="T14">
                  <a:pos x="T8" y="T9"/>
                </a:cxn>
              </a:cxnLst>
              <a:rect l="T15" t="T16" r="T17" b="T18"/>
              <a:pathLst>
                <a:path w="67" h="1076">
                  <a:moveTo>
                    <a:pt x="67" y="1004"/>
                  </a:moveTo>
                  <a:lnTo>
                    <a:pt x="0" y="1076"/>
                  </a:lnTo>
                  <a:lnTo>
                    <a:pt x="0" y="73"/>
                  </a:lnTo>
                  <a:lnTo>
                    <a:pt x="67" y="0"/>
                  </a:lnTo>
                  <a:lnTo>
                    <a:pt x="67" y="1004"/>
                  </a:lnTo>
                  <a:close/>
                </a:path>
              </a:pathLst>
            </a:custGeom>
            <a:solidFill>
              <a:srgbClr val="957B55"/>
            </a:solidFill>
            <a:ln w="9525">
              <a:noFill/>
              <a:round/>
              <a:headEnd/>
              <a:tailEnd/>
            </a:ln>
          </p:spPr>
          <p:txBody>
            <a:bodyPr/>
            <a:lstStyle/>
            <a:p>
              <a:endParaRPr lang="zh-CN" altLang="en-US"/>
            </a:p>
          </p:txBody>
        </p:sp>
      </p:grpSp>
      <p:grpSp>
        <p:nvGrpSpPr>
          <p:cNvPr id="7178" name="Group 37"/>
          <p:cNvGrpSpPr>
            <a:grpSpLocks/>
          </p:cNvGrpSpPr>
          <p:nvPr/>
        </p:nvGrpSpPr>
        <p:grpSpPr bwMode="auto">
          <a:xfrm>
            <a:off x="10704464" y="2438724"/>
            <a:ext cx="821531" cy="2944565"/>
            <a:chOff x="0" y="0"/>
            <a:chExt cx="368" cy="1319"/>
          </a:xfrm>
        </p:grpSpPr>
        <p:sp>
          <p:nvSpPr>
            <p:cNvPr id="7205" name="Freeform 38"/>
            <p:cNvSpPr>
              <a:spLocks/>
            </p:cNvSpPr>
            <p:nvPr/>
          </p:nvSpPr>
          <p:spPr bwMode="auto">
            <a:xfrm>
              <a:off x="0" y="0"/>
              <a:ext cx="368" cy="72"/>
            </a:xfrm>
            <a:custGeom>
              <a:avLst/>
              <a:gdLst>
                <a:gd name="T0" fmla="*/ 301 w 368"/>
                <a:gd name="T1" fmla="*/ 72 h 72"/>
                <a:gd name="T2" fmla="*/ 0 w 368"/>
                <a:gd name="T3" fmla="*/ 72 h 72"/>
                <a:gd name="T4" fmla="*/ 67 w 368"/>
                <a:gd name="T5" fmla="*/ 0 h 72"/>
                <a:gd name="T6" fmla="*/ 368 w 368"/>
                <a:gd name="T7" fmla="*/ 0 h 72"/>
                <a:gd name="T8" fmla="*/ 301 w 368"/>
                <a:gd name="T9" fmla="*/ 72 h 72"/>
                <a:gd name="T10" fmla="*/ 0 60000 65536"/>
                <a:gd name="T11" fmla="*/ 0 60000 65536"/>
                <a:gd name="T12" fmla="*/ 0 60000 65536"/>
                <a:gd name="T13" fmla="*/ 0 60000 65536"/>
                <a:gd name="T14" fmla="*/ 0 60000 65536"/>
                <a:gd name="T15" fmla="*/ 0 w 368"/>
                <a:gd name="T16" fmla="*/ 0 h 72"/>
                <a:gd name="T17" fmla="*/ 368 w 368"/>
                <a:gd name="T18" fmla="*/ 72 h 72"/>
              </a:gdLst>
              <a:ahLst/>
              <a:cxnLst>
                <a:cxn ang="T10">
                  <a:pos x="T0" y="T1"/>
                </a:cxn>
                <a:cxn ang="T11">
                  <a:pos x="T2" y="T3"/>
                </a:cxn>
                <a:cxn ang="T12">
                  <a:pos x="T4" y="T5"/>
                </a:cxn>
                <a:cxn ang="T13">
                  <a:pos x="T6" y="T7"/>
                </a:cxn>
                <a:cxn ang="T14">
                  <a:pos x="T8" y="T9"/>
                </a:cxn>
              </a:cxnLst>
              <a:rect l="T15" t="T16" r="T17" b="T18"/>
              <a:pathLst>
                <a:path w="368" h="72">
                  <a:moveTo>
                    <a:pt x="301" y="72"/>
                  </a:moveTo>
                  <a:lnTo>
                    <a:pt x="0" y="72"/>
                  </a:lnTo>
                  <a:lnTo>
                    <a:pt x="67" y="0"/>
                  </a:lnTo>
                  <a:lnTo>
                    <a:pt x="368" y="0"/>
                  </a:lnTo>
                  <a:lnTo>
                    <a:pt x="301" y="72"/>
                  </a:lnTo>
                  <a:close/>
                </a:path>
              </a:pathLst>
            </a:custGeom>
            <a:solidFill>
              <a:srgbClr val="725F42"/>
            </a:solidFill>
            <a:ln w="9525">
              <a:noFill/>
              <a:round/>
              <a:headEnd/>
              <a:tailEnd/>
            </a:ln>
          </p:spPr>
          <p:txBody>
            <a:bodyPr/>
            <a:lstStyle/>
            <a:p>
              <a:endParaRPr lang="zh-CN" altLang="en-US"/>
            </a:p>
          </p:txBody>
        </p:sp>
        <p:sp>
          <p:nvSpPr>
            <p:cNvPr id="7206" name="Rectangle 39"/>
            <p:cNvSpPr>
              <a:spLocks noChangeArrowheads="1"/>
            </p:cNvSpPr>
            <p:nvPr/>
          </p:nvSpPr>
          <p:spPr bwMode="auto">
            <a:xfrm>
              <a:off x="0" y="72"/>
              <a:ext cx="301" cy="1247"/>
            </a:xfrm>
            <a:prstGeom prst="rect">
              <a:avLst/>
            </a:prstGeom>
            <a:solidFill>
              <a:srgbClr val="88714E"/>
            </a:solidFill>
            <a:ln w="9525">
              <a:noFill/>
              <a:miter lim="800000"/>
              <a:headEnd/>
              <a:tailEnd/>
            </a:ln>
          </p:spPr>
          <p:txBody>
            <a:bodyPr/>
            <a:lstStyle/>
            <a:p>
              <a:endParaRPr lang="zh-CN" altLang="en-US"/>
            </a:p>
          </p:txBody>
        </p:sp>
        <p:sp>
          <p:nvSpPr>
            <p:cNvPr id="7207" name="Freeform 40"/>
            <p:cNvSpPr>
              <a:spLocks/>
            </p:cNvSpPr>
            <p:nvPr/>
          </p:nvSpPr>
          <p:spPr bwMode="auto">
            <a:xfrm>
              <a:off x="301" y="0"/>
              <a:ext cx="67" cy="1319"/>
            </a:xfrm>
            <a:custGeom>
              <a:avLst/>
              <a:gdLst>
                <a:gd name="T0" fmla="*/ 67 w 67"/>
                <a:gd name="T1" fmla="*/ 1247 h 1319"/>
                <a:gd name="T2" fmla="*/ 0 w 67"/>
                <a:gd name="T3" fmla="*/ 1319 h 1319"/>
                <a:gd name="T4" fmla="*/ 0 w 67"/>
                <a:gd name="T5" fmla="*/ 72 h 1319"/>
                <a:gd name="T6" fmla="*/ 67 w 67"/>
                <a:gd name="T7" fmla="*/ 0 h 1319"/>
                <a:gd name="T8" fmla="*/ 67 w 67"/>
                <a:gd name="T9" fmla="*/ 1247 h 1319"/>
                <a:gd name="T10" fmla="*/ 0 60000 65536"/>
                <a:gd name="T11" fmla="*/ 0 60000 65536"/>
                <a:gd name="T12" fmla="*/ 0 60000 65536"/>
                <a:gd name="T13" fmla="*/ 0 60000 65536"/>
                <a:gd name="T14" fmla="*/ 0 60000 65536"/>
                <a:gd name="T15" fmla="*/ 0 w 67"/>
                <a:gd name="T16" fmla="*/ 0 h 1319"/>
                <a:gd name="T17" fmla="*/ 67 w 67"/>
                <a:gd name="T18" fmla="*/ 1319 h 1319"/>
              </a:gdLst>
              <a:ahLst/>
              <a:cxnLst>
                <a:cxn ang="T10">
                  <a:pos x="T0" y="T1"/>
                </a:cxn>
                <a:cxn ang="T11">
                  <a:pos x="T2" y="T3"/>
                </a:cxn>
                <a:cxn ang="T12">
                  <a:pos x="T4" y="T5"/>
                </a:cxn>
                <a:cxn ang="T13">
                  <a:pos x="T6" y="T7"/>
                </a:cxn>
                <a:cxn ang="T14">
                  <a:pos x="T8" y="T9"/>
                </a:cxn>
              </a:cxnLst>
              <a:rect l="T15" t="T16" r="T17" b="T18"/>
              <a:pathLst>
                <a:path w="67" h="1319">
                  <a:moveTo>
                    <a:pt x="67" y="1247"/>
                  </a:moveTo>
                  <a:lnTo>
                    <a:pt x="0" y="1319"/>
                  </a:lnTo>
                  <a:lnTo>
                    <a:pt x="0" y="72"/>
                  </a:lnTo>
                  <a:lnTo>
                    <a:pt x="67" y="0"/>
                  </a:lnTo>
                  <a:lnTo>
                    <a:pt x="67" y="1247"/>
                  </a:lnTo>
                  <a:close/>
                </a:path>
              </a:pathLst>
            </a:custGeom>
            <a:solidFill>
              <a:srgbClr val="957B55"/>
            </a:solidFill>
            <a:ln w="9525">
              <a:noFill/>
              <a:round/>
              <a:headEnd/>
              <a:tailEnd/>
            </a:ln>
          </p:spPr>
          <p:txBody>
            <a:bodyPr/>
            <a:lstStyle/>
            <a:p>
              <a:endParaRPr lang="zh-CN" altLang="en-US"/>
            </a:p>
          </p:txBody>
        </p:sp>
      </p:grpSp>
      <p:grpSp>
        <p:nvGrpSpPr>
          <p:cNvPr id="7179" name="Group 41"/>
          <p:cNvGrpSpPr>
            <a:grpSpLocks/>
          </p:cNvGrpSpPr>
          <p:nvPr/>
        </p:nvGrpSpPr>
        <p:grpSpPr bwMode="auto">
          <a:xfrm>
            <a:off x="9322594" y="3831755"/>
            <a:ext cx="819300" cy="1576090"/>
            <a:chOff x="0" y="0"/>
            <a:chExt cx="367" cy="706"/>
          </a:xfrm>
        </p:grpSpPr>
        <p:sp>
          <p:nvSpPr>
            <p:cNvPr id="7202" name="Freeform 42"/>
            <p:cNvSpPr>
              <a:spLocks/>
            </p:cNvSpPr>
            <p:nvPr/>
          </p:nvSpPr>
          <p:spPr bwMode="auto">
            <a:xfrm>
              <a:off x="0" y="0"/>
              <a:ext cx="367" cy="72"/>
            </a:xfrm>
            <a:custGeom>
              <a:avLst/>
              <a:gdLst>
                <a:gd name="T0" fmla="*/ 301 w 367"/>
                <a:gd name="T1" fmla="*/ 72 h 72"/>
                <a:gd name="T2" fmla="*/ 0 w 367"/>
                <a:gd name="T3" fmla="*/ 72 h 72"/>
                <a:gd name="T4" fmla="*/ 67 w 367"/>
                <a:gd name="T5" fmla="*/ 0 h 72"/>
                <a:gd name="T6" fmla="*/ 367 w 367"/>
                <a:gd name="T7" fmla="*/ 0 h 72"/>
                <a:gd name="T8" fmla="*/ 301 w 367"/>
                <a:gd name="T9" fmla="*/ 72 h 72"/>
                <a:gd name="T10" fmla="*/ 0 60000 65536"/>
                <a:gd name="T11" fmla="*/ 0 60000 65536"/>
                <a:gd name="T12" fmla="*/ 0 60000 65536"/>
                <a:gd name="T13" fmla="*/ 0 60000 65536"/>
                <a:gd name="T14" fmla="*/ 0 60000 65536"/>
                <a:gd name="T15" fmla="*/ 0 w 367"/>
                <a:gd name="T16" fmla="*/ 0 h 72"/>
                <a:gd name="T17" fmla="*/ 367 w 367"/>
                <a:gd name="T18" fmla="*/ 72 h 72"/>
              </a:gdLst>
              <a:ahLst/>
              <a:cxnLst>
                <a:cxn ang="T10">
                  <a:pos x="T0" y="T1"/>
                </a:cxn>
                <a:cxn ang="T11">
                  <a:pos x="T2" y="T3"/>
                </a:cxn>
                <a:cxn ang="T12">
                  <a:pos x="T4" y="T5"/>
                </a:cxn>
                <a:cxn ang="T13">
                  <a:pos x="T6" y="T7"/>
                </a:cxn>
                <a:cxn ang="T14">
                  <a:pos x="T8" y="T9"/>
                </a:cxn>
              </a:cxnLst>
              <a:rect l="T15" t="T16" r="T17" b="T18"/>
              <a:pathLst>
                <a:path w="367" h="72">
                  <a:moveTo>
                    <a:pt x="301" y="72"/>
                  </a:moveTo>
                  <a:lnTo>
                    <a:pt x="0" y="72"/>
                  </a:lnTo>
                  <a:lnTo>
                    <a:pt x="67" y="0"/>
                  </a:lnTo>
                  <a:lnTo>
                    <a:pt x="367" y="0"/>
                  </a:lnTo>
                  <a:lnTo>
                    <a:pt x="301" y="72"/>
                  </a:lnTo>
                  <a:close/>
                </a:path>
              </a:pathLst>
            </a:custGeom>
            <a:solidFill>
              <a:srgbClr val="725F42"/>
            </a:solidFill>
            <a:ln w="9525">
              <a:noFill/>
              <a:round/>
              <a:headEnd/>
              <a:tailEnd/>
            </a:ln>
          </p:spPr>
          <p:txBody>
            <a:bodyPr/>
            <a:lstStyle/>
            <a:p>
              <a:endParaRPr lang="zh-CN" altLang="en-US"/>
            </a:p>
          </p:txBody>
        </p:sp>
        <p:sp>
          <p:nvSpPr>
            <p:cNvPr id="7203" name="Rectangle 43"/>
            <p:cNvSpPr>
              <a:spLocks noChangeArrowheads="1"/>
            </p:cNvSpPr>
            <p:nvPr/>
          </p:nvSpPr>
          <p:spPr bwMode="auto">
            <a:xfrm>
              <a:off x="0" y="72"/>
              <a:ext cx="301" cy="634"/>
            </a:xfrm>
            <a:prstGeom prst="rect">
              <a:avLst/>
            </a:prstGeom>
            <a:solidFill>
              <a:srgbClr val="88714E"/>
            </a:solidFill>
            <a:ln w="9525">
              <a:noFill/>
              <a:miter lim="800000"/>
              <a:headEnd/>
              <a:tailEnd/>
            </a:ln>
          </p:spPr>
          <p:txBody>
            <a:bodyPr/>
            <a:lstStyle/>
            <a:p>
              <a:endParaRPr lang="zh-CN" altLang="en-US"/>
            </a:p>
          </p:txBody>
        </p:sp>
        <p:sp>
          <p:nvSpPr>
            <p:cNvPr id="7204" name="Freeform 44"/>
            <p:cNvSpPr>
              <a:spLocks/>
            </p:cNvSpPr>
            <p:nvPr/>
          </p:nvSpPr>
          <p:spPr bwMode="auto">
            <a:xfrm>
              <a:off x="301" y="0"/>
              <a:ext cx="66" cy="706"/>
            </a:xfrm>
            <a:custGeom>
              <a:avLst/>
              <a:gdLst>
                <a:gd name="T0" fmla="*/ 66 w 66"/>
                <a:gd name="T1" fmla="*/ 634 h 706"/>
                <a:gd name="T2" fmla="*/ 0 w 66"/>
                <a:gd name="T3" fmla="*/ 706 h 706"/>
                <a:gd name="T4" fmla="*/ 0 w 66"/>
                <a:gd name="T5" fmla="*/ 72 h 706"/>
                <a:gd name="T6" fmla="*/ 66 w 66"/>
                <a:gd name="T7" fmla="*/ 0 h 706"/>
                <a:gd name="T8" fmla="*/ 66 w 66"/>
                <a:gd name="T9" fmla="*/ 634 h 706"/>
                <a:gd name="T10" fmla="*/ 0 60000 65536"/>
                <a:gd name="T11" fmla="*/ 0 60000 65536"/>
                <a:gd name="T12" fmla="*/ 0 60000 65536"/>
                <a:gd name="T13" fmla="*/ 0 60000 65536"/>
                <a:gd name="T14" fmla="*/ 0 60000 65536"/>
                <a:gd name="T15" fmla="*/ 0 w 66"/>
                <a:gd name="T16" fmla="*/ 0 h 706"/>
                <a:gd name="T17" fmla="*/ 66 w 66"/>
                <a:gd name="T18" fmla="*/ 706 h 706"/>
              </a:gdLst>
              <a:ahLst/>
              <a:cxnLst>
                <a:cxn ang="T10">
                  <a:pos x="T0" y="T1"/>
                </a:cxn>
                <a:cxn ang="T11">
                  <a:pos x="T2" y="T3"/>
                </a:cxn>
                <a:cxn ang="T12">
                  <a:pos x="T4" y="T5"/>
                </a:cxn>
                <a:cxn ang="T13">
                  <a:pos x="T6" y="T7"/>
                </a:cxn>
                <a:cxn ang="T14">
                  <a:pos x="T8" y="T9"/>
                </a:cxn>
              </a:cxnLst>
              <a:rect l="T15" t="T16" r="T17" b="T18"/>
              <a:pathLst>
                <a:path w="66" h="706">
                  <a:moveTo>
                    <a:pt x="66" y="634"/>
                  </a:moveTo>
                  <a:lnTo>
                    <a:pt x="0" y="706"/>
                  </a:lnTo>
                  <a:lnTo>
                    <a:pt x="0" y="72"/>
                  </a:lnTo>
                  <a:lnTo>
                    <a:pt x="66" y="0"/>
                  </a:lnTo>
                  <a:lnTo>
                    <a:pt x="66" y="634"/>
                  </a:lnTo>
                  <a:close/>
                </a:path>
              </a:pathLst>
            </a:custGeom>
            <a:solidFill>
              <a:srgbClr val="957B55"/>
            </a:solidFill>
            <a:ln w="9525">
              <a:noFill/>
              <a:round/>
              <a:headEnd/>
              <a:tailEnd/>
            </a:ln>
          </p:spPr>
          <p:txBody>
            <a:bodyPr/>
            <a:lstStyle/>
            <a:p>
              <a:endParaRPr lang="zh-CN" altLang="en-US"/>
            </a:p>
          </p:txBody>
        </p:sp>
      </p:grpSp>
      <p:sp>
        <p:nvSpPr>
          <p:cNvPr id="7180" name="Oval 45"/>
          <p:cNvSpPr>
            <a:spLocks noChangeAspect="1" noChangeArrowheads="1"/>
          </p:cNvSpPr>
          <p:nvPr/>
        </p:nvSpPr>
        <p:spPr bwMode="auto">
          <a:xfrm flipH="1">
            <a:off x="5391300" y="5564114"/>
            <a:ext cx="75902" cy="75902"/>
          </a:xfrm>
          <a:prstGeom prst="ellipse">
            <a:avLst/>
          </a:prstGeom>
          <a:solidFill>
            <a:srgbClr val="808080"/>
          </a:solidFill>
          <a:ln w="9525">
            <a:noFill/>
            <a:round/>
            <a:headEnd/>
            <a:tailEnd/>
          </a:ln>
        </p:spPr>
        <p:txBody>
          <a:bodyPr/>
          <a:lstStyle/>
          <a:p>
            <a:endParaRPr lang="zh-CN" altLang="en-US"/>
          </a:p>
        </p:txBody>
      </p:sp>
      <p:sp>
        <p:nvSpPr>
          <p:cNvPr id="7181" name="Oval 46"/>
          <p:cNvSpPr>
            <a:spLocks noChangeAspect="1" noChangeArrowheads="1"/>
          </p:cNvSpPr>
          <p:nvPr/>
        </p:nvSpPr>
        <p:spPr bwMode="auto">
          <a:xfrm flipH="1">
            <a:off x="6811121" y="5564114"/>
            <a:ext cx="75902" cy="75902"/>
          </a:xfrm>
          <a:prstGeom prst="ellipse">
            <a:avLst/>
          </a:prstGeom>
          <a:solidFill>
            <a:srgbClr val="808080"/>
          </a:solidFill>
          <a:ln w="9525">
            <a:noFill/>
            <a:round/>
            <a:headEnd/>
            <a:tailEnd/>
          </a:ln>
        </p:spPr>
        <p:txBody>
          <a:bodyPr/>
          <a:lstStyle/>
          <a:p>
            <a:endParaRPr lang="zh-CN" altLang="en-US"/>
          </a:p>
        </p:txBody>
      </p:sp>
      <p:sp>
        <p:nvSpPr>
          <p:cNvPr id="7182" name="Oval 47"/>
          <p:cNvSpPr>
            <a:spLocks noChangeAspect="1" noChangeArrowheads="1"/>
          </p:cNvSpPr>
          <p:nvPr/>
        </p:nvSpPr>
        <p:spPr bwMode="auto">
          <a:xfrm flipH="1">
            <a:off x="8230941" y="5564114"/>
            <a:ext cx="75902" cy="75902"/>
          </a:xfrm>
          <a:prstGeom prst="ellipse">
            <a:avLst/>
          </a:prstGeom>
          <a:solidFill>
            <a:srgbClr val="808080"/>
          </a:solidFill>
          <a:ln w="9525">
            <a:noFill/>
            <a:round/>
            <a:headEnd/>
            <a:tailEnd/>
          </a:ln>
        </p:spPr>
        <p:txBody>
          <a:bodyPr/>
          <a:lstStyle/>
          <a:p>
            <a:endParaRPr lang="zh-CN" altLang="en-US"/>
          </a:p>
        </p:txBody>
      </p:sp>
      <p:sp>
        <p:nvSpPr>
          <p:cNvPr id="7183" name="Oval 48"/>
          <p:cNvSpPr>
            <a:spLocks noChangeAspect="1" noChangeArrowheads="1"/>
          </p:cNvSpPr>
          <p:nvPr/>
        </p:nvSpPr>
        <p:spPr bwMode="auto">
          <a:xfrm flipH="1">
            <a:off x="9648528" y="5564114"/>
            <a:ext cx="75902" cy="75902"/>
          </a:xfrm>
          <a:prstGeom prst="ellipse">
            <a:avLst/>
          </a:prstGeom>
          <a:solidFill>
            <a:srgbClr val="808080"/>
          </a:solidFill>
          <a:ln w="9525">
            <a:noFill/>
            <a:round/>
            <a:headEnd/>
            <a:tailEnd/>
          </a:ln>
        </p:spPr>
        <p:txBody>
          <a:bodyPr/>
          <a:lstStyle/>
          <a:p>
            <a:endParaRPr lang="zh-CN" altLang="en-US"/>
          </a:p>
        </p:txBody>
      </p:sp>
      <p:sp>
        <p:nvSpPr>
          <p:cNvPr id="7184" name="Oval 49"/>
          <p:cNvSpPr>
            <a:spLocks noChangeAspect="1" noChangeArrowheads="1"/>
          </p:cNvSpPr>
          <p:nvPr/>
        </p:nvSpPr>
        <p:spPr bwMode="auto">
          <a:xfrm flipH="1">
            <a:off x="11068349" y="5564114"/>
            <a:ext cx="75902" cy="75902"/>
          </a:xfrm>
          <a:prstGeom prst="ellipse">
            <a:avLst/>
          </a:prstGeom>
          <a:solidFill>
            <a:srgbClr val="808080"/>
          </a:solidFill>
          <a:ln w="9525">
            <a:noFill/>
            <a:round/>
            <a:headEnd/>
            <a:tailEnd/>
          </a:ln>
        </p:spPr>
        <p:txBody>
          <a:bodyPr/>
          <a:lstStyle/>
          <a:p>
            <a:endParaRPr lang="zh-CN" altLang="en-US"/>
          </a:p>
        </p:txBody>
      </p:sp>
      <p:sp>
        <p:nvSpPr>
          <p:cNvPr id="7185" name="Line 50"/>
          <p:cNvSpPr>
            <a:spLocks noChangeShapeType="1"/>
          </p:cNvSpPr>
          <p:nvPr/>
        </p:nvSpPr>
        <p:spPr bwMode="auto">
          <a:xfrm>
            <a:off x="5440413" y="5604297"/>
            <a:ext cx="5677048" cy="0"/>
          </a:xfrm>
          <a:prstGeom prst="line">
            <a:avLst/>
          </a:prstGeom>
          <a:noFill/>
          <a:ln w="6350">
            <a:solidFill>
              <a:srgbClr val="808080"/>
            </a:solidFill>
            <a:prstDash val="dash"/>
            <a:round/>
            <a:headEnd/>
            <a:tailEnd/>
          </a:ln>
        </p:spPr>
        <p:txBody>
          <a:bodyPr/>
          <a:lstStyle/>
          <a:p>
            <a:endParaRPr lang="zh-CN" altLang="en-US"/>
          </a:p>
        </p:txBody>
      </p:sp>
      <p:sp>
        <p:nvSpPr>
          <p:cNvPr id="7186" name="Rectangle 51"/>
          <p:cNvSpPr>
            <a:spLocks noChangeArrowheads="1"/>
          </p:cNvSpPr>
          <p:nvPr/>
        </p:nvSpPr>
        <p:spPr bwMode="auto">
          <a:xfrm>
            <a:off x="857250" y="2597226"/>
            <a:ext cx="3341936" cy="3219984"/>
          </a:xfrm>
          <a:prstGeom prst="rect">
            <a:avLst/>
          </a:prstGeom>
          <a:noFill/>
          <a:ln w="9525">
            <a:noFill/>
            <a:miter lim="800000"/>
            <a:headEnd/>
            <a:tailEnd/>
          </a:ln>
        </p:spPr>
        <p:txBody>
          <a:bodyPr lIns="0" tIns="0" rIns="0" bIns="0">
            <a:spAutoFit/>
          </a:bodyPr>
          <a:lstStyle/>
          <a:p>
            <a:pPr>
              <a:lnSpc>
                <a:spcPct val="120000"/>
              </a:lnSpc>
            </a:pPr>
            <a:r>
              <a:rPr lang="zh-CN" altLang="en-US" sz="1406">
                <a:solidFill>
                  <a:srgbClr val="88714E"/>
                </a:solidFill>
              </a:rPr>
              <a:t>INSERT HEADER TITLE IN AREA</a:t>
            </a:r>
          </a:p>
          <a:p>
            <a:pPr>
              <a:lnSpc>
                <a:spcPct val="120000"/>
              </a:lnSpc>
            </a:pPr>
            <a:endParaRPr lang="zh-CN" altLang="en-US" sz="1406">
              <a:solidFill>
                <a:srgbClr val="88714E"/>
              </a:solidFill>
            </a:endParaRP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a:t>
            </a:r>
            <a:r>
              <a:rPr lang="zh-CN" altLang="en-US" sz="1125">
                <a:solidFill>
                  <a:schemeClr val="bg2"/>
                </a:solidFill>
              </a:rPr>
              <a:t> </a:t>
            </a: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a:t>
            </a:r>
            <a:endParaRPr lang="zh-CN" altLang="en-US" sz="1125">
              <a:solidFill>
                <a:schemeClr val="bg2"/>
              </a:solidFill>
            </a:endParaRPr>
          </a:p>
          <a:p>
            <a:pPr>
              <a:lnSpc>
                <a:spcPct val="120000"/>
              </a:lnSpc>
            </a:pPr>
            <a:endParaRPr lang="zh-CN" altLang="en-US" sz="1125">
              <a:solidFill>
                <a:schemeClr val="bg2"/>
              </a:solidFill>
            </a:endParaRP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a:t>
            </a:r>
            <a:r>
              <a:rPr lang="zh-CN" altLang="en-US" sz="1125">
                <a:solidFill>
                  <a:schemeClr val="bg2"/>
                </a:solidFill>
              </a:rPr>
              <a:t> </a:t>
            </a: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a:t>
            </a:r>
            <a:r>
              <a:rPr lang="zh-CN" altLang="en-US" sz="1125">
                <a:solidFill>
                  <a:schemeClr val="bg2"/>
                </a:solidFill>
              </a:rPr>
              <a:t>  </a:t>
            </a:r>
          </a:p>
        </p:txBody>
      </p:sp>
      <p:sp>
        <p:nvSpPr>
          <p:cNvPr id="7187" name="Text Box 52"/>
          <p:cNvSpPr txBox="1">
            <a:spLocks noChangeArrowheads="1"/>
          </p:cNvSpPr>
          <p:nvPr/>
        </p:nvSpPr>
        <p:spPr bwMode="auto">
          <a:xfrm>
            <a:off x="10862025" y="5756102"/>
            <a:ext cx="479618" cy="265457"/>
          </a:xfrm>
          <a:prstGeom prst="rect">
            <a:avLst/>
          </a:prstGeom>
          <a:noFill/>
          <a:ln w="9525">
            <a:noFill/>
            <a:miter lim="800000"/>
            <a:headEnd/>
            <a:tailEnd/>
          </a:ln>
        </p:spPr>
        <p:txBody>
          <a:bodyPr wrap="none">
            <a:spAutoFit/>
          </a:bodyPr>
          <a:lstStyle/>
          <a:p>
            <a:pPr algn="ctr"/>
            <a:r>
              <a:rPr lang="zh-CN" altLang="zh-CN" sz="1125">
                <a:solidFill>
                  <a:schemeClr val="bg2"/>
                </a:solidFill>
              </a:rPr>
              <a:t>2015</a:t>
            </a:r>
          </a:p>
        </p:txBody>
      </p:sp>
      <p:sp>
        <p:nvSpPr>
          <p:cNvPr id="7188" name="Text Box 53"/>
          <p:cNvSpPr txBox="1">
            <a:spLocks noChangeArrowheads="1"/>
          </p:cNvSpPr>
          <p:nvPr/>
        </p:nvSpPr>
        <p:spPr bwMode="auto">
          <a:xfrm>
            <a:off x="10609523" y="6023993"/>
            <a:ext cx="995785" cy="243785"/>
          </a:xfrm>
          <a:prstGeom prst="rect">
            <a:avLst/>
          </a:prstGeom>
          <a:noFill/>
          <a:ln w="9525">
            <a:noFill/>
            <a:miter lim="800000"/>
            <a:headEnd/>
            <a:tailEnd/>
          </a:ln>
        </p:spPr>
        <p:txBody>
          <a:bodyPr wrap="none">
            <a:spAutoFit/>
          </a:bodyPr>
          <a:lstStyle/>
          <a:p>
            <a:pPr algn="ctr"/>
            <a:r>
              <a:rPr lang="zh-CN" altLang="zh-CN" sz="984">
                <a:solidFill>
                  <a:schemeClr val="bg2"/>
                </a:solidFill>
              </a:rPr>
              <a:t>INSERT HEADER</a:t>
            </a:r>
          </a:p>
        </p:txBody>
      </p:sp>
      <p:sp>
        <p:nvSpPr>
          <p:cNvPr id="7189" name="Text Box 54"/>
          <p:cNvSpPr txBox="1">
            <a:spLocks noChangeArrowheads="1"/>
          </p:cNvSpPr>
          <p:nvPr/>
        </p:nvSpPr>
        <p:spPr bwMode="auto">
          <a:xfrm>
            <a:off x="9442205" y="5756102"/>
            <a:ext cx="479618" cy="265457"/>
          </a:xfrm>
          <a:prstGeom prst="rect">
            <a:avLst/>
          </a:prstGeom>
          <a:noFill/>
          <a:ln w="9525">
            <a:noFill/>
            <a:miter lim="800000"/>
            <a:headEnd/>
            <a:tailEnd/>
          </a:ln>
        </p:spPr>
        <p:txBody>
          <a:bodyPr wrap="none">
            <a:spAutoFit/>
          </a:bodyPr>
          <a:lstStyle/>
          <a:p>
            <a:pPr algn="ctr"/>
            <a:r>
              <a:rPr lang="zh-CN" altLang="zh-CN" sz="1125">
                <a:solidFill>
                  <a:schemeClr val="bg2"/>
                </a:solidFill>
              </a:rPr>
              <a:t>2015</a:t>
            </a:r>
          </a:p>
        </p:txBody>
      </p:sp>
      <p:sp>
        <p:nvSpPr>
          <p:cNvPr id="7190" name="Text Box 55"/>
          <p:cNvSpPr txBox="1">
            <a:spLocks noChangeArrowheads="1"/>
          </p:cNvSpPr>
          <p:nvPr/>
        </p:nvSpPr>
        <p:spPr bwMode="auto">
          <a:xfrm>
            <a:off x="9189703" y="6023993"/>
            <a:ext cx="995785" cy="243785"/>
          </a:xfrm>
          <a:prstGeom prst="rect">
            <a:avLst/>
          </a:prstGeom>
          <a:noFill/>
          <a:ln w="9525">
            <a:noFill/>
            <a:miter lim="800000"/>
            <a:headEnd/>
            <a:tailEnd/>
          </a:ln>
        </p:spPr>
        <p:txBody>
          <a:bodyPr wrap="none">
            <a:spAutoFit/>
          </a:bodyPr>
          <a:lstStyle/>
          <a:p>
            <a:pPr algn="ctr"/>
            <a:r>
              <a:rPr lang="zh-CN" altLang="zh-CN" sz="984">
                <a:solidFill>
                  <a:schemeClr val="bg2"/>
                </a:solidFill>
              </a:rPr>
              <a:t>INSERT HEADER</a:t>
            </a:r>
          </a:p>
        </p:txBody>
      </p:sp>
      <p:sp>
        <p:nvSpPr>
          <p:cNvPr id="7191" name="Text Box 56"/>
          <p:cNvSpPr txBox="1">
            <a:spLocks noChangeArrowheads="1"/>
          </p:cNvSpPr>
          <p:nvPr/>
        </p:nvSpPr>
        <p:spPr bwMode="auto">
          <a:xfrm>
            <a:off x="8022385" y="5756102"/>
            <a:ext cx="479618" cy="265457"/>
          </a:xfrm>
          <a:prstGeom prst="rect">
            <a:avLst/>
          </a:prstGeom>
          <a:noFill/>
          <a:ln w="9525">
            <a:noFill/>
            <a:miter lim="800000"/>
            <a:headEnd/>
            <a:tailEnd/>
          </a:ln>
        </p:spPr>
        <p:txBody>
          <a:bodyPr wrap="none">
            <a:spAutoFit/>
          </a:bodyPr>
          <a:lstStyle/>
          <a:p>
            <a:pPr algn="ctr"/>
            <a:r>
              <a:rPr lang="zh-CN" altLang="zh-CN" sz="1125">
                <a:solidFill>
                  <a:schemeClr val="bg2"/>
                </a:solidFill>
              </a:rPr>
              <a:t>2015</a:t>
            </a:r>
          </a:p>
        </p:txBody>
      </p:sp>
      <p:sp>
        <p:nvSpPr>
          <p:cNvPr id="7192" name="Text Box 57"/>
          <p:cNvSpPr txBox="1">
            <a:spLocks noChangeArrowheads="1"/>
          </p:cNvSpPr>
          <p:nvPr/>
        </p:nvSpPr>
        <p:spPr bwMode="auto">
          <a:xfrm>
            <a:off x="7769882" y="6023993"/>
            <a:ext cx="995785" cy="243785"/>
          </a:xfrm>
          <a:prstGeom prst="rect">
            <a:avLst/>
          </a:prstGeom>
          <a:noFill/>
          <a:ln w="9525">
            <a:noFill/>
            <a:miter lim="800000"/>
            <a:headEnd/>
            <a:tailEnd/>
          </a:ln>
        </p:spPr>
        <p:txBody>
          <a:bodyPr wrap="none">
            <a:spAutoFit/>
          </a:bodyPr>
          <a:lstStyle/>
          <a:p>
            <a:pPr algn="ctr"/>
            <a:r>
              <a:rPr lang="zh-CN" altLang="zh-CN" sz="984">
                <a:solidFill>
                  <a:schemeClr val="bg2"/>
                </a:solidFill>
              </a:rPr>
              <a:t>INSERT HEADER</a:t>
            </a:r>
          </a:p>
        </p:txBody>
      </p:sp>
      <p:sp>
        <p:nvSpPr>
          <p:cNvPr id="7193" name="Text Box 58"/>
          <p:cNvSpPr txBox="1">
            <a:spLocks noChangeArrowheads="1"/>
          </p:cNvSpPr>
          <p:nvPr/>
        </p:nvSpPr>
        <p:spPr bwMode="auto">
          <a:xfrm>
            <a:off x="6602564" y="5756102"/>
            <a:ext cx="479618" cy="265457"/>
          </a:xfrm>
          <a:prstGeom prst="rect">
            <a:avLst/>
          </a:prstGeom>
          <a:noFill/>
          <a:ln w="9525">
            <a:noFill/>
            <a:miter lim="800000"/>
            <a:headEnd/>
            <a:tailEnd/>
          </a:ln>
        </p:spPr>
        <p:txBody>
          <a:bodyPr wrap="none">
            <a:spAutoFit/>
          </a:bodyPr>
          <a:lstStyle/>
          <a:p>
            <a:pPr algn="ctr"/>
            <a:r>
              <a:rPr lang="zh-CN" altLang="zh-CN" sz="1125">
                <a:solidFill>
                  <a:schemeClr val="bg2"/>
                </a:solidFill>
              </a:rPr>
              <a:t>2015</a:t>
            </a:r>
          </a:p>
        </p:txBody>
      </p:sp>
      <p:sp>
        <p:nvSpPr>
          <p:cNvPr id="7194" name="Text Box 59"/>
          <p:cNvSpPr txBox="1">
            <a:spLocks noChangeArrowheads="1"/>
          </p:cNvSpPr>
          <p:nvPr/>
        </p:nvSpPr>
        <p:spPr bwMode="auto">
          <a:xfrm>
            <a:off x="6350062" y="6023993"/>
            <a:ext cx="995785" cy="243785"/>
          </a:xfrm>
          <a:prstGeom prst="rect">
            <a:avLst/>
          </a:prstGeom>
          <a:noFill/>
          <a:ln w="9525">
            <a:noFill/>
            <a:miter lim="800000"/>
            <a:headEnd/>
            <a:tailEnd/>
          </a:ln>
        </p:spPr>
        <p:txBody>
          <a:bodyPr wrap="none">
            <a:spAutoFit/>
          </a:bodyPr>
          <a:lstStyle/>
          <a:p>
            <a:pPr algn="ctr"/>
            <a:r>
              <a:rPr lang="zh-CN" altLang="zh-CN" sz="984">
                <a:solidFill>
                  <a:schemeClr val="bg2"/>
                </a:solidFill>
              </a:rPr>
              <a:t>INSERT HEADER</a:t>
            </a:r>
          </a:p>
        </p:txBody>
      </p:sp>
      <p:sp>
        <p:nvSpPr>
          <p:cNvPr id="7195" name="Text Box 60"/>
          <p:cNvSpPr txBox="1">
            <a:spLocks noChangeArrowheads="1"/>
          </p:cNvSpPr>
          <p:nvPr/>
        </p:nvSpPr>
        <p:spPr bwMode="auto">
          <a:xfrm>
            <a:off x="5182744" y="5756102"/>
            <a:ext cx="479618" cy="265457"/>
          </a:xfrm>
          <a:prstGeom prst="rect">
            <a:avLst/>
          </a:prstGeom>
          <a:noFill/>
          <a:ln w="9525">
            <a:noFill/>
            <a:miter lim="800000"/>
            <a:headEnd/>
            <a:tailEnd/>
          </a:ln>
        </p:spPr>
        <p:txBody>
          <a:bodyPr wrap="none">
            <a:spAutoFit/>
          </a:bodyPr>
          <a:lstStyle/>
          <a:p>
            <a:pPr algn="ctr"/>
            <a:r>
              <a:rPr lang="zh-CN" altLang="zh-CN" sz="1125">
                <a:solidFill>
                  <a:schemeClr val="bg2"/>
                </a:solidFill>
              </a:rPr>
              <a:t>2015</a:t>
            </a:r>
          </a:p>
        </p:txBody>
      </p:sp>
      <p:sp>
        <p:nvSpPr>
          <p:cNvPr id="7196" name="Text Box 61"/>
          <p:cNvSpPr txBox="1">
            <a:spLocks noChangeArrowheads="1"/>
          </p:cNvSpPr>
          <p:nvPr/>
        </p:nvSpPr>
        <p:spPr bwMode="auto">
          <a:xfrm>
            <a:off x="4930242" y="6023993"/>
            <a:ext cx="995785" cy="243785"/>
          </a:xfrm>
          <a:prstGeom prst="rect">
            <a:avLst/>
          </a:prstGeom>
          <a:noFill/>
          <a:ln w="9525">
            <a:noFill/>
            <a:miter lim="800000"/>
            <a:headEnd/>
            <a:tailEnd/>
          </a:ln>
        </p:spPr>
        <p:txBody>
          <a:bodyPr wrap="none">
            <a:spAutoFit/>
          </a:bodyPr>
          <a:lstStyle/>
          <a:p>
            <a:pPr algn="ctr"/>
            <a:r>
              <a:rPr lang="zh-CN" altLang="zh-CN" sz="984">
                <a:solidFill>
                  <a:schemeClr val="bg2"/>
                </a:solidFill>
              </a:rPr>
              <a:t>INSERT HEADER</a:t>
            </a:r>
          </a:p>
        </p:txBody>
      </p:sp>
      <p:sp>
        <p:nvSpPr>
          <p:cNvPr id="7197" name="Text Box 62"/>
          <p:cNvSpPr txBox="1">
            <a:spLocks noChangeArrowheads="1"/>
          </p:cNvSpPr>
          <p:nvPr/>
        </p:nvSpPr>
        <p:spPr bwMode="auto">
          <a:xfrm>
            <a:off x="5315945" y="2626246"/>
            <a:ext cx="458780" cy="308674"/>
          </a:xfrm>
          <a:prstGeom prst="rect">
            <a:avLst/>
          </a:prstGeom>
          <a:noFill/>
          <a:ln w="9525">
            <a:noFill/>
            <a:miter lim="800000"/>
            <a:headEnd/>
            <a:tailEnd/>
          </a:ln>
        </p:spPr>
        <p:txBody>
          <a:bodyPr wrap="none">
            <a:spAutoFit/>
          </a:bodyPr>
          <a:lstStyle/>
          <a:p>
            <a:pPr algn="ctr"/>
            <a:r>
              <a:rPr lang="zh-CN" altLang="zh-CN" sz="1406" b="1">
                <a:solidFill>
                  <a:srgbClr val="5F5F5F"/>
                </a:solidFill>
              </a:rPr>
              <a:t>800</a:t>
            </a:r>
          </a:p>
        </p:txBody>
      </p:sp>
      <p:sp>
        <p:nvSpPr>
          <p:cNvPr id="7198" name="Text Box 63"/>
          <p:cNvSpPr txBox="1">
            <a:spLocks noChangeArrowheads="1"/>
          </p:cNvSpPr>
          <p:nvPr/>
        </p:nvSpPr>
        <p:spPr bwMode="auto">
          <a:xfrm>
            <a:off x="6762555" y="3992488"/>
            <a:ext cx="458780" cy="308674"/>
          </a:xfrm>
          <a:prstGeom prst="rect">
            <a:avLst/>
          </a:prstGeom>
          <a:noFill/>
          <a:ln w="9525">
            <a:noFill/>
            <a:miter lim="800000"/>
            <a:headEnd/>
            <a:tailEnd/>
          </a:ln>
        </p:spPr>
        <p:txBody>
          <a:bodyPr wrap="none">
            <a:spAutoFit/>
          </a:bodyPr>
          <a:lstStyle/>
          <a:p>
            <a:pPr algn="ctr"/>
            <a:r>
              <a:rPr lang="zh-CN" altLang="zh-CN" sz="1406" b="1">
                <a:solidFill>
                  <a:srgbClr val="5F5F5F"/>
                </a:solidFill>
              </a:rPr>
              <a:t>240</a:t>
            </a:r>
          </a:p>
        </p:txBody>
      </p:sp>
      <p:sp>
        <p:nvSpPr>
          <p:cNvPr id="7199" name="Text Box 64"/>
          <p:cNvSpPr txBox="1">
            <a:spLocks noChangeArrowheads="1"/>
          </p:cNvSpPr>
          <p:nvPr/>
        </p:nvSpPr>
        <p:spPr bwMode="auto">
          <a:xfrm>
            <a:off x="8191305" y="2653035"/>
            <a:ext cx="458780" cy="308674"/>
          </a:xfrm>
          <a:prstGeom prst="rect">
            <a:avLst/>
          </a:prstGeom>
          <a:noFill/>
          <a:ln w="9525">
            <a:noFill/>
            <a:miter lim="800000"/>
            <a:headEnd/>
            <a:tailEnd/>
          </a:ln>
        </p:spPr>
        <p:txBody>
          <a:bodyPr wrap="none">
            <a:spAutoFit/>
          </a:bodyPr>
          <a:lstStyle/>
          <a:p>
            <a:pPr algn="ctr"/>
            <a:r>
              <a:rPr lang="zh-CN" altLang="zh-CN" sz="1406" b="1">
                <a:solidFill>
                  <a:srgbClr val="5F5F5F"/>
                </a:solidFill>
              </a:rPr>
              <a:t>800</a:t>
            </a:r>
          </a:p>
        </p:txBody>
      </p:sp>
      <p:sp>
        <p:nvSpPr>
          <p:cNvPr id="7200" name="Text Box 65"/>
          <p:cNvSpPr txBox="1">
            <a:spLocks noChangeArrowheads="1"/>
          </p:cNvSpPr>
          <p:nvPr/>
        </p:nvSpPr>
        <p:spPr bwMode="auto">
          <a:xfrm>
            <a:off x="10958472" y="2090465"/>
            <a:ext cx="550151" cy="308674"/>
          </a:xfrm>
          <a:prstGeom prst="rect">
            <a:avLst/>
          </a:prstGeom>
          <a:noFill/>
          <a:ln w="9525">
            <a:noFill/>
            <a:miter lim="800000"/>
            <a:headEnd/>
            <a:tailEnd/>
          </a:ln>
        </p:spPr>
        <p:txBody>
          <a:bodyPr wrap="none">
            <a:spAutoFit/>
          </a:bodyPr>
          <a:lstStyle/>
          <a:p>
            <a:pPr algn="ctr"/>
            <a:r>
              <a:rPr lang="zh-CN" altLang="zh-CN" sz="1406" b="1">
                <a:solidFill>
                  <a:srgbClr val="5F5F5F"/>
                </a:solidFill>
              </a:rPr>
              <a:t>1000</a:t>
            </a:r>
          </a:p>
        </p:txBody>
      </p:sp>
      <p:sp>
        <p:nvSpPr>
          <p:cNvPr id="7201" name="Text Box 66"/>
          <p:cNvSpPr txBox="1">
            <a:spLocks noChangeArrowheads="1"/>
          </p:cNvSpPr>
          <p:nvPr/>
        </p:nvSpPr>
        <p:spPr bwMode="auto">
          <a:xfrm>
            <a:off x="9602195" y="3438848"/>
            <a:ext cx="458780" cy="308674"/>
          </a:xfrm>
          <a:prstGeom prst="rect">
            <a:avLst/>
          </a:prstGeom>
          <a:noFill/>
          <a:ln w="9525">
            <a:noFill/>
            <a:miter lim="800000"/>
            <a:headEnd/>
            <a:tailEnd/>
          </a:ln>
        </p:spPr>
        <p:txBody>
          <a:bodyPr wrap="none">
            <a:spAutoFit/>
          </a:bodyPr>
          <a:lstStyle/>
          <a:p>
            <a:pPr algn="ctr"/>
            <a:r>
              <a:rPr lang="zh-CN" altLang="zh-CN" sz="1406" b="1">
                <a:solidFill>
                  <a:srgbClr val="5F5F5F"/>
                </a:solidFill>
              </a:rPr>
              <a:t>400</a:t>
            </a:r>
          </a:p>
        </p:txBody>
      </p:sp>
    </p:spTree>
    <p:extLst>
      <p:ext uri="{BB962C8B-B14F-4D97-AF65-F5344CB8AC3E}">
        <p14:creationId xmlns:p14="http://schemas.microsoft.com/office/powerpoint/2010/main" val="24948948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2"/>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8195" name="Text Box 3"/>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8196" name="Line 4"/>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8197" name="Line 5"/>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grpSp>
        <p:nvGrpSpPr>
          <p:cNvPr id="8198" name="Group 6"/>
          <p:cNvGrpSpPr>
            <a:grpSpLocks/>
          </p:cNvGrpSpPr>
          <p:nvPr/>
        </p:nvGrpSpPr>
        <p:grpSpPr bwMode="auto">
          <a:xfrm>
            <a:off x="3694660" y="1902942"/>
            <a:ext cx="5467200" cy="4795242"/>
            <a:chOff x="0" y="0"/>
            <a:chExt cx="2449" cy="2148"/>
          </a:xfrm>
        </p:grpSpPr>
        <p:pic>
          <p:nvPicPr>
            <p:cNvPr id="8211" name="Picture 7" descr="iPhone_5S_freebie"/>
            <p:cNvPicPr>
              <a:picLocks noChangeAspect="1" noChangeArrowheads="1"/>
            </p:cNvPicPr>
            <p:nvPr/>
          </p:nvPicPr>
          <p:blipFill>
            <a:blip r:embed="rId2" cstate="email"/>
            <a:srcRect/>
            <a:stretch>
              <a:fillRect/>
            </a:stretch>
          </p:blipFill>
          <p:spPr bwMode="auto">
            <a:xfrm>
              <a:off x="0" y="0"/>
              <a:ext cx="2449" cy="2148"/>
            </a:xfrm>
            <a:prstGeom prst="rect">
              <a:avLst/>
            </a:prstGeom>
            <a:noFill/>
            <a:ln w="9525">
              <a:noFill/>
              <a:miter lim="800000"/>
              <a:headEnd/>
              <a:tailEnd/>
            </a:ln>
          </p:spPr>
        </p:pic>
        <p:sp>
          <p:nvSpPr>
            <p:cNvPr id="9224" name="Rectangle 8"/>
            <p:cNvSpPr>
              <a:spLocks noChangeArrowheads="1"/>
            </p:cNvSpPr>
            <p:nvPr/>
          </p:nvSpPr>
          <p:spPr bwMode="auto">
            <a:xfrm>
              <a:off x="825" y="294"/>
              <a:ext cx="807" cy="1424"/>
            </a:xfrm>
            <a:prstGeom prst="rect">
              <a:avLst/>
            </a:prstGeom>
            <a:blipFill dpi="0" rotWithShape="1">
              <a:blip r:embed="rId3" cstate="screen">
                <a:extLst>
                  <a:ext uri="{28A0092B-C50C-407E-A947-70E740481C1C}">
                    <a14:useLocalDpi xmlns:a14="http://schemas.microsoft.com/office/drawing/2010/main"/>
                  </a:ext>
                </a:extLst>
              </a:blip>
              <a:srcRect/>
              <a:stretch>
                <a:fillRect r="-7874"/>
              </a:stretch>
            </a:blipFill>
            <a:ln w="6350" cmpd="sng">
              <a:solidFill>
                <a:schemeClr val="bg1"/>
              </a:solidFill>
              <a:miter lim="800000"/>
              <a:headEnd/>
              <a:tailEnd/>
            </a:ln>
            <a:effectLst/>
          </p:spPr>
          <p:txBody>
            <a:bodyPr wrap="none" anchor="ctr"/>
            <a:lstStyle/>
            <a:p>
              <a:pPr>
                <a:defRPr/>
              </a:pPr>
              <a:endParaRPr lang="zh-CN" altLang="en-US"/>
            </a:p>
          </p:txBody>
        </p:sp>
      </p:grpSp>
      <p:sp>
        <p:nvSpPr>
          <p:cNvPr id="8199" name="Oval 9"/>
          <p:cNvSpPr>
            <a:spLocks noChangeArrowheads="1"/>
          </p:cNvSpPr>
          <p:nvPr/>
        </p:nvSpPr>
        <p:spPr bwMode="auto">
          <a:xfrm>
            <a:off x="7967514" y="2409703"/>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4</a:t>
            </a:r>
          </a:p>
        </p:txBody>
      </p:sp>
      <p:sp>
        <p:nvSpPr>
          <p:cNvPr id="8200" name="Oval 10"/>
          <p:cNvSpPr>
            <a:spLocks noChangeArrowheads="1"/>
          </p:cNvSpPr>
          <p:nvPr/>
        </p:nvSpPr>
        <p:spPr bwMode="auto">
          <a:xfrm>
            <a:off x="7969746" y="3724599"/>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5</a:t>
            </a:r>
          </a:p>
        </p:txBody>
      </p:sp>
      <p:sp>
        <p:nvSpPr>
          <p:cNvPr id="8201" name="Oval 11"/>
          <p:cNvSpPr>
            <a:spLocks noChangeArrowheads="1"/>
          </p:cNvSpPr>
          <p:nvPr/>
        </p:nvSpPr>
        <p:spPr bwMode="auto">
          <a:xfrm>
            <a:off x="7969746" y="5023868"/>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6</a:t>
            </a:r>
          </a:p>
        </p:txBody>
      </p:sp>
      <p:sp>
        <p:nvSpPr>
          <p:cNvPr id="8202" name="Rectangle 12"/>
          <p:cNvSpPr>
            <a:spLocks noChangeArrowheads="1"/>
          </p:cNvSpPr>
          <p:nvPr/>
        </p:nvSpPr>
        <p:spPr bwMode="auto">
          <a:xfrm>
            <a:off x="8960942" y="2427562"/>
            <a:ext cx="3442395" cy="735714"/>
          </a:xfrm>
          <a:prstGeom prst="rect">
            <a:avLst/>
          </a:prstGeom>
          <a:noFill/>
          <a:ln w="9525">
            <a:noFill/>
            <a:miter lim="800000"/>
            <a:headEnd/>
            <a:tailEnd/>
          </a:ln>
        </p:spPr>
        <p:txBody>
          <a:bodyPr lIns="0" tIns="0" rIns="0" bIns="0">
            <a:spAutoFit/>
          </a:bodyPr>
          <a:lstStyle/>
          <a:p>
            <a:r>
              <a:rPr lang="zh-CN" altLang="en-US" sz="1406" b="1"/>
              <a:t>Head Title</a:t>
            </a:r>
          </a:p>
          <a:p>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8203" name="Rectangle 13"/>
          <p:cNvSpPr>
            <a:spLocks noChangeArrowheads="1"/>
          </p:cNvSpPr>
          <p:nvPr/>
        </p:nvSpPr>
        <p:spPr bwMode="auto">
          <a:xfrm>
            <a:off x="8960942" y="3722367"/>
            <a:ext cx="3442395" cy="735714"/>
          </a:xfrm>
          <a:prstGeom prst="rect">
            <a:avLst/>
          </a:prstGeom>
          <a:noFill/>
          <a:ln w="9525">
            <a:noFill/>
            <a:miter lim="800000"/>
            <a:headEnd/>
            <a:tailEnd/>
          </a:ln>
        </p:spPr>
        <p:txBody>
          <a:bodyPr lIns="0" tIns="0" rIns="0" bIns="0">
            <a:spAutoFit/>
          </a:bodyPr>
          <a:lstStyle/>
          <a:p>
            <a:r>
              <a:rPr lang="zh-CN" altLang="en-US" sz="1406" b="1"/>
              <a:t>Head Title</a:t>
            </a:r>
          </a:p>
          <a:p>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8204" name="Rectangle 14"/>
          <p:cNvSpPr>
            <a:spLocks noChangeArrowheads="1"/>
          </p:cNvSpPr>
          <p:nvPr/>
        </p:nvSpPr>
        <p:spPr bwMode="auto">
          <a:xfrm>
            <a:off x="8960942" y="5035031"/>
            <a:ext cx="3442395" cy="735714"/>
          </a:xfrm>
          <a:prstGeom prst="rect">
            <a:avLst/>
          </a:prstGeom>
          <a:noFill/>
          <a:ln w="9525">
            <a:noFill/>
            <a:miter lim="800000"/>
            <a:headEnd/>
            <a:tailEnd/>
          </a:ln>
        </p:spPr>
        <p:txBody>
          <a:bodyPr lIns="0" tIns="0" rIns="0" bIns="0">
            <a:spAutoFit/>
          </a:bodyPr>
          <a:lstStyle/>
          <a:p>
            <a:r>
              <a:rPr lang="zh-CN" altLang="en-US" sz="1406" b="1"/>
              <a:t>Head Title</a:t>
            </a:r>
          </a:p>
          <a:p>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8205" name="Oval 15"/>
          <p:cNvSpPr>
            <a:spLocks noChangeArrowheads="1"/>
          </p:cNvSpPr>
          <p:nvPr/>
        </p:nvSpPr>
        <p:spPr bwMode="auto">
          <a:xfrm>
            <a:off x="4136679" y="2409703"/>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1</a:t>
            </a:r>
          </a:p>
        </p:txBody>
      </p:sp>
      <p:sp>
        <p:nvSpPr>
          <p:cNvPr id="8206" name="Oval 16"/>
          <p:cNvSpPr>
            <a:spLocks noChangeArrowheads="1"/>
          </p:cNvSpPr>
          <p:nvPr/>
        </p:nvSpPr>
        <p:spPr bwMode="auto">
          <a:xfrm>
            <a:off x="4138910" y="3724599"/>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2</a:t>
            </a:r>
          </a:p>
        </p:txBody>
      </p:sp>
      <p:sp>
        <p:nvSpPr>
          <p:cNvPr id="8207" name="Oval 17"/>
          <p:cNvSpPr>
            <a:spLocks noChangeArrowheads="1"/>
          </p:cNvSpPr>
          <p:nvPr/>
        </p:nvSpPr>
        <p:spPr bwMode="auto">
          <a:xfrm>
            <a:off x="4138910" y="5023868"/>
            <a:ext cx="767953" cy="763488"/>
          </a:xfrm>
          <a:prstGeom prst="ellipse">
            <a:avLst/>
          </a:prstGeom>
          <a:solidFill>
            <a:srgbClr val="88714E"/>
          </a:solidFill>
          <a:ln w="9525">
            <a:noFill/>
            <a:round/>
            <a:headEnd/>
            <a:tailEnd/>
          </a:ln>
        </p:spPr>
        <p:txBody>
          <a:bodyPr/>
          <a:lstStyle/>
          <a:p>
            <a:pPr algn="ctr"/>
            <a:r>
              <a:rPr lang="zh-CN" altLang="zh-CN" b="1">
                <a:solidFill>
                  <a:schemeClr val="bg1"/>
                </a:solidFill>
              </a:rPr>
              <a:t>3</a:t>
            </a:r>
          </a:p>
        </p:txBody>
      </p:sp>
      <p:sp>
        <p:nvSpPr>
          <p:cNvPr id="8208" name="Rectangle 18"/>
          <p:cNvSpPr>
            <a:spLocks noChangeArrowheads="1"/>
          </p:cNvSpPr>
          <p:nvPr/>
        </p:nvSpPr>
        <p:spPr bwMode="auto">
          <a:xfrm>
            <a:off x="468809" y="2427562"/>
            <a:ext cx="3442395" cy="735714"/>
          </a:xfrm>
          <a:prstGeom prst="rect">
            <a:avLst/>
          </a:prstGeom>
          <a:noFill/>
          <a:ln w="9525">
            <a:noFill/>
            <a:miter lim="800000"/>
            <a:headEnd/>
            <a:tailEnd/>
          </a:ln>
        </p:spPr>
        <p:txBody>
          <a:bodyPr lIns="0" tIns="0" rIns="0" bIns="0">
            <a:spAutoFit/>
          </a:bodyPr>
          <a:lstStyle/>
          <a:p>
            <a:pPr algn="r"/>
            <a:r>
              <a:rPr lang="zh-CN" altLang="en-US" sz="1406" b="1"/>
              <a:t>Head Title</a:t>
            </a:r>
          </a:p>
          <a:p>
            <a:pPr algn="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8209" name="Rectangle 19"/>
          <p:cNvSpPr>
            <a:spLocks noChangeArrowheads="1"/>
          </p:cNvSpPr>
          <p:nvPr/>
        </p:nvSpPr>
        <p:spPr bwMode="auto">
          <a:xfrm>
            <a:off x="468809" y="3722367"/>
            <a:ext cx="3442395" cy="735714"/>
          </a:xfrm>
          <a:prstGeom prst="rect">
            <a:avLst/>
          </a:prstGeom>
          <a:noFill/>
          <a:ln w="9525">
            <a:noFill/>
            <a:miter lim="800000"/>
            <a:headEnd/>
            <a:tailEnd/>
          </a:ln>
        </p:spPr>
        <p:txBody>
          <a:bodyPr lIns="0" tIns="0" rIns="0" bIns="0">
            <a:spAutoFit/>
          </a:bodyPr>
          <a:lstStyle/>
          <a:p>
            <a:pPr algn="r"/>
            <a:r>
              <a:rPr lang="zh-CN" altLang="en-US" sz="1406" b="1"/>
              <a:t>Head Title</a:t>
            </a:r>
          </a:p>
          <a:p>
            <a:pPr algn="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8210" name="Rectangle 20"/>
          <p:cNvSpPr>
            <a:spLocks noChangeArrowheads="1"/>
          </p:cNvSpPr>
          <p:nvPr/>
        </p:nvSpPr>
        <p:spPr bwMode="auto">
          <a:xfrm>
            <a:off x="468809" y="5035031"/>
            <a:ext cx="3442395" cy="735714"/>
          </a:xfrm>
          <a:prstGeom prst="rect">
            <a:avLst/>
          </a:prstGeom>
          <a:noFill/>
          <a:ln w="9525">
            <a:noFill/>
            <a:miter lim="800000"/>
            <a:headEnd/>
            <a:tailEnd/>
          </a:ln>
        </p:spPr>
        <p:txBody>
          <a:bodyPr lIns="0" tIns="0" rIns="0" bIns="0">
            <a:spAutoFit/>
          </a:bodyPr>
          <a:lstStyle/>
          <a:p>
            <a:pPr algn="r"/>
            <a:r>
              <a:rPr lang="zh-CN" altLang="en-US" sz="1406" b="1"/>
              <a:t>Head Title</a:t>
            </a:r>
          </a:p>
          <a:p>
            <a:pPr algn="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Tree>
    <p:extLst>
      <p:ext uri="{BB962C8B-B14F-4D97-AF65-F5344CB8AC3E}">
        <p14:creationId xmlns:p14="http://schemas.microsoft.com/office/powerpoint/2010/main" val="1721151046"/>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Oval 2"/>
          <p:cNvSpPr>
            <a:spLocks noChangeArrowheads="1"/>
          </p:cNvSpPr>
          <p:nvPr/>
        </p:nvSpPr>
        <p:spPr bwMode="auto">
          <a:xfrm>
            <a:off x="4025058" y="2619551"/>
            <a:ext cx="558105" cy="558105"/>
          </a:xfrm>
          <a:prstGeom prst="ellipse">
            <a:avLst/>
          </a:prstGeom>
          <a:solidFill>
            <a:srgbClr val="C0C0C0"/>
          </a:solidFill>
          <a:ln w="9525">
            <a:noFill/>
            <a:round/>
            <a:headEnd/>
            <a:tailEnd/>
          </a:ln>
        </p:spPr>
        <p:txBody>
          <a:bodyPr wrap="none" anchor="ctr"/>
          <a:lstStyle/>
          <a:p>
            <a:endParaRPr lang="zh-CN" altLang="en-US"/>
          </a:p>
        </p:txBody>
      </p:sp>
      <p:sp>
        <p:nvSpPr>
          <p:cNvPr id="14339" name="Oval 3"/>
          <p:cNvSpPr>
            <a:spLocks noChangeArrowheads="1"/>
          </p:cNvSpPr>
          <p:nvPr/>
        </p:nvSpPr>
        <p:spPr bwMode="auto">
          <a:xfrm>
            <a:off x="6150324" y="2619551"/>
            <a:ext cx="558105" cy="558105"/>
          </a:xfrm>
          <a:prstGeom prst="ellipse">
            <a:avLst/>
          </a:prstGeom>
          <a:solidFill>
            <a:srgbClr val="C0C0C0"/>
          </a:solidFill>
          <a:ln w="9525">
            <a:noFill/>
            <a:round/>
            <a:headEnd/>
            <a:tailEnd/>
          </a:ln>
        </p:spPr>
        <p:txBody>
          <a:bodyPr wrap="none" anchor="ctr"/>
          <a:lstStyle/>
          <a:p>
            <a:endParaRPr lang="zh-CN" altLang="en-US"/>
          </a:p>
        </p:txBody>
      </p:sp>
      <p:sp>
        <p:nvSpPr>
          <p:cNvPr id="14340" name="Oval 4"/>
          <p:cNvSpPr>
            <a:spLocks noChangeArrowheads="1"/>
          </p:cNvSpPr>
          <p:nvPr/>
        </p:nvSpPr>
        <p:spPr bwMode="auto">
          <a:xfrm>
            <a:off x="8293449" y="2619551"/>
            <a:ext cx="558105" cy="558105"/>
          </a:xfrm>
          <a:prstGeom prst="ellipse">
            <a:avLst/>
          </a:prstGeom>
          <a:solidFill>
            <a:srgbClr val="C0C0C0"/>
          </a:solidFill>
          <a:ln w="9525">
            <a:noFill/>
            <a:round/>
            <a:headEnd/>
            <a:tailEnd/>
          </a:ln>
        </p:spPr>
        <p:txBody>
          <a:bodyPr wrap="none" anchor="ctr"/>
          <a:lstStyle/>
          <a:p>
            <a:endParaRPr lang="zh-CN" altLang="en-US"/>
          </a:p>
        </p:txBody>
      </p:sp>
      <p:sp>
        <p:nvSpPr>
          <p:cNvPr id="14341" name="Oval 5"/>
          <p:cNvSpPr>
            <a:spLocks noChangeArrowheads="1"/>
          </p:cNvSpPr>
          <p:nvPr/>
        </p:nvSpPr>
        <p:spPr bwMode="auto">
          <a:xfrm>
            <a:off x="10425411" y="2619551"/>
            <a:ext cx="558105" cy="558105"/>
          </a:xfrm>
          <a:prstGeom prst="ellipse">
            <a:avLst/>
          </a:prstGeom>
          <a:solidFill>
            <a:srgbClr val="C0C0C0"/>
          </a:solidFill>
          <a:ln w="9525">
            <a:noFill/>
            <a:round/>
            <a:headEnd/>
            <a:tailEnd/>
          </a:ln>
        </p:spPr>
        <p:txBody>
          <a:bodyPr wrap="none" anchor="ctr"/>
          <a:lstStyle/>
          <a:p>
            <a:endParaRPr lang="zh-CN" altLang="en-US"/>
          </a:p>
        </p:txBody>
      </p:sp>
      <p:sp>
        <p:nvSpPr>
          <p:cNvPr id="14342" name="Oval 6"/>
          <p:cNvSpPr>
            <a:spLocks noChangeArrowheads="1"/>
          </p:cNvSpPr>
          <p:nvPr/>
        </p:nvSpPr>
        <p:spPr bwMode="auto">
          <a:xfrm>
            <a:off x="1893095" y="2619551"/>
            <a:ext cx="558105" cy="558105"/>
          </a:xfrm>
          <a:prstGeom prst="ellipse">
            <a:avLst/>
          </a:prstGeom>
          <a:solidFill>
            <a:srgbClr val="C0C0C0"/>
          </a:solidFill>
          <a:ln w="9525">
            <a:noFill/>
            <a:round/>
            <a:headEnd/>
            <a:tailEnd/>
          </a:ln>
        </p:spPr>
        <p:txBody>
          <a:bodyPr wrap="none" anchor="ctr"/>
          <a:lstStyle/>
          <a:p>
            <a:endParaRPr lang="zh-CN" altLang="en-US"/>
          </a:p>
        </p:txBody>
      </p:sp>
      <p:sp>
        <p:nvSpPr>
          <p:cNvPr id="14343" name="Text Box 7"/>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14344" name="Text Box 8"/>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14345" name="Line 9"/>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14346" name="Line 10"/>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sp>
        <p:nvSpPr>
          <p:cNvPr id="14347" name="Freeform 11"/>
          <p:cNvSpPr>
            <a:spLocks/>
          </p:cNvSpPr>
          <p:nvPr/>
        </p:nvSpPr>
        <p:spPr bwMode="auto">
          <a:xfrm>
            <a:off x="919758" y="2918695"/>
            <a:ext cx="2482453" cy="1245691"/>
          </a:xfrm>
          <a:custGeom>
            <a:avLst/>
            <a:gdLst>
              <a:gd name="T0" fmla="*/ 336 w 673"/>
              <a:gd name="T1" fmla="*/ 241 h 336"/>
              <a:gd name="T2" fmla="*/ 95 w 673"/>
              <a:gd name="T3" fmla="*/ 0 h 336"/>
              <a:gd name="T4" fmla="*/ 0 w 673"/>
              <a:gd name="T5" fmla="*/ 0 h 336"/>
              <a:gd name="T6" fmla="*/ 336 w 673"/>
              <a:gd name="T7" fmla="*/ 336 h 336"/>
              <a:gd name="T8" fmla="*/ 673 w 673"/>
              <a:gd name="T9" fmla="*/ 0 h 336"/>
              <a:gd name="T10" fmla="*/ 578 w 673"/>
              <a:gd name="T11" fmla="*/ 0 h 336"/>
              <a:gd name="T12" fmla="*/ 336 w 673"/>
              <a:gd name="T13" fmla="*/ 241 h 336"/>
              <a:gd name="T14" fmla="*/ 0 60000 65536"/>
              <a:gd name="T15" fmla="*/ 0 60000 65536"/>
              <a:gd name="T16" fmla="*/ 0 60000 65536"/>
              <a:gd name="T17" fmla="*/ 0 60000 65536"/>
              <a:gd name="T18" fmla="*/ 0 60000 65536"/>
              <a:gd name="T19" fmla="*/ 0 60000 65536"/>
              <a:gd name="T20" fmla="*/ 0 60000 65536"/>
              <a:gd name="T21" fmla="*/ 0 w 673"/>
              <a:gd name="T22" fmla="*/ 0 h 336"/>
              <a:gd name="T23" fmla="*/ 673 w 673"/>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6">
                <a:moveTo>
                  <a:pt x="336" y="241"/>
                </a:moveTo>
                <a:cubicBezTo>
                  <a:pt x="203" y="241"/>
                  <a:pt x="95" y="133"/>
                  <a:pt x="95" y="0"/>
                </a:cubicBezTo>
                <a:cubicBezTo>
                  <a:pt x="0" y="0"/>
                  <a:pt x="0" y="0"/>
                  <a:pt x="0" y="0"/>
                </a:cubicBezTo>
                <a:cubicBezTo>
                  <a:pt x="0" y="186"/>
                  <a:pt x="150" y="336"/>
                  <a:pt x="336" y="336"/>
                </a:cubicBezTo>
                <a:cubicBezTo>
                  <a:pt x="522" y="336"/>
                  <a:pt x="673" y="186"/>
                  <a:pt x="673" y="0"/>
                </a:cubicBezTo>
                <a:cubicBezTo>
                  <a:pt x="578" y="0"/>
                  <a:pt x="578" y="0"/>
                  <a:pt x="578" y="0"/>
                </a:cubicBezTo>
                <a:cubicBezTo>
                  <a:pt x="578" y="133"/>
                  <a:pt x="470" y="241"/>
                  <a:pt x="336" y="241"/>
                </a:cubicBezTo>
                <a:close/>
              </a:path>
            </a:pathLst>
          </a:custGeom>
          <a:solidFill>
            <a:srgbClr val="000000"/>
          </a:solidFill>
          <a:ln w="9525">
            <a:noFill/>
            <a:round/>
            <a:headEnd/>
            <a:tailEnd/>
          </a:ln>
        </p:spPr>
        <p:txBody>
          <a:bodyPr/>
          <a:lstStyle/>
          <a:p>
            <a:endParaRPr lang="zh-CN" altLang="en-US"/>
          </a:p>
        </p:txBody>
      </p:sp>
      <p:sp>
        <p:nvSpPr>
          <p:cNvPr id="14348" name="Freeform 12"/>
          <p:cNvSpPr>
            <a:spLocks/>
          </p:cNvSpPr>
          <p:nvPr/>
        </p:nvSpPr>
        <p:spPr bwMode="auto">
          <a:xfrm>
            <a:off x="3051721" y="1670770"/>
            <a:ext cx="2482453" cy="1247925"/>
          </a:xfrm>
          <a:custGeom>
            <a:avLst/>
            <a:gdLst>
              <a:gd name="T0" fmla="*/ 337 w 673"/>
              <a:gd name="T1" fmla="*/ 0 h 337"/>
              <a:gd name="T2" fmla="*/ 0 w 673"/>
              <a:gd name="T3" fmla="*/ 337 h 337"/>
              <a:gd name="T4" fmla="*/ 95 w 673"/>
              <a:gd name="T5" fmla="*/ 337 h 337"/>
              <a:gd name="T6" fmla="*/ 337 w 673"/>
              <a:gd name="T7" fmla="*/ 95 h 337"/>
              <a:gd name="T8" fmla="*/ 578 w 673"/>
              <a:gd name="T9" fmla="*/ 337 h 337"/>
              <a:gd name="T10" fmla="*/ 673 w 673"/>
              <a:gd name="T11" fmla="*/ 337 h 337"/>
              <a:gd name="T12" fmla="*/ 337 w 673"/>
              <a:gd name="T13" fmla="*/ 0 h 337"/>
              <a:gd name="T14" fmla="*/ 0 60000 65536"/>
              <a:gd name="T15" fmla="*/ 0 60000 65536"/>
              <a:gd name="T16" fmla="*/ 0 60000 65536"/>
              <a:gd name="T17" fmla="*/ 0 60000 65536"/>
              <a:gd name="T18" fmla="*/ 0 60000 65536"/>
              <a:gd name="T19" fmla="*/ 0 60000 65536"/>
              <a:gd name="T20" fmla="*/ 0 60000 65536"/>
              <a:gd name="T21" fmla="*/ 0 w 673"/>
              <a:gd name="T22" fmla="*/ 0 h 337"/>
              <a:gd name="T23" fmla="*/ 673 w 673"/>
              <a:gd name="T24" fmla="*/ 337 h 3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7">
                <a:moveTo>
                  <a:pt x="337" y="0"/>
                </a:moveTo>
                <a:cubicBezTo>
                  <a:pt x="151" y="0"/>
                  <a:pt x="0" y="151"/>
                  <a:pt x="0" y="337"/>
                </a:cubicBezTo>
                <a:cubicBezTo>
                  <a:pt x="95" y="337"/>
                  <a:pt x="95" y="337"/>
                  <a:pt x="95" y="337"/>
                </a:cubicBezTo>
                <a:cubicBezTo>
                  <a:pt x="95" y="203"/>
                  <a:pt x="203" y="95"/>
                  <a:pt x="337" y="95"/>
                </a:cubicBezTo>
                <a:cubicBezTo>
                  <a:pt x="470" y="95"/>
                  <a:pt x="578" y="203"/>
                  <a:pt x="578" y="337"/>
                </a:cubicBezTo>
                <a:cubicBezTo>
                  <a:pt x="673" y="337"/>
                  <a:pt x="673" y="337"/>
                  <a:pt x="673" y="337"/>
                </a:cubicBezTo>
                <a:cubicBezTo>
                  <a:pt x="673" y="151"/>
                  <a:pt x="523" y="0"/>
                  <a:pt x="337" y="0"/>
                </a:cubicBezTo>
                <a:close/>
              </a:path>
            </a:pathLst>
          </a:custGeom>
          <a:solidFill>
            <a:srgbClr val="000000"/>
          </a:solidFill>
          <a:ln w="9525">
            <a:noFill/>
            <a:round/>
            <a:headEnd/>
            <a:tailEnd/>
          </a:ln>
        </p:spPr>
        <p:txBody>
          <a:bodyPr/>
          <a:lstStyle/>
          <a:p>
            <a:endParaRPr lang="zh-CN" altLang="en-US"/>
          </a:p>
        </p:txBody>
      </p:sp>
      <p:sp>
        <p:nvSpPr>
          <p:cNvPr id="14349" name="Freeform 13"/>
          <p:cNvSpPr>
            <a:spLocks/>
          </p:cNvSpPr>
          <p:nvPr/>
        </p:nvSpPr>
        <p:spPr bwMode="auto">
          <a:xfrm>
            <a:off x="5183684" y="2918695"/>
            <a:ext cx="2484686" cy="1245691"/>
          </a:xfrm>
          <a:custGeom>
            <a:avLst/>
            <a:gdLst>
              <a:gd name="T0" fmla="*/ 337 w 674"/>
              <a:gd name="T1" fmla="*/ 241 h 336"/>
              <a:gd name="T2" fmla="*/ 95 w 674"/>
              <a:gd name="T3" fmla="*/ 0 h 336"/>
              <a:gd name="T4" fmla="*/ 0 w 674"/>
              <a:gd name="T5" fmla="*/ 0 h 336"/>
              <a:gd name="T6" fmla="*/ 337 w 674"/>
              <a:gd name="T7" fmla="*/ 336 h 336"/>
              <a:gd name="T8" fmla="*/ 674 w 674"/>
              <a:gd name="T9" fmla="*/ 0 h 336"/>
              <a:gd name="T10" fmla="*/ 579 w 674"/>
              <a:gd name="T11" fmla="*/ 0 h 336"/>
              <a:gd name="T12" fmla="*/ 337 w 674"/>
              <a:gd name="T13" fmla="*/ 241 h 336"/>
              <a:gd name="T14" fmla="*/ 0 60000 65536"/>
              <a:gd name="T15" fmla="*/ 0 60000 65536"/>
              <a:gd name="T16" fmla="*/ 0 60000 65536"/>
              <a:gd name="T17" fmla="*/ 0 60000 65536"/>
              <a:gd name="T18" fmla="*/ 0 60000 65536"/>
              <a:gd name="T19" fmla="*/ 0 60000 65536"/>
              <a:gd name="T20" fmla="*/ 0 60000 65536"/>
              <a:gd name="T21" fmla="*/ 0 w 674"/>
              <a:gd name="T22" fmla="*/ 0 h 336"/>
              <a:gd name="T23" fmla="*/ 674 w 674"/>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4" h="336">
                <a:moveTo>
                  <a:pt x="337" y="241"/>
                </a:moveTo>
                <a:cubicBezTo>
                  <a:pt x="204" y="241"/>
                  <a:pt x="95" y="133"/>
                  <a:pt x="95" y="0"/>
                </a:cubicBezTo>
                <a:cubicBezTo>
                  <a:pt x="0" y="0"/>
                  <a:pt x="0" y="0"/>
                  <a:pt x="0" y="0"/>
                </a:cubicBezTo>
                <a:cubicBezTo>
                  <a:pt x="0" y="186"/>
                  <a:pt x="151" y="336"/>
                  <a:pt x="337" y="336"/>
                </a:cubicBezTo>
                <a:cubicBezTo>
                  <a:pt x="523" y="336"/>
                  <a:pt x="674" y="186"/>
                  <a:pt x="674" y="0"/>
                </a:cubicBezTo>
                <a:cubicBezTo>
                  <a:pt x="579" y="0"/>
                  <a:pt x="579" y="0"/>
                  <a:pt x="579" y="0"/>
                </a:cubicBezTo>
                <a:cubicBezTo>
                  <a:pt x="579" y="133"/>
                  <a:pt x="471" y="241"/>
                  <a:pt x="337" y="241"/>
                </a:cubicBezTo>
                <a:close/>
              </a:path>
            </a:pathLst>
          </a:custGeom>
          <a:solidFill>
            <a:srgbClr val="000000"/>
          </a:solidFill>
          <a:ln w="9525">
            <a:noFill/>
            <a:round/>
            <a:headEnd/>
            <a:tailEnd/>
          </a:ln>
        </p:spPr>
        <p:txBody>
          <a:bodyPr/>
          <a:lstStyle/>
          <a:p>
            <a:endParaRPr lang="zh-CN" altLang="en-US"/>
          </a:p>
        </p:txBody>
      </p:sp>
      <p:sp>
        <p:nvSpPr>
          <p:cNvPr id="14350" name="Freeform 14"/>
          <p:cNvSpPr>
            <a:spLocks/>
          </p:cNvSpPr>
          <p:nvPr/>
        </p:nvSpPr>
        <p:spPr bwMode="auto">
          <a:xfrm>
            <a:off x="7317879" y="1670770"/>
            <a:ext cx="2482453" cy="1247925"/>
          </a:xfrm>
          <a:custGeom>
            <a:avLst/>
            <a:gdLst>
              <a:gd name="T0" fmla="*/ 336 w 673"/>
              <a:gd name="T1" fmla="*/ 0 h 337"/>
              <a:gd name="T2" fmla="*/ 0 w 673"/>
              <a:gd name="T3" fmla="*/ 337 h 337"/>
              <a:gd name="T4" fmla="*/ 95 w 673"/>
              <a:gd name="T5" fmla="*/ 337 h 337"/>
              <a:gd name="T6" fmla="*/ 336 w 673"/>
              <a:gd name="T7" fmla="*/ 95 h 337"/>
              <a:gd name="T8" fmla="*/ 578 w 673"/>
              <a:gd name="T9" fmla="*/ 337 h 337"/>
              <a:gd name="T10" fmla="*/ 673 w 673"/>
              <a:gd name="T11" fmla="*/ 337 h 337"/>
              <a:gd name="T12" fmla="*/ 336 w 673"/>
              <a:gd name="T13" fmla="*/ 0 h 337"/>
              <a:gd name="T14" fmla="*/ 0 60000 65536"/>
              <a:gd name="T15" fmla="*/ 0 60000 65536"/>
              <a:gd name="T16" fmla="*/ 0 60000 65536"/>
              <a:gd name="T17" fmla="*/ 0 60000 65536"/>
              <a:gd name="T18" fmla="*/ 0 60000 65536"/>
              <a:gd name="T19" fmla="*/ 0 60000 65536"/>
              <a:gd name="T20" fmla="*/ 0 60000 65536"/>
              <a:gd name="T21" fmla="*/ 0 w 673"/>
              <a:gd name="T22" fmla="*/ 0 h 337"/>
              <a:gd name="T23" fmla="*/ 673 w 673"/>
              <a:gd name="T24" fmla="*/ 337 h 3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7">
                <a:moveTo>
                  <a:pt x="336" y="0"/>
                </a:moveTo>
                <a:cubicBezTo>
                  <a:pt x="150" y="0"/>
                  <a:pt x="0" y="151"/>
                  <a:pt x="0" y="337"/>
                </a:cubicBezTo>
                <a:cubicBezTo>
                  <a:pt x="95" y="337"/>
                  <a:pt x="95" y="337"/>
                  <a:pt x="95" y="337"/>
                </a:cubicBezTo>
                <a:cubicBezTo>
                  <a:pt x="95" y="203"/>
                  <a:pt x="203" y="95"/>
                  <a:pt x="336" y="95"/>
                </a:cubicBezTo>
                <a:cubicBezTo>
                  <a:pt x="470" y="95"/>
                  <a:pt x="578" y="203"/>
                  <a:pt x="578" y="337"/>
                </a:cubicBezTo>
                <a:cubicBezTo>
                  <a:pt x="673" y="337"/>
                  <a:pt x="673" y="337"/>
                  <a:pt x="673" y="337"/>
                </a:cubicBezTo>
                <a:cubicBezTo>
                  <a:pt x="673" y="151"/>
                  <a:pt x="522" y="0"/>
                  <a:pt x="336" y="0"/>
                </a:cubicBezTo>
                <a:close/>
              </a:path>
            </a:pathLst>
          </a:custGeom>
          <a:solidFill>
            <a:srgbClr val="000000"/>
          </a:solidFill>
          <a:ln w="9525">
            <a:noFill/>
            <a:round/>
            <a:headEnd/>
            <a:tailEnd/>
          </a:ln>
        </p:spPr>
        <p:txBody>
          <a:bodyPr/>
          <a:lstStyle/>
          <a:p>
            <a:endParaRPr lang="zh-CN" altLang="en-US"/>
          </a:p>
        </p:txBody>
      </p:sp>
      <p:sp>
        <p:nvSpPr>
          <p:cNvPr id="14351" name="Freeform 15"/>
          <p:cNvSpPr>
            <a:spLocks/>
          </p:cNvSpPr>
          <p:nvPr/>
        </p:nvSpPr>
        <p:spPr bwMode="auto">
          <a:xfrm>
            <a:off x="9449843" y="2918695"/>
            <a:ext cx="2484685" cy="1245691"/>
          </a:xfrm>
          <a:custGeom>
            <a:avLst/>
            <a:gdLst>
              <a:gd name="T0" fmla="*/ 337 w 674"/>
              <a:gd name="T1" fmla="*/ 241 h 336"/>
              <a:gd name="T2" fmla="*/ 95 w 674"/>
              <a:gd name="T3" fmla="*/ 0 h 336"/>
              <a:gd name="T4" fmla="*/ 0 w 674"/>
              <a:gd name="T5" fmla="*/ 0 h 336"/>
              <a:gd name="T6" fmla="*/ 337 w 674"/>
              <a:gd name="T7" fmla="*/ 336 h 336"/>
              <a:gd name="T8" fmla="*/ 674 w 674"/>
              <a:gd name="T9" fmla="*/ 0 h 336"/>
              <a:gd name="T10" fmla="*/ 579 w 674"/>
              <a:gd name="T11" fmla="*/ 0 h 336"/>
              <a:gd name="T12" fmla="*/ 337 w 674"/>
              <a:gd name="T13" fmla="*/ 241 h 336"/>
              <a:gd name="T14" fmla="*/ 0 60000 65536"/>
              <a:gd name="T15" fmla="*/ 0 60000 65536"/>
              <a:gd name="T16" fmla="*/ 0 60000 65536"/>
              <a:gd name="T17" fmla="*/ 0 60000 65536"/>
              <a:gd name="T18" fmla="*/ 0 60000 65536"/>
              <a:gd name="T19" fmla="*/ 0 60000 65536"/>
              <a:gd name="T20" fmla="*/ 0 60000 65536"/>
              <a:gd name="T21" fmla="*/ 0 w 674"/>
              <a:gd name="T22" fmla="*/ 0 h 336"/>
              <a:gd name="T23" fmla="*/ 674 w 674"/>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4" h="336">
                <a:moveTo>
                  <a:pt x="337" y="241"/>
                </a:moveTo>
                <a:cubicBezTo>
                  <a:pt x="203" y="241"/>
                  <a:pt x="95" y="133"/>
                  <a:pt x="95" y="0"/>
                </a:cubicBezTo>
                <a:cubicBezTo>
                  <a:pt x="0" y="0"/>
                  <a:pt x="0" y="0"/>
                  <a:pt x="0" y="0"/>
                </a:cubicBezTo>
                <a:cubicBezTo>
                  <a:pt x="0" y="186"/>
                  <a:pt x="151" y="336"/>
                  <a:pt x="337" y="336"/>
                </a:cubicBezTo>
                <a:cubicBezTo>
                  <a:pt x="523" y="336"/>
                  <a:pt x="674" y="186"/>
                  <a:pt x="674" y="0"/>
                </a:cubicBezTo>
                <a:cubicBezTo>
                  <a:pt x="579" y="0"/>
                  <a:pt x="579" y="0"/>
                  <a:pt x="579" y="0"/>
                </a:cubicBezTo>
                <a:cubicBezTo>
                  <a:pt x="579" y="133"/>
                  <a:pt x="470" y="241"/>
                  <a:pt x="337" y="241"/>
                </a:cubicBezTo>
                <a:close/>
              </a:path>
            </a:pathLst>
          </a:custGeom>
          <a:solidFill>
            <a:srgbClr val="000000"/>
          </a:solidFill>
          <a:ln w="9525">
            <a:noFill/>
            <a:round/>
            <a:headEnd/>
            <a:tailEnd/>
          </a:ln>
        </p:spPr>
        <p:txBody>
          <a:bodyPr/>
          <a:lstStyle/>
          <a:p>
            <a:endParaRPr lang="zh-CN" altLang="en-US"/>
          </a:p>
        </p:txBody>
      </p:sp>
      <p:sp>
        <p:nvSpPr>
          <p:cNvPr id="14352" name="Freeform 16"/>
          <p:cNvSpPr>
            <a:spLocks/>
          </p:cNvSpPr>
          <p:nvPr/>
        </p:nvSpPr>
        <p:spPr bwMode="auto">
          <a:xfrm>
            <a:off x="919758" y="1679700"/>
            <a:ext cx="2482453" cy="1247925"/>
          </a:xfrm>
          <a:custGeom>
            <a:avLst/>
            <a:gdLst>
              <a:gd name="T0" fmla="*/ 336 w 673"/>
              <a:gd name="T1" fmla="*/ 0 h 337"/>
              <a:gd name="T2" fmla="*/ 0 w 673"/>
              <a:gd name="T3" fmla="*/ 337 h 337"/>
              <a:gd name="T4" fmla="*/ 95 w 673"/>
              <a:gd name="T5" fmla="*/ 337 h 337"/>
              <a:gd name="T6" fmla="*/ 336 w 673"/>
              <a:gd name="T7" fmla="*/ 95 h 337"/>
              <a:gd name="T8" fmla="*/ 578 w 673"/>
              <a:gd name="T9" fmla="*/ 337 h 337"/>
              <a:gd name="T10" fmla="*/ 673 w 673"/>
              <a:gd name="T11" fmla="*/ 337 h 337"/>
              <a:gd name="T12" fmla="*/ 336 w 673"/>
              <a:gd name="T13" fmla="*/ 0 h 337"/>
              <a:gd name="T14" fmla="*/ 0 60000 65536"/>
              <a:gd name="T15" fmla="*/ 0 60000 65536"/>
              <a:gd name="T16" fmla="*/ 0 60000 65536"/>
              <a:gd name="T17" fmla="*/ 0 60000 65536"/>
              <a:gd name="T18" fmla="*/ 0 60000 65536"/>
              <a:gd name="T19" fmla="*/ 0 60000 65536"/>
              <a:gd name="T20" fmla="*/ 0 60000 65536"/>
              <a:gd name="T21" fmla="*/ 0 w 673"/>
              <a:gd name="T22" fmla="*/ 0 h 337"/>
              <a:gd name="T23" fmla="*/ 673 w 673"/>
              <a:gd name="T24" fmla="*/ 337 h 3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7">
                <a:moveTo>
                  <a:pt x="336" y="0"/>
                </a:moveTo>
                <a:cubicBezTo>
                  <a:pt x="150" y="0"/>
                  <a:pt x="0" y="151"/>
                  <a:pt x="0" y="337"/>
                </a:cubicBezTo>
                <a:cubicBezTo>
                  <a:pt x="95" y="337"/>
                  <a:pt x="95" y="337"/>
                  <a:pt x="95" y="337"/>
                </a:cubicBezTo>
                <a:cubicBezTo>
                  <a:pt x="95" y="203"/>
                  <a:pt x="203" y="95"/>
                  <a:pt x="336" y="95"/>
                </a:cubicBezTo>
                <a:cubicBezTo>
                  <a:pt x="470" y="95"/>
                  <a:pt x="578" y="203"/>
                  <a:pt x="578" y="337"/>
                </a:cubicBezTo>
                <a:cubicBezTo>
                  <a:pt x="673" y="337"/>
                  <a:pt x="673" y="337"/>
                  <a:pt x="673" y="337"/>
                </a:cubicBezTo>
                <a:cubicBezTo>
                  <a:pt x="673" y="151"/>
                  <a:pt x="522" y="0"/>
                  <a:pt x="336" y="0"/>
                </a:cubicBezTo>
                <a:close/>
              </a:path>
            </a:pathLst>
          </a:custGeom>
          <a:solidFill>
            <a:srgbClr val="88714E"/>
          </a:solidFill>
          <a:ln w="9525">
            <a:noFill/>
            <a:round/>
            <a:headEnd/>
            <a:tailEnd/>
          </a:ln>
        </p:spPr>
        <p:txBody>
          <a:bodyPr/>
          <a:lstStyle/>
          <a:p>
            <a:endParaRPr lang="zh-CN" altLang="en-US"/>
          </a:p>
        </p:txBody>
      </p:sp>
      <p:sp>
        <p:nvSpPr>
          <p:cNvPr id="14353" name="Freeform 17"/>
          <p:cNvSpPr>
            <a:spLocks/>
          </p:cNvSpPr>
          <p:nvPr/>
        </p:nvSpPr>
        <p:spPr bwMode="auto">
          <a:xfrm>
            <a:off x="3051721" y="2918695"/>
            <a:ext cx="2482453" cy="1245691"/>
          </a:xfrm>
          <a:custGeom>
            <a:avLst/>
            <a:gdLst>
              <a:gd name="T0" fmla="*/ 337 w 673"/>
              <a:gd name="T1" fmla="*/ 241 h 336"/>
              <a:gd name="T2" fmla="*/ 95 w 673"/>
              <a:gd name="T3" fmla="*/ 0 h 336"/>
              <a:gd name="T4" fmla="*/ 0 w 673"/>
              <a:gd name="T5" fmla="*/ 0 h 336"/>
              <a:gd name="T6" fmla="*/ 337 w 673"/>
              <a:gd name="T7" fmla="*/ 336 h 336"/>
              <a:gd name="T8" fmla="*/ 673 w 673"/>
              <a:gd name="T9" fmla="*/ 0 h 336"/>
              <a:gd name="T10" fmla="*/ 578 w 673"/>
              <a:gd name="T11" fmla="*/ 0 h 336"/>
              <a:gd name="T12" fmla="*/ 337 w 673"/>
              <a:gd name="T13" fmla="*/ 241 h 336"/>
              <a:gd name="T14" fmla="*/ 0 60000 65536"/>
              <a:gd name="T15" fmla="*/ 0 60000 65536"/>
              <a:gd name="T16" fmla="*/ 0 60000 65536"/>
              <a:gd name="T17" fmla="*/ 0 60000 65536"/>
              <a:gd name="T18" fmla="*/ 0 60000 65536"/>
              <a:gd name="T19" fmla="*/ 0 60000 65536"/>
              <a:gd name="T20" fmla="*/ 0 60000 65536"/>
              <a:gd name="T21" fmla="*/ 0 w 673"/>
              <a:gd name="T22" fmla="*/ 0 h 336"/>
              <a:gd name="T23" fmla="*/ 673 w 673"/>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6">
                <a:moveTo>
                  <a:pt x="337" y="241"/>
                </a:moveTo>
                <a:cubicBezTo>
                  <a:pt x="203" y="241"/>
                  <a:pt x="95" y="133"/>
                  <a:pt x="95" y="0"/>
                </a:cubicBezTo>
                <a:cubicBezTo>
                  <a:pt x="0" y="0"/>
                  <a:pt x="0" y="0"/>
                  <a:pt x="0" y="0"/>
                </a:cubicBezTo>
                <a:cubicBezTo>
                  <a:pt x="0" y="186"/>
                  <a:pt x="151" y="336"/>
                  <a:pt x="337" y="336"/>
                </a:cubicBezTo>
                <a:cubicBezTo>
                  <a:pt x="523" y="336"/>
                  <a:pt x="673" y="186"/>
                  <a:pt x="673" y="0"/>
                </a:cubicBezTo>
                <a:cubicBezTo>
                  <a:pt x="578" y="0"/>
                  <a:pt x="578" y="0"/>
                  <a:pt x="578" y="0"/>
                </a:cubicBezTo>
                <a:cubicBezTo>
                  <a:pt x="578" y="133"/>
                  <a:pt x="470" y="241"/>
                  <a:pt x="337" y="241"/>
                </a:cubicBezTo>
                <a:close/>
              </a:path>
            </a:pathLst>
          </a:custGeom>
          <a:solidFill>
            <a:srgbClr val="88714E"/>
          </a:solidFill>
          <a:ln w="9525">
            <a:noFill/>
            <a:round/>
            <a:headEnd/>
            <a:tailEnd/>
          </a:ln>
        </p:spPr>
        <p:txBody>
          <a:bodyPr/>
          <a:lstStyle/>
          <a:p>
            <a:endParaRPr lang="zh-CN" altLang="en-US"/>
          </a:p>
        </p:txBody>
      </p:sp>
      <p:sp>
        <p:nvSpPr>
          <p:cNvPr id="14354" name="Freeform 18"/>
          <p:cNvSpPr>
            <a:spLocks/>
          </p:cNvSpPr>
          <p:nvPr/>
        </p:nvSpPr>
        <p:spPr bwMode="auto">
          <a:xfrm>
            <a:off x="5183684" y="1679700"/>
            <a:ext cx="2484686" cy="1247925"/>
          </a:xfrm>
          <a:custGeom>
            <a:avLst/>
            <a:gdLst>
              <a:gd name="T0" fmla="*/ 337 w 674"/>
              <a:gd name="T1" fmla="*/ 0 h 337"/>
              <a:gd name="T2" fmla="*/ 0 w 674"/>
              <a:gd name="T3" fmla="*/ 337 h 337"/>
              <a:gd name="T4" fmla="*/ 95 w 674"/>
              <a:gd name="T5" fmla="*/ 337 h 337"/>
              <a:gd name="T6" fmla="*/ 337 w 674"/>
              <a:gd name="T7" fmla="*/ 95 h 337"/>
              <a:gd name="T8" fmla="*/ 579 w 674"/>
              <a:gd name="T9" fmla="*/ 337 h 337"/>
              <a:gd name="T10" fmla="*/ 674 w 674"/>
              <a:gd name="T11" fmla="*/ 337 h 337"/>
              <a:gd name="T12" fmla="*/ 337 w 674"/>
              <a:gd name="T13" fmla="*/ 0 h 337"/>
              <a:gd name="T14" fmla="*/ 0 60000 65536"/>
              <a:gd name="T15" fmla="*/ 0 60000 65536"/>
              <a:gd name="T16" fmla="*/ 0 60000 65536"/>
              <a:gd name="T17" fmla="*/ 0 60000 65536"/>
              <a:gd name="T18" fmla="*/ 0 60000 65536"/>
              <a:gd name="T19" fmla="*/ 0 60000 65536"/>
              <a:gd name="T20" fmla="*/ 0 60000 65536"/>
              <a:gd name="T21" fmla="*/ 0 w 674"/>
              <a:gd name="T22" fmla="*/ 0 h 337"/>
              <a:gd name="T23" fmla="*/ 674 w 674"/>
              <a:gd name="T24" fmla="*/ 337 h 3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4" h="337">
                <a:moveTo>
                  <a:pt x="337" y="0"/>
                </a:moveTo>
                <a:cubicBezTo>
                  <a:pt x="151" y="0"/>
                  <a:pt x="0" y="151"/>
                  <a:pt x="0" y="337"/>
                </a:cubicBezTo>
                <a:cubicBezTo>
                  <a:pt x="95" y="337"/>
                  <a:pt x="95" y="337"/>
                  <a:pt x="95" y="337"/>
                </a:cubicBezTo>
                <a:cubicBezTo>
                  <a:pt x="95" y="203"/>
                  <a:pt x="204" y="95"/>
                  <a:pt x="337" y="95"/>
                </a:cubicBezTo>
                <a:cubicBezTo>
                  <a:pt x="471" y="95"/>
                  <a:pt x="579" y="203"/>
                  <a:pt x="579" y="337"/>
                </a:cubicBezTo>
                <a:cubicBezTo>
                  <a:pt x="674" y="337"/>
                  <a:pt x="674" y="337"/>
                  <a:pt x="674" y="337"/>
                </a:cubicBezTo>
                <a:cubicBezTo>
                  <a:pt x="674" y="151"/>
                  <a:pt x="523" y="0"/>
                  <a:pt x="337" y="0"/>
                </a:cubicBezTo>
                <a:close/>
              </a:path>
            </a:pathLst>
          </a:custGeom>
          <a:solidFill>
            <a:srgbClr val="88714E"/>
          </a:solidFill>
          <a:ln w="9525">
            <a:noFill/>
            <a:round/>
            <a:headEnd/>
            <a:tailEnd/>
          </a:ln>
        </p:spPr>
        <p:txBody>
          <a:bodyPr/>
          <a:lstStyle/>
          <a:p>
            <a:endParaRPr lang="zh-CN" altLang="en-US"/>
          </a:p>
        </p:txBody>
      </p:sp>
      <p:sp>
        <p:nvSpPr>
          <p:cNvPr id="14355" name="Freeform 19"/>
          <p:cNvSpPr>
            <a:spLocks/>
          </p:cNvSpPr>
          <p:nvPr/>
        </p:nvSpPr>
        <p:spPr bwMode="auto">
          <a:xfrm>
            <a:off x="7317879" y="2918695"/>
            <a:ext cx="2482453" cy="1245691"/>
          </a:xfrm>
          <a:custGeom>
            <a:avLst/>
            <a:gdLst>
              <a:gd name="T0" fmla="*/ 336 w 673"/>
              <a:gd name="T1" fmla="*/ 241 h 336"/>
              <a:gd name="T2" fmla="*/ 95 w 673"/>
              <a:gd name="T3" fmla="*/ 0 h 336"/>
              <a:gd name="T4" fmla="*/ 0 w 673"/>
              <a:gd name="T5" fmla="*/ 0 h 336"/>
              <a:gd name="T6" fmla="*/ 336 w 673"/>
              <a:gd name="T7" fmla="*/ 336 h 336"/>
              <a:gd name="T8" fmla="*/ 673 w 673"/>
              <a:gd name="T9" fmla="*/ 0 h 336"/>
              <a:gd name="T10" fmla="*/ 578 w 673"/>
              <a:gd name="T11" fmla="*/ 0 h 336"/>
              <a:gd name="T12" fmla="*/ 336 w 673"/>
              <a:gd name="T13" fmla="*/ 241 h 336"/>
              <a:gd name="T14" fmla="*/ 0 60000 65536"/>
              <a:gd name="T15" fmla="*/ 0 60000 65536"/>
              <a:gd name="T16" fmla="*/ 0 60000 65536"/>
              <a:gd name="T17" fmla="*/ 0 60000 65536"/>
              <a:gd name="T18" fmla="*/ 0 60000 65536"/>
              <a:gd name="T19" fmla="*/ 0 60000 65536"/>
              <a:gd name="T20" fmla="*/ 0 60000 65536"/>
              <a:gd name="T21" fmla="*/ 0 w 673"/>
              <a:gd name="T22" fmla="*/ 0 h 336"/>
              <a:gd name="T23" fmla="*/ 673 w 673"/>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3" h="336">
                <a:moveTo>
                  <a:pt x="336" y="241"/>
                </a:moveTo>
                <a:cubicBezTo>
                  <a:pt x="203" y="241"/>
                  <a:pt x="95" y="133"/>
                  <a:pt x="95" y="0"/>
                </a:cubicBezTo>
                <a:cubicBezTo>
                  <a:pt x="0" y="0"/>
                  <a:pt x="0" y="0"/>
                  <a:pt x="0" y="0"/>
                </a:cubicBezTo>
                <a:cubicBezTo>
                  <a:pt x="0" y="186"/>
                  <a:pt x="150" y="336"/>
                  <a:pt x="336" y="336"/>
                </a:cubicBezTo>
                <a:cubicBezTo>
                  <a:pt x="522" y="336"/>
                  <a:pt x="673" y="186"/>
                  <a:pt x="673" y="0"/>
                </a:cubicBezTo>
                <a:cubicBezTo>
                  <a:pt x="578" y="0"/>
                  <a:pt x="578" y="0"/>
                  <a:pt x="578" y="0"/>
                </a:cubicBezTo>
                <a:cubicBezTo>
                  <a:pt x="578" y="133"/>
                  <a:pt x="470" y="241"/>
                  <a:pt x="336" y="241"/>
                </a:cubicBezTo>
                <a:close/>
              </a:path>
            </a:pathLst>
          </a:custGeom>
          <a:solidFill>
            <a:srgbClr val="88714E"/>
          </a:solidFill>
          <a:ln w="9525">
            <a:noFill/>
            <a:round/>
            <a:headEnd/>
            <a:tailEnd/>
          </a:ln>
        </p:spPr>
        <p:txBody>
          <a:bodyPr/>
          <a:lstStyle/>
          <a:p>
            <a:endParaRPr lang="zh-CN" altLang="en-US"/>
          </a:p>
        </p:txBody>
      </p:sp>
      <p:sp>
        <p:nvSpPr>
          <p:cNvPr id="14356" name="Freeform 20"/>
          <p:cNvSpPr>
            <a:spLocks/>
          </p:cNvSpPr>
          <p:nvPr/>
        </p:nvSpPr>
        <p:spPr bwMode="auto">
          <a:xfrm>
            <a:off x="9449843" y="1679700"/>
            <a:ext cx="2484685" cy="1247925"/>
          </a:xfrm>
          <a:custGeom>
            <a:avLst/>
            <a:gdLst>
              <a:gd name="T0" fmla="*/ 337 w 674"/>
              <a:gd name="T1" fmla="*/ 0 h 337"/>
              <a:gd name="T2" fmla="*/ 0 w 674"/>
              <a:gd name="T3" fmla="*/ 337 h 337"/>
              <a:gd name="T4" fmla="*/ 95 w 674"/>
              <a:gd name="T5" fmla="*/ 337 h 337"/>
              <a:gd name="T6" fmla="*/ 337 w 674"/>
              <a:gd name="T7" fmla="*/ 95 h 337"/>
              <a:gd name="T8" fmla="*/ 579 w 674"/>
              <a:gd name="T9" fmla="*/ 337 h 337"/>
              <a:gd name="T10" fmla="*/ 674 w 674"/>
              <a:gd name="T11" fmla="*/ 337 h 337"/>
              <a:gd name="T12" fmla="*/ 337 w 674"/>
              <a:gd name="T13" fmla="*/ 0 h 337"/>
              <a:gd name="T14" fmla="*/ 0 60000 65536"/>
              <a:gd name="T15" fmla="*/ 0 60000 65536"/>
              <a:gd name="T16" fmla="*/ 0 60000 65536"/>
              <a:gd name="T17" fmla="*/ 0 60000 65536"/>
              <a:gd name="T18" fmla="*/ 0 60000 65536"/>
              <a:gd name="T19" fmla="*/ 0 60000 65536"/>
              <a:gd name="T20" fmla="*/ 0 60000 65536"/>
              <a:gd name="T21" fmla="*/ 0 w 674"/>
              <a:gd name="T22" fmla="*/ 0 h 337"/>
              <a:gd name="T23" fmla="*/ 674 w 674"/>
              <a:gd name="T24" fmla="*/ 337 h 3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4" h="337">
                <a:moveTo>
                  <a:pt x="337" y="0"/>
                </a:moveTo>
                <a:cubicBezTo>
                  <a:pt x="151" y="0"/>
                  <a:pt x="0" y="151"/>
                  <a:pt x="0" y="337"/>
                </a:cubicBezTo>
                <a:cubicBezTo>
                  <a:pt x="95" y="337"/>
                  <a:pt x="95" y="337"/>
                  <a:pt x="95" y="337"/>
                </a:cubicBezTo>
                <a:cubicBezTo>
                  <a:pt x="95" y="203"/>
                  <a:pt x="203" y="95"/>
                  <a:pt x="337" y="95"/>
                </a:cubicBezTo>
                <a:cubicBezTo>
                  <a:pt x="470" y="95"/>
                  <a:pt x="579" y="203"/>
                  <a:pt x="579" y="337"/>
                </a:cubicBezTo>
                <a:cubicBezTo>
                  <a:pt x="674" y="337"/>
                  <a:pt x="674" y="337"/>
                  <a:pt x="674" y="337"/>
                </a:cubicBezTo>
                <a:cubicBezTo>
                  <a:pt x="674" y="151"/>
                  <a:pt x="523" y="0"/>
                  <a:pt x="337" y="0"/>
                </a:cubicBezTo>
                <a:close/>
              </a:path>
            </a:pathLst>
          </a:custGeom>
          <a:solidFill>
            <a:srgbClr val="88714E"/>
          </a:solidFill>
          <a:ln w="9525">
            <a:noFill/>
            <a:round/>
            <a:headEnd/>
            <a:tailEnd/>
          </a:ln>
        </p:spPr>
        <p:txBody>
          <a:bodyPr/>
          <a:lstStyle/>
          <a:p>
            <a:endParaRPr lang="zh-CN" altLang="en-US"/>
          </a:p>
        </p:txBody>
      </p:sp>
      <p:grpSp>
        <p:nvGrpSpPr>
          <p:cNvPr id="14357" name="Group 21"/>
          <p:cNvGrpSpPr>
            <a:grpSpLocks/>
          </p:cNvGrpSpPr>
          <p:nvPr/>
        </p:nvGrpSpPr>
        <p:grpSpPr bwMode="auto">
          <a:xfrm>
            <a:off x="10601773" y="2836094"/>
            <a:ext cx="198685" cy="145108"/>
            <a:chOff x="0" y="0"/>
            <a:chExt cx="89" cy="65"/>
          </a:xfrm>
        </p:grpSpPr>
        <p:sp>
          <p:nvSpPr>
            <p:cNvPr id="14378" name="Oval 22"/>
            <p:cNvSpPr>
              <a:spLocks noChangeArrowheads="1"/>
            </p:cNvSpPr>
            <p:nvPr/>
          </p:nvSpPr>
          <p:spPr bwMode="auto">
            <a:xfrm>
              <a:off x="32" y="23"/>
              <a:ext cx="26" cy="28"/>
            </a:xfrm>
            <a:prstGeom prst="ellipse">
              <a:avLst/>
            </a:prstGeom>
            <a:solidFill>
              <a:srgbClr val="FFFFFF"/>
            </a:solidFill>
            <a:ln w="9525">
              <a:noFill/>
              <a:round/>
              <a:headEnd/>
              <a:tailEnd/>
            </a:ln>
          </p:spPr>
          <p:txBody>
            <a:bodyPr/>
            <a:lstStyle/>
            <a:p>
              <a:endParaRPr lang="zh-CN" altLang="en-US"/>
            </a:p>
          </p:txBody>
        </p:sp>
        <p:sp>
          <p:nvSpPr>
            <p:cNvPr id="14379" name="Freeform 23"/>
            <p:cNvSpPr>
              <a:spLocks noEditPoints="1"/>
            </p:cNvSpPr>
            <p:nvPr/>
          </p:nvSpPr>
          <p:spPr bwMode="auto">
            <a:xfrm>
              <a:off x="0" y="0"/>
              <a:ext cx="89" cy="65"/>
            </a:xfrm>
            <a:custGeom>
              <a:avLst/>
              <a:gdLst>
                <a:gd name="T0" fmla="*/ 51 w 54"/>
                <a:gd name="T1" fmla="*/ 6 h 39"/>
                <a:gd name="T2" fmla="*/ 38 w 54"/>
                <a:gd name="T3" fmla="*/ 6 h 39"/>
                <a:gd name="T4" fmla="*/ 37 w 54"/>
                <a:gd name="T5" fmla="*/ 3 h 39"/>
                <a:gd name="T6" fmla="*/ 34 w 54"/>
                <a:gd name="T7" fmla="*/ 0 h 39"/>
                <a:gd name="T8" fmla="*/ 20 w 54"/>
                <a:gd name="T9" fmla="*/ 0 h 39"/>
                <a:gd name="T10" fmla="*/ 16 w 54"/>
                <a:gd name="T11" fmla="*/ 3 h 39"/>
                <a:gd name="T12" fmla="*/ 16 w 54"/>
                <a:gd name="T13" fmla="*/ 6 h 39"/>
                <a:gd name="T14" fmla="*/ 2 w 54"/>
                <a:gd name="T15" fmla="*/ 6 h 39"/>
                <a:gd name="T16" fmla="*/ 0 w 54"/>
                <a:gd name="T17" fmla="*/ 8 h 39"/>
                <a:gd name="T18" fmla="*/ 0 w 54"/>
                <a:gd name="T19" fmla="*/ 37 h 39"/>
                <a:gd name="T20" fmla="*/ 2 w 54"/>
                <a:gd name="T21" fmla="*/ 39 h 39"/>
                <a:gd name="T22" fmla="*/ 51 w 54"/>
                <a:gd name="T23" fmla="*/ 39 h 39"/>
                <a:gd name="T24" fmla="*/ 54 w 54"/>
                <a:gd name="T25" fmla="*/ 37 h 39"/>
                <a:gd name="T26" fmla="*/ 54 w 54"/>
                <a:gd name="T27" fmla="*/ 8 h 39"/>
                <a:gd name="T28" fmla="*/ 51 w 54"/>
                <a:gd name="T29" fmla="*/ 6 h 39"/>
                <a:gd name="T30" fmla="*/ 27 w 54"/>
                <a:gd name="T31" fmla="*/ 36 h 39"/>
                <a:gd name="T32" fmla="*/ 13 w 54"/>
                <a:gd name="T33" fmla="*/ 23 h 39"/>
                <a:gd name="T34" fmla="*/ 27 w 54"/>
                <a:gd name="T35" fmla="*/ 9 h 39"/>
                <a:gd name="T36" fmla="*/ 41 w 54"/>
                <a:gd name="T37" fmla="*/ 23 h 39"/>
                <a:gd name="T38" fmla="*/ 27 w 54"/>
                <a:gd name="T39" fmla="*/ 36 h 39"/>
                <a:gd name="T40" fmla="*/ 51 w 54"/>
                <a:gd name="T41" fmla="*/ 12 h 39"/>
                <a:gd name="T42" fmla="*/ 39 w 54"/>
                <a:gd name="T43" fmla="*/ 12 h 39"/>
                <a:gd name="T44" fmla="*/ 39 w 54"/>
                <a:gd name="T45" fmla="*/ 9 h 39"/>
                <a:gd name="T46" fmla="*/ 51 w 54"/>
                <a:gd name="T47" fmla="*/ 9 h 39"/>
                <a:gd name="T48" fmla="*/ 51 w 54"/>
                <a:gd name="T49" fmla="*/ 12 h 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39"/>
                <a:gd name="T77" fmla="*/ 54 w 54"/>
                <a:gd name="T78" fmla="*/ 39 h 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39">
                  <a:moveTo>
                    <a:pt x="51" y="6"/>
                  </a:moveTo>
                  <a:cubicBezTo>
                    <a:pt x="38" y="6"/>
                    <a:pt x="38" y="6"/>
                    <a:pt x="38" y="6"/>
                  </a:cubicBezTo>
                  <a:cubicBezTo>
                    <a:pt x="37" y="3"/>
                    <a:pt x="37" y="3"/>
                    <a:pt x="37" y="3"/>
                  </a:cubicBezTo>
                  <a:cubicBezTo>
                    <a:pt x="37" y="1"/>
                    <a:pt x="36" y="0"/>
                    <a:pt x="34" y="0"/>
                  </a:cubicBezTo>
                  <a:cubicBezTo>
                    <a:pt x="20" y="0"/>
                    <a:pt x="20" y="0"/>
                    <a:pt x="20" y="0"/>
                  </a:cubicBezTo>
                  <a:cubicBezTo>
                    <a:pt x="18" y="0"/>
                    <a:pt x="16" y="1"/>
                    <a:pt x="16" y="3"/>
                  </a:cubicBezTo>
                  <a:cubicBezTo>
                    <a:pt x="16" y="6"/>
                    <a:pt x="16" y="6"/>
                    <a:pt x="16" y="6"/>
                  </a:cubicBezTo>
                  <a:cubicBezTo>
                    <a:pt x="2" y="6"/>
                    <a:pt x="2" y="6"/>
                    <a:pt x="2" y="6"/>
                  </a:cubicBezTo>
                  <a:cubicBezTo>
                    <a:pt x="1" y="6"/>
                    <a:pt x="0" y="7"/>
                    <a:pt x="0" y="8"/>
                  </a:cubicBezTo>
                  <a:cubicBezTo>
                    <a:pt x="0" y="37"/>
                    <a:pt x="0" y="37"/>
                    <a:pt x="0" y="37"/>
                  </a:cubicBezTo>
                  <a:cubicBezTo>
                    <a:pt x="0" y="38"/>
                    <a:pt x="1" y="39"/>
                    <a:pt x="2" y="39"/>
                  </a:cubicBezTo>
                  <a:cubicBezTo>
                    <a:pt x="51" y="39"/>
                    <a:pt x="51" y="39"/>
                    <a:pt x="51" y="39"/>
                  </a:cubicBezTo>
                  <a:cubicBezTo>
                    <a:pt x="53" y="39"/>
                    <a:pt x="54" y="38"/>
                    <a:pt x="54" y="37"/>
                  </a:cubicBezTo>
                  <a:cubicBezTo>
                    <a:pt x="54" y="8"/>
                    <a:pt x="54" y="8"/>
                    <a:pt x="54" y="8"/>
                  </a:cubicBezTo>
                  <a:cubicBezTo>
                    <a:pt x="54" y="7"/>
                    <a:pt x="53" y="6"/>
                    <a:pt x="51" y="6"/>
                  </a:cubicBezTo>
                  <a:close/>
                  <a:moveTo>
                    <a:pt x="27" y="36"/>
                  </a:moveTo>
                  <a:cubicBezTo>
                    <a:pt x="19" y="36"/>
                    <a:pt x="13" y="30"/>
                    <a:pt x="13" y="23"/>
                  </a:cubicBezTo>
                  <a:cubicBezTo>
                    <a:pt x="13" y="15"/>
                    <a:pt x="19" y="9"/>
                    <a:pt x="27" y="9"/>
                  </a:cubicBezTo>
                  <a:cubicBezTo>
                    <a:pt x="34" y="9"/>
                    <a:pt x="41" y="15"/>
                    <a:pt x="41" y="23"/>
                  </a:cubicBezTo>
                  <a:cubicBezTo>
                    <a:pt x="41" y="30"/>
                    <a:pt x="34" y="36"/>
                    <a:pt x="27" y="36"/>
                  </a:cubicBezTo>
                  <a:close/>
                  <a:moveTo>
                    <a:pt x="51" y="12"/>
                  </a:moveTo>
                  <a:cubicBezTo>
                    <a:pt x="39" y="12"/>
                    <a:pt x="39" y="12"/>
                    <a:pt x="39" y="12"/>
                  </a:cubicBezTo>
                  <a:cubicBezTo>
                    <a:pt x="39" y="9"/>
                    <a:pt x="39" y="9"/>
                    <a:pt x="39" y="9"/>
                  </a:cubicBezTo>
                  <a:cubicBezTo>
                    <a:pt x="51" y="9"/>
                    <a:pt x="51" y="9"/>
                    <a:pt x="51" y="9"/>
                  </a:cubicBezTo>
                  <a:lnTo>
                    <a:pt x="51" y="12"/>
                  </a:lnTo>
                  <a:close/>
                </a:path>
              </a:pathLst>
            </a:custGeom>
            <a:solidFill>
              <a:srgbClr val="FFFFFF"/>
            </a:solidFill>
            <a:ln w="9525">
              <a:noFill/>
              <a:round/>
              <a:headEnd/>
              <a:tailEnd/>
            </a:ln>
          </p:spPr>
          <p:txBody>
            <a:bodyPr/>
            <a:lstStyle/>
            <a:p>
              <a:endParaRPr lang="zh-CN" altLang="en-US"/>
            </a:p>
          </p:txBody>
        </p:sp>
      </p:grpSp>
      <p:sp>
        <p:nvSpPr>
          <p:cNvPr id="14358" name="Freeform 24"/>
          <p:cNvSpPr>
            <a:spLocks noEditPoints="1"/>
          </p:cNvSpPr>
          <p:nvPr/>
        </p:nvSpPr>
        <p:spPr bwMode="auto">
          <a:xfrm>
            <a:off x="8463113" y="2816003"/>
            <a:ext cx="207615" cy="203150"/>
          </a:xfrm>
          <a:custGeom>
            <a:avLst/>
            <a:gdLst>
              <a:gd name="T0" fmla="*/ 53 w 56"/>
              <a:gd name="T1" fmla="*/ 0 h 55"/>
              <a:gd name="T2" fmla="*/ 4 w 56"/>
              <a:gd name="T3" fmla="*/ 0 h 55"/>
              <a:gd name="T4" fmla="*/ 0 w 56"/>
              <a:gd name="T5" fmla="*/ 3 h 55"/>
              <a:gd name="T6" fmla="*/ 0 w 56"/>
              <a:gd name="T7" fmla="*/ 40 h 55"/>
              <a:gd name="T8" fmla="*/ 4 w 56"/>
              <a:gd name="T9" fmla="*/ 43 h 55"/>
              <a:gd name="T10" fmla="*/ 53 w 56"/>
              <a:gd name="T11" fmla="*/ 43 h 55"/>
              <a:gd name="T12" fmla="*/ 56 w 56"/>
              <a:gd name="T13" fmla="*/ 40 h 55"/>
              <a:gd name="T14" fmla="*/ 56 w 56"/>
              <a:gd name="T15" fmla="*/ 3 h 55"/>
              <a:gd name="T16" fmla="*/ 53 w 56"/>
              <a:gd name="T17" fmla="*/ 0 h 55"/>
              <a:gd name="T18" fmla="*/ 53 w 56"/>
              <a:gd name="T19" fmla="*/ 31 h 55"/>
              <a:gd name="T20" fmla="*/ 49 w 56"/>
              <a:gd name="T21" fmla="*/ 35 h 55"/>
              <a:gd name="T22" fmla="*/ 7 w 56"/>
              <a:gd name="T23" fmla="*/ 35 h 55"/>
              <a:gd name="T24" fmla="*/ 4 w 56"/>
              <a:gd name="T25" fmla="*/ 31 h 55"/>
              <a:gd name="T26" fmla="*/ 4 w 56"/>
              <a:gd name="T27" fmla="*/ 7 h 55"/>
              <a:gd name="T28" fmla="*/ 7 w 56"/>
              <a:gd name="T29" fmla="*/ 3 h 55"/>
              <a:gd name="T30" fmla="*/ 49 w 56"/>
              <a:gd name="T31" fmla="*/ 3 h 55"/>
              <a:gd name="T32" fmla="*/ 53 w 56"/>
              <a:gd name="T33" fmla="*/ 7 h 55"/>
              <a:gd name="T34" fmla="*/ 53 w 56"/>
              <a:gd name="T35" fmla="*/ 31 h 55"/>
              <a:gd name="T36" fmla="*/ 32 w 56"/>
              <a:gd name="T37" fmla="*/ 45 h 55"/>
              <a:gd name="T38" fmla="*/ 34 w 56"/>
              <a:gd name="T39" fmla="*/ 47 h 55"/>
              <a:gd name="T40" fmla="*/ 34 w 56"/>
              <a:gd name="T41" fmla="*/ 48 h 55"/>
              <a:gd name="T42" fmla="*/ 35 w 56"/>
              <a:gd name="T43" fmla="*/ 51 h 55"/>
              <a:gd name="T44" fmla="*/ 39 w 56"/>
              <a:gd name="T45" fmla="*/ 54 h 55"/>
              <a:gd name="T46" fmla="*/ 39 w 56"/>
              <a:gd name="T47" fmla="*/ 55 h 55"/>
              <a:gd name="T48" fmla="*/ 18 w 56"/>
              <a:gd name="T49" fmla="*/ 55 h 55"/>
              <a:gd name="T50" fmla="*/ 18 w 56"/>
              <a:gd name="T51" fmla="*/ 54 h 55"/>
              <a:gd name="T52" fmla="*/ 22 w 56"/>
              <a:gd name="T53" fmla="*/ 51 h 55"/>
              <a:gd name="T54" fmla="*/ 23 w 56"/>
              <a:gd name="T55" fmla="*/ 48 h 55"/>
              <a:gd name="T56" fmla="*/ 23 w 56"/>
              <a:gd name="T57" fmla="*/ 47 h 55"/>
              <a:gd name="T58" fmla="*/ 25 w 56"/>
              <a:gd name="T59" fmla="*/ 45 h 55"/>
              <a:gd name="T60" fmla="*/ 32 w 56"/>
              <a:gd name="T61" fmla="*/ 45 h 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6"/>
              <a:gd name="T94" fmla="*/ 0 h 55"/>
              <a:gd name="T95" fmla="*/ 56 w 56"/>
              <a:gd name="T96" fmla="*/ 55 h 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6" h="55">
                <a:moveTo>
                  <a:pt x="53" y="0"/>
                </a:moveTo>
                <a:cubicBezTo>
                  <a:pt x="4" y="0"/>
                  <a:pt x="4" y="0"/>
                  <a:pt x="4" y="0"/>
                </a:cubicBezTo>
                <a:cubicBezTo>
                  <a:pt x="2" y="0"/>
                  <a:pt x="0" y="1"/>
                  <a:pt x="0" y="3"/>
                </a:cubicBezTo>
                <a:cubicBezTo>
                  <a:pt x="0" y="40"/>
                  <a:pt x="0" y="40"/>
                  <a:pt x="0" y="40"/>
                </a:cubicBezTo>
                <a:cubicBezTo>
                  <a:pt x="0" y="42"/>
                  <a:pt x="2" y="43"/>
                  <a:pt x="4" y="43"/>
                </a:cubicBezTo>
                <a:cubicBezTo>
                  <a:pt x="53" y="43"/>
                  <a:pt x="53" y="43"/>
                  <a:pt x="53" y="43"/>
                </a:cubicBezTo>
                <a:cubicBezTo>
                  <a:pt x="55" y="43"/>
                  <a:pt x="56" y="42"/>
                  <a:pt x="56" y="40"/>
                </a:cubicBezTo>
                <a:cubicBezTo>
                  <a:pt x="56" y="3"/>
                  <a:pt x="56" y="3"/>
                  <a:pt x="56" y="3"/>
                </a:cubicBezTo>
                <a:cubicBezTo>
                  <a:pt x="56" y="1"/>
                  <a:pt x="55" y="0"/>
                  <a:pt x="53" y="0"/>
                </a:cubicBezTo>
                <a:close/>
                <a:moveTo>
                  <a:pt x="53" y="31"/>
                </a:moveTo>
                <a:cubicBezTo>
                  <a:pt x="53" y="33"/>
                  <a:pt x="51" y="35"/>
                  <a:pt x="49" y="35"/>
                </a:cubicBezTo>
                <a:cubicBezTo>
                  <a:pt x="7" y="35"/>
                  <a:pt x="7" y="35"/>
                  <a:pt x="7" y="35"/>
                </a:cubicBezTo>
                <a:cubicBezTo>
                  <a:pt x="5" y="35"/>
                  <a:pt x="4" y="33"/>
                  <a:pt x="4" y="31"/>
                </a:cubicBezTo>
                <a:cubicBezTo>
                  <a:pt x="4" y="7"/>
                  <a:pt x="4" y="7"/>
                  <a:pt x="4" y="7"/>
                </a:cubicBezTo>
                <a:cubicBezTo>
                  <a:pt x="4" y="5"/>
                  <a:pt x="5" y="3"/>
                  <a:pt x="7" y="3"/>
                </a:cubicBezTo>
                <a:cubicBezTo>
                  <a:pt x="49" y="3"/>
                  <a:pt x="49" y="3"/>
                  <a:pt x="49" y="3"/>
                </a:cubicBezTo>
                <a:cubicBezTo>
                  <a:pt x="51" y="3"/>
                  <a:pt x="53" y="5"/>
                  <a:pt x="53" y="7"/>
                </a:cubicBezTo>
                <a:lnTo>
                  <a:pt x="53" y="31"/>
                </a:lnTo>
                <a:close/>
                <a:moveTo>
                  <a:pt x="32" y="45"/>
                </a:moveTo>
                <a:cubicBezTo>
                  <a:pt x="33" y="45"/>
                  <a:pt x="34" y="46"/>
                  <a:pt x="34" y="47"/>
                </a:cubicBezTo>
                <a:cubicBezTo>
                  <a:pt x="34" y="48"/>
                  <a:pt x="34" y="48"/>
                  <a:pt x="34" y="48"/>
                </a:cubicBezTo>
                <a:cubicBezTo>
                  <a:pt x="34" y="49"/>
                  <a:pt x="34" y="51"/>
                  <a:pt x="35" y="51"/>
                </a:cubicBezTo>
                <a:cubicBezTo>
                  <a:pt x="39" y="54"/>
                  <a:pt x="39" y="54"/>
                  <a:pt x="39" y="54"/>
                </a:cubicBezTo>
                <a:cubicBezTo>
                  <a:pt x="40" y="55"/>
                  <a:pt x="40" y="55"/>
                  <a:pt x="39" y="55"/>
                </a:cubicBezTo>
                <a:cubicBezTo>
                  <a:pt x="18" y="55"/>
                  <a:pt x="18" y="55"/>
                  <a:pt x="18" y="55"/>
                </a:cubicBezTo>
                <a:cubicBezTo>
                  <a:pt x="17" y="55"/>
                  <a:pt x="17" y="55"/>
                  <a:pt x="18" y="54"/>
                </a:cubicBezTo>
                <a:cubicBezTo>
                  <a:pt x="22" y="51"/>
                  <a:pt x="22" y="51"/>
                  <a:pt x="22" y="51"/>
                </a:cubicBezTo>
                <a:cubicBezTo>
                  <a:pt x="22" y="51"/>
                  <a:pt x="23" y="49"/>
                  <a:pt x="23" y="48"/>
                </a:cubicBezTo>
                <a:cubicBezTo>
                  <a:pt x="23" y="47"/>
                  <a:pt x="23" y="47"/>
                  <a:pt x="23" y="47"/>
                </a:cubicBezTo>
                <a:cubicBezTo>
                  <a:pt x="23" y="46"/>
                  <a:pt x="24" y="45"/>
                  <a:pt x="25" y="45"/>
                </a:cubicBezTo>
                <a:lnTo>
                  <a:pt x="32" y="45"/>
                </a:lnTo>
                <a:close/>
              </a:path>
            </a:pathLst>
          </a:custGeom>
          <a:solidFill>
            <a:srgbClr val="FFFFFF"/>
          </a:solidFill>
          <a:ln w="9525">
            <a:noFill/>
            <a:round/>
            <a:headEnd/>
            <a:tailEnd/>
          </a:ln>
        </p:spPr>
        <p:txBody>
          <a:bodyPr/>
          <a:lstStyle/>
          <a:p>
            <a:endParaRPr lang="zh-CN" altLang="en-US"/>
          </a:p>
        </p:txBody>
      </p:sp>
      <p:grpSp>
        <p:nvGrpSpPr>
          <p:cNvPr id="14359" name="Group 25"/>
          <p:cNvGrpSpPr>
            <a:grpSpLocks/>
          </p:cNvGrpSpPr>
          <p:nvPr/>
        </p:nvGrpSpPr>
        <p:grpSpPr bwMode="auto">
          <a:xfrm>
            <a:off x="6304359" y="2851723"/>
            <a:ext cx="243335" cy="129480"/>
            <a:chOff x="0" y="0"/>
            <a:chExt cx="109" cy="58"/>
          </a:xfrm>
        </p:grpSpPr>
        <p:sp>
          <p:nvSpPr>
            <p:cNvPr id="14376" name="Freeform 26"/>
            <p:cNvSpPr>
              <a:spLocks/>
            </p:cNvSpPr>
            <p:nvPr/>
          </p:nvSpPr>
          <p:spPr bwMode="auto">
            <a:xfrm>
              <a:off x="36" y="0"/>
              <a:ext cx="73" cy="58"/>
            </a:xfrm>
            <a:custGeom>
              <a:avLst/>
              <a:gdLst>
                <a:gd name="T0" fmla="*/ 0 w 44"/>
                <a:gd name="T1" fmla="*/ 0 h 35"/>
                <a:gd name="T2" fmla="*/ 32 w 44"/>
                <a:gd name="T3" fmla="*/ 0 h 35"/>
                <a:gd name="T4" fmla="*/ 34 w 44"/>
                <a:gd name="T5" fmla="*/ 2 h 35"/>
                <a:gd name="T6" fmla="*/ 34 w 44"/>
                <a:gd name="T7" fmla="*/ 21 h 35"/>
                <a:gd name="T8" fmla="*/ 44 w 44"/>
                <a:gd name="T9" fmla="*/ 21 h 35"/>
                <a:gd name="T10" fmla="*/ 31 w 44"/>
                <a:gd name="T11" fmla="*/ 35 h 35"/>
                <a:gd name="T12" fmla="*/ 30 w 44"/>
                <a:gd name="T13" fmla="*/ 35 h 35"/>
                <a:gd name="T14" fmla="*/ 17 w 44"/>
                <a:gd name="T15" fmla="*/ 21 h 35"/>
                <a:gd name="T16" fmla="*/ 27 w 44"/>
                <a:gd name="T17" fmla="*/ 21 h 35"/>
                <a:gd name="T18" fmla="*/ 27 w 44"/>
                <a:gd name="T19" fmla="*/ 7 h 35"/>
                <a:gd name="T20" fmla="*/ 7 w 44"/>
                <a:gd name="T21" fmla="*/ 7 h 35"/>
                <a:gd name="T22" fmla="*/ 0 w 44"/>
                <a:gd name="T23" fmla="*/ 0 h 3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35"/>
                <a:gd name="T38" fmla="*/ 44 w 44"/>
                <a:gd name="T39" fmla="*/ 35 h 3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35">
                  <a:moveTo>
                    <a:pt x="0" y="0"/>
                  </a:moveTo>
                  <a:cubicBezTo>
                    <a:pt x="8" y="0"/>
                    <a:pt x="25" y="0"/>
                    <a:pt x="32" y="0"/>
                  </a:cubicBezTo>
                  <a:cubicBezTo>
                    <a:pt x="33" y="0"/>
                    <a:pt x="34" y="1"/>
                    <a:pt x="34" y="2"/>
                  </a:cubicBezTo>
                  <a:cubicBezTo>
                    <a:pt x="34" y="8"/>
                    <a:pt x="34" y="14"/>
                    <a:pt x="34" y="21"/>
                  </a:cubicBezTo>
                  <a:cubicBezTo>
                    <a:pt x="38" y="21"/>
                    <a:pt x="41" y="21"/>
                    <a:pt x="44" y="21"/>
                  </a:cubicBezTo>
                  <a:cubicBezTo>
                    <a:pt x="40" y="25"/>
                    <a:pt x="35" y="30"/>
                    <a:pt x="31" y="35"/>
                  </a:cubicBezTo>
                  <a:cubicBezTo>
                    <a:pt x="31" y="35"/>
                    <a:pt x="31" y="35"/>
                    <a:pt x="30" y="35"/>
                  </a:cubicBezTo>
                  <a:cubicBezTo>
                    <a:pt x="26" y="30"/>
                    <a:pt x="22" y="25"/>
                    <a:pt x="17" y="21"/>
                  </a:cubicBezTo>
                  <a:cubicBezTo>
                    <a:pt x="21" y="21"/>
                    <a:pt x="24" y="21"/>
                    <a:pt x="27" y="21"/>
                  </a:cubicBezTo>
                  <a:cubicBezTo>
                    <a:pt x="27" y="16"/>
                    <a:pt x="27" y="12"/>
                    <a:pt x="27" y="7"/>
                  </a:cubicBezTo>
                  <a:cubicBezTo>
                    <a:pt x="24" y="7"/>
                    <a:pt x="11" y="7"/>
                    <a:pt x="7" y="7"/>
                  </a:cubicBezTo>
                  <a:cubicBezTo>
                    <a:pt x="5" y="5"/>
                    <a:pt x="3" y="2"/>
                    <a:pt x="0" y="0"/>
                  </a:cubicBezTo>
                  <a:close/>
                </a:path>
              </a:pathLst>
            </a:custGeom>
            <a:solidFill>
              <a:srgbClr val="FFFFFF"/>
            </a:solidFill>
            <a:ln w="9525">
              <a:noFill/>
              <a:round/>
              <a:headEnd/>
              <a:tailEnd/>
            </a:ln>
          </p:spPr>
          <p:txBody>
            <a:bodyPr/>
            <a:lstStyle/>
            <a:p>
              <a:endParaRPr lang="zh-CN" altLang="en-US"/>
            </a:p>
          </p:txBody>
        </p:sp>
        <p:sp>
          <p:nvSpPr>
            <p:cNvPr id="14377" name="Freeform 27"/>
            <p:cNvSpPr>
              <a:spLocks/>
            </p:cNvSpPr>
            <p:nvPr/>
          </p:nvSpPr>
          <p:spPr bwMode="auto">
            <a:xfrm>
              <a:off x="0" y="0"/>
              <a:ext cx="73" cy="58"/>
            </a:xfrm>
            <a:custGeom>
              <a:avLst/>
              <a:gdLst>
                <a:gd name="T0" fmla="*/ 13 w 44"/>
                <a:gd name="T1" fmla="*/ 0 h 35"/>
                <a:gd name="T2" fmla="*/ 14 w 44"/>
                <a:gd name="T3" fmla="*/ 0 h 35"/>
                <a:gd name="T4" fmla="*/ 27 w 44"/>
                <a:gd name="T5" fmla="*/ 15 h 35"/>
                <a:gd name="T6" fmla="*/ 17 w 44"/>
                <a:gd name="T7" fmla="*/ 15 h 35"/>
                <a:gd name="T8" fmla="*/ 17 w 44"/>
                <a:gd name="T9" fmla="*/ 28 h 35"/>
                <a:gd name="T10" fmla="*/ 37 w 44"/>
                <a:gd name="T11" fmla="*/ 28 h 35"/>
                <a:gd name="T12" fmla="*/ 44 w 44"/>
                <a:gd name="T13" fmla="*/ 35 h 35"/>
                <a:gd name="T14" fmla="*/ 12 w 44"/>
                <a:gd name="T15" fmla="*/ 35 h 35"/>
                <a:gd name="T16" fmla="*/ 10 w 44"/>
                <a:gd name="T17" fmla="*/ 33 h 35"/>
                <a:gd name="T18" fmla="*/ 10 w 44"/>
                <a:gd name="T19" fmla="*/ 15 h 35"/>
                <a:gd name="T20" fmla="*/ 0 w 44"/>
                <a:gd name="T21" fmla="*/ 15 h 35"/>
                <a:gd name="T22" fmla="*/ 13 w 44"/>
                <a:gd name="T23" fmla="*/ 0 h 3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35"/>
                <a:gd name="T38" fmla="*/ 44 w 44"/>
                <a:gd name="T39" fmla="*/ 35 h 3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35">
                  <a:moveTo>
                    <a:pt x="13" y="0"/>
                  </a:moveTo>
                  <a:cubicBezTo>
                    <a:pt x="13" y="0"/>
                    <a:pt x="14" y="0"/>
                    <a:pt x="14" y="0"/>
                  </a:cubicBezTo>
                  <a:cubicBezTo>
                    <a:pt x="18" y="5"/>
                    <a:pt x="22" y="10"/>
                    <a:pt x="27" y="15"/>
                  </a:cubicBezTo>
                  <a:cubicBezTo>
                    <a:pt x="23" y="15"/>
                    <a:pt x="20" y="15"/>
                    <a:pt x="17" y="15"/>
                  </a:cubicBezTo>
                  <a:cubicBezTo>
                    <a:pt x="17" y="19"/>
                    <a:pt x="17" y="24"/>
                    <a:pt x="17" y="28"/>
                  </a:cubicBezTo>
                  <a:cubicBezTo>
                    <a:pt x="20" y="28"/>
                    <a:pt x="34" y="28"/>
                    <a:pt x="37" y="28"/>
                  </a:cubicBezTo>
                  <a:cubicBezTo>
                    <a:pt x="40" y="30"/>
                    <a:pt x="42" y="33"/>
                    <a:pt x="44" y="35"/>
                  </a:cubicBezTo>
                  <a:cubicBezTo>
                    <a:pt x="37" y="35"/>
                    <a:pt x="20" y="35"/>
                    <a:pt x="12" y="35"/>
                  </a:cubicBezTo>
                  <a:cubicBezTo>
                    <a:pt x="11" y="35"/>
                    <a:pt x="10" y="34"/>
                    <a:pt x="10" y="33"/>
                  </a:cubicBezTo>
                  <a:cubicBezTo>
                    <a:pt x="10" y="27"/>
                    <a:pt x="10" y="21"/>
                    <a:pt x="10" y="15"/>
                  </a:cubicBezTo>
                  <a:cubicBezTo>
                    <a:pt x="7" y="15"/>
                    <a:pt x="3" y="15"/>
                    <a:pt x="0" y="15"/>
                  </a:cubicBezTo>
                  <a:cubicBezTo>
                    <a:pt x="4" y="10"/>
                    <a:pt x="9" y="5"/>
                    <a:pt x="13" y="0"/>
                  </a:cubicBezTo>
                  <a:close/>
                </a:path>
              </a:pathLst>
            </a:custGeom>
            <a:solidFill>
              <a:srgbClr val="FFFFFF"/>
            </a:solidFill>
            <a:ln w="9525">
              <a:noFill/>
              <a:round/>
              <a:headEnd/>
              <a:tailEnd/>
            </a:ln>
          </p:spPr>
          <p:txBody>
            <a:bodyPr/>
            <a:lstStyle/>
            <a:p>
              <a:endParaRPr lang="zh-CN" altLang="en-US"/>
            </a:p>
          </p:txBody>
        </p:sp>
      </p:grpSp>
      <p:grpSp>
        <p:nvGrpSpPr>
          <p:cNvPr id="14360" name="Group 28"/>
          <p:cNvGrpSpPr>
            <a:grpSpLocks/>
          </p:cNvGrpSpPr>
          <p:nvPr/>
        </p:nvGrpSpPr>
        <p:grpSpPr bwMode="auto">
          <a:xfrm>
            <a:off x="4183560" y="2807073"/>
            <a:ext cx="221010" cy="223242"/>
            <a:chOff x="0" y="0"/>
            <a:chExt cx="99" cy="100"/>
          </a:xfrm>
        </p:grpSpPr>
        <p:sp>
          <p:nvSpPr>
            <p:cNvPr id="14373" name="Freeform 29"/>
            <p:cNvSpPr>
              <a:spLocks/>
            </p:cNvSpPr>
            <p:nvPr/>
          </p:nvSpPr>
          <p:spPr bwMode="auto">
            <a:xfrm>
              <a:off x="60" y="60"/>
              <a:ext cx="39" cy="40"/>
            </a:xfrm>
            <a:custGeom>
              <a:avLst/>
              <a:gdLst>
                <a:gd name="T0" fmla="*/ 22 w 24"/>
                <a:gd name="T1" fmla="*/ 14 h 24"/>
                <a:gd name="T2" fmla="*/ 8 w 24"/>
                <a:gd name="T3" fmla="*/ 0 h 24"/>
                <a:gd name="T4" fmla="*/ 0 w 24"/>
                <a:gd name="T5" fmla="*/ 8 h 24"/>
                <a:gd name="T6" fmla="*/ 14 w 24"/>
                <a:gd name="T7" fmla="*/ 22 h 24"/>
                <a:gd name="T8" fmla="*/ 22 w 24"/>
                <a:gd name="T9" fmla="*/ 22 h 24"/>
                <a:gd name="T10" fmla="*/ 22 w 24"/>
                <a:gd name="T11" fmla="*/ 14 h 24"/>
                <a:gd name="T12" fmla="*/ 0 60000 65536"/>
                <a:gd name="T13" fmla="*/ 0 60000 65536"/>
                <a:gd name="T14" fmla="*/ 0 60000 65536"/>
                <a:gd name="T15" fmla="*/ 0 60000 65536"/>
                <a:gd name="T16" fmla="*/ 0 60000 65536"/>
                <a:gd name="T17" fmla="*/ 0 60000 65536"/>
                <a:gd name="T18" fmla="*/ 0 w 24"/>
                <a:gd name="T19" fmla="*/ 0 h 24"/>
                <a:gd name="T20" fmla="*/ 24 w 2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4" h="24">
                  <a:moveTo>
                    <a:pt x="22" y="14"/>
                  </a:moveTo>
                  <a:cubicBezTo>
                    <a:pt x="8" y="0"/>
                    <a:pt x="8" y="0"/>
                    <a:pt x="8" y="0"/>
                  </a:cubicBezTo>
                  <a:cubicBezTo>
                    <a:pt x="6" y="3"/>
                    <a:pt x="3" y="6"/>
                    <a:pt x="0" y="8"/>
                  </a:cubicBezTo>
                  <a:cubicBezTo>
                    <a:pt x="14" y="22"/>
                    <a:pt x="14" y="22"/>
                    <a:pt x="14" y="22"/>
                  </a:cubicBezTo>
                  <a:cubicBezTo>
                    <a:pt x="16" y="24"/>
                    <a:pt x="20" y="24"/>
                    <a:pt x="22" y="22"/>
                  </a:cubicBezTo>
                  <a:cubicBezTo>
                    <a:pt x="24" y="19"/>
                    <a:pt x="24" y="16"/>
                    <a:pt x="22" y="14"/>
                  </a:cubicBezTo>
                  <a:close/>
                </a:path>
              </a:pathLst>
            </a:custGeom>
            <a:solidFill>
              <a:srgbClr val="FFFFFF"/>
            </a:solidFill>
            <a:ln w="9525">
              <a:noFill/>
              <a:round/>
              <a:headEnd/>
              <a:tailEnd/>
            </a:ln>
          </p:spPr>
          <p:txBody>
            <a:bodyPr/>
            <a:lstStyle/>
            <a:p>
              <a:endParaRPr lang="zh-CN" altLang="en-US"/>
            </a:p>
          </p:txBody>
        </p:sp>
        <p:sp>
          <p:nvSpPr>
            <p:cNvPr id="14374" name="Freeform 30"/>
            <p:cNvSpPr>
              <a:spLocks noEditPoints="1"/>
            </p:cNvSpPr>
            <p:nvPr/>
          </p:nvSpPr>
          <p:spPr bwMode="auto">
            <a:xfrm>
              <a:off x="0" y="0"/>
              <a:ext cx="73" cy="73"/>
            </a:xfrm>
            <a:custGeom>
              <a:avLst/>
              <a:gdLst>
                <a:gd name="T0" fmla="*/ 44 w 44"/>
                <a:gd name="T1" fmla="*/ 22 h 44"/>
                <a:gd name="T2" fmla="*/ 22 w 44"/>
                <a:gd name="T3" fmla="*/ 0 h 44"/>
                <a:gd name="T4" fmla="*/ 0 w 44"/>
                <a:gd name="T5" fmla="*/ 22 h 44"/>
                <a:gd name="T6" fmla="*/ 22 w 44"/>
                <a:gd name="T7" fmla="*/ 44 h 44"/>
                <a:gd name="T8" fmla="*/ 44 w 44"/>
                <a:gd name="T9" fmla="*/ 22 h 44"/>
                <a:gd name="T10" fmla="*/ 22 w 44"/>
                <a:gd name="T11" fmla="*/ 39 h 44"/>
                <a:gd name="T12" fmla="*/ 5 w 44"/>
                <a:gd name="T13" fmla="*/ 22 h 44"/>
                <a:gd name="T14" fmla="*/ 22 w 44"/>
                <a:gd name="T15" fmla="*/ 5 h 44"/>
                <a:gd name="T16" fmla="*/ 39 w 44"/>
                <a:gd name="T17" fmla="*/ 22 h 44"/>
                <a:gd name="T18" fmla="*/ 22 w 44"/>
                <a:gd name="T19" fmla="*/ 39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44"/>
                <a:gd name="T32" fmla="*/ 44 w 44"/>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44">
                  <a:moveTo>
                    <a:pt x="44" y="22"/>
                  </a:moveTo>
                  <a:cubicBezTo>
                    <a:pt x="44" y="10"/>
                    <a:pt x="34" y="0"/>
                    <a:pt x="22" y="0"/>
                  </a:cubicBezTo>
                  <a:cubicBezTo>
                    <a:pt x="10" y="0"/>
                    <a:pt x="0" y="10"/>
                    <a:pt x="0" y="22"/>
                  </a:cubicBezTo>
                  <a:cubicBezTo>
                    <a:pt x="0" y="34"/>
                    <a:pt x="10" y="44"/>
                    <a:pt x="22" y="44"/>
                  </a:cubicBezTo>
                  <a:cubicBezTo>
                    <a:pt x="34" y="44"/>
                    <a:pt x="44" y="34"/>
                    <a:pt x="44" y="22"/>
                  </a:cubicBezTo>
                  <a:close/>
                  <a:moveTo>
                    <a:pt x="22" y="39"/>
                  </a:moveTo>
                  <a:cubicBezTo>
                    <a:pt x="13" y="39"/>
                    <a:pt x="5" y="31"/>
                    <a:pt x="5" y="22"/>
                  </a:cubicBezTo>
                  <a:cubicBezTo>
                    <a:pt x="5" y="13"/>
                    <a:pt x="13" y="5"/>
                    <a:pt x="22" y="5"/>
                  </a:cubicBezTo>
                  <a:cubicBezTo>
                    <a:pt x="31" y="5"/>
                    <a:pt x="39" y="13"/>
                    <a:pt x="39" y="22"/>
                  </a:cubicBezTo>
                  <a:cubicBezTo>
                    <a:pt x="39" y="31"/>
                    <a:pt x="31" y="39"/>
                    <a:pt x="22" y="39"/>
                  </a:cubicBezTo>
                  <a:close/>
                </a:path>
              </a:pathLst>
            </a:custGeom>
            <a:solidFill>
              <a:srgbClr val="FFFFFF"/>
            </a:solidFill>
            <a:ln w="9525">
              <a:noFill/>
              <a:round/>
              <a:headEnd/>
              <a:tailEnd/>
            </a:ln>
          </p:spPr>
          <p:txBody>
            <a:bodyPr/>
            <a:lstStyle/>
            <a:p>
              <a:endParaRPr lang="zh-CN" altLang="en-US"/>
            </a:p>
          </p:txBody>
        </p:sp>
        <p:sp>
          <p:nvSpPr>
            <p:cNvPr id="14375" name="Freeform 31"/>
            <p:cNvSpPr>
              <a:spLocks/>
            </p:cNvSpPr>
            <p:nvPr/>
          </p:nvSpPr>
          <p:spPr bwMode="auto">
            <a:xfrm>
              <a:off x="15" y="15"/>
              <a:ext cx="21" cy="22"/>
            </a:xfrm>
            <a:custGeom>
              <a:avLst/>
              <a:gdLst>
                <a:gd name="T0" fmla="*/ 0 w 13"/>
                <a:gd name="T1" fmla="*/ 13 h 13"/>
                <a:gd name="T2" fmla="*/ 4 w 13"/>
                <a:gd name="T3" fmla="*/ 13 h 13"/>
                <a:gd name="T4" fmla="*/ 13 w 13"/>
                <a:gd name="T5" fmla="*/ 4 h 13"/>
                <a:gd name="T6" fmla="*/ 13 w 13"/>
                <a:gd name="T7" fmla="*/ 0 h 13"/>
                <a:gd name="T8" fmla="*/ 0 w 13"/>
                <a:gd name="T9" fmla="*/ 13 h 13"/>
                <a:gd name="T10" fmla="*/ 0 60000 65536"/>
                <a:gd name="T11" fmla="*/ 0 60000 65536"/>
                <a:gd name="T12" fmla="*/ 0 60000 65536"/>
                <a:gd name="T13" fmla="*/ 0 60000 65536"/>
                <a:gd name="T14" fmla="*/ 0 60000 65536"/>
                <a:gd name="T15" fmla="*/ 0 w 13"/>
                <a:gd name="T16" fmla="*/ 0 h 13"/>
                <a:gd name="T17" fmla="*/ 13 w 13"/>
                <a:gd name="T18" fmla="*/ 13 h 13"/>
              </a:gdLst>
              <a:ahLst/>
              <a:cxnLst>
                <a:cxn ang="T10">
                  <a:pos x="T0" y="T1"/>
                </a:cxn>
                <a:cxn ang="T11">
                  <a:pos x="T2" y="T3"/>
                </a:cxn>
                <a:cxn ang="T12">
                  <a:pos x="T4" y="T5"/>
                </a:cxn>
                <a:cxn ang="T13">
                  <a:pos x="T6" y="T7"/>
                </a:cxn>
                <a:cxn ang="T14">
                  <a:pos x="T8" y="T9"/>
                </a:cxn>
              </a:cxnLst>
              <a:rect l="T15" t="T16" r="T17" b="T18"/>
              <a:pathLst>
                <a:path w="13" h="13">
                  <a:moveTo>
                    <a:pt x="0" y="13"/>
                  </a:moveTo>
                  <a:cubicBezTo>
                    <a:pt x="4" y="13"/>
                    <a:pt x="4" y="13"/>
                    <a:pt x="4" y="13"/>
                  </a:cubicBezTo>
                  <a:cubicBezTo>
                    <a:pt x="4" y="8"/>
                    <a:pt x="8" y="4"/>
                    <a:pt x="13" y="4"/>
                  </a:cubicBezTo>
                  <a:cubicBezTo>
                    <a:pt x="13" y="0"/>
                    <a:pt x="13" y="0"/>
                    <a:pt x="13" y="0"/>
                  </a:cubicBezTo>
                  <a:cubicBezTo>
                    <a:pt x="6" y="0"/>
                    <a:pt x="0" y="6"/>
                    <a:pt x="0" y="13"/>
                  </a:cubicBezTo>
                  <a:close/>
                </a:path>
              </a:pathLst>
            </a:custGeom>
            <a:solidFill>
              <a:srgbClr val="FFFFFF"/>
            </a:solidFill>
            <a:ln w="9525">
              <a:noFill/>
              <a:round/>
              <a:headEnd/>
              <a:tailEnd/>
            </a:ln>
          </p:spPr>
          <p:txBody>
            <a:bodyPr/>
            <a:lstStyle/>
            <a:p>
              <a:endParaRPr lang="zh-CN" altLang="en-US"/>
            </a:p>
          </p:txBody>
        </p:sp>
      </p:grpSp>
      <p:sp>
        <p:nvSpPr>
          <p:cNvPr id="14361" name="Freeform 32"/>
          <p:cNvSpPr>
            <a:spLocks/>
          </p:cNvSpPr>
          <p:nvPr/>
        </p:nvSpPr>
        <p:spPr bwMode="auto">
          <a:xfrm>
            <a:off x="2056062" y="2816003"/>
            <a:ext cx="209848" cy="203150"/>
          </a:xfrm>
          <a:custGeom>
            <a:avLst/>
            <a:gdLst>
              <a:gd name="T0" fmla="*/ 29 w 57"/>
              <a:gd name="T1" fmla="*/ 0 h 55"/>
              <a:gd name="T2" fmla="*/ 8 w 57"/>
              <a:gd name="T3" fmla="*/ 11 h 55"/>
              <a:gd name="T4" fmla="*/ 0 w 57"/>
              <a:gd name="T5" fmla="*/ 6 h 55"/>
              <a:gd name="T6" fmla="*/ 0 w 57"/>
              <a:gd name="T7" fmla="*/ 32 h 55"/>
              <a:gd name="T8" fmla="*/ 22 w 57"/>
              <a:gd name="T9" fmla="*/ 19 h 55"/>
              <a:gd name="T10" fmla="*/ 15 w 57"/>
              <a:gd name="T11" fmla="*/ 15 h 55"/>
              <a:gd name="T12" fmla="*/ 29 w 57"/>
              <a:gd name="T13" fmla="*/ 9 h 55"/>
              <a:gd name="T14" fmla="*/ 48 w 57"/>
              <a:gd name="T15" fmla="*/ 28 h 55"/>
              <a:gd name="T16" fmla="*/ 29 w 57"/>
              <a:gd name="T17" fmla="*/ 47 h 55"/>
              <a:gd name="T18" fmla="*/ 29 w 57"/>
              <a:gd name="T19" fmla="*/ 55 h 55"/>
              <a:gd name="T20" fmla="*/ 57 w 57"/>
              <a:gd name="T21" fmla="*/ 28 h 55"/>
              <a:gd name="T22" fmla="*/ 29 w 57"/>
              <a:gd name="T23" fmla="*/ 0 h 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7"/>
              <a:gd name="T37" fmla="*/ 0 h 55"/>
              <a:gd name="T38" fmla="*/ 57 w 57"/>
              <a:gd name="T39" fmla="*/ 55 h 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7" h="55">
                <a:moveTo>
                  <a:pt x="29" y="0"/>
                </a:moveTo>
                <a:cubicBezTo>
                  <a:pt x="21" y="0"/>
                  <a:pt x="13" y="4"/>
                  <a:pt x="8" y="11"/>
                </a:cubicBezTo>
                <a:cubicBezTo>
                  <a:pt x="0" y="6"/>
                  <a:pt x="0" y="6"/>
                  <a:pt x="0" y="6"/>
                </a:cubicBezTo>
                <a:cubicBezTo>
                  <a:pt x="0" y="32"/>
                  <a:pt x="0" y="32"/>
                  <a:pt x="0" y="32"/>
                </a:cubicBezTo>
                <a:cubicBezTo>
                  <a:pt x="22" y="19"/>
                  <a:pt x="22" y="19"/>
                  <a:pt x="22" y="19"/>
                </a:cubicBezTo>
                <a:cubicBezTo>
                  <a:pt x="15" y="15"/>
                  <a:pt x="15" y="15"/>
                  <a:pt x="15" y="15"/>
                </a:cubicBezTo>
                <a:cubicBezTo>
                  <a:pt x="19" y="11"/>
                  <a:pt x="24" y="9"/>
                  <a:pt x="29" y="9"/>
                </a:cubicBezTo>
                <a:cubicBezTo>
                  <a:pt x="40" y="9"/>
                  <a:pt x="48" y="17"/>
                  <a:pt x="48" y="28"/>
                </a:cubicBezTo>
                <a:cubicBezTo>
                  <a:pt x="48" y="38"/>
                  <a:pt x="40" y="47"/>
                  <a:pt x="29" y="47"/>
                </a:cubicBezTo>
                <a:cubicBezTo>
                  <a:pt x="29" y="55"/>
                  <a:pt x="29" y="55"/>
                  <a:pt x="29" y="55"/>
                </a:cubicBezTo>
                <a:cubicBezTo>
                  <a:pt x="44" y="55"/>
                  <a:pt x="57" y="43"/>
                  <a:pt x="57" y="28"/>
                </a:cubicBezTo>
                <a:cubicBezTo>
                  <a:pt x="57" y="12"/>
                  <a:pt x="44" y="0"/>
                  <a:pt x="29" y="0"/>
                </a:cubicBezTo>
                <a:close/>
              </a:path>
            </a:pathLst>
          </a:custGeom>
          <a:solidFill>
            <a:srgbClr val="FFFFFF"/>
          </a:solidFill>
          <a:ln w="9525">
            <a:noFill/>
            <a:round/>
            <a:headEnd/>
            <a:tailEnd/>
          </a:ln>
        </p:spPr>
        <p:txBody>
          <a:bodyPr/>
          <a:lstStyle/>
          <a:p>
            <a:endParaRPr lang="zh-CN" altLang="en-US"/>
          </a:p>
        </p:txBody>
      </p:sp>
      <p:sp>
        <p:nvSpPr>
          <p:cNvPr id="14362" name="Rectangle 33"/>
          <p:cNvSpPr>
            <a:spLocks noChangeArrowheads="1"/>
          </p:cNvSpPr>
          <p:nvPr/>
        </p:nvSpPr>
        <p:spPr bwMode="auto">
          <a:xfrm>
            <a:off x="1109514" y="5010473"/>
            <a:ext cx="2125266" cy="784830"/>
          </a:xfrm>
          <a:prstGeom prst="rect">
            <a:avLst/>
          </a:prstGeom>
          <a:noFill/>
          <a:ln w="9525">
            <a:noFill/>
            <a:miter lim="800000"/>
            <a:headEnd/>
            <a:tailEnd/>
          </a:ln>
        </p:spPr>
        <p:txBody>
          <a:bodyPr>
            <a:spAutoFit/>
          </a:bodyPr>
          <a:lstStyle/>
          <a:p>
            <a:pPr algn="ctr"/>
            <a:r>
              <a:rPr lang="zh-CN" altLang="en-US" sz="1125" b="1">
                <a:latin typeface="微软雅黑" pitchFamily="34" charset="-122"/>
                <a:ea typeface="微软雅黑" pitchFamily="34" charset="-122"/>
              </a:rPr>
              <a:t>YOUR TEXT HERE</a:t>
            </a:r>
          </a:p>
          <a:p>
            <a:pPr algn="ctr"/>
            <a:r>
              <a:rPr lang="en-US" altLang="zh-CN" sz="1125">
                <a:solidFill>
                  <a:schemeClr val="bg2"/>
                </a:solidFill>
                <a:latin typeface="微软雅黑" pitchFamily="34" charset="-122"/>
                <a:ea typeface="微软雅黑" pitchFamily="34" charset="-122"/>
              </a:rPr>
              <a:t>We have many PowerPoint </a:t>
            </a:r>
            <a:r>
              <a:rPr lang="zh-CN" altLang="en-US" sz="1125">
                <a:solidFill>
                  <a:schemeClr val="bg2"/>
                </a:solidFill>
                <a:latin typeface="微软雅黑" pitchFamily="34" charset="-122"/>
                <a:ea typeface="微软雅黑" pitchFamily="34" charset="-122"/>
              </a:rPr>
              <a:t>templates</a:t>
            </a:r>
            <a:r>
              <a:rPr lang="en-US" altLang="zh-CN" sz="1125">
                <a:solidFill>
                  <a:schemeClr val="bg2"/>
                </a:solidFill>
                <a:latin typeface="微软雅黑" pitchFamily="34" charset="-122"/>
                <a:ea typeface="微软雅黑" pitchFamily="34" charset="-122"/>
              </a:rPr>
              <a:t> that has been specifically designed</a:t>
            </a:r>
            <a:endParaRPr lang="zh-CN" altLang="en-US" sz="1125">
              <a:solidFill>
                <a:schemeClr val="bg2"/>
              </a:solidFill>
              <a:latin typeface="微软雅黑" pitchFamily="34" charset="-122"/>
              <a:ea typeface="微软雅黑" pitchFamily="34" charset="-122"/>
            </a:endParaRPr>
          </a:p>
        </p:txBody>
      </p:sp>
      <p:sp>
        <p:nvSpPr>
          <p:cNvPr id="14363" name="Rectangle 34"/>
          <p:cNvSpPr>
            <a:spLocks noChangeArrowheads="1"/>
          </p:cNvSpPr>
          <p:nvPr/>
        </p:nvSpPr>
        <p:spPr bwMode="auto">
          <a:xfrm>
            <a:off x="3241476" y="5010473"/>
            <a:ext cx="2125266" cy="784830"/>
          </a:xfrm>
          <a:prstGeom prst="rect">
            <a:avLst/>
          </a:prstGeom>
          <a:noFill/>
          <a:ln w="9525">
            <a:noFill/>
            <a:miter lim="800000"/>
            <a:headEnd/>
            <a:tailEnd/>
          </a:ln>
        </p:spPr>
        <p:txBody>
          <a:bodyPr>
            <a:spAutoFit/>
          </a:bodyPr>
          <a:lstStyle/>
          <a:p>
            <a:pPr algn="ctr"/>
            <a:r>
              <a:rPr lang="zh-CN" altLang="en-US" sz="1125" b="1">
                <a:solidFill>
                  <a:srgbClr val="88714E"/>
                </a:solidFill>
                <a:latin typeface="微软雅黑" pitchFamily="34" charset="-122"/>
                <a:ea typeface="微软雅黑" pitchFamily="34" charset="-122"/>
              </a:rPr>
              <a:t>YOUR TEXT HERE</a:t>
            </a:r>
          </a:p>
          <a:p>
            <a:pPr algn="ctr"/>
            <a:r>
              <a:rPr lang="en-US" altLang="zh-CN" sz="1125">
                <a:solidFill>
                  <a:schemeClr val="bg2"/>
                </a:solidFill>
                <a:latin typeface="微软雅黑" pitchFamily="34" charset="-122"/>
                <a:ea typeface="微软雅黑" pitchFamily="34" charset="-122"/>
              </a:rPr>
              <a:t>We have many PowerPoint </a:t>
            </a:r>
            <a:r>
              <a:rPr lang="zh-CN" altLang="en-US" sz="1125">
                <a:solidFill>
                  <a:schemeClr val="bg2"/>
                </a:solidFill>
                <a:latin typeface="微软雅黑" pitchFamily="34" charset="-122"/>
                <a:ea typeface="微软雅黑" pitchFamily="34" charset="-122"/>
              </a:rPr>
              <a:t>templates</a:t>
            </a:r>
            <a:r>
              <a:rPr lang="en-US" altLang="zh-CN" sz="1125">
                <a:solidFill>
                  <a:schemeClr val="bg2"/>
                </a:solidFill>
                <a:latin typeface="微软雅黑" pitchFamily="34" charset="-122"/>
                <a:ea typeface="微软雅黑" pitchFamily="34" charset="-122"/>
              </a:rPr>
              <a:t> that has been specifically designed</a:t>
            </a:r>
            <a:endParaRPr lang="zh-CN" altLang="en-US" sz="1125">
              <a:solidFill>
                <a:schemeClr val="bg2"/>
              </a:solidFill>
              <a:latin typeface="微软雅黑" pitchFamily="34" charset="-122"/>
              <a:ea typeface="微软雅黑" pitchFamily="34" charset="-122"/>
            </a:endParaRPr>
          </a:p>
        </p:txBody>
      </p:sp>
      <p:sp>
        <p:nvSpPr>
          <p:cNvPr id="14364" name="Rectangle 35"/>
          <p:cNvSpPr>
            <a:spLocks noChangeArrowheads="1"/>
          </p:cNvSpPr>
          <p:nvPr/>
        </p:nvSpPr>
        <p:spPr bwMode="auto">
          <a:xfrm>
            <a:off x="5366742" y="5010473"/>
            <a:ext cx="2125266" cy="784830"/>
          </a:xfrm>
          <a:prstGeom prst="rect">
            <a:avLst/>
          </a:prstGeom>
          <a:noFill/>
          <a:ln w="9525">
            <a:noFill/>
            <a:miter lim="800000"/>
            <a:headEnd/>
            <a:tailEnd/>
          </a:ln>
        </p:spPr>
        <p:txBody>
          <a:bodyPr>
            <a:spAutoFit/>
          </a:bodyPr>
          <a:lstStyle/>
          <a:p>
            <a:pPr algn="ctr"/>
            <a:r>
              <a:rPr lang="zh-CN" altLang="en-US" sz="1125" b="1">
                <a:latin typeface="微软雅黑" pitchFamily="34" charset="-122"/>
                <a:ea typeface="微软雅黑" pitchFamily="34" charset="-122"/>
              </a:rPr>
              <a:t>YOUR TEXT HERE</a:t>
            </a:r>
          </a:p>
          <a:p>
            <a:pPr algn="ctr"/>
            <a:r>
              <a:rPr lang="en-US" altLang="zh-CN" sz="1125">
                <a:solidFill>
                  <a:schemeClr val="bg2"/>
                </a:solidFill>
                <a:latin typeface="微软雅黑" pitchFamily="34" charset="-122"/>
                <a:ea typeface="微软雅黑" pitchFamily="34" charset="-122"/>
              </a:rPr>
              <a:t>We have many PowerPoint </a:t>
            </a:r>
            <a:r>
              <a:rPr lang="zh-CN" altLang="en-US" sz="1125">
                <a:solidFill>
                  <a:schemeClr val="bg2"/>
                </a:solidFill>
                <a:latin typeface="微软雅黑" pitchFamily="34" charset="-122"/>
                <a:ea typeface="微软雅黑" pitchFamily="34" charset="-122"/>
              </a:rPr>
              <a:t>templates</a:t>
            </a:r>
            <a:r>
              <a:rPr lang="en-US" altLang="zh-CN" sz="1125">
                <a:solidFill>
                  <a:schemeClr val="bg2"/>
                </a:solidFill>
                <a:latin typeface="微软雅黑" pitchFamily="34" charset="-122"/>
                <a:ea typeface="微软雅黑" pitchFamily="34" charset="-122"/>
              </a:rPr>
              <a:t> that has been specifically designed</a:t>
            </a:r>
            <a:endParaRPr lang="zh-CN" altLang="en-US" sz="1125">
              <a:solidFill>
                <a:schemeClr val="bg2"/>
              </a:solidFill>
              <a:latin typeface="微软雅黑" pitchFamily="34" charset="-122"/>
              <a:ea typeface="微软雅黑" pitchFamily="34" charset="-122"/>
            </a:endParaRPr>
          </a:p>
        </p:txBody>
      </p:sp>
      <p:sp>
        <p:nvSpPr>
          <p:cNvPr id="14365" name="Rectangle 36"/>
          <p:cNvSpPr>
            <a:spLocks noChangeArrowheads="1"/>
          </p:cNvSpPr>
          <p:nvPr/>
        </p:nvSpPr>
        <p:spPr bwMode="auto">
          <a:xfrm>
            <a:off x="7509867" y="5010473"/>
            <a:ext cx="2125266" cy="784830"/>
          </a:xfrm>
          <a:prstGeom prst="rect">
            <a:avLst/>
          </a:prstGeom>
          <a:noFill/>
          <a:ln w="9525">
            <a:noFill/>
            <a:miter lim="800000"/>
            <a:headEnd/>
            <a:tailEnd/>
          </a:ln>
        </p:spPr>
        <p:txBody>
          <a:bodyPr>
            <a:spAutoFit/>
          </a:bodyPr>
          <a:lstStyle/>
          <a:p>
            <a:pPr algn="ctr"/>
            <a:r>
              <a:rPr lang="zh-CN" altLang="en-US" sz="1125" b="1">
                <a:solidFill>
                  <a:srgbClr val="88714E"/>
                </a:solidFill>
                <a:latin typeface="微软雅黑" pitchFamily="34" charset="-122"/>
                <a:ea typeface="微软雅黑" pitchFamily="34" charset="-122"/>
              </a:rPr>
              <a:t>YOUR TEXT HERE</a:t>
            </a:r>
          </a:p>
          <a:p>
            <a:pPr algn="ctr"/>
            <a:r>
              <a:rPr lang="en-US" altLang="zh-CN" sz="1125">
                <a:solidFill>
                  <a:schemeClr val="bg2"/>
                </a:solidFill>
                <a:latin typeface="微软雅黑" pitchFamily="34" charset="-122"/>
                <a:ea typeface="微软雅黑" pitchFamily="34" charset="-122"/>
              </a:rPr>
              <a:t>We have many PowerPoint </a:t>
            </a:r>
            <a:r>
              <a:rPr lang="zh-CN" altLang="en-US" sz="1125">
                <a:solidFill>
                  <a:schemeClr val="bg2"/>
                </a:solidFill>
                <a:latin typeface="微软雅黑" pitchFamily="34" charset="-122"/>
                <a:ea typeface="微软雅黑" pitchFamily="34" charset="-122"/>
              </a:rPr>
              <a:t>templates</a:t>
            </a:r>
            <a:r>
              <a:rPr lang="en-US" altLang="zh-CN" sz="1125">
                <a:solidFill>
                  <a:schemeClr val="bg2"/>
                </a:solidFill>
                <a:latin typeface="微软雅黑" pitchFamily="34" charset="-122"/>
                <a:ea typeface="微软雅黑" pitchFamily="34" charset="-122"/>
              </a:rPr>
              <a:t> that has been specifically designed</a:t>
            </a:r>
            <a:endParaRPr lang="zh-CN" altLang="en-US" sz="1125">
              <a:solidFill>
                <a:schemeClr val="bg2"/>
              </a:solidFill>
              <a:latin typeface="微软雅黑" pitchFamily="34" charset="-122"/>
              <a:ea typeface="微软雅黑" pitchFamily="34" charset="-122"/>
            </a:endParaRPr>
          </a:p>
        </p:txBody>
      </p:sp>
      <p:sp>
        <p:nvSpPr>
          <p:cNvPr id="14366" name="Rectangle 37"/>
          <p:cNvSpPr>
            <a:spLocks noChangeArrowheads="1"/>
          </p:cNvSpPr>
          <p:nvPr/>
        </p:nvSpPr>
        <p:spPr bwMode="auto">
          <a:xfrm>
            <a:off x="9641831" y="5010473"/>
            <a:ext cx="2125266" cy="784830"/>
          </a:xfrm>
          <a:prstGeom prst="rect">
            <a:avLst/>
          </a:prstGeom>
          <a:noFill/>
          <a:ln w="9525">
            <a:noFill/>
            <a:miter lim="800000"/>
            <a:headEnd/>
            <a:tailEnd/>
          </a:ln>
        </p:spPr>
        <p:txBody>
          <a:bodyPr>
            <a:spAutoFit/>
          </a:bodyPr>
          <a:lstStyle/>
          <a:p>
            <a:pPr algn="ctr"/>
            <a:r>
              <a:rPr lang="zh-CN" altLang="en-US" sz="1125" b="1">
                <a:latin typeface="微软雅黑" pitchFamily="34" charset="-122"/>
                <a:ea typeface="微软雅黑" pitchFamily="34" charset="-122"/>
              </a:rPr>
              <a:t>YOUR TEXT HERE</a:t>
            </a:r>
          </a:p>
          <a:p>
            <a:pPr algn="ctr"/>
            <a:r>
              <a:rPr lang="en-US" altLang="zh-CN" sz="1125">
                <a:solidFill>
                  <a:schemeClr val="bg2"/>
                </a:solidFill>
                <a:latin typeface="微软雅黑" pitchFamily="34" charset="-122"/>
                <a:ea typeface="微软雅黑" pitchFamily="34" charset="-122"/>
              </a:rPr>
              <a:t>We have many PowerPoint </a:t>
            </a:r>
            <a:r>
              <a:rPr lang="zh-CN" altLang="en-US" sz="1125">
                <a:solidFill>
                  <a:schemeClr val="bg2"/>
                </a:solidFill>
                <a:latin typeface="微软雅黑" pitchFamily="34" charset="-122"/>
                <a:ea typeface="微软雅黑" pitchFamily="34" charset="-122"/>
              </a:rPr>
              <a:t>templates</a:t>
            </a:r>
            <a:r>
              <a:rPr lang="en-US" altLang="zh-CN" sz="1125">
                <a:solidFill>
                  <a:schemeClr val="bg2"/>
                </a:solidFill>
                <a:latin typeface="微软雅黑" pitchFamily="34" charset="-122"/>
                <a:ea typeface="微软雅黑" pitchFamily="34" charset="-122"/>
              </a:rPr>
              <a:t> that has been specifically designed</a:t>
            </a:r>
            <a:endParaRPr lang="zh-CN" altLang="en-US" sz="1125">
              <a:solidFill>
                <a:schemeClr val="bg2"/>
              </a:solidFill>
              <a:latin typeface="微软雅黑" pitchFamily="34" charset="-122"/>
              <a:ea typeface="微软雅黑" pitchFamily="34" charset="-122"/>
            </a:endParaRPr>
          </a:p>
        </p:txBody>
      </p:sp>
      <p:sp>
        <p:nvSpPr>
          <p:cNvPr id="14367" name="Line 38"/>
          <p:cNvSpPr>
            <a:spLocks noChangeShapeType="1"/>
          </p:cNvSpPr>
          <p:nvPr/>
        </p:nvSpPr>
        <p:spPr bwMode="auto">
          <a:xfrm>
            <a:off x="2172147" y="4374233"/>
            <a:ext cx="0" cy="506759"/>
          </a:xfrm>
          <a:prstGeom prst="line">
            <a:avLst/>
          </a:prstGeom>
          <a:noFill/>
          <a:ln w="6350">
            <a:solidFill>
              <a:srgbClr val="C0C0C0"/>
            </a:solidFill>
            <a:prstDash val="dash"/>
            <a:round/>
            <a:headEnd/>
            <a:tailEnd type="oval" w="sm" len="sm"/>
          </a:ln>
        </p:spPr>
        <p:txBody>
          <a:bodyPr/>
          <a:lstStyle/>
          <a:p>
            <a:endParaRPr lang="zh-CN" altLang="en-US"/>
          </a:p>
        </p:txBody>
      </p:sp>
      <p:sp>
        <p:nvSpPr>
          <p:cNvPr id="14368" name="Line 39"/>
          <p:cNvSpPr>
            <a:spLocks noChangeShapeType="1"/>
          </p:cNvSpPr>
          <p:nvPr/>
        </p:nvSpPr>
        <p:spPr bwMode="auto">
          <a:xfrm>
            <a:off x="4304109" y="4374233"/>
            <a:ext cx="0" cy="506759"/>
          </a:xfrm>
          <a:prstGeom prst="line">
            <a:avLst/>
          </a:prstGeom>
          <a:noFill/>
          <a:ln w="6350">
            <a:solidFill>
              <a:srgbClr val="C0C0C0"/>
            </a:solidFill>
            <a:prstDash val="dash"/>
            <a:round/>
            <a:headEnd/>
            <a:tailEnd type="oval" w="sm" len="sm"/>
          </a:ln>
        </p:spPr>
        <p:txBody>
          <a:bodyPr/>
          <a:lstStyle/>
          <a:p>
            <a:endParaRPr lang="zh-CN" altLang="en-US"/>
          </a:p>
        </p:txBody>
      </p:sp>
      <p:sp>
        <p:nvSpPr>
          <p:cNvPr id="14369" name="Line 40"/>
          <p:cNvSpPr>
            <a:spLocks noChangeShapeType="1"/>
          </p:cNvSpPr>
          <p:nvPr/>
        </p:nvSpPr>
        <p:spPr bwMode="auto">
          <a:xfrm>
            <a:off x="6429375" y="4374233"/>
            <a:ext cx="0" cy="506759"/>
          </a:xfrm>
          <a:prstGeom prst="line">
            <a:avLst/>
          </a:prstGeom>
          <a:noFill/>
          <a:ln w="6350">
            <a:solidFill>
              <a:srgbClr val="C0C0C0"/>
            </a:solidFill>
            <a:prstDash val="dash"/>
            <a:round/>
            <a:headEnd/>
            <a:tailEnd type="oval" w="sm" len="sm"/>
          </a:ln>
        </p:spPr>
        <p:txBody>
          <a:bodyPr/>
          <a:lstStyle/>
          <a:p>
            <a:endParaRPr lang="zh-CN" altLang="en-US"/>
          </a:p>
        </p:txBody>
      </p:sp>
      <p:sp>
        <p:nvSpPr>
          <p:cNvPr id="14370" name="Line 41"/>
          <p:cNvSpPr>
            <a:spLocks noChangeShapeType="1"/>
          </p:cNvSpPr>
          <p:nvPr/>
        </p:nvSpPr>
        <p:spPr bwMode="auto">
          <a:xfrm>
            <a:off x="8572500" y="4374233"/>
            <a:ext cx="0" cy="506759"/>
          </a:xfrm>
          <a:prstGeom prst="line">
            <a:avLst/>
          </a:prstGeom>
          <a:noFill/>
          <a:ln w="6350">
            <a:solidFill>
              <a:srgbClr val="C0C0C0"/>
            </a:solidFill>
            <a:prstDash val="dash"/>
            <a:round/>
            <a:headEnd/>
            <a:tailEnd type="oval" w="sm" len="sm"/>
          </a:ln>
        </p:spPr>
        <p:txBody>
          <a:bodyPr/>
          <a:lstStyle/>
          <a:p>
            <a:endParaRPr lang="zh-CN" altLang="en-US"/>
          </a:p>
        </p:txBody>
      </p:sp>
      <p:sp>
        <p:nvSpPr>
          <p:cNvPr id="14371" name="Line 42"/>
          <p:cNvSpPr>
            <a:spLocks noChangeShapeType="1"/>
          </p:cNvSpPr>
          <p:nvPr/>
        </p:nvSpPr>
        <p:spPr bwMode="auto">
          <a:xfrm>
            <a:off x="10704464" y="4374233"/>
            <a:ext cx="0" cy="506759"/>
          </a:xfrm>
          <a:prstGeom prst="line">
            <a:avLst/>
          </a:prstGeom>
          <a:noFill/>
          <a:ln w="6350">
            <a:solidFill>
              <a:srgbClr val="C0C0C0"/>
            </a:solidFill>
            <a:prstDash val="dash"/>
            <a:round/>
            <a:headEnd/>
            <a:tailEnd type="oval" w="sm" len="sm"/>
          </a:ln>
        </p:spPr>
        <p:txBody>
          <a:bodyPr/>
          <a:lstStyle/>
          <a:p>
            <a:endParaRPr lang="zh-CN" altLang="en-US"/>
          </a:p>
        </p:txBody>
      </p:sp>
      <p:sp>
        <p:nvSpPr>
          <p:cNvPr id="14372" name="Text Box 43"/>
          <p:cNvSpPr txBox="1">
            <a:spLocks noChangeArrowheads="1"/>
          </p:cNvSpPr>
          <p:nvPr/>
        </p:nvSpPr>
        <p:spPr bwMode="auto">
          <a:xfrm>
            <a:off x="1868538" y="5945859"/>
            <a:ext cx="9117211" cy="767518"/>
          </a:xfrm>
          <a:prstGeom prst="rect">
            <a:avLst/>
          </a:prstGeom>
          <a:noFill/>
          <a:ln w="9525">
            <a:noFill/>
            <a:miter lim="800000"/>
            <a:headEnd/>
            <a:tailEnd/>
          </a:ln>
        </p:spPr>
        <p:txBody>
          <a:bodyPr>
            <a:spAutoFit/>
          </a:bodyPr>
          <a:lstStyle/>
          <a:p>
            <a:pPr algn="ctr">
              <a:lnSpc>
                <a:spcPct val="130000"/>
              </a:lnSpc>
            </a:pPr>
            <a:r>
              <a:rPr lang="en-US" altLang="zh-CN" sz="1125">
                <a:solidFill>
                  <a:srgbClr val="808080"/>
                </a:solidFill>
                <a:latin typeface="微软雅黑" pitchFamily="34" charset="-122"/>
                <a:ea typeface="微软雅黑" pitchFamily="34" charset="-122"/>
              </a:rPr>
              <a:t>We have many PowerPoint </a:t>
            </a:r>
            <a:r>
              <a:rPr lang="zh-CN" altLang="en-US" sz="1125">
                <a:solidFill>
                  <a:srgbClr val="808080"/>
                </a:solidFill>
                <a:latin typeface="微软雅黑" pitchFamily="34" charset="-122"/>
                <a:ea typeface="微软雅黑" pitchFamily="34" charset="-122"/>
              </a:rPr>
              <a:t>templates</a:t>
            </a:r>
            <a:r>
              <a:rPr lang="en-US" altLang="zh-CN" sz="1125">
                <a:solidFill>
                  <a:srgbClr val="808080"/>
                </a:solidFill>
                <a:latin typeface="微软雅黑" pitchFamily="34" charset="-122"/>
                <a:ea typeface="微软雅黑" pitchFamily="34" charset="-122"/>
              </a:rPr>
              <a:t> that has been specifically designed to help anyone that is stepping into the world of PowerPoint for the very first time. We have many PowerPoint </a:t>
            </a:r>
            <a:r>
              <a:rPr lang="zh-CN" altLang="en-US" sz="1125">
                <a:solidFill>
                  <a:srgbClr val="808080"/>
                </a:solidFill>
                <a:latin typeface="微软雅黑" pitchFamily="34" charset="-122"/>
                <a:ea typeface="微软雅黑" pitchFamily="34" charset="-122"/>
              </a:rPr>
              <a:t>templates</a:t>
            </a:r>
            <a:r>
              <a:rPr lang="en-US" altLang="zh-CN" sz="1125">
                <a:solidFill>
                  <a:srgbClr val="808080"/>
                </a:solidFill>
                <a:latin typeface="微软雅黑" pitchFamily="34" charset="-122"/>
                <a:ea typeface="微软雅黑" pitchFamily="34" charset="-122"/>
              </a:rPr>
              <a:t> that has been specifically designed to help anyone that is stepping into the world of PowerPoint for the very first time. </a:t>
            </a:r>
          </a:p>
        </p:txBody>
      </p:sp>
    </p:spTree>
    <p:extLst>
      <p:ext uri="{BB962C8B-B14F-4D97-AF65-F5344CB8AC3E}">
        <p14:creationId xmlns:p14="http://schemas.microsoft.com/office/powerpoint/2010/main" val="2400676000"/>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2"/>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16387" name="Text Box 3"/>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16388" name="Line 4"/>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16389" name="Line 5"/>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sp>
        <p:nvSpPr>
          <p:cNvPr id="16390" name="Freeform 6"/>
          <p:cNvSpPr>
            <a:spLocks noEditPoints="1"/>
          </p:cNvSpPr>
          <p:nvPr/>
        </p:nvSpPr>
        <p:spPr bwMode="auto">
          <a:xfrm>
            <a:off x="1047006" y="2559274"/>
            <a:ext cx="2123033" cy="2123034"/>
          </a:xfrm>
          <a:custGeom>
            <a:avLst/>
            <a:gdLst>
              <a:gd name="T0" fmla="*/ 448 w 489"/>
              <a:gd name="T1" fmla="*/ 202 h 489"/>
              <a:gd name="T2" fmla="*/ 442 w 489"/>
              <a:gd name="T3" fmla="*/ 180 h 489"/>
              <a:gd name="T4" fmla="*/ 471 w 489"/>
              <a:gd name="T5" fmla="*/ 147 h 489"/>
              <a:gd name="T6" fmla="*/ 442 w 489"/>
              <a:gd name="T7" fmla="*/ 97 h 489"/>
              <a:gd name="T8" fmla="*/ 399 w 489"/>
              <a:gd name="T9" fmla="*/ 106 h 489"/>
              <a:gd name="T10" fmla="*/ 383 w 489"/>
              <a:gd name="T11" fmla="*/ 90 h 489"/>
              <a:gd name="T12" fmla="*/ 392 w 489"/>
              <a:gd name="T13" fmla="*/ 47 h 489"/>
              <a:gd name="T14" fmla="*/ 341 w 489"/>
              <a:gd name="T15" fmla="*/ 18 h 489"/>
              <a:gd name="T16" fmla="*/ 309 w 489"/>
              <a:gd name="T17" fmla="*/ 47 h 489"/>
              <a:gd name="T18" fmla="*/ 287 w 489"/>
              <a:gd name="T19" fmla="*/ 41 h 489"/>
              <a:gd name="T20" fmla="*/ 273 w 489"/>
              <a:gd name="T21" fmla="*/ 0 h 489"/>
              <a:gd name="T22" fmla="*/ 244 w 489"/>
              <a:gd name="T23" fmla="*/ 0 h 489"/>
              <a:gd name="T24" fmla="*/ 215 w 489"/>
              <a:gd name="T25" fmla="*/ 0 h 489"/>
              <a:gd name="T26" fmla="*/ 202 w 489"/>
              <a:gd name="T27" fmla="*/ 41 h 489"/>
              <a:gd name="T28" fmla="*/ 180 w 489"/>
              <a:gd name="T29" fmla="*/ 47 h 489"/>
              <a:gd name="T30" fmla="*/ 147 w 489"/>
              <a:gd name="T31" fmla="*/ 18 h 489"/>
              <a:gd name="T32" fmla="*/ 97 w 489"/>
              <a:gd name="T33" fmla="*/ 47 h 489"/>
              <a:gd name="T34" fmla="*/ 106 w 489"/>
              <a:gd name="T35" fmla="*/ 90 h 489"/>
              <a:gd name="T36" fmla="*/ 90 w 489"/>
              <a:gd name="T37" fmla="*/ 106 h 489"/>
              <a:gd name="T38" fmla="*/ 47 w 489"/>
              <a:gd name="T39" fmla="*/ 97 h 489"/>
              <a:gd name="T40" fmla="*/ 18 w 489"/>
              <a:gd name="T41" fmla="*/ 147 h 489"/>
              <a:gd name="T42" fmla="*/ 47 w 489"/>
              <a:gd name="T43" fmla="*/ 180 h 489"/>
              <a:gd name="T44" fmla="*/ 41 w 489"/>
              <a:gd name="T45" fmla="*/ 202 h 489"/>
              <a:gd name="T46" fmla="*/ 0 w 489"/>
              <a:gd name="T47" fmla="*/ 215 h 489"/>
              <a:gd name="T48" fmla="*/ 0 w 489"/>
              <a:gd name="T49" fmla="*/ 244 h 489"/>
              <a:gd name="T50" fmla="*/ 0 w 489"/>
              <a:gd name="T51" fmla="*/ 274 h 489"/>
              <a:gd name="T52" fmla="*/ 41 w 489"/>
              <a:gd name="T53" fmla="*/ 287 h 489"/>
              <a:gd name="T54" fmla="*/ 47 w 489"/>
              <a:gd name="T55" fmla="*/ 309 h 489"/>
              <a:gd name="T56" fmla="*/ 18 w 489"/>
              <a:gd name="T57" fmla="*/ 342 h 489"/>
              <a:gd name="T58" fmla="*/ 47 w 489"/>
              <a:gd name="T59" fmla="*/ 392 h 489"/>
              <a:gd name="T60" fmla="*/ 90 w 489"/>
              <a:gd name="T61" fmla="*/ 383 h 489"/>
              <a:gd name="T62" fmla="*/ 106 w 489"/>
              <a:gd name="T63" fmla="*/ 399 h 489"/>
              <a:gd name="T64" fmla="*/ 97 w 489"/>
              <a:gd name="T65" fmla="*/ 442 h 489"/>
              <a:gd name="T66" fmla="*/ 147 w 489"/>
              <a:gd name="T67" fmla="*/ 471 h 489"/>
              <a:gd name="T68" fmla="*/ 180 w 489"/>
              <a:gd name="T69" fmla="*/ 442 h 489"/>
              <a:gd name="T70" fmla="*/ 202 w 489"/>
              <a:gd name="T71" fmla="*/ 448 h 489"/>
              <a:gd name="T72" fmla="*/ 215 w 489"/>
              <a:gd name="T73" fmla="*/ 489 h 489"/>
              <a:gd name="T74" fmla="*/ 244 w 489"/>
              <a:gd name="T75" fmla="*/ 489 h 489"/>
              <a:gd name="T76" fmla="*/ 273 w 489"/>
              <a:gd name="T77" fmla="*/ 489 h 489"/>
              <a:gd name="T78" fmla="*/ 287 w 489"/>
              <a:gd name="T79" fmla="*/ 448 h 489"/>
              <a:gd name="T80" fmla="*/ 309 w 489"/>
              <a:gd name="T81" fmla="*/ 442 h 489"/>
              <a:gd name="T82" fmla="*/ 341 w 489"/>
              <a:gd name="T83" fmla="*/ 471 h 489"/>
              <a:gd name="T84" fmla="*/ 392 w 489"/>
              <a:gd name="T85" fmla="*/ 442 h 489"/>
              <a:gd name="T86" fmla="*/ 383 w 489"/>
              <a:gd name="T87" fmla="*/ 399 h 489"/>
              <a:gd name="T88" fmla="*/ 399 w 489"/>
              <a:gd name="T89" fmla="*/ 383 h 489"/>
              <a:gd name="T90" fmla="*/ 442 w 489"/>
              <a:gd name="T91" fmla="*/ 392 h 489"/>
              <a:gd name="T92" fmla="*/ 471 w 489"/>
              <a:gd name="T93" fmla="*/ 342 h 489"/>
              <a:gd name="T94" fmla="*/ 442 w 489"/>
              <a:gd name="T95" fmla="*/ 309 h 489"/>
              <a:gd name="T96" fmla="*/ 448 w 489"/>
              <a:gd name="T97" fmla="*/ 287 h 489"/>
              <a:gd name="T98" fmla="*/ 489 w 489"/>
              <a:gd name="T99" fmla="*/ 274 h 489"/>
              <a:gd name="T100" fmla="*/ 489 w 489"/>
              <a:gd name="T101" fmla="*/ 244 h 489"/>
              <a:gd name="T102" fmla="*/ 489 w 489"/>
              <a:gd name="T103" fmla="*/ 215 h 489"/>
              <a:gd name="T104" fmla="*/ 448 w 489"/>
              <a:gd name="T105" fmla="*/ 202 h 489"/>
              <a:gd name="T106" fmla="*/ 244 w 489"/>
              <a:gd name="T107" fmla="*/ 412 h 489"/>
              <a:gd name="T108" fmla="*/ 77 w 489"/>
              <a:gd name="T109" fmla="*/ 244 h 489"/>
              <a:gd name="T110" fmla="*/ 244 w 489"/>
              <a:gd name="T111" fmla="*/ 77 h 489"/>
              <a:gd name="T112" fmla="*/ 412 w 489"/>
              <a:gd name="T113" fmla="*/ 244 h 489"/>
              <a:gd name="T114" fmla="*/ 244 w 489"/>
              <a:gd name="T115" fmla="*/ 412 h 48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89"/>
              <a:gd name="T175" fmla="*/ 0 h 489"/>
              <a:gd name="T176" fmla="*/ 489 w 489"/>
              <a:gd name="T177" fmla="*/ 489 h 48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89" h="489">
                <a:moveTo>
                  <a:pt x="448" y="202"/>
                </a:moveTo>
                <a:cubicBezTo>
                  <a:pt x="446" y="194"/>
                  <a:pt x="444" y="187"/>
                  <a:pt x="442" y="180"/>
                </a:cubicBezTo>
                <a:cubicBezTo>
                  <a:pt x="471" y="147"/>
                  <a:pt x="471" y="147"/>
                  <a:pt x="471" y="147"/>
                </a:cubicBezTo>
                <a:cubicBezTo>
                  <a:pt x="442" y="97"/>
                  <a:pt x="442" y="97"/>
                  <a:pt x="442" y="97"/>
                </a:cubicBezTo>
                <a:cubicBezTo>
                  <a:pt x="399" y="106"/>
                  <a:pt x="399" y="106"/>
                  <a:pt x="399" y="106"/>
                </a:cubicBezTo>
                <a:cubicBezTo>
                  <a:pt x="394" y="100"/>
                  <a:pt x="389" y="95"/>
                  <a:pt x="383" y="90"/>
                </a:cubicBezTo>
                <a:cubicBezTo>
                  <a:pt x="392" y="47"/>
                  <a:pt x="392" y="47"/>
                  <a:pt x="392" y="47"/>
                </a:cubicBezTo>
                <a:cubicBezTo>
                  <a:pt x="341" y="18"/>
                  <a:pt x="341" y="18"/>
                  <a:pt x="341" y="18"/>
                </a:cubicBezTo>
                <a:cubicBezTo>
                  <a:pt x="309" y="47"/>
                  <a:pt x="309" y="47"/>
                  <a:pt x="309" y="47"/>
                </a:cubicBezTo>
                <a:cubicBezTo>
                  <a:pt x="302" y="45"/>
                  <a:pt x="295" y="43"/>
                  <a:pt x="287" y="41"/>
                </a:cubicBezTo>
                <a:cubicBezTo>
                  <a:pt x="273" y="0"/>
                  <a:pt x="273" y="0"/>
                  <a:pt x="273" y="0"/>
                </a:cubicBezTo>
                <a:cubicBezTo>
                  <a:pt x="244" y="0"/>
                  <a:pt x="244" y="0"/>
                  <a:pt x="244" y="0"/>
                </a:cubicBezTo>
                <a:cubicBezTo>
                  <a:pt x="215" y="0"/>
                  <a:pt x="215" y="0"/>
                  <a:pt x="215" y="0"/>
                </a:cubicBezTo>
                <a:cubicBezTo>
                  <a:pt x="202" y="41"/>
                  <a:pt x="202" y="41"/>
                  <a:pt x="202" y="41"/>
                </a:cubicBezTo>
                <a:cubicBezTo>
                  <a:pt x="194" y="43"/>
                  <a:pt x="187" y="45"/>
                  <a:pt x="180" y="47"/>
                </a:cubicBezTo>
                <a:cubicBezTo>
                  <a:pt x="147" y="18"/>
                  <a:pt x="147" y="18"/>
                  <a:pt x="147" y="18"/>
                </a:cubicBezTo>
                <a:cubicBezTo>
                  <a:pt x="97" y="47"/>
                  <a:pt x="97" y="47"/>
                  <a:pt x="97" y="47"/>
                </a:cubicBezTo>
                <a:cubicBezTo>
                  <a:pt x="106" y="90"/>
                  <a:pt x="106" y="90"/>
                  <a:pt x="106" y="90"/>
                </a:cubicBezTo>
                <a:cubicBezTo>
                  <a:pt x="100" y="95"/>
                  <a:pt x="95" y="100"/>
                  <a:pt x="90" y="106"/>
                </a:cubicBezTo>
                <a:cubicBezTo>
                  <a:pt x="47" y="97"/>
                  <a:pt x="47" y="97"/>
                  <a:pt x="47" y="97"/>
                </a:cubicBezTo>
                <a:cubicBezTo>
                  <a:pt x="18" y="147"/>
                  <a:pt x="18" y="147"/>
                  <a:pt x="18" y="147"/>
                </a:cubicBezTo>
                <a:cubicBezTo>
                  <a:pt x="47" y="180"/>
                  <a:pt x="47" y="180"/>
                  <a:pt x="47" y="180"/>
                </a:cubicBezTo>
                <a:cubicBezTo>
                  <a:pt x="44" y="187"/>
                  <a:pt x="42" y="194"/>
                  <a:pt x="41" y="202"/>
                </a:cubicBezTo>
                <a:cubicBezTo>
                  <a:pt x="0" y="215"/>
                  <a:pt x="0" y="215"/>
                  <a:pt x="0" y="215"/>
                </a:cubicBezTo>
                <a:cubicBezTo>
                  <a:pt x="0" y="244"/>
                  <a:pt x="0" y="244"/>
                  <a:pt x="0" y="244"/>
                </a:cubicBezTo>
                <a:cubicBezTo>
                  <a:pt x="0" y="274"/>
                  <a:pt x="0" y="274"/>
                  <a:pt x="0" y="274"/>
                </a:cubicBezTo>
                <a:cubicBezTo>
                  <a:pt x="41" y="287"/>
                  <a:pt x="41" y="287"/>
                  <a:pt x="41" y="287"/>
                </a:cubicBezTo>
                <a:cubicBezTo>
                  <a:pt x="42" y="295"/>
                  <a:pt x="44" y="302"/>
                  <a:pt x="47" y="309"/>
                </a:cubicBezTo>
                <a:cubicBezTo>
                  <a:pt x="18" y="342"/>
                  <a:pt x="18" y="342"/>
                  <a:pt x="18" y="342"/>
                </a:cubicBezTo>
                <a:cubicBezTo>
                  <a:pt x="47" y="392"/>
                  <a:pt x="47" y="392"/>
                  <a:pt x="47" y="392"/>
                </a:cubicBezTo>
                <a:cubicBezTo>
                  <a:pt x="90" y="383"/>
                  <a:pt x="90" y="383"/>
                  <a:pt x="90" y="383"/>
                </a:cubicBezTo>
                <a:cubicBezTo>
                  <a:pt x="95" y="389"/>
                  <a:pt x="100" y="394"/>
                  <a:pt x="106" y="399"/>
                </a:cubicBezTo>
                <a:cubicBezTo>
                  <a:pt x="97" y="442"/>
                  <a:pt x="97" y="442"/>
                  <a:pt x="97" y="442"/>
                </a:cubicBezTo>
                <a:cubicBezTo>
                  <a:pt x="147" y="471"/>
                  <a:pt x="147" y="471"/>
                  <a:pt x="147" y="471"/>
                </a:cubicBezTo>
                <a:cubicBezTo>
                  <a:pt x="180" y="442"/>
                  <a:pt x="180" y="442"/>
                  <a:pt x="180" y="442"/>
                </a:cubicBezTo>
                <a:cubicBezTo>
                  <a:pt x="187" y="444"/>
                  <a:pt x="194" y="446"/>
                  <a:pt x="202" y="448"/>
                </a:cubicBezTo>
                <a:cubicBezTo>
                  <a:pt x="215" y="489"/>
                  <a:pt x="215" y="489"/>
                  <a:pt x="215" y="489"/>
                </a:cubicBezTo>
                <a:cubicBezTo>
                  <a:pt x="244" y="489"/>
                  <a:pt x="244" y="489"/>
                  <a:pt x="244" y="489"/>
                </a:cubicBezTo>
                <a:cubicBezTo>
                  <a:pt x="273" y="489"/>
                  <a:pt x="273" y="489"/>
                  <a:pt x="273" y="489"/>
                </a:cubicBezTo>
                <a:cubicBezTo>
                  <a:pt x="287" y="448"/>
                  <a:pt x="287" y="448"/>
                  <a:pt x="287" y="448"/>
                </a:cubicBezTo>
                <a:cubicBezTo>
                  <a:pt x="295" y="446"/>
                  <a:pt x="302" y="444"/>
                  <a:pt x="309" y="442"/>
                </a:cubicBezTo>
                <a:cubicBezTo>
                  <a:pt x="341" y="471"/>
                  <a:pt x="341" y="471"/>
                  <a:pt x="341" y="471"/>
                </a:cubicBezTo>
                <a:cubicBezTo>
                  <a:pt x="392" y="442"/>
                  <a:pt x="392" y="442"/>
                  <a:pt x="392" y="442"/>
                </a:cubicBezTo>
                <a:cubicBezTo>
                  <a:pt x="383" y="399"/>
                  <a:pt x="383" y="399"/>
                  <a:pt x="383" y="399"/>
                </a:cubicBezTo>
                <a:cubicBezTo>
                  <a:pt x="389" y="394"/>
                  <a:pt x="394" y="389"/>
                  <a:pt x="399" y="383"/>
                </a:cubicBezTo>
                <a:cubicBezTo>
                  <a:pt x="442" y="392"/>
                  <a:pt x="442" y="392"/>
                  <a:pt x="442" y="392"/>
                </a:cubicBezTo>
                <a:cubicBezTo>
                  <a:pt x="471" y="342"/>
                  <a:pt x="471" y="342"/>
                  <a:pt x="471" y="342"/>
                </a:cubicBezTo>
                <a:cubicBezTo>
                  <a:pt x="442" y="309"/>
                  <a:pt x="442" y="309"/>
                  <a:pt x="442" y="309"/>
                </a:cubicBezTo>
                <a:cubicBezTo>
                  <a:pt x="444" y="302"/>
                  <a:pt x="446" y="295"/>
                  <a:pt x="448" y="287"/>
                </a:cubicBezTo>
                <a:cubicBezTo>
                  <a:pt x="489" y="274"/>
                  <a:pt x="489" y="274"/>
                  <a:pt x="489" y="274"/>
                </a:cubicBezTo>
                <a:cubicBezTo>
                  <a:pt x="489" y="244"/>
                  <a:pt x="489" y="244"/>
                  <a:pt x="489" y="244"/>
                </a:cubicBezTo>
                <a:cubicBezTo>
                  <a:pt x="489" y="215"/>
                  <a:pt x="489" y="215"/>
                  <a:pt x="489" y="215"/>
                </a:cubicBezTo>
                <a:lnTo>
                  <a:pt x="448" y="202"/>
                </a:lnTo>
                <a:close/>
                <a:moveTo>
                  <a:pt x="244" y="412"/>
                </a:moveTo>
                <a:cubicBezTo>
                  <a:pt x="152" y="412"/>
                  <a:pt x="77" y="337"/>
                  <a:pt x="77" y="244"/>
                </a:cubicBezTo>
                <a:cubicBezTo>
                  <a:pt x="77" y="152"/>
                  <a:pt x="152" y="77"/>
                  <a:pt x="244" y="77"/>
                </a:cubicBezTo>
                <a:cubicBezTo>
                  <a:pt x="337" y="77"/>
                  <a:pt x="412" y="152"/>
                  <a:pt x="412" y="244"/>
                </a:cubicBezTo>
                <a:cubicBezTo>
                  <a:pt x="412" y="337"/>
                  <a:pt x="337" y="412"/>
                  <a:pt x="244" y="412"/>
                </a:cubicBezTo>
                <a:close/>
              </a:path>
            </a:pathLst>
          </a:custGeom>
          <a:solidFill>
            <a:srgbClr val="88714E"/>
          </a:solidFill>
          <a:ln w="9525">
            <a:noFill/>
            <a:round/>
            <a:headEnd/>
            <a:tailEnd/>
          </a:ln>
        </p:spPr>
        <p:txBody>
          <a:bodyPr/>
          <a:lstStyle/>
          <a:p>
            <a:endParaRPr lang="zh-CN" altLang="en-US"/>
          </a:p>
        </p:txBody>
      </p:sp>
      <p:sp>
        <p:nvSpPr>
          <p:cNvPr id="16391" name="Freeform 7"/>
          <p:cNvSpPr>
            <a:spLocks noEditPoints="1"/>
          </p:cNvSpPr>
          <p:nvPr/>
        </p:nvSpPr>
        <p:spPr bwMode="auto">
          <a:xfrm>
            <a:off x="2893219" y="3579492"/>
            <a:ext cx="2306093" cy="2306091"/>
          </a:xfrm>
          <a:custGeom>
            <a:avLst/>
            <a:gdLst>
              <a:gd name="T0" fmla="*/ 492 w 531"/>
              <a:gd name="T1" fmla="*/ 276 h 531"/>
              <a:gd name="T2" fmla="*/ 491 w 531"/>
              <a:gd name="T3" fmla="*/ 251 h 531"/>
              <a:gd name="T4" fmla="*/ 530 w 531"/>
              <a:gd name="T5" fmla="*/ 225 h 531"/>
              <a:gd name="T6" fmla="*/ 513 w 531"/>
              <a:gd name="T7" fmla="*/ 164 h 531"/>
              <a:gd name="T8" fmla="*/ 466 w 531"/>
              <a:gd name="T9" fmla="*/ 162 h 531"/>
              <a:gd name="T10" fmla="*/ 454 w 531"/>
              <a:gd name="T11" fmla="*/ 141 h 531"/>
              <a:gd name="T12" fmla="*/ 475 w 531"/>
              <a:gd name="T13" fmla="*/ 98 h 531"/>
              <a:gd name="T14" fmla="*/ 429 w 531"/>
              <a:gd name="T15" fmla="*/ 54 h 531"/>
              <a:gd name="T16" fmla="*/ 387 w 531"/>
              <a:gd name="T17" fmla="*/ 75 h 531"/>
              <a:gd name="T18" fmla="*/ 366 w 531"/>
              <a:gd name="T19" fmla="*/ 63 h 531"/>
              <a:gd name="T20" fmla="*/ 363 w 531"/>
              <a:gd name="T21" fmla="*/ 16 h 531"/>
              <a:gd name="T22" fmla="*/ 332 w 531"/>
              <a:gd name="T23" fmla="*/ 8 h 531"/>
              <a:gd name="T24" fmla="*/ 301 w 531"/>
              <a:gd name="T25" fmla="*/ 0 h 531"/>
              <a:gd name="T26" fmla="*/ 276 w 531"/>
              <a:gd name="T27" fmla="*/ 40 h 531"/>
              <a:gd name="T28" fmla="*/ 251 w 531"/>
              <a:gd name="T29" fmla="*/ 40 h 531"/>
              <a:gd name="T30" fmla="*/ 225 w 531"/>
              <a:gd name="T31" fmla="*/ 1 h 531"/>
              <a:gd name="T32" fmla="*/ 164 w 531"/>
              <a:gd name="T33" fmla="*/ 18 h 531"/>
              <a:gd name="T34" fmla="*/ 162 w 531"/>
              <a:gd name="T35" fmla="*/ 65 h 531"/>
              <a:gd name="T36" fmla="*/ 141 w 531"/>
              <a:gd name="T37" fmla="*/ 78 h 531"/>
              <a:gd name="T38" fmla="*/ 98 w 531"/>
              <a:gd name="T39" fmla="*/ 57 h 531"/>
              <a:gd name="T40" fmla="*/ 54 w 531"/>
              <a:gd name="T41" fmla="*/ 102 h 531"/>
              <a:gd name="T42" fmla="*/ 75 w 531"/>
              <a:gd name="T43" fmla="*/ 144 h 531"/>
              <a:gd name="T44" fmla="*/ 63 w 531"/>
              <a:gd name="T45" fmla="*/ 166 h 531"/>
              <a:gd name="T46" fmla="*/ 16 w 531"/>
              <a:gd name="T47" fmla="*/ 169 h 531"/>
              <a:gd name="T48" fmla="*/ 8 w 531"/>
              <a:gd name="T49" fmla="*/ 199 h 531"/>
              <a:gd name="T50" fmla="*/ 0 w 531"/>
              <a:gd name="T51" fmla="*/ 230 h 531"/>
              <a:gd name="T52" fmla="*/ 40 w 531"/>
              <a:gd name="T53" fmla="*/ 256 h 531"/>
              <a:gd name="T54" fmla="*/ 40 w 531"/>
              <a:gd name="T55" fmla="*/ 280 h 531"/>
              <a:gd name="T56" fmla="*/ 1 w 531"/>
              <a:gd name="T57" fmla="*/ 307 h 531"/>
              <a:gd name="T58" fmla="*/ 18 w 531"/>
              <a:gd name="T59" fmla="*/ 368 h 531"/>
              <a:gd name="T60" fmla="*/ 65 w 531"/>
              <a:gd name="T61" fmla="*/ 370 h 531"/>
              <a:gd name="T62" fmla="*/ 78 w 531"/>
              <a:gd name="T63" fmla="*/ 391 h 531"/>
              <a:gd name="T64" fmla="*/ 57 w 531"/>
              <a:gd name="T65" fmla="*/ 433 h 531"/>
              <a:gd name="T66" fmla="*/ 102 w 531"/>
              <a:gd name="T67" fmla="*/ 478 h 531"/>
              <a:gd name="T68" fmla="*/ 144 w 531"/>
              <a:gd name="T69" fmla="*/ 456 h 531"/>
              <a:gd name="T70" fmla="*/ 165 w 531"/>
              <a:gd name="T71" fmla="*/ 468 h 531"/>
              <a:gd name="T72" fmla="*/ 169 w 531"/>
              <a:gd name="T73" fmla="*/ 515 h 531"/>
              <a:gd name="T74" fmla="*/ 199 w 531"/>
              <a:gd name="T75" fmla="*/ 523 h 531"/>
              <a:gd name="T76" fmla="*/ 230 w 531"/>
              <a:gd name="T77" fmla="*/ 531 h 531"/>
              <a:gd name="T78" fmla="*/ 256 w 531"/>
              <a:gd name="T79" fmla="*/ 492 h 531"/>
              <a:gd name="T80" fmla="*/ 280 w 531"/>
              <a:gd name="T81" fmla="*/ 491 h 531"/>
              <a:gd name="T82" fmla="*/ 306 w 531"/>
              <a:gd name="T83" fmla="*/ 531 h 531"/>
              <a:gd name="T84" fmla="*/ 367 w 531"/>
              <a:gd name="T85" fmla="*/ 514 h 531"/>
              <a:gd name="T86" fmla="*/ 370 w 531"/>
              <a:gd name="T87" fmla="*/ 466 h 531"/>
              <a:gd name="T88" fmla="*/ 391 w 531"/>
              <a:gd name="T89" fmla="*/ 454 h 531"/>
              <a:gd name="T90" fmla="*/ 433 w 531"/>
              <a:gd name="T91" fmla="*/ 475 h 531"/>
              <a:gd name="T92" fmla="*/ 478 w 531"/>
              <a:gd name="T93" fmla="*/ 430 h 531"/>
              <a:gd name="T94" fmla="*/ 456 w 531"/>
              <a:gd name="T95" fmla="*/ 388 h 531"/>
              <a:gd name="T96" fmla="*/ 468 w 531"/>
              <a:gd name="T97" fmla="*/ 366 h 531"/>
              <a:gd name="T98" fmla="*/ 515 w 531"/>
              <a:gd name="T99" fmla="*/ 363 h 531"/>
              <a:gd name="T100" fmla="*/ 523 w 531"/>
              <a:gd name="T101" fmla="*/ 332 h 531"/>
              <a:gd name="T102" fmla="*/ 531 w 531"/>
              <a:gd name="T103" fmla="*/ 302 h 531"/>
              <a:gd name="T104" fmla="*/ 492 w 531"/>
              <a:gd name="T105" fmla="*/ 276 h 531"/>
              <a:gd name="T106" fmla="*/ 220 w 531"/>
              <a:gd name="T107" fmla="*/ 442 h 531"/>
              <a:gd name="T108" fmla="*/ 89 w 531"/>
              <a:gd name="T109" fmla="*/ 220 h 531"/>
              <a:gd name="T110" fmla="*/ 311 w 531"/>
              <a:gd name="T111" fmla="*/ 90 h 531"/>
              <a:gd name="T112" fmla="*/ 442 w 531"/>
              <a:gd name="T113" fmla="*/ 311 h 531"/>
              <a:gd name="T114" fmla="*/ 220 w 531"/>
              <a:gd name="T115" fmla="*/ 442 h 53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1"/>
              <a:gd name="T175" fmla="*/ 0 h 531"/>
              <a:gd name="T176" fmla="*/ 531 w 531"/>
              <a:gd name="T177" fmla="*/ 531 h 53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1" h="531">
                <a:moveTo>
                  <a:pt x="492" y="276"/>
                </a:moveTo>
                <a:cubicBezTo>
                  <a:pt x="492" y="268"/>
                  <a:pt x="492" y="260"/>
                  <a:pt x="491" y="251"/>
                </a:cubicBezTo>
                <a:cubicBezTo>
                  <a:pt x="530" y="225"/>
                  <a:pt x="530" y="225"/>
                  <a:pt x="530" y="225"/>
                </a:cubicBezTo>
                <a:cubicBezTo>
                  <a:pt x="513" y="164"/>
                  <a:pt x="513" y="164"/>
                  <a:pt x="513" y="164"/>
                </a:cubicBezTo>
                <a:cubicBezTo>
                  <a:pt x="466" y="162"/>
                  <a:pt x="466" y="162"/>
                  <a:pt x="466" y="162"/>
                </a:cubicBezTo>
                <a:cubicBezTo>
                  <a:pt x="463" y="155"/>
                  <a:pt x="458" y="147"/>
                  <a:pt x="454" y="141"/>
                </a:cubicBezTo>
                <a:cubicBezTo>
                  <a:pt x="475" y="98"/>
                  <a:pt x="475" y="98"/>
                  <a:pt x="475" y="98"/>
                </a:cubicBezTo>
                <a:cubicBezTo>
                  <a:pt x="429" y="54"/>
                  <a:pt x="429" y="54"/>
                  <a:pt x="429" y="54"/>
                </a:cubicBezTo>
                <a:cubicBezTo>
                  <a:pt x="387" y="75"/>
                  <a:pt x="387" y="75"/>
                  <a:pt x="387" y="75"/>
                </a:cubicBezTo>
                <a:cubicBezTo>
                  <a:pt x="381" y="71"/>
                  <a:pt x="373" y="67"/>
                  <a:pt x="366" y="63"/>
                </a:cubicBezTo>
                <a:cubicBezTo>
                  <a:pt x="363" y="16"/>
                  <a:pt x="363" y="16"/>
                  <a:pt x="363" y="16"/>
                </a:cubicBezTo>
                <a:cubicBezTo>
                  <a:pt x="332" y="8"/>
                  <a:pt x="332" y="8"/>
                  <a:pt x="332" y="8"/>
                </a:cubicBezTo>
                <a:cubicBezTo>
                  <a:pt x="301" y="0"/>
                  <a:pt x="301" y="0"/>
                  <a:pt x="301" y="0"/>
                </a:cubicBezTo>
                <a:cubicBezTo>
                  <a:pt x="276" y="40"/>
                  <a:pt x="276" y="40"/>
                  <a:pt x="276" y="40"/>
                </a:cubicBezTo>
                <a:cubicBezTo>
                  <a:pt x="268" y="40"/>
                  <a:pt x="259" y="40"/>
                  <a:pt x="251" y="40"/>
                </a:cubicBezTo>
                <a:cubicBezTo>
                  <a:pt x="225" y="1"/>
                  <a:pt x="225" y="1"/>
                  <a:pt x="225" y="1"/>
                </a:cubicBezTo>
                <a:cubicBezTo>
                  <a:pt x="164" y="18"/>
                  <a:pt x="164" y="18"/>
                  <a:pt x="164" y="18"/>
                </a:cubicBezTo>
                <a:cubicBezTo>
                  <a:pt x="162" y="65"/>
                  <a:pt x="162" y="65"/>
                  <a:pt x="162" y="65"/>
                </a:cubicBezTo>
                <a:cubicBezTo>
                  <a:pt x="154" y="69"/>
                  <a:pt x="147" y="73"/>
                  <a:pt x="141" y="78"/>
                </a:cubicBezTo>
                <a:cubicBezTo>
                  <a:pt x="98" y="57"/>
                  <a:pt x="98" y="57"/>
                  <a:pt x="98" y="57"/>
                </a:cubicBezTo>
                <a:cubicBezTo>
                  <a:pt x="54" y="102"/>
                  <a:pt x="54" y="102"/>
                  <a:pt x="54" y="102"/>
                </a:cubicBezTo>
                <a:cubicBezTo>
                  <a:pt x="75" y="144"/>
                  <a:pt x="75" y="144"/>
                  <a:pt x="75" y="144"/>
                </a:cubicBezTo>
                <a:cubicBezTo>
                  <a:pt x="71" y="151"/>
                  <a:pt x="67" y="158"/>
                  <a:pt x="63" y="166"/>
                </a:cubicBezTo>
                <a:cubicBezTo>
                  <a:pt x="16" y="169"/>
                  <a:pt x="16" y="169"/>
                  <a:pt x="16" y="169"/>
                </a:cubicBezTo>
                <a:cubicBezTo>
                  <a:pt x="8" y="199"/>
                  <a:pt x="8" y="199"/>
                  <a:pt x="8" y="199"/>
                </a:cubicBezTo>
                <a:cubicBezTo>
                  <a:pt x="0" y="230"/>
                  <a:pt x="0" y="230"/>
                  <a:pt x="0" y="230"/>
                </a:cubicBezTo>
                <a:cubicBezTo>
                  <a:pt x="40" y="256"/>
                  <a:pt x="40" y="256"/>
                  <a:pt x="40" y="256"/>
                </a:cubicBezTo>
                <a:cubicBezTo>
                  <a:pt x="40" y="264"/>
                  <a:pt x="40" y="272"/>
                  <a:pt x="40" y="280"/>
                </a:cubicBezTo>
                <a:cubicBezTo>
                  <a:pt x="1" y="307"/>
                  <a:pt x="1" y="307"/>
                  <a:pt x="1" y="307"/>
                </a:cubicBezTo>
                <a:cubicBezTo>
                  <a:pt x="18" y="368"/>
                  <a:pt x="18" y="368"/>
                  <a:pt x="18" y="368"/>
                </a:cubicBezTo>
                <a:cubicBezTo>
                  <a:pt x="65" y="370"/>
                  <a:pt x="65" y="370"/>
                  <a:pt x="65" y="370"/>
                </a:cubicBezTo>
                <a:cubicBezTo>
                  <a:pt x="69" y="377"/>
                  <a:pt x="73" y="384"/>
                  <a:pt x="78" y="391"/>
                </a:cubicBezTo>
                <a:cubicBezTo>
                  <a:pt x="57" y="433"/>
                  <a:pt x="57" y="433"/>
                  <a:pt x="57" y="433"/>
                </a:cubicBezTo>
                <a:cubicBezTo>
                  <a:pt x="102" y="478"/>
                  <a:pt x="102" y="478"/>
                  <a:pt x="102" y="478"/>
                </a:cubicBezTo>
                <a:cubicBezTo>
                  <a:pt x="144" y="456"/>
                  <a:pt x="144" y="456"/>
                  <a:pt x="144" y="456"/>
                </a:cubicBezTo>
                <a:cubicBezTo>
                  <a:pt x="151" y="461"/>
                  <a:pt x="158" y="465"/>
                  <a:pt x="165" y="468"/>
                </a:cubicBezTo>
                <a:cubicBezTo>
                  <a:pt x="169" y="515"/>
                  <a:pt x="169" y="515"/>
                  <a:pt x="169" y="515"/>
                </a:cubicBezTo>
                <a:cubicBezTo>
                  <a:pt x="199" y="523"/>
                  <a:pt x="199" y="523"/>
                  <a:pt x="199" y="523"/>
                </a:cubicBezTo>
                <a:cubicBezTo>
                  <a:pt x="230" y="531"/>
                  <a:pt x="230" y="531"/>
                  <a:pt x="230" y="531"/>
                </a:cubicBezTo>
                <a:cubicBezTo>
                  <a:pt x="256" y="492"/>
                  <a:pt x="256" y="492"/>
                  <a:pt x="256" y="492"/>
                </a:cubicBezTo>
                <a:cubicBezTo>
                  <a:pt x="264" y="492"/>
                  <a:pt x="272" y="492"/>
                  <a:pt x="280" y="491"/>
                </a:cubicBezTo>
                <a:cubicBezTo>
                  <a:pt x="306" y="531"/>
                  <a:pt x="306" y="531"/>
                  <a:pt x="306" y="531"/>
                </a:cubicBezTo>
                <a:cubicBezTo>
                  <a:pt x="367" y="514"/>
                  <a:pt x="367" y="514"/>
                  <a:pt x="367" y="514"/>
                </a:cubicBezTo>
                <a:cubicBezTo>
                  <a:pt x="370" y="466"/>
                  <a:pt x="370" y="466"/>
                  <a:pt x="370" y="466"/>
                </a:cubicBezTo>
                <a:cubicBezTo>
                  <a:pt x="377" y="463"/>
                  <a:pt x="384" y="459"/>
                  <a:pt x="391" y="454"/>
                </a:cubicBezTo>
                <a:cubicBezTo>
                  <a:pt x="433" y="475"/>
                  <a:pt x="433" y="475"/>
                  <a:pt x="433" y="475"/>
                </a:cubicBezTo>
                <a:cubicBezTo>
                  <a:pt x="478" y="430"/>
                  <a:pt x="478" y="430"/>
                  <a:pt x="478" y="430"/>
                </a:cubicBezTo>
                <a:cubicBezTo>
                  <a:pt x="456" y="388"/>
                  <a:pt x="456" y="388"/>
                  <a:pt x="456" y="388"/>
                </a:cubicBezTo>
                <a:cubicBezTo>
                  <a:pt x="461" y="381"/>
                  <a:pt x="465" y="374"/>
                  <a:pt x="468" y="366"/>
                </a:cubicBezTo>
                <a:cubicBezTo>
                  <a:pt x="515" y="363"/>
                  <a:pt x="515" y="363"/>
                  <a:pt x="515" y="363"/>
                </a:cubicBezTo>
                <a:cubicBezTo>
                  <a:pt x="523" y="332"/>
                  <a:pt x="523" y="332"/>
                  <a:pt x="523" y="332"/>
                </a:cubicBezTo>
                <a:cubicBezTo>
                  <a:pt x="531" y="302"/>
                  <a:pt x="531" y="302"/>
                  <a:pt x="531" y="302"/>
                </a:cubicBezTo>
                <a:lnTo>
                  <a:pt x="492" y="276"/>
                </a:lnTo>
                <a:close/>
                <a:moveTo>
                  <a:pt x="220" y="442"/>
                </a:moveTo>
                <a:cubicBezTo>
                  <a:pt x="123" y="417"/>
                  <a:pt x="64" y="318"/>
                  <a:pt x="89" y="220"/>
                </a:cubicBezTo>
                <a:cubicBezTo>
                  <a:pt x="115" y="123"/>
                  <a:pt x="214" y="65"/>
                  <a:pt x="311" y="90"/>
                </a:cubicBezTo>
                <a:cubicBezTo>
                  <a:pt x="408" y="115"/>
                  <a:pt x="467" y="214"/>
                  <a:pt x="442" y="311"/>
                </a:cubicBezTo>
                <a:cubicBezTo>
                  <a:pt x="417" y="409"/>
                  <a:pt x="318" y="467"/>
                  <a:pt x="220" y="442"/>
                </a:cubicBezTo>
                <a:close/>
              </a:path>
            </a:pathLst>
          </a:custGeom>
          <a:solidFill>
            <a:srgbClr val="88714E"/>
          </a:solidFill>
          <a:ln w="9525">
            <a:noFill/>
            <a:round/>
            <a:headEnd/>
            <a:tailEnd/>
          </a:ln>
        </p:spPr>
        <p:txBody>
          <a:bodyPr/>
          <a:lstStyle/>
          <a:p>
            <a:endParaRPr lang="zh-CN" altLang="en-US"/>
          </a:p>
        </p:txBody>
      </p:sp>
      <p:sp>
        <p:nvSpPr>
          <p:cNvPr id="16392" name="Freeform 8"/>
          <p:cNvSpPr>
            <a:spLocks noEditPoints="1"/>
          </p:cNvSpPr>
          <p:nvPr/>
        </p:nvSpPr>
        <p:spPr bwMode="auto">
          <a:xfrm>
            <a:off x="2957960" y="1894012"/>
            <a:ext cx="1464469" cy="1468934"/>
          </a:xfrm>
          <a:custGeom>
            <a:avLst/>
            <a:gdLst>
              <a:gd name="T0" fmla="*/ 312 w 337"/>
              <a:gd name="T1" fmla="*/ 175 h 338"/>
              <a:gd name="T2" fmla="*/ 312 w 337"/>
              <a:gd name="T3" fmla="*/ 160 h 338"/>
              <a:gd name="T4" fmla="*/ 337 w 337"/>
              <a:gd name="T5" fmla="*/ 143 h 338"/>
              <a:gd name="T6" fmla="*/ 326 w 337"/>
              <a:gd name="T7" fmla="*/ 104 h 338"/>
              <a:gd name="T8" fmla="*/ 296 w 337"/>
              <a:gd name="T9" fmla="*/ 103 h 338"/>
              <a:gd name="T10" fmla="*/ 288 w 337"/>
              <a:gd name="T11" fmla="*/ 89 h 338"/>
              <a:gd name="T12" fmla="*/ 301 w 337"/>
              <a:gd name="T13" fmla="*/ 62 h 338"/>
              <a:gd name="T14" fmla="*/ 273 w 337"/>
              <a:gd name="T15" fmla="*/ 34 h 338"/>
              <a:gd name="T16" fmla="*/ 246 w 337"/>
              <a:gd name="T17" fmla="*/ 48 h 338"/>
              <a:gd name="T18" fmla="*/ 232 w 337"/>
              <a:gd name="T19" fmla="*/ 40 h 338"/>
              <a:gd name="T20" fmla="*/ 230 w 337"/>
              <a:gd name="T21" fmla="*/ 10 h 338"/>
              <a:gd name="T22" fmla="*/ 211 w 337"/>
              <a:gd name="T23" fmla="*/ 5 h 338"/>
              <a:gd name="T24" fmla="*/ 191 w 337"/>
              <a:gd name="T25" fmla="*/ 0 h 338"/>
              <a:gd name="T26" fmla="*/ 175 w 337"/>
              <a:gd name="T27" fmla="*/ 25 h 338"/>
              <a:gd name="T28" fmla="*/ 160 w 337"/>
              <a:gd name="T29" fmla="*/ 25 h 338"/>
              <a:gd name="T30" fmla="*/ 143 w 337"/>
              <a:gd name="T31" fmla="*/ 1 h 338"/>
              <a:gd name="T32" fmla="*/ 104 w 337"/>
              <a:gd name="T33" fmla="*/ 11 h 338"/>
              <a:gd name="T34" fmla="*/ 103 w 337"/>
              <a:gd name="T35" fmla="*/ 41 h 338"/>
              <a:gd name="T36" fmla="*/ 89 w 337"/>
              <a:gd name="T37" fmla="*/ 49 h 338"/>
              <a:gd name="T38" fmla="*/ 62 w 337"/>
              <a:gd name="T39" fmla="*/ 36 h 338"/>
              <a:gd name="T40" fmla="*/ 34 w 337"/>
              <a:gd name="T41" fmla="*/ 65 h 338"/>
              <a:gd name="T42" fmla="*/ 48 w 337"/>
              <a:gd name="T43" fmla="*/ 91 h 338"/>
              <a:gd name="T44" fmla="*/ 40 w 337"/>
              <a:gd name="T45" fmla="*/ 105 h 338"/>
              <a:gd name="T46" fmla="*/ 10 w 337"/>
              <a:gd name="T47" fmla="*/ 107 h 338"/>
              <a:gd name="T48" fmla="*/ 5 w 337"/>
              <a:gd name="T49" fmla="*/ 127 h 338"/>
              <a:gd name="T50" fmla="*/ 0 w 337"/>
              <a:gd name="T51" fmla="*/ 146 h 338"/>
              <a:gd name="T52" fmla="*/ 25 w 337"/>
              <a:gd name="T53" fmla="*/ 162 h 338"/>
              <a:gd name="T54" fmla="*/ 25 w 337"/>
              <a:gd name="T55" fmla="*/ 178 h 338"/>
              <a:gd name="T56" fmla="*/ 0 w 337"/>
              <a:gd name="T57" fmla="*/ 195 h 338"/>
              <a:gd name="T58" fmla="*/ 11 w 337"/>
              <a:gd name="T59" fmla="*/ 234 h 338"/>
              <a:gd name="T60" fmla="*/ 41 w 337"/>
              <a:gd name="T61" fmla="*/ 235 h 338"/>
              <a:gd name="T62" fmla="*/ 49 w 337"/>
              <a:gd name="T63" fmla="*/ 248 h 338"/>
              <a:gd name="T64" fmla="*/ 36 w 337"/>
              <a:gd name="T65" fmla="*/ 275 h 338"/>
              <a:gd name="T66" fmla="*/ 65 w 337"/>
              <a:gd name="T67" fmla="*/ 304 h 338"/>
              <a:gd name="T68" fmla="*/ 91 w 337"/>
              <a:gd name="T69" fmla="*/ 290 h 338"/>
              <a:gd name="T70" fmla="*/ 105 w 337"/>
              <a:gd name="T71" fmla="*/ 298 h 338"/>
              <a:gd name="T72" fmla="*/ 107 w 337"/>
              <a:gd name="T73" fmla="*/ 328 h 338"/>
              <a:gd name="T74" fmla="*/ 126 w 337"/>
              <a:gd name="T75" fmla="*/ 333 h 338"/>
              <a:gd name="T76" fmla="*/ 146 w 337"/>
              <a:gd name="T77" fmla="*/ 338 h 338"/>
              <a:gd name="T78" fmla="*/ 162 w 337"/>
              <a:gd name="T79" fmla="*/ 312 h 338"/>
              <a:gd name="T80" fmla="*/ 178 w 337"/>
              <a:gd name="T81" fmla="*/ 312 h 338"/>
              <a:gd name="T82" fmla="*/ 195 w 337"/>
              <a:gd name="T83" fmla="*/ 337 h 338"/>
              <a:gd name="T84" fmla="*/ 233 w 337"/>
              <a:gd name="T85" fmla="*/ 326 h 338"/>
              <a:gd name="T86" fmla="*/ 235 w 337"/>
              <a:gd name="T87" fmla="*/ 296 h 338"/>
              <a:gd name="T88" fmla="*/ 248 w 337"/>
              <a:gd name="T89" fmla="*/ 288 h 338"/>
              <a:gd name="T90" fmla="*/ 275 w 337"/>
              <a:gd name="T91" fmla="*/ 302 h 338"/>
              <a:gd name="T92" fmla="*/ 303 w 337"/>
              <a:gd name="T93" fmla="*/ 273 h 338"/>
              <a:gd name="T94" fmla="*/ 290 w 337"/>
              <a:gd name="T95" fmla="*/ 246 h 338"/>
              <a:gd name="T96" fmla="*/ 297 w 337"/>
              <a:gd name="T97" fmla="*/ 233 h 338"/>
              <a:gd name="T98" fmla="*/ 327 w 337"/>
              <a:gd name="T99" fmla="*/ 231 h 338"/>
              <a:gd name="T100" fmla="*/ 332 w 337"/>
              <a:gd name="T101" fmla="*/ 211 h 338"/>
              <a:gd name="T102" fmla="*/ 337 w 337"/>
              <a:gd name="T103" fmla="*/ 192 h 338"/>
              <a:gd name="T104" fmla="*/ 312 w 337"/>
              <a:gd name="T105" fmla="*/ 175 h 338"/>
              <a:gd name="T106" fmla="*/ 140 w 337"/>
              <a:gd name="T107" fmla="*/ 281 h 338"/>
              <a:gd name="T108" fmla="*/ 57 w 337"/>
              <a:gd name="T109" fmla="*/ 140 h 338"/>
              <a:gd name="T110" fmla="*/ 198 w 337"/>
              <a:gd name="T111" fmla="*/ 57 h 338"/>
              <a:gd name="T112" fmla="*/ 281 w 337"/>
              <a:gd name="T113" fmla="*/ 198 h 338"/>
              <a:gd name="T114" fmla="*/ 140 w 337"/>
              <a:gd name="T115" fmla="*/ 281 h 33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7"/>
              <a:gd name="T175" fmla="*/ 0 h 338"/>
              <a:gd name="T176" fmla="*/ 337 w 337"/>
              <a:gd name="T177" fmla="*/ 338 h 33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7" h="338">
                <a:moveTo>
                  <a:pt x="312" y="175"/>
                </a:moveTo>
                <a:cubicBezTo>
                  <a:pt x="312" y="170"/>
                  <a:pt x="312" y="165"/>
                  <a:pt x="312" y="160"/>
                </a:cubicBezTo>
                <a:cubicBezTo>
                  <a:pt x="337" y="143"/>
                  <a:pt x="337" y="143"/>
                  <a:pt x="337" y="143"/>
                </a:cubicBezTo>
                <a:cubicBezTo>
                  <a:pt x="326" y="104"/>
                  <a:pt x="326" y="104"/>
                  <a:pt x="326" y="104"/>
                </a:cubicBezTo>
                <a:cubicBezTo>
                  <a:pt x="296" y="103"/>
                  <a:pt x="296" y="103"/>
                  <a:pt x="296" y="103"/>
                </a:cubicBezTo>
                <a:cubicBezTo>
                  <a:pt x="294" y="98"/>
                  <a:pt x="291" y="94"/>
                  <a:pt x="288" y="89"/>
                </a:cubicBezTo>
                <a:cubicBezTo>
                  <a:pt x="301" y="62"/>
                  <a:pt x="301" y="62"/>
                  <a:pt x="301" y="62"/>
                </a:cubicBezTo>
                <a:cubicBezTo>
                  <a:pt x="273" y="34"/>
                  <a:pt x="273" y="34"/>
                  <a:pt x="273" y="34"/>
                </a:cubicBezTo>
                <a:cubicBezTo>
                  <a:pt x="246" y="48"/>
                  <a:pt x="246" y="48"/>
                  <a:pt x="246" y="48"/>
                </a:cubicBezTo>
                <a:cubicBezTo>
                  <a:pt x="242" y="45"/>
                  <a:pt x="237" y="42"/>
                  <a:pt x="232" y="40"/>
                </a:cubicBezTo>
                <a:cubicBezTo>
                  <a:pt x="230" y="10"/>
                  <a:pt x="230" y="10"/>
                  <a:pt x="230" y="10"/>
                </a:cubicBezTo>
                <a:cubicBezTo>
                  <a:pt x="211" y="5"/>
                  <a:pt x="211" y="5"/>
                  <a:pt x="211" y="5"/>
                </a:cubicBezTo>
                <a:cubicBezTo>
                  <a:pt x="191" y="0"/>
                  <a:pt x="191" y="0"/>
                  <a:pt x="191" y="0"/>
                </a:cubicBezTo>
                <a:cubicBezTo>
                  <a:pt x="175" y="25"/>
                  <a:pt x="175" y="25"/>
                  <a:pt x="175" y="25"/>
                </a:cubicBezTo>
                <a:cubicBezTo>
                  <a:pt x="170" y="25"/>
                  <a:pt x="165" y="25"/>
                  <a:pt x="160" y="25"/>
                </a:cubicBezTo>
                <a:cubicBezTo>
                  <a:pt x="143" y="1"/>
                  <a:pt x="143" y="1"/>
                  <a:pt x="143" y="1"/>
                </a:cubicBezTo>
                <a:cubicBezTo>
                  <a:pt x="104" y="11"/>
                  <a:pt x="104" y="11"/>
                  <a:pt x="104" y="11"/>
                </a:cubicBezTo>
                <a:cubicBezTo>
                  <a:pt x="103" y="41"/>
                  <a:pt x="103" y="41"/>
                  <a:pt x="103" y="41"/>
                </a:cubicBezTo>
                <a:cubicBezTo>
                  <a:pt x="98" y="44"/>
                  <a:pt x="93" y="46"/>
                  <a:pt x="89" y="49"/>
                </a:cubicBezTo>
                <a:cubicBezTo>
                  <a:pt x="62" y="36"/>
                  <a:pt x="62" y="36"/>
                  <a:pt x="62" y="36"/>
                </a:cubicBezTo>
                <a:cubicBezTo>
                  <a:pt x="34" y="65"/>
                  <a:pt x="34" y="65"/>
                  <a:pt x="34" y="65"/>
                </a:cubicBezTo>
                <a:cubicBezTo>
                  <a:pt x="48" y="91"/>
                  <a:pt x="48" y="91"/>
                  <a:pt x="48" y="91"/>
                </a:cubicBezTo>
                <a:cubicBezTo>
                  <a:pt x="45" y="96"/>
                  <a:pt x="42" y="100"/>
                  <a:pt x="40" y="105"/>
                </a:cubicBezTo>
                <a:cubicBezTo>
                  <a:pt x="10" y="107"/>
                  <a:pt x="10" y="107"/>
                  <a:pt x="10" y="107"/>
                </a:cubicBezTo>
                <a:cubicBezTo>
                  <a:pt x="5" y="127"/>
                  <a:pt x="5" y="127"/>
                  <a:pt x="5" y="127"/>
                </a:cubicBezTo>
                <a:cubicBezTo>
                  <a:pt x="0" y="146"/>
                  <a:pt x="0" y="146"/>
                  <a:pt x="0" y="146"/>
                </a:cubicBezTo>
                <a:cubicBezTo>
                  <a:pt x="25" y="162"/>
                  <a:pt x="25" y="162"/>
                  <a:pt x="25" y="162"/>
                </a:cubicBezTo>
                <a:cubicBezTo>
                  <a:pt x="25" y="168"/>
                  <a:pt x="25" y="173"/>
                  <a:pt x="25" y="178"/>
                </a:cubicBezTo>
                <a:cubicBezTo>
                  <a:pt x="0" y="195"/>
                  <a:pt x="0" y="195"/>
                  <a:pt x="0" y="195"/>
                </a:cubicBezTo>
                <a:cubicBezTo>
                  <a:pt x="11" y="234"/>
                  <a:pt x="11" y="234"/>
                  <a:pt x="11" y="234"/>
                </a:cubicBezTo>
                <a:cubicBezTo>
                  <a:pt x="41" y="235"/>
                  <a:pt x="41" y="235"/>
                  <a:pt x="41" y="235"/>
                </a:cubicBezTo>
                <a:cubicBezTo>
                  <a:pt x="44" y="240"/>
                  <a:pt x="46" y="244"/>
                  <a:pt x="49" y="248"/>
                </a:cubicBezTo>
                <a:cubicBezTo>
                  <a:pt x="36" y="275"/>
                  <a:pt x="36" y="275"/>
                  <a:pt x="36" y="275"/>
                </a:cubicBezTo>
                <a:cubicBezTo>
                  <a:pt x="65" y="304"/>
                  <a:pt x="65" y="304"/>
                  <a:pt x="65" y="304"/>
                </a:cubicBezTo>
                <a:cubicBezTo>
                  <a:pt x="91" y="290"/>
                  <a:pt x="91" y="290"/>
                  <a:pt x="91" y="290"/>
                </a:cubicBezTo>
                <a:cubicBezTo>
                  <a:pt x="96" y="293"/>
                  <a:pt x="100" y="295"/>
                  <a:pt x="105" y="298"/>
                </a:cubicBezTo>
                <a:cubicBezTo>
                  <a:pt x="107" y="328"/>
                  <a:pt x="107" y="328"/>
                  <a:pt x="107" y="328"/>
                </a:cubicBezTo>
                <a:cubicBezTo>
                  <a:pt x="126" y="333"/>
                  <a:pt x="126" y="333"/>
                  <a:pt x="126" y="333"/>
                </a:cubicBezTo>
                <a:cubicBezTo>
                  <a:pt x="146" y="338"/>
                  <a:pt x="146" y="338"/>
                  <a:pt x="146" y="338"/>
                </a:cubicBezTo>
                <a:cubicBezTo>
                  <a:pt x="162" y="312"/>
                  <a:pt x="162" y="312"/>
                  <a:pt x="162" y="312"/>
                </a:cubicBezTo>
                <a:cubicBezTo>
                  <a:pt x="167" y="313"/>
                  <a:pt x="173" y="313"/>
                  <a:pt x="178" y="312"/>
                </a:cubicBezTo>
                <a:cubicBezTo>
                  <a:pt x="195" y="337"/>
                  <a:pt x="195" y="337"/>
                  <a:pt x="195" y="337"/>
                </a:cubicBezTo>
                <a:cubicBezTo>
                  <a:pt x="233" y="326"/>
                  <a:pt x="233" y="326"/>
                  <a:pt x="233" y="326"/>
                </a:cubicBezTo>
                <a:cubicBezTo>
                  <a:pt x="235" y="296"/>
                  <a:pt x="235" y="296"/>
                  <a:pt x="235" y="296"/>
                </a:cubicBezTo>
                <a:cubicBezTo>
                  <a:pt x="239" y="294"/>
                  <a:pt x="244" y="291"/>
                  <a:pt x="248" y="288"/>
                </a:cubicBezTo>
                <a:cubicBezTo>
                  <a:pt x="275" y="302"/>
                  <a:pt x="275" y="302"/>
                  <a:pt x="275" y="302"/>
                </a:cubicBezTo>
                <a:cubicBezTo>
                  <a:pt x="303" y="273"/>
                  <a:pt x="303" y="273"/>
                  <a:pt x="303" y="273"/>
                </a:cubicBezTo>
                <a:cubicBezTo>
                  <a:pt x="290" y="246"/>
                  <a:pt x="290" y="246"/>
                  <a:pt x="290" y="246"/>
                </a:cubicBezTo>
                <a:cubicBezTo>
                  <a:pt x="293" y="242"/>
                  <a:pt x="295" y="237"/>
                  <a:pt x="297" y="233"/>
                </a:cubicBezTo>
                <a:cubicBezTo>
                  <a:pt x="327" y="231"/>
                  <a:pt x="327" y="231"/>
                  <a:pt x="327" y="231"/>
                </a:cubicBezTo>
                <a:cubicBezTo>
                  <a:pt x="332" y="211"/>
                  <a:pt x="332" y="211"/>
                  <a:pt x="332" y="211"/>
                </a:cubicBezTo>
                <a:cubicBezTo>
                  <a:pt x="337" y="192"/>
                  <a:pt x="337" y="192"/>
                  <a:pt x="337" y="192"/>
                </a:cubicBezTo>
                <a:lnTo>
                  <a:pt x="312" y="175"/>
                </a:lnTo>
                <a:close/>
                <a:moveTo>
                  <a:pt x="140" y="281"/>
                </a:moveTo>
                <a:cubicBezTo>
                  <a:pt x="78" y="265"/>
                  <a:pt x="41" y="202"/>
                  <a:pt x="57" y="140"/>
                </a:cubicBezTo>
                <a:cubicBezTo>
                  <a:pt x="73" y="78"/>
                  <a:pt x="136" y="41"/>
                  <a:pt x="198" y="57"/>
                </a:cubicBezTo>
                <a:cubicBezTo>
                  <a:pt x="259" y="73"/>
                  <a:pt x="297" y="136"/>
                  <a:pt x="281" y="198"/>
                </a:cubicBezTo>
                <a:cubicBezTo>
                  <a:pt x="265" y="260"/>
                  <a:pt x="202" y="297"/>
                  <a:pt x="140" y="281"/>
                </a:cubicBezTo>
                <a:close/>
              </a:path>
            </a:pathLst>
          </a:custGeom>
          <a:solidFill>
            <a:srgbClr val="88714E"/>
          </a:solidFill>
          <a:ln w="9525">
            <a:noFill/>
            <a:round/>
            <a:headEnd/>
            <a:tailEnd/>
          </a:ln>
        </p:spPr>
        <p:txBody>
          <a:bodyPr/>
          <a:lstStyle/>
          <a:p>
            <a:endParaRPr lang="zh-CN" altLang="en-US"/>
          </a:p>
        </p:txBody>
      </p:sp>
      <p:sp>
        <p:nvSpPr>
          <p:cNvPr id="16393" name="Freeform 9"/>
          <p:cNvSpPr>
            <a:spLocks noEditPoints="1"/>
          </p:cNvSpPr>
          <p:nvPr/>
        </p:nvSpPr>
        <p:spPr bwMode="auto">
          <a:xfrm>
            <a:off x="4266159" y="3135239"/>
            <a:ext cx="363884" cy="370582"/>
          </a:xfrm>
          <a:custGeom>
            <a:avLst/>
            <a:gdLst>
              <a:gd name="T0" fmla="*/ 78 w 84"/>
              <a:gd name="T1" fmla="*/ 44 h 85"/>
              <a:gd name="T2" fmla="*/ 78 w 84"/>
              <a:gd name="T3" fmla="*/ 40 h 85"/>
              <a:gd name="T4" fmla="*/ 84 w 84"/>
              <a:gd name="T5" fmla="*/ 36 h 85"/>
              <a:gd name="T6" fmla="*/ 82 w 84"/>
              <a:gd name="T7" fmla="*/ 26 h 85"/>
              <a:gd name="T8" fmla="*/ 74 w 84"/>
              <a:gd name="T9" fmla="*/ 26 h 85"/>
              <a:gd name="T10" fmla="*/ 72 w 84"/>
              <a:gd name="T11" fmla="*/ 23 h 85"/>
              <a:gd name="T12" fmla="*/ 75 w 84"/>
              <a:gd name="T13" fmla="*/ 16 h 85"/>
              <a:gd name="T14" fmla="*/ 68 w 84"/>
              <a:gd name="T15" fmla="*/ 9 h 85"/>
              <a:gd name="T16" fmla="*/ 61 w 84"/>
              <a:gd name="T17" fmla="*/ 12 h 85"/>
              <a:gd name="T18" fmla="*/ 58 w 84"/>
              <a:gd name="T19" fmla="*/ 10 h 85"/>
              <a:gd name="T20" fmla="*/ 57 w 84"/>
              <a:gd name="T21" fmla="*/ 3 h 85"/>
              <a:gd name="T22" fmla="*/ 53 w 84"/>
              <a:gd name="T23" fmla="*/ 1 h 85"/>
              <a:gd name="T24" fmla="*/ 48 w 84"/>
              <a:gd name="T25" fmla="*/ 0 h 85"/>
              <a:gd name="T26" fmla="*/ 44 w 84"/>
              <a:gd name="T27" fmla="*/ 6 h 85"/>
              <a:gd name="T28" fmla="*/ 40 w 84"/>
              <a:gd name="T29" fmla="*/ 7 h 85"/>
              <a:gd name="T30" fmla="*/ 35 w 84"/>
              <a:gd name="T31" fmla="*/ 0 h 85"/>
              <a:gd name="T32" fmla="*/ 26 w 84"/>
              <a:gd name="T33" fmla="*/ 3 h 85"/>
              <a:gd name="T34" fmla="*/ 25 w 84"/>
              <a:gd name="T35" fmla="*/ 11 h 85"/>
              <a:gd name="T36" fmla="*/ 22 w 84"/>
              <a:gd name="T37" fmla="*/ 13 h 85"/>
              <a:gd name="T38" fmla="*/ 15 w 84"/>
              <a:gd name="T39" fmla="*/ 9 h 85"/>
              <a:gd name="T40" fmla="*/ 8 w 84"/>
              <a:gd name="T41" fmla="*/ 16 h 85"/>
              <a:gd name="T42" fmla="*/ 12 w 84"/>
              <a:gd name="T43" fmla="*/ 23 h 85"/>
              <a:gd name="T44" fmla="*/ 10 w 84"/>
              <a:gd name="T45" fmla="*/ 27 h 85"/>
              <a:gd name="T46" fmla="*/ 2 w 84"/>
              <a:gd name="T47" fmla="*/ 27 h 85"/>
              <a:gd name="T48" fmla="*/ 1 w 84"/>
              <a:gd name="T49" fmla="*/ 32 h 85"/>
              <a:gd name="T50" fmla="*/ 0 w 84"/>
              <a:gd name="T51" fmla="*/ 37 h 85"/>
              <a:gd name="T52" fmla="*/ 6 w 84"/>
              <a:gd name="T53" fmla="*/ 41 h 85"/>
              <a:gd name="T54" fmla="*/ 6 w 84"/>
              <a:gd name="T55" fmla="*/ 45 h 85"/>
              <a:gd name="T56" fmla="*/ 0 w 84"/>
              <a:gd name="T57" fmla="*/ 49 h 85"/>
              <a:gd name="T58" fmla="*/ 2 w 84"/>
              <a:gd name="T59" fmla="*/ 59 h 85"/>
              <a:gd name="T60" fmla="*/ 10 w 84"/>
              <a:gd name="T61" fmla="*/ 59 h 85"/>
              <a:gd name="T62" fmla="*/ 12 w 84"/>
              <a:gd name="T63" fmla="*/ 63 h 85"/>
              <a:gd name="T64" fmla="*/ 9 w 84"/>
              <a:gd name="T65" fmla="*/ 69 h 85"/>
              <a:gd name="T66" fmla="*/ 16 w 84"/>
              <a:gd name="T67" fmla="*/ 76 h 85"/>
              <a:gd name="T68" fmla="*/ 23 w 84"/>
              <a:gd name="T69" fmla="*/ 73 h 85"/>
              <a:gd name="T70" fmla="*/ 26 w 84"/>
              <a:gd name="T71" fmla="*/ 75 h 85"/>
              <a:gd name="T72" fmla="*/ 26 w 84"/>
              <a:gd name="T73" fmla="*/ 82 h 85"/>
              <a:gd name="T74" fmla="*/ 31 w 84"/>
              <a:gd name="T75" fmla="*/ 84 h 85"/>
              <a:gd name="T76" fmla="*/ 36 w 84"/>
              <a:gd name="T77" fmla="*/ 85 h 85"/>
              <a:gd name="T78" fmla="*/ 40 w 84"/>
              <a:gd name="T79" fmla="*/ 79 h 85"/>
              <a:gd name="T80" fmla="*/ 44 w 84"/>
              <a:gd name="T81" fmla="*/ 79 h 85"/>
              <a:gd name="T82" fmla="*/ 48 w 84"/>
              <a:gd name="T83" fmla="*/ 85 h 85"/>
              <a:gd name="T84" fmla="*/ 58 w 84"/>
              <a:gd name="T85" fmla="*/ 82 h 85"/>
              <a:gd name="T86" fmla="*/ 59 w 84"/>
              <a:gd name="T87" fmla="*/ 75 h 85"/>
              <a:gd name="T88" fmla="*/ 62 w 84"/>
              <a:gd name="T89" fmla="*/ 73 h 85"/>
              <a:gd name="T90" fmla="*/ 69 w 84"/>
              <a:gd name="T91" fmla="*/ 76 h 85"/>
              <a:gd name="T92" fmla="*/ 76 w 84"/>
              <a:gd name="T93" fmla="*/ 69 h 85"/>
              <a:gd name="T94" fmla="*/ 72 w 84"/>
              <a:gd name="T95" fmla="*/ 62 h 85"/>
              <a:gd name="T96" fmla="*/ 74 w 84"/>
              <a:gd name="T97" fmla="*/ 59 h 85"/>
              <a:gd name="T98" fmla="*/ 82 w 84"/>
              <a:gd name="T99" fmla="*/ 58 h 85"/>
              <a:gd name="T100" fmla="*/ 83 w 84"/>
              <a:gd name="T101" fmla="*/ 53 h 85"/>
              <a:gd name="T102" fmla="*/ 84 w 84"/>
              <a:gd name="T103" fmla="*/ 48 h 85"/>
              <a:gd name="T104" fmla="*/ 78 w 84"/>
              <a:gd name="T105" fmla="*/ 44 h 85"/>
              <a:gd name="T106" fmla="*/ 35 w 84"/>
              <a:gd name="T107" fmla="*/ 71 h 85"/>
              <a:gd name="T108" fmla="*/ 14 w 84"/>
              <a:gd name="T109" fmla="*/ 35 h 85"/>
              <a:gd name="T110" fmla="*/ 49 w 84"/>
              <a:gd name="T111" fmla="*/ 14 h 85"/>
              <a:gd name="T112" fmla="*/ 70 w 84"/>
              <a:gd name="T113" fmla="*/ 50 h 85"/>
              <a:gd name="T114" fmla="*/ 35 w 84"/>
              <a:gd name="T115" fmla="*/ 71 h 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
              <a:gd name="T175" fmla="*/ 0 h 85"/>
              <a:gd name="T176" fmla="*/ 84 w 84"/>
              <a:gd name="T177" fmla="*/ 85 h 8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 h="85">
                <a:moveTo>
                  <a:pt x="78" y="44"/>
                </a:moveTo>
                <a:cubicBezTo>
                  <a:pt x="78" y="43"/>
                  <a:pt x="78" y="42"/>
                  <a:pt x="78" y="40"/>
                </a:cubicBezTo>
                <a:cubicBezTo>
                  <a:pt x="84" y="36"/>
                  <a:pt x="84" y="36"/>
                  <a:pt x="84" y="36"/>
                </a:cubicBezTo>
                <a:cubicBezTo>
                  <a:pt x="82" y="26"/>
                  <a:pt x="82" y="26"/>
                  <a:pt x="82" y="26"/>
                </a:cubicBezTo>
                <a:cubicBezTo>
                  <a:pt x="74" y="26"/>
                  <a:pt x="74" y="26"/>
                  <a:pt x="74" y="26"/>
                </a:cubicBezTo>
                <a:cubicBezTo>
                  <a:pt x="73" y="25"/>
                  <a:pt x="73" y="24"/>
                  <a:pt x="72" y="23"/>
                </a:cubicBezTo>
                <a:cubicBezTo>
                  <a:pt x="75" y="16"/>
                  <a:pt x="75" y="16"/>
                  <a:pt x="75" y="16"/>
                </a:cubicBezTo>
                <a:cubicBezTo>
                  <a:pt x="68" y="9"/>
                  <a:pt x="68" y="9"/>
                  <a:pt x="68" y="9"/>
                </a:cubicBezTo>
                <a:cubicBezTo>
                  <a:pt x="61" y="12"/>
                  <a:pt x="61" y="12"/>
                  <a:pt x="61" y="12"/>
                </a:cubicBezTo>
                <a:cubicBezTo>
                  <a:pt x="60" y="11"/>
                  <a:pt x="59" y="11"/>
                  <a:pt x="58" y="10"/>
                </a:cubicBezTo>
                <a:cubicBezTo>
                  <a:pt x="57" y="3"/>
                  <a:pt x="57" y="3"/>
                  <a:pt x="57" y="3"/>
                </a:cubicBezTo>
                <a:cubicBezTo>
                  <a:pt x="53" y="1"/>
                  <a:pt x="53" y="1"/>
                  <a:pt x="53" y="1"/>
                </a:cubicBezTo>
                <a:cubicBezTo>
                  <a:pt x="48" y="0"/>
                  <a:pt x="48" y="0"/>
                  <a:pt x="48" y="0"/>
                </a:cubicBezTo>
                <a:cubicBezTo>
                  <a:pt x="44" y="6"/>
                  <a:pt x="44" y="6"/>
                  <a:pt x="44" y="6"/>
                </a:cubicBezTo>
                <a:cubicBezTo>
                  <a:pt x="42" y="6"/>
                  <a:pt x="41" y="6"/>
                  <a:pt x="40" y="7"/>
                </a:cubicBezTo>
                <a:cubicBezTo>
                  <a:pt x="35" y="0"/>
                  <a:pt x="35" y="0"/>
                  <a:pt x="35" y="0"/>
                </a:cubicBezTo>
                <a:cubicBezTo>
                  <a:pt x="26" y="3"/>
                  <a:pt x="26" y="3"/>
                  <a:pt x="26" y="3"/>
                </a:cubicBezTo>
                <a:cubicBezTo>
                  <a:pt x="25" y="11"/>
                  <a:pt x="25" y="11"/>
                  <a:pt x="25" y="11"/>
                </a:cubicBezTo>
                <a:cubicBezTo>
                  <a:pt x="24" y="11"/>
                  <a:pt x="23" y="12"/>
                  <a:pt x="22" y="13"/>
                </a:cubicBezTo>
                <a:cubicBezTo>
                  <a:pt x="15" y="9"/>
                  <a:pt x="15" y="9"/>
                  <a:pt x="15" y="9"/>
                </a:cubicBezTo>
                <a:cubicBezTo>
                  <a:pt x="8" y="16"/>
                  <a:pt x="8" y="16"/>
                  <a:pt x="8" y="16"/>
                </a:cubicBezTo>
                <a:cubicBezTo>
                  <a:pt x="12" y="23"/>
                  <a:pt x="12" y="23"/>
                  <a:pt x="12" y="23"/>
                </a:cubicBezTo>
                <a:cubicBezTo>
                  <a:pt x="11" y="24"/>
                  <a:pt x="10" y="25"/>
                  <a:pt x="10" y="27"/>
                </a:cubicBezTo>
                <a:cubicBezTo>
                  <a:pt x="2" y="27"/>
                  <a:pt x="2" y="27"/>
                  <a:pt x="2" y="27"/>
                </a:cubicBezTo>
                <a:cubicBezTo>
                  <a:pt x="1" y="32"/>
                  <a:pt x="1" y="32"/>
                  <a:pt x="1" y="32"/>
                </a:cubicBezTo>
                <a:cubicBezTo>
                  <a:pt x="0" y="37"/>
                  <a:pt x="0" y="37"/>
                  <a:pt x="0" y="37"/>
                </a:cubicBezTo>
                <a:cubicBezTo>
                  <a:pt x="6" y="41"/>
                  <a:pt x="6" y="41"/>
                  <a:pt x="6" y="41"/>
                </a:cubicBezTo>
                <a:cubicBezTo>
                  <a:pt x="6" y="42"/>
                  <a:pt x="6" y="44"/>
                  <a:pt x="6" y="45"/>
                </a:cubicBezTo>
                <a:cubicBezTo>
                  <a:pt x="0" y="49"/>
                  <a:pt x="0" y="49"/>
                  <a:pt x="0" y="49"/>
                </a:cubicBezTo>
                <a:cubicBezTo>
                  <a:pt x="2" y="59"/>
                  <a:pt x="2" y="59"/>
                  <a:pt x="2" y="59"/>
                </a:cubicBezTo>
                <a:cubicBezTo>
                  <a:pt x="10" y="59"/>
                  <a:pt x="10" y="59"/>
                  <a:pt x="10" y="59"/>
                </a:cubicBezTo>
                <a:cubicBezTo>
                  <a:pt x="11" y="60"/>
                  <a:pt x="11" y="61"/>
                  <a:pt x="12" y="63"/>
                </a:cubicBezTo>
                <a:cubicBezTo>
                  <a:pt x="9" y="69"/>
                  <a:pt x="9" y="69"/>
                  <a:pt x="9" y="69"/>
                </a:cubicBezTo>
                <a:cubicBezTo>
                  <a:pt x="16" y="76"/>
                  <a:pt x="16" y="76"/>
                  <a:pt x="16" y="76"/>
                </a:cubicBezTo>
                <a:cubicBezTo>
                  <a:pt x="23" y="73"/>
                  <a:pt x="23" y="73"/>
                  <a:pt x="23" y="73"/>
                </a:cubicBezTo>
                <a:cubicBezTo>
                  <a:pt x="24" y="74"/>
                  <a:pt x="25" y="74"/>
                  <a:pt x="26" y="75"/>
                </a:cubicBezTo>
                <a:cubicBezTo>
                  <a:pt x="26" y="82"/>
                  <a:pt x="26" y="82"/>
                  <a:pt x="26" y="82"/>
                </a:cubicBezTo>
                <a:cubicBezTo>
                  <a:pt x="31" y="84"/>
                  <a:pt x="31" y="84"/>
                  <a:pt x="31" y="84"/>
                </a:cubicBezTo>
                <a:cubicBezTo>
                  <a:pt x="36" y="85"/>
                  <a:pt x="36" y="85"/>
                  <a:pt x="36" y="85"/>
                </a:cubicBezTo>
                <a:cubicBezTo>
                  <a:pt x="40" y="79"/>
                  <a:pt x="40" y="79"/>
                  <a:pt x="40" y="79"/>
                </a:cubicBezTo>
                <a:cubicBezTo>
                  <a:pt x="42" y="79"/>
                  <a:pt x="43" y="79"/>
                  <a:pt x="44" y="79"/>
                </a:cubicBezTo>
                <a:cubicBezTo>
                  <a:pt x="48" y="85"/>
                  <a:pt x="48" y="85"/>
                  <a:pt x="48" y="85"/>
                </a:cubicBezTo>
                <a:cubicBezTo>
                  <a:pt x="58" y="82"/>
                  <a:pt x="58" y="82"/>
                  <a:pt x="58" y="82"/>
                </a:cubicBezTo>
                <a:cubicBezTo>
                  <a:pt x="59" y="75"/>
                  <a:pt x="59" y="75"/>
                  <a:pt x="59" y="75"/>
                </a:cubicBezTo>
                <a:cubicBezTo>
                  <a:pt x="60" y="74"/>
                  <a:pt x="61" y="73"/>
                  <a:pt x="62" y="73"/>
                </a:cubicBezTo>
                <a:cubicBezTo>
                  <a:pt x="69" y="76"/>
                  <a:pt x="69" y="76"/>
                  <a:pt x="69" y="76"/>
                </a:cubicBezTo>
                <a:cubicBezTo>
                  <a:pt x="76" y="69"/>
                  <a:pt x="76" y="69"/>
                  <a:pt x="76" y="69"/>
                </a:cubicBezTo>
                <a:cubicBezTo>
                  <a:pt x="72" y="62"/>
                  <a:pt x="72" y="62"/>
                  <a:pt x="72" y="62"/>
                </a:cubicBezTo>
                <a:cubicBezTo>
                  <a:pt x="73" y="61"/>
                  <a:pt x="74" y="60"/>
                  <a:pt x="74" y="59"/>
                </a:cubicBezTo>
                <a:cubicBezTo>
                  <a:pt x="82" y="58"/>
                  <a:pt x="82" y="58"/>
                  <a:pt x="82" y="58"/>
                </a:cubicBezTo>
                <a:cubicBezTo>
                  <a:pt x="83" y="53"/>
                  <a:pt x="83" y="53"/>
                  <a:pt x="83" y="53"/>
                </a:cubicBezTo>
                <a:cubicBezTo>
                  <a:pt x="84" y="48"/>
                  <a:pt x="84" y="48"/>
                  <a:pt x="84" y="48"/>
                </a:cubicBezTo>
                <a:lnTo>
                  <a:pt x="78" y="44"/>
                </a:lnTo>
                <a:close/>
                <a:moveTo>
                  <a:pt x="35" y="71"/>
                </a:moveTo>
                <a:cubicBezTo>
                  <a:pt x="19" y="67"/>
                  <a:pt x="10" y="51"/>
                  <a:pt x="14" y="35"/>
                </a:cubicBezTo>
                <a:cubicBezTo>
                  <a:pt x="18" y="20"/>
                  <a:pt x="34" y="10"/>
                  <a:pt x="49" y="14"/>
                </a:cubicBezTo>
                <a:cubicBezTo>
                  <a:pt x="65" y="18"/>
                  <a:pt x="74" y="34"/>
                  <a:pt x="70" y="50"/>
                </a:cubicBezTo>
                <a:cubicBezTo>
                  <a:pt x="66" y="65"/>
                  <a:pt x="50" y="75"/>
                  <a:pt x="35" y="71"/>
                </a:cubicBezTo>
                <a:close/>
              </a:path>
            </a:pathLst>
          </a:custGeom>
          <a:solidFill>
            <a:srgbClr val="000000">
              <a:alpha val="20000"/>
            </a:srgbClr>
          </a:solidFill>
          <a:ln w="9525">
            <a:noFill/>
            <a:round/>
            <a:headEnd/>
            <a:tailEnd/>
          </a:ln>
        </p:spPr>
        <p:txBody>
          <a:bodyPr/>
          <a:lstStyle/>
          <a:p>
            <a:endParaRPr lang="zh-CN" altLang="en-US"/>
          </a:p>
        </p:txBody>
      </p:sp>
      <p:sp>
        <p:nvSpPr>
          <p:cNvPr id="16394" name="Freeform 10"/>
          <p:cNvSpPr>
            <a:spLocks noEditPoints="1"/>
          </p:cNvSpPr>
          <p:nvPr/>
        </p:nvSpPr>
        <p:spPr bwMode="auto">
          <a:xfrm>
            <a:off x="5094387" y="3374109"/>
            <a:ext cx="743397" cy="743396"/>
          </a:xfrm>
          <a:custGeom>
            <a:avLst/>
            <a:gdLst>
              <a:gd name="T0" fmla="*/ 158 w 171"/>
              <a:gd name="T1" fmla="*/ 89 h 171"/>
              <a:gd name="T2" fmla="*/ 158 w 171"/>
              <a:gd name="T3" fmla="*/ 81 h 171"/>
              <a:gd name="T4" fmla="*/ 170 w 171"/>
              <a:gd name="T5" fmla="*/ 72 h 171"/>
              <a:gd name="T6" fmla="*/ 165 w 171"/>
              <a:gd name="T7" fmla="*/ 53 h 171"/>
              <a:gd name="T8" fmla="*/ 150 w 171"/>
              <a:gd name="T9" fmla="*/ 52 h 171"/>
              <a:gd name="T10" fmla="*/ 146 w 171"/>
              <a:gd name="T11" fmla="*/ 45 h 171"/>
              <a:gd name="T12" fmla="*/ 152 w 171"/>
              <a:gd name="T13" fmla="*/ 31 h 171"/>
              <a:gd name="T14" fmla="*/ 138 w 171"/>
              <a:gd name="T15" fmla="*/ 17 h 171"/>
              <a:gd name="T16" fmla="*/ 124 w 171"/>
              <a:gd name="T17" fmla="*/ 24 h 171"/>
              <a:gd name="T18" fmla="*/ 117 w 171"/>
              <a:gd name="T19" fmla="*/ 20 h 171"/>
              <a:gd name="T20" fmla="*/ 116 w 171"/>
              <a:gd name="T21" fmla="*/ 5 h 171"/>
              <a:gd name="T22" fmla="*/ 107 w 171"/>
              <a:gd name="T23" fmla="*/ 2 h 171"/>
              <a:gd name="T24" fmla="*/ 97 w 171"/>
              <a:gd name="T25" fmla="*/ 0 h 171"/>
              <a:gd name="T26" fmla="*/ 88 w 171"/>
              <a:gd name="T27" fmla="*/ 13 h 171"/>
              <a:gd name="T28" fmla="*/ 80 w 171"/>
              <a:gd name="T29" fmla="*/ 13 h 171"/>
              <a:gd name="T30" fmla="*/ 72 w 171"/>
              <a:gd name="T31" fmla="*/ 0 h 171"/>
              <a:gd name="T32" fmla="*/ 52 w 171"/>
              <a:gd name="T33" fmla="*/ 5 h 171"/>
              <a:gd name="T34" fmla="*/ 52 w 171"/>
              <a:gd name="T35" fmla="*/ 21 h 171"/>
              <a:gd name="T36" fmla="*/ 45 w 171"/>
              <a:gd name="T37" fmla="*/ 25 h 171"/>
              <a:gd name="T38" fmla="*/ 31 w 171"/>
              <a:gd name="T39" fmla="*/ 18 h 171"/>
              <a:gd name="T40" fmla="*/ 17 w 171"/>
              <a:gd name="T41" fmla="*/ 33 h 171"/>
              <a:gd name="T42" fmla="*/ 24 w 171"/>
              <a:gd name="T43" fmla="*/ 46 h 171"/>
              <a:gd name="T44" fmla="*/ 20 w 171"/>
              <a:gd name="T45" fmla="*/ 53 h 171"/>
              <a:gd name="T46" fmla="*/ 5 w 171"/>
              <a:gd name="T47" fmla="*/ 54 h 171"/>
              <a:gd name="T48" fmla="*/ 2 w 171"/>
              <a:gd name="T49" fmla="*/ 64 h 171"/>
              <a:gd name="T50" fmla="*/ 0 w 171"/>
              <a:gd name="T51" fmla="*/ 74 h 171"/>
              <a:gd name="T52" fmla="*/ 12 w 171"/>
              <a:gd name="T53" fmla="*/ 82 h 171"/>
              <a:gd name="T54" fmla="*/ 12 w 171"/>
              <a:gd name="T55" fmla="*/ 90 h 171"/>
              <a:gd name="T56" fmla="*/ 0 w 171"/>
              <a:gd name="T57" fmla="*/ 98 h 171"/>
              <a:gd name="T58" fmla="*/ 5 w 171"/>
              <a:gd name="T59" fmla="*/ 118 h 171"/>
              <a:gd name="T60" fmla="*/ 20 w 171"/>
              <a:gd name="T61" fmla="*/ 119 h 171"/>
              <a:gd name="T62" fmla="*/ 24 w 171"/>
              <a:gd name="T63" fmla="*/ 126 h 171"/>
              <a:gd name="T64" fmla="*/ 18 w 171"/>
              <a:gd name="T65" fmla="*/ 139 h 171"/>
              <a:gd name="T66" fmla="*/ 32 w 171"/>
              <a:gd name="T67" fmla="*/ 154 h 171"/>
              <a:gd name="T68" fmla="*/ 46 w 171"/>
              <a:gd name="T69" fmla="*/ 147 h 171"/>
              <a:gd name="T70" fmla="*/ 53 w 171"/>
              <a:gd name="T71" fmla="*/ 151 h 171"/>
              <a:gd name="T72" fmla="*/ 54 w 171"/>
              <a:gd name="T73" fmla="*/ 166 h 171"/>
              <a:gd name="T74" fmla="*/ 64 w 171"/>
              <a:gd name="T75" fmla="*/ 168 h 171"/>
              <a:gd name="T76" fmla="*/ 74 w 171"/>
              <a:gd name="T77" fmla="*/ 171 h 171"/>
              <a:gd name="T78" fmla="*/ 82 w 171"/>
              <a:gd name="T79" fmla="*/ 158 h 171"/>
              <a:gd name="T80" fmla="*/ 90 w 171"/>
              <a:gd name="T81" fmla="*/ 158 h 171"/>
              <a:gd name="T82" fmla="*/ 98 w 171"/>
              <a:gd name="T83" fmla="*/ 171 h 171"/>
              <a:gd name="T84" fmla="*/ 118 w 171"/>
              <a:gd name="T85" fmla="*/ 165 h 171"/>
              <a:gd name="T86" fmla="*/ 119 w 171"/>
              <a:gd name="T87" fmla="*/ 150 h 171"/>
              <a:gd name="T88" fmla="*/ 125 w 171"/>
              <a:gd name="T89" fmla="*/ 146 h 171"/>
              <a:gd name="T90" fmla="*/ 139 w 171"/>
              <a:gd name="T91" fmla="*/ 153 h 171"/>
              <a:gd name="T92" fmla="*/ 153 w 171"/>
              <a:gd name="T93" fmla="*/ 138 h 171"/>
              <a:gd name="T94" fmla="*/ 147 w 171"/>
              <a:gd name="T95" fmla="*/ 125 h 171"/>
              <a:gd name="T96" fmla="*/ 150 w 171"/>
              <a:gd name="T97" fmla="*/ 118 h 171"/>
              <a:gd name="T98" fmla="*/ 166 w 171"/>
              <a:gd name="T99" fmla="*/ 117 h 171"/>
              <a:gd name="T100" fmla="*/ 168 w 171"/>
              <a:gd name="T101" fmla="*/ 107 h 171"/>
              <a:gd name="T102" fmla="*/ 171 w 171"/>
              <a:gd name="T103" fmla="*/ 97 h 171"/>
              <a:gd name="T104" fmla="*/ 158 w 171"/>
              <a:gd name="T105" fmla="*/ 89 h 171"/>
              <a:gd name="T106" fmla="*/ 70 w 171"/>
              <a:gd name="T107" fmla="*/ 142 h 171"/>
              <a:gd name="T108" fmla="*/ 28 w 171"/>
              <a:gd name="T109" fmla="*/ 71 h 171"/>
              <a:gd name="T110" fmla="*/ 100 w 171"/>
              <a:gd name="T111" fmla="*/ 28 h 171"/>
              <a:gd name="T112" fmla="*/ 142 w 171"/>
              <a:gd name="T113" fmla="*/ 100 h 171"/>
              <a:gd name="T114" fmla="*/ 70 w 171"/>
              <a:gd name="T115" fmla="*/ 142 h 17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1"/>
              <a:gd name="T175" fmla="*/ 0 h 171"/>
              <a:gd name="T176" fmla="*/ 171 w 171"/>
              <a:gd name="T177" fmla="*/ 171 h 17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1" h="171">
                <a:moveTo>
                  <a:pt x="158" y="89"/>
                </a:moveTo>
                <a:cubicBezTo>
                  <a:pt x="158" y="86"/>
                  <a:pt x="158" y="83"/>
                  <a:pt x="158" y="81"/>
                </a:cubicBezTo>
                <a:cubicBezTo>
                  <a:pt x="170" y="72"/>
                  <a:pt x="170" y="72"/>
                  <a:pt x="170" y="72"/>
                </a:cubicBezTo>
                <a:cubicBezTo>
                  <a:pt x="165" y="53"/>
                  <a:pt x="165" y="53"/>
                  <a:pt x="165" y="53"/>
                </a:cubicBezTo>
                <a:cubicBezTo>
                  <a:pt x="150" y="52"/>
                  <a:pt x="150" y="52"/>
                  <a:pt x="150" y="52"/>
                </a:cubicBezTo>
                <a:cubicBezTo>
                  <a:pt x="149" y="49"/>
                  <a:pt x="147" y="47"/>
                  <a:pt x="146" y="45"/>
                </a:cubicBezTo>
                <a:cubicBezTo>
                  <a:pt x="152" y="31"/>
                  <a:pt x="152" y="31"/>
                  <a:pt x="152" y="31"/>
                </a:cubicBezTo>
                <a:cubicBezTo>
                  <a:pt x="138" y="17"/>
                  <a:pt x="138" y="17"/>
                  <a:pt x="138" y="17"/>
                </a:cubicBezTo>
                <a:cubicBezTo>
                  <a:pt x="124" y="24"/>
                  <a:pt x="124" y="24"/>
                  <a:pt x="124" y="24"/>
                </a:cubicBezTo>
                <a:cubicBezTo>
                  <a:pt x="122" y="22"/>
                  <a:pt x="120" y="21"/>
                  <a:pt x="117" y="20"/>
                </a:cubicBezTo>
                <a:cubicBezTo>
                  <a:pt x="116" y="5"/>
                  <a:pt x="116" y="5"/>
                  <a:pt x="116" y="5"/>
                </a:cubicBezTo>
                <a:cubicBezTo>
                  <a:pt x="107" y="2"/>
                  <a:pt x="107" y="2"/>
                  <a:pt x="107" y="2"/>
                </a:cubicBezTo>
                <a:cubicBezTo>
                  <a:pt x="97" y="0"/>
                  <a:pt x="97" y="0"/>
                  <a:pt x="97" y="0"/>
                </a:cubicBezTo>
                <a:cubicBezTo>
                  <a:pt x="88" y="13"/>
                  <a:pt x="88" y="13"/>
                  <a:pt x="88" y="13"/>
                </a:cubicBezTo>
                <a:cubicBezTo>
                  <a:pt x="86" y="12"/>
                  <a:pt x="83" y="12"/>
                  <a:pt x="80" y="13"/>
                </a:cubicBezTo>
                <a:cubicBezTo>
                  <a:pt x="72" y="0"/>
                  <a:pt x="72" y="0"/>
                  <a:pt x="72" y="0"/>
                </a:cubicBezTo>
                <a:cubicBezTo>
                  <a:pt x="52" y="5"/>
                  <a:pt x="52" y="5"/>
                  <a:pt x="52" y="5"/>
                </a:cubicBezTo>
                <a:cubicBezTo>
                  <a:pt x="52" y="21"/>
                  <a:pt x="52" y="21"/>
                  <a:pt x="52" y="21"/>
                </a:cubicBezTo>
                <a:cubicBezTo>
                  <a:pt x="49" y="22"/>
                  <a:pt x="47" y="23"/>
                  <a:pt x="45" y="25"/>
                </a:cubicBezTo>
                <a:cubicBezTo>
                  <a:pt x="31" y="18"/>
                  <a:pt x="31" y="18"/>
                  <a:pt x="31" y="18"/>
                </a:cubicBezTo>
                <a:cubicBezTo>
                  <a:pt x="17" y="33"/>
                  <a:pt x="17" y="33"/>
                  <a:pt x="17" y="33"/>
                </a:cubicBezTo>
                <a:cubicBezTo>
                  <a:pt x="24" y="46"/>
                  <a:pt x="24" y="46"/>
                  <a:pt x="24" y="46"/>
                </a:cubicBezTo>
                <a:cubicBezTo>
                  <a:pt x="22" y="48"/>
                  <a:pt x="21" y="51"/>
                  <a:pt x="20" y="53"/>
                </a:cubicBezTo>
                <a:cubicBezTo>
                  <a:pt x="5" y="54"/>
                  <a:pt x="5" y="54"/>
                  <a:pt x="5" y="54"/>
                </a:cubicBezTo>
                <a:cubicBezTo>
                  <a:pt x="2" y="64"/>
                  <a:pt x="2" y="64"/>
                  <a:pt x="2" y="64"/>
                </a:cubicBezTo>
                <a:cubicBezTo>
                  <a:pt x="0" y="74"/>
                  <a:pt x="0" y="74"/>
                  <a:pt x="0" y="74"/>
                </a:cubicBezTo>
                <a:cubicBezTo>
                  <a:pt x="12" y="82"/>
                  <a:pt x="12" y="82"/>
                  <a:pt x="12" y="82"/>
                </a:cubicBezTo>
                <a:cubicBezTo>
                  <a:pt x="12" y="85"/>
                  <a:pt x="12" y="87"/>
                  <a:pt x="12" y="90"/>
                </a:cubicBezTo>
                <a:cubicBezTo>
                  <a:pt x="0" y="98"/>
                  <a:pt x="0" y="98"/>
                  <a:pt x="0" y="98"/>
                </a:cubicBezTo>
                <a:cubicBezTo>
                  <a:pt x="5" y="118"/>
                  <a:pt x="5" y="118"/>
                  <a:pt x="5" y="118"/>
                </a:cubicBezTo>
                <a:cubicBezTo>
                  <a:pt x="20" y="119"/>
                  <a:pt x="20" y="119"/>
                  <a:pt x="20" y="119"/>
                </a:cubicBezTo>
                <a:cubicBezTo>
                  <a:pt x="22" y="121"/>
                  <a:pt x="23" y="123"/>
                  <a:pt x="24" y="126"/>
                </a:cubicBezTo>
                <a:cubicBezTo>
                  <a:pt x="18" y="139"/>
                  <a:pt x="18" y="139"/>
                  <a:pt x="18" y="139"/>
                </a:cubicBezTo>
                <a:cubicBezTo>
                  <a:pt x="32" y="154"/>
                  <a:pt x="32" y="154"/>
                  <a:pt x="32" y="154"/>
                </a:cubicBezTo>
                <a:cubicBezTo>
                  <a:pt x="46" y="147"/>
                  <a:pt x="46" y="147"/>
                  <a:pt x="46" y="147"/>
                </a:cubicBezTo>
                <a:cubicBezTo>
                  <a:pt x="48" y="148"/>
                  <a:pt x="50" y="149"/>
                  <a:pt x="53" y="151"/>
                </a:cubicBezTo>
                <a:cubicBezTo>
                  <a:pt x="54" y="166"/>
                  <a:pt x="54" y="166"/>
                  <a:pt x="54" y="166"/>
                </a:cubicBezTo>
                <a:cubicBezTo>
                  <a:pt x="64" y="168"/>
                  <a:pt x="64" y="168"/>
                  <a:pt x="64" y="168"/>
                </a:cubicBezTo>
                <a:cubicBezTo>
                  <a:pt x="74" y="171"/>
                  <a:pt x="74" y="171"/>
                  <a:pt x="74" y="171"/>
                </a:cubicBezTo>
                <a:cubicBezTo>
                  <a:pt x="82" y="158"/>
                  <a:pt x="82" y="158"/>
                  <a:pt x="82" y="158"/>
                </a:cubicBezTo>
                <a:cubicBezTo>
                  <a:pt x="84" y="158"/>
                  <a:pt x="87" y="158"/>
                  <a:pt x="90" y="158"/>
                </a:cubicBezTo>
                <a:cubicBezTo>
                  <a:pt x="98" y="171"/>
                  <a:pt x="98" y="171"/>
                  <a:pt x="98" y="171"/>
                </a:cubicBezTo>
                <a:cubicBezTo>
                  <a:pt x="118" y="165"/>
                  <a:pt x="118" y="165"/>
                  <a:pt x="118" y="165"/>
                </a:cubicBezTo>
                <a:cubicBezTo>
                  <a:pt x="119" y="150"/>
                  <a:pt x="119" y="150"/>
                  <a:pt x="119" y="150"/>
                </a:cubicBezTo>
                <a:cubicBezTo>
                  <a:pt x="121" y="149"/>
                  <a:pt x="123" y="147"/>
                  <a:pt x="125" y="146"/>
                </a:cubicBezTo>
                <a:cubicBezTo>
                  <a:pt x="139" y="153"/>
                  <a:pt x="139" y="153"/>
                  <a:pt x="139" y="153"/>
                </a:cubicBezTo>
                <a:cubicBezTo>
                  <a:pt x="153" y="138"/>
                  <a:pt x="153" y="138"/>
                  <a:pt x="153" y="138"/>
                </a:cubicBezTo>
                <a:cubicBezTo>
                  <a:pt x="147" y="125"/>
                  <a:pt x="147" y="125"/>
                  <a:pt x="147" y="125"/>
                </a:cubicBezTo>
                <a:cubicBezTo>
                  <a:pt x="148" y="122"/>
                  <a:pt x="149" y="120"/>
                  <a:pt x="150" y="118"/>
                </a:cubicBezTo>
                <a:cubicBezTo>
                  <a:pt x="166" y="117"/>
                  <a:pt x="166" y="117"/>
                  <a:pt x="166" y="117"/>
                </a:cubicBezTo>
                <a:cubicBezTo>
                  <a:pt x="168" y="107"/>
                  <a:pt x="168" y="107"/>
                  <a:pt x="168" y="107"/>
                </a:cubicBezTo>
                <a:cubicBezTo>
                  <a:pt x="171" y="97"/>
                  <a:pt x="171" y="97"/>
                  <a:pt x="171" y="97"/>
                </a:cubicBezTo>
                <a:lnTo>
                  <a:pt x="158" y="89"/>
                </a:lnTo>
                <a:close/>
                <a:moveTo>
                  <a:pt x="70" y="142"/>
                </a:moveTo>
                <a:cubicBezTo>
                  <a:pt x="39" y="134"/>
                  <a:pt x="20" y="102"/>
                  <a:pt x="28" y="71"/>
                </a:cubicBezTo>
                <a:cubicBezTo>
                  <a:pt x="36" y="39"/>
                  <a:pt x="68" y="20"/>
                  <a:pt x="100" y="28"/>
                </a:cubicBezTo>
                <a:cubicBezTo>
                  <a:pt x="131" y="37"/>
                  <a:pt x="150" y="69"/>
                  <a:pt x="142" y="100"/>
                </a:cubicBezTo>
                <a:cubicBezTo>
                  <a:pt x="134" y="131"/>
                  <a:pt x="102" y="150"/>
                  <a:pt x="70" y="142"/>
                </a:cubicBezTo>
                <a:close/>
              </a:path>
            </a:pathLst>
          </a:custGeom>
          <a:solidFill>
            <a:srgbClr val="000000">
              <a:alpha val="20000"/>
            </a:srgbClr>
          </a:solidFill>
          <a:ln w="9525">
            <a:noFill/>
            <a:round/>
            <a:headEnd/>
            <a:tailEnd/>
          </a:ln>
        </p:spPr>
        <p:txBody>
          <a:bodyPr/>
          <a:lstStyle/>
          <a:p>
            <a:endParaRPr lang="zh-CN" altLang="en-US"/>
          </a:p>
        </p:txBody>
      </p:sp>
      <p:sp>
        <p:nvSpPr>
          <p:cNvPr id="16395" name="Freeform 11"/>
          <p:cNvSpPr>
            <a:spLocks noEditPoints="1"/>
          </p:cNvSpPr>
          <p:nvPr/>
        </p:nvSpPr>
        <p:spPr bwMode="auto">
          <a:xfrm>
            <a:off x="1134071" y="4755977"/>
            <a:ext cx="747862" cy="741164"/>
          </a:xfrm>
          <a:custGeom>
            <a:avLst/>
            <a:gdLst>
              <a:gd name="T0" fmla="*/ 159 w 172"/>
              <a:gd name="T1" fmla="*/ 89 h 171"/>
              <a:gd name="T2" fmla="*/ 159 w 172"/>
              <a:gd name="T3" fmla="*/ 81 h 171"/>
              <a:gd name="T4" fmla="*/ 171 w 172"/>
              <a:gd name="T5" fmla="*/ 72 h 171"/>
              <a:gd name="T6" fmla="*/ 166 w 172"/>
              <a:gd name="T7" fmla="*/ 53 h 171"/>
              <a:gd name="T8" fmla="*/ 151 w 172"/>
              <a:gd name="T9" fmla="*/ 52 h 171"/>
              <a:gd name="T10" fmla="*/ 147 w 172"/>
              <a:gd name="T11" fmla="*/ 45 h 171"/>
              <a:gd name="T12" fmla="*/ 153 w 172"/>
              <a:gd name="T13" fmla="*/ 32 h 171"/>
              <a:gd name="T14" fmla="*/ 139 w 172"/>
              <a:gd name="T15" fmla="*/ 17 h 171"/>
              <a:gd name="T16" fmla="*/ 125 w 172"/>
              <a:gd name="T17" fmla="*/ 24 h 171"/>
              <a:gd name="T18" fmla="*/ 118 w 172"/>
              <a:gd name="T19" fmla="*/ 20 h 171"/>
              <a:gd name="T20" fmla="*/ 117 w 172"/>
              <a:gd name="T21" fmla="*/ 5 h 171"/>
              <a:gd name="T22" fmla="*/ 107 w 172"/>
              <a:gd name="T23" fmla="*/ 3 h 171"/>
              <a:gd name="T24" fmla="*/ 98 w 172"/>
              <a:gd name="T25" fmla="*/ 0 h 171"/>
              <a:gd name="T26" fmla="*/ 89 w 172"/>
              <a:gd name="T27" fmla="*/ 13 h 171"/>
              <a:gd name="T28" fmla="*/ 81 w 172"/>
              <a:gd name="T29" fmla="*/ 13 h 171"/>
              <a:gd name="T30" fmla="*/ 73 w 172"/>
              <a:gd name="T31" fmla="*/ 0 h 171"/>
              <a:gd name="T32" fmla="*/ 53 w 172"/>
              <a:gd name="T33" fmla="*/ 6 h 171"/>
              <a:gd name="T34" fmla="*/ 52 w 172"/>
              <a:gd name="T35" fmla="*/ 21 h 171"/>
              <a:gd name="T36" fmla="*/ 46 w 172"/>
              <a:gd name="T37" fmla="*/ 25 h 171"/>
              <a:gd name="T38" fmla="*/ 32 w 172"/>
              <a:gd name="T39" fmla="*/ 18 h 171"/>
              <a:gd name="T40" fmla="*/ 18 w 172"/>
              <a:gd name="T41" fmla="*/ 33 h 171"/>
              <a:gd name="T42" fmla="*/ 25 w 172"/>
              <a:gd name="T43" fmla="*/ 46 h 171"/>
              <a:gd name="T44" fmla="*/ 21 w 172"/>
              <a:gd name="T45" fmla="*/ 53 h 171"/>
              <a:gd name="T46" fmla="*/ 6 w 172"/>
              <a:gd name="T47" fmla="*/ 54 h 171"/>
              <a:gd name="T48" fmla="*/ 3 w 172"/>
              <a:gd name="T49" fmla="*/ 64 h 171"/>
              <a:gd name="T50" fmla="*/ 0 w 172"/>
              <a:gd name="T51" fmla="*/ 74 h 171"/>
              <a:gd name="T52" fmla="*/ 13 w 172"/>
              <a:gd name="T53" fmla="*/ 82 h 171"/>
              <a:gd name="T54" fmla="*/ 13 w 172"/>
              <a:gd name="T55" fmla="*/ 90 h 171"/>
              <a:gd name="T56" fmla="*/ 1 w 172"/>
              <a:gd name="T57" fmla="*/ 99 h 171"/>
              <a:gd name="T58" fmla="*/ 6 w 172"/>
              <a:gd name="T59" fmla="*/ 118 h 171"/>
              <a:gd name="T60" fmla="*/ 21 w 172"/>
              <a:gd name="T61" fmla="*/ 119 h 171"/>
              <a:gd name="T62" fmla="*/ 25 w 172"/>
              <a:gd name="T63" fmla="*/ 126 h 171"/>
              <a:gd name="T64" fmla="*/ 19 w 172"/>
              <a:gd name="T65" fmla="*/ 140 h 171"/>
              <a:gd name="T66" fmla="*/ 33 w 172"/>
              <a:gd name="T67" fmla="*/ 154 h 171"/>
              <a:gd name="T68" fmla="*/ 47 w 172"/>
              <a:gd name="T69" fmla="*/ 147 h 171"/>
              <a:gd name="T70" fmla="*/ 54 w 172"/>
              <a:gd name="T71" fmla="*/ 151 h 171"/>
              <a:gd name="T72" fmla="*/ 55 w 172"/>
              <a:gd name="T73" fmla="*/ 166 h 171"/>
              <a:gd name="T74" fmla="*/ 65 w 172"/>
              <a:gd name="T75" fmla="*/ 169 h 171"/>
              <a:gd name="T76" fmla="*/ 74 w 172"/>
              <a:gd name="T77" fmla="*/ 171 h 171"/>
              <a:gd name="T78" fmla="*/ 83 w 172"/>
              <a:gd name="T79" fmla="*/ 158 h 171"/>
              <a:gd name="T80" fmla="*/ 91 w 172"/>
              <a:gd name="T81" fmla="*/ 158 h 171"/>
              <a:gd name="T82" fmla="*/ 99 w 172"/>
              <a:gd name="T83" fmla="*/ 171 h 171"/>
              <a:gd name="T84" fmla="*/ 119 w 172"/>
              <a:gd name="T85" fmla="*/ 165 h 171"/>
              <a:gd name="T86" fmla="*/ 120 w 172"/>
              <a:gd name="T87" fmla="*/ 150 h 171"/>
              <a:gd name="T88" fmla="*/ 126 w 172"/>
              <a:gd name="T89" fmla="*/ 146 h 171"/>
              <a:gd name="T90" fmla="*/ 140 w 172"/>
              <a:gd name="T91" fmla="*/ 153 h 171"/>
              <a:gd name="T92" fmla="*/ 154 w 172"/>
              <a:gd name="T93" fmla="*/ 138 h 171"/>
              <a:gd name="T94" fmla="*/ 147 w 172"/>
              <a:gd name="T95" fmla="*/ 125 h 171"/>
              <a:gd name="T96" fmla="*/ 151 w 172"/>
              <a:gd name="T97" fmla="*/ 118 h 171"/>
              <a:gd name="T98" fmla="*/ 166 w 172"/>
              <a:gd name="T99" fmla="*/ 117 h 171"/>
              <a:gd name="T100" fmla="*/ 169 w 172"/>
              <a:gd name="T101" fmla="*/ 107 h 171"/>
              <a:gd name="T102" fmla="*/ 172 w 172"/>
              <a:gd name="T103" fmla="*/ 97 h 171"/>
              <a:gd name="T104" fmla="*/ 159 w 172"/>
              <a:gd name="T105" fmla="*/ 89 h 171"/>
              <a:gd name="T106" fmla="*/ 71 w 172"/>
              <a:gd name="T107" fmla="*/ 142 h 171"/>
              <a:gd name="T108" fmla="*/ 29 w 172"/>
              <a:gd name="T109" fmla="*/ 71 h 171"/>
              <a:gd name="T110" fmla="*/ 101 w 172"/>
              <a:gd name="T111" fmla="*/ 29 h 171"/>
              <a:gd name="T112" fmla="*/ 143 w 172"/>
              <a:gd name="T113" fmla="*/ 100 h 171"/>
              <a:gd name="T114" fmla="*/ 71 w 172"/>
              <a:gd name="T115" fmla="*/ 142 h 17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2"/>
              <a:gd name="T175" fmla="*/ 0 h 171"/>
              <a:gd name="T176" fmla="*/ 172 w 172"/>
              <a:gd name="T177" fmla="*/ 171 h 17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2" h="171">
                <a:moveTo>
                  <a:pt x="159" y="89"/>
                </a:moveTo>
                <a:cubicBezTo>
                  <a:pt x="159" y="86"/>
                  <a:pt x="159" y="84"/>
                  <a:pt x="159" y="81"/>
                </a:cubicBezTo>
                <a:cubicBezTo>
                  <a:pt x="171" y="72"/>
                  <a:pt x="171" y="72"/>
                  <a:pt x="171" y="72"/>
                </a:cubicBezTo>
                <a:cubicBezTo>
                  <a:pt x="166" y="53"/>
                  <a:pt x="166" y="53"/>
                  <a:pt x="166" y="53"/>
                </a:cubicBezTo>
                <a:cubicBezTo>
                  <a:pt x="151" y="52"/>
                  <a:pt x="151" y="52"/>
                  <a:pt x="151" y="52"/>
                </a:cubicBezTo>
                <a:cubicBezTo>
                  <a:pt x="149" y="50"/>
                  <a:pt x="148" y="47"/>
                  <a:pt x="147" y="45"/>
                </a:cubicBezTo>
                <a:cubicBezTo>
                  <a:pt x="153" y="32"/>
                  <a:pt x="153" y="32"/>
                  <a:pt x="153" y="32"/>
                </a:cubicBezTo>
                <a:cubicBezTo>
                  <a:pt x="139" y="17"/>
                  <a:pt x="139" y="17"/>
                  <a:pt x="139" y="17"/>
                </a:cubicBezTo>
                <a:cubicBezTo>
                  <a:pt x="125" y="24"/>
                  <a:pt x="125" y="24"/>
                  <a:pt x="125" y="24"/>
                </a:cubicBezTo>
                <a:cubicBezTo>
                  <a:pt x="123" y="23"/>
                  <a:pt x="121" y="21"/>
                  <a:pt x="118" y="20"/>
                </a:cubicBezTo>
                <a:cubicBezTo>
                  <a:pt x="117" y="5"/>
                  <a:pt x="117" y="5"/>
                  <a:pt x="117" y="5"/>
                </a:cubicBezTo>
                <a:cubicBezTo>
                  <a:pt x="107" y="3"/>
                  <a:pt x="107" y="3"/>
                  <a:pt x="107" y="3"/>
                </a:cubicBezTo>
                <a:cubicBezTo>
                  <a:pt x="98" y="0"/>
                  <a:pt x="98" y="0"/>
                  <a:pt x="98" y="0"/>
                </a:cubicBezTo>
                <a:cubicBezTo>
                  <a:pt x="89" y="13"/>
                  <a:pt x="89" y="13"/>
                  <a:pt x="89" y="13"/>
                </a:cubicBezTo>
                <a:cubicBezTo>
                  <a:pt x="87" y="13"/>
                  <a:pt x="84" y="13"/>
                  <a:pt x="81" y="13"/>
                </a:cubicBezTo>
                <a:cubicBezTo>
                  <a:pt x="73" y="0"/>
                  <a:pt x="73" y="0"/>
                  <a:pt x="73" y="0"/>
                </a:cubicBezTo>
                <a:cubicBezTo>
                  <a:pt x="53" y="6"/>
                  <a:pt x="53" y="6"/>
                  <a:pt x="53" y="6"/>
                </a:cubicBezTo>
                <a:cubicBezTo>
                  <a:pt x="52" y="21"/>
                  <a:pt x="52" y="21"/>
                  <a:pt x="52" y="21"/>
                </a:cubicBezTo>
                <a:cubicBezTo>
                  <a:pt x="50" y="22"/>
                  <a:pt x="48" y="23"/>
                  <a:pt x="46" y="25"/>
                </a:cubicBezTo>
                <a:cubicBezTo>
                  <a:pt x="32" y="18"/>
                  <a:pt x="32" y="18"/>
                  <a:pt x="32" y="18"/>
                </a:cubicBezTo>
                <a:cubicBezTo>
                  <a:pt x="18" y="33"/>
                  <a:pt x="18" y="33"/>
                  <a:pt x="18" y="33"/>
                </a:cubicBezTo>
                <a:cubicBezTo>
                  <a:pt x="25" y="46"/>
                  <a:pt x="25" y="46"/>
                  <a:pt x="25" y="46"/>
                </a:cubicBezTo>
                <a:cubicBezTo>
                  <a:pt x="23" y="49"/>
                  <a:pt x="22" y="51"/>
                  <a:pt x="21" y="53"/>
                </a:cubicBezTo>
                <a:cubicBezTo>
                  <a:pt x="6" y="54"/>
                  <a:pt x="6" y="54"/>
                  <a:pt x="6" y="54"/>
                </a:cubicBezTo>
                <a:cubicBezTo>
                  <a:pt x="3" y="64"/>
                  <a:pt x="3" y="64"/>
                  <a:pt x="3" y="64"/>
                </a:cubicBezTo>
                <a:cubicBezTo>
                  <a:pt x="0" y="74"/>
                  <a:pt x="0" y="74"/>
                  <a:pt x="0" y="74"/>
                </a:cubicBezTo>
                <a:cubicBezTo>
                  <a:pt x="13" y="82"/>
                  <a:pt x="13" y="82"/>
                  <a:pt x="13" y="82"/>
                </a:cubicBezTo>
                <a:cubicBezTo>
                  <a:pt x="13" y="85"/>
                  <a:pt x="13" y="88"/>
                  <a:pt x="13" y="90"/>
                </a:cubicBezTo>
                <a:cubicBezTo>
                  <a:pt x="1" y="99"/>
                  <a:pt x="1" y="99"/>
                  <a:pt x="1" y="99"/>
                </a:cubicBezTo>
                <a:cubicBezTo>
                  <a:pt x="6" y="118"/>
                  <a:pt x="6" y="118"/>
                  <a:pt x="6" y="118"/>
                </a:cubicBezTo>
                <a:cubicBezTo>
                  <a:pt x="21" y="119"/>
                  <a:pt x="21" y="119"/>
                  <a:pt x="21" y="119"/>
                </a:cubicBezTo>
                <a:cubicBezTo>
                  <a:pt x="23" y="121"/>
                  <a:pt x="24" y="124"/>
                  <a:pt x="25" y="126"/>
                </a:cubicBezTo>
                <a:cubicBezTo>
                  <a:pt x="19" y="140"/>
                  <a:pt x="19" y="140"/>
                  <a:pt x="19" y="140"/>
                </a:cubicBezTo>
                <a:cubicBezTo>
                  <a:pt x="33" y="154"/>
                  <a:pt x="33" y="154"/>
                  <a:pt x="33" y="154"/>
                </a:cubicBezTo>
                <a:cubicBezTo>
                  <a:pt x="47" y="147"/>
                  <a:pt x="47" y="147"/>
                  <a:pt x="47" y="147"/>
                </a:cubicBezTo>
                <a:cubicBezTo>
                  <a:pt x="49" y="148"/>
                  <a:pt x="51" y="150"/>
                  <a:pt x="54" y="151"/>
                </a:cubicBezTo>
                <a:cubicBezTo>
                  <a:pt x="55" y="166"/>
                  <a:pt x="55" y="166"/>
                  <a:pt x="55" y="166"/>
                </a:cubicBezTo>
                <a:cubicBezTo>
                  <a:pt x="65" y="169"/>
                  <a:pt x="65" y="169"/>
                  <a:pt x="65" y="169"/>
                </a:cubicBezTo>
                <a:cubicBezTo>
                  <a:pt x="74" y="171"/>
                  <a:pt x="74" y="171"/>
                  <a:pt x="74" y="171"/>
                </a:cubicBezTo>
                <a:cubicBezTo>
                  <a:pt x="83" y="158"/>
                  <a:pt x="83" y="158"/>
                  <a:pt x="83" y="158"/>
                </a:cubicBezTo>
                <a:cubicBezTo>
                  <a:pt x="85" y="158"/>
                  <a:pt x="88" y="158"/>
                  <a:pt x="91" y="158"/>
                </a:cubicBezTo>
                <a:cubicBezTo>
                  <a:pt x="99" y="171"/>
                  <a:pt x="99" y="171"/>
                  <a:pt x="99" y="171"/>
                </a:cubicBezTo>
                <a:cubicBezTo>
                  <a:pt x="119" y="165"/>
                  <a:pt x="119" y="165"/>
                  <a:pt x="119" y="165"/>
                </a:cubicBezTo>
                <a:cubicBezTo>
                  <a:pt x="120" y="150"/>
                  <a:pt x="120" y="150"/>
                  <a:pt x="120" y="150"/>
                </a:cubicBezTo>
                <a:cubicBezTo>
                  <a:pt x="122" y="149"/>
                  <a:pt x="124" y="148"/>
                  <a:pt x="126" y="146"/>
                </a:cubicBezTo>
                <a:cubicBezTo>
                  <a:pt x="140" y="153"/>
                  <a:pt x="140" y="153"/>
                  <a:pt x="140" y="153"/>
                </a:cubicBezTo>
                <a:cubicBezTo>
                  <a:pt x="154" y="138"/>
                  <a:pt x="154" y="138"/>
                  <a:pt x="154" y="138"/>
                </a:cubicBezTo>
                <a:cubicBezTo>
                  <a:pt x="147" y="125"/>
                  <a:pt x="147" y="125"/>
                  <a:pt x="147" y="125"/>
                </a:cubicBezTo>
                <a:cubicBezTo>
                  <a:pt x="149" y="123"/>
                  <a:pt x="150" y="120"/>
                  <a:pt x="151" y="118"/>
                </a:cubicBezTo>
                <a:cubicBezTo>
                  <a:pt x="166" y="117"/>
                  <a:pt x="166" y="117"/>
                  <a:pt x="166" y="117"/>
                </a:cubicBezTo>
                <a:cubicBezTo>
                  <a:pt x="169" y="107"/>
                  <a:pt x="169" y="107"/>
                  <a:pt x="169" y="107"/>
                </a:cubicBezTo>
                <a:cubicBezTo>
                  <a:pt x="172" y="97"/>
                  <a:pt x="172" y="97"/>
                  <a:pt x="172" y="97"/>
                </a:cubicBezTo>
                <a:lnTo>
                  <a:pt x="159" y="89"/>
                </a:lnTo>
                <a:close/>
                <a:moveTo>
                  <a:pt x="71" y="142"/>
                </a:moveTo>
                <a:cubicBezTo>
                  <a:pt x="40" y="134"/>
                  <a:pt x="21" y="102"/>
                  <a:pt x="29" y="71"/>
                </a:cubicBezTo>
                <a:cubicBezTo>
                  <a:pt x="37" y="40"/>
                  <a:pt x="69" y="21"/>
                  <a:pt x="101" y="29"/>
                </a:cubicBezTo>
                <a:cubicBezTo>
                  <a:pt x="132" y="37"/>
                  <a:pt x="151" y="69"/>
                  <a:pt x="143" y="100"/>
                </a:cubicBezTo>
                <a:cubicBezTo>
                  <a:pt x="135" y="132"/>
                  <a:pt x="103" y="150"/>
                  <a:pt x="71" y="142"/>
                </a:cubicBezTo>
                <a:close/>
              </a:path>
            </a:pathLst>
          </a:custGeom>
          <a:solidFill>
            <a:srgbClr val="000000">
              <a:alpha val="20000"/>
            </a:srgbClr>
          </a:solidFill>
          <a:ln w="9525">
            <a:noFill/>
            <a:round/>
            <a:headEnd/>
            <a:tailEnd/>
          </a:ln>
        </p:spPr>
        <p:txBody>
          <a:bodyPr/>
          <a:lstStyle/>
          <a:p>
            <a:endParaRPr lang="zh-CN" altLang="en-US"/>
          </a:p>
        </p:txBody>
      </p:sp>
      <p:sp>
        <p:nvSpPr>
          <p:cNvPr id="16396" name="Freeform 12"/>
          <p:cNvSpPr>
            <a:spLocks noEditPoints="1"/>
          </p:cNvSpPr>
          <p:nvPr/>
        </p:nvSpPr>
        <p:spPr bwMode="auto">
          <a:xfrm>
            <a:off x="2457898" y="2157438"/>
            <a:ext cx="430857" cy="428625"/>
          </a:xfrm>
          <a:custGeom>
            <a:avLst/>
            <a:gdLst>
              <a:gd name="T0" fmla="*/ 91 w 99"/>
              <a:gd name="T1" fmla="*/ 51 h 99"/>
              <a:gd name="T2" fmla="*/ 91 w 99"/>
              <a:gd name="T3" fmla="*/ 47 h 99"/>
              <a:gd name="T4" fmla="*/ 99 w 99"/>
              <a:gd name="T5" fmla="*/ 42 h 99"/>
              <a:gd name="T6" fmla="*/ 95 w 99"/>
              <a:gd name="T7" fmla="*/ 30 h 99"/>
              <a:gd name="T8" fmla="*/ 87 w 99"/>
              <a:gd name="T9" fmla="*/ 30 h 99"/>
              <a:gd name="T10" fmla="*/ 84 w 99"/>
              <a:gd name="T11" fmla="*/ 26 h 99"/>
              <a:gd name="T12" fmla="*/ 88 w 99"/>
              <a:gd name="T13" fmla="*/ 18 h 99"/>
              <a:gd name="T14" fmla="*/ 80 w 99"/>
              <a:gd name="T15" fmla="*/ 10 h 99"/>
              <a:gd name="T16" fmla="*/ 72 w 99"/>
              <a:gd name="T17" fmla="*/ 14 h 99"/>
              <a:gd name="T18" fmla="*/ 68 w 99"/>
              <a:gd name="T19" fmla="*/ 12 h 99"/>
              <a:gd name="T20" fmla="*/ 67 w 99"/>
              <a:gd name="T21" fmla="*/ 3 h 99"/>
              <a:gd name="T22" fmla="*/ 62 w 99"/>
              <a:gd name="T23" fmla="*/ 1 h 99"/>
              <a:gd name="T24" fmla="*/ 56 w 99"/>
              <a:gd name="T25" fmla="*/ 0 h 99"/>
              <a:gd name="T26" fmla="*/ 51 w 99"/>
              <a:gd name="T27" fmla="*/ 7 h 99"/>
              <a:gd name="T28" fmla="*/ 47 w 99"/>
              <a:gd name="T29" fmla="*/ 7 h 99"/>
              <a:gd name="T30" fmla="*/ 42 w 99"/>
              <a:gd name="T31" fmla="*/ 0 h 99"/>
              <a:gd name="T32" fmla="*/ 30 w 99"/>
              <a:gd name="T33" fmla="*/ 3 h 99"/>
              <a:gd name="T34" fmla="*/ 30 w 99"/>
              <a:gd name="T35" fmla="*/ 12 h 99"/>
              <a:gd name="T36" fmla="*/ 26 w 99"/>
              <a:gd name="T37" fmla="*/ 14 h 99"/>
              <a:gd name="T38" fmla="*/ 18 w 99"/>
              <a:gd name="T39" fmla="*/ 10 h 99"/>
              <a:gd name="T40" fmla="*/ 10 w 99"/>
              <a:gd name="T41" fmla="*/ 19 h 99"/>
              <a:gd name="T42" fmla="*/ 14 w 99"/>
              <a:gd name="T43" fmla="*/ 27 h 99"/>
              <a:gd name="T44" fmla="*/ 11 w 99"/>
              <a:gd name="T45" fmla="*/ 31 h 99"/>
              <a:gd name="T46" fmla="*/ 3 w 99"/>
              <a:gd name="T47" fmla="*/ 31 h 99"/>
              <a:gd name="T48" fmla="*/ 1 w 99"/>
              <a:gd name="T49" fmla="*/ 37 h 99"/>
              <a:gd name="T50" fmla="*/ 0 w 99"/>
              <a:gd name="T51" fmla="*/ 43 h 99"/>
              <a:gd name="T52" fmla="*/ 7 w 99"/>
              <a:gd name="T53" fmla="*/ 48 h 99"/>
              <a:gd name="T54" fmla="*/ 7 w 99"/>
              <a:gd name="T55" fmla="*/ 52 h 99"/>
              <a:gd name="T56" fmla="*/ 0 w 99"/>
              <a:gd name="T57" fmla="*/ 57 h 99"/>
              <a:gd name="T58" fmla="*/ 3 w 99"/>
              <a:gd name="T59" fmla="*/ 68 h 99"/>
              <a:gd name="T60" fmla="*/ 12 w 99"/>
              <a:gd name="T61" fmla="*/ 69 h 99"/>
              <a:gd name="T62" fmla="*/ 14 w 99"/>
              <a:gd name="T63" fmla="*/ 73 h 99"/>
              <a:gd name="T64" fmla="*/ 10 w 99"/>
              <a:gd name="T65" fmla="*/ 81 h 99"/>
              <a:gd name="T66" fmla="*/ 19 w 99"/>
              <a:gd name="T67" fmla="*/ 89 h 99"/>
              <a:gd name="T68" fmla="*/ 27 w 99"/>
              <a:gd name="T69" fmla="*/ 85 h 99"/>
              <a:gd name="T70" fmla="*/ 31 w 99"/>
              <a:gd name="T71" fmla="*/ 87 h 99"/>
              <a:gd name="T72" fmla="*/ 31 w 99"/>
              <a:gd name="T73" fmla="*/ 96 h 99"/>
              <a:gd name="T74" fmla="*/ 37 w 99"/>
              <a:gd name="T75" fmla="*/ 97 h 99"/>
              <a:gd name="T76" fmla="*/ 43 w 99"/>
              <a:gd name="T77" fmla="*/ 99 h 99"/>
              <a:gd name="T78" fmla="*/ 47 w 99"/>
              <a:gd name="T79" fmla="*/ 92 h 99"/>
              <a:gd name="T80" fmla="*/ 52 w 99"/>
              <a:gd name="T81" fmla="*/ 91 h 99"/>
              <a:gd name="T82" fmla="*/ 57 w 99"/>
              <a:gd name="T83" fmla="*/ 99 h 99"/>
              <a:gd name="T84" fmla="*/ 68 w 99"/>
              <a:gd name="T85" fmla="*/ 96 h 99"/>
              <a:gd name="T86" fmla="*/ 69 w 99"/>
              <a:gd name="T87" fmla="*/ 87 h 99"/>
              <a:gd name="T88" fmla="*/ 73 w 99"/>
              <a:gd name="T89" fmla="*/ 85 h 99"/>
              <a:gd name="T90" fmla="*/ 81 w 99"/>
              <a:gd name="T91" fmla="*/ 88 h 99"/>
              <a:gd name="T92" fmla="*/ 89 w 99"/>
              <a:gd name="T93" fmla="*/ 80 h 99"/>
              <a:gd name="T94" fmla="*/ 85 w 99"/>
              <a:gd name="T95" fmla="*/ 72 h 99"/>
              <a:gd name="T96" fmla="*/ 87 w 99"/>
              <a:gd name="T97" fmla="*/ 68 h 99"/>
              <a:gd name="T98" fmla="*/ 96 w 99"/>
              <a:gd name="T99" fmla="*/ 68 h 99"/>
              <a:gd name="T100" fmla="*/ 97 w 99"/>
              <a:gd name="T101" fmla="*/ 62 h 99"/>
              <a:gd name="T102" fmla="*/ 99 w 99"/>
              <a:gd name="T103" fmla="*/ 56 h 99"/>
              <a:gd name="T104" fmla="*/ 91 w 99"/>
              <a:gd name="T105" fmla="*/ 51 h 99"/>
              <a:gd name="T106" fmla="*/ 41 w 99"/>
              <a:gd name="T107" fmla="*/ 82 h 99"/>
              <a:gd name="T108" fmla="*/ 16 w 99"/>
              <a:gd name="T109" fmla="*/ 41 h 99"/>
              <a:gd name="T110" fmla="*/ 58 w 99"/>
              <a:gd name="T111" fmla="*/ 17 h 99"/>
              <a:gd name="T112" fmla="*/ 82 w 99"/>
              <a:gd name="T113" fmla="*/ 58 h 99"/>
              <a:gd name="T114" fmla="*/ 41 w 99"/>
              <a:gd name="T115" fmla="*/ 82 h 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
              <a:gd name="T175" fmla="*/ 0 h 99"/>
              <a:gd name="T176" fmla="*/ 99 w 99"/>
              <a:gd name="T177" fmla="*/ 99 h 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 h="99">
                <a:moveTo>
                  <a:pt x="91" y="51"/>
                </a:moveTo>
                <a:cubicBezTo>
                  <a:pt x="91" y="50"/>
                  <a:pt x="91" y="48"/>
                  <a:pt x="91" y="47"/>
                </a:cubicBezTo>
                <a:cubicBezTo>
                  <a:pt x="99" y="42"/>
                  <a:pt x="99" y="42"/>
                  <a:pt x="99" y="42"/>
                </a:cubicBezTo>
                <a:cubicBezTo>
                  <a:pt x="95" y="30"/>
                  <a:pt x="95" y="30"/>
                  <a:pt x="95" y="30"/>
                </a:cubicBezTo>
                <a:cubicBezTo>
                  <a:pt x="87" y="30"/>
                  <a:pt x="87" y="30"/>
                  <a:pt x="87" y="30"/>
                </a:cubicBezTo>
                <a:cubicBezTo>
                  <a:pt x="86" y="29"/>
                  <a:pt x="85" y="27"/>
                  <a:pt x="84" y="26"/>
                </a:cubicBezTo>
                <a:cubicBezTo>
                  <a:pt x="88" y="18"/>
                  <a:pt x="88" y="18"/>
                  <a:pt x="88" y="18"/>
                </a:cubicBezTo>
                <a:cubicBezTo>
                  <a:pt x="80" y="10"/>
                  <a:pt x="80" y="10"/>
                  <a:pt x="80" y="10"/>
                </a:cubicBezTo>
                <a:cubicBezTo>
                  <a:pt x="72" y="14"/>
                  <a:pt x="72" y="14"/>
                  <a:pt x="72" y="14"/>
                </a:cubicBezTo>
                <a:cubicBezTo>
                  <a:pt x="71" y="13"/>
                  <a:pt x="69" y="12"/>
                  <a:pt x="68" y="12"/>
                </a:cubicBezTo>
                <a:cubicBezTo>
                  <a:pt x="67" y="3"/>
                  <a:pt x="67" y="3"/>
                  <a:pt x="67" y="3"/>
                </a:cubicBezTo>
                <a:cubicBezTo>
                  <a:pt x="62" y="1"/>
                  <a:pt x="62" y="1"/>
                  <a:pt x="62" y="1"/>
                </a:cubicBezTo>
                <a:cubicBezTo>
                  <a:pt x="56" y="0"/>
                  <a:pt x="56" y="0"/>
                  <a:pt x="56" y="0"/>
                </a:cubicBezTo>
                <a:cubicBezTo>
                  <a:pt x="51" y="7"/>
                  <a:pt x="51" y="7"/>
                  <a:pt x="51" y="7"/>
                </a:cubicBezTo>
                <a:cubicBezTo>
                  <a:pt x="50" y="7"/>
                  <a:pt x="48" y="7"/>
                  <a:pt x="47" y="7"/>
                </a:cubicBezTo>
                <a:cubicBezTo>
                  <a:pt x="42" y="0"/>
                  <a:pt x="42" y="0"/>
                  <a:pt x="42" y="0"/>
                </a:cubicBezTo>
                <a:cubicBezTo>
                  <a:pt x="30" y="3"/>
                  <a:pt x="30" y="3"/>
                  <a:pt x="30" y="3"/>
                </a:cubicBezTo>
                <a:cubicBezTo>
                  <a:pt x="30" y="12"/>
                  <a:pt x="30" y="12"/>
                  <a:pt x="30" y="12"/>
                </a:cubicBezTo>
                <a:cubicBezTo>
                  <a:pt x="28" y="13"/>
                  <a:pt x="27" y="14"/>
                  <a:pt x="26" y="14"/>
                </a:cubicBezTo>
                <a:cubicBezTo>
                  <a:pt x="18" y="10"/>
                  <a:pt x="18" y="10"/>
                  <a:pt x="18" y="10"/>
                </a:cubicBezTo>
                <a:cubicBezTo>
                  <a:pt x="10" y="19"/>
                  <a:pt x="10" y="19"/>
                  <a:pt x="10" y="19"/>
                </a:cubicBezTo>
                <a:cubicBezTo>
                  <a:pt x="14" y="27"/>
                  <a:pt x="14" y="27"/>
                  <a:pt x="14" y="27"/>
                </a:cubicBezTo>
                <a:cubicBezTo>
                  <a:pt x="13" y="28"/>
                  <a:pt x="12" y="29"/>
                  <a:pt x="11" y="31"/>
                </a:cubicBezTo>
                <a:cubicBezTo>
                  <a:pt x="3" y="31"/>
                  <a:pt x="3" y="31"/>
                  <a:pt x="3" y="31"/>
                </a:cubicBezTo>
                <a:cubicBezTo>
                  <a:pt x="1" y="37"/>
                  <a:pt x="1" y="37"/>
                  <a:pt x="1" y="37"/>
                </a:cubicBezTo>
                <a:cubicBezTo>
                  <a:pt x="0" y="43"/>
                  <a:pt x="0" y="43"/>
                  <a:pt x="0" y="43"/>
                </a:cubicBezTo>
                <a:cubicBezTo>
                  <a:pt x="7" y="48"/>
                  <a:pt x="7" y="48"/>
                  <a:pt x="7" y="48"/>
                </a:cubicBezTo>
                <a:cubicBezTo>
                  <a:pt x="7" y="49"/>
                  <a:pt x="7" y="51"/>
                  <a:pt x="7" y="52"/>
                </a:cubicBezTo>
                <a:cubicBezTo>
                  <a:pt x="0" y="57"/>
                  <a:pt x="0" y="57"/>
                  <a:pt x="0" y="57"/>
                </a:cubicBezTo>
                <a:cubicBezTo>
                  <a:pt x="3" y="68"/>
                  <a:pt x="3" y="68"/>
                  <a:pt x="3" y="68"/>
                </a:cubicBezTo>
                <a:cubicBezTo>
                  <a:pt x="12" y="69"/>
                  <a:pt x="12" y="69"/>
                  <a:pt x="12" y="69"/>
                </a:cubicBezTo>
                <a:cubicBezTo>
                  <a:pt x="13" y="70"/>
                  <a:pt x="13" y="71"/>
                  <a:pt x="14" y="73"/>
                </a:cubicBezTo>
                <a:cubicBezTo>
                  <a:pt x="10" y="81"/>
                  <a:pt x="10" y="81"/>
                  <a:pt x="10" y="81"/>
                </a:cubicBezTo>
                <a:cubicBezTo>
                  <a:pt x="19" y="89"/>
                  <a:pt x="19" y="89"/>
                  <a:pt x="19" y="89"/>
                </a:cubicBezTo>
                <a:cubicBezTo>
                  <a:pt x="27" y="85"/>
                  <a:pt x="27" y="85"/>
                  <a:pt x="27" y="85"/>
                </a:cubicBezTo>
                <a:cubicBezTo>
                  <a:pt x="28" y="86"/>
                  <a:pt x="29" y="87"/>
                  <a:pt x="31" y="87"/>
                </a:cubicBezTo>
                <a:cubicBezTo>
                  <a:pt x="31" y="96"/>
                  <a:pt x="31" y="96"/>
                  <a:pt x="31" y="96"/>
                </a:cubicBezTo>
                <a:cubicBezTo>
                  <a:pt x="37" y="97"/>
                  <a:pt x="37" y="97"/>
                  <a:pt x="37" y="97"/>
                </a:cubicBezTo>
                <a:cubicBezTo>
                  <a:pt x="43" y="99"/>
                  <a:pt x="43" y="99"/>
                  <a:pt x="43" y="99"/>
                </a:cubicBezTo>
                <a:cubicBezTo>
                  <a:pt x="47" y="92"/>
                  <a:pt x="47" y="92"/>
                  <a:pt x="47" y="92"/>
                </a:cubicBezTo>
                <a:cubicBezTo>
                  <a:pt x="49" y="92"/>
                  <a:pt x="50" y="92"/>
                  <a:pt x="52" y="91"/>
                </a:cubicBezTo>
                <a:cubicBezTo>
                  <a:pt x="57" y="99"/>
                  <a:pt x="57" y="99"/>
                  <a:pt x="57" y="99"/>
                </a:cubicBezTo>
                <a:cubicBezTo>
                  <a:pt x="68" y="96"/>
                  <a:pt x="68" y="96"/>
                  <a:pt x="68" y="96"/>
                </a:cubicBezTo>
                <a:cubicBezTo>
                  <a:pt x="69" y="87"/>
                  <a:pt x="69" y="87"/>
                  <a:pt x="69" y="87"/>
                </a:cubicBezTo>
                <a:cubicBezTo>
                  <a:pt x="70" y="86"/>
                  <a:pt x="71" y="85"/>
                  <a:pt x="73" y="85"/>
                </a:cubicBezTo>
                <a:cubicBezTo>
                  <a:pt x="81" y="88"/>
                  <a:pt x="81" y="88"/>
                  <a:pt x="81" y="88"/>
                </a:cubicBezTo>
                <a:cubicBezTo>
                  <a:pt x="89" y="80"/>
                  <a:pt x="89" y="80"/>
                  <a:pt x="89" y="80"/>
                </a:cubicBezTo>
                <a:cubicBezTo>
                  <a:pt x="85" y="72"/>
                  <a:pt x="85" y="72"/>
                  <a:pt x="85" y="72"/>
                </a:cubicBezTo>
                <a:cubicBezTo>
                  <a:pt x="86" y="71"/>
                  <a:pt x="86" y="70"/>
                  <a:pt x="87" y="68"/>
                </a:cubicBezTo>
                <a:cubicBezTo>
                  <a:pt x="96" y="68"/>
                  <a:pt x="96" y="68"/>
                  <a:pt x="96" y="68"/>
                </a:cubicBezTo>
                <a:cubicBezTo>
                  <a:pt x="97" y="62"/>
                  <a:pt x="97" y="62"/>
                  <a:pt x="97" y="62"/>
                </a:cubicBezTo>
                <a:cubicBezTo>
                  <a:pt x="99" y="56"/>
                  <a:pt x="99" y="56"/>
                  <a:pt x="99" y="56"/>
                </a:cubicBezTo>
                <a:lnTo>
                  <a:pt x="91" y="51"/>
                </a:lnTo>
                <a:close/>
                <a:moveTo>
                  <a:pt x="41" y="82"/>
                </a:moveTo>
                <a:cubicBezTo>
                  <a:pt x="23" y="78"/>
                  <a:pt x="12" y="59"/>
                  <a:pt x="16" y="41"/>
                </a:cubicBezTo>
                <a:cubicBezTo>
                  <a:pt x="21" y="23"/>
                  <a:pt x="40" y="12"/>
                  <a:pt x="58" y="17"/>
                </a:cubicBezTo>
                <a:cubicBezTo>
                  <a:pt x="76" y="21"/>
                  <a:pt x="87" y="40"/>
                  <a:pt x="82" y="58"/>
                </a:cubicBezTo>
                <a:cubicBezTo>
                  <a:pt x="77" y="76"/>
                  <a:pt x="59" y="87"/>
                  <a:pt x="41" y="82"/>
                </a:cubicBezTo>
                <a:close/>
              </a:path>
            </a:pathLst>
          </a:custGeom>
          <a:solidFill>
            <a:srgbClr val="000000">
              <a:alpha val="20000"/>
            </a:srgbClr>
          </a:solidFill>
          <a:ln w="9525">
            <a:noFill/>
            <a:round/>
            <a:headEnd/>
            <a:tailEnd/>
          </a:ln>
        </p:spPr>
        <p:txBody>
          <a:bodyPr/>
          <a:lstStyle/>
          <a:p>
            <a:endParaRPr lang="zh-CN" altLang="en-US"/>
          </a:p>
        </p:txBody>
      </p:sp>
      <p:sp>
        <p:nvSpPr>
          <p:cNvPr id="16397" name="Freeform 13"/>
          <p:cNvSpPr>
            <a:spLocks noEditPoints="1"/>
          </p:cNvSpPr>
          <p:nvPr/>
        </p:nvSpPr>
        <p:spPr bwMode="auto">
          <a:xfrm>
            <a:off x="1924348" y="5077446"/>
            <a:ext cx="1185417" cy="1185417"/>
          </a:xfrm>
          <a:custGeom>
            <a:avLst/>
            <a:gdLst>
              <a:gd name="T0" fmla="*/ 248 w 273"/>
              <a:gd name="T1" fmla="*/ 168 h 273"/>
              <a:gd name="T2" fmla="*/ 250 w 273"/>
              <a:gd name="T3" fmla="*/ 156 h 273"/>
              <a:gd name="T4" fmla="*/ 273 w 273"/>
              <a:gd name="T5" fmla="*/ 147 h 273"/>
              <a:gd name="T6" fmla="*/ 272 w 273"/>
              <a:gd name="T7" fmla="*/ 115 h 273"/>
              <a:gd name="T8" fmla="*/ 248 w 273"/>
              <a:gd name="T9" fmla="*/ 108 h 273"/>
              <a:gd name="T10" fmla="*/ 245 w 273"/>
              <a:gd name="T11" fmla="*/ 96 h 273"/>
              <a:gd name="T12" fmla="*/ 260 w 273"/>
              <a:gd name="T13" fmla="*/ 78 h 273"/>
              <a:gd name="T14" fmla="*/ 243 w 273"/>
              <a:gd name="T15" fmla="*/ 50 h 273"/>
              <a:gd name="T16" fmla="*/ 219 w 273"/>
              <a:gd name="T17" fmla="*/ 56 h 273"/>
              <a:gd name="T18" fmla="*/ 210 w 273"/>
              <a:gd name="T19" fmla="*/ 47 h 273"/>
              <a:gd name="T20" fmla="*/ 214 w 273"/>
              <a:gd name="T21" fmla="*/ 24 h 273"/>
              <a:gd name="T22" fmla="*/ 200 w 273"/>
              <a:gd name="T23" fmla="*/ 16 h 273"/>
              <a:gd name="T24" fmla="*/ 185 w 273"/>
              <a:gd name="T25" fmla="*/ 9 h 273"/>
              <a:gd name="T26" fmla="*/ 168 w 273"/>
              <a:gd name="T27" fmla="*/ 25 h 273"/>
              <a:gd name="T28" fmla="*/ 156 w 273"/>
              <a:gd name="T29" fmla="*/ 23 h 273"/>
              <a:gd name="T30" fmla="*/ 147 w 273"/>
              <a:gd name="T31" fmla="*/ 0 h 273"/>
              <a:gd name="T32" fmla="*/ 115 w 273"/>
              <a:gd name="T33" fmla="*/ 1 h 273"/>
              <a:gd name="T34" fmla="*/ 108 w 273"/>
              <a:gd name="T35" fmla="*/ 24 h 273"/>
              <a:gd name="T36" fmla="*/ 96 w 273"/>
              <a:gd name="T37" fmla="*/ 28 h 273"/>
              <a:gd name="T38" fmla="*/ 77 w 273"/>
              <a:gd name="T39" fmla="*/ 13 h 273"/>
              <a:gd name="T40" fmla="*/ 50 w 273"/>
              <a:gd name="T41" fmla="*/ 30 h 273"/>
              <a:gd name="T42" fmla="*/ 56 w 273"/>
              <a:gd name="T43" fmla="*/ 54 h 273"/>
              <a:gd name="T44" fmla="*/ 47 w 273"/>
              <a:gd name="T45" fmla="*/ 63 h 273"/>
              <a:gd name="T46" fmla="*/ 23 w 273"/>
              <a:gd name="T47" fmla="*/ 59 h 273"/>
              <a:gd name="T48" fmla="*/ 16 w 273"/>
              <a:gd name="T49" fmla="*/ 73 h 273"/>
              <a:gd name="T50" fmla="*/ 8 w 273"/>
              <a:gd name="T51" fmla="*/ 88 h 273"/>
              <a:gd name="T52" fmla="*/ 25 w 273"/>
              <a:gd name="T53" fmla="*/ 105 h 273"/>
              <a:gd name="T54" fmla="*/ 22 w 273"/>
              <a:gd name="T55" fmla="*/ 117 h 273"/>
              <a:gd name="T56" fmla="*/ 0 w 273"/>
              <a:gd name="T57" fmla="*/ 126 h 273"/>
              <a:gd name="T58" fmla="*/ 1 w 273"/>
              <a:gd name="T59" fmla="*/ 158 h 273"/>
              <a:gd name="T60" fmla="*/ 24 w 273"/>
              <a:gd name="T61" fmla="*/ 165 h 273"/>
              <a:gd name="T62" fmla="*/ 28 w 273"/>
              <a:gd name="T63" fmla="*/ 177 h 273"/>
              <a:gd name="T64" fmla="*/ 13 w 273"/>
              <a:gd name="T65" fmla="*/ 196 h 273"/>
              <a:gd name="T66" fmla="*/ 30 w 273"/>
              <a:gd name="T67" fmla="*/ 223 h 273"/>
              <a:gd name="T68" fmla="*/ 53 w 273"/>
              <a:gd name="T69" fmla="*/ 217 h 273"/>
              <a:gd name="T70" fmla="*/ 63 w 273"/>
              <a:gd name="T71" fmla="*/ 226 h 273"/>
              <a:gd name="T72" fmla="*/ 59 w 273"/>
              <a:gd name="T73" fmla="*/ 250 h 273"/>
              <a:gd name="T74" fmla="*/ 73 w 273"/>
              <a:gd name="T75" fmla="*/ 257 h 273"/>
              <a:gd name="T76" fmla="*/ 87 w 273"/>
              <a:gd name="T77" fmla="*/ 265 h 273"/>
              <a:gd name="T78" fmla="*/ 105 w 273"/>
              <a:gd name="T79" fmla="*/ 248 h 273"/>
              <a:gd name="T80" fmla="*/ 117 w 273"/>
              <a:gd name="T81" fmla="*/ 251 h 273"/>
              <a:gd name="T82" fmla="*/ 125 w 273"/>
              <a:gd name="T83" fmla="*/ 273 h 273"/>
              <a:gd name="T84" fmla="*/ 158 w 273"/>
              <a:gd name="T85" fmla="*/ 272 h 273"/>
              <a:gd name="T86" fmla="*/ 165 w 273"/>
              <a:gd name="T87" fmla="*/ 249 h 273"/>
              <a:gd name="T88" fmla="*/ 177 w 273"/>
              <a:gd name="T89" fmla="*/ 245 h 273"/>
              <a:gd name="T90" fmla="*/ 195 w 273"/>
              <a:gd name="T91" fmla="*/ 260 h 273"/>
              <a:gd name="T92" fmla="*/ 223 w 273"/>
              <a:gd name="T93" fmla="*/ 243 h 273"/>
              <a:gd name="T94" fmla="*/ 217 w 273"/>
              <a:gd name="T95" fmla="*/ 220 h 273"/>
              <a:gd name="T96" fmla="*/ 225 w 273"/>
              <a:gd name="T97" fmla="*/ 210 h 273"/>
              <a:gd name="T98" fmla="*/ 249 w 273"/>
              <a:gd name="T99" fmla="*/ 214 h 273"/>
              <a:gd name="T100" fmla="*/ 257 w 273"/>
              <a:gd name="T101" fmla="*/ 200 h 273"/>
              <a:gd name="T102" fmla="*/ 264 w 273"/>
              <a:gd name="T103" fmla="*/ 186 h 273"/>
              <a:gd name="T104" fmla="*/ 248 w 273"/>
              <a:gd name="T105" fmla="*/ 168 h 273"/>
              <a:gd name="T106" fmla="*/ 93 w 273"/>
              <a:gd name="T107" fmla="*/ 219 h 273"/>
              <a:gd name="T108" fmla="*/ 54 w 273"/>
              <a:gd name="T109" fmla="*/ 93 h 273"/>
              <a:gd name="T110" fmla="*/ 180 w 273"/>
              <a:gd name="T111" fmla="*/ 54 h 273"/>
              <a:gd name="T112" fmla="*/ 219 w 273"/>
              <a:gd name="T113" fmla="*/ 180 h 273"/>
              <a:gd name="T114" fmla="*/ 93 w 273"/>
              <a:gd name="T115" fmla="*/ 219 h 2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3"/>
              <a:gd name="T175" fmla="*/ 0 h 273"/>
              <a:gd name="T176" fmla="*/ 273 w 273"/>
              <a:gd name="T177" fmla="*/ 273 h 27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3" h="273">
                <a:moveTo>
                  <a:pt x="248" y="168"/>
                </a:moveTo>
                <a:cubicBezTo>
                  <a:pt x="249" y="164"/>
                  <a:pt x="250" y="160"/>
                  <a:pt x="250" y="156"/>
                </a:cubicBezTo>
                <a:cubicBezTo>
                  <a:pt x="273" y="147"/>
                  <a:pt x="273" y="147"/>
                  <a:pt x="273" y="147"/>
                </a:cubicBezTo>
                <a:cubicBezTo>
                  <a:pt x="272" y="115"/>
                  <a:pt x="272" y="115"/>
                  <a:pt x="272" y="115"/>
                </a:cubicBezTo>
                <a:cubicBezTo>
                  <a:pt x="248" y="108"/>
                  <a:pt x="248" y="108"/>
                  <a:pt x="248" y="108"/>
                </a:cubicBezTo>
                <a:cubicBezTo>
                  <a:pt x="247" y="104"/>
                  <a:pt x="246" y="100"/>
                  <a:pt x="245" y="96"/>
                </a:cubicBezTo>
                <a:cubicBezTo>
                  <a:pt x="260" y="78"/>
                  <a:pt x="260" y="78"/>
                  <a:pt x="260" y="78"/>
                </a:cubicBezTo>
                <a:cubicBezTo>
                  <a:pt x="243" y="50"/>
                  <a:pt x="243" y="50"/>
                  <a:pt x="243" y="50"/>
                </a:cubicBezTo>
                <a:cubicBezTo>
                  <a:pt x="219" y="56"/>
                  <a:pt x="219" y="56"/>
                  <a:pt x="219" y="56"/>
                </a:cubicBezTo>
                <a:cubicBezTo>
                  <a:pt x="216" y="53"/>
                  <a:pt x="213" y="50"/>
                  <a:pt x="210" y="47"/>
                </a:cubicBezTo>
                <a:cubicBezTo>
                  <a:pt x="214" y="24"/>
                  <a:pt x="214" y="24"/>
                  <a:pt x="214" y="24"/>
                </a:cubicBezTo>
                <a:cubicBezTo>
                  <a:pt x="200" y="16"/>
                  <a:pt x="200" y="16"/>
                  <a:pt x="200" y="16"/>
                </a:cubicBezTo>
                <a:cubicBezTo>
                  <a:pt x="185" y="9"/>
                  <a:pt x="185" y="9"/>
                  <a:pt x="185" y="9"/>
                </a:cubicBezTo>
                <a:cubicBezTo>
                  <a:pt x="168" y="25"/>
                  <a:pt x="168" y="25"/>
                  <a:pt x="168" y="25"/>
                </a:cubicBezTo>
                <a:cubicBezTo>
                  <a:pt x="164" y="24"/>
                  <a:pt x="160" y="23"/>
                  <a:pt x="156" y="23"/>
                </a:cubicBezTo>
                <a:cubicBezTo>
                  <a:pt x="147" y="0"/>
                  <a:pt x="147" y="0"/>
                  <a:pt x="147" y="0"/>
                </a:cubicBezTo>
                <a:cubicBezTo>
                  <a:pt x="115" y="1"/>
                  <a:pt x="115" y="1"/>
                  <a:pt x="115" y="1"/>
                </a:cubicBezTo>
                <a:cubicBezTo>
                  <a:pt x="108" y="24"/>
                  <a:pt x="108" y="24"/>
                  <a:pt x="108" y="24"/>
                </a:cubicBezTo>
                <a:cubicBezTo>
                  <a:pt x="104" y="25"/>
                  <a:pt x="100" y="27"/>
                  <a:pt x="96" y="28"/>
                </a:cubicBezTo>
                <a:cubicBezTo>
                  <a:pt x="77" y="13"/>
                  <a:pt x="77" y="13"/>
                  <a:pt x="77" y="13"/>
                </a:cubicBezTo>
                <a:cubicBezTo>
                  <a:pt x="50" y="30"/>
                  <a:pt x="50" y="30"/>
                  <a:pt x="50" y="30"/>
                </a:cubicBezTo>
                <a:cubicBezTo>
                  <a:pt x="56" y="54"/>
                  <a:pt x="56" y="54"/>
                  <a:pt x="56" y="54"/>
                </a:cubicBezTo>
                <a:cubicBezTo>
                  <a:pt x="53" y="57"/>
                  <a:pt x="50" y="60"/>
                  <a:pt x="47" y="63"/>
                </a:cubicBezTo>
                <a:cubicBezTo>
                  <a:pt x="23" y="59"/>
                  <a:pt x="23" y="59"/>
                  <a:pt x="23" y="59"/>
                </a:cubicBezTo>
                <a:cubicBezTo>
                  <a:pt x="16" y="73"/>
                  <a:pt x="16" y="73"/>
                  <a:pt x="16" y="73"/>
                </a:cubicBezTo>
                <a:cubicBezTo>
                  <a:pt x="8" y="88"/>
                  <a:pt x="8" y="88"/>
                  <a:pt x="8" y="88"/>
                </a:cubicBezTo>
                <a:cubicBezTo>
                  <a:pt x="25" y="105"/>
                  <a:pt x="25" y="105"/>
                  <a:pt x="25" y="105"/>
                </a:cubicBezTo>
                <a:cubicBezTo>
                  <a:pt x="24" y="109"/>
                  <a:pt x="23" y="113"/>
                  <a:pt x="22" y="117"/>
                </a:cubicBezTo>
                <a:cubicBezTo>
                  <a:pt x="0" y="126"/>
                  <a:pt x="0" y="126"/>
                  <a:pt x="0" y="126"/>
                </a:cubicBezTo>
                <a:cubicBezTo>
                  <a:pt x="1" y="158"/>
                  <a:pt x="1" y="158"/>
                  <a:pt x="1" y="158"/>
                </a:cubicBezTo>
                <a:cubicBezTo>
                  <a:pt x="24" y="165"/>
                  <a:pt x="24" y="165"/>
                  <a:pt x="24" y="165"/>
                </a:cubicBezTo>
                <a:cubicBezTo>
                  <a:pt x="25" y="169"/>
                  <a:pt x="26" y="173"/>
                  <a:pt x="28" y="177"/>
                </a:cubicBezTo>
                <a:cubicBezTo>
                  <a:pt x="13" y="196"/>
                  <a:pt x="13" y="196"/>
                  <a:pt x="13" y="196"/>
                </a:cubicBezTo>
                <a:cubicBezTo>
                  <a:pt x="30" y="223"/>
                  <a:pt x="30" y="223"/>
                  <a:pt x="30" y="223"/>
                </a:cubicBezTo>
                <a:cubicBezTo>
                  <a:pt x="53" y="217"/>
                  <a:pt x="53" y="217"/>
                  <a:pt x="53" y="217"/>
                </a:cubicBezTo>
                <a:cubicBezTo>
                  <a:pt x="56" y="220"/>
                  <a:pt x="59" y="223"/>
                  <a:pt x="63" y="226"/>
                </a:cubicBezTo>
                <a:cubicBezTo>
                  <a:pt x="59" y="250"/>
                  <a:pt x="59" y="250"/>
                  <a:pt x="59" y="250"/>
                </a:cubicBezTo>
                <a:cubicBezTo>
                  <a:pt x="73" y="257"/>
                  <a:pt x="73" y="257"/>
                  <a:pt x="73" y="257"/>
                </a:cubicBezTo>
                <a:cubicBezTo>
                  <a:pt x="87" y="265"/>
                  <a:pt x="87" y="265"/>
                  <a:pt x="87" y="265"/>
                </a:cubicBezTo>
                <a:cubicBezTo>
                  <a:pt x="105" y="248"/>
                  <a:pt x="105" y="248"/>
                  <a:pt x="105" y="248"/>
                </a:cubicBezTo>
                <a:cubicBezTo>
                  <a:pt x="109" y="249"/>
                  <a:pt x="113" y="250"/>
                  <a:pt x="117" y="251"/>
                </a:cubicBezTo>
                <a:cubicBezTo>
                  <a:pt x="125" y="273"/>
                  <a:pt x="125" y="273"/>
                  <a:pt x="125" y="273"/>
                </a:cubicBezTo>
                <a:cubicBezTo>
                  <a:pt x="158" y="272"/>
                  <a:pt x="158" y="272"/>
                  <a:pt x="158" y="272"/>
                </a:cubicBezTo>
                <a:cubicBezTo>
                  <a:pt x="165" y="249"/>
                  <a:pt x="165" y="249"/>
                  <a:pt x="165" y="249"/>
                </a:cubicBezTo>
                <a:cubicBezTo>
                  <a:pt x="169" y="248"/>
                  <a:pt x="173" y="246"/>
                  <a:pt x="177" y="245"/>
                </a:cubicBezTo>
                <a:cubicBezTo>
                  <a:pt x="195" y="260"/>
                  <a:pt x="195" y="260"/>
                  <a:pt x="195" y="260"/>
                </a:cubicBezTo>
                <a:cubicBezTo>
                  <a:pt x="223" y="243"/>
                  <a:pt x="223" y="243"/>
                  <a:pt x="223" y="243"/>
                </a:cubicBezTo>
                <a:cubicBezTo>
                  <a:pt x="217" y="220"/>
                  <a:pt x="217" y="220"/>
                  <a:pt x="217" y="220"/>
                </a:cubicBezTo>
                <a:cubicBezTo>
                  <a:pt x="220" y="217"/>
                  <a:pt x="223" y="214"/>
                  <a:pt x="225" y="210"/>
                </a:cubicBezTo>
                <a:cubicBezTo>
                  <a:pt x="249" y="214"/>
                  <a:pt x="249" y="214"/>
                  <a:pt x="249" y="214"/>
                </a:cubicBezTo>
                <a:cubicBezTo>
                  <a:pt x="257" y="200"/>
                  <a:pt x="257" y="200"/>
                  <a:pt x="257" y="200"/>
                </a:cubicBezTo>
                <a:cubicBezTo>
                  <a:pt x="264" y="186"/>
                  <a:pt x="264" y="186"/>
                  <a:pt x="264" y="186"/>
                </a:cubicBezTo>
                <a:lnTo>
                  <a:pt x="248" y="168"/>
                </a:lnTo>
                <a:close/>
                <a:moveTo>
                  <a:pt x="93" y="219"/>
                </a:moveTo>
                <a:cubicBezTo>
                  <a:pt x="47" y="195"/>
                  <a:pt x="30" y="139"/>
                  <a:pt x="54" y="93"/>
                </a:cubicBezTo>
                <a:cubicBezTo>
                  <a:pt x="78" y="48"/>
                  <a:pt x="134" y="30"/>
                  <a:pt x="180" y="54"/>
                </a:cubicBezTo>
                <a:cubicBezTo>
                  <a:pt x="225" y="78"/>
                  <a:pt x="243" y="134"/>
                  <a:pt x="219" y="180"/>
                </a:cubicBezTo>
                <a:cubicBezTo>
                  <a:pt x="195" y="225"/>
                  <a:pt x="138" y="243"/>
                  <a:pt x="93" y="219"/>
                </a:cubicBezTo>
                <a:close/>
              </a:path>
            </a:pathLst>
          </a:custGeom>
          <a:solidFill>
            <a:srgbClr val="88714E"/>
          </a:solidFill>
          <a:ln w="9525">
            <a:noFill/>
            <a:round/>
            <a:headEnd/>
            <a:tailEnd/>
          </a:ln>
        </p:spPr>
        <p:txBody>
          <a:bodyPr/>
          <a:lstStyle/>
          <a:p>
            <a:endParaRPr lang="zh-CN" altLang="en-US"/>
          </a:p>
        </p:txBody>
      </p:sp>
      <p:sp>
        <p:nvSpPr>
          <p:cNvPr id="16398" name="Rectangle 14"/>
          <p:cNvSpPr>
            <a:spLocks noChangeArrowheads="1"/>
          </p:cNvSpPr>
          <p:nvPr/>
        </p:nvSpPr>
        <p:spPr bwMode="auto">
          <a:xfrm>
            <a:off x="1636367" y="3302671"/>
            <a:ext cx="933152" cy="623248"/>
          </a:xfrm>
          <a:prstGeom prst="rect">
            <a:avLst/>
          </a:prstGeom>
          <a:noFill/>
          <a:ln w="9525">
            <a:noFill/>
            <a:miter lim="800000"/>
            <a:headEnd/>
            <a:tailEnd/>
          </a:ln>
        </p:spPr>
        <p:txBody>
          <a:bodyPr lIns="0" tIns="0" rIns="0" bIns="0">
            <a:spAutoFit/>
          </a:bodyPr>
          <a:lstStyle/>
          <a:p>
            <a:pPr algn="ctr">
              <a:lnSpc>
                <a:spcPct val="120000"/>
              </a:lnSpc>
            </a:pPr>
            <a:r>
              <a:rPr lang="zh-CN" altLang="zh-CN" sz="3375">
                <a:solidFill>
                  <a:srgbClr val="4D4D4D"/>
                </a:solidFill>
              </a:rPr>
              <a:t>63%</a:t>
            </a:r>
          </a:p>
        </p:txBody>
      </p:sp>
      <p:sp>
        <p:nvSpPr>
          <p:cNvPr id="16399" name="Rectangle 15"/>
          <p:cNvSpPr>
            <a:spLocks noChangeArrowheads="1"/>
          </p:cNvSpPr>
          <p:nvPr/>
        </p:nvSpPr>
        <p:spPr bwMode="auto">
          <a:xfrm>
            <a:off x="3574109" y="4436742"/>
            <a:ext cx="933152" cy="623248"/>
          </a:xfrm>
          <a:prstGeom prst="rect">
            <a:avLst/>
          </a:prstGeom>
          <a:noFill/>
          <a:ln w="9525">
            <a:noFill/>
            <a:miter lim="800000"/>
            <a:headEnd/>
            <a:tailEnd/>
          </a:ln>
        </p:spPr>
        <p:txBody>
          <a:bodyPr lIns="0" tIns="0" rIns="0" bIns="0">
            <a:spAutoFit/>
          </a:bodyPr>
          <a:lstStyle/>
          <a:p>
            <a:pPr algn="ctr">
              <a:lnSpc>
                <a:spcPct val="120000"/>
              </a:lnSpc>
            </a:pPr>
            <a:r>
              <a:rPr lang="zh-CN" altLang="zh-CN" sz="3375">
                <a:solidFill>
                  <a:srgbClr val="4D4D4D"/>
                </a:solidFill>
              </a:rPr>
              <a:t>85%</a:t>
            </a:r>
          </a:p>
        </p:txBody>
      </p:sp>
      <p:sp>
        <p:nvSpPr>
          <p:cNvPr id="16400" name="Rectangle 16"/>
          <p:cNvSpPr>
            <a:spLocks noChangeArrowheads="1"/>
          </p:cNvSpPr>
          <p:nvPr/>
        </p:nvSpPr>
        <p:spPr bwMode="auto">
          <a:xfrm>
            <a:off x="3252640" y="2373983"/>
            <a:ext cx="933152" cy="332399"/>
          </a:xfrm>
          <a:prstGeom prst="rect">
            <a:avLst/>
          </a:prstGeom>
          <a:noFill/>
          <a:ln w="9525">
            <a:noFill/>
            <a:miter lim="800000"/>
            <a:headEnd/>
            <a:tailEnd/>
          </a:ln>
        </p:spPr>
        <p:txBody>
          <a:bodyPr lIns="0" tIns="0" rIns="0" bIns="0">
            <a:spAutoFit/>
          </a:bodyPr>
          <a:lstStyle/>
          <a:p>
            <a:pPr algn="ctr">
              <a:lnSpc>
                <a:spcPct val="120000"/>
              </a:lnSpc>
            </a:pPr>
            <a:r>
              <a:rPr lang="zh-CN" altLang="zh-CN">
                <a:solidFill>
                  <a:srgbClr val="4D4D4D"/>
                </a:solidFill>
              </a:rPr>
              <a:t>42%</a:t>
            </a:r>
          </a:p>
        </p:txBody>
      </p:sp>
      <p:sp>
        <p:nvSpPr>
          <p:cNvPr id="16401" name="Rectangle 17"/>
          <p:cNvSpPr>
            <a:spLocks noChangeArrowheads="1"/>
          </p:cNvSpPr>
          <p:nvPr/>
        </p:nvSpPr>
        <p:spPr bwMode="auto">
          <a:xfrm>
            <a:off x="2064992" y="5477050"/>
            <a:ext cx="933152" cy="363626"/>
          </a:xfrm>
          <a:prstGeom prst="rect">
            <a:avLst/>
          </a:prstGeom>
          <a:noFill/>
          <a:ln w="9525">
            <a:noFill/>
            <a:miter lim="800000"/>
            <a:headEnd/>
            <a:tailEnd/>
          </a:ln>
        </p:spPr>
        <p:txBody>
          <a:bodyPr lIns="0" tIns="0" rIns="0" bIns="0">
            <a:spAutoFit/>
          </a:bodyPr>
          <a:lstStyle/>
          <a:p>
            <a:pPr algn="ctr">
              <a:lnSpc>
                <a:spcPct val="120000"/>
              </a:lnSpc>
            </a:pPr>
            <a:r>
              <a:rPr lang="zh-CN" altLang="zh-CN" sz="1969">
                <a:solidFill>
                  <a:srgbClr val="4D4D4D"/>
                </a:solidFill>
              </a:rPr>
              <a:t>21%</a:t>
            </a:r>
          </a:p>
        </p:txBody>
      </p:sp>
      <p:sp>
        <p:nvSpPr>
          <p:cNvPr id="16402" name="Rectangle 18"/>
          <p:cNvSpPr>
            <a:spLocks noChangeArrowheads="1"/>
          </p:cNvSpPr>
          <p:nvPr/>
        </p:nvSpPr>
        <p:spPr bwMode="auto">
          <a:xfrm>
            <a:off x="7239745" y="2644106"/>
            <a:ext cx="1520279" cy="265457"/>
          </a:xfrm>
          <a:prstGeom prst="rect">
            <a:avLst/>
          </a:prstGeom>
          <a:solidFill>
            <a:srgbClr val="000000"/>
          </a:solidFill>
          <a:ln w="9525">
            <a:noFill/>
            <a:miter lim="800000"/>
            <a:headEnd/>
            <a:tailEnd/>
          </a:ln>
        </p:spPr>
        <p:txBody>
          <a:bodyPr>
            <a:spAutoFit/>
          </a:bodyPr>
          <a:lstStyle/>
          <a:p>
            <a:r>
              <a:rPr lang="zh-CN" altLang="zh-CN" sz="1125">
                <a:solidFill>
                  <a:schemeClr val="bg1"/>
                </a:solidFill>
              </a:rPr>
              <a:t>TECHNOLOGH</a:t>
            </a:r>
          </a:p>
        </p:txBody>
      </p:sp>
      <p:sp>
        <p:nvSpPr>
          <p:cNvPr id="16403" name="Line 19"/>
          <p:cNvSpPr>
            <a:spLocks noChangeShapeType="1"/>
          </p:cNvSpPr>
          <p:nvPr/>
        </p:nvSpPr>
        <p:spPr bwMode="auto">
          <a:xfrm>
            <a:off x="7239745" y="3639766"/>
            <a:ext cx="738931" cy="0"/>
          </a:xfrm>
          <a:prstGeom prst="line">
            <a:avLst/>
          </a:prstGeom>
          <a:noFill/>
          <a:ln w="6350">
            <a:solidFill>
              <a:srgbClr val="000000"/>
            </a:solidFill>
            <a:round/>
            <a:headEnd/>
            <a:tailEnd/>
          </a:ln>
        </p:spPr>
        <p:txBody>
          <a:bodyPr/>
          <a:lstStyle/>
          <a:p>
            <a:endParaRPr lang="zh-CN" altLang="en-US"/>
          </a:p>
        </p:txBody>
      </p:sp>
      <p:sp>
        <p:nvSpPr>
          <p:cNvPr id="16404" name="Rectangle 20"/>
          <p:cNvSpPr>
            <a:spLocks noChangeArrowheads="1"/>
          </p:cNvSpPr>
          <p:nvPr/>
        </p:nvSpPr>
        <p:spPr bwMode="auto">
          <a:xfrm>
            <a:off x="7239746" y="3742457"/>
            <a:ext cx="4505027" cy="1869743"/>
          </a:xfrm>
          <a:prstGeom prst="rect">
            <a:avLst/>
          </a:prstGeom>
          <a:noFill/>
          <a:ln w="9525">
            <a:noFill/>
            <a:miter lim="800000"/>
            <a:headEnd/>
            <a:tailEnd/>
          </a:ln>
        </p:spPr>
        <p:txBody>
          <a:bodyPr lIns="0" tIns="0" rIns="0" bIns="0">
            <a:spAutoFit/>
          </a:bodyPr>
          <a:lstStyle/>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a:t>
            </a:r>
            <a:r>
              <a:rPr lang="zh-CN" altLang="en-US" sz="1125">
                <a:solidFill>
                  <a:schemeClr val="bg2"/>
                </a:solidFill>
              </a:rPr>
              <a:t> </a:t>
            </a: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a:p>
            <a:pPr>
              <a:lnSpc>
                <a:spcPct val="120000"/>
              </a:lnSpc>
            </a:pPr>
            <a:endParaRPr lang="zh-CN" altLang="en-US" sz="1125">
              <a:solidFill>
                <a:schemeClr val="bg2"/>
              </a:solidFill>
            </a:endParaRP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16405" name="Rectangle 21"/>
          <p:cNvSpPr>
            <a:spLocks noChangeArrowheads="1"/>
          </p:cNvSpPr>
          <p:nvPr/>
        </p:nvSpPr>
        <p:spPr bwMode="auto">
          <a:xfrm>
            <a:off x="7239745" y="3032547"/>
            <a:ext cx="1520279" cy="207749"/>
          </a:xfrm>
          <a:prstGeom prst="rect">
            <a:avLst/>
          </a:prstGeom>
          <a:noFill/>
          <a:ln w="9525">
            <a:noFill/>
            <a:miter lim="800000"/>
            <a:headEnd/>
            <a:tailEnd/>
          </a:ln>
        </p:spPr>
        <p:txBody>
          <a:bodyPr lIns="0" tIns="0" rIns="0" bIns="0">
            <a:spAutoFit/>
          </a:bodyPr>
          <a:lstStyle/>
          <a:p>
            <a:pPr>
              <a:lnSpc>
                <a:spcPct val="120000"/>
              </a:lnSpc>
            </a:pPr>
            <a:r>
              <a:rPr lang="en-US" altLang="zh-CN" sz="1125">
                <a:solidFill>
                  <a:srgbClr val="88714E"/>
                </a:solidFill>
              </a:rPr>
              <a:t>Marketing Information</a:t>
            </a:r>
          </a:p>
        </p:txBody>
      </p:sp>
    </p:spTree>
    <p:extLst>
      <p:ext uri="{BB962C8B-B14F-4D97-AF65-F5344CB8AC3E}">
        <p14:creationId xmlns:p14="http://schemas.microsoft.com/office/powerpoint/2010/main" val="282257505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19459" name="Text Box 3"/>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19460" name="Line 4"/>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19461" name="Line 5"/>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sp>
        <p:nvSpPr>
          <p:cNvPr id="19462" name="Freeform 6"/>
          <p:cNvSpPr>
            <a:spLocks noEditPoints="1"/>
          </p:cNvSpPr>
          <p:nvPr/>
        </p:nvSpPr>
        <p:spPr bwMode="auto">
          <a:xfrm>
            <a:off x="4277321" y="2050282"/>
            <a:ext cx="4304109" cy="4299645"/>
          </a:xfrm>
          <a:custGeom>
            <a:avLst/>
            <a:gdLst>
              <a:gd name="T0" fmla="*/ 870 w 935"/>
              <a:gd name="T1" fmla="*/ 608 h 935"/>
              <a:gd name="T2" fmla="*/ 870 w 935"/>
              <a:gd name="T3" fmla="*/ 608 h 935"/>
              <a:gd name="T4" fmla="*/ 806 w 935"/>
              <a:gd name="T5" fmla="*/ 468 h 935"/>
              <a:gd name="T6" fmla="*/ 870 w 935"/>
              <a:gd name="T7" fmla="*/ 327 h 935"/>
              <a:gd name="T8" fmla="*/ 870 w 935"/>
              <a:gd name="T9" fmla="*/ 327 h 935"/>
              <a:gd name="T10" fmla="*/ 935 w 935"/>
              <a:gd name="T11" fmla="*/ 186 h 935"/>
              <a:gd name="T12" fmla="*/ 750 w 935"/>
              <a:gd name="T13" fmla="*/ 0 h 935"/>
              <a:gd name="T14" fmla="*/ 608 w 935"/>
              <a:gd name="T15" fmla="*/ 65 h 935"/>
              <a:gd name="T16" fmla="*/ 608 w 935"/>
              <a:gd name="T17" fmla="*/ 65 h 935"/>
              <a:gd name="T18" fmla="*/ 468 w 935"/>
              <a:gd name="T19" fmla="*/ 129 h 935"/>
              <a:gd name="T20" fmla="*/ 328 w 935"/>
              <a:gd name="T21" fmla="*/ 65 h 935"/>
              <a:gd name="T22" fmla="*/ 328 w 935"/>
              <a:gd name="T23" fmla="*/ 65 h 935"/>
              <a:gd name="T24" fmla="*/ 186 w 935"/>
              <a:gd name="T25" fmla="*/ 0 h 935"/>
              <a:gd name="T26" fmla="*/ 0 w 935"/>
              <a:gd name="T27" fmla="*/ 186 h 935"/>
              <a:gd name="T28" fmla="*/ 66 w 935"/>
              <a:gd name="T29" fmla="*/ 327 h 935"/>
              <a:gd name="T30" fmla="*/ 66 w 935"/>
              <a:gd name="T31" fmla="*/ 327 h 935"/>
              <a:gd name="T32" fmla="*/ 130 w 935"/>
              <a:gd name="T33" fmla="*/ 468 h 935"/>
              <a:gd name="T34" fmla="*/ 66 w 935"/>
              <a:gd name="T35" fmla="*/ 608 h 935"/>
              <a:gd name="T36" fmla="*/ 66 w 935"/>
              <a:gd name="T37" fmla="*/ 608 h 935"/>
              <a:gd name="T38" fmla="*/ 0 w 935"/>
              <a:gd name="T39" fmla="*/ 749 h 935"/>
              <a:gd name="T40" fmla="*/ 186 w 935"/>
              <a:gd name="T41" fmla="*/ 935 h 935"/>
              <a:gd name="T42" fmla="*/ 328 w 935"/>
              <a:gd name="T43" fmla="*/ 870 h 935"/>
              <a:gd name="T44" fmla="*/ 328 w 935"/>
              <a:gd name="T45" fmla="*/ 870 h 935"/>
              <a:gd name="T46" fmla="*/ 468 w 935"/>
              <a:gd name="T47" fmla="*/ 806 h 935"/>
              <a:gd name="T48" fmla="*/ 608 w 935"/>
              <a:gd name="T49" fmla="*/ 870 h 935"/>
              <a:gd name="T50" fmla="*/ 608 w 935"/>
              <a:gd name="T51" fmla="*/ 870 h 935"/>
              <a:gd name="T52" fmla="*/ 750 w 935"/>
              <a:gd name="T53" fmla="*/ 935 h 935"/>
              <a:gd name="T54" fmla="*/ 935 w 935"/>
              <a:gd name="T55" fmla="*/ 749 h 935"/>
              <a:gd name="T56" fmla="*/ 870 w 935"/>
              <a:gd name="T57" fmla="*/ 608 h 935"/>
              <a:gd name="T58" fmla="*/ 468 w 935"/>
              <a:gd name="T59" fmla="*/ 681 h 935"/>
              <a:gd name="T60" fmla="*/ 255 w 935"/>
              <a:gd name="T61" fmla="*/ 468 h 935"/>
              <a:gd name="T62" fmla="*/ 468 w 935"/>
              <a:gd name="T63" fmla="*/ 255 h 935"/>
              <a:gd name="T64" fmla="*/ 681 w 935"/>
              <a:gd name="T65" fmla="*/ 468 h 935"/>
              <a:gd name="T66" fmla="*/ 468 w 935"/>
              <a:gd name="T67" fmla="*/ 681 h 9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35"/>
              <a:gd name="T103" fmla="*/ 0 h 935"/>
              <a:gd name="T104" fmla="*/ 935 w 935"/>
              <a:gd name="T105" fmla="*/ 935 h 9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35" h="935">
                <a:moveTo>
                  <a:pt x="870" y="608"/>
                </a:moveTo>
                <a:cubicBezTo>
                  <a:pt x="870" y="608"/>
                  <a:pt x="870" y="608"/>
                  <a:pt x="870" y="608"/>
                </a:cubicBezTo>
                <a:cubicBezTo>
                  <a:pt x="831" y="574"/>
                  <a:pt x="806" y="524"/>
                  <a:pt x="806" y="468"/>
                </a:cubicBezTo>
                <a:cubicBezTo>
                  <a:pt x="806" y="412"/>
                  <a:pt x="831" y="362"/>
                  <a:pt x="870" y="327"/>
                </a:cubicBezTo>
                <a:cubicBezTo>
                  <a:pt x="870" y="327"/>
                  <a:pt x="870" y="327"/>
                  <a:pt x="870" y="327"/>
                </a:cubicBezTo>
                <a:cubicBezTo>
                  <a:pt x="910" y="293"/>
                  <a:pt x="935" y="243"/>
                  <a:pt x="935" y="186"/>
                </a:cubicBezTo>
                <a:cubicBezTo>
                  <a:pt x="935" y="83"/>
                  <a:pt x="852" y="0"/>
                  <a:pt x="750" y="0"/>
                </a:cubicBezTo>
                <a:cubicBezTo>
                  <a:pt x="693" y="0"/>
                  <a:pt x="642" y="25"/>
                  <a:pt x="608" y="65"/>
                </a:cubicBezTo>
                <a:cubicBezTo>
                  <a:pt x="608" y="65"/>
                  <a:pt x="608" y="65"/>
                  <a:pt x="608" y="65"/>
                </a:cubicBezTo>
                <a:cubicBezTo>
                  <a:pt x="574" y="105"/>
                  <a:pt x="524" y="129"/>
                  <a:pt x="468" y="129"/>
                </a:cubicBezTo>
                <a:cubicBezTo>
                  <a:pt x="412" y="129"/>
                  <a:pt x="362" y="105"/>
                  <a:pt x="328" y="65"/>
                </a:cubicBezTo>
                <a:cubicBezTo>
                  <a:pt x="328" y="65"/>
                  <a:pt x="328" y="65"/>
                  <a:pt x="328" y="65"/>
                </a:cubicBezTo>
                <a:cubicBezTo>
                  <a:pt x="294" y="25"/>
                  <a:pt x="243" y="0"/>
                  <a:pt x="186" y="0"/>
                </a:cubicBezTo>
                <a:cubicBezTo>
                  <a:pt x="83" y="0"/>
                  <a:pt x="0" y="83"/>
                  <a:pt x="0" y="186"/>
                </a:cubicBezTo>
                <a:cubicBezTo>
                  <a:pt x="0" y="243"/>
                  <a:pt x="26" y="293"/>
                  <a:pt x="66" y="327"/>
                </a:cubicBezTo>
                <a:cubicBezTo>
                  <a:pt x="66" y="327"/>
                  <a:pt x="66" y="327"/>
                  <a:pt x="66" y="327"/>
                </a:cubicBezTo>
                <a:cubicBezTo>
                  <a:pt x="105" y="362"/>
                  <a:pt x="130" y="412"/>
                  <a:pt x="130" y="468"/>
                </a:cubicBezTo>
                <a:cubicBezTo>
                  <a:pt x="130" y="524"/>
                  <a:pt x="105" y="574"/>
                  <a:pt x="66" y="608"/>
                </a:cubicBezTo>
                <a:cubicBezTo>
                  <a:pt x="66" y="608"/>
                  <a:pt x="66" y="608"/>
                  <a:pt x="66" y="608"/>
                </a:cubicBezTo>
                <a:cubicBezTo>
                  <a:pt x="26" y="642"/>
                  <a:pt x="0" y="693"/>
                  <a:pt x="0" y="749"/>
                </a:cubicBezTo>
                <a:cubicBezTo>
                  <a:pt x="0" y="852"/>
                  <a:pt x="83" y="935"/>
                  <a:pt x="186" y="935"/>
                </a:cubicBezTo>
                <a:cubicBezTo>
                  <a:pt x="243" y="935"/>
                  <a:pt x="294" y="910"/>
                  <a:pt x="328" y="870"/>
                </a:cubicBezTo>
                <a:cubicBezTo>
                  <a:pt x="328" y="870"/>
                  <a:pt x="328" y="870"/>
                  <a:pt x="328" y="870"/>
                </a:cubicBezTo>
                <a:cubicBezTo>
                  <a:pt x="362" y="831"/>
                  <a:pt x="412" y="806"/>
                  <a:pt x="468" y="806"/>
                </a:cubicBezTo>
                <a:cubicBezTo>
                  <a:pt x="524" y="806"/>
                  <a:pt x="574" y="831"/>
                  <a:pt x="608" y="870"/>
                </a:cubicBezTo>
                <a:cubicBezTo>
                  <a:pt x="608" y="870"/>
                  <a:pt x="608" y="870"/>
                  <a:pt x="608" y="870"/>
                </a:cubicBezTo>
                <a:cubicBezTo>
                  <a:pt x="642" y="910"/>
                  <a:pt x="693" y="935"/>
                  <a:pt x="750" y="935"/>
                </a:cubicBezTo>
                <a:cubicBezTo>
                  <a:pt x="852" y="935"/>
                  <a:pt x="935" y="852"/>
                  <a:pt x="935" y="749"/>
                </a:cubicBezTo>
                <a:cubicBezTo>
                  <a:pt x="935" y="693"/>
                  <a:pt x="910" y="642"/>
                  <a:pt x="870" y="608"/>
                </a:cubicBezTo>
                <a:close/>
                <a:moveTo>
                  <a:pt x="468" y="681"/>
                </a:moveTo>
                <a:cubicBezTo>
                  <a:pt x="350" y="681"/>
                  <a:pt x="255" y="585"/>
                  <a:pt x="255" y="468"/>
                </a:cubicBezTo>
                <a:cubicBezTo>
                  <a:pt x="255" y="350"/>
                  <a:pt x="350" y="255"/>
                  <a:pt x="468" y="255"/>
                </a:cubicBezTo>
                <a:cubicBezTo>
                  <a:pt x="585" y="255"/>
                  <a:pt x="681" y="350"/>
                  <a:pt x="681" y="468"/>
                </a:cubicBezTo>
                <a:cubicBezTo>
                  <a:pt x="681" y="585"/>
                  <a:pt x="585" y="681"/>
                  <a:pt x="468" y="681"/>
                </a:cubicBezTo>
                <a:close/>
              </a:path>
            </a:pathLst>
          </a:custGeom>
          <a:solidFill>
            <a:srgbClr val="000000">
              <a:alpha val="9804"/>
            </a:srgbClr>
          </a:solidFill>
          <a:ln w="9525">
            <a:noFill/>
            <a:round/>
            <a:headEnd/>
            <a:tailEnd/>
          </a:ln>
        </p:spPr>
        <p:txBody>
          <a:bodyPr/>
          <a:lstStyle/>
          <a:p>
            <a:endParaRPr lang="zh-CN" altLang="en-US"/>
          </a:p>
        </p:txBody>
      </p:sp>
      <p:sp>
        <p:nvSpPr>
          <p:cNvPr id="19463" name="Oval 7"/>
          <p:cNvSpPr>
            <a:spLocks noChangeArrowheads="1"/>
          </p:cNvSpPr>
          <p:nvPr/>
        </p:nvSpPr>
        <p:spPr bwMode="auto">
          <a:xfrm>
            <a:off x="7103567" y="4885458"/>
            <a:ext cx="1247925" cy="1245691"/>
          </a:xfrm>
          <a:prstGeom prst="ellipse">
            <a:avLst/>
          </a:prstGeom>
          <a:solidFill>
            <a:srgbClr val="88714E"/>
          </a:solidFill>
          <a:ln w="9525">
            <a:noFill/>
            <a:round/>
            <a:headEnd/>
            <a:tailEnd/>
          </a:ln>
        </p:spPr>
        <p:txBody>
          <a:bodyPr/>
          <a:lstStyle/>
          <a:p>
            <a:endParaRPr lang="zh-CN" altLang="en-US"/>
          </a:p>
        </p:txBody>
      </p:sp>
      <p:sp>
        <p:nvSpPr>
          <p:cNvPr id="19464" name="Oval 8"/>
          <p:cNvSpPr>
            <a:spLocks noChangeArrowheads="1"/>
          </p:cNvSpPr>
          <p:nvPr/>
        </p:nvSpPr>
        <p:spPr bwMode="auto">
          <a:xfrm>
            <a:off x="4511726" y="2295848"/>
            <a:ext cx="1243458" cy="1241227"/>
          </a:xfrm>
          <a:prstGeom prst="ellipse">
            <a:avLst/>
          </a:prstGeom>
          <a:solidFill>
            <a:srgbClr val="88714E"/>
          </a:solidFill>
          <a:ln w="9525">
            <a:noFill/>
            <a:round/>
            <a:headEnd/>
            <a:tailEnd/>
          </a:ln>
        </p:spPr>
        <p:txBody>
          <a:bodyPr/>
          <a:lstStyle/>
          <a:p>
            <a:endParaRPr lang="zh-CN" altLang="en-US"/>
          </a:p>
        </p:txBody>
      </p:sp>
      <p:sp>
        <p:nvSpPr>
          <p:cNvPr id="19465" name="Oval 9"/>
          <p:cNvSpPr>
            <a:spLocks noChangeArrowheads="1"/>
          </p:cNvSpPr>
          <p:nvPr/>
        </p:nvSpPr>
        <p:spPr bwMode="auto">
          <a:xfrm>
            <a:off x="7103567" y="2295848"/>
            <a:ext cx="1247925" cy="1241227"/>
          </a:xfrm>
          <a:prstGeom prst="ellipse">
            <a:avLst/>
          </a:prstGeom>
          <a:solidFill>
            <a:srgbClr val="88714E"/>
          </a:solidFill>
          <a:ln w="9525">
            <a:noFill/>
            <a:round/>
            <a:headEnd/>
            <a:tailEnd/>
          </a:ln>
        </p:spPr>
        <p:txBody>
          <a:bodyPr/>
          <a:lstStyle/>
          <a:p>
            <a:endParaRPr lang="zh-CN" altLang="en-US"/>
          </a:p>
        </p:txBody>
      </p:sp>
      <p:sp>
        <p:nvSpPr>
          <p:cNvPr id="19466" name="Oval 10"/>
          <p:cNvSpPr>
            <a:spLocks noChangeArrowheads="1"/>
          </p:cNvSpPr>
          <p:nvPr/>
        </p:nvSpPr>
        <p:spPr bwMode="auto">
          <a:xfrm>
            <a:off x="4511726" y="4885458"/>
            <a:ext cx="1243458" cy="1245691"/>
          </a:xfrm>
          <a:prstGeom prst="ellipse">
            <a:avLst/>
          </a:prstGeom>
          <a:solidFill>
            <a:srgbClr val="88714E"/>
          </a:solidFill>
          <a:ln w="9525">
            <a:noFill/>
            <a:round/>
            <a:headEnd/>
            <a:tailEnd/>
          </a:ln>
        </p:spPr>
        <p:txBody>
          <a:bodyPr/>
          <a:lstStyle/>
          <a:p>
            <a:endParaRPr lang="zh-CN" altLang="en-US"/>
          </a:p>
        </p:txBody>
      </p:sp>
      <p:sp>
        <p:nvSpPr>
          <p:cNvPr id="19467" name="Text Box 11"/>
          <p:cNvSpPr txBox="1">
            <a:spLocks noChangeArrowheads="1"/>
          </p:cNvSpPr>
          <p:nvPr/>
        </p:nvSpPr>
        <p:spPr bwMode="auto">
          <a:xfrm>
            <a:off x="4923930" y="2568204"/>
            <a:ext cx="423513" cy="698333"/>
          </a:xfrm>
          <a:prstGeom prst="rect">
            <a:avLst/>
          </a:prstGeom>
          <a:noFill/>
          <a:ln w="9525">
            <a:noFill/>
            <a:miter lim="800000"/>
            <a:headEnd/>
            <a:tailEnd/>
          </a:ln>
        </p:spPr>
        <p:txBody>
          <a:bodyPr wrap="none">
            <a:spAutoFit/>
          </a:bodyPr>
          <a:lstStyle/>
          <a:p>
            <a:pPr algn="ctr"/>
            <a:r>
              <a:rPr lang="zh-CN" altLang="zh-CN" sz="3938" b="1">
                <a:solidFill>
                  <a:schemeClr val="bg1"/>
                </a:solidFill>
              </a:rPr>
              <a:t>S</a:t>
            </a:r>
          </a:p>
        </p:txBody>
      </p:sp>
      <p:sp>
        <p:nvSpPr>
          <p:cNvPr id="19468" name="Text Box 12"/>
          <p:cNvSpPr txBox="1">
            <a:spLocks noChangeArrowheads="1"/>
          </p:cNvSpPr>
          <p:nvPr/>
        </p:nvSpPr>
        <p:spPr bwMode="auto">
          <a:xfrm>
            <a:off x="7429501" y="2507929"/>
            <a:ext cx="647402" cy="698333"/>
          </a:xfrm>
          <a:prstGeom prst="rect">
            <a:avLst/>
          </a:prstGeom>
          <a:noFill/>
          <a:ln w="9525">
            <a:noFill/>
            <a:miter lim="800000"/>
            <a:headEnd/>
            <a:tailEnd/>
          </a:ln>
        </p:spPr>
        <p:txBody>
          <a:bodyPr>
            <a:spAutoFit/>
          </a:bodyPr>
          <a:lstStyle/>
          <a:p>
            <a:pPr algn="ctr"/>
            <a:r>
              <a:rPr lang="zh-CN" altLang="zh-CN" sz="3938" b="1">
                <a:solidFill>
                  <a:schemeClr val="bg1"/>
                </a:solidFill>
              </a:rPr>
              <a:t>w</a:t>
            </a:r>
          </a:p>
        </p:txBody>
      </p:sp>
      <p:sp>
        <p:nvSpPr>
          <p:cNvPr id="19469" name="Text Box 13"/>
          <p:cNvSpPr txBox="1">
            <a:spLocks noChangeArrowheads="1"/>
          </p:cNvSpPr>
          <p:nvPr/>
        </p:nvSpPr>
        <p:spPr bwMode="auto">
          <a:xfrm>
            <a:off x="4873750" y="5139954"/>
            <a:ext cx="526106" cy="698333"/>
          </a:xfrm>
          <a:prstGeom prst="rect">
            <a:avLst/>
          </a:prstGeom>
          <a:noFill/>
          <a:ln w="9525">
            <a:noFill/>
            <a:miter lim="800000"/>
            <a:headEnd/>
            <a:tailEnd/>
          </a:ln>
        </p:spPr>
        <p:txBody>
          <a:bodyPr wrap="none">
            <a:spAutoFit/>
          </a:bodyPr>
          <a:lstStyle/>
          <a:p>
            <a:pPr algn="ctr"/>
            <a:r>
              <a:rPr lang="zh-CN" altLang="zh-CN" sz="3938" b="1">
                <a:solidFill>
                  <a:schemeClr val="bg1"/>
                </a:solidFill>
              </a:rPr>
              <a:t>O</a:t>
            </a:r>
          </a:p>
        </p:txBody>
      </p:sp>
      <p:sp>
        <p:nvSpPr>
          <p:cNvPr id="19470" name="Text Box 14"/>
          <p:cNvSpPr txBox="1">
            <a:spLocks noChangeArrowheads="1"/>
          </p:cNvSpPr>
          <p:nvPr/>
        </p:nvSpPr>
        <p:spPr bwMode="auto">
          <a:xfrm>
            <a:off x="7507931" y="5139954"/>
            <a:ext cx="434734" cy="698333"/>
          </a:xfrm>
          <a:prstGeom prst="rect">
            <a:avLst/>
          </a:prstGeom>
          <a:noFill/>
          <a:ln w="9525">
            <a:noFill/>
            <a:miter lim="800000"/>
            <a:headEnd/>
            <a:tailEnd/>
          </a:ln>
        </p:spPr>
        <p:txBody>
          <a:bodyPr wrap="none">
            <a:spAutoFit/>
          </a:bodyPr>
          <a:lstStyle/>
          <a:p>
            <a:pPr algn="ctr"/>
            <a:r>
              <a:rPr lang="zh-CN" altLang="zh-CN" sz="3938" b="1">
                <a:solidFill>
                  <a:schemeClr val="bg1"/>
                </a:solidFill>
              </a:rPr>
              <a:t>T</a:t>
            </a:r>
          </a:p>
        </p:txBody>
      </p:sp>
      <p:grpSp>
        <p:nvGrpSpPr>
          <p:cNvPr id="19471" name="Group 15"/>
          <p:cNvGrpSpPr>
            <a:grpSpLocks/>
          </p:cNvGrpSpPr>
          <p:nvPr/>
        </p:nvGrpSpPr>
        <p:grpSpPr bwMode="auto">
          <a:xfrm>
            <a:off x="8849321" y="5287294"/>
            <a:ext cx="308074" cy="308074"/>
            <a:chOff x="0" y="0"/>
            <a:chExt cx="205" cy="206"/>
          </a:xfrm>
        </p:grpSpPr>
        <p:sp>
          <p:nvSpPr>
            <p:cNvPr id="19485" name="Freeform 16"/>
            <p:cNvSpPr>
              <a:spLocks noEditPoints="1"/>
            </p:cNvSpPr>
            <p:nvPr/>
          </p:nvSpPr>
          <p:spPr bwMode="auto">
            <a:xfrm>
              <a:off x="0" y="0"/>
              <a:ext cx="205" cy="206"/>
            </a:xfrm>
            <a:custGeom>
              <a:avLst/>
              <a:gdLst>
                <a:gd name="T0" fmla="*/ 70 w 140"/>
                <a:gd name="T1" fmla="*/ 0 h 140"/>
                <a:gd name="T2" fmla="*/ 0 w 140"/>
                <a:gd name="T3" fmla="*/ 70 h 140"/>
                <a:gd name="T4" fmla="*/ 70 w 140"/>
                <a:gd name="T5" fmla="*/ 140 h 140"/>
                <a:gd name="T6" fmla="*/ 140 w 140"/>
                <a:gd name="T7" fmla="*/ 70 h 140"/>
                <a:gd name="T8" fmla="*/ 70 w 140"/>
                <a:gd name="T9" fmla="*/ 0 h 140"/>
                <a:gd name="T10" fmla="*/ 70 w 140"/>
                <a:gd name="T11" fmla="*/ 128 h 140"/>
                <a:gd name="T12" fmla="*/ 12 w 140"/>
                <a:gd name="T13" fmla="*/ 70 h 140"/>
                <a:gd name="T14" fmla="*/ 70 w 140"/>
                <a:gd name="T15" fmla="*/ 12 h 140"/>
                <a:gd name="T16" fmla="*/ 128 w 140"/>
                <a:gd name="T17" fmla="*/ 70 h 140"/>
                <a:gd name="T18" fmla="*/ 70 w 140"/>
                <a:gd name="T19" fmla="*/ 128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0"/>
                <a:gd name="T31" fmla="*/ 0 h 140"/>
                <a:gd name="T32" fmla="*/ 140 w 140"/>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0" h="140">
                  <a:moveTo>
                    <a:pt x="70" y="0"/>
                  </a:moveTo>
                  <a:cubicBezTo>
                    <a:pt x="32" y="0"/>
                    <a:pt x="0" y="32"/>
                    <a:pt x="0" y="70"/>
                  </a:cubicBezTo>
                  <a:cubicBezTo>
                    <a:pt x="0" y="109"/>
                    <a:pt x="32" y="140"/>
                    <a:pt x="70" y="140"/>
                  </a:cubicBezTo>
                  <a:cubicBezTo>
                    <a:pt x="109" y="140"/>
                    <a:pt x="140" y="109"/>
                    <a:pt x="140" y="70"/>
                  </a:cubicBezTo>
                  <a:cubicBezTo>
                    <a:pt x="140" y="32"/>
                    <a:pt x="109" y="0"/>
                    <a:pt x="70" y="0"/>
                  </a:cubicBezTo>
                  <a:close/>
                  <a:moveTo>
                    <a:pt x="70" y="128"/>
                  </a:moveTo>
                  <a:cubicBezTo>
                    <a:pt x="38" y="128"/>
                    <a:pt x="12" y="102"/>
                    <a:pt x="12" y="70"/>
                  </a:cubicBezTo>
                  <a:cubicBezTo>
                    <a:pt x="12" y="38"/>
                    <a:pt x="38" y="12"/>
                    <a:pt x="70" y="12"/>
                  </a:cubicBezTo>
                  <a:cubicBezTo>
                    <a:pt x="102" y="12"/>
                    <a:pt x="128" y="38"/>
                    <a:pt x="128" y="70"/>
                  </a:cubicBezTo>
                  <a:cubicBezTo>
                    <a:pt x="128" y="102"/>
                    <a:pt x="102" y="128"/>
                    <a:pt x="70" y="128"/>
                  </a:cubicBezTo>
                  <a:close/>
                </a:path>
              </a:pathLst>
            </a:custGeom>
            <a:solidFill>
              <a:srgbClr val="88714E"/>
            </a:solidFill>
            <a:ln w="9525">
              <a:noFill/>
              <a:round/>
              <a:headEnd/>
              <a:tailEnd/>
            </a:ln>
          </p:spPr>
          <p:txBody>
            <a:bodyPr/>
            <a:lstStyle/>
            <a:p>
              <a:endParaRPr lang="zh-CN" altLang="en-US"/>
            </a:p>
          </p:txBody>
        </p:sp>
        <p:sp>
          <p:nvSpPr>
            <p:cNvPr id="19486" name="Freeform 17"/>
            <p:cNvSpPr>
              <a:spLocks/>
            </p:cNvSpPr>
            <p:nvPr/>
          </p:nvSpPr>
          <p:spPr bwMode="auto">
            <a:xfrm>
              <a:off x="60" y="60"/>
              <a:ext cx="87" cy="86"/>
            </a:xfrm>
            <a:custGeom>
              <a:avLst/>
              <a:gdLst>
                <a:gd name="T0" fmla="*/ 56 w 59"/>
                <a:gd name="T1" fmla="*/ 2 h 58"/>
                <a:gd name="T2" fmla="*/ 48 w 59"/>
                <a:gd name="T3" fmla="*/ 2 h 58"/>
                <a:gd name="T4" fmla="*/ 29 w 59"/>
                <a:gd name="T5" fmla="*/ 21 h 58"/>
                <a:gd name="T6" fmla="*/ 11 w 59"/>
                <a:gd name="T7" fmla="*/ 2 h 58"/>
                <a:gd name="T8" fmla="*/ 2 w 59"/>
                <a:gd name="T9" fmla="*/ 2 h 58"/>
                <a:gd name="T10" fmla="*/ 2 w 59"/>
                <a:gd name="T11" fmla="*/ 11 h 58"/>
                <a:gd name="T12" fmla="*/ 21 w 59"/>
                <a:gd name="T13" fmla="*/ 29 h 58"/>
                <a:gd name="T14" fmla="*/ 2 w 59"/>
                <a:gd name="T15" fmla="*/ 48 h 58"/>
                <a:gd name="T16" fmla="*/ 2 w 59"/>
                <a:gd name="T17" fmla="*/ 56 h 58"/>
                <a:gd name="T18" fmla="*/ 7 w 59"/>
                <a:gd name="T19" fmla="*/ 58 h 58"/>
                <a:gd name="T20" fmla="*/ 11 w 59"/>
                <a:gd name="T21" fmla="*/ 56 h 58"/>
                <a:gd name="T22" fmla="*/ 29 w 59"/>
                <a:gd name="T23" fmla="*/ 38 h 58"/>
                <a:gd name="T24" fmla="*/ 48 w 59"/>
                <a:gd name="T25" fmla="*/ 56 h 58"/>
                <a:gd name="T26" fmla="*/ 52 w 59"/>
                <a:gd name="T27" fmla="*/ 58 h 58"/>
                <a:gd name="T28" fmla="*/ 56 w 59"/>
                <a:gd name="T29" fmla="*/ 56 h 58"/>
                <a:gd name="T30" fmla="*/ 56 w 59"/>
                <a:gd name="T31" fmla="*/ 48 h 58"/>
                <a:gd name="T32" fmla="*/ 38 w 59"/>
                <a:gd name="T33" fmla="*/ 29 h 58"/>
                <a:gd name="T34" fmla="*/ 56 w 59"/>
                <a:gd name="T35" fmla="*/ 11 h 58"/>
                <a:gd name="T36" fmla="*/ 56 w 59"/>
                <a:gd name="T37" fmla="*/ 2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58"/>
                <a:gd name="T59" fmla="*/ 59 w 59"/>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58">
                  <a:moveTo>
                    <a:pt x="56" y="2"/>
                  </a:moveTo>
                  <a:cubicBezTo>
                    <a:pt x="54" y="0"/>
                    <a:pt x="50" y="0"/>
                    <a:pt x="48" y="2"/>
                  </a:cubicBezTo>
                  <a:cubicBezTo>
                    <a:pt x="29" y="21"/>
                    <a:pt x="29" y="21"/>
                    <a:pt x="29" y="21"/>
                  </a:cubicBezTo>
                  <a:cubicBezTo>
                    <a:pt x="11" y="2"/>
                    <a:pt x="11" y="2"/>
                    <a:pt x="11" y="2"/>
                  </a:cubicBezTo>
                  <a:cubicBezTo>
                    <a:pt x="8" y="0"/>
                    <a:pt x="5" y="0"/>
                    <a:pt x="2" y="2"/>
                  </a:cubicBezTo>
                  <a:cubicBezTo>
                    <a:pt x="0" y="5"/>
                    <a:pt x="0" y="8"/>
                    <a:pt x="2" y="11"/>
                  </a:cubicBezTo>
                  <a:cubicBezTo>
                    <a:pt x="21" y="29"/>
                    <a:pt x="21" y="29"/>
                    <a:pt x="21" y="29"/>
                  </a:cubicBezTo>
                  <a:cubicBezTo>
                    <a:pt x="2" y="48"/>
                    <a:pt x="2" y="48"/>
                    <a:pt x="2" y="48"/>
                  </a:cubicBezTo>
                  <a:cubicBezTo>
                    <a:pt x="0" y="50"/>
                    <a:pt x="0" y="54"/>
                    <a:pt x="2" y="56"/>
                  </a:cubicBezTo>
                  <a:cubicBezTo>
                    <a:pt x="3" y="58"/>
                    <a:pt x="5" y="58"/>
                    <a:pt x="7" y="58"/>
                  </a:cubicBezTo>
                  <a:cubicBezTo>
                    <a:pt x="8" y="58"/>
                    <a:pt x="10" y="58"/>
                    <a:pt x="11" y="56"/>
                  </a:cubicBezTo>
                  <a:cubicBezTo>
                    <a:pt x="29" y="38"/>
                    <a:pt x="29" y="38"/>
                    <a:pt x="29" y="38"/>
                  </a:cubicBezTo>
                  <a:cubicBezTo>
                    <a:pt x="48" y="56"/>
                    <a:pt x="48" y="56"/>
                    <a:pt x="48" y="56"/>
                  </a:cubicBezTo>
                  <a:cubicBezTo>
                    <a:pt x="49" y="58"/>
                    <a:pt x="51" y="58"/>
                    <a:pt x="52" y="58"/>
                  </a:cubicBezTo>
                  <a:cubicBezTo>
                    <a:pt x="54" y="58"/>
                    <a:pt x="55" y="58"/>
                    <a:pt x="56" y="56"/>
                  </a:cubicBezTo>
                  <a:cubicBezTo>
                    <a:pt x="59" y="54"/>
                    <a:pt x="59" y="50"/>
                    <a:pt x="56" y="48"/>
                  </a:cubicBezTo>
                  <a:cubicBezTo>
                    <a:pt x="38" y="29"/>
                    <a:pt x="38" y="29"/>
                    <a:pt x="38" y="29"/>
                  </a:cubicBezTo>
                  <a:cubicBezTo>
                    <a:pt x="56" y="11"/>
                    <a:pt x="56" y="11"/>
                    <a:pt x="56" y="11"/>
                  </a:cubicBezTo>
                  <a:cubicBezTo>
                    <a:pt x="59" y="8"/>
                    <a:pt x="59" y="5"/>
                    <a:pt x="56" y="2"/>
                  </a:cubicBezTo>
                  <a:close/>
                </a:path>
              </a:pathLst>
            </a:custGeom>
            <a:solidFill>
              <a:srgbClr val="88714E"/>
            </a:solidFill>
            <a:ln w="9525">
              <a:noFill/>
              <a:round/>
              <a:headEnd/>
              <a:tailEnd/>
            </a:ln>
          </p:spPr>
          <p:txBody>
            <a:bodyPr/>
            <a:lstStyle/>
            <a:p>
              <a:endParaRPr lang="zh-CN" altLang="en-US"/>
            </a:p>
          </p:txBody>
        </p:sp>
        <p:sp>
          <p:nvSpPr>
            <p:cNvPr id="19487" name="Freeform 18"/>
            <p:cNvSpPr>
              <a:spLocks noEditPoints="1"/>
            </p:cNvSpPr>
            <p:nvPr/>
          </p:nvSpPr>
          <p:spPr bwMode="auto">
            <a:xfrm>
              <a:off x="0" y="0"/>
              <a:ext cx="205" cy="206"/>
            </a:xfrm>
            <a:custGeom>
              <a:avLst/>
              <a:gdLst>
                <a:gd name="T0" fmla="*/ 70 w 140"/>
                <a:gd name="T1" fmla="*/ 0 h 140"/>
                <a:gd name="T2" fmla="*/ 0 w 140"/>
                <a:gd name="T3" fmla="*/ 70 h 140"/>
                <a:gd name="T4" fmla="*/ 70 w 140"/>
                <a:gd name="T5" fmla="*/ 140 h 140"/>
                <a:gd name="T6" fmla="*/ 140 w 140"/>
                <a:gd name="T7" fmla="*/ 70 h 140"/>
                <a:gd name="T8" fmla="*/ 70 w 140"/>
                <a:gd name="T9" fmla="*/ 0 h 140"/>
                <a:gd name="T10" fmla="*/ 70 w 140"/>
                <a:gd name="T11" fmla="*/ 128 h 140"/>
                <a:gd name="T12" fmla="*/ 12 w 140"/>
                <a:gd name="T13" fmla="*/ 70 h 140"/>
                <a:gd name="T14" fmla="*/ 70 w 140"/>
                <a:gd name="T15" fmla="*/ 12 h 140"/>
                <a:gd name="T16" fmla="*/ 128 w 140"/>
                <a:gd name="T17" fmla="*/ 70 h 140"/>
                <a:gd name="T18" fmla="*/ 70 w 140"/>
                <a:gd name="T19" fmla="*/ 128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0"/>
                <a:gd name="T31" fmla="*/ 0 h 140"/>
                <a:gd name="T32" fmla="*/ 140 w 140"/>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0" h="140">
                  <a:moveTo>
                    <a:pt x="70" y="0"/>
                  </a:moveTo>
                  <a:cubicBezTo>
                    <a:pt x="32" y="0"/>
                    <a:pt x="0" y="32"/>
                    <a:pt x="0" y="70"/>
                  </a:cubicBezTo>
                  <a:cubicBezTo>
                    <a:pt x="0" y="109"/>
                    <a:pt x="32" y="140"/>
                    <a:pt x="70" y="140"/>
                  </a:cubicBezTo>
                  <a:cubicBezTo>
                    <a:pt x="109" y="140"/>
                    <a:pt x="140" y="109"/>
                    <a:pt x="140" y="70"/>
                  </a:cubicBezTo>
                  <a:cubicBezTo>
                    <a:pt x="140" y="32"/>
                    <a:pt x="109" y="0"/>
                    <a:pt x="70" y="0"/>
                  </a:cubicBezTo>
                  <a:close/>
                  <a:moveTo>
                    <a:pt x="70" y="128"/>
                  </a:moveTo>
                  <a:cubicBezTo>
                    <a:pt x="38" y="128"/>
                    <a:pt x="12" y="102"/>
                    <a:pt x="12" y="70"/>
                  </a:cubicBezTo>
                  <a:cubicBezTo>
                    <a:pt x="12" y="38"/>
                    <a:pt x="38" y="12"/>
                    <a:pt x="70" y="12"/>
                  </a:cubicBezTo>
                  <a:cubicBezTo>
                    <a:pt x="102" y="12"/>
                    <a:pt x="128" y="38"/>
                    <a:pt x="128" y="70"/>
                  </a:cubicBezTo>
                  <a:cubicBezTo>
                    <a:pt x="128" y="102"/>
                    <a:pt x="102" y="128"/>
                    <a:pt x="70" y="128"/>
                  </a:cubicBezTo>
                  <a:close/>
                </a:path>
              </a:pathLst>
            </a:custGeom>
            <a:solidFill>
              <a:srgbClr val="88714E"/>
            </a:solidFill>
            <a:ln w="9525">
              <a:noFill/>
              <a:round/>
              <a:headEnd/>
              <a:tailEnd/>
            </a:ln>
          </p:spPr>
          <p:txBody>
            <a:bodyPr/>
            <a:lstStyle/>
            <a:p>
              <a:endParaRPr lang="zh-CN" altLang="en-US"/>
            </a:p>
          </p:txBody>
        </p:sp>
        <p:sp>
          <p:nvSpPr>
            <p:cNvPr id="19488" name="Freeform 19"/>
            <p:cNvSpPr>
              <a:spLocks/>
            </p:cNvSpPr>
            <p:nvPr/>
          </p:nvSpPr>
          <p:spPr bwMode="auto">
            <a:xfrm>
              <a:off x="60" y="60"/>
              <a:ext cx="87" cy="86"/>
            </a:xfrm>
            <a:custGeom>
              <a:avLst/>
              <a:gdLst>
                <a:gd name="T0" fmla="*/ 56 w 59"/>
                <a:gd name="T1" fmla="*/ 2 h 58"/>
                <a:gd name="T2" fmla="*/ 48 w 59"/>
                <a:gd name="T3" fmla="*/ 2 h 58"/>
                <a:gd name="T4" fmla="*/ 29 w 59"/>
                <a:gd name="T5" fmla="*/ 21 h 58"/>
                <a:gd name="T6" fmla="*/ 11 w 59"/>
                <a:gd name="T7" fmla="*/ 2 h 58"/>
                <a:gd name="T8" fmla="*/ 2 w 59"/>
                <a:gd name="T9" fmla="*/ 2 h 58"/>
                <a:gd name="T10" fmla="*/ 2 w 59"/>
                <a:gd name="T11" fmla="*/ 11 h 58"/>
                <a:gd name="T12" fmla="*/ 21 w 59"/>
                <a:gd name="T13" fmla="*/ 29 h 58"/>
                <a:gd name="T14" fmla="*/ 2 w 59"/>
                <a:gd name="T15" fmla="*/ 48 h 58"/>
                <a:gd name="T16" fmla="*/ 2 w 59"/>
                <a:gd name="T17" fmla="*/ 56 h 58"/>
                <a:gd name="T18" fmla="*/ 7 w 59"/>
                <a:gd name="T19" fmla="*/ 58 h 58"/>
                <a:gd name="T20" fmla="*/ 11 w 59"/>
                <a:gd name="T21" fmla="*/ 56 h 58"/>
                <a:gd name="T22" fmla="*/ 29 w 59"/>
                <a:gd name="T23" fmla="*/ 38 h 58"/>
                <a:gd name="T24" fmla="*/ 48 w 59"/>
                <a:gd name="T25" fmla="*/ 56 h 58"/>
                <a:gd name="T26" fmla="*/ 52 w 59"/>
                <a:gd name="T27" fmla="*/ 58 h 58"/>
                <a:gd name="T28" fmla="*/ 56 w 59"/>
                <a:gd name="T29" fmla="*/ 56 h 58"/>
                <a:gd name="T30" fmla="*/ 56 w 59"/>
                <a:gd name="T31" fmla="*/ 48 h 58"/>
                <a:gd name="T32" fmla="*/ 38 w 59"/>
                <a:gd name="T33" fmla="*/ 29 h 58"/>
                <a:gd name="T34" fmla="*/ 56 w 59"/>
                <a:gd name="T35" fmla="*/ 11 h 58"/>
                <a:gd name="T36" fmla="*/ 56 w 59"/>
                <a:gd name="T37" fmla="*/ 2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58"/>
                <a:gd name="T59" fmla="*/ 59 w 59"/>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58">
                  <a:moveTo>
                    <a:pt x="56" y="2"/>
                  </a:moveTo>
                  <a:cubicBezTo>
                    <a:pt x="54" y="0"/>
                    <a:pt x="50" y="0"/>
                    <a:pt x="48" y="2"/>
                  </a:cubicBezTo>
                  <a:cubicBezTo>
                    <a:pt x="29" y="21"/>
                    <a:pt x="29" y="21"/>
                    <a:pt x="29" y="21"/>
                  </a:cubicBezTo>
                  <a:cubicBezTo>
                    <a:pt x="11" y="2"/>
                    <a:pt x="11" y="2"/>
                    <a:pt x="11" y="2"/>
                  </a:cubicBezTo>
                  <a:cubicBezTo>
                    <a:pt x="8" y="0"/>
                    <a:pt x="5" y="0"/>
                    <a:pt x="2" y="2"/>
                  </a:cubicBezTo>
                  <a:cubicBezTo>
                    <a:pt x="0" y="5"/>
                    <a:pt x="0" y="8"/>
                    <a:pt x="2" y="11"/>
                  </a:cubicBezTo>
                  <a:cubicBezTo>
                    <a:pt x="21" y="29"/>
                    <a:pt x="21" y="29"/>
                    <a:pt x="21" y="29"/>
                  </a:cubicBezTo>
                  <a:cubicBezTo>
                    <a:pt x="2" y="48"/>
                    <a:pt x="2" y="48"/>
                    <a:pt x="2" y="48"/>
                  </a:cubicBezTo>
                  <a:cubicBezTo>
                    <a:pt x="0" y="50"/>
                    <a:pt x="0" y="54"/>
                    <a:pt x="2" y="56"/>
                  </a:cubicBezTo>
                  <a:cubicBezTo>
                    <a:pt x="3" y="58"/>
                    <a:pt x="5" y="58"/>
                    <a:pt x="7" y="58"/>
                  </a:cubicBezTo>
                  <a:cubicBezTo>
                    <a:pt x="8" y="58"/>
                    <a:pt x="10" y="58"/>
                    <a:pt x="11" y="56"/>
                  </a:cubicBezTo>
                  <a:cubicBezTo>
                    <a:pt x="29" y="38"/>
                    <a:pt x="29" y="38"/>
                    <a:pt x="29" y="38"/>
                  </a:cubicBezTo>
                  <a:cubicBezTo>
                    <a:pt x="48" y="56"/>
                    <a:pt x="48" y="56"/>
                    <a:pt x="48" y="56"/>
                  </a:cubicBezTo>
                  <a:cubicBezTo>
                    <a:pt x="49" y="58"/>
                    <a:pt x="51" y="58"/>
                    <a:pt x="52" y="58"/>
                  </a:cubicBezTo>
                  <a:cubicBezTo>
                    <a:pt x="54" y="58"/>
                    <a:pt x="55" y="58"/>
                    <a:pt x="56" y="56"/>
                  </a:cubicBezTo>
                  <a:cubicBezTo>
                    <a:pt x="59" y="54"/>
                    <a:pt x="59" y="50"/>
                    <a:pt x="56" y="48"/>
                  </a:cubicBezTo>
                  <a:cubicBezTo>
                    <a:pt x="38" y="29"/>
                    <a:pt x="38" y="29"/>
                    <a:pt x="38" y="29"/>
                  </a:cubicBezTo>
                  <a:cubicBezTo>
                    <a:pt x="56" y="11"/>
                    <a:pt x="56" y="11"/>
                    <a:pt x="56" y="11"/>
                  </a:cubicBezTo>
                  <a:cubicBezTo>
                    <a:pt x="59" y="8"/>
                    <a:pt x="59" y="5"/>
                    <a:pt x="56" y="2"/>
                  </a:cubicBezTo>
                  <a:close/>
                </a:path>
              </a:pathLst>
            </a:custGeom>
            <a:solidFill>
              <a:srgbClr val="88714E"/>
            </a:solidFill>
            <a:ln w="9525">
              <a:noFill/>
              <a:round/>
              <a:headEnd/>
              <a:tailEnd/>
            </a:ln>
          </p:spPr>
          <p:txBody>
            <a:bodyPr/>
            <a:lstStyle/>
            <a:p>
              <a:endParaRPr lang="zh-CN" altLang="en-US"/>
            </a:p>
          </p:txBody>
        </p:sp>
      </p:grpSp>
      <p:grpSp>
        <p:nvGrpSpPr>
          <p:cNvPr id="19472" name="Group 20"/>
          <p:cNvGrpSpPr>
            <a:grpSpLocks/>
          </p:cNvGrpSpPr>
          <p:nvPr/>
        </p:nvGrpSpPr>
        <p:grpSpPr bwMode="auto">
          <a:xfrm>
            <a:off x="3714751" y="2646340"/>
            <a:ext cx="308074" cy="308074"/>
            <a:chOff x="0" y="0"/>
            <a:chExt cx="205" cy="206"/>
          </a:xfrm>
        </p:grpSpPr>
        <p:sp>
          <p:nvSpPr>
            <p:cNvPr id="19483" name="Freeform 21"/>
            <p:cNvSpPr>
              <a:spLocks noEditPoints="1"/>
            </p:cNvSpPr>
            <p:nvPr/>
          </p:nvSpPr>
          <p:spPr bwMode="auto">
            <a:xfrm>
              <a:off x="0" y="0"/>
              <a:ext cx="205" cy="206"/>
            </a:xfrm>
            <a:custGeom>
              <a:avLst/>
              <a:gdLst>
                <a:gd name="T0" fmla="*/ 0 w 205"/>
                <a:gd name="T1" fmla="*/ 0 h 206"/>
                <a:gd name="T2" fmla="*/ 0 w 205"/>
                <a:gd name="T3" fmla="*/ 206 h 206"/>
                <a:gd name="T4" fmla="*/ 205 w 205"/>
                <a:gd name="T5" fmla="*/ 206 h 206"/>
                <a:gd name="T6" fmla="*/ 205 w 205"/>
                <a:gd name="T7" fmla="*/ 0 h 206"/>
                <a:gd name="T8" fmla="*/ 0 w 205"/>
                <a:gd name="T9" fmla="*/ 0 h 206"/>
                <a:gd name="T10" fmla="*/ 188 w 205"/>
                <a:gd name="T11" fmla="*/ 188 h 206"/>
                <a:gd name="T12" fmla="*/ 17 w 205"/>
                <a:gd name="T13" fmla="*/ 188 h 206"/>
                <a:gd name="T14" fmla="*/ 17 w 205"/>
                <a:gd name="T15" fmla="*/ 17 h 206"/>
                <a:gd name="T16" fmla="*/ 188 w 205"/>
                <a:gd name="T17" fmla="*/ 17 h 206"/>
                <a:gd name="T18" fmla="*/ 188 w 205"/>
                <a:gd name="T19" fmla="*/ 188 h 2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5"/>
                <a:gd name="T31" fmla="*/ 0 h 206"/>
                <a:gd name="T32" fmla="*/ 205 w 205"/>
                <a:gd name="T33" fmla="*/ 206 h 2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5" h="206">
                  <a:moveTo>
                    <a:pt x="0" y="0"/>
                  </a:moveTo>
                  <a:lnTo>
                    <a:pt x="0" y="206"/>
                  </a:lnTo>
                  <a:lnTo>
                    <a:pt x="205" y="206"/>
                  </a:lnTo>
                  <a:lnTo>
                    <a:pt x="205" y="0"/>
                  </a:lnTo>
                  <a:lnTo>
                    <a:pt x="0" y="0"/>
                  </a:lnTo>
                  <a:close/>
                  <a:moveTo>
                    <a:pt x="188" y="188"/>
                  </a:moveTo>
                  <a:lnTo>
                    <a:pt x="17" y="188"/>
                  </a:lnTo>
                  <a:lnTo>
                    <a:pt x="17" y="17"/>
                  </a:lnTo>
                  <a:lnTo>
                    <a:pt x="188" y="17"/>
                  </a:lnTo>
                  <a:lnTo>
                    <a:pt x="188" y="188"/>
                  </a:lnTo>
                  <a:close/>
                </a:path>
              </a:pathLst>
            </a:custGeom>
            <a:solidFill>
              <a:srgbClr val="88714E"/>
            </a:solidFill>
            <a:ln w="9525">
              <a:noFill/>
              <a:round/>
              <a:headEnd/>
              <a:tailEnd/>
            </a:ln>
          </p:spPr>
          <p:txBody>
            <a:bodyPr/>
            <a:lstStyle/>
            <a:p>
              <a:endParaRPr lang="zh-CN" altLang="en-US"/>
            </a:p>
          </p:txBody>
        </p:sp>
        <p:sp>
          <p:nvSpPr>
            <p:cNvPr id="19484" name="Freeform 22"/>
            <p:cNvSpPr>
              <a:spLocks/>
            </p:cNvSpPr>
            <p:nvPr/>
          </p:nvSpPr>
          <p:spPr bwMode="auto">
            <a:xfrm>
              <a:off x="48" y="60"/>
              <a:ext cx="112" cy="90"/>
            </a:xfrm>
            <a:custGeom>
              <a:avLst/>
              <a:gdLst>
                <a:gd name="T0" fmla="*/ 112 w 112"/>
                <a:gd name="T1" fmla="*/ 12 h 90"/>
                <a:gd name="T2" fmla="*/ 99 w 112"/>
                <a:gd name="T3" fmla="*/ 0 h 90"/>
                <a:gd name="T4" fmla="*/ 44 w 112"/>
                <a:gd name="T5" fmla="*/ 66 h 90"/>
                <a:gd name="T6" fmla="*/ 10 w 112"/>
                <a:gd name="T7" fmla="*/ 38 h 90"/>
                <a:gd name="T8" fmla="*/ 0 w 112"/>
                <a:gd name="T9" fmla="*/ 53 h 90"/>
                <a:gd name="T10" fmla="*/ 47 w 112"/>
                <a:gd name="T11" fmla="*/ 90 h 90"/>
                <a:gd name="T12" fmla="*/ 112 w 112"/>
                <a:gd name="T13" fmla="*/ 12 h 90"/>
                <a:gd name="T14" fmla="*/ 0 60000 65536"/>
                <a:gd name="T15" fmla="*/ 0 60000 65536"/>
                <a:gd name="T16" fmla="*/ 0 60000 65536"/>
                <a:gd name="T17" fmla="*/ 0 60000 65536"/>
                <a:gd name="T18" fmla="*/ 0 60000 65536"/>
                <a:gd name="T19" fmla="*/ 0 60000 65536"/>
                <a:gd name="T20" fmla="*/ 0 60000 65536"/>
                <a:gd name="T21" fmla="*/ 0 w 112"/>
                <a:gd name="T22" fmla="*/ 0 h 90"/>
                <a:gd name="T23" fmla="*/ 112 w 112"/>
                <a:gd name="T24" fmla="*/ 90 h 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90">
                  <a:moveTo>
                    <a:pt x="112" y="12"/>
                  </a:moveTo>
                  <a:lnTo>
                    <a:pt x="99" y="0"/>
                  </a:lnTo>
                  <a:lnTo>
                    <a:pt x="44" y="66"/>
                  </a:lnTo>
                  <a:lnTo>
                    <a:pt x="10" y="38"/>
                  </a:lnTo>
                  <a:lnTo>
                    <a:pt x="0" y="53"/>
                  </a:lnTo>
                  <a:lnTo>
                    <a:pt x="47" y="90"/>
                  </a:lnTo>
                  <a:lnTo>
                    <a:pt x="112" y="12"/>
                  </a:lnTo>
                  <a:close/>
                </a:path>
              </a:pathLst>
            </a:custGeom>
            <a:solidFill>
              <a:srgbClr val="88714E"/>
            </a:solidFill>
            <a:ln w="9525">
              <a:noFill/>
              <a:round/>
              <a:headEnd/>
              <a:tailEnd/>
            </a:ln>
          </p:spPr>
          <p:txBody>
            <a:bodyPr/>
            <a:lstStyle/>
            <a:p>
              <a:endParaRPr lang="zh-CN" altLang="en-US"/>
            </a:p>
          </p:txBody>
        </p:sp>
      </p:grpSp>
      <p:grpSp>
        <p:nvGrpSpPr>
          <p:cNvPr id="19473" name="Group 23"/>
          <p:cNvGrpSpPr>
            <a:grpSpLocks/>
          </p:cNvGrpSpPr>
          <p:nvPr/>
        </p:nvGrpSpPr>
        <p:grpSpPr bwMode="auto">
          <a:xfrm>
            <a:off x="3714751" y="5264969"/>
            <a:ext cx="308074" cy="312539"/>
            <a:chOff x="0" y="0"/>
            <a:chExt cx="205" cy="208"/>
          </a:xfrm>
        </p:grpSpPr>
        <p:sp>
          <p:nvSpPr>
            <p:cNvPr id="19481" name="Freeform 24"/>
            <p:cNvSpPr>
              <a:spLocks noEditPoints="1"/>
            </p:cNvSpPr>
            <p:nvPr/>
          </p:nvSpPr>
          <p:spPr bwMode="auto">
            <a:xfrm>
              <a:off x="0" y="0"/>
              <a:ext cx="205" cy="208"/>
            </a:xfrm>
            <a:custGeom>
              <a:avLst/>
              <a:gdLst>
                <a:gd name="T0" fmla="*/ 136 w 140"/>
                <a:gd name="T1" fmla="*/ 55 h 141"/>
                <a:gd name="T2" fmla="*/ 122 w 140"/>
                <a:gd name="T3" fmla="*/ 46 h 141"/>
                <a:gd name="T4" fmla="*/ 127 w 140"/>
                <a:gd name="T5" fmla="*/ 29 h 141"/>
                <a:gd name="T6" fmla="*/ 106 w 140"/>
                <a:gd name="T7" fmla="*/ 14 h 141"/>
                <a:gd name="T8" fmla="*/ 90 w 140"/>
                <a:gd name="T9" fmla="*/ 17 h 141"/>
                <a:gd name="T10" fmla="*/ 81 w 140"/>
                <a:gd name="T11" fmla="*/ 2 h 141"/>
                <a:gd name="T12" fmla="*/ 55 w 140"/>
                <a:gd name="T13" fmla="*/ 6 h 141"/>
                <a:gd name="T14" fmla="*/ 46 w 140"/>
                <a:gd name="T15" fmla="*/ 19 h 141"/>
                <a:gd name="T16" fmla="*/ 29 w 140"/>
                <a:gd name="T17" fmla="*/ 14 h 141"/>
                <a:gd name="T18" fmla="*/ 13 w 140"/>
                <a:gd name="T19" fmla="*/ 36 h 141"/>
                <a:gd name="T20" fmla="*/ 16 w 140"/>
                <a:gd name="T21" fmla="*/ 51 h 141"/>
                <a:gd name="T22" fmla="*/ 1 w 140"/>
                <a:gd name="T23" fmla="*/ 60 h 141"/>
                <a:gd name="T24" fmla="*/ 1 w 140"/>
                <a:gd name="T25" fmla="*/ 81 h 141"/>
                <a:gd name="T26" fmla="*/ 16 w 140"/>
                <a:gd name="T27" fmla="*/ 90 h 141"/>
                <a:gd name="T28" fmla="*/ 13 w 140"/>
                <a:gd name="T29" fmla="*/ 106 h 141"/>
                <a:gd name="T30" fmla="*/ 29 w 140"/>
                <a:gd name="T31" fmla="*/ 127 h 141"/>
                <a:gd name="T32" fmla="*/ 46 w 140"/>
                <a:gd name="T33" fmla="*/ 123 h 141"/>
                <a:gd name="T34" fmla="*/ 55 w 140"/>
                <a:gd name="T35" fmla="*/ 136 h 141"/>
                <a:gd name="T36" fmla="*/ 70 w 140"/>
                <a:gd name="T37" fmla="*/ 141 h 141"/>
                <a:gd name="T38" fmla="*/ 86 w 140"/>
                <a:gd name="T39" fmla="*/ 136 h 141"/>
                <a:gd name="T40" fmla="*/ 95 w 140"/>
                <a:gd name="T41" fmla="*/ 123 h 141"/>
                <a:gd name="T42" fmla="*/ 112 w 140"/>
                <a:gd name="T43" fmla="*/ 127 h 141"/>
                <a:gd name="T44" fmla="*/ 127 w 140"/>
                <a:gd name="T45" fmla="*/ 106 h 141"/>
                <a:gd name="T46" fmla="*/ 125 w 140"/>
                <a:gd name="T47" fmla="*/ 90 h 141"/>
                <a:gd name="T48" fmla="*/ 139 w 140"/>
                <a:gd name="T49" fmla="*/ 81 h 141"/>
                <a:gd name="T50" fmla="*/ 139 w 140"/>
                <a:gd name="T51" fmla="*/ 60 h 141"/>
                <a:gd name="T52" fmla="*/ 118 w 140"/>
                <a:gd name="T53" fmla="*/ 80 h 141"/>
                <a:gd name="T54" fmla="*/ 110 w 140"/>
                <a:gd name="T55" fmla="*/ 92 h 141"/>
                <a:gd name="T56" fmla="*/ 115 w 140"/>
                <a:gd name="T57" fmla="*/ 108 h 141"/>
                <a:gd name="T58" fmla="*/ 98 w 140"/>
                <a:gd name="T59" fmla="*/ 111 h 141"/>
                <a:gd name="T60" fmla="*/ 83 w 140"/>
                <a:gd name="T61" fmla="*/ 114 h 141"/>
                <a:gd name="T62" fmla="*/ 76 w 140"/>
                <a:gd name="T63" fmla="*/ 128 h 141"/>
                <a:gd name="T64" fmla="*/ 61 w 140"/>
                <a:gd name="T65" fmla="*/ 118 h 141"/>
                <a:gd name="T66" fmla="*/ 49 w 140"/>
                <a:gd name="T67" fmla="*/ 111 h 141"/>
                <a:gd name="T68" fmla="*/ 33 w 140"/>
                <a:gd name="T69" fmla="*/ 115 h 141"/>
                <a:gd name="T70" fmla="*/ 31 w 140"/>
                <a:gd name="T71" fmla="*/ 98 h 141"/>
                <a:gd name="T72" fmla="*/ 27 w 140"/>
                <a:gd name="T73" fmla="*/ 84 h 141"/>
                <a:gd name="T74" fmla="*/ 13 w 140"/>
                <a:gd name="T75" fmla="*/ 76 h 141"/>
                <a:gd name="T76" fmla="*/ 13 w 140"/>
                <a:gd name="T77" fmla="*/ 65 h 141"/>
                <a:gd name="T78" fmla="*/ 27 w 140"/>
                <a:gd name="T79" fmla="*/ 58 h 141"/>
                <a:gd name="T80" fmla="*/ 31 w 140"/>
                <a:gd name="T81" fmla="*/ 44 h 141"/>
                <a:gd name="T82" fmla="*/ 33 w 140"/>
                <a:gd name="T83" fmla="*/ 26 h 141"/>
                <a:gd name="T84" fmla="*/ 49 w 140"/>
                <a:gd name="T85" fmla="*/ 31 h 141"/>
                <a:gd name="T86" fmla="*/ 61 w 140"/>
                <a:gd name="T87" fmla="*/ 23 h 141"/>
                <a:gd name="T88" fmla="*/ 76 w 140"/>
                <a:gd name="T89" fmla="*/ 13 h 141"/>
                <a:gd name="T90" fmla="*/ 83 w 140"/>
                <a:gd name="T91" fmla="*/ 27 h 141"/>
                <a:gd name="T92" fmla="*/ 98 w 140"/>
                <a:gd name="T93" fmla="*/ 31 h 141"/>
                <a:gd name="T94" fmla="*/ 115 w 140"/>
                <a:gd name="T95" fmla="*/ 34 h 141"/>
                <a:gd name="T96" fmla="*/ 110 w 140"/>
                <a:gd name="T97" fmla="*/ 49 h 141"/>
                <a:gd name="T98" fmla="*/ 118 w 140"/>
                <a:gd name="T99" fmla="*/ 62 h 141"/>
                <a:gd name="T100" fmla="*/ 128 w 140"/>
                <a:gd name="T101" fmla="*/ 71 h 1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
                <a:gd name="T154" fmla="*/ 0 h 141"/>
                <a:gd name="T155" fmla="*/ 140 w 140"/>
                <a:gd name="T156" fmla="*/ 141 h 1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 h="141">
                  <a:moveTo>
                    <a:pt x="139" y="60"/>
                  </a:moveTo>
                  <a:cubicBezTo>
                    <a:pt x="139" y="58"/>
                    <a:pt x="138" y="56"/>
                    <a:pt x="136" y="55"/>
                  </a:cubicBezTo>
                  <a:cubicBezTo>
                    <a:pt x="125" y="51"/>
                    <a:pt x="125" y="51"/>
                    <a:pt x="125" y="51"/>
                  </a:cubicBezTo>
                  <a:cubicBezTo>
                    <a:pt x="124" y="50"/>
                    <a:pt x="123" y="48"/>
                    <a:pt x="122" y="46"/>
                  </a:cubicBezTo>
                  <a:cubicBezTo>
                    <a:pt x="127" y="36"/>
                    <a:pt x="127" y="36"/>
                    <a:pt x="127" y="36"/>
                  </a:cubicBezTo>
                  <a:cubicBezTo>
                    <a:pt x="128" y="34"/>
                    <a:pt x="128" y="31"/>
                    <a:pt x="127" y="29"/>
                  </a:cubicBezTo>
                  <a:cubicBezTo>
                    <a:pt x="123" y="24"/>
                    <a:pt x="117" y="19"/>
                    <a:pt x="112" y="14"/>
                  </a:cubicBezTo>
                  <a:cubicBezTo>
                    <a:pt x="110" y="13"/>
                    <a:pt x="108" y="13"/>
                    <a:pt x="106" y="14"/>
                  </a:cubicBezTo>
                  <a:cubicBezTo>
                    <a:pt x="95" y="19"/>
                    <a:pt x="95" y="19"/>
                    <a:pt x="95" y="19"/>
                  </a:cubicBezTo>
                  <a:cubicBezTo>
                    <a:pt x="93" y="18"/>
                    <a:pt x="91" y="17"/>
                    <a:pt x="90" y="17"/>
                  </a:cubicBezTo>
                  <a:cubicBezTo>
                    <a:pt x="86" y="6"/>
                    <a:pt x="86" y="6"/>
                    <a:pt x="86" y="6"/>
                  </a:cubicBezTo>
                  <a:cubicBezTo>
                    <a:pt x="85" y="4"/>
                    <a:pt x="83" y="2"/>
                    <a:pt x="81" y="2"/>
                  </a:cubicBezTo>
                  <a:cubicBezTo>
                    <a:pt x="73" y="0"/>
                    <a:pt x="67" y="0"/>
                    <a:pt x="60" y="2"/>
                  </a:cubicBezTo>
                  <a:cubicBezTo>
                    <a:pt x="58" y="2"/>
                    <a:pt x="56" y="4"/>
                    <a:pt x="55" y="6"/>
                  </a:cubicBezTo>
                  <a:cubicBezTo>
                    <a:pt x="51" y="17"/>
                    <a:pt x="51" y="17"/>
                    <a:pt x="51" y="17"/>
                  </a:cubicBezTo>
                  <a:cubicBezTo>
                    <a:pt x="49" y="17"/>
                    <a:pt x="47" y="18"/>
                    <a:pt x="46" y="19"/>
                  </a:cubicBezTo>
                  <a:cubicBezTo>
                    <a:pt x="35" y="14"/>
                    <a:pt x="35" y="14"/>
                    <a:pt x="35" y="14"/>
                  </a:cubicBezTo>
                  <a:cubicBezTo>
                    <a:pt x="33" y="13"/>
                    <a:pt x="31" y="13"/>
                    <a:pt x="29" y="14"/>
                  </a:cubicBezTo>
                  <a:cubicBezTo>
                    <a:pt x="23" y="19"/>
                    <a:pt x="18" y="24"/>
                    <a:pt x="14" y="29"/>
                  </a:cubicBezTo>
                  <a:cubicBezTo>
                    <a:pt x="13" y="31"/>
                    <a:pt x="12" y="34"/>
                    <a:pt x="13" y="36"/>
                  </a:cubicBezTo>
                  <a:cubicBezTo>
                    <a:pt x="18" y="46"/>
                    <a:pt x="18" y="46"/>
                    <a:pt x="18" y="46"/>
                  </a:cubicBezTo>
                  <a:cubicBezTo>
                    <a:pt x="18" y="48"/>
                    <a:pt x="17" y="50"/>
                    <a:pt x="16" y="51"/>
                  </a:cubicBezTo>
                  <a:cubicBezTo>
                    <a:pt x="5" y="55"/>
                    <a:pt x="5" y="55"/>
                    <a:pt x="5" y="55"/>
                  </a:cubicBezTo>
                  <a:cubicBezTo>
                    <a:pt x="3" y="56"/>
                    <a:pt x="2" y="58"/>
                    <a:pt x="1" y="60"/>
                  </a:cubicBezTo>
                  <a:cubicBezTo>
                    <a:pt x="1" y="64"/>
                    <a:pt x="0" y="67"/>
                    <a:pt x="0" y="71"/>
                  </a:cubicBezTo>
                  <a:cubicBezTo>
                    <a:pt x="0" y="74"/>
                    <a:pt x="1" y="77"/>
                    <a:pt x="1" y="81"/>
                  </a:cubicBezTo>
                  <a:cubicBezTo>
                    <a:pt x="2" y="84"/>
                    <a:pt x="3" y="85"/>
                    <a:pt x="5" y="86"/>
                  </a:cubicBezTo>
                  <a:cubicBezTo>
                    <a:pt x="16" y="90"/>
                    <a:pt x="16" y="90"/>
                    <a:pt x="16" y="90"/>
                  </a:cubicBezTo>
                  <a:cubicBezTo>
                    <a:pt x="17" y="92"/>
                    <a:pt x="18" y="94"/>
                    <a:pt x="18" y="95"/>
                  </a:cubicBezTo>
                  <a:cubicBezTo>
                    <a:pt x="13" y="106"/>
                    <a:pt x="13" y="106"/>
                    <a:pt x="13" y="106"/>
                  </a:cubicBezTo>
                  <a:cubicBezTo>
                    <a:pt x="12" y="108"/>
                    <a:pt x="13" y="110"/>
                    <a:pt x="14" y="112"/>
                  </a:cubicBezTo>
                  <a:cubicBezTo>
                    <a:pt x="18" y="118"/>
                    <a:pt x="23" y="123"/>
                    <a:pt x="29" y="127"/>
                  </a:cubicBezTo>
                  <a:cubicBezTo>
                    <a:pt x="31" y="128"/>
                    <a:pt x="33" y="129"/>
                    <a:pt x="35" y="128"/>
                  </a:cubicBezTo>
                  <a:cubicBezTo>
                    <a:pt x="46" y="123"/>
                    <a:pt x="46" y="123"/>
                    <a:pt x="46" y="123"/>
                  </a:cubicBezTo>
                  <a:cubicBezTo>
                    <a:pt x="47" y="124"/>
                    <a:pt x="49" y="124"/>
                    <a:pt x="51" y="125"/>
                  </a:cubicBezTo>
                  <a:cubicBezTo>
                    <a:pt x="55" y="136"/>
                    <a:pt x="55" y="136"/>
                    <a:pt x="55" y="136"/>
                  </a:cubicBezTo>
                  <a:cubicBezTo>
                    <a:pt x="56" y="138"/>
                    <a:pt x="58" y="140"/>
                    <a:pt x="60" y="140"/>
                  </a:cubicBezTo>
                  <a:cubicBezTo>
                    <a:pt x="64" y="140"/>
                    <a:pt x="67" y="141"/>
                    <a:pt x="70" y="141"/>
                  </a:cubicBezTo>
                  <a:cubicBezTo>
                    <a:pt x="74" y="141"/>
                    <a:pt x="77" y="140"/>
                    <a:pt x="81" y="140"/>
                  </a:cubicBezTo>
                  <a:cubicBezTo>
                    <a:pt x="83" y="140"/>
                    <a:pt x="85" y="138"/>
                    <a:pt x="86" y="136"/>
                  </a:cubicBezTo>
                  <a:cubicBezTo>
                    <a:pt x="90" y="125"/>
                    <a:pt x="90" y="125"/>
                    <a:pt x="90" y="125"/>
                  </a:cubicBezTo>
                  <a:cubicBezTo>
                    <a:pt x="91" y="124"/>
                    <a:pt x="93" y="124"/>
                    <a:pt x="95" y="123"/>
                  </a:cubicBezTo>
                  <a:cubicBezTo>
                    <a:pt x="106" y="128"/>
                    <a:pt x="106" y="128"/>
                    <a:pt x="106" y="128"/>
                  </a:cubicBezTo>
                  <a:cubicBezTo>
                    <a:pt x="108" y="129"/>
                    <a:pt x="110" y="128"/>
                    <a:pt x="112" y="127"/>
                  </a:cubicBezTo>
                  <a:cubicBezTo>
                    <a:pt x="117" y="123"/>
                    <a:pt x="123" y="118"/>
                    <a:pt x="127" y="112"/>
                  </a:cubicBezTo>
                  <a:cubicBezTo>
                    <a:pt x="128" y="110"/>
                    <a:pt x="128" y="108"/>
                    <a:pt x="127" y="106"/>
                  </a:cubicBezTo>
                  <a:cubicBezTo>
                    <a:pt x="122" y="95"/>
                    <a:pt x="122" y="95"/>
                    <a:pt x="122" y="95"/>
                  </a:cubicBezTo>
                  <a:cubicBezTo>
                    <a:pt x="123" y="94"/>
                    <a:pt x="124" y="92"/>
                    <a:pt x="125" y="90"/>
                  </a:cubicBezTo>
                  <a:cubicBezTo>
                    <a:pt x="136" y="86"/>
                    <a:pt x="136" y="86"/>
                    <a:pt x="136" y="86"/>
                  </a:cubicBezTo>
                  <a:cubicBezTo>
                    <a:pt x="138" y="85"/>
                    <a:pt x="139" y="84"/>
                    <a:pt x="139" y="81"/>
                  </a:cubicBezTo>
                  <a:cubicBezTo>
                    <a:pt x="140" y="77"/>
                    <a:pt x="140" y="74"/>
                    <a:pt x="140" y="71"/>
                  </a:cubicBezTo>
                  <a:cubicBezTo>
                    <a:pt x="140" y="67"/>
                    <a:pt x="140" y="64"/>
                    <a:pt x="139" y="60"/>
                  </a:cubicBezTo>
                  <a:close/>
                  <a:moveTo>
                    <a:pt x="128" y="76"/>
                  </a:moveTo>
                  <a:cubicBezTo>
                    <a:pt x="118" y="80"/>
                    <a:pt x="118" y="80"/>
                    <a:pt x="118" y="80"/>
                  </a:cubicBezTo>
                  <a:cubicBezTo>
                    <a:pt x="116" y="80"/>
                    <a:pt x="115" y="82"/>
                    <a:pt x="114" y="84"/>
                  </a:cubicBezTo>
                  <a:cubicBezTo>
                    <a:pt x="113" y="87"/>
                    <a:pt x="112" y="90"/>
                    <a:pt x="110" y="92"/>
                  </a:cubicBezTo>
                  <a:cubicBezTo>
                    <a:pt x="109" y="94"/>
                    <a:pt x="109" y="96"/>
                    <a:pt x="110" y="98"/>
                  </a:cubicBezTo>
                  <a:cubicBezTo>
                    <a:pt x="115" y="108"/>
                    <a:pt x="115" y="108"/>
                    <a:pt x="115" y="108"/>
                  </a:cubicBezTo>
                  <a:cubicBezTo>
                    <a:pt x="113" y="111"/>
                    <a:pt x="110" y="113"/>
                    <a:pt x="107" y="115"/>
                  </a:cubicBezTo>
                  <a:cubicBezTo>
                    <a:pt x="98" y="111"/>
                    <a:pt x="98" y="111"/>
                    <a:pt x="98" y="111"/>
                  </a:cubicBezTo>
                  <a:cubicBezTo>
                    <a:pt x="96" y="110"/>
                    <a:pt x="94" y="110"/>
                    <a:pt x="92" y="111"/>
                  </a:cubicBezTo>
                  <a:cubicBezTo>
                    <a:pt x="89" y="112"/>
                    <a:pt x="86" y="113"/>
                    <a:pt x="83" y="114"/>
                  </a:cubicBezTo>
                  <a:cubicBezTo>
                    <a:pt x="81" y="115"/>
                    <a:pt x="80" y="116"/>
                    <a:pt x="79" y="118"/>
                  </a:cubicBezTo>
                  <a:cubicBezTo>
                    <a:pt x="76" y="128"/>
                    <a:pt x="76" y="128"/>
                    <a:pt x="76" y="128"/>
                  </a:cubicBezTo>
                  <a:cubicBezTo>
                    <a:pt x="72" y="129"/>
                    <a:pt x="69" y="129"/>
                    <a:pt x="65" y="128"/>
                  </a:cubicBezTo>
                  <a:cubicBezTo>
                    <a:pt x="61" y="118"/>
                    <a:pt x="61" y="118"/>
                    <a:pt x="61" y="118"/>
                  </a:cubicBezTo>
                  <a:cubicBezTo>
                    <a:pt x="61" y="116"/>
                    <a:pt x="59" y="115"/>
                    <a:pt x="57" y="114"/>
                  </a:cubicBezTo>
                  <a:cubicBezTo>
                    <a:pt x="54" y="113"/>
                    <a:pt x="51" y="112"/>
                    <a:pt x="49" y="111"/>
                  </a:cubicBezTo>
                  <a:cubicBezTo>
                    <a:pt x="47" y="110"/>
                    <a:pt x="45" y="110"/>
                    <a:pt x="43" y="111"/>
                  </a:cubicBezTo>
                  <a:cubicBezTo>
                    <a:pt x="33" y="115"/>
                    <a:pt x="33" y="115"/>
                    <a:pt x="33" y="115"/>
                  </a:cubicBezTo>
                  <a:cubicBezTo>
                    <a:pt x="31" y="113"/>
                    <a:pt x="28" y="111"/>
                    <a:pt x="26" y="108"/>
                  </a:cubicBezTo>
                  <a:cubicBezTo>
                    <a:pt x="31" y="98"/>
                    <a:pt x="31" y="98"/>
                    <a:pt x="31" y="98"/>
                  </a:cubicBezTo>
                  <a:cubicBezTo>
                    <a:pt x="31" y="96"/>
                    <a:pt x="31" y="94"/>
                    <a:pt x="30" y="92"/>
                  </a:cubicBezTo>
                  <a:cubicBezTo>
                    <a:pt x="29" y="90"/>
                    <a:pt x="28" y="87"/>
                    <a:pt x="27" y="84"/>
                  </a:cubicBezTo>
                  <a:cubicBezTo>
                    <a:pt x="26" y="82"/>
                    <a:pt x="25" y="80"/>
                    <a:pt x="23" y="80"/>
                  </a:cubicBezTo>
                  <a:cubicBezTo>
                    <a:pt x="13" y="76"/>
                    <a:pt x="13" y="76"/>
                    <a:pt x="13" y="76"/>
                  </a:cubicBezTo>
                  <a:cubicBezTo>
                    <a:pt x="12" y="74"/>
                    <a:pt x="12" y="72"/>
                    <a:pt x="12" y="71"/>
                  </a:cubicBezTo>
                  <a:cubicBezTo>
                    <a:pt x="12" y="69"/>
                    <a:pt x="12" y="67"/>
                    <a:pt x="13" y="65"/>
                  </a:cubicBezTo>
                  <a:cubicBezTo>
                    <a:pt x="23" y="62"/>
                    <a:pt x="23" y="62"/>
                    <a:pt x="23" y="62"/>
                  </a:cubicBezTo>
                  <a:cubicBezTo>
                    <a:pt x="25" y="61"/>
                    <a:pt x="26" y="60"/>
                    <a:pt x="27" y="58"/>
                  </a:cubicBezTo>
                  <a:cubicBezTo>
                    <a:pt x="28" y="55"/>
                    <a:pt x="29" y="52"/>
                    <a:pt x="30" y="49"/>
                  </a:cubicBezTo>
                  <a:cubicBezTo>
                    <a:pt x="31" y="47"/>
                    <a:pt x="31" y="45"/>
                    <a:pt x="31" y="44"/>
                  </a:cubicBezTo>
                  <a:cubicBezTo>
                    <a:pt x="26" y="34"/>
                    <a:pt x="26" y="34"/>
                    <a:pt x="26" y="34"/>
                  </a:cubicBezTo>
                  <a:cubicBezTo>
                    <a:pt x="28" y="31"/>
                    <a:pt x="31" y="28"/>
                    <a:pt x="33" y="26"/>
                  </a:cubicBezTo>
                  <a:cubicBezTo>
                    <a:pt x="43" y="31"/>
                    <a:pt x="43" y="31"/>
                    <a:pt x="43" y="31"/>
                  </a:cubicBezTo>
                  <a:cubicBezTo>
                    <a:pt x="45" y="32"/>
                    <a:pt x="47" y="32"/>
                    <a:pt x="49" y="31"/>
                  </a:cubicBezTo>
                  <a:cubicBezTo>
                    <a:pt x="51" y="29"/>
                    <a:pt x="54" y="28"/>
                    <a:pt x="57" y="27"/>
                  </a:cubicBezTo>
                  <a:cubicBezTo>
                    <a:pt x="59" y="27"/>
                    <a:pt x="61" y="25"/>
                    <a:pt x="61" y="23"/>
                  </a:cubicBezTo>
                  <a:cubicBezTo>
                    <a:pt x="65" y="13"/>
                    <a:pt x="65" y="13"/>
                    <a:pt x="65" y="13"/>
                  </a:cubicBezTo>
                  <a:cubicBezTo>
                    <a:pt x="69" y="13"/>
                    <a:pt x="72" y="13"/>
                    <a:pt x="76" y="13"/>
                  </a:cubicBezTo>
                  <a:cubicBezTo>
                    <a:pt x="79" y="23"/>
                    <a:pt x="79" y="23"/>
                    <a:pt x="79" y="23"/>
                  </a:cubicBezTo>
                  <a:cubicBezTo>
                    <a:pt x="80" y="25"/>
                    <a:pt x="81" y="27"/>
                    <a:pt x="83" y="27"/>
                  </a:cubicBezTo>
                  <a:cubicBezTo>
                    <a:pt x="86" y="28"/>
                    <a:pt x="89" y="29"/>
                    <a:pt x="92" y="31"/>
                  </a:cubicBezTo>
                  <a:cubicBezTo>
                    <a:pt x="94" y="32"/>
                    <a:pt x="96" y="32"/>
                    <a:pt x="98" y="31"/>
                  </a:cubicBezTo>
                  <a:cubicBezTo>
                    <a:pt x="107" y="26"/>
                    <a:pt x="107" y="26"/>
                    <a:pt x="107" y="26"/>
                  </a:cubicBezTo>
                  <a:cubicBezTo>
                    <a:pt x="110" y="28"/>
                    <a:pt x="113" y="31"/>
                    <a:pt x="115" y="34"/>
                  </a:cubicBezTo>
                  <a:cubicBezTo>
                    <a:pt x="110" y="44"/>
                    <a:pt x="110" y="44"/>
                    <a:pt x="110" y="44"/>
                  </a:cubicBezTo>
                  <a:cubicBezTo>
                    <a:pt x="109" y="45"/>
                    <a:pt x="109" y="47"/>
                    <a:pt x="110" y="49"/>
                  </a:cubicBezTo>
                  <a:cubicBezTo>
                    <a:pt x="112" y="52"/>
                    <a:pt x="113" y="55"/>
                    <a:pt x="114" y="58"/>
                  </a:cubicBezTo>
                  <a:cubicBezTo>
                    <a:pt x="115" y="60"/>
                    <a:pt x="116" y="61"/>
                    <a:pt x="118" y="62"/>
                  </a:cubicBezTo>
                  <a:cubicBezTo>
                    <a:pt x="128" y="65"/>
                    <a:pt x="128" y="65"/>
                    <a:pt x="128" y="65"/>
                  </a:cubicBezTo>
                  <a:cubicBezTo>
                    <a:pt x="128" y="67"/>
                    <a:pt x="128" y="69"/>
                    <a:pt x="128" y="71"/>
                  </a:cubicBezTo>
                  <a:cubicBezTo>
                    <a:pt x="128" y="72"/>
                    <a:pt x="128" y="74"/>
                    <a:pt x="128" y="76"/>
                  </a:cubicBezTo>
                  <a:close/>
                </a:path>
              </a:pathLst>
            </a:custGeom>
            <a:solidFill>
              <a:srgbClr val="88714E"/>
            </a:solidFill>
            <a:ln w="9525">
              <a:noFill/>
              <a:round/>
              <a:headEnd/>
              <a:tailEnd/>
            </a:ln>
          </p:spPr>
          <p:txBody>
            <a:bodyPr/>
            <a:lstStyle/>
            <a:p>
              <a:endParaRPr lang="zh-CN" altLang="en-US"/>
            </a:p>
          </p:txBody>
        </p:sp>
        <p:sp>
          <p:nvSpPr>
            <p:cNvPr id="19482" name="Freeform 25"/>
            <p:cNvSpPr>
              <a:spLocks noEditPoints="1"/>
            </p:cNvSpPr>
            <p:nvPr/>
          </p:nvSpPr>
          <p:spPr bwMode="auto">
            <a:xfrm>
              <a:off x="63" y="62"/>
              <a:ext cx="81" cy="81"/>
            </a:xfrm>
            <a:custGeom>
              <a:avLst/>
              <a:gdLst>
                <a:gd name="T0" fmla="*/ 27 w 55"/>
                <a:gd name="T1" fmla="*/ 0 h 55"/>
                <a:gd name="T2" fmla="*/ 0 w 55"/>
                <a:gd name="T3" fmla="*/ 27 h 55"/>
                <a:gd name="T4" fmla="*/ 27 w 55"/>
                <a:gd name="T5" fmla="*/ 55 h 55"/>
                <a:gd name="T6" fmla="*/ 55 w 55"/>
                <a:gd name="T7" fmla="*/ 27 h 55"/>
                <a:gd name="T8" fmla="*/ 27 w 55"/>
                <a:gd name="T9" fmla="*/ 0 h 55"/>
                <a:gd name="T10" fmla="*/ 27 w 55"/>
                <a:gd name="T11" fmla="*/ 43 h 55"/>
                <a:gd name="T12" fmla="*/ 12 w 55"/>
                <a:gd name="T13" fmla="*/ 27 h 55"/>
                <a:gd name="T14" fmla="*/ 27 w 55"/>
                <a:gd name="T15" fmla="*/ 12 h 55"/>
                <a:gd name="T16" fmla="*/ 43 w 55"/>
                <a:gd name="T17" fmla="*/ 27 h 55"/>
                <a:gd name="T18" fmla="*/ 27 w 55"/>
                <a:gd name="T19" fmla="*/ 43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55"/>
                <a:gd name="T32" fmla="*/ 55 w 55"/>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55">
                  <a:moveTo>
                    <a:pt x="27" y="0"/>
                  </a:moveTo>
                  <a:cubicBezTo>
                    <a:pt x="12" y="0"/>
                    <a:pt x="0" y="12"/>
                    <a:pt x="0" y="27"/>
                  </a:cubicBezTo>
                  <a:cubicBezTo>
                    <a:pt x="0" y="43"/>
                    <a:pt x="12" y="55"/>
                    <a:pt x="27" y="55"/>
                  </a:cubicBezTo>
                  <a:cubicBezTo>
                    <a:pt x="43" y="55"/>
                    <a:pt x="55" y="43"/>
                    <a:pt x="55" y="27"/>
                  </a:cubicBezTo>
                  <a:cubicBezTo>
                    <a:pt x="55" y="12"/>
                    <a:pt x="43" y="0"/>
                    <a:pt x="27" y="0"/>
                  </a:cubicBezTo>
                  <a:close/>
                  <a:moveTo>
                    <a:pt x="27" y="43"/>
                  </a:moveTo>
                  <a:cubicBezTo>
                    <a:pt x="19" y="43"/>
                    <a:pt x="12" y="36"/>
                    <a:pt x="12" y="27"/>
                  </a:cubicBezTo>
                  <a:cubicBezTo>
                    <a:pt x="12" y="19"/>
                    <a:pt x="19" y="12"/>
                    <a:pt x="27" y="12"/>
                  </a:cubicBezTo>
                  <a:cubicBezTo>
                    <a:pt x="36" y="12"/>
                    <a:pt x="43" y="19"/>
                    <a:pt x="43" y="27"/>
                  </a:cubicBezTo>
                  <a:cubicBezTo>
                    <a:pt x="43" y="36"/>
                    <a:pt x="36" y="43"/>
                    <a:pt x="27" y="43"/>
                  </a:cubicBezTo>
                  <a:close/>
                </a:path>
              </a:pathLst>
            </a:custGeom>
            <a:solidFill>
              <a:srgbClr val="88714E"/>
            </a:solidFill>
            <a:ln w="9525">
              <a:noFill/>
              <a:round/>
              <a:headEnd/>
              <a:tailEnd/>
            </a:ln>
          </p:spPr>
          <p:txBody>
            <a:bodyPr/>
            <a:lstStyle/>
            <a:p>
              <a:endParaRPr lang="zh-CN" altLang="en-US"/>
            </a:p>
          </p:txBody>
        </p:sp>
      </p:grpSp>
      <p:grpSp>
        <p:nvGrpSpPr>
          <p:cNvPr id="19474" name="Group 26"/>
          <p:cNvGrpSpPr>
            <a:grpSpLocks/>
          </p:cNvGrpSpPr>
          <p:nvPr/>
        </p:nvGrpSpPr>
        <p:grpSpPr bwMode="auto">
          <a:xfrm>
            <a:off x="8849321" y="2646340"/>
            <a:ext cx="308074" cy="308074"/>
            <a:chOff x="0" y="0"/>
            <a:chExt cx="205" cy="207"/>
          </a:xfrm>
        </p:grpSpPr>
        <p:sp>
          <p:nvSpPr>
            <p:cNvPr id="19479" name="Freeform 27"/>
            <p:cNvSpPr>
              <a:spLocks noEditPoints="1"/>
            </p:cNvSpPr>
            <p:nvPr/>
          </p:nvSpPr>
          <p:spPr bwMode="auto">
            <a:xfrm>
              <a:off x="0" y="0"/>
              <a:ext cx="205" cy="207"/>
            </a:xfrm>
            <a:custGeom>
              <a:avLst/>
              <a:gdLst>
                <a:gd name="T0" fmla="*/ 70 w 140"/>
                <a:gd name="T1" fmla="*/ 140 h 140"/>
                <a:gd name="T2" fmla="*/ 0 w 140"/>
                <a:gd name="T3" fmla="*/ 70 h 140"/>
                <a:gd name="T4" fmla="*/ 70 w 140"/>
                <a:gd name="T5" fmla="*/ 0 h 140"/>
                <a:gd name="T6" fmla="*/ 140 w 140"/>
                <a:gd name="T7" fmla="*/ 70 h 140"/>
                <a:gd name="T8" fmla="*/ 70 w 140"/>
                <a:gd name="T9" fmla="*/ 140 h 140"/>
                <a:gd name="T10" fmla="*/ 70 w 140"/>
                <a:gd name="T11" fmla="*/ 12 h 140"/>
                <a:gd name="T12" fmla="*/ 12 w 140"/>
                <a:gd name="T13" fmla="*/ 70 h 140"/>
                <a:gd name="T14" fmla="*/ 70 w 140"/>
                <a:gd name="T15" fmla="*/ 128 h 140"/>
                <a:gd name="T16" fmla="*/ 128 w 140"/>
                <a:gd name="T17" fmla="*/ 70 h 140"/>
                <a:gd name="T18" fmla="*/ 70 w 140"/>
                <a:gd name="T19" fmla="*/ 12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0"/>
                <a:gd name="T31" fmla="*/ 0 h 140"/>
                <a:gd name="T32" fmla="*/ 140 w 140"/>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0" h="140">
                  <a:moveTo>
                    <a:pt x="70" y="140"/>
                  </a:moveTo>
                  <a:cubicBezTo>
                    <a:pt x="32" y="140"/>
                    <a:pt x="0" y="109"/>
                    <a:pt x="0" y="70"/>
                  </a:cubicBezTo>
                  <a:cubicBezTo>
                    <a:pt x="0" y="32"/>
                    <a:pt x="32" y="0"/>
                    <a:pt x="70" y="0"/>
                  </a:cubicBezTo>
                  <a:cubicBezTo>
                    <a:pt x="109" y="0"/>
                    <a:pt x="140" y="32"/>
                    <a:pt x="140" y="70"/>
                  </a:cubicBezTo>
                  <a:cubicBezTo>
                    <a:pt x="140" y="109"/>
                    <a:pt x="109" y="140"/>
                    <a:pt x="70" y="140"/>
                  </a:cubicBezTo>
                  <a:close/>
                  <a:moveTo>
                    <a:pt x="70" y="12"/>
                  </a:moveTo>
                  <a:cubicBezTo>
                    <a:pt x="38" y="12"/>
                    <a:pt x="12" y="38"/>
                    <a:pt x="12" y="70"/>
                  </a:cubicBezTo>
                  <a:cubicBezTo>
                    <a:pt x="12" y="102"/>
                    <a:pt x="38" y="128"/>
                    <a:pt x="70" y="128"/>
                  </a:cubicBezTo>
                  <a:cubicBezTo>
                    <a:pt x="102" y="128"/>
                    <a:pt x="128" y="102"/>
                    <a:pt x="128" y="70"/>
                  </a:cubicBezTo>
                  <a:cubicBezTo>
                    <a:pt x="128" y="38"/>
                    <a:pt x="102" y="12"/>
                    <a:pt x="70" y="12"/>
                  </a:cubicBezTo>
                  <a:close/>
                </a:path>
              </a:pathLst>
            </a:custGeom>
            <a:solidFill>
              <a:srgbClr val="88714E"/>
            </a:solidFill>
            <a:ln w="9525">
              <a:noFill/>
              <a:round/>
              <a:headEnd/>
              <a:tailEnd/>
            </a:ln>
          </p:spPr>
          <p:txBody>
            <a:bodyPr/>
            <a:lstStyle/>
            <a:p>
              <a:endParaRPr lang="zh-CN" altLang="en-US"/>
            </a:p>
          </p:txBody>
        </p:sp>
        <p:sp>
          <p:nvSpPr>
            <p:cNvPr id="19480" name="Freeform 28"/>
            <p:cNvSpPr>
              <a:spLocks/>
            </p:cNvSpPr>
            <p:nvPr/>
          </p:nvSpPr>
          <p:spPr bwMode="auto">
            <a:xfrm>
              <a:off x="94" y="40"/>
              <a:ext cx="63" cy="72"/>
            </a:xfrm>
            <a:custGeom>
              <a:avLst/>
              <a:gdLst>
                <a:gd name="T0" fmla="*/ 37 w 43"/>
                <a:gd name="T1" fmla="*/ 49 h 49"/>
                <a:gd name="T2" fmla="*/ 6 w 43"/>
                <a:gd name="T3" fmla="*/ 49 h 49"/>
                <a:gd name="T4" fmla="*/ 0 w 43"/>
                <a:gd name="T5" fmla="*/ 43 h 49"/>
                <a:gd name="T6" fmla="*/ 0 w 43"/>
                <a:gd name="T7" fmla="*/ 6 h 49"/>
                <a:gd name="T8" fmla="*/ 6 w 43"/>
                <a:gd name="T9" fmla="*/ 0 h 49"/>
                <a:gd name="T10" fmla="*/ 12 w 43"/>
                <a:gd name="T11" fmla="*/ 6 h 49"/>
                <a:gd name="T12" fmla="*/ 12 w 43"/>
                <a:gd name="T13" fmla="*/ 37 h 49"/>
                <a:gd name="T14" fmla="*/ 37 w 43"/>
                <a:gd name="T15" fmla="*/ 37 h 49"/>
                <a:gd name="T16" fmla="*/ 43 w 43"/>
                <a:gd name="T17" fmla="*/ 43 h 49"/>
                <a:gd name="T18" fmla="*/ 37 w 43"/>
                <a:gd name="T19" fmla="*/ 49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9"/>
                <a:gd name="T32" fmla="*/ 43 w 43"/>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9">
                  <a:moveTo>
                    <a:pt x="37" y="49"/>
                  </a:moveTo>
                  <a:cubicBezTo>
                    <a:pt x="6" y="49"/>
                    <a:pt x="6" y="49"/>
                    <a:pt x="6" y="49"/>
                  </a:cubicBezTo>
                  <a:cubicBezTo>
                    <a:pt x="3" y="49"/>
                    <a:pt x="0" y="46"/>
                    <a:pt x="0" y="43"/>
                  </a:cubicBezTo>
                  <a:cubicBezTo>
                    <a:pt x="0" y="6"/>
                    <a:pt x="0" y="6"/>
                    <a:pt x="0" y="6"/>
                  </a:cubicBezTo>
                  <a:cubicBezTo>
                    <a:pt x="0" y="3"/>
                    <a:pt x="3" y="0"/>
                    <a:pt x="6" y="0"/>
                  </a:cubicBezTo>
                  <a:cubicBezTo>
                    <a:pt x="10" y="0"/>
                    <a:pt x="12" y="3"/>
                    <a:pt x="12" y="6"/>
                  </a:cubicBezTo>
                  <a:cubicBezTo>
                    <a:pt x="12" y="37"/>
                    <a:pt x="12" y="37"/>
                    <a:pt x="12" y="37"/>
                  </a:cubicBezTo>
                  <a:cubicBezTo>
                    <a:pt x="37" y="37"/>
                    <a:pt x="37" y="37"/>
                    <a:pt x="37" y="37"/>
                  </a:cubicBezTo>
                  <a:cubicBezTo>
                    <a:pt x="40" y="37"/>
                    <a:pt x="43" y="40"/>
                    <a:pt x="43" y="43"/>
                  </a:cubicBezTo>
                  <a:cubicBezTo>
                    <a:pt x="43" y="46"/>
                    <a:pt x="40" y="49"/>
                    <a:pt x="37" y="49"/>
                  </a:cubicBezTo>
                  <a:close/>
                </a:path>
              </a:pathLst>
            </a:custGeom>
            <a:solidFill>
              <a:srgbClr val="88714E"/>
            </a:solidFill>
            <a:ln w="9525">
              <a:noFill/>
              <a:round/>
              <a:headEnd/>
              <a:tailEnd/>
            </a:ln>
          </p:spPr>
          <p:txBody>
            <a:bodyPr/>
            <a:lstStyle/>
            <a:p>
              <a:endParaRPr lang="zh-CN" altLang="en-US"/>
            </a:p>
          </p:txBody>
        </p:sp>
      </p:grpSp>
      <p:sp>
        <p:nvSpPr>
          <p:cNvPr id="19475" name="Rectangle 29"/>
          <p:cNvSpPr>
            <a:spLocks noChangeArrowheads="1"/>
          </p:cNvSpPr>
          <p:nvPr/>
        </p:nvSpPr>
        <p:spPr bwMode="auto">
          <a:xfrm>
            <a:off x="859483" y="2603922"/>
            <a:ext cx="2634258" cy="562590"/>
          </a:xfrm>
          <a:prstGeom prst="rect">
            <a:avLst/>
          </a:prstGeom>
          <a:noFill/>
          <a:ln w="9525">
            <a:noFill/>
            <a:miter lim="800000"/>
            <a:headEnd/>
            <a:tailEnd/>
          </a:ln>
        </p:spPr>
        <p:txBody>
          <a:bodyPr lIns="0" tIns="0" rIns="0" bIns="0">
            <a:spAutoFit/>
          </a:bodyPr>
          <a:lstStyle/>
          <a:p>
            <a:pPr algn="r"/>
            <a:r>
              <a:rPr lang="zh-CN" altLang="en-US" sz="1406" b="1">
                <a:solidFill>
                  <a:srgbClr val="88714E"/>
                </a:solidFill>
              </a:rPr>
              <a:t>Strengths</a:t>
            </a:r>
          </a:p>
          <a:p>
            <a:pPr algn="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a:t>
            </a:r>
            <a:r>
              <a:rPr lang="zh-CN" altLang="en-US" sz="1125">
                <a:solidFill>
                  <a:schemeClr val="bg2"/>
                </a:solidFill>
              </a:rPr>
              <a:t>.</a:t>
            </a:r>
          </a:p>
        </p:txBody>
      </p:sp>
      <p:sp>
        <p:nvSpPr>
          <p:cNvPr id="19476" name="Rectangle 30"/>
          <p:cNvSpPr>
            <a:spLocks noChangeArrowheads="1"/>
          </p:cNvSpPr>
          <p:nvPr/>
        </p:nvSpPr>
        <p:spPr bwMode="auto">
          <a:xfrm>
            <a:off x="9378405" y="2603922"/>
            <a:ext cx="2634258" cy="562590"/>
          </a:xfrm>
          <a:prstGeom prst="rect">
            <a:avLst/>
          </a:prstGeom>
          <a:noFill/>
          <a:ln w="9525">
            <a:noFill/>
            <a:miter lim="800000"/>
            <a:headEnd/>
            <a:tailEnd/>
          </a:ln>
        </p:spPr>
        <p:txBody>
          <a:bodyPr lIns="0" tIns="0" rIns="0" bIns="0">
            <a:spAutoFit/>
          </a:bodyPr>
          <a:lstStyle/>
          <a:p>
            <a:r>
              <a:rPr lang="zh-CN" altLang="en-US" sz="1406" b="1">
                <a:solidFill>
                  <a:srgbClr val="88714E"/>
                </a:solidFill>
              </a:rPr>
              <a:t>Weakness</a:t>
            </a:r>
          </a:p>
          <a:p>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a:t>
            </a:r>
            <a:r>
              <a:rPr lang="zh-CN" altLang="en-US" sz="1125">
                <a:solidFill>
                  <a:schemeClr val="bg2"/>
                </a:solidFill>
              </a:rPr>
              <a:t>.</a:t>
            </a:r>
          </a:p>
        </p:txBody>
      </p:sp>
      <p:sp>
        <p:nvSpPr>
          <p:cNvPr id="19477" name="Rectangle 31"/>
          <p:cNvSpPr>
            <a:spLocks noChangeArrowheads="1"/>
          </p:cNvSpPr>
          <p:nvPr/>
        </p:nvSpPr>
        <p:spPr bwMode="auto">
          <a:xfrm>
            <a:off x="859483" y="5220320"/>
            <a:ext cx="2634258" cy="562590"/>
          </a:xfrm>
          <a:prstGeom prst="rect">
            <a:avLst/>
          </a:prstGeom>
          <a:noFill/>
          <a:ln w="9525">
            <a:noFill/>
            <a:miter lim="800000"/>
            <a:headEnd/>
            <a:tailEnd/>
          </a:ln>
        </p:spPr>
        <p:txBody>
          <a:bodyPr lIns="0" tIns="0" rIns="0" bIns="0">
            <a:spAutoFit/>
          </a:bodyPr>
          <a:lstStyle/>
          <a:p>
            <a:pPr algn="r"/>
            <a:r>
              <a:rPr lang="zh-CN" altLang="en-US" sz="1406" b="1">
                <a:solidFill>
                  <a:srgbClr val="88714E"/>
                </a:solidFill>
              </a:rPr>
              <a:t>Opportunities</a:t>
            </a:r>
          </a:p>
          <a:p>
            <a:pPr algn="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a:t>
            </a:r>
            <a:r>
              <a:rPr lang="zh-CN" altLang="en-US" sz="1125">
                <a:solidFill>
                  <a:schemeClr val="bg2"/>
                </a:solidFill>
              </a:rPr>
              <a:t>.</a:t>
            </a:r>
          </a:p>
        </p:txBody>
      </p:sp>
      <p:sp>
        <p:nvSpPr>
          <p:cNvPr id="19478" name="Rectangle 32"/>
          <p:cNvSpPr>
            <a:spLocks noChangeArrowheads="1"/>
          </p:cNvSpPr>
          <p:nvPr/>
        </p:nvSpPr>
        <p:spPr bwMode="auto">
          <a:xfrm>
            <a:off x="9378405" y="5247109"/>
            <a:ext cx="2634258" cy="562590"/>
          </a:xfrm>
          <a:prstGeom prst="rect">
            <a:avLst/>
          </a:prstGeom>
          <a:noFill/>
          <a:ln w="9525">
            <a:noFill/>
            <a:miter lim="800000"/>
            <a:headEnd/>
            <a:tailEnd/>
          </a:ln>
        </p:spPr>
        <p:txBody>
          <a:bodyPr lIns="0" tIns="0" rIns="0" bIns="0">
            <a:spAutoFit/>
          </a:bodyPr>
          <a:lstStyle/>
          <a:p>
            <a:r>
              <a:rPr lang="zh-CN" altLang="en-US" sz="1406" b="1">
                <a:solidFill>
                  <a:srgbClr val="88714E"/>
                </a:solidFill>
              </a:rPr>
              <a:t>Threats</a:t>
            </a:r>
          </a:p>
          <a:p>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a:t>
            </a:r>
            <a:r>
              <a:rPr lang="zh-CN" altLang="en-US" sz="1125">
                <a:solidFill>
                  <a:schemeClr val="bg2"/>
                </a:solidFill>
              </a:rPr>
              <a:t>.</a:t>
            </a:r>
          </a:p>
        </p:txBody>
      </p:sp>
    </p:spTree>
    <p:extLst>
      <p:ext uri="{BB962C8B-B14F-4D97-AF65-F5344CB8AC3E}">
        <p14:creationId xmlns:p14="http://schemas.microsoft.com/office/powerpoint/2010/main" val="35815243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 Box 2"/>
          <p:cNvSpPr txBox="1">
            <a:spLocks noChangeArrowheads="1"/>
          </p:cNvSpPr>
          <p:nvPr/>
        </p:nvSpPr>
        <p:spPr bwMode="auto">
          <a:xfrm>
            <a:off x="3388817" y="230858"/>
            <a:ext cx="4886531" cy="525208"/>
          </a:xfrm>
          <a:prstGeom prst="rect">
            <a:avLst/>
          </a:prstGeom>
          <a:noFill/>
          <a:ln w="9525">
            <a:noFill/>
            <a:miter lim="800000"/>
            <a:headEnd/>
            <a:tailEnd/>
          </a:ln>
        </p:spPr>
        <p:txBody>
          <a:bodyPr wrap="none">
            <a:spAutoFit/>
          </a:bodyPr>
          <a:lstStyle/>
          <a:p>
            <a:r>
              <a:rPr lang="zh-CN" altLang="zh-CN" sz="2813" b="1"/>
              <a:t>WRITE YOUR </a:t>
            </a:r>
            <a:r>
              <a:rPr lang="zh-CN" altLang="zh-CN" sz="2813" b="1">
                <a:solidFill>
                  <a:srgbClr val="88714E"/>
                </a:solidFill>
              </a:rPr>
              <a:t>GREAT TITLE</a:t>
            </a:r>
            <a:r>
              <a:rPr lang="zh-CN" altLang="zh-CN" sz="2813" b="1"/>
              <a:t> HERE</a:t>
            </a:r>
          </a:p>
        </p:txBody>
      </p:sp>
      <p:sp>
        <p:nvSpPr>
          <p:cNvPr id="22531" name="Text Box 3"/>
          <p:cNvSpPr txBox="1">
            <a:spLocks noChangeArrowheads="1"/>
          </p:cNvSpPr>
          <p:nvPr/>
        </p:nvSpPr>
        <p:spPr bwMode="auto">
          <a:xfrm>
            <a:off x="4755059" y="675109"/>
            <a:ext cx="3016210" cy="308674"/>
          </a:xfrm>
          <a:prstGeom prst="rect">
            <a:avLst/>
          </a:prstGeom>
          <a:noFill/>
          <a:ln w="9525">
            <a:noFill/>
            <a:miter lim="800000"/>
            <a:headEnd/>
            <a:tailEnd/>
          </a:ln>
        </p:spPr>
        <p:txBody>
          <a:bodyPr wrap="none">
            <a:spAutoFit/>
          </a:bodyPr>
          <a:lstStyle/>
          <a:p>
            <a:r>
              <a:rPr lang="zh-CN" altLang="zh-CN" sz="1406">
                <a:solidFill>
                  <a:schemeClr val="bg2"/>
                </a:solidFill>
              </a:rPr>
              <a:t>This is a good space for a short subtitle</a:t>
            </a:r>
          </a:p>
        </p:txBody>
      </p:sp>
      <p:sp>
        <p:nvSpPr>
          <p:cNvPr id="22532" name="Line 4"/>
          <p:cNvSpPr>
            <a:spLocks noChangeShapeType="1"/>
          </p:cNvSpPr>
          <p:nvPr/>
        </p:nvSpPr>
        <p:spPr bwMode="auto">
          <a:xfrm>
            <a:off x="0" y="509910"/>
            <a:ext cx="3107531" cy="0"/>
          </a:xfrm>
          <a:prstGeom prst="line">
            <a:avLst/>
          </a:prstGeom>
          <a:noFill/>
          <a:ln w="6350">
            <a:solidFill>
              <a:srgbClr val="000000"/>
            </a:solidFill>
            <a:round/>
            <a:headEnd/>
            <a:tailEnd/>
          </a:ln>
        </p:spPr>
        <p:txBody>
          <a:bodyPr/>
          <a:lstStyle/>
          <a:p>
            <a:endParaRPr lang="zh-CN" altLang="en-US"/>
          </a:p>
        </p:txBody>
      </p:sp>
      <p:sp>
        <p:nvSpPr>
          <p:cNvPr id="22533" name="Line 5"/>
          <p:cNvSpPr>
            <a:spLocks noChangeShapeType="1"/>
          </p:cNvSpPr>
          <p:nvPr/>
        </p:nvSpPr>
        <p:spPr bwMode="auto">
          <a:xfrm>
            <a:off x="9751219" y="509910"/>
            <a:ext cx="3107531" cy="0"/>
          </a:xfrm>
          <a:prstGeom prst="line">
            <a:avLst/>
          </a:prstGeom>
          <a:noFill/>
          <a:ln w="6350">
            <a:solidFill>
              <a:srgbClr val="000000"/>
            </a:solidFill>
            <a:round/>
            <a:headEnd/>
            <a:tailEnd/>
          </a:ln>
        </p:spPr>
        <p:txBody>
          <a:bodyPr/>
          <a:lstStyle/>
          <a:p>
            <a:endParaRPr lang="zh-CN" altLang="en-US"/>
          </a:p>
        </p:txBody>
      </p:sp>
      <p:sp>
        <p:nvSpPr>
          <p:cNvPr id="22534" name="Freeform 6"/>
          <p:cNvSpPr>
            <a:spLocks noEditPoints="1"/>
          </p:cNvSpPr>
          <p:nvPr/>
        </p:nvSpPr>
        <p:spPr bwMode="auto">
          <a:xfrm>
            <a:off x="7942958" y="994347"/>
            <a:ext cx="4915793" cy="2710160"/>
          </a:xfrm>
          <a:custGeom>
            <a:avLst/>
            <a:gdLst>
              <a:gd name="T0" fmla="*/ 937 w 1158"/>
              <a:gd name="T1" fmla="*/ 0 h 637"/>
              <a:gd name="T2" fmla="*/ 776 w 1158"/>
              <a:gd name="T3" fmla="*/ 605 h 637"/>
              <a:gd name="T4" fmla="*/ 261 w 1158"/>
              <a:gd name="T5" fmla="*/ 605 h 637"/>
              <a:gd name="T6" fmla="*/ 184 w 1158"/>
              <a:gd name="T7" fmla="*/ 605 h 637"/>
              <a:gd name="T8" fmla="*/ 108 w 1158"/>
              <a:gd name="T9" fmla="*/ 529 h 637"/>
              <a:gd name="T10" fmla="*/ 107 w 1158"/>
              <a:gd name="T11" fmla="*/ 529 h 637"/>
              <a:gd name="T12" fmla="*/ 107 w 1158"/>
              <a:gd name="T13" fmla="*/ 453 h 637"/>
              <a:gd name="T14" fmla="*/ 107 w 1158"/>
              <a:gd name="T15" fmla="*/ 298 h 637"/>
              <a:gd name="T16" fmla="*/ 183 w 1158"/>
              <a:gd name="T17" fmla="*/ 208 h 637"/>
              <a:gd name="T18" fmla="*/ 92 w 1158"/>
              <a:gd name="T19" fmla="*/ 116 h 637"/>
              <a:gd name="T20" fmla="*/ 0 w 1158"/>
              <a:gd name="T21" fmla="*/ 208 h 637"/>
              <a:gd name="T22" fmla="*/ 76 w 1158"/>
              <a:gd name="T23" fmla="*/ 298 h 637"/>
              <a:gd name="T24" fmla="*/ 76 w 1158"/>
              <a:gd name="T25" fmla="*/ 529 h 637"/>
              <a:gd name="T26" fmla="*/ 76 w 1158"/>
              <a:gd name="T27" fmla="*/ 529 h 637"/>
              <a:gd name="T28" fmla="*/ 184 w 1158"/>
              <a:gd name="T29" fmla="*/ 637 h 637"/>
              <a:gd name="T30" fmla="*/ 192 w 1158"/>
              <a:gd name="T31" fmla="*/ 636 h 637"/>
              <a:gd name="T32" fmla="*/ 776 w 1158"/>
              <a:gd name="T33" fmla="*/ 636 h 637"/>
              <a:gd name="T34" fmla="*/ 937 w 1158"/>
              <a:gd name="T35" fmla="*/ 186 h 637"/>
              <a:gd name="T36" fmla="*/ 1158 w 1158"/>
              <a:gd name="T37" fmla="*/ 186 h 637"/>
              <a:gd name="T38" fmla="*/ 1158 w 1158"/>
              <a:gd name="T39" fmla="*/ 0 h 637"/>
              <a:gd name="T40" fmla="*/ 937 w 1158"/>
              <a:gd name="T41" fmla="*/ 0 h 637"/>
              <a:gd name="T42" fmla="*/ 32 w 1158"/>
              <a:gd name="T43" fmla="*/ 208 h 637"/>
              <a:gd name="T44" fmla="*/ 92 w 1158"/>
              <a:gd name="T45" fmla="*/ 148 h 637"/>
              <a:gd name="T46" fmla="*/ 152 w 1158"/>
              <a:gd name="T47" fmla="*/ 208 h 637"/>
              <a:gd name="T48" fmla="*/ 92 w 1158"/>
              <a:gd name="T49" fmla="*/ 268 h 637"/>
              <a:gd name="T50" fmla="*/ 32 w 1158"/>
              <a:gd name="T51" fmla="*/ 208 h 6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8"/>
              <a:gd name="T79" fmla="*/ 0 h 637"/>
              <a:gd name="T80" fmla="*/ 1158 w 1158"/>
              <a:gd name="T81" fmla="*/ 637 h 63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8" h="637">
                <a:moveTo>
                  <a:pt x="937" y="0"/>
                </a:moveTo>
                <a:cubicBezTo>
                  <a:pt x="776" y="605"/>
                  <a:pt x="776" y="605"/>
                  <a:pt x="776" y="605"/>
                </a:cubicBezTo>
                <a:cubicBezTo>
                  <a:pt x="261" y="605"/>
                  <a:pt x="261" y="605"/>
                  <a:pt x="261" y="605"/>
                </a:cubicBezTo>
                <a:cubicBezTo>
                  <a:pt x="184" y="605"/>
                  <a:pt x="184" y="605"/>
                  <a:pt x="184" y="605"/>
                </a:cubicBezTo>
                <a:cubicBezTo>
                  <a:pt x="142" y="605"/>
                  <a:pt x="108" y="571"/>
                  <a:pt x="108" y="529"/>
                </a:cubicBezTo>
                <a:cubicBezTo>
                  <a:pt x="107" y="529"/>
                  <a:pt x="107" y="529"/>
                  <a:pt x="107" y="529"/>
                </a:cubicBezTo>
                <a:cubicBezTo>
                  <a:pt x="107" y="453"/>
                  <a:pt x="107" y="453"/>
                  <a:pt x="107" y="453"/>
                </a:cubicBezTo>
                <a:cubicBezTo>
                  <a:pt x="107" y="298"/>
                  <a:pt x="107" y="298"/>
                  <a:pt x="107" y="298"/>
                </a:cubicBezTo>
                <a:cubicBezTo>
                  <a:pt x="150" y="290"/>
                  <a:pt x="183" y="253"/>
                  <a:pt x="183" y="208"/>
                </a:cubicBezTo>
                <a:cubicBezTo>
                  <a:pt x="183" y="157"/>
                  <a:pt x="142" y="116"/>
                  <a:pt x="92" y="116"/>
                </a:cubicBezTo>
                <a:cubicBezTo>
                  <a:pt x="41" y="116"/>
                  <a:pt x="0" y="157"/>
                  <a:pt x="0" y="208"/>
                </a:cubicBezTo>
                <a:cubicBezTo>
                  <a:pt x="0" y="253"/>
                  <a:pt x="33" y="290"/>
                  <a:pt x="76" y="298"/>
                </a:cubicBezTo>
                <a:cubicBezTo>
                  <a:pt x="76" y="529"/>
                  <a:pt x="76" y="529"/>
                  <a:pt x="76" y="529"/>
                </a:cubicBezTo>
                <a:cubicBezTo>
                  <a:pt x="76" y="529"/>
                  <a:pt x="76" y="529"/>
                  <a:pt x="76" y="529"/>
                </a:cubicBezTo>
                <a:cubicBezTo>
                  <a:pt x="76" y="588"/>
                  <a:pt x="125" y="637"/>
                  <a:pt x="184" y="637"/>
                </a:cubicBezTo>
                <a:cubicBezTo>
                  <a:pt x="187" y="637"/>
                  <a:pt x="190" y="637"/>
                  <a:pt x="192" y="636"/>
                </a:cubicBezTo>
                <a:cubicBezTo>
                  <a:pt x="776" y="636"/>
                  <a:pt x="776" y="636"/>
                  <a:pt x="776" y="636"/>
                </a:cubicBezTo>
                <a:cubicBezTo>
                  <a:pt x="937" y="186"/>
                  <a:pt x="937" y="186"/>
                  <a:pt x="937" y="186"/>
                </a:cubicBezTo>
                <a:cubicBezTo>
                  <a:pt x="1158" y="186"/>
                  <a:pt x="1158" y="186"/>
                  <a:pt x="1158" y="186"/>
                </a:cubicBezTo>
                <a:cubicBezTo>
                  <a:pt x="1158" y="0"/>
                  <a:pt x="1158" y="0"/>
                  <a:pt x="1158" y="0"/>
                </a:cubicBezTo>
                <a:lnTo>
                  <a:pt x="937" y="0"/>
                </a:lnTo>
                <a:close/>
                <a:moveTo>
                  <a:pt x="32" y="208"/>
                </a:moveTo>
                <a:cubicBezTo>
                  <a:pt x="32" y="175"/>
                  <a:pt x="59" y="148"/>
                  <a:pt x="92" y="148"/>
                </a:cubicBezTo>
                <a:cubicBezTo>
                  <a:pt x="125" y="148"/>
                  <a:pt x="152" y="175"/>
                  <a:pt x="152" y="208"/>
                </a:cubicBezTo>
                <a:cubicBezTo>
                  <a:pt x="152" y="241"/>
                  <a:pt x="125" y="268"/>
                  <a:pt x="92" y="268"/>
                </a:cubicBezTo>
                <a:cubicBezTo>
                  <a:pt x="59" y="268"/>
                  <a:pt x="32" y="241"/>
                  <a:pt x="32" y="208"/>
                </a:cubicBezTo>
                <a:close/>
              </a:path>
            </a:pathLst>
          </a:custGeom>
          <a:solidFill>
            <a:srgbClr val="88714E"/>
          </a:solidFill>
          <a:ln w="9525">
            <a:noFill/>
            <a:round/>
            <a:headEnd/>
            <a:tailEnd/>
          </a:ln>
        </p:spPr>
        <p:txBody>
          <a:bodyPr/>
          <a:lstStyle/>
          <a:p>
            <a:endParaRPr lang="zh-CN" altLang="en-US"/>
          </a:p>
        </p:txBody>
      </p:sp>
      <p:sp>
        <p:nvSpPr>
          <p:cNvPr id="22535" name="Freeform 7"/>
          <p:cNvSpPr>
            <a:spLocks noEditPoints="1"/>
          </p:cNvSpPr>
          <p:nvPr/>
        </p:nvSpPr>
        <p:spPr bwMode="auto">
          <a:xfrm>
            <a:off x="4799708" y="1726581"/>
            <a:ext cx="8059043" cy="2212329"/>
          </a:xfrm>
          <a:custGeom>
            <a:avLst/>
            <a:gdLst>
              <a:gd name="T0" fmla="*/ 1678 w 1899"/>
              <a:gd name="T1" fmla="*/ 148 h 520"/>
              <a:gd name="T2" fmla="*/ 1517 w 1899"/>
              <a:gd name="T3" fmla="*/ 489 h 520"/>
              <a:gd name="T4" fmla="*/ 260 w 1899"/>
              <a:gd name="T5" fmla="*/ 489 h 520"/>
              <a:gd name="T6" fmla="*/ 261 w 1899"/>
              <a:gd name="T7" fmla="*/ 489 h 520"/>
              <a:gd name="T8" fmla="*/ 184 w 1899"/>
              <a:gd name="T9" fmla="*/ 489 h 520"/>
              <a:gd name="T10" fmla="*/ 108 w 1899"/>
              <a:gd name="T11" fmla="*/ 412 h 520"/>
              <a:gd name="T12" fmla="*/ 107 w 1899"/>
              <a:gd name="T13" fmla="*/ 412 h 520"/>
              <a:gd name="T14" fmla="*/ 107 w 1899"/>
              <a:gd name="T15" fmla="*/ 336 h 520"/>
              <a:gd name="T16" fmla="*/ 107 w 1899"/>
              <a:gd name="T17" fmla="*/ 336 h 520"/>
              <a:gd name="T18" fmla="*/ 107 w 1899"/>
              <a:gd name="T19" fmla="*/ 181 h 520"/>
              <a:gd name="T20" fmla="*/ 183 w 1899"/>
              <a:gd name="T21" fmla="*/ 91 h 520"/>
              <a:gd name="T22" fmla="*/ 92 w 1899"/>
              <a:gd name="T23" fmla="*/ 0 h 520"/>
              <a:gd name="T24" fmla="*/ 0 w 1899"/>
              <a:gd name="T25" fmla="*/ 91 h 520"/>
              <a:gd name="T26" fmla="*/ 76 w 1899"/>
              <a:gd name="T27" fmla="*/ 181 h 520"/>
              <a:gd name="T28" fmla="*/ 76 w 1899"/>
              <a:gd name="T29" fmla="*/ 412 h 520"/>
              <a:gd name="T30" fmla="*/ 76 w 1899"/>
              <a:gd name="T31" fmla="*/ 412 h 520"/>
              <a:gd name="T32" fmla="*/ 184 w 1899"/>
              <a:gd name="T33" fmla="*/ 520 h 520"/>
              <a:gd name="T34" fmla="*/ 1517 w 1899"/>
              <a:gd name="T35" fmla="*/ 520 h 520"/>
              <a:gd name="T36" fmla="*/ 1678 w 1899"/>
              <a:gd name="T37" fmla="*/ 334 h 520"/>
              <a:gd name="T38" fmla="*/ 1899 w 1899"/>
              <a:gd name="T39" fmla="*/ 334 h 520"/>
              <a:gd name="T40" fmla="*/ 1899 w 1899"/>
              <a:gd name="T41" fmla="*/ 148 h 520"/>
              <a:gd name="T42" fmla="*/ 1678 w 1899"/>
              <a:gd name="T43" fmla="*/ 148 h 520"/>
              <a:gd name="T44" fmla="*/ 32 w 1899"/>
              <a:gd name="T45" fmla="*/ 91 h 520"/>
              <a:gd name="T46" fmla="*/ 92 w 1899"/>
              <a:gd name="T47" fmla="*/ 31 h 520"/>
              <a:gd name="T48" fmla="*/ 152 w 1899"/>
              <a:gd name="T49" fmla="*/ 91 h 520"/>
              <a:gd name="T50" fmla="*/ 92 w 1899"/>
              <a:gd name="T51" fmla="*/ 151 h 520"/>
              <a:gd name="T52" fmla="*/ 32 w 1899"/>
              <a:gd name="T53" fmla="*/ 91 h 5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9"/>
              <a:gd name="T82" fmla="*/ 0 h 520"/>
              <a:gd name="T83" fmla="*/ 1899 w 1899"/>
              <a:gd name="T84" fmla="*/ 520 h 5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9" h="520">
                <a:moveTo>
                  <a:pt x="1678" y="148"/>
                </a:moveTo>
                <a:cubicBezTo>
                  <a:pt x="1517" y="489"/>
                  <a:pt x="1517" y="489"/>
                  <a:pt x="1517" y="489"/>
                </a:cubicBezTo>
                <a:cubicBezTo>
                  <a:pt x="260" y="489"/>
                  <a:pt x="260" y="489"/>
                  <a:pt x="260" y="489"/>
                </a:cubicBezTo>
                <a:cubicBezTo>
                  <a:pt x="260" y="489"/>
                  <a:pt x="261" y="489"/>
                  <a:pt x="261" y="489"/>
                </a:cubicBezTo>
                <a:cubicBezTo>
                  <a:pt x="184" y="489"/>
                  <a:pt x="184" y="489"/>
                  <a:pt x="184" y="489"/>
                </a:cubicBezTo>
                <a:cubicBezTo>
                  <a:pt x="142" y="489"/>
                  <a:pt x="108" y="455"/>
                  <a:pt x="108" y="412"/>
                </a:cubicBezTo>
                <a:cubicBezTo>
                  <a:pt x="107" y="412"/>
                  <a:pt x="107" y="412"/>
                  <a:pt x="107" y="412"/>
                </a:cubicBezTo>
                <a:cubicBezTo>
                  <a:pt x="107" y="336"/>
                  <a:pt x="107" y="336"/>
                  <a:pt x="107" y="336"/>
                </a:cubicBezTo>
                <a:cubicBezTo>
                  <a:pt x="107" y="336"/>
                  <a:pt x="107" y="336"/>
                  <a:pt x="107" y="336"/>
                </a:cubicBezTo>
                <a:cubicBezTo>
                  <a:pt x="107" y="181"/>
                  <a:pt x="107" y="181"/>
                  <a:pt x="107" y="181"/>
                </a:cubicBezTo>
                <a:cubicBezTo>
                  <a:pt x="150" y="174"/>
                  <a:pt x="183" y="136"/>
                  <a:pt x="183" y="91"/>
                </a:cubicBezTo>
                <a:cubicBezTo>
                  <a:pt x="183" y="41"/>
                  <a:pt x="142" y="0"/>
                  <a:pt x="92" y="0"/>
                </a:cubicBezTo>
                <a:cubicBezTo>
                  <a:pt x="41" y="0"/>
                  <a:pt x="0" y="41"/>
                  <a:pt x="0" y="91"/>
                </a:cubicBezTo>
                <a:cubicBezTo>
                  <a:pt x="0" y="136"/>
                  <a:pt x="33" y="174"/>
                  <a:pt x="76" y="181"/>
                </a:cubicBezTo>
                <a:cubicBezTo>
                  <a:pt x="76" y="412"/>
                  <a:pt x="76" y="412"/>
                  <a:pt x="76" y="412"/>
                </a:cubicBezTo>
                <a:cubicBezTo>
                  <a:pt x="76" y="412"/>
                  <a:pt x="76" y="412"/>
                  <a:pt x="76" y="412"/>
                </a:cubicBezTo>
                <a:cubicBezTo>
                  <a:pt x="76" y="472"/>
                  <a:pt x="125" y="520"/>
                  <a:pt x="184" y="520"/>
                </a:cubicBezTo>
                <a:cubicBezTo>
                  <a:pt x="1517" y="520"/>
                  <a:pt x="1517" y="520"/>
                  <a:pt x="1517" y="520"/>
                </a:cubicBezTo>
                <a:cubicBezTo>
                  <a:pt x="1678" y="334"/>
                  <a:pt x="1678" y="334"/>
                  <a:pt x="1678" y="334"/>
                </a:cubicBezTo>
                <a:cubicBezTo>
                  <a:pt x="1899" y="334"/>
                  <a:pt x="1899" y="334"/>
                  <a:pt x="1899" y="334"/>
                </a:cubicBezTo>
                <a:cubicBezTo>
                  <a:pt x="1899" y="148"/>
                  <a:pt x="1899" y="148"/>
                  <a:pt x="1899" y="148"/>
                </a:cubicBezTo>
                <a:lnTo>
                  <a:pt x="1678" y="148"/>
                </a:lnTo>
                <a:close/>
                <a:moveTo>
                  <a:pt x="32" y="91"/>
                </a:moveTo>
                <a:cubicBezTo>
                  <a:pt x="32" y="58"/>
                  <a:pt x="59" y="31"/>
                  <a:pt x="92" y="31"/>
                </a:cubicBezTo>
                <a:cubicBezTo>
                  <a:pt x="125" y="31"/>
                  <a:pt x="152" y="58"/>
                  <a:pt x="152" y="91"/>
                </a:cubicBezTo>
                <a:cubicBezTo>
                  <a:pt x="152" y="125"/>
                  <a:pt x="125" y="151"/>
                  <a:pt x="92" y="151"/>
                </a:cubicBezTo>
                <a:cubicBezTo>
                  <a:pt x="59" y="151"/>
                  <a:pt x="32" y="125"/>
                  <a:pt x="32" y="91"/>
                </a:cubicBezTo>
                <a:close/>
              </a:path>
            </a:pathLst>
          </a:custGeom>
          <a:solidFill>
            <a:srgbClr val="000000"/>
          </a:solidFill>
          <a:ln w="9525">
            <a:noFill/>
            <a:round/>
            <a:headEnd/>
            <a:tailEnd/>
          </a:ln>
        </p:spPr>
        <p:txBody>
          <a:bodyPr/>
          <a:lstStyle/>
          <a:p>
            <a:endParaRPr lang="zh-CN" altLang="en-US"/>
          </a:p>
        </p:txBody>
      </p:sp>
      <p:sp>
        <p:nvSpPr>
          <p:cNvPr id="22536" name="Freeform 8"/>
          <p:cNvSpPr>
            <a:spLocks noEditPoints="1"/>
          </p:cNvSpPr>
          <p:nvPr/>
        </p:nvSpPr>
        <p:spPr bwMode="auto">
          <a:xfrm>
            <a:off x="3241477" y="3717902"/>
            <a:ext cx="9617273" cy="790277"/>
          </a:xfrm>
          <a:custGeom>
            <a:avLst/>
            <a:gdLst>
              <a:gd name="T0" fmla="*/ 2045 w 2266"/>
              <a:gd name="T1" fmla="*/ 0 h 186"/>
              <a:gd name="T2" fmla="*/ 1884 w 2266"/>
              <a:gd name="T3" fmla="*/ 77 h 186"/>
              <a:gd name="T4" fmla="*/ 181 w 2266"/>
              <a:gd name="T5" fmla="*/ 77 h 186"/>
              <a:gd name="T6" fmla="*/ 91 w 2266"/>
              <a:gd name="T7" fmla="*/ 2 h 186"/>
              <a:gd name="T8" fmla="*/ 0 w 2266"/>
              <a:gd name="T9" fmla="*/ 93 h 186"/>
              <a:gd name="T10" fmla="*/ 91 w 2266"/>
              <a:gd name="T11" fmla="*/ 184 h 186"/>
              <a:gd name="T12" fmla="*/ 181 w 2266"/>
              <a:gd name="T13" fmla="*/ 108 h 186"/>
              <a:gd name="T14" fmla="*/ 1884 w 2266"/>
              <a:gd name="T15" fmla="*/ 108 h 186"/>
              <a:gd name="T16" fmla="*/ 2045 w 2266"/>
              <a:gd name="T17" fmla="*/ 186 h 186"/>
              <a:gd name="T18" fmla="*/ 2266 w 2266"/>
              <a:gd name="T19" fmla="*/ 186 h 186"/>
              <a:gd name="T20" fmla="*/ 2266 w 2266"/>
              <a:gd name="T21" fmla="*/ 0 h 186"/>
              <a:gd name="T22" fmla="*/ 2045 w 2266"/>
              <a:gd name="T23" fmla="*/ 0 h 186"/>
              <a:gd name="T24" fmla="*/ 91 w 2266"/>
              <a:gd name="T25" fmla="*/ 153 h 186"/>
              <a:gd name="T26" fmla="*/ 31 w 2266"/>
              <a:gd name="T27" fmla="*/ 93 h 186"/>
              <a:gd name="T28" fmla="*/ 91 w 2266"/>
              <a:gd name="T29" fmla="*/ 33 h 186"/>
              <a:gd name="T30" fmla="*/ 151 w 2266"/>
              <a:gd name="T31" fmla="*/ 93 h 186"/>
              <a:gd name="T32" fmla="*/ 91 w 2266"/>
              <a:gd name="T33" fmla="*/ 153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66"/>
              <a:gd name="T52" fmla="*/ 0 h 186"/>
              <a:gd name="T53" fmla="*/ 2266 w 2266"/>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66" h="186">
                <a:moveTo>
                  <a:pt x="2045" y="0"/>
                </a:moveTo>
                <a:cubicBezTo>
                  <a:pt x="1884" y="77"/>
                  <a:pt x="1884" y="77"/>
                  <a:pt x="1884" y="77"/>
                </a:cubicBezTo>
                <a:cubicBezTo>
                  <a:pt x="181" y="77"/>
                  <a:pt x="181" y="77"/>
                  <a:pt x="181" y="77"/>
                </a:cubicBezTo>
                <a:cubicBezTo>
                  <a:pt x="174" y="34"/>
                  <a:pt x="136" y="2"/>
                  <a:pt x="91" y="2"/>
                </a:cubicBezTo>
                <a:cubicBezTo>
                  <a:pt x="41" y="2"/>
                  <a:pt x="0" y="43"/>
                  <a:pt x="0" y="93"/>
                </a:cubicBezTo>
                <a:cubicBezTo>
                  <a:pt x="0" y="143"/>
                  <a:pt x="41" y="184"/>
                  <a:pt x="91" y="184"/>
                </a:cubicBezTo>
                <a:cubicBezTo>
                  <a:pt x="136" y="184"/>
                  <a:pt x="174" y="152"/>
                  <a:pt x="181" y="108"/>
                </a:cubicBezTo>
                <a:cubicBezTo>
                  <a:pt x="1884" y="108"/>
                  <a:pt x="1884" y="108"/>
                  <a:pt x="1884" y="108"/>
                </a:cubicBezTo>
                <a:cubicBezTo>
                  <a:pt x="2045" y="186"/>
                  <a:pt x="2045" y="186"/>
                  <a:pt x="2045" y="186"/>
                </a:cubicBezTo>
                <a:cubicBezTo>
                  <a:pt x="2266" y="186"/>
                  <a:pt x="2266" y="186"/>
                  <a:pt x="2266" y="186"/>
                </a:cubicBezTo>
                <a:cubicBezTo>
                  <a:pt x="2266" y="0"/>
                  <a:pt x="2266" y="0"/>
                  <a:pt x="2266" y="0"/>
                </a:cubicBezTo>
                <a:lnTo>
                  <a:pt x="2045" y="0"/>
                </a:lnTo>
                <a:close/>
                <a:moveTo>
                  <a:pt x="91" y="153"/>
                </a:moveTo>
                <a:cubicBezTo>
                  <a:pt x="58" y="153"/>
                  <a:pt x="31" y="126"/>
                  <a:pt x="31" y="93"/>
                </a:cubicBezTo>
                <a:cubicBezTo>
                  <a:pt x="31" y="60"/>
                  <a:pt x="58" y="33"/>
                  <a:pt x="91" y="33"/>
                </a:cubicBezTo>
                <a:cubicBezTo>
                  <a:pt x="124" y="33"/>
                  <a:pt x="151" y="60"/>
                  <a:pt x="151" y="93"/>
                </a:cubicBezTo>
                <a:cubicBezTo>
                  <a:pt x="151" y="126"/>
                  <a:pt x="124" y="153"/>
                  <a:pt x="91" y="153"/>
                </a:cubicBezTo>
                <a:close/>
              </a:path>
            </a:pathLst>
          </a:custGeom>
          <a:solidFill>
            <a:srgbClr val="88714E"/>
          </a:solidFill>
          <a:ln w="9525">
            <a:noFill/>
            <a:round/>
            <a:headEnd/>
            <a:tailEnd/>
          </a:ln>
        </p:spPr>
        <p:txBody>
          <a:bodyPr/>
          <a:lstStyle/>
          <a:p>
            <a:endParaRPr lang="zh-CN" altLang="en-US"/>
          </a:p>
        </p:txBody>
      </p:sp>
      <p:sp>
        <p:nvSpPr>
          <p:cNvPr id="22537" name="Freeform 9"/>
          <p:cNvSpPr>
            <a:spLocks noEditPoints="1"/>
          </p:cNvSpPr>
          <p:nvPr/>
        </p:nvSpPr>
        <p:spPr bwMode="auto">
          <a:xfrm>
            <a:off x="4799708" y="4282704"/>
            <a:ext cx="8059043" cy="2212331"/>
          </a:xfrm>
          <a:custGeom>
            <a:avLst/>
            <a:gdLst>
              <a:gd name="T0" fmla="*/ 1678 w 1899"/>
              <a:gd name="T1" fmla="*/ 187 h 520"/>
              <a:gd name="T2" fmla="*/ 1517 w 1899"/>
              <a:gd name="T3" fmla="*/ 0 h 520"/>
              <a:gd name="T4" fmla="*/ 184 w 1899"/>
              <a:gd name="T5" fmla="*/ 0 h 520"/>
              <a:gd name="T6" fmla="*/ 76 w 1899"/>
              <a:gd name="T7" fmla="*/ 108 h 520"/>
              <a:gd name="T8" fmla="*/ 76 w 1899"/>
              <a:gd name="T9" fmla="*/ 108 h 520"/>
              <a:gd name="T10" fmla="*/ 76 w 1899"/>
              <a:gd name="T11" fmla="*/ 339 h 520"/>
              <a:gd name="T12" fmla="*/ 0 w 1899"/>
              <a:gd name="T13" fmla="*/ 429 h 520"/>
              <a:gd name="T14" fmla="*/ 92 w 1899"/>
              <a:gd name="T15" fmla="*/ 520 h 520"/>
              <a:gd name="T16" fmla="*/ 183 w 1899"/>
              <a:gd name="T17" fmla="*/ 429 h 520"/>
              <a:gd name="T18" fmla="*/ 107 w 1899"/>
              <a:gd name="T19" fmla="*/ 339 h 520"/>
              <a:gd name="T20" fmla="*/ 107 w 1899"/>
              <a:gd name="T21" fmla="*/ 184 h 520"/>
              <a:gd name="T22" fmla="*/ 107 w 1899"/>
              <a:gd name="T23" fmla="*/ 184 h 520"/>
              <a:gd name="T24" fmla="*/ 107 w 1899"/>
              <a:gd name="T25" fmla="*/ 108 h 520"/>
              <a:gd name="T26" fmla="*/ 108 w 1899"/>
              <a:gd name="T27" fmla="*/ 108 h 520"/>
              <a:gd name="T28" fmla="*/ 184 w 1899"/>
              <a:gd name="T29" fmla="*/ 32 h 520"/>
              <a:gd name="T30" fmla="*/ 261 w 1899"/>
              <a:gd name="T31" fmla="*/ 32 h 520"/>
              <a:gd name="T32" fmla="*/ 260 w 1899"/>
              <a:gd name="T33" fmla="*/ 31 h 520"/>
              <a:gd name="T34" fmla="*/ 1517 w 1899"/>
              <a:gd name="T35" fmla="*/ 31 h 520"/>
              <a:gd name="T36" fmla="*/ 1678 w 1899"/>
              <a:gd name="T37" fmla="*/ 373 h 520"/>
              <a:gd name="T38" fmla="*/ 1899 w 1899"/>
              <a:gd name="T39" fmla="*/ 373 h 520"/>
              <a:gd name="T40" fmla="*/ 1899 w 1899"/>
              <a:gd name="T41" fmla="*/ 187 h 520"/>
              <a:gd name="T42" fmla="*/ 1678 w 1899"/>
              <a:gd name="T43" fmla="*/ 187 h 520"/>
              <a:gd name="T44" fmla="*/ 152 w 1899"/>
              <a:gd name="T45" fmla="*/ 429 h 520"/>
              <a:gd name="T46" fmla="*/ 92 w 1899"/>
              <a:gd name="T47" fmla="*/ 489 h 520"/>
              <a:gd name="T48" fmla="*/ 32 w 1899"/>
              <a:gd name="T49" fmla="*/ 429 h 520"/>
              <a:gd name="T50" fmla="*/ 92 w 1899"/>
              <a:gd name="T51" fmla="*/ 369 h 520"/>
              <a:gd name="T52" fmla="*/ 152 w 1899"/>
              <a:gd name="T53" fmla="*/ 429 h 5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9"/>
              <a:gd name="T82" fmla="*/ 0 h 520"/>
              <a:gd name="T83" fmla="*/ 1899 w 1899"/>
              <a:gd name="T84" fmla="*/ 520 h 5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9" h="520">
                <a:moveTo>
                  <a:pt x="1678" y="187"/>
                </a:moveTo>
                <a:cubicBezTo>
                  <a:pt x="1517" y="0"/>
                  <a:pt x="1517" y="0"/>
                  <a:pt x="1517" y="0"/>
                </a:cubicBezTo>
                <a:cubicBezTo>
                  <a:pt x="184" y="0"/>
                  <a:pt x="184" y="0"/>
                  <a:pt x="184" y="0"/>
                </a:cubicBezTo>
                <a:cubicBezTo>
                  <a:pt x="125" y="0"/>
                  <a:pt x="76" y="48"/>
                  <a:pt x="76" y="108"/>
                </a:cubicBezTo>
                <a:cubicBezTo>
                  <a:pt x="76" y="108"/>
                  <a:pt x="76" y="108"/>
                  <a:pt x="76" y="108"/>
                </a:cubicBezTo>
                <a:cubicBezTo>
                  <a:pt x="76" y="339"/>
                  <a:pt x="76" y="339"/>
                  <a:pt x="76" y="339"/>
                </a:cubicBezTo>
                <a:cubicBezTo>
                  <a:pt x="33" y="347"/>
                  <a:pt x="0" y="384"/>
                  <a:pt x="0" y="429"/>
                </a:cubicBezTo>
                <a:cubicBezTo>
                  <a:pt x="0" y="479"/>
                  <a:pt x="41" y="520"/>
                  <a:pt x="92" y="520"/>
                </a:cubicBezTo>
                <a:cubicBezTo>
                  <a:pt x="142" y="520"/>
                  <a:pt x="183" y="479"/>
                  <a:pt x="183" y="429"/>
                </a:cubicBezTo>
                <a:cubicBezTo>
                  <a:pt x="183" y="384"/>
                  <a:pt x="150" y="347"/>
                  <a:pt x="107" y="339"/>
                </a:cubicBezTo>
                <a:cubicBezTo>
                  <a:pt x="107" y="184"/>
                  <a:pt x="107" y="184"/>
                  <a:pt x="107" y="184"/>
                </a:cubicBezTo>
                <a:cubicBezTo>
                  <a:pt x="107" y="184"/>
                  <a:pt x="107" y="184"/>
                  <a:pt x="107" y="184"/>
                </a:cubicBezTo>
                <a:cubicBezTo>
                  <a:pt x="107" y="108"/>
                  <a:pt x="107" y="108"/>
                  <a:pt x="107" y="108"/>
                </a:cubicBezTo>
                <a:cubicBezTo>
                  <a:pt x="108" y="108"/>
                  <a:pt x="108" y="108"/>
                  <a:pt x="108" y="108"/>
                </a:cubicBezTo>
                <a:cubicBezTo>
                  <a:pt x="108" y="66"/>
                  <a:pt x="142" y="32"/>
                  <a:pt x="184" y="32"/>
                </a:cubicBezTo>
                <a:cubicBezTo>
                  <a:pt x="261" y="32"/>
                  <a:pt x="261" y="32"/>
                  <a:pt x="261" y="32"/>
                </a:cubicBezTo>
                <a:cubicBezTo>
                  <a:pt x="261" y="32"/>
                  <a:pt x="260" y="32"/>
                  <a:pt x="260" y="31"/>
                </a:cubicBezTo>
                <a:cubicBezTo>
                  <a:pt x="1517" y="31"/>
                  <a:pt x="1517" y="31"/>
                  <a:pt x="1517" y="31"/>
                </a:cubicBezTo>
                <a:cubicBezTo>
                  <a:pt x="1678" y="373"/>
                  <a:pt x="1678" y="373"/>
                  <a:pt x="1678" y="373"/>
                </a:cubicBezTo>
                <a:cubicBezTo>
                  <a:pt x="1899" y="373"/>
                  <a:pt x="1899" y="373"/>
                  <a:pt x="1899" y="373"/>
                </a:cubicBezTo>
                <a:cubicBezTo>
                  <a:pt x="1899" y="187"/>
                  <a:pt x="1899" y="187"/>
                  <a:pt x="1899" y="187"/>
                </a:cubicBezTo>
                <a:lnTo>
                  <a:pt x="1678" y="187"/>
                </a:lnTo>
                <a:close/>
                <a:moveTo>
                  <a:pt x="152" y="429"/>
                </a:moveTo>
                <a:cubicBezTo>
                  <a:pt x="152" y="462"/>
                  <a:pt x="125" y="489"/>
                  <a:pt x="92" y="489"/>
                </a:cubicBezTo>
                <a:cubicBezTo>
                  <a:pt x="59" y="489"/>
                  <a:pt x="32" y="462"/>
                  <a:pt x="32" y="429"/>
                </a:cubicBezTo>
                <a:cubicBezTo>
                  <a:pt x="32" y="396"/>
                  <a:pt x="59" y="369"/>
                  <a:pt x="92" y="369"/>
                </a:cubicBezTo>
                <a:cubicBezTo>
                  <a:pt x="125" y="369"/>
                  <a:pt x="152" y="396"/>
                  <a:pt x="152" y="429"/>
                </a:cubicBezTo>
                <a:close/>
              </a:path>
            </a:pathLst>
          </a:custGeom>
          <a:solidFill>
            <a:srgbClr val="000000"/>
          </a:solidFill>
          <a:ln w="9525">
            <a:noFill/>
            <a:round/>
            <a:headEnd/>
            <a:tailEnd/>
          </a:ln>
        </p:spPr>
        <p:txBody>
          <a:bodyPr/>
          <a:lstStyle/>
          <a:p>
            <a:endParaRPr lang="zh-CN" altLang="en-US"/>
          </a:p>
        </p:txBody>
      </p:sp>
      <p:sp>
        <p:nvSpPr>
          <p:cNvPr id="22538" name="Freeform 10"/>
          <p:cNvSpPr>
            <a:spLocks noEditPoints="1"/>
          </p:cNvSpPr>
          <p:nvPr/>
        </p:nvSpPr>
        <p:spPr bwMode="auto">
          <a:xfrm>
            <a:off x="7942958" y="4521574"/>
            <a:ext cx="4915793" cy="2710160"/>
          </a:xfrm>
          <a:custGeom>
            <a:avLst/>
            <a:gdLst>
              <a:gd name="T0" fmla="*/ 937 w 1158"/>
              <a:gd name="T1" fmla="*/ 451 h 637"/>
              <a:gd name="T2" fmla="*/ 776 w 1158"/>
              <a:gd name="T3" fmla="*/ 0 h 637"/>
              <a:gd name="T4" fmla="*/ 184 w 1158"/>
              <a:gd name="T5" fmla="*/ 0 h 637"/>
              <a:gd name="T6" fmla="*/ 76 w 1158"/>
              <a:gd name="T7" fmla="*/ 108 h 637"/>
              <a:gd name="T8" fmla="*/ 76 w 1158"/>
              <a:gd name="T9" fmla="*/ 108 h 637"/>
              <a:gd name="T10" fmla="*/ 76 w 1158"/>
              <a:gd name="T11" fmla="*/ 339 h 637"/>
              <a:gd name="T12" fmla="*/ 0 w 1158"/>
              <a:gd name="T13" fmla="*/ 429 h 637"/>
              <a:gd name="T14" fmla="*/ 92 w 1158"/>
              <a:gd name="T15" fmla="*/ 520 h 637"/>
              <a:gd name="T16" fmla="*/ 183 w 1158"/>
              <a:gd name="T17" fmla="*/ 429 h 637"/>
              <a:gd name="T18" fmla="*/ 107 w 1158"/>
              <a:gd name="T19" fmla="*/ 339 h 637"/>
              <a:gd name="T20" fmla="*/ 107 w 1158"/>
              <a:gd name="T21" fmla="*/ 184 h 637"/>
              <a:gd name="T22" fmla="*/ 107 w 1158"/>
              <a:gd name="T23" fmla="*/ 108 h 637"/>
              <a:gd name="T24" fmla="*/ 108 w 1158"/>
              <a:gd name="T25" fmla="*/ 108 h 637"/>
              <a:gd name="T26" fmla="*/ 184 w 1158"/>
              <a:gd name="T27" fmla="*/ 32 h 637"/>
              <a:gd name="T28" fmla="*/ 261 w 1158"/>
              <a:gd name="T29" fmla="*/ 32 h 637"/>
              <a:gd name="T30" fmla="*/ 260 w 1158"/>
              <a:gd name="T31" fmla="*/ 31 h 637"/>
              <a:gd name="T32" fmla="*/ 776 w 1158"/>
              <a:gd name="T33" fmla="*/ 31 h 637"/>
              <a:gd name="T34" fmla="*/ 937 w 1158"/>
              <a:gd name="T35" fmla="*/ 637 h 637"/>
              <a:gd name="T36" fmla="*/ 1158 w 1158"/>
              <a:gd name="T37" fmla="*/ 637 h 637"/>
              <a:gd name="T38" fmla="*/ 1158 w 1158"/>
              <a:gd name="T39" fmla="*/ 451 h 637"/>
              <a:gd name="T40" fmla="*/ 937 w 1158"/>
              <a:gd name="T41" fmla="*/ 451 h 637"/>
              <a:gd name="T42" fmla="*/ 152 w 1158"/>
              <a:gd name="T43" fmla="*/ 429 h 637"/>
              <a:gd name="T44" fmla="*/ 92 w 1158"/>
              <a:gd name="T45" fmla="*/ 489 h 637"/>
              <a:gd name="T46" fmla="*/ 32 w 1158"/>
              <a:gd name="T47" fmla="*/ 429 h 637"/>
              <a:gd name="T48" fmla="*/ 92 w 1158"/>
              <a:gd name="T49" fmla="*/ 369 h 637"/>
              <a:gd name="T50" fmla="*/ 152 w 1158"/>
              <a:gd name="T51" fmla="*/ 429 h 6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8"/>
              <a:gd name="T79" fmla="*/ 0 h 637"/>
              <a:gd name="T80" fmla="*/ 1158 w 1158"/>
              <a:gd name="T81" fmla="*/ 637 h 63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8" h="637">
                <a:moveTo>
                  <a:pt x="937" y="451"/>
                </a:moveTo>
                <a:cubicBezTo>
                  <a:pt x="776" y="0"/>
                  <a:pt x="776" y="0"/>
                  <a:pt x="776" y="0"/>
                </a:cubicBezTo>
                <a:cubicBezTo>
                  <a:pt x="184" y="0"/>
                  <a:pt x="184" y="0"/>
                  <a:pt x="184" y="0"/>
                </a:cubicBezTo>
                <a:cubicBezTo>
                  <a:pt x="125" y="0"/>
                  <a:pt x="76" y="48"/>
                  <a:pt x="76" y="108"/>
                </a:cubicBezTo>
                <a:cubicBezTo>
                  <a:pt x="76" y="108"/>
                  <a:pt x="76" y="108"/>
                  <a:pt x="76" y="108"/>
                </a:cubicBezTo>
                <a:cubicBezTo>
                  <a:pt x="76" y="339"/>
                  <a:pt x="76" y="339"/>
                  <a:pt x="76" y="339"/>
                </a:cubicBezTo>
                <a:cubicBezTo>
                  <a:pt x="33" y="347"/>
                  <a:pt x="0" y="384"/>
                  <a:pt x="0" y="429"/>
                </a:cubicBezTo>
                <a:cubicBezTo>
                  <a:pt x="0" y="479"/>
                  <a:pt x="41" y="520"/>
                  <a:pt x="92" y="520"/>
                </a:cubicBezTo>
                <a:cubicBezTo>
                  <a:pt x="142" y="520"/>
                  <a:pt x="183" y="479"/>
                  <a:pt x="183" y="429"/>
                </a:cubicBezTo>
                <a:cubicBezTo>
                  <a:pt x="183" y="384"/>
                  <a:pt x="150" y="347"/>
                  <a:pt x="107" y="339"/>
                </a:cubicBezTo>
                <a:cubicBezTo>
                  <a:pt x="107" y="184"/>
                  <a:pt x="107" y="184"/>
                  <a:pt x="107" y="184"/>
                </a:cubicBezTo>
                <a:cubicBezTo>
                  <a:pt x="107" y="108"/>
                  <a:pt x="107" y="108"/>
                  <a:pt x="107" y="108"/>
                </a:cubicBezTo>
                <a:cubicBezTo>
                  <a:pt x="108" y="108"/>
                  <a:pt x="108" y="108"/>
                  <a:pt x="108" y="108"/>
                </a:cubicBezTo>
                <a:cubicBezTo>
                  <a:pt x="108" y="66"/>
                  <a:pt x="142" y="32"/>
                  <a:pt x="184" y="32"/>
                </a:cubicBezTo>
                <a:cubicBezTo>
                  <a:pt x="261" y="32"/>
                  <a:pt x="261" y="32"/>
                  <a:pt x="261" y="32"/>
                </a:cubicBezTo>
                <a:cubicBezTo>
                  <a:pt x="261" y="32"/>
                  <a:pt x="260" y="32"/>
                  <a:pt x="260" y="31"/>
                </a:cubicBezTo>
                <a:cubicBezTo>
                  <a:pt x="776" y="31"/>
                  <a:pt x="776" y="31"/>
                  <a:pt x="776" y="31"/>
                </a:cubicBezTo>
                <a:cubicBezTo>
                  <a:pt x="937" y="637"/>
                  <a:pt x="937" y="637"/>
                  <a:pt x="937" y="637"/>
                </a:cubicBezTo>
                <a:cubicBezTo>
                  <a:pt x="1158" y="637"/>
                  <a:pt x="1158" y="637"/>
                  <a:pt x="1158" y="637"/>
                </a:cubicBezTo>
                <a:cubicBezTo>
                  <a:pt x="1158" y="451"/>
                  <a:pt x="1158" y="451"/>
                  <a:pt x="1158" y="451"/>
                </a:cubicBezTo>
                <a:lnTo>
                  <a:pt x="937" y="451"/>
                </a:lnTo>
                <a:close/>
                <a:moveTo>
                  <a:pt x="152" y="429"/>
                </a:moveTo>
                <a:cubicBezTo>
                  <a:pt x="152" y="462"/>
                  <a:pt x="125" y="489"/>
                  <a:pt x="92" y="489"/>
                </a:cubicBezTo>
                <a:cubicBezTo>
                  <a:pt x="59" y="489"/>
                  <a:pt x="32" y="462"/>
                  <a:pt x="32" y="429"/>
                </a:cubicBezTo>
                <a:cubicBezTo>
                  <a:pt x="32" y="396"/>
                  <a:pt x="59" y="369"/>
                  <a:pt x="92" y="369"/>
                </a:cubicBezTo>
                <a:cubicBezTo>
                  <a:pt x="125" y="369"/>
                  <a:pt x="152" y="396"/>
                  <a:pt x="152" y="429"/>
                </a:cubicBezTo>
                <a:close/>
              </a:path>
            </a:pathLst>
          </a:custGeom>
          <a:solidFill>
            <a:srgbClr val="88714E"/>
          </a:solidFill>
          <a:ln w="9525">
            <a:noFill/>
            <a:round/>
            <a:headEnd/>
            <a:tailEnd/>
          </a:ln>
        </p:spPr>
        <p:txBody>
          <a:bodyPr/>
          <a:lstStyle/>
          <a:p>
            <a:endParaRPr lang="zh-CN" altLang="en-US"/>
          </a:p>
        </p:txBody>
      </p:sp>
      <p:sp>
        <p:nvSpPr>
          <p:cNvPr id="22539" name="Rectangle 11"/>
          <p:cNvSpPr>
            <a:spLocks noChangeArrowheads="1"/>
          </p:cNvSpPr>
          <p:nvPr/>
        </p:nvSpPr>
        <p:spPr bwMode="auto">
          <a:xfrm>
            <a:off x="8960942" y="1695328"/>
            <a:ext cx="1821656" cy="1454244"/>
          </a:xfrm>
          <a:prstGeom prst="rect">
            <a:avLst/>
          </a:prstGeom>
          <a:noFill/>
          <a:ln w="9525">
            <a:noFill/>
            <a:miter lim="800000"/>
            <a:headEnd/>
            <a:tailEnd/>
          </a:ln>
        </p:spPr>
        <p:txBody>
          <a:bodyPr lIns="0" tIns="0" rIns="0" bIns="0">
            <a:spAutoFit/>
          </a:bodyPr>
          <a:lstStyle/>
          <a:p>
            <a:pPr>
              <a:lnSpc>
                <a:spcPct val="120000"/>
              </a:lnSpc>
            </a:pPr>
            <a:r>
              <a:rPr lang="zh-CN" altLang="en-US" sz="1125" b="1">
                <a:solidFill>
                  <a:srgbClr val="88714E"/>
                </a:solidFill>
              </a:rPr>
              <a:t>TOPIC HEADER</a:t>
            </a: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22540" name="Rectangle 12"/>
          <p:cNvSpPr>
            <a:spLocks noChangeArrowheads="1"/>
          </p:cNvSpPr>
          <p:nvPr/>
        </p:nvSpPr>
        <p:spPr bwMode="auto">
          <a:xfrm>
            <a:off x="8960942" y="5302922"/>
            <a:ext cx="1821656" cy="1454244"/>
          </a:xfrm>
          <a:prstGeom prst="rect">
            <a:avLst/>
          </a:prstGeom>
          <a:noFill/>
          <a:ln w="9525">
            <a:noFill/>
            <a:miter lim="800000"/>
            <a:headEnd/>
            <a:tailEnd/>
          </a:ln>
        </p:spPr>
        <p:txBody>
          <a:bodyPr lIns="0" tIns="0" rIns="0" bIns="0">
            <a:spAutoFit/>
          </a:bodyPr>
          <a:lstStyle/>
          <a:p>
            <a:pPr>
              <a:lnSpc>
                <a:spcPct val="120000"/>
              </a:lnSpc>
            </a:pPr>
            <a:r>
              <a:rPr lang="zh-CN" altLang="en-US" sz="1125" b="1">
                <a:solidFill>
                  <a:srgbClr val="88714E"/>
                </a:solidFill>
              </a:rPr>
              <a:t>TOPIC HEADER</a:t>
            </a: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22541" name="Rectangle 13"/>
          <p:cNvSpPr>
            <a:spLocks noChangeArrowheads="1"/>
          </p:cNvSpPr>
          <p:nvPr/>
        </p:nvSpPr>
        <p:spPr bwMode="auto">
          <a:xfrm>
            <a:off x="5822156" y="1798019"/>
            <a:ext cx="1821656" cy="1454244"/>
          </a:xfrm>
          <a:prstGeom prst="rect">
            <a:avLst/>
          </a:prstGeom>
          <a:noFill/>
          <a:ln w="9525">
            <a:noFill/>
            <a:miter lim="800000"/>
            <a:headEnd/>
            <a:tailEnd/>
          </a:ln>
        </p:spPr>
        <p:txBody>
          <a:bodyPr lIns="0" tIns="0" rIns="0" bIns="0">
            <a:spAutoFit/>
          </a:bodyPr>
          <a:lstStyle/>
          <a:p>
            <a:pPr>
              <a:lnSpc>
                <a:spcPct val="120000"/>
              </a:lnSpc>
            </a:pPr>
            <a:r>
              <a:rPr lang="zh-CN" altLang="en-US" sz="1125" b="1"/>
              <a:t>TOPIC HEADER</a:t>
            </a: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22542" name="Rectangle 14"/>
          <p:cNvSpPr>
            <a:spLocks noChangeArrowheads="1"/>
          </p:cNvSpPr>
          <p:nvPr/>
        </p:nvSpPr>
        <p:spPr bwMode="auto">
          <a:xfrm>
            <a:off x="5822156" y="5139954"/>
            <a:ext cx="1821656" cy="1454244"/>
          </a:xfrm>
          <a:prstGeom prst="rect">
            <a:avLst/>
          </a:prstGeom>
          <a:noFill/>
          <a:ln w="9525">
            <a:noFill/>
            <a:miter lim="800000"/>
            <a:headEnd/>
            <a:tailEnd/>
          </a:ln>
        </p:spPr>
        <p:txBody>
          <a:bodyPr lIns="0" tIns="0" rIns="0" bIns="0">
            <a:spAutoFit/>
          </a:bodyPr>
          <a:lstStyle/>
          <a:p>
            <a:pPr>
              <a:lnSpc>
                <a:spcPct val="120000"/>
              </a:lnSpc>
            </a:pPr>
            <a:r>
              <a:rPr lang="zh-CN" altLang="en-US" sz="1125" b="1"/>
              <a:t>TOPIC HEADER</a:t>
            </a: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22543" name="Rectangle 15"/>
          <p:cNvSpPr>
            <a:spLocks noChangeArrowheads="1"/>
          </p:cNvSpPr>
          <p:nvPr/>
        </p:nvSpPr>
        <p:spPr bwMode="auto">
          <a:xfrm>
            <a:off x="1163093" y="3389735"/>
            <a:ext cx="1821656" cy="1454244"/>
          </a:xfrm>
          <a:prstGeom prst="rect">
            <a:avLst/>
          </a:prstGeom>
          <a:noFill/>
          <a:ln w="9525">
            <a:noFill/>
            <a:miter lim="800000"/>
            <a:headEnd/>
            <a:tailEnd/>
          </a:ln>
        </p:spPr>
        <p:txBody>
          <a:bodyPr lIns="0" tIns="0" rIns="0" bIns="0">
            <a:spAutoFit/>
          </a:bodyPr>
          <a:lstStyle/>
          <a:p>
            <a:pPr>
              <a:lnSpc>
                <a:spcPct val="120000"/>
              </a:lnSpc>
            </a:pPr>
            <a:r>
              <a:rPr lang="zh-CN" altLang="en-US" sz="1125" b="1">
                <a:solidFill>
                  <a:srgbClr val="88714E"/>
                </a:solidFill>
              </a:rPr>
              <a:t>TOPIC HEADER</a:t>
            </a:r>
          </a:p>
          <a:p>
            <a:pPr>
              <a:lnSpc>
                <a:spcPct val="120000"/>
              </a:lnSpc>
            </a:pPr>
            <a:r>
              <a:rPr lang="en-US" altLang="zh-CN" sz="1125">
                <a:solidFill>
                  <a:schemeClr val="bg2"/>
                </a:solidFill>
              </a:rPr>
              <a:t>We have many PowerPoint </a:t>
            </a:r>
            <a:r>
              <a:rPr lang="zh-CN" altLang="en-US" sz="1125">
                <a:solidFill>
                  <a:schemeClr val="bg2"/>
                </a:solidFill>
              </a:rPr>
              <a:t>templates</a:t>
            </a:r>
            <a:r>
              <a:rPr lang="en-US" altLang="zh-CN" sz="1125">
                <a:solidFill>
                  <a:schemeClr val="bg2"/>
                </a:solidFill>
              </a:rPr>
              <a:t> that has been specifically designed to help anyone that is stepping into the world of PowerPoint for the very first time. </a:t>
            </a:r>
            <a:endParaRPr lang="zh-CN" altLang="en-US" sz="1125">
              <a:solidFill>
                <a:schemeClr val="bg2"/>
              </a:solidFill>
            </a:endParaRPr>
          </a:p>
        </p:txBody>
      </p:sp>
      <p:sp>
        <p:nvSpPr>
          <p:cNvPr id="22544" name="Text Box 16"/>
          <p:cNvSpPr txBox="1">
            <a:spLocks noChangeArrowheads="1"/>
          </p:cNvSpPr>
          <p:nvPr/>
        </p:nvSpPr>
        <p:spPr bwMode="auto">
          <a:xfrm>
            <a:off x="4964906" y="1851596"/>
            <a:ext cx="301686" cy="369332"/>
          </a:xfrm>
          <a:prstGeom prst="rect">
            <a:avLst/>
          </a:prstGeom>
          <a:noFill/>
          <a:ln w="9525">
            <a:noFill/>
            <a:miter lim="800000"/>
            <a:headEnd/>
            <a:tailEnd/>
          </a:ln>
        </p:spPr>
        <p:txBody>
          <a:bodyPr wrap="none">
            <a:spAutoFit/>
          </a:bodyPr>
          <a:lstStyle/>
          <a:p>
            <a:r>
              <a:rPr lang="zh-CN" altLang="zh-CN" b="1">
                <a:solidFill>
                  <a:srgbClr val="3F1655"/>
                </a:solidFill>
              </a:rPr>
              <a:t>2</a:t>
            </a:r>
          </a:p>
        </p:txBody>
      </p:sp>
      <p:sp>
        <p:nvSpPr>
          <p:cNvPr id="22545" name="Text Box 17"/>
          <p:cNvSpPr txBox="1">
            <a:spLocks noChangeArrowheads="1"/>
          </p:cNvSpPr>
          <p:nvPr/>
        </p:nvSpPr>
        <p:spPr bwMode="auto">
          <a:xfrm>
            <a:off x="4964906" y="5843167"/>
            <a:ext cx="301686" cy="369332"/>
          </a:xfrm>
          <a:prstGeom prst="rect">
            <a:avLst/>
          </a:prstGeom>
          <a:noFill/>
          <a:ln w="9525">
            <a:noFill/>
            <a:miter lim="800000"/>
            <a:headEnd/>
            <a:tailEnd/>
          </a:ln>
        </p:spPr>
        <p:txBody>
          <a:bodyPr wrap="none">
            <a:spAutoFit/>
          </a:bodyPr>
          <a:lstStyle/>
          <a:p>
            <a:r>
              <a:rPr lang="zh-CN" altLang="zh-CN" b="1">
                <a:solidFill>
                  <a:srgbClr val="3F1655"/>
                </a:solidFill>
              </a:rPr>
              <a:t>4</a:t>
            </a:r>
          </a:p>
        </p:txBody>
      </p:sp>
      <p:sp>
        <p:nvSpPr>
          <p:cNvPr id="22546" name="Text Box 18"/>
          <p:cNvSpPr txBox="1">
            <a:spLocks noChangeArrowheads="1"/>
          </p:cNvSpPr>
          <p:nvPr/>
        </p:nvSpPr>
        <p:spPr bwMode="auto">
          <a:xfrm>
            <a:off x="8117086" y="1621657"/>
            <a:ext cx="301686" cy="369332"/>
          </a:xfrm>
          <a:prstGeom prst="rect">
            <a:avLst/>
          </a:prstGeom>
          <a:noFill/>
          <a:ln w="9525">
            <a:noFill/>
            <a:miter lim="800000"/>
            <a:headEnd/>
            <a:tailEnd/>
          </a:ln>
        </p:spPr>
        <p:txBody>
          <a:bodyPr wrap="none">
            <a:spAutoFit/>
          </a:bodyPr>
          <a:lstStyle/>
          <a:p>
            <a:r>
              <a:rPr lang="zh-CN" altLang="zh-CN" b="1">
                <a:solidFill>
                  <a:srgbClr val="3F1655"/>
                </a:solidFill>
              </a:rPr>
              <a:t>1</a:t>
            </a:r>
          </a:p>
        </p:txBody>
      </p:sp>
      <p:sp>
        <p:nvSpPr>
          <p:cNvPr id="22547" name="Text Box 19"/>
          <p:cNvSpPr txBox="1">
            <a:spLocks noChangeArrowheads="1"/>
          </p:cNvSpPr>
          <p:nvPr/>
        </p:nvSpPr>
        <p:spPr bwMode="auto">
          <a:xfrm>
            <a:off x="8117086" y="6093198"/>
            <a:ext cx="301686" cy="369332"/>
          </a:xfrm>
          <a:prstGeom prst="rect">
            <a:avLst/>
          </a:prstGeom>
          <a:noFill/>
          <a:ln w="9525">
            <a:noFill/>
            <a:miter lim="800000"/>
            <a:headEnd/>
            <a:tailEnd/>
          </a:ln>
        </p:spPr>
        <p:txBody>
          <a:bodyPr wrap="none">
            <a:spAutoFit/>
          </a:bodyPr>
          <a:lstStyle/>
          <a:p>
            <a:r>
              <a:rPr lang="zh-CN" altLang="zh-CN" b="1">
                <a:solidFill>
                  <a:srgbClr val="3F1655"/>
                </a:solidFill>
              </a:rPr>
              <a:t>5</a:t>
            </a:r>
          </a:p>
        </p:txBody>
      </p:sp>
      <p:sp>
        <p:nvSpPr>
          <p:cNvPr id="22548" name="Text Box 20"/>
          <p:cNvSpPr txBox="1">
            <a:spLocks noChangeArrowheads="1"/>
          </p:cNvSpPr>
          <p:nvPr/>
        </p:nvSpPr>
        <p:spPr bwMode="auto">
          <a:xfrm>
            <a:off x="3402211" y="3854079"/>
            <a:ext cx="301686" cy="369332"/>
          </a:xfrm>
          <a:prstGeom prst="rect">
            <a:avLst/>
          </a:prstGeom>
          <a:noFill/>
          <a:ln w="9525">
            <a:noFill/>
            <a:miter lim="800000"/>
            <a:headEnd/>
            <a:tailEnd/>
          </a:ln>
        </p:spPr>
        <p:txBody>
          <a:bodyPr wrap="none">
            <a:spAutoFit/>
          </a:bodyPr>
          <a:lstStyle/>
          <a:p>
            <a:r>
              <a:rPr lang="zh-CN" altLang="zh-CN" b="1">
                <a:solidFill>
                  <a:srgbClr val="3F1655"/>
                </a:solidFill>
              </a:rPr>
              <a:t>3</a:t>
            </a:r>
          </a:p>
        </p:txBody>
      </p:sp>
    </p:spTree>
    <p:extLst>
      <p:ext uri="{BB962C8B-B14F-4D97-AF65-F5344CB8AC3E}">
        <p14:creationId xmlns:p14="http://schemas.microsoft.com/office/powerpoint/2010/main" val="336680664"/>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1655826" y="2249073"/>
            <a:ext cx="9571207" cy="3058408"/>
            <a:chOff x="1569720" y="2132571"/>
            <a:chExt cx="9075420" cy="2899983"/>
          </a:xfrm>
        </p:grpSpPr>
        <p:sp>
          <p:nvSpPr>
            <p:cNvPr id="12" name="Rounded Rectangle 11"/>
            <p:cNvSpPr/>
            <p:nvPr/>
          </p:nvSpPr>
          <p:spPr>
            <a:xfrm>
              <a:off x="1569720" y="2132571"/>
              <a:ext cx="9075420" cy="2899983"/>
            </a:xfrm>
            <a:prstGeom prst="roundRect">
              <a:avLst>
                <a:gd name="adj" fmla="val 1231"/>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latin typeface="张海山锐线体简" panose="02000000000000000000" pitchFamily="2" charset="-122"/>
                <a:ea typeface="张海山锐线体简" panose="02000000000000000000" pitchFamily="2" charset="-122"/>
              </a:endParaRPr>
            </a:p>
          </p:txBody>
        </p:sp>
        <p:sp>
          <p:nvSpPr>
            <p:cNvPr id="2" name="Title 3"/>
            <p:cNvSpPr txBox="1">
              <a:spLocks/>
            </p:cNvSpPr>
            <p:nvPr/>
          </p:nvSpPr>
          <p:spPr>
            <a:xfrm>
              <a:off x="2251290" y="3377234"/>
              <a:ext cx="3058628" cy="58256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zh-CN" altLang="en-US" sz="3375" b="0" dirty="0">
                  <a:solidFill>
                    <a:srgbClr val="2B8F94"/>
                  </a:solidFill>
                  <a:latin typeface="张海山锐线体简" panose="02000000000000000000" pitchFamily="2" charset="-122"/>
                  <a:ea typeface="张海山锐线体简" panose="02000000000000000000" pitchFamily="2" charset="-122"/>
                  <a:cs typeface="Roboto Light" charset="0"/>
                </a:rPr>
                <a:t>董事长</a:t>
              </a:r>
              <a:endParaRPr lang="en-US" sz="3375" b="0" dirty="0">
                <a:solidFill>
                  <a:srgbClr val="2B8F94"/>
                </a:solidFill>
                <a:latin typeface="张海山锐线体简" panose="02000000000000000000" pitchFamily="2" charset="-122"/>
                <a:ea typeface="张海山锐线体简" panose="02000000000000000000" pitchFamily="2" charset="-122"/>
                <a:cs typeface="Roboto Light" charset="0"/>
              </a:endParaRPr>
            </a:p>
          </p:txBody>
        </p:sp>
        <p:sp>
          <p:nvSpPr>
            <p:cNvPr id="3" name="Title 3"/>
            <p:cNvSpPr txBox="1">
              <a:spLocks/>
            </p:cNvSpPr>
            <p:nvPr/>
          </p:nvSpPr>
          <p:spPr>
            <a:xfrm>
              <a:off x="2251290" y="3817618"/>
              <a:ext cx="3058628"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07" b="0" dirty="0">
                  <a:solidFill>
                    <a:schemeClr val="tx2"/>
                  </a:solidFill>
                  <a:latin typeface="张海山锐线体简" panose="02000000000000000000" pitchFamily="2" charset="-122"/>
                  <a:ea typeface="张海山锐线体简" panose="02000000000000000000" pitchFamily="2" charset="-122"/>
                  <a:cs typeface="Roboto Light" charset="0"/>
                </a:rPr>
                <a:t>Marketing Manager</a:t>
              </a:r>
              <a:endParaRPr lang="en-US" sz="422" b="0" dirty="0">
                <a:solidFill>
                  <a:schemeClr val="tx2"/>
                </a:solidFill>
                <a:latin typeface="张海山锐线体简" panose="02000000000000000000" pitchFamily="2" charset="-122"/>
                <a:ea typeface="张海山锐线体简" panose="02000000000000000000" pitchFamily="2" charset="-122"/>
                <a:cs typeface="Roboto Light" charset="0"/>
              </a:endParaRPr>
            </a:p>
          </p:txBody>
        </p:sp>
        <p:sp>
          <p:nvSpPr>
            <p:cNvPr id="4" name="Title 3"/>
            <p:cNvSpPr txBox="1">
              <a:spLocks/>
            </p:cNvSpPr>
            <p:nvPr/>
          </p:nvSpPr>
          <p:spPr>
            <a:xfrm>
              <a:off x="4937760" y="2781045"/>
              <a:ext cx="5341620" cy="1603034"/>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40000"/>
                </a:lnSpc>
                <a:spcBef>
                  <a:spcPts val="1266"/>
                </a:spcBef>
                <a:buClr>
                  <a:schemeClr val="accent2"/>
                </a:buClr>
                <a:buSzPct val="150000"/>
              </a:pPr>
              <a:r>
                <a:rPr lang="en-US" sz="1687" b="0" dirty="0" err="1">
                  <a:solidFill>
                    <a:schemeClr val="tx2"/>
                  </a:solidFill>
                  <a:latin typeface="张海山锐线体简" panose="02000000000000000000" pitchFamily="2" charset="-122"/>
                  <a:ea typeface="张海山锐线体简" panose="02000000000000000000" pitchFamily="2" charset="-122"/>
                  <a:cs typeface="Roboto Light" charset="0"/>
                </a:rPr>
                <a:t>Lorem</a:t>
              </a:r>
              <a:r>
                <a:rPr lang="en-US" sz="1687" b="0" dirty="0">
                  <a:solidFill>
                    <a:schemeClr val="tx2"/>
                  </a:solidFill>
                  <a:latin typeface="张海山锐线体简" panose="02000000000000000000" pitchFamily="2" charset="-122"/>
                  <a:ea typeface="张海山锐线体简" panose="02000000000000000000" pitchFamily="2" charset="-122"/>
                  <a:cs typeface="Roboto Light" charset="0"/>
                </a:rPr>
                <a:t> </a:t>
              </a:r>
              <a:r>
                <a:rPr lang="en-US" sz="1687" b="0" dirty="0" err="1">
                  <a:solidFill>
                    <a:schemeClr val="tx2"/>
                  </a:solidFill>
                  <a:latin typeface="张海山锐线体简" panose="02000000000000000000" pitchFamily="2" charset="-122"/>
                  <a:ea typeface="张海山锐线体简" panose="02000000000000000000" pitchFamily="2" charset="-122"/>
                  <a:cs typeface="Roboto Light" charset="0"/>
                </a:rPr>
                <a:t>Ipsum</a:t>
              </a:r>
              <a:r>
                <a:rPr lang="en-US" sz="1687" b="0" dirty="0">
                  <a:solidFill>
                    <a:schemeClr val="tx2"/>
                  </a:solidFill>
                  <a:latin typeface="张海山锐线体简" panose="02000000000000000000" pitchFamily="2" charset="-122"/>
                  <a:ea typeface="张海山锐线体简" panose="02000000000000000000" pitchFamily="2" charset="-122"/>
                  <a:cs typeface="Roboto Light" charset="0"/>
                </a:rPr>
                <a:t> has been the industry's </a:t>
              </a:r>
              <a:r>
                <a:rPr lang="en-US" sz="1687" b="0" dirty="0">
                  <a:solidFill>
                    <a:schemeClr val="tx2"/>
                  </a:solidFill>
                  <a:latin typeface="张海山锐线体简" panose="02000000000000000000" pitchFamily="2" charset="-122"/>
                  <a:ea typeface="张海山锐线体简" panose="02000000000000000000" pitchFamily="2" charset="-122"/>
                  <a:cs typeface="Roboto Medium" charset="0"/>
                </a:rPr>
                <a:t>standard dummy text ever</a:t>
              </a:r>
              <a:r>
                <a:rPr lang="en-US" sz="1687" b="0" dirty="0">
                  <a:solidFill>
                    <a:schemeClr val="tx2"/>
                  </a:solidFill>
                  <a:latin typeface="张海山锐线体简" panose="02000000000000000000" pitchFamily="2" charset="-122"/>
                  <a:ea typeface="张海山锐线体简" panose="02000000000000000000" pitchFamily="2" charset="-122"/>
                  <a:cs typeface="Roboto Light" charset="0"/>
                </a:rPr>
                <a:t> since the 1500s, when an unknown printer took a galley of type and scrambled.1500s, when an unknown </a:t>
              </a:r>
              <a:r>
                <a:rPr lang="en-US" sz="1687" b="0" dirty="0">
                  <a:solidFill>
                    <a:schemeClr val="tx2"/>
                  </a:solidFill>
                  <a:latin typeface="张海山锐线体简" panose="02000000000000000000" pitchFamily="2" charset="-122"/>
                  <a:ea typeface="张海山锐线体简" panose="02000000000000000000" pitchFamily="2" charset="-122"/>
                  <a:cs typeface="Roboto Medium" charset="0"/>
                </a:rPr>
                <a:t>printer took.</a:t>
              </a:r>
            </a:p>
          </p:txBody>
        </p:sp>
      </p:grpSp>
      <p:cxnSp>
        <p:nvCxnSpPr>
          <p:cNvPr id="5" name="Straight Connector 4"/>
          <p:cNvCxnSpPr/>
          <p:nvPr/>
        </p:nvCxnSpPr>
        <p:spPr>
          <a:xfrm>
            <a:off x="3189928" y="2249073"/>
            <a:ext cx="0" cy="1119497"/>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图片占位符 7">
            <a:extLst>
              <a:ext uri="{FF2B5EF4-FFF2-40B4-BE49-F238E27FC236}">
                <a16:creationId xmlns:a16="http://schemas.microsoft.com/office/drawing/2014/main" id="{33F5864D-6B7B-4D92-8859-490E9C45E599}"/>
              </a:ext>
            </a:extLst>
          </p:cNvPr>
          <p:cNvPicPr>
            <a:picLocks noGrp="1" noChangeAspect="1"/>
          </p:cNvPicPr>
          <p:nvPr>
            <p:ph type="pic" sz="quarter" idx="10"/>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377255764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par>
                                <p:cTn id="9" presetID="22" presetClass="entr" presetSubtype="1" fill="hold" nodeType="withEffect">
                                  <p:stCondLst>
                                    <p:cond delay="200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3"/>
          <p:cNvSpPr txBox="1">
            <a:spLocks/>
          </p:cNvSpPr>
          <p:nvPr/>
        </p:nvSpPr>
        <p:spPr>
          <a:xfrm>
            <a:off x="1250686" y="2318609"/>
            <a:ext cx="10238773" cy="2595432"/>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40000"/>
              </a:lnSpc>
              <a:spcBef>
                <a:spcPts val="1266"/>
              </a:spcBef>
              <a:buClr>
                <a:schemeClr val="accent2"/>
              </a:buClr>
              <a:buSzPct val="150000"/>
            </a:pPr>
            <a:r>
              <a:rPr lang="en-US" sz="2531" b="0" spc="316" dirty="0" err="1">
                <a:solidFill>
                  <a:schemeClr val="tx2"/>
                </a:solidFill>
                <a:latin typeface="张海山锐线体简" panose="02000000000000000000" pitchFamily="2" charset="-122"/>
                <a:ea typeface="张海山锐线体简" panose="02000000000000000000" pitchFamily="2" charset="-122"/>
                <a:cs typeface="Roboto Light" charset="0"/>
              </a:rPr>
              <a:t>Lorem</a:t>
            </a:r>
            <a:r>
              <a:rPr lang="en-US" sz="2531" b="0" spc="316" dirty="0">
                <a:solidFill>
                  <a:schemeClr val="tx2"/>
                </a:solidFill>
                <a:latin typeface="张海山锐线体简" panose="02000000000000000000" pitchFamily="2" charset="-122"/>
                <a:ea typeface="张海山锐线体简" panose="02000000000000000000" pitchFamily="2" charset="-122"/>
                <a:cs typeface="Roboto Light" charset="0"/>
              </a:rPr>
              <a:t> </a:t>
            </a:r>
            <a:r>
              <a:rPr lang="en-US" sz="2531" b="0" spc="316" dirty="0" err="1">
                <a:solidFill>
                  <a:schemeClr val="tx2"/>
                </a:solidFill>
                <a:latin typeface="张海山锐线体简" panose="02000000000000000000" pitchFamily="2" charset="-122"/>
                <a:ea typeface="张海山锐线体简" panose="02000000000000000000" pitchFamily="2" charset="-122"/>
                <a:cs typeface="Roboto Light" charset="0"/>
              </a:rPr>
              <a:t>Ipsum</a:t>
            </a:r>
            <a:r>
              <a:rPr lang="en-US" sz="2531" b="0" spc="316" dirty="0">
                <a:solidFill>
                  <a:schemeClr val="tx2"/>
                </a:solidFill>
                <a:latin typeface="张海山锐线体简" panose="02000000000000000000" pitchFamily="2" charset="-122"/>
                <a:ea typeface="张海山锐线体简" panose="02000000000000000000" pitchFamily="2" charset="-122"/>
                <a:cs typeface="Roboto Light" charset="0"/>
              </a:rPr>
              <a:t> has been the industry's </a:t>
            </a:r>
            <a:r>
              <a:rPr lang="en-US" sz="2531" b="0" spc="316" dirty="0">
                <a:solidFill>
                  <a:schemeClr val="tx2"/>
                </a:solidFill>
                <a:latin typeface="张海山锐线体简" panose="02000000000000000000" pitchFamily="2" charset="-122"/>
                <a:ea typeface="张海山锐线体简" panose="02000000000000000000" pitchFamily="2" charset="-122"/>
                <a:cs typeface="Roboto Medium" charset="0"/>
              </a:rPr>
              <a:t>standard dummy text ever</a:t>
            </a:r>
            <a:r>
              <a:rPr lang="en-US" sz="2531" b="0" spc="316" dirty="0">
                <a:solidFill>
                  <a:schemeClr val="tx2"/>
                </a:solidFill>
                <a:latin typeface="张海山锐线体简" panose="02000000000000000000" pitchFamily="2" charset="-122"/>
                <a:ea typeface="张海山锐线体简" panose="02000000000000000000" pitchFamily="2" charset="-122"/>
                <a:cs typeface="Roboto Light" charset="0"/>
              </a:rPr>
              <a:t> since the 1500s, when an unknown printer took a galley of type and scrambled.1500s, when an unknown </a:t>
            </a:r>
            <a:r>
              <a:rPr lang="en-US" sz="2531" b="0" spc="316" dirty="0">
                <a:solidFill>
                  <a:schemeClr val="tx2"/>
                </a:solidFill>
                <a:latin typeface="张海山锐线体简" panose="02000000000000000000" pitchFamily="2" charset="-122"/>
                <a:ea typeface="张海山锐线体简" panose="02000000000000000000" pitchFamily="2" charset="-122"/>
                <a:cs typeface="Roboto Medium" charset="0"/>
              </a:rPr>
              <a:t>printer took.</a:t>
            </a:r>
          </a:p>
        </p:txBody>
      </p:sp>
      <p:sp>
        <p:nvSpPr>
          <p:cNvPr id="4" name="TextBox 3"/>
          <p:cNvSpPr txBox="1"/>
          <p:nvPr/>
        </p:nvSpPr>
        <p:spPr>
          <a:xfrm>
            <a:off x="5940497" y="1064115"/>
            <a:ext cx="962123" cy="1958678"/>
          </a:xfrm>
          <a:prstGeom prst="rect">
            <a:avLst/>
          </a:prstGeom>
          <a:noFill/>
        </p:spPr>
        <p:txBody>
          <a:bodyPr wrap="none" rtlCol="0">
            <a:spAutoFit/>
          </a:bodyPr>
          <a:lstStyle/>
          <a:p>
            <a:r>
              <a:rPr lang="en-US" sz="12128" b="1" dirty="0">
                <a:solidFill>
                  <a:schemeClr val="tx2"/>
                </a:solidFill>
                <a:latin typeface="Roboto Black" charset="0"/>
                <a:ea typeface="Roboto Black" charset="0"/>
                <a:cs typeface="Roboto Black" charset="0"/>
              </a:rPr>
              <a:t>“</a:t>
            </a:r>
          </a:p>
        </p:txBody>
      </p:sp>
      <p:sp>
        <p:nvSpPr>
          <p:cNvPr id="5" name="Title 3"/>
          <p:cNvSpPr txBox="1">
            <a:spLocks/>
          </p:cNvSpPr>
          <p:nvPr/>
        </p:nvSpPr>
        <p:spPr>
          <a:xfrm>
            <a:off x="3797944" y="5424825"/>
            <a:ext cx="5144256" cy="4644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zh-CN" altLang="en-US" sz="2953" b="0" spc="316" dirty="0">
                <a:gradFill>
                  <a:gsLst>
                    <a:gs pos="0">
                      <a:srgbClr val="AB442C"/>
                    </a:gs>
                    <a:gs pos="39000">
                      <a:srgbClr val="E5BE8B"/>
                    </a:gs>
                    <a:gs pos="69000">
                      <a:srgbClr val="90316F"/>
                    </a:gs>
                    <a:gs pos="100000">
                      <a:srgbClr val="2B8F94"/>
                    </a:gs>
                  </a:gsLst>
                  <a:lin ang="0" scaled="1"/>
                </a:gradFill>
                <a:latin typeface="张海山锐线体简" panose="02000000000000000000" pitchFamily="2" charset="-122"/>
                <a:ea typeface="张海山锐线体简" panose="02000000000000000000" pitchFamily="2" charset="-122"/>
                <a:cs typeface="Roboto" charset="0"/>
              </a:rPr>
              <a:t>董事长寄语</a:t>
            </a:r>
            <a:endParaRPr lang="en-US" sz="2953" b="0" spc="316" dirty="0">
              <a:gradFill>
                <a:gsLst>
                  <a:gs pos="0">
                    <a:srgbClr val="AB442C"/>
                  </a:gs>
                  <a:gs pos="39000">
                    <a:srgbClr val="E5BE8B"/>
                  </a:gs>
                  <a:gs pos="69000">
                    <a:srgbClr val="90316F"/>
                  </a:gs>
                  <a:gs pos="100000">
                    <a:srgbClr val="2B8F94"/>
                  </a:gs>
                </a:gsLst>
                <a:lin ang="0" scaled="1"/>
              </a:gradFill>
              <a:latin typeface="张海山锐线体简" panose="02000000000000000000" pitchFamily="2" charset="-122"/>
              <a:ea typeface="张海山锐线体简" panose="02000000000000000000" pitchFamily="2" charset="-122"/>
              <a:cs typeface="Roboto" charset="0"/>
            </a:endParaRPr>
          </a:p>
        </p:txBody>
      </p:sp>
      <p:sp>
        <p:nvSpPr>
          <p:cNvPr id="6" name="Title 3"/>
          <p:cNvSpPr txBox="1">
            <a:spLocks/>
          </p:cNvSpPr>
          <p:nvPr/>
        </p:nvSpPr>
        <p:spPr>
          <a:xfrm>
            <a:off x="3797944" y="5889267"/>
            <a:ext cx="5144256" cy="27846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687" b="0" dirty="0">
                <a:solidFill>
                  <a:schemeClr val="tx2"/>
                </a:solidFill>
                <a:latin typeface="张海山锐线体简" panose="02000000000000000000" pitchFamily="2" charset="-122"/>
                <a:ea typeface="张海山锐线体简" panose="02000000000000000000" pitchFamily="2" charset="-122"/>
                <a:cs typeface="Roboto Light" charset="0"/>
              </a:rPr>
              <a:t>Marketing Manager</a:t>
            </a:r>
            <a:endParaRPr lang="en-US" sz="844" b="0" dirty="0">
              <a:solidFill>
                <a:schemeClr val="tx2"/>
              </a:solidFill>
              <a:latin typeface="张海山锐线体简" panose="02000000000000000000" pitchFamily="2" charset="-122"/>
              <a:ea typeface="张海山锐线体简" panose="02000000000000000000" pitchFamily="2" charset="-122"/>
              <a:cs typeface="Roboto Light" charset="0"/>
            </a:endParaRPr>
          </a:p>
        </p:txBody>
      </p:sp>
    </p:spTree>
    <p:extLst>
      <p:ext uri="{BB962C8B-B14F-4D97-AF65-F5344CB8AC3E}">
        <p14:creationId xmlns:p14="http://schemas.microsoft.com/office/powerpoint/2010/main" val="42187014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50000"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ppt_x"/>
                                          </p:val>
                                        </p:tav>
                                        <p:tav tm="100000">
                                          <p:val>
                                            <p:strVal val="#ppt_x"/>
                                          </p:val>
                                        </p:tav>
                                      </p:tavLst>
                                    </p:anim>
                                    <p:anim calcmode="lin" valueType="num">
                                      <p:cBhvr additive="base">
                                        <p:cTn id="12" dur="1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decel="50000" fill="hold" grpId="0" nodeType="withEffect">
                                  <p:stCondLst>
                                    <p:cond delay="15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ppt_x"/>
                                          </p:val>
                                        </p:tav>
                                        <p:tav tm="100000">
                                          <p:val>
                                            <p:strVal val="#ppt_x"/>
                                          </p:val>
                                        </p:tav>
                                      </p:tavLst>
                                    </p:anim>
                                    <p:anim calcmode="lin" valueType="num">
                                      <p:cBhvr additive="base">
                                        <p:cTn id="16"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公司简介</a:t>
            </a:r>
            <a:endParaRPr lang="en-US" dirty="0">
              <a:latin typeface="张海山锐线体简" panose="02000000000000000000" pitchFamily="2" charset="-122"/>
              <a:ea typeface="张海山锐线体简" panose="02000000000000000000" pitchFamily="2" charset="-122"/>
            </a:endParaRPr>
          </a:p>
        </p:txBody>
      </p:sp>
      <p:sp>
        <p:nvSpPr>
          <p:cNvPr id="3" name="Content Placeholder 2"/>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grpSp>
        <p:nvGrpSpPr>
          <p:cNvPr id="37" name="Group 36"/>
          <p:cNvGrpSpPr/>
          <p:nvPr/>
        </p:nvGrpSpPr>
        <p:grpSpPr>
          <a:xfrm>
            <a:off x="1176803" y="2095136"/>
            <a:ext cx="10555187" cy="1314091"/>
            <a:chOff x="1115510" y="1986608"/>
            <a:chExt cx="10008430" cy="1246021"/>
          </a:xfrm>
        </p:grpSpPr>
        <p:sp>
          <p:nvSpPr>
            <p:cNvPr id="10" name="Rounded Rectangle 9"/>
            <p:cNvSpPr/>
            <p:nvPr/>
          </p:nvSpPr>
          <p:spPr>
            <a:xfrm>
              <a:off x="1115510" y="1986608"/>
              <a:ext cx="10008430" cy="1246021"/>
            </a:xfrm>
            <a:prstGeom prst="roundRect">
              <a:avLst>
                <a:gd name="adj" fmla="val 2444"/>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12" name="Title 3"/>
            <p:cNvSpPr txBox="1">
              <a:spLocks/>
            </p:cNvSpPr>
            <p:nvPr/>
          </p:nvSpPr>
          <p:spPr>
            <a:xfrm>
              <a:off x="2271748" y="2192093"/>
              <a:ext cx="8134275"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latin typeface="张海山锐线体简" panose="02000000000000000000" pitchFamily="2" charset="-122"/>
                  <a:ea typeface="张海山锐线体简" panose="02000000000000000000" pitchFamily="2" charset="-122"/>
                  <a:cs typeface="Roboto Medium" charset="0"/>
                </a:rPr>
                <a:t>BEST SAMPLE 01 BENEFETS </a:t>
              </a:r>
              <a:endParaRPr lang="en-US" sz="527" b="0" dirty="0">
                <a:latin typeface="张海山锐线体简" panose="02000000000000000000" pitchFamily="2" charset="-122"/>
                <a:ea typeface="张海山锐线体简" panose="02000000000000000000" pitchFamily="2" charset="-122"/>
                <a:cs typeface="Roboto Medium" charset="0"/>
              </a:endParaRPr>
            </a:p>
          </p:txBody>
        </p:sp>
        <p:sp>
          <p:nvSpPr>
            <p:cNvPr id="13" name="Title 3"/>
            <p:cNvSpPr txBox="1">
              <a:spLocks/>
            </p:cNvSpPr>
            <p:nvPr/>
          </p:nvSpPr>
          <p:spPr>
            <a:xfrm>
              <a:off x="2271749" y="2479097"/>
              <a:ext cx="8134274" cy="606456"/>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 Our mission Sample Best Text Here </a:t>
              </a:r>
              <a:r>
                <a:rPr lang="en-US" sz="1476"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476"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text here</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24" name="Rectangle 23"/>
            <p:cNvSpPr/>
            <p:nvPr/>
          </p:nvSpPr>
          <p:spPr>
            <a:xfrm>
              <a:off x="1454644" y="2335746"/>
              <a:ext cx="585492" cy="580020"/>
            </a:xfrm>
            <a:prstGeom prst="rect">
              <a:avLst/>
            </a:prstGeom>
          </p:spPr>
          <p:txBody>
            <a:bodyPr wrap="none">
              <a:spAutoFit/>
            </a:bodyPr>
            <a:lstStyle/>
            <a:p>
              <a:r>
                <a:rPr lang="en-US" sz="3375" dirty="0">
                  <a:solidFill>
                    <a:schemeClr val="accent1"/>
                  </a:solidFill>
                  <a:latin typeface="张海山锐线体简" panose="02000000000000000000" pitchFamily="2" charset="-122"/>
                  <a:ea typeface="张海山锐线体简" panose="02000000000000000000" pitchFamily="2" charset="-122"/>
                  <a:cs typeface="linea-arrows-10" charset="0"/>
                </a:rPr>
                <a:t></a:t>
              </a:r>
              <a:endParaRPr lang="en-US" sz="3375" dirty="0">
                <a:solidFill>
                  <a:schemeClr val="accent1"/>
                </a:solidFill>
                <a:latin typeface="张海山锐线体简" panose="02000000000000000000" pitchFamily="2" charset="-122"/>
                <a:ea typeface="张海山锐线体简" panose="02000000000000000000" pitchFamily="2" charset="-122"/>
                <a:cs typeface="SF UI Display Thin" charset="0"/>
              </a:endParaRPr>
            </a:p>
          </p:txBody>
        </p:sp>
      </p:grpSp>
      <p:grpSp>
        <p:nvGrpSpPr>
          <p:cNvPr id="35" name="Group 34"/>
          <p:cNvGrpSpPr/>
          <p:nvPr/>
        </p:nvGrpSpPr>
        <p:grpSpPr>
          <a:xfrm>
            <a:off x="1176803" y="3519999"/>
            <a:ext cx="10555187" cy="1328745"/>
            <a:chOff x="1115510" y="3337664"/>
            <a:chExt cx="10008430" cy="1259916"/>
          </a:xfrm>
        </p:grpSpPr>
        <p:sp>
          <p:nvSpPr>
            <p:cNvPr id="27" name="Rounded Rectangle 26"/>
            <p:cNvSpPr/>
            <p:nvPr/>
          </p:nvSpPr>
          <p:spPr>
            <a:xfrm>
              <a:off x="1115510" y="3337664"/>
              <a:ext cx="10008430" cy="1259916"/>
            </a:xfrm>
            <a:prstGeom prst="roundRect">
              <a:avLst>
                <a:gd name="adj" fmla="val 2431"/>
              </a:avLst>
            </a:prstGeom>
            <a:blipFill>
              <a:blip r:embed="rId3" cstate="screen">
                <a:extLst>
                  <a:ext uri="{28A0092B-C50C-407E-A947-70E740481C1C}">
                    <a14:useLocalDpi xmlns:a14="http://schemas.microsoft.com/office/drawing/2010/main"/>
                  </a:ext>
                </a:extLst>
              </a:blip>
              <a:stretch>
                <a:fillRect/>
              </a:stretch>
            </a:blipFill>
            <a:ln>
              <a:noFill/>
            </a:ln>
            <a:effectLst>
              <a:outerShdw blurRad="381000" dist="1016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28" name="Title 3"/>
            <p:cNvSpPr txBox="1">
              <a:spLocks/>
            </p:cNvSpPr>
            <p:nvPr/>
          </p:nvSpPr>
          <p:spPr>
            <a:xfrm>
              <a:off x="2271748" y="3532907"/>
              <a:ext cx="8134275"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solidFill>
                    <a:srgbClr val="FFFFFF"/>
                  </a:solidFill>
                  <a:latin typeface="张海山锐线体简" panose="02000000000000000000" pitchFamily="2" charset="-122"/>
                  <a:ea typeface="张海山锐线体简" panose="02000000000000000000" pitchFamily="2" charset="-122"/>
                  <a:cs typeface="Roboto Medium" charset="0"/>
                </a:rPr>
                <a:t>BEST SAMPLE 02 BENEFETS </a:t>
              </a:r>
              <a:endParaRPr lang="en-US" sz="527" b="0" dirty="0">
                <a:solidFill>
                  <a:srgbClr val="FFFFFF"/>
                </a:solidFill>
                <a:latin typeface="张海山锐线体简" panose="02000000000000000000" pitchFamily="2" charset="-122"/>
                <a:ea typeface="张海山锐线体简" panose="02000000000000000000" pitchFamily="2" charset="-122"/>
                <a:cs typeface="Roboto Medium" charset="0"/>
              </a:endParaRPr>
            </a:p>
          </p:txBody>
        </p:sp>
        <p:sp>
          <p:nvSpPr>
            <p:cNvPr id="29" name="Title 3"/>
            <p:cNvSpPr txBox="1">
              <a:spLocks/>
            </p:cNvSpPr>
            <p:nvPr/>
          </p:nvSpPr>
          <p:spPr>
            <a:xfrm>
              <a:off x="2271749" y="3819911"/>
              <a:ext cx="8134274" cy="606456"/>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pPr>
              <a:r>
                <a:rPr lang="en-US" sz="1476" b="0" dirty="0">
                  <a:solidFill>
                    <a:srgbClr val="FFFFFF"/>
                  </a:solidFill>
                  <a:latin typeface="张海山锐线体简" panose="02000000000000000000" pitchFamily="2" charset="-122"/>
                  <a:ea typeface="张海山锐线体简" panose="02000000000000000000" pitchFamily="2" charset="-122"/>
                  <a:cs typeface="Roboto Light" charset="0"/>
                </a:rPr>
                <a:t>How L’Oreal Built a UV Measuring Temporary Tattoo Our mission Sample Best Text Here </a:t>
              </a:r>
              <a:r>
                <a:rPr lang="en-US" sz="1476" b="0" dirty="0" err="1">
                  <a:solidFill>
                    <a:srgbClr val="FFFFFF"/>
                  </a:solidFill>
                  <a:latin typeface="张海山锐线体简" panose="02000000000000000000" pitchFamily="2" charset="-122"/>
                  <a:ea typeface="张海山锐线体简" panose="02000000000000000000" pitchFamily="2" charset="-122"/>
                  <a:cs typeface="Roboto Light" charset="0"/>
                </a:rPr>
                <a:t>Lorem</a:t>
              </a:r>
              <a:r>
                <a:rPr lang="en-US" sz="1476" b="0" dirty="0">
                  <a:solidFill>
                    <a:srgbClr val="FFFFFF"/>
                  </a:solidFill>
                  <a:latin typeface="张海山锐线体简" panose="02000000000000000000" pitchFamily="2" charset="-122"/>
                  <a:ea typeface="张海山锐线体简" panose="02000000000000000000" pitchFamily="2" charset="-122"/>
                  <a:cs typeface="Roboto Light" charset="0"/>
                </a:rPr>
                <a:t> </a:t>
              </a:r>
              <a:r>
                <a:rPr lang="en-US" sz="1476" b="0" dirty="0" err="1">
                  <a:solidFill>
                    <a:srgbClr val="FFFFFF"/>
                  </a:solidFill>
                  <a:latin typeface="张海山锐线体简" panose="02000000000000000000" pitchFamily="2" charset="-122"/>
                  <a:ea typeface="张海山锐线体简" panose="02000000000000000000" pitchFamily="2" charset="-122"/>
                  <a:cs typeface="Roboto Light" charset="0"/>
                </a:rPr>
                <a:t>ipsum</a:t>
              </a:r>
              <a:r>
                <a:rPr lang="en-US" sz="1476" b="0" dirty="0">
                  <a:solidFill>
                    <a:srgbClr val="FFFFFF"/>
                  </a:solidFill>
                  <a:latin typeface="张海山锐线体简" panose="02000000000000000000" pitchFamily="2" charset="-122"/>
                  <a:ea typeface="张海山锐线体简" panose="02000000000000000000" pitchFamily="2" charset="-122"/>
                  <a:cs typeface="Roboto Light" charset="0"/>
                </a:rPr>
                <a:t> is simply text here</a:t>
              </a:r>
              <a:endParaRPr lang="en-US" sz="738" b="0" dirty="0">
                <a:solidFill>
                  <a:srgbClr val="FFFFFF"/>
                </a:solidFill>
                <a:latin typeface="张海山锐线体简" panose="02000000000000000000" pitchFamily="2" charset="-122"/>
                <a:ea typeface="张海山锐线体简" panose="02000000000000000000" pitchFamily="2" charset="-122"/>
                <a:cs typeface="Roboto Light" charset="0"/>
              </a:endParaRPr>
            </a:p>
          </p:txBody>
        </p:sp>
        <p:sp>
          <p:nvSpPr>
            <p:cNvPr id="30" name="Rectangle 29"/>
            <p:cNvSpPr/>
            <p:nvPr/>
          </p:nvSpPr>
          <p:spPr>
            <a:xfrm>
              <a:off x="1454644" y="3676560"/>
              <a:ext cx="585492" cy="580020"/>
            </a:xfrm>
            <a:prstGeom prst="rect">
              <a:avLst/>
            </a:prstGeom>
          </p:spPr>
          <p:txBody>
            <a:bodyPr wrap="none">
              <a:spAutoFit/>
            </a:bodyPr>
            <a:lstStyle/>
            <a:p>
              <a:r>
                <a:rPr lang="en-US" sz="3375">
                  <a:solidFill>
                    <a:srgbClr val="FFFFFF"/>
                  </a:solidFill>
                  <a:latin typeface="张海山锐线体简" panose="02000000000000000000" pitchFamily="2" charset="-122"/>
                  <a:ea typeface="张海山锐线体简" panose="02000000000000000000" pitchFamily="2" charset="-122"/>
                  <a:cs typeface="linea-arrows-10" charset="0"/>
                </a:rPr>
                <a:t></a:t>
              </a:r>
              <a:endParaRPr lang="en-US" sz="3375" dirty="0">
                <a:solidFill>
                  <a:srgbClr val="FFFFFF"/>
                </a:solidFill>
                <a:latin typeface="张海山锐线体简" panose="02000000000000000000" pitchFamily="2" charset="-122"/>
                <a:ea typeface="张海山锐线体简" panose="02000000000000000000" pitchFamily="2" charset="-122"/>
                <a:cs typeface="SF UI Display Thin" charset="0"/>
              </a:endParaRPr>
            </a:p>
          </p:txBody>
        </p:sp>
      </p:grpSp>
      <p:grpSp>
        <p:nvGrpSpPr>
          <p:cNvPr id="36" name="Group 35"/>
          <p:cNvGrpSpPr/>
          <p:nvPr/>
        </p:nvGrpSpPr>
        <p:grpSpPr>
          <a:xfrm>
            <a:off x="1176803" y="4959517"/>
            <a:ext cx="10555187" cy="1314091"/>
            <a:chOff x="1115510" y="4702615"/>
            <a:chExt cx="10008430" cy="1246021"/>
          </a:xfrm>
        </p:grpSpPr>
        <p:sp>
          <p:nvSpPr>
            <p:cNvPr id="31" name="Rounded Rectangle 30"/>
            <p:cNvSpPr/>
            <p:nvPr/>
          </p:nvSpPr>
          <p:spPr>
            <a:xfrm>
              <a:off x="1115510" y="4702615"/>
              <a:ext cx="10008430" cy="1246021"/>
            </a:xfrm>
            <a:prstGeom prst="roundRect">
              <a:avLst>
                <a:gd name="adj" fmla="val 2444"/>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32" name="Title 3"/>
            <p:cNvSpPr txBox="1">
              <a:spLocks/>
            </p:cNvSpPr>
            <p:nvPr/>
          </p:nvSpPr>
          <p:spPr>
            <a:xfrm>
              <a:off x="2271748" y="4908100"/>
              <a:ext cx="8134275"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latin typeface="张海山锐线体简" panose="02000000000000000000" pitchFamily="2" charset="-122"/>
                  <a:ea typeface="张海山锐线体简" panose="02000000000000000000" pitchFamily="2" charset="-122"/>
                  <a:cs typeface="Roboto Medium" charset="0"/>
                </a:rPr>
                <a:t>BEST SAMPLE 03 BENEFETS </a:t>
              </a:r>
              <a:endParaRPr lang="en-US" sz="527" b="0" dirty="0">
                <a:latin typeface="张海山锐线体简" panose="02000000000000000000" pitchFamily="2" charset="-122"/>
                <a:ea typeface="张海山锐线体简" panose="02000000000000000000" pitchFamily="2" charset="-122"/>
                <a:cs typeface="Roboto Medium" charset="0"/>
              </a:endParaRPr>
            </a:p>
          </p:txBody>
        </p:sp>
        <p:sp>
          <p:nvSpPr>
            <p:cNvPr id="33" name="Title 3"/>
            <p:cNvSpPr txBox="1">
              <a:spLocks/>
            </p:cNvSpPr>
            <p:nvPr/>
          </p:nvSpPr>
          <p:spPr>
            <a:xfrm>
              <a:off x="2271749" y="5195104"/>
              <a:ext cx="8134274" cy="606456"/>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 Our mission Sample Best Text Here </a:t>
              </a:r>
              <a:r>
                <a:rPr lang="en-US" sz="1476"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476"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text here</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34" name="Rectangle 33"/>
            <p:cNvSpPr/>
            <p:nvPr/>
          </p:nvSpPr>
          <p:spPr>
            <a:xfrm>
              <a:off x="1454644" y="5051753"/>
              <a:ext cx="585492" cy="580020"/>
            </a:xfrm>
            <a:prstGeom prst="rect">
              <a:avLst/>
            </a:prstGeom>
          </p:spPr>
          <p:txBody>
            <a:bodyPr wrap="none">
              <a:spAutoFit/>
            </a:bodyPr>
            <a:lstStyle/>
            <a:p>
              <a:r>
                <a:rPr lang="en-US" sz="3375">
                  <a:solidFill>
                    <a:schemeClr val="accent1"/>
                  </a:solidFill>
                  <a:latin typeface="张海山锐线体简" panose="02000000000000000000" pitchFamily="2" charset="-122"/>
                  <a:ea typeface="张海山锐线体简" panose="02000000000000000000" pitchFamily="2" charset="-122"/>
                  <a:cs typeface="linea-arrows-10" charset="0"/>
                </a:rPr>
                <a:t></a:t>
              </a:r>
              <a:endParaRPr lang="en-US" sz="3375" dirty="0">
                <a:solidFill>
                  <a:schemeClr val="accent1"/>
                </a:solidFill>
                <a:latin typeface="张海山锐线体简" panose="02000000000000000000" pitchFamily="2" charset="-122"/>
                <a:ea typeface="张海山锐线体简" panose="02000000000000000000" pitchFamily="2" charset="-122"/>
                <a:cs typeface="SF UI Display Thin" charset="0"/>
              </a:endParaRPr>
            </a:p>
          </p:txBody>
        </p:sp>
      </p:grpSp>
    </p:spTree>
    <p:extLst>
      <p:ext uri="{BB962C8B-B14F-4D97-AF65-F5344CB8AC3E}">
        <p14:creationId xmlns:p14="http://schemas.microsoft.com/office/powerpoint/2010/main" val="1688445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1500" fill="hold"/>
                                        <p:tgtEl>
                                          <p:spTgt spid="37"/>
                                        </p:tgtEl>
                                        <p:attrNameLst>
                                          <p:attrName>ppt_x</p:attrName>
                                        </p:attrNameLst>
                                      </p:cBhvr>
                                      <p:tavLst>
                                        <p:tav tm="0">
                                          <p:val>
                                            <p:strVal val="#ppt_x"/>
                                          </p:val>
                                        </p:tav>
                                        <p:tav tm="100000">
                                          <p:val>
                                            <p:strVal val="#ppt_x"/>
                                          </p:val>
                                        </p:tav>
                                      </p:tavLst>
                                    </p:anim>
                                    <p:anim calcmode="lin" valueType="num">
                                      <p:cBhvr additive="base">
                                        <p:cTn id="8" dur="1500" fill="hold"/>
                                        <p:tgtEl>
                                          <p:spTgt spid="37"/>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50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500" fill="hold"/>
                                        <p:tgtEl>
                                          <p:spTgt spid="35"/>
                                        </p:tgtEl>
                                        <p:attrNameLst>
                                          <p:attrName>ppt_x</p:attrName>
                                        </p:attrNameLst>
                                      </p:cBhvr>
                                      <p:tavLst>
                                        <p:tav tm="0">
                                          <p:val>
                                            <p:strVal val="#ppt_x"/>
                                          </p:val>
                                        </p:tav>
                                        <p:tav tm="100000">
                                          <p:val>
                                            <p:strVal val="#ppt_x"/>
                                          </p:val>
                                        </p:tav>
                                      </p:tavLst>
                                    </p:anim>
                                    <p:anim calcmode="lin" valueType="num">
                                      <p:cBhvr additive="base">
                                        <p:cTn id="12" dur="1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10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500" fill="hold"/>
                                        <p:tgtEl>
                                          <p:spTgt spid="36"/>
                                        </p:tgtEl>
                                        <p:attrNameLst>
                                          <p:attrName>ppt_x</p:attrName>
                                        </p:attrNameLst>
                                      </p:cBhvr>
                                      <p:tavLst>
                                        <p:tav tm="0">
                                          <p:val>
                                            <p:strVal val="#ppt_x"/>
                                          </p:val>
                                        </p:tav>
                                        <p:tav tm="100000">
                                          <p:val>
                                            <p:strVal val="#ppt_x"/>
                                          </p:val>
                                        </p:tav>
                                      </p:tavLst>
                                    </p:anim>
                                    <p:anim calcmode="lin" valueType="num">
                                      <p:cBhvr additive="base">
                                        <p:cTn id="16" dur="1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p:cNvGrpSpPr/>
          <p:nvPr/>
        </p:nvGrpSpPr>
        <p:grpSpPr>
          <a:xfrm>
            <a:off x="1017406" y="2162363"/>
            <a:ext cx="2518911" cy="4196297"/>
            <a:chOff x="830555" y="2050353"/>
            <a:chExt cx="2388432" cy="3978930"/>
          </a:xfrm>
        </p:grpSpPr>
        <p:sp>
          <p:nvSpPr>
            <p:cNvPr id="11" name="Rounded Rectangle 10"/>
            <p:cNvSpPr/>
            <p:nvPr/>
          </p:nvSpPr>
          <p:spPr>
            <a:xfrm>
              <a:off x="830555" y="2050353"/>
              <a:ext cx="2388432" cy="3978930"/>
            </a:xfrm>
            <a:prstGeom prst="roundRect">
              <a:avLst>
                <a:gd name="adj" fmla="val 1231"/>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6" name="Title 3"/>
            <p:cNvSpPr txBox="1">
              <a:spLocks/>
            </p:cNvSpPr>
            <p:nvPr/>
          </p:nvSpPr>
          <p:spPr>
            <a:xfrm>
              <a:off x="830555" y="4402407"/>
              <a:ext cx="238843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Rick </a:t>
              </a:r>
              <a:r>
                <a:rPr lang="en-US" sz="2109" b="0" dirty="0" err="1">
                  <a:latin typeface="张海山锐线体简" panose="02000000000000000000" pitchFamily="2" charset="-122"/>
                  <a:ea typeface="张海山锐线体简" panose="02000000000000000000" pitchFamily="2" charset="-122"/>
                  <a:cs typeface="Roboto Light" charset="0"/>
                </a:rPr>
                <a:t>Rhonson</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8" name="Title 3"/>
            <p:cNvSpPr txBox="1">
              <a:spLocks/>
            </p:cNvSpPr>
            <p:nvPr/>
          </p:nvSpPr>
          <p:spPr>
            <a:xfrm>
              <a:off x="830555" y="4743014"/>
              <a:ext cx="238843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0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422"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9" name="Title 3"/>
            <p:cNvSpPr txBox="1">
              <a:spLocks/>
            </p:cNvSpPr>
            <p:nvPr/>
          </p:nvSpPr>
          <p:spPr>
            <a:xfrm>
              <a:off x="1002707" y="5392857"/>
              <a:ext cx="2060161"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10" name="Straight Connector 9"/>
            <p:cNvCxnSpPr/>
            <p:nvPr/>
          </p:nvCxnSpPr>
          <p:spPr>
            <a:xfrm>
              <a:off x="2024771" y="4013085"/>
              <a:ext cx="0" cy="276576"/>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830555" y="5247669"/>
              <a:ext cx="2388432"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3777182" y="2162363"/>
            <a:ext cx="2518911" cy="4196297"/>
            <a:chOff x="830555" y="2050353"/>
            <a:chExt cx="2388432" cy="3978930"/>
          </a:xfrm>
        </p:grpSpPr>
        <p:sp>
          <p:nvSpPr>
            <p:cNvPr id="34" name="Rounded Rectangle 33"/>
            <p:cNvSpPr/>
            <p:nvPr/>
          </p:nvSpPr>
          <p:spPr>
            <a:xfrm>
              <a:off x="830555" y="2050353"/>
              <a:ext cx="2388432" cy="3978930"/>
            </a:xfrm>
            <a:prstGeom prst="roundRect">
              <a:avLst>
                <a:gd name="adj" fmla="val 1231"/>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35" name="Title 3"/>
            <p:cNvSpPr txBox="1">
              <a:spLocks/>
            </p:cNvSpPr>
            <p:nvPr/>
          </p:nvSpPr>
          <p:spPr>
            <a:xfrm>
              <a:off x="830555" y="4402407"/>
              <a:ext cx="238843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Tom </a:t>
              </a:r>
              <a:r>
                <a:rPr lang="en-US" sz="2109" b="0" dirty="0" err="1">
                  <a:latin typeface="张海山锐线体简" panose="02000000000000000000" pitchFamily="2" charset="-122"/>
                  <a:ea typeface="张海山锐线体简" panose="02000000000000000000" pitchFamily="2" charset="-122"/>
                  <a:cs typeface="Roboto Light" charset="0"/>
                </a:rPr>
                <a:t>Rickfield</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36" name="Title 3"/>
            <p:cNvSpPr txBox="1">
              <a:spLocks/>
            </p:cNvSpPr>
            <p:nvPr/>
          </p:nvSpPr>
          <p:spPr>
            <a:xfrm>
              <a:off x="830555" y="4743014"/>
              <a:ext cx="238843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0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422"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37" name="Title 3"/>
            <p:cNvSpPr txBox="1">
              <a:spLocks/>
            </p:cNvSpPr>
            <p:nvPr/>
          </p:nvSpPr>
          <p:spPr>
            <a:xfrm>
              <a:off x="1002707" y="5392857"/>
              <a:ext cx="2060161"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38" name="Straight Connector 37"/>
            <p:cNvCxnSpPr/>
            <p:nvPr/>
          </p:nvCxnSpPr>
          <p:spPr>
            <a:xfrm>
              <a:off x="2024771" y="4013085"/>
              <a:ext cx="0" cy="276576"/>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30555" y="5247669"/>
              <a:ext cx="2388432"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40" name="Group 39"/>
          <p:cNvGrpSpPr/>
          <p:nvPr/>
        </p:nvGrpSpPr>
        <p:grpSpPr>
          <a:xfrm>
            <a:off x="6536958" y="2162363"/>
            <a:ext cx="2518911" cy="4196297"/>
            <a:chOff x="830555" y="2050353"/>
            <a:chExt cx="2388432" cy="3978930"/>
          </a:xfrm>
        </p:grpSpPr>
        <p:sp>
          <p:nvSpPr>
            <p:cNvPr id="41" name="Rounded Rectangle 40"/>
            <p:cNvSpPr/>
            <p:nvPr/>
          </p:nvSpPr>
          <p:spPr>
            <a:xfrm>
              <a:off x="830555" y="2050353"/>
              <a:ext cx="2388432" cy="3978930"/>
            </a:xfrm>
            <a:prstGeom prst="roundRect">
              <a:avLst>
                <a:gd name="adj" fmla="val 1231"/>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42" name="Title 3"/>
            <p:cNvSpPr txBox="1">
              <a:spLocks/>
            </p:cNvSpPr>
            <p:nvPr/>
          </p:nvSpPr>
          <p:spPr>
            <a:xfrm>
              <a:off x="830555" y="4402407"/>
              <a:ext cx="238843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err="1">
                  <a:latin typeface="张海山锐线体简" panose="02000000000000000000" pitchFamily="2" charset="-122"/>
                  <a:ea typeface="张海山锐线体简" panose="02000000000000000000" pitchFamily="2" charset="-122"/>
                  <a:cs typeface="Roboto Light" charset="0"/>
                </a:rPr>
                <a:t>MarkZugelberg</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43" name="Title 3"/>
            <p:cNvSpPr txBox="1">
              <a:spLocks/>
            </p:cNvSpPr>
            <p:nvPr/>
          </p:nvSpPr>
          <p:spPr>
            <a:xfrm>
              <a:off x="830555" y="4743014"/>
              <a:ext cx="238843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0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422"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44" name="Title 3"/>
            <p:cNvSpPr txBox="1">
              <a:spLocks/>
            </p:cNvSpPr>
            <p:nvPr/>
          </p:nvSpPr>
          <p:spPr>
            <a:xfrm>
              <a:off x="1002707" y="5392857"/>
              <a:ext cx="2060161"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45" name="Straight Connector 44"/>
            <p:cNvCxnSpPr/>
            <p:nvPr/>
          </p:nvCxnSpPr>
          <p:spPr>
            <a:xfrm>
              <a:off x="2024771" y="4013085"/>
              <a:ext cx="0" cy="276576"/>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830555" y="5247669"/>
              <a:ext cx="2388432"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a:off x="9296733" y="2162363"/>
            <a:ext cx="2518911" cy="4196297"/>
            <a:chOff x="830555" y="2050353"/>
            <a:chExt cx="2388432" cy="3978930"/>
          </a:xfrm>
        </p:grpSpPr>
        <p:sp>
          <p:nvSpPr>
            <p:cNvPr id="48" name="Rounded Rectangle 47"/>
            <p:cNvSpPr/>
            <p:nvPr/>
          </p:nvSpPr>
          <p:spPr>
            <a:xfrm>
              <a:off x="830555" y="2050353"/>
              <a:ext cx="2388432" cy="3978930"/>
            </a:xfrm>
            <a:prstGeom prst="roundRect">
              <a:avLst>
                <a:gd name="adj" fmla="val 1231"/>
              </a:avLst>
            </a:pr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49" name="Title 3"/>
            <p:cNvSpPr txBox="1">
              <a:spLocks/>
            </p:cNvSpPr>
            <p:nvPr/>
          </p:nvSpPr>
          <p:spPr>
            <a:xfrm>
              <a:off x="830555" y="4402407"/>
              <a:ext cx="238843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Anna Marina</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50" name="Title 3"/>
            <p:cNvSpPr txBox="1">
              <a:spLocks/>
            </p:cNvSpPr>
            <p:nvPr/>
          </p:nvSpPr>
          <p:spPr>
            <a:xfrm>
              <a:off x="830555" y="4743014"/>
              <a:ext cx="238843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0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422"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51" name="Title 3"/>
            <p:cNvSpPr txBox="1">
              <a:spLocks/>
            </p:cNvSpPr>
            <p:nvPr/>
          </p:nvSpPr>
          <p:spPr>
            <a:xfrm>
              <a:off x="1002707" y="5392857"/>
              <a:ext cx="2060161"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52" name="Straight Connector 51"/>
            <p:cNvCxnSpPr/>
            <p:nvPr/>
          </p:nvCxnSpPr>
          <p:spPr>
            <a:xfrm>
              <a:off x="2024771" y="4013085"/>
              <a:ext cx="0" cy="276576"/>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830555" y="5247669"/>
              <a:ext cx="2388432"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pSp>
      <p:sp>
        <p:nvSpPr>
          <p:cNvPr id="57" name="Title 56"/>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我们的团队</a:t>
            </a:r>
            <a:endParaRPr lang="en-US" dirty="0">
              <a:latin typeface="张海山锐线体简" panose="02000000000000000000" pitchFamily="2" charset="-122"/>
              <a:ea typeface="张海山锐线体简" panose="02000000000000000000" pitchFamily="2" charset="-122"/>
            </a:endParaRPr>
          </a:p>
        </p:txBody>
      </p:sp>
      <p:sp>
        <p:nvSpPr>
          <p:cNvPr id="58" name="Content Placeholder 57"/>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pic>
        <p:nvPicPr>
          <p:cNvPr id="12" name="图片占位符 11">
            <a:extLst>
              <a:ext uri="{FF2B5EF4-FFF2-40B4-BE49-F238E27FC236}">
                <a16:creationId xmlns:a16="http://schemas.microsoft.com/office/drawing/2014/main" id="{1593371A-B1A2-48C1-A06B-C936B9FFC5C2}"/>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pic>
        <p:nvPicPr>
          <p:cNvPr id="14" name="图片占位符 13">
            <a:extLst>
              <a:ext uri="{FF2B5EF4-FFF2-40B4-BE49-F238E27FC236}">
                <a16:creationId xmlns:a16="http://schemas.microsoft.com/office/drawing/2014/main" id="{92AD42B9-29C5-4721-901F-FC2CB7FEEDBA}"/>
              </a:ext>
            </a:extLst>
          </p:cNvPr>
          <p:cNvPicPr>
            <a:picLocks noGrp="1" noChangeAspect="1"/>
          </p:cNvPicPr>
          <p:nvPr>
            <p:ph type="pic" sz="quarter" idx="12"/>
          </p:nvPr>
        </p:nvPicPr>
        <p:blipFill>
          <a:blip r:embed="rId4" cstate="screen">
            <a:extLst>
              <a:ext uri="{28A0092B-C50C-407E-A947-70E740481C1C}">
                <a14:useLocalDpi xmlns:a14="http://schemas.microsoft.com/office/drawing/2010/main"/>
              </a:ext>
            </a:extLst>
          </a:blip>
          <a:srcRect/>
          <a:stretch>
            <a:fillRect/>
          </a:stretch>
        </p:blipFill>
        <p:spPr/>
      </p:pic>
      <p:pic>
        <p:nvPicPr>
          <p:cNvPr id="16" name="图片占位符 15">
            <a:extLst>
              <a:ext uri="{FF2B5EF4-FFF2-40B4-BE49-F238E27FC236}">
                <a16:creationId xmlns:a16="http://schemas.microsoft.com/office/drawing/2014/main" id="{439C83A9-8B53-4654-8127-FE5A1E6F91C7}"/>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p:pic>
      <p:pic>
        <p:nvPicPr>
          <p:cNvPr id="18" name="图片占位符 17">
            <a:extLst>
              <a:ext uri="{FF2B5EF4-FFF2-40B4-BE49-F238E27FC236}">
                <a16:creationId xmlns:a16="http://schemas.microsoft.com/office/drawing/2014/main" id="{87095178-2770-472B-A83F-A68054BF1E4E}"/>
              </a:ext>
            </a:extLst>
          </p:cNvPr>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18998628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ppt_x"/>
                                          </p:val>
                                        </p:tav>
                                        <p:tav tm="100000">
                                          <p:val>
                                            <p:strVal val="#ppt_x"/>
                                          </p:val>
                                        </p:tav>
                                      </p:tavLst>
                                    </p:anim>
                                    <p:anim calcmode="lin" valueType="num">
                                      <p:cBhvr additive="base">
                                        <p:cTn id="8" dur="1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3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1500" fill="hold"/>
                                        <p:tgtEl>
                                          <p:spTgt spid="33"/>
                                        </p:tgtEl>
                                        <p:attrNameLst>
                                          <p:attrName>ppt_x</p:attrName>
                                        </p:attrNameLst>
                                      </p:cBhvr>
                                      <p:tavLst>
                                        <p:tav tm="0">
                                          <p:val>
                                            <p:strVal val="#ppt_x"/>
                                          </p:val>
                                        </p:tav>
                                        <p:tav tm="100000">
                                          <p:val>
                                            <p:strVal val="#ppt_x"/>
                                          </p:val>
                                        </p:tav>
                                      </p:tavLst>
                                    </p:anim>
                                    <p:anim calcmode="lin" valueType="num">
                                      <p:cBhvr additive="base">
                                        <p:cTn id="12" dur="1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60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1500" fill="hold"/>
                                        <p:tgtEl>
                                          <p:spTgt spid="40"/>
                                        </p:tgtEl>
                                        <p:attrNameLst>
                                          <p:attrName>ppt_x</p:attrName>
                                        </p:attrNameLst>
                                      </p:cBhvr>
                                      <p:tavLst>
                                        <p:tav tm="0">
                                          <p:val>
                                            <p:strVal val="#ppt_x"/>
                                          </p:val>
                                        </p:tav>
                                        <p:tav tm="100000">
                                          <p:val>
                                            <p:strVal val="#ppt_x"/>
                                          </p:val>
                                        </p:tav>
                                      </p:tavLst>
                                    </p:anim>
                                    <p:anim calcmode="lin" valueType="num">
                                      <p:cBhvr additive="base">
                                        <p:cTn id="16" dur="1500" fill="hold"/>
                                        <p:tgtEl>
                                          <p:spTgt spid="40"/>
                                        </p:tgtEl>
                                        <p:attrNameLst>
                                          <p:attrName>ppt_y</p:attrName>
                                        </p:attrNameLst>
                                      </p:cBhvr>
                                      <p:tavLst>
                                        <p:tav tm="0">
                                          <p:val>
                                            <p:strVal val="1+#ppt_h/2"/>
                                          </p:val>
                                        </p:tav>
                                        <p:tav tm="100000">
                                          <p:val>
                                            <p:strVal val="#ppt_y"/>
                                          </p:val>
                                        </p:tav>
                                      </p:tavLst>
                                    </p:anim>
                                  </p:childTnLst>
                                </p:cTn>
                              </p:par>
                              <p:par>
                                <p:cTn id="17" presetID="2" presetClass="entr" presetSubtype="4" decel="50000" fill="hold" nodeType="withEffect">
                                  <p:stCondLst>
                                    <p:cond delay="9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500" fill="hold"/>
                                        <p:tgtEl>
                                          <p:spTgt spid="47"/>
                                        </p:tgtEl>
                                        <p:attrNameLst>
                                          <p:attrName>ppt_x</p:attrName>
                                        </p:attrNameLst>
                                      </p:cBhvr>
                                      <p:tavLst>
                                        <p:tav tm="0">
                                          <p:val>
                                            <p:strVal val="#ppt_x"/>
                                          </p:val>
                                        </p:tav>
                                        <p:tav tm="100000">
                                          <p:val>
                                            <p:strVal val="#ppt_x"/>
                                          </p:val>
                                        </p:tav>
                                      </p:tavLst>
                                    </p:anim>
                                    <p:anim calcmode="lin" valueType="num">
                                      <p:cBhvr additive="base">
                                        <p:cTn id="20" dur="1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我们的团队</a:t>
            </a:r>
            <a:endParaRPr lang="en-US" dirty="0">
              <a:latin typeface="张海山锐线体简" panose="02000000000000000000" pitchFamily="2" charset="-122"/>
              <a:ea typeface="张海山锐线体简" panose="02000000000000000000" pitchFamily="2" charset="-122"/>
            </a:endParaRPr>
          </a:p>
        </p:txBody>
      </p:sp>
      <p:sp>
        <p:nvSpPr>
          <p:cNvPr id="3" name="Content Placeholder 2"/>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grpSp>
        <p:nvGrpSpPr>
          <p:cNvPr id="4" name="Group 3"/>
          <p:cNvGrpSpPr/>
          <p:nvPr/>
        </p:nvGrpSpPr>
        <p:grpSpPr>
          <a:xfrm>
            <a:off x="869747" y="2386035"/>
            <a:ext cx="2611687" cy="3881614"/>
            <a:chOff x="5292282" y="1519083"/>
            <a:chExt cx="2476402" cy="3680547"/>
          </a:xfrm>
        </p:grpSpPr>
        <p:sp>
          <p:nvSpPr>
            <p:cNvPr id="5" name="Rounded Rectangle 4"/>
            <p:cNvSpPr/>
            <p:nvPr/>
          </p:nvSpPr>
          <p:spPr>
            <a:xfrm>
              <a:off x="5292284" y="1519083"/>
              <a:ext cx="2476399" cy="3680547"/>
            </a:xfrm>
            <a:prstGeom prst="roundRect">
              <a:avLst>
                <a:gd name="adj" fmla="val 1231"/>
              </a:avLst>
            </a:prstGeom>
            <a:solidFill>
              <a:schemeClr val="bg1"/>
            </a:solidFill>
            <a:ln>
              <a:no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6" name="Title 3"/>
            <p:cNvSpPr txBox="1">
              <a:spLocks/>
            </p:cNvSpPr>
            <p:nvPr/>
          </p:nvSpPr>
          <p:spPr>
            <a:xfrm>
              <a:off x="5292282" y="2696842"/>
              <a:ext cx="247640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Light" charset="0"/>
                </a:rPr>
                <a:t>Rick </a:t>
              </a:r>
              <a:r>
                <a:rPr lang="en-US" sz="1476" b="0" dirty="0" err="1">
                  <a:latin typeface="张海山锐线体简" panose="02000000000000000000" pitchFamily="2" charset="-122"/>
                  <a:ea typeface="张海山锐线体简" panose="02000000000000000000" pitchFamily="2" charset="-122"/>
                  <a:cs typeface="Roboto Light" charset="0"/>
                </a:rPr>
                <a:t>Rhonson</a:t>
              </a:r>
              <a:endParaRPr lang="en-US" sz="738" b="0" dirty="0">
                <a:latin typeface="张海山锐线体简" panose="02000000000000000000" pitchFamily="2" charset="-122"/>
                <a:ea typeface="张海山锐线体简" panose="02000000000000000000" pitchFamily="2" charset="-122"/>
                <a:cs typeface="Roboto Light" charset="0"/>
              </a:endParaRPr>
            </a:p>
          </p:txBody>
        </p:sp>
        <p:sp>
          <p:nvSpPr>
            <p:cNvPr id="7" name="Title 3"/>
            <p:cNvSpPr txBox="1">
              <a:spLocks/>
            </p:cNvSpPr>
            <p:nvPr/>
          </p:nvSpPr>
          <p:spPr>
            <a:xfrm>
              <a:off x="5292282" y="2912802"/>
              <a:ext cx="247640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844"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105"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8" name="Title 3"/>
            <p:cNvSpPr txBox="1">
              <a:spLocks/>
            </p:cNvSpPr>
            <p:nvPr/>
          </p:nvSpPr>
          <p:spPr>
            <a:xfrm>
              <a:off x="5478721" y="4600213"/>
              <a:ext cx="2216279"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9" name="Straight Connector 8"/>
            <p:cNvCxnSpPr/>
            <p:nvPr/>
          </p:nvCxnSpPr>
          <p:spPr>
            <a:xfrm>
              <a:off x="5292284" y="3740373"/>
              <a:ext cx="2476399"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6208651" y="3419595"/>
              <a:ext cx="641555" cy="641555"/>
            </a:xfrm>
            <a:prstGeom prst="ellipse">
              <a:avLst/>
            </a:prstGeom>
            <a:solidFill>
              <a:schemeClr val="bg1"/>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1"/>
                  </a:solidFill>
                  <a:latin typeface="张海山锐线体简" panose="02000000000000000000" pitchFamily="2" charset="-122"/>
                  <a:ea typeface="张海山锐线体简" panose="02000000000000000000" pitchFamily="2" charset="-122"/>
                  <a:cs typeface="Roboto Light" charset="0"/>
                </a:rPr>
                <a:t>45</a:t>
              </a:r>
            </a:p>
          </p:txBody>
        </p:sp>
        <p:sp>
          <p:nvSpPr>
            <p:cNvPr id="11" name="Block Arc 10"/>
            <p:cNvSpPr/>
            <p:nvPr/>
          </p:nvSpPr>
          <p:spPr>
            <a:xfrm>
              <a:off x="6159496" y="3373967"/>
              <a:ext cx="743214" cy="743214"/>
            </a:xfrm>
            <a:prstGeom prst="blockArc">
              <a:avLst>
                <a:gd name="adj1" fmla="val 7068329"/>
                <a:gd name="adj2" fmla="val 16092632"/>
                <a:gd name="adj3" fmla="val 4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12" name="Title 3"/>
            <p:cNvSpPr txBox="1">
              <a:spLocks/>
            </p:cNvSpPr>
            <p:nvPr/>
          </p:nvSpPr>
          <p:spPr>
            <a:xfrm>
              <a:off x="5478721" y="4387778"/>
              <a:ext cx="2216279"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a:latin typeface="张海山锐线体简" panose="02000000000000000000" pitchFamily="2" charset="-122"/>
                  <a:ea typeface="张海山锐线体简" panose="02000000000000000000" pitchFamily="2" charset="-122"/>
                  <a:cs typeface="Roboto Light" charset="0"/>
                </a:rPr>
                <a:t>General Info</a:t>
              </a:r>
              <a:endParaRPr lang="en-US" sz="527" dirty="0">
                <a:latin typeface="张海山锐线体简" panose="02000000000000000000" pitchFamily="2" charset="-122"/>
                <a:ea typeface="张海山锐线体简" panose="02000000000000000000" pitchFamily="2" charset="-122"/>
                <a:cs typeface="Roboto Light" charset="0"/>
              </a:endParaRPr>
            </a:p>
          </p:txBody>
        </p:sp>
      </p:grpSp>
      <p:grpSp>
        <p:nvGrpSpPr>
          <p:cNvPr id="41" name="Group 40"/>
          <p:cNvGrpSpPr/>
          <p:nvPr/>
        </p:nvGrpSpPr>
        <p:grpSpPr>
          <a:xfrm>
            <a:off x="3687017" y="2386035"/>
            <a:ext cx="2611687" cy="3881614"/>
            <a:chOff x="5292282" y="1519083"/>
            <a:chExt cx="2476402" cy="3680547"/>
          </a:xfrm>
        </p:grpSpPr>
        <p:sp>
          <p:nvSpPr>
            <p:cNvPr id="42" name="Rounded Rectangle 41"/>
            <p:cNvSpPr/>
            <p:nvPr/>
          </p:nvSpPr>
          <p:spPr>
            <a:xfrm>
              <a:off x="5292284" y="1519083"/>
              <a:ext cx="2476399" cy="3680547"/>
            </a:xfrm>
            <a:prstGeom prst="roundRect">
              <a:avLst>
                <a:gd name="adj" fmla="val 1231"/>
              </a:avLst>
            </a:prstGeom>
            <a:solidFill>
              <a:schemeClr val="bg1"/>
            </a:solidFill>
            <a:ln>
              <a:no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43" name="Title 3"/>
            <p:cNvSpPr txBox="1">
              <a:spLocks/>
            </p:cNvSpPr>
            <p:nvPr/>
          </p:nvSpPr>
          <p:spPr>
            <a:xfrm>
              <a:off x="5292282" y="2696842"/>
              <a:ext cx="247640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Light" charset="0"/>
                </a:rPr>
                <a:t>Rick </a:t>
              </a:r>
              <a:r>
                <a:rPr lang="en-US" sz="1476" b="0" dirty="0" err="1">
                  <a:latin typeface="张海山锐线体简" panose="02000000000000000000" pitchFamily="2" charset="-122"/>
                  <a:ea typeface="张海山锐线体简" panose="02000000000000000000" pitchFamily="2" charset="-122"/>
                  <a:cs typeface="Roboto Light" charset="0"/>
                </a:rPr>
                <a:t>Rhonson</a:t>
              </a:r>
              <a:endParaRPr lang="en-US" sz="738" b="0" dirty="0">
                <a:latin typeface="张海山锐线体简" panose="02000000000000000000" pitchFamily="2" charset="-122"/>
                <a:ea typeface="张海山锐线体简" panose="02000000000000000000" pitchFamily="2" charset="-122"/>
                <a:cs typeface="Roboto Light" charset="0"/>
              </a:endParaRPr>
            </a:p>
          </p:txBody>
        </p:sp>
        <p:sp>
          <p:nvSpPr>
            <p:cNvPr id="44" name="Title 3"/>
            <p:cNvSpPr txBox="1">
              <a:spLocks/>
            </p:cNvSpPr>
            <p:nvPr/>
          </p:nvSpPr>
          <p:spPr>
            <a:xfrm>
              <a:off x="5292282" y="2912802"/>
              <a:ext cx="247640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844"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105"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45" name="Title 3"/>
            <p:cNvSpPr txBox="1">
              <a:spLocks/>
            </p:cNvSpPr>
            <p:nvPr/>
          </p:nvSpPr>
          <p:spPr>
            <a:xfrm>
              <a:off x="5478721" y="4600213"/>
              <a:ext cx="2216279"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46" name="Straight Connector 45"/>
            <p:cNvCxnSpPr/>
            <p:nvPr/>
          </p:nvCxnSpPr>
          <p:spPr>
            <a:xfrm>
              <a:off x="5292284" y="3740373"/>
              <a:ext cx="2476399"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47" name="Oval 46"/>
            <p:cNvSpPr/>
            <p:nvPr/>
          </p:nvSpPr>
          <p:spPr>
            <a:xfrm>
              <a:off x="6208651" y="3419595"/>
              <a:ext cx="641555" cy="641555"/>
            </a:xfrm>
            <a:prstGeom prst="ellipse">
              <a:avLst/>
            </a:prstGeom>
            <a:solidFill>
              <a:schemeClr val="bg1"/>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accent2"/>
                  </a:solidFill>
                  <a:latin typeface="张海山锐线体简" panose="02000000000000000000" pitchFamily="2" charset="-122"/>
                  <a:ea typeface="张海山锐线体简" panose="02000000000000000000" pitchFamily="2" charset="-122"/>
                  <a:cs typeface="Roboto Light" charset="0"/>
                </a:rPr>
                <a:t>96</a:t>
              </a:r>
            </a:p>
          </p:txBody>
        </p:sp>
        <p:sp>
          <p:nvSpPr>
            <p:cNvPr id="48" name="Block Arc 47"/>
            <p:cNvSpPr/>
            <p:nvPr/>
          </p:nvSpPr>
          <p:spPr>
            <a:xfrm>
              <a:off x="6159496" y="3373967"/>
              <a:ext cx="743214" cy="743214"/>
            </a:xfrm>
            <a:prstGeom prst="blockArc">
              <a:avLst>
                <a:gd name="adj1" fmla="val 17305774"/>
                <a:gd name="adj2" fmla="val 16092632"/>
                <a:gd name="adj3" fmla="val 4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49" name="Title 3"/>
            <p:cNvSpPr txBox="1">
              <a:spLocks/>
            </p:cNvSpPr>
            <p:nvPr/>
          </p:nvSpPr>
          <p:spPr>
            <a:xfrm>
              <a:off x="5478721" y="4387778"/>
              <a:ext cx="2216279"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a:latin typeface="张海山锐线体简" panose="02000000000000000000" pitchFamily="2" charset="-122"/>
                  <a:ea typeface="张海山锐线体简" panose="02000000000000000000" pitchFamily="2" charset="-122"/>
                  <a:cs typeface="Roboto Light" charset="0"/>
                </a:rPr>
                <a:t>General Info</a:t>
              </a:r>
              <a:endParaRPr lang="en-US" sz="527" dirty="0">
                <a:latin typeface="张海山锐线体简" panose="02000000000000000000" pitchFamily="2" charset="-122"/>
                <a:ea typeface="张海山锐线体简" panose="02000000000000000000" pitchFamily="2" charset="-122"/>
                <a:cs typeface="Roboto Light" charset="0"/>
              </a:endParaRPr>
            </a:p>
          </p:txBody>
        </p:sp>
      </p:grpSp>
      <p:grpSp>
        <p:nvGrpSpPr>
          <p:cNvPr id="50" name="Group 49"/>
          <p:cNvGrpSpPr/>
          <p:nvPr/>
        </p:nvGrpSpPr>
        <p:grpSpPr>
          <a:xfrm>
            <a:off x="6504287" y="2386035"/>
            <a:ext cx="2611687" cy="3881614"/>
            <a:chOff x="5292282" y="1519083"/>
            <a:chExt cx="2476402" cy="3680547"/>
          </a:xfrm>
        </p:grpSpPr>
        <p:sp>
          <p:nvSpPr>
            <p:cNvPr id="51" name="Rounded Rectangle 50"/>
            <p:cNvSpPr/>
            <p:nvPr/>
          </p:nvSpPr>
          <p:spPr>
            <a:xfrm>
              <a:off x="5292284" y="1519083"/>
              <a:ext cx="2476399" cy="3680547"/>
            </a:xfrm>
            <a:prstGeom prst="roundRect">
              <a:avLst>
                <a:gd name="adj" fmla="val 1231"/>
              </a:avLst>
            </a:prstGeom>
            <a:solidFill>
              <a:schemeClr val="bg1"/>
            </a:solidFill>
            <a:ln>
              <a:no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52" name="Title 3"/>
            <p:cNvSpPr txBox="1">
              <a:spLocks/>
            </p:cNvSpPr>
            <p:nvPr/>
          </p:nvSpPr>
          <p:spPr>
            <a:xfrm>
              <a:off x="5292282" y="2696842"/>
              <a:ext cx="247640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Light" charset="0"/>
                </a:rPr>
                <a:t>Rick </a:t>
              </a:r>
              <a:r>
                <a:rPr lang="en-US" sz="1476" b="0" dirty="0" err="1">
                  <a:latin typeface="张海山锐线体简" panose="02000000000000000000" pitchFamily="2" charset="-122"/>
                  <a:ea typeface="张海山锐线体简" panose="02000000000000000000" pitchFamily="2" charset="-122"/>
                  <a:cs typeface="Roboto Light" charset="0"/>
                </a:rPr>
                <a:t>Rhonson</a:t>
              </a:r>
              <a:endParaRPr lang="en-US" sz="738" b="0" dirty="0">
                <a:latin typeface="张海山锐线体简" panose="02000000000000000000" pitchFamily="2" charset="-122"/>
                <a:ea typeface="张海山锐线体简" panose="02000000000000000000" pitchFamily="2" charset="-122"/>
                <a:cs typeface="Roboto Light" charset="0"/>
              </a:endParaRPr>
            </a:p>
          </p:txBody>
        </p:sp>
        <p:sp>
          <p:nvSpPr>
            <p:cNvPr id="53" name="Title 3"/>
            <p:cNvSpPr txBox="1">
              <a:spLocks/>
            </p:cNvSpPr>
            <p:nvPr/>
          </p:nvSpPr>
          <p:spPr>
            <a:xfrm>
              <a:off x="5292282" y="2912802"/>
              <a:ext cx="247640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844"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105"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54" name="Title 3"/>
            <p:cNvSpPr txBox="1">
              <a:spLocks/>
            </p:cNvSpPr>
            <p:nvPr/>
          </p:nvSpPr>
          <p:spPr>
            <a:xfrm>
              <a:off x="5478721" y="4600213"/>
              <a:ext cx="2216279"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55" name="Straight Connector 54"/>
            <p:cNvCxnSpPr/>
            <p:nvPr/>
          </p:nvCxnSpPr>
          <p:spPr>
            <a:xfrm>
              <a:off x="5292284" y="3740373"/>
              <a:ext cx="2476399"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56" name="Oval 55"/>
            <p:cNvSpPr/>
            <p:nvPr/>
          </p:nvSpPr>
          <p:spPr>
            <a:xfrm>
              <a:off x="6208651" y="3419595"/>
              <a:ext cx="641555" cy="641555"/>
            </a:xfrm>
            <a:prstGeom prst="ellipse">
              <a:avLst/>
            </a:prstGeom>
            <a:solidFill>
              <a:schemeClr val="bg1"/>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3"/>
                  </a:solidFill>
                  <a:latin typeface="张海山锐线体简" panose="02000000000000000000" pitchFamily="2" charset="-122"/>
                  <a:ea typeface="张海山锐线体简" panose="02000000000000000000" pitchFamily="2" charset="-122"/>
                  <a:cs typeface="Roboto Light" charset="0"/>
                </a:rPr>
                <a:t>72</a:t>
              </a:r>
            </a:p>
          </p:txBody>
        </p:sp>
        <p:sp>
          <p:nvSpPr>
            <p:cNvPr id="57" name="Block Arc 56"/>
            <p:cNvSpPr/>
            <p:nvPr/>
          </p:nvSpPr>
          <p:spPr>
            <a:xfrm>
              <a:off x="6159496" y="3373967"/>
              <a:ext cx="743214" cy="743214"/>
            </a:xfrm>
            <a:prstGeom prst="blockArc">
              <a:avLst>
                <a:gd name="adj1" fmla="val 21182280"/>
                <a:gd name="adj2" fmla="val 16092632"/>
                <a:gd name="adj3" fmla="val 4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58" name="Title 3"/>
            <p:cNvSpPr txBox="1">
              <a:spLocks/>
            </p:cNvSpPr>
            <p:nvPr/>
          </p:nvSpPr>
          <p:spPr>
            <a:xfrm>
              <a:off x="5478721" y="4387778"/>
              <a:ext cx="2216279"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a:latin typeface="张海山锐线体简" panose="02000000000000000000" pitchFamily="2" charset="-122"/>
                  <a:ea typeface="张海山锐线体简" panose="02000000000000000000" pitchFamily="2" charset="-122"/>
                  <a:cs typeface="Roboto Light" charset="0"/>
                </a:rPr>
                <a:t>General Info</a:t>
              </a:r>
              <a:endParaRPr lang="en-US" sz="527" dirty="0">
                <a:latin typeface="张海山锐线体简" panose="02000000000000000000" pitchFamily="2" charset="-122"/>
                <a:ea typeface="张海山锐线体简" panose="02000000000000000000" pitchFamily="2" charset="-122"/>
                <a:cs typeface="Roboto Light" charset="0"/>
              </a:endParaRPr>
            </a:p>
          </p:txBody>
        </p:sp>
      </p:grpSp>
      <p:grpSp>
        <p:nvGrpSpPr>
          <p:cNvPr id="59" name="Group 58"/>
          <p:cNvGrpSpPr/>
          <p:nvPr/>
        </p:nvGrpSpPr>
        <p:grpSpPr>
          <a:xfrm>
            <a:off x="9321559" y="2386035"/>
            <a:ext cx="2611687" cy="3881614"/>
            <a:chOff x="5292282" y="1519083"/>
            <a:chExt cx="2476402" cy="3680547"/>
          </a:xfrm>
        </p:grpSpPr>
        <p:sp>
          <p:nvSpPr>
            <p:cNvPr id="60" name="Rounded Rectangle 59"/>
            <p:cNvSpPr/>
            <p:nvPr/>
          </p:nvSpPr>
          <p:spPr>
            <a:xfrm>
              <a:off x="5292284" y="1519083"/>
              <a:ext cx="2476399" cy="3680547"/>
            </a:xfrm>
            <a:prstGeom prst="roundRect">
              <a:avLst>
                <a:gd name="adj" fmla="val 1231"/>
              </a:avLst>
            </a:prstGeom>
            <a:solidFill>
              <a:schemeClr val="bg1"/>
            </a:solidFill>
            <a:ln>
              <a:no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61" name="Title 3"/>
            <p:cNvSpPr txBox="1">
              <a:spLocks/>
            </p:cNvSpPr>
            <p:nvPr/>
          </p:nvSpPr>
          <p:spPr>
            <a:xfrm>
              <a:off x="5292282" y="2696842"/>
              <a:ext cx="2476402"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Light" charset="0"/>
                </a:rPr>
                <a:t>Rick </a:t>
              </a:r>
              <a:r>
                <a:rPr lang="en-US" sz="1476" b="0" dirty="0" err="1">
                  <a:latin typeface="张海山锐线体简" panose="02000000000000000000" pitchFamily="2" charset="-122"/>
                  <a:ea typeface="张海山锐线体简" panose="02000000000000000000" pitchFamily="2" charset="-122"/>
                  <a:cs typeface="Roboto Light" charset="0"/>
                </a:rPr>
                <a:t>Rhonson</a:t>
              </a:r>
              <a:endParaRPr lang="en-US" sz="738" b="0" dirty="0">
                <a:latin typeface="张海山锐线体简" panose="02000000000000000000" pitchFamily="2" charset="-122"/>
                <a:ea typeface="张海山锐线体简" panose="02000000000000000000" pitchFamily="2" charset="-122"/>
                <a:cs typeface="Roboto Light" charset="0"/>
              </a:endParaRPr>
            </a:p>
          </p:txBody>
        </p:sp>
        <p:sp>
          <p:nvSpPr>
            <p:cNvPr id="62" name="Title 3"/>
            <p:cNvSpPr txBox="1">
              <a:spLocks/>
            </p:cNvSpPr>
            <p:nvPr/>
          </p:nvSpPr>
          <p:spPr>
            <a:xfrm>
              <a:off x="5292282" y="2912802"/>
              <a:ext cx="2476402"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844"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CEO / Founder</a:t>
              </a:r>
              <a:endParaRPr lang="en-US" sz="105"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63" name="Title 3"/>
            <p:cNvSpPr txBox="1">
              <a:spLocks/>
            </p:cNvSpPr>
            <p:nvPr/>
          </p:nvSpPr>
          <p:spPr>
            <a:xfrm>
              <a:off x="5478721" y="4600213"/>
              <a:ext cx="2216279"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64" name="Straight Connector 63"/>
            <p:cNvCxnSpPr/>
            <p:nvPr/>
          </p:nvCxnSpPr>
          <p:spPr>
            <a:xfrm>
              <a:off x="5292284" y="3740373"/>
              <a:ext cx="2476399"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6208651" y="3419595"/>
              <a:ext cx="641555" cy="641555"/>
            </a:xfrm>
            <a:prstGeom prst="ellipse">
              <a:avLst/>
            </a:prstGeom>
            <a:solidFill>
              <a:schemeClr val="bg1"/>
            </a:solidFill>
            <a:ln>
              <a:noFill/>
            </a:ln>
            <a:effectLst>
              <a:outerShdw blurRad="63500" sx="102000" sy="102000" algn="c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4"/>
                  </a:solidFill>
                  <a:latin typeface="张海山锐线体简" panose="02000000000000000000" pitchFamily="2" charset="-122"/>
                  <a:ea typeface="张海山锐线体简" panose="02000000000000000000" pitchFamily="2" charset="-122"/>
                  <a:cs typeface="Roboto Light" charset="0"/>
                </a:rPr>
                <a:t>83</a:t>
              </a:r>
            </a:p>
          </p:txBody>
        </p:sp>
        <p:sp>
          <p:nvSpPr>
            <p:cNvPr id="66" name="Block Arc 65"/>
            <p:cNvSpPr/>
            <p:nvPr/>
          </p:nvSpPr>
          <p:spPr>
            <a:xfrm>
              <a:off x="6159496" y="3373967"/>
              <a:ext cx="743214" cy="743214"/>
            </a:xfrm>
            <a:prstGeom prst="blockArc">
              <a:avLst>
                <a:gd name="adj1" fmla="val 18984433"/>
                <a:gd name="adj2" fmla="val 16092632"/>
                <a:gd name="adj3" fmla="val 4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67" name="Title 3"/>
            <p:cNvSpPr txBox="1">
              <a:spLocks/>
            </p:cNvSpPr>
            <p:nvPr/>
          </p:nvSpPr>
          <p:spPr>
            <a:xfrm>
              <a:off x="5478721" y="4387778"/>
              <a:ext cx="2216279" cy="340607"/>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a:latin typeface="张海山锐线体简" panose="02000000000000000000" pitchFamily="2" charset="-122"/>
                  <a:ea typeface="张海山锐线体简" panose="02000000000000000000" pitchFamily="2" charset="-122"/>
                  <a:cs typeface="Roboto Light" charset="0"/>
                </a:rPr>
                <a:t>General Info</a:t>
              </a:r>
              <a:endParaRPr lang="en-US" sz="527" dirty="0">
                <a:latin typeface="张海山锐线体简" panose="02000000000000000000" pitchFamily="2" charset="-122"/>
                <a:ea typeface="张海山锐线体简" panose="02000000000000000000" pitchFamily="2" charset="-122"/>
                <a:cs typeface="Roboto Light" charset="0"/>
              </a:endParaRPr>
            </a:p>
          </p:txBody>
        </p:sp>
      </p:grpSp>
      <p:pic>
        <p:nvPicPr>
          <p:cNvPr id="18" name="图片占位符 17">
            <a:extLst>
              <a:ext uri="{FF2B5EF4-FFF2-40B4-BE49-F238E27FC236}">
                <a16:creationId xmlns:a16="http://schemas.microsoft.com/office/drawing/2014/main" id="{625AE83B-9141-4560-B47B-0836B4B1AA8C}"/>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pic>
        <p:nvPicPr>
          <p:cNvPr id="20" name="图片占位符 19">
            <a:extLst>
              <a:ext uri="{FF2B5EF4-FFF2-40B4-BE49-F238E27FC236}">
                <a16:creationId xmlns:a16="http://schemas.microsoft.com/office/drawing/2014/main" id="{408D8735-8AA5-469D-9DEE-977F66CBF89F}"/>
              </a:ext>
            </a:extLst>
          </p:cNvPr>
          <p:cNvPicPr>
            <a:picLocks noGrp="1" noChangeAspect="1"/>
          </p:cNvPicPr>
          <p:nvPr>
            <p:ph type="pic" sz="quarter" idx="12"/>
          </p:nvPr>
        </p:nvPicPr>
        <p:blipFill>
          <a:blip r:embed="rId4" cstate="screen">
            <a:extLst>
              <a:ext uri="{28A0092B-C50C-407E-A947-70E740481C1C}">
                <a14:useLocalDpi xmlns:a14="http://schemas.microsoft.com/office/drawing/2010/main"/>
              </a:ext>
            </a:extLst>
          </a:blip>
          <a:srcRect/>
          <a:stretch>
            <a:fillRect/>
          </a:stretch>
        </p:blipFill>
        <p:spPr/>
      </p:pic>
      <p:pic>
        <p:nvPicPr>
          <p:cNvPr id="22" name="图片占位符 21">
            <a:extLst>
              <a:ext uri="{FF2B5EF4-FFF2-40B4-BE49-F238E27FC236}">
                <a16:creationId xmlns:a16="http://schemas.microsoft.com/office/drawing/2014/main" id="{7F935DA8-94EF-4425-8FD4-E66700E1AEE6}"/>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p:pic>
      <p:pic>
        <p:nvPicPr>
          <p:cNvPr id="24" name="图片占位符 23">
            <a:extLst>
              <a:ext uri="{FF2B5EF4-FFF2-40B4-BE49-F238E27FC236}">
                <a16:creationId xmlns:a16="http://schemas.microsoft.com/office/drawing/2014/main" id="{904C0E27-9045-442D-9E0A-064CC1AE089D}"/>
              </a:ext>
            </a:extLst>
          </p:cNvPr>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7744320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1000" fill="hold"/>
                                        <p:tgtEl>
                                          <p:spTgt spid="41"/>
                                        </p:tgtEl>
                                        <p:attrNameLst>
                                          <p:attrName>ppt_x</p:attrName>
                                        </p:attrNameLst>
                                      </p:cBhvr>
                                      <p:tavLst>
                                        <p:tav tm="0">
                                          <p:val>
                                            <p:strVal val="#ppt_x"/>
                                          </p:val>
                                        </p:tav>
                                        <p:tav tm="100000">
                                          <p:val>
                                            <p:strVal val="#ppt_x"/>
                                          </p:val>
                                        </p:tav>
                                      </p:tavLst>
                                    </p:anim>
                                    <p:anim calcmode="lin" valueType="num">
                                      <p:cBhvr additive="base">
                                        <p:cTn id="12" dur="1000" fill="hold"/>
                                        <p:tgtEl>
                                          <p:spTgt spid="41"/>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000" fill="hold"/>
                                        <p:tgtEl>
                                          <p:spTgt spid="50"/>
                                        </p:tgtEl>
                                        <p:attrNameLst>
                                          <p:attrName>ppt_x</p:attrName>
                                        </p:attrNameLst>
                                      </p:cBhvr>
                                      <p:tavLst>
                                        <p:tav tm="0">
                                          <p:val>
                                            <p:strVal val="#ppt_x"/>
                                          </p:val>
                                        </p:tav>
                                        <p:tav tm="100000">
                                          <p:val>
                                            <p:strVal val="#ppt_x"/>
                                          </p:val>
                                        </p:tav>
                                      </p:tavLst>
                                    </p:anim>
                                    <p:anim calcmode="lin" valueType="num">
                                      <p:cBhvr additive="base">
                                        <p:cTn id="16" dur="10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decel="5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1000" fill="hold"/>
                                        <p:tgtEl>
                                          <p:spTgt spid="59"/>
                                        </p:tgtEl>
                                        <p:attrNameLst>
                                          <p:attrName>ppt_x</p:attrName>
                                        </p:attrNameLst>
                                      </p:cBhvr>
                                      <p:tavLst>
                                        <p:tav tm="0">
                                          <p:val>
                                            <p:strVal val="#ppt_x"/>
                                          </p:val>
                                        </p:tav>
                                        <p:tav tm="100000">
                                          <p:val>
                                            <p:strVal val="#ppt_x"/>
                                          </p:val>
                                        </p:tav>
                                      </p:tavLst>
                                    </p:anim>
                                    <p:anim calcmode="lin" valueType="num">
                                      <p:cBhvr additive="base">
                                        <p:cTn id="20" dur="1000" fill="hold"/>
                                        <p:tgtEl>
                                          <p:spTgt spid="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我们是做什么的？</a:t>
            </a:r>
            <a:endParaRPr lang="en-US" dirty="0">
              <a:latin typeface="张海山锐线体简" panose="02000000000000000000" pitchFamily="2" charset="-122"/>
              <a:ea typeface="张海山锐线体简" panose="02000000000000000000" pitchFamily="2" charset="-122"/>
            </a:endParaRPr>
          </a:p>
        </p:txBody>
      </p:sp>
      <p:sp>
        <p:nvSpPr>
          <p:cNvPr id="3" name="Content Placeholder 2"/>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grpSp>
        <p:nvGrpSpPr>
          <p:cNvPr id="11" name="Group 10"/>
          <p:cNvGrpSpPr/>
          <p:nvPr/>
        </p:nvGrpSpPr>
        <p:grpSpPr>
          <a:xfrm>
            <a:off x="1076114" y="2806271"/>
            <a:ext cx="2274127" cy="2523843"/>
            <a:chOff x="4320797" y="2564263"/>
            <a:chExt cx="2156328" cy="2393108"/>
          </a:xfrm>
        </p:grpSpPr>
        <p:sp>
          <p:nvSpPr>
            <p:cNvPr id="8" name="Title 3"/>
            <p:cNvSpPr txBox="1">
              <a:spLocks/>
            </p:cNvSpPr>
            <p:nvPr/>
          </p:nvSpPr>
          <p:spPr>
            <a:xfrm>
              <a:off x="4322782" y="379633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Layered PPT</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9" name="Title 3"/>
            <p:cNvSpPr txBox="1">
              <a:spLocks/>
            </p:cNvSpPr>
            <p:nvPr/>
          </p:nvSpPr>
          <p:spPr>
            <a:xfrm>
              <a:off x="4320797" y="414837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10" name="Oval 9"/>
            <p:cNvSpPr/>
            <p:nvPr/>
          </p:nvSpPr>
          <p:spPr>
            <a:xfrm>
              <a:off x="4887777" y="2564263"/>
              <a:ext cx="1022368" cy="1022366"/>
            </a:xfrm>
            <a:prstGeom prst="ellipse">
              <a:avLst/>
            </a:prstGeom>
            <a:solidFill>
              <a:schemeClr val="bg1"/>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chemeClr val="accent1"/>
                  </a:solidFill>
                  <a:latin typeface="张海山锐线体简" panose="02000000000000000000" pitchFamily="2" charset="-122"/>
                  <a:ea typeface="张海山锐线体简" panose="02000000000000000000" pitchFamily="2" charset="-122"/>
                  <a:cs typeface="linea-basic-10" charset="0"/>
                </a:rPr>
                <a:t>o</a:t>
              </a: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24" name="Group 23"/>
          <p:cNvGrpSpPr/>
          <p:nvPr/>
        </p:nvGrpSpPr>
        <p:grpSpPr>
          <a:xfrm>
            <a:off x="3783621" y="2806271"/>
            <a:ext cx="2274127" cy="2523843"/>
            <a:chOff x="4320797" y="2564263"/>
            <a:chExt cx="2156328" cy="2393108"/>
          </a:xfrm>
        </p:grpSpPr>
        <p:sp>
          <p:nvSpPr>
            <p:cNvPr id="25" name="Title 3"/>
            <p:cNvSpPr txBox="1">
              <a:spLocks/>
            </p:cNvSpPr>
            <p:nvPr/>
          </p:nvSpPr>
          <p:spPr>
            <a:xfrm>
              <a:off x="4322782" y="379633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24/7 Help</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26" name="Title 3"/>
            <p:cNvSpPr txBox="1">
              <a:spLocks/>
            </p:cNvSpPr>
            <p:nvPr/>
          </p:nvSpPr>
          <p:spPr>
            <a:xfrm>
              <a:off x="4320797" y="414837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27" name="Oval 26"/>
            <p:cNvSpPr/>
            <p:nvPr/>
          </p:nvSpPr>
          <p:spPr>
            <a:xfrm>
              <a:off x="4887777" y="2564263"/>
              <a:ext cx="1022368" cy="1022366"/>
            </a:xfrm>
            <a:prstGeom prst="ellipse">
              <a:avLst/>
            </a:prstGeom>
            <a:solidFill>
              <a:schemeClr val="bg1"/>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chemeClr val="accent2"/>
                  </a:solidFill>
                  <a:latin typeface="张海山锐线体简" panose="02000000000000000000" pitchFamily="2" charset="-122"/>
                  <a:ea typeface="张海山锐线体简" panose="02000000000000000000" pitchFamily="2" charset="-122"/>
                  <a:cs typeface="linea-basic-10" charset="0"/>
                </a:rPr>
                <a:t>c</a:t>
              </a:r>
              <a:endParaRPr lang="en-US" sz="1107" dirty="0">
                <a:solidFill>
                  <a:schemeClr val="accent2"/>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28" name="Group 27"/>
          <p:cNvGrpSpPr/>
          <p:nvPr/>
        </p:nvGrpSpPr>
        <p:grpSpPr>
          <a:xfrm>
            <a:off x="6491127" y="2806271"/>
            <a:ext cx="2274127" cy="2523843"/>
            <a:chOff x="4320797" y="2564263"/>
            <a:chExt cx="2156328" cy="2393108"/>
          </a:xfrm>
        </p:grpSpPr>
        <p:sp>
          <p:nvSpPr>
            <p:cNvPr id="29" name="Title 3"/>
            <p:cNvSpPr txBox="1">
              <a:spLocks/>
            </p:cNvSpPr>
            <p:nvPr/>
          </p:nvSpPr>
          <p:spPr>
            <a:xfrm>
              <a:off x="4322782" y="379633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Low </a:t>
              </a:r>
              <a:r>
                <a:rPr lang="en-US" sz="2109" b="0" dirty="0" err="1">
                  <a:latin typeface="张海山锐线体简" panose="02000000000000000000" pitchFamily="2" charset="-122"/>
                  <a:ea typeface="张海山锐线体简" panose="02000000000000000000" pitchFamily="2" charset="-122"/>
                  <a:cs typeface="Roboto Light" charset="0"/>
                </a:rPr>
                <a:t>Prce</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30" name="Title 3"/>
            <p:cNvSpPr txBox="1">
              <a:spLocks/>
            </p:cNvSpPr>
            <p:nvPr/>
          </p:nvSpPr>
          <p:spPr>
            <a:xfrm>
              <a:off x="4320797" y="414837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31" name="Oval 30"/>
            <p:cNvSpPr/>
            <p:nvPr/>
          </p:nvSpPr>
          <p:spPr>
            <a:xfrm>
              <a:off x="4887777" y="2564263"/>
              <a:ext cx="1022368" cy="1022366"/>
            </a:xfrm>
            <a:prstGeom prst="ellipse">
              <a:avLst/>
            </a:prstGeom>
            <a:solidFill>
              <a:schemeClr val="bg1"/>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chemeClr val="accent3"/>
                  </a:solidFill>
                  <a:latin typeface="张海山锐线体简" panose="02000000000000000000" pitchFamily="2" charset="-122"/>
                  <a:ea typeface="张海山锐线体简" panose="02000000000000000000" pitchFamily="2" charset="-122"/>
                  <a:cs typeface="linea-basic-10" charset="0"/>
                </a:rPr>
                <a:t>u</a:t>
              </a:r>
              <a:endParaRPr lang="en-US" sz="1107" dirty="0">
                <a:solidFill>
                  <a:schemeClr val="accent3"/>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32" name="Group 31"/>
          <p:cNvGrpSpPr/>
          <p:nvPr/>
        </p:nvGrpSpPr>
        <p:grpSpPr>
          <a:xfrm>
            <a:off x="9198634" y="2806271"/>
            <a:ext cx="2274127" cy="2523843"/>
            <a:chOff x="4320797" y="2564263"/>
            <a:chExt cx="2156328" cy="2393108"/>
          </a:xfrm>
        </p:grpSpPr>
        <p:sp>
          <p:nvSpPr>
            <p:cNvPr id="33" name="Title 3"/>
            <p:cNvSpPr txBox="1">
              <a:spLocks/>
            </p:cNvSpPr>
            <p:nvPr/>
          </p:nvSpPr>
          <p:spPr>
            <a:xfrm>
              <a:off x="4322782" y="379633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Freebies Soon</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34" name="Title 3"/>
            <p:cNvSpPr txBox="1">
              <a:spLocks/>
            </p:cNvSpPr>
            <p:nvPr/>
          </p:nvSpPr>
          <p:spPr>
            <a:xfrm>
              <a:off x="4320797" y="414837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35" name="Oval 34"/>
            <p:cNvSpPr/>
            <p:nvPr/>
          </p:nvSpPr>
          <p:spPr>
            <a:xfrm>
              <a:off x="4887777" y="2564263"/>
              <a:ext cx="1022368" cy="1022366"/>
            </a:xfrm>
            <a:prstGeom prst="ellipse">
              <a:avLst/>
            </a:prstGeom>
            <a:solidFill>
              <a:schemeClr val="bg1"/>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chemeClr val="accent4"/>
                  </a:solidFill>
                  <a:latin typeface="张海山锐线体简" panose="02000000000000000000" pitchFamily="2" charset="-122"/>
                  <a:ea typeface="张海山锐线体简" panose="02000000000000000000" pitchFamily="2" charset="-122"/>
                  <a:cs typeface="linea-basic-10" charset="0"/>
                </a:rPr>
                <a:t>f</a:t>
              </a:r>
              <a:endParaRPr lang="en-US" sz="1107" dirty="0">
                <a:solidFill>
                  <a:schemeClr val="accent4"/>
                </a:solidFill>
                <a:latin typeface="张海山锐线体简" panose="02000000000000000000" pitchFamily="2" charset="-122"/>
                <a:ea typeface="张海山锐线体简" panose="02000000000000000000" pitchFamily="2" charset="-122"/>
                <a:cs typeface="linea-basic-10" charset="0"/>
              </a:endParaRPr>
            </a:p>
          </p:txBody>
        </p:sp>
      </p:grpSp>
    </p:spTree>
    <p:extLst>
      <p:ext uri="{BB962C8B-B14F-4D97-AF65-F5344CB8AC3E}">
        <p14:creationId xmlns:p14="http://schemas.microsoft.com/office/powerpoint/2010/main" val="401147647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ppt_x"/>
                                          </p:val>
                                        </p:tav>
                                        <p:tav tm="100000">
                                          <p:val>
                                            <p:strVal val="#ppt_x"/>
                                          </p:val>
                                        </p:tav>
                                      </p:tavLst>
                                    </p:anim>
                                    <p:anim calcmode="lin" valueType="num">
                                      <p:cBhvr additive="base">
                                        <p:cTn id="8" dur="1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5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10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1500" fill="hold"/>
                                        <p:tgtEl>
                                          <p:spTgt spid="28"/>
                                        </p:tgtEl>
                                        <p:attrNameLst>
                                          <p:attrName>ppt_x</p:attrName>
                                        </p:attrNameLst>
                                      </p:cBhvr>
                                      <p:tavLst>
                                        <p:tav tm="0">
                                          <p:val>
                                            <p:strVal val="#ppt_x"/>
                                          </p:val>
                                        </p:tav>
                                        <p:tav tm="100000">
                                          <p:val>
                                            <p:strVal val="#ppt_x"/>
                                          </p:val>
                                        </p:tav>
                                      </p:tavLst>
                                    </p:anim>
                                    <p:anim calcmode="lin" valueType="num">
                                      <p:cBhvr additive="base">
                                        <p:cTn id="16" dur="1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decel="50000" fill="hold" nodeType="withEffect">
                                  <p:stCondLst>
                                    <p:cond delay="150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500" fill="hold"/>
                                        <p:tgtEl>
                                          <p:spTgt spid="32"/>
                                        </p:tgtEl>
                                        <p:attrNameLst>
                                          <p:attrName>ppt_x</p:attrName>
                                        </p:attrNameLst>
                                      </p:cBhvr>
                                      <p:tavLst>
                                        <p:tav tm="0">
                                          <p:val>
                                            <p:strVal val="#ppt_x"/>
                                          </p:val>
                                        </p:tav>
                                        <p:tav tm="100000">
                                          <p:val>
                                            <p:strVal val="#ppt_x"/>
                                          </p:val>
                                        </p:tav>
                                      </p:tavLst>
                                    </p:anim>
                                    <p:anim calcmode="lin" valueType="num">
                                      <p:cBhvr additive="base">
                                        <p:cTn id="20" dur="1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占位符 11">
            <a:extLst>
              <a:ext uri="{FF2B5EF4-FFF2-40B4-BE49-F238E27FC236}">
                <a16:creationId xmlns:a16="http://schemas.microsoft.com/office/drawing/2014/main" id="{63427761-40F0-4881-B427-30B4CDCE7B14}"/>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pic>
        <p:nvPicPr>
          <p:cNvPr id="14" name="图片占位符 13">
            <a:extLst>
              <a:ext uri="{FF2B5EF4-FFF2-40B4-BE49-F238E27FC236}">
                <a16:creationId xmlns:a16="http://schemas.microsoft.com/office/drawing/2014/main" id="{5F169797-4D5B-4239-B6DF-976C281B8F9F}"/>
              </a:ext>
            </a:extLst>
          </p:cNvPr>
          <p:cNvPicPr>
            <a:picLocks noGrp="1" noChangeAspect="1"/>
          </p:cNvPicPr>
          <p:nvPr>
            <p:ph type="pic" sz="quarter" idx="12"/>
          </p:nvPr>
        </p:nvPicPr>
        <p:blipFill>
          <a:blip r:embed="rId4" cstate="screen">
            <a:extLst>
              <a:ext uri="{28A0092B-C50C-407E-A947-70E740481C1C}">
                <a14:useLocalDpi xmlns:a14="http://schemas.microsoft.com/office/drawing/2010/main"/>
              </a:ext>
            </a:extLst>
          </a:blip>
          <a:srcRect/>
          <a:stretch>
            <a:fillRect/>
          </a:stretch>
        </p:blipFill>
        <p:spPr/>
      </p:pic>
      <p:pic>
        <p:nvPicPr>
          <p:cNvPr id="16" name="图片占位符 15">
            <a:extLst>
              <a:ext uri="{FF2B5EF4-FFF2-40B4-BE49-F238E27FC236}">
                <a16:creationId xmlns:a16="http://schemas.microsoft.com/office/drawing/2014/main" id="{B46A0D23-A60E-4B1B-BFDA-7EF2102F1D09}"/>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p:pic>
      <p:sp>
        <p:nvSpPr>
          <p:cNvPr id="2" name="Title 1"/>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我们是做什么的？</a:t>
            </a:r>
            <a:endParaRPr lang="en-US" dirty="0">
              <a:latin typeface="张海山锐线体简" panose="02000000000000000000" pitchFamily="2" charset="-122"/>
              <a:ea typeface="张海山锐线体简" panose="02000000000000000000" pitchFamily="2" charset="-122"/>
            </a:endParaRPr>
          </a:p>
        </p:txBody>
      </p:sp>
      <p:sp>
        <p:nvSpPr>
          <p:cNvPr id="3" name="Content Placeholder 2"/>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grpSp>
        <p:nvGrpSpPr>
          <p:cNvPr id="5" name="Group 4"/>
          <p:cNvGrpSpPr/>
          <p:nvPr/>
        </p:nvGrpSpPr>
        <p:grpSpPr>
          <a:xfrm>
            <a:off x="2283516" y="2948856"/>
            <a:ext cx="2274127" cy="2864532"/>
            <a:chOff x="1020037" y="2788031"/>
            <a:chExt cx="2156328" cy="2716150"/>
          </a:xfrm>
        </p:grpSpPr>
        <p:sp>
          <p:nvSpPr>
            <p:cNvPr id="8" name="Title 3"/>
            <p:cNvSpPr txBox="1">
              <a:spLocks/>
            </p:cNvSpPr>
            <p:nvPr/>
          </p:nvSpPr>
          <p:spPr>
            <a:xfrm>
              <a:off x="1022022" y="434314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Cloud Service</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9" name="Title 3"/>
            <p:cNvSpPr txBox="1">
              <a:spLocks/>
            </p:cNvSpPr>
            <p:nvPr/>
          </p:nvSpPr>
          <p:spPr>
            <a:xfrm>
              <a:off x="1020037" y="469518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10" name="Oval 9"/>
            <p:cNvSpPr/>
            <p:nvPr/>
          </p:nvSpPr>
          <p:spPr>
            <a:xfrm>
              <a:off x="1714141" y="2788031"/>
              <a:ext cx="768120" cy="768119"/>
            </a:xfrm>
            <a:prstGeom prst="ellipse">
              <a:avLst/>
            </a:prstGeom>
            <a:solidFill>
              <a:srgbClr val="1C3C54"/>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rgbClr val="FFFFFF"/>
                  </a:solidFill>
                  <a:latin typeface="张海山锐线体简" panose="02000000000000000000" pitchFamily="2" charset="-122"/>
                  <a:ea typeface="张海山锐线体简" panose="02000000000000000000" pitchFamily="2" charset="-122"/>
                  <a:cs typeface="linea-basic-10" charset="0"/>
                </a:rPr>
                <a:t>z</a:t>
              </a:r>
              <a:endParaRPr lang="en-US" sz="1107"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37" name="Group 36"/>
          <p:cNvGrpSpPr/>
          <p:nvPr/>
        </p:nvGrpSpPr>
        <p:grpSpPr>
          <a:xfrm>
            <a:off x="5265917" y="2948856"/>
            <a:ext cx="2274127" cy="2864532"/>
            <a:chOff x="1020037" y="2788031"/>
            <a:chExt cx="2156328" cy="2716150"/>
          </a:xfrm>
        </p:grpSpPr>
        <p:sp>
          <p:nvSpPr>
            <p:cNvPr id="38" name="Title 3"/>
            <p:cNvSpPr txBox="1">
              <a:spLocks/>
            </p:cNvSpPr>
            <p:nvPr/>
          </p:nvSpPr>
          <p:spPr>
            <a:xfrm>
              <a:off x="1022022" y="434314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24/7 Help Team</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39" name="Title 3"/>
            <p:cNvSpPr txBox="1">
              <a:spLocks/>
            </p:cNvSpPr>
            <p:nvPr/>
          </p:nvSpPr>
          <p:spPr>
            <a:xfrm>
              <a:off x="1020037" y="469518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40" name="Oval 39"/>
            <p:cNvSpPr/>
            <p:nvPr/>
          </p:nvSpPr>
          <p:spPr>
            <a:xfrm>
              <a:off x="1714141" y="2788031"/>
              <a:ext cx="768120" cy="768119"/>
            </a:xfrm>
            <a:prstGeom prst="ellipse">
              <a:avLst/>
            </a:prstGeom>
            <a:solidFill>
              <a:srgbClr val="1C3C54"/>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rgbClr val="FFFFFF"/>
                  </a:solidFill>
                  <a:latin typeface="张海山锐线体简" panose="02000000000000000000" pitchFamily="2" charset="-122"/>
                  <a:ea typeface="张海山锐线体简" panose="02000000000000000000" pitchFamily="2" charset="-122"/>
                  <a:cs typeface="linea-basic-10" charset="0"/>
                </a:rPr>
                <a:t>c</a:t>
              </a:r>
              <a:endParaRPr lang="en-US" sz="1107"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42" name="Group 41"/>
          <p:cNvGrpSpPr/>
          <p:nvPr/>
        </p:nvGrpSpPr>
        <p:grpSpPr>
          <a:xfrm>
            <a:off x="8248317" y="2948856"/>
            <a:ext cx="2274127" cy="2864532"/>
            <a:chOff x="1020037" y="2788031"/>
            <a:chExt cx="2156328" cy="2716150"/>
          </a:xfrm>
        </p:grpSpPr>
        <p:sp>
          <p:nvSpPr>
            <p:cNvPr id="43" name="Title 3"/>
            <p:cNvSpPr txBox="1">
              <a:spLocks/>
            </p:cNvSpPr>
            <p:nvPr/>
          </p:nvSpPr>
          <p:spPr>
            <a:xfrm>
              <a:off x="1022022" y="4343148"/>
              <a:ext cx="2152358" cy="41301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2109" b="0" dirty="0">
                  <a:latin typeface="张海山锐线体简" panose="02000000000000000000" pitchFamily="2" charset="-122"/>
                  <a:ea typeface="张海山锐线体简" panose="02000000000000000000" pitchFamily="2" charset="-122"/>
                  <a:cs typeface="Roboto Light" charset="0"/>
                </a:rPr>
                <a:t>Coming Soon</a:t>
              </a:r>
              <a:endParaRPr lang="en-US" sz="1055" b="0" dirty="0">
                <a:latin typeface="张海山锐线体简" panose="02000000000000000000" pitchFamily="2" charset="-122"/>
                <a:ea typeface="张海山锐线体简" panose="02000000000000000000" pitchFamily="2" charset="-122"/>
                <a:cs typeface="Roboto Light" charset="0"/>
              </a:endParaRPr>
            </a:p>
          </p:txBody>
        </p:sp>
        <p:sp>
          <p:nvSpPr>
            <p:cNvPr id="44" name="Title 3"/>
            <p:cNvSpPr txBox="1">
              <a:spLocks/>
            </p:cNvSpPr>
            <p:nvPr/>
          </p:nvSpPr>
          <p:spPr>
            <a:xfrm>
              <a:off x="1020037" y="4695186"/>
              <a:ext cx="2156328" cy="808995"/>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50000"/>
                </a:lnSpc>
                <a:spcBef>
                  <a:spcPts val="1266"/>
                </a:spcBef>
                <a:buClr>
                  <a:schemeClr val="accent3"/>
                </a:buClr>
                <a:buSzPct val="150000"/>
              </a:pP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949"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949"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 1500s, when an unknown printer took a galley of type and scrambled.</a:t>
              </a:r>
            </a:p>
          </p:txBody>
        </p:sp>
        <p:sp>
          <p:nvSpPr>
            <p:cNvPr id="45" name="Oval 44"/>
            <p:cNvSpPr/>
            <p:nvPr/>
          </p:nvSpPr>
          <p:spPr>
            <a:xfrm>
              <a:off x="1714141" y="2788031"/>
              <a:ext cx="768120" cy="768119"/>
            </a:xfrm>
            <a:prstGeom prst="ellipse">
              <a:avLst/>
            </a:prstGeom>
            <a:solidFill>
              <a:srgbClr val="1C3C54"/>
            </a:solidFill>
            <a:ln>
              <a:noFill/>
            </a:ln>
            <a:effectLst>
              <a:outerShdw blurRad="254000" dist="1270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531" dirty="0">
                  <a:solidFill>
                    <a:srgbClr val="FFFFFF"/>
                  </a:solidFill>
                  <a:latin typeface="张海山锐线体简" panose="02000000000000000000" pitchFamily="2" charset="-122"/>
                  <a:ea typeface="张海山锐线体简" panose="02000000000000000000" pitchFamily="2" charset="-122"/>
                  <a:cs typeface="linea-basic-10" charset="0"/>
                </a:rPr>
                <a:t>w</a:t>
              </a:r>
              <a:endParaRPr lang="en-US" sz="1107"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grpSp>
    </p:spTree>
    <p:extLst>
      <p:ext uri="{BB962C8B-B14F-4D97-AF65-F5344CB8AC3E}">
        <p14:creationId xmlns:p14="http://schemas.microsoft.com/office/powerpoint/2010/main" val="81874083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5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500" fill="hold"/>
                                        <p:tgtEl>
                                          <p:spTgt spid="37"/>
                                        </p:tgtEl>
                                        <p:attrNameLst>
                                          <p:attrName>ppt_x</p:attrName>
                                        </p:attrNameLst>
                                      </p:cBhvr>
                                      <p:tavLst>
                                        <p:tav tm="0">
                                          <p:val>
                                            <p:strVal val="#ppt_x"/>
                                          </p:val>
                                        </p:tav>
                                        <p:tav tm="100000">
                                          <p:val>
                                            <p:strVal val="#ppt_x"/>
                                          </p:val>
                                        </p:tav>
                                      </p:tavLst>
                                    </p:anim>
                                    <p:anim calcmode="lin" valueType="num">
                                      <p:cBhvr additive="base">
                                        <p:cTn id="12" dur="1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10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500" fill="hold"/>
                                        <p:tgtEl>
                                          <p:spTgt spid="42"/>
                                        </p:tgtEl>
                                        <p:attrNameLst>
                                          <p:attrName>ppt_x</p:attrName>
                                        </p:attrNameLst>
                                      </p:cBhvr>
                                      <p:tavLst>
                                        <p:tav tm="0">
                                          <p:val>
                                            <p:strVal val="#ppt_x"/>
                                          </p:val>
                                        </p:tav>
                                        <p:tav tm="100000">
                                          <p:val>
                                            <p:strVal val="#ppt_x"/>
                                          </p:val>
                                        </p:tav>
                                      </p:tavLst>
                                    </p:anim>
                                    <p:anim calcmode="lin" valueType="num">
                                      <p:cBhvr additive="base">
                                        <p:cTn id="16" dur="1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080765" y="1090440"/>
            <a:ext cx="4801789" cy="1397978"/>
          </a:xfrm>
        </p:spPr>
        <p:txBody>
          <a:bodyPr/>
          <a:lstStyle/>
          <a:p>
            <a:r>
              <a:rPr lang="zh-CN" altLang="en-US" dirty="0">
                <a:latin typeface="张海山锐线体简" panose="02000000000000000000" pitchFamily="2" charset="-122"/>
                <a:ea typeface="张海山锐线体简" panose="02000000000000000000" pitchFamily="2" charset="-122"/>
              </a:rPr>
              <a:t>我们是做什么的？</a:t>
            </a:r>
            <a:endParaRPr lang="en-US" dirty="0">
              <a:latin typeface="张海山锐线体简" panose="02000000000000000000" pitchFamily="2" charset="-122"/>
              <a:ea typeface="张海山锐线体简" panose="02000000000000000000" pitchFamily="2" charset="-122"/>
            </a:endParaRPr>
          </a:p>
        </p:txBody>
      </p:sp>
      <p:grpSp>
        <p:nvGrpSpPr>
          <p:cNvPr id="15" name="Group 14"/>
          <p:cNvGrpSpPr/>
          <p:nvPr/>
        </p:nvGrpSpPr>
        <p:grpSpPr>
          <a:xfrm>
            <a:off x="4176494" y="2388211"/>
            <a:ext cx="2468983" cy="3916552"/>
            <a:chOff x="3683193" y="2126190"/>
            <a:chExt cx="2341090" cy="3713675"/>
          </a:xfrm>
        </p:grpSpPr>
        <p:sp>
          <p:nvSpPr>
            <p:cNvPr id="7" name="Rounded Rectangle 6"/>
            <p:cNvSpPr/>
            <p:nvPr/>
          </p:nvSpPr>
          <p:spPr>
            <a:xfrm>
              <a:off x="3683195" y="2126190"/>
              <a:ext cx="2341088" cy="3713675"/>
            </a:xfrm>
            <a:prstGeom prst="roundRect">
              <a:avLst>
                <a:gd name="adj" fmla="val 1231"/>
              </a:avLst>
            </a:prstGeom>
            <a:solidFill>
              <a:schemeClr val="bg1"/>
            </a:solidFill>
            <a:ln>
              <a:noFill/>
            </a:ln>
            <a:effectLst>
              <a:outerShdw blurRad="381000" dist="1016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8" name="Title 3"/>
            <p:cNvSpPr txBox="1">
              <a:spLocks/>
            </p:cNvSpPr>
            <p:nvPr/>
          </p:nvSpPr>
          <p:spPr>
            <a:xfrm>
              <a:off x="3683193" y="3963169"/>
              <a:ext cx="2341089"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949"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Mission Small Title</a:t>
              </a:r>
              <a:endParaRPr lang="en-US" sz="211"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9" name="Title 3"/>
            <p:cNvSpPr txBox="1">
              <a:spLocks/>
            </p:cNvSpPr>
            <p:nvPr/>
          </p:nvSpPr>
          <p:spPr>
            <a:xfrm>
              <a:off x="3683193" y="3718118"/>
              <a:ext cx="2341089"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Medium" charset="0"/>
                </a:rPr>
                <a:t>E-Marketing</a:t>
              </a:r>
              <a:endParaRPr lang="en-US" sz="738" b="0" dirty="0">
                <a:latin typeface="张海山锐线体简" panose="02000000000000000000" pitchFamily="2" charset="-122"/>
                <a:ea typeface="张海山锐线体简" panose="02000000000000000000" pitchFamily="2" charset="-122"/>
                <a:cs typeface="Roboto Medium" charset="0"/>
              </a:endParaRPr>
            </a:p>
          </p:txBody>
        </p:sp>
        <p:sp>
          <p:nvSpPr>
            <p:cNvPr id="10" name="Title 3"/>
            <p:cNvSpPr txBox="1">
              <a:spLocks/>
            </p:cNvSpPr>
            <p:nvPr/>
          </p:nvSpPr>
          <p:spPr>
            <a:xfrm>
              <a:off x="3683193" y="4581346"/>
              <a:ext cx="2341089" cy="101422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 </a:t>
              </a:r>
              <a:r>
                <a:rPr lang="en-US" sz="1476" b="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Our mission</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11" name="Rectangle 10"/>
            <p:cNvSpPr/>
            <p:nvPr/>
          </p:nvSpPr>
          <p:spPr>
            <a:xfrm>
              <a:off x="4590908" y="2650067"/>
              <a:ext cx="511013" cy="826194"/>
            </a:xfrm>
            <a:prstGeom prst="rect">
              <a:avLst/>
            </a:prstGeom>
          </p:spPr>
          <p:txBody>
            <a:bodyPr wrap="none">
              <a:spAutoFit/>
            </a:bodyPr>
            <a:lstStyle/>
            <a:p>
              <a:pPr algn="ctr"/>
              <a:r>
                <a:rPr lang="en-US" sz="5062" dirty="0">
                  <a:solidFill>
                    <a:srgbClr val="1C3C54"/>
                  </a:solidFill>
                  <a:latin typeface="张海山锐线体简" panose="02000000000000000000" pitchFamily="2" charset="-122"/>
                  <a:ea typeface="张海山锐线体简" panose="02000000000000000000" pitchFamily="2" charset="-122"/>
                  <a:cs typeface="linea-basic-10" charset="0"/>
                </a:rPr>
                <a:t>S</a:t>
              </a:r>
              <a:endParaRPr lang="en-US" sz="2109" dirty="0">
                <a:solidFill>
                  <a:srgbClr val="1C3C54"/>
                </a:solidFill>
                <a:latin typeface="张海山锐线体简" panose="02000000000000000000" pitchFamily="2" charset="-122"/>
                <a:ea typeface="张海山锐线体简" panose="02000000000000000000" pitchFamily="2" charset="-122"/>
                <a:cs typeface="linea-basic-10" charset="0"/>
              </a:endParaRPr>
            </a:p>
          </p:txBody>
        </p:sp>
        <p:cxnSp>
          <p:nvCxnSpPr>
            <p:cNvPr id="12" name="Straight Connector 11"/>
            <p:cNvCxnSpPr/>
            <p:nvPr/>
          </p:nvCxnSpPr>
          <p:spPr>
            <a:xfrm flipH="1">
              <a:off x="4687639" y="4337056"/>
              <a:ext cx="317548" cy="0"/>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6818336" y="2388211"/>
            <a:ext cx="2468983" cy="3916552"/>
            <a:chOff x="3683193" y="2126190"/>
            <a:chExt cx="2341090" cy="3713675"/>
          </a:xfrm>
        </p:grpSpPr>
        <p:sp>
          <p:nvSpPr>
            <p:cNvPr id="31" name="Rounded Rectangle 30"/>
            <p:cNvSpPr/>
            <p:nvPr/>
          </p:nvSpPr>
          <p:spPr>
            <a:xfrm>
              <a:off x="3683195" y="2126190"/>
              <a:ext cx="2341088" cy="3713675"/>
            </a:xfrm>
            <a:prstGeom prst="roundRect">
              <a:avLst>
                <a:gd name="adj" fmla="val 1231"/>
              </a:avLst>
            </a:prstGeom>
            <a:solidFill>
              <a:schemeClr val="bg1"/>
            </a:solidFill>
            <a:ln>
              <a:noFill/>
            </a:ln>
            <a:effectLst>
              <a:outerShdw blurRad="381000" dist="1016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32" name="Title 3"/>
            <p:cNvSpPr txBox="1">
              <a:spLocks/>
            </p:cNvSpPr>
            <p:nvPr/>
          </p:nvSpPr>
          <p:spPr>
            <a:xfrm>
              <a:off x="3683193" y="3963169"/>
              <a:ext cx="2341089"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949"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Mission Small Title</a:t>
              </a:r>
              <a:endParaRPr lang="en-US" sz="211"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33" name="Title 3"/>
            <p:cNvSpPr txBox="1">
              <a:spLocks/>
            </p:cNvSpPr>
            <p:nvPr/>
          </p:nvSpPr>
          <p:spPr>
            <a:xfrm>
              <a:off x="3683193" y="3718118"/>
              <a:ext cx="2341089"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Medium" charset="0"/>
                </a:rPr>
                <a:t>24/7 Help Center</a:t>
              </a:r>
              <a:endParaRPr lang="en-US" sz="738" b="0" dirty="0">
                <a:latin typeface="张海山锐线体简" panose="02000000000000000000" pitchFamily="2" charset="-122"/>
                <a:ea typeface="张海山锐线体简" panose="02000000000000000000" pitchFamily="2" charset="-122"/>
                <a:cs typeface="Roboto Medium" charset="0"/>
              </a:endParaRPr>
            </a:p>
          </p:txBody>
        </p:sp>
        <p:sp>
          <p:nvSpPr>
            <p:cNvPr id="34" name="Title 3"/>
            <p:cNvSpPr txBox="1">
              <a:spLocks/>
            </p:cNvSpPr>
            <p:nvPr/>
          </p:nvSpPr>
          <p:spPr>
            <a:xfrm>
              <a:off x="3683193" y="4581346"/>
              <a:ext cx="2341089" cy="101422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 </a:t>
              </a:r>
              <a:r>
                <a:rPr lang="en-US" sz="1476" b="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Our mission</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35" name="Rectangle 34"/>
            <p:cNvSpPr/>
            <p:nvPr/>
          </p:nvSpPr>
          <p:spPr>
            <a:xfrm>
              <a:off x="4590908" y="2650067"/>
              <a:ext cx="511013" cy="826194"/>
            </a:xfrm>
            <a:prstGeom prst="rect">
              <a:avLst/>
            </a:prstGeom>
          </p:spPr>
          <p:txBody>
            <a:bodyPr wrap="none">
              <a:spAutoFit/>
            </a:bodyPr>
            <a:lstStyle/>
            <a:p>
              <a:pPr algn="ctr"/>
              <a:r>
                <a:rPr lang="en-US" sz="5062" dirty="0">
                  <a:solidFill>
                    <a:srgbClr val="1C3C54"/>
                  </a:solidFill>
                  <a:latin typeface="张海山锐线体简" panose="02000000000000000000" pitchFamily="2" charset="-122"/>
                  <a:ea typeface="张海山锐线体简" panose="02000000000000000000" pitchFamily="2" charset="-122"/>
                  <a:cs typeface="linea-basic-10" charset="0"/>
                </a:rPr>
                <a:t>V</a:t>
              </a:r>
              <a:endParaRPr lang="en-US" sz="2109" dirty="0">
                <a:solidFill>
                  <a:srgbClr val="1C3C54"/>
                </a:solidFill>
                <a:latin typeface="张海山锐线体简" panose="02000000000000000000" pitchFamily="2" charset="-122"/>
                <a:ea typeface="张海山锐线体简" panose="02000000000000000000" pitchFamily="2" charset="-122"/>
                <a:cs typeface="linea-basic-10" charset="0"/>
              </a:endParaRPr>
            </a:p>
          </p:txBody>
        </p:sp>
        <p:cxnSp>
          <p:nvCxnSpPr>
            <p:cNvPr id="36" name="Straight Connector 35"/>
            <p:cNvCxnSpPr/>
            <p:nvPr/>
          </p:nvCxnSpPr>
          <p:spPr>
            <a:xfrm flipH="1">
              <a:off x="4687639" y="4337056"/>
              <a:ext cx="317548" cy="0"/>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9460177" y="2388211"/>
            <a:ext cx="2468983" cy="3916552"/>
            <a:chOff x="3683193" y="2126190"/>
            <a:chExt cx="2341090" cy="3713675"/>
          </a:xfrm>
        </p:grpSpPr>
        <p:sp>
          <p:nvSpPr>
            <p:cNvPr id="38" name="Rounded Rectangle 37"/>
            <p:cNvSpPr/>
            <p:nvPr/>
          </p:nvSpPr>
          <p:spPr>
            <a:xfrm>
              <a:off x="3683195" y="2126190"/>
              <a:ext cx="2341088" cy="3713675"/>
            </a:xfrm>
            <a:prstGeom prst="roundRect">
              <a:avLst>
                <a:gd name="adj" fmla="val 1231"/>
              </a:avLst>
            </a:prstGeom>
            <a:solidFill>
              <a:schemeClr val="bg1"/>
            </a:solidFill>
            <a:ln>
              <a:noFill/>
            </a:ln>
            <a:effectLst>
              <a:outerShdw blurRad="381000" dist="1016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张海山锐线体简" panose="02000000000000000000" pitchFamily="2" charset="-122"/>
                <a:ea typeface="张海山锐线体简" panose="02000000000000000000" pitchFamily="2" charset="-122"/>
              </a:endParaRPr>
            </a:p>
          </p:txBody>
        </p:sp>
        <p:sp>
          <p:nvSpPr>
            <p:cNvPr id="39" name="Title 3"/>
            <p:cNvSpPr txBox="1">
              <a:spLocks/>
            </p:cNvSpPr>
            <p:nvPr/>
          </p:nvSpPr>
          <p:spPr>
            <a:xfrm>
              <a:off x="3683193" y="3963169"/>
              <a:ext cx="2341089"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949"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Mission Small Title</a:t>
              </a:r>
              <a:endParaRPr lang="en-US" sz="211"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40" name="Title 3"/>
            <p:cNvSpPr txBox="1">
              <a:spLocks/>
            </p:cNvSpPr>
            <p:nvPr/>
          </p:nvSpPr>
          <p:spPr>
            <a:xfrm>
              <a:off x="3683193" y="3718118"/>
              <a:ext cx="2341089"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476" b="0" dirty="0">
                  <a:latin typeface="张海山锐线体简" panose="02000000000000000000" pitchFamily="2" charset="-122"/>
                  <a:ea typeface="张海山锐线体简" panose="02000000000000000000" pitchFamily="2" charset="-122"/>
                  <a:cs typeface="Roboto Medium" charset="0"/>
                </a:rPr>
                <a:t>Location</a:t>
              </a:r>
              <a:endParaRPr lang="en-US" sz="738" b="0" dirty="0">
                <a:latin typeface="张海山锐线体简" panose="02000000000000000000" pitchFamily="2" charset="-122"/>
                <a:ea typeface="张海山锐线体简" panose="02000000000000000000" pitchFamily="2" charset="-122"/>
                <a:cs typeface="Roboto Medium" charset="0"/>
              </a:endParaRPr>
            </a:p>
          </p:txBody>
        </p:sp>
        <p:sp>
          <p:nvSpPr>
            <p:cNvPr id="41" name="Title 3"/>
            <p:cNvSpPr txBox="1">
              <a:spLocks/>
            </p:cNvSpPr>
            <p:nvPr/>
          </p:nvSpPr>
          <p:spPr>
            <a:xfrm>
              <a:off x="3683193" y="4581346"/>
              <a:ext cx="2341089" cy="101422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 </a:t>
              </a:r>
              <a:r>
                <a:rPr lang="en-US" sz="1476" b="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Our mission</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42" name="Rectangle 41"/>
            <p:cNvSpPr/>
            <p:nvPr/>
          </p:nvSpPr>
          <p:spPr>
            <a:xfrm>
              <a:off x="4562788" y="2650067"/>
              <a:ext cx="567252" cy="826194"/>
            </a:xfrm>
            <a:prstGeom prst="rect">
              <a:avLst/>
            </a:prstGeom>
          </p:spPr>
          <p:txBody>
            <a:bodyPr wrap="none">
              <a:spAutoFit/>
            </a:bodyPr>
            <a:lstStyle/>
            <a:p>
              <a:pPr algn="ctr"/>
              <a:r>
                <a:rPr lang="en-US" sz="5062" dirty="0">
                  <a:solidFill>
                    <a:srgbClr val="1C3C54"/>
                  </a:solidFill>
                  <a:latin typeface="张海山锐线体简" panose="02000000000000000000" pitchFamily="2" charset="-122"/>
                  <a:ea typeface="张海山锐线体简" panose="02000000000000000000" pitchFamily="2" charset="-122"/>
                  <a:cs typeface="linea-basic-10" charset="0"/>
                </a:rPr>
                <a:t>Q</a:t>
              </a:r>
              <a:endParaRPr lang="en-US" sz="2109" dirty="0">
                <a:solidFill>
                  <a:srgbClr val="1C3C54"/>
                </a:solidFill>
                <a:latin typeface="张海山锐线体简" panose="02000000000000000000" pitchFamily="2" charset="-122"/>
                <a:ea typeface="张海山锐线体简" panose="02000000000000000000" pitchFamily="2" charset="-122"/>
                <a:cs typeface="linea-basic-10" charset="0"/>
              </a:endParaRPr>
            </a:p>
          </p:txBody>
        </p:sp>
        <p:cxnSp>
          <p:nvCxnSpPr>
            <p:cNvPr id="43" name="Straight Connector 42"/>
            <p:cNvCxnSpPr/>
            <p:nvPr/>
          </p:nvCxnSpPr>
          <p:spPr>
            <a:xfrm flipH="1">
              <a:off x="4687639" y="4337056"/>
              <a:ext cx="317548" cy="0"/>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pic>
        <p:nvPicPr>
          <p:cNvPr id="5" name="图片占位符 4">
            <a:extLst>
              <a:ext uri="{FF2B5EF4-FFF2-40B4-BE49-F238E27FC236}">
                <a16:creationId xmlns:a16="http://schemas.microsoft.com/office/drawing/2014/main" id="{98A23345-DD08-44F8-8C8D-0F0DCA476972}"/>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8911582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5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500" fill="hold"/>
                                        <p:tgtEl>
                                          <p:spTgt spid="30"/>
                                        </p:tgtEl>
                                        <p:attrNameLst>
                                          <p:attrName>ppt_x</p:attrName>
                                        </p:attrNameLst>
                                      </p:cBhvr>
                                      <p:tavLst>
                                        <p:tav tm="0">
                                          <p:val>
                                            <p:strVal val="#ppt_x"/>
                                          </p:val>
                                        </p:tav>
                                        <p:tav tm="100000">
                                          <p:val>
                                            <p:strVal val="#ppt_x"/>
                                          </p:val>
                                        </p:tav>
                                      </p:tavLst>
                                    </p:anim>
                                    <p:anim calcmode="lin" valueType="num">
                                      <p:cBhvr additive="base">
                                        <p:cTn id="12" dur="15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100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500" fill="hold"/>
                                        <p:tgtEl>
                                          <p:spTgt spid="37"/>
                                        </p:tgtEl>
                                        <p:attrNameLst>
                                          <p:attrName>ppt_x</p:attrName>
                                        </p:attrNameLst>
                                      </p:cBhvr>
                                      <p:tavLst>
                                        <p:tav tm="0">
                                          <p:val>
                                            <p:strVal val="#ppt_x"/>
                                          </p:val>
                                        </p:tav>
                                        <p:tav tm="100000">
                                          <p:val>
                                            <p:strVal val="#ppt_x"/>
                                          </p:val>
                                        </p:tav>
                                      </p:tavLst>
                                    </p:anim>
                                    <p:anim calcmode="lin" valueType="num">
                                      <p:cBhvr additive="base">
                                        <p:cTn id="16" dur="1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图片占位符 10">
            <a:extLst>
              <a:ext uri="{FF2B5EF4-FFF2-40B4-BE49-F238E27FC236}">
                <a16:creationId xmlns:a16="http://schemas.microsoft.com/office/drawing/2014/main" id="{A3B294BD-FC5F-476F-B5EE-A1DCEBC6E23E}"/>
              </a:ext>
            </a:extLst>
          </p:cNvPr>
          <p:cNvPicPr>
            <a:picLocks noGrp="1" noChangeAspect="1"/>
          </p:cNvPicPr>
          <p:nvPr>
            <p:ph type="pic" sz="quarter" idx="12"/>
          </p:nvPr>
        </p:nvPicPr>
        <p:blipFill>
          <a:blip r:embed="rId3" cstate="screen">
            <a:extLst>
              <a:ext uri="{28A0092B-C50C-407E-A947-70E740481C1C}">
                <a14:useLocalDpi xmlns:a14="http://schemas.microsoft.com/office/drawing/2010/main"/>
              </a:ext>
            </a:extLst>
          </a:blip>
          <a:srcRect/>
          <a:stretch>
            <a:fillRect/>
          </a:stretch>
        </p:blipFill>
        <p:spPr/>
      </p:pic>
      <p:sp>
        <p:nvSpPr>
          <p:cNvPr id="2" name="Title 1"/>
          <p:cNvSpPr>
            <a:spLocks noGrp="1"/>
          </p:cNvSpPr>
          <p:nvPr>
            <p:ph type="title"/>
          </p:nvPr>
        </p:nvSpPr>
        <p:spPr>
          <a:xfrm>
            <a:off x="1331239" y="5053055"/>
            <a:ext cx="4061879" cy="1397978"/>
          </a:xfrm>
        </p:spPr>
        <p:txBody>
          <a:bodyPr/>
          <a:lstStyle/>
          <a:p>
            <a:r>
              <a:rPr lang="zh-CN" altLang="en-US" dirty="0">
                <a:latin typeface="张海山锐线体简" panose="02000000000000000000" pitchFamily="2" charset="-122"/>
                <a:ea typeface="张海山锐线体简" panose="02000000000000000000" pitchFamily="2" charset="-122"/>
              </a:rPr>
              <a:t>我们是做什么的？</a:t>
            </a:r>
            <a:endParaRPr lang="en-US" dirty="0">
              <a:latin typeface="张海山锐线体简" panose="02000000000000000000" pitchFamily="2" charset="-122"/>
              <a:ea typeface="张海山锐线体简" panose="02000000000000000000" pitchFamily="2" charset="-122"/>
            </a:endParaRPr>
          </a:p>
        </p:txBody>
      </p:sp>
      <p:sp>
        <p:nvSpPr>
          <p:cNvPr id="4" name="Title 3"/>
          <p:cNvSpPr txBox="1">
            <a:spLocks/>
          </p:cNvSpPr>
          <p:nvPr/>
        </p:nvSpPr>
        <p:spPr>
          <a:xfrm>
            <a:off x="1331240" y="1575060"/>
            <a:ext cx="2886246" cy="756778"/>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898" b="0" dirty="0">
                <a:latin typeface="张海山锐线体简" panose="02000000000000000000" pitchFamily="2" charset="-122"/>
                <a:ea typeface="张海山锐线体简" panose="02000000000000000000" pitchFamily="2" charset="-122"/>
                <a:cs typeface="Roboto Medium" charset="0"/>
              </a:rPr>
              <a:t>Best </a:t>
            </a:r>
            <a:r>
              <a:rPr lang="en-US" sz="1898" b="0" dirty="0" err="1">
                <a:latin typeface="张海山锐线体简" panose="02000000000000000000" pitchFamily="2" charset="-122"/>
                <a:ea typeface="张海山锐线体简" panose="02000000000000000000" pitchFamily="2" charset="-122"/>
                <a:cs typeface="Roboto Medium" charset="0"/>
              </a:rPr>
              <a:t>powerpoint</a:t>
            </a:r>
            <a:r>
              <a:rPr lang="en-US" sz="1898" b="0" dirty="0">
                <a:latin typeface="张海山锐线体简" panose="02000000000000000000" pitchFamily="2" charset="-122"/>
                <a:ea typeface="张海山锐线体简" panose="02000000000000000000" pitchFamily="2" charset="-122"/>
                <a:cs typeface="Roboto Medium" charset="0"/>
              </a:rPr>
              <a:t> template</a:t>
            </a:r>
          </a:p>
        </p:txBody>
      </p:sp>
      <p:sp>
        <p:nvSpPr>
          <p:cNvPr id="5" name="TextBox 4"/>
          <p:cNvSpPr txBox="1"/>
          <p:nvPr/>
        </p:nvSpPr>
        <p:spPr>
          <a:xfrm>
            <a:off x="1331240" y="2254882"/>
            <a:ext cx="2534180" cy="1163395"/>
          </a:xfrm>
          <a:prstGeom prst="rect">
            <a:avLst/>
          </a:prstGeom>
          <a:noFill/>
        </p:spPr>
        <p:txBody>
          <a:bodyPr wrap="square" rtlCol="0">
            <a:spAutoFit/>
          </a:bodyPr>
          <a:lstStyle/>
          <a:p>
            <a:pPr>
              <a:lnSpc>
                <a:spcPct val="150000"/>
              </a:lnSpc>
            </a:pPr>
            <a:r>
              <a:rPr lang="en-US" sz="116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6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6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6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dummy text of the printing and typesetting industry. </a:t>
            </a:r>
            <a:r>
              <a:rPr lang="en-US" sz="116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6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6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6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has been the industry's standard dummy text ever since.</a:t>
            </a:r>
          </a:p>
        </p:txBody>
      </p:sp>
      <p:cxnSp>
        <p:nvCxnSpPr>
          <p:cNvPr id="6" name="Straight Connector 5"/>
          <p:cNvCxnSpPr/>
          <p:nvPr/>
        </p:nvCxnSpPr>
        <p:spPr>
          <a:xfrm>
            <a:off x="1462692" y="0"/>
            <a:ext cx="0" cy="127636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1" name="Group 30"/>
          <p:cNvGrpSpPr/>
          <p:nvPr/>
        </p:nvGrpSpPr>
        <p:grpSpPr>
          <a:xfrm>
            <a:off x="5515650" y="2644829"/>
            <a:ext cx="2231397" cy="2231403"/>
            <a:chOff x="5234926" y="2507827"/>
            <a:chExt cx="2115811" cy="2115817"/>
          </a:xfrm>
          <a:solidFill>
            <a:srgbClr val="1C3C54"/>
          </a:solidFill>
        </p:grpSpPr>
        <p:sp>
          <p:nvSpPr>
            <p:cNvPr id="8" name="Rounded Rectangle 7"/>
            <p:cNvSpPr/>
            <p:nvPr/>
          </p:nvSpPr>
          <p:spPr>
            <a:xfrm rot="2700000">
              <a:off x="5234923" y="2507830"/>
              <a:ext cx="2115817" cy="2115811"/>
            </a:xfrm>
            <a:prstGeom prst="roundRect">
              <a:avLst>
                <a:gd name="adj" fmla="val 34663"/>
              </a:avLst>
            </a:prstGeom>
            <a:grpFill/>
            <a:ln>
              <a:noFill/>
            </a:ln>
            <a:effectLst>
              <a:outerShdw blurRad="254000" dist="1270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sp>
          <p:nvSpPr>
            <p:cNvPr id="13" name="Title 3"/>
            <p:cNvSpPr txBox="1">
              <a:spLocks/>
            </p:cNvSpPr>
            <p:nvPr/>
          </p:nvSpPr>
          <p:spPr>
            <a:xfrm>
              <a:off x="5387746" y="3443941"/>
              <a:ext cx="1810168" cy="274764"/>
            </a:xfrm>
            <a:prstGeom prst="rect">
              <a:avLst/>
            </a:prstGeom>
            <a:grpFill/>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898" b="0" dirty="0" err="1">
                  <a:solidFill>
                    <a:srgbClr val="FFFFFF"/>
                  </a:solidFill>
                  <a:latin typeface="张海山锐线体简" panose="02000000000000000000" pitchFamily="2" charset="-122"/>
                  <a:ea typeface="张海山锐线体简" panose="02000000000000000000" pitchFamily="2" charset="-122"/>
                  <a:cs typeface="Roboto Light" charset="0"/>
                </a:rPr>
                <a:t>Powerpoint</a:t>
              </a:r>
              <a:endParaRPr lang="en-US" sz="949" b="0" dirty="0">
                <a:solidFill>
                  <a:srgbClr val="FFFFFF"/>
                </a:solidFill>
                <a:latin typeface="张海山锐线体简" panose="02000000000000000000" pitchFamily="2" charset="-122"/>
                <a:ea typeface="张海山锐线体简" panose="02000000000000000000" pitchFamily="2" charset="-122"/>
                <a:cs typeface="Roboto Light" charset="0"/>
              </a:endParaRPr>
            </a:p>
          </p:txBody>
        </p:sp>
        <p:sp>
          <p:nvSpPr>
            <p:cNvPr id="15" name="Title 3"/>
            <p:cNvSpPr txBox="1">
              <a:spLocks/>
            </p:cNvSpPr>
            <p:nvPr/>
          </p:nvSpPr>
          <p:spPr>
            <a:xfrm>
              <a:off x="5387748" y="3865382"/>
              <a:ext cx="1810167" cy="501994"/>
            </a:xfrm>
            <a:prstGeom prst="rect">
              <a:avLst/>
            </a:prstGeom>
            <a:grpFill/>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055" b="0" dirty="0">
                  <a:solidFill>
                    <a:srgbClr val="FFFFFF">
                      <a:alpha val="70000"/>
                    </a:srgb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rgbClr val="FFFFFF">
                      <a:alpha val="70000"/>
                    </a:srgb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rgbClr val="FFFFFF">
                      <a:alpha val="70000"/>
                    </a:srgb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sp>
          <p:nvSpPr>
            <p:cNvPr id="16" name="Title 3"/>
            <p:cNvSpPr txBox="1">
              <a:spLocks/>
            </p:cNvSpPr>
            <p:nvPr/>
          </p:nvSpPr>
          <p:spPr>
            <a:xfrm>
              <a:off x="5903434" y="2875767"/>
              <a:ext cx="778790" cy="562710"/>
            </a:xfrm>
            <a:prstGeom prst="rect">
              <a:avLst/>
            </a:prstGeom>
            <a:grpFill/>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3797" b="0" dirty="0">
                  <a:solidFill>
                    <a:srgbClr val="FFFFFF"/>
                  </a:solidFill>
                  <a:latin typeface="张海山锐线体简" panose="02000000000000000000" pitchFamily="2" charset="-122"/>
                  <a:ea typeface="张海山锐线体简" panose="02000000000000000000" pitchFamily="2" charset="-122"/>
                  <a:cs typeface="linea-basic-10" charset="0"/>
                </a:rPr>
                <a:t>C</a:t>
              </a:r>
              <a:endParaRPr lang="en-US" sz="1476" b="0"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grpSp>
      <p:grpSp>
        <p:nvGrpSpPr>
          <p:cNvPr id="23" name="Group 22"/>
          <p:cNvGrpSpPr/>
          <p:nvPr/>
        </p:nvGrpSpPr>
        <p:grpSpPr>
          <a:xfrm>
            <a:off x="7583638" y="635831"/>
            <a:ext cx="2263525" cy="2263529"/>
            <a:chOff x="8618998" y="669109"/>
            <a:chExt cx="2360903" cy="2360907"/>
          </a:xfrm>
        </p:grpSpPr>
        <p:sp>
          <p:nvSpPr>
            <p:cNvPr id="9" name="Rounded Rectangle 8"/>
            <p:cNvSpPr/>
            <p:nvPr/>
          </p:nvSpPr>
          <p:spPr>
            <a:xfrm rot="2700000">
              <a:off x="8618996" y="669111"/>
              <a:ext cx="2360907" cy="2360903"/>
            </a:xfrm>
            <a:prstGeom prst="roundRect">
              <a:avLst>
                <a:gd name="adj" fmla="val 34663"/>
              </a:avLst>
            </a:prstGeom>
            <a:solidFill>
              <a:schemeClr val="bg1"/>
            </a:solidFill>
            <a:ln>
              <a:noFill/>
            </a:ln>
            <a:effectLst>
              <a:outerShdw blurRad="101600" dist="381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17" name="Title 3"/>
            <p:cNvSpPr txBox="1">
              <a:spLocks/>
            </p:cNvSpPr>
            <p:nvPr/>
          </p:nvSpPr>
          <p:spPr>
            <a:xfrm>
              <a:off x="8803856" y="1766552"/>
              <a:ext cx="1991185" cy="302240"/>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898" b="0" dirty="0">
                  <a:latin typeface="张海山锐线体简" panose="02000000000000000000" pitchFamily="2" charset="-122"/>
                  <a:ea typeface="张海山锐线体简" panose="02000000000000000000" pitchFamily="2" charset="-122"/>
                  <a:cs typeface="Roboto Light" charset="0"/>
                </a:rPr>
                <a:t>Web Design</a:t>
              </a:r>
              <a:endParaRPr lang="en-US" sz="949" b="0" dirty="0">
                <a:latin typeface="张海山锐线体简" panose="02000000000000000000" pitchFamily="2" charset="-122"/>
                <a:ea typeface="张海山锐线体简" panose="02000000000000000000" pitchFamily="2" charset="-122"/>
                <a:cs typeface="Roboto Light" charset="0"/>
              </a:endParaRPr>
            </a:p>
          </p:txBody>
        </p:sp>
        <p:sp>
          <p:nvSpPr>
            <p:cNvPr id="18" name="Title 3"/>
            <p:cNvSpPr txBox="1">
              <a:spLocks/>
            </p:cNvSpPr>
            <p:nvPr/>
          </p:nvSpPr>
          <p:spPr>
            <a:xfrm>
              <a:off x="8803857" y="2176632"/>
              <a:ext cx="1991184"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sp>
          <p:nvSpPr>
            <p:cNvPr id="19" name="Title 3"/>
            <p:cNvSpPr txBox="1">
              <a:spLocks/>
            </p:cNvSpPr>
            <p:nvPr/>
          </p:nvSpPr>
          <p:spPr>
            <a:xfrm>
              <a:off x="9371113" y="1183981"/>
              <a:ext cx="856669" cy="61898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3797" b="0" dirty="0">
                  <a:latin typeface="张海山锐线体简" panose="02000000000000000000" pitchFamily="2" charset="-122"/>
                  <a:ea typeface="张海山锐线体简" panose="02000000000000000000" pitchFamily="2" charset="-122"/>
                  <a:cs typeface="linea-basic-10" charset="0"/>
                </a:rPr>
                <a:t>H</a:t>
              </a:r>
              <a:endParaRPr lang="en-US" sz="1476" b="0" dirty="0">
                <a:latin typeface="张海山锐线体简" panose="02000000000000000000" pitchFamily="2" charset="-122"/>
                <a:ea typeface="张海山锐线体简" panose="02000000000000000000" pitchFamily="2" charset="-122"/>
                <a:cs typeface="linea-basic-10" charset="0"/>
              </a:endParaRPr>
            </a:p>
          </p:txBody>
        </p:sp>
      </p:grpSp>
      <p:grpSp>
        <p:nvGrpSpPr>
          <p:cNvPr id="24" name="Group 23"/>
          <p:cNvGrpSpPr/>
          <p:nvPr/>
        </p:nvGrpSpPr>
        <p:grpSpPr>
          <a:xfrm>
            <a:off x="7542004" y="4533600"/>
            <a:ext cx="2346798" cy="2263529"/>
            <a:chOff x="8575570" y="3902930"/>
            <a:chExt cx="2447758" cy="2360907"/>
          </a:xfrm>
        </p:grpSpPr>
        <p:sp>
          <p:nvSpPr>
            <p:cNvPr id="10" name="Rounded Rectangle 9"/>
            <p:cNvSpPr/>
            <p:nvPr/>
          </p:nvSpPr>
          <p:spPr>
            <a:xfrm rot="2700000">
              <a:off x="8618995" y="3902932"/>
              <a:ext cx="2360907" cy="2360903"/>
            </a:xfrm>
            <a:prstGeom prst="roundRect">
              <a:avLst>
                <a:gd name="adj" fmla="val 34663"/>
              </a:avLst>
            </a:prstGeom>
            <a:solidFill>
              <a:schemeClr val="bg1"/>
            </a:solidFill>
            <a:ln>
              <a:noFill/>
            </a:ln>
            <a:effectLst>
              <a:outerShdw blurRad="101600" dist="381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20" name="Title 3"/>
            <p:cNvSpPr txBox="1">
              <a:spLocks/>
            </p:cNvSpPr>
            <p:nvPr/>
          </p:nvSpPr>
          <p:spPr>
            <a:xfrm>
              <a:off x="8575570" y="5000373"/>
              <a:ext cx="2447758" cy="302240"/>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898" b="0" dirty="0">
                  <a:latin typeface="张海山锐线体简" panose="02000000000000000000" pitchFamily="2" charset="-122"/>
                  <a:ea typeface="张海山锐线体简" panose="02000000000000000000" pitchFamily="2" charset="-122"/>
                  <a:cs typeface="Roboto Light" charset="0"/>
                </a:rPr>
                <a:t>24/7 Help Center</a:t>
              </a:r>
              <a:endParaRPr lang="en-US" sz="949" b="0" dirty="0">
                <a:latin typeface="张海山锐线体简" panose="02000000000000000000" pitchFamily="2" charset="-122"/>
                <a:ea typeface="张海山锐线体简" panose="02000000000000000000" pitchFamily="2" charset="-122"/>
                <a:cs typeface="Roboto Light" charset="0"/>
              </a:endParaRPr>
            </a:p>
          </p:txBody>
        </p:sp>
        <p:sp>
          <p:nvSpPr>
            <p:cNvPr id="21" name="Title 3"/>
            <p:cNvSpPr txBox="1">
              <a:spLocks/>
            </p:cNvSpPr>
            <p:nvPr/>
          </p:nvSpPr>
          <p:spPr>
            <a:xfrm>
              <a:off x="8803857" y="5410453"/>
              <a:ext cx="1991184"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sp>
          <p:nvSpPr>
            <p:cNvPr id="22" name="Title 3"/>
            <p:cNvSpPr txBox="1">
              <a:spLocks/>
            </p:cNvSpPr>
            <p:nvPr/>
          </p:nvSpPr>
          <p:spPr>
            <a:xfrm>
              <a:off x="9371113" y="4417802"/>
              <a:ext cx="856669" cy="61898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3797" b="0" dirty="0">
                  <a:latin typeface="张海山锐线体简" panose="02000000000000000000" pitchFamily="2" charset="-122"/>
                  <a:ea typeface="张海山锐线体简" panose="02000000000000000000" pitchFamily="2" charset="-122"/>
                  <a:cs typeface="linea-basic-10" charset="0"/>
                </a:rPr>
                <a:t>V</a:t>
              </a:r>
              <a:endParaRPr lang="en-US" sz="1476" b="0" dirty="0">
                <a:latin typeface="张海山锐线体简" panose="02000000000000000000" pitchFamily="2" charset="-122"/>
                <a:ea typeface="张海山锐线体简" panose="02000000000000000000" pitchFamily="2" charset="-122"/>
                <a:cs typeface="linea-basic-10" charset="0"/>
              </a:endParaRPr>
            </a:p>
          </p:txBody>
        </p:sp>
      </p:grpSp>
      <p:grpSp>
        <p:nvGrpSpPr>
          <p:cNvPr id="25" name="Group 24"/>
          <p:cNvGrpSpPr/>
          <p:nvPr/>
        </p:nvGrpSpPr>
        <p:grpSpPr>
          <a:xfrm>
            <a:off x="9622803" y="2584716"/>
            <a:ext cx="2263525" cy="2263529"/>
            <a:chOff x="8618997" y="3902930"/>
            <a:chExt cx="2360903" cy="2360907"/>
          </a:xfrm>
        </p:grpSpPr>
        <p:sp>
          <p:nvSpPr>
            <p:cNvPr id="26" name="Rounded Rectangle 25"/>
            <p:cNvSpPr/>
            <p:nvPr/>
          </p:nvSpPr>
          <p:spPr>
            <a:xfrm rot="2700000">
              <a:off x="8618995" y="3902932"/>
              <a:ext cx="2360907" cy="2360903"/>
            </a:xfrm>
            <a:prstGeom prst="roundRect">
              <a:avLst>
                <a:gd name="adj" fmla="val 34663"/>
              </a:avLst>
            </a:prstGeom>
            <a:solidFill>
              <a:schemeClr val="bg1"/>
            </a:solidFill>
            <a:ln>
              <a:noFill/>
            </a:ln>
            <a:effectLst>
              <a:outerShdw blurRad="101600" dist="381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27" name="Title 3"/>
            <p:cNvSpPr txBox="1">
              <a:spLocks/>
            </p:cNvSpPr>
            <p:nvPr/>
          </p:nvSpPr>
          <p:spPr>
            <a:xfrm>
              <a:off x="8666829" y="5000373"/>
              <a:ext cx="2265239" cy="302240"/>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898" b="0" dirty="0" err="1">
                  <a:latin typeface="张海山锐线体简" panose="02000000000000000000" pitchFamily="2" charset="-122"/>
                  <a:ea typeface="张海山锐线体简" panose="02000000000000000000" pitchFamily="2" charset="-122"/>
                  <a:cs typeface="Roboto Light" charset="0"/>
                </a:rPr>
                <a:t>Devloper</a:t>
              </a:r>
              <a:endParaRPr lang="en-US" sz="949" b="0" dirty="0">
                <a:latin typeface="张海山锐线体简" panose="02000000000000000000" pitchFamily="2" charset="-122"/>
                <a:ea typeface="张海山锐线体简" panose="02000000000000000000" pitchFamily="2" charset="-122"/>
                <a:cs typeface="Roboto Light" charset="0"/>
              </a:endParaRPr>
            </a:p>
          </p:txBody>
        </p:sp>
        <p:sp>
          <p:nvSpPr>
            <p:cNvPr id="28" name="Title 3"/>
            <p:cNvSpPr txBox="1">
              <a:spLocks/>
            </p:cNvSpPr>
            <p:nvPr/>
          </p:nvSpPr>
          <p:spPr>
            <a:xfrm>
              <a:off x="8803857" y="5410453"/>
              <a:ext cx="1991184" cy="552193"/>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spcBef>
                  <a:spcPts val="1266"/>
                </a:spcBef>
                <a:buClr>
                  <a:schemeClr val="accent1"/>
                </a:buClr>
                <a:buSzPct val="150000"/>
              </a:pP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055"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055"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sp>
          <p:nvSpPr>
            <p:cNvPr id="29" name="Title 3"/>
            <p:cNvSpPr txBox="1">
              <a:spLocks/>
            </p:cNvSpPr>
            <p:nvPr/>
          </p:nvSpPr>
          <p:spPr>
            <a:xfrm>
              <a:off x="9371113" y="4417802"/>
              <a:ext cx="856669" cy="61898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3797" b="0" dirty="0">
                  <a:latin typeface="张海山锐线体简" panose="02000000000000000000" pitchFamily="2" charset="-122"/>
                  <a:ea typeface="张海山锐线体简" panose="02000000000000000000" pitchFamily="2" charset="-122"/>
                  <a:cs typeface="linea-basic-10" charset="0"/>
                </a:rPr>
                <a:t>U</a:t>
              </a:r>
              <a:endParaRPr lang="en-US" sz="1476" b="0" dirty="0">
                <a:latin typeface="张海山锐线体简" panose="02000000000000000000" pitchFamily="2" charset="-122"/>
                <a:ea typeface="张海山锐线体简" panose="02000000000000000000" pitchFamily="2" charset="-122"/>
                <a:cs typeface="linea-basic-10" charset="0"/>
              </a:endParaRPr>
            </a:p>
          </p:txBody>
        </p:sp>
      </p:grpSp>
    </p:spTree>
    <p:extLst>
      <p:ext uri="{BB962C8B-B14F-4D97-AF65-F5344CB8AC3E}">
        <p14:creationId xmlns:p14="http://schemas.microsoft.com/office/powerpoint/2010/main" val="5886964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5000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500" fill="hold"/>
                                        <p:tgtEl>
                                          <p:spTgt spid="31"/>
                                        </p:tgtEl>
                                        <p:attrNameLst>
                                          <p:attrName>ppt_x</p:attrName>
                                        </p:attrNameLst>
                                      </p:cBhvr>
                                      <p:tavLst>
                                        <p:tav tm="0">
                                          <p:val>
                                            <p:strVal val="1+#ppt_w/2"/>
                                          </p:val>
                                        </p:tav>
                                        <p:tav tm="100000">
                                          <p:val>
                                            <p:strVal val="#ppt_x"/>
                                          </p:val>
                                        </p:tav>
                                      </p:tavLst>
                                    </p:anim>
                                    <p:anim calcmode="lin" valueType="num">
                                      <p:cBhvr additive="base">
                                        <p:cTn id="8" dur="1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decel="50000" fill="hold" nodeType="withEffect">
                                  <p:stCondLst>
                                    <p:cond delay="50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500" fill="hold"/>
                                        <p:tgtEl>
                                          <p:spTgt spid="23"/>
                                        </p:tgtEl>
                                        <p:attrNameLst>
                                          <p:attrName>ppt_x</p:attrName>
                                        </p:attrNameLst>
                                      </p:cBhvr>
                                      <p:tavLst>
                                        <p:tav tm="0">
                                          <p:val>
                                            <p:strVal val="1+#ppt_w/2"/>
                                          </p:val>
                                        </p:tav>
                                        <p:tav tm="100000">
                                          <p:val>
                                            <p:strVal val="#ppt_x"/>
                                          </p:val>
                                        </p:tav>
                                      </p:tavLst>
                                    </p:anim>
                                    <p:anim calcmode="lin" valueType="num">
                                      <p:cBhvr additive="base">
                                        <p:cTn id="12" dur="15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2" decel="50000" fill="hold" nodeType="withEffect">
                                  <p:stCondLst>
                                    <p:cond delay="10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2" decel="50000" fill="hold" nodeType="withEffect">
                                  <p:stCondLst>
                                    <p:cond delay="15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1+#ppt_w/2"/>
                                          </p:val>
                                        </p:tav>
                                        <p:tav tm="100000">
                                          <p:val>
                                            <p:strVal val="#ppt_x"/>
                                          </p:val>
                                        </p:tav>
                                      </p:tavLst>
                                    </p:anim>
                                    <p:anim calcmode="lin" valueType="num">
                                      <p:cBhvr additive="base">
                                        <p:cTn id="20"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占位符 8">
            <a:extLst>
              <a:ext uri="{FF2B5EF4-FFF2-40B4-BE49-F238E27FC236}">
                <a16:creationId xmlns:a16="http://schemas.microsoft.com/office/drawing/2014/main" id="{1D3EAE00-311C-410C-B387-290DD63E8456}"/>
              </a:ext>
            </a:extLst>
          </p:cNvPr>
          <p:cNvPicPr>
            <a:picLocks noGrp="1" noChangeAspect="1"/>
          </p:cNvPicPr>
          <p:nvPr>
            <p:ph type="pic" sz="quarter" idx="12"/>
          </p:nvPr>
        </p:nvPicPr>
        <p:blipFill>
          <a:blip r:embed="rId3" cstate="screen">
            <a:extLst>
              <a:ext uri="{28A0092B-C50C-407E-A947-70E740481C1C}">
                <a14:useLocalDpi xmlns:a14="http://schemas.microsoft.com/office/drawing/2010/main"/>
              </a:ext>
            </a:extLst>
          </a:blip>
          <a:srcRect/>
          <a:stretch>
            <a:fillRect/>
          </a:stretch>
        </p:blipFill>
        <p:spPr/>
      </p:pic>
      <p:cxnSp>
        <p:nvCxnSpPr>
          <p:cNvPr id="26" name="Straight Connector 25"/>
          <p:cNvCxnSpPr/>
          <p:nvPr/>
        </p:nvCxnSpPr>
        <p:spPr>
          <a:xfrm>
            <a:off x="3775113" y="3586364"/>
            <a:ext cx="5338958" cy="0"/>
          </a:xfrm>
          <a:prstGeom prst="line">
            <a:avLst/>
          </a:prstGeom>
          <a:ln>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zh-CN" altLang="en-US" dirty="0">
                <a:latin typeface="张海山锐线体简" panose="02000000000000000000" pitchFamily="2" charset="-122"/>
                <a:ea typeface="张海山锐线体简" panose="02000000000000000000" pitchFamily="2" charset="-122"/>
              </a:rPr>
              <a:t>我们是做什么的？</a:t>
            </a:r>
            <a:endParaRPr lang="en-US" dirty="0">
              <a:latin typeface="张海山锐线体简" panose="02000000000000000000" pitchFamily="2" charset="-122"/>
              <a:ea typeface="张海山锐线体简" panose="02000000000000000000" pitchFamily="2" charset="-122"/>
            </a:endParaRPr>
          </a:p>
        </p:txBody>
      </p:sp>
      <p:sp>
        <p:nvSpPr>
          <p:cNvPr id="3" name="Content Placeholder 2"/>
          <p:cNvSpPr>
            <a:spLocks noGrp="1"/>
          </p:cNvSpPr>
          <p:nvPr>
            <p:ph sz="quarter" idx="10"/>
          </p:nvPr>
        </p:nvSpPr>
        <p:spPr/>
        <p:txBody>
          <a:bodyPr/>
          <a:lstStyle/>
          <a:p>
            <a:r>
              <a:rPr lang="en-US" dirty="0">
                <a:latin typeface="张海山锐线体简" panose="02000000000000000000" pitchFamily="2" charset="-122"/>
                <a:ea typeface="张海山锐线体简" panose="02000000000000000000" pitchFamily="2" charset="-122"/>
              </a:rPr>
              <a:t>BEST PRESENTATION TEMPLATE</a:t>
            </a:r>
          </a:p>
        </p:txBody>
      </p:sp>
      <p:sp>
        <p:nvSpPr>
          <p:cNvPr id="5" name="Rounded Rectangle 4"/>
          <p:cNvSpPr/>
          <p:nvPr/>
        </p:nvSpPr>
        <p:spPr>
          <a:xfrm rot="2700000">
            <a:off x="5713830" y="2898587"/>
            <a:ext cx="1431088" cy="1431084"/>
          </a:xfrm>
          <a:prstGeom prst="roundRect">
            <a:avLst>
              <a:gd name="adj" fmla="val 34663"/>
            </a:avLst>
          </a:prstGeom>
          <a:solidFill>
            <a:srgbClr val="1C3C54"/>
          </a:solidFill>
          <a:ln>
            <a:noFill/>
          </a:ln>
          <a:effectLst>
            <a:outerShdw blurRad="254000" dist="1270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sp>
        <p:nvSpPr>
          <p:cNvPr id="6" name="Rounded Rectangle 5"/>
          <p:cNvSpPr/>
          <p:nvPr/>
        </p:nvSpPr>
        <p:spPr>
          <a:xfrm rot="2700000">
            <a:off x="2740021" y="3043405"/>
            <a:ext cx="1078220" cy="1078217"/>
          </a:xfrm>
          <a:prstGeom prst="roundRect">
            <a:avLst>
              <a:gd name="adj" fmla="val 34663"/>
            </a:avLst>
          </a:prstGeom>
          <a:solidFill>
            <a:schemeClr val="bg1"/>
          </a:solidFill>
          <a:ln>
            <a:noFill/>
          </a:ln>
          <a:effectLst>
            <a:outerShdw blurRad="101600" dist="381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7" name="Rounded Rectangle 6"/>
          <p:cNvSpPr/>
          <p:nvPr/>
        </p:nvSpPr>
        <p:spPr>
          <a:xfrm rot="2700000">
            <a:off x="9040507" y="3043404"/>
            <a:ext cx="1078220" cy="1078217"/>
          </a:xfrm>
          <a:prstGeom prst="roundRect">
            <a:avLst>
              <a:gd name="adj" fmla="val 34663"/>
            </a:avLst>
          </a:prstGeom>
          <a:solidFill>
            <a:schemeClr val="bg1"/>
          </a:solidFill>
          <a:ln>
            <a:noFill/>
          </a:ln>
          <a:effectLst>
            <a:outerShdw blurRad="101600" dist="38100" dir="5400000" algn="t"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7"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11" name="Rectangle 10"/>
          <p:cNvSpPr/>
          <p:nvPr/>
        </p:nvSpPr>
        <p:spPr>
          <a:xfrm>
            <a:off x="6192770" y="3241692"/>
            <a:ext cx="473206" cy="676660"/>
          </a:xfrm>
          <a:prstGeom prst="rect">
            <a:avLst/>
          </a:prstGeom>
        </p:spPr>
        <p:txBody>
          <a:bodyPr wrap="none">
            <a:spAutoFit/>
          </a:bodyPr>
          <a:lstStyle/>
          <a:p>
            <a:pPr algn="ctr"/>
            <a:r>
              <a:rPr lang="en-US" sz="3797" dirty="0">
                <a:solidFill>
                  <a:srgbClr val="FFFFFF"/>
                </a:solidFill>
                <a:latin typeface="张海山锐线体简" panose="02000000000000000000" pitchFamily="2" charset="-122"/>
                <a:ea typeface="张海山锐线体简" panose="02000000000000000000" pitchFamily="2" charset="-122"/>
                <a:cs typeface="linea-basic-10" charset="0"/>
              </a:rPr>
              <a:t>C</a:t>
            </a:r>
            <a:endParaRPr lang="en-US" sz="1476" dirty="0">
              <a:solidFill>
                <a:srgbClr val="FFFFFF"/>
              </a:solidFill>
              <a:latin typeface="张海山锐线体简" panose="02000000000000000000" pitchFamily="2" charset="-122"/>
              <a:ea typeface="张海山锐线体简" panose="02000000000000000000" pitchFamily="2" charset="-122"/>
              <a:cs typeface="linea-basic-10" charset="0"/>
            </a:endParaRPr>
          </a:p>
        </p:txBody>
      </p:sp>
      <p:sp>
        <p:nvSpPr>
          <p:cNvPr id="12" name="Rectangle 11"/>
          <p:cNvSpPr/>
          <p:nvPr/>
        </p:nvSpPr>
        <p:spPr>
          <a:xfrm>
            <a:off x="3109050" y="3338228"/>
            <a:ext cx="340158" cy="546753"/>
          </a:xfrm>
          <a:prstGeom prst="rect">
            <a:avLst/>
          </a:prstGeom>
        </p:spPr>
        <p:txBody>
          <a:bodyPr wrap="none">
            <a:spAutoFit/>
          </a:bodyPr>
          <a:lstStyle/>
          <a:p>
            <a:pPr algn="ctr"/>
            <a:r>
              <a:rPr lang="en-US" sz="2953" dirty="0">
                <a:solidFill>
                  <a:schemeClr val="accent1"/>
                </a:solidFill>
                <a:latin typeface="张海山锐线体简" panose="02000000000000000000" pitchFamily="2" charset="-122"/>
                <a:ea typeface="张海山锐线体简" panose="02000000000000000000" pitchFamily="2" charset="-122"/>
                <a:cs typeface="linea-basic-10" charset="0"/>
              </a:rPr>
              <a:t>c</a:t>
            </a:r>
            <a:endParaRPr lang="en-US" sz="1160" dirty="0">
              <a:solidFill>
                <a:schemeClr val="accent1"/>
              </a:solidFill>
              <a:latin typeface="张海山锐线体简" panose="02000000000000000000" pitchFamily="2" charset="-122"/>
              <a:ea typeface="张海山锐线体简" panose="02000000000000000000" pitchFamily="2" charset="-122"/>
              <a:cs typeface="linea-basic-10" charset="0"/>
            </a:endParaRPr>
          </a:p>
        </p:txBody>
      </p:sp>
      <p:sp>
        <p:nvSpPr>
          <p:cNvPr id="13" name="Rectangle 12"/>
          <p:cNvSpPr/>
          <p:nvPr/>
        </p:nvSpPr>
        <p:spPr>
          <a:xfrm>
            <a:off x="9383890" y="3338228"/>
            <a:ext cx="391453" cy="546753"/>
          </a:xfrm>
          <a:prstGeom prst="rect">
            <a:avLst/>
          </a:prstGeom>
        </p:spPr>
        <p:txBody>
          <a:bodyPr wrap="none">
            <a:spAutoFit/>
          </a:bodyPr>
          <a:lstStyle/>
          <a:p>
            <a:pPr algn="ctr"/>
            <a:r>
              <a:rPr lang="en-US" sz="2953" dirty="0">
                <a:solidFill>
                  <a:schemeClr val="accent3"/>
                </a:solidFill>
                <a:latin typeface="张海山锐线体简" panose="02000000000000000000" pitchFamily="2" charset="-122"/>
                <a:ea typeface="张海山锐线体简" panose="02000000000000000000" pitchFamily="2" charset="-122"/>
                <a:cs typeface="linea-basic-10" charset="0"/>
              </a:rPr>
              <a:t>S</a:t>
            </a:r>
            <a:endParaRPr lang="en-US" sz="1160" dirty="0">
              <a:solidFill>
                <a:schemeClr val="accent3"/>
              </a:solidFill>
              <a:latin typeface="张海山锐线体简" panose="02000000000000000000" pitchFamily="2" charset="-122"/>
              <a:ea typeface="张海山锐线体简" panose="02000000000000000000" pitchFamily="2" charset="-122"/>
              <a:cs typeface="linea-basic-10" charset="0"/>
            </a:endParaRPr>
          </a:p>
        </p:txBody>
      </p:sp>
      <p:grpSp>
        <p:nvGrpSpPr>
          <p:cNvPr id="23" name="Group 22"/>
          <p:cNvGrpSpPr/>
          <p:nvPr/>
        </p:nvGrpSpPr>
        <p:grpSpPr>
          <a:xfrm>
            <a:off x="2121400" y="4464442"/>
            <a:ext cx="2291660" cy="1132419"/>
            <a:chOff x="2011178" y="4233185"/>
            <a:chExt cx="2172952" cy="1073760"/>
          </a:xfrm>
        </p:grpSpPr>
        <p:sp>
          <p:nvSpPr>
            <p:cNvPr id="14" name="Title 3"/>
            <p:cNvSpPr txBox="1">
              <a:spLocks/>
            </p:cNvSpPr>
            <p:nvPr/>
          </p:nvSpPr>
          <p:spPr>
            <a:xfrm>
              <a:off x="2011179" y="4233185"/>
              <a:ext cx="2172951"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60" b="0" dirty="0">
                  <a:latin typeface="张海山锐线体简" panose="02000000000000000000" pitchFamily="2" charset="-122"/>
                  <a:ea typeface="张海山锐线体简" panose="02000000000000000000" pitchFamily="2" charset="-122"/>
                  <a:cs typeface="Roboto Medium" charset="0"/>
                </a:rPr>
                <a:t>CREATIVE IDEAS</a:t>
              </a:r>
              <a:endParaRPr lang="en-US" sz="527" b="0" dirty="0">
                <a:latin typeface="张海山锐线体简" panose="02000000000000000000" pitchFamily="2" charset="-122"/>
                <a:ea typeface="张海山锐线体简" panose="02000000000000000000" pitchFamily="2" charset="-122"/>
                <a:cs typeface="Roboto Medium" charset="0"/>
              </a:endParaRPr>
            </a:p>
          </p:txBody>
        </p:sp>
        <p:sp>
          <p:nvSpPr>
            <p:cNvPr id="15" name="Title 3"/>
            <p:cNvSpPr txBox="1">
              <a:spLocks/>
            </p:cNvSpPr>
            <p:nvPr/>
          </p:nvSpPr>
          <p:spPr>
            <a:xfrm>
              <a:off x="2011178" y="4515694"/>
              <a:ext cx="2172952" cy="79125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grpSp>
      <p:grpSp>
        <p:nvGrpSpPr>
          <p:cNvPr id="25" name="Group 24"/>
          <p:cNvGrpSpPr/>
          <p:nvPr/>
        </p:nvGrpSpPr>
        <p:grpSpPr>
          <a:xfrm>
            <a:off x="4969007" y="5253119"/>
            <a:ext cx="2872646" cy="1132419"/>
            <a:chOff x="4711279" y="4981008"/>
            <a:chExt cx="2723843" cy="1073760"/>
          </a:xfrm>
        </p:grpSpPr>
        <p:sp>
          <p:nvSpPr>
            <p:cNvPr id="16" name="Title 3"/>
            <p:cNvSpPr txBox="1">
              <a:spLocks/>
            </p:cNvSpPr>
            <p:nvPr/>
          </p:nvSpPr>
          <p:spPr>
            <a:xfrm>
              <a:off x="4711280" y="4981008"/>
              <a:ext cx="2723842"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60" b="0" dirty="0">
                  <a:latin typeface="张海山锐线体简" panose="02000000000000000000" pitchFamily="2" charset="-122"/>
                  <a:ea typeface="张海山锐线体简" panose="02000000000000000000" pitchFamily="2" charset="-122"/>
                  <a:cs typeface="Roboto Medium" charset="0"/>
                </a:rPr>
                <a:t>COMPANY’S SUCCESS</a:t>
              </a:r>
              <a:endParaRPr lang="en-US" sz="527" b="0" dirty="0">
                <a:latin typeface="张海山锐线体简" panose="02000000000000000000" pitchFamily="2" charset="-122"/>
                <a:ea typeface="张海山锐线体简" panose="02000000000000000000" pitchFamily="2" charset="-122"/>
                <a:cs typeface="Roboto Medium" charset="0"/>
              </a:endParaRPr>
            </a:p>
          </p:txBody>
        </p:sp>
        <p:sp>
          <p:nvSpPr>
            <p:cNvPr id="17" name="Title 3"/>
            <p:cNvSpPr txBox="1">
              <a:spLocks/>
            </p:cNvSpPr>
            <p:nvPr/>
          </p:nvSpPr>
          <p:spPr>
            <a:xfrm>
              <a:off x="4711279" y="5263517"/>
              <a:ext cx="2723842" cy="79125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grpSp>
      <p:grpSp>
        <p:nvGrpSpPr>
          <p:cNvPr id="24" name="Group 23"/>
          <p:cNvGrpSpPr/>
          <p:nvPr/>
        </p:nvGrpSpPr>
        <p:grpSpPr>
          <a:xfrm>
            <a:off x="8397602" y="4464442"/>
            <a:ext cx="2291660" cy="1132419"/>
            <a:chOff x="7962273" y="4233185"/>
            <a:chExt cx="2172952" cy="1073760"/>
          </a:xfrm>
        </p:grpSpPr>
        <p:sp>
          <p:nvSpPr>
            <p:cNvPr id="18" name="Title 3"/>
            <p:cNvSpPr txBox="1">
              <a:spLocks/>
            </p:cNvSpPr>
            <p:nvPr/>
          </p:nvSpPr>
          <p:spPr>
            <a:xfrm>
              <a:off x="7962274" y="4233185"/>
              <a:ext cx="2172951" cy="246539"/>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80000"/>
                </a:lnSpc>
              </a:pPr>
              <a:r>
                <a:rPr lang="en-US" sz="1160" b="0" dirty="0">
                  <a:latin typeface="张海山锐线体简" panose="02000000000000000000" pitchFamily="2" charset="-122"/>
                  <a:ea typeface="张海山锐线体简" panose="02000000000000000000" pitchFamily="2" charset="-122"/>
                  <a:cs typeface="Roboto Medium" charset="0"/>
                </a:rPr>
                <a:t>WE LOVE OUR PROJECTS</a:t>
              </a:r>
              <a:endParaRPr lang="en-US" sz="527" b="0" dirty="0">
                <a:latin typeface="张海山锐线体简" panose="02000000000000000000" pitchFamily="2" charset="-122"/>
                <a:ea typeface="张海山锐线体简" panose="02000000000000000000" pitchFamily="2" charset="-122"/>
                <a:cs typeface="Roboto Medium" charset="0"/>
              </a:endParaRPr>
            </a:p>
          </p:txBody>
        </p:sp>
        <p:sp>
          <p:nvSpPr>
            <p:cNvPr id="19" name="Title 3"/>
            <p:cNvSpPr txBox="1">
              <a:spLocks/>
            </p:cNvSpPr>
            <p:nvPr/>
          </p:nvSpPr>
          <p:spPr>
            <a:xfrm>
              <a:off x="7962273" y="4515694"/>
              <a:ext cx="2172952" cy="791251"/>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gn="ctr">
                <a:lnSpc>
                  <a:spcPct val="100000"/>
                </a:lnSpc>
              </a:pPr>
              <a:r>
                <a:rPr lang="en-US" sz="1476"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How L’Oreal Built a UV Measuring Temporary Tattoo.</a:t>
              </a:r>
              <a:endParaRPr lang="en-US" sz="738"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grpSp>
    </p:spTree>
    <p:extLst>
      <p:ext uri="{BB962C8B-B14F-4D97-AF65-F5344CB8AC3E}">
        <p14:creationId xmlns:p14="http://schemas.microsoft.com/office/powerpoint/2010/main" val="6898425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500" fill="hold"/>
                                        <p:tgtEl>
                                          <p:spTgt spid="23"/>
                                        </p:tgtEl>
                                        <p:attrNameLst>
                                          <p:attrName>ppt_x</p:attrName>
                                        </p:attrNameLst>
                                      </p:cBhvr>
                                      <p:tavLst>
                                        <p:tav tm="0">
                                          <p:val>
                                            <p:strVal val="#ppt_x"/>
                                          </p:val>
                                        </p:tav>
                                        <p:tav tm="100000">
                                          <p:val>
                                            <p:strVal val="#ppt_x"/>
                                          </p:val>
                                        </p:tav>
                                      </p:tavLst>
                                    </p:anim>
                                    <p:anim calcmode="lin" valueType="num">
                                      <p:cBhvr additive="base">
                                        <p:cTn id="8" dur="1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50000" fill="hold" nodeType="withEffect">
                                  <p:stCondLst>
                                    <p:cond delay="5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decel="50000" fill="hold" nodeType="withEffect">
                                  <p:stCondLst>
                                    <p:cond delay="10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ppt_x"/>
                                          </p:val>
                                        </p:tav>
                                        <p:tav tm="100000">
                                          <p:val>
                                            <p:strVal val="#ppt_x"/>
                                          </p:val>
                                        </p:tav>
                                      </p:tavLst>
                                    </p:anim>
                                    <p:anim calcmode="lin" valueType="num">
                                      <p:cBhvr additive="base">
                                        <p:cTn id="16" dur="1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占位符 4">
            <a:extLst>
              <a:ext uri="{FF2B5EF4-FFF2-40B4-BE49-F238E27FC236}">
                <a16:creationId xmlns:a16="http://schemas.microsoft.com/office/drawing/2014/main" id="{72A60781-DE7B-42A0-B735-31445A810108}"/>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
        <p:nvSpPr>
          <p:cNvPr id="9" name="Oval 8"/>
          <p:cNvSpPr/>
          <p:nvPr/>
        </p:nvSpPr>
        <p:spPr>
          <a:xfrm>
            <a:off x="3986347" y="1165122"/>
            <a:ext cx="4886057" cy="4886053"/>
          </a:xfrm>
          <a:prstGeom prst="ellipse">
            <a:avLst/>
          </a:prstGeom>
          <a:noFill/>
          <a:ln>
            <a:solidFill>
              <a:srgbClr val="FFFFFF"/>
            </a:solid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1476" dirty="0">
              <a:solidFill>
                <a:schemeClr val="tx1"/>
              </a:solidFill>
              <a:latin typeface="张海山锐线体简" panose="02000000000000000000" pitchFamily="2" charset="-122"/>
              <a:ea typeface="张海山锐线体简" panose="02000000000000000000" pitchFamily="2" charset="-122"/>
              <a:cs typeface="Roboto Light" charset="0"/>
            </a:endParaRPr>
          </a:p>
        </p:txBody>
      </p:sp>
      <p:sp>
        <p:nvSpPr>
          <p:cNvPr id="3" name="Oval 2"/>
          <p:cNvSpPr/>
          <p:nvPr/>
        </p:nvSpPr>
        <p:spPr>
          <a:xfrm>
            <a:off x="5401651" y="2580425"/>
            <a:ext cx="2055448" cy="2055446"/>
          </a:xfrm>
          <a:prstGeom prst="ellipse">
            <a:avLst/>
          </a:prstGeom>
          <a:solidFill>
            <a:schemeClr val="bg1"/>
          </a:solidFill>
          <a:ln>
            <a:noFill/>
          </a:ln>
          <a:effectLst>
            <a:outerShdw blurRad="381000" dist="254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797" dirty="0">
                <a:solidFill>
                  <a:schemeClr val="tx1"/>
                </a:solidFill>
                <a:latin typeface="张海山锐线体简" panose="02000000000000000000" pitchFamily="2" charset="-122"/>
                <a:ea typeface="张海山锐线体简" panose="02000000000000000000" pitchFamily="2" charset="-122"/>
                <a:cs typeface="Roboto Light" charset="0"/>
              </a:rPr>
              <a:t>SWOT</a:t>
            </a:r>
            <a:endParaRPr lang="en-US" sz="1476" dirty="0">
              <a:solidFill>
                <a:schemeClr val="tx1"/>
              </a:solidFill>
              <a:latin typeface="张海山锐线体简" panose="02000000000000000000" pitchFamily="2" charset="-122"/>
              <a:ea typeface="张海山锐线体简" panose="02000000000000000000" pitchFamily="2" charset="-122"/>
              <a:cs typeface="Roboto Light" charset="0"/>
            </a:endParaRPr>
          </a:p>
        </p:txBody>
      </p:sp>
      <p:sp>
        <p:nvSpPr>
          <p:cNvPr id="10" name="Oval 9"/>
          <p:cNvSpPr>
            <a:spLocks noChangeAspect="1"/>
          </p:cNvSpPr>
          <p:nvPr/>
        </p:nvSpPr>
        <p:spPr>
          <a:xfrm>
            <a:off x="3986346" y="1919536"/>
            <a:ext cx="690462" cy="690462"/>
          </a:xfrm>
          <a:prstGeom prst="ellipse">
            <a:avLst/>
          </a:prstGeom>
          <a:solidFill>
            <a:srgbClr val="1C3C54"/>
          </a:solidFill>
          <a:ln w="12700">
            <a:no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531" dirty="0">
                <a:latin typeface="张海山锐线体简" panose="02000000000000000000" pitchFamily="2" charset="-122"/>
                <a:ea typeface="张海山锐线体简" panose="02000000000000000000" pitchFamily="2" charset="-122"/>
                <a:cs typeface="Roboto" charset="0"/>
              </a:rPr>
              <a:t>S</a:t>
            </a:r>
          </a:p>
        </p:txBody>
      </p:sp>
      <p:grpSp>
        <p:nvGrpSpPr>
          <p:cNvPr id="23" name="Group 22"/>
          <p:cNvGrpSpPr/>
          <p:nvPr/>
        </p:nvGrpSpPr>
        <p:grpSpPr>
          <a:xfrm>
            <a:off x="1088000" y="1519151"/>
            <a:ext cx="2831990" cy="1377785"/>
            <a:chOff x="1031307" y="1440459"/>
            <a:chExt cx="2685293" cy="1306416"/>
          </a:xfrm>
        </p:grpSpPr>
        <p:sp>
          <p:nvSpPr>
            <p:cNvPr id="14" name="Freeform 13"/>
            <p:cNvSpPr/>
            <p:nvPr/>
          </p:nvSpPr>
          <p:spPr>
            <a:xfrm flipH="1">
              <a:off x="1031307" y="1443240"/>
              <a:ext cx="2685293" cy="1303635"/>
            </a:xfrm>
            <a:custGeom>
              <a:avLst/>
              <a:gdLst>
                <a:gd name="connsiteX0" fmla="*/ 152939 w 3406466"/>
                <a:gd name="connsiteY0" fmla="*/ 0 h 1653744"/>
                <a:gd name="connsiteX1" fmla="*/ 3386108 w 3406466"/>
                <a:gd name="connsiteY1" fmla="*/ 0 h 1653744"/>
                <a:gd name="connsiteX2" fmla="*/ 3406466 w 3406466"/>
                <a:gd name="connsiteY2" fmla="*/ 20358 h 1653744"/>
                <a:gd name="connsiteX3" fmla="*/ 3406466 w 3406466"/>
                <a:gd name="connsiteY3" fmla="*/ 1633386 h 1653744"/>
                <a:gd name="connsiteX4" fmla="*/ 3386108 w 3406466"/>
                <a:gd name="connsiteY4" fmla="*/ 1653744 h 1653744"/>
                <a:gd name="connsiteX5" fmla="*/ 152939 w 3406466"/>
                <a:gd name="connsiteY5" fmla="*/ 1653744 h 1653744"/>
                <a:gd name="connsiteX6" fmla="*/ 132581 w 3406466"/>
                <a:gd name="connsiteY6" fmla="*/ 1633386 h 1653744"/>
                <a:gd name="connsiteX7" fmla="*/ 132581 w 3406466"/>
                <a:gd name="connsiteY7" fmla="*/ 957741 h 1653744"/>
                <a:gd name="connsiteX8" fmla="*/ 0 w 3406466"/>
                <a:gd name="connsiteY8" fmla="*/ 825160 h 1653744"/>
                <a:gd name="connsiteX9" fmla="*/ 132581 w 3406466"/>
                <a:gd name="connsiteY9" fmla="*/ 692579 h 1653744"/>
                <a:gd name="connsiteX10" fmla="*/ 132581 w 3406466"/>
                <a:gd name="connsiteY10" fmla="*/ 20358 h 1653744"/>
                <a:gd name="connsiteX11" fmla="*/ 152939 w 3406466"/>
                <a:gd name="connsiteY11" fmla="*/ 0 h 165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466" h="1653744">
                  <a:moveTo>
                    <a:pt x="152939" y="0"/>
                  </a:moveTo>
                  <a:lnTo>
                    <a:pt x="3386108" y="0"/>
                  </a:lnTo>
                  <a:cubicBezTo>
                    <a:pt x="3397351" y="0"/>
                    <a:pt x="3406466" y="9115"/>
                    <a:pt x="3406466" y="20358"/>
                  </a:cubicBezTo>
                  <a:lnTo>
                    <a:pt x="3406466" y="1633386"/>
                  </a:lnTo>
                  <a:cubicBezTo>
                    <a:pt x="3406466" y="1644629"/>
                    <a:pt x="3397351" y="1653744"/>
                    <a:pt x="3386108" y="1653744"/>
                  </a:cubicBezTo>
                  <a:lnTo>
                    <a:pt x="152939" y="1653744"/>
                  </a:lnTo>
                  <a:cubicBezTo>
                    <a:pt x="141696" y="1653744"/>
                    <a:pt x="132581" y="1644629"/>
                    <a:pt x="132581" y="1633386"/>
                  </a:cubicBezTo>
                  <a:lnTo>
                    <a:pt x="132581" y="957741"/>
                  </a:lnTo>
                  <a:lnTo>
                    <a:pt x="0" y="825160"/>
                  </a:lnTo>
                  <a:lnTo>
                    <a:pt x="132581" y="692579"/>
                  </a:lnTo>
                  <a:lnTo>
                    <a:pt x="132581" y="20358"/>
                  </a:lnTo>
                  <a:cubicBezTo>
                    <a:pt x="132581" y="9115"/>
                    <a:pt x="141696" y="0"/>
                    <a:pt x="152939" y="0"/>
                  </a:cubicBezTo>
                  <a:close/>
                </a:path>
              </a:pathLst>
            </a:custGeom>
            <a:solidFill>
              <a:schemeClr val="bg1"/>
            </a:solidFill>
            <a:ln>
              <a:noFill/>
            </a:ln>
            <a:effectLst>
              <a:outerShdw blurRad="38100" dist="254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21" name="TextBox 20"/>
            <p:cNvSpPr txBox="1"/>
            <p:nvPr/>
          </p:nvSpPr>
          <p:spPr>
            <a:xfrm>
              <a:off x="1148660" y="1962355"/>
              <a:ext cx="2402715" cy="572238"/>
            </a:xfrm>
            <a:prstGeom prst="rect">
              <a:avLst/>
            </a:prstGeom>
            <a:noFill/>
          </p:spPr>
          <p:txBody>
            <a:bodyPr wrap="square" rtlCol="0">
              <a:spAutoFit/>
            </a:bodyPr>
            <a:lstStyle/>
            <a:p>
              <a:pPr>
                <a:lnSpc>
                  <a:spcPct val="150000"/>
                </a:lnSpc>
              </a:pP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dummy text of the printing and typesetting.</a:t>
              </a:r>
            </a:p>
          </p:txBody>
        </p:sp>
        <p:sp>
          <p:nvSpPr>
            <p:cNvPr id="22" name="Round Same Side Corner Rectangle 21"/>
            <p:cNvSpPr/>
            <p:nvPr/>
          </p:nvSpPr>
          <p:spPr>
            <a:xfrm>
              <a:off x="1031307" y="1440459"/>
              <a:ext cx="2580573" cy="442522"/>
            </a:xfrm>
            <a:prstGeom prst="round2SameRect">
              <a:avLst>
                <a:gd name="adj1" fmla="val 6505"/>
                <a:gd name="adj2" fmla="val 0"/>
              </a:avLst>
            </a:prstGeom>
            <a:solidFill>
              <a:srgbClr val="1C3C54"/>
            </a:solidFill>
            <a:ln>
              <a:noFill/>
            </a:ln>
          </p:spPr>
          <p:style>
            <a:lnRef idx="2">
              <a:schemeClr val="accent1">
                <a:shade val="50000"/>
              </a:schemeClr>
            </a:lnRef>
            <a:fillRef idx="1">
              <a:schemeClr val="accent1"/>
            </a:fillRef>
            <a:effectRef idx="0">
              <a:schemeClr val="accent1"/>
            </a:effectRef>
            <a:fontRef idx="minor">
              <a:schemeClr val="lt1"/>
            </a:fontRef>
          </p:style>
          <p:txBody>
            <a:bodyPr lIns="192871" tIns="0" rIns="0" bIns="0" rtlCol="0" anchor="ctr"/>
            <a:lstStyle/>
            <a:p>
              <a:r>
                <a:rPr lang="en-US" sz="1160" spc="316">
                  <a:latin typeface="张海山锐线体简" panose="02000000000000000000" pitchFamily="2" charset="-122"/>
                  <a:ea typeface="张海山锐线体简" panose="02000000000000000000" pitchFamily="2" charset="-122"/>
                  <a:cs typeface="Roboto Medium" charset="0"/>
                </a:rPr>
                <a:t>STRENGHTS</a:t>
              </a:r>
              <a:endParaRPr lang="en-US" sz="1160" spc="316" dirty="0">
                <a:latin typeface="张海山锐线体简" panose="02000000000000000000" pitchFamily="2" charset="-122"/>
                <a:ea typeface="张海山锐线体简" panose="02000000000000000000" pitchFamily="2" charset="-122"/>
                <a:cs typeface="Roboto Medium" charset="0"/>
              </a:endParaRPr>
            </a:p>
          </p:txBody>
        </p:sp>
      </p:grpSp>
      <p:sp>
        <p:nvSpPr>
          <p:cNvPr id="24" name="Oval 23"/>
          <p:cNvSpPr>
            <a:spLocks noChangeAspect="1"/>
          </p:cNvSpPr>
          <p:nvPr/>
        </p:nvSpPr>
        <p:spPr>
          <a:xfrm>
            <a:off x="3986346" y="4654423"/>
            <a:ext cx="690462" cy="690462"/>
          </a:xfrm>
          <a:prstGeom prst="ellipse">
            <a:avLst/>
          </a:prstGeom>
          <a:solidFill>
            <a:srgbClr val="1C3C54"/>
          </a:solidFill>
          <a:ln w="12700">
            <a:no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531" dirty="0">
                <a:latin typeface="张海山锐线体简" panose="02000000000000000000" pitchFamily="2" charset="-122"/>
                <a:ea typeface="张海山锐线体简" panose="02000000000000000000" pitchFamily="2" charset="-122"/>
                <a:cs typeface="Roboto" charset="0"/>
              </a:rPr>
              <a:t>O</a:t>
            </a:r>
          </a:p>
        </p:txBody>
      </p:sp>
      <p:grpSp>
        <p:nvGrpSpPr>
          <p:cNvPr id="25" name="Group 24"/>
          <p:cNvGrpSpPr/>
          <p:nvPr/>
        </p:nvGrpSpPr>
        <p:grpSpPr>
          <a:xfrm>
            <a:off x="1088000" y="4254038"/>
            <a:ext cx="2831990" cy="1377785"/>
            <a:chOff x="1031307" y="1440459"/>
            <a:chExt cx="2685293" cy="1306416"/>
          </a:xfrm>
        </p:grpSpPr>
        <p:sp>
          <p:nvSpPr>
            <p:cNvPr id="26" name="Freeform 25"/>
            <p:cNvSpPr/>
            <p:nvPr/>
          </p:nvSpPr>
          <p:spPr>
            <a:xfrm flipH="1">
              <a:off x="1031307" y="1443240"/>
              <a:ext cx="2685293" cy="1303635"/>
            </a:xfrm>
            <a:custGeom>
              <a:avLst/>
              <a:gdLst>
                <a:gd name="connsiteX0" fmla="*/ 152939 w 3406466"/>
                <a:gd name="connsiteY0" fmla="*/ 0 h 1653744"/>
                <a:gd name="connsiteX1" fmla="*/ 3386108 w 3406466"/>
                <a:gd name="connsiteY1" fmla="*/ 0 h 1653744"/>
                <a:gd name="connsiteX2" fmla="*/ 3406466 w 3406466"/>
                <a:gd name="connsiteY2" fmla="*/ 20358 h 1653744"/>
                <a:gd name="connsiteX3" fmla="*/ 3406466 w 3406466"/>
                <a:gd name="connsiteY3" fmla="*/ 1633386 h 1653744"/>
                <a:gd name="connsiteX4" fmla="*/ 3386108 w 3406466"/>
                <a:gd name="connsiteY4" fmla="*/ 1653744 h 1653744"/>
                <a:gd name="connsiteX5" fmla="*/ 152939 w 3406466"/>
                <a:gd name="connsiteY5" fmla="*/ 1653744 h 1653744"/>
                <a:gd name="connsiteX6" fmla="*/ 132581 w 3406466"/>
                <a:gd name="connsiteY6" fmla="*/ 1633386 h 1653744"/>
                <a:gd name="connsiteX7" fmla="*/ 132581 w 3406466"/>
                <a:gd name="connsiteY7" fmla="*/ 957741 h 1653744"/>
                <a:gd name="connsiteX8" fmla="*/ 0 w 3406466"/>
                <a:gd name="connsiteY8" fmla="*/ 825160 h 1653744"/>
                <a:gd name="connsiteX9" fmla="*/ 132581 w 3406466"/>
                <a:gd name="connsiteY9" fmla="*/ 692579 h 1653744"/>
                <a:gd name="connsiteX10" fmla="*/ 132581 w 3406466"/>
                <a:gd name="connsiteY10" fmla="*/ 20358 h 1653744"/>
                <a:gd name="connsiteX11" fmla="*/ 152939 w 3406466"/>
                <a:gd name="connsiteY11" fmla="*/ 0 h 165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466" h="1653744">
                  <a:moveTo>
                    <a:pt x="152939" y="0"/>
                  </a:moveTo>
                  <a:lnTo>
                    <a:pt x="3386108" y="0"/>
                  </a:lnTo>
                  <a:cubicBezTo>
                    <a:pt x="3397351" y="0"/>
                    <a:pt x="3406466" y="9115"/>
                    <a:pt x="3406466" y="20358"/>
                  </a:cubicBezTo>
                  <a:lnTo>
                    <a:pt x="3406466" y="1633386"/>
                  </a:lnTo>
                  <a:cubicBezTo>
                    <a:pt x="3406466" y="1644629"/>
                    <a:pt x="3397351" y="1653744"/>
                    <a:pt x="3386108" y="1653744"/>
                  </a:cubicBezTo>
                  <a:lnTo>
                    <a:pt x="152939" y="1653744"/>
                  </a:lnTo>
                  <a:cubicBezTo>
                    <a:pt x="141696" y="1653744"/>
                    <a:pt x="132581" y="1644629"/>
                    <a:pt x="132581" y="1633386"/>
                  </a:cubicBezTo>
                  <a:lnTo>
                    <a:pt x="132581" y="957741"/>
                  </a:lnTo>
                  <a:lnTo>
                    <a:pt x="0" y="825160"/>
                  </a:lnTo>
                  <a:lnTo>
                    <a:pt x="132581" y="692579"/>
                  </a:lnTo>
                  <a:lnTo>
                    <a:pt x="132581" y="20358"/>
                  </a:lnTo>
                  <a:cubicBezTo>
                    <a:pt x="132581" y="9115"/>
                    <a:pt x="141696" y="0"/>
                    <a:pt x="152939" y="0"/>
                  </a:cubicBezTo>
                  <a:close/>
                </a:path>
              </a:pathLst>
            </a:custGeom>
            <a:solidFill>
              <a:schemeClr val="bg1"/>
            </a:solidFill>
            <a:ln>
              <a:noFill/>
            </a:ln>
            <a:effectLst>
              <a:outerShdw blurRad="38100" dist="254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27" name="TextBox 26"/>
            <p:cNvSpPr txBox="1"/>
            <p:nvPr/>
          </p:nvSpPr>
          <p:spPr>
            <a:xfrm>
              <a:off x="1148660" y="1962355"/>
              <a:ext cx="2402715" cy="572238"/>
            </a:xfrm>
            <a:prstGeom prst="rect">
              <a:avLst/>
            </a:prstGeom>
            <a:noFill/>
          </p:spPr>
          <p:txBody>
            <a:bodyPr wrap="square" rtlCol="0">
              <a:spAutoFit/>
            </a:bodyPr>
            <a:lstStyle/>
            <a:p>
              <a:pPr>
                <a:lnSpc>
                  <a:spcPct val="150000"/>
                </a:lnSpc>
              </a:pP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dummy text of the printing and typesetting.</a:t>
              </a:r>
            </a:p>
          </p:txBody>
        </p:sp>
        <p:sp>
          <p:nvSpPr>
            <p:cNvPr id="28" name="Round Same Side Corner Rectangle 27"/>
            <p:cNvSpPr/>
            <p:nvPr/>
          </p:nvSpPr>
          <p:spPr>
            <a:xfrm>
              <a:off x="1031307" y="1440459"/>
              <a:ext cx="2580573" cy="442522"/>
            </a:xfrm>
            <a:prstGeom prst="round2SameRect">
              <a:avLst>
                <a:gd name="adj1" fmla="val 6505"/>
                <a:gd name="adj2" fmla="val 0"/>
              </a:avLst>
            </a:prstGeom>
            <a:solidFill>
              <a:srgbClr val="1C3C54"/>
            </a:solidFill>
            <a:ln>
              <a:noFill/>
            </a:ln>
          </p:spPr>
          <p:style>
            <a:lnRef idx="2">
              <a:schemeClr val="accent1">
                <a:shade val="50000"/>
              </a:schemeClr>
            </a:lnRef>
            <a:fillRef idx="1">
              <a:schemeClr val="accent1"/>
            </a:fillRef>
            <a:effectRef idx="0">
              <a:schemeClr val="accent1"/>
            </a:effectRef>
            <a:fontRef idx="minor">
              <a:schemeClr val="lt1"/>
            </a:fontRef>
          </p:style>
          <p:txBody>
            <a:bodyPr lIns="192871" tIns="0" rIns="0" bIns="0" rtlCol="0" anchor="ctr"/>
            <a:lstStyle/>
            <a:p>
              <a:r>
                <a:rPr lang="en-US" sz="1160" spc="316" dirty="0">
                  <a:latin typeface="张海山锐线体简" panose="02000000000000000000" pitchFamily="2" charset="-122"/>
                  <a:ea typeface="张海山锐线体简" panose="02000000000000000000" pitchFamily="2" charset="-122"/>
                  <a:cs typeface="Roboto Medium" charset="0"/>
                </a:rPr>
                <a:t>OPPORTUNITIES</a:t>
              </a:r>
            </a:p>
          </p:txBody>
        </p:sp>
      </p:grpSp>
      <p:sp>
        <p:nvSpPr>
          <p:cNvPr id="29" name="Oval 28"/>
          <p:cNvSpPr>
            <a:spLocks noChangeAspect="1"/>
          </p:cNvSpPr>
          <p:nvPr/>
        </p:nvSpPr>
        <p:spPr>
          <a:xfrm>
            <a:off x="8202017" y="1919536"/>
            <a:ext cx="690462" cy="690462"/>
          </a:xfrm>
          <a:prstGeom prst="ellipse">
            <a:avLst/>
          </a:prstGeom>
          <a:solidFill>
            <a:srgbClr val="1C3C54"/>
          </a:solidFill>
          <a:ln w="12700">
            <a:no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531" dirty="0">
                <a:latin typeface="张海山锐线体简" panose="02000000000000000000" pitchFamily="2" charset="-122"/>
                <a:ea typeface="张海山锐线体简" panose="02000000000000000000" pitchFamily="2" charset="-122"/>
                <a:cs typeface="Roboto" charset="0"/>
              </a:rPr>
              <a:t>W</a:t>
            </a:r>
          </a:p>
        </p:txBody>
      </p:sp>
      <p:sp>
        <p:nvSpPr>
          <p:cNvPr id="30" name="Oval 29"/>
          <p:cNvSpPr>
            <a:spLocks noChangeAspect="1"/>
          </p:cNvSpPr>
          <p:nvPr/>
        </p:nvSpPr>
        <p:spPr>
          <a:xfrm>
            <a:off x="8202017" y="4654423"/>
            <a:ext cx="690462" cy="690462"/>
          </a:xfrm>
          <a:prstGeom prst="ellipse">
            <a:avLst/>
          </a:prstGeom>
          <a:solidFill>
            <a:srgbClr val="1C3C54"/>
          </a:solidFill>
          <a:ln w="12700">
            <a:no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531" dirty="0">
                <a:latin typeface="张海山锐线体简" panose="02000000000000000000" pitchFamily="2" charset="-122"/>
                <a:ea typeface="张海山锐线体简" panose="02000000000000000000" pitchFamily="2" charset="-122"/>
                <a:cs typeface="Roboto" charset="0"/>
              </a:rPr>
              <a:t>T</a:t>
            </a:r>
          </a:p>
        </p:txBody>
      </p:sp>
      <p:grpSp>
        <p:nvGrpSpPr>
          <p:cNvPr id="31" name="Group 30"/>
          <p:cNvGrpSpPr/>
          <p:nvPr/>
        </p:nvGrpSpPr>
        <p:grpSpPr>
          <a:xfrm flipH="1">
            <a:off x="8938761" y="1519151"/>
            <a:ext cx="2831990" cy="1377785"/>
            <a:chOff x="1031307" y="1440459"/>
            <a:chExt cx="2685293" cy="1306416"/>
          </a:xfrm>
        </p:grpSpPr>
        <p:sp>
          <p:nvSpPr>
            <p:cNvPr id="32" name="Freeform 31"/>
            <p:cNvSpPr/>
            <p:nvPr/>
          </p:nvSpPr>
          <p:spPr>
            <a:xfrm flipH="1">
              <a:off x="1031307" y="1443240"/>
              <a:ext cx="2685293" cy="1303635"/>
            </a:xfrm>
            <a:custGeom>
              <a:avLst/>
              <a:gdLst>
                <a:gd name="connsiteX0" fmla="*/ 152939 w 3406466"/>
                <a:gd name="connsiteY0" fmla="*/ 0 h 1653744"/>
                <a:gd name="connsiteX1" fmla="*/ 3386108 w 3406466"/>
                <a:gd name="connsiteY1" fmla="*/ 0 h 1653744"/>
                <a:gd name="connsiteX2" fmla="*/ 3406466 w 3406466"/>
                <a:gd name="connsiteY2" fmla="*/ 20358 h 1653744"/>
                <a:gd name="connsiteX3" fmla="*/ 3406466 w 3406466"/>
                <a:gd name="connsiteY3" fmla="*/ 1633386 h 1653744"/>
                <a:gd name="connsiteX4" fmla="*/ 3386108 w 3406466"/>
                <a:gd name="connsiteY4" fmla="*/ 1653744 h 1653744"/>
                <a:gd name="connsiteX5" fmla="*/ 152939 w 3406466"/>
                <a:gd name="connsiteY5" fmla="*/ 1653744 h 1653744"/>
                <a:gd name="connsiteX6" fmla="*/ 132581 w 3406466"/>
                <a:gd name="connsiteY6" fmla="*/ 1633386 h 1653744"/>
                <a:gd name="connsiteX7" fmla="*/ 132581 w 3406466"/>
                <a:gd name="connsiteY7" fmla="*/ 957741 h 1653744"/>
                <a:gd name="connsiteX8" fmla="*/ 0 w 3406466"/>
                <a:gd name="connsiteY8" fmla="*/ 825160 h 1653744"/>
                <a:gd name="connsiteX9" fmla="*/ 132581 w 3406466"/>
                <a:gd name="connsiteY9" fmla="*/ 692579 h 1653744"/>
                <a:gd name="connsiteX10" fmla="*/ 132581 w 3406466"/>
                <a:gd name="connsiteY10" fmla="*/ 20358 h 1653744"/>
                <a:gd name="connsiteX11" fmla="*/ 152939 w 3406466"/>
                <a:gd name="connsiteY11" fmla="*/ 0 h 165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466" h="1653744">
                  <a:moveTo>
                    <a:pt x="152939" y="0"/>
                  </a:moveTo>
                  <a:lnTo>
                    <a:pt x="3386108" y="0"/>
                  </a:lnTo>
                  <a:cubicBezTo>
                    <a:pt x="3397351" y="0"/>
                    <a:pt x="3406466" y="9115"/>
                    <a:pt x="3406466" y="20358"/>
                  </a:cubicBezTo>
                  <a:lnTo>
                    <a:pt x="3406466" y="1633386"/>
                  </a:lnTo>
                  <a:cubicBezTo>
                    <a:pt x="3406466" y="1644629"/>
                    <a:pt x="3397351" y="1653744"/>
                    <a:pt x="3386108" y="1653744"/>
                  </a:cubicBezTo>
                  <a:lnTo>
                    <a:pt x="152939" y="1653744"/>
                  </a:lnTo>
                  <a:cubicBezTo>
                    <a:pt x="141696" y="1653744"/>
                    <a:pt x="132581" y="1644629"/>
                    <a:pt x="132581" y="1633386"/>
                  </a:cubicBezTo>
                  <a:lnTo>
                    <a:pt x="132581" y="957741"/>
                  </a:lnTo>
                  <a:lnTo>
                    <a:pt x="0" y="825160"/>
                  </a:lnTo>
                  <a:lnTo>
                    <a:pt x="132581" y="692579"/>
                  </a:lnTo>
                  <a:lnTo>
                    <a:pt x="132581" y="20358"/>
                  </a:lnTo>
                  <a:cubicBezTo>
                    <a:pt x="132581" y="9115"/>
                    <a:pt x="141696" y="0"/>
                    <a:pt x="152939" y="0"/>
                  </a:cubicBezTo>
                  <a:close/>
                </a:path>
              </a:pathLst>
            </a:custGeom>
            <a:solidFill>
              <a:schemeClr val="bg1"/>
            </a:solidFill>
            <a:ln>
              <a:noFill/>
            </a:ln>
            <a:effectLst>
              <a:outerShdw blurRad="38100" dist="254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33" name="TextBox 32"/>
            <p:cNvSpPr txBox="1"/>
            <p:nvPr/>
          </p:nvSpPr>
          <p:spPr>
            <a:xfrm>
              <a:off x="1148660" y="1962355"/>
              <a:ext cx="2402715" cy="572238"/>
            </a:xfrm>
            <a:prstGeom prst="rect">
              <a:avLst/>
            </a:prstGeom>
            <a:noFill/>
          </p:spPr>
          <p:txBody>
            <a:bodyPr wrap="square" rtlCol="0">
              <a:spAutoFit/>
            </a:bodyPr>
            <a:lstStyle/>
            <a:p>
              <a:pPr>
                <a:lnSpc>
                  <a:spcPct val="150000"/>
                </a:lnSpc>
              </a:pP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dummy text of the printing and typesetting.</a:t>
              </a:r>
            </a:p>
          </p:txBody>
        </p:sp>
        <p:sp>
          <p:nvSpPr>
            <p:cNvPr id="34" name="Round Same Side Corner Rectangle 33"/>
            <p:cNvSpPr/>
            <p:nvPr/>
          </p:nvSpPr>
          <p:spPr>
            <a:xfrm>
              <a:off x="1031307" y="1440459"/>
              <a:ext cx="2580573" cy="442522"/>
            </a:xfrm>
            <a:prstGeom prst="round2SameRect">
              <a:avLst>
                <a:gd name="adj1" fmla="val 6505"/>
                <a:gd name="adj2" fmla="val 0"/>
              </a:avLst>
            </a:prstGeom>
            <a:solidFill>
              <a:srgbClr val="1C3C54"/>
            </a:solidFill>
            <a:ln>
              <a:noFill/>
            </a:ln>
          </p:spPr>
          <p:style>
            <a:lnRef idx="2">
              <a:schemeClr val="accent1">
                <a:shade val="50000"/>
              </a:schemeClr>
            </a:lnRef>
            <a:fillRef idx="1">
              <a:schemeClr val="accent1"/>
            </a:fillRef>
            <a:effectRef idx="0">
              <a:schemeClr val="accent1"/>
            </a:effectRef>
            <a:fontRef idx="minor">
              <a:schemeClr val="lt1"/>
            </a:fontRef>
          </p:style>
          <p:txBody>
            <a:bodyPr lIns="192871" tIns="0" rIns="0" bIns="0" rtlCol="0" anchor="ctr"/>
            <a:lstStyle/>
            <a:p>
              <a:r>
                <a:rPr lang="en-US" sz="1160" spc="316" dirty="0">
                  <a:latin typeface="张海山锐线体简" panose="02000000000000000000" pitchFamily="2" charset="-122"/>
                  <a:ea typeface="张海山锐线体简" panose="02000000000000000000" pitchFamily="2" charset="-122"/>
                  <a:cs typeface="Roboto Medium" charset="0"/>
                </a:rPr>
                <a:t>WEAKNESSES</a:t>
              </a:r>
            </a:p>
          </p:txBody>
        </p:sp>
      </p:grpSp>
      <p:grpSp>
        <p:nvGrpSpPr>
          <p:cNvPr id="35" name="Group 34"/>
          <p:cNvGrpSpPr/>
          <p:nvPr/>
        </p:nvGrpSpPr>
        <p:grpSpPr>
          <a:xfrm flipH="1">
            <a:off x="8938761" y="4254038"/>
            <a:ext cx="2831990" cy="1377785"/>
            <a:chOff x="1031307" y="1440459"/>
            <a:chExt cx="2685293" cy="1306416"/>
          </a:xfrm>
        </p:grpSpPr>
        <p:sp>
          <p:nvSpPr>
            <p:cNvPr id="36" name="Freeform 35"/>
            <p:cNvSpPr/>
            <p:nvPr/>
          </p:nvSpPr>
          <p:spPr>
            <a:xfrm flipH="1">
              <a:off x="1031307" y="1443240"/>
              <a:ext cx="2685293" cy="1303635"/>
            </a:xfrm>
            <a:custGeom>
              <a:avLst/>
              <a:gdLst>
                <a:gd name="connsiteX0" fmla="*/ 152939 w 3406466"/>
                <a:gd name="connsiteY0" fmla="*/ 0 h 1653744"/>
                <a:gd name="connsiteX1" fmla="*/ 3386108 w 3406466"/>
                <a:gd name="connsiteY1" fmla="*/ 0 h 1653744"/>
                <a:gd name="connsiteX2" fmla="*/ 3406466 w 3406466"/>
                <a:gd name="connsiteY2" fmla="*/ 20358 h 1653744"/>
                <a:gd name="connsiteX3" fmla="*/ 3406466 w 3406466"/>
                <a:gd name="connsiteY3" fmla="*/ 1633386 h 1653744"/>
                <a:gd name="connsiteX4" fmla="*/ 3386108 w 3406466"/>
                <a:gd name="connsiteY4" fmla="*/ 1653744 h 1653744"/>
                <a:gd name="connsiteX5" fmla="*/ 152939 w 3406466"/>
                <a:gd name="connsiteY5" fmla="*/ 1653744 h 1653744"/>
                <a:gd name="connsiteX6" fmla="*/ 132581 w 3406466"/>
                <a:gd name="connsiteY6" fmla="*/ 1633386 h 1653744"/>
                <a:gd name="connsiteX7" fmla="*/ 132581 w 3406466"/>
                <a:gd name="connsiteY7" fmla="*/ 957741 h 1653744"/>
                <a:gd name="connsiteX8" fmla="*/ 0 w 3406466"/>
                <a:gd name="connsiteY8" fmla="*/ 825160 h 1653744"/>
                <a:gd name="connsiteX9" fmla="*/ 132581 w 3406466"/>
                <a:gd name="connsiteY9" fmla="*/ 692579 h 1653744"/>
                <a:gd name="connsiteX10" fmla="*/ 132581 w 3406466"/>
                <a:gd name="connsiteY10" fmla="*/ 20358 h 1653744"/>
                <a:gd name="connsiteX11" fmla="*/ 152939 w 3406466"/>
                <a:gd name="connsiteY11" fmla="*/ 0 h 165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466" h="1653744">
                  <a:moveTo>
                    <a:pt x="152939" y="0"/>
                  </a:moveTo>
                  <a:lnTo>
                    <a:pt x="3386108" y="0"/>
                  </a:lnTo>
                  <a:cubicBezTo>
                    <a:pt x="3397351" y="0"/>
                    <a:pt x="3406466" y="9115"/>
                    <a:pt x="3406466" y="20358"/>
                  </a:cubicBezTo>
                  <a:lnTo>
                    <a:pt x="3406466" y="1633386"/>
                  </a:lnTo>
                  <a:cubicBezTo>
                    <a:pt x="3406466" y="1644629"/>
                    <a:pt x="3397351" y="1653744"/>
                    <a:pt x="3386108" y="1653744"/>
                  </a:cubicBezTo>
                  <a:lnTo>
                    <a:pt x="152939" y="1653744"/>
                  </a:lnTo>
                  <a:cubicBezTo>
                    <a:pt x="141696" y="1653744"/>
                    <a:pt x="132581" y="1644629"/>
                    <a:pt x="132581" y="1633386"/>
                  </a:cubicBezTo>
                  <a:lnTo>
                    <a:pt x="132581" y="957741"/>
                  </a:lnTo>
                  <a:lnTo>
                    <a:pt x="0" y="825160"/>
                  </a:lnTo>
                  <a:lnTo>
                    <a:pt x="132581" y="692579"/>
                  </a:lnTo>
                  <a:lnTo>
                    <a:pt x="132581" y="20358"/>
                  </a:lnTo>
                  <a:cubicBezTo>
                    <a:pt x="132581" y="9115"/>
                    <a:pt x="141696" y="0"/>
                    <a:pt x="152939" y="0"/>
                  </a:cubicBezTo>
                  <a:close/>
                </a:path>
              </a:pathLst>
            </a:custGeom>
            <a:solidFill>
              <a:schemeClr val="bg1"/>
            </a:solidFill>
            <a:ln>
              <a:noFill/>
            </a:ln>
            <a:effectLst>
              <a:outerShdw blurRad="38100" dist="254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37" name="TextBox 36"/>
            <p:cNvSpPr txBox="1"/>
            <p:nvPr/>
          </p:nvSpPr>
          <p:spPr>
            <a:xfrm>
              <a:off x="1148660" y="1962355"/>
              <a:ext cx="2402715" cy="572238"/>
            </a:xfrm>
            <a:prstGeom prst="rect">
              <a:avLst/>
            </a:prstGeom>
            <a:noFill/>
          </p:spPr>
          <p:txBody>
            <a:bodyPr wrap="square" rtlCol="0">
              <a:spAutoFit/>
            </a:bodyPr>
            <a:lstStyle/>
            <a:p>
              <a:pPr>
                <a:lnSpc>
                  <a:spcPct val="150000"/>
                </a:lnSpc>
              </a:pP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Lorem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a:t>
              </a:r>
              <a:r>
                <a:rPr lang="en-US" sz="1107"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Ipsum</a:t>
              </a:r>
              <a:r>
                <a:rPr lang="en-US" sz="1107"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is simply dummy text of the printing and typesetting.</a:t>
              </a:r>
            </a:p>
          </p:txBody>
        </p:sp>
        <p:sp>
          <p:nvSpPr>
            <p:cNvPr id="38" name="Round Same Side Corner Rectangle 37"/>
            <p:cNvSpPr/>
            <p:nvPr/>
          </p:nvSpPr>
          <p:spPr>
            <a:xfrm>
              <a:off x="1031307" y="1440459"/>
              <a:ext cx="2580573" cy="442522"/>
            </a:xfrm>
            <a:prstGeom prst="round2SameRect">
              <a:avLst>
                <a:gd name="adj1" fmla="val 6505"/>
                <a:gd name="adj2" fmla="val 0"/>
              </a:avLst>
            </a:prstGeom>
            <a:solidFill>
              <a:srgbClr val="1C3C54"/>
            </a:solidFill>
            <a:ln>
              <a:noFill/>
            </a:ln>
          </p:spPr>
          <p:style>
            <a:lnRef idx="2">
              <a:schemeClr val="accent1">
                <a:shade val="50000"/>
              </a:schemeClr>
            </a:lnRef>
            <a:fillRef idx="1">
              <a:schemeClr val="accent1"/>
            </a:fillRef>
            <a:effectRef idx="0">
              <a:schemeClr val="accent1"/>
            </a:effectRef>
            <a:fontRef idx="minor">
              <a:schemeClr val="lt1"/>
            </a:fontRef>
          </p:style>
          <p:txBody>
            <a:bodyPr lIns="192871" tIns="0" rIns="0" bIns="0" rtlCol="0" anchor="ctr"/>
            <a:lstStyle/>
            <a:p>
              <a:r>
                <a:rPr lang="en-US" sz="1160" spc="316" dirty="0">
                  <a:latin typeface="张海山锐线体简" panose="02000000000000000000" pitchFamily="2" charset="-122"/>
                  <a:ea typeface="张海山锐线体简" panose="02000000000000000000" pitchFamily="2" charset="-122"/>
                  <a:cs typeface="Roboto Medium" charset="0"/>
                </a:rPr>
                <a:t>THREATS</a:t>
              </a:r>
            </a:p>
          </p:txBody>
        </p:sp>
      </p:grpSp>
    </p:spTree>
    <p:extLst>
      <p:ext uri="{BB962C8B-B14F-4D97-AF65-F5344CB8AC3E}">
        <p14:creationId xmlns:p14="http://schemas.microsoft.com/office/powerpoint/2010/main" val="6192957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5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500" fill="hold"/>
                                        <p:tgtEl>
                                          <p:spTgt spid="23"/>
                                        </p:tgtEl>
                                        <p:attrNameLst>
                                          <p:attrName>ppt_x</p:attrName>
                                        </p:attrNameLst>
                                      </p:cBhvr>
                                      <p:tavLst>
                                        <p:tav tm="0">
                                          <p:val>
                                            <p:strVal val="0-#ppt_w/2"/>
                                          </p:val>
                                        </p:tav>
                                        <p:tav tm="100000">
                                          <p:val>
                                            <p:strVal val="#ppt_x"/>
                                          </p:val>
                                        </p:tav>
                                      </p:tavLst>
                                    </p:anim>
                                    <p:anim calcmode="lin" valueType="num">
                                      <p:cBhvr additive="base">
                                        <p:cTn id="8" dur="1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decel="50000" fill="hold" nodeType="withEffect">
                                  <p:stCondLst>
                                    <p:cond delay="5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1500" fill="hold"/>
                                        <p:tgtEl>
                                          <p:spTgt spid="31"/>
                                        </p:tgtEl>
                                        <p:attrNameLst>
                                          <p:attrName>ppt_x</p:attrName>
                                        </p:attrNameLst>
                                      </p:cBhvr>
                                      <p:tavLst>
                                        <p:tav tm="0">
                                          <p:val>
                                            <p:strVal val="1+#ppt_w/2"/>
                                          </p:val>
                                        </p:tav>
                                        <p:tav tm="100000">
                                          <p:val>
                                            <p:strVal val="#ppt_x"/>
                                          </p:val>
                                        </p:tav>
                                      </p:tavLst>
                                    </p:anim>
                                    <p:anim calcmode="lin" valueType="num">
                                      <p:cBhvr additive="base">
                                        <p:cTn id="12" dur="1500" fill="hold"/>
                                        <p:tgtEl>
                                          <p:spTgt spid="31"/>
                                        </p:tgtEl>
                                        <p:attrNameLst>
                                          <p:attrName>ppt_y</p:attrName>
                                        </p:attrNameLst>
                                      </p:cBhvr>
                                      <p:tavLst>
                                        <p:tav tm="0">
                                          <p:val>
                                            <p:strVal val="#ppt_y"/>
                                          </p:val>
                                        </p:tav>
                                        <p:tav tm="100000">
                                          <p:val>
                                            <p:strVal val="#ppt_y"/>
                                          </p:val>
                                        </p:tav>
                                      </p:tavLst>
                                    </p:anim>
                                  </p:childTnLst>
                                </p:cTn>
                              </p:par>
                              <p:par>
                                <p:cTn id="13" presetID="2" presetClass="entr" presetSubtype="8" decel="50000" fill="hold" nodeType="withEffect">
                                  <p:stCondLst>
                                    <p:cond delay="10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0-#ppt_w/2"/>
                                          </p:val>
                                        </p:tav>
                                        <p:tav tm="100000">
                                          <p:val>
                                            <p:strVal val="#ppt_x"/>
                                          </p:val>
                                        </p:tav>
                                      </p:tavLst>
                                    </p:anim>
                                    <p:anim calcmode="lin" valueType="num">
                                      <p:cBhvr additive="base">
                                        <p:cTn id="16" dur="1500" fill="hold"/>
                                        <p:tgtEl>
                                          <p:spTgt spid="25"/>
                                        </p:tgtEl>
                                        <p:attrNameLst>
                                          <p:attrName>ppt_y</p:attrName>
                                        </p:attrNameLst>
                                      </p:cBhvr>
                                      <p:tavLst>
                                        <p:tav tm="0">
                                          <p:val>
                                            <p:strVal val="#ppt_y"/>
                                          </p:val>
                                        </p:tav>
                                        <p:tav tm="100000">
                                          <p:val>
                                            <p:strVal val="#ppt_y"/>
                                          </p:val>
                                        </p:tav>
                                      </p:tavLst>
                                    </p:anim>
                                  </p:childTnLst>
                                </p:cTn>
                              </p:par>
                              <p:par>
                                <p:cTn id="17" presetID="2" presetClass="entr" presetSubtype="2" decel="50000" fill="hold" nodeType="withEffect">
                                  <p:stCondLst>
                                    <p:cond delay="150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1500" fill="hold"/>
                                        <p:tgtEl>
                                          <p:spTgt spid="35"/>
                                        </p:tgtEl>
                                        <p:attrNameLst>
                                          <p:attrName>ppt_x</p:attrName>
                                        </p:attrNameLst>
                                      </p:cBhvr>
                                      <p:tavLst>
                                        <p:tav tm="0">
                                          <p:val>
                                            <p:strVal val="1+#ppt_w/2"/>
                                          </p:val>
                                        </p:tav>
                                        <p:tav tm="100000">
                                          <p:val>
                                            <p:strVal val="#ppt_x"/>
                                          </p:val>
                                        </p:tav>
                                      </p:tavLst>
                                    </p:anim>
                                    <p:anim calcmode="lin" valueType="num">
                                      <p:cBhvr additive="base">
                                        <p:cTn id="20" dur="1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1037032" y="1284405"/>
            <a:ext cx="9435630" cy="4900705"/>
            <a:chOff x="982979" y="1217873"/>
            <a:chExt cx="8946866" cy="4646849"/>
          </a:xfrm>
        </p:grpSpPr>
        <p:sp>
          <p:nvSpPr>
            <p:cNvPr id="14" name="Freeform 13"/>
            <p:cNvSpPr/>
            <p:nvPr/>
          </p:nvSpPr>
          <p:spPr>
            <a:xfrm>
              <a:off x="982979" y="1217873"/>
              <a:ext cx="8946866" cy="4646849"/>
            </a:xfrm>
            <a:custGeom>
              <a:avLst/>
              <a:gdLst>
                <a:gd name="connsiteX0" fmla="*/ 57203 w 8946866"/>
                <a:gd name="connsiteY0" fmla="*/ 0 h 4646849"/>
                <a:gd name="connsiteX1" fmla="*/ 8742674 w 8946866"/>
                <a:gd name="connsiteY1" fmla="*/ 0 h 4646849"/>
                <a:gd name="connsiteX2" fmla="*/ 8799877 w 8946866"/>
                <a:gd name="connsiteY2" fmla="*/ 57203 h 4646849"/>
                <a:gd name="connsiteX3" fmla="*/ 8799877 w 8946866"/>
                <a:gd name="connsiteY3" fmla="*/ 728281 h 4646849"/>
                <a:gd name="connsiteX4" fmla="*/ 8946866 w 8946866"/>
                <a:gd name="connsiteY4" fmla="*/ 875270 h 4646849"/>
                <a:gd name="connsiteX5" fmla="*/ 8799877 w 8946866"/>
                <a:gd name="connsiteY5" fmla="*/ 1022259 h 4646849"/>
                <a:gd name="connsiteX6" fmla="*/ 8799877 w 8946866"/>
                <a:gd name="connsiteY6" fmla="*/ 4589646 h 4646849"/>
                <a:gd name="connsiteX7" fmla="*/ 8742674 w 8946866"/>
                <a:gd name="connsiteY7" fmla="*/ 4646849 h 4646849"/>
                <a:gd name="connsiteX8" fmla="*/ 57203 w 8946866"/>
                <a:gd name="connsiteY8" fmla="*/ 4646849 h 4646849"/>
                <a:gd name="connsiteX9" fmla="*/ 0 w 8946866"/>
                <a:gd name="connsiteY9" fmla="*/ 4589646 h 4646849"/>
                <a:gd name="connsiteX10" fmla="*/ 0 w 8946866"/>
                <a:gd name="connsiteY10" fmla="*/ 57203 h 4646849"/>
                <a:gd name="connsiteX11" fmla="*/ 57203 w 8946866"/>
                <a:gd name="connsiteY11" fmla="*/ 0 h 464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46866" h="4646849">
                  <a:moveTo>
                    <a:pt x="57203" y="0"/>
                  </a:moveTo>
                  <a:lnTo>
                    <a:pt x="8742674" y="0"/>
                  </a:lnTo>
                  <a:cubicBezTo>
                    <a:pt x="8774266" y="0"/>
                    <a:pt x="8799877" y="25611"/>
                    <a:pt x="8799877" y="57203"/>
                  </a:cubicBezTo>
                  <a:lnTo>
                    <a:pt x="8799877" y="728281"/>
                  </a:lnTo>
                  <a:lnTo>
                    <a:pt x="8946866" y="875270"/>
                  </a:lnTo>
                  <a:lnTo>
                    <a:pt x="8799877" y="1022259"/>
                  </a:lnTo>
                  <a:lnTo>
                    <a:pt x="8799877" y="4589646"/>
                  </a:lnTo>
                  <a:cubicBezTo>
                    <a:pt x="8799877" y="4621238"/>
                    <a:pt x="8774266" y="4646849"/>
                    <a:pt x="8742674" y="4646849"/>
                  </a:cubicBezTo>
                  <a:lnTo>
                    <a:pt x="57203" y="4646849"/>
                  </a:lnTo>
                  <a:cubicBezTo>
                    <a:pt x="25611" y="4646849"/>
                    <a:pt x="0" y="4621238"/>
                    <a:pt x="0" y="4589646"/>
                  </a:cubicBezTo>
                  <a:lnTo>
                    <a:pt x="0" y="57203"/>
                  </a:lnTo>
                  <a:cubicBezTo>
                    <a:pt x="0" y="25611"/>
                    <a:pt x="25611" y="0"/>
                    <a:pt x="57203" y="0"/>
                  </a:cubicBezTo>
                  <a:close/>
                </a:path>
              </a:pathLst>
            </a:cu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5" name="Title 3"/>
            <p:cNvSpPr txBox="1">
              <a:spLocks/>
            </p:cNvSpPr>
            <p:nvPr/>
          </p:nvSpPr>
          <p:spPr>
            <a:xfrm>
              <a:off x="6038324" y="1801862"/>
              <a:ext cx="3288555" cy="58256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3375" b="0" dirty="0">
                  <a:latin typeface="张海山锐线体简" panose="02000000000000000000" pitchFamily="2" charset="-122"/>
                  <a:ea typeface="张海山锐线体简" panose="02000000000000000000" pitchFamily="2" charset="-122"/>
                  <a:cs typeface="Roboto Light" charset="0"/>
                </a:rPr>
                <a:t>Strengths</a:t>
              </a:r>
              <a:endParaRPr lang="en-US" sz="1266" b="0" dirty="0">
                <a:latin typeface="张海山锐线体简" panose="02000000000000000000" pitchFamily="2" charset="-122"/>
                <a:ea typeface="张海山锐线体简" panose="02000000000000000000" pitchFamily="2" charset="-122"/>
                <a:cs typeface="Roboto Light" charset="0"/>
              </a:endParaRPr>
            </a:p>
          </p:txBody>
        </p:sp>
        <p:sp>
          <p:nvSpPr>
            <p:cNvPr id="6" name="Title 3"/>
            <p:cNvSpPr txBox="1">
              <a:spLocks/>
            </p:cNvSpPr>
            <p:nvPr/>
          </p:nvSpPr>
          <p:spPr>
            <a:xfrm>
              <a:off x="6038324" y="2252404"/>
              <a:ext cx="3288555"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Sample text here</a:t>
              </a:r>
              <a:endParaRPr lang="en-US" sz="52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7" name="Title 3"/>
            <p:cNvSpPr txBox="1">
              <a:spLocks/>
            </p:cNvSpPr>
            <p:nvPr/>
          </p:nvSpPr>
          <p:spPr>
            <a:xfrm>
              <a:off x="6038325" y="2736477"/>
              <a:ext cx="3288555" cy="2908214"/>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marL="180811" indent="-180811">
                <a:lnSpc>
                  <a:spcPct val="100000"/>
                </a:lnSpc>
                <a:spcBef>
                  <a:spcPts val="1266"/>
                </a:spcBef>
                <a:buClr>
                  <a:schemeClr val="accent1"/>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1"/>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1"/>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1"/>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1"/>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8" name="Straight Connector 7"/>
            <p:cNvCxnSpPr/>
            <p:nvPr/>
          </p:nvCxnSpPr>
          <p:spPr>
            <a:xfrm>
              <a:off x="6178931" y="1217873"/>
              <a:ext cx="0" cy="435999"/>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cxnSp>
        <p:nvCxnSpPr>
          <p:cNvPr id="15" name="Straight Connector 14"/>
          <p:cNvCxnSpPr/>
          <p:nvPr/>
        </p:nvCxnSpPr>
        <p:spPr>
          <a:xfrm>
            <a:off x="10702560" y="2201587"/>
            <a:ext cx="0" cy="5031063"/>
          </a:xfrm>
          <a:prstGeom prst="line">
            <a:avLst/>
          </a:prstGeom>
          <a:ln w="9525">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sp>
        <p:nvSpPr>
          <p:cNvPr id="16" name="Oval 15"/>
          <p:cNvSpPr>
            <a:spLocks noChangeAspect="1"/>
          </p:cNvSpPr>
          <p:nvPr/>
        </p:nvSpPr>
        <p:spPr>
          <a:xfrm>
            <a:off x="10651388" y="2150415"/>
            <a:ext cx="102344" cy="102344"/>
          </a:xfrm>
          <a:prstGeom prst="ellipse">
            <a:avLst/>
          </a:prstGeom>
          <a:solidFill>
            <a:schemeClr val="bg1"/>
          </a:solidFill>
          <a:ln w="12700">
            <a:solidFill>
              <a:schemeClr val="accent1"/>
            </a:solid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531" dirty="0">
              <a:latin typeface="张海山锐线体简" panose="02000000000000000000" pitchFamily="2" charset="-122"/>
              <a:ea typeface="张海山锐线体简" panose="02000000000000000000" pitchFamily="2" charset="-122"/>
              <a:cs typeface="Roboto Thin" charset="0"/>
            </a:endParaRPr>
          </a:p>
        </p:txBody>
      </p:sp>
      <p:pic>
        <p:nvPicPr>
          <p:cNvPr id="10" name="图片占位符 9">
            <a:extLst>
              <a:ext uri="{FF2B5EF4-FFF2-40B4-BE49-F238E27FC236}">
                <a16:creationId xmlns:a16="http://schemas.microsoft.com/office/drawing/2014/main" id="{EA5C211D-6691-4524-88AF-5C3C54E53629}"/>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98860586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50000"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000" fill="hold"/>
                                        <p:tgtEl>
                                          <p:spTgt spid="19"/>
                                        </p:tgtEl>
                                        <p:attrNameLst>
                                          <p:attrName>ppt_x</p:attrName>
                                        </p:attrNameLst>
                                      </p:cBhvr>
                                      <p:tavLst>
                                        <p:tav tm="0">
                                          <p:val>
                                            <p:strVal val="0-#ppt_w/2"/>
                                          </p:val>
                                        </p:tav>
                                        <p:tav tm="100000">
                                          <p:val>
                                            <p:strVal val="#ppt_x"/>
                                          </p:val>
                                        </p:tav>
                                      </p:tavLst>
                                    </p:anim>
                                    <p:anim calcmode="lin" valueType="num">
                                      <p:cBhvr additive="base">
                                        <p:cTn id="8" dur="20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10702560" y="0"/>
            <a:ext cx="0" cy="7232650"/>
          </a:xfrm>
          <a:prstGeom prst="line">
            <a:avLst/>
          </a:prstGeom>
          <a:ln w="9525">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sp>
        <p:nvSpPr>
          <p:cNvPr id="16" name="Oval 15"/>
          <p:cNvSpPr>
            <a:spLocks noChangeAspect="1"/>
          </p:cNvSpPr>
          <p:nvPr/>
        </p:nvSpPr>
        <p:spPr>
          <a:xfrm>
            <a:off x="10651388" y="2150415"/>
            <a:ext cx="102344" cy="102344"/>
          </a:xfrm>
          <a:prstGeom prst="ellipse">
            <a:avLst/>
          </a:prstGeom>
          <a:solidFill>
            <a:schemeClr val="bg1"/>
          </a:solidFill>
          <a:ln w="12700">
            <a:solidFill>
              <a:schemeClr val="accent2"/>
            </a:solid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531" dirty="0">
              <a:latin typeface="张海山锐线体简" panose="02000000000000000000" pitchFamily="2" charset="-122"/>
              <a:ea typeface="张海山锐线体简" panose="02000000000000000000" pitchFamily="2" charset="-122"/>
              <a:cs typeface="Roboto Thin" charset="0"/>
            </a:endParaRPr>
          </a:p>
        </p:txBody>
      </p:sp>
      <p:grpSp>
        <p:nvGrpSpPr>
          <p:cNvPr id="9" name="Group 8"/>
          <p:cNvGrpSpPr/>
          <p:nvPr/>
        </p:nvGrpSpPr>
        <p:grpSpPr>
          <a:xfrm>
            <a:off x="1037032" y="1284405"/>
            <a:ext cx="9435630" cy="4900705"/>
            <a:chOff x="982979" y="1217873"/>
            <a:chExt cx="8946866" cy="4646849"/>
          </a:xfrm>
        </p:grpSpPr>
        <p:sp>
          <p:nvSpPr>
            <p:cNvPr id="14" name="Freeform 13"/>
            <p:cNvSpPr/>
            <p:nvPr/>
          </p:nvSpPr>
          <p:spPr>
            <a:xfrm>
              <a:off x="982979" y="1217873"/>
              <a:ext cx="8946866" cy="4646849"/>
            </a:xfrm>
            <a:custGeom>
              <a:avLst/>
              <a:gdLst>
                <a:gd name="connsiteX0" fmla="*/ 57203 w 8946866"/>
                <a:gd name="connsiteY0" fmla="*/ 0 h 4646849"/>
                <a:gd name="connsiteX1" fmla="*/ 8742674 w 8946866"/>
                <a:gd name="connsiteY1" fmla="*/ 0 h 4646849"/>
                <a:gd name="connsiteX2" fmla="*/ 8799877 w 8946866"/>
                <a:gd name="connsiteY2" fmla="*/ 57203 h 4646849"/>
                <a:gd name="connsiteX3" fmla="*/ 8799877 w 8946866"/>
                <a:gd name="connsiteY3" fmla="*/ 728281 h 4646849"/>
                <a:gd name="connsiteX4" fmla="*/ 8946866 w 8946866"/>
                <a:gd name="connsiteY4" fmla="*/ 875270 h 4646849"/>
                <a:gd name="connsiteX5" fmla="*/ 8799877 w 8946866"/>
                <a:gd name="connsiteY5" fmla="*/ 1022259 h 4646849"/>
                <a:gd name="connsiteX6" fmla="*/ 8799877 w 8946866"/>
                <a:gd name="connsiteY6" fmla="*/ 4589646 h 4646849"/>
                <a:gd name="connsiteX7" fmla="*/ 8742674 w 8946866"/>
                <a:gd name="connsiteY7" fmla="*/ 4646849 h 4646849"/>
                <a:gd name="connsiteX8" fmla="*/ 57203 w 8946866"/>
                <a:gd name="connsiteY8" fmla="*/ 4646849 h 4646849"/>
                <a:gd name="connsiteX9" fmla="*/ 0 w 8946866"/>
                <a:gd name="connsiteY9" fmla="*/ 4589646 h 4646849"/>
                <a:gd name="connsiteX10" fmla="*/ 0 w 8946866"/>
                <a:gd name="connsiteY10" fmla="*/ 57203 h 4646849"/>
                <a:gd name="connsiteX11" fmla="*/ 57203 w 8946866"/>
                <a:gd name="connsiteY11" fmla="*/ 0 h 464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46866" h="4646849">
                  <a:moveTo>
                    <a:pt x="57203" y="0"/>
                  </a:moveTo>
                  <a:lnTo>
                    <a:pt x="8742674" y="0"/>
                  </a:lnTo>
                  <a:cubicBezTo>
                    <a:pt x="8774266" y="0"/>
                    <a:pt x="8799877" y="25611"/>
                    <a:pt x="8799877" y="57203"/>
                  </a:cubicBezTo>
                  <a:lnTo>
                    <a:pt x="8799877" y="728281"/>
                  </a:lnTo>
                  <a:lnTo>
                    <a:pt x="8946866" y="875270"/>
                  </a:lnTo>
                  <a:lnTo>
                    <a:pt x="8799877" y="1022259"/>
                  </a:lnTo>
                  <a:lnTo>
                    <a:pt x="8799877" y="4589646"/>
                  </a:lnTo>
                  <a:cubicBezTo>
                    <a:pt x="8799877" y="4621238"/>
                    <a:pt x="8774266" y="4646849"/>
                    <a:pt x="8742674" y="4646849"/>
                  </a:cubicBezTo>
                  <a:lnTo>
                    <a:pt x="57203" y="4646849"/>
                  </a:lnTo>
                  <a:cubicBezTo>
                    <a:pt x="25611" y="4646849"/>
                    <a:pt x="0" y="4621238"/>
                    <a:pt x="0" y="4589646"/>
                  </a:cubicBezTo>
                  <a:lnTo>
                    <a:pt x="0" y="57203"/>
                  </a:lnTo>
                  <a:cubicBezTo>
                    <a:pt x="0" y="25611"/>
                    <a:pt x="25611" y="0"/>
                    <a:pt x="57203" y="0"/>
                  </a:cubicBezTo>
                  <a:close/>
                </a:path>
              </a:pathLst>
            </a:cu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cxnSp>
          <p:nvCxnSpPr>
            <p:cNvPr id="8" name="Straight Connector 7"/>
            <p:cNvCxnSpPr/>
            <p:nvPr/>
          </p:nvCxnSpPr>
          <p:spPr>
            <a:xfrm>
              <a:off x="6178931" y="1217873"/>
              <a:ext cx="0" cy="435999"/>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sp>
          <p:nvSpPr>
            <p:cNvPr id="5" name="Title 3"/>
            <p:cNvSpPr txBox="1">
              <a:spLocks/>
            </p:cNvSpPr>
            <p:nvPr/>
          </p:nvSpPr>
          <p:spPr>
            <a:xfrm>
              <a:off x="6703141" y="1801862"/>
              <a:ext cx="2623738" cy="58256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3375" b="0" dirty="0">
                  <a:latin typeface="张海山锐线体简" panose="02000000000000000000" pitchFamily="2" charset="-122"/>
                  <a:ea typeface="张海山锐线体简" panose="02000000000000000000" pitchFamily="2" charset="-122"/>
                  <a:cs typeface="Roboto Light" charset="0"/>
                </a:rPr>
                <a:t>Weaknesses</a:t>
              </a:r>
              <a:endParaRPr lang="en-US" sz="1266" b="0" dirty="0">
                <a:latin typeface="张海山锐线体简" panose="02000000000000000000" pitchFamily="2" charset="-122"/>
                <a:ea typeface="张海山锐线体简" panose="02000000000000000000" pitchFamily="2" charset="-122"/>
                <a:cs typeface="Roboto Light" charset="0"/>
              </a:endParaRPr>
            </a:p>
          </p:txBody>
        </p:sp>
        <p:sp>
          <p:nvSpPr>
            <p:cNvPr id="6" name="Title 3"/>
            <p:cNvSpPr txBox="1">
              <a:spLocks/>
            </p:cNvSpPr>
            <p:nvPr/>
          </p:nvSpPr>
          <p:spPr>
            <a:xfrm>
              <a:off x="6703141" y="2252404"/>
              <a:ext cx="2623738"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Sample text here</a:t>
              </a:r>
              <a:endParaRPr lang="en-US" sz="52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7" name="Title 3"/>
            <p:cNvSpPr txBox="1">
              <a:spLocks/>
            </p:cNvSpPr>
            <p:nvPr/>
          </p:nvSpPr>
          <p:spPr>
            <a:xfrm>
              <a:off x="6703142" y="2736477"/>
              <a:ext cx="2623738" cy="2908214"/>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marL="180811" indent="-180811">
                <a:lnSpc>
                  <a:spcPct val="100000"/>
                </a:lnSpc>
                <a:spcBef>
                  <a:spcPts val="1266"/>
                </a:spcBef>
                <a:buClr>
                  <a:schemeClr val="accent2"/>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2"/>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2"/>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2"/>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2"/>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grpSp>
      <p:pic>
        <p:nvPicPr>
          <p:cNvPr id="4" name="图片占位符 3">
            <a:extLst>
              <a:ext uri="{FF2B5EF4-FFF2-40B4-BE49-F238E27FC236}">
                <a16:creationId xmlns:a16="http://schemas.microsoft.com/office/drawing/2014/main" id="{31FBA4E6-8D8B-473C-9500-8AB463C9084E}"/>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325813759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5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000" fill="hold"/>
                                        <p:tgtEl>
                                          <p:spTgt spid="9"/>
                                        </p:tgtEl>
                                        <p:attrNameLst>
                                          <p:attrName>ppt_x</p:attrName>
                                        </p:attrNameLst>
                                      </p:cBhvr>
                                      <p:tavLst>
                                        <p:tav tm="0">
                                          <p:val>
                                            <p:strVal val="0-#ppt_w/2"/>
                                          </p:val>
                                        </p:tav>
                                        <p:tav tm="100000">
                                          <p:val>
                                            <p:strVal val="#ppt_x"/>
                                          </p:val>
                                        </p:tav>
                                      </p:tavLst>
                                    </p:anim>
                                    <p:anim calcmode="lin" valueType="num">
                                      <p:cBhvr additive="base">
                                        <p:cTn id="8" dur="2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1037032" y="1284405"/>
            <a:ext cx="9435630" cy="4900705"/>
            <a:chOff x="982979" y="1217873"/>
            <a:chExt cx="8946866" cy="4646849"/>
          </a:xfrm>
        </p:grpSpPr>
        <p:sp>
          <p:nvSpPr>
            <p:cNvPr id="14" name="Freeform 13"/>
            <p:cNvSpPr/>
            <p:nvPr/>
          </p:nvSpPr>
          <p:spPr>
            <a:xfrm>
              <a:off x="982979" y="1217873"/>
              <a:ext cx="8946866" cy="4646849"/>
            </a:xfrm>
            <a:custGeom>
              <a:avLst/>
              <a:gdLst>
                <a:gd name="connsiteX0" fmla="*/ 57203 w 8946866"/>
                <a:gd name="connsiteY0" fmla="*/ 0 h 4646849"/>
                <a:gd name="connsiteX1" fmla="*/ 8742674 w 8946866"/>
                <a:gd name="connsiteY1" fmla="*/ 0 h 4646849"/>
                <a:gd name="connsiteX2" fmla="*/ 8799877 w 8946866"/>
                <a:gd name="connsiteY2" fmla="*/ 57203 h 4646849"/>
                <a:gd name="connsiteX3" fmla="*/ 8799877 w 8946866"/>
                <a:gd name="connsiteY3" fmla="*/ 728281 h 4646849"/>
                <a:gd name="connsiteX4" fmla="*/ 8946866 w 8946866"/>
                <a:gd name="connsiteY4" fmla="*/ 875270 h 4646849"/>
                <a:gd name="connsiteX5" fmla="*/ 8799877 w 8946866"/>
                <a:gd name="connsiteY5" fmla="*/ 1022259 h 4646849"/>
                <a:gd name="connsiteX6" fmla="*/ 8799877 w 8946866"/>
                <a:gd name="connsiteY6" fmla="*/ 4589646 h 4646849"/>
                <a:gd name="connsiteX7" fmla="*/ 8742674 w 8946866"/>
                <a:gd name="connsiteY7" fmla="*/ 4646849 h 4646849"/>
                <a:gd name="connsiteX8" fmla="*/ 57203 w 8946866"/>
                <a:gd name="connsiteY8" fmla="*/ 4646849 h 4646849"/>
                <a:gd name="connsiteX9" fmla="*/ 0 w 8946866"/>
                <a:gd name="connsiteY9" fmla="*/ 4589646 h 4646849"/>
                <a:gd name="connsiteX10" fmla="*/ 0 w 8946866"/>
                <a:gd name="connsiteY10" fmla="*/ 57203 h 4646849"/>
                <a:gd name="connsiteX11" fmla="*/ 57203 w 8946866"/>
                <a:gd name="connsiteY11" fmla="*/ 0 h 464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46866" h="4646849">
                  <a:moveTo>
                    <a:pt x="57203" y="0"/>
                  </a:moveTo>
                  <a:lnTo>
                    <a:pt x="8742674" y="0"/>
                  </a:lnTo>
                  <a:cubicBezTo>
                    <a:pt x="8774266" y="0"/>
                    <a:pt x="8799877" y="25611"/>
                    <a:pt x="8799877" y="57203"/>
                  </a:cubicBezTo>
                  <a:lnTo>
                    <a:pt x="8799877" y="728281"/>
                  </a:lnTo>
                  <a:lnTo>
                    <a:pt x="8946866" y="875270"/>
                  </a:lnTo>
                  <a:lnTo>
                    <a:pt x="8799877" y="1022259"/>
                  </a:lnTo>
                  <a:lnTo>
                    <a:pt x="8799877" y="4589646"/>
                  </a:lnTo>
                  <a:cubicBezTo>
                    <a:pt x="8799877" y="4621238"/>
                    <a:pt x="8774266" y="4646849"/>
                    <a:pt x="8742674" y="4646849"/>
                  </a:cubicBezTo>
                  <a:lnTo>
                    <a:pt x="57203" y="4646849"/>
                  </a:lnTo>
                  <a:cubicBezTo>
                    <a:pt x="25611" y="4646849"/>
                    <a:pt x="0" y="4621238"/>
                    <a:pt x="0" y="4589646"/>
                  </a:cubicBezTo>
                  <a:lnTo>
                    <a:pt x="0" y="57203"/>
                  </a:lnTo>
                  <a:cubicBezTo>
                    <a:pt x="0" y="25611"/>
                    <a:pt x="25611" y="0"/>
                    <a:pt x="57203" y="0"/>
                  </a:cubicBezTo>
                  <a:close/>
                </a:path>
              </a:pathLst>
            </a:cu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5" name="Title 3"/>
            <p:cNvSpPr txBox="1">
              <a:spLocks/>
            </p:cNvSpPr>
            <p:nvPr/>
          </p:nvSpPr>
          <p:spPr>
            <a:xfrm>
              <a:off x="6038324" y="1801862"/>
              <a:ext cx="3288555" cy="58256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3375" b="0" dirty="0">
                  <a:latin typeface="张海山锐线体简" panose="02000000000000000000" pitchFamily="2" charset="-122"/>
                  <a:ea typeface="张海山锐线体简" panose="02000000000000000000" pitchFamily="2" charset="-122"/>
                  <a:cs typeface="Roboto Light" charset="0"/>
                </a:rPr>
                <a:t>Opportunities</a:t>
              </a:r>
              <a:endParaRPr lang="en-US" sz="1266" b="0" dirty="0">
                <a:latin typeface="张海山锐线体简" panose="02000000000000000000" pitchFamily="2" charset="-122"/>
                <a:ea typeface="张海山锐线体简" panose="02000000000000000000" pitchFamily="2" charset="-122"/>
                <a:cs typeface="Roboto Light" charset="0"/>
              </a:endParaRPr>
            </a:p>
          </p:txBody>
        </p:sp>
        <p:sp>
          <p:nvSpPr>
            <p:cNvPr id="6" name="Title 3"/>
            <p:cNvSpPr txBox="1">
              <a:spLocks/>
            </p:cNvSpPr>
            <p:nvPr/>
          </p:nvSpPr>
          <p:spPr>
            <a:xfrm>
              <a:off x="6038324" y="2252404"/>
              <a:ext cx="3288555"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Sample text here</a:t>
              </a:r>
              <a:endParaRPr lang="en-US" sz="52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7" name="Title 3"/>
            <p:cNvSpPr txBox="1">
              <a:spLocks/>
            </p:cNvSpPr>
            <p:nvPr/>
          </p:nvSpPr>
          <p:spPr>
            <a:xfrm>
              <a:off x="6038325" y="2736477"/>
              <a:ext cx="3288555" cy="2908214"/>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marL="180811" indent="-180811">
                <a:lnSpc>
                  <a:spcPct val="100000"/>
                </a:lnSpc>
                <a:spcBef>
                  <a:spcPts val="1266"/>
                </a:spcBef>
                <a:buClr>
                  <a:schemeClr val="accent3"/>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3"/>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3"/>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3"/>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3"/>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8" name="Straight Connector 7"/>
            <p:cNvCxnSpPr/>
            <p:nvPr/>
          </p:nvCxnSpPr>
          <p:spPr>
            <a:xfrm>
              <a:off x="6178931" y="1217873"/>
              <a:ext cx="0" cy="435999"/>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cxnSp>
        <p:nvCxnSpPr>
          <p:cNvPr id="15" name="Straight Connector 14"/>
          <p:cNvCxnSpPr/>
          <p:nvPr/>
        </p:nvCxnSpPr>
        <p:spPr>
          <a:xfrm>
            <a:off x="10702560" y="0"/>
            <a:ext cx="0" cy="7232650"/>
          </a:xfrm>
          <a:prstGeom prst="line">
            <a:avLst/>
          </a:prstGeom>
          <a:ln w="9525">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sp>
        <p:nvSpPr>
          <p:cNvPr id="16" name="Oval 15"/>
          <p:cNvSpPr>
            <a:spLocks noChangeAspect="1"/>
          </p:cNvSpPr>
          <p:nvPr/>
        </p:nvSpPr>
        <p:spPr>
          <a:xfrm>
            <a:off x="10651388" y="2150415"/>
            <a:ext cx="102344" cy="102344"/>
          </a:xfrm>
          <a:prstGeom prst="ellipse">
            <a:avLst/>
          </a:prstGeom>
          <a:solidFill>
            <a:schemeClr val="bg1"/>
          </a:solidFill>
          <a:ln w="12700">
            <a:solidFill>
              <a:schemeClr val="accent3"/>
            </a:solid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531" dirty="0">
              <a:latin typeface="张海山锐线体简" panose="02000000000000000000" pitchFamily="2" charset="-122"/>
              <a:ea typeface="张海山锐线体简" panose="02000000000000000000" pitchFamily="2" charset="-122"/>
              <a:cs typeface="Roboto Thin" charset="0"/>
            </a:endParaRPr>
          </a:p>
        </p:txBody>
      </p:sp>
      <p:pic>
        <p:nvPicPr>
          <p:cNvPr id="4" name="图片占位符 3">
            <a:extLst>
              <a:ext uri="{FF2B5EF4-FFF2-40B4-BE49-F238E27FC236}">
                <a16:creationId xmlns:a16="http://schemas.microsoft.com/office/drawing/2014/main" id="{5A807086-F8D9-4D4D-8CDE-2C5D6F76C1CE}"/>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350601626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5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000" fill="hold"/>
                                        <p:tgtEl>
                                          <p:spTgt spid="10"/>
                                        </p:tgtEl>
                                        <p:attrNameLst>
                                          <p:attrName>ppt_x</p:attrName>
                                        </p:attrNameLst>
                                      </p:cBhvr>
                                      <p:tavLst>
                                        <p:tav tm="0">
                                          <p:val>
                                            <p:strVal val="0-#ppt_w/2"/>
                                          </p:val>
                                        </p:tav>
                                        <p:tav tm="100000">
                                          <p:val>
                                            <p:strVal val="#ppt_x"/>
                                          </p:val>
                                        </p:tav>
                                      </p:tavLst>
                                    </p:anim>
                                    <p:anim calcmode="lin" valueType="num">
                                      <p:cBhvr additive="base">
                                        <p:cTn id="8" dur="20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037032" y="1284405"/>
            <a:ext cx="9435630" cy="4900705"/>
            <a:chOff x="982979" y="1217873"/>
            <a:chExt cx="8946866" cy="4646849"/>
          </a:xfrm>
        </p:grpSpPr>
        <p:sp>
          <p:nvSpPr>
            <p:cNvPr id="14" name="Freeform 13"/>
            <p:cNvSpPr/>
            <p:nvPr/>
          </p:nvSpPr>
          <p:spPr>
            <a:xfrm>
              <a:off x="982979" y="1217873"/>
              <a:ext cx="8946866" cy="4646849"/>
            </a:xfrm>
            <a:custGeom>
              <a:avLst/>
              <a:gdLst>
                <a:gd name="connsiteX0" fmla="*/ 57203 w 8946866"/>
                <a:gd name="connsiteY0" fmla="*/ 0 h 4646849"/>
                <a:gd name="connsiteX1" fmla="*/ 8742674 w 8946866"/>
                <a:gd name="connsiteY1" fmla="*/ 0 h 4646849"/>
                <a:gd name="connsiteX2" fmla="*/ 8799877 w 8946866"/>
                <a:gd name="connsiteY2" fmla="*/ 57203 h 4646849"/>
                <a:gd name="connsiteX3" fmla="*/ 8799877 w 8946866"/>
                <a:gd name="connsiteY3" fmla="*/ 728281 h 4646849"/>
                <a:gd name="connsiteX4" fmla="*/ 8946866 w 8946866"/>
                <a:gd name="connsiteY4" fmla="*/ 875270 h 4646849"/>
                <a:gd name="connsiteX5" fmla="*/ 8799877 w 8946866"/>
                <a:gd name="connsiteY5" fmla="*/ 1022259 h 4646849"/>
                <a:gd name="connsiteX6" fmla="*/ 8799877 w 8946866"/>
                <a:gd name="connsiteY6" fmla="*/ 4589646 h 4646849"/>
                <a:gd name="connsiteX7" fmla="*/ 8742674 w 8946866"/>
                <a:gd name="connsiteY7" fmla="*/ 4646849 h 4646849"/>
                <a:gd name="connsiteX8" fmla="*/ 57203 w 8946866"/>
                <a:gd name="connsiteY8" fmla="*/ 4646849 h 4646849"/>
                <a:gd name="connsiteX9" fmla="*/ 0 w 8946866"/>
                <a:gd name="connsiteY9" fmla="*/ 4589646 h 4646849"/>
                <a:gd name="connsiteX10" fmla="*/ 0 w 8946866"/>
                <a:gd name="connsiteY10" fmla="*/ 57203 h 4646849"/>
                <a:gd name="connsiteX11" fmla="*/ 57203 w 8946866"/>
                <a:gd name="connsiteY11" fmla="*/ 0 h 464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46866" h="4646849">
                  <a:moveTo>
                    <a:pt x="57203" y="0"/>
                  </a:moveTo>
                  <a:lnTo>
                    <a:pt x="8742674" y="0"/>
                  </a:lnTo>
                  <a:cubicBezTo>
                    <a:pt x="8774266" y="0"/>
                    <a:pt x="8799877" y="25611"/>
                    <a:pt x="8799877" y="57203"/>
                  </a:cubicBezTo>
                  <a:lnTo>
                    <a:pt x="8799877" y="728281"/>
                  </a:lnTo>
                  <a:lnTo>
                    <a:pt x="8946866" y="875270"/>
                  </a:lnTo>
                  <a:lnTo>
                    <a:pt x="8799877" y="1022259"/>
                  </a:lnTo>
                  <a:lnTo>
                    <a:pt x="8799877" y="4589646"/>
                  </a:lnTo>
                  <a:cubicBezTo>
                    <a:pt x="8799877" y="4621238"/>
                    <a:pt x="8774266" y="4646849"/>
                    <a:pt x="8742674" y="4646849"/>
                  </a:cubicBezTo>
                  <a:lnTo>
                    <a:pt x="57203" y="4646849"/>
                  </a:lnTo>
                  <a:cubicBezTo>
                    <a:pt x="25611" y="4646849"/>
                    <a:pt x="0" y="4621238"/>
                    <a:pt x="0" y="4589646"/>
                  </a:cubicBezTo>
                  <a:lnTo>
                    <a:pt x="0" y="57203"/>
                  </a:lnTo>
                  <a:cubicBezTo>
                    <a:pt x="0" y="25611"/>
                    <a:pt x="25611" y="0"/>
                    <a:pt x="57203" y="0"/>
                  </a:cubicBezTo>
                  <a:close/>
                </a:path>
              </a:pathLst>
            </a:custGeom>
            <a:solidFill>
              <a:schemeClr val="bg1"/>
            </a:solidFill>
            <a:ln>
              <a:no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atin typeface="张海山锐线体简" panose="02000000000000000000" pitchFamily="2" charset="-122"/>
                <a:ea typeface="张海山锐线体简" panose="02000000000000000000" pitchFamily="2" charset="-122"/>
              </a:endParaRPr>
            </a:p>
          </p:txBody>
        </p:sp>
        <p:sp>
          <p:nvSpPr>
            <p:cNvPr id="5" name="Title 3"/>
            <p:cNvSpPr txBox="1">
              <a:spLocks/>
            </p:cNvSpPr>
            <p:nvPr/>
          </p:nvSpPr>
          <p:spPr>
            <a:xfrm>
              <a:off x="6038324" y="1801862"/>
              <a:ext cx="3288555" cy="582563"/>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3375" b="0" dirty="0">
                  <a:latin typeface="张海山锐线体简" panose="02000000000000000000" pitchFamily="2" charset="-122"/>
                  <a:ea typeface="张海山锐线体简" panose="02000000000000000000" pitchFamily="2" charset="-122"/>
                  <a:cs typeface="Roboto Light" charset="0"/>
                </a:rPr>
                <a:t>Threats</a:t>
              </a:r>
              <a:endParaRPr lang="en-US" sz="1266" b="0" dirty="0">
                <a:latin typeface="张海山锐线体简" panose="02000000000000000000" pitchFamily="2" charset="-122"/>
                <a:ea typeface="张海山锐线体简" panose="02000000000000000000" pitchFamily="2" charset="-122"/>
                <a:cs typeface="Roboto Light" charset="0"/>
              </a:endParaRPr>
            </a:p>
          </p:txBody>
        </p:sp>
        <p:sp>
          <p:nvSpPr>
            <p:cNvPr id="6" name="Title 3"/>
            <p:cNvSpPr txBox="1">
              <a:spLocks/>
            </p:cNvSpPr>
            <p:nvPr/>
          </p:nvSpPr>
          <p:spPr>
            <a:xfrm>
              <a:off x="6038324" y="2252404"/>
              <a:ext cx="3288555" cy="264042"/>
            </a:xfrm>
            <a:prstGeom prst="rect">
              <a:avLst/>
            </a:prstGeom>
          </p:spPr>
          <p:txBody>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a:lnSpc>
                  <a:spcPct val="80000"/>
                </a:lnSpc>
              </a:pPr>
              <a:r>
                <a:rPr lang="en-US" sz="1160"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rPr>
                <a:t>Sample text here</a:t>
              </a:r>
              <a:endParaRPr lang="en-US" sz="527" b="0" dirty="0">
                <a:solidFill>
                  <a:schemeClr val="tx1">
                    <a:alpha val="50000"/>
                  </a:schemeClr>
                </a:solidFill>
                <a:latin typeface="张海山锐线体简" panose="02000000000000000000" pitchFamily="2" charset="-122"/>
                <a:ea typeface="张海山锐线体简" panose="02000000000000000000" pitchFamily="2" charset="-122"/>
                <a:cs typeface="Roboto Light" charset="0"/>
              </a:endParaRPr>
            </a:p>
          </p:txBody>
        </p:sp>
        <p:sp>
          <p:nvSpPr>
            <p:cNvPr id="7" name="Title 3"/>
            <p:cNvSpPr txBox="1">
              <a:spLocks/>
            </p:cNvSpPr>
            <p:nvPr/>
          </p:nvSpPr>
          <p:spPr>
            <a:xfrm>
              <a:off x="6038325" y="2736477"/>
              <a:ext cx="3288555" cy="2908214"/>
            </a:xfrm>
            <a:prstGeom prst="rect">
              <a:avLst/>
            </a:prstGeom>
          </p:spPr>
          <p:txBody>
            <a:bodyPr>
              <a:noAutofit/>
            </a:bodyPr>
            <a:lstStyle>
              <a:lvl1pPr algn="l" defTabSz="914400" rtl="0" eaLnBrk="1" latinLnBrk="0" hangingPunct="1">
                <a:lnSpc>
                  <a:spcPct val="70000"/>
                </a:lnSpc>
                <a:spcBef>
                  <a:spcPct val="0"/>
                </a:spcBef>
                <a:buNone/>
                <a:defRPr sz="3600" b="1" i="0" kern="1200">
                  <a:solidFill>
                    <a:schemeClr val="tx1"/>
                  </a:solidFill>
                  <a:latin typeface="Roboto Thin" charset="0"/>
                  <a:ea typeface="Roboto Thin" charset="0"/>
                  <a:cs typeface="Roboto Thin" charset="0"/>
                </a:defRPr>
              </a:lvl1pPr>
            </a:lstStyle>
            <a:p>
              <a:pPr marL="180811" indent="-180811">
                <a:lnSpc>
                  <a:spcPct val="100000"/>
                </a:lnSpc>
                <a:spcBef>
                  <a:spcPts val="1266"/>
                </a:spcBef>
                <a:buClr>
                  <a:schemeClr val="accent4"/>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4"/>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4"/>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a:p>
              <a:pPr marL="180811" indent="-180811">
                <a:lnSpc>
                  <a:spcPct val="100000"/>
                </a:lnSpc>
                <a:spcBef>
                  <a:spcPts val="1266"/>
                </a:spcBef>
                <a:buClr>
                  <a:schemeClr val="accent4"/>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1500s, when an unknown printer took a galley of type and scrambled</a:t>
              </a:r>
            </a:p>
            <a:p>
              <a:pPr marL="180811" indent="-180811">
                <a:lnSpc>
                  <a:spcPct val="100000"/>
                </a:lnSpc>
                <a:spcBef>
                  <a:spcPts val="1266"/>
                </a:spcBef>
                <a:buClr>
                  <a:schemeClr val="accent4"/>
                </a:buClr>
                <a:buSzPct val="150000"/>
                <a:buFont typeface="Courier New" charset="0"/>
                <a:buChar char="o"/>
              </a:pP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Sesame snaps </a:t>
              </a:r>
              <a:r>
                <a:rPr lang="en-US" sz="1160" b="0" dirty="0" err="1">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jelyy</a:t>
              </a:r>
              <a:r>
                <a:rPr lang="en-US" sz="1160" b="0" dirty="0">
                  <a:solidFill>
                    <a:schemeClr val="tx1">
                      <a:alpha val="70000"/>
                    </a:schemeClr>
                  </a:solidFill>
                  <a:latin typeface="张海山锐线体简" panose="02000000000000000000" pitchFamily="2" charset="-122"/>
                  <a:ea typeface="张海山锐线体简" panose="02000000000000000000" pitchFamily="2" charset="-122"/>
                  <a:cs typeface="Roboto Light" charset="0"/>
                </a:rPr>
                <a:t> dessert tootsie roll sweet roll.</a:t>
              </a:r>
            </a:p>
          </p:txBody>
        </p:sp>
        <p:cxnSp>
          <p:nvCxnSpPr>
            <p:cNvPr id="8" name="Straight Connector 7"/>
            <p:cNvCxnSpPr/>
            <p:nvPr/>
          </p:nvCxnSpPr>
          <p:spPr>
            <a:xfrm>
              <a:off x="6178931" y="1217873"/>
              <a:ext cx="0" cy="435999"/>
            </a:xfrm>
            <a:prstGeom prst="line">
              <a:avLst/>
            </a:prstGeom>
            <a:ln w="25400">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cxnSp>
        <p:nvCxnSpPr>
          <p:cNvPr id="15" name="Straight Connector 14"/>
          <p:cNvCxnSpPr/>
          <p:nvPr/>
        </p:nvCxnSpPr>
        <p:spPr>
          <a:xfrm>
            <a:off x="10702560" y="-77771"/>
            <a:ext cx="0" cy="2330529"/>
          </a:xfrm>
          <a:prstGeom prst="line">
            <a:avLst/>
          </a:prstGeom>
          <a:ln w="9525">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sp>
        <p:nvSpPr>
          <p:cNvPr id="16" name="Oval 15"/>
          <p:cNvSpPr>
            <a:spLocks noChangeAspect="1"/>
          </p:cNvSpPr>
          <p:nvPr/>
        </p:nvSpPr>
        <p:spPr>
          <a:xfrm>
            <a:off x="10651388" y="2150415"/>
            <a:ext cx="102344" cy="102344"/>
          </a:xfrm>
          <a:prstGeom prst="ellipse">
            <a:avLst/>
          </a:prstGeom>
          <a:solidFill>
            <a:schemeClr val="bg1"/>
          </a:solidFill>
          <a:ln w="12700">
            <a:solidFill>
              <a:schemeClr val="accent4"/>
            </a:solidFill>
          </a:ln>
          <a:effectLst>
            <a:outerShdw blurRad="88900" dist="38100" dir="5400000" algn="t" rotWithShape="0">
              <a:prstClr val="black">
                <a:alpha val="11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531" dirty="0">
              <a:latin typeface="张海山锐线体简" panose="02000000000000000000" pitchFamily="2" charset="-122"/>
              <a:ea typeface="张海山锐线体简" panose="02000000000000000000" pitchFamily="2" charset="-122"/>
              <a:cs typeface="Roboto Thin" charset="0"/>
            </a:endParaRPr>
          </a:p>
        </p:txBody>
      </p:sp>
      <p:pic>
        <p:nvPicPr>
          <p:cNvPr id="4" name="图片占位符 3">
            <a:extLst>
              <a:ext uri="{FF2B5EF4-FFF2-40B4-BE49-F238E27FC236}">
                <a16:creationId xmlns:a16="http://schemas.microsoft.com/office/drawing/2014/main" id="{ECF1CC95-F167-4933-B383-386DEA463359}"/>
              </a:ext>
            </a:extLst>
          </p:cNvPr>
          <p:cNvPicPr>
            <a:picLocks noGrp="1" noChangeAspect="1"/>
          </p:cNvPicPr>
          <p:nvPr>
            <p:ph type="pic" sz="quarter" idx="11"/>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8457425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5000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任意多边形 5"/>
          <p:cNvSpPr/>
          <p:nvPr/>
        </p:nvSpPr>
        <p:spPr>
          <a:xfrm rot="16200000">
            <a:off x="4519108" y="2512994"/>
            <a:ext cx="1486711" cy="1243607"/>
          </a:xfrm>
          <a:custGeom>
            <a:avLst/>
            <a:gdLst>
              <a:gd name="connsiteX0" fmla="*/ 1771650 w 1771650"/>
              <a:gd name="connsiteY0" fmla="*/ 0 h 1666875"/>
              <a:gd name="connsiteX1" fmla="*/ 1771650 w 1771650"/>
              <a:gd name="connsiteY1" fmla="*/ 1666875 h 1666875"/>
              <a:gd name="connsiteX2" fmla="*/ 0 w 1771650"/>
              <a:gd name="connsiteY2" fmla="*/ 1666875 h 1666875"/>
              <a:gd name="connsiteX3" fmla="*/ 553936 w 1771650"/>
              <a:gd name="connsiteY3" fmla="*/ 833438 h 1666875"/>
              <a:gd name="connsiteX4" fmla="*/ 0 w 1771650"/>
              <a:gd name="connsiteY4" fmla="*/ 0 h 166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50" h="1666875">
                <a:moveTo>
                  <a:pt x="1771650" y="0"/>
                </a:moveTo>
                <a:lnTo>
                  <a:pt x="1771650" y="1666875"/>
                </a:lnTo>
                <a:lnTo>
                  <a:pt x="0" y="1666875"/>
                </a:lnTo>
                <a:lnTo>
                  <a:pt x="553936" y="833438"/>
                </a:lnTo>
                <a:lnTo>
                  <a:pt x="0" y="0"/>
                </a:ln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t"/>
          <a:lstStyle/>
          <a:p>
            <a:pPr algn="ctr"/>
            <a:r>
              <a:rPr lang="en-US" altLang="zh-CN" sz="5695" dirty="0">
                <a:solidFill>
                  <a:schemeClr val="bg1"/>
                </a:solidFill>
              </a:rPr>
              <a:t>01</a:t>
            </a:r>
            <a:endParaRPr lang="zh-CN" altLang="en-US" sz="5695" dirty="0">
              <a:solidFill>
                <a:schemeClr val="bg1"/>
              </a:solidFill>
            </a:endParaRPr>
          </a:p>
        </p:txBody>
      </p:sp>
      <p:sp>
        <p:nvSpPr>
          <p:cNvPr id="7" name="任意多边形 6"/>
          <p:cNvSpPr/>
          <p:nvPr/>
        </p:nvSpPr>
        <p:spPr>
          <a:xfrm rot="16200000">
            <a:off x="6431740" y="2512992"/>
            <a:ext cx="1486711" cy="1243607"/>
          </a:xfrm>
          <a:custGeom>
            <a:avLst/>
            <a:gdLst>
              <a:gd name="connsiteX0" fmla="*/ 1771650 w 1771650"/>
              <a:gd name="connsiteY0" fmla="*/ 0 h 1666875"/>
              <a:gd name="connsiteX1" fmla="*/ 1771650 w 1771650"/>
              <a:gd name="connsiteY1" fmla="*/ 1666875 h 1666875"/>
              <a:gd name="connsiteX2" fmla="*/ 0 w 1771650"/>
              <a:gd name="connsiteY2" fmla="*/ 1666875 h 1666875"/>
              <a:gd name="connsiteX3" fmla="*/ 553936 w 1771650"/>
              <a:gd name="connsiteY3" fmla="*/ 833438 h 1666875"/>
              <a:gd name="connsiteX4" fmla="*/ 0 w 1771650"/>
              <a:gd name="connsiteY4" fmla="*/ 0 h 166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50" h="1666875">
                <a:moveTo>
                  <a:pt x="1771650" y="0"/>
                </a:moveTo>
                <a:lnTo>
                  <a:pt x="1771650" y="1666875"/>
                </a:lnTo>
                <a:lnTo>
                  <a:pt x="0" y="1666875"/>
                </a:lnTo>
                <a:lnTo>
                  <a:pt x="553936" y="833438"/>
                </a:lnTo>
                <a:lnTo>
                  <a:pt x="0" y="0"/>
                </a:lnTo>
                <a:close/>
              </a:path>
            </a:pathLst>
          </a:cu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t"/>
          <a:lstStyle/>
          <a:p>
            <a:pPr algn="ctr"/>
            <a:r>
              <a:rPr lang="en-US" altLang="zh-CN" sz="5695" dirty="0">
                <a:solidFill>
                  <a:schemeClr val="bg1"/>
                </a:solidFill>
              </a:rPr>
              <a:t>02</a:t>
            </a:r>
            <a:endParaRPr lang="zh-CN" altLang="en-US" sz="5695" dirty="0">
              <a:solidFill>
                <a:schemeClr val="bg1"/>
              </a:solidFill>
            </a:endParaRPr>
          </a:p>
        </p:txBody>
      </p:sp>
      <p:sp>
        <p:nvSpPr>
          <p:cNvPr id="8" name="任意多边形 7"/>
          <p:cNvSpPr/>
          <p:nvPr/>
        </p:nvSpPr>
        <p:spPr>
          <a:xfrm rot="16200000">
            <a:off x="4499017" y="4321155"/>
            <a:ext cx="1486711" cy="1243608"/>
          </a:xfrm>
          <a:custGeom>
            <a:avLst/>
            <a:gdLst>
              <a:gd name="connsiteX0" fmla="*/ 1771650 w 1771650"/>
              <a:gd name="connsiteY0" fmla="*/ 0 h 1666875"/>
              <a:gd name="connsiteX1" fmla="*/ 1771650 w 1771650"/>
              <a:gd name="connsiteY1" fmla="*/ 1666875 h 1666875"/>
              <a:gd name="connsiteX2" fmla="*/ 0 w 1771650"/>
              <a:gd name="connsiteY2" fmla="*/ 1666875 h 1666875"/>
              <a:gd name="connsiteX3" fmla="*/ 553936 w 1771650"/>
              <a:gd name="connsiteY3" fmla="*/ 833438 h 1666875"/>
              <a:gd name="connsiteX4" fmla="*/ 0 w 1771650"/>
              <a:gd name="connsiteY4" fmla="*/ 0 h 166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50" h="1666875">
                <a:moveTo>
                  <a:pt x="1771650" y="0"/>
                </a:moveTo>
                <a:lnTo>
                  <a:pt x="1771650" y="1666875"/>
                </a:lnTo>
                <a:lnTo>
                  <a:pt x="0" y="1666875"/>
                </a:lnTo>
                <a:lnTo>
                  <a:pt x="553936" y="833438"/>
                </a:lnTo>
                <a:lnTo>
                  <a:pt x="0" y="0"/>
                </a:ln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t"/>
          <a:lstStyle/>
          <a:p>
            <a:pPr algn="ctr"/>
            <a:r>
              <a:rPr lang="en-US" altLang="zh-CN" sz="5695" dirty="0">
                <a:solidFill>
                  <a:schemeClr val="bg1"/>
                </a:solidFill>
              </a:rPr>
              <a:t>03</a:t>
            </a:r>
            <a:endParaRPr lang="zh-CN" altLang="en-US" sz="5695" dirty="0">
              <a:solidFill>
                <a:schemeClr val="bg1"/>
              </a:solidFill>
            </a:endParaRPr>
          </a:p>
        </p:txBody>
      </p:sp>
      <p:sp>
        <p:nvSpPr>
          <p:cNvPr id="9" name="任意多边形 8"/>
          <p:cNvSpPr/>
          <p:nvPr/>
        </p:nvSpPr>
        <p:spPr>
          <a:xfrm rot="16200000">
            <a:off x="6411648" y="4321154"/>
            <a:ext cx="1486711" cy="1243607"/>
          </a:xfrm>
          <a:custGeom>
            <a:avLst/>
            <a:gdLst>
              <a:gd name="connsiteX0" fmla="*/ 1771650 w 1771650"/>
              <a:gd name="connsiteY0" fmla="*/ 0 h 1666875"/>
              <a:gd name="connsiteX1" fmla="*/ 1771650 w 1771650"/>
              <a:gd name="connsiteY1" fmla="*/ 1666875 h 1666875"/>
              <a:gd name="connsiteX2" fmla="*/ 0 w 1771650"/>
              <a:gd name="connsiteY2" fmla="*/ 1666875 h 1666875"/>
              <a:gd name="connsiteX3" fmla="*/ 553936 w 1771650"/>
              <a:gd name="connsiteY3" fmla="*/ 833438 h 1666875"/>
              <a:gd name="connsiteX4" fmla="*/ 0 w 1771650"/>
              <a:gd name="connsiteY4" fmla="*/ 0 h 166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50" h="1666875">
                <a:moveTo>
                  <a:pt x="1771650" y="0"/>
                </a:moveTo>
                <a:lnTo>
                  <a:pt x="1771650" y="1666875"/>
                </a:lnTo>
                <a:lnTo>
                  <a:pt x="0" y="1666875"/>
                </a:lnTo>
                <a:lnTo>
                  <a:pt x="553936" y="833438"/>
                </a:lnTo>
                <a:lnTo>
                  <a:pt x="0" y="0"/>
                </a:lnTo>
                <a:close/>
              </a:path>
            </a:pathLst>
          </a:cu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t"/>
          <a:lstStyle/>
          <a:p>
            <a:pPr algn="ctr"/>
            <a:r>
              <a:rPr lang="en-US" altLang="zh-CN" sz="5695" dirty="0">
                <a:solidFill>
                  <a:schemeClr val="bg1"/>
                </a:solidFill>
              </a:rPr>
              <a:t>04</a:t>
            </a:r>
            <a:endParaRPr lang="zh-CN" altLang="en-US" sz="5695" dirty="0">
              <a:solidFill>
                <a:schemeClr val="bg1"/>
              </a:solidFill>
            </a:endParaRPr>
          </a:p>
        </p:txBody>
      </p:sp>
      <p:sp>
        <p:nvSpPr>
          <p:cNvPr id="10" name="矩形 9"/>
          <p:cNvSpPr/>
          <p:nvPr/>
        </p:nvSpPr>
        <p:spPr>
          <a:xfrm>
            <a:off x="8001710" y="2391438"/>
            <a:ext cx="3501119"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687" b="1" dirty="0">
                <a:solidFill>
                  <a:schemeClr val="bg2">
                    <a:lumMod val="25000"/>
                  </a:schemeClr>
                </a:solidFill>
              </a:rPr>
              <a:t>在此添加关键字</a:t>
            </a:r>
          </a:p>
          <a:p>
            <a:r>
              <a:rPr lang="en-US" altLang="zh-CN" sz="1477" dirty="0">
                <a:solidFill>
                  <a:schemeClr val="bg2">
                    <a:lumMod val="25000"/>
                  </a:schemeClr>
                </a:solidFill>
              </a:rPr>
              <a:t>Lorem ipsum dolor sit amet, consectetuer adipiscing elit. Maecenas porttitor congue massa. </a:t>
            </a:r>
          </a:p>
        </p:txBody>
      </p:sp>
      <p:sp>
        <p:nvSpPr>
          <p:cNvPr id="11" name="矩形 10"/>
          <p:cNvSpPr/>
          <p:nvPr/>
        </p:nvSpPr>
        <p:spPr>
          <a:xfrm>
            <a:off x="8001710" y="4195888"/>
            <a:ext cx="3501119"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687" b="1" dirty="0">
                <a:solidFill>
                  <a:schemeClr val="bg2">
                    <a:lumMod val="25000"/>
                  </a:schemeClr>
                </a:solidFill>
              </a:rPr>
              <a:t>在此添加关键字</a:t>
            </a:r>
          </a:p>
          <a:p>
            <a:r>
              <a:rPr lang="en-US" altLang="zh-CN" sz="1477" dirty="0">
                <a:solidFill>
                  <a:schemeClr val="bg2">
                    <a:lumMod val="25000"/>
                  </a:schemeClr>
                </a:solidFill>
              </a:rPr>
              <a:t>Lorem ipsum dolor sit amet, consectetuer adipiscing elit. Maecenas porttitor congue massa. </a:t>
            </a:r>
          </a:p>
        </p:txBody>
      </p:sp>
      <p:sp>
        <p:nvSpPr>
          <p:cNvPr id="12" name="矩形 11"/>
          <p:cNvSpPr/>
          <p:nvPr/>
        </p:nvSpPr>
        <p:spPr>
          <a:xfrm>
            <a:off x="944905" y="2391438"/>
            <a:ext cx="3501119"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687" b="1" dirty="0">
                <a:solidFill>
                  <a:schemeClr val="bg2">
                    <a:lumMod val="25000"/>
                  </a:schemeClr>
                </a:solidFill>
              </a:rPr>
              <a:t>在此添加关键字</a:t>
            </a:r>
          </a:p>
          <a:p>
            <a:pPr algn="r"/>
            <a:r>
              <a:rPr lang="en-US" altLang="zh-CN" sz="1477" dirty="0">
                <a:solidFill>
                  <a:schemeClr val="bg2">
                    <a:lumMod val="25000"/>
                  </a:schemeClr>
                </a:solidFill>
              </a:rPr>
              <a:t>Lorem ipsum dolor sit amet, consectetuer adipiscing elit. Maecenas porttitor congue massa. </a:t>
            </a:r>
          </a:p>
        </p:txBody>
      </p:sp>
      <p:sp>
        <p:nvSpPr>
          <p:cNvPr id="13" name="矩形 12"/>
          <p:cNvSpPr/>
          <p:nvPr/>
        </p:nvSpPr>
        <p:spPr>
          <a:xfrm>
            <a:off x="944905" y="4195888"/>
            <a:ext cx="3501119"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687" b="1" dirty="0">
                <a:solidFill>
                  <a:schemeClr val="bg2">
                    <a:lumMod val="25000"/>
                  </a:schemeClr>
                </a:solidFill>
              </a:rPr>
              <a:t>在此添加关键字</a:t>
            </a:r>
          </a:p>
          <a:p>
            <a:pPr algn="r"/>
            <a:r>
              <a:rPr lang="en-US" altLang="zh-CN" sz="1477" dirty="0">
                <a:solidFill>
                  <a:schemeClr val="bg2">
                    <a:lumMod val="25000"/>
                  </a:schemeClr>
                </a:solidFill>
              </a:rPr>
              <a:t>Lorem ipsum dolor sit amet, consectetuer adipiscing elit. Maecenas porttitor congue massa. </a:t>
            </a:r>
          </a:p>
        </p:txBody>
      </p:sp>
    </p:spTree>
    <p:extLst>
      <p:ext uri="{BB962C8B-B14F-4D97-AF65-F5344CB8AC3E}">
        <p14:creationId xmlns:p14="http://schemas.microsoft.com/office/powerpoint/2010/main" val="287147795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任意多边形 5"/>
          <p:cNvSpPr/>
          <p:nvPr/>
        </p:nvSpPr>
        <p:spPr>
          <a:xfrm rot="2773790">
            <a:off x="3171713" y="3303359"/>
            <a:ext cx="1315926" cy="1247457"/>
          </a:xfrm>
          <a:custGeom>
            <a:avLst/>
            <a:gdLst>
              <a:gd name="connsiteX0" fmla="*/ 173223 w 1247761"/>
              <a:gd name="connsiteY0" fmla="*/ 173223 h 1182838"/>
              <a:gd name="connsiteX1" fmla="*/ 591419 w 1247761"/>
              <a:gd name="connsiteY1" fmla="*/ 0 h 1182838"/>
              <a:gd name="connsiteX2" fmla="*/ 1247761 w 1247761"/>
              <a:gd name="connsiteY2" fmla="*/ 0 h 1182838"/>
              <a:gd name="connsiteX3" fmla="*/ 1247760 w 1247761"/>
              <a:gd name="connsiteY3" fmla="*/ 1182838 h 1182838"/>
              <a:gd name="connsiteX4" fmla="*/ 591419 w 1247761"/>
              <a:gd name="connsiteY4" fmla="*/ 1182837 h 1182838"/>
              <a:gd name="connsiteX5" fmla="*/ 0 w 1247761"/>
              <a:gd name="connsiteY5" fmla="*/ 591418 h 1182838"/>
              <a:gd name="connsiteX6" fmla="*/ 0 w 1247761"/>
              <a:gd name="connsiteY6" fmla="*/ 591419 h 1182838"/>
              <a:gd name="connsiteX7" fmla="*/ 173223 w 1247761"/>
              <a:gd name="connsiteY7" fmla="*/ 173223 h 118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7761" h="1182838">
                <a:moveTo>
                  <a:pt x="173223" y="173223"/>
                </a:moveTo>
                <a:cubicBezTo>
                  <a:pt x="280248" y="66197"/>
                  <a:pt x="428103" y="0"/>
                  <a:pt x="591419" y="0"/>
                </a:cubicBezTo>
                <a:lnTo>
                  <a:pt x="1247761" y="0"/>
                </a:lnTo>
                <a:lnTo>
                  <a:pt x="1247760" y="1182838"/>
                </a:lnTo>
                <a:lnTo>
                  <a:pt x="591419" y="1182837"/>
                </a:lnTo>
                <a:cubicBezTo>
                  <a:pt x="264787" y="1182837"/>
                  <a:pt x="0" y="918050"/>
                  <a:pt x="0" y="591418"/>
                </a:cubicBezTo>
                <a:lnTo>
                  <a:pt x="0" y="591419"/>
                </a:lnTo>
                <a:cubicBezTo>
                  <a:pt x="0" y="428103"/>
                  <a:pt x="66197" y="280248"/>
                  <a:pt x="173223" y="173223"/>
                </a:cubicBez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7" name="圆角矩形 25"/>
          <p:cNvSpPr/>
          <p:nvPr/>
        </p:nvSpPr>
        <p:spPr>
          <a:xfrm rot="2773790">
            <a:off x="4181504" y="4403854"/>
            <a:ext cx="1397786" cy="1247455"/>
          </a:xfrm>
          <a:custGeom>
            <a:avLst/>
            <a:gdLst>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0 w 1323221"/>
              <a:gd name="connsiteY6" fmla="*/ 1182837 h 1182837"/>
              <a:gd name="connsiteX7" fmla="*/ 0 w 1323221"/>
              <a:gd name="connsiteY7" fmla="*/ 1182837 h 1182837"/>
              <a:gd name="connsiteX8" fmla="*/ 0 w 1323221"/>
              <a:gd name="connsiteY8" fmla="*/ 0 h 1182837"/>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927378 w 1323221"/>
              <a:gd name="connsiteY6" fmla="*/ 1179233 h 1182837"/>
              <a:gd name="connsiteX7" fmla="*/ 0 w 1323221"/>
              <a:gd name="connsiteY7" fmla="*/ 1182837 h 1182837"/>
              <a:gd name="connsiteX8" fmla="*/ 0 w 1323221"/>
              <a:gd name="connsiteY8" fmla="*/ 1182837 h 1182837"/>
              <a:gd name="connsiteX9" fmla="*/ 0 w 132322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1323221 w 1325381"/>
              <a:gd name="connsiteY6" fmla="*/ 1182837 h 1182837"/>
              <a:gd name="connsiteX7" fmla="*/ 927378 w 1325381"/>
              <a:gd name="connsiteY7" fmla="*/ 1179233 h 1182837"/>
              <a:gd name="connsiteX8" fmla="*/ 0 w 1325381"/>
              <a:gd name="connsiteY8" fmla="*/ 1182837 h 1182837"/>
              <a:gd name="connsiteX9" fmla="*/ 0 w 1325381"/>
              <a:gd name="connsiteY9" fmla="*/ 1182837 h 1182837"/>
              <a:gd name="connsiteX10" fmla="*/ 0 w 1325381"/>
              <a:gd name="connsiteY10"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927378 w 1325381"/>
              <a:gd name="connsiteY6" fmla="*/ 1179233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825228 w 1325381"/>
              <a:gd name="connsiteY6" fmla="*/ 1180303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825228 w 1325381"/>
              <a:gd name="connsiteY5" fmla="*/ 118030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825228 w 1325381"/>
              <a:gd name="connsiteY5" fmla="*/ 118030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825228 w 1325381"/>
              <a:gd name="connsiteY5" fmla="*/ 118030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825228 w 1325381"/>
              <a:gd name="connsiteY5" fmla="*/ 1180303 h 1182837"/>
              <a:gd name="connsiteX6" fmla="*/ 0 w 1325381"/>
              <a:gd name="connsiteY6" fmla="*/ 1182837 h 1182837"/>
              <a:gd name="connsiteX7" fmla="*/ 0 w 1325381"/>
              <a:gd name="connsiteY7" fmla="*/ 1182837 h 1182837"/>
              <a:gd name="connsiteX8" fmla="*/ 0 w 1325381"/>
              <a:gd name="connsiteY8" fmla="*/ 0 h 118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381" h="1182837">
                <a:moveTo>
                  <a:pt x="0" y="0"/>
                </a:moveTo>
                <a:lnTo>
                  <a:pt x="0" y="0"/>
                </a:lnTo>
                <a:lnTo>
                  <a:pt x="1323221" y="0"/>
                </a:lnTo>
                <a:lnTo>
                  <a:pt x="1323221" y="0"/>
                </a:lnTo>
                <a:lnTo>
                  <a:pt x="1325381" y="681152"/>
                </a:lnTo>
                <a:cubicBezTo>
                  <a:pt x="1316596" y="883012"/>
                  <a:pt x="1092461" y="1163062"/>
                  <a:pt x="825228" y="1180303"/>
                </a:cubicBezTo>
                <a:lnTo>
                  <a:pt x="0" y="1182837"/>
                </a:lnTo>
                <a:lnTo>
                  <a:pt x="0" y="1182837"/>
                </a:lnTo>
                <a:lnTo>
                  <a:pt x="0" y="0"/>
                </a:lnTo>
                <a:close/>
              </a:path>
            </a:pathLst>
          </a:cu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8" name="圆角矩形 25"/>
          <p:cNvSpPr/>
          <p:nvPr/>
        </p:nvSpPr>
        <p:spPr>
          <a:xfrm rot="18826210" flipV="1">
            <a:off x="5274310" y="3293996"/>
            <a:ext cx="1338768" cy="1354855"/>
          </a:xfrm>
          <a:custGeom>
            <a:avLst/>
            <a:gdLst>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0 w 1323221"/>
              <a:gd name="connsiteY6" fmla="*/ 1182837 h 1182837"/>
              <a:gd name="connsiteX7" fmla="*/ 0 w 1323221"/>
              <a:gd name="connsiteY7" fmla="*/ 1182837 h 1182837"/>
              <a:gd name="connsiteX8" fmla="*/ 0 w 1323221"/>
              <a:gd name="connsiteY8" fmla="*/ 0 h 1182837"/>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927378 w 1323221"/>
              <a:gd name="connsiteY6" fmla="*/ 1179233 h 1182837"/>
              <a:gd name="connsiteX7" fmla="*/ 0 w 1323221"/>
              <a:gd name="connsiteY7" fmla="*/ 1182837 h 1182837"/>
              <a:gd name="connsiteX8" fmla="*/ 0 w 1323221"/>
              <a:gd name="connsiteY8" fmla="*/ 1182837 h 1182837"/>
              <a:gd name="connsiteX9" fmla="*/ 0 w 132322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1323221 w 1325381"/>
              <a:gd name="connsiteY6" fmla="*/ 1182837 h 1182837"/>
              <a:gd name="connsiteX7" fmla="*/ 927378 w 1325381"/>
              <a:gd name="connsiteY7" fmla="*/ 1179233 h 1182837"/>
              <a:gd name="connsiteX8" fmla="*/ 0 w 1325381"/>
              <a:gd name="connsiteY8" fmla="*/ 1182837 h 1182837"/>
              <a:gd name="connsiteX9" fmla="*/ 0 w 1325381"/>
              <a:gd name="connsiteY9" fmla="*/ 1182837 h 1182837"/>
              <a:gd name="connsiteX10" fmla="*/ 0 w 1325381"/>
              <a:gd name="connsiteY10"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927378 w 1325381"/>
              <a:gd name="connsiteY6" fmla="*/ 1179233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747962 w 1325381"/>
              <a:gd name="connsiteY6" fmla="*/ 1181917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381" h="1182837">
                <a:moveTo>
                  <a:pt x="0" y="0"/>
                </a:moveTo>
                <a:lnTo>
                  <a:pt x="0" y="0"/>
                </a:lnTo>
                <a:lnTo>
                  <a:pt x="1323221" y="0"/>
                </a:lnTo>
                <a:lnTo>
                  <a:pt x="1323221" y="0"/>
                </a:lnTo>
                <a:lnTo>
                  <a:pt x="1325381" y="681152"/>
                </a:lnTo>
                <a:cubicBezTo>
                  <a:pt x="1307444" y="901474"/>
                  <a:pt x="1082705" y="1151972"/>
                  <a:pt x="747962" y="1181917"/>
                </a:cubicBezTo>
                <a:lnTo>
                  <a:pt x="0" y="1182837"/>
                </a:lnTo>
                <a:lnTo>
                  <a:pt x="0" y="1182837"/>
                </a:lnTo>
                <a:lnTo>
                  <a:pt x="0" y="0"/>
                </a:ln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9" name="圆角矩形 25"/>
          <p:cNvSpPr/>
          <p:nvPr/>
        </p:nvSpPr>
        <p:spPr>
          <a:xfrm rot="18826210" flipH="1">
            <a:off x="6360427" y="4350154"/>
            <a:ext cx="1338768" cy="1354855"/>
          </a:xfrm>
          <a:custGeom>
            <a:avLst/>
            <a:gdLst>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0 w 1323221"/>
              <a:gd name="connsiteY6" fmla="*/ 1182837 h 1182837"/>
              <a:gd name="connsiteX7" fmla="*/ 0 w 1323221"/>
              <a:gd name="connsiteY7" fmla="*/ 1182837 h 1182837"/>
              <a:gd name="connsiteX8" fmla="*/ 0 w 1323221"/>
              <a:gd name="connsiteY8" fmla="*/ 0 h 1182837"/>
              <a:gd name="connsiteX0" fmla="*/ 0 w 1323221"/>
              <a:gd name="connsiteY0" fmla="*/ 0 h 1182837"/>
              <a:gd name="connsiteX1" fmla="*/ 0 w 1323221"/>
              <a:gd name="connsiteY1" fmla="*/ 0 h 1182837"/>
              <a:gd name="connsiteX2" fmla="*/ 1323221 w 1323221"/>
              <a:gd name="connsiteY2" fmla="*/ 0 h 1182837"/>
              <a:gd name="connsiteX3" fmla="*/ 1323221 w 1323221"/>
              <a:gd name="connsiteY3" fmla="*/ 0 h 1182837"/>
              <a:gd name="connsiteX4" fmla="*/ 1323221 w 1323221"/>
              <a:gd name="connsiteY4" fmla="*/ 1182837 h 1182837"/>
              <a:gd name="connsiteX5" fmla="*/ 1323221 w 1323221"/>
              <a:gd name="connsiteY5" fmla="*/ 1182837 h 1182837"/>
              <a:gd name="connsiteX6" fmla="*/ 927378 w 1323221"/>
              <a:gd name="connsiteY6" fmla="*/ 1179233 h 1182837"/>
              <a:gd name="connsiteX7" fmla="*/ 0 w 1323221"/>
              <a:gd name="connsiteY7" fmla="*/ 1182837 h 1182837"/>
              <a:gd name="connsiteX8" fmla="*/ 0 w 1323221"/>
              <a:gd name="connsiteY8" fmla="*/ 1182837 h 1182837"/>
              <a:gd name="connsiteX9" fmla="*/ 0 w 132322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1323221 w 1325381"/>
              <a:gd name="connsiteY6" fmla="*/ 1182837 h 1182837"/>
              <a:gd name="connsiteX7" fmla="*/ 927378 w 1325381"/>
              <a:gd name="connsiteY7" fmla="*/ 1179233 h 1182837"/>
              <a:gd name="connsiteX8" fmla="*/ 0 w 1325381"/>
              <a:gd name="connsiteY8" fmla="*/ 1182837 h 1182837"/>
              <a:gd name="connsiteX9" fmla="*/ 0 w 1325381"/>
              <a:gd name="connsiteY9" fmla="*/ 1182837 h 1182837"/>
              <a:gd name="connsiteX10" fmla="*/ 0 w 1325381"/>
              <a:gd name="connsiteY10"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1323221 w 1325381"/>
              <a:gd name="connsiteY5" fmla="*/ 1182837 h 1182837"/>
              <a:gd name="connsiteX6" fmla="*/ 927378 w 1325381"/>
              <a:gd name="connsiteY6" fmla="*/ 1179233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927378 w 1325381"/>
              <a:gd name="connsiteY5" fmla="*/ 1179233 h 1182837"/>
              <a:gd name="connsiteX6" fmla="*/ 747962 w 1325381"/>
              <a:gd name="connsiteY6" fmla="*/ 1181917 h 1182837"/>
              <a:gd name="connsiteX7" fmla="*/ 0 w 1325381"/>
              <a:gd name="connsiteY7" fmla="*/ 1182837 h 1182837"/>
              <a:gd name="connsiteX8" fmla="*/ 0 w 1325381"/>
              <a:gd name="connsiteY8" fmla="*/ 1182837 h 1182837"/>
              <a:gd name="connsiteX9" fmla="*/ 0 w 1325381"/>
              <a:gd name="connsiteY9"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 name="connsiteX0" fmla="*/ 0 w 1325381"/>
              <a:gd name="connsiteY0" fmla="*/ 0 h 1182837"/>
              <a:gd name="connsiteX1" fmla="*/ 0 w 1325381"/>
              <a:gd name="connsiteY1" fmla="*/ 0 h 1182837"/>
              <a:gd name="connsiteX2" fmla="*/ 1323221 w 1325381"/>
              <a:gd name="connsiteY2" fmla="*/ 0 h 1182837"/>
              <a:gd name="connsiteX3" fmla="*/ 1323221 w 1325381"/>
              <a:gd name="connsiteY3" fmla="*/ 0 h 1182837"/>
              <a:gd name="connsiteX4" fmla="*/ 1325381 w 1325381"/>
              <a:gd name="connsiteY4" fmla="*/ 681152 h 1182837"/>
              <a:gd name="connsiteX5" fmla="*/ 747962 w 1325381"/>
              <a:gd name="connsiteY5" fmla="*/ 1181917 h 1182837"/>
              <a:gd name="connsiteX6" fmla="*/ 0 w 1325381"/>
              <a:gd name="connsiteY6" fmla="*/ 1182837 h 1182837"/>
              <a:gd name="connsiteX7" fmla="*/ 0 w 1325381"/>
              <a:gd name="connsiteY7" fmla="*/ 1182837 h 1182837"/>
              <a:gd name="connsiteX8" fmla="*/ 0 w 1325381"/>
              <a:gd name="connsiteY8" fmla="*/ 0 h 118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381" h="1182837">
                <a:moveTo>
                  <a:pt x="0" y="0"/>
                </a:moveTo>
                <a:lnTo>
                  <a:pt x="0" y="0"/>
                </a:lnTo>
                <a:lnTo>
                  <a:pt x="1323221" y="0"/>
                </a:lnTo>
                <a:lnTo>
                  <a:pt x="1323221" y="0"/>
                </a:lnTo>
                <a:lnTo>
                  <a:pt x="1325381" y="681152"/>
                </a:lnTo>
                <a:cubicBezTo>
                  <a:pt x="1307444" y="901474"/>
                  <a:pt x="1082705" y="1151972"/>
                  <a:pt x="747962" y="1181917"/>
                </a:cubicBezTo>
                <a:lnTo>
                  <a:pt x="0" y="1182837"/>
                </a:lnTo>
                <a:lnTo>
                  <a:pt x="0" y="1182837"/>
                </a:lnTo>
                <a:lnTo>
                  <a:pt x="0" y="0"/>
                </a:lnTo>
                <a:close/>
              </a:path>
            </a:pathLst>
          </a:cu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0" name="任意多边形 9"/>
          <p:cNvSpPr/>
          <p:nvPr/>
        </p:nvSpPr>
        <p:spPr>
          <a:xfrm rot="2761155">
            <a:off x="7325594" y="2243440"/>
            <a:ext cx="2476933" cy="2599897"/>
          </a:xfrm>
          <a:custGeom>
            <a:avLst/>
            <a:gdLst>
              <a:gd name="connsiteX0" fmla="*/ 1174314 w 2348628"/>
              <a:gd name="connsiteY0" fmla="*/ 0 h 2465222"/>
              <a:gd name="connsiteX1" fmla="*/ 2348628 w 2348628"/>
              <a:gd name="connsiteY1" fmla="*/ 1334390 h 2465222"/>
              <a:gd name="connsiteX2" fmla="*/ 1811939 w 2348628"/>
              <a:gd name="connsiteY2" fmla="*/ 1334390 h 2465222"/>
              <a:gd name="connsiteX3" fmla="*/ 1807782 w 2348628"/>
              <a:gd name="connsiteY3" fmla="*/ 2465222 h 2465222"/>
              <a:gd name="connsiteX4" fmla="*/ 528461 w 2348628"/>
              <a:gd name="connsiteY4" fmla="*/ 2460520 h 2465222"/>
              <a:gd name="connsiteX5" fmla="*/ 532600 w 2348628"/>
              <a:gd name="connsiteY5" fmla="*/ 1334390 h 2465222"/>
              <a:gd name="connsiteX6" fmla="*/ 0 w 2348628"/>
              <a:gd name="connsiteY6" fmla="*/ 1334390 h 2465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8628" h="2465222">
                <a:moveTo>
                  <a:pt x="1174314" y="0"/>
                </a:moveTo>
                <a:lnTo>
                  <a:pt x="2348628" y="1334390"/>
                </a:lnTo>
                <a:lnTo>
                  <a:pt x="1811939" y="1334390"/>
                </a:lnTo>
                <a:lnTo>
                  <a:pt x="1807782" y="2465222"/>
                </a:lnTo>
                <a:lnTo>
                  <a:pt x="528461" y="2460520"/>
                </a:lnTo>
                <a:lnTo>
                  <a:pt x="532600" y="1334390"/>
                </a:lnTo>
                <a:lnTo>
                  <a:pt x="0" y="1334390"/>
                </a:ln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1" name="矩形 10"/>
          <p:cNvSpPr/>
          <p:nvPr/>
        </p:nvSpPr>
        <p:spPr>
          <a:xfrm>
            <a:off x="2797440" y="2146339"/>
            <a:ext cx="1922176" cy="94153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1477" b="1" dirty="0">
                <a:solidFill>
                  <a:schemeClr val="bg2">
                    <a:lumMod val="25000"/>
                  </a:schemeClr>
                </a:solidFill>
              </a:rPr>
              <a:t>在此添加关键字</a:t>
            </a:r>
          </a:p>
          <a:p>
            <a:pPr algn="ctr"/>
            <a:r>
              <a:rPr lang="en-US" altLang="zh-CN" sz="1266" dirty="0">
                <a:solidFill>
                  <a:schemeClr val="bg2">
                    <a:lumMod val="25000"/>
                  </a:schemeClr>
                </a:solidFill>
              </a:rPr>
              <a:t>Lorem ipsum dolor sit amet, consectetuer </a:t>
            </a:r>
            <a:r>
              <a:rPr lang="en-US" altLang="zh-CN" sz="1266" dirty="0" err="1">
                <a:solidFill>
                  <a:schemeClr val="bg2">
                    <a:lumMod val="25000"/>
                  </a:schemeClr>
                </a:solidFill>
              </a:rPr>
              <a:t>adipiscing</a:t>
            </a:r>
            <a:r>
              <a:rPr lang="en-US" altLang="zh-CN" sz="1266" dirty="0">
                <a:solidFill>
                  <a:schemeClr val="bg2">
                    <a:lumMod val="25000"/>
                  </a:schemeClr>
                </a:solidFill>
              </a:rPr>
              <a:t> </a:t>
            </a:r>
            <a:r>
              <a:rPr lang="en-US" altLang="zh-CN" sz="1266" dirty="0" err="1">
                <a:solidFill>
                  <a:schemeClr val="bg2">
                    <a:lumMod val="25000"/>
                  </a:schemeClr>
                </a:solidFill>
              </a:rPr>
              <a:t>elit</a:t>
            </a:r>
            <a:r>
              <a:rPr lang="en-US" altLang="zh-CN" sz="1266" dirty="0">
                <a:solidFill>
                  <a:schemeClr val="bg2">
                    <a:lumMod val="25000"/>
                  </a:schemeClr>
                </a:solidFill>
              </a:rPr>
              <a:t>.</a:t>
            </a:r>
          </a:p>
        </p:txBody>
      </p:sp>
      <p:sp>
        <p:nvSpPr>
          <p:cNvPr id="12" name="矩形 11"/>
          <p:cNvSpPr/>
          <p:nvPr/>
        </p:nvSpPr>
        <p:spPr>
          <a:xfrm>
            <a:off x="5042906" y="2146339"/>
            <a:ext cx="1922176" cy="94153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1477" b="1" dirty="0">
                <a:solidFill>
                  <a:schemeClr val="bg2">
                    <a:lumMod val="25000"/>
                  </a:schemeClr>
                </a:solidFill>
              </a:rPr>
              <a:t>在此添加关键字</a:t>
            </a:r>
          </a:p>
          <a:p>
            <a:pPr algn="ctr"/>
            <a:r>
              <a:rPr lang="en-US" altLang="zh-CN" sz="1266" dirty="0">
                <a:solidFill>
                  <a:schemeClr val="bg2">
                    <a:lumMod val="25000"/>
                  </a:schemeClr>
                </a:solidFill>
              </a:rPr>
              <a:t>Lorem ipsum dolor sit amet, consectetuer </a:t>
            </a:r>
            <a:r>
              <a:rPr lang="en-US" altLang="zh-CN" sz="1266" dirty="0" err="1">
                <a:solidFill>
                  <a:schemeClr val="bg2">
                    <a:lumMod val="25000"/>
                  </a:schemeClr>
                </a:solidFill>
              </a:rPr>
              <a:t>adipiscing</a:t>
            </a:r>
            <a:r>
              <a:rPr lang="en-US" altLang="zh-CN" sz="1266" dirty="0">
                <a:solidFill>
                  <a:schemeClr val="bg2">
                    <a:lumMod val="25000"/>
                  </a:schemeClr>
                </a:solidFill>
              </a:rPr>
              <a:t> </a:t>
            </a:r>
            <a:r>
              <a:rPr lang="en-US" altLang="zh-CN" sz="1266" dirty="0" err="1">
                <a:solidFill>
                  <a:schemeClr val="bg2">
                    <a:lumMod val="25000"/>
                  </a:schemeClr>
                </a:solidFill>
              </a:rPr>
              <a:t>elit</a:t>
            </a:r>
            <a:r>
              <a:rPr lang="en-US" altLang="zh-CN" sz="1266" dirty="0">
                <a:solidFill>
                  <a:schemeClr val="bg2">
                    <a:lumMod val="25000"/>
                  </a:schemeClr>
                </a:solidFill>
              </a:rPr>
              <a:t>.</a:t>
            </a:r>
          </a:p>
        </p:txBody>
      </p:sp>
      <p:sp>
        <p:nvSpPr>
          <p:cNvPr id="13" name="矩形 12"/>
          <p:cNvSpPr/>
          <p:nvPr/>
        </p:nvSpPr>
        <p:spPr>
          <a:xfrm>
            <a:off x="6077569" y="5885064"/>
            <a:ext cx="1922176" cy="94153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1477" b="1" dirty="0">
                <a:solidFill>
                  <a:schemeClr val="bg2">
                    <a:lumMod val="25000"/>
                  </a:schemeClr>
                </a:solidFill>
              </a:rPr>
              <a:t>在此添加关键字</a:t>
            </a:r>
          </a:p>
          <a:p>
            <a:pPr algn="ctr"/>
            <a:r>
              <a:rPr lang="en-US" altLang="zh-CN" sz="1266" dirty="0">
                <a:solidFill>
                  <a:schemeClr val="bg2">
                    <a:lumMod val="25000"/>
                  </a:schemeClr>
                </a:solidFill>
              </a:rPr>
              <a:t>Lorem ipsum dolor sit amet, consectetuer </a:t>
            </a:r>
            <a:r>
              <a:rPr lang="en-US" altLang="zh-CN" sz="1266" dirty="0" err="1">
                <a:solidFill>
                  <a:schemeClr val="bg2">
                    <a:lumMod val="25000"/>
                  </a:schemeClr>
                </a:solidFill>
              </a:rPr>
              <a:t>adipiscing</a:t>
            </a:r>
            <a:r>
              <a:rPr lang="en-US" altLang="zh-CN" sz="1266" dirty="0">
                <a:solidFill>
                  <a:schemeClr val="bg2">
                    <a:lumMod val="25000"/>
                  </a:schemeClr>
                </a:solidFill>
              </a:rPr>
              <a:t> </a:t>
            </a:r>
            <a:r>
              <a:rPr lang="en-US" altLang="zh-CN" sz="1266" dirty="0" err="1">
                <a:solidFill>
                  <a:schemeClr val="bg2">
                    <a:lumMod val="25000"/>
                  </a:schemeClr>
                </a:solidFill>
              </a:rPr>
              <a:t>elit</a:t>
            </a:r>
            <a:r>
              <a:rPr lang="en-US" altLang="zh-CN" sz="1266" dirty="0">
                <a:solidFill>
                  <a:schemeClr val="bg2">
                    <a:lumMod val="25000"/>
                  </a:schemeClr>
                </a:solidFill>
              </a:rPr>
              <a:t>.</a:t>
            </a:r>
          </a:p>
        </p:txBody>
      </p:sp>
      <p:sp>
        <p:nvSpPr>
          <p:cNvPr id="14" name="矩形 13"/>
          <p:cNvSpPr/>
          <p:nvPr/>
        </p:nvSpPr>
        <p:spPr>
          <a:xfrm>
            <a:off x="4023747" y="5885064"/>
            <a:ext cx="1922176" cy="94153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1477" b="1" dirty="0">
                <a:solidFill>
                  <a:schemeClr val="bg2">
                    <a:lumMod val="25000"/>
                  </a:schemeClr>
                </a:solidFill>
              </a:rPr>
              <a:t>在此添加关键字</a:t>
            </a:r>
          </a:p>
          <a:p>
            <a:pPr algn="ctr"/>
            <a:r>
              <a:rPr lang="en-US" altLang="zh-CN" sz="1266" dirty="0">
                <a:solidFill>
                  <a:schemeClr val="bg2">
                    <a:lumMod val="25000"/>
                  </a:schemeClr>
                </a:solidFill>
              </a:rPr>
              <a:t>Lorem ipsum dolor sit amet, consectetuer </a:t>
            </a:r>
            <a:r>
              <a:rPr lang="en-US" altLang="zh-CN" sz="1266" dirty="0" err="1">
                <a:solidFill>
                  <a:schemeClr val="bg2">
                    <a:lumMod val="25000"/>
                  </a:schemeClr>
                </a:solidFill>
              </a:rPr>
              <a:t>adipiscing</a:t>
            </a:r>
            <a:r>
              <a:rPr lang="en-US" altLang="zh-CN" sz="1266" dirty="0">
                <a:solidFill>
                  <a:schemeClr val="bg2">
                    <a:lumMod val="25000"/>
                  </a:schemeClr>
                </a:solidFill>
              </a:rPr>
              <a:t> </a:t>
            </a:r>
            <a:r>
              <a:rPr lang="en-US" altLang="zh-CN" sz="1266" dirty="0" err="1">
                <a:solidFill>
                  <a:schemeClr val="bg2">
                    <a:lumMod val="25000"/>
                  </a:schemeClr>
                </a:solidFill>
              </a:rPr>
              <a:t>elit</a:t>
            </a:r>
            <a:r>
              <a:rPr lang="en-US" altLang="zh-CN" sz="1266" dirty="0">
                <a:solidFill>
                  <a:schemeClr val="bg2">
                    <a:lumMod val="25000"/>
                  </a:schemeClr>
                </a:solidFill>
              </a:rPr>
              <a:t>.</a:t>
            </a:r>
          </a:p>
        </p:txBody>
      </p:sp>
      <p:grpSp>
        <p:nvGrpSpPr>
          <p:cNvPr id="17" name="组合 16"/>
          <p:cNvGrpSpPr>
            <a:grpSpLocks noChangeAspect="1"/>
          </p:cNvGrpSpPr>
          <p:nvPr/>
        </p:nvGrpSpPr>
        <p:grpSpPr>
          <a:xfrm>
            <a:off x="3477482" y="3658521"/>
            <a:ext cx="625376" cy="569500"/>
            <a:chOff x="1549401" y="1663700"/>
            <a:chExt cx="461963" cy="420688"/>
          </a:xfrm>
          <a:solidFill>
            <a:schemeClr val="bg1"/>
          </a:solidFill>
        </p:grpSpPr>
        <p:sp>
          <p:nvSpPr>
            <p:cNvPr id="18" name="Freeform 299"/>
            <p:cNvSpPr>
              <a:spLocks/>
            </p:cNvSpPr>
            <p:nvPr/>
          </p:nvSpPr>
          <p:spPr bwMode="auto">
            <a:xfrm>
              <a:off x="1903414" y="1873250"/>
              <a:ext cx="25400" cy="30163"/>
            </a:xfrm>
            <a:custGeom>
              <a:avLst/>
              <a:gdLst>
                <a:gd name="T0" fmla="*/ 3 w 7"/>
                <a:gd name="T1" fmla="*/ 0 h 8"/>
                <a:gd name="T2" fmla="*/ 0 w 7"/>
                <a:gd name="T3" fmla="*/ 3 h 8"/>
                <a:gd name="T4" fmla="*/ 0 w 7"/>
                <a:gd name="T5" fmla="*/ 8 h 8"/>
                <a:gd name="T6" fmla="*/ 2 w 7"/>
                <a:gd name="T7" fmla="*/ 8 h 8"/>
                <a:gd name="T8" fmla="*/ 7 w 7"/>
                <a:gd name="T9" fmla="*/ 3 h 8"/>
                <a:gd name="T10" fmla="*/ 3 w 7"/>
                <a:gd name="T11" fmla="*/ 0 h 8"/>
              </a:gdLst>
              <a:ahLst/>
              <a:cxnLst>
                <a:cxn ang="0">
                  <a:pos x="T0" y="T1"/>
                </a:cxn>
                <a:cxn ang="0">
                  <a:pos x="T2" y="T3"/>
                </a:cxn>
                <a:cxn ang="0">
                  <a:pos x="T4" y="T5"/>
                </a:cxn>
                <a:cxn ang="0">
                  <a:pos x="T6" y="T7"/>
                </a:cxn>
                <a:cxn ang="0">
                  <a:pos x="T8" y="T9"/>
                </a:cxn>
                <a:cxn ang="0">
                  <a:pos x="T10" y="T11"/>
                </a:cxn>
              </a:cxnLst>
              <a:rect l="0" t="0" r="r" b="b"/>
              <a:pathLst>
                <a:path w="7" h="8">
                  <a:moveTo>
                    <a:pt x="3" y="0"/>
                  </a:moveTo>
                  <a:cubicBezTo>
                    <a:pt x="1" y="0"/>
                    <a:pt x="0" y="2"/>
                    <a:pt x="0" y="3"/>
                  </a:cubicBezTo>
                  <a:cubicBezTo>
                    <a:pt x="0" y="8"/>
                    <a:pt x="0" y="8"/>
                    <a:pt x="0" y="8"/>
                  </a:cubicBezTo>
                  <a:cubicBezTo>
                    <a:pt x="2" y="8"/>
                    <a:pt x="2" y="8"/>
                    <a:pt x="2" y="8"/>
                  </a:cubicBezTo>
                  <a:cubicBezTo>
                    <a:pt x="7" y="3"/>
                    <a:pt x="7" y="3"/>
                    <a:pt x="7" y="3"/>
                  </a:cubicBezTo>
                  <a:cubicBezTo>
                    <a:pt x="6" y="1"/>
                    <a:pt x="5"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19" name="Freeform 300"/>
            <p:cNvSpPr>
              <a:spLocks noEditPoints="1"/>
            </p:cNvSpPr>
            <p:nvPr/>
          </p:nvSpPr>
          <p:spPr bwMode="auto">
            <a:xfrm>
              <a:off x="1549401" y="1663700"/>
              <a:ext cx="420688" cy="420688"/>
            </a:xfrm>
            <a:custGeom>
              <a:avLst/>
              <a:gdLst>
                <a:gd name="T0" fmla="*/ 74 w 112"/>
                <a:gd name="T1" fmla="*/ 64 h 112"/>
                <a:gd name="T2" fmla="*/ 74 w 112"/>
                <a:gd name="T3" fmla="*/ 59 h 112"/>
                <a:gd name="T4" fmla="*/ 97 w 112"/>
                <a:gd name="T5" fmla="*/ 36 h 112"/>
                <a:gd name="T6" fmla="*/ 112 w 112"/>
                <a:gd name="T7" fmla="*/ 41 h 112"/>
                <a:gd name="T8" fmla="*/ 110 w 112"/>
                <a:gd name="T9" fmla="*/ 38 h 112"/>
                <a:gd name="T10" fmla="*/ 75 w 112"/>
                <a:gd name="T11" fmla="*/ 3 h 112"/>
                <a:gd name="T12" fmla="*/ 63 w 112"/>
                <a:gd name="T13" fmla="*/ 3 h 112"/>
                <a:gd name="T14" fmla="*/ 4 w 112"/>
                <a:gd name="T15" fmla="*/ 62 h 112"/>
                <a:gd name="T16" fmla="*/ 4 w 112"/>
                <a:gd name="T17" fmla="*/ 74 h 112"/>
                <a:gd name="T18" fmla="*/ 39 w 112"/>
                <a:gd name="T19" fmla="*/ 109 h 112"/>
                <a:gd name="T20" fmla="*/ 51 w 112"/>
                <a:gd name="T21" fmla="*/ 109 h 112"/>
                <a:gd name="T22" fmla="*/ 66 w 112"/>
                <a:gd name="T23" fmla="*/ 93 h 112"/>
                <a:gd name="T24" fmla="*/ 66 w 112"/>
                <a:gd name="T25" fmla="*/ 89 h 112"/>
                <a:gd name="T26" fmla="*/ 68 w 112"/>
                <a:gd name="T27" fmla="*/ 82 h 112"/>
                <a:gd name="T28" fmla="*/ 66 w 112"/>
                <a:gd name="T29" fmla="*/ 75 h 112"/>
                <a:gd name="T30" fmla="*/ 74 w 112"/>
                <a:gd name="T31" fmla="*/ 64 h 112"/>
                <a:gd name="T32" fmla="*/ 26 w 112"/>
                <a:gd name="T33" fmla="*/ 90 h 112"/>
                <a:gd name="T34" fmla="*/ 25 w 112"/>
                <a:gd name="T35" fmla="*/ 88 h 112"/>
                <a:gd name="T36" fmla="*/ 54 w 112"/>
                <a:gd name="T37" fmla="*/ 59 h 112"/>
                <a:gd name="T38" fmla="*/ 56 w 112"/>
                <a:gd name="T39" fmla="*/ 59 h 112"/>
                <a:gd name="T40" fmla="*/ 56 w 112"/>
                <a:gd name="T41" fmla="*/ 61 h 112"/>
                <a:gd name="T42" fmla="*/ 27 w 112"/>
                <a:gd name="T43" fmla="*/ 90 h 112"/>
                <a:gd name="T44" fmla="*/ 26 w 112"/>
                <a:gd name="T45" fmla="*/ 90 h 112"/>
                <a:gd name="T46" fmla="*/ 55 w 112"/>
                <a:gd name="T47" fmla="*/ 84 h 112"/>
                <a:gd name="T48" fmla="*/ 38 w 112"/>
                <a:gd name="T49" fmla="*/ 101 h 112"/>
                <a:gd name="T50" fmla="*/ 36 w 112"/>
                <a:gd name="T51" fmla="*/ 100 h 112"/>
                <a:gd name="T52" fmla="*/ 36 w 112"/>
                <a:gd name="T53" fmla="*/ 99 h 112"/>
                <a:gd name="T54" fmla="*/ 53 w 112"/>
                <a:gd name="T55" fmla="*/ 81 h 112"/>
                <a:gd name="T56" fmla="*/ 55 w 112"/>
                <a:gd name="T57" fmla="*/ 82 h 112"/>
                <a:gd name="T58" fmla="*/ 55 w 112"/>
                <a:gd name="T59" fmla="*/ 84 h 112"/>
                <a:gd name="T60" fmla="*/ 59 w 112"/>
                <a:gd name="T61" fmla="*/ 69 h 112"/>
                <a:gd name="T62" fmla="*/ 33 w 112"/>
                <a:gd name="T63" fmla="*/ 95 h 112"/>
                <a:gd name="T64" fmla="*/ 31 w 112"/>
                <a:gd name="T65" fmla="*/ 95 h 112"/>
                <a:gd name="T66" fmla="*/ 31 w 112"/>
                <a:gd name="T67" fmla="*/ 93 h 112"/>
                <a:gd name="T68" fmla="*/ 57 w 112"/>
                <a:gd name="T69" fmla="*/ 67 h 112"/>
                <a:gd name="T70" fmla="*/ 59 w 112"/>
                <a:gd name="T71" fmla="*/ 67 h 112"/>
                <a:gd name="T72" fmla="*/ 59 w 112"/>
                <a:gd name="T73" fmla="*/ 69 h 112"/>
                <a:gd name="T74" fmla="*/ 20 w 112"/>
                <a:gd name="T75" fmla="*/ 80 h 112"/>
                <a:gd name="T76" fmla="*/ 16 w 112"/>
                <a:gd name="T77" fmla="*/ 80 h 112"/>
                <a:gd name="T78" fmla="*/ 9 w 112"/>
                <a:gd name="T79" fmla="*/ 73 h 112"/>
                <a:gd name="T80" fmla="*/ 9 w 112"/>
                <a:gd name="T81" fmla="*/ 69 h 112"/>
                <a:gd name="T82" fmla="*/ 70 w 112"/>
                <a:gd name="T83" fmla="*/ 8 h 112"/>
                <a:gd name="T84" fmla="*/ 74 w 112"/>
                <a:gd name="T85" fmla="*/ 8 h 112"/>
                <a:gd name="T86" fmla="*/ 80 w 112"/>
                <a:gd name="T87" fmla="*/ 15 h 112"/>
                <a:gd name="T88" fmla="*/ 80 w 112"/>
                <a:gd name="T89" fmla="*/ 19 h 112"/>
                <a:gd name="T90" fmla="*/ 20 w 112"/>
                <a:gd name="T91" fmla="*/ 8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2" h="112">
                  <a:moveTo>
                    <a:pt x="74" y="64"/>
                  </a:moveTo>
                  <a:cubicBezTo>
                    <a:pt x="74" y="59"/>
                    <a:pt x="74" y="59"/>
                    <a:pt x="74" y="59"/>
                  </a:cubicBezTo>
                  <a:cubicBezTo>
                    <a:pt x="74" y="47"/>
                    <a:pt x="84" y="36"/>
                    <a:pt x="97" y="36"/>
                  </a:cubicBezTo>
                  <a:cubicBezTo>
                    <a:pt x="103" y="36"/>
                    <a:pt x="108" y="38"/>
                    <a:pt x="112" y="41"/>
                  </a:cubicBezTo>
                  <a:cubicBezTo>
                    <a:pt x="111" y="40"/>
                    <a:pt x="111" y="39"/>
                    <a:pt x="110" y="38"/>
                  </a:cubicBezTo>
                  <a:cubicBezTo>
                    <a:pt x="75" y="3"/>
                    <a:pt x="75" y="3"/>
                    <a:pt x="75" y="3"/>
                  </a:cubicBezTo>
                  <a:cubicBezTo>
                    <a:pt x="71" y="0"/>
                    <a:pt x="66" y="0"/>
                    <a:pt x="63" y="3"/>
                  </a:cubicBezTo>
                  <a:cubicBezTo>
                    <a:pt x="4" y="62"/>
                    <a:pt x="4" y="62"/>
                    <a:pt x="4" y="62"/>
                  </a:cubicBezTo>
                  <a:cubicBezTo>
                    <a:pt x="0" y="65"/>
                    <a:pt x="0" y="71"/>
                    <a:pt x="4" y="74"/>
                  </a:cubicBezTo>
                  <a:cubicBezTo>
                    <a:pt x="39" y="109"/>
                    <a:pt x="39" y="109"/>
                    <a:pt x="39" y="109"/>
                  </a:cubicBezTo>
                  <a:cubicBezTo>
                    <a:pt x="42" y="112"/>
                    <a:pt x="47" y="112"/>
                    <a:pt x="51" y="109"/>
                  </a:cubicBezTo>
                  <a:cubicBezTo>
                    <a:pt x="66" y="93"/>
                    <a:pt x="66" y="93"/>
                    <a:pt x="66" y="93"/>
                  </a:cubicBezTo>
                  <a:cubicBezTo>
                    <a:pt x="66" y="92"/>
                    <a:pt x="66" y="90"/>
                    <a:pt x="66" y="89"/>
                  </a:cubicBezTo>
                  <a:cubicBezTo>
                    <a:pt x="66" y="86"/>
                    <a:pt x="66" y="84"/>
                    <a:pt x="68" y="82"/>
                  </a:cubicBezTo>
                  <a:cubicBezTo>
                    <a:pt x="66" y="80"/>
                    <a:pt x="66" y="78"/>
                    <a:pt x="66" y="75"/>
                  </a:cubicBezTo>
                  <a:cubicBezTo>
                    <a:pt x="66" y="70"/>
                    <a:pt x="69" y="65"/>
                    <a:pt x="74" y="64"/>
                  </a:cubicBezTo>
                  <a:close/>
                  <a:moveTo>
                    <a:pt x="26" y="90"/>
                  </a:moveTo>
                  <a:cubicBezTo>
                    <a:pt x="25" y="89"/>
                    <a:pt x="25" y="88"/>
                    <a:pt x="25" y="88"/>
                  </a:cubicBezTo>
                  <a:cubicBezTo>
                    <a:pt x="54" y="59"/>
                    <a:pt x="54" y="59"/>
                    <a:pt x="54" y="59"/>
                  </a:cubicBezTo>
                  <a:cubicBezTo>
                    <a:pt x="55" y="59"/>
                    <a:pt x="55" y="59"/>
                    <a:pt x="56" y="59"/>
                  </a:cubicBezTo>
                  <a:cubicBezTo>
                    <a:pt x="56" y="60"/>
                    <a:pt x="57" y="61"/>
                    <a:pt x="56" y="61"/>
                  </a:cubicBezTo>
                  <a:cubicBezTo>
                    <a:pt x="27" y="90"/>
                    <a:pt x="27" y="90"/>
                    <a:pt x="27" y="90"/>
                  </a:cubicBezTo>
                  <a:cubicBezTo>
                    <a:pt x="27" y="90"/>
                    <a:pt x="26" y="90"/>
                    <a:pt x="26" y="90"/>
                  </a:cubicBezTo>
                  <a:close/>
                  <a:moveTo>
                    <a:pt x="55" y="84"/>
                  </a:moveTo>
                  <a:cubicBezTo>
                    <a:pt x="38" y="101"/>
                    <a:pt x="38" y="101"/>
                    <a:pt x="38" y="101"/>
                  </a:cubicBezTo>
                  <a:cubicBezTo>
                    <a:pt x="38" y="101"/>
                    <a:pt x="37" y="101"/>
                    <a:pt x="36" y="100"/>
                  </a:cubicBezTo>
                  <a:cubicBezTo>
                    <a:pt x="36" y="100"/>
                    <a:pt x="36" y="99"/>
                    <a:pt x="36" y="99"/>
                  </a:cubicBezTo>
                  <a:cubicBezTo>
                    <a:pt x="53" y="81"/>
                    <a:pt x="53" y="81"/>
                    <a:pt x="53" y="81"/>
                  </a:cubicBezTo>
                  <a:cubicBezTo>
                    <a:pt x="54" y="81"/>
                    <a:pt x="55" y="81"/>
                    <a:pt x="55" y="82"/>
                  </a:cubicBezTo>
                  <a:cubicBezTo>
                    <a:pt x="56" y="82"/>
                    <a:pt x="56" y="83"/>
                    <a:pt x="55" y="84"/>
                  </a:cubicBezTo>
                  <a:close/>
                  <a:moveTo>
                    <a:pt x="59" y="69"/>
                  </a:moveTo>
                  <a:cubicBezTo>
                    <a:pt x="33" y="95"/>
                    <a:pt x="33" y="95"/>
                    <a:pt x="33" y="95"/>
                  </a:cubicBezTo>
                  <a:cubicBezTo>
                    <a:pt x="32" y="96"/>
                    <a:pt x="32" y="96"/>
                    <a:pt x="31" y="95"/>
                  </a:cubicBezTo>
                  <a:cubicBezTo>
                    <a:pt x="30" y="94"/>
                    <a:pt x="30" y="94"/>
                    <a:pt x="31" y="93"/>
                  </a:cubicBezTo>
                  <a:cubicBezTo>
                    <a:pt x="57" y="67"/>
                    <a:pt x="57" y="67"/>
                    <a:pt x="57" y="67"/>
                  </a:cubicBezTo>
                  <a:cubicBezTo>
                    <a:pt x="58" y="66"/>
                    <a:pt x="58" y="66"/>
                    <a:pt x="59" y="67"/>
                  </a:cubicBezTo>
                  <a:cubicBezTo>
                    <a:pt x="60" y="68"/>
                    <a:pt x="60" y="68"/>
                    <a:pt x="59" y="69"/>
                  </a:cubicBezTo>
                  <a:close/>
                  <a:moveTo>
                    <a:pt x="20" y="80"/>
                  </a:moveTo>
                  <a:cubicBezTo>
                    <a:pt x="18" y="81"/>
                    <a:pt x="17" y="81"/>
                    <a:pt x="16" y="80"/>
                  </a:cubicBezTo>
                  <a:cubicBezTo>
                    <a:pt x="9" y="73"/>
                    <a:pt x="9" y="73"/>
                    <a:pt x="9" y="73"/>
                  </a:cubicBezTo>
                  <a:cubicBezTo>
                    <a:pt x="8" y="72"/>
                    <a:pt x="8" y="70"/>
                    <a:pt x="9" y="69"/>
                  </a:cubicBezTo>
                  <a:cubicBezTo>
                    <a:pt x="70" y="8"/>
                    <a:pt x="70" y="8"/>
                    <a:pt x="70" y="8"/>
                  </a:cubicBezTo>
                  <a:cubicBezTo>
                    <a:pt x="71" y="7"/>
                    <a:pt x="73" y="7"/>
                    <a:pt x="74" y="8"/>
                  </a:cubicBezTo>
                  <a:cubicBezTo>
                    <a:pt x="80" y="15"/>
                    <a:pt x="80" y="15"/>
                    <a:pt x="80" y="15"/>
                  </a:cubicBezTo>
                  <a:cubicBezTo>
                    <a:pt x="82" y="16"/>
                    <a:pt x="82" y="18"/>
                    <a:pt x="80" y="19"/>
                  </a:cubicBezTo>
                  <a:lnTo>
                    <a:pt x="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0" name="Freeform 301"/>
            <p:cNvSpPr>
              <a:spLocks/>
            </p:cNvSpPr>
            <p:nvPr/>
          </p:nvSpPr>
          <p:spPr bwMode="auto">
            <a:xfrm>
              <a:off x="1846264" y="1817688"/>
              <a:ext cx="139700" cy="96838"/>
            </a:xfrm>
            <a:custGeom>
              <a:avLst/>
              <a:gdLst>
                <a:gd name="T0" fmla="*/ 18 w 37"/>
                <a:gd name="T1" fmla="*/ 0 h 26"/>
                <a:gd name="T2" fmla="*/ 0 w 37"/>
                <a:gd name="T3" fmla="*/ 18 h 26"/>
                <a:gd name="T4" fmla="*/ 0 w 37"/>
                <a:gd name="T5" fmla="*/ 26 h 26"/>
                <a:gd name="T6" fmla="*/ 10 w 37"/>
                <a:gd name="T7" fmla="*/ 26 h 26"/>
                <a:gd name="T8" fmla="*/ 10 w 37"/>
                <a:gd name="T9" fmla="*/ 18 h 26"/>
                <a:gd name="T10" fmla="*/ 18 w 37"/>
                <a:gd name="T11" fmla="*/ 10 h 26"/>
                <a:gd name="T12" fmla="*/ 27 w 37"/>
                <a:gd name="T13" fmla="*/ 18 h 26"/>
                <a:gd name="T14" fmla="*/ 27 w 37"/>
                <a:gd name="T15" fmla="*/ 26 h 26"/>
                <a:gd name="T16" fmla="*/ 37 w 37"/>
                <a:gd name="T17" fmla="*/ 26 h 26"/>
                <a:gd name="T18" fmla="*/ 37 w 37"/>
                <a:gd name="T19" fmla="*/ 18 h 26"/>
                <a:gd name="T20" fmla="*/ 18 w 3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6">
                  <a:moveTo>
                    <a:pt x="18" y="0"/>
                  </a:moveTo>
                  <a:cubicBezTo>
                    <a:pt x="8" y="0"/>
                    <a:pt x="0" y="8"/>
                    <a:pt x="0" y="18"/>
                  </a:cubicBezTo>
                  <a:cubicBezTo>
                    <a:pt x="0" y="26"/>
                    <a:pt x="0" y="26"/>
                    <a:pt x="0" y="26"/>
                  </a:cubicBezTo>
                  <a:cubicBezTo>
                    <a:pt x="10" y="26"/>
                    <a:pt x="10" y="26"/>
                    <a:pt x="10" y="26"/>
                  </a:cubicBezTo>
                  <a:cubicBezTo>
                    <a:pt x="10" y="18"/>
                    <a:pt x="10" y="18"/>
                    <a:pt x="10" y="18"/>
                  </a:cubicBezTo>
                  <a:cubicBezTo>
                    <a:pt x="10" y="14"/>
                    <a:pt x="14" y="10"/>
                    <a:pt x="18" y="10"/>
                  </a:cubicBezTo>
                  <a:cubicBezTo>
                    <a:pt x="23" y="10"/>
                    <a:pt x="27" y="14"/>
                    <a:pt x="27" y="18"/>
                  </a:cubicBezTo>
                  <a:cubicBezTo>
                    <a:pt x="27" y="26"/>
                    <a:pt x="27" y="26"/>
                    <a:pt x="27" y="26"/>
                  </a:cubicBezTo>
                  <a:cubicBezTo>
                    <a:pt x="37" y="26"/>
                    <a:pt x="37" y="26"/>
                    <a:pt x="37" y="26"/>
                  </a:cubicBezTo>
                  <a:cubicBezTo>
                    <a:pt x="37" y="18"/>
                    <a:pt x="37" y="18"/>
                    <a:pt x="37" y="18"/>
                  </a:cubicBezTo>
                  <a:cubicBezTo>
                    <a:pt x="37" y="8"/>
                    <a:pt x="2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1" name="Freeform 302"/>
            <p:cNvSpPr>
              <a:spLocks/>
            </p:cNvSpPr>
            <p:nvPr/>
          </p:nvSpPr>
          <p:spPr bwMode="auto">
            <a:xfrm>
              <a:off x="1812926" y="1922463"/>
              <a:ext cx="198438" cy="44450"/>
            </a:xfrm>
            <a:custGeom>
              <a:avLst/>
              <a:gdLst>
                <a:gd name="T0" fmla="*/ 0 w 53"/>
                <a:gd name="T1" fmla="*/ 6 h 12"/>
                <a:gd name="T2" fmla="*/ 7 w 53"/>
                <a:gd name="T3" fmla="*/ 12 h 12"/>
                <a:gd name="T4" fmla="*/ 12 w 53"/>
                <a:gd name="T5" fmla="*/ 12 h 12"/>
                <a:gd name="T6" fmla="*/ 19 w 53"/>
                <a:gd name="T7" fmla="*/ 12 h 12"/>
                <a:gd name="T8" fmla="*/ 27 w 53"/>
                <a:gd name="T9" fmla="*/ 7 h 12"/>
                <a:gd name="T10" fmla="*/ 34 w 53"/>
                <a:gd name="T11" fmla="*/ 12 h 12"/>
                <a:gd name="T12" fmla="*/ 41 w 53"/>
                <a:gd name="T13" fmla="*/ 12 h 12"/>
                <a:gd name="T14" fmla="*/ 43 w 53"/>
                <a:gd name="T15" fmla="*/ 12 h 12"/>
                <a:gd name="T16" fmla="*/ 46 w 53"/>
                <a:gd name="T17" fmla="*/ 12 h 12"/>
                <a:gd name="T18" fmla="*/ 53 w 53"/>
                <a:gd name="T19" fmla="*/ 6 h 12"/>
                <a:gd name="T20" fmla="*/ 46 w 53"/>
                <a:gd name="T21" fmla="*/ 0 h 12"/>
                <a:gd name="T22" fmla="*/ 7 w 53"/>
                <a:gd name="T23" fmla="*/ 0 h 12"/>
                <a:gd name="T24" fmla="*/ 0 w 53"/>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12">
                  <a:moveTo>
                    <a:pt x="0" y="6"/>
                  </a:moveTo>
                  <a:cubicBezTo>
                    <a:pt x="0" y="9"/>
                    <a:pt x="3" y="12"/>
                    <a:pt x="7" y="12"/>
                  </a:cubicBezTo>
                  <a:cubicBezTo>
                    <a:pt x="12" y="12"/>
                    <a:pt x="12" y="12"/>
                    <a:pt x="12" y="12"/>
                  </a:cubicBezTo>
                  <a:cubicBezTo>
                    <a:pt x="19" y="12"/>
                    <a:pt x="19" y="12"/>
                    <a:pt x="19" y="12"/>
                  </a:cubicBezTo>
                  <a:cubicBezTo>
                    <a:pt x="20" y="9"/>
                    <a:pt x="23" y="7"/>
                    <a:pt x="27" y="7"/>
                  </a:cubicBezTo>
                  <a:cubicBezTo>
                    <a:pt x="30" y="7"/>
                    <a:pt x="33" y="9"/>
                    <a:pt x="34" y="12"/>
                  </a:cubicBezTo>
                  <a:cubicBezTo>
                    <a:pt x="41" y="12"/>
                    <a:pt x="41" y="12"/>
                    <a:pt x="41" y="12"/>
                  </a:cubicBezTo>
                  <a:cubicBezTo>
                    <a:pt x="43" y="12"/>
                    <a:pt x="43" y="12"/>
                    <a:pt x="43" y="12"/>
                  </a:cubicBezTo>
                  <a:cubicBezTo>
                    <a:pt x="46" y="12"/>
                    <a:pt x="46" y="12"/>
                    <a:pt x="46" y="12"/>
                  </a:cubicBezTo>
                  <a:cubicBezTo>
                    <a:pt x="50" y="12"/>
                    <a:pt x="53" y="9"/>
                    <a:pt x="53" y="6"/>
                  </a:cubicBezTo>
                  <a:cubicBezTo>
                    <a:pt x="53" y="2"/>
                    <a:pt x="50" y="0"/>
                    <a:pt x="46" y="0"/>
                  </a:cubicBezTo>
                  <a:cubicBezTo>
                    <a:pt x="7" y="0"/>
                    <a:pt x="7" y="0"/>
                    <a:pt x="7" y="0"/>
                  </a:cubicBezTo>
                  <a:cubicBezTo>
                    <a:pt x="3" y="0"/>
                    <a:pt x="0" y="2"/>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2" name="Freeform 303"/>
            <p:cNvSpPr>
              <a:spLocks/>
            </p:cNvSpPr>
            <p:nvPr/>
          </p:nvSpPr>
          <p:spPr bwMode="auto">
            <a:xfrm>
              <a:off x="1928814" y="1971675"/>
              <a:ext cx="82550" cy="49213"/>
            </a:xfrm>
            <a:custGeom>
              <a:avLst/>
              <a:gdLst>
                <a:gd name="T0" fmla="*/ 15 w 22"/>
                <a:gd name="T1" fmla="*/ 0 h 13"/>
                <a:gd name="T2" fmla="*/ 14 w 22"/>
                <a:gd name="T3" fmla="*/ 0 h 13"/>
                <a:gd name="T4" fmla="*/ 11 w 22"/>
                <a:gd name="T5" fmla="*/ 0 h 13"/>
                <a:gd name="T6" fmla="*/ 3 w 22"/>
                <a:gd name="T7" fmla="*/ 0 h 13"/>
                <a:gd name="T8" fmla="*/ 3 w 22"/>
                <a:gd name="T9" fmla="*/ 1 h 13"/>
                <a:gd name="T10" fmla="*/ 0 w 22"/>
                <a:gd name="T11" fmla="*/ 7 h 13"/>
                <a:gd name="T12" fmla="*/ 0 w 22"/>
                <a:gd name="T13" fmla="*/ 13 h 13"/>
                <a:gd name="T14" fmla="*/ 11 w 22"/>
                <a:gd name="T15" fmla="*/ 13 h 13"/>
                <a:gd name="T16" fmla="*/ 14 w 22"/>
                <a:gd name="T17" fmla="*/ 13 h 13"/>
                <a:gd name="T18" fmla="*/ 15 w 22"/>
                <a:gd name="T19" fmla="*/ 13 h 13"/>
                <a:gd name="T20" fmla="*/ 22 w 22"/>
                <a:gd name="T21" fmla="*/ 7 h 13"/>
                <a:gd name="T22" fmla="*/ 15 w 2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3">
                  <a:moveTo>
                    <a:pt x="15" y="0"/>
                  </a:moveTo>
                  <a:cubicBezTo>
                    <a:pt x="14" y="0"/>
                    <a:pt x="14" y="0"/>
                    <a:pt x="14" y="0"/>
                  </a:cubicBezTo>
                  <a:cubicBezTo>
                    <a:pt x="11" y="0"/>
                    <a:pt x="11" y="0"/>
                    <a:pt x="11" y="0"/>
                  </a:cubicBezTo>
                  <a:cubicBezTo>
                    <a:pt x="3" y="0"/>
                    <a:pt x="3" y="0"/>
                    <a:pt x="3" y="0"/>
                  </a:cubicBezTo>
                  <a:cubicBezTo>
                    <a:pt x="3" y="1"/>
                    <a:pt x="3" y="1"/>
                    <a:pt x="3" y="1"/>
                  </a:cubicBezTo>
                  <a:cubicBezTo>
                    <a:pt x="3" y="4"/>
                    <a:pt x="2" y="6"/>
                    <a:pt x="0" y="7"/>
                  </a:cubicBezTo>
                  <a:cubicBezTo>
                    <a:pt x="0" y="13"/>
                    <a:pt x="0" y="13"/>
                    <a:pt x="0" y="13"/>
                  </a:cubicBezTo>
                  <a:cubicBezTo>
                    <a:pt x="11" y="13"/>
                    <a:pt x="11" y="13"/>
                    <a:pt x="11" y="13"/>
                  </a:cubicBezTo>
                  <a:cubicBezTo>
                    <a:pt x="14" y="13"/>
                    <a:pt x="14" y="13"/>
                    <a:pt x="14" y="13"/>
                  </a:cubicBezTo>
                  <a:cubicBezTo>
                    <a:pt x="15" y="13"/>
                    <a:pt x="15" y="13"/>
                    <a:pt x="15" y="13"/>
                  </a:cubicBezTo>
                  <a:cubicBezTo>
                    <a:pt x="19" y="13"/>
                    <a:pt x="22" y="10"/>
                    <a:pt x="22" y="7"/>
                  </a:cubicBezTo>
                  <a:cubicBezTo>
                    <a:pt x="22" y="3"/>
                    <a:pt x="19"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3" name="Freeform 304"/>
            <p:cNvSpPr>
              <a:spLocks/>
            </p:cNvSpPr>
            <p:nvPr/>
          </p:nvSpPr>
          <p:spPr bwMode="auto">
            <a:xfrm>
              <a:off x="1812926" y="1971675"/>
              <a:ext cx="82550" cy="49213"/>
            </a:xfrm>
            <a:custGeom>
              <a:avLst/>
              <a:gdLst>
                <a:gd name="T0" fmla="*/ 11 w 22"/>
                <a:gd name="T1" fmla="*/ 0 h 13"/>
                <a:gd name="T2" fmla="*/ 9 w 22"/>
                <a:gd name="T3" fmla="*/ 0 h 13"/>
                <a:gd name="T4" fmla="*/ 7 w 22"/>
                <a:gd name="T5" fmla="*/ 0 h 13"/>
                <a:gd name="T6" fmla="*/ 0 w 22"/>
                <a:gd name="T7" fmla="*/ 7 h 13"/>
                <a:gd name="T8" fmla="*/ 7 w 22"/>
                <a:gd name="T9" fmla="*/ 13 h 13"/>
                <a:gd name="T10" fmla="*/ 9 w 22"/>
                <a:gd name="T11" fmla="*/ 13 h 13"/>
                <a:gd name="T12" fmla="*/ 11 w 22"/>
                <a:gd name="T13" fmla="*/ 13 h 13"/>
                <a:gd name="T14" fmla="*/ 22 w 22"/>
                <a:gd name="T15" fmla="*/ 13 h 13"/>
                <a:gd name="T16" fmla="*/ 22 w 22"/>
                <a:gd name="T17" fmla="*/ 7 h 13"/>
                <a:gd name="T18" fmla="*/ 19 w 22"/>
                <a:gd name="T19" fmla="*/ 1 h 13"/>
                <a:gd name="T20" fmla="*/ 19 w 22"/>
                <a:gd name="T21" fmla="*/ 0 h 13"/>
                <a:gd name="T22" fmla="*/ 11 w 2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3">
                  <a:moveTo>
                    <a:pt x="11" y="0"/>
                  </a:moveTo>
                  <a:cubicBezTo>
                    <a:pt x="9" y="0"/>
                    <a:pt x="9" y="0"/>
                    <a:pt x="9" y="0"/>
                  </a:cubicBezTo>
                  <a:cubicBezTo>
                    <a:pt x="7" y="0"/>
                    <a:pt x="7" y="0"/>
                    <a:pt x="7" y="0"/>
                  </a:cubicBezTo>
                  <a:cubicBezTo>
                    <a:pt x="3" y="0"/>
                    <a:pt x="0" y="3"/>
                    <a:pt x="0" y="7"/>
                  </a:cubicBezTo>
                  <a:cubicBezTo>
                    <a:pt x="0" y="10"/>
                    <a:pt x="3" y="13"/>
                    <a:pt x="7" y="13"/>
                  </a:cubicBezTo>
                  <a:cubicBezTo>
                    <a:pt x="9" y="13"/>
                    <a:pt x="9" y="13"/>
                    <a:pt x="9" y="13"/>
                  </a:cubicBezTo>
                  <a:cubicBezTo>
                    <a:pt x="11" y="13"/>
                    <a:pt x="11" y="13"/>
                    <a:pt x="11" y="13"/>
                  </a:cubicBezTo>
                  <a:cubicBezTo>
                    <a:pt x="22" y="13"/>
                    <a:pt x="22" y="13"/>
                    <a:pt x="22" y="13"/>
                  </a:cubicBezTo>
                  <a:cubicBezTo>
                    <a:pt x="22" y="7"/>
                    <a:pt x="22" y="7"/>
                    <a:pt x="22" y="7"/>
                  </a:cubicBezTo>
                  <a:cubicBezTo>
                    <a:pt x="20" y="6"/>
                    <a:pt x="19" y="4"/>
                    <a:pt x="19" y="1"/>
                  </a:cubicBezTo>
                  <a:cubicBezTo>
                    <a:pt x="19" y="1"/>
                    <a:pt x="19" y="1"/>
                    <a:pt x="19" y="0"/>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4" name="Freeform 305"/>
            <p:cNvSpPr>
              <a:spLocks/>
            </p:cNvSpPr>
            <p:nvPr/>
          </p:nvSpPr>
          <p:spPr bwMode="auto">
            <a:xfrm>
              <a:off x="1812926" y="2024063"/>
              <a:ext cx="198438" cy="49213"/>
            </a:xfrm>
            <a:custGeom>
              <a:avLst/>
              <a:gdLst>
                <a:gd name="T0" fmla="*/ 46 w 53"/>
                <a:gd name="T1" fmla="*/ 0 h 13"/>
                <a:gd name="T2" fmla="*/ 44 w 53"/>
                <a:gd name="T3" fmla="*/ 0 h 13"/>
                <a:gd name="T4" fmla="*/ 41 w 53"/>
                <a:gd name="T5" fmla="*/ 0 h 13"/>
                <a:gd name="T6" fmla="*/ 31 w 53"/>
                <a:gd name="T7" fmla="*/ 0 h 13"/>
                <a:gd name="T8" fmla="*/ 31 w 53"/>
                <a:gd name="T9" fmla="*/ 2 h 13"/>
                <a:gd name="T10" fmla="*/ 27 w 53"/>
                <a:gd name="T11" fmla="*/ 7 h 13"/>
                <a:gd name="T12" fmla="*/ 22 w 53"/>
                <a:gd name="T13" fmla="*/ 2 h 13"/>
                <a:gd name="T14" fmla="*/ 22 w 53"/>
                <a:gd name="T15" fmla="*/ 0 h 13"/>
                <a:gd name="T16" fmla="*/ 12 w 53"/>
                <a:gd name="T17" fmla="*/ 0 h 13"/>
                <a:gd name="T18" fmla="*/ 8 w 53"/>
                <a:gd name="T19" fmla="*/ 0 h 13"/>
                <a:gd name="T20" fmla="*/ 7 w 53"/>
                <a:gd name="T21" fmla="*/ 0 h 13"/>
                <a:gd name="T22" fmla="*/ 0 w 53"/>
                <a:gd name="T23" fmla="*/ 7 h 13"/>
                <a:gd name="T24" fmla="*/ 7 w 53"/>
                <a:gd name="T25" fmla="*/ 13 h 13"/>
                <a:gd name="T26" fmla="*/ 46 w 53"/>
                <a:gd name="T27" fmla="*/ 13 h 13"/>
                <a:gd name="T28" fmla="*/ 53 w 53"/>
                <a:gd name="T29" fmla="*/ 7 h 13"/>
                <a:gd name="T30" fmla="*/ 46 w 5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13">
                  <a:moveTo>
                    <a:pt x="46" y="0"/>
                  </a:moveTo>
                  <a:cubicBezTo>
                    <a:pt x="44" y="0"/>
                    <a:pt x="44" y="0"/>
                    <a:pt x="44" y="0"/>
                  </a:cubicBezTo>
                  <a:cubicBezTo>
                    <a:pt x="41" y="0"/>
                    <a:pt x="41" y="0"/>
                    <a:pt x="41" y="0"/>
                  </a:cubicBezTo>
                  <a:cubicBezTo>
                    <a:pt x="31" y="0"/>
                    <a:pt x="31" y="0"/>
                    <a:pt x="31" y="0"/>
                  </a:cubicBezTo>
                  <a:cubicBezTo>
                    <a:pt x="31" y="2"/>
                    <a:pt x="31" y="2"/>
                    <a:pt x="31" y="2"/>
                  </a:cubicBezTo>
                  <a:cubicBezTo>
                    <a:pt x="31" y="5"/>
                    <a:pt x="29" y="7"/>
                    <a:pt x="27" y="7"/>
                  </a:cubicBezTo>
                  <a:cubicBezTo>
                    <a:pt x="24" y="7"/>
                    <a:pt x="22" y="5"/>
                    <a:pt x="22" y="2"/>
                  </a:cubicBezTo>
                  <a:cubicBezTo>
                    <a:pt x="22" y="0"/>
                    <a:pt x="22" y="0"/>
                    <a:pt x="22" y="0"/>
                  </a:cubicBezTo>
                  <a:cubicBezTo>
                    <a:pt x="12" y="0"/>
                    <a:pt x="12" y="0"/>
                    <a:pt x="12" y="0"/>
                  </a:cubicBezTo>
                  <a:cubicBezTo>
                    <a:pt x="8" y="0"/>
                    <a:pt x="8" y="0"/>
                    <a:pt x="8" y="0"/>
                  </a:cubicBezTo>
                  <a:cubicBezTo>
                    <a:pt x="7" y="0"/>
                    <a:pt x="7" y="0"/>
                    <a:pt x="7" y="0"/>
                  </a:cubicBezTo>
                  <a:cubicBezTo>
                    <a:pt x="3" y="0"/>
                    <a:pt x="0" y="3"/>
                    <a:pt x="0" y="7"/>
                  </a:cubicBezTo>
                  <a:cubicBezTo>
                    <a:pt x="0" y="10"/>
                    <a:pt x="3" y="13"/>
                    <a:pt x="7" y="13"/>
                  </a:cubicBezTo>
                  <a:cubicBezTo>
                    <a:pt x="46" y="13"/>
                    <a:pt x="46" y="13"/>
                    <a:pt x="46" y="13"/>
                  </a:cubicBezTo>
                  <a:cubicBezTo>
                    <a:pt x="50" y="13"/>
                    <a:pt x="53" y="10"/>
                    <a:pt x="53" y="7"/>
                  </a:cubicBezTo>
                  <a:cubicBezTo>
                    <a:pt x="53" y="3"/>
                    <a:pt x="50"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grpSp>
      <p:grpSp>
        <p:nvGrpSpPr>
          <p:cNvPr id="25" name="组合 24"/>
          <p:cNvGrpSpPr>
            <a:grpSpLocks noChangeAspect="1"/>
          </p:cNvGrpSpPr>
          <p:nvPr/>
        </p:nvGrpSpPr>
        <p:grpSpPr>
          <a:xfrm>
            <a:off x="4613010" y="4646588"/>
            <a:ext cx="598957" cy="569500"/>
            <a:chOff x="3441701" y="1069975"/>
            <a:chExt cx="387351" cy="368301"/>
          </a:xfrm>
          <a:solidFill>
            <a:schemeClr val="bg1"/>
          </a:solidFill>
        </p:grpSpPr>
        <p:sp>
          <p:nvSpPr>
            <p:cNvPr id="26" name="Freeform 287"/>
            <p:cNvSpPr>
              <a:spLocks/>
            </p:cNvSpPr>
            <p:nvPr/>
          </p:nvSpPr>
          <p:spPr bwMode="auto">
            <a:xfrm>
              <a:off x="3441701" y="1171575"/>
              <a:ext cx="131763" cy="228600"/>
            </a:xfrm>
            <a:custGeom>
              <a:avLst/>
              <a:gdLst>
                <a:gd name="T0" fmla="*/ 30 w 35"/>
                <a:gd name="T1" fmla="*/ 17 h 61"/>
                <a:gd name="T2" fmla="*/ 35 w 35"/>
                <a:gd name="T3" fmla="*/ 0 h 61"/>
                <a:gd name="T4" fmla="*/ 34 w 35"/>
                <a:gd name="T5" fmla="*/ 0 h 61"/>
                <a:gd name="T6" fmla="*/ 17 w 35"/>
                <a:gd name="T7" fmla="*/ 0 h 61"/>
                <a:gd name="T8" fmla="*/ 11 w 35"/>
                <a:gd name="T9" fmla="*/ 4 h 61"/>
                <a:gd name="T10" fmla="*/ 6 w 35"/>
                <a:gd name="T11" fmla="*/ 8 h 61"/>
                <a:gd name="T12" fmla="*/ 6 w 35"/>
                <a:gd name="T13" fmla="*/ 8 h 61"/>
                <a:gd name="T14" fmla="*/ 1 w 35"/>
                <a:gd name="T15" fmla="*/ 14 h 61"/>
                <a:gd name="T16" fmla="*/ 4 w 35"/>
                <a:gd name="T17" fmla="*/ 61 h 61"/>
                <a:gd name="T18" fmla="*/ 19 w 35"/>
                <a:gd name="T19" fmla="*/ 24 h 61"/>
                <a:gd name="T20" fmla="*/ 30 w 35"/>
                <a:gd name="T21"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1">
                  <a:moveTo>
                    <a:pt x="30" y="17"/>
                  </a:moveTo>
                  <a:cubicBezTo>
                    <a:pt x="35" y="0"/>
                    <a:pt x="35" y="0"/>
                    <a:pt x="35" y="0"/>
                  </a:cubicBezTo>
                  <a:cubicBezTo>
                    <a:pt x="34" y="0"/>
                    <a:pt x="34" y="0"/>
                    <a:pt x="34" y="0"/>
                  </a:cubicBezTo>
                  <a:cubicBezTo>
                    <a:pt x="17" y="0"/>
                    <a:pt x="17" y="0"/>
                    <a:pt x="17" y="0"/>
                  </a:cubicBezTo>
                  <a:cubicBezTo>
                    <a:pt x="14" y="0"/>
                    <a:pt x="11" y="2"/>
                    <a:pt x="11" y="4"/>
                  </a:cubicBezTo>
                  <a:cubicBezTo>
                    <a:pt x="12" y="6"/>
                    <a:pt x="9" y="8"/>
                    <a:pt x="6" y="8"/>
                  </a:cubicBezTo>
                  <a:cubicBezTo>
                    <a:pt x="6" y="8"/>
                    <a:pt x="6" y="8"/>
                    <a:pt x="6" y="8"/>
                  </a:cubicBezTo>
                  <a:cubicBezTo>
                    <a:pt x="3" y="8"/>
                    <a:pt x="0" y="11"/>
                    <a:pt x="1" y="14"/>
                  </a:cubicBezTo>
                  <a:cubicBezTo>
                    <a:pt x="4" y="61"/>
                    <a:pt x="4" y="61"/>
                    <a:pt x="4" y="61"/>
                  </a:cubicBezTo>
                  <a:cubicBezTo>
                    <a:pt x="19" y="24"/>
                    <a:pt x="19" y="24"/>
                    <a:pt x="19" y="24"/>
                  </a:cubicBezTo>
                  <a:cubicBezTo>
                    <a:pt x="21" y="20"/>
                    <a:pt x="25" y="17"/>
                    <a:pt x="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7" name="Freeform 288"/>
            <p:cNvSpPr>
              <a:spLocks/>
            </p:cNvSpPr>
            <p:nvPr/>
          </p:nvSpPr>
          <p:spPr bwMode="auto">
            <a:xfrm>
              <a:off x="3460751" y="1246188"/>
              <a:ext cx="368300" cy="192088"/>
            </a:xfrm>
            <a:custGeom>
              <a:avLst/>
              <a:gdLst>
                <a:gd name="T0" fmla="*/ 94 w 98"/>
                <a:gd name="T1" fmla="*/ 0 h 51"/>
                <a:gd name="T2" fmla="*/ 25 w 98"/>
                <a:gd name="T3" fmla="*/ 0 h 51"/>
                <a:gd name="T4" fmla="*/ 18 w 98"/>
                <a:gd name="T5" fmla="*/ 6 h 51"/>
                <a:gd name="T6" fmla="*/ 2 w 98"/>
                <a:gd name="T7" fmla="*/ 46 h 51"/>
                <a:gd name="T8" fmla="*/ 5 w 98"/>
                <a:gd name="T9" fmla="*/ 51 h 51"/>
                <a:gd name="T10" fmla="*/ 73 w 98"/>
                <a:gd name="T11" fmla="*/ 51 h 51"/>
                <a:gd name="T12" fmla="*/ 81 w 98"/>
                <a:gd name="T13" fmla="*/ 46 h 51"/>
                <a:gd name="T14" fmla="*/ 97 w 98"/>
                <a:gd name="T15" fmla="*/ 5 h 51"/>
                <a:gd name="T16" fmla="*/ 94 w 98"/>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1">
                  <a:moveTo>
                    <a:pt x="94" y="0"/>
                  </a:moveTo>
                  <a:cubicBezTo>
                    <a:pt x="25" y="0"/>
                    <a:pt x="25" y="0"/>
                    <a:pt x="25" y="0"/>
                  </a:cubicBezTo>
                  <a:cubicBezTo>
                    <a:pt x="22" y="0"/>
                    <a:pt x="19" y="3"/>
                    <a:pt x="18" y="6"/>
                  </a:cubicBezTo>
                  <a:cubicBezTo>
                    <a:pt x="2" y="46"/>
                    <a:pt x="2" y="46"/>
                    <a:pt x="2" y="46"/>
                  </a:cubicBezTo>
                  <a:cubicBezTo>
                    <a:pt x="0" y="49"/>
                    <a:pt x="2" y="51"/>
                    <a:pt x="5" y="51"/>
                  </a:cubicBezTo>
                  <a:cubicBezTo>
                    <a:pt x="73" y="51"/>
                    <a:pt x="73" y="51"/>
                    <a:pt x="73" y="51"/>
                  </a:cubicBezTo>
                  <a:cubicBezTo>
                    <a:pt x="76" y="51"/>
                    <a:pt x="80" y="49"/>
                    <a:pt x="81" y="46"/>
                  </a:cubicBezTo>
                  <a:cubicBezTo>
                    <a:pt x="97" y="5"/>
                    <a:pt x="97" y="5"/>
                    <a:pt x="97" y="5"/>
                  </a:cubicBezTo>
                  <a:cubicBezTo>
                    <a:pt x="98" y="3"/>
                    <a:pt x="97"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8" name="Freeform 289"/>
            <p:cNvSpPr>
              <a:spLocks/>
            </p:cNvSpPr>
            <p:nvPr/>
          </p:nvSpPr>
          <p:spPr bwMode="auto">
            <a:xfrm>
              <a:off x="3570289" y="1069975"/>
              <a:ext cx="258763" cy="161925"/>
            </a:xfrm>
            <a:custGeom>
              <a:avLst/>
              <a:gdLst>
                <a:gd name="T0" fmla="*/ 6 w 69"/>
                <a:gd name="T1" fmla="*/ 43 h 43"/>
                <a:gd name="T2" fmla="*/ 15 w 69"/>
                <a:gd name="T3" fmla="*/ 11 h 43"/>
                <a:gd name="T4" fmla="*/ 22 w 69"/>
                <a:gd name="T5" fmla="*/ 6 h 43"/>
                <a:gd name="T6" fmla="*/ 45 w 69"/>
                <a:gd name="T7" fmla="*/ 6 h 43"/>
                <a:gd name="T8" fmla="*/ 48 w 69"/>
                <a:gd name="T9" fmla="*/ 10 h 43"/>
                <a:gd name="T10" fmla="*/ 45 w 69"/>
                <a:gd name="T11" fmla="*/ 20 h 43"/>
                <a:gd name="T12" fmla="*/ 49 w 69"/>
                <a:gd name="T13" fmla="*/ 26 h 43"/>
                <a:gd name="T14" fmla="*/ 59 w 69"/>
                <a:gd name="T15" fmla="*/ 26 h 43"/>
                <a:gd name="T16" fmla="*/ 62 w 69"/>
                <a:gd name="T17" fmla="*/ 30 h 43"/>
                <a:gd name="T18" fmla="*/ 58 w 69"/>
                <a:gd name="T19" fmla="*/ 43 h 43"/>
                <a:gd name="T20" fmla="*/ 64 w 69"/>
                <a:gd name="T21" fmla="*/ 43 h 43"/>
                <a:gd name="T22" fmla="*/ 68 w 69"/>
                <a:gd name="T23" fmla="*/ 30 h 43"/>
                <a:gd name="T24" fmla="*/ 66 w 69"/>
                <a:gd name="T25" fmla="*/ 19 h 43"/>
                <a:gd name="T26" fmla="*/ 54 w 69"/>
                <a:gd name="T27" fmla="*/ 3 h 43"/>
                <a:gd name="T28" fmla="*/ 48 w 69"/>
                <a:gd name="T29" fmla="*/ 0 h 43"/>
                <a:gd name="T30" fmla="*/ 19 w 69"/>
                <a:gd name="T31" fmla="*/ 0 h 43"/>
                <a:gd name="T32" fmla="*/ 11 w 69"/>
                <a:gd name="T33" fmla="*/ 6 h 43"/>
                <a:gd name="T34" fmla="*/ 0 w 69"/>
                <a:gd name="T35" fmla="*/ 43 h 43"/>
                <a:gd name="T36" fmla="*/ 6 w 69"/>
                <a:gd name="T3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43">
                  <a:moveTo>
                    <a:pt x="6" y="43"/>
                  </a:moveTo>
                  <a:cubicBezTo>
                    <a:pt x="15" y="11"/>
                    <a:pt x="15" y="11"/>
                    <a:pt x="15" y="11"/>
                  </a:cubicBezTo>
                  <a:cubicBezTo>
                    <a:pt x="16" y="8"/>
                    <a:pt x="19" y="6"/>
                    <a:pt x="22" y="6"/>
                  </a:cubicBezTo>
                  <a:cubicBezTo>
                    <a:pt x="45" y="6"/>
                    <a:pt x="45" y="6"/>
                    <a:pt x="45" y="6"/>
                  </a:cubicBezTo>
                  <a:cubicBezTo>
                    <a:pt x="47" y="6"/>
                    <a:pt x="48" y="7"/>
                    <a:pt x="48" y="10"/>
                  </a:cubicBezTo>
                  <a:cubicBezTo>
                    <a:pt x="45" y="20"/>
                    <a:pt x="45" y="20"/>
                    <a:pt x="45" y="20"/>
                  </a:cubicBezTo>
                  <a:cubicBezTo>
                    <a:pt x="44" y="23"/>
                    <a:pt x="46" y="26"/>
                    <a:pt x="49" y="26"/>
                  </a:cubicBezTo>
                  <a:cubicBezTo>
                    <a:pt x="59" y="26"/>
                    <a:pt x="59" y="26"/>
                    <a:pt x="59" y="26"/>
                  </a:cubicBezTo>
                  <a:cubicBezTo>
                    <a:pt x="61" y="26"/>
                    <a:pt x="63" y="28"/>
                    <a:pt x="62" y="30"/>
                  </a:cubicBezTo>
                  <a:cubicBezTo>
                    <a:pt x="58" y="43"/>
                    <a:pt x="58" y="43"/>
                    <a:pt x="58" y="43"/>
                  </a:cubicBezTo>
                  <a:cubicBezTo>
                    <a:pt x="64" y="43"/>
                    <a:pt x="64" y="43"/>
                    <a:pt x="64" y="43"/>
                  </a:cubicBezTo>
                  <a:cubicBezTo>
                    <a:pt x="68" y="30"/>
                    <a:pt x="68" y="30"/>
                    <a:pt x="68" y="30"/>
                  </a:cubicBezTo>
                  <a:cubicBezTo>
                    <a:pt x="69" y="27"/>
                    <a:pt x="68" y="22"/>
                    <a:pt x="66" y="19"/>
                  </a:cubicBezTo>
                  <a:cubicBezTo>
                    <a:pt x="54" y="3"/>
                    <a:pt x="54" y="3"/>
                    <a:pt x="54" y="3"/>
                  </a:cubicBezTo>
                  <a:cubicBezTo>
                    <a:pt x="53" y="1"/>
                    <a:pt x="50" y="0"/>
                    <a:pt x="48" y="0"/>
                  </a:cubicBezTo>
                  <a:cubicBezTo>
                    <a:pt x="19" y="0"/>
                    <a:pt x="19" y="0"/>
                    <a:pt x="19" y="0"/>
                  </a:cubicBezTo>
                  <a:cubicBezTo>
                    <a:pt x="16" y="0"/>
                    <a:pt x="12" y="3"/>
                    <a:pt x="11" y="6"/>
                  </a:cubicBezTo>
                  <a:cubicBezTo>
                    <a:pt x="0" y="43"/>
                    <a:pt x="0" y="43"/>
                    <a:pt x="0" y="43"/>
                  </a:cubicBezTo>
                  <a:lnTo>
                    <a:pt x="6"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29" name="Freeform 290"/>
            <p:cNvSpPr>
              <a:spLocks/>
            </p:cNvSpPr>
            <p:nvPr/>
          </p:nvSpPr>
          <p:spPr bwMode="auto">
            <a:xfrm>
              <a:off x="3641726" y="1144588"/>
              <a:ext cx="82550" cy="22225"/>
            </a:xfrm>
            <a:custGeom>
              <a:avLst/>
              <a:gdLst>
                <a:gd name="T0" fmla="*/ 19 w 22"/>
                <a:gd name="T1" fmla="*/ 6 h 6"/>
                <a:gd name="T2" fmla="*/ 21 w 22"/>
                <a:gd name="T3" fmla="*/ 3 h 6"/>
                <a:gd name="T4" fmla="*/ 21 w 22"/>
                <a:gd name="T5" fmla="*/ 0 h 6"/>
                <a:gd name="T6" fmla="*/ 2 w 22"/>
                <a:gd name="T7" fmla="*/ 0 h 6"/>
                <a:gd name="T8" fmla="*/ 0 w 22"/>
                <a:gd name="T9" fmla="*/ 3 h 6"/>
                <a:gd name="T10" fmla="*/ 1 w 22"/>
                <a:gd name="T11" fmla="*/ 6 h 6"/>
                <a:gd name="T12" fmla="*/ 19 w 2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2" h="6">
                  <a:moveTo>
                    <a:pt x="19" y="6"/>
                  </a:moveTo>
                  <a:cubicBezTo>
                    <a:pt x="20" y="6"/>
                    <a:pt x="21" y="5"/>
                    <a:pt x="21" y="3"/>
                  </a:cubicBezTo>
                  <a:cubicBezTo>
                    <a:pt x="22" y="1"/>
                    <a:pt x="22" y="0"/>
                    <a:pt x="21" y="0"/>
                  </a:cubicBezTo>
                  <a:cubicBezTo>
                    <a:pt x="2" y="0"/>
                    <a:pt x="2" y="0"/>
                    <a:pt x="2" y="0"/>
                  </a:cubicBezTo>
                  <a:cubicBezTo>
                    <a:pt x="2" y="0"/>
                    <a:pt x="1" y="1"/>
                    <a:pt x="0" y="3"/>
                  </a:cubicBezTo>
                  <a:cubicBezTo>
                    <a:pt x="0" y="5"/>
                    <a:pt x="0" y="6"/>
                    <a:pt x="1" y="6"/>
                  </a:cubicBezTo>
                  <a:lnTo>
                    <a:pt x="1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30" name="Freeform 291"/>
            <p:cNvSpPr>
              <a:spLocks/>
            </p:cNvSpPr>
            <p:nvPr/>
          </p:nvSpPr>
          <p:spPr bwMode="auto">
            <a:xfrm>
              <a:off x="3622676" y="1201738"/>
              <a:ext cx="146050" cy="22225"/>
            </a:xfrm>
            <a:custGeom>
              <a:avLst/>
              <a:gdLst>
                <a:gd name="T0" fmla="*/ 1 w 39"/>
                <a:gd name="T1" fmla="*/ 3 h 6"/>
                <a:gd name="T2" fmla="*/ 2 w 39"/>
                <a:gd name="T3" fmla="*/ 6 h 6"/>
                <a:gd name="T4" fmla="*/ 35 w 39"/>
                <a:gd name="T5" fmla="*/ 6 h 6"/>
                <a:gd name="T6" fmla="*/ 38 w 39"/>
                <a:gd name="T7" fmla="*/ 3 h 6"/>
                <a:gd name="T8" fmla="*/ 37 w 39"/>
                <a:gd name="T9" fmla="*/ 0 h 6"/>
                <a:gd name="T10" fmla="*/ 4 w 39"/>
                <a:gd name="T11" fmla="*/ 0 h 6"/>
                <a:gd name="T12" fmla="*/ 1 w 39"/>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9" h="6">
                  <a:moveTo>
                    <a:pt x="1" y="3"/>
                  </a:moveTo>
                  <a:cubicBezTo>
                    <a:pt x="0" y="5"/>
                    <a:pt x="1" y="6"/>
                    <a:pt x="2" y="6"/>
                  </a:cubicBezTo>
                  <a:cubicBezTo>
                    <a:pt x="35" y="6"/>
                    <a:pt x="35" y="6"/>
                    <a:pt x="35" y="6"/>
                  </a:cubicBezTo>
                  <a:cubicBezTo>
                    <a:pt x="36" y="6"/>
                    <a:pt x="38" y="5"/>
                    <a:pt x="38" y="3"/>
                  </a:cubicBezTo>
                  <a:cubicBezTo>
                    <a:pt x="39" y="2"/>
                    <a:pt x="38" y="0"/>
                    <a:pt x="37" y="0"/>
                  </a:cubicBezTo>
                  <a:cubicBezTo>
                    <a:pt x="4" y="0"/>
                    <a:pt x="4" y="0"/>
                    <a:pt x="4" y="0"/>
                  </a:cubicBezTo>
                  <a:cubicBezTo>
                    <a:pt x="3" y="0"/>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grpSp>
      <p:grpSp>
        <p:nvGrpSpPr>
          <p:cNvPr id="31" name="组合 30"/>
          <p:cNvGrpSpPr>
            <a:grpSpLocks noChangeAspect="1"/>
          </p:cNvGrpSpPr>
          <p:nvPr/>
        </p:nvGrpSpPr>
        <p:grpSpPr>
          <a:xfrm>
            <a:off x="5644361" y="3754155"/>
            <a:ext cx="651192" cy="569500"/>
            <a:chOff x="10188576" y="6029325"/>
            <a:chExt cx="442913" cy="387350"/>
          </a:xfrm>
          <a:solidFill>
            <a:schemeClr val="bg1"/>
          </a:solidFill>
        </p:grpSpPr>
        <p:sp>
          <p:nvSpPr>
            <p:cNvPr id="32" name="Freeform 433"/>
            <p:cNvSpPr>
              <a:spLocks/>
            </p:cNvSpPr>
            <p:nvPr/>
          </p:nvSpPr>
          <p:spPr bwMode="auto">
            <a:xfrm>
              <a:off x="10307638" y="6149975"/>
              <a:ext cx="200025" cy="201613"/>
            </a:xfrm>
            <a:custGeom>
              <a:avLst/>
              <a:gdLst>
                <a:gd name="T0" fmla="*/ 10 w 53"/>
                <a:gd name="T1" fmla="*/ 10 h 54"/>
                <a:gd name="T2" fmla="*/ 10 w 53"/>
                <a:gd name="T3" fmla="*/ 44 h 54"/>
                <a:gd name="T4" fmla="*/ 44 w 53"/>
                <a:gd name="T5" fmla="*/ 44 h 54"/>
                <a:gd name="T6" fmla="*/ 44 w 53"/>
                <a:gd name="T7" fmla="*/ 10 h 54"/>
                <a:gd name="T8" fmla="*/ 10 w 53"/>
                <a:gd name="T9" fmla="*/ 10 h 54"/>
              </a:gdLst>
              <a:ahLst/>
              <a:cxnLst>
                <a:cxn ang="0">
                  <a:pos x="T0" y="T1"/>
                </a:cxn>
                <a:cxn ang="0">
                  <a:pos x="T2" y="T3"/>
                </a:cxn>
                <a:cxn ang="0">
                  <a:pos x="T4" y="T5"/>
                </a:cxn>
                <a:cxn ang="0">
                  <a:pos x="T6" y="T7"/>
                </a:cxn>
                <a:cxn ang="0">
                  <a:pos x="T8" y="T9"/>
                </a:cxn>
              </a:cxnLst>
              <a:rect l="0" t="0" r="r" b="b"/>
              <a:pathLst>
                <a:path w="53" h="54">
                  <a:moveTo>
                    <a:pt x="10" y="10"/>
                  </a:moveTo>
                  <a:cubicBezTo>
                    <a:pt x="0" y="19"/>
                    <a:pt x="0" y="35"/>
                    <a:pt x="10" y="44"/>
                  </a:cubicBezTo>
                  <a:cubicBezTo>
                    <a:pt x="19" y="54"/>
                    <a:pt x="34" y="54"/>
                    <a:pt x="44" y="44"/>
                  </a:cubicBezTo>
                  <a:cubicBezTo>
                    <a:pt x="53" y="35"/>
                    <a:pt x="53" y="19"/>
                    <a:pt x="44" y="10"/>
                  </a:cubicBezTo>
                  <a:cubicBezTo>
                    <a:pt x="34" y="0"/>
                    <a:pt x="19" y="0"/>
                    <a:pt x="1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33" name="Freeform 434"/>
            <p:cNvSpPr>
              <a:spLocks noEditPoints="1"/>
            </p:cNvSpPr>
            <p:nvPr/>
          </p:nvSpPr>
          <p:spPr bwMode="auto">
            <a:xfrm>
              <a:off x="10188576" y="6029325"/>
              <a:ext cx="442913" cy="387350"/>
            </a:xfrm>
            <a:custGeom>
              <a:avLst/>
              <a:gdLst>
                <a:gd name="T0" fmla="*/ 104 w 118"/>
                <a:gd name="T1" fmla="*/ 16 h 103"/>
                <a:gd name="T2" fmla="*/ 88 w 118"/>
                <a:gd name="T3" fmla="*/ 14 h 103"/>
                <a:gd name="T4" fmla="*/ 83 w 118"/>
                <a:gd name="T5" fmla="*/ 8 h 103"/>
                <a:gd name="T6" fmla="*/ 70 w 118"/>
                <a:gd name="T7" fmla="*/ 0 h 103"/>
                <a:gd name="T8" fmla="*/ 59 w 118"/>
                <a:gd name="T9" fmla="*/ 0 h 103"/>
                <a:gd name="T10" fmla="*/ 48 w 118"/>
                <a:gd name="T11" fmla="*/ 0 h 103"/>
                <a:gd name="T12" fmla="*/ 35 w 118"/>
                <a:gd name="T13" fmla="*/ 8 h 103"/>
                <a:gd name="T14" fmla="*/ 29 w 118"/>
                <a:gd name="T15" fmla="*/ 14 h 103"/>
                <a:gd name="T16" fmla="*/ 14 w 118"/>
                <a:gd name="T17" fmla="*/ 16 h 103"/>
                <a:gd name="T18" fmla="*/ 0 w 118"/>
                <a:gd name="T19" fmla="*/ 31 h 103"/>
                <a:gd name="T20" fmla="*/ 0 w 118"/>
                <a:gd name="T21" fmla="*/ 89 h 103"/>
                <a:gd name="T22" fmla="*/ 14 w 118"/>
                <a:gd name="T23" fmla="*/ 103 h 103"/>
                <a:gd name="T24" fmla="*/ 59 w 118"/>
                <a:gd name="T25" fmla="*/ 103 h 103"/>
                <a:gd name="T26" fmla="*/ 104 w 118"/>
                <a:gd name="T27" fmla="*/ 103 h 103"/>
                <a:gd name="T28" fmla="*/ 118 w 118"/>
                <a:gd name="T29" fmla="*/ 89 h 103"/>
                <a:gd name="T30" fmla="*/ 118 w 118"/>
                <a:gd name="T31" fmla="*/ 31 h 103"/>
                <a:gd name="T32" fmla="*/ 104 w 118"/>
                <a:gd name="T33" fmla="*/ 16 h 103"/>
                <a:gd name="T34" fmla="*/ 58 w 118"/>
                <a:gd name="T35" fmla="*/ 4 h 103"/>
                <a:gd name="T36" fmla="*/ 65 w 118"/>
                <a:gd name="T37" fmla="*/ 11 h 103"/>
                <a:gd name="T38" fmla="*/ 58 w 118"/>
                <a:gd name="T39" fmla="*/ 17 h 103"/>
                <a:gd name="T40" fmla="*/ 52 w 118"/>
                <a:gd name="T41" fmla="*/ 11 h 103"/>
                <a:gd name="T42" fmla="*/ 58 w 118"/>
                <a:gd name="T43" fmla="*/ 4 h 103"/>
                <a:gd name="T44" fmla="*/ 85 w 118"/>
                <a:gd name="T45" fmla="*/ 85 h 103"/>
                <a:gd name="T46" fmla="*/ 33 w 118"/>
                <a:gd name="T47" fmla="*/ 85 h 103"/>
                <a:gd name="T48" fmla="*/ 33 w 118"/>
                <a:gd name="T49" fmla="*/ 33 h 103"/>
                <a:gd name="T50" fmla="*/ 85 w 118"/>
                <a:gd name="T51" fmla="*/ 33 h 103"/>
                <a:gd name="T52" fmla="*/ 85 w 118"/>
                <a:gd name="T53" fmla="*/ 8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103">
                  <a:moveTo>
                    <a:pt x="104" y="16"/>
                  </a:moveTo>
                  <a:cubicBezTo>
                    <a:pt x="104" y="16"/>
                    <a:pt x="94" y="17"/>
                    <a:pt x="88" y="14"/>
                  </a:cubicBezTo>
                  <a:cubicBezTo>
                    <a:pt x="84" y="13"/>
                    <a:pt x="83" y="9"/>
                    <a:pt x="83" y="8"/>
                  </a:cubicBezTo>
                  <a:cubicBezTo>
                    <a:pt x="80" y="3"/>
                    <a:pt x="76" y="0"/>
                    <a:pt x="70" y="0"/>
                  </a:cubicBezTo>
                  <a:cubicBezTo>
                    <a:pt x="59" y="0"/>
                    <a:pt x="59" y="0"/>
                    <a:pt x="59" y="0"/>
                  </a:cubicBezTo>
                  <a:cubicBezTo>
                    <a:pt x="48" y="0"/>
                    <a:pt x="48" y="0"/>
                    <a:pt x="48" y="0"/>
                  </a:cubicBezTo>
                  <a:cubicBezTo>
                    <a:pt x="42" y="0"/>
                    <a:pt x="37" y="3"/>
                    <a:pt x="35" y="8"/>
                  </a:cubicBezTo>
                  <a:cubicBezTo>
                    <a:pt x="35" y="9"/>
                    <a:pt x="34" y="13"/>
                    <a:pt x="29" y="14"/>
                  </a:cubicBezTo>
                  <a:cubicBezTo>
                    <a:pt x="24" y="17"/>
                    <a:pt x="14" y="16"/>
                    <a:pt x="14" y="16"/>
                  </a:cubicBezTo>
                  <a:cubicBezTo>
                    <a:pt x="6" y="17"/>
                    <a:pt x="0" y="24"/>
                    <a:pt x="0" y="31"/>
                  </a:cubicBezTo>
                  <a:cubicBezTo>
                    <a:pt x="0" y="89"/>
                    <a:pt x="0" y="89"/>
                    <a:pt x="0" y="89"/>
                  </a:cubicBezTo>
                  <a:cubicBezTo>
                    <a:pt x="0" y="97"/>
                    <a:pt x="6" y="103"/>
                    <a:pt x="14" y="103"/>
                  </a:cubicBezTo>
                  <a:cubicBezTo>
                    <a:pt x="59" y="103"/>
                    <a:pt x="59" y="103"/>
                    <a:pt x="59" y="103"/>
                  </a:cubicBezTo>
                  <a:cubicBezTo>
                    <a:pt x="104" y="103"/>
                    <a:pt x="104" y="103"/>
                    <a:pt x="104" y="103"/>
                  </a:cubicBezTo>
                  <a:cubicBezTo>
                    <a:pt x="111" y="103"/>
                    <a:pt x="118" y="97"/>
                    <a:pt x="118" y="89"/>
                  </a:cubicBezTo>
                  <a:cubicBezTo>
                    <a:pt x="118" y="31"/>
                    <a:pt x="118" y="31"/>
                    <a:pt x="118" y="31"/>
                  </a:cubicBezTo>
                  <a:cubicBezTo>
                    <a:pt x="118" y="24"/>
                    <a:pt x="111" y="17"/>
                    <a:pt x="104" y="16"/>
                  </a:cubicBezTo>
                  <a:close/>
                  <a:moveTo>
                    <a:pt x="58" y="4"/>
                  </a:moveTo>
                  <a:cubicBezTo>
                    <a:pt x="62" y="4"/>
                    <a:pt x="65" y="7"/>
                    <a:pt x="65" y="11"/>
                  </a:cubicBezTo>
                  <a:cubicBezTo>
                    <a:pt x="65" y="14"/>
                    <a:pt x="62" y="17"/>
                    <a:pt x="58" y="17"/>
                  </a:cubicBezTo>
                  <a:cubicBezTo>
                    <a:pt x="55" y="17"/>
                    <a:pt x="52" y="14"/>
                    <a:pt x="52" y="11"/>
                  </a:cubicBezTo>
                  <a:cubicBezTo>
                    <a:pt x="52" y="7"/>
                    <a:pt x="55" y="4"/>
                    <a:pt x="58" y="4"/>
                  </a:cubicBezTo>
                  <a:close/>
                  <a:moveTo>
                    <a:pt x="85" y="85"/>
                  </a:moveTo>
                  <a:cubicBezTo>
                    <a:pt x="71" y="100"/>
                    <a:pt x="47" y="100"/>
                    <a:pt x="33" y="85"/>
                  </a:cubicBezTo>
                  <a:cubicBezTo>
                    <a:pt x="18" y="71"/>
                    <a:pt x="18" y="47"/>
                    <a:pt x="33" y="33"/>
                  </a:cubicBezTo>
                  <a:cubicBezTo>
                    <a:pt x="47" y="18"/>
                    <a:pt x="71" y="18"/>
                    <a:pt x="85" y="33"/>
                  </a:cubicBezTo>
                  <a:cubicBezTo>
                    <a:pt x="100" y="47"/>
                    <a:pt x="100" y="71"/>
                    <a:pt x="85"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grpSp>
      <p:grpSp>
        <p:nvGrpSpPr>
          <p:cNvPr id="34" name="组合 33"/>
          <p:cNvGrpSpPr>
            <a:grpSpLocks noChangeAspect="1"/>
          </p:cNvGrpSpPr>
          <p:nvPr/>
        </p:nvGrpSpPr>
        <p:grpSpPr>
          <a:xfrm>
            <a:off x="6768643" y="4646588"/>
            <a:ext cx="579952" cy="569500"/>
            <a:chOff x="8326438" y="5427663"/>
            <a:chExt cx="352425" cy="346075"/>
          </a:xfrm>
          <a:solidFill>
            <a:schemeClr val="bg1"/>
          </a:solidFill>
        </p:grpSpPr>
        <p:sp>
          <p:nvSpPr>
            <p:cNvPr id="35" name="Freeform 404"/>
            <p:cNvSpPr>
              <a:spLocks/>
            </p:cNvSpPr>
            <p:nvPr/>
          </p:nvSpPr>
          <p:spPr bwMode="auto">
            <a:xfrm>
              <a:off x="8359776" y="5705475"/>
              <a:ext cx="285750" cy="7938"/>
            </a:xfrm>
            <a:custGeom>
              <a:avLst/>
              <a:gdLst>
                <a:gd name="T0" fmla="*/ 1 w 76"/>
                <a:gd name="T1" fmla="*/ 2 h 2"/>
                <a:gd name="T2" fmla="*/ 75 w 76"/>
                <a:gd name="T3" fmla="*/ 2 h 2"/>
                <a:gd name="T4" fmla="*/ 76 w 76"/>
                <a:gd name="T5" fmla="*/ 1 h 2"/>
                <a:gd name="T6" fmla="*/ 75 w 76"/>
                <a:gd name="T7" fmla="*/ 0 h 2"/>
                <a:gd name="T8" fmla="*/ 1 w 76"/>
                <a:gd name="T9" fmla="*/ 0 h 2"/>
                <a:gd name="T10" fmla="*/ 0 w 76"/>
                <a:gd name="T11" fmla="*/ 1 h 2"/>
                <a:gd name="T12" fmla="*/ 1 w 76"/>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76" h="2">
                  <a:moveTo>
                    <a:pt x="1" y="2"/>
                  </a:moveTo>
                  <a:cubicBezTo>
                    <a:pt x="75" y="2"/>
                    <a:pt x="75" y="2"/>
                    <a:pt x="75" y="2"/>
                  </a:cubicBezTo>
                  <a:cubicBezTo>
                    <a:pt x="76" y="2"/>
                    <a:pt x="76" y="2"/>
                    <a:pt x="76" y="1"/>
                  </a:cubicBezTo>
                  <a:cubicBezTo>
                    <a:pt x="76" y="1"/>
                    <a:pt x="76" y="0"/>
                    <a:pt x="75" y="0"/>
                  </a:cubicBezTo>
                  <a:cubicBezTo>
                    <a:pt x="1" y="0"/>
                    <a:pt x="1" y="0"/>
                    <a:pt x="1" y="0"/>
                  </a:cubicBezTo>
                  <a:cubicBezTo>
                    <a:pt x="1" y="0"/>
                    <a:pt x="0" y="1"/>
                    <a:pt x="0"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36" name="Freeform 405"/>
            <p:cNvSpPr>
              <a:spLocks/>
            </p:cNvSpPr>
            <p:nvPr/>
          </p:nvSpPr>
          <p:spPr bwMode="auto">
            <a:xfrm>
              <a:off x="8356601" y="5716588"/>
              <a:ext cx="292100" cy="7938"/>
            </a:xfrm>
            <a:custGeom>
              <a:avLst/>
              <a:gdLst>
                <a:gd name="T0" fmla="*/ 2 w 78"/>
                <a:gd name="T1" fmla="*/ 2 h 2"/>
                <a:gd name="T2" fmla="*/ 77 w 78"/>
                <a:gd name="T3" fmla="*/ 2 h 2"/>
                <a:gd name="T4" fmla="*/ 78 w 78"/>
                <a:gd name="T5" fmla="*/ 1 h 2"/>
                <a:gd name="T6" fmla="*/ 77 w 78"/>
                <a:gd name="T7" fmla="*/ 0 h 2"/>
                <a:gd name="T8" fmla="*/ 2 w 78"/>
                <a:gd name="T9" fmla="*/ 0 h 2"/>
                <a:gd name="T10" fmla="*/ 0 w 78"/>
                <a:gd name="T11" fmla="*/ 1 h 2"/>
                <a:gd name="T12" fmla="*/ 2 w 7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78" h="2">
                  <a:moveTo>
                    <a:pt x="2" y="2"/>
                  </a:moveTo>
                  <a:cubicBezTo>
                    <a:pt x="77" y="2"/>
                    <a:pt x="77" y="2"/>
                    <a:pt x="77" y="2"/>
                  </a:cubicBezTo>
                  <a:cubicBezTo>
                    <a:pt x="78" y="2"/>
                    <a:pt x="78" y="2"/>
                    <a:pt x="78" y="1"/>
                  </a:cubicBezTo>
                  <a:cubicBezTo>
                    <a:pt x="78" y="0"/>
                    <a:pt x="78" y="0"/>
                    <a:pt x="77" y="0"/>
                  </a:cubicBezTo>
                  <a:cubicBezTo>
                    <a:pt x="2" y="0"/>
                    <a:pt x="2" y="0"/>
                    <a:pt x="2" y="0"/>
                  </a:cubicBezTo>
                  <a:cubicBezTo>
                    <a:pt x="1" y="0"/>
                    <a:pt x="0" y="0"/>
                    <a:pt x="0" y="1"/>
                  </a:cubicBezTo>
                  <a:cubicBezTo>
                    <a:pt x="0"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37" name="Freeform 407"/>
            <p:cNvSpPr>
              <a:spLocks/>
            </p:cNvSpPr>
            <p:nvPr/>
          </p:nvSpPr>
          <p:spPr bwMode="auto">
            <a:xfrm>
              <a:off x="8356601" y="5727700"/>
              <a:ext cx="296863" cy="7938"/>
            </a:xfrm>
            <a:custGeom>
              <a:avLst/>
              <a:gdLst>
                <a:gd name="T0" fmla="*/ 78 w 79"/>
                <a:gd name="T1" fmla="*/ 0 h 2"/>
                <a:gd name="T2" fmla="*/ 1 w 79"/>
                <a:gd name="T3" fmla="*/ 0 h 2"/>
                <a:gd name="T4" fmla="*/ 0 w 79"/>
                <a:gd name="T5" fmla="*/ 1 h 2"/>
                <a:gd name="T6" fmla="*/ 1 w 79"/>
                <a:gd name="T7" fmla="*/ 2 h 2"/>
                <a:gd name="T8" fmla="*/ 78 w 79"/>
                <a:gd name="T9" fmla="*/ 2 h 2"/>
                <a:gd name="T10" fmla="*/ 79 w 79"/>
                <a:gd name="T11" fmla="*/ 1 h 2"/>
                <a:gd name="T12" fmla="*/ 78 w 79"/>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79" h="2">
                  <a:moveTo>
                    <a:pt x="78" y="0"/>
                  </a:moveTo>
                  <a:cubicBezTo>
                    <a:pt x="1" y="0"/>
                    <a:pt x="1" y="0"/>
                    <a:pt x="1" y="0"/>
                  </a:cubicBezTo>
                  <a:cubicBezTo>
                    <a:pt x="0" y="0"/>
                    <a:pt x="0" y="0"/>
                    <a:pt x="0" y="1"/>
                  </a:cubicBezTo>
                  <a:cubicBezTo>
                    <a:pt x="0" y="1"/>
                    <a:pt x="0" y="2"/>
                    <a:pt x="1" y="2"/>
                  </a:cubicBezTo>
                  <a:cubicBezTo>
                    <a:pt x="78" y="2"/>
                    <a:pt x="78" y="2"/>
                    <a:pt x="78" y="2"/>
                  </a:cubicBezTo>
                  <a:cubicBezTo>
                    <a:pt x="78" y="2"/>
                    <a:pt x="79" y="1"/>
                    <a:pt x="79" y="1"/>
                  </a:cubicBezTo>
                  <a:cubicBezTo>
                    <a:pt x="79" y="0"/>
                    <a:pt x="78" y="0"/>
                    <a:pt x="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38" name="Freeform 408"/>
            <p:cNvSpPr>
              <a:spLocks noEditPoints="1"/>
            </p:cNvSpPr>
            <p:nvPr/>
          </p:nvSpPr>
          <p:spPr bwMode="auto">
            <a:xfrm>
              <a:off x="8326438" y="5427663"/>
              <a:ext cx="352425" cy="346075"/>
            </a:xfrm>
            <a:custGeom>
              <a:avLst/>
              <a:gdLst>
                <a:gd name="T0" fmla="*/ 79 w 94"/>
                <a:gd name="T1" fmla="*/ 70 h 92"/>
                <a:gd name="T2" fmla="*/ 78 w 94"/>
                <a:gd name="T3" fmla="*/ 69 h 92"/>
                <a:gd name="T4" fmla="*/ 79 w 94"/>
                <a:gd name="T5" fmla="*/ 67 h 92"/>
                <a:gd name="T6" fmla="*/ 91 w 94"/>
                <a:gd name="T7" fmla="*/ 58 h 92"/>
                <a:gd name="T8" fmla="*/ 80 w 94"/>
                <a:gd name="T9" fmla="*/ 0 h 92"/>
                <a:gd name="T10" fmla="*/ 5 w 94"/>
                <a:gd name="T11" fmla="*/ 8 h 92"/>
                <a:gd name="T12" fmla="*/ 10 w 94"/>
                <a:gd name="T13" fmla="*/ 67 h 92"/>
                <a:gd name="T14" fmla="*/ 16 w 94"/>
                <a:gd name="T15" fmla="*/ 67 h 92"/>
                <a:gd name="T16" fmla="*/ 17 w 94"/>
                <a:gd name="T17" fmla="*/ 69 h 92"/>
                <a:gd name="T18" fmla="*/ 16 w 94"/>
                <a:gd name="T19" fmla="*/ 70 h 92"/>
                <a:gd name="T20" fmla="*/ 0 w 94"/>
                <a:gd name="T21" fmla="*/ 85 h 92"/>
                <a:gd name="T22" fmla="*/ 85 w 94"/>
                <a:gd name="T23" fmla="*/ 92 h 92"/>
                <a:gd name="T24" fmla="*/ 85 w 94"/>
                <a:gd name="T25" fmla="*/ 70 h 92"/>
                <a:gd name="T26" fmla="*/ 7 w 94"/>
                <a:gd name="T27" fmla="*/ 55 h 92"/>
                <a:gd name="T28" fmla="*/ 16 w 94"/>
                <a:gd name="T29" fmla="*/ 4 h 92"/>
                <a:gd name="T30" fmla="*/ 84 w 94"/>
                <a:gd name="T31" fmla="*/ 10 h 92"/>
                <a:gd name="T32" fmla="*/ 80 w 94"/>
                <a:gd name="T33" fmla="*/ 62 h 92"/>
                <a:gd name="T34" fmla="*/ 69 w 94"/>
                <a:gd name="T35" fmla="*/ 69 h 92"/>
                <a:gd name="T36" fmla="*/ 68 w 94"/>
                <a:gd name="T37" fmla="*/ 70 h 92"/>
                <a:gd name="T38" fmla="*/ 26 w 94"/>
                <a:gd name="T39" fmla="*/ 70 h 92"/>
                <a:gd name="T40" fmla="*/ 26 w 94"/>
                <a:gd name="T41" fmla="*/ 67 h 92"/>
                <a:gd name="T42" fmla="*/ 33 w 94"/>
                <a:gd name="T43" fmla="*/ 67 h 92"/>
                <a:gd name="T44" fmla="*/ 68 w 94"/>
                <a:gd name="T45" fmla="*/ 67 h 92"/>
                <a:gd name="T46" fmla="*/ 69 w 94"/>
                <a:gd name="T47" fmla="*/ 68 h 92"/>
                <a:gd name="T48" fmla="*/ 53 w 94"/>
                <a:gd name="T49" fmla="*/ 89 h 92"/>
                <a:gd name="T50" fmla="*/ 47 w 94"/>
                <a:gd name="T51" fmla="*/ 90 h 92"/>
                <a:gd name="T52" fmla="*/ 46 w 94"/>
                <a:gd name="T53" fmla="*/ 91 h 92"/>
                <a:gd name="T54" fmla="*/ 45 w 94"/>
                <a:gd name="T55" fmla="*/ 89 h 92"/>
                <a:gd name="T56" fmla="*/ 41 w 94"/>
                <a:gd name="T57" fmla="*/ 87 h 92"/>
                <a:gd name="T58" fmla="*/ 50 w 94"/>
                <a:gd name="T59" fmla="*/ 84 h 92"/>
                <a:gd name="T60" fmla="*/ 53 w 94"/>
                <a:gd name="T61" fmla="*/ 89 h 92"/>
                <a:gd name="T62" fmla="*/ 84 w 94"/>
                <a:gd name="T63" fmla="*/ 83 h 92"/>
                <a:gd name="T64" fmla="*/ 5 w 94"/>
                <a:gd name="T65" fmla="*/ 79 h 92"/>
                <a:gd name="T66" fmla="*/ 85 w 94"/>
                <a:gd name="T67" fmla="*/ 7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92">
                  <a:moveTo>
                    <a:pt x="85" y="70"/>
                  </a:moveTo>
                  <a:cubicBezTo>
                    <a:pt x="79" y="70"/>
                    <a:pt x="79" y="70"/>
                    <a:pt x="79" y="70"/>
                  </a:cubicBezTo>
                  <a:cubicBezTo>
                    <a:pt x="79" y="70"/>
                    <a:pt x="79" y="70"/>
                    <a:pt x="79" y="70"/>
                  </a:cubicBezTo>
                  <a:cubicBezTo>
                    <a:pt x="78" y="69"/>
                    <a:pt x="78" y="69"/>
                    <a:pt x="78" y="69"/>
                  </a:cubicBezTo>
                  <a:cubicBezTo>
                    <a:pt x="78" y="68"/>
                    <a:pt x="78" y="68"/>
                    <a:pt x="79" y="67"/>
                  </a:cubicBezTo>
                  <a:cubicBezTo>
                    <a:pt x="79" y="67"/>
                    <a:pt x="79" y="67"/>
                    <a:pt x="79" y="67"/>
                  </a:cubicBezTo>
                  <a:cubicBezTo>
                    <a:pt x="83" y="67"/>
                    <a:pt x="83" y="67"/>
                    <a:pt x="83" y="67"/>
                  </a:cubicBezTo>
                  <a:cubicBezTo>
                    <a:pt x="88" y="67"/>
                    <a:pt x="92" y="63"/>
                    <a:pt x="91" y="58"/>
                  </a:cubicBezTo>
                  <a:cubicBezTo>
                    <a:pt x="89" y="8"/>
                    <a:pt x="89" y="8"/>
                    <a:pt x="89" y="8"/>
                  </a:cubicBezTo>
                  <a:cubicBezTo>
                    <a:pt x="89" y="4"/>
                    <a:pt x="85" y="0"/>
                    <a:pt x="80" y="0"/>
                  </a:cubicBezTo>
                  <a:cubicBezTo>
                    <a:pt x="13" y="0"/>
                    <a:pt x="13" y="0"/>
                    <a:pt x="13" y="0"/>
                  </a:cubicBezTo>
                  <a:cubicBezTo>
                    <a:pt x="9" y="0"/>
                    <a:pt x="5" y="4"/>
                    <a:pt x="5" y="8"/>
                  </a:cubicBezTo>
                  <a:cubicBezTo>
                    <a:pt x="2" y="58"/>
                    <a:pt x="2" y="58"/>
                    <a:pt x="2" y="58"/>
                  </a:cubicBezTo>
                  <a:cubicBezTo>
                    <a:pt x="2" y="63"/>
                    <a:pt x="6" y="67"/>
                    <a:pt x="10" y="67"/>
                  </a:cubicBezTo>
                  <a:cubicBezTo>
                    <a:pt x="16" y="67"/>
                    <a:pt x="16" y="67"/>
                    <a:pt x="16" y="67"/>
                  </a:cubicBezTo>
                  <a:cubicBezTo>
                    <a:pt x="16" y="67"/>
                    <a:pt x="16" y="67"/>
                    <a:pt x="16" y="67"/>
                  </a:cubicBezTo>
                  <a:cubicBezTo>
                    <a:pt x="16" y="67"/>
                    <a:pt x="16" y="67"/>
                    <a:pt x="16" y="68"/>
                  </a:cubicBezTo>
                  <a:cubicBezTo>
                    <a:pt x="16" y="68"/>
                    <a:pt x="17" y="68"/>
                    <a:pt x="17" y="69"/>
                  </a:cubicBezTo>
                  <a:cubicBezTo>
                    <a:pt x="17" y="69"/>
                    <a:pt x="16" y="69"/>
                    <a:pt x="16" y="70"/>
                  </a:cubicBezTo>
                  <a:cubicBezTo>
                    <a:pt x="16" y="70"/>
                    <a:pt x="16" y="70"/>
                    <a:pt x="16" y="70"/>
                  </a:cubicBezTo>
                  <a:cubicBezTo>
                    <a:pt x="9" y="70"/>
                    <a:pt x="9" y="70"/>
                    <a:pt x="9" y="70"/>
                  </a:cubicBezTo>
                  <a:cubicBezTo>
                    <a:pt x="4" y="70"/>
                    <a:pt x="0" y="79"/>
                    <a:pt x="0" y="85"/>
                  </a:cubicBezTo>
                  <a:cubicBezTo>
                    <a:pt x="0" y="91"/>
                    <a:pt x="4" y="92"/>
                    <a:pt x="9" y="92"/>
                  </a:cubicBezTo>
                  <a:cubicBezTo>
                    <a:pt x="85" y="92"/>
                    <a:pt x="85" y="92"/>
                    <a:pt x="85" y="92"/>
                  </a:cubicBezTo>
                  <a:cubicBezTo>
                    <a:pt x="90" y="92"/>
                    <a:pt x="94" y="91"/>
                    <a:pt x="94" y="85"/>
                  </a:cubicBezTo>
                  <a:cubicBezTo>
                    <a:pt x="94" y="79"/>
                    <a:pt x="90" y="70"/>
                    <a:pt x="85" y="70"/>
                  </a:cubicBezTo>
                  <a:close/>
                  <a:moveTo>
                    <a:pt x="14" y="62"/>
                  </a:moveTo>
                  <a:cubicBezTo>
                    <a:pt x="10" y="62"/>
                    <a:pt x="7" y="59"/>
                    <a:pt x="7" y="55"/>
                  </a:cubicBezTo>
                  <a:cubicBezTo>
                    <a:pt x="9" y="10"/>
                    <a:pt x="9" y="10"/>
                    <a:pt x="9" y="10"/>
                  </a:cubicBezTo>
                  <a:cubicBezTo>
                    <a:pt x="10" y="7"/>
                    <a:pt x="13" y="4"/>
                    <a:pt x="16" y="4"/>
                  </a:cubicBezTo>
                  <a:cubicBezTo>
                    <a:pt x="78" y="4"/>
                    <a:pt x="78" y="4"/>
                    <a:pt x="78" y="4"/>
                  </a:cubicBezTo>
                  <a:cubicBezTo>
                    <a:pt x="81" y="4"/>
                    <a:pt x="84" y="7"/>
                    <a:pt x="84" y="10"/>
                  </a:cubicBezTo>
                  <a:cubicBezTo>
                    <a:pt x="86" y="55"/>
                    <a:pt x="86" y="55"/>
                    <a:pt x="86" y="55"/>
                  </a:cubicBezTo>
                  <a:cubicBezTo>
                    <a:pt x="87" y="59"/>
                    <a:pt x="84" y="62"/>
                    <a:pt x="80" y="62"/>
                  </a:cubicBezTo>
                  <a:lnTo>
                    <a:pt x="14" y="62"/>
                  </a:lnTo>
                  <a:close/>
                  <a:moveTo>
                    <a:pt x="69" y="69"/>
                  </a:moveTo>
                  <a:cubicBezTo>
                    <a:pt x="69" y="69"/>
                    <a:pt x="69" y="69"/>
                    <a:pt x="69" y="70"/>
                  </a:cubicBezTo>
                  <a:cubicBezTo>
                    <a:pt x="69" y="70"/>
                    <a:pt x="69" y="70"/>
                    <a:pt x="68" y="70"/>
                  </a:cubicBezTo>
                  <a:cubicBezTo>
                    <a:pt x="26" y="70"/>
                    <a:pt x="26" y="70"/>
                    <a:pt x="26" y="70"/>
                  </a:cubicBezTo>
                  <a:cubicBezTo>
                    <a:pt x="26" y="70"/>
                    <a:pt x="26" y="70"/>
                    <a:pt x="26" y="70"/>
                  </a:cubicBezTo>
                  <a:cubicBezTo>
                    <a:pt x="26" y="69"/>
                    <a:pt x="25" y="69"/>
                    <a:pt x="25" y="69"/>
                  </a:cubicBezTo>
                  <a:cubicBezTo>
                    <a:pt x="25" y="68"/>
                    <a:pt x="26" y="68"/>
                    <a:pt x="26" y="67"/>
                  </a:cubicBezTo>
                  <a:cubicBezTo>
                    <a:pt x="26" y="67"/>
                    <a:pt x="26" y="67"/>
                    <a:pt x="26" y="67"/>
                  </a:cubicBezTo>
                  <a:cubicBezTo>
                    <a:pt x="33" y="67"/>
                    <a:pt x="33" y="67"/>
                    <a:pt x="33" y="67"/>
                  </a:cubicBezTo>
                  <a:cubicBezTo>
                    <a:pt x="56" y="67"/>
                    <a:pt x="56" y="67"/>
                    <a:pt x="56" y="67"/>
                  </a:cubicBezTo>
                  <a:cubicBezTo>
                    <a:pt x="68" y="67"/>
                    <a:pt x="68" y="67"/>
                    <a:pt x="68" y="67"/>
                  </a:cubicBezTo>
                  <a:cubicBezTo>
                    <a:pt x="68" y="67"/>
                    <a:pt x="69" y="67"/>
                    <a:pt x="69" y="67"/>
                  </a:cubicBezTo>
                  <a:cubicBezTo>
                    <a:pt x="69" y="67"/>
                    <a:pt x="69" y="67"/>
                    <a:pt x="69" y="68"/>
                  </a:cubicBezTo>
                  <a:cubicBezTo>
                    <a:pt x="69" y="68"/>
                    <a:pt x="69" y="68"/>
                    <a:pt x="69" y="69"/>
                  </a:cubicBezTo>
                  <a:close/>
                  <a:moveTo>
                    <a:pt x="53" y="89"/>
                  </a:moveTo>
                  <a:cubicBezTo>
                    <a:pt x="49" y="89"/>
                    <a:pt x="49" y="89"/>
                    <a:pt x="49" y="89"/>
                  </a:cubicBezTo>
                  <a:cubicBezTo>
                    <a:pt x="48" y="89"/>
                    <a:pt x="47" y="89"/>
                    <a:pt x="47" y="90"/>
                  </a:cubicBezTo>
                  <a:cubicBezTo>
                    <a:pt x="47" y="90"/>
                    <a:pt x="48" y="91"/>
                    <a:pt x="48" y="91"/>
                  </a:cubicBezTo>
                  <a:cubicBezTo>
                    <a:pt x="46" y="91"/>
                    <a:pt x="46" y="91"/>
                    <a:pt x="46" y="91"/>
                  </a:cubicBezTo>
                  <a:cubicBezTo>
                    <a:pt x="46" y="91"/>
                    <a:pt x="46" y="90"/>
                    <a:pt x="46" y="90"/>
                  </a:cubicBezTo>
                  <a:cubicBezTo>
                    <a:pt x="46" y="89"/>
                    <a:pt x="46" y="89"/>
                    <a:pt x="45" y="89"/>
                  </a:cubicBezTo>
                  <a:cubicBezTo>
                    <a:pt x="41" y="89"/>
                    <a:pt x="41" y="89"/>
                    <a:pt x="41" y="89"/>
                  </a:cubicBezTo>
                  <a:cubicBezTo>
                    <a:pt x="41" y="89"/>
                    <a:pt x="41" y="88"/>
                    <a:pt x="41" y="87"/>
                  </a:cubicBezTo>
                  <a:cubicBezTo>
                    <a:pt x="41" y="84"/>
                    <a:pt x="42" y="84"/>
                    <a:pt x="44" y="84"/>
                  </a:cubicBezTo>
                  <a:cubicBezTo>
                    <a:pt x="50" y="84"/>
                    <a:pt x="50" y="84"/>
                    <a:pt x="50" y="84"/>
                  </a:cubicBezTo>
                  <a:cubicBezTo>
                    <a:pt x="52" y="84"/>
                    <a:pt x="53" y="84"/>
                    <a:pt x="53" y="87"/>
                  </a:cubicBezTo>
                  <a:cubicBezTo>
                    <a:pt x="53" y="88"/>
                    <a:pt x="53" y="89"/>
                    <a:pt x="53" y="89"/>
                  </a:cubicBezTo>
                  <a:close/>
                  <a:moveTo>
                    <a:pt x="88" y="79"/>
                  </a:moveTo>
                  <a:cubicBezTo>
                    <a:pt x="88" y="81"/>
                    <a:pt x="86" y="83"/>
                    <a:pt x="84" y="83"/>
                  </a:cubicBezTo>
                  <a:cubicBezTo>
                    <a:pt x="10" y="83"/>
                    <a:pt x="10" y="83"/>
                    <a:pt x="10" y="83"/>
                  </a:cubicBezTo>
                  <a:cubicBezTo>
                    <a:pt x="8" y="83"/>
                    <a:pt x="6" y="81"/>
                    <a:pt x="5" y="79"/>
                  </a:cubicBezTo>
                  <a:cubicBezTo>
                    <a:pt x="5" y="77"/>
                    <a:pt x="7" y="73"/>
                    <a:pt x="9" y="73"/>
                  </a:cubicBezTo>
                  <a:cubicBezTo>
                    <a:pt x="85" y="73"/>
                    <a:pt x="85" y="73"/>
                    <a:pt x="85" y="73"/>
                  </a:cubicBezTo>
                  <a:cubicBezTo>
                    <a:pt x="87" y="73"/>
                    <a:pt x="89" y="77"/>
                    <a:pt x="88"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grpSp>
      <p:sp>
        <p:nvSpPr>
          <p:cNvPr id="39" name="Freeform 810"/>
          <p:cNvSpPr>
            <a:spLocks noEditPoints="1"/>
          </p:cNvSpPr>
          <p:nvPr/>
        </p:nvSpPr>
        <p:spPr bwMode="auto">
          <a:xfrm>
            <a:off x="8317287" y="3180932"/>
            <a:ext cx="688106" cy="513987"/>
          </a:xfrm>
          <a:custGeom>
            <a:avLst/>
            <a:gdLst>
              <a:gd name="T0" fmla="*/ 160 w 174"/>
              <a:gd name="T1" fmla="*/ 97 h 130"/>
              <a:gd name="T2" fmla="*/ 14 w 174"/>
              <a:gd name="T3" fmla="*/ 97 h 130"/>
              <a:gd name="T4" fmla="*/ 3 w 174"/>
              <a:gd name="T5" fmla="*/ 118 h 130"/>
              <a:gd name="T6" fmla="*/ 171 w 174"/>
              <a:gd name="T7" fmla="*/ 118 h 130"/>
              <a:gd name="T8" fmla="*/ 160 w 174"/>
              <a:gd name="T9" fmla="*/ 97 h 130"/>
              <a:gd name="T10" fmla="*/ 69 w 174"/>
              <a:gd name="T11" fmla="*/ 113 h 130"/>
              <a:gd name="T12" fmla="*/ 73 w 174"/>
              <a:gd name="T13" fmla="*/ 105 h 130"/>
              <a:gd name="T14" fmla="*/ 101 w 174"/>
              <a:gd name="T15" fmla="*/ 105 h 130"/>
              <a:gd name="T16" fmla="*/ 105 w 174"/>
              <a:gd name="T17" fmla="*/ 113 h 130"/>
              <a:gd name="T18" fmla="*/ 69 w 174"/>
              <a:gd name="T19" fmla="*/ 113 h 130"/>
              <a:gd name="T20" fmla="*/ 157 w 174"/>
              <a:gd name="T21" fmla="*/ 92 h 130"/>
              <a:gd name="T22" fmla="*/ 157 w 174"/>
              <a:gd name="T23" fmla="*/ 92 h 130"/>
              <a:gd name="T24" fmla="*/ 157 w 174"/>
              <a:gd name="T25" fmla="*/ 91 h 130"/>
              <a:gd name="T26" fmla="*/ 157 w 174"/>
              <a:gd name="T27" fmla="*/ 4 h 130"/>
              <a:gd name="T28" fmla="*/ 153 w 174"/>
              <a:gd name="T29" fmla="*/ 0 h 130"/>
              <a:gd name="T30" fmla="*/ 21 w 174"/>
              <a:gd name="T31" fmla="*/ 0 h 130"/>
              <a:gd name="T32" fmla="*/ 17 w 174"/>
              <a:gd name="T33" fmla="*/ 4 h 130"/>
              <a:gd name="T34" fmla="*/ 17 w 174"/>
              <a:gd name="T35" fmla="*/ 91 h 130"/>
              <a:gd name="T36" fmla="*/ 17 w 174"/>
              <a:gd name="T37" fmla="*/ 92 h 130"/>
              <a:gd name="T38" fmla="*/ 17 w 174"/>
              <a:gd name="T39" fmla="*/ 92 h 130"/>
              <a:gd name="T40" fmla="*/ 16 w 174"/>
              <a:gd name="T41" fmla="*/ 92 h 130"/>
              <a:gd name="T42" fmla="*/ 158 w 174"/>
              <a:gd name="T43" fmla="*/ 92 h 130"/>
              <a:gd name="T44" fmla="*/ 157 w 174"/>
              <a:gd name="T45" fmla="*/ 92 h 130"/>
              <a:gd name="T46" fmla="*/ 147 w 174"/>
              <a:gd name="T47" fmla="*/ 85 h 130"/>
              <a:gd name="T48" fmla="*/ 27 w 174"/>
              <a:gd name="T49" fmla="*/ 85 h 130"/>
              <a:gd name="T50" fmla="*/ 27 w 174"/>
              <a:gd name="T51" fmla="*/ 10 h 130"/>
              <a:gd name="T52" fmla="*/ 147 w 174"/>
              <a:gd name="T53" fmla="*/ 10 h 130"/>
              <a:gd name="T54" fmla="*/ 147 w 174"/>
              <a:gd name="T55" fmla="*/ 85 h 130"/>
              <a:gd name="T56" fmla="*/ 173 w 174"/>
              <a:gd name="T57" fmla="*/ 123 h 130"/>
              <a:gd name="T58" fmla="*/ 1 w 174"/>
              <a:gd name="T59" fmla="*/ 123 h 130"/>
              <a:gd name="T60" fmla="*/ 0 w 174"/>
              <a:gd name="T61" fmla="*/ 124 h 130"/>
              <a:gd name="T62" fmla="*/ 4 w 174"/>
              <a:gd name="T63" fmla="*/ 130 h 130"/>
              <a:gd name="T64" fmla="*/ 170 w 174"/>
              <a:gd name="T65" fmla="*/ 130 h 130"/>
              <a:gd name="T66" fmla="*/ 174 w 174"/>
              <a:gd name="T67" fmla="*/ 124 h 130"/>
              <a:gd name="T68" fmla="*/ 173 w 174"/>
              <a:gd name="T69"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4" h="130">
                <a:moveTo>
                  <a:pt x="160" y="97"/>
                </a:moveTo>
                <a:cubicBezTo>
                  <a:pt x="14" y="97"/>
                  <a:pt x="14" y="97"/>
                  <a:pt x="14" y="97"/>
                </a:cubicBezTo>
                <a:cubicBezTo>
                  <a:pt x="3" y="118"/>
                  <a:pt x="3" y="118"/>
                  <a:pt x="3" y="118"/>
                </a:cubicBezTo>
                <a:cubicBezTo>
                  <a:pt x="171" y="118"/>
                  <a:pt x="171" y="118"/>
                  <a:pt x="171" y="118"/>
                </a:cubicBezTo>
                <a:lnTo>
                  <a:pt x="160" y="97"/>
                </a:lnTo>
                <a:close/>
                <a:moveTo>
                  <a:pt x="69" y="113"/>
                </a:moveTo>
                <a:cubicBezTo>
                  <a:pt x="73" y="105"/>
                  <a:pt x="73" y="105"/>
                  <a:pt x="73" y="105"/>
                </a:cubicBezTo>
                <a:cubicBezTo>
                  <a:pt x="101" y="105"/>
                  <a:pt x="101" y="105"/>
                  <a:pt x="101" y="105"/>
                </a:cubicBezTo>
                <a:cubicBezTo>
                  <a:pt x="105" y="113"/>
                  <a:pt x="105" y="113"/>
                  <a:pt x="105" y="113"/>
                </a:cubicBezTo>
                <a:lnTo>
                  <a:pt x="69" y="113"/>
                </a:lnTo>
                <a:close/>
                <a:moveTo>
                  <a:pt x="157" y="92"/>
                </a:moveTo>
                <a:cubicBezTo>
                  <a:pt x="157" y="92"/>
                  <a:pt x="157" y="92"/>
                  <a:pt x="157" y="92"/>
                </a:cubicBezTo>
                <a:cubicBezTo>
                  <a:pt x="157" y="92"/>
                  <a:pt x="157" y="92"/>
                  <a:pt x="157" y="91"/>
                </a:cubicBezTo>
                <a:cubicBezTo>
                  <a:pt x="157" y="4"/>
                  <a:pt x="157" y="4"/>
                  <a:pt x="157" y="4"/>
                </a:cubicBezTo>
                <a:cubicBezTo>
                  <a:pt x="157" y="2"/>
                  <a:pt x="156" y="0"/>
                  <a:pt x="153" y="0"/>
                </a:cubicBezTo>
                <a:cubicBezTo>
                  <a:pt x="21" y="0"/>
                  <a:pt x="21" y="0"/>
                  <a:pt x="21" y="0"/>
                </a:cubicBezTo>
                <a:cubicBezTo>
                  <a:pt x="18" y="0"/>
                  <a:pt x="17" y="2"/>
                  <a:pt x="17" y="4"/>
                </a:cubicBezTo>
                <a:cubicBezTo>
                  <a:pt x="17" y="91"/>
                  <a:pt x="17" y="91"/>
                  <a:pt x="17" y="91"/>
                </a:cubicBezTo>
                <a:cubicBezTo>
                  <a:pt x="17" y="92"/>
                  <a:pt x="17" y="92"/>
                  <a:pt x="17" y="92"/>
                </a:cubicBezTo>
                <a:cubicBezTo>
                  <a:pt x="17" y="92"/>
                  <a:pt x="17" y="92"/>
                  <a:pt x="17" y="92"/>
                </a:cubicBezTo>
                <a:cubicBezTo>
                  <a:pt x="16" y="92"/>
                  <a:pt x="16" y="92"/>
                  <a:pt x="16" y="92"/>
                </a:cubicBezTo>
                <a:cubicBezTo>
                  <a:pt x="158" y="92"/>
                  <a:pt x="158" y="92"/>
                  <a:pt x="158" y="92"/>
                </a:cubicBezTo>
                <a:lnTo>
                  <a:pt x="157" y="92"/>
                </a:lnTo>
                <a:close/>
                <a:moveTo>
                  <a:pt x="147" y="85"/>
                </a:moveTo>
                <a:cubicBezTo>
                  <a:pt x="27" y="85"/>
                  <a:pt x="27" y="85"/>
                  <a:pt x="27" y="85"/>
                </a:cubicBezTo>
                <a:cubicBezTo>
                  <a:pt x="27" y="10"/>
                  <a:pt x="27" y="10"/>
                  <a:pt x="27" y="10"/>
                </a:cubicBezTo>
                <a:cubicBezTo>
                  <a:pt x="147" y="10"/>
                  <a:pt x="147" y="10"/>
                  <a:pt x="147" y="10"/>
                </a:cubicBezTo>
                <a:lnTo>
                  <a:pt x="147" y="85"/>
                </a:lnTo>
                <a:close/>
                <a:moveTo>
                  <a:pt x="173" y="123"/>
                </a:moveTo>
                <a:cubicBezTo>
                  <a:pt x="1" y="123"/>
                  <a:pt x="1" y="123"/>
                  <a:pt x="1" y="123"/>
                </a:cubicBezTo>
                <a:cubicBezTo>
                  <a:pt x="0" y="124"/>
                  <a:pt x="0" y="124"/>
                  <a:pt x="0" y="124"/>
                </a:cubicBezTo>
                <a:cubicBezTo>
                  <a:pt x="0" y="126"/>
                  <a:pt x="2" y="130"/>
                  <a:pt x="4" y="130"/>
                </a:cubicBezTo>
                <a:cubicBezTo>
                  <a:pt x="170" y="130"/>
                  <a:pt x="170" y="130"/>
                  <a:pt x="170" y="130"/>
                </a:cubicBezTo>
                <a:cubicBezTo>
                  <a:pt x="172" y="130"/>
                  <a:pt x="174" y="126"/>
                  <a:pt x="174" y="124"/>
                </a:cubicBezTo>
                <a:lnTo>
                  <a:pt x="173" y="123"/>
                </a:lnTo>
                <a:close/>
              </a:path>
            </a:pathLst>
          </a:custGeom>
          <a:solidFill>
            <a:srgbClr val="95C53E"/>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40" name="矩形 39"/>
          <p:cNvSpPr/>
          <p:nvPr/>
        </p:nvSpPr>
        <p:spPr>
          <a:xfrm>
            <a:off x="9561721" y="2911969"/>
            <a:ext cx="2574949" cy="1055215"/>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bg2">
                    <a:lumMod val="25000"/>
                  </a:schemeClr>
                </a:solidFill>
              </a:rPr>
              <a:t>在此添加关键字</a:t>
            </a:r>
          </a:p>
          <a:p>
            <a:pPr>
              <a:lnSpc>
                <a:spcPct val="150000"/>
              </a:lnSpc>
            </a:pPr>
            <a:r>
              <a:rPr lang="en-US" altLang="zh-CN" sz="1266" dirty="0">
                <a:solidFill>
                  <a:schemeClr val="bg2">
                    <a:lumMod val="25000"/>
                  </a:schemeClr>
                </a:solidFill>
              </a:rPr>
              <a:t>Lorem ipsum dolor sit amet, consectetuer </a:t>
            </a:r>
            <a:r>
              <a:rPr lang="en-US" altLang="zh-CN" sz="1266" dirty="0" err="1">
                <a:solidFill>
                  <a:schemeClr val="bg2">
                    <a:lumMod val="25000"/>
                  </a:schemeClr>
                </a:solidFill>
              </a:rPr>
              <a:t>adipiscing</a:t>
            </a:r>
            <a:r>
              <a:rPr lang="en-US" altLang="zh-CN" sz="1266" dirty="0">
                <a:solidFill>
                  <a:schemeClr val="bg2">
                    <a:lumMod val="25000"/>
                  </a:schemeClr>
                </a:solidFill>
              </a:rPr>
              <a:t> </a:t>
            </a:r>
            <a:r>
              <a:rPr lang="en-US" altLang="zh-CN" sz="1266" dirty="0" err="1">
                <a:solidFill>
                  <a:schemeClr val="bg2">
                    <a:lumMod val="25000"/>
                  </a:schemeClr>
                </a:solidFill>
              </a:rPr>
              <a:t>elit</a:t>
            </a:r>
            <a:r>
              <a:rPr lang="en-US" altLang="zh-CN" sz="1266" dirty="0">
                <a:solidFill>
                  <a:schemeClr val="bg2">
                    <a:lumMod val="25000"/>
                  </a:schemeClr>
                </a:solidFill>
              </a:rPr>
              <a:t>.</a:t>
            </a:r>
          </a:p>
        </p:txBody>
      </p:sp>
    </p:spTree>
    <p:extLst>
      <p:ext uri="{BB962C8B-B14F-4D97-AF65-F5344CB8AC3E}">
        <p14:creationId xmlns:p14="http://schemas.microsoft.com/office/powerpoint/2010/main" val="327847988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圆角矩形 46"/>
          <p:cNvSpPr/>
          <p:nvPr/>
        </p:nvSpPr>
        <p:spPr bwMode="auto">
          <a:xfrm>
            <a:off x="4894714" y="1888228"/>
            <a:ext cx="3015701" cy="1615285"/>
          </a:xfrm>
          <a:prstGeom prst="roundRect">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8900000" scaled="0"/>
              <a:tileRect/>
            </a:gradFill>
          </a:ln>
          <a:effectLst>
            <a:outerShdw blurRad="203200" dist="88900" dir="8100000" sx="102000" sy="102000" algn="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chemeClr val="tx1">
                  <a:lumMod val="65000"/>
                  <a:lumOff val="35000"/>
                </a:schemeClr>
              </a:solidFill>
            </a:endParaRPr>
          </a:p>
        </p:txBody>
      </p:sp>
      <p:sp>
        <p:nvSpPr>
          <p:cNvPr id="69" name="圆角矩形 68"/>
          <p:cNvSpPr/>
          <p:nvPr/>
        </p:nvSpPr>
        <p:spPr bwMode="auto">
          <a:xfrm>
            <a:off x="4894714" y="3862471"/>
            <a:ext cx="3015701" cy="1615285"/>
          </a:xfrm>
          <a:prstGeom prst="roundRect">
            <a:avLst/>
          </a:prstGeom>
          <a:gradFill flip="none" rotWithShape="1">
            <a:gsLst>
              <a:gs pos="0">
                <a:srgbClr val="F0F0F0"/>
              </a:gs>
              <a:gs pos="100000">
                <a:srgbClr val="F1F1F1"/>
              </a:gs>
            </a:gsLst>
            <a:lin ang="2700000" scaled="1"/>
            <a:tileRect/>
          </a:gradFill>
          <a:ln w="38100">
            <a:gradFill flip="none" rotWithShape="1">
              <a:gsLst>
                <a:gs pos="100000">
                  <a:srgbClr val="FFFFFF"/>
                </a:gs>
                <a:gs pos="0">
                  <a:srgbClr val="CECED0"/>
                </a:gs>
              </a:gsLst>
              <a:lin ang="18900000" scaled="0"/>
              <a:tileRect/>
            </a:gradFill>
          </a:ln>
          <a:effectLst>
            <a:outerShdw blurRad="203200" dist="88900" dir="8100000" sx="102000" sy="102000" algn="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chemeClr val="tx1">
                  <a:lumMod val="65000"/>
                  <a:lumOff val="35000"/>
                </a:schemeClr>
              </a:solidFill>
            </a:endParaRPr>
          </a:p>
        </p:txBody>
      </p:sp>
      <p:grpSp>
        <p:nvGrpSpPr>
          <p:cNvPr id="44" name="组合 43"/>
          <p:cNvGrpSpPr/>
          <p:nvPr/>
        </p:nvGrpSpPr>
        <p:grpSpPr>
          <a:xfrm>
            <a:off x="2272773" y="2116023"/>
            <a:ext cx="2914875" cy="1194215"/>
            <a:chOff x="4304043" y="1286668"/>
            <a:chExt cx="3837944" cy="2757793"/>
          </a:xfrm>
          <a:solidFill>
            <a:srgbClr val="108136"/>
          </a:solidFill>
          <a:effectLst>
            <a:outerShdw blurRad="381000" dist="254000" dir="8100000" algn="tr" rotWithShape="0">
              <a:prstClr val="black">
                <a:alpha val="40000"/>
              </a:prstClr>
            </a:outerShdw>
          </a:effectLst>
        </p:grpSpPr>
        <p:sp>
          <p:nvSpPr>
            <p:cNvPr id="45" name="圆角矩形 44"/>
            <p:cNvSpPr/>
            <p:nvPr/>
          </p:nvSpPr>
          <p:spPr>
            <a:xfrm>
              <a:off x="4304043" y="1286668"/>
              <a:ext cx="3837944" cy="2757793"/>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46" name="圆角矩形 45"/>
            <p:cNvSpPr/>
            <p:nvPr/>
          </p:nvSpPr>
          <p:spPr>
            <a:xfrm>
              <a:off x="4351931" y="1367703"/>
              <a:ext cx="3742172" cy="259572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48" name="组合 47"/>
          <p:cNvGrpSpPr/>
          <p:nvPr/>
        </p:nvGrpSpPr>
        <p:grpSpPr>
          <a:xfrm>
            <a:off x="2272773" y="4110970"/>
            <a:ext cx="2914875" cy="1194215"/>
            <a:chOff x="4304043" y="1286668"/>
            <a:chExt cx="3837944" cy="2757793"/>
          </a:xfrm>
          <a:solidFill>
            <a:srgbClr val="108136"/>
          </a:solidFill>
          <a:effectLst>
            <a:outerShdw blurRad="381000" dist="254000" dir="8100000" algn="tr" rotWithShape="0">
              <a:prstClr val="black">
                <a:alpha val="40000"/>
              </a:prstClr>
            </a:outerShdw>
          </a:effectLst>
        </p:grpSpPr>
        <p:sp>
          <p:nvSpPr>
            <p:cNvPr id="49" name="圆角矩形 48"/>
            <p:cNvSpPr/>
            <p:nvPr/>
          </p:nvSpPr>
          <p:spPr>
            <a:xfrm>
              <a:off x="4304043" y="1286668"/>
              <a:ext cx="3837944" cy="2757793"/>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50" name="圆角矩形 49"/>
            <p:cNvSpPr/>
            <p:nvPr/>
          </p:nvSpPr>
          <p:spPr>
            <a:xfrm>
              <a:off x="4351931" y="1367703"/>
              <a:ext cx="3742172" cy="259572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57" name="组合 56"/>
          <p:cNvGrpSpPr/>
          <p:nvPr/>
        </p:nvGrpSpPr>
        <p:grpSpPr>
          <a:xfrm>
            <a:off x="1209719" y="1998682"/>
            <a:ext cx="3386625" cy="1387488"/>
            <a:chOff x="4304043" y="1286668"/>
            <a:chExt cx="3837944" cy="2757793"/>
          </a:xfrm>
          <a:effectLst>
            <a:outerShdw blurRad="381000" dist="254000" dir="8100000" algn="tr" rotWithShape="0">
              <a:prstClr val="black">
                <a:alpha val="40000"/>
              </a:prstClr>
            </a:outerShdw>
          </a:effectLst>
        </p:grpSpPr>
        <p:sp>
          <p:nvSpPr>
            <p:cNvPr id="58" name="圆角矩形 57"/>
            <p:cNvSpPr/>
            <p:nvPr/>
          </p:nvSpPr>
          <p:spPr>
            <a:xfrm>
              <a:off x="4304043" y="1286668"/>
              <a:ext cx="3837944" cy="2757793"/>
            </a:xfrm>
            <a:prstGeom prst="roundRect">
              <a:avLst/>
            </a:prstGeom>
            <a:gradFill>
              <a:gsLst>
                <a:gs pos="62000">
                  <a:schemeClr val="bg1">
                    <a:lumMod val="95000"/>
                  </a:schemeClr>
                </a:gs>
                <a:gs pos="0">
                  <a:schemeClr val="bg1"/>
                </a:gs>
                <a:gs pos="100000">
                  <a:schemeClr val="bg1">
                    <a:lumMod val="85000"/>
                  </a:schemeClr>
                </a:gs>
                <a:gs pos="0">
                  <a:schemeClr val="bg1"/>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59" name="圆角矩形 58"/>
            <p:cNvSpPr/>
            <p:nvPr/>
          </p:nvSpPr>
          <p:spPr>
            <a:xfrm>
              <a:off x="4351931" y="1367703"/>
              <a:ext cx="3742172" cy="2595722"/>
            </a:xfrm>
            <a:prstGeom prst="roundRect">
              <a:avLst/>
            </a:prstGeom>
            <a:gradFill>
              <a:gsLst>
                <a:gs pos="42000">
                  <a:srgbClr val="F0F0F0"/>
                </a:gs>
                <a:gs pos="0">
                  <a:schemeClr val="bg1"/>
                </a:gs>
                <a:gs pos="100000">
                  <a:schemeClr val="bg1">
                    <a:lumMod val="85000"/>
                  </a:schemeClr>
                </a:gs>
                <a:gs pos="0">
                  <a:schemeClr val="bg1"/>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60" name="组合 59"/>
          <p:cNvGrpSpPr/>
          <p:nvPr/>
        </p:nvGrpSpPr>
        <p:grpSpPr>
          <a:xfrm>
            <a:off x="1173352" y="3993631"/>
            <a:ext cx="3386625" cy="1387488"/>
            <a:chOff x="4304043" y="1286668"/>
            <a:chExt cx="3837944" cy="2757793"/>
          </a:xfrm>
          <a:effectLst>
            <a:outerShdw blurRad="381000" dist="254000" dir="8100000" algn="tr" rotWithShape="0">
              <a:prstClr val="black">
                <a:alpha val="40000"/>
              </a:prstClr>
            </a:outerShdw>
          </a:effectLst>
        </p:grpSpPr>
        <p:sp>
          <p:nvSpPr>
            <p:cNvPr id="61" name="圆角矩形 60"/>
            <p:cNvSpPr/>
            <p:nvPr/>
          </p:nvSpPr>
          <p:spPr>
            <a:xfrm>
              <a:off x="4304043" y="1286668"/>
              <a:ext cx="3837944" cy="2757793"/>
            </a:xfrm>
            <a:prstGeom prst="roundRect">
              <a:avLst/>
            </a:prstGeom>
            <a:gradFill>
              <a:gsLst>
                <a:gs pos="62000">
                  <a:schemeClr val="bg1">
                    <a:lumMod val="95000"/>
                  </a:schemeClr>
                </a:gs>
                <a:gs pos="0">
                  <a:schemeClr val="bg1"/>
                </a:gs>
                <a:gs pos="100000">
                  <a:schemeClr val="bg1">
                    <a:lumMod val="85000"/>
                  </a:schemeClr>
                </a:gs>
                <a:gs pos="0">
                  <a:schemeClr val="bg1"/>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62" name="圆角矩形 61"/>
            <p:cNvSpPr/>
            <p:nvPr/>
          </p:nvSpPr>
          <p:spPr>
            <a:xfrm>
              <a:off x="4351931" y="1367703"/>
              <a:ext cx="3742172" cy="2595722"/>
            </a:xfrm>
            <a:prstGeom prst="roundRect">
              <a:avLst/>
            </a:prstGeom>
            <a:gradFill>
              <a:gsLst>
                <a:gs pos="42000">
                  <a:srgbClr val="F0F0F0"/>
                </a:gs>
                <a:gs pos="0">
                  <a:schemeClr val="bg1"/>
                </a:gs>
                <a:gs pos="100000">
                  <a:schemeClr val="bg1">
                    <a:lumMod val="85000"/>
                  </a:schemeClr>
                </a:gs>
                <a:gs pos="0">
                  <a:schemeClr val="bg1"/>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51" name="组合 50"/>
          <p:cNvGrpSpPr/>
          <p:nvPr/>
        </p:nvGrpSpPr>
        <p:grpSpPr>
          <a:xfrm>
            <a:off x="7663974" y="2083962"/>
            <a:ext cx="2914875" cy="1194215"/>
            <a:chOff x="4304043" y="1286668"/>
            <a:chExt cx="3837944" cy="2757793"/>
          </a:xfrm>
          <a:solidFill>
            <a:srgbClr val="8CC94C"/>
          </a:solidFill>
          <a:effectLst>
            <a:outerShdw blurRad="381000" dist="254000" dir="8100000" algn="tr" rotWithShape="0">
              <a:prstClr val="black">
                <a:alpha val="40000"/>
              </a:prstClr>
            </a:outerShdw>
          </a:effectLst>
        </p:grpSpPr>
        <p:sp>
          <p:nvSpPr>
            <p:cNvPr id="52" name="圆角矩形 51"/>
            <p:cNvSpPr/>
            <p:nvPr/>
          </p:nvSpPr>
          <p:spPr>
            <a:xfrm>
              <a:off x="4304043" y="1286668"/>
              <a:ext cx="3837944" cy="2757793"/>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53" name="圆角矩形 52"/>
            <p:cNvSpPr/>
            <p:nvPr/>
          </p:nvSpPr>
          <p:spPr>
            <a:xfrm>
              <a:off x="4351931" y="1367703"/>
              <a:ext cx="3742172" cy="259572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54" name="组合 53"/>
          <p:cNvGrpSpPr/>
          <p:nvPr/>
        </p:nvGrpSpPr>
        <p:grpSpPr>
          <a:xfrm>
            <a:off x="7663974" y="4078909"/>
            <a:ext cx="2914875" cy="1194215"/>
            <a:chOff x="4304043" y="1286668"/>
            <a:chExt cx="3837944" cy="2757793"/>
          </a:xfrm>
          <a:solidFill>
            <a:srgbClr val="8CC94C"/>
          </a:solidFill>
          <a:effectLst>
            <a:outerShdw blurRad="381000" dist="254000" dir="8100000" algn="tr" rotWithShape="0">
              <a:prstClr val="black">
                <a:alpha val="40000"/>
              </a:prstClr>
            </a:outerShdw>
          </a:effectLst>
        </p:grpSpPr>
        <p:sp>
          <p:nvSpPr>
            <p:cNvPr id="55" name="圆角矩形 54"/>
            <p:cNvSpPr/>
            <p:nvPr/>
          </p:nvSpPr>
          <p:spPr>
            <a:xfrm>
              <a:off x="4304043" y="1286668"/>
              <a:ext cx="3837944" cy="2757793"/>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56" name="圆角矩形 55"/>
            <p:cNvSpPr/>
            <p:nvPr/>
          </p:nvSpPr>
          <p:spPr>
            <a:xfrm>
              <a:off x="4351931" y="1367703"/>
              <a:ext cx="3742172" cy="259572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70" name="组合 69"/>
          <p:cNvGrpSpPr/>
          <p:nvPr/>
        </p:nvGrpSpPr>
        <p:grpSpPr>
          <a:xfrm>
            <a:off x="8255276" y="1998682"/>
            <a:ext cx="3386625" cy="1387488"/>
            <a:chOff x="4304043" y="1286668"/>
            <a:chExt cx="3837944" cy="2757793"/>
          </a:xfrm>
          <a:effectLst>
            <a:outerShdw blurRad="381000" dist="254000" dir="8100000" algn="tr" rotWithShape="0">
              <a:prstClr val="black">
                <a:alpha val="40000"/>
              </a:prstClr>
            </a:outerShdw>
          </a:effectLst>
        </p:grpSpPr>
        <p:sp>
          <p:nvSpPr>
            <p:cNvPr id="71" name="圆角矩形 70"/>
            <p:cNvSpPr/>
            <p:nvPr/>
          </p:nvSpPr>
          <p:spPr>
            <a:xfrm>
              <a:off x="4304043" y="1286668"/>
              <a:ext cx="3837944" cy="2757793"/>
            </a:xfrm>
            <a:prstGeom prst="roundRect">
              <a:avLst/>
            </a:prstGeom>
            <a:gradFill>
              <a:gsLst>
                <a:gs pos="62000">
                  <a:schemeClr val="bg1">
                    <a:lumMod val="95000"/>
                  </a:schemeClr>
                </a:gs>
                <a:gs pos="0">
                  <a:schemeClr val="bg1"/>
                </a:gs>
                <a:gs pos="100000">
                  <a:schemeClr val="bg1">
                    <a:lumMod val="85000"/>
                  </a:schemeClr>
                </a:gs>
                <a:gs pos="0">
                  <a:schemeClr val="bg1"/>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72" name="圆角矩形 71"/>
            <p:cNvSpPr/>
            <p:nvPr/>
          </p:nvSpPr>
          <p:spPr>
            <a:xfrm>
              <a:off x="4351931" y="1367703"/>
              <a:ext cx="3742172" cy="2595722"/>
            </a:xfrm>
            <a:prstGeom prst="roundRect">
              <a:avLst/>
            </a:prstGeom>
            <a:gradFill>
              <a:gsLst>
                <a:gs pos="42000">
                  <a:srgbClr val="F0F0F0"/>
                </a:gs>
                <a:gs pos="0">
                  <a:schemeClr val="bg1"/>
                </a:gs>
                <a:gs pos="100000">
                  <a:schemeClr val="bg1">
                    <a:lumMod val="85000"/>
                  </a:schemeClr>
                </a:gs>
                <a:gs pos="0">
                  <a:schemeClr val="bg1"/>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grpSp>
        <p:nvGrpSpPr>
          <p:cNvPr id="73" name="组合 72"/>
          <p:cNvGrpSpPr/>
          <p:nvPr/>
        </p:nvGrpSpPr>
        <p:grpSpPr>
          <a:xfrm>
            <a:off x="8218909" y="3993631"/>
            <a:ext cx="3386625" cy="1387488"/>
            <a:chOff x="4304043" y="1286668"/>
            <a:chExt cx="3837944" cy="2757793"/>
          </a:xfrm>
          <a:effectLst>
            <a:outerShdw blurRad="381000" dist="254000" dir="8100000" algn="tr" rotWithShape="0">
              <a:prstClr val="black">
                <a:alpha val="40000"/>
              </a:prstClr>
            </a:outerShdw>
          </a:effectLst>
        </p:grpSpPr>
        <p:sp>
          <p:nvSpPr>
            <p:cNvPr id="74" name="圆角矩形 73"/>
            <p:cNvSpPr/>
            <p:nvPr/>
          </p:nvSpPr>
          <p:spPr>
            <a:xfrm>
              <a:off x="4304043" y="1286668"/>
              <a:ext cx="3837944" cy="2757793"/>
            </a:xfrm>
            <a:prstGeom prst="roundRect">
              <a:avLst/>
            </a:prstGeom>
            <a:gradFill>
              <a:gsLst>
                <a:gs pos="62000">
                  <a:schemeClr val="bg1">
                    <a:lumMod val="95000"/>
                  </a:schemeClr>
                </a:gs>
                <a:gs pos="0">
                  <a:schemeClr val="bg1"/>
                </a:gs>
                <a:gs pos="100000">
                  <a:schemeClr val="bg1">
                    <a:lumMod val="85000"/>
                  </a:schemeClr>
                </a:gs>
                <a:gs pos="0">
                  <a:schemeClr val="bg1"/>
                </a:gs>
              </a:gsLst>
              <a:lin ang="81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75" name="圆角矩形 74"/>
            <p:cNvSpPr/>
            <p:nvPr/>
          </p:nvSpPr>
          <p:spPr>
            <a:xfrm>
              <a:off x="4351931" y="1367703"/>
              <a:ext cx="3742172" cy="2595722"/>
            </a:xfrm>
            <a:prstGeom prst="roundRect">
              <a:avLst/>
            </a:prstGeom>
            <a:gradFill>
              <a:gsLst>
                <a:gs pos="42000">
                  <a:srgbClr val="F0F0F0"/>
                </a:gs>
                <a:gs pos="0">
                  <a:schemeClr val="bg1"/>
                </a:gs>
                <a:gs pos="100000">
                  <a:schemeClr val="bg1">
                    <a:lumMod val="85000"/>
                  </a:schemeClr>
                </a:gs>
                <a:gs pos="0">
                  <a:schemeClr val="bg1"/>
                </a:gs>
              </a:gsLst>
              <a:lin ang="189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grpSp>
      <p:sp>
        <p:nvSpPr>
          <p:cNvPr id="78" name="TextBox 77"/>
          <p:cNvSpPr txBox="1"/>
          <p:nvPr/>
        </p:nvSpPr>
        <p:spPr>
          <a:xfrm>
            <a:off x="5422914" y="2419755"/>
            <a:ext cx="2604622" cy="528212"/>
          </a:xfrm>
          <a:prstGeom prst="rect">
            <a:avLst/>
          </a:prstGeom>
          <a:noFill/>
        </p:spPr>
        <p:txBody>
          <a:bodyPr wrap="square" lIns="96388" tIns="48192" rIns="96388" bIns="48192" rtlCol="0">
            <a:spAutoFit/>
          </a:bodyPr>
          <a:lstStyle/>
          <a:p>
            <a:pPr>
              <a:defRPr/>
            </a:pPr>
            <a:r>
              <a:rPr lang="en-US" altLang="zh-CN" sz="2800"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800" dirty="0">
              <a:solidFill>
                <a:schemeClr val="tx1">
                  <a:lumMod val="65000"/>
                  <a:lumOff val="35000"/>
                </a:schemeClr>
              </a:solidFill>
              <a:latin typeface="Franklin Gothic Book" panose="020B0503020102020204" pitchFamily="34" charset="0"/>
            </a:endParaRPr>
          </a:p>
        </p:txBody>
      </p:sp>
      <p:sp>
        <p:nvSpPr>
          <p:cNvPr id="79" name="TextBox 78"/>
          <p:cNvSpPr txBox="1"/>
          <p:nvPr/>
        </p:nvSpPr>
        <p:spPr>
          <a:xfrm>
            <a:off x="5422914" y="4378036"/>
            <a:ext cx="2604622" cy="528212"/>
          </a:xfrm>
          <a:prstGeom prst="rect">
            <a:avLst/>
          </a:prstGeom>
          <a:noFill/>
        </p:spPr>
        <p:txBody>
          <a:bodyPr wrap="square" lIns="96388" tIns="48192" rIns="96388" bIns="48192" rtlCol="0">
            <a:spAutoFit/>
          </a:bodyPr>
          <a:lstStyle/>
          <a:p>
            <a:pPr>
              <a:defRPr/>
            </a:pPr>
            <a:r>
              <a:rPr lang="en-US" altLang="zh-CN" sz="2800"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800" dirty="0">
              <a:solidFill>
                <a:schemeClr val="tx1">
                  <a:lumMod val="65000"/>
                  <a:lumOff val="35000"/>
                </a:schemeClr>
              </a:solidFill>
              <a:latin typeface="Franklin Gothic Book" panose="020B0503020102020204" pitchFamily="34" charset="0"/>
            </a:endParaRPr>
          </a:p>
        </p:txBody>
      </p:sp>
      <p:sp>
        <p:nvSpPr>
          <p:cNvPr id="80" name="TextBox 79"/>
          <p:cNvSpPr txBox="1"/>
          <p:nvPr/>
        </p:nvSpPr>
        <p:spPr>
          <a:xfrm>
            <a:off x="1694758" y="2322887"/>
            <a:ext cx="2619690" cy="727498"/>
          </a:xfrm>
          <a:prstGeom prst="rect">
            <a:avLst/>
          </a:prstGeom>
          <a:noFill/>
        </p:spPr>
        <p:txBody>
          <a:bodyPr wrap="square" lIns="96388" tIns="48192" rIns="96388" bIns="48192" rtlCol="0">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81" name="TextBox 80"/>
          <p:cNvSpPr txBox="1"/>
          <p:nvPr/>
        </p:nvSpPr>
        <p:spPr>
          <a:xfrm>
            <a:off x="8634692" y="2322887"/>
            <a:ext cx="2619690" cy="727498"/>
          </a:xfrm>
          <a:prstGeom prst="rect">
            <a:avLst/>
          </a:prstGeom>
          <a:noFill/>
        </p:spPr>
        <p:txBody>
          <a:bodyPr wrap="square" lIns="96388" tIns="48192" rIns="96388" bIns="48192"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82" name="TextBox 81"/>
          <p:cNvSpPr txBox="1"/>
          <p:nvPr/>
        </p:nvSpPr>
        <p:spPr>
          <a:xfrm>
            <a:off x="1694758" y="4329191"/>
            <a:ext cx="2619690" cy="727498"/>
          </a:xfrm>
          <a:prstGeom prst="rect">
            <a:avLst/>
          </a:prstGeom>
          <a:noFill/>
        </p:spPr>
        <p:txBody>
          <a:bodyPr wrap="square" lIns="96388" tIns="48192" rIns="96388" bIns="48192" rtlCol="0">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83" name="TextBox 82"/>
          <p:cNvSpPr txBox="1"/>
          <p:nvPr/>
        </p:nvSpPr>
        <p:spPr>
          <a:xfrm>
            <a:off x="8634692" y="4329191"/>
            <a:ext cx="2619690" cy="727498"/>
          </a:xfrm>
          <a:prstGeom prst="rect">
            <a:avLst/>
          </a:prstGeom>
          <a:noFill/>
        </p:spPr>
        <p:txBody>
          <a:bodyPr wrap="square" lIns="96388" tIns="48192" rIns="96388" bIns="48192"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7" name="任意多边形 36"/>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38" name="文本框 37"/>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39" name="文本框 38"/>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560626501"/>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ppt_x"/>
                                          </p:val>
                                        </p:tav>
                                        <p:tav tm="100000">
                                          <p:val>
                                            <p:strVal val="#ppt_x"/>
                                          </p:val>
                                        </p:tav>
                                      </p:tavLst>
                                    </p:anim>
                                    <p:anim calcmode="lin" valueType="num">
                                      <p:cBhvr additive="base">
                                        <p:cTn id="8" dur="500" fill="hold"/>
                                        <p:tgtEl>
                                          <p:spTgt spid="47"/>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31" presetClass="entr" presetSubtype="0" fill="hold" grpId="0" nodeType="afterEffect">
                                  <p:stCondLst>
                                    <p:cond delay="0"/>
                                  </p:stCondLst>
                                  <p:childTnLst>
                                    <p:set>
                                      <p:cBhvr>
                                        <p:cTn id="15" dur="1" fill="hold">
                                          <p:stCondLst>
                                            <p:cond delay="0"/>
                                          </p:stCondLst>
                                        </p:cTn>
                                        <p:tgtEl>
                                          <p:spTgt spid="78"/>
                                        </p:tgtEl>
                                        <p:attrNameLst>
                                          <p:attrName>style.visibility</p:attrName>
                                        </p:attrNameLst>
                                      </p:cBhvr>
                                      <p:to>
                                        <p:strVal val="visible"/>
                                      </p:to>
                                    </p:set>
                                    <p:anim calcmode="lin" valueType="num">
                                      <p:cBhvr>
                                        <p:cTn id="16" dur="1000" fill="hold"/>
                                        <p:tgtEl>
                                          <p:spTgt spid="78"/>
                                        </p:tgtEl>
                                        <p:attrNameLst>
                                          <p:attrName>ppt_w</p:attrName>
                                        </p:attrNameLst>
                                      </p:cBhvr>
                                      <p:tavLst>
                                        <p:tav tm="0">
                                          <p:val>
                                            <p:fltVal val="0"/>
                                          </p:val>
                                        </p:tav>
                                        <p:tav tm="100000">
                                          <p:val>
                                            <p:strVal val="#ppt_w"/>
                                          </p:val>
                                        </p:tav>
                                      </p:tavLst>
                                    </p:anim>
                                    <p:anim calcmode="lin" valueType="num">
                                      <p:cBhvr>
                                        <p:cTn id="17" dur="1000" fill="hold"/>
                                        <p:tgtEl>
                                          <p:spTgt spid="78"/>
                                        </p:tgtEl>
                                        <p:attrNameLst>
                                          <p:attrName>ppt_h</p:attrName>
                                        </p:attrNameLst>
                                      </p:cBhvr>
                                      <p:tavLst>
                                        <p:tav tm="0">
                                          <p:val>
                                            <p:fltVal val="0"/>
                                          </p:val>
                                        </p:tav>
                                        <p:tav tm="100000">
                                          <p:val>
                                            <p:strVal val="#ppt_h"/>
                                          </p:val>
                                        </p:tav>
                                      </p:tavLst>
                                    </p:anim>
                                    <p:anim calcmode="lin" valueType="num">
                                      <p:cBhvr>
                                        <p:cTn id="18" dur="1000" fill="hold"/>
                                        <p:tgtEl>
                                          <p:spTgt spid="78"/>
                                        </p:tgtEl>
                                        <p:attrNameLst>
                                          <p:attrName>style.rotation</p:attrName>
                                        </p:attrNameLst>
                                      </p:cBhvr>
                                      <p:tavLst>
                                        <p:tav tm="0">
                                          <p:val>
                                            <p:fltVal val="90"/>
                                          </p:val>
                                        </p:tav>
                                        <p:tav tm="100000">
                                          <p:val>
                                            <p:fltVal val="0"/>
                                          </p:val>
                                        </p:tav>
                                      </p:tavLst>
                                    </p:anim>
                                    <p:animEffect transition="in" filter="fade">
                                      <p:cBhvr>
                                        <p:cTn id="19" dur="1000"/>
                                        <p:tgtEl>
                                          <p:spTgt spid="78"/>
                                        </p:tgtEl>
                                      </p:cBhvr>
                                    </p:animEffect>
                                  </p:childTnLst>
                                </p:cTn>
                              </p:par>
                              <p:par>
                                <p:cTn id="20" presetID="31" presetClass="entr" presetSubtype="0"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 calcmode="lin" valueType="num">
                                      <p:cBhvr>
                                        <p:cTn id="22" dur="1000" fill="hold"/>
                                        <p:tgtEl>
                                          <p:spTgt spid="79"/>
                                        </p:tgtEl>
                                        <p:attrNameLst>
                                          <p:attrName>ppt_w</p:attrName>
                                        </p:attrNameLst>
                                      </p:cBhvr>
                                      <p:tavLst>
                                        <p:tav tm="0">
                                          <p:val>
                                            <p:fltVal val="0"/>
                                          </p:val>
                                        </p:tav>
                                        <p:tav tm="100000">
                                          <p:val>
                                            <p:strVal val="#ppt_w"/>
                                          </p:val>
                                        </p:tav>
                                      </p:tavLst>
                                    </p:anim>
                                    <p:anim calcmode="lin" valueType="num">
                                      <p:cBhvr>
                                        <p:cTn id="23" dur="1000" fill="hold"/>
                                        <p:tgtEl>
                                          <p:spTgt spid="79"/>
                                        </p:tgtEl>
                                        <p:attrNameLst>
                                          <p:attrName>ppt_h</p:attrName>
                                        </p:attrNameLst>
                                      </p:cBhvr>
                                      <p:tavLst>
                                        <p:tav tm="0">
                                          <p:val>
                                            <p:fltVal val="0"/>
                                          </p:val>
                                        </p:tav>
                                        <p:tav tm="100000">
                                          <p:val>
                                            <p:strVal val="#ppt_h"/>
                                          </p:val>
                                        </p:tav>
                                      </p:tavLst>
                                    </p:anim>
                                    <p:anim calcmode="lin" valueType="num">
                                      <p:cBhvr>
                                        <p:cTn id="24" dur="1000" fill="hold"/>
                                        <p:tgtEl>
                                          <p:spTgt spid="79"/>
                                        </p:tgtEl>
                                        <p:attrNameLst>
                                          <p:attrName>style.rotation</p:attrName>
                                        </p:attrNameLst>
                                      </p:cBhvr>
                                      <p:tavLst>
                                        <p:tav tm="0">
                                          <p:val>
                                            <p:fltVal val="90"/>
                                          </p:val>
                                        </p:tav>
                                        <p:tav tm="100000">
                                          <p:val>
                                            <p:fltVal val="0"/>
                                          </p:val>
                                        </p:tav>
                                      </p:tavLst>
                                    </p:anim>
                                    <p:animEffect transition="in" filter="fade">
                                      <p:cBhvr>
                                        <p:cTn id="25" dur="1000"/>
                                        <p:tgtEl>
                                          <p:spTgt spid="79"/>
                                        </p:tgtEl>
                                      </p:cBhvr>
                                    </p:animEffect>
                                  </p:childTnLst>
                                </p:cTn>
                              </p:par>
                            </p:childTnLst>
                          </p:cTn>
                        </p:par>
                        <p:par>
                          <p:cTn id="26" fill="hold">
                            <p:stCondLst>
                              <p:cond delay="1500"/>
                            </p:stCondLst>
                            <p:childTnLst>
                              <p:par>
                                <p:cTn id="27" presetID="22" presetClass="entr" presetSubtype="2" fill="hold" nodeType="after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wipe(right)">
                                      <p:cBhvr>
                                        <p:cTn id="29" dur="500"/>
                                        <p:tgtEl>
                                          <p:spTgt spid="44"/>
                                        </p:tgtEl>
                                      </p:cBhvr>
                                    </p:animEffect>
                                  </p:childTnLst>
                                </p:cTn>
                              </p:par>
                            </p:childTnLst>
                          </p:cTn>
                        </p:par>
                        <p:par>
                          <p:cTn id="30" fill="hold">
                            <p:stCondLst>
                              <p:cond delay="2000"/>
                            </p:stCondLst>
                            <p:childTnLst>
                              <p:par>
                                <p:cTn id="31" presetID="22" presetClass="entr" presetSubtype="2" fill="hold" nodeType="afterEffect">
                                  <p:stCondLst>
                                    <p:cond delay="0"/>
                                  </p:stCondLst>
                                  <p:childTnLst>
                                    <p:set>
                                      <p:cBhvr>
                                        <p:cTn id="32" dur="1" fill="hold">
                                          <p:stCondLst>
                                            <p:cond delay="0"/>
                                          </p:stCondLst>
                                        </p:cTn>
                                        <p:tgtEl>
                                          <p:spTgt spid="57"/>
                                        </p:tgtEl>
                                        <p:attrNameLst>
                                          <p:attrName>style.visibility</p:attrName>
                                        </p:attrNameLst>
                                      </p:cBhvr>
                                      <p:to>
                                        <p:strVal val="visible"/>
                                      </p:to>
                                    </p:set>
                                    <p:animEffect transition="in" filter="wipe(right)">
                                      <p:cBhvr>
                                        <p:cTn id="33" dur="500"/>
                                        <p:tgtEl>
                                          <p:spTgt spid="57"/>
                                        </p:tgtEl>
                                      </p:cBhvr>
                                    </p:animEffect>
                                  </p:childTnLst>
                                </p:cTn>
                              </p:par>
                              <p:par>
                                <p:cTn id="34" presetID="42" presetClass="entr" presetSubtype="0" fill="hold" grpId="0" nodeType="withEffect">
                                  <p:stCondLst>
                                    <p:cond delay="0"/>
                                  </p:stCondLst>
                                  <p:childTnLst>
                                    <p:set>
                                      <p:cBhvr>
                                        <p:cTn id="35" dur="1" fill="hold">
                                          <p:stCondLst>
                                            <p:cond delay="0"/>
                                          </p:stCondLst>
                                        </p:cTn>
                                        <p:tgtEl>
                                          <p:spTgt spid="80"/>
                                        </p:tgtEl>
                                        <p:attrNameLst>
                                          <p:attrName>style.visibility</p:attrName>
                                        </p:attrNameLst>
                                      </p:cBhvr>
                                      <p:to>
                                        <p:strVal val="visible"/>
                                      </p:to>
                                    </p:set>
                                    <p:animEffect transition="in" filter="fade">
                                      <p:cBhvr>
                                        <p:cTn id="36" dur="1000"/>
                                        <p:tgtEl>
                                          <p:spTgt spid="80"/>
                                        </p:tgtEl>
                                      </p:cBhvr>
                                    </p:animEffect>
                                    <p:anim calcmode="lin" valueType="num">
                                      <p:cBhvr>
                                        <p:cTn id="37" dur="1000" fill="hold"/>
                                        <p:tgtEl>
                                          <p:spTgt spid="80"/>
                                        </p:tgtEl>
                                        <p:attrNameLst>
                                          <p:attrName>ppt_x</p:attrName>
                                        </p:attrNameLst>
                                      </p:cBhvr>
                                      <p:tavLst>
                                        <p:tav tm="0">
                                          <p:val>
                                            <p:strVal val="#ppt_x"/>
                                          </p:val>
                                        </p:tav>
                                        <p:tav tm="100000">
                                          <p:val>
                                            <p:strVal val="#ppt_x"/>
                                          </p:val>
                                        </p:tav>
                                      </p:tavLst>
                                    </p:anim>
                                    <p:anim calcmode="lin" valueType="num">
                                      <p:cBhvr>
                                        <p:cTn id="38" dur="1000" fill="hold"/>
                                        <p:tgtEl>
                                          <p:spTgt spid="80"/>
                                        </p:tgtEl>
                                        <p:attrNameLst>
                                          <p:attrName>ppt_y</p:attrName>
                                        </p:attrNameLst>
                                      </p:cBhvr>
                                      <p:tavLst>
                                        <p:tav tm="0">
                                          <p:val>
                                            <p:strVal val="#ppt_y+.1"/>
                                          </p:val>
                                        </p:tav>
                                        <p:tav tm="100000">
                                          <p:val>
                                            <p:strVal val="#ppt_y"/>
                                          </p:val>
                                        </p:tav>
                                      </p:tavLst>
                                    </p:anim>
                                  </p:childTnLst>
                                </p:cTn>
                              </p:par>
                            </p:childTnLst>
                          </p:cTn>
                        </p:par>
                        <p:par>
                          <p:cTn id="39" fill="hold">
                            <p:stCondLst>
                              <p:cond delay="3000"/>
                            </p:stCondLst>
                            <p:childTnLst>
                              <p:par>
                                <p:cTn id="40" presetID="22" presetClass="entr" presetSubtype="8" fill="hold" nodeType="afterEffect">
                                  <p:stCondLst>
                                    <p:cond delay="0"/>
                                  </p:stCondLst>
                                  <p:childTnLst>
                                    <p:set>
                                      <p:cBhvr>
                                        <p:cTn id="41" dur="1" fill="hold">
                                          <p:stCondLst>
                                            <p:cond delay="0"/>
                                          </p:stCondLst>
                                        </p:cTn>
                                        <p:tgtEl>
                                          <p:spTgt spid="51"/>
                                        </p:tgtEl>
                                        <p:attrNameLst>
                                          <p:attrName>style.visibility</p:attrName>
                                        </p:attrNameLst>
                                      </p:cBhvr>
                                      <p:to>
                                        <p:strVal val="visible"/>
                                      </p:to>
                                    </p:set>
                                    <p:animEffect transition="in" filter="wipe(left)">
                                      <p:cBhvr>
                                        <p:cTn id="42" dur="500"/>
                                        <p:tgtEl>
                                          <p:spTgt spid="51"/>
                                        </p:tgtEl>
                                      </p:cBhvr>
                                    </p:animEffect>
                                  </p:childTnLst>
                                </p:cTn>
                              </p:par>
                            </p:childTnLst>
                          </p:cTn>
                        </p:par>
                        <p:par>
                          <p:cTn id="43" fill="hold">
                            <p:stCondLst>
                              <p:cond delay="3500"/>
                            </p:stCondLst>
                            <p:childTnLst>
                              <p:par>
                                <p:cTn id="44" presetID="22" presetClass="entr" presetSubtype="8" fill="hold" nodeType="afterEffect">
                                  <p:stCondLst>
                                    <p:cond delay="0"/>
                                  </p:stCondLst>
                                  <p:childTnLst>
                                    <p:set>
                                      <p:cBhvr>
                                        <p:cTn id="45" dur="1" fill="hold">
                                          <p:stCondLst>
                                            <p:cond delay="0"/>
                                          </p:stCondLst>
                                        </p:cTn>
                                        <p:tgtEl>
                                          <p:spTgt spid="70"/>
                                        </p:tgtEl>
                                        <p:attrNameLst>
                                          <p:attrName>style.visibility</p:attrName>
                                        </p:attrNameLst>
                                      </p:cBhvr>
                                      <p:to>
                                        <p:strVal val="visible"/>
                                      </p:to>
                                    </p:set>
                                    <p:animEffect transition="in" filter="wipe(left)">
                                      <p:cBhvr>
                                        <p:cTn id="46" dur="500"/>
                                        <p:tgtEl>
                                          <p:spTgt spid="70"/>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81"/>
                                        </p:tgtEl>
                                        <p:attrNameLst>
                                          <p:attrName>style.visibility</p:attrName>
                                        </p:attrNameLst>
                                      </p:cBhvr>
                                      <p:to>
                                        <p:strVal val="visible"/>
                                      </p:to>
                                    </p:set>
                                    <p:animEffect transition="in" filter="fade">
                                      <p:cBhvr>
                                        <p:cTn id="49" dur="1000"/>
                                        <p:tgtEl>
                                          <p:spTgt spid="81"/>
                                        </p:tgtEl>
                                      </p:cBhvr>
                                    </p:animEffect>
                                    <p:anim calcmode="lin" valueType="num">
                                      <p:cBhvr>
                                        <p:cTn id="50" dur="1000" fill="hold"/>
                                        <p:tgtEl>
                                          <p:spTgt spid="81"/>
                                        </p:tgtEl>
                                        <p:attrNameLst>
                                          <p:attrName>ppt_x</p:attrName>
                                        </p:attrNameLst>
                                      </p:cBhvr>
                                      <p:tavLst>
                                        <p:tav tm="0">
                                          <p:val>
                                            <p:strVal val="#ppt_x"/>
                                          </p:val>
                                        </p:tav>
                                        <p:tav tm="100000">
                                          <p:val>
                                            <p:strVal val="#ppt_x"/>
                                          </p:val>
                                        </p:tav>
                                      </p:tavLst>
                                    </p:anim>
                                    <p:anim calcmode="lin" valueType="num">
                                      <p:cBhvr>
                                        <p:cTn id="51" dur="1000" fill="hold"/>
                                        <p:tgtEl>
                                          <p:spTgt spid="81"/>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22" presetClass="entr" presetSubtype="2" fill="hold" nodeType="after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wipe(right)">
                                      <p:cBhvr>
                                        <p:cTn id="55" dur="500"/>
                                        <p:tgtEl>
                                          <p:spTgt spid="48"/>
                                        </p:tgtEl>
                                      </p:cBhvr>
                                    </p:animEffect>
                                  </p:childTnLst>
                                </p:cTn>
                              </p:par>
                            </p:childTnLst>
                          </p:cTn>
                        </p:par>
                        <p:par>
                          <p:cTn id="56" fill="hold">
                            <p:stCondLst>
                              <p:cond delay="5000"/>
                            </p:stCondLst>
                            <p:childTnLst>
                              <p:par>
                                <p:cTn id="57" presetID="22" presetClass="entr" presetSubtype="2" fill="hold" nodeType="afterEffect">
                                  <p:stCondLst>
                                    <p:cond delay="0"/>
                                  </p:stCondLst>
                                  <p:childTnLst>
                                    <p:set>
                                      <p:cBhvr>
                                        <p:cTn id="58" dur="1" fill="hold">
                                          <p:stCondLst>
                                            <p:cond delay="0"/>
                                          </p:stCondLst>
                                        </p:cTn>
                                        <p:tgtEl>
                                          <p:spTgt spid="60"/>
                                        </p:tgtEl>
                                        <p:attrNameLst>
                                          <p:attrName>style.visibility</p:attrName>
                                        </p:attrNameLst>
                                      </p:cBhvr>
                                      <p:to>
                                        <p:strVal val="visible"/>
                                      </p:to>
                                    </p:set>
                                    <p:animEffect transition="in" filter="wipe(right)">
                                      <p:cBhvr>
                                        <p:cTn id="59" dur="500"/>
                                        <p:tgtEl>
                                          <p:spTgt spid="60"/>
                                        </p:tgtEl>
                                      </p:cBhvr>
                                    </p:animEffect>
                                  </p:childTnLst>
                                </p:cTn>
                              </p:par>
                              <p:par>
                                <p:cTn id="60" presetID="42" presetClass="entr" presetSubtype="0" fill="hold" grpId="0" nodeType="withEffect">
                                  <p:stCondLst>
                                    <p:cond delay="0"/>
                                  </p:stCondLst>
                                  <p:childTnLst>
                                    <p:set>
                                      <p:cBhvr>
                                        <p:cTn id="61" dur="1" fill="hold">
                                          <p:stCondLst>
                                            <p:cond delay="0"/>
                                          </p:stCondLst>
                                        </p:cTn>
                                        <p:tgtEl>
                                          <p:spTgt spid="82"/>
                                        </p:tgtEl>
                                        <p:attrNameLst>
                                          <p:attrName>style.visibility</p:attrName>
                                        </p:attrNameLst>
                                      </p:cBhvr>
                                      <p:to>
                                        <p:strVal val="visible"/>
                                      </p:to>
                                    </p:set>
                                    <p:animEffect transition="in" filter="fade">
                                      <p:cBhvr>
                                        <p:cTn id="62" dur="1000"/>
                                        <p:tgtEl>
                                          <p:spTgt spid="82"/>
                                        </p:tgtEl>
                                      </p:cBhvr>
                                    </p:animEffect>
                                    <p:anim calcmode="lin" valueType="num">
                                      <p:cBhvr>
                                        <p:cTn id="63" dur="1000" fill="hold"/>
                                        <p:tgtEl>
                                          <p:spTgt spid="82"/>
                                        </p:tgtEl>
                                        <p:attrNameLst>
                                          <p:attrName>ppt_x</p:attrName>
                                        </p:attrNameLst>
                                      </p:cBhvr>
                                      <p:tavLst>
                                        <p:tav tm="0">
                                          <p:val>
                                            <p:strVal val="#ppt_x"/>
                                          </p:val>
                                        </p:tav>
                                        <p:tav tm="100000">
                                          <p:val>
                                            <p:strVal val="#ppt_x"/>
                                          </p:val>
                                        </p:tav>
                                      </p:tavLst>
                                    </p:anim>
                                    <p:anim calcmode="lin" valueType="num">
                                      <p:cBhvr>
                                        <p:cTn id="64" dur="1000" fill="hold"/>
                                        <p:tgtEl>
                                          <p:spTgt spid="82"/>
                                        </p:tgtEl>
                                        <p:attrNameLst>
                                          <p:attrName>ppt_y</p:attrName>
                                        </p:attrNameLst>
                                      </p:cBhvr>
                                      <p:tavLst>
                                        <p:tav tm="0">
                                          <p:val>
                                            <p:strVal val="#ppt_y+.1"/>
                                          </p:val>
                                        </p:tav>
                                        <p:tav tm="100000">
                                          <p:val>
                                            <p:strVal val="#ppt_y"/>
                                          </p:val>
                                        </p:tav>
                                      </p:tavLst>
                                    </p:anim>
                                  </p:childTnLst>
                                </p:cTn>
                              </p:par>
                            </p:childTnLst>
                          </p:cTn>
                        </p:par>
                        <p:par>
                          <p:cTn id="65" fill="hold">
                            <p:stCondLst>
                              <p:cond delay="6000"/>
                            </p:stCondLst>
                            <p:childTnLst>
                              <p:par>
                                <p:cTn id="66" presetID="22" presetClass="entr" presetSubtype="8" fill="hold" nodeType="afterEffect">
                                  <p:stCondLst>
                                    <p:cond delay="0"/>
                                  </p:stCondLst>
                                  <p:childTnLst>
                                    <p:set>
                                      <p:cBhvr>
                                        <p:cTn id="67" dur="1" fill="hold">
                                          <p:stCondLst>
                                            <p:cond delay="0"/>
                                          </p:stCondLst>
                                        </p:cTn>
                                        <p:tgtEl>
                                          <p:spTgt spid="54"/>
                                        </p:tgtEl>
                                        <p:attrNameLst>
                                          <p:attrName>style.visibility</p:attrName>
                                        </p:attrNameLst>
                                      </p:cBhvr>
                                      <p:to>
                                        <p:strVal val="visible"/>
                                      </p:to>
                                    </p:set>
                                    <p:animEffect transition="in" filter="wipe(left)">
                                      <p:cBhvr>
                                        <p:cTn id="68" dur="500"/>
                                        <p:tgtEl>
                                          <p:spTgt spid="54"/>
                                        </p:tgtEl>
                                      </p:cBhvr>
                                    </p:animEffect>
                                  </p:childTnLst>
                                </p:cTn>
                              </p:par>
                            </p:childTnLst>
                          </p:cTn>
                        </p:par>
                        <p:par>
                          <p:cTn id="69" fill="hold">
                            <p:stCondLst>
                              <p:cond delay="6500"/>
                            </p:stCondLst>
                            <p:childTnLst>
                              <p:par>
                                <p:cTn id="70" presetID="22" presetClass="entr" presetSubtype="8" fill="hold" nodeType="afterEffect">
                                  <p:stCondLst>
                                    <p:cond delay="0"/>
                                  </p:stCondLst>
                                  <p:childTnLst>
                                    <p:set>
                                      <p:cBhvr>
                                        <p:cTn id="71" dur="1" fill="hold">
                                          <p:stCondLst>
                                            <p:cond delay="0"/>
                                          </p:stCondLst>
                                        </p:cTn>
                                        <p:tgtEl>
                                          <p:spTgt spid="73"/>
                                        </p:tgtEl>
                                        <p:attrNameLst>
                                          <p:attrName>style.visibility</p:attrName>
                                        </p:attrNameLst>
                                      </p:cBhvr>
                                      <p:to>
                                        <p:strVal val="visible"/>
                                      </p:to>
                                    </p:set>
                                    <p:animEffect transition="in" filter="wipe(left)">
                                      <p:cBhvr>
                                        <p:cTn id="72" dur="500"/>
                                        <p:tgtEl>
                                          <p:spTgt spid="73"/>
                                        </p:tgtEl>
                                      </p:cBhvr>
                                    </p:animEffect>
                                  </p:childTnLst>
                                </p:cTn>
                              </p:par>
                              <p:par>
                                <p:cTn id="73" presetID="42" presetClass="entr" presetSubtype="0" fill="hold" grpId="0" nodeType="withEffect">
                                  <p:stCondLst>
                                    <p:cond delay="0"/>
                                  </p:stCondLst>
                                  <p:childTnLst>
                                    <p:set>
                                      <p:cBhvr>
                                        <p:cTn id="74" dur="1" fill="hold">
                                          <p:stCondLst>
                                            <p:cond delay="0"/>
                                          </p:stCondLst>
                                        </p:cTn>
                                        <p:tgtEl>
                                          <p:spTgt spid="83"/>
                                        </p:tgtEl>
                                        <p:attrNameLst>
                                          <p:attrName>style.visibility</p:attrName>
                                        </p:attrNameLst>
                                      </p:cBhvr>
                                      <p:to>
                                        <p:strVal val="visible"/>
                                      </p:to>
                                    </p:set>
                                    <p:animEffect transition="in" filter="fade">
                                      <p:cBhvr>
                                        <p:cTn id="75" dur="1000"/>
                                        <p:tgtEl>
                                          <p:spTgt spid="83"/>
                                        </p:tgtEl>
                                      </p:cBhvr>
                                    </p:animEffect>
                                    <p:anim calcmode="lin" valueType="num">
                                      <p:cBhvr>
                                        <p:cTn id="76" dur="1000" fill="hold"/>
                                        <p:tgtEl>
                                          <p:spTgt spid="83"/>
                                        </p:tgtEl>
                                        <p:attrNameLst>
                                          <p:attrName>ppt_x</p:attrName>
                                        </p:attrNameLst>
                                      </p:cBhvr>
                                      <p:tavLst>
                                        <p:tav tm="0">
                                          <p:val>
                                            <p:strVal val="#ppt_x"/>
                                          </p:val>
                                        </p:tav>
                                        <p:tav tm="100000">
                                          <p:val>
                                            <p:strVal val="#ppt_x"/>
                                          </p:val>
                                        </p:tav>
                                      </p:tavLst>
                                    </p:anim>
                                    <p:anim calcmode="lin" valueType="num">
                                      <p:cBhvr>
                                        <p:cTn id="77" dur="1000" fill="hold"/>
                                        <p:tgtEl>
                                          <p:spTgt spid="8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69" grpId="0" animBg="1"/>
      <p:bldP spid="78" grpId="0"/>
      <p:bldP spid="79" grpId="0"/>
      <p:bldP spid="80" grpId="0"/>
      <p:bldP spid="81" grpId="0"/>
      <p:bldP spid="82" grpId="0"/>
      <p:bldP spid="83"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7"/>
          <p:cNvSpPr>
            <a:spLocks/>
          </p:cNvSpPr>
          <p:nvPr/>
        </p:nvSpPr>
        <p:spPr bwMode="auto">
          <a:xfrm>
            <a:off x="5335822" y="2100305"/>
            <a:ext cx="935104" cy="912785"/>
          </a:xfrm>
          <a:custGeom>
            <a:avLst/>
            <a:gdLst>
              <a:gd name="T0" fmla="*/ 158 w 524"/>
              <a:gd name="T1" fmla="*/ 0 h 423"/>
              <a:gd name="T2" fmla="*/ 365 w 524"/>
              <a:gd name="T3" fmla="*/ 0 h 423"/>
              <a:gd name="T4" fmla="*/ 366 w 524"/>
              <a:gd name="T5" fmla="*/ 0 h 423"/>
              <a:gd name="T6" fmla="*/ 366 w 524"/>
              <a:gd name="T7" fmla="*/ 0 h 423"/>
              <a:gd name="T8" fmla="*/ 523 w 524"/>
              <a:gd name="T9" fmla="*/ 157 h 423"/>
              <a:gd name="T10" fmla="*/ 524 w 524"/>
              <a:gd name="T11" fmla="*/ 423 h 423"/>
              <a:gd name="T12" fmla="*/ 388 w 524"/>
              <a:gd name="T13" fmla="*/ 321 h 423"/>
              <a:gd name="T14" fmla="*/ 158 w 524"/>
              <a:gd name="T15" fmla="*/ 316 h 423"/>
              <a:gd name="T16" fmla="*/ 0 w 524"/>
              <a:gd name="T17" fmla="*/ 158 h 423"/>
              <a:gd name="T18" fmla="*/ 158 w 524"/>
              <a:gd name="T19"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4" h="423">
                <a:moveTo>
                  <a:pt x="158" y="0"/>
                </a:moveTo>
                <a:cubicBezTo>
                  <a:pt x="365" y="0"/>
                  <a:pt x="365" y="0"/>
                  <a:pt x="365" y="0"/>
                </a:cubicBezTo>
                <a:cubicBezTo>
                  <a:pt x="365" y="0"/>
                  <a:pt x="365" y="0"/>
                  <a:pt x="366" y="0"/>
                </a:cubicBezTo>
                <a:cubicBezTo>
                  <a:pt x="366" y="0"/>
                  <a:pt x="366" y="0"/>
                  <a:pt x="366" y="0"/>
                </a:cubicBezTo>
                <a:cubicBezTo>
                  <a:pt x="453" y="0"/>
                  <a:pt x="523" y="71"/>
                  <a:pt x="523" y="157"/>
                </a:cubicBezTo>
                <a:cubicBezTo>
                  <a:pt x="523" y="244"/>
                  <a:pt x="524" y="423"/>
                  <a:pt x="524" y="423"/>
                </a:cubicBezTo>
                <a:cubicBezTo>
                  <a:pt x="524" y="423"/>
                  <a:pt x="484" y="335"/>
                  <a:pt x="388" y="321"/>
                </a:cubicBezTo>
                <a:cubicBezTo>
                  <a:pt x="376" y="319"/>
                  <a:pt x="158" y="316"/>
                  <a:pt x="158" y="316"/>
                </a:cubicBezTo>
                <a:cubicBezTo>
                  <a:pt x="70" y="316"/>
                  <a:pt x="0" y="246"/>
                  <a:pt x="0" y="158"/>
                </a:cubicBezTo>
                <a:cubicBezTo>
                  <a:pt x="0" y="71"/>
                  <a:pt x="70" y="0"/>
                  <a:pt x="158" y="0"/>
                </a:cubicBezTo>
              </a:path>
            </a:pathLst>
          </a:custGeom>
          <a:solidFill>
            <a:srgbClr val="8CC94C"/>
          </a:solidFill>
          <a:ln>
            <a:noFill/>
          </a:ln>
          <a:effectLst/>
        </p:spPr>
        <p:txBody>
          <a:bodyPr lIns="96413" tIns="48205" rIns="96413" bIns="48205" anchor="ctr"/>
          <a:lstStyle/>
          <a:p>
            <a:pPr algn="ctr" defTabSz="1285499">
              <a:defRPr/>
            </a:pPr>
            <a:endParaRPr lang="en-AU" sz="1547" kern="0" dirty="0">
              <a:solidFill>
                <a:schemeClr val="bg1"/>
              </a:solidFill>
              <a:latin typeface="Roboto Bold" charset="0"/>
            </a:endParaRPr>
          </a:p>
        </p:txBody>
      </p:sp>
      <p:sp>
        <p:nvSpPr>
          <p:cNvPr id="4" name="Freeform 8"/>
          <p:cNvSpPr>
            <a:spLocks/>
          </p:cNvSpPr>
          <p:nvPr/>
        </p:nvSpPr>
        <p:spPr bwMode="auto">
          <a:xfrm>
            <a:off x="4641747" y="2899273"/>
            <a:ext cx="1629178" cy="1586772"/>
          </a:xfrm>
          <a:custGeom>
            <a:avLst/>
            <a:gdLst>
              <a:gd name="T0" fmla="*/ 275 w 913"/>
              <a:gd name="T1" fmla="*/ 0 h 735"/>
              <a:gd name="T2" fmla="*/ 636 w 913"/>
              <a:gd name="T3" fmla="*/ 0 h 735"/>
              <a:gd name="T4" fmla="*/ 637 w 913"/>
              <a:gd name="T5" fmla="*/ 0 h 735"/>
              <a:gd name="T6" fmla="*/ 638 w 913"/>
              <a:gd name="T7" fmla="*/ 0 h 735"/>
              <a:gd name="T8" fmla="*/ 911 w 913"/>
              <a:gd name="T9" fmla="*/ 273 h 735"/>
              <a:gd name="T10" fmla="*/ 913 w 913"/>
              <a:gd name="T11" fmla="*/ 735 h 735"/>
              <a:gd name="T12" fmla="*/ 677 w 913"/>
              <a:gd name="T13" fmla="*/ 557 h 735"/>
              <a:gd name="T14" fmla="*/ 275 w 913"/>
              <a:gd name="T15" fmla="*/ 550 h 735"/>
              <a:gd name="T16" fmla="*/ 0 w 913"/>
              <a:gd name="T17" fmla="*/ 275 h 735"/>
              <a:gd name="T18" fmla="*/ 275 w 913"/>
              <a:gd name="T19"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3" h="735">
                <a:moveTo>
                  <a:pt x="275" y="0"/>
                </a:moveTo>
                <a:cubicBezTo>
                  <a:pt x="636" y="0"/>
                  <a:pt x="636" y="0"/>
                  <a:pt x="636" y="0"/>
                </a:cubicBezTo>
                <a:cubicBezTo>
                  <a:pt x="636" y="0"/>
                  <a:pt x="637" y="0"/>
                  <a:pt x="637" y="0"/>
                </a:cubicBezTo>
                <a:cubicBezTo>
                  <a:pt x="637" y="0"/>
                  <a:pt x="638" y="0"/>
                  <a:pt x="638" y="0"/>
                </a:cubicBezTo>
                <a:cubicBezTo>
                  <a:pt x="789" y="0"/>
                  <a:pt x="911" y="122"/>
                  <a:pt x="911" y="273"/>
                </a:cubicBezTo>
                <a:cubicBezTo>
                  <a:pt x="911" y="424"/>
                  <a:pt x="913" y="735"/>
                  <a:pt x="913" y="735"/>
                </a:cubicBezTo>
                <a:cubicBezTo>
                  <a:pt x="913" y="735"/>
                  <a:pt x="844" y="582"/>
                  <a:pt x="677" y="557"/>
                </a:cubicBezTo>
                <a:cubicBezTo>
                  <a:pt x="656" y="554"/>
                  <a:pt x="275" y="550"/>
                  <a:pt x="275" y="550"/>
                </a:cubicBezTo>
                <a:cubicBezTo>
                  <a:pt x="123" y="550"/>
                  <a:pt x="0" y="427"/>
                  <a:pt x="0" y="275"/>
                </a:cubicBezTo>
                <a:cubicBezTo>
                  <a:pt x="0" y="123"/>
                  <a:pt x="123" y="0"/>
                  <a:pt x="275" y="0"/>
                </a:cubicBezTo>
              </a:path>
            </a:pathLst>
          </a:custGeom>
          <a:solidFill>
            <a:srgbClr val="8CC94C"/>
          </a:solidFill>
          <a:ln>
            <a:noFill/>
          </a:ln>
          <a:effectLst/>
        </p:spPr>
        <p:txBody>
          <a:bodyPr lIns="96413" tIns="48205" rIns="96413" bIns="48205" anchor="ctr"/>
          <a:lstStyle/>
          <a:p>
            <a:pPr algn="ctr" defTabSz="1285499">
              <a:defRPr/>
            </a:pPr>
            <a:endParaRPr lang="en-AU" sz="3092" kern="0" dirty="0">
              <a:solidFill>
                <a:schemeClr val="bg1"/>
              </a:solidFill>
              <a:latin typeface="Roboto Bold" charset="0"/>
            </a:endParaRPr>
          </a:p>
        </p:txBody>
      </p:sp>
      <p:sp>
        <p:nvSpPr>
          <p:cNvPr id="5" name="Freeform 9"/>
          <p:cNvSpPr>
            <a:spLocks/>
          </p:cNvSpPr>
          <p:nvPr/>
        </p:nvSpPr>
        <p:spPr bwMode="auto">
          <a:xfrm>
            <a:off x="4641747" y="4245017"/>
            <a:ext cx="1629178" cy="1586773"/>
          </a:xfrm>
          <a:custGeom>
            <a:avLst/>
            <a:gdLst>
              <a:gd name="T0" fmla="*/ 275 w 913"/>
              <a:gd name="T1" fmla="*/ 0 h 735"/>
              <a:gd name="T2" fmla="*/ 636 w 913"/>
              <a:gd name="T3" fmla="*/ 0 h 735"/>
              <a:gd name="T4" fmla="*/ 637 w 913"/>
              <a:gd name="T5" fmla="*/ 0 h 735"/>
              <a:gd name="T6" fmla="*/ 638 w 913"/>
              <a:gd name="T7" fmla="*/ 0 h 735"/>
              <a:gd name="T8" fmla="*/ 911 w 913"/>
              <a:gd name="T9" fmla="*/ 273 h 735"/>
              <a:gd name="T10" fmla="*/ 913 w 913"/>
              <a:gd name="T11" fmla="*/ 735 h 735"/>
              <a:gd name="T12" fmla="*/ 677 w 913"/>
              <a:gd name="T13" fmla="*/ 557 h 735"/>
              <a:gd name="T14" fmla="*/ 275 w 913"/>
              <a:gd name="T15" fmla="*/ 550 h 735"/>
              <a:gd name="T16" fmla="*/ 0 w 913"/>
              <a:gd name="T17" fmla="*/ 275 h 735"/>
              <a:gd name="T18" fmla="*/ 275 w 913"/>
              <a:gd name="T19"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3" h="735">
                <a:moveTo>
                  <a:pt x="275" y="0"/>
                </a:moveTo>
                <a:cubicBezTo>
                  <a:pt x="636" y="0"/>
                  <a:pt x="636" y="0"/>
                  <a:pt x="636" y="0"/>
                </a:cubicBezTo>
                <a:cubicBezTo>
                  <a:pt x="636" y="0"/>
                  <a:pt x="637" y="0"/>
                  <a:pt x="637" y="0"/>
                </a:cubicBezTo>
                <a:cubicBezTo>
                  <a:pt x="637" y="0"/>
                  <a:pt x="638" y="0"/>
                  <a:pt x="638" y="0"/>
                </a:cubicBezTo>
                <a:cubicBezTo>
                  <a:pt x="789" y="0"/>
                  <a:pt x="911" y="122"/>
                  <a:pt x="911" y="273"/>
                </a:cubicBezTo>
                <a:cubicBezTo>
                  <a:pt x="911" y="424"/>
                  <a:pt x="913" y="735"/>
                  <a:pt x="913" y="735"/>
                </a:cubicBezTo>
                <a:cubicBezTo>
                  <a:pt x="913" y="735"/>
                  <a:pt x="844" y="582"/>
                  <a:pt x="677" y="557"/>
                </a:cubicBezTo>
                <a:cubicBezTo>
                  <a:pt x="656" y="554"/>
                  <a:pt x="275" y="550"/>
                  <a:pt x="275" y="550"/>
                </a:cubicBezTo>
                <a:cubicBezTo>
                  <a:pt x="123" y="550"/>
                  <a:pt x="0" y="427"/>
                  <a:pt x="0" y="275"/>
                </a:cubicBezTo>
                <a:cubicBezTo>
                  <a:pt x="0" y="123"/>
                  <a:pt x="123" y="0"/>
                  <a:pt x="275" y="0"/>
                </a:cubicBezTo>
              </a:path>
            </a:pathLst>
          </a:custGeom>
          <a:solidFill>
            <a:srgbClr val="8CC94C"/>
          </a:solidFill>
          <a:ln>
            <a:noFill/>
          </a:ln>
          <a:effectLst/>
        </p:spPr>
        <p:txBody>
          <a:bodyPr lIns="96413" tIns="48205" rIns="96413" bIns="48205" anchor="ctr"/>
          <a:lstStyle/>
          <a:p>
            <a:pPr algn="ctr" defTabSz="1285499">
              <a:defRPr/>
            </a:pPr>
            <a:endParaRPr lang="en-AU" sz="3655" kern="0" dirty="0">
              <a:solidFill>
                <a:schemeClr val="bg1"/>
              </a:solidFill>
              <a:latin typeface="Roboto Bold" charset="0"/>
            </a:endParaRPr>
          </a:p>
        </p:txBody>
      </p:sp>
      <p:sp>
        <p:nvSpPr>
          <p:cNvPr id="6" name="Freeform 10"/>
          <p:cNvSpPr>
            <a:spLocks/>
          </p:cNvSpPr>
          <p:nvPr/>
        </p:nvSpPr>
        <p:spPr bwMode="auto">
          <a:xfrm>
            <a:off x="6302170" y="4247246"/>
            <a:ext cx="2053209" cy="1997414"/>
          </a:xfrm>
          <a:custGeom>
            <a:avLst/>
            <a:gdLst>
              <a:gd name="T0" fmla="*/ 1020384 w 1151"/>
              <a:gd name="T1" fmla="*/ 0 h 926"/>
              <a:gd name="T2" fmla="*/ 442928 w 1151"/>
              <a:gd name="T3" fmla="*/ 0 h 926"/>
              <a:gd name="T4" fmla="*/ 441659 w 1151"/>
              <a:gd name="T5" fmla="*/ 0 h 926"/>
              <a:gd name="T6" fmla="*/ 440390 w 1151"/>
              <a:gd name="T7" fmla="*/ 0 h 926"/>
              <a:gd name="T8" fmla="*/ 3807 w 1151"/>
              <a:gd name="T9" fmla="*/ 529890 h 926"/>
              <a:gd name="T10" fmla="*/ 0 w 1151"/>
              <a:gd name="T11" fmla="*/ 1422256 h 926"/>
              <a:gd name="T12" fmla="*/ 378202 w 1151"/>
              <a:gd name="T13" fmla="*/ 1079747 h 926"/>
              <a:gd name="T14" fmla="*/ 1020384 w 1151"/>
              <a:gd name="T15" fmla="*/ 1064388 h 926"/>
              <a:gd name="T16" fmla="*/ 1460774 w 1151"/>
              <a:gd name="T17" fmla="*/ 532962 h 926"/>
              <a:gd name="T18" fmla="*/ 1020384 w 1151"/>
              <a:gd name="T19" fmla="*/ 0 h 9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51"/>
              <a:gd name="T31" fmla="*/ 0 h 926"/>
              <a:gd name="T32" fmla="*/ 1151 w 1151"/>
              <a:gd name="T33" fmla="*/ 926 h 9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51" h="926">
                <a:moveTo>
                  <a:pt x="804" y="0"/>
                </a:moveTo>
                <a:cubicBezTo>
                  <a:pt x="349" y="0"/>
                  <a:pt x="349" y="0"/>
                  <a:pt x="349" y="0"/>
                </a:cubicBezTo>
                <a:cubicBezTo>
                  <a:pt x="349" y="0"/>
                  <a:pt x="348" y="0"/>
                  <a:pt x="348" y="0"/>
                </a:cubicBezTo>
                <a:cubicBezTo>
                  <a:pt x="348" y="0"/>
                  <a:pt x="347" y="0"/>
                  <a:pt x="347" y="0"/>
                </a:cubicBezTo>
                <a:cubicBezTo>
                  <a:pt x="157" y="0"/>
                  <a:pt x="3" y="154"/>
                  <a:pt x="3" y="345"/>
                </a:cubicBezTo>
                <a:cubicBezTo>
                  <a:pt x="3" y="535"/>
                  <a:pt x="0" y="926"/>
                  <a:pt x="0" y="926"/>
                </a:cubicBezTo>
                <a:cubicBezTo>
                  <a:pt x="0" y="926"/>
                  <a:pt x="88" y="734"/>
                  <a:pt x="298" y="703"/>
                </a:cubicBezTo>
                <a:cubicBezTo>
                  <a:pt x="325" y="699"/>
                  <a:pt x="804" y="693"/>
                  <a:pt x="804" y="693"/>
                </a:cubicBezTo>
                <a:cubicBezTo>
                  <a:pt x="996" y="693"/>
                  <a:pt x="1151" y="538"/>
                  <a:pt x="1151" y="347"/>
                </a:cubicBezTo>
                <a:cubicBezTo>
                  <a:pt x="1151" y="155"/>
                  <a:pt x="996" y="0"/>
                  <a:pt x="804" y="0"/>
                </a:cubicBezTo>
              </a:path>
            </a:pathLst>
          </a:custGeom>
          <a:solidFill>
            <a:srgbClr val="108036"/>
          </a:solidFill>
          <a:ln>
            <a:noFill/>
          </a:ln>
          <a:effectLst/>
        </p:spPr>
        <p:txBody>
          <a:bodyPr lIns="96413" tIns="48205" rIns="96413" bIns="48205" anchor="ctr"/>
          <a:lstStyle/>
          <a:p>
            <a:pPr algn="ctr" defTabSz="1285499">
              <a:defRPr/>
            </a:pPr>
            <a:endParaRPr lang="en-AU" sz="4217" kern="0" dirty="0">
              <a:solidFill>
                <a:schemeClr val="bg1"/>
              </a:solidFill>
              <a:latin typeface="Roboto Bold" charset="0"/>
            </a:endParaRPr>
          </a:p>
        </p:txBody>
      </p:sp>
      <p:sp>
        <p:nvSpPr>
          <p:cNvPr id="7" name="Freeform 6"/>
          <p:cNvSpPr>
            <a:spLocks/>
          </p:cNvSpPr>
          <p:nvPr/>
        </p:nvSpPr>
        <p:spPr bwMode="auto">
          <a:xfrm>
            <a:off x="6302169" y="1758845"/>
            <a:ext cx="1363598" cy="1327891"/>
          </a:xfrm>
          <a:custGeom>
            <a:avLst/>
            <a:gdLst>
              <a:gd name="T0" fmla="*/ 534 w 764"/>
              <a:gd name="T1" fmla="*/ 0 h 615"/>
              <a:gd name="T2" fmla="*/ 232 w 764"/>
              <a:gd name="T3" fmla="*/ 0 h 615"/>
              <a:gd name="T4" fmla="*/ 231 w 764"/>
              <a:gd name="T5" fmla="*/ 0 h 615"/>
              <a:gd name="T6" fmla="*/ 230 w 764"/>
              <a:gd name="T7" fmla="*/ 0 h 615"/>
              <a:gd name="T8" fmla="*/ 2 w 764"/>
              <a:gd name="T9" fmla="*/ 229 h 615"/>
              <a:gd name="T10" fmla="*/ 0 w 764"/>
              <a:gd name="T11" fmla="*/ 615 h 615"/>
              <a:gd name="T12" fmla="*/ 198 w 764"/>
              <a:gd name="T13" fmla="*/ 466 h 615"/>
              <a:gd name="T14" fmla="*/ 534 w 764"/>
              <a:gd name="T15" fmla="*/ 460 h 615"/>
              <a:gd name="T16" fmla="*/ 764 w 764"/>
              <a:gd name="T17" fmla="*/ 230 h 615"/>
              <a:gd name="T18" fmla="*/ 534 w 764"/>
              <a:gd name="T19"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4" h="615">
                <a:moveTo>
                  <a:pt x="534" y="0"/>
                </a:moveTo>
                <a:cubicBezTo>
                  <a:pt x="232" y="0"/>
                  <a:pt x="232" y="0"/>
                  <a:pt x="232" y="0"/>
                </a:cubicBezTo>
                <a:cubicBezTo>
                  <a:pt x="232" y="0"/>
                  <a:pt x="231" y="0"/>
                  <a:pt x="231" y="0"/>
                </a:cubicBezTo>
                <a:cubicBezTo>
                  <a:pt x="231" y="0"/>
                  <a:pt x="231" y="0"/>
                  <a:pt x="230" y="0"/>
                </a:cubicBezTo>
                <a:cubicBezTo>
                  <a:pt x="104" y="0"/>
                  <a:pt x="2" y="102"/>
                  <a:pt x="2" y="229"/>
                </a:cubicBezTo>
                <a:cubicBezTo>
                  <a:pt x="2" y="355"/>
                  <a:pt x="0" y="615"/>
                  <a:pt x="0" y="615"/>
                </a:cubicBezTo>
                <a:cubicBezTo>
                  <a:pt x="0" y="615"/>
                  <a:pt x="58" y="487"/>
                  <a:pt x="198" y="466"/>
                </a:cubicBezTo>
                <a:cubicBezTo>
                  <a:pt x="216" y="464"/>
                  <a:pt x="534" y="460"/>
                  <a:pt x="534" y="460"/>
                </a:cubicBezTo>
                <a:cubicBezTo>
                  <a:pt x="661" y="460"/>
                  <a:pt x="764" y="357"/>
                  <a:pt x="764" y="230"/>
                </a:cubicBezTo>
                <a:cubicBezTo>
                  <a:pt x="764" y="103"/>
                  <a:pt x="661" y="0"/>
                  <a:pt x="534" y="0"/>
                </a:cubicBezTo>
              </a:path>
            </a:pathLst>
          </a:custGeom>
          <a:solidFill>
            <a:srgbClr val="108036"/>
          </a:solidFill>
          <a:ln>
            <a:noFill/>
          </a:ln>
          <a:effectLst/>
        </p:spPr>
        <p:txBody>
          <a:bodyPr lIns="96413" tIns="48205" rIns="96413" bIns="48205" anchor="ctr"/>
          <a:lstStyle/>
          <a:p>
            <a:pPr algn="ctr" defTabSz="1285499">
              <a:defRPr/>
            </a:pPr>
            <a:endParaRPr lang="en-AU" sz="2109" kern="0" dirty="0">
              <a:solidFill>
                <a:schemeClr val="bg1"/>
              </a:solidFill>
              <a:latin typeface="Roboto Bold" charset="0"/>
            </a:endParaRPr>
          </a:p>
        </p:txBody>
      </p:sp>
      <p:sp>
        <p:nvSpPr>
          <p:cNvPr id="8" name="Freeform 5"/>
          <p:cNvSpPr>
            <a:spLocks/>
          </p:cNvSpPr>
          <p:nvPr/>
        </p:nvSpPr>
        <p:spPr bwMode="auto">
          <a:xfrm>
            <a:off x="6302167" y="2899273"/>
            <a:ext cx="1631408" cy="1586772"/>
          </a:xfrm>
          <a:custGeom>
            <a:avLst/>
            <a:gdLst>
              <a:gd name="T0" fmla="*/ 639 w 914"/>
              <a:gd name="T1" fmla="*/ 0 h 735"/>
              <a:gd name="T2" fmla="*/ 277 w 914"/>
              <a:gd name="T3" fmla="*/ 0 h 735"/>
              <a:gd name="T4" fmla="*/ 276 w 914"/>
              <a:gd name="T5" fmla="*/ 0 h 735"/>
              <a:gd name="T6" fmla="*/ 275 w 914"/>
              <a:gd name="T7" fmla="*/ 0 h 735"/>
              <a:gd name="T8" fmla="*/ 2 w 914"/>
              <a:gd name="T9" fmla="*/ 273 h 735"/>
              <a:gd name="T10" fmla="*/ 0 w 914"/>
              <a:gd name="T11" fmla="*/ 735 h 735"/>
              <a:gd name="T12" fmla="*/ 237 w 914"/>
              <a:gd name="T13" fmla="*/ 557 h 735"/>
              <a:gd name="T14" fmla="*/ 639 w 914"/>
              <a:gd name="T15" fmla="*/ 550 h 735"/>
              <a:gd name="T16" fmla="*/ 914 w 914"/>
              <a:gd name="T17" fmla="*/ 275 h 735"/>
              <a:gd name="T18" fmla="*/ 639 w 914"/>
              <a:gd name="T19"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4" h="735">
                <a:moveTo>
                  <a:pt x="639" y="0"/>
                </a:moveTo>
                <a:cubicBezTo>
                  <a:pt x="277" y="0"/>
                  <a:pt x="277" y="0"/>
                  <a:pt x="277" y="0"/>
                </a:cubicBezTo>
                <a:cubicBezTo>
                  <a:pt x="277" y="0"/>
                  <a:pt x="277" y="0"/>
                  <a:pt x="276" y="0"/>
                </a:cubicBezTo>
                <a:cubicBezTo>
                  <a:pt x="276" y="0"/>
                  <a:pt x="276" y="0"/>
                  <a:pt x="275" y="0"/>
                </a:cubicBezTo>
                <a:cubicBezTo>
                  <a:pt x="125" y="0"/>
                  <a:pt x="2" y="122"/>
                  <a:pt x="2" y="273"/>
                </a:cubicBezTo>
                <a:cubicBezTo>
                  <a:pt x="2" y="424"/>
                  <a:pt x="0" y="735"/>
                  <a:pt x="0" y="735"/>
                </a:cubicBezTo>
                <a:cubicBezTo>
                  <a:pt x="0" y="735"/>
                  <a:pt x="70" y="582"/>
                  <a:pt x="237" y="557"/>
                </a:cubicBezTo>
                <a:cubicBezTo>
                  <a:pt x="258" y="554"/>
                  <a:pt x="639" y="550"/>
                  <a:pt x="639" y="550"/>
                </a:cubicBezTo>
                <a:cubicBezTo>
                  <a:pt x="790" y="550"/>
                  <a:pt x="914" y="427"/>
                  <a:pt x="914" y="275"/>
                </a:cubicBezTo>
                <a:cubicBezTo>
                  <a:pt x="914" y="123"/>
                  <a:pt x="790" y="0"/>
                  <a:pt x="639" y="0"/>
                </a:cubicBezTo>
              </a:path>
            </a:pathLst>
          </a:custGeom>
          <a:solidFill>
            <a:srgbClr val="108036"/>
          </a:solidFill>
          <a:ln>
            <a:noFill/>
          </a:ln>
          <a:effectLst/>
        </p:spPr>
        <p:txBody>
          <a:bodyPr lIns="96413" tIns="48205" rIns="96413" bIns="48205" anchor="ctr"/>
          <a:lstStyle/>
          <a:p>
            <a:pPr algn="ctr" defTabSz="1285499">
              <a:defRPr/>
            </a:pPr>
            <a:endParaRPr lang="en-AU" sz="3092" kern="0" dirty="0">
              <a:solidFill>
                <a:schemeClr val="bg1"/>
              </a:solidFill>
              <a:latin typeface="Roboto Bold" charset="0"/>
            </a:endParaRPr>
          </a:p>
        </p:txBody>
      </p:sp>
      <p:sp>
        <p:nvSpPr>
          <p:cNvPr id="40" name="椭圆 39"/>
          <p:cNvSpPr/>
          <p:nvPr/>
        </p:nvSpPr>
        <p:spPr>
          <a:xfrm>
            <a:off x="3979470" y="1923322"/>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42" name="椭圆 41"/>
          <p:cNvSpPr/>
          <p:nvPr/>
        </p:nvSpPr>
        <p:spPr>
          <a:xfrm>
            <a:off x="3979470" y="3285261"/>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43" name="椭圆 42"/>
          <p:cNvSpPr/>
          <p:nvPr/>
        </p:nvSpPr>
        <p:spPr>
          <a:xfrm>
            <a:off x="3979470" y="4470912"/>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47" name="椭圆 46"/>
          <p:cNvSpPr/>
          <p:nvPr/>
        </p:nvSpPr>
        <p:spPr>
          <a:xfrm>
            <a:off x="8693504" y="1923322"/>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48" name="椭圆 47"/>
          <p:cNvSpPr/>
          <p:nvPr/>
        </p:nvSpPr>
        <p:spPr>
          <a:xfrm>
            <a:off x="8693504" y="3285261"/>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49" name="椭圆 48"/>
          <p:cNvSpPr/>
          <p:nvPr/>
        </p:nvSpPr>
        <p:spPr>
          <a:xfrm>
            <a:off x="8693504" y="4470912"/>
            <a:ext cx="293672" cy="293672"/>
          </a:xfrm>
          <a:prstGeom prst="ellipse">
            <a:avLst/>
          </a:prstGeom>
          <a:gradFill flip="none" rotWithShape="1">
            <a:gsLst>
              <a:gs pos="100000">
                <a:srgbClr val="FCFCFC"/>
              </a:gs>
              <a:gs pos="0">
                <a:schemeClr val="bg1">
                  <a:lumMod val="85000"/>
                </a:schemeClr>
              </a:gs>
            </a:gsLst>
            <a:lin ang="7200000" scaled="0"/>
            <a:tileRect/>
          </a:gradFill>
          <a:ln w="12700">
            <a:gradFill>
              <a:gsLst>
                <a:gs pos="89000">
                  <a:schemeClr val="bg1">
                    <a:lumMod val="85000"/>
                  </a:schemeClr>
                </a:gs>
                <a:gs pos="0">
                  <a:schemeClr val="bg1"/>
                </a:gs>
              </a:gsLst>
              <a:lin ang="7200000" scaled="0"/>
            </a:gradFill>
          </a:ln>
          <a:effectLst>
            <a:outerShdw blurRad="127000" dist="38100" dir="8160000" algn="tr"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4BC1DC"/>
              </a:solidFill>
              <a:latin typeface="+mj-ea"/>
              <a:ea typeface="+mj-ea"/>
            </a:endParaRPr>
          </a:p>
        </p:txBody>
      </p:sp>
      <p:sp>
        <p:nvSpPr>
          <p:cNvPr id="21" name="TextBox 41"/>
          <p:cNvSpPr txBox="1"/>
          <p:nvPr/>
        </p:nvSpPr>
        <p:spPr>
          <a:xfrm>
            <a:off x="9231429" y="4922397"/>
            <a:ext cx="2855855" cy="716661"/>
          </a:xfrm>
          <a:prstGeom prst="rect">
            <a:avLst/>
          </a:prstGeom>
          <a:noFill/>
        </p:spPr>
        <p:txBody>
          <a:bodyPr wrap="square" lIns="85651" tIns="42826" rIns="85651" bIns="42826"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23" name="TextBox 170"/>
          <p:cNvSpPr txBox="1"/>
          <p:nvPr/>
        </p:nvSpPr>
        <p:spPr>
          <a:xfrm>
            <a:off x="9231430" y="4394232"/>
            <a:ext cx="2429794" cy="466557"/>
          </a:xfrm>
          <a:prstGeom prst="rect">
            <a:avLst/>
          </a:prstGeom>
          <a:noFill/>
        </p:spPr>
        <p:txBody>
          <a:bodyPr wrap="square" lIns="96413" tIns="48206" rIns="96413" bIns="48206"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24" name="TextBox 41"/>
          <p:cNvSpPr txBox="1"/>
          <p:nvPr/>
        </p:nvSpPr>
        <p:spPr>
          <a:xfrm>
            <a:off x="856549" y="4922397"/>
            <a:ext cx="2855855" cy="716661"/>
          </a:xfrm>
          <a:prstGeom prst="rect">
            <a:avLst/>
          </a:prstGeom>
          <a:noFill/>
        </p:spPr>
        <p:txBody>
          <a:bodyPr wrap="square" lIns="85651" tIns="42826" rIns="85651" bIns="42826" rtlCol="0">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26" name="TextBox 170"/>
          <p:cNvSpPr txBox="1"/>
          <p:nvPr/>
        </p:nvSpPr>
        <p:spPr>
          <a:xfrm>
            <a:off x="1203045" y="4394232"/>
            <a:ext cx="2429794" cy="466557"/>
          </a:xfrm>
          <a:prstGeom prst="rect">
            <a:avLst/>
          </a:prstGeom>
          <a:noFill/>
        </p:spPr>
        <p:txBody>
          <a:bodyPr wrap="square" lIns="96413" tIns="48206" rIns="96413" bIns="48206" rtlCol="0">
            <a:spAutoFit/>
          </a:bodyPr>
          <a:lstStyle/>
          <a:p>
            <a:pPr algn="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29" name="TextBox 41"/>
          <p:cNvSpPr txBox="1"/>
          <p:nvPr/>
        </p:nvSpPr>
        <p:spPr>
          <a:xfrm>
            <a:off x="9231429" y="3665321"/>
            <a:ext cx="2855855" cy="716661"/>
          </a:xfrm>
          <a:prstGeom prst="rect">
            <a:avLst/>
          </a:prstGeom>
          <a:noFill/>
        </p:spPr>
        <p:txBody>
          <a:bodyPr wrap="square" lIns="85651" tIns="42826" rIns="85651" bIns="42826"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0" name="TextBox 170"/>
          <p:cNvSpPr txBox="1"/>
          <p:nvPr/>
        </p:nvSpPr>
        <p:spPr>
          <a:xfrm>
            <a:off x="9231430" y="3137157"/>
            <a:ext cx="2429794" cy="466557"/>
          </a:xfrm>
          <a:prstGeom prst="rect">
            <a:avLst/>
          </a:prstGeom>
          <a:noFill/>
        </p:spPr>
        <p:txBody>
          <a:bodyPr wrap="square" lIns="96413" tIns="48206" rIns="96413" bIns="48206"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31" name="TextBox 41"/>
          <p:cNvSpPr txBox="1"/>
          <p:nvPr/>
        </p:nvSpPr>
        <p:spPr>
          <a:xfrm>
            <a:off x="856549" y="3665321"/>
            <a:ext cx="2855855" cy="716661"/>
          </a:xfrm>
          <a:prstGeom prst="rect">
            <a:avLst/>
          </a:prstGeom>
          <a:noFill/>
        </p:spPr>
        <p:txBody>
          <a:bodyPr wrap="square" lIns="85651" tIns="42826" rIns="85651" bIns="42826" rtlCol="0">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2" name="TextBox 170"/>
          <p:cNvSpPr txBox="1"/>
          <p:nvPr/>
        </p:nvSpPr>
        <p:spPr>
          <a:xfrm>
            <a:off x="1203045" y="3137157"/>
            <a:ext cx="2429794" cy="466557"/>
          </a:xfrm>
          <a:prstGeom prst="rect">
            <a:avLst/>
          </a:prstGeom>
          <a:noFill/>
        </p:spPr>
        <p:txBody>
          <a:bodyPr wrap="square" lIns="96413" tIns="48206" rIns="96413" bIns="48206" rtlCol="0">
            <a:spAutoFit/>
          </a:bodyPr>
          <a:lstStyle/>
          <a:p>
            <a:pPr algn="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33" name="TextBox 41"/>
          <p:cNvSpPr txBox="1"/>
          <p:nvPr/>
        </p:nvSpPr>
        <p:spPr>
          <a:xfrm>
            <a:off x="9231429" y="2364388"/>
            <a:ext cx="2855855" cy="716661"/>
          </a:xfrm>
          <a:prstGeom prst="rect">
            <a:avLst/>
          </a:prstGeom>
          <a:noFill/>
        </p:spPr>
        <p:txBody>
          <a:bodyPr wrap="square" lIns="85651" tIns="42826" rIns="85651" bIns="42826"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4" name="TextBox 170"/>
          <p:cNvSpPr txBox="1"/>
          <p:nvPr/>
        </p:nvSpPr>
        <p:spPr>
          <a:xfrm>
            <a:off x="9231430" y="1836223"/>
            <a:ext cx="2429794" cy="466557"/>
          </a:xfrm>
          <a:prstGeom prst="rect">
            <a:avLst/>
          </a:prstGeom>
          <a:noFill/>
        </p:spPr>
        <p:txBody>
          <a:bodyPr wrap="square" lIns="96413" tIns="48206" rIns="96413" bIns="48206"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35" name="TextBox 41"/>
          <p:cNvSpPr txBox="1"/>
          <p:nvPr/>
        </p:nvSpPr>
        <p:spPr>
          <a:xfrm>
            <a:off x="856549" y="2364388"/>
            <a:ext cx="2855855" cy="716661"/>
          </a:xfrm>
          <a:prstGeom prst="rect">
            <a:avLst/>
          </a:prstGeom>
          <a:noFill/>
        </p:spPr>
        <p:txBody>
          <a:bodyPr wrap="square" lIns="85651" tIns="42826" rIns="85651" bIns="42826" rtlCol="0">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6" name="TextBox 170"/>
          <p:cNvSpPr txBox="1"/>
          <p:nvPr/>
        </p:nvSpPr>
        <p:spPr>
          <a:xfrm>
            <a:off x="1203045" y="1836223"/>
            <a:ext cx="2429794" cy="466557"/>
          </a:xfrm>
          <a:prstGeom prst="rect">
            <a:avLst/>
          </a:prstGeom>
          <a:noFill/>
        </p:spPr>
        <p:txBody>
          <a:bodyPr wrap="square" lIns="96413" tIns="48206" rIns="96413" bIns="48206" rtlCol="0">
            <a:spAutoFit/>
          </a:bodyPr>
          <a:lstStyle/>
          <a:p>
            <a:pPr algn="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37" name="任意多边形 36"/>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38" name="文本框 37"/>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39" name="文本框 38"/>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2632549150"/>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right)">
                                      <p:cBhvr>
                                        <p:cTn id="7" dur="500"/>
                                        <p:tgtEl>
                                          <p:spTgt spid="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right)">
                                      <p:cBhvr>
                                        <p:cTn id="15" dur="500"/>
                                        <p:tgtEl>
                                          <p:spTgt spid="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500"/>
                                        <p:tgtEl>
                                          <p:spTgt spid="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right)">
                                      <p:cBhvr>
                                        <p:cTn id="23" dur="500"/>
                                        <p:tgtEl>
                                          <p:spTgt spid="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par>
                          <p:cTn id="28" fill="hold">
                            <p:stCondLst>
                              <p:cond delay="3000"/>
                            </p:stCondLst>
                            <p:childTnLst>
                              <p:par>
                                <p:cTn id="29" presetID="12" presetClass="entr" presetSubtype="4" fill="hold" grpId="0" nodeType="after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500"/>
                                        <p:tgtEl>
                                          <p:spTgt spid="40"/>
                                        </p:tgtEl>
                                        <p:attrNameLst>
                                          <p:attrName>ppt_y</p:attrName>
                                        </p:attrNameLst>
                                      </p:cBhvr>
                                      <p:tavLst>
                                        <p:tav tm="0">
                                          <p:val>
                                            <p:strVal val="#ppt_y+#ppt_h*1.125000"/>
                                          </p:val>
                                        </p:tav>
                                        <p:tav tm="100000">
                                          <p:val>
                                            <p:strVal val="#ppt_y"/>
                                          </p:val>
                                        </p:tav>
                                      </p:tavLst>
                                    </p:anim>
                                    <p:animEffect transition="in" filter="wipe(up)">
                                      <p:cBhvr>
                                        <p:cTn id="32" dur="500"/>
                                        <p:tgtEl>
                                          <p:spTgt spid="40"/>
                                        </p:tgtEl>
                                      </p:cBhvr>
                                    </p:animEffect>
                                  </p:childTnLst>
                                </p:cTn>
                              </p:par>
                              <p:par>
                                <p:cTn id="33" presetID="12" presetClass="entr" presetSubtype="4" fill="hold" grpId="0" nodeType="with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500"/>
                                        <p:tgtEl>
                                          <p:spTgt spid="42"/>
                                        </p:tgtEl>
                                        <p:attrNameLst>
                                          <p:attrName>ppt_y</p:attrName>
                                        </p:attrNameLst>
                                      </p:cBhvr>
                                      <p:tavLst>
                                        <p:tav tm="0">
                                          <p:val>
                                            <p:strVal val="#ppt_y+#ppt_h*1.125000"/>
                                          </p:val>
                                        </p:tav>
                                        <p:tav tm="100000">
                                          <p:val>
                                            <p:strVal val="#ppt_y"/>
                                          </p:val>
                                        </p:tav>
                                      </p:tavLst>
                                    </p:anim>
                                    <p:animEffect transition="in" filter="wipe(up)">
                                      <p:cBhvr>
                                        <p:cTn id="36" dur="500"/>
                                        <p:tgtEl>
                                          <p:spTgt spid="42"/>
                                        </p:tgtEl>
                                      </p:cBhvr>
                                    </p:animEffect>
                                  </p:childTnLst>
                                </p:cTn>
                              </p:par>
                              <p:par>
                                <p:cTn id="37" presetID="12" presetClass="entr" presetSubtype="4" fill="hold" grpId="0" nodeType="withEffect">
                                  <p:stCondLst>
                                    <p:cond delay="0"/>
                                  </p:stCondLst>
                                  <p:childTnLst>
                                    <p:set>
                                      <p:cBhvr>
                                        <p:cTn id="38" dur="1" fill="hold">
                                          <p:stCondLst>
                                            <p:cond delay="0"/>
                                          </p:stCondLst>
                                        </p:cTn>
                                        <p:tgtEl>
                                          <p:spTgt spid="43"/>
                                        </p:tgtEl>
                                        <p:attrNameLst>
                                          <p:attrName>style.visibility</p:attrName>
                                        </p:attrNameLst>
                                      </p:cBhvr>
                                      <p:to>
                                        <p:strVal val="visible"/>
                                      </p:to>
                                    </p:set>
                                    <p:anim calcmode="lin" valueType="num">
                                      <p:cBhvr additive="base">
                                        <p:cTn id="39" dur="500"/>
                                        <p:tgtEl>
                                          <p:spTgt spid="43"/>
                                        </p:tgtEl>
                                        <p:attrNameLst>
                                          <p:attrName>ppt_y</p:attrName>
                                        </p:attrNameLst>
                                      </p:cBhvr>
                                      <p:tavLst>
                                        <p:tav tm="0">
                                          <p:val>
                                            <p:strVal val="#ppt_y+#ppt_h*1.125000"/>
                                          </p:val>
                                        </p:tav>
                                        <p:tav tm="100000">
                                          <p:val>
                                            <p:strVal val="#ppt_y"/>
                                          </p:val>
                                        </p:tav>
                                      </p:tavLst>
                                    </p:anim>
                                    <p:animEffect transition="in" filter="wipe(up)">
                                      <p:cBhvr>
                                        <p:cTn id="40" dur="500"/>
                                        <p:tgtEl>
                                          <p:spTgt spid="43"/>
                                        </p:tgtEl>
                                      </p:cBhvr>
                                    </p:animEffect>
                                  </p:childTnLst>
                                </p:cTn>
                              </p:par>
                              <p:par>
                                <p:cTn id="41" presetID="12" presetClass="entr" presetSubtype="4" fill="hold" grpId="0" nodeType="with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additive="base">
                                        <p:cTn id="43" dur="500"/>
                                        <p:tgtEl>
                                          <p:spTgt spid="49"/>
                                        </p:tgtEl>
                                        <p:attrNameLst>
                                          <p:attrName>ppt_y</p:attrName>
                                        </p:attrNameLst>
                                      </p:cBhvr>
                                      <p:tavLst>
                                        <p:tav tm="0">
                                          <p:val>
                                            <p:strVal val="#ppt_y+#ppt_h*1.125000"/>
                                          </p:val>
                                        </p:tav>
                                        <p:tav tm="100000">
                                          <p:val>
                                            <p:strVal val="#ppt_y"/>
                                          </p:val>
                                        </p:tav>
                                      </p:tavLst>
                                    </p:anim>
                                    <p:animEffect transition="in" filter="wipe(up)">
                                      <p:cBhvr>
                                        <p:cTn id="44" dur="500"/>
                                        <p:tgtEl>
                                          <p:spTgt spid="49"/>
                                        </p:tgtEl>
                                      </p:cBhvr>
                                    </p:animEffect>
                                  </p:childTnLst>
                                </p:cTn>
                              </p:par>
                              <p:par>
                                <p:cTn id="45" presetID="12" presetClass="entr" presetSubtype="4" fill="hold" grpId="0" nodeType="with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500"/>
                                        <p:tgtEl>
                                          <p:spTgt spid="48"/>
                                        </p:tgtEl>
                                        <p:attrNameLst>
                                          <p:attrName>ppt_y</p:attrName>
                                        </p:attrNameLst>
                                      </p:cBhvr>
                                      <p:tavLst>
                                        <p:tav tm="0">
                                          <p:val>
                                            <p:strVal val="#ppt_y+#ppt_h*1.125000"/>
                                          </p:val>
                                        </p:tav>
                                        <p:tav tm="100000">
                                          <p:val>
                                            <p:strVal val="#ppt_y"/>
                                          </p:val>
                                        </p:tav>
                                      </p:tavLst>
                                    </p:anim>
                                    <p:animEffect transition="in" filter="wipe(up)">
                                      <p:cBhvr>
                                        <p:cTn id="48" dur="500"/>
                                        <p:tgtEl>
                                          <p:spTgt spid="48"/>
                                        </p:tgtEl>
                                      </p:cBhvr>
                                    </p:animEffect>
                                  </p:childTnLst>
                                </p:cTn>
                              </p:par>
                              <p:par>
                                <p:cTn id="49" presetID="12" presetClass="entr" presetSubtype="4" fill="hold" grpId="0" nodeType="with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500"/>
                                        <p:tgtEl>
                                          <p:spTgt spid="47"/>
                                        </p:tgtEl>
                                        <p:attrNameLst>
                                          <p:attrName>ppt_y</p:attrName>
                                        </p:attrNameLst>
                                      </p:cBhvr>
                                      <p:tavLst>
                                        <p:tav tm="0">
                                          <p:val>
                                            <p:strVal val="#ppt_y+#ppt_h*1.125000"/>
                                          </p:val>
                                        </p:tav>
                                        <p:tav tm="100000">
                                          <p:val>
                                            <p:strVal val="#ppt_y"/>
                                          </p:val>
                                        </p:tav>
                                      </p:tavLst>
                                    </p:anim>
                                    <p:animEffect transition="in" filter="wipe(up)">
                                      <p:cBhvr>
                                        <p:cTn id="52" dur="500"/>
                                        <p:tgtEl>
                                          <p:spTgt spid="47"/>
                                        </p:tgtEl>
                                      </p:cBhvr>
                                    </p:animEffect>
                                  </p:childTnLst>
                                </p:cTn>
                              </p:par>
                            </p:childTnLst>
                          </p:cTn>
                        </p:par>
                        <p:par>
                          <p:cTn id="53" fill="hold">
                            <p:stCondLst>
                              <p:cond delay="3500"/>
                            </p:stCondLst>
                            <p:childTnLst>
                              <p:par>
                                <p:cTn id="54" presetID="47" presetClass="entr" presetSubtype="0"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anim calcmode="lin" valueType="num">
                                      <p:cBhvr>
                                        <p:cTn id="57" dur="500" fill="hold"/>
                                        <p:tgtEl>
                                          <p:spTgt spid="26"/>
                                        </p:tgtEl>
                                        <p:attrNameLst>
                                          <p:attrName>ppt_x</p:attrName>
                                        </p:attrNameLst>
                                      </p:cBhvr>
                                      <p:tavLst>
                                        <p:tav tm="0">
                                          <p:val>
                                            <p:strVal val="#ppt_x"/>
                                          </p:val>
                                        </p:tav>
                                        <p:tav tm="100000">
                                          <p:val>
                                            <p:strVal val="#ppt_x"/>
                                          </p:val>
                                        </p:tav>
                                      </p:tavLst>
                                    </p:anim>
                                    <p:anim calcmode="lin" valueType="num">
                                      <p:cBhvr>
                                        <p:cTn id="58" dur="500" fill="hold"/>
                                        <p:tgtEl>
                                          <p:spTgt spid="26"/>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500"/>
                                        <p:tgtEl>
                                          <p:spTgt spid="24"/>
                                        </p:tgtEl>
                                      </p:cBhvr>
                                    </p:animEffect>
                                    <p:anim calcmode="lin" valueType="num">
                                      <p:cBhvr>
                                        <p:cTn id="62" dur="500" fill="hold"/>
                                        <p:tgtEl>
                                          <p:spTgt spid="24"/>
                                        </p:tgtEl>
                                        <p:attrNameLst>
                                          <p:attrName>ppt_x</p:attrName>
                                        </p:attrNameLst>
                                      </p:cBhvr>
                                      <p:tavLst>
                                        <p:tav tm="0">
                                          <p:val>
                                            <p:strVal val="#ppt_x"/>
                                          </p:val>
                                        </p:tav>
                                        <p:tav tm="100000">
                                          <p:val>
                                            <p:strVal val="#ppt_x"/>
                                          </p:val>
                                        </p:tav>
                                      </p:tavLst>
                                    </p:anim>
                                    <p:anim calcmode="lin" valueType="num">
                                      <p:cBhvr>
                                        <p:cTn id="63" dur="500" fill="hold"/>
                                        <p:tgtEl>
                                          <p:spTgt spid="24"/>
                                        </p:tgtEl>
                                        <p:attrNameLst>
                                          <p:attrName>ppt_y</p:attrName>
                                        </p:attrNameLst>
                                      </p:cBhvr>
                                      <p:tavLst>
                                        <p:tav tm="0">
                                          <p:val>
                                            <p:strVal val="#ppt_y+.1"/>
                                          </p:val>
                                        </p:tav>
                                        <p:tav tm="100000">
                                          <p:val>
                                            <p:strVal val="#ppt_y"/>
                                          </p:val>
                                        </p:tav>
                                      </p:tavLst>
                                    </p:anim>
                                  </p:childTnLst>
                                </p:cTn>
                              </p:par>
                            </p:childTnLst>
                          </p:cTn>
                        </p:par>
                        <p:par>
                          <p:cTn id="64" fill="hold">
                            <p:stCondLst>
                              <p:cond delay="4000"/>
                            </p:stCondLst>
                            <p:childTnLst>
                              <p:par>
                                <p:cTn id="65" presetID="47" presetClass="entr" presetSubtype="0" fill="hold" grpId="0"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500"/>
                                        <p:tgtEl>
                                          <p:spTgt spid="23"/>
                                        </p:tgtEl>
                                      </p:cBhvr>
                                    </p:animEffect>
                                    <p:anim calcmode="lin" valueType="num">
                                      <p:cBhvr>
                                        <p:cTn id="68" dur="500" fill="hold"/>
                                        <p:tgtEl>
                                          <p:spTgt spid="23"/>
                                        </p:tgtEl>
                                        <p:attrNameLst>
                                          <p:attrName>ppt_x</p:attrName>
                                        </p:attrNameLst>
                                      </p:cBhvr>
                                      <p:tavLst>
                                        <p:tav tm="0">
                                          <p:val>
                                            <p:strVal val="#ppt_x"/>
                                          </p:val>
                                        </p:tav>
                                        <p:tav tm="100000">
                                          <p:val>
                                            <p:strVal val="#ppt_x"/>
                                          </p:val>
                                        </p:tav>
                                      </p:tavLst>
                                    </p:anim>
                                    <p:anim calcmode="lin" valueType="num">
                                      <p:cBhvr>
                                        <p:cTn id="69" dur="500" fill="hold"/>
                                        <p:tgtEl>
                                          <p:spTgt spid="23"/>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anim calcmode="lin" valueType="num">
                                      <p:cBhvr>
                                        <p:cTn id="73" dur="500" fill="hold"/>
                                        <p:tgtEl>
                                          <p:spTgt spid="21"/>
                                        </p:tgtEl>
                                        <p:attrNameLst>
                                          <p:attrName>ppt_x</p:attrName>
                                        </p:attrNameLst>
                                      </p:cBhvr>
                                      <p:tavLst>
                                        <p:tav tm="0">
                                          <p:val>
                                            <p:strVal val="#ppt_x"/>
                                          </p:val>
                                        </p:tav>
                                        <p:tav tm="100000">
                                          <p:val>
                                            <p:strVal val="#ppt_x"/>
                                          </p:val>
                                        </p:tav>
                                      </p:tavLst>
                                    </p:anim>
                                    <p:anim calcmode="lin" valueType="num">
                                      <p:cBhvr>
                                        <p:cTn id="74" dur="500" fill="hold"/>
                                        <p:tgtEl>
                                          <p:spTgt spid="21"/>
                                        </p:tgtEl>
                                        <p:attrNameLst>
                                          <p:attrName>ppt_y</p:attrName>
                                        </p:attrNameLst>
                                      </p:cBhvr>
                                      <p:tavLst>
                                        <p:tav tm="0">
                                          <p:val>
                                            <p:strVal val="#ppt_y+.1"/>
                                          </p:val>
                                        </p:tav>
                                        <p:tav tm="100000">
                                          <p:val>
                                            <p:strVal val="#ppt_y"/>
                                          </p:val>
                                        </p:tav>
                                      </p:tavLst>
                                    </p:anim>
                                  </p:childTnLst>
                                </p:cTn>
                              </p:par>
                            </p:childTnLst>
                          </p:cTn>
                        </p:par>
                        <p:par>
                          <p:cTn id="75" fill="hold">
                            <p:stCondLst>
                              <p:cond delay="4500"/>
                            </p:stCondLst>
                            <p:childTnLst>
                              <p:par>
                                <p:cTn id="76" presetID="47" presetClass="entr" presetSubtype="0" fill="hold" grpId="0" nodeType="afterEffect">
                                  <p:stCondLst>
                                    <p:cond delay="0"/>
                                  </p:stCondLst>
                                  <p:childTnLst>
                                    <p:set>
                                      <p:cBhvr>
                                        <p:cTn id="77" dur="1" fill="hold">
                                          <p:stCondLst>
                                            <p:cond delay="0"/>
                                          </p:stCondLst>
                                        </p:cTn>
                                        <p:tgtEl>
                                          <p:spTgt spid="32"/>
                                        </p:tgtEl>
                                        <p:attrNameLst>
                                          <p:attrName>style.visibility</p:attrName>
                                        </p:attrNameLst>
                                      </p:cBhvr>
                                      <p:to>
                                        <p:strVal val="visible"/>
                                      </p:to>
                                    </p:set>
                                    <p:animEffect transition="in" filter="fade">
                                      <p:cBhvr>
                                        <p:cTn id="78" dur="500"/>
                                        <p:tgtEl>
                                          <p:spTgt spid="32"/>
                                        </p:tgtEl>
                                      </p:cBhvr>
                                    </p:animEffect>
                                    <p:anim calcmode="lin" valueType="num">
                                      <p:cBhvr>
                                        <p:cTn id="79" dur="500" fill="hold"/>
                                        <p:tgtEl>
                                          <p:spTgt spid="32"/>
                                        </p:tgtEl>
                                        <p:attrNameLst>
                                          <p:attrName>ppt_x</p:attrName>
                                        </p:attrNameLst>
                                      </p:cBhvr>
                                      <p:tavLst>
                                        <p:tav tm="0">
                                          <p:val>
                                            <p:strVal val="#ppt_x"/>
                                          </p:val>
                                        </p:tav>
                                        <p:tav tm="100000">
                                          <p:val>
                                            <p:strVal val="#ppt_x"/>
                                          </p:val>
                                        </p:tav>
                                      </p:tavLst>
                                    </p:anim>
                                    <p:anim calcmode="lin" valueType="num">
                                      <p:cBhvr>
                                        <p:cTn id="80" dur="500" fill="hold"/>
                                        <p:tgtEl>
                                          <p:spTgt spid="32"/>
                                        </p:tgtEl>
                                        <p:attrNameLst>
                                          <p:attrName>ppt_y</p:attrName>
                                        </p:attrNameLst>
                                      </p:cBhvr>
                                      <p:tavLst>
                                        <p:tav tm="0">
                                          <p:val>
                                            <p:strVal val="#ppt_y-.1"/>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anim calcmode="lin" valueType="num">
                                      <p:cBhvr>
                                        <p:cTn id="84" dur="500" fill="hold"/>
                                        <p:tgtEl>
                                          <p:spTgt spid="31"/>
                                        </p:tgtEl>
                                        <p:attrNameLst>
                                          <p:attrName>ppt_x</p:attrName>
                                        </p:attrNameLst>
                                      </p:cBhvr>
                                      <p:tavLst>
                                        <p:tav tm="0">
                                          <p:val>
                                            <p:strVal val="#ppt_x"/>
                                          </p:val>
                                        </p:tav>
                                        <p:tav tm="100000">
                                          <p:val>
                                            <p:strVal val="#ppt_x"/>
                                          </p:val>
                                        </p:tav>
                                      </p:tavLst>
                                    </p:anim>
                                    <p:anim calcmode="lin" valueType="num">
                                      <p:cBhvr>
                                        <p:cTn id="85" dur="500" fill="hold"/>
                                        <p:tgtEl>
                                          <p:spTgt spid="31"/>
                                        </p:tgtEl>
                                        <p:attrNameLst>
                                          <p:attrName>ppt_y</p:attrName>
                                        </p:attrNameLst>
                                      </p:cBhvr>
                                      <p:tavLst>
                                        <p:tav tm="0">
                                          <p:val>
                                            <p:strVal val="#ppt_y+.1"/>
                                          </p:val>
                                        </p:tav>
                                        <p:tav tm="100000">
                                          <p:val>
                                            <p:strVal val="#ppt_y"/>
                                          </p:val>
                                        </p:tav>
                                      </p:tavLst>
                                    </p:anim>
                                  </p:childTnLst>
                                </p:cTn>
                              </p:par>
                            </p:childTnLst>
                          </p:cTn>
                        </p:par>
                        <p:par>
                          <p:cTn id="86" fill="hold">
                            <p:stCondLst>
                              <p:cond delay="5000"/>
                            </p:stCondLst>
                            <p:childTnLst>
                              <p:par>
                                <p:cTn id="87" presetID="47" presetClass="entr" presetSubtype="0" fill="hold" grpId="0" nodeType="after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anim calcmode="lin" valueType="num">
                                      <p:cBhvr>
                                        <p:cTn id="90" dur="500" fill="hold"/>
                                        <p:tgtEl>
                                          <p:spTgt spid="30"/>
                                        </p:tgtEl>
                                        <p:attrNameLst>
                                          <p:attrName>ppt_x</p:attrName>
                                        </p:attrNameLst>
                                      </p:cBhvr>
                                      <p:tavLst>
                                        <p:tav tm="0">
                                          <p:val>
                                            <p:strVal val="#ppt_x"/>
                                          </p:val>
                                        </p:tav>
                                        <p:tav tm="100000">
                                          <p:val>
                                            <p:strVal val="#ppt_x"/>
                                          </p:val>
                                        </p:tav>
                                      </p:tavLst>
                                    </p:anim>
                                    <p:anim calcmode="lin" valueType="num">
                                      <p:cBhvr>
                                        <p:cTn id="91" dur="500" fill="hold"/>
                                        <p:tgtEl>
                                          <p:spTgt spid="30"/>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anim calcmode="lin" valueType="num">
                                      <p:cBhvr>
                                        <p:cTn id="95" dur="500" fill="hold"/>
                                        <p:tgtEl>
                                          <p:spTgt spid="29"/>
                                        </p:tgtEl>
                                        <p:attrNameLst>
                                          <p:attrName>ppt_x</p:attrName>
                                        </p:attrNameLst>
                                      </p:cBhvr>
                                      <p:tavLst>
                                        <p:tav tm="0">
                                          <p:val>
                                            <p:strVal val="#ppt_x"/>
                                          </p:val>
                                        </p:tav>
                                        <p:tav tm="100000">
                                          <p:val>
                                            <p:strVal val="#ppt_x"/>
                                          </p:val>
                                        </p:tav>
                                      </p:tavLst>
                                    </p:anim>
                                    <p:anim calcmode="lin" valueType="num">
                                      <p:cBhvr>
                                        <p:cTn id="96" dur="500" fill="hold"/>
                                        <p:tgtEl>
                                          <p:spTgt spid="29"/>
                                        </p:tgtEl>
                                        <p:attrNameLst>
                                          <p:attrName>ppt_y</p:attrName>
                                        </p:attrNameLst>
                                      </p:cBhvr>
                                      <p:tavLst>
                                        <p:tav tm="0">
                                          <p:val>
                                            <p:strVal val="#ppt_y+.1"/>
                                          </p:val>
                                        </p:tav>
                                        <p:tav tm="100000">
                                          <p:val>
                                            <p:strVal val="#ppt_y"/>
                                          </p:val>
                                        </p:tav>
                                      </p:tavLst>
                                    </p:anim>
                                  </p:childTnLst>
                                </p:cTn>
                              </p:par>
                            </p:childTnLst>
                          </p:cTn>
                        </p:par>
                        <p:par>
                          <p:cTn id="97" fill="hold">
                            <p:stCondLst>
                              <p:cond delay="5500"/>
                            </p:stCondLst>
                            <p:childTnLst>
                              <p:par>
                                <p:cTn id="98" presetID="47" presetClass="entr" presetSubtype="0" fill="hold" grpId="0" nodeType="afterEffect">
                                  <p:stCondLst>
                                    <p:cond delay="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500"/>
                                        <p:tgtEl>
                                          <p:spTgt spid="36"/>
                                        </p:tgtEl>
                                      </p:cBhvr>
                                    </p:animEffect>
                                    <p:anim calcmode="lin" valueType="num">
                                      <p:cBhvr>
                                        <p:cTn id="101" dur="500" fill="hold"/>
                                        <p:tgtEl>
                                          <p:spTgt spid="36"/>
                                        </p:tgtEl>
                                        <p:attrNameLst>
                                          <p:attrName>ppt_x</p:attrName>
                                        </p:attrNameLst>
                                      </p:cBhvr>
                                      <p:tavLst>
                                        <p:tav tm="0">
                                          <p:val>
                                            <p:strVal val="#ppt_x"/>
                                          </p:val>
                                        </p:tav>
                                        <p:tav tm="100000">
                                          <p:val>
                                            <p:strVal val="#ppt_x"/>
                                          </p:val>
                                        </p:tav>
                                      </p:tavLst>
                                    </p:anim>
                                    <p:anim calcmode="lin" valueType="num">
                                      <p:cBhvr>
                                        <p:cTn id="102" dur="500" fill="hold"/>
                                        <p:tgtEl>
                                          <p:spTgt spid="36"/>
                                        </p:tgtEl>
                                        <p:attrNameLst>
                                          <p:attrName>ppt_y</p:attrName>
                                        </p:attrNameLst>
                                      </p:cBhvr>
                                      <p:tavLst>
                                        <p:tav tm="0">
                                          <p:val>
                                            <p:strVal val="#ppt_y-.1"/>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35"/>
                                        </p:tgtEl>
                                        <p:attrNameLst>
                                          <p:attrName>style.visibility</p:attrName>
                                        </p:attrNameLst>
                                      </p:cBhvr>
                                      <p:to>
                                        <p:strVal val="visible"/>
                                      </p:to>
                                    </p:set>
                                    <p:animEffect transition="in" filter="fade">
                                      <p:cBhvr>
                                        <p:cTn id="105" dur="500"/>
                                        <p:tgtEl>
                                          <p:spTgt spid="35"/>
                                        </p:tgtEl>
                                      </p:cBhvr>
                                    </p:animEffect>
                                    <p:anim calcmode="lin" valueType="num">
                                      <p:cBhvr>
                                        <p:cTn id="106" dur="500" fill="hold"/>
                                        <p:tgtEl>
                                          <p:spTgt spid="35"/>
                                        </p:tgtEl>
                                        <p:attrNameLst>
                                          <p:attrName>ppt_x</p:attrName>
                                        </p:attrNameLst>
                                      </p:cBhvr>
                                      <p:tavLst>
                                        <p:tav tm="0">
                                          <p:val>
                                            <p:strVal val="#ppt_x"/>
                                          </p:val>
                                        </p:tav>
                                        <p:tav tm="100000">
                                          <p:val>
                                            <p:strVal val="#ppt_x"/>
                                          </p:val>
                                        </p:tav>
                                      </p:tavLst>
                                    </p:anim>
                                    <p:anim calcmode="lin" valueType="num">
                                      <p:cBhvr>
                                        <p:cTn id="107" dur="500" fill="hold"/>
                                        <p:tgtEl>
                                          <p:spTgt spid="35"/>
                                        </p:tgtEl>
                                        <p:attrNameLst>
                                          <p:attrName>ppt_y</p:attrName>
                                        </p:attrNameLst>
                                      </p:cBhvr>
                                      <p:tavLst>
                                        <p:tav tm="0">
                                          <p:val>
                                            <p:strVal val="#ppt_y+.1"/>
                                          </p:val>
                                        </p:tav>
                                        <p:tav tm="100000">
                                          <p:val>
                                            <p:strVal val="#ppt_y"/>
                                          </p:val>
                                        </p:tav>
                                      </p:tavLst>
                                    </p:anim>
                                  </p:childTnLst>
                                </p:cTn>
                              </p:par>
                            </p:childTnLst>
                          </p:cTn>
                        </p:par>
                        <p:par>
                          <p:cTn id="108" fill="hold">
                            <p:stCondLst>
                              <p:cond delay="6000"/>
                            </p:stCondLst>
                            <p:childTnLst>
                              <p:par>
                                <p:cTn id="109" presetID="47" presetClass="entr" presetSubtype="0" fill="hold" grpId="0" nodeType="afterEffect">
                                  <p:stCondLst>
                                    <p:cond delay="0"/>
                                  </p:stCondLst>
                                  <p:childTnLst>
                                    <p:set>
                                      <p:cBhvr>
                                        <p:cTn id="110" dur="1" fill="hold">
                                          <p:stCondLst>
                                            <p:cond delay="0"/>
                                          </p:stCondLst>
                                        </p:cTn>
                                        <p:tgtEl>
                                          <p:spTgt spid="34"/>
                                        </p:tgtEl>
                                        <p:attrNameLst>
                                          <p:attrName>style.visibility</p:attrName>
                                        </p:attrNameLst>
                                      </p:cBhvr>
                                      <p:to>
                                        <p:strVal val="visible"/>
                                      </p:to>
                                    </p:set>
                                    <p:animEffect transition="in" filter="fade">
                                      <p:cBhvr>
                                        <p:cTn id="111" dur="500"/>
                                        <p:tgtEl>
                                          <p:spTgt spid="34"/>
                                        </p:tgtEl>
                                      </p:cBhvr>
                                    </p:animEffect>
                                    <p:anim calcmode="lin" valueType="num">
                                      <p:cBhvr>
                                        <p:cTn id="112" dur="500" fill="hold"/>
                                        <p:tgtEl>
                                          <p:spTgt spid="34"/>
                                        </p:tgtEl>
                                        <p:attrNameLst>
                                          <p:attrName>ppt_x</p:attrName>
                                        </p:attrNameLst>
                                      </p:cBhvr>
                                      <p:tavLst>
                                        <p:tav tm="0">
                                          <p:val>
                                            <p:strVal val="#ppt_x"/>
                                          </p:val>
                                        </p:tav>
                                        <p:tav tm="100000">
                                          <p:val>
                                            <p:strVal val="#ppt_x"/>
                                          </p:val>
                                        </p:tav>
                                      </p:tavLst>
                                    </p:anim>
                                    <p:anim calcmode="lin" valueType="num">
                                      <p:cBhvr>
                                        <p:cTn id="113" dur="500" fill="hold"/>
                                        <p:tgtEl>
                                          <p:spTgt spid="34"/>
                                        </p:tgtEl>
                                        <p:attrNameLst>
                                          <p:attrName>ppt_y</p:attrName>
                                        </p:attrNameLst>
                                      </p:cBhvr>
                                      <p:tavLst>
                                        <p:tav tm="0">
                                          <p:val>
                                            <p:strVal val="#ppt_y-.1"/>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500"/>
                                        <p:tgtEl>
                                          <p:spTgt spid="33"/>
                                        </p:tgtEl>
                                      </p:cBhvr>
                                    </p:animEffect>
                                    <p:anim calcmode="lin" valueType="num">
                                      <p:cBhvr>
                                        <p:cTn id="117" dur="500" fill="hold"/>
                                        <p:tgtEl>
                                          <p:spTgt spid="33"/>
                                        </p:tgtEl>
                                        <p:attrNameLst>
                                          <p:attrName>ppt_x</p:attrName>
                                        </p:attrNameLst>
                                      </p:cBhvr>
                                      <p:tavLst>
                                        <p:tav tm="0">
                                          <p:val>
                                            <p:strVal val="#ppt_x"/>
                                          </p:val>
                                        </p:tav>
                                        <p:tav tm="100000">
                                          <p:val>
                                            <p:strVal val="#ppt_x"/>
                                          </p:val>
                                        </p:tav>
                                      </p:tavLst>
                                    </p:anim>
                                    <p:anim calcmode="lin" valueType="num">
                                      <p:cBhvr>
                                        <p:cTn id="118" dur="5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40" grpId="0" animBg="1"/>
      <p:bldP spid="42" grpId="0" animBg="1"/>
      <p:bldP spid="43" grpId="0" animBg="1"/>
      <p:bldP spid="47" grpId="0" animBg="1"/>
      <p:bldP spid="48" grpId="0" animBg="1"/>
      <p:bldP spid="49" grpId="0" animBg="1"/>
      <p:bldP spid="21" grpId="0"/>
      <p:bldP spid="23" grpId="0"/>
      <p:bldP spid="24" grpId="0"/>
      <p:bldP spid="26" grpId="0"/>
      <p:bldP spid="29" grpId="0"/>
      <p:bldP spid="30" grpId="0"/>
      <p:bldP spid="31" grpId="0"/>
      <p:bldP spid="32" grpId="0"/>
      <p:bldP spid="33" grpId="0"/>
      <p:bldP spid="34" grpId="0"/>
      <p:bldP spid="35" grpId="0"/>
      <p:bldP spid="36"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grpSp>
        <p:nvGrpSpPr>
          <p:cNvPr id="6" name="组合 5"/>
          <p:cNvGrpSpPr>
            <a:grpSpLocks noChangeAspect="1"/>
          </p:cNvGrpSpPr>
          <p:nvPr/>
        </p:nvGrpSpPr>
        <p:grpSpPr>
          <a:xfrm>
            <a:off x="1196486" y="2078913"/>
            <a:ext cx="2278000" cy="2278000"/>
            <a:chOff x="11219608" y="1032668"/>
            <a:chExt cx="3313113" cy="3313114"/>
          </a:xfrm>
        </p:grpSpPr>
        <p:sp>
          <p:nvSpPr>
            <p:cNvPr id="7" name="Freeform 7"/>
            <p:cNvSpPr>
              <a:spLocks/>
            </p:cNvSpPr>
            <p:nvPr/>
          </p:nvSpPr>
          <p:spPr bwMode="auto">
            <a:xfrm>
              <a:off x="11741896" y="1032669"/>
              <a:ext cx="2790825" cy="3313113"/>
            </a:xfrm>
            <a:custGeom>
              <a:avLst/>
              <a:gdLst>
                <a:gd name="T0" fmla="*/ 0 w 3515"/>
                <a:gd name="T1" fmla="*/ 3609 h 4173"/>
                <a:gd name="T2" fmla="*/ 163 w 3515"/>
                <a:gd name="T3" fmla="*/ 3747 h 4173"/>
                <a:gd name="T4" fmla="*/ 336 w 3515"/>
                <a:gd name="T5" fmla="*/ 3866 h 4173"/>
                <a:gd name="T6" fmla="*/ 516 w 3515"/>
                <a:gd name="T7" fmla="*/ 3966 h 4173"/>
                <a:gd name="T8" fmla="*/ 704 w 3515"/>
                <a:gd name="T9" fmla="*/ 4045 h 4173"/>
                <a:gd name="T10" fmla="*/ 898 w 3515"/>
                <a:gd name="T11" fmla="*/ 4106 h 4173"/>
                <a:gd name="T12" fmla="*/ 1094 w 3515"/>
                <a:gd name="T13" fmla="*/ 4148 h 4173"/>
                <a:gd name="T14" fmla="*/ 1294 w 3515"/>
                <a:gd name="T15" fmla="*/ 4170 h 4173"/>
                <a:gd name="T16" fmla="*/ 1493 w 3515"/>
                <a:gd name="T17" fmla="*/ 4173 h 4173"/>
                <a:gd name="T18" fmla="*/ 1693 w 3515"/>
                <a:gd name="T19" fmla="*/ 4158 h 4173"/>
                <a:gd name="T20" fmla="*/ 1891 w 3515"/>
                <a:gd name="T21" fmla="*/ 4123 h 4173"/>
                <a:gd name="T22" fmla="*/ 2085 w 3515"/>
                <a:gd name="T23" fmla="*/ 4070 h 4173"/>
                <a:gd name="T24" fmla="*/ 2275 w 3515"/>
                <a:gd name="T25" fmla="*/ 3997 h 4173"/>
                <a:gd name="T26" fmla="*/ 2457 w 3515"/>
                <a:gd name="T27" fmla="*/ 3905 h 4173"/>
                <a:gd name="T28" fmla="*/ 2632 w 3515"/>
                <a:gd name="T29" fmla="*/ 3793 h 4173"/>
                <a:gd name="T30" fmla="*/ 2797 w 3515"/>
                <a:gd name="T31" fmla="*/ 3665 h 4173"/>
                <a:gd name="T32" fmla="*/ 2951 w 3515"/>
                <a:gd name="T33" fmla="*/ 3517 h 4173"/>
                <a:gd name="T34" fmla="*/ 3089 w 3515"/>
                <a:gd name="T35" fmla="*/ 3354 h 4173"/>
                <a:gd name="T36" fmla="*/ 3208 w 3515"/>
                <a:gd name="T37" fmla="*/ 3181 h 4173"/>
                <a:gd name="T38" fmla="*/ 3306 w 3515"/>
                <a:gd name="T39" fmla="*/ 3000 h 4173"/>
                <a:gd name="T40" fmla="*/ 3386 w 3515"/>
                <a:gd name="T41" fmla="*/ 2812 h 4173"/>
                <a:gd name="T42" fmla="*/ 3448 w 3515"/>
                <a:gd name="T43" fmla="*/ 2618 h 4173"/>
                <a:gd name="T44" fmla="*/ 3488 w 3515"/>
                <a:gd name="T45" fmla="*/ 2421 h 4173"/>
                <a:gd name="T46" fmla="*/ 3511 w 3515"/>
                <a:gd name="T47" fmla="*/ 2223 h 4173"/>
                <a:gd name="T48" fmla="*/ 3515 w 3515"/>
                <a:gd name="T49" fmla="*/ 2021 h 4173"/>
                <a:gd name="T50" fmla="*/ 3500 w 3515"/>
                <a:gd name="T51" fmla="*/ 1822 h 4173"/>
                <a:gd name="T52" fmla="*/ 3463 w 3515"/>
                <a:gd name="T53" fmla="*/ 1624 h 4173"/>
                <a:gd name="T54" fmla="*/ 3409 w 3515"/>
                <a:gd name="T55" fmla="*/ 1430 h 4173"/>
                <a:gd name="T56" fmla="*/ 3337 w 3515"/>
                <a:gd name="T57" fmla="*/ 1242 h 4173"/>
                <a:gd name="T58" fmla="*/ 3246 w 3515"/>
                <a:gd name="T59" fmla="*/ 1060 h 4173"/>
                <a:gd name="T60" fmla="*/ 3135 w 3515"/>
                <a:gd name="T61" fmla="*/ 885 h 4173"/>
                <a:gd name="T62" fmla="*/ 3006 w 3515"/>
                <a:gd name="T63" fmla="*/ 720 h 4173"/>
                <a:gd name="T64" fmla="*/ 2857 w 3515"/>
                <a:gd name="T65" fmla="*/ 566 h 4173"/>
                <a:gd name="T66" fmla="*/ 2707 w 3515"/>
                <a:gd name="T67" fmla="*/ 438 h 4173"/>
                <a:gd name="T68" fmla="*/ 2545 w 3515"/>
                <a:gd name="T69" fmla="*/ 324 h 4173"/>
                <a:gd name="T70" fmla="*/ 2375 w 3515"/>
                <a:gd name="T71" fmla="*/ 228 h 4173"/>
                <a:gd name="T72" fmla="*/ 2196 w 3515"/>
                <a:gd name="T73" fmla="*/ 148 h 4173"/>
                <a:gd name="T74" fmla="*/ 2012 w 3515"/>
                <a:gd name="T75" fmla="*/ 84 h 4173"/>
                <a:gd name="T76" fmla="*/ 1822 w 3515"/>
                <a:gd name="T77" fmla="*/ 38 h 4173"/>
                <a:gd name="T78" fmla="*/ 1626 w 3515"/>
                <a:gd name="T79" fmla="*/ 9 h 4173"/>
                <a:gd name="T80" fmla="*/ 1428 w 3515"/>
                <a:gd name="T81" fmla="*/ 0 h 4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15" h="4173">
                  <a:moveTo>
                    <a:pt x="1428" y="2087"/>
                  </a:moveTo>
                  <a:lnTo>
                    <a:pt x="0" y="3609"/>
                  </a:lnTo>
                  <a:lnTo>
                    <a:pt x="80" y="3680"/>
                  </a:lnTo>
                  <a:lnTo>
                    <a:pt x="163" y="3747"/>
                  </a:lnTo>
                  <a:lnTo>
                    <a:pt x="247" y="3809"/>
                  </a:lnTo>
                  <a:lnTo>
                    <a:pt x="336" y="3866"/>
                  </a:lnTo>
                  <a:lnTo>
                    <a:pt x="426" y="3918"/>
                  </a:lnTo>
                  <a:lnTo>
                    <a:pt x="516" y="3966"/>
                  </a:lnTo>
                  <a:lnTo>
                    <a:pt x="610" y="4008"/>
                  </a:lnTo>
                  <a:lnTo>
                    <a:pt x="704" y="4045"/>
                  </a:lnTo>
                  <a:lnTo>
                    <a:pt x="800" y="4077"/>
                  </a:lnTo>
                  <a:lnTo>
                    <a:pt x="898" y="4106"/>
                  </a:lnTo>
                  <a:lnTo>
                    <a:pt x="996" y="4129"/>
                  </a:lnTo>
                  <a:lnTo>
                    <a:pt x="1094" y="4148"/>
                  </a:lnTo>
                  <a:lnTo>
                    <a:pt x="1194" y="4162"/>
                  </a:lnTo>
                  <a:lnTo>
                    <a:pt x="1294" y="4170"/>
                  </a:lnTo>
                  <a:lnTo>
                    <a:pt x="1393" y="4173"/>
                  </a:lnTo>
                  <a:lnTo>
                    <a:pt x="1493" y="4173"/>
                  </a:lnTo>
                  <a:lnTo>
                    <a:pt x="1593" y="4168"/>
                  </a:lnTo>
                  <a:lnTo>
                    <a:pt x="1693" y="4158"/>
                  </a:lnTo>
                  <a:lnTo>
                    <a:pt x="1793" y="4143"/>
                  </a:lnTo>
                  <a:lnTo>
                    <a:pt x="1891" y="4123"/>
                  </a:lnTo>
                  <a:lnTo>
                    <a:pt x="1989" y="4099"/>
                  </a:lnTo>
                  <a:lnTo>
                    <a:pt x="2085" y="4070"/>
                  </a:lnTo>
                  <a:lnTo>
                    <a:pt x="2181" y="4035"/>
                  </a:lnTo>
                  <a:lnTo>
                    <a:pt x="2275" y="3997"/>
                  </a:lnTo>
                  <a:lnTo>
                    <a:pt x="2367" y="3953"/>
                  </a:lnTo>
                  <a:lnTo>
                    <a:pt x="2457" y="3905"/>
                  </a:lnTo>
                  <a:lnTo>
                    <a:pt x="2545" y="3851"/>
                  </a:lnTo>
                  <a:lnTo>
                    <a:pt x="2632" y="3793"/>
                  </a:lnTo>
                  <a:lnTo>
                    <a:pt x="2714" y="3732"/>
                  </a:lnTo>
                  <a:lnTo>
                    <a:pt x="2797" y="3665"/>
                  </a:lnTo>
                  <a:lnTo>
                    <a:pt x="2874" y="3594"/>
                  </a:lnTo>
                  <a:lnTo>
                    <a:pt x="2951" y="3517"/>
                  </a:lnTo>
                  <a:lnTo>
                    <a:pt x="3022" y="3436"/>
                  </a:lnTo>
                  <a:lnTo>
                    <a:pt x="3089" y="3354"/>
                  </a:lnTo>
                  <a:lnTo>
                    <a:pt x="3150" y="3267"/>
                  </a:lnTo>
                  <a:lnTo>
                    <a:pt x="3208" y="3181"/>
                  </a:lnTo>
                  <a:lnTo>
                    <a:pt x="3260" y="3091"/>
                  </a:lnTo>
                  <a:lnTo>
                    <a:pt x="3306" y="3000"/>
                  </a:lnTo>
                  <a:lnTo>
                    <a:pt x="3350" y="2906"/>
                  </a:lnTo>
                  <a:lnTo>
                    <a:pt x="3386" y="2812"/>
                  </a:lnTo>
                  <a:lnTo>
                    <a:pt x="3419" y="2716"/>
                  </a:lnTo>
                  <a:lnTo>
                    <a:pt x="3448" y="2618"/>
                  </a:lnTo>
                  <a:lnTo>
                    <a:pt x="3471" y="2520"/>
                  </a:lnTo>
                  <a:lnTo>
                    <a:pt x="3488" y="2421"/>
                  </a:lnTo>
                  <a:lnTo>
                    <a:pt x="3504" y="2323"/>
                  </a:lnTo>
                  <a:lnTo>
                    <a:pt x="3511" y="2223"/>
                  </a:lnTo>
                  <a:lnTo>
                    <a:pt x="3515" y="2121"/>
                  </a:lnTo>
                  <a:lnTo>
                    <a:pt x="3515" y="2021"/>
                  </a:lnTo>
                  <a:lnTo>
                    <a:pt x="3509" y="1922"/>
                  </a:lnTo>
                  <a:lnTo>
                    <a:pt x="3500" y="1822"/>
                  </a:lnTo>
                  <a:lnTo>
                    <a:pt x="3484" y="1724"/>
                  </a:lnTo>
                  <a:lnTo>
                    <a:pt x="3463" y="1624"/>
                  </a:lnTo>
                  <a:lnTo>
                    <a:pt x="3440" y="1528"/>
                  </a:lnTo>
                  <a:lnTo>
                    <a:pt x="3409" y="1430"/>
                  </a:lnTo>
                  <a:lnTo>
                    <a:pt x="3377" y="1336"/>
                  </a:lnTo>
                  <a:lnTo>
                    <a:pt x="3337" y="1242"/>
                  </a:lnTo>
                  <a:lnTo>
                    <a:pt x="3294" y="1150"/>
                  </a:lnTo>
                  <a:lnTo>
                    <a:pt x="3246" y="1060"/>
                  </a:lnTo>
                  <a:lnTo>
                    <a:pt x="3193" y="971"/>
                  </a:lnTo>
                  <a:lnTo>
                    <a:pt x="3135" y="885"/>
                  </a:lnTo>
                  <a:lnTo>
                    <a:pt x="3073" y="800"/>
                  </a:lnTo>
                  <a:lnTo>
                    <a:pt x="3006" y="720"/>
                  </a:lnTo>
                  <a:lnTo>
                    <a:pt x="2933" y="641"/>
                  </a:lnTo>
                  <a:lnTo>
                    <a:pt x="2857" y="566"/>
                  </a:lnTo>
                  <a:lnTo>
                    <a:pt x="2784" y="499"/>
                  </a:lnTo>
                  <a:lnTo>
                    <a:pt x="2707" y="438"/>
                  </a:lnTo>
                  <a:lnTo>
                    <a:pt x="2628" y="380"/>
                  </a:lnTo>
                  <a:lnTo>
                    <a:pt x="2545" y="324"/>
                  </a:lnTo>
                  <a:lnTo>
                    <a:pt x="2461" y="274"/>
                  </a:lnTo>
                  <a:lnTo>
                    <a:pt x="2375" y="228"/>
                  </a:lnTo>
                  <a:lnTo>
                    <a:pt x="2286" y="186"/>
                  </a:lnTo>
                  <a:lnTo>
                    <a:pt x="2196" y="148"/>
                  </a:lnTo>
                  <a:lnTo>
                    <a:pt x="2106" y="113"/>
                  </a:lnTo>
                  <a:lnTo>
                    <a:pt x="2012" y="84"/>
                  </a:lnTo>
                  <a:lnTo>
                    <a:pt x="1918" y="59"/>
                  </a:lnTo>
                  <a:lnTo>
                    <a:pt x="1822" y="38"/>
                  </a:lnTo>
                  <a:lnTo>
                    <a:pt x="1724" y="21"/>
                  </a:lnTo>
                  <a:lnTo>
                    <a:pt x="1626" y="9"/>
                  </a:lnTo>
                  <a:lnTo>
                    <a:pt x="1528" y="4"/>
                  </a:lnTo>
                  <a:lnTo>
                    <a:pt x="1428" y="0"/>
                  </a:lnTo>
                  <a:lnTo>
                    <a:pt x="1428" y="2087"/>
                  </a:lnTo>
                  <a:close/>
                </a:path>
              </a:pathLst>
            </a:custGeom>
            <a:solidFill>
              <a:srgbClr val="0E81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 name="Freeform 8"/>
            <p:cNvSpPr>
              <a:spLocks/>
            </p:cNvSpPr>
            <p:nvPr/>
          </p:nvSpPr>
          <p:spPr bwMode="auto">
            <a:xfrm>
              <a:off x="11219608" y="1032668"/>
              <a:ext cx="1655763" cy="2863850"/>
            </a:xfrm>
            <a:custGeom>
              <a:avLst/>
              <a:gdLst>
                <a:gd name="T0" fmla="*/ 2087 w 2087"/>
                <a:gd name="T1" fmla="*/ 2087 h 3609"/>
                <a:gd name="T2" fmla="*/ 2087 w 2087"/>
                <a:gd name="T3" fmla="*/ 0 h 3609"/>
                <a:gd name="T4" fmla="*/ 1980 w 2087"/>
                <a:gd name="T5" fmla="*/ 4 h 3609"/>
                <a:gd name="T6" fmla="*/ 1874 w 2087"/>
                <a:gd name="T7" fmla="*/ 11 h 3609"/>
                <a:gd name="T8" fmla="*/ 1770 w 2087"/>
                <a:gd name="T9" fmla="*/ 25 h 3609"/>
                <a:gd name="T10" fmla="*/ 1667 w 2087"/>
                <a:gd name="T11" fmla="*/ 42 h 3609"/>
                <a:gd name="T12" fmla="*/ 1567 w 2087"/>
                <a:gd name="T13" fmla="*/ 67 h 3609"/>
                <a:gd name="T14" fmla="*/ 1467 w 2087"/>
                <a:gd name="T15" fmla="*/ 94 h 3609"/>
                <a:gd name="T16" fmla="*/ 1369 w 2087"/>
                <a:gd name="T17" fmla="*/ 127 h 3609"/>
                <a:gd name="T18" fmla="*/ 1275 w 2087"/>
                <a:gd name="T19" fmla="*/ 165 h 3609"/>
                <a:gd name="T20" fmla="*/ 1183 w 2087"/>
                <a:gd name="T21" fmla="*/ 207 h 3609"/>
                <a:gd name="T22" fmla="*/ 1092 w 2087"/>
                <a:gd name="T23" fmla="*/ 253 h 3609"/>
                <a:gd name="T24" fmla="*/ 1006 w 2087"/>
                <a:gd name="T25" fmla="*/ 303 h 3609"/>
                <a:gd name="T26" fmla="*/ 920 w 2087"/>
                <a:gd name="T27" fmla="*/ 357 h 3609"/>
                <a:gd name="T28" fmla="*/ 839 w 2087"/>
                <a:gd name="T29" fmla="*/ 415 h 3609"/>
                <a:gd name="T30" fmla="*/ 760 w 2087"/>
                <a:gd name="T31" fmla="*/ 478 h 3609"/>
                <a:gd name="T32" fmla="*/ 684 w 2087"/>
                <a:gd name="T33" fmla="*/ 543 h 3609"/>
                <a:gd name="T34" fmla="*/ 613 w 2087"/>
                <a:gd name="T35" fmla="*/ 612 h 3609"/>
                <a:gd name="T36" fmla="*/ 543 w 2087"/>
                <a:gd name="T37" fmla="*/ 685 h 3609"/>
                <a:gd name="T38" fmla="*/ 476 w 2087"/>
                <a:gd name="T39" fmla="*/ 760 h 3609"/>
                <a:gd name="T40" fmla="*/ 415 w 2087"/>
                <a:gd name="T41" fmla="*/ 839 h 3609"/>
                <a:gd name="T42" fmla="*/ 357 w 2087"/>
                <a:gd name="T43" fmla="*/ 921 h 3609"/>
                <a:gd name="T44" fmla="*/ 301 w 2087"/>
                <a:gd name="T45" fmla="*/ 1006 h 3609"/>
                <a:gd name="T46" fmla="*/ 252 w 2087"/>
                <a:gd name="T47" fmla="*/ 1092 h 3609"/>
                <a:gd name="T48" fmla="*/ 205 w 2087"/>
                <a:gd name="T49" fmla="*/ 1182 h 3609"/>
                <a:gd name="T50" fmla="*/ 165 w 2087"/>
                <a:gd name="T51" fmla="*/ 1275 h 3609"/>
                <a:gd name="T52" fmla="*/ 127 w 2087"/>
                <a:gd name="T53" fmla="*/ 1371 h 3609"/>
                <a:gd name="T54" fmla="*/ 94 w 2087"/>
                <a:gd name="T55" fmla="*/ 1467 h 3609"/>
                <a:gd name="T56" fmla="*/ 65 w 2087"/>
                <a:gd name="T57" fmla="*/ 1566 h 3609"/>
                <a:gd name="T58" fmla="*/ 42 w 2087"/>
                <a:gd name="T59" fmla="*/ 1666 h 3609"/>
                <a:gd name="T60" fmla="*/ 25 w 2087"/>
                <a:gd name="T61" fmla="*/ 1770 h 3609"/>
                <a:gd name="T62" fmla="*/ 12 w 2087"/>
                <a:gd name="T63" fmla="*/ 1874 h 3609"/>
                <a:gd name="T64" fmla="*/ 4 w 2087"/>
                <a:gd name="T65" fmla="*/ 1981 h 3609"/>
                <a:gd name="T66" fmla="*/ 0 w 2087"/>
                <a:gd name="T67" fmla="*/ 2087 h 3609"/>
                <a:gd name="T68" fmla="*/ 4 w 2087"/>
                <a:gd name="T69" fmla="*/ 2196 h 3609"/>
                <a:gd name="T70" fmla="*/ 12 w 2087"/>
                <a:gd name="T71" fmla="*/ 2302 h 3609"/>
                <a:gd name="T72" fmla="*/ 25 w 2087"/>
                <a:gd name="T73" fmla="*/ 2407 h 3609"/>
                <a:gd name="T74" fmla="*/ 44 w 2087"/>
                <a:gd name="T75" fmla="*/ 2513 h 3609"/>
                <a:gd name="T76" fmla="*/ 69 w 2087"/>
                <a:gd name="T77" fmla="*/ 2616 h 3609"/>
                <a:gd name="T78" fmla="*/ 98 w 2087"/>
                <a:gd name="T79" fmla="*/ 2718 h 3609"/>
                <a:gd name="T80" fmla="*/ 133 w 2087"/>
                <a:gd name="T81" fmla="*/ 2818 h 3609"/>
                <a:gd name="T82" fmla="*/ 173 w 2087"/>
                <a:gd name="T83" fmla="*/ 2916 h 3609"/>
                <a:gd name="T84" fmla="*/ 217 w 2087"/>
                <a:gd name="T85" fmla="*/ 3012 h 3609"/>
                <a:gd name="T86" fmla="*/ 265 w 2087"/>
                <a:gd name="T87" fmla="*/ 3106 h 3609"/>
                <a:gd name="T88" fmla="*/ 321 w 2087"/>
                <a:gd name="T89" fmla="*/ 3198 h 3609"/>
                <a:gd name="T90" fmla="*/ 378 w 2087"/>
                <a:gd name="T91" fmla="*/ 3286 h 3609"/>
                <a:gd name="T92" fmla="*/ 442 w 2087"/>
                <a:gd name="T93" fmla="*/ 3371 h 3609"/>
                <a:gd name="T94" fmla="*/ 511 w 2087"/>
                <a:gd name="T95" fmla="*/ 3453 h 3609"/>
                <a:gd name="T96" fmla="*/ 582 w 2087"/>
                <a:gd name="T97" fmla="*/ 3534 h 3609"/>
                <a:gd name="T98" fmla="*/ 659 w 2087"/>
                <a:gd name="T99" fmla="*/ 3609 h 3609"/>
                <a:gd name="T100" fmla="*/ 2087 w 2087"/>
                <a:gd name="T101" fmla="*/ 2087 h 3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87" h="3609">
                  <a:moveTo>
                    <a:pt x="2087" y="2087"/>
                  </a:moveTo>
                  <a:lnTo>
                    <a:pt x="2087" y="0"/>
                  </a:lnTo>
                  <a:lnTo>
                    <a:pt x="1980" y="4"/>
                  </a:lnTo>
                  <a:lnTo>
                    <a:pt x="1874" y="11"/>
                  </a:lnTo>
                  <a:lnTo>
                    <a:pt x="1770" y="25"/>
                  </a:lnTo>
                  <a:lnTo>
                    <a:pt x="1667" y="42"/>
                  </a:lnTo>
                  <a:lnTo>
                    <a:pt x="1567" y="67"/>
                  </a:lnTo>
                  <a:lnTo>
                    <a:pt x="1467" y="94"/>
                  </a:lnTo>
                  <a:lnTo>
                    <a:pt x="1369" y="127"/>
                  </a:lnTo>
                  <a:lnTo>
                    <a:pt x="1275" y="165"/>
                  </a:lnTo>
                  <a:lnTo>
                    <a:pt x="1183" y="207"/>
                  </a:lnTo>
                  <a:lnTo>
                    <a:pt x="1092" y="253"/>
                  </a:lnTo>
                  <a:lnTo>
                    <a:pt x="1006" y="303"/>
                  </a:lnTo>
                  <a:lnTo>
                    <a:pt x="920" y="357"/>
                  </a:lnTo>
                  <a:lnTo>
                    <a:pt x="839" y="415"/>
                  </a:lnTo>
                  <a:lnTo>
                    <a:pt x="760" y="478"/>
                  </a:lnTo>
                  <a:lnTo>
                    <a:pt x="684" y="543"/>
                  </a:lnTo>
                  <a:lnTo>
                    <a:pt x="613" y="612"/>
                  </a:lnTo>
                  <a:lnTo>
                    <a:pt x="543" y="685"/>
                  </a:lnTo>
                  <a:lnTo>
                    <a:pt x="476" y="760"/>
                  </a:lnTo>
                  <a:lnTo>
                    <a:pt x="415" y="839"/>
                  </a:lnTo>
                  <a:lnTo>
                    <a:pt x="357" y="921"/>
                  </a:lnTo>
                  <a:lnTo>
                    <a:pt x="301" y="1006"/>
                  </a:lnTo>
                  <a:lnTo>
                    <a:pt x="252" y="1092"/>
                  </a:lnTo>
                  <a:lnTo>
                    <a:pt x="205" y="1182"/>
                  </a:lnTo>
                  <a:lnTo>
                    <a:pt x="165" y="1275"/>
                  </a:lnTo>
                  <a:lnTo>
                    <a:pt x="127" y="1371"/>
                  </a:lnTo>
                  <a:lnTo>
                    <a:pt x="94" y="1467"/>
                  </a:lnTo>
                  <a:lnTo>
                    <a:pt x="65" y="1566"/>
                  </a:lnTo>
                  <a:lnTo>
                    <a:pt x="42" y="1666"/>
                  </a:lnTo>
                  <a:lnTo>
                    <a:pt x="25" y="1770"/>
                  </a:lnTo>
                  <a:lnTo>
                    <a:pt x="12" y="1874"/>
                  </a:lnTo>
                  <a:lnTo>
                    <a:pt x="4" y="1981"/>
                  </a:lnTo>
                  <a:lnTo>
                    <a:pt x="0" y="2087"/>
                  </a:lnTo>
                  <a:lnTo>
                    <a:pt x="4" y="2196"/>
                  </a:lnTo>
                  <a:lnTo>
                    <a:pt x="12" y="2302"/>
                  </a:lnTo>
                  <a:lnTo>
                    <a:pt x="25" y="2407"/>
                  </a:lnTo>
                  <a:lnTo>
                    <a:pt x="44" y="2513"/>
                  </a:lnTo>
                  <a:lnTo>
                    <a:pt x="69" y="2616"/>
                  </a:lnTo>
                  <a:lnTo>
                    <a:pt x="98" y="2718"/>
                  </a:lnTo>
                  <a:lnTo>
                    <a:pt x="133" y="2818"/>
                  </a:lnTo>
                  <a:lnTo>
                    <a:pt x="173" y="2916"/>
                  </a:lnTo>
                  <a:lnTo>
                    <a:pt x="217" y="3012"/>
                  </a:lnTo>
                  <a:lnTo>
                    <a:pt x="265" y="3106"/>
                  </a:lnTo>
                  <a:lnTo>
                    <a:pt x="321" y="3198"/>
                  </a:lnTo>
                  <a:lnTo>
                    <a:pt x="378" y="3286"/>
                  </a:lnTo>
                  <a:lnTo>
                    <a:pt x="442" y="3371"/>
                  </a:lnTo>
                  <a:lnTo>
                    <a:pt x="511" y="3453"/>
                  </a:lnTo>
                  <a:lnTo>
                    <a:pt x="582" y="3534"/>
                  </a:lnTo>
                  <a:lnTo>
                    <a:pt x="659" y="3609"/>
                  </a:lnTo>
                  <a:lnTo>
                    <a:pt x="2087" y="2087"/>
                  </a:lnTo>
                  <a:close/>
                </a:path>
              </a:pathLst>
            </a:custGeom>
            <a:solidFill>
              <a:srgbClr val="95C5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grpSp>
      <p:sp>
        <p:nvSpPr>
          <p:cNvPr id="72" name="TextBox 23"/>
          <p:cNvSpPr txBox="1"/>
          <p:nvPr/>
        </p:nvSpPr>
        <p:spPr>
          <a:xfrm>
            <a:off x="1196488" y="4559473"/>
            <a:ext cx="1032655" cy="676660"/>
          </a:xfrm>
          <a:prstGeom prst="rect">
            <a:avLst/>
          </a:prstGeom>
          <a:noFill/>
        </p:spPr>
        <p:txBody>
          <a:bodyPr wrap="none" rtlCol="0">
            <a:spAutoFit/>
          </a:bodyPr>
          <a:lstStyle/>
          <a:p>
            <a:r>
              <a:rPr lang="en-US" altLang="zh-CN" sz="3797" b="1" dirty="0">
                <a:solidFill>
                  <a:srgbClr val="0E8146"/>
                </a:solidFill>
              </a:rPr>
              <a:t>62%</a:t>
            </a:r>
            <a:endParaRPr lang="zh-CN" altLang="en-US" sz="3797" b="1" dirty="0">
              <a:solidFill>
                <a:srgbClr val="0E8146"/>
              </a:solidFill>
            </a:endParaRPr>
          </a:p>
        </p:txBody>
      </p:sp>
      <p:sp>
        <p:nvSpPr>
          <p:cNvPr id="73" name="TextBox 89"/>
          <p:cNvSpPr txBox="1"/>
          <p:nvPr/>
        </p:nvSpPr>
        <p:spPr>
          <a:xfrm>
            <a:off x="2380399" y="3063870"/>
            <a:ext cx="654346" cy="416909"/>
          </a:xfrm>
          <a:prstGeom prst="rect">
            <a:avLst/>
          </a:prstGeom>
          <a:noFill/>
        </p:spPr>
        <p:txBody>
          <a:bodyPr wrap="none" rtlCol="0">
            <a:spAutoFit/>
          </a:bodyPr>
          <a:lstStyle/>
          <a:p>
            <a:r>
              <a:rPr lang="en-US" altLang="zh-CN" sz="2109" dirty="0">
                <a:solidFill>
                  <a:schemeClr val="bg1"/>
                </a:solidFill>
              </a:rPr>
              <a:t>62%</a:t>
            </a:r>
            <a:endParaRPr lang="zh-CN" altLang="en-US" sz="2109" dirty="0">
              <a:solidFill>
                <a:schemeClr val="bg1"/>
              </a:solidFill>
            </a:endParaRPr>
          </a:p>
        </p:txBody>
      </p:sp>
      <p:sp>
        <p:nvSpPr>
          <p:cNvPr id="74" name="TextBox 90"/>
          <p:cNvSpPr txBox="1"/>
          <p:nvPr/>
        </p:nvSpPr>
        <p:spPr>
          <a:xfrm>
            <a:off x="1353328" y="2791120"/>
            <a:ext cx="654346" cy="416909"/>
          </a:xfrm>
          <a:prstGeom prst="rect">
            <a:avLst/>
          </a:prstGeom>
          <a:noFill/>
        </p:spPr>
        <p:txBody>
          <a:bodyPr wrap="none" rtlCol="0">
            <a:spAutoFit/>
          </a:bodyPr>
          <a:lstStyle/>
          <a:p>
            <a:r>
              <a:rPr lang="en-US" altLang="zh-CN" sz="2109" dirty="0">
                <a:solidFill>
                  <a:schemeClr val="bg1"/>
                </a:solidFill>
              </a:rPr>
              <a:t>38%</a:t>
            </a:r>
            <a:endParaRPr lang="zh-CN" altLang="en-US" sz="2109" dirty="0">
              <a:solidFill>
                <a:schemeClr val="bg1"/>
              </a:solidFill>
            </a:endParaRPr>
          </a:p>
        </p:txBody>
      </p:sp>
      <p:sp>
        <p:nvSpPr>
          <p:cNvPr id="75" name="TextBox 91"/>
          <p:cNvSpPr txBox="1"/>
          <p:nvPr/>
        </p:nvSpPr>
        <p:spPr>
          <a:xfrm>
            <a:off x="4841379" y="4559473"/>
            <a:ext cx="1032655" cy="676660"/>
          </a:xfrm>
          <a:prstGeom prst="rect">
            <a:avLst/>
          </a:prstGeom>
          <a:noFill/>
        </p:spPr>
        <p:txBody>
          <a:bodyPr wrap="none" rtlCol="0">
            <a:spAutoFit/>
          </a:bodyPr>
          <a:lstStyle/>
          <a:p>
            <a:r>
              <a:rPr lang="en-US" altLang="zh-CN" sz="3797" b="1" dirty="0">
                <a:solidFill>
                  <a:srgbClr val="0E8146"/>
                </a:solidFill>
              </a:rPr>
              <a:t>20%</a:t>
            </a:r>
            <a:endParaRPr lang="zh-CN" altLang="en-US" sz="3797" b="1" dirty="0">
              <a:solidFill>
                <a:srgbClr val="0E8146"/>
              </a:solidFill>
            </a:endParaRPr>
          </a:p>
        </p:txBody>
      </p:sp>
      <p:sp>
        <p:nvSpPr>
          <p:cNvPr id="76" name="TextBox 92"/>
          <p:cNvSpPr txBox="1"/>
          <p:nvPr/>
        </p:nvSpPr>
        <p:spPr>
          <a:xfrm>
            <a:off x="8953417" y="4559473"/>
            <a:ext cx="1032655" cy="676660"/>
          </a:xfrm>
          <a:prstGeom prst="rect">
            <a:avLst/>
          </a:prstGeom>
          <a:noFill/>
        </p:spPr>
        <p:txBody>
          <a:bodyPr wrap="none" rtlCol="0">
            <a:spAutoFit/>
          </a:bodyPr>
          <a:lstStyle/>
          <a:p>
            <a:r>
              <a:rPr lang="en-US" altLang="zh-CN" sz="3797" b="1" dirty="0">
                <a:solidFill>
                  <a:srgbClr val="0E8146"/>
                </a:solidFill>
              </a:rPr>
              <a:t>64%</a:t>
            </a:r>
            <a:endParaRPr lang="zh-CN" altLang="en-US" sz="3797" b="1" dirty="0">
              <a:solidFill>
                <a:srgbClr val="0E8146"/>
              </a:solidFill>
            </a:endParaRPr>
          </a:p>
        </p:txBody>
      </p:sp>
      <p:sp>
        <p:nvSpPr>
          <p:cNvPr id="81" name="Freeform 148"/>
          <p:cNvSpPr>
            <a:spLocks noEditPoints="1"/>
          </p:cNvSpPr>
          <p:nvPr/>
        </p:nvSpPr>
        <p:spPr bwMode="auto">
          <a:xfrm>
            <a:off x="5857324" y="2311137"/>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2" name="Freeform 148"/>
          <p:cNvSpPr>
            <a:spLocks noEditPoints="1"/>
          </p:cNvSpPr>
          <p:nvPr/>
        </p:nvSpPr>
        <p:spPr bwMode="auto">
          <a:xfrm>
            <a:off x="6382517" y="2311137"/>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3" name="Freeform 148"/>
          <p:cNvSpPr>
            <a:spLocks noEditPoints="1"/>
          </p:cNvSpPr>
          <p:nvPr/>
        </p:nvSpPr>
        <p:spPr bwMode="auto">
          <a:xfrm>
            <a:off x="6907707" y="2311137"/>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4" name="Freeform 148"/>
          <p:cNvSpPr>
            <a:spLocks noEditPoints="1"/>
          </p:cNvSpPr>
          <p:nvPr/>
        </p:nvSpPr>
        <p:spPr bwMode="auto">
          <a:xfrm>
            <a:off x="7432900" y="2311137"/>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6" name="Freeform 148"/>
          <p:cNvSpPr>
            <a:spLocks noEditPoints="1"/>
          </p:cNvSpPr>
          <p:nvPr/>
        </p:nvSpPr>
        <p:spPr bwMode="auto">
          <a:xfrm>
            <a:off x="5857324" y="3361524"/>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7" name="Freeform 148"/>
          <p:cNvSpPr>
            <a:spLocks noEditPoints="1"/>
          </p:cNvSpPr>
          <p:nvPr/>
        </p:nvSpPr>
        <p:spPr bwMode="auto">
          <a:xfrm>
            <a:off x="6382517" y="3361524"/>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8" name="Freeform 148"/>
          <p:cNvSpPr>
            <a:spLocks noEditPoints="1"/>
          </p:cNvSpPr>
          <p:nvPr/>
        </p:nvSpPr>
        <p:spPr bwMode="auto">
          <a:xfrm>
            <a:off x="6907707" y="3361524"/>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89" name="Freeform 148"/>
          <p:cNvSpPr>
            <a:spLocks noEditPoints="1"/>
          </p:cNvSpPr>
          <p:nvPr/>
        </p:nvSpPr>
        <p:spPr bwMode="auto">
          <a:xfrm>
            <a:off x="7432900" y="3361524"/>
            <a:ext cx="416335" cy="847946"/>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95C53E"/>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104" name="Freeform 148"/>
          <p:cNvSpPr>
            <a:spLocks noChangeAspect="1" noEditPoints="1"/>
          </p:cNvSpPr>
          <p:nvPr/>
        </p:nvSpPr>
        <p:spPr bwMode="auto">
          <a:xfrm>
            <a:off x="4841378" y="2311135"/>
            <a:ext cx="932068" cy="1898333"/>
          </a:xfrm>
          <a:custGeom>
            <a:avLst/>
            <a:gdLst>
              <a:gd name="T0" fmla="*/ 99 w 218"/>
              <a:gd name="T1" fmla="*/ 394 h 444"/>
              <a:gd name="T2" fmla="*/ 97 w 218"/>
              <a:gd name="T3" fmla="*/ 444 h 444"/>
              <a:gd name="T4" fmla="*/ 150 w 218"/>
              <a:gd name="T5" fmla="*/ 305 h 444"/>
              <a:gd name="T6" fmla="*/ 134 w 218"/>
              <a:gd name="T7" fmla="*/ 315 h 444"/>
              <a:gd name="T8" fmla="*/ 136 w 218"/>
              <a:gd name="T9" fmla="*/ 331 h 444"/>
              <a:gd name="T10" fmla="*/ 144 w 218"/>
              <a:gd name="T11" fmla="*/ 339 h 444"/>
              <a:gd name="T12" fmla="*/ 154 w 218"/>
              <a:gd name="T13" fmla="*/ 349 h 444"/>
              <a:gd name="T14" fmla="*/ 154 w 218"/>
              <a:gd name="T15" fmla="*/ 359 h 444"/>
              <a:gd name="T16" fmla="*/ 150 w 218"/>
              <a:gd name="T17" fmla="*/ 359 h 444"/>
              <a:gd name="T18" fmla="*/ 150 w 218"/>
              <a:gd name="T19" fmla="*/ 347 h 444"/>
              <a:gd name="T20" fmla="*/ 134 w 218"/>
              <a:gd name="T21" fmla="*/ 357 h 444"/>
              <a:gd name="T22" fmla="*/ 144 w 218"/>
              <a:gd name="T23" fmla="*/ 369 h 444"/>
              <a:gd name="T24" fmla="*/ 156 w 218"/>
              <a:gd name="T25" fmla="*/ 377 h 444"/>
              <a:gd name="T26" fmla="*/ 170 w 218"/>
              <a:gd name="T27" fmla="*/ 365 h 444"/>
              <a:gd name="T28" fmla="*/ 172 w 218"/>
              <a:gd name="T29" fmla="*/ 345 h 444"/>
              <a:gd name="T30" fmla="*/ 168 w 218"/>
              <a:gd name="T31" fmla="*/ 337 h 444"/>
              <a:gd name="T32" fmla="*/ 156 w 218"/>
              <a:gd name="T33" fmla="*/ 329 h 444"/>
              <a:gd name="T34" fmla="*/ 150 w 218"/>
              <a:gd name="T35" fmla="*/ 323 h 444"/>
              <a:gd name="T36" fmla="*/ 152 w 218"/>
              <a:gd name="T37" fmla="*/ 315 h 444"/>
              <a:gd name="T38" fmla="*/ 154 w 218"/>
              <a:gd name="T39" fmla="*/ 317 h 444"/>
              <a:gd name="T40" fmla="*/ 156 w 218"/>
              <a:gd name="T41" fmla="*/ 325 h 444"/>
              <a:gd name="T42" fmla="*/ 170 w 218"/>
              <a:gd name="T43" fmla="*/ 315 h 444"/>
              <a:gd name="T44" fmla="*/ 156 w 218"/>
              <a:gd name="T45" fmla="*/ 305 h 444"/>
              <a:gd name="T46" fmla="*/ 49 w 218"/>
              <a:gd name="T47" fmla="*/ 117 h 444"/>
              <a:gd name="T48" fmla="*/ 146 w 218"/>
              <a:gd name="T49" fmla="*/ 131 h 444"/>
              <a:gd name="T50" fmla="*/ 162 w 218"/>
              <a:gd name="T51" fmla="*/ 246 h 444"/>
              <a:gd name="T52" fmla="*/ 206 w 218"/>
              <a:gd name="T53" fmla="*/ 291 h 444"/>
              <a:gd name="T54" fmla="*/ 216 w 218"/>
              <a:gd name="T55" fmla="*/ 299 h 444"/>
              <a:gd name="T56" fmla="*/ 216 w 218"/>
              <a:gd name="T57" fmla="*/ 379 h 444"/>
              <a:gd name="T58" fmla="*/ 206 w 218"/>
              <a:gd name="T59" fmla="*/ 386 h 444"/>
              <a:gd name="T60" fmla="*/ 91 w 218"/>
              <a:gd name="T61" fmla="*/ 382 h 444"/>
              <a:gd name="T62" fmla="*/ 89 w 218"/>
              <a:gd name="T63" fmla="*/ 303 h 444"/>
              <a:gd name="T64" fmla="*/ 95 w 218"/>
              <a:gd name="T65" fmla="*/ 291 h 444"/>
              <a:gd name="T66" fmla="*/ 144 w 218"/>
              <a:gd name="T67" fmla="*/ 281 h 444"/>
              <a:gd name="T68" fmla="*/ 87 w 218"/>
              <a:gd name="T69" fmla="*/ 285 h 444"/>
              <a:gd name="T70" fmla="*/ 79 w 218"/>
              <a:gd name="T71" fmla="*/ 303 h 444"/>
              <a:gd name="T72" fmla="*/ 27 w 218"/>
              <a:gd name="T73" fmla="*/ 444 h 444"/>
              <a:gd name="T74" fmla="*/ 4 w 218"/>
              <a:gd name="T75" fmla="*/ 263 h 444"/>
              <a:gd name="T76" fmla="*/ 4 w 218"/>
              <a:gd name="T77" fmla="*/ 146 h 444"/>
              <a:gd name="T78" fmla="*/ 49 w 218"/>
              <a:gd name="T79" fmla="*/ 117 h 444"/>
              <a:gd name="T80" fmla="*/ 121 w 218"/>
              <a:gd name="T81" fmla="*/ 16 h 444"/>
              <a:gd name="T82" fmla="*/ 130 w 218"/>
              <a:gd name="T83" fmla="*/ 73 h 444"/>
              <a:gd name="T84" fmla="*/ 83 w 218"/>
              <a:gd name="T85" fmla="*/ 107 h 444"/>
              <a:gd name="T86" fmla="*/ 33 w 218"/>
              <a:gd name="T87" fmla="*/ 73 h 444"/>
              <a:gd name="T88" fmla="*/ 45 w 218"/>
              <a:gd name="T89" fmla="*/ 16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444">
                <a:moveTo>
                  <a:pt x="89" y="392"/>
                </a:moveTo>
                <a:lnTo>
                  <a:pt x="95" y="394"/>
                </a:lnTo>
                <a:lnTo>
                  <a:pt x="99" y="394"/>
                </a:lnTo>
                <a:lnTo>
                  <a:pt x="134" y="394"/>
                </a:lnTo>
                <a:lnTo>
                  <a:pt x="134" y="444"/>
                </a:lnTo>
                <a:lnTo>
                  <a:pt x="97" y="444"/>
                </a:lnTo>
                <a:lnTo>
                  <a:pt x="89" y="392"/>
                </a:lnTo>
                <a:close/>
                <a:moveTo>
                  <a:pt x="150" y="301"/>
                </a:moveTo>
                <a:lnTo>
                  <a:pt x="150" y="305"/>
                </a:lnTo>
                <a:lnTo>
                  <a:pt x="142" y="307"/>
                </a:lnTo>
                <a:lnTo>
                  <a:pt x="138" y="311"/>
                </a:lnTo>
                <a:lnTo>
                  <a:pt x="134" y="315"/>
                </a:lnTo>
                <a:lnTo>
                  <a:pt x="134" y="321"/>
                </a:lnTo>
                <a:lnTo>
                  <a:pt x="134" y="327"/>
                </a:lnTo>
                <a:lnTo>
                  <a:pt x="136" y="331"/>
                </a:lnTo>
                <a:lnTo>
                  <a:pt x="138" y="333"/>
                </a:lnTo>
                <a:lnTo>
                  <a:pt x="140" y="337"/>
                </a:lnTo>
                <a:lnTo>
                  <a:pt x="144" y="339"/>
                </a:lnTo>
                <a:lnTo>
                  <a:pt x="150" y="343"/>
                </a:lnTo>
                <a:lnTo>
                  <a:pt x="154" y="345"/>
                </a:lnTo>
                <a:lnTo>
                  <a:pt x="154" y="349"/>
                </a:lnTo>
                <a:lnTo>
                  <a:pt x="156" y="351"/>
                </a:lnTo>
                <a:lnTo>
                  <a:pt x="156" y="357"/>
                </a:lnTo>
                <a:lnTo>
                  <a:pt x="154" y="359"/>
                </a:lnTo>
                <a:lnTo>
                  <a:pt x="152" y="361"/>
                </a:lnTo>
                <a:lnTo>
                  <a:pt x="150" y="361"/>
                </a:lnTo>
                <a:lnTo>
                  <a:pt x="150" y="359"/>
                </a:lnTo>
                <a:lnTo>
                  <a:pt x="150" y="357"/>
                </a:lnTo>
                <a:lnTo>
                  <a:pt x="150" y="351"/>
                </a:lnTo>
                <a:lnTo>
                  <a:pt x="150" y="347"/>
                </a:lnTo>
                <a:lnTo>
                  <a:pt x="134" y="347"/>
                </a:lnTo>
                <a:lnTo>
                  <a:pt x="134" y="351"/>
                </a:lnTo>
                <a:lnTo>
                  <a:pt x="134" y="357"/>
                </a:lnTo>
                <a:lnTo>
                  <a:pt x="136" y="361"/>
                </a:lnTo>
                <a:lnTo>
                  <a:pt x="138" y="365"/>
                </a:lnTo>
                <a:lnTo>
                  <a:pt x="144" y="369"/>
                </a:lnTo>
                <a:lnTo>
                  <a:pt x="150" y="369"/>
                </a:lnTo>
                <a:lnTo>
                  <a:pt x="150" y="377"/>
                </a:lnTo>
                <a:lnTo>
                  <a:pt x="156" y="377"/>
                </a:lnTo>
                <a:lnTo>
                  <a:pt x="156" y="371"/>
                </a:lnTo>
                <a:lnTo>
                  <a:pt x="164" y="369"/>
                </a:lnTo>
                <a:lnTo>
                  <a:pt x="170" y="365"/>
                </a:lnTo>
                <a:lnTo>
                  <a:pt x="172" y="359"/>
                </a:lnTo>
                <a:lnTo>
                  <a:pt x="174" y="351"/>
                </a:lnTo>
                <a:lnTo>
                  <a:pt x="172" y="345"/>
                </a:lnTo>
                <a:lnTo>
                  <a:pt x="172" y="341"/>
                </a:lnTo>
                <a:lnTo>
                  <a:pt x="170" y="339"/>
                </a:lnTo>
                <a:lnTo>
                  <a:pt x="168" y="337"/>
                </a:lnTo>
                <a:lnTo>
                  <a:pt x="164" y="333"/>
                </a:lnTo>
                <a:lnTo>
                  <a:pt x="160" y="331"/>
                </a:lnTo>
                <a:lnTo>
                  <a:pt x="156" y="329"/>
                </a:lnTo>
                <a:lnTo>
                  <a:pt x="152" y="327"/>
                </a:lnTo>
                <a:lnTo>
                  <a:pt x="152" y="325"/>
                </a:lnTo>
                <a:lnTo>
                  <a:pt x="150" y="323"/>
                </a:lnTo>
                <a:lnTo>
                  <a:pt x="150" y="319"/>
                </a:lnTo>
                <a:lnTo>
                  <a:pt x="150" y="317"/>
                </a:lnTo>
                <a:lnTo>
                  <a:pt x="152" y="315"/>
                </a:lnTo>
                <a:lnTo>
                  <a:pt x="152" y="315"/>
                </a:lnTo>
                <a:lnTo>
                  <a:pt x="154" y="315"/>
                </a:lnTo>
                <a:lnTo>
                  <a:pt x="154" y="317"/>
                </a:lnTo>
                <a:lnTo>
                  <a:pt x="156" y="319"/>
                </a:lnTo>
                <a:lnTo>
                  <a:pt x="156" y="321"/>
                </a:lnTo>
                <a:lnTo>
                  <a:pt x="156" y="325"/>
                </a:lnTo>
                <a:lnTo>
                  <a:pt x="172" y="325"/>
                </a:lnTo>
                <a:lnTo>
                  <a:pt x="172" y="321"/>
                </a:lnTo>
                <a:lnTo>
                  <a:pt x="170" y="315"/>
                </a:lnTo>
                <a:lnTo>
                  <a:pt x="168" y="311"/>
                </a:lnTo>
                <a:lnTo>
                  <a:pt x="164" y="307"/>
                </a:lnTo>
                <a:lnTo>
                  <a:pt x="156" y="305"/>
                </a:lnTo>
                <a:lnTo>
                  <a:pt x="156" y="301"/>
                </a:lnTo>
                <a:lnTo>
                  <a:pt x="150" y="301"/>
                </a:lnTo>
                <a:close/>
                <a:moveTo>
                  <a:pt x="49" y="117"/>
                </a:moveTo>
                <a:lnTo>
                  <a:pt x="113" y="117"/>
                </a:lnTo>
                <a:lnTo>
                  <a:pt x="130" y="121"/>
                </a:lnTo>
                <a:lnTo>
                  <a:pt x="146" y="131"/>
                </a:lnTo>
                <a:lnTo>
                  <a:pt x="158" y="146"/>
                </a:lnTo>
                <a:lnTo>
                  <a:pt x="162" y="166"/>
                </a:lnTo>
                <a:lnTo>
                  <a:pt x="162" y="246"/>
                </a:lnTo>
                <a:lnTo>
                  <a:pt x="162" y="252"/>
                </a:lnTo>
                <a:lnTo>
                  <a:pt x="162" y="291"/>
                </a:lnTo>
                <a:lnTo>
                  <a:pt x="206" y="291"/>
                </a:lnTo>
                <a:lnTo>
                  <a:pt x="210" y="291"/>
                </a:lnTo>
                <a:lnTo>
                  <a:pt x="214" y="295"/>
                </a:lnTo>
                <a:lnTo>
                  <a:pt x="216" y="299"/>
                </a:lnTo>
                <a:lnTo>
                  <a:pt x="218" y="303"/>
                </a:lnTo>
                <a:lnTo>
                  <a:pt x="218" y="375"/>
                </a:lnTo>
                <a:lnTo>
                  <a:pt x="216" y="379"/>
                </a:lnTo>
                <a:lnTo>
                  <a:pt x="214" y="382"/>
                </a:lnTo>
                <a:lnTo>
                  <a:pt x="210" y="384"/>
                </a:lnTo>
                <a:lnTo>
                  <a:pt x="206" y="386"/>
                </a:lnTo>
                <a:lnTo>
                  <a:pt x="99" y="386"/>
                </a:lnTo>
                <a:lnTo>
                  <a:pt x="95" y="384"/>
                </a:lnTo>
                <a:lnTo>
                  <a:pt x="91" y="382"/>
                </a:lnTo>
                <a:lnTo>
                  <a:pt x="89" y="379"/>
                </a:lnTo>
                <a:lnTo>
                  <a:pt x="89" y="375"/>
                </a:lnTo>
                <a:lnTo>
                  <a:pt x="89" y="303"/>
                </a:lnTo>
                <a:lnTo>
                  <a:pt x="89" y="299"/>
                </a:lnTo>
                <a:lnTo>
                  <a:pt x="91" y="295"/>
                </a:lnTo>
                <a:lnTo>
                  <a:pt x="95" y="291"/>
                </a:lnTo>
                <a:lnTo>
                  <a:pt x="99" y="291"/>
                </a:lnTo>
                <a:lnTo>
                  <a:pt x="144" y="291"/>
                </a:lnTo>
                <a:lnTo>
                  <a:pt x="144" y="281"/>
                </a:lnTo>
                <a:lnTo>
                  <a:pt x="99" y="281"/>
                </a:lnTo>
                <a:lnTo>
                  <a:pt x="93" y="283"/>
                </a:lnTo>
                <a:lnTo>
                  <a:pt x="87" y="285"/>
                </a:lnTo>
                <a:lnTo>
                  <a:pt x="83" y="291"/>
                </a:lnTo>
                <a:lnTo>
                  <a:pt x="79" y="295"/>
                </a:lnTo>
                <a:lnTo>
                  <a:pt x="79" y="303"/>
                </a:lnTo>
                <a:lnTo>
                  <a:pt x="79" y="373"/>
                </a:lnTo>
                <a:lnTo>
                  <a:pt x="67" y="444"/>
                </a:lnTo>
                <a:lnTo>
                  <a:pt x="27" y="444"/>
                </a:lnTo>
                <a:lnTo>
                  <a:pt x="27" y="289"/>
                </a:lnTo>
                <a:lnTo>
                  <a:pt x="14" y="279"/>
                </a:lnTo>
                <a:lnTo>
                  <a:pt x="4" y="263"/>
                </a:lnTo>
                <a:lnTo>
                  <a:pt x="0" y="246"/>
                </a:lnTo>
                <a:lnTo>
                  <a:pt x="0" y="166"/>
                </a:lnTo>
                <a:lnTo>
                  <a:pt x="4" y="146"/>
                </a:lnTo>
                <a:lnTo>
                  <a:pt x="16" y="131"/>
                </a:lnTo>
                <a:lnTo>
                  <a:pt x="31" y="121"/>
                </a:lnTo>
                <a:lnTo>
                  <a:pt x="49" y="117"/>
                </a:lnTo>
                <a:close/>
                <a:moveTo>
                  <a:pt x="83" y="0"/>
                </a:moveTo>
                <a:lnTo>
                  <a:pt x="103" y="6"/>
                </a:lnTo>
                <a:lnTo>
                  <a:pt x="121" y="16"/>
                </a:lnTo>
                <a:lnTo>
                  <a:pt x="130" y="33"/>
                </a:lnTo>
                <a:lnTo>
                  <a:pt x="134" y="53"/>
                </a:lnTo>
                <a:lnTo>
                  <a:pt x="130" y="73"/>
                </a:lnTo>
                <a:lnTo>
                  <a:pt x="121" y="91"/>
                </a:lnTo>
                <a:lnTo>
                  <a:pt x="103" y="103"/>
                </a:lnTo>
                <a:lnTo>
                  <a:pt x="83" y="107"/>
                </a:lnTo>
                <a:lnTo>
                  <a:pt x="61" y="103"/>
                </a:lnTo>
                <a:lnTo>
                  <a:pt x="45" y="91"/>
                </a:lnTo>
                <a:lnTo>
                  <a:pt x="33" y="73"/>
                </a:lnTo>
                <a:lnTo>
                  <a:pt x="29" y="53"/>
                </a:lnTo>
                <a:lnTo>
                  <a:pt x="33" y="33"/>
                </a:lnTo>
                <a:lnTo>
                  <a:pt x="45" y="16"/>
                </a:lnTo>
                <a:lnTo>
                  <a:pt x="61" y="6"/>
                </a:lnTo>
                <a:lnTo>
                  <a:pt x="83" y="0"/>
                </a:lnTo>
                <a:close/>
              </a:path>
            </a:pathLst>
          </a:custGeom>
          <a:solidFill>
            <a:srgbClr val="0E8146"/>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solidFill>
                <a:srgbClr val="219FD2"/>
              </a:solidFill>
            </a:endParaRPr>
          </a:p>
        </p:txBody>
      </p:sp>
      <p:sp>
        <p:nvSpPr>
          <p:cNvPr id="65" name="椭圆 64"/>
          <p:cNvSpPr/>
          <p:nvPr/>
        </p:nvSpPr>
        <p:spPr>
          <a:xfrm>
            <a:off x="9028997" y="2376386"/>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06" name="椭圆 105"/>
          <p:cNvSpPr/>
          <p:nvPr/>
        </p:nvSpPr>
        <p:spPr>
          <a:xfrm>
            <a:off x="9216274"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07" name="椭圆 106"/>
          <p:cNvSpPr/>
          <p:nvPr/>
        </p:nvSpPr>
        <p:spPr>
          <a:xfrm>
            <a:off x="9404778"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08" name="椭圆 107"/>
          <p:cNvSpPr/>
          <p:nvPr/>
        </p:nvSpPr>
        <p:spPr>
          <a:xfrm>
            <a:off x="9593279"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09" name="椭圆 108"/>
          <p:cNvSpPr/>
          <p:nvPr/>
        </p:nvSpPr>
        <p:spPr>
          <a:xfrm>
            <a:off x="9781782"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0" name="椭圆 109"/>
          <p:cNvSpPr/>
          <p:nvPr/>
        </p:nvSpPr>
        <p:spPr>
          <a:xfrm>
            <a:off x="9970285"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1" name="椭圆 110"/>
          <p:cNvSpPr/>
          <p:nvPr/>
        </p:nvSpPr>
        <p:spPr>
          <a:xfrm>
            <a:off x="10158788"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2" name="椭圆 111"/>
          <p:cNvSpPr/>
          <p:nvPr/>
        </p:nvSpPr>
        <p:spPr>
          <a:xfrm>
            <a:off x="10347292"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3" name="椭圆 112"/>
          <p:cNvSpPr/>
          <p:nvPr/>
        </p:nvSpPr>
        <p:spPr>
          <a:xfrm>
            <a:off x="10535793"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4" name="椭圆 113"/>
          <p:cNvSpPr/>
          <p:nvPr/>
        </p:nvSpPr>
        <p:spPr>
          <a:xfrm>
            <a:off x="10724298" y="2374539"/>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5" name="椭圆 114"/>
          <p:cNvSpPr/>
          <p:nvPr/>
        </p:nvSpPr>
        <p:spPr>
          <a:xfrm>
            <a:off x="9027771"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6" name="椭圆 115"/>
          <p:cNvSpPr/>
          <p:nvPr/>
        </p:nvSpPr>
        <p:spPr>
          <a:xfrm>
            <a:off x="9216274"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7" name="椭圆 116"/>
          <p:cNvSpPr/>
          <p:nvPr/>
        </p:nvSpPr>
        <p:spPr>
          <a:xfrm>
            <a:off x="9404778"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8" name="椭圆 117"/>
          <p:cNvSpPr/>
          <p:nvPr/>
        </p:nvSpPr>
        <p:spPr>
          <a:xfrm>
            <a:off x="9593279"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19" name="椭圆 118"/>
          <p:cNvSpPr/>
          <p:nvPr/>
        </p:nvSpPr>
        <p:spPr>
          <a:xfrm>
            <a:off x="9781782"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0" name="椭圆 119"/>
          <p:cNvSpPr/>
          <p:nvPr/>
        </p:nvSpPr>
        <p:spPr>
          <a:xfrm>
            <a:off x="9970285"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1" name="椭圆 120"/>
          <p:cNvSpPr/>
          <p:nvPr/>
        </p:nvSpPr>
        <p:spPr>
          <a:xfrm>
            <a:off x="10158788"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2" name="椭圆 121"/>
          <p:cNvSpPr/>
          <p:nvPr/>
        </p:nvSpPr>
        <p:spPr>
          <a:xfrm>
            <a:off x="10347292"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3" name="椭圆 122"/>
          <p:cNvSpPr/>
          <p:nvPr/>
        </p:nvSpPr>
        <p:spPr>
          <a:xfrm>
            <a:off x="10535793"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4" name="椭圆 123"/>
          <p:cNvSpPr/>
          <p:nvPr/>
        </p:nvSpPr>
        <p:spPr>
          <a:xfrm>
            <a:off x="10724298" y="2566388"/>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5" name="椭圆 124"/>
          <p:cNvSpPr/>
          <p:nvPr/>
        </p:nvSpPr>
        <p:spPr>
          <a:xfrm>
            <a:off x="9027771"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6" name="椭圆 125"/>
          <p:cNvSpPr/>
          <p:nvPr/>
        </p:nvSpPr>
        <p:spPr>
          <a:xfrm>
            <a:off x="9216274"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7" name="椭圆 126"/>
          <p:cNvSpPr/>
          <p:nvPr/>
        </p:nvSpPr>
        <p:spPr>
          <a:xfrm>
            <a:off x="9404778"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8" name="椭圆 127"/>
          <p:cNvSpPr/>
          <p:nvPr/>
        </p:nvSpPr>
        <p:spPr>
          <a:xfrm>
            <a:off x="9593279"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29" name="椭圆 128"/>
          <p:cNvSpPr/>
          <p:nvPr/>
        </p:nvSpPr>
        <p:spPr>
          <a:xfrm>
            <a:off x="9781782"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0" name="椭圆 129"/>
          <p:cNvSpPr/>
          <p:nvPr/>
        </p:nvSpPr>
        <p:spPr>
          <a:xfrm>
            <a:off x="9970285"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1" name="椭圆 130"/>
          <p:cNvSpPr/>
          <p:nvPr/>
        </p:nvSpPr>
        <p:spPr>
          <a:xfrm>
            <a:off x="10158788"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2" name="椭圆 131"/>
          <p:cNvSpPr/>
          <p:nvPr/>
        </p:nvSpPr>
        <p:spPr>
          <a:xfrm>
            <a:off x="10347292"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3" name="椭圆 132"/>
          <p:cNvSpPr/>
          <p:nvPr/>
        </p:nvSpPr>
        <p:spPr>
          <a:xfrm>
            <a:off x="10535793"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4" name="椭圆 133"/>
          <p:cNvSpPr/>
          <p:nvPr/>
        </p:nvSpPr>
        <p:spPr>
          <a:xfrm>
            <a:off x="10724298" y="2758237"/>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5" name="椭圆 134"/>
          <p:cNvSpPr/>
          <p:nvPr/>
        </p:nvSpPr>
        <p:spPr>
          <a:xfrm>
            <a:off x="9027771"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6" name="椭圆 135"/>
          <p:cNvSpPr/>
          <p:nvPr/>
        </p:nvSpPr>
        <p:spPr>
          <a:xfrm>
            <a:off x="9216274"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7" name="椭圆 136"/>
          <p:cNvSpPr/>
          <p:nvPr/>
        </p:nvSpPr>
        <p:spPr>
          <a:xfrm>
            <a:off x="9404778"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8" name="椭圆 137"/>
          <p:cNvSpPr/>
          <p:nvPr/>
        </p:nvSpPr>
        <p:spPr>
          <a:xfrm>
            <a:off x="9593279"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39" name="椭圆 138"/>
          <p:cNvSpPr/>
          <p:nvPr/>
        </p:nvSpPr>
        <p:spPr>
          <a:xfrm>
            <a:off x="9781782"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40" name="椭圆 139"/>
          <p:cNvSpPr/>
          <p:nvPr/>
        </p:nvSpPr>
        <p:spPr>
          <a:xfrm>
            <a:off x="9970285"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65" name="椭圆 164"/>
          <p:cNvSpPr/>
          <p:nvPr/>
        </p:nvSpPr>
        <p:spPr>
          <a:xfrm>
            <a:off x="10158788"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66" name="椭圆 165"/>
          <p:cNvSpPr/>
          <p:nvPr/>
        </p:nvSpPr>
        <p:spPr>
          <a:xfrm>
            <a:off x="10347292"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67" name="椭圆 166"/>
          <p:cNvSpPr/>
          <p:nvPr/>
        </p:nvSpPr>
        <p:spPr>
          <a:xfrm>
            <a:off x="10535793"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68" name="椭圆 167"/>
          <p:cNvSpPr/>
          <p:nvPr/>
        </p:nvSpPr>
        <p:spPr>
          <a:xfrm>
            <a:off x="10724298" y="29500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69" name="椭圆 168"/>
          <p:cNvSpPr/>
          <p:nvPr/>
        </p:nvSpPr>
        <p:spPr>
          <a:xfrm>
            <a:off x="9027771"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0" name="椭圆 169"/>
          <p:cNvSpPr/>
          <p:nvPr/>
        </p:nvSpPr>
        <p:spPr>
          <a:xfrm>
            <a:off x="9216274"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1" name="椭圆 170"/>
          <p:cNvSpPr/>
          <p:nvPr/>
        </p:nvSpPr>
        <p:spPr>
          <a:xfrm>
            <a:off x="9404778"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2" name="椭圆 171"/>
          <p:cNvSpPr/>
          <p:nvPr/>
        </p:nvSpPr>
        <p:spPr>
          <a:xfrm>
            <a:off x="9593279"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3" name="椭圆 172"/>
          <p:cNvSpPr/>
          <p:nvPr/>
        </p:nvSpPr>
        <p:spPr>
          <a:xfrm>
            <a:off x="9781782"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4" name="椭圆 173"/>
          <p:cNvSpPr/>
          <p:nvPr/>
        </p:nvSpPr>
        <p:spPr>
          <a:xfrm>
            <a:off x="9970285"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5" name="椭圆 174"/>
          <p:cNvSpPr/>
          <p:nvPr/>
        </p:nvSpPr>
        <p:spPr>
          <a:xfrm>
            <a:off x="10158788"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6" name="椭圆 175"/>
          <p:cNvSpPr/>
          <p:nvPr/>
        </p:nvSpPr>
        <p:spPr>
          <a:xfrm>
            <a:off x="10347292"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7" name="椭圆 176"/>
          <p:cNvSpPr/>
          <p:nvPr/>
        </p:nvSpPr>
        <p:spPr>
          <a:xfrm>
            <a:off x="10535793"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8" name="椭圆 177"/>
          <p:cNvSpPr/>
          <p:nvPr/>
        </p:nvSpPr>
        <p:spPr>
          <a:xfrm>
            <a:off x="10724298" y="31419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79" name="椭圆 178"/>
          <p:cNvSpPr/>
          <p:nvPr/>
        </p:nvSpPr>
        <p:spPr>
          <a:xfrm>
            <a:off x="9027771"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0" name="椭圆 179"/>
          <p:cNvSpPr/>
          <p:nvPr/>
        </p:nvSpPr>
        <p:spPr>
          <a:xfrm>
            <a:off x="9216274"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1" name="椭圆 180"/>
          <p:cNvSpPr/>
          <p:nvPr/>
        </p:nvSpPr>
        <p:spPr>
          <a:xfrm>
            <a:off x="9404778"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2" name="椭圆 181"/>
          <p:cNvSpPr/>
          <p:nvPr/>
        </p:nvSpPr>
        <p:spPr>
          <a:xfrm>
            <a:off x="9593279"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3" name="椭圆 182"/>
          <p:cNvSpPr/>
          <p:nvPr/>
        </p:nvSpPr>
        <p:spPr>
          <a:xfrm>
            <a:off x="9781782"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4" name="椭圆 183"/>
          <p:cNvSpPr/>
          <p:nvPr/>
        </p:nvSpPr>
        <p:spPr>
          <a:xfrm>
            <a:off x="9970285"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5" name="椭圆 184"/>
          <p:cNvSpPr/>
          <p:nvPr/>
        </p:nvSpPr>
        <p:spPr>
          <a:xfrm>
            <a:off x="10158788"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6" name="椭圆 185"/>
          <p:cNvSpPr/>
          <p:nvPr/>
        </p:nvSpPr>
        <p:spPr>
          <a:xfrm>
            <a:off x="10347292"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7" name="椭圆 186"/>
          <p:cNvSpPr/>
          <p:nvPr/>
        </p:nvSpPr>
        <p:spPr>
          <a:xfrm>
            <a:off x="10535793"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8" name="椭圆 187"/>
          <p:cNvSpPr/>
          <p:nvPr/>
        </p:nvSpPr>
        <p:spPr>
          <a:xfrm>
            <a:off x="10724298" y="333378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89" name="椭圆 188"/>
          <p:cNvSpPr/>
          <p:nvPr/>
        </p:nvSpPr>
        <p:spPr>
          <a:xfrm>
            <a:off x="9027771" y="35256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0" name="椭圆 189"/>
          <p:cNvSpPr/>
          <p:nvPr/>
        </p:nvSpPr>
        <p:spPr>
          <a:xfrm>
            <a:off x="9216274" y="35256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1" name="椭圆 190"/>
          <p:cNvSpPr/>
          <p:nvPr/>
        </p:nvSpPr>
        <p:spPr>
          <a:xfrm>
            <a:off x="9404778" y="35256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2" name="椭圆 191"/>
          <p:cNvSpPr/>
          <p:nvPr/>
        </p:nvSpPr>
        <p:spPr>
          <a:xfrm>
            <a:off x="9593279" y="3525634"/>
            <a:ext cx="151867" cy="151867"/>
          </a:xfrm>
          <a:prstGeom prst="ellipse">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3" name="椭圆 192"/>
          <p:cNvSpPr/>
          <p:nvPr/>
        </p:nvSpPr>
        <p:spPr>
          <a:xfrm>
            <a:off x="9781782"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4" name="椭圆 193"/>
          <p:cNvSpPr/>
          <p:nvPr/>
        </p:nvSpPr>
        <p:spPr>
          <a:xfrm>
            <a:off x="9970285"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5" name="椭圆 194"/>
          <p:cNvSpPr/>
          <p:nvPr/>
        </p:nvSpPr>
        <p:spPr>
          <a:xfrm>
            <a:off x="10158788"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6" name="椭圆 195"/>
          <p:cNvSpPr/>
          <p:nvPr/>
        </p:nvSpPr>
        <p:spPr>
          <a:xfrm>
            <a:off x="10347292"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7" name="椭圆 196"/>
          <p:cNvSpPr/>
          <p:nvPr/>
        </p:nvSpPr>
        <p:spPr>
          <a:xfrm>
            <a:off x="10535793"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8" name="椭圆 197"/>
          <p:cNvSpPr/>
          <p:nvPr/>
        </p:nvSpPr>
        <p:spPr>
          <a:xfrm>
            <a:off x="10724298" y="3525634"/>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199" name="椭圆 198"/>
          <p:cNvSpPr/>
          <p:nvPr/>
        </p:nvSpPr>
        <p:spPr>
          <a:xfrm>
            <a:off x="9027771"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0" name="椭圆 199"/>
          <p:cNvSpPr/>
          <p:nvPr/>
        </p:nvSpPr>
        <p:spPr>
          <a:xfrm>
            <a:off x="9216274"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1" name="椭圆 200"/>
          <p:cNvSpPr/>
          <p:nvPr/>
        </p:nvSpPr>
        <p:spPr>
          <a:xfrm>
            <a:off x="9404778"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2" name="椭圆 201"/>
          <p:cNvSpPr/>
          <p:nvPr/>
        </p:nvSpPr>
        <p:spPr>
          <a:xfrm>
            <a:off x="9593279"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3" name="椭圆 202"/>
          <p:cNvSpPr/>
          <p:nvPr/>
        </p:nvSpPr>
        <p:spPr>
          <a:xfrm>
            <a:off x="9781782"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4" name="椭圆 203"/>
          <p:cNvSpPr/>
          <p:nvPr/>
        </p:nvSpPr>
        <p:spPr>
          <a:xfrm>
            <a:off x="9970285"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5" name="椭圆 204"/>
          <p:cNvSpPr/>
          <p:nvPr/>
        </p:nvSpPr>
        <p:spPr>
          <a:xfrm>
            <a:off x="10158788"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6" name="椭圆 205"/>
          <p:cNvSpPr/>
          <p:nvPr/>
        </p:nvSpPr>
        <p:spPr>
          <a:xfrm>
            <a:off x="10347292"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7" name="椭圆 206"/>
          <p:cNvSpPr/>
          <p:nvPr/>
        </p:nvSpPr>
        <p:spPr>
          <a:xfrm>
            <a:off x="10535793"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8" name="椭圆 207"/>
          <p:cNvSpPr/>
          <p:nvPr/>
        </p:nvSpPr>
        <p:spPr>
          <a:xfrm>
            <a:off x="10724298" y="3717481"/>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09" name="椭圆 208"/>
          <p:cNvSpPr/>
          <p:nvPr/>
        </p:nvSpPr>
        <p:spPr>
          <a:xfrm>
            <a:off x="9027771"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0" name="椭圆 209"/>
          <p:cNvSpPr/>
          <p:nvPr/>
        </p:nvSpPr>
        <p:spPr>
          <a:xfrm>
            <a:off x="9216274"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1" name="椭圆 210"/>
          <p:cNvSpPr/>
          <p:nvPr/>
        </p:nvSpPr>
        <p:spPr>
          <a:xfrm>
            <a:off x="9404778"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2" name="椭圆 211"/>
          <p:cNvSpPr/>
          <p:nvPr/>
        </p:nvSpPr>
        <p:spPr>
          <a:xfrm>
            <a:off x="9593279"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3" name="椭圆 212"/>
          <p:cNvSpPr/>
          <p:nvPr/>
        </p:nvSpPr>
        <p:spPr>
          <a:xfrm>
            <a:off x="9781782"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4" name="椭圆 213"/>
          <p:cNvSpPr/>
          <p:nvPr/>
        </p:nvSpPr>
        <p:spPr>
          <a:xfrm>
            <a:off x="9970285"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5" name="椭圆 214"/>
          <p:cNvSpPr/>
          <p:nvPr/>
        </p:nvSpPr>
        <p:spPr>
          <a:xfrm>
            <a:off x="10158788"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6" name="椭圆 215"/>
          <p:cNvSpPr/>
          <p:nvPr/>
        </p:nvSpPr>
        <p:spPr>
          <a:xfrm>
            <a:off x="10347292"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7" name="椭圆 216"/>
          <p:cNvSpPr/>
          <p:nvPr/>
        </p:nvSpPr>
        <p:spPr>
          <a:xfrm>
            <a:off x="10535793"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8" name="椭圆 217"/>
          <p:cNvSpPr/>
          <p:nvPr/>
        </p:nvSpPr>
        <p:spPr>
          <a:xfrm>
            <a:off x="10724298" y="3909330"/>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19" name="椭圆 218"/>
          <p:cNvSpPr/>
          <p:nvPr/>
        </p:nvSpPr>
        <p:spPr>
          <a:xfrm>
            <a:off x="9027771"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0" name="椭圆 219"/>
          <p:cNvSpPr/>
          <p:nvPr/>
        </p:nvSpPr>
        <p:spPr>
          <a:xfrm>
            <a:off x="9216274"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1" name="椭圆 220"/>
          <p:cNvSpPr/>
          <p:nvPr/>
        </p:nvSpPr>
        <p:spPr>
          <a:xfrm>
            <a:off x="9404778"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2" name="椭圆 221"/>
          <p:cNvSpPr/>
          <p:nvPr/>
        </p:nvSpPr>
        <p:spPr>
          <a:xfrm>
            <a:off x="9593279"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3" name="椭圆 222"/>
          <p:cNvSpPr/>
          <p:nvPr/>
        </p:nvSpPr>
        <p:spPr>
          <a:xfrm>
            <a:off x="9781782"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4" name="椭圆 223"/>
          <p:cNvSpPr/>
          <p:nvPr/>
        </p:nvSpPr>
        <p:spPr>
          <a:xfrm>
            <a:off x="9970285"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5" name="椭圆 224"/>
          <p:cNvSpPr/>
          <p:nvPr/>
        </p:nvSpPr>
        <p:spPr>
          <a:xfrm>
            <a:off x="10158788"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6" name="椭圆 225"/>
          <p:cNvSpPr/>
          <p:nvPr/>
        </p:nvSpPr>
        <p:spPr>
          <a:xfrm>
            <a:off x="10347292"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7" name="椭圆 226"/>
          <p:cNvSpPr/>
          <p:nvPr/>
        </p:nvSpPr>
        <p:spPr>
          <a:xfrm>
            <a:off x="10535793"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28" name="椭圆 227"/>
          <p:cNvSpPr/>
          <p:nvPr/>
        </p:nvSpPr>
        <p:spPr>
          <a:xfrm>
            <a:off x="10724298" y="4101179"/>
            <a:ext cx="151867" cy="151867"/>
          </a:xfrm>
          <a:prstGeom prst="ellipse">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solidFill>
                <a:srgbClr val="219FD2"/>
              </a:solidFill>
            </a:endParaRPr>
          </a:p>
        </p:txBody>
      </p:sp>
      <p:sp>
        <p:nvSpPr>
          <p:cNvPr id="230" name="矩形 229"/>
          <p:cNvSpPr/>
          <p:nvPr/>
        </p:nvSpPr>
        <p:spPr>
          <a:xfrm>
            <a:off x="1196488" y="5225560"/>
            <a:ext cx="3043961"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687" b="1" dirty="0">
                <a:solidFill>
                  <a:schemeClr val="tx1">
                    <a:lumMod val="75000"/>
                    <a:lumOff val="25000"/>
                  </a:schemeClr>
                </a:solidFill>
              </a:rPr>
              <a:t>在此添加关键字</a:t>
            </a:r>
          </a:p>
          <a:p>
            <a:r>
              <a:rPr lang="en-US" altLang="zh-CN" sz="1477" dirty="0">
                <a:solidFill>
                  <a:schemeClr val="tx1">
                    <a:lumMod val="75000"/>
                    <a:lumOff val="25000"/>
                  </a:schemeClr>
                </a:solidFill>
              </a:rPr>
              <a:t>Lorem ipsum dolor sit amet, consectetuer adipiscing elit. Maecenas porttitor congue massa. </a:t>
            </a:r>
          </a:p>
        </p:txBody>
      </p:sp>
      <p:sp>
        <p:nvSpPr>
          <p:cNvPr id="231" name="矩形 230"/>
          <p:cNvSpPr/>
          <p:nvPr/>
        </p:nvSpPr>
        <p:spPr>
          <a:xfrm>
            <a:off x="4841379" y="5225560"/>
            <a:ext cx="3043961"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687" b="1" dirty="0">
                <a:solidFill>
                  <a:schemeClr val="tx1">
                    <a:lumMod val="75000"/>
                    <a:lumOff val="25000"/>
                  </a:schemeClr>
                </a:solidFill>
              </a:rPr>
              <a:t>在此添加关键字</a:t>
            </a:r>
          </a:p>
          <a:p>
            <a:r>
              <a:rPr lang="en-US" altLang="zh-CN" sz="1477" dirty="0">
                <a:solidFill>
                  <a:schemeClr val="tx1">
                    <a:lumMod val="75000"/>
                    <a:lumOff val="25000"/>
                  </a:schemeClr>
                </a:solidFill>
              </a:rPr>
              <a:t>Lorem ipsum dolor sit amet, consectetuer adipiscing elit. Maecenas porttitor congue massa. </a:t>
            </a:r>
          </a:p>
        </p:txBody>
      </p:sp>
      <p:sp>
        <p:nvSpPr>
          <p:cNvPr id="232" name="矩形 231"/>
          <p:cNvSpPr/>
          <p:nvPr/>
        </p:nvSpPr>
        <p:spPr>
          <a:xfrm>
            <a:off x="9013814" y="5241113"/>
            <a:ext cx="3043961" cy="1071373"/>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687" b="1" dirty="0">
                <a:solidFill>
                  <a:schemeClr val="tx1">
                    <a:lumMod val="75000"/>
                    <a:lumOff val="25000"/>
                  </a:schemeClr>
                </a:solidFill>
              </a:rPr>
              <a:t>在此添加关键字</a:t>
            </a:r>
          </a:p>
          <a:p>
            <a:r>
              <a:rPr lang="en-US" altLang="zh-CN" sz="1477" dirty="0">
                <a:solidFill>
                  <a:schemeClr val="tx1">
                    <a:lumMod val="75000"/>
                    <a:lumOff val="25000"/>
                  </a:schemeClr>
                </a:solidFill>
              </a:rPr>
              <a:t>Lorem ipsum dolor sit amet, consectetuer adipiscing elit. Maecenas porttitor congue massa. </a:t>
            </a:r>
          </a:p>
        </p:txBody>
      </p:sp>
    </p:spTree>
    <p:extLst>
      <p:ext uri="{BB962C8B-B14F-4D97-AF65-F5344CB8AC3E}">
        <p14:creationId xmlns:p14="http://schemas.microsoft.com/office/powerpoint/2010/main" val="33169534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5"/>
          <p:cNvSpPr>
            <a:spLocks/>
          </p:cNvSpPr>
          <p:nvPr/>
        </p:nvSpPr>
        <p:spPr bwMode="auto">
          <a:xfrm>
            <a:off x="4012416" y="1273377"/>
            <a:ext cx="4832250" cy="5583132"/>
          </a:xfrm>
          <a:custGeom>
            <a:avLst/>
            <a:gdLst>
              <a:gd name="T0" fmla="*/ 3349 w 3349"/>
              <a:gd name="T1" fmla="*/ 2902 h 3868"/>
              <a:gd name="T2" fmla="*/ 1675 w 3349"/>
              <a:gd name="T3" fmla="*/ 3868 h 3868"/>
              <a:gd name="T4" fmla="*/ 0 w 3349"/>
              <a:gd name="T5" fmla="*/ 2902 h 3868"/>
              <a:gd name="T6" fmla="*/ 0 w 3349"/>
              <a:gd name="T7" fmla="*/ 966 h 3868"/>
              <a:gd name="T8" fmla="*/ 1675 w 3349"/>
              <a:gd name="T9" fmla="*/ 0 h 3868"/>
              <a:gd name="T10" fmla="*/ 3349 w 3349"/>
              <a:gd name="T11" fmla="*/ 966 h 3868"/>
              <a:gd name="T12" fmla="*/ 3349 w 3349"/>
              <a:gd name="T13" fmla="*/ 2902 h 3868"/>
            </a:gdLst>
            <a:ahLst/>
            <a:cxnLst>
              <a:cxn ang="0">
                <a:pos x="T0" y="T1"/>
              </a:cxn>
              <a:cxn ang="0">
                <a:pos x="T2" y="T3"/>
              </a:cxn>
              <a:cxn ang="0">
                <a:pos x="T4" y="T5"/>
              </a:cxn>
              <a:cxn ang="0">
                <a:pos x="T6" y="T7"/>
              </a:cxn>
              <a:cxn ang="0">
                <a:pos x="T8" y="T9"/>
              </a:cxn>
              <a:cxn ang="0">
                <a:pos x="T10" y="T11"/>
              </a:cxn>
              <a:cxn ang="0">
                <a:pos x="T12" y="T13"/>
              </a:cxn>
            </a:cxnLst>
            <a:rect l="0" t="0" r="r" b="b"/>
            <a:pathLst>
              <a:path w="3349" h="3868">
                <a:moveTo>
                  <a:pt x="3349" y="2902"/>
                </a:moveTo>
                <a:lnTo>
                  <a:pt x="1675" y="3868"/>
                </a:lnTo>
                <a:lnTo>
                  <a:pt x="0" y="2902"/>
                </a:lnTo>
                <a:lnTo>
                  <a:pt x="0" y="966"/>
                </a:lnTo>
                <a:lnTo>
                  <a:pt x="1675" y="0"/>
                </a:lnTo>
                <a:lnTo>
                  <a:pt x="3349" y="966"/>
                </a:lnTo>
                <a:lnTo>
                  <a:pt x="3349" y="2902"/>
                </a:lnTo>
                <a:close/>
              </a:path>
            </a:pathLst>
          </a:custGeom>
          <a:solidFill>
            <a:schemeClr val="bg1">
              <a:lumMod val="75000"/>
            </a:schemeClr>
          </a:solidFill>
          <a:ln>
            <a:noFill/>
          </a:ln>
          <a:effectLst>
            <a:innerShdw blurRad="190500" dist="50800" dir="135000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96413" tIns="48206" rIns="96413" bIns="48206" rtlCol="0" anchor="ctr"/>
          <a:lstStyle/>
          <a:p>
            <a:pPr algn="ctr"/>
            <a:endParaRPr lang="zh-CN" altLang="en-US"/>
          </a:p>
        </p:txBody>
      </p:sp>
      <p:grpSp>
        <p:nvGrpSpPr>
          <p:cNvPr id="29" name="组合 28"/>
          <p:cNvGrpSpPr/>
          <p:nvPr/>
        </p:nvGrpSpPr>
        <p:grpSpPr>
          <a:xfrm>
            <a:off x="5678801" y="3524534"/>
            <a:ext cx="1479851" cy="915261"/>
            <a:chOff x="8513763" y="2622551"/>
            <a:chExt cx="765175" cy="473075"/>
          </a:xfrm>
          <a:solidFill>
            <a:srgbClr val="8CC94C"/>
          </a:solidFill>
          <a:effectLst>
            <a:outerShdw blurRad="50800" dist="38100" dir="8100000" algn="tr" rotWithShape="0">
              <a:prstClr val="black">
                <a:alpha val="40000"/>
              </a:prstClr>
            </a:outerShdw>
          </a:effectLst>
        </p:grpSpPr>
        <p:sp>
          <p:nvSpPr>
            <p:cNvPr id="30" name="Freeform 36"/>
            <p:cNvSpPr>
              <a:spLocks/>
            </p:cNvSpPr>
            <p:nvPr/>
          </p:nvSpPr>
          <p:spPr bwMode="auto">
            <a:xfrm>
              <a:off x="8704263" y="2622551"/>
              <a:ext cx="382587" cy="473075"/>
            </a:xfrm>
            <a:custGeom>
              <a:avLst/>
              <a:gdLst>
                <a:gd name="T0" fmla="*/ 126 w 132"/>
                <a:gd name="T1" fmla="*/ 135 h 163"/>
                <a:gd name="T2" fmla="*/ 89 w 132"/>
                <a:gd name="T3" fmla="*/ 73 h 163"/>
                <a:gd name="T4" fmla="*/ 79 w 132"/>
                <a:gd name="T5" fmla="*/ 73 h 163"/>
                <a:gd name="T6" fmla="*/ 104 w 132"/>
                <a:gd name="T7" fmla="*/ 38 h 163"/>
                <a:gd name="T8" fmla="*/ 66 w 132"/>
                <a:gd name="T9" fmla="*/ 0 h 163"/>
                <a:gd name="T10" fmla="*/ 28 w 132"/>
                <a:gd name="T11" fmla="*/ 38 h 163"/>
                <a:gd name="T12" fmla="*/ 53 w 132"/>
                <a:gd name="T13" fmla="*/ 73 h 163"/>
                <a:gd name="T14" fmla="*/ 43 w 132"/>
                <a:gd name="T15" fmla="*/ 73 h 163"/>
                <a:gd name="T16" fmla="*/ 6 w 132"/>
                <a:gd name="T17" fmla="*/ 135 h 163"/>
                <a:gd name="T18" fmla="*/ 11 w 132"/>
                <a:gd name="T19" fmla="*/ 163 h 163"/>
                <a:gd name="T20" fmla="*/ 56 w 132"/>
                <a:gd name="T21" fmla="*/ 163 h 163"/>
                <a:gd name="T22" fmla="*/ 65 w 132"/>
                <a:gd name="T23" fmla="*/ 86 h 163"/>
                <a:gd name="T24" fmla="*/ 55 w 132"/>
                <a:gd name="T25" fmla="*/ 76 h 163"/>
                <a:gd name="T26" fmla="*/ 77 w 132"/>
                <a:gd name="T27" fmla="*/ 76 h 163"/>
                <a:gd name="T28" fmla="*/ 67 w 132"/>
                <a:gd name="T29" fmla="*/ 86 h 163"/>
                <a:gd name="T30" fmla="*/ 76 w 132"/>
                <a:gd name="T31" fmla="*/ 163 h 163"/>
                <a:gd name="T32" fmla="*/ 121 w 132"/>
                <a:gd name="T33" fmla="*/ 163 h 163"/>
                <a:gd name="T34" fmla="*/ 126 w 132"/>
                <a:gd name="T35" fmla="*/ 1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163">
                  <a:moveTo>
                    <a:pt x="126" y="135"/>
                  </a:moveTo>
                  <a:cubicBezTo>
                    <a:pt x="121" y="123"/>
                    <a:pt x="109" y="73"/>
                    <a:pt x="89" y="73"/>
                  </a:cubicBezTo>
                  <a:cubicBezTo>
                    <a:pt x="79" y="73"/>
                    <a:pt x="79" y="73"/>
                    <a:pt x="79" y="73"/>
                  </a:cubicBezTo>
                  <a:cubicBezTo>
                    <a:pt x="93" y="68"/>
                    <a:pt x="104" y="54"/>
                    <a:pt x="104" y="38"/>
                  </a:cubicBezTo>
                  <a:cubicBezTo>
                    <a:pt x="104" y="17"/>
                    <a:pt x="87" y="0"/>
                    <a:pt x="66" y="0"/>
                  </a:cubicBezTo>
                  <a:cubicBezTo>
                    <a:pt x="45" y="0"/>
                    <a:pt x="28" y="17"/>
                    <a:pt x="28" y="38"/>
                  </a:cubicBezTo>
                  <a:cubicBezTo>
                    <a:pt x="28" y="54"/>
                    <a:pt x="39" y="68"/>
                    <a:pt x="53" y="73"/>
                  </a:cubicBezTo>
                  <a:cubicBezTo>
                    <a:pt x="43" y="73"/>
                    <a:pt x="43" y="73"/>
                    <a:pt x="43" y="73"/>
                  </a:cubicBezTo>
                  <a:cubicBezTo>
                    <a:pt x="23" y="73"/>
                    <a:pt x="11" y="123"/>
                    <a:pt x="6" y="135"/>
                  </a:cubicBezTo>
                  <a:cubicBezTo>
                    <a:pt x="0" y="153"/>
                    <a:pt x="11" y="163"/>
                    <a:pt x="11" y="163"/>
                  </a:cubicBezTo>
                  <a:cubicBezTo>
                    <a:pt x="56" y="163"/>
                    <a:pt x="56" y="163"/>
                    <a:pt x="56" y="163"/>
                  </a:cubicBezTo>
                  <a:cubicBezTo>
                    <a:pt x="65" y="86"/>
                    <a:pt x="65" y="86"/>
                    <a:pt x="65" y="86"/>
                  </a:cubicBezTo>
                  <a:cubicBezTo>
                    <a:pt x="55" y="76"/>
                    <a:pt x="55" y="76"/>
                    <a:pt x="55" y="76"/>
                  </a:cubicBezTo>
                  <a:cubicBezTo>
                    <a:pt x="77" y="76"/>
                    <a:pt x="77" y="76"/>
                    <a:pt x="77" y="76"/>
                  </a:cubicBezTo>
                  <a:cubicBezTo>
                    <a:pt x="67" y="86"/>
                    <a:pt x="67" y="86"/>
                    <a:pt x="67" y="86"/>
                  </a:cubicBezTo>
                  <a:cubicBezTo>
                    <a:pt x="76" y="163"/>
                    <a:pt x="76" y="163"/>
                    <a:pt x="76" y="163"/>
                  </a:cubicBezTo>
                  <a:cubicBezTo>
                    <a:pt x="121" y="163"/>
                    <a:pt x="121" y="163"/>
                    <a:pt x="121" y="163"/>
                  </a:cubicBezTo>
                  <a:cubicBezTo>
                    <a:pt x="121" y="163"/>
                    <a:pt x="132" y="153"/>
                    <a:pt x="12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sp>
          <p:nvSpPr>
            <p:cNvPr id="31" name="Freeform 37"/>
            <p:cNvSpPr>
              <a:spLocks/>
            </p:cNvSpPr>
            <p:nvPr/>
          </p:nvSpPr>
          <p:spPr bwMode="auto">
            <a:xfrm>
              <a:off x="8513763" y="2709863"/>
              <a:ext cx="242887" cy="385763"/>
            </a:xfrm>
            <a:custGeom>
              <a:avLst/>
              <a:gdLst>
                <a:gd name="T0" fmla="*/ 68 w 84"/>
                <a:gd name="T1" fmla="*/ 104 h 133"/>
                <a:gd name="T2" fmla="*/ 70 w 84"/>
                <a:gd name="T3" fmla="*/ 96 h 133"/>
                <a:gd name="T4" fmla="*/ 82 w 84"/>
                <a:gd name="T5" fmla="*/ 64 h 133"/>
                <a:gd name="T6" fmla="*/ 72 w 84"/>
                <a:gd name="T7" fmla="*/ 60 h 133"/>
                <a:gd name="T8" fmla="*/ 64 w 84"/>
                <a:gd name="T9" fmla="*/ 60 h 133"/>
                <a:gd name="T10" fmla="*/ 84 w 84"/>
                <a:gd name="T11" fmla="*/ 31 h 133"/>
                <a:gd name="T12" fmla="*/ 54 w 84"/>
                <a:gd name="T13" fmla="*/ 0 h 133"/>
                <a:gd name="T14" fmla="*/ 23 w 84"/>
                <a:gd name="T15" fmla="*/ 31 h 133"/>
                <a:gd name="T16" fmla="*/ 43 w 84"/>
                <a:gd name="T17" fmla="*/ 60 h 133"/>
                <a:gd name="T18" fmla="*/ 35 w 84"/>
                <a:gd name="T19" fmla="*/ 60 h 133"/>
                <a:gd name="T20" fmla="*/ 5 w 84"/>
                <a:gd name="T21" fmla="*/ 110 h 133"/>
                <a:gd name="T22" fmla="*/ 9 w 84"/>
                <a:gd name="T23" fmla="*/ 133 h 133"/>
                <a:gd name="T24" fmla="*/ 45 w 84"/>
                <a:gd name="T25" fmla="*/ 133 h 133"/>
                <a:gd name="T26" fmla="*/ 53 w 84"/>
                <a:gd name="T27" fmla="*/ 70 h 133"/>
                <a:gd name="T28" fmla="*/ 45 w 84"/>
                <a:gd name="T29" fmla="*/ 62 h 133"/>
                <a:gd name="T30" fmla="*/ 62 w 84"/>
                <a:gd name="T31" fmla="*/ 62 h 133"/>
                <a:gd name="T32" fmla="*/ 55 w 84"/>
                <a:gd name="T33" fmla="*/ 70 h 133"/>
                <a:gd name="T34" fmla="*/ 62 w 84"/>
                <a:gd name="T35" fmla="*/ 133 h 133"/>
                <a:gd name="T36" fmla="*/ 71 w 84"/>
                <a:gd name="T37" fmla="*/ 133 h 133"/>
                <a:gd name="T38" fmla="*/ 68 w 84"/>
                <a:gd name="T39"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68" y="104"/>
                  </a:moveTo>
                  <a:cubicBezTo>
                    <a:pt x="68" y="102"/>
                    <a:pt x="69" y="99"/>
                    <a:pt x="70" y="96"/>
                  </a:cubicBezTo>
                  <a:cubicBezTo>
                    <a:pt x="73" y="87"/>
                    <a:pt x="77" y="75"/>
                    <a:pt x="82" y="64"/>
                  </a:cubicBezTo>
                  <a:cubicBezTo>
                    <a:pt x="79" y="61"/>
                    <a:pt x="76" y="60"/>
                    <a:pt x="72" y="60"/>
                  </a:cubicBezTo>
                  <a:cubicBezTo>
                    <a:pt x="64" y="60"/>
                    <a:pt x="64" y="60"/>
                    <a:pt x="64" y="60"/>
                  </a:cubicBezTo>
                  <a:cubicBezTo>
                    <a:pt x="76" y="55"/>
                    <a:pt x="84" y="44"/>
                    <a:pt x="84" y="31"/>
                  </a:cubicBezTo>
                  <a:cubicBezTo>
                    <a:pt x="84" y="14"/>
                    <a:pt x="71" y="0"/>
                    <a:pt x="54" y="0"/>
                  </a:cubicBezTo>
                  <a:cubicBezTo>
                    <a:pt x="37" y="0"/>
                    <a:pt x="23" y="14"/>
                    <a:pt x="23" y="31"/>
                  </a:cubicBezTo>
                  <a:cubicBezTo>
                    <a:pt x="23" y="44"/>
                    <a:pt x="32" y="55"/>
                    <a:pt x="43" y="60"/>
                  </a:cubicBezTo>
                  <a:cubicBezTo>
                    <a:pt x="35" y="60"/>
                    <a:pt x="35" y="60"/>
                    <a:pt x="35" y="60"/>
                  </a:cubicBezTo>
                  <a:cubicBezTo>
                    <a:pt x="19" y="60"/>
                    <a:pt x="9" y="100"/>
                    <a:pt x="5" y="110"/>
                  </a:cubicBezTo>
                  <a:cubicBezTo>
                    <a:pt x="0" y="125"/>
                    <a:pt x="9" y="133"/>
                    <a:pt x="9" y="133"/>
                  </a:cubicBezTo>
                  <a:cubicBezTo>
                    <a:pt x="45" y="133"/>
                    <a:pt x="45" y="133"/>
                    <a:pt x="45" y="133"/>
                  </a:cubicBezTo>
                  <a:cubicBezTo>
                    <a:pt x="53" y="70"/>
                    <a:pt x="53" y="70"/>
                    <a:pt x="53" y="70"/>
                  </a:cubicBezTo>
                  <a:cubicBezTo>
                    <a:pt x="45" y="62"/>
                    <a:pt x="45" y="62"/>
                    <a:pt x="45" y="62"/>
                  </a:cubicBezTo>
                  <a:cubicBezTo>
                    <a:pt x="62" y="62"/>
                    <a:pt x="62" y="62"/>
                    <a:pt x="62" y="62"/>
                  </a:cubicBezTo>
                  <a:cubicBezTo>
                    <a:pt x="55" y="70"/>
                    <a:pt x="55" y="70"/>
                    <a:pt x="55" y="70"/>
                  </a:cubicBezTo>
                  <a:cubicBezTo>
                    <a:pt x="62" y="133"/>
                    <a:pt x="62" y="133"/>
                    <a:pt x="62" y="133"/>
                  </a:cubicBezTo>
                  <a:cubicBezTo>
                    <a:pt x="71" y="133"/>
                    <a:pt x="71" y="133"/>
                    <a:pt x="71" y="133"/>
                  </a:cubicBezTo>
                  <a:cubicBezTo>
                    <a:pt x="67" y="128"/>
                    <a:pt x="62" y="118"/>
                    <a:pt x="6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sp>
          <p:nvSpPr>
            <p:cNvPr id="33" name="Freeform 38"/>
            <p:cNvSpPr>
              <a:spLocks/>
            </p:cNvSpPr>
            <p:nvPr/>
          </p:nvSpPr>
          <p:spPr bwMode="auto">
            <a:xfrm>
              <a:off x="9034463" y="2709863"/>
              <a:ext cx="244475" cy="385763"/>
            </a:xfrm>
            <a:custGeom>
              <a:avLst/>
              <a:gdLst>
                <a:gd name="T0" fmla="*/ 79 w 84"/>
                <a:gd name="T1" fmla="*/ 110 h 133"/>
                <a:gd name="T2" fmla="*/ 49 w 84"/>
                <a:gd name="T3" fmla="*/ 60 h 133"/>
                <a:gd name="T4" fmla="*/ 41 w 84"/>
                <a:gd name="T5" fmla="*/ 60 h 133"/>
                <a:gd name="T6" fmla="*/ 61 w 84"/>
                <a:gd name="T7" fmla="*/ 31 h 133"/>
                <a:gd name="T8" fmla="*/ 30 w 84"/>
                <a:gd name="T9" fmla="*/ 0 h 133"/>
                <a:gd name="T10" fmla="*/ 0 w 84"/>
                <a:gd name="T11" fmla="*/ 31 h 133"/>
                <a:gd name="T12" fmla="*/ 20 w 84"/>
                <a:gd name="T13" fmla="*/ 60 h 133"/>
                <a:gd name="T14" fmla="*/ 12 w 84"/>
                <a:gd name="T15" fmla="*/ 60 h 133"/>
                <a:gd name="T16" fmla="*/ 2 w 84"/>
                <a:gd name="T17" fmla="*/ 64 h 133"/>
                <a:gd name="T18" fmla="*/ 14 w 84"/>
                <a:gd name="T19" fmla="*/ 96 h 133"/>
                <a:gd name="T20" fmla="*/ 16 w 84"/>
                <a:gd name="T21" fmla="*/ 104 h 133"/>
                <a:gd name="T22" fmla="*/ 13 w 84"/>
                <a:gd name="T23" fmla="*/ 133 h 133"/>
                <a:gd name="T24" fmla="*/ 22 w 84"/>
                <a:gd name="T25" fmla="*/ 133 h 133"/>
                <a:gd name="T26" fmla="*/ 29 w 84"/>
                <a:gd name="T27" fmla="*/ 70 h 133"/>
                <a:gd name="T28" fmla="*/ 22 w 84"/>
                <a:gd name="T29" fmla="*/ 62 h 133"/>
                <a:gd name="T30" fmla="*/ 39 w 84"/>
                <a:gd name="T31" fmla="*/ 62 h 133"/>
                <a:gd name="T32" fmla="*/ 31 w 84"/>
                <a:gd name="T33" fmla="*/ 70 h 133"/>
                <a:gd name="T34" fmla="*/ 39 w 84"/>
                <a:gd name="T35" fmla="*/ 133 h 133"/>
                <a:gd name="T36" fmla="*/ 75 w 84"/>
                <a:gd name="T37" fmla="*/ 133 h 133"/>
                <a:gd name="T38" fmla="*/ 79 w 84"/>
                <a:gd name="T39"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79" y="110"/>
                  </a:moveTo>
                  <a:cubicBezTo>
                    <a:pt x="75" y="100"/>
                    <a:pt x="65" y="60"/>
                    <a:pt x="49" y="60"/>
                  </a:cubicBezTo>
                  <a:cubicBezTo>
                    <a:pt x="41" y="60"/>
                    <a:pt x="41" y="60"/>
                    <a:pt x="41" y="60"/>
                  </a:cubicBezTo>
                  <a:cubicBezTo>
                    <a:pt x="52" y="55"/>
                    <a:pt x="61" y="44"/>
                    <a:pt x="61" y="31"/>
                  </a:cubicBezTo>
                  <a:cubicBezTo>
                    <a:pt x="61" y="14"/>
                    <a:pt x="47" y="0"/>
                    <a:pt x="30" y="0"/>
                  </a:cubicBezTo>
                  <a:cubicBezTo>
                    <a:pt x="13" y="0"/>
                    <a:pt x="0" y="14"/>
                    <a:pt x="0" y="31"/>
                  </a:cubicBezTo>
                  <a:cubicBezTo>
                    <a:pt x="0" y="44"/>
                    <a:pt x="8" y="55"/>
                    <a:pt x="20" y="60"/>
                  </a:cubicBezTo>
                  <a:cubicBezTo>
                    <a:pt x="12" y="60"/>
                    <a:pt x="12" y="60"/>
                    <a:pt x="12" y="60"/>
                  </a:cubicBezTo>
                  <a:cubicBezTo>
                    <a:pt x="8" y="60"/>
                    <a:pt x="5" y="61"/>
                    <a:pt x="2" y="64"/>
                  </a:cubicBezTo>
                  <a:cubicBezTo>
                    <a:pt x="7" y="75"/>
                    <a:pt x="11" y="87"/>
                    <a:pt x="14" y="96"/>
                  </a:cubicBezTo>
                  <a:cubicBezTo>
                    <a:pt x="15" y="99"/>
                    <a:pt x="16" y="102"/>
                    <a:pt x="16" y="104"/>
                  </a:cubicBezTo>
                  <a:cubicBezTo>
                    <a:pt x="22" y="118"/>
                    <a:pt x="17" y="128"/>
                    <a:pt x="13" y="133"/>
                  </a:cubicBezTo>
                  <a:cubicBezTo>
                    <a:pt x="22" y="133"/>
                    <a:pt x="22" y="133"/>
                    <a:pt x="22" y="133"/>
                  </a:cubicBezTo>
                  <a:cubicBezTo>
                    <a:pt x="29" y="70"/>
                    <a:pt x="29" y="70"/>
                    <a:pt x="29" y="70"/>
                  </a:cubicBezTo>
                  <a:cubicBezTo>
                    <a:pt x="22" y="62"/>
                    <a:pt x="22" y="62"/>
                    <a:pt x="22" y="62"/>
                  </a:cubicBezTo>
                  <a:cubicBezTo>
                    <a:pt x="39" y="62"/>
                    <a:pt x="39" y="62"/>
                    <a:pt x="39" y="62"/>
                  </a:cubicBezTo>
                  <a:cubicBezTo>
                    <a:pt x="31" y="70"/>
                    <a:pt x="31" y="70"/>
                    <a:pt x="31" y="70"/>
                  </a:cubicBezTo>
                  <a:cubicBezTo>
                    <a:pt x="39" y="133"/>
                    <a:pt x="39" y="133"/>
                    <a:pt x="39" y="133"/>
                  </a:cubicBezTo>
                  <a:cubicBezTo>
                    <a:pt x="75" y="133"/>
                    <a:pt x="75" y="133"/>
                    <a:pt x="75" y="133"/>
                  </a:cubicBezTo>
                  <a:cubicBezTo>
                    <a:pt x="75" y="133"/>
                    <a:pt x="84" y="125"/>
                    <a:pt x="7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sp>
          <p:nvSpPr>
            <p:cNvPr id="34" name="Freeform 39"/>
            <p:cNvSpPr>
              <a:spLocks/>
            </p:cNvSpPr>
            <p:nvPr/>
          </p:nvSpPr>
          <p:spPr bwMode="auto">
            <a:xfrm>
              <a:off x="8704263" y="2622551"/>
              <a:ext cx="382587" cy="473075"/>
            </a:xfrm>
            <a:custGeom>
              <a:avLst/>
              <a:gdLst>
                <a:gd name="T0" fmla="*/ 126 w 132"/>
                <a:gd name="T1" fmla="*/ 135 h 163"/>
                <a:gd name="T2" fmla="*/ 89 w 132"/>
                <a:gd name="T3" fmla="*/ 73 h 163"/>
                <a:gd name="T4" fmla="*/ 79 w 132"/>
                <a:gd name="T5" fmla="*/ 73 h 163"/>
                <a:gd name="T6" fmla="*/ 104 w 132"/>
                <a:gd name="T7" fmla="*/ 38 h 163"/>
                <a:gd name="T8" fmla="*/ 66 w 132"/>
                <a:gd name="T9" fmla="*/ 0 h 163"/>
                <a:gd name="T10" fmla="*/ 28 w 132"/>
                <a:gd name="T11" fmla="*/ 38 h 163"/>
                <a:gd name="T12" fmla="*/ 53 w 132"/>
                <a:gd name="T13" fmla="*/ 73 h 163"/>
                <a:gd name="T14" fmla="*/ 43 w 132"/>
                <a:gd name="T15" fmla="*/ 73 h 163"/>
                <a:gd name="T16" fmla="*/ 6 w 132"/>
                <a:gd name="T17" fmla="*/ 135 h 163"/>
                <a:gd name="T18" fmla="*/ 11 w 132"/>
                <a:gd name="T19" fmla="*/ 163 h 163"/>
                <a:gd name="T20" fmla="*/ 56 w 132"/>
                <a:gd name="T21" fmla="*/ 163 h 163"/>
                <a:gd name="T22" fmla="*/ 65 w 132"/>
                <a:gd name="T23" fmla="*/ 86 h 163"/>
                <a:gd name="T24" fmla="*/ 55 w 132"/>
                <a:gd name="T25" fmla="*/ 76 h 163"/>
                <a:gd name="T26" fmla="*/ 77 w 132"/>
                <a:gd name="T27" fmla="*/ 76 h 163"/>
                <a:gd name="T28" fmla="*/ 67 w 132"/>
                <a:gd name="T29" fmla="*/ 86 h 163"/>
                <a:gd name="T30" fmla="*/ 76 w 132"/>
                <a:gd name="T31" fmla="*/ 163 h 163"/>
                <a:gd name="T32" fmla="*/ 121 w 132"/>
                <a:gd name="T33" fmla="*/ 163 h 163"/>
                <a:gd name="T34" fmla="*/ 126 w 132"/>
                <a:gd name="T35" fmla="*/ 1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163">
                  <a:moveTo>
                    <a:pt x="126" y="135"/>
                  </a:moveTo>
                  <a:cubicBezTo>
                    <a:pt x="121" y="123"/>
                    <a:pt x="109" y="73"/>
                    <a:pt x="89" y="73"/>
                  </a:cubicBezTo>
                  <a:cubicBezTo>
                    <a:pt x="79" y="73"/>
                    <a:pt x="79" y="73"/>
                    <a:pt x="79" y="73"/>
                  </a:cubicBezTo>
                  <a:cubicBezTo>
                    <a:pt x="93" y="68"/>
                    <a:pt x="104" y="54"/>
                    <a:pt x="104" y="38"/>
                  </a:cubicBezTo>
                  <a:cubicBezTo>
                    <a:pt x="104" y="17"/>
                    <a:pt x="87" y="0"/>
                    <a:pt x="66" y="0"/>
                  </a:cubicBezTo>
                  <a:cubicBezTo>
                    <a:pt x="45" y="0"/>
                    <a:pt x="28" y="17"/>
                    <a:pt x="28" y="38"/>
                  </a:cubicBezTo>
                  <a:cubicBezTo>
                    <a:pt x="28" y="54"/>
                    <a:pt x="39" y="68"/>
                    <a:pt x="53" y="73"/>
                  </a:cubicBezTo>
                  <a:cubicBezTo>
                    <a:pt x="43" y="73"/>
                    <a:pt x="43" y="73"/>
                    <a:pt x="43" y="73"/>
                  </a:cubicBezTo>
                  <a:cubicBezTo>
                    <a:pt x="23" y="73"/>
                    <a:pt x="11" y="123"/>
                    <a:pt x="6" y="135"/>
                  </a:cubicBezTo>
                  <a:cubicBezTo>
                    <a:pt x="0" y="153"/>
                    <a:pt x="11" y="163"/>
                    <a:pt x="11" y="163"/>
                  </a:cubicBezTo>
                  <a:cubicBezTo>
                    <a:pt x="56" y="163"/>
                    <a:pt x="56" y="163"/>
                    <a:pt x="56" y="163"/>
                  </a:cubicBezTo>
                  <a:cubicBezTo>
                    <a:pt x="65" y="86"/>
                    <a:pt x="65" y="86"/>
                    <a:pt x="65" y="86"/>
                  </a:cubicBezTo>
                  <a:cubicBezTo>
                    <a:pt x="55" y="76"/>
                    <a:pt x="55" y="76"/>
                    <a:pt x="55" y="76"/>
                  </a:cubicBezTo>
                  <a:cubicBezTo>
                    <a:pt x="77" y="76"/>
                    <a:pt x="77" y="76"/>
                    <a:pt x="77" y="76"/>
                  </a:cubicBezTo>
                  <a:cubicBezTo>
                    <a:pt x="67" y="86"/>
                    <a:pt x="67" y="86"/>
                    <a:pt x="67" y="86"/>
                  </a:cubicBezTo>
                  <a:cubicBezTo>
                    <a:pt x="76" y="163"/>
                    <a:pt x="76" y="163"/>
                    <a:pt x="76" y="163"/>
                  </a:cubicBezTo>
                  <a:cubicBezTo>
                    <a:pt x="121" y="163"/>
                    <a:pt x="121" y="163"/>
                    <a:pt x="121" y="163"/>
                  </a:cubicBezTo>
                  <a:cubicBezTo>
                    <a:pt x="121" y="163"/>
                    <a:pt x="132" y="153"/>
                    <a:pt x="12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sp>
          <p:nvSpPr>
            <p:cNvPr id="35" name="Freeform 40"/>
            <p:cNvSpPr>
              <a:spLocks/>
            </p:cNvSpPr>
            <p:nvPr/>
          </p:nvSpPr>
          <p:spPr bwMode="auto">
            <a:xfrm>
              <a:off x="8513763" y="2709863"/>
              <a:ext cx="242887" cy="385763"/>
            </a:xfrm>
            <a:custGeom>
              <a:avLst/>
              <a:gdLst>
                <a:gd name="T0" fmla="*/ 68 w 84"/>
                <a:gd name="T1" fmla="*/ 104 h 133"/>
                <a:gd name="T2" fmla="*/ 70 w 84"/>
                <a:gd name="T3" fmla="*/ 96 h 133"/>
                <a:gd name="T4" fmla="*/ 82 w 84"/>
                <a:gd name="T5" fmla="*/ 64 h 133"/>
                <a:gd name="T6" fmla="*/ 72 w 84"/>
                <a:gd name="T7" fmla="*/ 60 h 133"/>
                <a:gd name="T8" fmla="*/ 64 w 84"/>
                <a:gd name="T9" fmla="*/ 60 h 133"/>
                <a:gd name="T10" fmla="*/ 84 w 84"/>
                <a:gd name="T11" fmla="*/ 31 h 133"/>
                <a:gd name="T12" fmla="*/ 54 w 84"/>
                <a:gd name="T13" fmla="*/ 0 h 133"/>
                <a:gd name="T14" fmla="*/ 23 w 84"/>
                <a:gd name="T15" fmla="*/ 31 h 133"/>
                <a:gd name="T16" fmla="*/ 43 w 84"/>
                <a:gd name="T17" fmla="*/ 60 h 133"/>
                <a:gd name="T18" fmla="*/ 35 w 84"/>
                <a:gd name="T19" fmla="*/ 60 h 133"/>
                <a:gd name="T20" fmla="*/ 5 w 84"/>
                <a:gd name="T21" fmla="*/ 110 h 133"/>
                <a:gd name="T22" fmla="*/ 9 w 84"/>
                <a:gd name="T23" fmla="*/ 133 h 133"/>
                <a:gd name="T24" fmla="*/ 45 w 84"/>
                <a:gd name="T25" fmla="*/ 133 h 133"/>
                <a:gd name="T26" fmla="*/ 53 w 84"/>
                <a:gd name="T27" fmla="*/ 70 h 133"/>
                <a:gd name="T28" fmla="*/ 45 w 84"/>
                <a:gd name="T29" fmla="*/ 62 h 133"/>
                <a:gd name="T30" fmla="*/ 62 w 84"/>
                <a:gd name="T31" fmla="*/ 62 h 133"/>
                <a:gd name="T32" fmla="*/ 55 w 84"/>
                <a:gd name="T33" fmla="*/ 70 h 133"/>
                <a:gd name="T34" fmla="*/ 62 w 84"/>
                <a:gd name="T35" fmla="*/ 133 h 133"/>
                <a:gd name="T36" fmla="*/ 71 w 84"/>
                <a:gd name="T37" fmla="*/ 133 h 133"/>
                <a:gd name="T38" fmla="*/ 68 w 84"/>
                <a:gd name="T39"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68" y="104"/>
                  </a:moveTo>
                  <a:cubicBezTo>
                    <a:pt x="68" y="102"/>
                    <a:pt x="69" y="99"/>
                    <a:pt x="70" y="96"/>
                  </a:cubicBezTo>
                  <a:cubicBezTo>
                    <a:pt x="73" y="87"/>
                    <a:pt x="77" y="75"/>
                    <a:pt x="82" y="64"/>
                  </a:cubicBezTo>
                  <a:cubicBezTo>
                    <a:pt x="79" y="61"/>
                    <a:pt x="76" y="60"/>
                    <a:pt x="72" y="60"/>
                  </a:cubicBezTo>
                  <a:cubicBezTo>
                    <a:pt x="64" y="60"/>
                    <a:pt x="64" y="60"/>
                    <a:pt x="64" y="60"/>
                  </a:cubicBezTo>
                  <a:cubicBezTo>
                    <a:pt x="76" y="55"/>
                    <a:pt x="84" y="44"/>
                    <a:pt x="84" y="31"/>
                  </a:cubicBezTo>
                  <a:cubicBezTo>
                    <a:pt x="84" y="14"/>
                    <a:pt x="71" y="0"/>
                    <a:pt x="54" y="0"/>
                  </a:cubicBezTo>
                  <a:cubicBezTo>
                    <a:pt x="37" y="0"/>
                    <a:pt x="23" y="14"/>
                    <a:pt x="23" y="31"/>
                  </a:cubicBezTo>
                  <a:cubicBezTo>
                    <a:pt x="23" y="44"/>
                    <a:pt x="32" y="55"/>
                    <a:pt x="43" y="60"/>
                  </a:cubicBezTo>
                  <a:cubicBezTo>
                    <a:pt x="35" y="60"/>
                    <a:pt x="35" y="60"/>
                    <a:pt x="35" y="60"/>
                  </a:cubicBezTo>
                  <a:cubicBezTo>
                    <a:pt x="19" y="60"/>
                    <a:pt x="9" y="100"/>
                    <a:pt x="5" y="110"/>
                  </a:cubicBezTo>
                  <a:cubicBezTo>
                    <a:pt x="0" y="125"/>
                    <a:pt x="9" y="133"/>
                    <a:pt x="9" y="133"/>
                  </a:cubicBezTo>
                  <a:cubicBezTo>
                    <a:pt x="45" y="133"/>
                    <a:pt x="45" y="133"/>
                    <a:pt x="45" y="133"/>
                  </a:cubicBezTo>
                  <a:cubicBezTo>
                    <a:pt x="53" y="70"/>
                    <a:pt x="53" y="70"/>
                    <a:pt x="53" y="70"/>
                  </a:cubicBezTo>
                  <a:cubicBezTo>
                    <a:pt x="45" y="62"/>
                    <a:pt x="45" y="62"/>
                    <a:pt x="45" y="62"/>
                  </a:cubicBezTo>
                  <a:cubicBezTo>
                    <a:pt x="62" y="62"/>
                    <a:pt x="62" y="62"/>
                    <a:pt x="62" y="62"/>
                  </a:cubicBezTo>
                  <a:cubicBezTo>
                    <a:pt x="55" y="70"/>
                    <a:pt x="55" y="70"/>
                    <a:pt x="55" y="70"/>
                  </a:cubicBezTo>
                  <a:cubicBezTo>
                    <a:pt x="62" y="133"/>
                    <a:pt x="62" y="133"/>
                    <a:pt x="62" y="133"/>
                  </a:cubicBezTo>
                  <a:cubicBezTo>
                    <a:pt x="71" y="133"/>
                    <a:pt x="71" y="133"/>
                    <a:pt x="71" y="133"/>
                  </a:cubicBezTo>
                  <a:cubicBezTo>
                    <a:pt x="67" y="128"/>
                    <a:pt x="62" y="118"/>
                    <a:pt x="6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sp>
          <p:nvSpPr>
            <p:cNvPr id="36" name="Freeform 41"/>
            <p:cNvSpPr>
              <a:spLocks/>
            </p:cNvSpPr>
            <p:nvPr/>
          </p:nvSpPr>
          <p:spPr bwMode="auto">
            <a:xfrm>
              <a:off x="9034463" y="2709863"/>
              <a:ext cx="244475" cy="385763"/>
            </a:xfrm>
            <a:custGeom>
              <a:avLst/>
              <a:gdLst>
                <a:gd name="T0" fmla="*/ 79 w 84"/>
                <a:gd name="T1" fmla="*/ 110 h 133"/>
                <a:gd name="T2" fmla="*/ 49 w 84"/>
                <a:gd name="T3" fmla="*/ 60 h 133"/>
                <a:gd name="T4" fmla="*/ 41 w 84"/>
                <a:gd name="T5" fmla="*/ 60 h 133"/>
                <a:gd name="T6" fmla="*/ 61 w 84"/>
                <a:gd name="T7" fmla="*/ 31 h 133"/>
                <a:gd name="T8" fmla="*/ 30 w 84"/>
                <a:gd name="T9" fmla="*/ 0 h 133"/>
                <a:gd name="T10" fmla="*/ 0 w 84"/>
                <a:gd name="T11" fmla="*/ 31 h 133"/>
                <a:gd name="T12" fmla="*/ 20 w 84"/>
                <a:gd name="T13" fmla="*/ 60 h 133"/>
                <a:gd name="T14" fmla="*/ 12 w 84"/>
                <a:gd name="T15" fmla="*/ 60 h 133"/>
                <a:gd name="T16" fmla="*/ 2 w 84"/>
                <a:gd name="T17" fmla="*/ 64 h 133"/>
                <a:gd name="T18" fmla="*/ 14 w 84"/>
                <a:gd name="T19" fmla="*/ 96 h 133"/>
                <a:gd name="T20" fmla="*/ 16 w 84"/>
                <a:gd name="T21" fmla="*/ 104 h 133"/>
                <a:gd name="T22" fmla="*/ 13 w 84"/>
                <a:gd name="T23" fmla="*/ 133 h 133"/>
                <a:gd name="T24" fmla="*/ 22 w 84"/>
                <a:gd name="T25" fmla="*/ 133 h 133"/>
                <a:gd name="T26" fmla="*/ 29 w 84"/>
                <a:gd name="T27" fmla="*/ 70 h 133"/>
                <a:gd name="T28" fmla="*/ 22 w 84"/>
                <a:gd name="T29" fmla="*/ 62 h 133"/>
                <a:gd name="T30" fmla="*/ 39 w 84"/>
                <a:gd name="T31" fmla="*/ 62 h 133"/>
                <a:gd name="T32" fmla="*/ 31 w 84"/>
                <a:gd name="T33" fmla="*/ 70 h 133"/>
                <a:gd name="T34" fmla="*/ 39 w 84"/>
                <a:gd name="T35" fmla="*/ 133 h 133"/>
                <a:gd name="T36" fmla="*/ 75 w 84"/>
                <a:gd name="T37" fmla="*/ 133 h 133"/>
                <a:gd name="T38" fmla="*/ 79 w 84"/>
                <a:gd name="T39"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3">
                  <a:moveTo>
                    <a:pt x="79" y="110"/>
                  </a:moveTo>
                  <a:cubicBezTo>
                    <a:pt x="75" y="100"/>
                    <a:pt x="65" y="60"/>
                    <a:pt x="49" y="60"/>
                  </a:cubicBezTo>
                  <a:cubicBezTo>
                    <a:pt x="41" y="60"/>
                    <a:pt x="41" y="60"/>
                    <a:pt x="41" y="60"/>
                  </a:cubicBezTo>
                  <a:cubicBezTo>
                    <a:pt x="52" y="55"/>
                    <a:pt x="61" y="44"/>
                    <a:pt x="61" y="31"/>
                  </a:cubicBezTo>
                  <a:cubicBezTo>
                    <a:pt x="61" y="14"/>
                    <a:pt x="47" y="0"/>
                    <a:pt x="30" y="0"/>
                  </a:cubicBezTo>
                  <a:cubicBezTo>
                    <a:pt x="13" y="0"/>
                    <a:pt x="0" y="14"/>
                    <a:pt x="0" y="31"/>
                  </a:cubicBezTo>
                  <a:cubicBezTo>
                    <a:pt x="0" y="44"/>
                    <a:pt x="8" y="55"/>
                    <a:pt x="20" y="60"/>
                  </a:cubicBezTo>
                  <a:cubicBezTo>
                    <a:pt x="12" y="60"/>
                    <a:pt x="12" y="60"/>
                    <a:pt x="12" y="60"/>
                  </a:cubicBezTo>
                  <a:cubicBezTo>
                    <a:pt x="8" y="60"/>
                    <a:pt x="5" y="61"/>
                    <a:pt x="2" y="64"/>
                  </a:cubicBezTo>
                  <a:cubicBezTo>
                    <a:pt x="7" y="75"/>
                    <a:pt x="11" y="87"/>
                    <a:pt x="14" y="96"/>
                  </a:cubicBezTo>
                  <a:cubicBezTo>
                    <a:pt x="15" y="99"/>
                    <a:pt x="16" y="102"/>
                    <a:pt x="16" y="104"/>
                  </a:cubicBezTo>
                  <a:cubicBezTo>
                    <a:pt x="22" y="118"/>
                    <a:pt x="17" y="128"/>
                    <a:pt x="13" y="133"/>
                  </a:cubicBezTo>
                  <a:cubicBezTo>
                    <a:pt x="22" y="133"/>
                    <a:pt x="22" y="133"/>
                    <a:pt x="22" y="133"/>
                  </a:cubicBezTo>
                  <a:cubicBezTo>
                    <a:pt x="29" y="70"/>
                    <a:pt x="29" y="70"/>
                    <a:pt x="29" y="70"/>
                  </a:cubicBezTo>
                  <a:cubicBezTo>
                    <a:pt x="22" y="62"/>
                    <a:pt x="22" y="62"/>
                    <a:pt x="22" y="62"/>
                  </a:cubicBezTo>
                  <a:cubicBezTo>
                    <a:pt x="39" y="62"/>
                    <a:pt x="39" y="62"/>
                    <a:pt x="39" y="62"/>
                  </a:cubicBezTo>
                  <a:cubicBezTo>
                    <a:pt x="31" y="70"/>
                    <a:pt x="31" y="70"/>
                    <a:pt x="31" y="70"/>
                  </a:cubicBezTo>
                  <a:cubicBezTo>
                    <a:pt x="39" y="133"/>
                    <a:pt x="39" y="133"/>
                    <a:pt x="39" y="133"/>
                  </a:cubicBezTo>
                  <a:cubicBezTo>
                    <a:pt x="75" y="133"/>
                    <a:pt x="75" y="133"/>
                    <a:pt x="75" y="133"/>
                  </a:cubicBezTo>
                  <a:cubicBezTo>
                    <a:pt x="75" y="133"/>
                    <a:pt x="84" y="125"/>
                    <a:pt x="79"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sz="3375"/>
            </a:p>
          </p:txBody>
        </p:sp>
      </p:grpSp>
      <p:grpSp>
        <p:nvGrpSpPr>
          <p:cNvPr id="37" name="组合 36"/>
          <p:cNvGrpSpPr/>
          <p:nvPr/>
        </p:nvGrpSpPr>
        <p:grpSpPr>
          <a:xfrm>
            <a:off x="4613726" y="1388845"/>
            <a:ext cx="1689629" cy="1951499"/>
            <a:chOff x="3273692" y="1099961"/>
            <a:chExt cx="1202093" cy="1388087"/>
          </a:xfrm>
        </p:grpSpPr>
        <p:sp>
          <p:nvSpPr>
            <p:cNvPr id="38" name="Freeform 14"/>
            <p:cNvSpPr>
              <a:spLocks/>
            </p:cNvSpPr>
            <p:nvPr/>
          </p:nvSpPr>
          <p:spPr bwMode="auto">
            <a:xfrm>
              <a:off x="3345550" y="1141029"/>
              <a:ext cx="529701" cy="237166"/>
            </a:xfrm>
            <a:custGeom>
              <a:avLst/>
              <a:gdLst>
                <a:gd name="T0" fmla="*/ 0 w 516"/>
                <a:gd name="T1" fmla="*/ 231 h 231"/>
                <a:gd name="T2" fmla="*/ 398 w 516"/>
                <a:gd name="T3" fmla="*/ 0 h 231"/>
                <a:gd name="T4" fmla="*/ 516 w 516"/>
                <a:gd name="T5" fmla="*/ 0 h 231"/>
                <a:gd name="T6" fmla="*/ 516 w 516"/>
                <a:gd name="T7" fmla="*/ 231 h 231"/>
                <a:gd name="T8" fmla="*/ 0 w 516"/>
                <a:gd name="T9" fmla="*/ 231 h 231"/>
              </a:gdLst>
              <a:ahLst/>
              <a:cxnLst>
                <a:cxn ang="0">
                  <a:pos x="T0" y="T1"/>
                </a:cxn>
                <a:cxn ang="0">
                  <a:pos x="T2" y="T3"/>
                </a:cxn>
                <a:cxn ang="0">
                  <a:pos x="T4" y="T5"/>
                </a:cxn>
                <a:cxn ang="0">
                  <a:pos x="T6" y="T7"/>
                </a:cxn>
                <a:cxn ang="0">
                  <a:pos x="T8" y="T9"/>
                </a:cxn>
              </a:cxnLst>
              <a:rect l="0" t="0" r="r" b="b"/>
              <a:pathLst>
                <a:path w="516" h="231">
                  <a:moveTo>
                    <a:pt x="0" y="231"/>
                  </a:moveTo>
                  <a:lnTo>
                    <a:pt x="398" y="0"/>
                  </a:lnTo>
                  <a:lnTo>
                    <a:pt x="516" y="0"/>
                  </a:lnTo>
                  <a:lnTo>
                    <a:pt x="516" y="231"/>
                  </a:lnTo>
                  <a:lnTo>
                    <a:pt x="0" y="231"/>
                  </a:lnTo>
                  <a:close/>
                </a:path>
              </a:pathLst>
            </a:custGeom>
            <a:solidFill>
              <a:srgbClr val="5F6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39" name="组合 38"/>
            <p:cNvGrpSpPr/>
            <p:nvPr/>
          </p:nvGrpSpPr>
          <p:grpSpPr>
            <a:xfrm>
              <a:off x="3273692" y="1099961"/>
              <a:ext cx="1202093" cy="1388087"/>
              <a:chOff x="3273692" y="1099961"/>
              <a:chExt cx="1202093" cy="1388087"/>
            </a:xfrm>
          </p:grpSpPr>
          <p:sp>
            <p:nvSpPr>
              <p:cNvPr id="50" name="Freeform 15"/>
              <p:cNvSpPr>
                <a:spLocks/>
              </p:cNvSpPr>
              <p:nvPr/>
            </p:nvSpPr>
            <p:spPr bwMode="auto">
              <a:xfrm>
                <a:off x="3273692" y="1099961"/>
                <a:ext cx="1202093" cy="1388087"/>
              </a:xfrm>
              <a:custGeom>
                <a:avLst/>
                <a:gdLst>
                  <a:gd name="T0" fmla="*/ 0 w 1171"/>
                  <a:gd name="T1" fmla="*/ 1014 h 1352"/>
                  <a:gd name="T2" fmla="*/ 0 w 1171"/>
                  <a:gd name="T3" fmla="*/ 338 h 1352"/>
                  <a:gd name="T4" fmla="*/ 586 w 1171"/>
                  <a:gd name="T5" fmla="*/ 0 h 1352"/>
                  <a:gd name="T6" fmla="*/ 1171 w 1171"/>
                  <a:gd name="T7" fmla="*/ 338 h 1352"/>
                  <a:gd name="T8" fmla="*/ 1171 w 1171"/>
                  <a:gd name="T9" fmla="*/ 1014 h 1352"/>
                  <a:gd name="T10" fmla="*/ 586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6" y="0"/>
                    </a:lnTo>
                    <a:lnTo>
                      <a:pt x="1171" y="338"/>
                    </a:lnTo>
                    <a:lnTo>
                      <a:pt x="1171" y="1014"/>
                    </a:lnTo>
                    <a:lnTo>
                      <a:pt x="586" y="1352"/>
                    </a:lnTo>
                    <a:lnTo>
                      <a:pt x="0" y="1014"/>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51" name="Freeform 16"/>
              <p:cNvSpPr>
                <a:spLocks/>
              </p:cNvSpPr>
              <p:nvPr/>
            </p:nvSpPr>
            <p:spPr bwMode="auto">
              <a:xfrm>
                <a:off x="3345551" y="1141029"/>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108136"/>
              </a:soli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328" tIns="36164" rIns="72328" bIns="36164" rtlCol="0" anchor="ctr"/>
              <a:lstStyle/>
              <a:p>
                <a:pPr algn="ctr"/>
                <a:endParaRPr lang="zh-CN" altLang="en-US"/>
              </a:p>
            </p:txBody>
          </p:sp>
          <p:sp>
            <p:nvSpPr>
              <p:cNvPr id="52" name="Freeform 24"/>
              <p:cNvSpPr>
                <a:spLocks noEditPoints="1"/>
              </p:cNvSpPr>
              <p:nvPr/>
            </p:nvSpPr>
            <p:spPr bwMode="auto">
              <a:xfrm>
                <a:off x="3541622" y="1353554"/>
                <a:ext cx="94443" cy="200205"/>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1"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7"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2"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56" name="Freeform 25"/>
              <p:cNvSpPr>
                <a:spLocks/>
              </p:cNvSpPr>
              <p:nvPr/>
            </p:nvSpPr>
            <p:spPr bwMode="auto">
              <a:xfrm>
                <a:off x="3658649" y="1355607"/>
                <a:ext cx="53381" cy="196099"/>
              </a:xfrm>
              <a:custGeom>
                <a:avLst/>
                <a:gdLst>
                  <a:gd name="T0" fmla="*/ 14 w 29"/>
                  <a:gd name="T1" fmla="*/ 105 h 105"/>
                  <a:gd name="T2" fmla="*/ 14 w 29"/>
                  <a:gd name="T3" fmla="*/ 24 h 105"/>
                  <a:gd name="T4" fmla="*/ 0 w 29"/>
                  <a:gd name="T5" fmla="*/ 24 h 105"/>
                  <a:gd name="T6" fmla="*/ 0 w 29"/>
                  <a:gd name="T7" fmla="*/ 13 h 105"/>
                  <a:gd name="T8" fmla="*/ 11 w 29"/>
                  <a:gd name="T9" fmla="*/ 9 h 105"/>
                  <a:gd name="T10" fmla="*/ 18 w 29"/>
                  <a:gd name="T11" fmla="*/ 0 h 105"/>
                  <a:gd name="T12" fmla="*/ 29 w 29"/>
                  <a:gd name="T13" fmla="*/ 0 h 105"/>
                  <a:gd name="T14" fmla="*/ 29 w 29"/>
                  <a:gd name="T15" fmla="*/ 105 h 105"/>
                  <a:gd name="T16" fmla="*/ 14 w 29"/>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5">
                    <a:moveTo>
                      <a:pt x="14" y="105"/>
                    </a:moveTo>
                    <a:cubicBezTo>
                      <a:pt x="14" y="24"/>
                      <a:pt x="14" y="24"/>
                      <a:pt x="14" y="24"/>
                    </a:cubicBezTo>
                    <a:cubicBezTo>
                      <a:pt x="0" y="24"/>
                      <a:pt x="0" y="24"/>
                      <a:pt x="0" y="24"/>
                    </a:cubicBezTo>
                    <a:cubicBezTo>
                      <a:pt x="0" y="13"/>
                      <a:pt x="0" y="13"/>
                      <a:pt x="0" y="13"/>
                    </a:cubicBezTo>
                    <a:cubicBezTo>
                      <a:pt x="4" y="13"/>
                      <a:pt x="8" y="11"/>
                      <a:pt x="11" y="9"/>
                    </a:cubicBezTo>
                    <a:cubicBezTo>
                      <a:pt x="15" y="7"/>
                      <a:pt x="17" y="4"/>
                      <a:pt x="18" y="0"/>
                    </a:cubicBezTo>
                    <a:cubicBezTo>
                      <a:pt x="29" y="0"/>
                      <a:pt x="29" y="0"/>
                      <a:pt x="29" y="0"/>
                    </a:cubicBezTo>
                    <a:cubicBezTo>
                      <a:pt x="29" y="105"/>
                      <a:pt x="29" y="105"/>
                      <a:pt x="29" y="105"/>
                    </a:cubicBezTo>
                    <a:lnTo>
                      <a:pt x="14" y="1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57" name="组合 56"/>
              <p:cNvGrpSpPr/>
              <p:nvPr/>
            </p:nvGrpSpPr>
            <p:grpSpPr>
              <a:xfrm>
                <a:off x="3636343" y="1711343"/>
                <a:ext cx="476975" cy="401341"/>
                <a:chOff x="5146675" y="766763"/>
                <a:chExt cx="1590676" cy="1338263"/>
              </a:xfrm>
              <a:solidFill>
                <a:srgbClr val="C00000"/>
              </a:solidFill>
              <a:effectLst>
                <a:outerShdw blurRad="50800" dist="38100" dir="8100000" algn="tr" rotWithShape="0">
                  <a:prstClr val="black">
                    <a:alpha val="40000"/>
                  </a:prstClr>
                </a:outerShdw>
              </a:effectLst>
            </p:grpSpPr>
            <p:sp>
              <p:nvSpPr>
                <p:cNvPr id="58" name="Oval 18"/>
                <p:cNvSpPr>
                  <a:spLocks noChangeArrowheads="1"/>
                </p:cNvSpPr>
                <p:nvPr/>
              </p:nvSpPr>
              <p:spPr bwMode="auto">
                <a:xfrm>
                  <a:off x="5675313" y="766763"/>
                  <a:ext cx="533400" cy="534988"/>
                </a:xfrm>
                <a:prstGeom prst="ellipse">
                  <a:avLst/>
                </a:pr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63" name="Freeform 19"/>
                <p:cNvSpPr>
                  <a:spLocks/>
                </p:cNvSpPr>
                <p:nvPr/>
              </p:nvSpPr>
              <p:spPr bwMode="auto">
                <a:xfrm>
                  <a:off x="5511799" y="1344611"/>
                  <a:ext cx="860424" cy="760415"/>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1"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2"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3" name="Freeform 22"/>
                <p:cNvSpPr>
                  <a:spLocks/>
                </p:cNvSpPr>
                <p:nvPr/>
              </p:nvSpPr>
              <p:spPr bwMode="auto">
                <a:xfrm>
                  <a:off x="5432425" y="1427163"/>
                  <a:ext cx="71439" cy="96837"/>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4"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5"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6" name="Oval 25"/>
                <p:cNvSpPr>
                  <a:spLocks noChangeArrowheads="1"/>
                </p:cNvSpPr>
                <p:nvPr/>
              </p:nvSpPr>
              <p:spPr bwMode="auto">
                <a:xfrm>
                  <a:off x="5267325" y="966788"/>
                  <a:ext cx="401638" cy="403225"/>
                </a:xfrm>
                <a:prstGeom prst="ellipse">
                  <a:avLst/>
                </a:pr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7"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8"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79" name="Oval 28"/>
                <p:cNvSpPr>
                  <a:spLocks noChangeArrowheads="1"/>
                </p:cNvSpPr>
                <p:nvPr/>
              </p:nvSpPr>
              <p:spPr bwMode="auto">
                <a:xfrm>
                  <a:off x="6215063" y="966788"/>
                  <a:ext cx="403225" cy="403225"/>
                </a:xfrm>
                <a:prstGeom prst="ellipse">
                  <a:avLst/>
                </a:pr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sp>
              <p:nvSpPr>
                <p:cNvPr id="80"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p>
              </p:txBody>
            </p:sp>
          </p:grpSp>
        </p:grpSp>
      </p:grpSp>
      <p:grpSp>
        <p:nvGrpSpPr>
          <p:cNvPr id="81" name="组合 80"/>
          <p:cNvGrpSpPr/>
          <p:nvPr/>
        </p:nvGrpSpPr>
        <p:grpSpPr>
          <a:xfrm>
            <a:off x="4602558" y="4789534"/>
            <a:ext cx="1689629" cy="1951499"/>
            <a:chOff x="3273692" y="3518846"/>
            <a:chExt cx="1202093" cy="1388087"/>
          </a:xfrm>
        </p:grpSpPr>
        <p:sp>
          <p:nvSpPr>
            <p:cNvPr id="82" name="Freeform 10"/>
            <p:cNvSpPr>
              <a:spLocks/>
            </p:cNvSpPr>
            <p:nvPr/>
          </p:nvSpPr>
          <p:spPr bwMode="auto">
            <a:xfrm>
              <a:off x="3345550" y="3559913"/>
              <a:ext cx="529701" cy="237166"/>
            </a:xfrm>
            <a:custGeom>
              <a:avLst/>
              <a:gdLst>
                <a:gd name="T0" fmla="*/ 0 w 516"/>
                <a:gd name="T1" fmla="*/ 231 h 231"/>
                <a:gd name="T2" fmla="*/ 398 w 516"/>
                <a:gd name="T3" fmla="*/ 0 h 231"/>
                <a:gd name="T4" fmla="*/ 516 w 516"/>
                <a:gd name="T5" fmla="*/ 0 h 231"/>
                <a:gd name="T6" fmla="*/ 516 w 516"/>
                <a:gd name="T7" fmla="*/ 231 h 231"/>
                <a:gd name="T8" fmla="*/ 0 w 516"/>
                <a:gd name="T9" fmla="*/ 231 h 231"/>
              </a:gdLst>
              <a:ahLst/>
              <a:cxnLst>
                <a:cxn ang="0">
                  <a:pos x="T0" y="T1"/>
                </a:cxn>
                <a:cxn ang="0">
                  <a:pos x="T2" y="T3"/>
                </a:cxn>
                <a:cxn ang="0">
                  <a:pos x="T4" y="T5"/>
                </a:cxn>
                <a:cxn ang="0">
                  <a:pos x="T6" y="T7"/>
                </a:cxn>
                <a:cxn ang="0">
                  <a:pos x="T8" y="T9"/>
                </a:cxn>
              </a:cxnLst>
              <a:rect l="0" t="0" r="r" b="b"/>
              <a:pathLst>
                <a:path w="516" h="231">
                  <a:moveTo>
                    <a:pt x="0" y="231"/>
                  </a:moveTo>
                  <a:lnTo>
                    <a:pt x="398" y="0"/>
                  </a:lnTo>
                  <a:lnTo>
                    <a:pt x="516" y="0"/>
                  </a:lnTo>
                  <a:lnTo>
                    <a:pt x="516" y="231"/>
                  </a:lnTo>
                  <a:lnTo>
                    <a:pt x="0" y="231"/>
                  </a:lnTo>
                  <a:close/>
                </a:path>
              </a:pathLst>
            </a:custGeom>
            <a:solidFill>
              <a:srgbClr val="5A4C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84" name="组合 83"/>
            <p:cNvGrpSpPr/>
            <p:nvPr/>
          </p:nvGrpSpPr>
          <p:grpSpPr>
            <a:xfrm>
              <a:off x="3273692" y="3518846"/>
              <a:ext cx="1202093" cy="1388087"/>
              <a:chOff x="3273692" y="3518846"/>
              <a:chExt cx="1202093" cy="1388087"/>
            </a:xfrm>
          </p:grpSpPr>
          <p:grpSp>
            <p:nvGrpSpPr>
              <p:cNvPr id="85" name="组合 84"/>
              <p:cNvGrpSpPr/>
              <p:nvPr/>
            </p:nvGrpSpPr>
            <p:grpSpPr>
              <a:xfrm>
                <a:off x="3273692" y="3518846"/>
                <a:ext cx="1202093" cy="1388087"/>
                <a:chOff x="3273692" y="3518846"/>
                <a:chExt cx="1202093" cy="1388087"/>
              </a:xfrm>
            </p:grpSpPr>
            <p:sp>
              <p:nvSpPr>
                <p:cNvPr id="93" name="Freeform 11"/>
                <p:cNvSpPr>
                  <a:spLocks/>
                </p:cNvSpPr>
                <p:nvPr/>
              </p:nvSpPr>
              <p:spPr bwMode="auto">
                <a:xfrm>
                  <a:off x="3273692" y="3518846"/>
                  <a:ext cx="1202093" cy="1388087"/>
                </a:xfrm>
                <a:custGeom>
                  <a:avLst/>
                  <a:gdLst>
                    <a:gd name="T0" fmla="*/ 0 w 1171"/>
                    <a:gd name="T1" fmla="*/ 1014 h 1352"/>
                    <a:gd name="T2" fmla="*/ 0 w 1171"/>
                    <a:gd name="T3" fmla="*/ 338 h 1352"/>
                    <a:gd name="T4" fmla="*/ 586 w 1171"/>
                    <a:gd name="T5" fmla="*/ 0 h 1352"/>
                    <a:gd name="T6" fmla="*/ 1171 w 1171"/>
                    <a:gd name="T7" fmla="*/ 338 h 1352"/>
                    <a:gd name="T8" fmla="*/ 1171 w 1171"/>
                    <a:gd name="T9" fmla="*/ 1014 h 1352"/>
                    <a:gd name="T10" fmla="*/ 586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6" y="0"/>
                      </a:lnTo>
                      <a:lnTo>
                        <a:pt x="1171" y="338"/>
                      </a:lnTo>
                      <a:lnTo>
                        <a:pt x="1171" y="1014"/>
                      </a:lnTo>
                      <a:lnTo>
                        <a:pt x="586" y="1352"/>
                      </a:lnTo>
                      <a:lnTo>
                        <a:pt x="0" y="1014"/>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94" name="Freeform 21"/>
                <p:cNvSpPr>
                  <a:spLocks/>
                </p:cNvSpPr>
                <p:nvPr/>
              </p:nvSpPr>
              <p:spPr bwMode="auto">
                <a:xfrm>
                  <a:off x="3345551" y="3559913"/>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108136"/>
                </a:solidFill>
                <a:ln w="28575" cap="flat">
                  <a:noFill/>
                  <a:prstDash val="solid"/>
                  <a:miter lim="800000"/>
                  <a:headEnd/>
                  <a:tailEnd/>
                </a:ln>
                <a:effectLst>
                  <a:outerShdw blurRad="279400" dist="76200" dir="2700000" algn="tl"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grpSp>
          <p:sp>
            <p:nvSpPr>
              <p:cNvPr id="86" name="Freeform 28"/>
              <p:cNvSpPr>
                <a:spLocks noEditPoints="1"/>
              </p:cNvSpPr>
              <p:nvPr/>
            </p:nvSpPr>
            <p:spPr bwMode="auto">
              <a:xfrm>
                <a:off x="3504667" y="3772439"/>
                <a:ext cx="93416" cy="200205"/>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2"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87" name="Freeform 29"/>
              <p:cNvSpPr>
                <a:spLocks/>
              </p:cNvSpPr>
              <p:nvPr/>
            </p:nvSpPr>
            <p:spPr bwMode="auto">
              <a:xfrm>
                <a:off x="3622720" y="3774493"/>
                <a:ext cx="89310" cy="198152"/>
              </a:xfrm>
              <a:custGeom>
                <a:avLst/>
                <a:gdLst>
                  <a:gd name="T0" fmla="*/ 17 w 48"/>
                  <a:gd name="T1" fmla="*/ 16 h 106"/>
                  <a:gd name="T2" fmla="*/ 17 w 48"/>
                  <a:gd name="T3" fmla="*/ 38 h 106"/>
                  <a:gd name="T4" fmla="*/ 24 w 48"/>
                  <a:gd name="T5" fmla="*/ 33 h 106"/>
                  <a:gd name="T6" fmla="*/ 29 w 48"/>
                  <a:gd name="T7" fmla="*/ 32 h 106"/>
                  <a:gd name="T8" fmla="*/ 44 w 48"/>
                  <a:gd name="T9" fmla="*/ 39 h 106"/>
                  <a:gd name="T10" fmla="*/ 48 w 48"/>
                  <a:gd name="T11" fmla="*/ 57 h 106"/>
                  <a:gd name="T12" fmla="*/ 48 w 48"/>
                  <a:gd name="T13" fmla="*/ 80 h 106"/>
                  <a:gd name="T14" fmla="*/ 41 w 48"/>
                  <a:gd name="T15" fmla="*/ 99 h 106"/>
                  <a:gd name="T16" fmla="*/ 23 w 48"/>
                  <a:gd name="T17" fmla="*/ 106 h 106"/>
                  <a:gd name="T18" fmla="*/ 6 w 48"/>
                  <a:gd name="T19" fmla="*/ 98 h 106"/>
                  <a:gd name="T20" fmla="*/ 0 w 48"/>
                  <a:gd name="T21" fmla="*/ 81 h 106"/>
                  <a:gd name="T22" fmla="*/ 0 w 48"/>
                  <a:gd name="T23" fmla="*/ 78 h 106"/>
                  <a:gd name="T24" fmla="*/ 15 w 48"/>
                  <a:gd name="T25" fmla="*/ 77 h 106"/>
                  <a:gd name="T26" fmla="*/ 15 w 48"/>
                  <a:gd name="T27" fmla="*/ 81 h 106"/>
                  <a:gd name="T28" fmla="*/ 20 w 48"/>
                  <a:gd name="T29" fmla="*/ 89 h 106"/>
                  <a:gd name="T30" fmla="*/ 23 w 48"/>
                  <a:gd name="T31" fmla="*/ 90 h 106"/>
                  <a:gd name="T32" fmla="*/ 33 w 48"/>
                  <a:gd name="T33" fmla="*/ 80 h 106"/>
                  <a:gd name="T34" fmla="*/ 33 w 48"/>
                  <a:gd name="T35" fmla="*/ 54 h 106"/>
                  <a:gd name="T36" fmla="*/ 29 w 48"/>
                  <a:gd name="T37" fmla="*/ 46 h 106"/>
                  <a:gd name="T38" fmla="*/ 25 w 48"/>
                  <a:gd name="T39" fmla="*/ 45 h 106"/>
                  <a:gd name="T40" fmla="*/ 19 w 48"/>
                  <a:gd name="T41" fmla="*/ 48 h 106"/>
                  <a:gd name="T42" fmla="*/ 17 w 48"/>
                  <a:gd name="T43" fmla="*/ 54 h 106"/>
                  <a:gd name="T44" fmla="*/ 17 w 48"/>
                  <a:gd name="T45" fmla="*/ 57 h 106"/>
                  <a:gd name="T46" fmla="*/ 1 w 48"/>
                  <a:gd name="T47" fmla="*/ 57 h 106"/>
                  <a:gd name="T48" fmla="*/ 1 w 48"/>
                  <a:gd name="T49" fmla="*/ 0 h 106"/>
                  <a:gd name="T50" fmla="*/ 47 w 48"/>
                  <a:gd name="T51" fmla="*/ 0 h 106"/>
                  <a:gd name="T52" fmla="*/ 47 w 48"/>
                  <a:gd name="T53" fmla="*/ 16 h 106"/>
                  <a:gd name="T54" fmla="*/ 17 w 48"/>
                  <a:gd name="T55"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06">
                    <a:moveTo>
                      <a:pt x="17" y="16"/>
                    </a:moveTo>
                    <a:cubicBezTo>
                      <a:pt x="17" y="38"/>
                      <a:pt x="17" y="38"/>
                      <a:pt x="17" y="38"/>
                    </a:cubicBezTo>
                    <a:cubicBezTo>
                      <a:pt x="19" y="36"/>
                      <a:pt x="21" y="34"/>
                      <a:pt x="24" y="33"/>
                    </a:cubicBezTo>
                    <a:cubicBezTo>
                      <a:pt x="25" y="32"/>
                      <a:pt x="27" y="32"/>
                      <a:pt x="29" y="32"/>
                    </a:cubicBezTo>
                    <a:cubicBezTo>
                      <a:pt x="36" y="32"/>
                      <a:pt x="41" y="35"/>
                      <a:pt x="44" y="39"/>
                    </a:cubicBezTo>
                    <a:cubicBezTo>
                      <a:pt x="47" y="44"/>
                      <a:pt x="48" y="49"/>
                      <a:pt x="48" y="57"/>
                    </a:cubicBezTo>
                    <a:cubicBezTo>
                      <a:pt x="48" y="80"/>
                      <a:pt x="48" y="80"/>
                      <a:pt x="48" y="80"/>
                    </a:cubicBezTo>
                    <a:cubicBezTo>
                      <a:pt x="48" y="87"/>
                      <a:pt x="46" y="94"/>
                      <a:pt x="41" y="99"/>
                    </a:cubicBezTo>
                    <a:cubicBezTo>
                      <a:pt x="36" y="103"/>
                      <a:pt x="31" y="106"/>
                      <a:pt x="23" y="106"/>
                    </a:cubicBezTo>
                    <a:cubicBezTo>
                      <a:pt x="17" y="106"/>
                      <a:pt x="11" y="103"/>
                      <a:pt x="6" y="98"/>
                    </a:cubicBezTo>
                    <a:cubicBezTo>
                      <a:pt x="2" y="94"/>
                      <a:pt x="0" y="88"/>
                      <a:pt x="0" y="81"/>
                    </a:cubicBezTo>
                    <a:cubicBezTo>
                      <a:pt x="0" y="78"/>
                      <a:pt x="0" y="78"/>
                      <a:pt x="0" y="78"/>
                    </a:cubicBezTo>
                    <a:cubicBezTo>
                      <a:pt x="15" y="77"/>
                      <a:pt x="15" y="77"/>
                      <a:pt x="15" y="77"/>
                    </a:cubicBezTo>
                    <a:cubicBezTo>
                      <a:pt x="15" y="81"/>
                      <a:pt x="15" y="81"/>
                      <a:pt x="15" y="81"/>
                    </a:cubicBezTo>
                    <a:cubicBezTo>
                      <a:pt x="16" y="85"/>
                      <a:pt x="17" y="88"/>
                      <a:pt x="20" y="89"/>
                    </a:cubicBezTo>
                    <a:cubicBezTo>
                      <a:pt x="21" y="89"/>
                      <a:pt x="22" y="90"/>
                      <a:pt x="23" y="90"/>
                    </a:cubicBezTo>
                    <a:cubicBezTo>
                      <a:pt x="30" y="90"/>
                      <a:pt x="33" y="86"/>
                      <a:pt x="33" y="80"/>
                    </a:cubicBezTo>
                    <a:cubicBezTo>
                      <a:pt x="33" y="54"/>
                      <a:pt x="33" y="54"/>
                      <a:pt x="33" y="54"/>
                    </a:cubicBezTo>
                    <a:cubicBezTo>
                      <a:pt x="33" y="51"/>
                      <a:pt x="32" y="48"/>
                      <a:pt x="29" y="46"/>
                    </a:cubicBezTo>
                    <a:cubicBezTo>
                      <a:pt x="28" y="45"/>
                      <a:pt x="27" y="45"/>
                      <a:pt x="25" y="45"/>
                    </a:cubicBezTo>
                    <a:cubicBezTo>
                      <a:pt x="22" y="45"/>
                      <a:pt x="20" y="46"/>
                      <a:pt x="19" y="48"/>
                    </a:cubicBezTo>
                    <a:cubicBezTo>
                      <a:pt x="18" y="50"/>
                      <a:pt x="17" y="52"/>
                      <a:pt x="17" y="54"/>
                    </a:cubicBezTo>
                    <a:cubicBezTo>
                      <a:pt x="17" y="57"/>
                      <a:pt x="17" y="57"/>
                      <a:pt x="17" y="57"/>
                    </a:cubicBezTo>
                    <a:cubicBezTo>
                      <a:pt x="1" y="57"/>
                      <a:pt x="1" y="57"/>
                      <a:pt x="1" y="57"/>
                    </a:cubicBezTo>
                    <a:cubicBezTo>
                      <a:pt x="1" y="0"/>
                      <a:pt x="1" y="0"/>
                      <a:pt x="1" y="0"/>
                    </a:cubicBezTo>
                    <a:cubicBezTo>
                      <a:pt x="47" y="0"/>
                      <a:pt x="47" y="0"/>
                      <a:pt x="47" y="0"/>
                    </a:cubicBezTo>
                    <a:cubicBezTo>
                      <a:pt x="47" y="16"/>
                      <a:pt x="47" y="16"/>
                      <a:pt x="47" y="16"/>
                    </a:cubicBezTo>
                    <a:lnTo>
                      <a:pt x="17"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88" name="组合 87"/>
              <p:cNvGrpSpPr/>
              <p:nvPr/>
            </p:nvGrpSpPr>
            <p:grpSpPr>
              <a:xfrm>
                <a:off x="3687515" y="4141748"/>
                <a:ext cx="403191" cy="374204"/>
                <a:chOff x="5278438" y="2973388"/>
                <a:chExt cx="1344613" cy="1247775"/>
              </a:xfrm>
              <a:solidFill>
                <a:srgbClr val="C00000"/>
              </a:solidFill>
              <a:effectLst>
                <a:outerShdw blurRad="50800" dist="38100" dir="8100000" algn="tr" rotWithShape="0">
                  <a:prstClr val="black">
                    <a:alpha val="40000"/>
                  </a:prstClr>
                </a:outerShdw>
              </a:effectLst>
            </p:grpSpPr>
            <p:sp>
              <p:nvSpPr>
                <p:cNvPr id="89"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solidFill>
                      <a:srgbClr val="78A6B6"/>
                    </a:solidFill>
                  </a:endParaRPr>
                </a:p>
              </p:txBody>
            </p:sp>
            <p:sp>
              <p:nvSpPr>
                <p:cNvPr id="90"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solidFill>
                      <a:srgbClr val="78A6B6"/>
                    </a:solidFill>
                  </a:endParaRPr>
                </a:p>
              </p:txBody>
            </p:sp>
            <p:sp>
              <p:nvSpPr>
                <p:cNvPr id="91"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solidFill>
                      <a:srgbClr val="78A6B6"/>
                    </a:solidFill>
                  </a:endParaRPr>
                </a:p>
              </p:txBody>
            </p:sp>
            <p:sp>
              <p:nvSpPr>
                <p:cNvPr id="92"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solidFill>
                  <a:srgbClr val="108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endParaRPr lang="zh-CN" altLang="en-US">
                    <a:solidFill>
                      <a:srgbClr val="78A6B6"/>
                    </a:solidFill>
                  </a:endParaRPr>
                </a:p>
              </p:txBody>
            </p:sp>
          </p:grpSp>
        </p:grpSp>
      </p:grpSp>
      <p:grpSp>
        <p:nvGrpSpPr>
          <p:cNvPr id="95" name="组合 94"/>
          <p:cNvGrpSpPr/>
          <p:nvPr/>
        </p:nvGrpSpPr>
        <p:grpSpPr>
          <a:xfrm>
            <a:off x="6564894" y="1388845"/>
            <a:ext cx="1689629" cy="1951499"/>
            <a:chOff x="4669803" y="1099961"/>
            <a:chExt cx="1202093" cy="1388087"/>
          </a:xfrm>
        </p:grpSpPr>
        <p:sp>
          <p:nvSpPr>
            <p:cNvPr id="96" name="Freeform 17"/>
            <p:cNvSpPr>
              <a:spLocks/>
            </p:cNvSpPr>
            <p:nvPr/>
          </p:nvSpPr>
          <p:spPr bwMode="auto">
            <a:xfrm>
              <a:off x="4741662" y="1141029"/>
              <a:ext cx="528675" cy="237166"/>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765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97" name="组合 96"/>
            <p:cNvGrpSpPr/>
            <p:nvPr/>
          </p:nvGrpSpPr>
          <p:grpSpPr>
            <a:xfrm>
              <a:off x="4669803" y="1099961"/>
              <a:ext cx="1202093" cy="1388087"/>
              <a:chOff x="4669803" y="1099961"/>
              <a:chExt cx="1202093" cy="1388087"/>
            </a:xfrm>
          </p:grpSpPr>
          <p:sp>
            <p:nvSpPr>
              <p:cNvPr id="98" name="Freeform 18"/>
              <p:cNvSpPr>
                <a:spLocks/>
              </p:cNvSpPr>
              <p:nvPr/>
            </p:nvSpPr>
            <p:spPr bwMode="auto">
              <a:xfrm>
                <a:off x="4669803" y="1099961"/>
                <a:ext cx="1202093" cy="1388087"/>
              </a:xfrm>
              <a:custGeom>
                <a:avLst/>
                <a:gdLst>
                  <a:gd name="T0" fmla="*/ 0 w 1171"/>
                  <a:gd name="T1" fmla="*/ 1014 h 1352"/>
                  <a:gd name="T2" fmla="*/ 0 w 1171"/>
                  <a:gd name="T3" fmla="*/ 338 h 1352"/>
                  <a:gd name="T4" fmla="*/ 585 w 1171"/>
                  <a:gd name="T5" fmla="*/ 0 h 1352"/>
                  <a:gd name="T6" fmla="*/ 1171 w 1171"/>
                  <a:gd name="T7" fmla="*/ 338 h 1352"/>
                  <a:gd name="T8" fmla="*/ 1171 w 1171"/>
                  <a:gd name="T9" fmla="*/ 1014 h 1352"/>
                  <a:gd name="T10" fmla="*/ 585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5" y="0"/>
                    </a:lnTo>
                    <a:lnTo>
                      <a:pt x="1171" y="338"/>
                    </a:lnTo>
                    <a:lnTo>
                      <a:pt x="1171" y="1014"/>
                    </a:lnTo>
                    <a:lnTo>
                      <a:pt x="585" y="1352"/>
                    </a:lnTo>
                    <a:lnTo>
                      <a:pt x="0" y="1014"/>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99" name="Freeform 19"/>
              <p:cNvSpPr>
                <a:spLocks/>
              </p:cNvSpPr>
              <p:nvPr/>
            </p:nvSpPr>
            <p:spPr bwMode="auto">
              <a:xfrm>
                <a:off x="4741662" y="1141029"/>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8CC94C"/>
              </a:soli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328" tIns="36164" rIns="72328" bIns="36164" rtlCol="0" anchor="ctr"/>
              <a:lstStyle/>
              <a:p>
                <a:pPr algn="ctr"/>
                <a:endParaRPr lang="zh-CN" altLang="en-US"/>
              </a:p>
            </p:txBody>
          </p:sp>
          <p:sp>
            <p:nvSpPr>
              <p:cNvPr id="100" name="Freeform 26"/>
              <p:cNvSpPr>
                <a:spLocks noEditPoints="1"/>
              </p:cNvSpPr>
              <p:nvPr/>
            </p:nvSpPr>
            <p:spPr bwMode="auto">
              <a:xfrm>
                <a:off x="4895645" y="1353554"/>
                <a:ext cx="93416" cy="200205"/>
              </a:xfrm>
              <a:custGeom>
                <a:avLst/>
                <a:gdLst>
                  <a:gd name="T0" fmla="*/ 50 w 50"/>
                  <a:gd name="T1" fmla="*/ 82 h 107"/>
                  <a:gd name="T2" fmla="*/ 43 w 50"/>
                  <a:gd name="T3" fmla="*/ 99 h 107"/>
                  <a:gd name="T4" fmla="*/ 25 w 50"/>
                  <a:gd name="T5" fmla="*/ 107 h 107"/>
                  <a:gd name="T6" fmla="*/ 8 w 50"/>
                  <a:gd name="T7" fmla="*/ 99 h 107"/>
                  <a:gd name="T8" fmla="*/ 0 w 50"/>
                  <a:gd name="T9" fmla="*/ 82 h 107"/>
                  <a:gd name="T10" fmla="*/ 0 w 50"/>
                  <a:gd name="T11" fmla="*/ 25 h 107"/>
                  <a:gd name="T12" fmla="*/ 8 w 50"/>
                  <a:gd name="T13" fmla="*/ 7 h 107"/>
                  <a:gd name="T14" fmla="*/ 25 w 50"/>
                  <a:gd name="T15" fmla="*/ 0 h 107"/>
                  <a:gd name="T16" fmla="*/ 43 w 50"/>
                  <a:gd name="T17" fmla="*/ 7 h 107"/>
                  <a:gd name="T18" fmla="*/ 50 w 50"/>
                  <a:gd name="T19" fmla="*/ 25 h 107"/>
                  <a:gd name="T20" fmla="*/ 50 w 50"/>
                  <a:gd name="T21" fmla="*/ 82 h 107"/>
                  <a:gd name="T22" fmla="*/ 34 w 50"/>
                  <a:gd name="T23" fmla="*/ 24 h 107"/>
                  <a:gd name="T24" fmla="*/ 31 w 50"/>
                  <a:gd name="T25" fmla="*/ 18 h 107"/>
                  <a:gd name="T26" fmla="*/ 25 w 50"/>
                  <a:gd name="T27" fmla="*/ 15 h 107"/>
                  <a:gd name="T28" fmla="*/ 19 w 50"/>
                  <a:gd name="T29" fmla="*/ 18 h 107"/>
                  <a:gd name="T30" fmla="*/ 16 w 50"/>
                  <a:gd name="T31" fmla="*/ 24 h 107"/>
                  <a:gd name="T32" fmla="*/ 16 w 50"/>
                  <a:gd name="T33" fmla="*/ 82 h 107"/>
                  <a:gd name="T34" fmla="*/ 19 w 50"/>
                  <a:gd name="T35" fmla="*/ 88 h 107"/>
                  <a:gd name="T36" fmla="*/ 25 w 50"/>
                  <a:gd name="T37" fmla="*/ 91 h 107"/>
                  <a:gd name="T38" fmla="*/ 31 w 50"/>
                  <a:gd name="T39" fmla="*/ 88 h 107"/>
                  <a:gd name="T40" fmla="*/ 34 w 50"/>
                  <a:gd name="T41" fmla="*/ 82 h 107"/>
                  <a:gd name="T42" fmla="*/ 34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8" y="95"/>
                      <a:pt x="43" y="99"/>
                    </a:cubicBezTo>
                    <a:cubicBezTo>
                      <a:pt x="38" y="104"/>
                      <a:pt x="32" y="107"/>
                      <a:pt x="25" y="107"/>
                    </a:cubicBezTo>
                    <a:cubicBezTo>
                      <a:pt x="19" y="107"/>
                      <a:pt x="13" y="104"/>
                      <a:pt x="8" y="99"/>
                    </a:cubicBezTo>
                    <a:cubicBezTo>
                      <a:pt x="3" y="95"/>
                      <a:pt x="0" y="89"/>
                      <a:pt x="0" y="82"/>
                    </a:cubicBezTo>
                    <a:cubicBezTo>
                      <a:pt x="0" y="25"/>
                      <a:pt x="0" y="25"/>
                      <a:pt x="0" y="25"/>
                    </a:cubicBezTo>
                    <a:cubicBezTo>
                      <a:pt x="0" y="18"/>
                      <a:pt x="3" y="12"/>
                      <a:pt x="8" y="7"/>
                    </a:cubicBezTo>
                    <a:cubicBezTo>
                      <a:pt x="13" y="2"/>
                      <a:pt x="19" y="0"/>
                      <a:pt x="25" y="0"/>
                    </a:cubicBezTo>
                    <a:cubicBezTo>
                      <a:pt x="32" y="0"/>
                      <a:pt x="38" y="2"/>
                      <a:pt x="43" y="7"/>
                    </a:cubicBezTo>
                    <a:cubicBezTo>
                      <a:pt x="48" y="12"/>
                      <a:pt x="50" y="18"/>
                      <a:pt x="50" y="25"/>
                    </a:cubicBezTo>
                    <a:lnTo>
                      <a:pt x="50" y="82"/>
                    </a:lnTo>
                    <a:close/>
                    <a:moveTo>
                      <a:pt x="34" y="24"/>
                    </a:moveTo>
                    <a:cubicBezTo>
                      <a:pt x="34" y="22"/>
                      <a:pt x="33" y="20"/>
                      <a:pt x="31" y="18"/>
                    </a:cubicBezTo>
                    <a:cubicBezTo>
                      <a:pt x="30" y="16"/>
                      <a:pt x="27" y="15"/>
                      <a:pt x="25" y="15"/>
                    </a:cubicBezTo>
                    <a:cubicBezTo>
                      <a:pt x="22" y="15"/>
                      <a:pt x="20" y="16"/>
                      <a:pt x="19" y="18"/>
                    </a:cubicBezTo>
                    <a:cubicBezTo>
                      <a:pt x="17" y="20"/>
                      <a:pt x="16" y="22"/>
                      <a:pt x="16" y="24"/>
                    </a:cubicBezTo>
                    <a:cubicBezTo>
                      <a:pt x="16" y="82"/>
                      <a:pt x="16" y="82"/>
                      <a:pt x="16" y="82"/>
                    </a:cubicBezTo>
                    <a:cubicBezTo>
                      <a:pt x="16" y="84"/>
                      <a:pt x="17" y="86"/>
                      <a:pt x="19" y="88"/>
                    </a:cubicBezTo>
                    <a:cubicBezTo>
                      <a:pt x="20" y="90"/>
                      <a:pt x="22" y="91"/>
                      <a:pt x="25" y="91"/>
                    </a:cubicBezTo>
                    <a:cubicBezTo>
                      <a:pt x="27" y="91"/>
                      <a:pt x="30" y="90"/>
                      <a:pt x="31" y="88"/>
                    </a:cubicBezTo>
                    <a:cubicBezTo>
                      <a:pt x="33" y="86"/>
                      <a:pt x="34" y="84"/>
                      <a:pt x="34" y="82"/>
                    </a:cubicBezTo>
                    <a:lnTo>
                      <a:pt x="34"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01" name="Freeform 27"/>
              <p:cNvSpPr>
                <a:spLocks/>
              </p:cNvSpPr>
              <p:nvPr/>
            </p:nvSpPr>
            <p:spPr bwMode="auto">
              <a:xfrm>
                <a:off x="5013699" y="1355607"/>
                <a:ext cx="95469" cy="196099"/>
              </a:xfrm>
              <a:custGeom>
                <a:avLst/>
                <a:gdLst>
                  <a:gd name="T0" fmla="*/ 0 w 51"/>
                  <a:gd name="T1" fmla="*/ 30 h 105"/>
                  <a:gd name="T2" fmla="*/ 8 w 51"/>
                  <a:gd name="T3" fmla="*/ 7 h 105"/>
                  <a:gd name="T4" fmla="*/ 26 w 51"/>
                  <a:gd name="T5" fmla="*/ 0 h 105"/>
                  <a:gd name="T6" fmla="*/ 44 w 51"/>
                  <a:gd name="T7" fmla="*/ 8 h 105"/>
                  <a:gd name="T8" fmla="*/ 51 w 51"/>
                  <a:gd name="T9" fmla="*/ 26 h 105"/>
                  <a:gd name="T10" fmla="*/ 47 w 51"/>
                  <a:gd name="T11" fmla="*/ 46 h 105"/>
                  <a:gd name="T12" fmla="*/ 34 w 51"/>
                  <a:gd name="T13" fmla="*/ 65 h 105"/>
                  <a:gd name="T14" fmla="*/ 27 w 51"/>
                  <a:gd name="T15" fmla="*/ 77 h 105"/>
                  <a:gd name="T16" fmla="*/ 24 w 51"/>
                  <a:gd name="T17" fmla="*/ 81 h 105"/>
                  <a:gd name="T18" fmla="*/ 20 w 51"/>
                  <a:gd name="T19" fmla="*/ 88 h 105"/>
                  <a:gd name="T20" fmla="*/ 19 w 51"/>
                  <a:gd name="T21" fmla="*/ 89 h 105"/>
                  <a:gd name="T22" fmla="*/ 50 w 51"/>
                  <a:gd name="T23" fmla="*/ 89 h 105"/>
                  <a:gd name="T24" fmla="*/ 50 w 51"/>
                  <a:gd name="T25" fmla="*/ 105 h 105"/>
                  <a:gd name="T26" fmla="*/ 0 w 51"/>
                  <a:gd name="T27" fmla="*/ 105 h 105"/>
                  <a:gd name="T28" fmla="*/ 0 w 51"/>
                  <a:gd name="T29" fmla="*/ 90 h 105"/>
                  <a:gd name="T30" fmla="*/ 3 w 51"/>
                  <a:gd name="T31" fmla="*/ 84 h 105"/>
                  <a:gd name="T32" fmla="*/ 7 w 51"/>
                  <a:gd name="T33" fmla="*/ 79 h 105"/>
                  <a:gd name="T34" fmla="*/ 11 w 51"/>
                  <a:gd name="T35" fmla="*/ 73 h 105"/>
                  <a:gd name="T36" fmla="*/ 22 w 51"/>
                  <a:gd name="T37" fmla="*/ 57 h 105"/>
                  <a:gd name="T38" fmla="*/ 33 w 51"/>
                  <a:gd name="T39" fmla="*/ 39 h 105"/>
                  <a:gd name="T40" fmla="*/ 36 w 51"/>
                  <a:gd name="T41" fmla="*/ 26 h 105"/>
                  <a:gd name="T42" fmla="*/ 33 w 51"/>
                  <a:gd name="T43" fmla="*/ 18 h 105"/>
                  <a:gd name="T44" fmla="*/ 26 w 51"/>
                  <a:gd name="T45" fmla="*/ 15 h 105"/>
                  <a:gd name="T46" fmla="*/ 17 w 51"/>
                  <a:gd name="T47" fmla="*/ 22 h 105"/>
                  <a:gd name="T48" fmla="*/ 16 w 51"/>
                  <a:gd name="T49" fmla="*/ 28 h 105"/>
                  <a:gd name="T50" fmla="*/ 16 w 51"/>
                  <a:gd name="T51" fmla="*/ 32 h 105"/>
                  <a:gd name="T52" fmla="*/ 0 w 51"/>
                  <a:gd name="T53" fmla="*/ 32 h 105"/>
                  <a:gd name="T54" fmla="*/ 0 w 51"/>
                  <a:gd name="T55" fmla="*/ 3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 h="105">
                    <a:moveTo>
                      <a:pt x="0" y="30"/>
                    </a:moveTo>
                    <a:cubicBezTo>
                      <a:pt x="0" y="20"/>
                      <a:pt x="3" y="12"/>
                      <a:pt x="8" y="7"/>
                    </a:cubicBezTo>
                    <a:cubicBezTo>
                      <a:pt x="13" y="2"/>
                      <a:pt x="19" y="0"/>
                      <a:pt x="26" y="0"/>
                    </a:cubicBezTo>
                    <a:cubicBezTo>
                      <a:pt x="33" y="0"/>
                      <a:pt x="39" y="3"/>
                      <a:pt x="44" y="8"/>
                    </a:cubicBezTo>
                    <a:cubicBezTo>
                      <a:pt x="49" y="13"/>
                      <a:pt x="51" y="19"/>
                      <a:pt x="51" y="26"/>
                    </a:cubicBezTo>
                    <a:cubicBezTo>
                      <a:pt x="51" y="33"/>
                      <a:pt x="50" y="40"/>
                      <a:pt x="47" y="46"/>
                    </a:cubicBezTo>
                    <a:cubicBezTo>
                      <a:pt x="45" y="50"/>
                      <a:pt x="41" y="56"/>
                      <a:pt x="34" y="65"/>
                    </a:cubicBezTo>
                    <a:cubicBezTo>
                      <a:pt x="33" y="68"/>
                      <a:pt x="30" y="72"/>
                      <a:pt x="27" y="77"/>
                    </a:cubicBezTo>
                    <a:cubicBezTo>
                      <a:pt x="24" y="81"/>
                      <a:pt x="24" y="81"/>
                      <a:pt x="24" y="81"/>
                    </a:cubicBezTo>
                    <a:cubicBezTo>
                      <a:pt x="22" y="84"/>
                      <a:pt x="21" y="86"/>
                      <a:pt x="20" y="88"/>
                    </a:cubicBezTo>
                    <a:cubicBezTo>
                      <a:pt x="19" y="88"/>
                      <a:pt x="19" y="89"/>
                      <a:pt x="19" y="89"/>
                    </a:cubicBezTo>
                    <a:cubicBezTo>
                      <a:pt x="50" y="89"/>
                      <a:pt x="50" y="89"/>
                      <a:pt x="50" y="89"/>
                    </a:cubicBezTo>
                    <a:cubicBezTo>
                      <a:pt x="50" y="105"/>
                      <a:pt x="50" y="105"/>
                      <a:pt x="50" y="105"/>
                    </a:cubicBezTo>
                    <a:cubicBezTo>
                      <a:pt x="0" y="105"/>
                      <a:pt x="0" y="105"/>
                      <a:pt x="0" y="105"/>
                    </a:cubicBezTo>
                    <a:cubicBezTo>
                      <a:pt x="0" y="90"/>
                      <a:pt x="0" y="90"/>
                      <a:pt x="0" y="90"/>
                    </a:cubicBezTo>
                    <a:cubicBezTo>
                      <a:pt x="0" y="90"/>
                      <a:pt x="1" y="88"/>
                      <a:pt x="3" y="84"/>
                    </a:cubicBezTo>
                    <a:cubicBezTo>
                      <a:pt x="4" y="83"/>
                      <a:pt x="6" y="81"/>
                      <a:pt x="7" y="79"/>
                    </a:cubicBezTo>
                    <a:cubicBezTo>
                      <a:pt x="11" y="73"/>
                      <a:pt x="11" y="73"/>
                      <a:pt x="11" y="73"/>
                    </a:cubicBezTo>
                    <a:cubicBezTo>
                      <a:pt x="13" y="70"/>
                      <a:pt x="17" y="65"/>
                      <a:pt x="22" y="57"/>
                    </a:cubicBezTo>
                    <a:cubicBezTo>
                      <a:pt x="27" y="51"/>
                      <a:pt x="31" y="44"/>
                      <a:pt x="33" y="39"/>
                    </a:cubicBezTo>
                    <a:cubicBezTo>
                      <a:pt x="35" y="34"/>
                      <a:pt x="36" y="30"/>
                      <a:pt x="36" y="26"/>
                    </a:cubicBezTo>
                    <a:cubicBezTo>
                      <a:pt x="36" y="23"/>
                      <a:pt x="35" y="21"/>
                      <a:pt x="33" y="18"/>
                    </a:cubicBezTo>
                    <a:cubicBezTo>
                      <a:pt x="31" y="16"/>
                      <a:pt x="29" y="15"/>
                      <a:pt x="26" y="15"/>
                    </a:cubicBezTo>
                    <a:cubicBezTo>
                      <a:pt x="22" y="15"/>
                      <a:pt x="18" y="17"/>
                      <a:pt x="17" y="22"/>
                    </a:cubicBezTo>
                    <a:cubicBezTo>
                      <a:pt x="16" y="24"/>
                      <a:pt x="16" y="26"/>
                      <a:pt x="16" y="28"/>
                    </a:cubicBezTo>
                    <a:cubicBezTo>
                      <a:pt x="16" y="32"/>
                      <a:pt x="16" y="32"/>
                      <a:pt x="16" y="32"/>
                    </a:cubicBezTo>
                    <a:cubicBezTo>
                      <a:pt x="0" y="32"/>
                      <a:pt x="0" y="32"/>
                      <a:pt x="0" y="32"/>
                    </a:cubicBezTo>
                    <a:lnTo>
                      <a:pt x="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02" name="Freeform 8"/>
              <p:cNvSpPr>
                <a:spLocks noEditPoints="1"/>
              </p:cNvSpPr>
              <p:nvPr/>
            </p:nvSpPr>
            <p:spPr bwMode="auto">
              <a:xfrm>
                <a:off x="5106194" y="1640919"/>
                <a:ext cx="414831" cy="501006"/>
              </a:xfrm>
              <a:custGeom>
                <a:avLst/>
                <a:gdLst>
                  <a:gd name="T0" fmla="*/ 85 w 94"/>
                  <a:gd name="T1" fmla="*/ 44 h 140"/>
                  <a:gd name="T2" fmla="*/ 45 w 94"/>
                  <a:gd name="T3" fmla="*/ 90 h 140"/>
                  <a:gd name="T4" fmla="*/ 26 w 94"/>
                  <a:gd name="T5" fmla="*/ 105 h 140"/>
                  <a:gd name="T6" fmla="*/ 26 w 94"/>
                  <a:gd name="T7" fmla="*/ 108 h 140"/>
                  <a:gd name="T8" fmla="*/ 35 w 94"/>
                  <a:gd name="T9" fmla="*/ 123 h 140"/>
                  <a:gd name="T10" fmla="*/ 17 w 94"/>
                  <a:gd name="T11" fmla="*/ 140 h 140"/>
                  <a:gd name="T12" fmla="*/ 0 w 94"/>
                  <a:gd name="T13" fmla="*/ 123 h 140"/>
                  <a:gd name="T14" fmla="*/ 9 w 94"/>
                  <a:gd name="T15" fmla="*/ 108 h 140"/>
                  <a:gd name="T16" fmla="*/ 9 w 94"/>
                  <a:gd name="T17" fmla="*/ 33 h 140"/>
                  <a:gd name="T18" fmla="*/ 0 w 94"/>
                  <a:gd name="T19" fmla="*/ 17 h 140"/>
                  <a:gd name="T20" fmla="*/ 17 w 94"/>
                  <a:gd name="T21" fmla="*/ 0 h 140"/>
                  <a:gd name="T22" fmla="*/ 35 w 94"/>
                  <a:gd name="T23" fmla="*/ 17 h 140"/>
                  <a:gd name="T24" fmla="*/ 26 w 94"/>
                  <a:gd name="T25" fmla="*/ 33 h 140"/>
                  <a:gd name="T26" fmla="*/ 26 w 94"/>
                  <a:gd name="T27" fmla="*/ 78 h 140"/>
                  <a:gd name="T28" fmla="*/ 40 w 94"/>
                  <a:gd name="T29" fmla="*/ 73 h 140"/>
                  <a:gd name="T30" fmla="*/ 67 w 94"/>
                  <a:gd name="T31" fmla="*/ 44 h 140"/>
                  <a:gd name="T32" fmla="*/ 58 w 94"/>
                  <a:gd name="T33" fmla="*/ 29 h 140"/>
                  <a:gd name="T34" fmla="*/ 76 w 94"/>
                  <a:gd name="T35" fmla="*/ 11 h 140"/>
                  <a:gd name="T36" fmla="*/ 94 w 94"/>
                  <a:gd name="T37" fmla="*/ 29 h 140"/>
                  <a:gd name="T38" fmla="*/ 85 w 94"/>
                  <a:gd name="T39" fmla="*/ 44 h 140"/>
                  <a:gd name="T40" fmla="*/ 17 w 94"/>
                  <a:gd name="T41" fmla="*/ 9 h 140"/>
                  <a:gd name="T42" fmla="*/ 9 w 94"/>
                  <a:gd name="T43" fmla="*/ 17 h 140"/>
                  <a:gd name="T44" fmla="*/ 17 w 94"/>
                  <a:gd name="T45" fmla="*/ 26 h 140"/>
                  <a:gd name="T46" fmla="*/ 26 w 94"/>
                  <a:gd name="T47" fmla="*/ 17 h 140"/>
                  <a:gd name="T48" fmla="*/ 17 w 94"/>
                  <a:gd name="T49" fmla="*/ 9 h 140"/>
                  <a:gd name="T50" fmla="*/ 17 w 94"/>
                  <a:gd name="T51" fmla="*/ 114 h 140"/>
                  <a:gd name="T52" fmla="*/ 9 w 94"/>
                  <a:gd name="T53" fmla="*/ 123 h 140"/>
                  <a:gd name="T54" fmla="*/ 17 w 94"/>
                  <a:gd name="T55" fmla="*/ 132 h 140"/>
                  <a:gd name="T56" fmla="*/ 26 w 94"/>
                  <a:gd name="T57" fmla="*/ 123 h 140"/>
                  <a:gd name="T58" fmla="*/ 17 w 94"/>
                  <a:gd name="T59" fmla="*/ 114 h 140"/>
                  <a:gd name="T60" fmla="*/ 76 w 94"/>
                  <a:gd name="T61" fmla="*/ 20 h 140"/>
                  <a:gd name="T62" fmla="*/ 67 w 94"/>
                  <a:gd name="T63" fmla="*/ 29 h 140"/>
                  <a:gd name="T64" fmla="*/ 76 w 94"/>
                  <a:gd name="T65" fmla="*/ 38 h 140"/>
                  <a:gd name="T66" fmla="*/ 85 w 94"/>
                  <a:gd name="T67" fmla="*/ 29 h 140"/>
                  <a:gd name="T68" fmla="*/ 76 w 94"/>
                  <a:gd name="T69" fmla="*/ 2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140">
                    <a:moveTo>
                      <a:pt x="85" y="44"/>
                    </a:moveTo>
                    <a:cubicBezTo>
                      <a:pt x="84" y="77"/>
                      <a:pt x="61" y="85"/>
                      <a:pt x="45" y="90"/>
                    </a:cubicBezTo>
                    <a:cubicBezTo>
                      <a:pt x="31" y="94"/>
                      <a:pt x="26" y="96"/>
                      <a:pt x="26" y="105"/>
                    </a:cubicBezTo>
                    <a:cubicBezTo>
                      <a:pt x="26" y="108"/>
                      <a:pt x="26" y="108"/>
                      <a:pt x="26" y="108"/>
                    </a:cubicBezTo>
                    <a:cubicBezTo>
                      <a:pt x="31" y="111"/>
                      <a:pt x="35" y="116"/>
                      <a:pt x="35" y="123"/>
                    </a:cubicBezTo>
                    <a:cubicBezTo>
                      <a:pt x="35" y="132"/>
                      <a:pt x="27" y="140"/>
                      <a:pt x="17" y="140"/>
                    </a:cubicBezTo>
                    <a:cubicBezTo>
                      <a:pt x="8" y="140"/>
                      <a:pt x="0" y="132"/>
                      <a:pt x="0" y="123"/>
                    </a:cubicBezTo>
                    <a:cubicBezTo>
                      <a:pt x="0" y="116"/>
                      <a:pt x="3" y="111"/>
                      <a:pt x="9" y="108"/>
                    </a:cubicBezTo>
                    <a:cubicBezTo>
                      <a:pt x="9" y="33"/>
                      <a:pt x="9" y="33"/>
                      <a:pt x="9" y="33"/>
                    </a:cubicBezTo>
                    <a:cubicBezTo>
                      <a:pt x="3" y="29"/>
                      <a:pt x="0" y="24"/>
                      <a:pt x="0" y="17"/>
                    </a:cubicBezTo>
                    <a:cubicBezTo>
                      <a:pt x="0" y="8"/>
                      <a:pt x="8" y="0"/>
                      <a:pt x="17" y="0"/>
                    </a:cubicBezTo>
                    <a:cubicBezTo>
                      <a:pt x="27" y="0"/>
                      <a:pt x="35" y="8"/>
                      <a:pt x="35" y="17"/>
                    </a:cubicBezTo>
                    <a:cubicBezTo>
                      <a:pt x="35" y="24"/>
                      <a:pt x="31" y="29"/>
                      <a:pt x="26" y="33"/>
                    </a:cubicBezTo>
                    <a:cubicBezTo>
                      <a:pt x="26" y="78"/>
                      <a:pt x="26" y="78"/>
                      <a:pt x="26" y="78"/>
                    </a:cubicBezTo>
                    <a:cubicBezTo>
                      <a:pt x="31" y="76"/>
                      <a:pt x="36" y="74"/>
                      <a:pt x="40" y="73"/>
                    </a:cubicBezTo>
                    <a:cubicBezTo>
                      <a:pt x="57" y="67"/>
                      <a:pt x="67" y="63"/>
                      <a:pt x="67" y="44"/>
                    </a:cubicBezTo>
                    <a:cubicBezTo>
                      <a:pt x="62" y="41"/>
                      <a:pt x="58" y="36"/>
                      <a:pt x="58" y="29"/>
                    </a:cubicBezTo>
                    <a:cubicBezTo>
                      <a:pt x="58" y="19"/>
                      <a:pt x="66" y="11"/>
                      <a:pt x="76" y="11"/>
                    </a:cubicBezTo>
                    <a:cubicBezTo>
                      <a:pt x="86" y="11"/>
                      <a:pt x="94" y="19"/>
                      <a:pt x="94" y="29"/>
                    </a:cubicBezTo>
                    <a:cubicBezTo>
                      <a:pt x="94" y="36"/>
                      <a:pt x="90" y="41"/>
                      <a:pt x="85" y="44"/>
                    </a:cubicBezTo>
                    <a:close/>
                    <a:moveTo>
                      <a:pt x="17" y="9"/>
                    </a:moveTo>
                    <a:cubicBezTo>
                      <a:pt x="13" y="9"/>
                      <a:pt x="9" y="12"/>
                      <a:pt x="9" y="17"/>
                    </a:cubicBezTo>
                    <a:cubicBezTo>
                      <a:pt x="9" y="22"/>
                      <a:pt x="13" y="26"/>
                      <a:pt x="17" y="26"/>
                    </a:cubicBezTo>
                    <a:cubicBezTo>
                      <a:pt x="22" y="26"/>
                      <a:pt x="26" y="22"/>
                      <a:pt x="26" y="17"/>
                    </a:cubicBezTo>
                    <a:cubicBezTo>
                      <a:pt x="26" y="12"/>
                      <a:pt x="22" y="9"/>
                      <a:pt x="17" y="9"/>
                    </a:cubicBezTo>
                    <a:close/>
                    <a:moveTo>
                      <a:pt x="17" y="114"/>
                    </a:moveTo>
                    <a:cubicBezTo>
                      <a:pt x="13" y="114"/>
                      <a:pt x="9" y="118"/>
                      <a:pt x="9" y="123"/>
                    </a:cubicBezTo>
                    <a:cubicBezTo>
                      <a:pt x="9" y="128"/>
                      <a:pt x="13" y="132"/>
                      <a:pt x="17" y="132"/>
                    </a:cubicBezTo>
                    <a:cubicBezTo>
                      <a:pt x="22" y="132"/>
                      <a:pt x="26" y="128"/>
                      <a:pt x="26" y="123"/>
                    </a:cubicBezTo>
                    <a:cubicBezTo>
                      <a:pt x="26" y="118"/>
                      <a:pt x="22" y="114"/>
                      <a:pt x="17" y="114"/>
                    </a:cubicBezTo>
                    <a:close/>
                    <a:moveTo>
                      <a:pt x="76" y="20"/>
                    </a:moveTo>
                    <a:cubicBezTo>
                      <a:pt x="71" y="20"/>
                      <a:pt x="67" y="24"/>
                      <a:pt x="67" y="29"/>
                    </a:cubicBezTo>
                    <a:cubicBezTo>
                      <a:pt x="67" y="34"/>
                      <a:pt x="71" y="38"/>
                      <a:pt x="76" y="38"/>
                    </a:cubicBezTo>
                    <a:cubicBezTo>
                      <a:pt x="81" y="38"/>
                      <a:pt x="85" y="34"/>
                      <a:pt x="85" y="29"/>
                    </a:cubicBezTo>
                    <a:cubicBezTo>
                      <a:pt x="85" y="24"/>
                      <a:pt x="81" y="20"/>
                      <a:pt x="76" y="20"/>
                    </a:cubicBezTo>
                    <a:close/>
                  </a:path>
                </a:pathLst>
              </a:custGeom>
              <a:solidFill>
                <a:srgbClr val="8CC94C"/>
              </a:solidFill>
              <a:ln>
                <a:noFill/>
              </a:ln>
              <a:effectLst>
                <a:outerShdw blurRad="50800" dist="38100" dir="2700000" algn="tl" rotWithShape="0">
                  <a:prstClr val="black">
                    <a:alpha val="40000"/>
                  </a:prstClr>
                </a:outerShdw>
              </a:effectLst>
            </p:spPr>
            <p:txBody>
              <a:bodyPr vert="horz" wrap="square" lIns="96424" tIns="48212" rIns="96424" bIns="48212" numCol="1" anchor="t" anchorCtr="0" compatLnSpc="1">
                <a:prstTxWarp prst="textNoShape">
                  <a:avLst/>
                </a:prstTxWarp>
              </a:bodyPr>
              <a:lstStyle/>
              <a:p>
                <a:pPr algn="ctr" fontAlgn="base">
                  <a:spcBef>
                    <a:spcPct val="0"/>
                  </a:spcBef>
                  <a:spcAft>
                    <a:spcPct val="0"/>
                  </a:spcAft>
                  <a:defRPr/>
                </a:pPr>
                <a:endParaRPr lang="en-US" sz="3057" kern="0">
                  <a:solidFill>
                    <a:srgbClr val="000000"/>
                  </a:solidFill>
                  <a:effectLst>
                    <a:outerShdw blurRad="38100" dist="38100" dir="2700000" algn="tl">
                      <a:srgbClr val="000000">
                        <a:alpha val="43137"/>
                      </a:srgbClr>
                    </a:outerShdw>
                  </a:effectLst>
                  <a:latin typeface="微软雅黑"/>
                  <a:ea typeface="微软雅黑"/>
                  <a:sym typeface="Gill Sans" charset="0"/>
                </a:endParaRPr>
              </a:p>
            </p:txBody>
          </p:sp>
        </p:grpSp>
      </p:grpSp>
      <p:grpSp>
        <p:nvGrpSpPr>
          <p:cNvPr id="103" name="组合 102"/>
          <p:cNvGrpSpPr/>
          <p:nvPr/>
        </p:nvGrpSpPr>
        <p:grpSpPr>
          <a:xfrm>
            <a:off x="7547507" y="3089190"/>
            <a:ext cx="1686742" cy="1951499"/>
            <a:chOff x="5368886" y="2309403"/>
            <a:chExt cx="1200040" cy="1388087"/>
          </a:xfrm>
        </p:grpSpPr>
        <p:sp>
          <p:nvSpPr>
            <p:cNvPr id="104" name="Freeform 8"/>
            <p:cNvSpPr>
              <a:spLocks/>
            </p:cNvSpPr>
            <p:nvPr/>
          </p:nvSpPr>
          <p:spPr bwMode="auto">
            <a:xfrm>
              <a:off x="5438692" y="2350471"/>
              <a:ext cx="530728" cy="237166"/>
            </a:xfrm>
            <a:custGeom>
              <a:avLst/>
              <a:gdLst>
                <a:gd name="T0" fmla="*/ 0 w 517"/>
                <a:gd name="T1" fmla="*/ 231 h 231"/>
                <a:gd name="T2" fmla="*/ 398 w 517"/>
                <a:gd name="T3" fmla="*/ 0 h 231"/>
                <a:gd name="T4" fmla="*/ 517 w 517"/>
                <a:gd name="T5" fmla="*/ 0 h 231"/>
                <a:gd name="T6" fmla="*/ 517 w 517"/>
                <a:gd name="T7" fmla="*/ 231 h 231"/>
                <a:gd name="T8" fmla="*/ 0 w 517"/>
                <a:gd name="T9" fmla="*/ 231 h 231"/>
              </a:gdLst>
              <a:ahLst/>
              <a:cxnLst>
                <a:cxn ang="0">
                  <a:pos x="T0" y="T1"/>
                </a:cxn>
                <a:cxn ang="0">
                  <a:pos x="T2" y="T3"/>
                </a:cxn>
                <a:cxn ang="0">
                  <a:pos x="T4" y="T5"/>
                </a:cxn>
                <a:cxn ang="0">
                  <a:pos x="T6" y="T7"/>
                </a:cxn>
                <a:cxn ang="0">
                  <a:pos x="T8" y="T9"/>
                </a:cxn>
              </a:cxnLst>
              <a:rect l="0" t="0" r="r" b="b"/>
              <a:pathLst>
                <a:path w="517" h="231">
                  <a:moveTo>
                    <a:pt x="0" y="231"/>
                  </a:moveTo>
                  <a:lnTo>
                    <a:pt x="398" y="0"/>
                  </a:lnTo>
                  <a:lnTo>
                    <a:pt x="517" y="0"/>
                  </a:lnTo>
                  <a:lnTo>
                    <a:pt x="517" y="231"/>
                  </a:lnTo>
                  <a:lnTo>
                    <a:pt x="0" y="231"/>
                  </a:lnTo>
                  <a:close/>
                </a:path>
              </a:pathLst>
            </a:custGeom>
            <a:solidFill>
              <a:srgbClr val="505711"/>
            </a:solidFill>
            <a:ln>
              <a:noFill/>
            </a:ln>
          </p:spPr>
          <p:txBody>
            <a:bodyPr vert="horz" wrap="square" lIns="72328" tIns="36164" rIns="72328" bIns="36164" numCol="1" anchor="t" anchorCtr="0" compatLnSpc="1">
              <a:prstTxWarp prst="textNoShape">
                <a:avLst/>
              </a:prstTxWarp>
            </a:bodyPr>
            <a:lstStyle/>
            <a:p>
              <a:endParaRPr lang="zh-CN" altLang="en-US">
                <a:solidFill>
                  <a:srgbClr val="BDD53E"/>
                </a:solidFill>
              </a:endParaRPr>
            </a:p>
          </p:txBody>
        </p:sp>
        <p:grpSp>
          <p:nvGrpSpPr>
            <p:cNvPr id="105" name="组合 104"/>
            <p:cNvGrpSpPr/>
            <p:nvPr/>
          </p:nvGrpSpPr>
          <p:grpSpPr>
            <a:xfrm>
              <a:off x="5368886" y="2309403"/>
              <a:ext cx="1200040" cy="1388087"/>
              <a:chOff x="5368886" y="2309403"/>
              <a:chExt cx="1200040" cy="1388087"/>
            </a:xfrm>
          </p:grpSpPr>
          <p:sp>
            <p:nvSpPr>
              <p:cNvPr id="106" name="Freeform 9"/>
              <p:cNvSpPr>
                <a:spLocks/>
              </p:cNvSpPr>
              <p:nvPr/>
            </p:nvSpPr>
            <p:spPr bwMode="auto">
              <a:xfrm>
                <a:off x="5368886" y="2309403"/>
                <a:ext cx="1200040" cy="1388087"/>
              </a:xfrm>
              <a:custGeom>
                <a:avLst/>
                <a:gdLst>
                  <a:gd name="T0" fmla="*/ 0 w 1169"/>
                  <a:gd name="T1" fmla="*/ 1014 h 1352"/>
                  <a:gd name="T2" fmla="*/ 0 w 1169"/>
                  <a:gd name="T3" fmla="*/ 338 h 1352"/>
                  <a:gd name="T4" fmla="*/ 585 w 1169"/>
                  <a:gd name="T5" fmla="*/ 0 h 1352"/>
                  <a:gd name="T6" fmla="*/ 1169 w 1169"/>
                  <a:gd name="T7" fmla="*/ 338 h 1352"/>
                  <a:gd name="T8" fmla="*/ 1169 w 1169"/>
                  <a:gd name="T9" fmla="*/ 1014 h 1352"/>
                  <a:gd name="T10" fmla="*/ 585 w 1169"/>
                  <a:gd name="T11" fmla="*/ 1352 h 1352"/>
                  <a:gd name="T12" fmla="*/ 0 w 1169"/>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69" h="1352">
                    <a:moveTo>
                      <a:pt x="0" y="1014"/>
                    </a:moveTo>
                    <a:lnTo>
                      <a:pt x="0" y="338"/>
                    </a:lnTo>
                    <a:lnTo>
                      <a:pt x="585" y="0"/>
                    </a:lnTo>
                    <a:lnTo>
                      <a:pt x="1169" y="338"/>
                    </a:lnTo>
                    <a:lnTo>
                      <a:pt x="1169" y="1014"/>
                    </a:lnTo>
                    <a:lnTo>
                      <a:pt x="585" y="1352"/>
                    </a:lnTo>
                    <a:lnTo>
                      <a:pt x="0" y="1014"/>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107" name="Freeform 23"/>
              <p:cNvSpPr>
                <a:spLocks/>
              </p:cNvSpPr>
              <p:nvPr/>
            </p:nvSpPr>
            <p:spPr bwMode="auto">
              <a:xfrm>
                <a:off x="5438692" y="2350471"/>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108136"/>
              </a:soli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328" tIns="36164" rIns="72328" bIns="36164" rtlCol="0" anchor="ctr"/>
              <a:lstStyle/>
              <a:p>
                <a:pPr algn="ctr"/>
                <a:endParaRPr lang="zh-CN" altLang="en-US"/>
              </a:p>
            </p:txBody>
          </p:sp>
          <p:sp>
            <p:nvSpPr>
              <p:cNvPr id="108" name="Freeform 32"/>
              <p:cNvSpPr>
                <a:spLocks noEditPoints="1"/>
              </p:cNvSpPr>
              <p:nvPr/>
            </p:nvSpPr>
            <p:spPr bwMode="auto">
              <a:xfrm>
                <a:off x="5597808" y="2562997"/>
                <a:ext cx="93416" cy="200205"/>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1 h 107"/>
                  <a:gd name="T34" fmla="*/ 18 w 50"/>
                  <a:gd name="T35" fmla="*/ 88 h 107"/>
                  <a:gd name="T36" fmla="*/ 24 w 50"/>
                  <a:gd name="T37" fmla="*/ 91 h 107"/>
                  <a:gd name="T38" fmla="*/ 31 w 50"/>
                  <a:gd name="T39" fmla="*/ 88 h 107"/>
                  <a:gd name="T40" fmla="*/ 33 w 50"/>
                  <a:gd name="T41" fmla="*/ 81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7"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2" y="20"/>
                      <a:pt x="31" y="18"/>
                    </a:cubicBezTo>
                    <a:cubicBezTo>
                      <a:pt x="29" y="16"/>
                      <a:pt x="27" y="15"/>
                      <a:pt x="24" y="15"/>
                    </a:cubicBezTo>
                    <a:cubicBezTo>
                      <a:pt x="22" y="15"/>
                      <a:pt x="20" y="16"/>
                      <a:pt x="18" y="18"/>
                    </a:cubicBezTo>
                    <a:cubicBezTo>
                      <a:pt x="16" y="20"/>
                      <a:pt x="15" y="22"/>
                      <a:pt x="15" y="24"/>
                    </a:cubicBezTo>
                    <a:cubicBezTo>
                      <a:pt x="15" y="81"/>
                      <a:pt x="15" y="81"/>
                      <a:pt x="15" y="81"/>
                    </a:cubicBezTo>
                    <a:cubicBezTo>
                      <a:pt x="15" y="84"/>
                      <a:pt x="16" y="86"/>
                      <a:pt x="18" y="88"/>
                    </a:cubicBezTo>
                    <a:cubicBezTo>
                      <a:pt x="20" y="90"/>
                      <a:pt x="22" y="91"/>
                      <a:pt x="24" y="91"/>
                    </a:cubicBezTo>
                    <a:cubicBezTo>
                      <a:pt x="27" y="91"/>
                      <a:pt x="29" y="90"/>
                      <a:pt x="31" y="88"/>
                    </a:cubicBezTo>
                    <a:cubicBezTo>
                      <a:pt x="32" y="86"/>
                      <a:pt x="33" y="84"/>
                      <a:pt x="33" y="81"/>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09" name="Freeform 33"/>
              <p:cNvSpPr>
                <a:spLocks/>
              </p:cNvSpPr>
              <p:nvPr/>
            </p:nvSpPr>
            <p:spPr bwMode="auto">
              <a:xfrm>
                <a:off x="5712781" y="2562997"/>
                <a:ext cx="95469" cy="200205"/>
              </a:xfrm>
              <a:custGeom>
                <a:avLst/>
                <a:gdLst>
                  <a:gd name="T0" fmla="*/ 24 w 51"/>
                  <a:gd name="T1" fmla="*/ 91 h 107"/>
                  <a:gd name="T2" fmla="*/ 35 w 51"/>
                  <a:gd name="T3" fmla="*/ 81 h 107"/>
                  <a:gd name="T4" fmla="*/ 35 w 51"/>
                  <a:gd name="T5" fmla="*/ 74 h 107"/>
                  <a:gd name="T6" fmla="*/ 18 w 51"/>
                  <a:gd name="T7" fmla="*/ 58 h 107"/>
                  <a:gd name="T8" fmla="*/ 18 w 51"/>
                  <a:gd name="T9" fmla="*/ 45 h 107"/>
                  <a:gd name="T10" fmla="*/ 31 w 51"/>
                  <a:gd name="T11" fmla="*/ 40 h 107"/>
                  <a:gd name="T12" fmla="*/ 35 w 51"/>
                  <a:gd name="T13" fmla="*/ 27 h 107"/>
                  <a:gd name="T14" fmla="*/ 35 w 51"/>
                  <a:gd name="T15" fmla="*/ 24 h 107"/>
                  <a:gd name="T16" fmla="*/ 26 w 51"/>
                  <a:gd name="T17" fmla="*/ 14 h 107"/>
                  <a:gd name="T18" fmla="*/ 19 w 51"/>
                  <a:gd name="T19" fmla="*/ 18 h 107"/>
                  <a:gd name="T20" fmla="*/ 17 w 51"/>
                  <a:gd name="T21" fmla="*/ 26 h 107"/>
                  <a:gd name="T22" fmla="*/ 17 w 51"/>
                  <a:gd name="T23" fmla="*/ 28 h 107"/>
                  <a:gd name="T24" fmla="*/ 2 w 51"/>
                  <a:gd name="T25" fmla="*/ 28 h 107"/>
                  <a:gd name="T26" fmla="*/ 2 w 51"/>
                  <a:gd name="T27" fmla="*/ 26 h 107"/>
                  <a:gd name="T28" fmla="*/ 8 w 51"/>
                  <a:gd name="T29" fmla="*/ 8 h 107"/>
                  <a:gd name="T30" fmla="*/ 26 w 51"/>
                  <a:gd name="T31" fmla="*/ 0 h 107"/>
                  <a:gd name="T32" fmla="*/ 43 w 51"/>
                  <a:gd name="T33" fmla="*/ 7 h 107"/>
                  <a:gd name="T34" fmla="*/ 49 w 51"/>
                  <a:gd name="T35" fmla="*/ 24 h 107"/>
                  <a:gd name="T36" fmla="*/ 49 w 51"/>
                  <a:gd name="T37" fmla="*/ 28 h 107"/>
                  <a:gd name="T38" fmla="*/ 44 w 51"/>
                  <a:gd name="T39" fmla="*/ 45 h 107"/>
                  <a:gd name="T40" fmla="*/ 38 w 51"/>
                  <a:gd name="T41" fmla="*/ 50 h 107"/>
                  <a:gd name="T42" fmla="*/ 49 w 51"/>
                  <a:gd name="T43" fmla="*/ 62 h 107"/>
                  <a:gd name="T44" fmla="*/ 51 w 51"/>
                  <a:gd name="T45" fmla="*/ 72 h 107"/>
                  <a:gd name="T46" fmla="*/ 51 w 51"/>
                  <a:gd name="T47" fmla="*/ 80 h 107"/>
                  <a:gd name="T48" fmla="*/ 43 w 51"/>
                  <a:gd name="T49" fmla="*/ 100 h 107"/>
                  <a:gd name="T50" fmla="*/ 24 w 51"/>
                  <a:gd name="T51" fmla="*/ 107 h 107"/>
                  <a:gd name="T52" fmla="*/ 7 w 51"/>
                  <a:gd name="T53" fmla="*/ 99 h 107"/>
                  <a:gd name="T54" fmla="*/ 0 w 51"/>
                  <a:gd name="T55" fmla="*/ 82 h 107"/>
                  <a:gd name="T56" fmla="*/ 0 w 51"/>
                  <a:gd name="T57" fmla="*/ 79 h 107"/>
                  <a:gd name="T58" fmla="*/ 15 w 51"/>
                  <a:gd name="T59" fmla="*/ 78 h 107"/>
                  <a:gd name="T60" fmla="*/ 15 w 51"/>
                  <a:gd name="T61" fmla="*/ 82 h 107"/>
                  <a:gd name="T62" fmla="*/ 18 w 51"/>
                  <a:gd name="T63" fmla="*/ 88 h 107"/>
                  <a:gd name="T64" fmla="*/ 24 w 51"/>
                  <a:gd name="T65"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107">
                    <a:moveTo>
                      <a:pt x="24" y="91"/>
                    </a:moveTo>
                    <a:cubicBezTo>
                      <a:pt x="31" y="91"/>
                      <a:pt x="35" y="87"/>
                      <a:pt x="35" y="81"/>
                    </a:cubicBezTo>
                    <a:cubicBezTo>
                      <a:pt x="35" y="74"/>
                      <a:pt x="35" y="74"/>
                      <a:pt x="35" y="74"/>
                    </a:cubicBezTo>
                    <a:cubicBezTo>
                      <a:pt x="35" y="64"/>
                      <a:pt x="29" y="58"/>
                      <a:pt x="18" y="58"/>
                    </a:cubicBezTo>
                    <a:cubicBezTo>
                      <a:pt x="18" y="45"/>
                      <a:pt x="18" y="45"/>
                      <a:pt x="18" y="45"/>
                    </a:cubicBezTo>
                    <a:cubicBezTo>
                      <a:pt x="24" y="45"/>
                      <a:pt x="29" y="43"/>
                      <a:pt x="31" y="40"/>
                    </a:cubicBezTo>
                    <a:cubicBezTo>
                      <a:pt x="34" y="37"/>
                      <a:pt x="35" y="32"/>
                      <a:pt x="35" y="27"/>
                    </a:cubicBezTo>
                    <a:cubicBezTo>
                      <a:pt x="35" y="24"/>
                      <a:pt x="35" y="24"/>
                      <a:pt x="35" y="24"/>
                    </a:cubicBezTo>
                    <a:cubicBezTo>
                      <a:pt x="35" y="18"/>
                      <a:pt x="32" y="14"/>
                      <a:pt x="26" y="14"/>
                    </a:cubicBezTo>
                    <a:cubicBezTo>
                      <a:pt x="23" y="14"/>
                      <a:pt x="21" y="15"/>
                      <a:pt x="19" y="18"/>
                    </a:cubicBezTo>
                    <a:cubicBezTo>
                      <a:pt x="18" y="20"/>
                      <a:pt x="17" y="22"/>
                      <a:pt x="17" y="26"/>
                    </a:cubicBezTo>
                    <a:cubicBezTo>
                      <a:pt x="17" y="28"/>
                      <a:pt x="17" y="28"/>
                      <a:pt x="17" y="28"/>
                    </a:cubicBezTo>
                    <a:cubicBezTo>
                      <a:pt x="2" y="28"/>
                      <a:pt x="2" y="28"/>
                      <a:pt x="2" y="28"/>
                    </a:cubicBezTo>
                    <a:cubicBezTo>
                      <a:pt x="2" y="26"/>
                      <a:pt x="2" y="26"/>
                      <a:pt x="2" y="26"/>
                    </a:cubicBezTo>
                    <a:cubicBezTo>
                      <a:pt x="2" y="18"/>
                      <a:pt x="4" y="12"/>
                      <a:pt x="8" y="8"/>
                    </a:cubicBezTo>
                    <a:cubicBezTo>
                      <a:pt x="12" y="2"/>
                      <a:pt x="18" y="0"/>
                      <a:pt x="26" y="0"/>
                    </a:cubicBezTo>
                    <a:cubicBezTo>
                      <a:pt x="33" y="0"/>
                      <a:pt x="39" y="2"/>
                      <a:pt x="43" y="7"/>
                    </a:cubicBezTo>
                    <a:cubicBezTo>
                      <a:pt x="47" y="12"/>
                      <a:pt x="49" y="17"/>
                      <a:pt x="49" y="24"/>
                    </a:cubicBezTo>
                    <a:cubicBezTo>
                      <a:pt x="49" y="28"/>
                      <a:pt x="49" y="28"/>
                      <a:pt x="49" y="28"/>
                    </a:cubicBezTo>
                    <a:cubicBezTo>
                      <a:pt x="49" y="35"/>
                      <a:pt x="48" y="41"/>
                      <a:pt x="44" y="45"/>
                    </a:cubicBezTo>
                    <a:cubicBezTo>
                      <a:pt x="42" y="47"/>
                      <a:pt x="40" y="49"/>
                      <a:pt x="38" y="50"/>
                    </a:cubicBezTo>
                    <a:cubicBezTo>
                      <a:pt x="42" y="53"/>
                      <a:pt x="46" y="57"/>
                      <a:pt x="49" y="62"/>
                    </a:cubicBezTo>
                    <a:cubicBezTo>
                      <a:pt x="50" y="65"/>
                      <a:pt x="51" y="68"/>
                      <a:pt x="51" y="72"/>
                    </a:cubicBezTo>
                    <a:cubicBezTo>
                      <a:pt x="51" y="80"/>
                      <a:pt x="51" y="80"/>
                      <a:pt x="51" y="80"/>
                    </a:cubicBezTo>
                    <a:cubicBezTo>
                      <a:pt x="51" y="88"/>
                      <a:pt x="48" y="95"/>
                      <a:pt x="43" y="100"/>
                    </a:cubicBezTo>
                    <a:cubicBezTo>
                      <a:pt x="38" y="104"/>
                      <a:pt x="32" y="107"/>
                      <a:pt x="24" y="107"/>
                    </a:cubicBezTo>
                    <a:cubicBezTo>
                      <a:pt x="18" y="107"/>
                      <a:pt x="12" y="104"/>
                      <a:pt x="7" y="99"/>
                    </a:cubicBezTo>
                    <a:cubicBezTo>
                      <a:pt x="2" y="94"/>
                      <a:pt x="0" y="89"/>
                      <a:pt x="0" y="82"/>
                    </a:cubicBezTo>
                    <a:cubicBezTo>
                      <a:pt x="0" y="79"/>
                      <a:pt x="0" y="79"/>
                      <a:pt x="0" y="79"/>
                    </a:cubicBezTo>
                    <a:cubicBezTo>
                      <a:pt x="15" y="78"/>
                      <a:pt x="15" y="78"/>
                      <a:pt x="15" y="78"/>
                    </a:cubicBezTo>
                    <a:cubicBezTo>
                      <a:pt x="15" y="82"/>
                      <a:pt x="15" y="82"/>
                      <a:pt x="15" y="82"/>
                    </a:cubicBezTo>
                    <a:cubicBezTo>
                      <a:pt x="15" y="84"/>
                      <a:pt x="16" y="86"/>
                      <a:pt x="18" y="88"/>
                    </a:cubicBezTo>
                    <a:cubicBezTo>
                      <a:pt x="19" y="90"/>
                      <a:pt x="21" y="91"/>
                      <a:pt x="24"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10" name="Freeform 10"/>
              <p:cNvSpPr>
                <a:spLocks noEditPoints="1"/>
              </p:cNvSpPr>
              <p:nvPr/>
            </p:nvSpPr>
            <p:spPr bwMode="auto">
              <a:xfrm>
                <a:off x="5791994" y="2953544"/>
                <a:ext cx="381000" cy="267224"/>
              </a:xfrm>
              <a:custGeom>
                <a:avLst/>
                <a:gdLst>
                  <a:gd name="T0" fmla="*/ 164 w 164"/>
                  <a:gd name="T1" fmla="*/ 114 h 128"/>
                  <a:gd name="T2" fmla="*/ 149 w 164"/>
                  <a:gd name="T3" fmla="*/ 128 h 128"/>
                  <a:gd name="T4" fmla="*/ 15 w 164"/>
                  <a:gd name="T5" fmla="*/ 128 h 128"/>
                  <a:gd name="T6" fmla="*/ 0 w 164"/>
                  <a:gd name="T7" fmla="*/ 114 h 128"/>
                  <a:gd name="T8" fmla="*/ 0 w 164"/>
                  <a:gd name="T9" fmla="*/ 14 h 128"/>
                  <a:gd name="T10" fmla="*/ 15 w 164"/>
                  <a:gd name="T11" fmla="*/ 0 h 128"/>
                  <a:gd name="T12" fmla="*/ 149 w 164"/>
                  <a:gd name="T13" fmla="*/ 0 h 128"/>
                  <a:gd name="T14" fmla="*/ 164 w 164"/>
                  <a:gd name="T15" fmla="*/ 14 h 128"/>
                  <a:gd name="T16" fmla="*/ 164 w 164"/>
                  <a:gd name="T17" fmla="*/ 114 h 128"/>
                  <a:gd name="T18" fmla="*/ 149 w 164"/>
                  <a:gd name="T19" fmla="*/ 11 h 128"/>
                  <a:gd name="T20" fmla="*/ 15 w 164"/>
                  <a:gd name="T21" fmla="*/ 11 h 128"/>
                  <a:gd name="T22" fmla="*/ 12 w 164"/>
                  <a:gd name="T23" fmla="*/ 14 h 128"/>
                  <a:gd name="T24" fmla="*/ 25 w 164"/>
                  <a:gd name="T25" fmla="*/ 40 h 128"/>
                  <a:gd name="T26" fmla="*/ 62 w 164"/>
                  <a:gd name="T27" fmla="*/ 69 h 128"/>
                  <a:gd name="T28" fmla="*/ 82 w 164"/>
                  <a:gd name="T29" fmla="*/ 82 h 128"/>
                  <a:gd name="T30" fmla="*/ 82 w 164"/>
                  <a:gd name="T31" fmla="*/ 82 h 128"/>
                  <a:gd name="T32" fmla="*/ 82 w 164"/>
                  <a:gd name="T33" fmla="*/ 82 h 128"/>
                  <a:gd name="T34" fmla="*/ 102 w 164"/>
                  <a:gd name="T35" fmla="*/ 69 h 128"/>
                  <a:gd name="T36" fmla="*/ 139 w 164"/>
                  <a:gd name="T37" fmla="*/ 40 h 128"/>
                  <a:gd name="T38" fmla="*/ 152 w 164"/>
                  <a:gd name="T39" fmla="*/ 18 h 128"/>
                  <a:gd name="T40" fmla="*/ 149 w 164"/>
                  <a:gd name="T41" fmla="*/ 11 h 128"/>
                  <a:gd name="T42" fmla="*/ 152 w 164"/>
                  <a:gd name="T43" fmla="*/ 43 h 128"/>
                  <a:gd name="T44" fmla="*/ 146 w 164"/>
                  <a:gd name="T45" fmla="*/ 50 h 128"/>
                  <a:gd name="T46" fmla="*/ 107 w 164"/>
                  <a:gd name="T47" fmla="*/ 80 h 128"/>
                  <a:gd name="T48" fmla="*/ 82 w 164"/>
                  <a:gd name="T49" fmla="*/ 93 h 128"/>
                  <a:gd name="T50" fmla="*/ 82 w 164"/>
                  <a:gd name="T51" fmla="*/ 93 h 128"/>
                  <a:gd name="T52" fmla="*/ 82 w 164"/>
                  <a:gd name="T53" fmla="*/ 93 h 128"/>
                  <a:gd name="T54" fmla="*/ 57 w 164"/>
                  <a:gd name="T55" fmla="*/ 80 h 128"/>
                  <a:gd name="T56" fmla="*/ 18 w 164"/>
                  <a:gd name="T57" fmla="*/ 50 h 128"/>
                  <a:gd name="T58" fmla="*/ 12 w 164"/>
                  <a:gd name="T59" fmla="*/ 43 h 128"/>
                  <a:gd name="T60" fmla="*/ 12 w 164"/>
                  <a:gd name="T61" fmla="*/ 114 h 128"/>
                  <a:gd name="T62" fmla="*/ 15 w 164"/>
                  <a:gd name="T63" fmla="*/ 117 h 128"/>
                  <a:gd name="T64" fmla="*/ 149 w 164"/>
                  <a:gd name="T65" fmla="*/ 117 h 128"/>
                  <a:gd name="T66" fmla="*/ 152 w 164"/>
                  <a:gd name="T67" fmla="*/ 114 h 128"/>
                  <a:gd name="T68" fmla="*/ 152 w 164"/>
                  <a:gd name="T6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128">
                    <a:moveTo>
                      <a:pt x="164" y="114"/>
                    </a:moveTo>
                    <a:cubicBezTo>
                      <a:pt x="164" y="122"/>
                      <a:pt x="157" y="128"/>
                      <a:pt x="149" y="128"/>
                    </a:cubicBezTo>
                    <a:cubicBezTo>
                      <a:pt x="15" y="128"/>
                      <a:pt x="15" y="128"/>
                      <a:pt x="15" y="128"/>
                    </a:cubicBezTo>
                    <a:cubicBezTo>
                      <a:pt x="7" y="128"/>
                      <a:pt x="0" y="122"/>
                      <a:pt x="0" y="114"/>
                    </a:cubicBezTo>
                    <a:cubicBezTo>
                      <a:pt x="0" y="14"/>
                      <a:pt x="0" y="14"/>
                      <a:pt x="0" y="14"/>
                    </a:cubicBezTo>
                    <a:cubicBezTo>
                      <a:pt x="0" y="6"/>
                      <a:pt x="7" y="0"/>
                      <a:pt x="15" y="0"/>
                    </a:cubicBezTo>
                    <a:cubicBezTo>
                      <a:pt x="149" y="0"/>
                      <a:pt x="149" y="0"/>
                      <a:pt x="149" y="0"/>
                    </a:cubicBezTo>
                    <a:cubicBezTo>
                      <a:pt x="157" y="0"/>
                      <a:pt x="164" y="6"/>
                      <a:pt x="164" y="14"/>
                    </a:cubicBezTo>
                    <a:lnTo>
                      <a:pt x="164" y="114"/>
                    </a:lnTo>
                    <a:close/>
                    <a:moveTo>
                      <a:pt x="149" y="11"/>
                    </a:moveTo>
                    <a:cubicBezTo>
                      <a:pt x="15" y="11"/>
                      <a:pt x="15" y="11"/>
                      <a:pt x="15" y="11"/>
                    </a:cubicBezTo>
                    <a:cubicBezTo>
                      <a:pt x="13" y="11"/>
                      <a:pt x="12" y="13"/>
                      <a:pt x="12" y="14"/>
                    </a:cubicBezTo>
                    <a:cubicBezTo>
                      <a:pt x="12" y="25"/>
                      <a:pt x="17" y="34"/>
                      <a:pt x="25" y="40"/>
                    </a:cubicBezTo>
                    <a:cubicBezTo>
                      <a:pt x="37" y="50"/>
                      <a:pt x="50" y="59"/>
                      <a:pt x="62" y="69"/>
                    </a:cubicBezTo>
                    <a:cubicBezTo>
                      <a:pt x="67" y="73"/>
                      <a:pt x="76" y="82"/>
                      <a:pt x="82" y="82"/>
                    </a:cubicBezTo>
                    <a:cubicBezTo>
                      <a:pt x="82" y="82"/>
                      <a:pt x="82" y="82"/>
                      <a:pt x="82" y="82"/>
                    </a:cubicBezTo>
                    <a:cubicBezTo>
                      <a:pt x="82" y="82"/>
                      <a:pt x="82" y="82"/>
                      <a:pt x="82" y="82"/>
                    </a:cubicBezTo>
                    <a:cubicBezTo>
                      <a:pt x="89" y="82"/>
                      <a:pt x="97" y="73"/>
                      <a:pt x="102" y="69"/>
                    </a:cubicBezTo>
                    <a:cubicBezTo>
                      <a:pt x="114" y="59"/>
                      <a:pt x="127" y="50"/>
                      <a:pt x="139" y="40"/>
                    </a:cubicBezTo>
                    <a:cubicBezTo>
                      <a:pt x="145" y="36"/>
                      <a:pt x="152" y="25"/>
                      <a:pt x="152" y="18"/>
                    </a:cubicBezTo>
                    <a:cubicBezTo>
                      <a:pt x="152" y="15"/>
                      <a:pt x="153" y="11"/>
                      <a:pt x="149" y="11"/>
                    </a:cubicBezTo>
                    <a:close/>
                    <a:moveTo>
                      <a:pt x="152" y="43"/>
                    </a:moveTo>
                    <a:cubicBezTo>
                      <a:pt x="150" y="46"/>
                      <a:pt x="148" y="48"/>
                      <a:pt x="146" y="50"/>
                    </a:cubicBezTo>
                    <a:cubicBezTo>
                      <a:pt x="133" y="60"/>
                      <a:pt x="120" y="70"/>
                      <a:pt x="107" y="80"/>
                    </a:cubicBezTo>
                    <a:cubicBezTo>
                      <a:pt x="100" y="86"/>
                      <a:pt x="92" y="93"/>
                      <a:pt x="82" y="93"/>
                    </a:cubicBezTo>
                    <a:cubicBezTo>
                      <a:pt x="82" y="93"/>
                      <a:pt x="82" y="93"/>
                      <a:pt x="82" y="93"/>
                    </a:cubicBezTo>
                    <a:cubicBezTo>
                      <a:pt x="82" y="93"/>
                      <a:pt x="82" y="93"/>
                      <a:pt x="82" y="93"/>
                    </a:cubicBezTo>
                    <a:cubicBezTo>
                      <a:pt x="72" y="93"/>
                      <a:pt x="64" y="86"/>
                      <a:pt x="57" y="80"/>
                    </a:cubicBezTo>
                    <a:cubicBezTo>
                      <a:pt x="44" y="70"/>
                      <a:pt x="31" y="60"/>
                      <a:pt x="18" y="50"/>
                    </a:cubicBezTo>
                    <a:cubicBezTo>
                      <a:pt x="16" y="48"/>
                      <a:pt x="14" y="46"/>
                      <a:pt x="12" y="43"/>
                    </a:cubicBezTo>
                    <a:cubicBezTo>
                      <a:pt x="12" y="114"/>
                      <a:pt x="12" y="114"/>
                      <a:pt x="12" y="114"/>
                    </a:cubicBezTo>
                    <a:cubicBezTo>
                      <a:pt x="12" y="115"/>
                      <a:pt x="13" y="117"/>
                      <a:pt x="15" y="117"/>
                    </a:cubicBezTo>
                    <a:cubicBezTo>
                      <a:pt x="149" y="117"/>
                      <a:pt x="149" y="117"/>
                      <a:pt x="149" y="117"/>
                    </a:cubicBezTo>
                    <a:cubicBezTo>
                      <a:pt x="151" y="117"/>
                      <a:pt x="152" y="115"/>
                      <a:pt x="152" y="114"/>
                    </a:cubicBezTo>
                    <a:lnTo>
                      <a:pt x="152" y="43"/>
                    </a:lnTo>
                    <a:close/>
                  </a:path>
                </a:pathLst>
              </a:custGeom>
              <a:solidFill>
                <a:srgbClr val="108136"/>
              </a:solidFill>
              <a:ln>
                <a:noFill/>
              </a:ln>
              <a:effectLst>
                <a:outerShdw blurRad="50800" dist="38100" dir="2700000" algn="tl" rotWithShape="0">
                  <a:prstClr val="black">
                    <a:alpha val="40000"/>
                  </a:prstClr>
                </a:outerShdw>
              </a:effectLst>
            </p:spPr>
            <p:txBody>
              <a:bodyPr vert="horz" wrap="square" lIns="96424" tIns="48212" rIns="96424" bIns="48212" numCol="1" anchor="t" anchorCtr="0" compatLnSpc="1">
                <a:prstTxWarp prst="textNoShape">
                  <a:avLst/>
                </a:prstTxWarp>
              </a:bodyPr>
              <a:lstStyle/>
              <a:p>
                <a:pPr algn="ctr" fontAlgn="base">
                  <a:spcBef>
                    <a:spcPct val="0"/>
                  </a:spcBef>
                  <a:spcAft>
                    <a:spcPct val="0"/>
                  </a:spcAft>
                  <a:defRPr/>
                </a:pPr>
                <a:endParaRPr lang="en-US" sz="3057" kern="0">
                  <a:solidFill>
                    <a:srgbClr val="000000"/>
                  </a:solidFill>
                  <a:latin typeface="微软雅黑"/>
                  <a:ea typeface="微软雅黑"/>
                  <a:sym typeface="Gill Sans" charset="0"/>
                </a:endParaRPr>
              </a:p>
            </p:txBody>
          </p:sp>
        </p:grpSp>
      </p:grpSp>
      <p:grpSp>
        <p:nvGrpSpPr>
          <p:cNvPr id="111" name="组合 110"/>
          <p:cNvGrpSpPr/>
          <p:nvPr/>
        </p:nvGrpSpPr>
        <p:grpSpPr>
          <a:xfrm>
            <a:off x="6564894" y="4789534"/>
            <a:ext cx="1689629" cy="1951499"/>
            <a:chOff x="4669803" y="3518846"/>
            <a:chExt cx="1202093" cy="1388087"/>
          </a:xfrm>
        </p:grpSpPr>
        <p:sp>
          <p:nvSpPr>
            <p:cNvPr id="112" name="Freeform 12"/>
            <p:cNvSpPr>
              <a:spLocks/>
            </p:cNvSpPr>
            <p:nvPr/>
          </p:nvSpPr>
          <p:spPr bwMode="auto">
            <a:xfrm>
              <a:off x="4741662" y="3559913"/>
              <a:ext cx="528675" cy="237166"/>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6B3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113" name="组合 112"/>
            <p:cNvGrpSpPr/>
            <p:nvPr/>
          </p:nvGrpSpPr>
          <p:grpSpPr>
            <a:xfrm>
              <a:off x="4669803" y="3518846"/>
              <a:ext cx="1202093" cy="1388087"/>
              <a:chOff x="4669803" y="3518846"/>
              <a:chExt cx="1202093" cy="1388087"/>
            </a:xfrm>
          </p:grpSpPr>
          <p:sp>
            <p:nvSpPr>
              <p:cNvPr id="114" name="Freeform 13"/>
              <p:cNvSpPr>
                <a:spLocks/>
              </p:cNvSpPr>
              <p:nvPr/>
            </p:nvSpPr>
            <p:spPr bwMode="auto">
              <a:xfrm>
                <a:off x="4669803" y="3518846"/>
                <a:ext cx="1202093" cy="1388087"/>
              </a:xfrm>
              <a:custGeom>
                <a:avLst/>
                <a:gdLst>
                  <a:gd name="T0" fmla="*/ 0 w 1171"/>
                  <a:gd name="T1" fmla="*/ 1014 h 1352"/>
                  <a:gd name="T2" fmla="*/ 0 w 1171"/>
                  <a:gd name="T3" fmla="*/ 338 h 1352"/>
                  <a:gd name="T4" fmla="*/ 585 w 1171"/>
                  <a:gd name="T5" fmla="*/ 0 h 1352"/>
                  <a:gd name="T6" fmla="*/ 1171 w 1171"/>
                  <a:gd name="T7" fmla="*/ 338 h 1352"/>
                  <a:gd name="T8" fmla="*/ 1171 w 1171"/>
                  <a:gd name="T9" fmla="*/ 1014 h 1352"/>
                  <a:gd name="T10" fmla="*/ 585 w 1171"/>
                  <a:gd name="T11" fmla="*/ 1352 h 1352"/>
                  <a:gd name="T12" fmla="*/ 0 w 1171"/>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71" h="1352">
                    <a:moveTo>
                      <a:pt x="0" y="1014"/>
                    </a:moveTo>
                    <a:lnTo>
                      <a:pt x="0" y="338"/>
                    </a:lnTo>
                    <a:lnTo>
                      <a:pt x="585" y="0"/>
                    </a:lnTo>
                    <a:lnTo>
                      <a:pt x="1171" y="338"/>
                    </a:lnTo>
                    <a:lnTo>
                      <a:pt x="1171" y="1014"/>
                    </a:lnTo>
                    <a:lnTo>
                      <a:pt x="585" y="1352"/>
                    </a:lnTo>
                    <a:lnTo>
                      <a:pt x="0" y="1014"/>
                    </a:lnTo>
                    <a:close/>
                  </a:path>
                </a:pathLst>
              </a:custGeom>
              <a:solidFill>
                <a:schemeClr val="bg1">
                  <a:lumMod val="95000"/>
                </a:schemeClr>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115" name="Freeform 20"/>
              <p:cNvSpPr>
                <a:spLocks/>
              </p:cNvSpPr>
              <p:nvPr/>
            </p:nvSpPr>
            <p:spPr bwMode="auto">
              <a:xfrm>
                <a:off x="4741662" y="3559913"/>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8CC94C"/>
              </a:solidFill>
              <a:ln w="28575" cap="flat">
                <a:noFill/>
                <a:prstDash val="solid"/>
                <a:miter lim="800000"/>
                <a:headEnd/>
                <a:tailEnd/>
              </a:ln>
              <a:effectLst>
                <a:outerShdw blurRad="279400" dist="76200" dir="2700000" algn="tl"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116" name="Freeform 30"/>
              <p:cNvSpPr>
                <a:spLocks noEditPoints="1"/>
              </p:cNvSpPr>
              <p:nvPr/>
            </p:nvSpPr>
            <p:spPr bwMode="auto">
              <a:xfrm>
                <a:off x="4895645" y="3772439"/>
                <a:ext cx="93416" cy="200205"/>
              </a:xfrm>
              <a:custGeom>
                <a:avLst/>
                <a:gdLst>
                  <a:gd name="T0" fmla="*/ 50 w 50"/>
                  <a:gd name="T1" fmla="*/ 82 h 107"/>
                  <a:gd name="T2" fmla="*/ 42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2 w 50"/>
                  <a:gd name="T17" fmla="*/ 7 h 107"/>
                  <a:gd name="T18" fmla="*/ 50 w 50"/>
                  <a:gd name="T19" fmla="*/ 25 h 107"/>
                  <a:gd name="T20" fmla="*/ 50 w 50"/>
                  <a:gd name="T21" fmla="*/ 82 h 107"/>
                  <a:gd name="T22" fmla="*/ 33 w 50"/>
                  <a:gd name="T23" fmla="*/ 24 h 107"/>
                  <a:gd name="T24" fmla="*/ 31 w 50"/>
                  <a:gd name="T25" fmla="*/ 18 h 107"/>
                  <a:gd name="T26" fmla="*/ 24 w 50"/>
                  <a:gd name="T27" fmla="*/ 15 h 107"/>
                  <a:gd name="T28" fmla="*/ 18 w 50"/>
                  <a:gd name="T29" fmla="*/ 18 h 107"/>
                  <a:gd name="T30" fmla="*/ 15 w 50"/>
                  <a:gd name="T31" fmla="*/ 24 h 107"/>
                  <a:gd name="T32" fmla="*/ 15 w 50"/>
                  <a:gd name="T33" fmla="*/ 82 h 107"/>
                  <a:gd name="T34" fmla="*/ 18 w 50"/>
                  <a:gd name="T35" fmla="*/ 88 h 107"/>
                  <a:gd name="T36" fmla="*/ 24 w 50"/>
                  <a:gd name="T37" fmla="*/ 91 h 107"/>
                  <a:gd name="T38" fmla="*/ 31 w 50"/>
                  <a:gd name="T39" fmla="*/ 88 h 107"/>
                  <a:gd name="T40" fmla="*/ 33 w 50"/>
                  <a:gd name="T41" fmla="*/ 82 h 107"/>
                  <a:gd name="T42" fmla="*/ 33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2" y="99"/>
                    </a:cubicBezTo>
                    <a:cubicBezTo>
                      <a:pt x="38"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2" y="7"/>
                    </a:cubicBezTo>
                    <a:cubicBezTo>
                      <a:pt x="47" y="12"/>
                      <a:pt x="50" y="18"/>
                      <a:pt x="50" y="25"/>
                    </a:cubicBezTo>
                    <a:lnTo>
                      <a:pt x="50" y="82"/>
                    </a:lnTo>
                    <a:close/>
                    <a:moveTo>
                      <a:pt x="33" y="24"/>
                    </a:moveTo>
                    <a:cubicBezTo>
                      <a:pt x="33" y="22"/>
                      <a:pt x="33" y="20"/>
                      <a:pt x="31" y="18"/>
                    </a:cubicBezTo>
                    <a:cubicBezTo>
                      <a:pt x="29" y="16"/>
                      <a:pt x="27" y="15"/>
                      <a:pt x="24" y="15"/>
                    </a:cubicBezTo>
                    <a:cubicBezTo>
                      <a:pt x="22" y="15"/>
                      <a:pt x="20" y="16"/>
                      <a:pt x="18" y="18"/>
                    </a:cubicBezTo>
                    <a:cubicBezTo>
                      <a:pt x="16" y="20"/>
                      <a:pt x="15" y="22"/>
                      <a:pt x="15" y="24"/>
                    </a:cubicBezTo>
                    <a:cubicBezTo>
                      <a:pt x="15" y="82"/>
                      <a:pt x="15" y="82"/>
                      <a:pt x="15" y="82"/>
                    </a:cubicBezTo>
                    <a:cubicBezTo>
                      <a:pt x="15" y="84"/>
                      <a:pt x="16" y="86"/>
                      <a:pt x="18" y="88"/>
                    </a:cubicBezTo>
                    <a:cubicBezTo>
                      <a:pt x="20" y="90"/>
                      <a:pt x="22" y="91"/>
                      <a:pt x="24" y="91"/>
                    </a:cubicBezTo>
                    <a:cubicBezTo>
                      <a:pt x="27" y="91"/>
                      <a:pt x="29" y="90"/>
                      <a:pt x="31" y="88"/>
                    </a:cubicBezTo>
                    <a:cubicBezTo>
                      <a:pt x="33" y="86"/>
                      <a:pt x="33" y="84"/>
                      <a:pt x="33" y="82"/>
                    </a:cubicBezTo>
                    <a:lnTo>
                      <a:pt x="33"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17" name="Freeform 31"/>
              <p:cNvSpPr>
                <a:spLocks noEditPoints="1"/>
              </p:cNvSpPr>
              <p:nvPr/>
            </p:nvSpPr>
            <p:spPr bwMode="auto">
              <a:xfrm>
                <a:off x="5009593" y="3774492"/>
                <a:ext cx="99575" cy="196099"/>
              </a:xfrm>
              <a:custGeom>
                <a:avLst/>
                <a:gdLst>
                  <a:gd name="T0" fmla="*/ 0 w 97"/>
                  <a:gd name="T1" fmla="*/ 120 h 191"/>
                  <a:gd name="T2" fmla="*/ 49 w 97"/>
                  <a:gd name="T3" fmla="*/ 0 h 191"/>
                  <a:gd name="T4" fmla="*/ 78 w 97"/>
                  <a:gd name="T5" fmla="*/ 0 h 191"/>
                  <a:gd name="T6" fmla="*/ 78 w 97"/>
                  <a:gd name="T7" fmla="*/ 120 h 191"/>
                  <a:gd name="T8" fmla="*/ 97 w 97"/>
                  <a:gd name="T9" fmla="*/ 120 h 191"/>
                  <a:gd name="T10" fmla="*/ 97 w 97"/>
                  <a:gd name="T11" fmla="*/ 149 h 191"/>
                  <a:gd name="T12" fmla="*/ 78 w 97"/>
                  <a:gd name="T13" fmla="*/ 149 h 191"/>
                  <a:gd name="T14" fmla="*/ 78 w 97"/>
                  <a:gd name="T15" fmla="*/ 191 h 191"/>
                  <a:gd name="T16" fmla="*/ 49 w 97"/>
                  <a:gd name="T17" fmla="*/ 191 h 191"/>
                  <a:gd name="T18" fmla="*/ 49 w 97"/>
                  <a:gd name="T19" fmla="*/ 149 h 191"/>
                  <a:gd name="T20" fmla="*/ 0 w 97"/>
                  <a:gd name="T21" fmla="*/ 149 h 191"/>
                  <a:gd name="T22" fmla="*/ 0 w 97"/>
                  <a:gd name="T23" fmla="*/ 120 h 191"/>
                  <a:gd name="T24" fmla="*/ 49 w 97"/>
                  <a:gd name="T25" fmla="*/ 120 h 191"/>
                  <a:gd name="T26" fmla="*/ 49 w 97"/>
                  <a:gd name="T27" fmla="*/ 62 h 191"/>
                  <a:gd name="T28" fmla="*/ 25 w 97"/>
                  <a:gd name="T29" fmla="*/ 120 h 191"/>
                  <a:gd name="T30" fmla="*/ 49 w 97"/>
                  <a:gd name="T31" fmla="*/ 12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7" h="191">
                    <a:moveTo>
                      <a:pt x="0" y="120"/>
                    </a:moveTo>
                    <a:lnTo>
                      <a:pt x="49" y="0"/>
                    </a:lnTo>
                    <a:lnTo>
                      <a:pt x="78" y="0"/>
                    </a:lnTo>
                    <a:lnTo>
                      <a:pt x="78" y="120"/>
                    </a:lnTo>
                    <a:lnTo>
                      <a:pt x="97" y="120"/>
                    </a:lnTo>
                    <a:lnTo>
                      <a:pt x="97" y="149"/>
                    </a:lnTo>
                    <a:lnTo>
                      <a:pt x="78" y="149"/>
                    </a:lnTo>
                    <a:lnTo>
                      <a:pt x="78" y="191"/>
                    </a:lnTo>
                    <a:lnTo>
                      <a:pt x="49" y="191"/>
                    </a:lnTo>
                    <a:lnTo>
                      <a:pt x="49" y="149"/>
                    </a:lnTo>
                    <a:lnTo>
                      <a:pt x="0" y="149"/>
                    </a:lnTo>
                    <a:lnTo>
                      <a:pt x="0" y="120"/>
                    </a:lnTo>
                    <a:close/>
                    <a:moveTo>
                      <a:pt x="49" y="120"/>
                    </a:moveTo>
                    <a:lnTo>
                      <a:pt x="49" y="62"/>
                    </a:lnTo>
                    <a:lnTo>
                      <a:pt x="25" y="120"/>
                    </a:lnTo>
                    <a:lnTo>
                      <a:pt x="49" y="1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18" name="Freeform 6"/>
              <p:cNvSpPr>
                <a:spLocks noEditPoints="1"/>
              </p:cNvSpPr>
              <p:nvPr/>
            </p:nvSpPr>
            <p:spPr bwMode="auto">
              <a:xfrm>
                <a:off x="5039839" y="4141748"/>
                <a:ext cx="447355" cy="330885"/>
              </a:xfrm>
              <a:custGeom>
                <a:avLst/>
                <a:gdLst>
                  <a:gd name="T0" fmla="*/ 176 w 176"/>
                  <a:gd name="T1" fmla="*/ 99 h 117"/>
                  <a:gd name="T2" fmla="*/ 176 w 176"/>
                  <a:gd name="T3" fmla="*/ 108 h 117"/>
                  <a:gd name="T4" fmla="*/ 161 w 176"/>
                  <a:gd name="T5" fmla="*/ 117 h 117"/>
                  <a:gd name="T6" fmla="*/ 15 w 176"/>
                  <a:gd name="T7" fmla="*/ 117 h 117"/>
                  <a:gd name="T8" fmla="*/ 0 w 176"/>
                  <a:gd name="T9" fmla="*/ 108 h 117"/>
                  <a:gd name="T10" fmla="*/ 0 w 176"/>
                  <a:gd name="T11" fmla="*/ 99 h 117"/>
                  <a:gd name="T12" fmla="*/ 15 w 176"/>
                  <a:gd name="T13" fmla="*/ 99 h 117"/>
                  <a:gd name="T14" fmla="*/ 161 w 176"/>
                  <a:gd name="T15" fmla="*/ 99 h 117"/>
                  <a:gd name="T16" fmla="*/ 176 w 176"/>
                  <a:gd name="T17" fmla="*/ 99 h 117"/>
                  <a:gd name="T18" fmla="*/ 24 w 176"/>
                  <a:gd name="T19" fmla="*/ 79 h 117"/>
                  <a:gd name="T20" fmla="*/ 24 w 176"/>
                  <a:gd name="T21" fmla="*/ 14 h 117"/>
                  <a:gd name="T22" fmla="*/ 38 w 176"/>
                  <a:gd name="T23" fmla="*/ 0 h 117"/>
                  <a:gd name="T24" fmla="*/ 138 w 176"/>
                  <a:gd name="T25" fmla="*/ 0 h 117"/>
                  <a:gd name="T26" fmla="*/ 152 w 176"/>
                  <a:gd name="T27" fmla="*/ 14 h 117"/>
                  <a:gd name="T28" fmla="*/ 152 w 176"/>
                  <a:gd name="T29" fmla="*/ 79 h 117"/>
                  <a:gd name="T30" fmla="*/ 138 w 176"/>
                  <a:gd name="T31" fmla="*/ 93 h 117"/>
                  <a:gd name="T32" fmla="*/ 38 w 176"/>
                  <a:gd name="T33" fmla="*/ 93 h 117"/>
                  <a:gd name="T34" fmla="*/ 24 w 176"/>
                  <a:gd name="T35" fmla="*/ 79 h 117"/>
                  <a:gd name="T36" fmla="*/ 35 w 176"/>
                  <a:gd name="T37" fmla="*/ 79 h 117"/>
                  <a:gd name="T38" fmla="*/ 38 w 176"/>
                  <a:gd name="T39" fmla="*/ 82 h 117"/>
                  <a:gd name="T40" fmla="*/ 138 w 176"/>
                  <a:gd name="T41" fmla="*/ 82 h 117"/>
                  <a:gd name="T42" fmla="*/ 141 w 176"/>
                  <a:gd name="T43" fmla="*/ 79 h 117"/>
                  <a:gd name="T44" fmla="*/ 141 w 176"/>
                  <a:gd name="T45" fmla="*/ 14 h 117"/>
                  <a:gd name="T46" fmla="*/ 138 w 176"/>
                  <a:gd name="T47" fmla="*/ 11 h 117"/>
                  <a:gd name="T48" fmla="*/ 38 w 176"/>
                  <a:gd name="T49" fmla="*/ 11 h 117"/>
                  <a:gd name="T50" fmla="*/ 35 w 176"/>
                  <a:gd name="T51" fmla="*/ 14 h 117"/>
                  <a:gd name="T52" fmla="*/ 35 w 176"/>
                  <a:gd name="T53" fmla="*/ 79 h 117"/>
                  <a:gd name="T54" fmla="*/ 97 w 176"/>
                  <a:gd name="T55" fmla="*/ 107 h 117"/>
                  <a:gd name="T56" fmla="*/ 95 w 176"/>
                  <a:gd name="T57" fmla="*/ 105 h 117"/>
                  <a:gd name="T58" fmla="*/ 81 w 176"/>
                  <a:gd name="T59" fmla="*/ 105 h 117"/>
                  <a:gd name="T60" fmla="*/ 79 w 176"/>
                  <a:gd name="T61" fmla="*/ 107 h 117"/>
                  <a:gd name="T62" fmla="*/ 81 w 176"/>
                  <a:gd name="T63" fmla="*/ 108 h 117"/>
                  <a:gd name="T64" fmla="*/ 95 w 176"/>
                  <a:gd name="T65" fmla="*/ 108 h 117"/>
                  <a:gd name="T66" fmla="*/ 97 w 176"/>
                  <a:gd name="T67" fmla="*/ 10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17">
                    <a:moveTo>
                      <a:pt x="176" y="99"/>
                    </a:moveTo>
                    <a:cubicBezTo>
                      <a:pt x="176" y="108"/>
                      <a:pt x="176" y="108"/>
                      <a:pt x="176" y="108"/>
                    </a:cubicBezTo>
                    <a:cubicBezTo>
                      <a:pt x="176" y="113"/>
                      <a:pt x="169" y="117"/>
                      <a:pt x="161" y="117"/>
                    </a:cubicBezTo>
                    <a:cubicBezTo>
                      <a:pt x="15" y="117"/>
                      <a:pt x="15" y="117"/>
                      <a:pt x="15" y="117"/>
                    </a:cubicBezTo>
                    <a:cubicBezTo>
                      <a:pt x="7" y="117"/>
                      <a:pt x="0" y="113"/>
                      <a:pt x="0" y="108"/>
                    </a:cubicBezTo>
                    <a:cubicBezTo>
                      <a:pt x="0" y="99"/>
                      <a:pt x="0" y="99"/>
                      <a:pt x="0" y="99"/>
                    </a:cubicBezTo>
                    <a:cubicBezTo>
                      <a:pt x="15" y="99"/>
                      <a:pt x="15" y="99"/>
                      <a:pt x="15" y="99"/>
                    </a:cubicBezTo>
                    <a:cubicBezTo>
                      <a:pt x="161" y="99"/>
                      <a:pt x="161" y="99"/>
                      <a:pt x="161" y="99"/>
                    </a:cubicBezTo>
                    <a:lnTo>
                      <a:pt x="176" y="99"/>
                    </a:lnTo>
                    <a:close/>
                    <a:moveTo>
                      <a:pt x="24" y="79"/>
                    </a:moveTo>
                    <a:cubicBezTo>
                      <a:pt x="24" y="14"/>
                      <a:pt x="24" y="14"/>
                      <a:pt x="24" y="14"/>
                    </a:cubicBezTo>
                    <a:cubicBezTo>
                      <a:pt x="24" y="6"/>
                      <a:pt x="30" y="0"/>
                      <a:pt x="38" y="0"/>
                    </a:cubicBezTo>
                    <a:cubicBezTo>
                      <a:pt x="138" y="0"/>
                      <a:pt x="138" y="0"/>
                      <a:pt x="138" y="0"/>
                    </a:cubicBezTo>
                    <a:cubicBezTo>
                      <a:pt x="146" y="0"/>
                      <a:pt x="152" y="6"/>
                      <a:pt x="152" y="14"/>
                    </a:cubicBezTo>
                    <a:cubicBezTo>
                      <a:pt x="152" y="79"/>
                      <a:pt x="152" y="79"/>
                      <a:pt x="152" y="79"/>
                    </a:cubicBezTo>
                    <a:cubicBezTo>
                      <a:pt x="152" y="87"/>
                      <a:pt x="146" y="93"/>
                      <a:pt x="138" y="93"/>
                    </a:cubicBezTo>
                    <a:cubicBezTo>
                      <a:pt x="38" y="93"/>
                      <a:pt x="38" y="93"/>
                      <a:pt x="38" y="93"/>
                    </a:cubicBezTo>
                    <a:cubicBezTo>
                      <a:pt x="30" y="93"/>
                      <a:pt x="24" y="87"/>
                      <a:pt x="24" y="79"/>
                    </a:cubicBezTo>
                    <a:close/>
                    <a:moveTo>
                      <a:pt x="35" y="79"/>
                    </a:moveTo>
                    <a:cubicBezTo>
                      <a:pt x="35" y="80"/>
                      <a:pt x="37" y="82"/>
                      <a:pt x="38" y="82"/>
                    </a:cubicBezTo>
                    <a:cubicBezTo>
                      <a:pt x="138" y="82"/>
                      <a:pt x="138" y="82"/>
                      <a:pt x="138" y="82"/>
                    </a:cubicBezTo>
                    <a:cubicBezTo>
                      <a:pt x="139" y="82"/>
                      <a:pt x="141" y="80"/>
                      <a:pt x="141" y="79"/>
                    </a:cubicBezTo>
                    <a:cubicBezTo>
                      <a:pt x="141" y="14"/>
                      <a:pt x="141" y="14"/>
                      <a:pt x="141" y="14"/>
                    </a:cubicBezTo>
                    <a:cubicBezTo>
                      <a:pt x="141" y="13"/>
                      <a:pt x="139" y="11"/>
                      <a:pt x="138" y="11"/>
                    </a:cubicBezTo>
                    <a:cubicBezTo>
                      <a:pt x="38" y="11"/>
                      <a:pt x="38" y="11"/>
                      <a:pt x="38" y="11"/>
                    </a:cubicBezTo>
                    <a:cubicBezTo>
                      <a:pt x="37" y="11"/>
                      <a:pt x="35" y="13"/>
                      <a:pt x="35" y="14"/>
                    </a:cubicBezTo>
                    <a:lnTo>
                      <a:pt x="35" y="79"/>
                    </a:lnTo>
                    <a:close/>
                    <a:moveTo>
                      <a:pt x="97" y="107"/>
                    </a:moveTo>
                    <a:cubicBezTo>
                      <a:pt x="97" y="106"/>
                      <a:pt x="96" y="105"/>
                      <a:pt x="95" y="105"/>
                    </a:cubicBezTo>
                    <a:cubicBezTo>
                      <a:pt x="81" y="105"/>
                      <a:pt x="81" y="105"/>
                      <a:pt x="81" y="105"/>
                    </a:cubicBezTo>
                    <a:cubicBezTo>
                      <a:pt x="80" y="105"/>
                      <a:pt x="79" y="106"/>
                      <a:pt x="79" y="107"/>
                    </a:cubicBezTo>
                    <a:cubicBezTo>
                      <a:pt x="79" y="107"/>
                      <a:pt x="80" y="108"/>
                      <a:pt x="81" y="108"/>
                    </a:cubicBezTo>
                    <a:cubicBezTo>
                      <a:pt x="95" y="108"/>
                      <a:pt x="95" y="108"/>
                      <a:pt x="95" y="108"/>
                    </a:cubicBezTo>
                    <a:cubicBezTo>
                      <a:pt x="96" y="108"/>
                      <a:pt x="97" y="107"/>
                      <a:pt x="97" y="107"/>
                    </a:cubicBezTo>
                    <a:close/>
                  </a:path>
                </a:pathLst>
              </a:custGeom>
              <a:solidFill>
                <a:srgbClr val="8CC94C"/>
              </a:solidFill>
              <a:ln>
                <a:noFill/>
              </a:ln>
              <a:effectLst>
                <a:outerShdw blurRad="50800" dist="38100" dir="2700000" algn="tl" rotWithShape="0">
                  <a:prstClr val="black">
                    <a:alpha val="40000"/>
                  </a:prstClr>
                </a:outerShdw>
              </a:effectLst>
            </p:spPr>
            <p:txBody>
              <a:bodyPr vert="horz" wrap="square" lIns="96424" tIns="48212" rIns="96424" bIns="48212" numCol="1" anchor="t" anchorCtr="0" compatLnSpc="1">
                <a:prstTxWarp prst="textNoShape">
                  <a:avLst/>
                </a:prstTxWarp>
              </a:bodyPr>
              <a:lstStyle/>
              <a:p>
                <a:pPr algn="ctr" fontAlgn="base">
                  <a:spcBef>
                    <a:spcPct val="0"/>
                  </a:spcBef>
                  <a:spcAft>
                    <a:spcPct val="0"/>
                  </a:spcAft>
                  <a:defRPr/>
                </a:pPr>
                <a:endParaRPr lang="en-US" sz="3057" kern="0">
                  <a:solidFill>
                    <a:srgbClr val="000000"/>
                  </a:solidFill>
                  <a:latin typeface="微软雅黑"/>
                  <a:ea typeface="微软雅黑"/>
                  <a:sym typeface="Gill Sans" charset="0"/>
                </a:endParaRPr>
              </a:p>
            </p:txBody>
          </p:sp>
        </p:grpSp>
      </p:grpSp>
      <p:grpSp>
        <p:nvGrpSpPr>
          <p:cNvPr id="119" name="组合 118"/>
          <p:cNvGrpSpPr/>
          <p:nvPr/>
        </p:nvGrpSpPr>
        <p:grpSpPr>
          <a:xfrm>
            <a:off x="3622836" y="3089190"/>
            <a:ext cx="1686742" cy="1951499"/>
            <a:chOff x="2576663" y="2309403"/>
            <a:chExt cx="1200040" cy="1388087"/>
          </a:xfrm>
        </p:grpSpPr>
        <p:sp>
          <p:nvSpPr>
            <p:cNvPr id="120" name="Freeform 6"/>
            <p:cNvSpPr>
              <a:spLocks/>
            </p:cNvSpPr>
            <p:nvPr/>
          </p:nvSpPr>
          <p:spPr bwMode="auto">
            <a:xfrm>
              <a:off x="2647495" y="2350471"/>
              <a:ext cx="528675" cy="237166"/>
            </a:xfrm>
            <a:custGeom>
              <a:avLst/>
              <a:gdLst>
                <a:gd name="T0" fmla="*/ 0 w 515"/>
                <a:gd name="T1" fmla="*/ 231 h 231"/>
                <a:gd name="T2" fmla="*/ 398 w 515"/>
                <a:gd name="T3" fmla="*/ 0 h 231"/>
                <a:gd name="T4" fmla="*/ 515 w 515"/>
                <a:gd name="T5" fmla="*/ 0 h 231"/>
                <a:gd name="T6" fmla="*/ 515 w 515"/>
                <a:gd name="T7" fmla="*/ 231 h 231"/>
                <a:gd name="T8" fmla="*/ 0 w 515"/>
                <a:gd name="T9" fmla="*/ 231 h 231"/>
              </a:gdLst>
              <a:ahLst/>
              <a:cxnLst>
                <a:cxn ang="0">
                  <a:pos x="T0" y="T1"/>
                </a:cxn>
                <a:cxn ang="0">
                  <a:pos x="T2" y="T3"/>
                </a:cxn>
                <a:cxn ang="0">
                  <a:pos x="T4" y="T5"/>
                </a:cxn>
                <a:cxn ang="0">
                  <a:pos x="T6" y="T7"/>
                </a:cxn>
                <a:cxn ang="0">
                  <a:pos x="T8" y="T9"/>
                </a:cxn>
              </a:cxnLst>
              <a:rect l="0" t="0" r="r" b="b"/>
              <a:pathLst>
                <a:path w="515" h="231">
                  <a:moveTo>
                    <a:pt x="0" y="231"/>
                  </a:moveTo>
                  <a:lnTo>
                    <a:pt x="398" y="0"/>
                  </a:lnTo>
                  <a:lnTo>
                    <a:pt x="515" y="0"/>
                  </a:lnTo>
                  <a:lnTo>
                    <a:pt x="515" y="231"/>
                  </a:lnTo>
                  <a:lnTo>
                    <a:pt x="0" y="231"/>
                  </a:lnTo>
                  <a:close/>
                </a:path>
              </a:pathLst>
            </a:custGeom>
            <a:solidFill>
              <a:srgbClr val="3C5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nvGrpSpPr>
            <p:cNvPr id="121" name="组合 120"/>
            <p:cNvGrpSpPr/>
            <p:nvPr/>
          </p:nvGrpSpPr>
          <p:grpSpPr>
            <a:xfrm>
              <a:off x="2576663" y="2309403"/>
              <a:ext cx="1200040" cy="1388087"/>
              <a:chOff x="2576663" y="2309403"/>
              <a:chExt cx="1200040" cy="1388087"/>
            </a:xfrm>
          </p:grpSpPr>
          <p:sp>
            <p:nvSpPr>
              <p:cNvPr id="122" name="Freeform 7"/>
              <p:cNvSpPr>
                <a:spLocks/>
              </p:cNvSpPr>
              <p:nvPr/>
            </p:nvSpPr>
            <p:spPr bwMode="auto">
              <a:xfrm>
                <a:off x="2576663" y="2309403"/>
                <a:ext cx="1200040" cy="1388087"/>
              </a:xfrm>
              <a:custGeom>
                <a:avLst/>
                <a:gdLst>
                  <a:gd name="T0" fmla="*/ 0 w 1169"/>
                  <a:gd name="T1" fmla="*/ 1014 h 1352"/>
                  <a:gd name="T2" fmla="*/ 0 w 1169"/>
                  <a:gd name="T3" fmla="*/ 338 h 1352"/>
                  <a:gd name="T4" fmla="*/ 584 w 1169"/>
                  <a:gd name="T5" fmla="*/ 0 h 1352"/>
                  <a:gd name="T6" fmla="*/ 1169 w 1169"/>
                  <a:gd name="T7" fmla="*/ 338 h 1352"/>
                  <a:gd name="T8" fmla="*/ 1169 w 1169"/>
                  <a:gd name="T9" fmla="*/ 1014 h 1352"/>
                  <a:gd name="T10" fmla="*/ 584 w 1169"/>
                  <a:gd name="T11" fmla="*/ 1352 h 1352"/>
                  <a:gd name="T12" fmla="*/ 0 w 1169"/>
                  <a:gd name="T13" fmla="*/ 1014 h 1352"/>
                </a:gdLst>
                <a:ahLst/>
                <a:cxnLst>
                  <a:cxn ang="0">
                    <a:pos x="T0" y="T1"/>
                  </a:cxn>
                  <a:cxn ang="0">
                    <a:pos x="T2" y="T3"/>
                  </a:cxn>
                  <a:cxn ang="0">
                    <a:pos x="T4" y="T5"/>
                  </a:cxn>
                  <a:cxn ang="0">
                    <a:pos x="T6" y="T7"/>
                  </a:cxn>
                  <a:cxn ang="0">
                    <a:pos x="T8" y="T9"/>
                  </a:cxn>
                  <a:cxn ang="0">
                    <a:pos x="T10" y="T11"/>
                  </a:cxn>
                  <a:cxn ang="0">
                    <a:pos x="T12" y="T13"/>
                  </a:cxn>
                </a:cxnLst>
                <a:rect l="0" t="0" r="r" b="b"/>
                <a:pathLst>
                  <a:path w="1169" h="1352">
                    <a:moveTo>
                      <a:pt x="0" y="1014"/>
                    </a:moveTo>
                    <a:lnTo>
                      <a:pt x="0" y="338"/>
                    </a:lnTo>
                    <a:lnTo>
                      <a:pt x="584" y="0"/>
                    </a:lnTo>
                    <a:lnTo>
                      <a:pt x="1169" y="338"/>
                    </a:lnTo>
                    <a:lnTo>
                      <a:pt x="1169" y="1014"/>
                    </a:lnTo>
                    <a:lnTo>
                      <a:pt x="584" y="1352"/>
                    </a:lnTo>
                    <a:lnTo>
                      <a:pt x="0" y="1014"/>
                    </a:lnTo>
                    <a:close/>
                  </a:path>
                </a:pathLst>
              </a:custGeom>
              <a:solidFill>
                <a:schemeClr val="bg1"/>
              </a:solidFill>
              <a:ln>
                <a:noFill/>
              </a:ln>
              <a:effectLst>
                <a:outerShdw blurRad="228600" sx="102000" sy="102000" algn="ctr" rotWithShape="0">
                  <a:prstClr val="black">
                    <a:alpha val="28000"/>
                  </a:prstClr>
                </a:outerShdw>
              </a:effectLst>
            </p:spPr>
            <p:txBody>
              <a:bodyPr vert="horz" wrap="square" lIns="72328" tIns="36164" rIns="72328" bIns="36164" numCol="1" anchor="t" anchorCtr="0" compatLnSpc="1">
                <a:prstTxWarp prst="textNoShape">
                  <a:avLst/>
                </a:prstTxWarp>
              </a:bodyPr>
              <a:lstStyle/>
              <a:p>
                <a:endParaRPr lang="zh-CN" altLang="en-US"/>
              </a:p>
            </p:txBody>
          </p:sp>
          <p:sp>
            <p:nvSpPr>
              <p:cNvPr id="123" name="Freeform 22"/>
              <p:cNvSpPr>
                <a:spLocks/>
              </p:cNvSpPr>
              <p:nvPr/>
            </p:nvSpPr>
            <p:spPr bwMode="auto">
              <a:xfrm>
                <a:off x="2647495" y="2350471"/>
                <a:ext cx="408568" cy="441478"/>
              </a:xfrm>
              <a:custGeom>
                <a:avLst/>
                <a:gdLst>
                  <a:gd name="T0" fmla="*/ 0 w 398"/>
                  <a:gd name="T1" fmla="*/ 430 h 430"/>
                  <a:gd name="T2" fmla="*/ 398 w 398"/>
                  <a:gd name="T3" fmla="*/ 430 h 430"/>
                  <a:gd name="T4" fmla="*/ 398 w 398"/>
                  <a:gd name="T5" fmla="*/ 0 h 430"/>
                  <a:gd name="T6" fmla="*/ 0 w 398"/>
                  <a:gd name="T7" fmla="*/ 231 h 430"/>
                  <a:gd name="T8" fmla="*/ 0 w 398"/>
                  <a:gd name="T9" fmla="*/ 430 h 430"/>
                </a:gdLst>
                <a:ahLst/>
                <a:cxnLst>
                  <a:cxn ang="0">
                    <a:pos x="T0" y="T1"/>
                  </a:cxn>
                  <a:cxn ang="0">
                    <a:pos x="T2" y="T3"/>
                  </a:cxn>
                  <a:cxn ang="0">
                    <a:pos x="T4" y="T5"/>
                  </a:cxn>
                  <a:cxn ang="0">
                    <a:pos x="T6" y="T7"/>
                  </a:cxn>
                  <a:cxn ang="0">
                    <a:pos x="T8" y="T9"/>
                  </a:cxn>
                </a:cxnLst>
                <a:rect l="0" t="0" r="r" b="b"/>
                <a:pathLst>
                  <a:path w="398" h="430">
                    <a:moveTo>
                      <a:pt x="0" y="430"/>
                    </a:moveTo>
                    <a:lnTo>
                      <a:pt x="398" y="430"/>
                    </a:lnTo>
                    <a:lnTo>
                      <a:pt x="398" y="0"/>
                    </a:lnTo>
                    <a:lnTo>
                      <a:pt x="0" y="231"/>
                    </a:lnTo>
                    <a:lnTo>
                      <a:pt x="0" y="430"/>
                    </a:lnTo>
                    <a:close/>
                  </a:path>
                </a:pathLst>
              </a:custGeom>
              <a:solidFill>
                <a:srgbClr val="8CC94C"/>
              </a:solidFill>
              <a:ln w="28575">
                <a:noFill/>
              </a:ln>
              <a:effectLst>
                <a:outerShdw blurRad="279400" dist="76200" dir="2700000" sx="101000" sy="101000" algn="tl"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328" tIns="36164" rIns="72328" bIns="36164" rtlCol="0" anchor="ctr"/>
              <a:lstStyle/>
              <a:p>
                <a:pPr algn="ctr"/>
                <a:endParaRPr lang="zh-CN" altLang="en-US">
                  <a:latin typeface="+mj-ea"/>
                  <a:ea typeface="+mj-ea"/>
                </a:endParaRPr>
              </a:p>
            </p:txBody>
          </p:sp>
          <p:sp>
            <p:nvSpPr>
              <p:cNvPr id="124" name="Freeform 34"/>
              <p:cNvSpPr>
                <a:spLocks noEditPoints="1"/>
              </p:cNvSpPr>
              <p:nvPr/>
            </p:nvSpPr>
            <p:spPr bwMode="auto">
              <a:xfrm>
                <a:off x="2807637" y="2562997"/>
                <a:ext cx="93416" cy="200205"/>
              </a:xfrm>
              <a:custGeom>
                <a:avLst/>
                <a:gdLst>
                  <a:gd name="T0" fmla="*/ 50 w 50"/>
                  <a:gd name="T1" fmla="*/ 82 h 107"/>
                  <a:gd name="T2" fmla="*/ 43 w 50"/>
                  <a:gd name="T3" fmla="*/ 99 h 107"/>
                  <a:gd name="T4" fmla="*/ 25 w 50"/>
                  <a:gd name="T5" fmla="*/ 107 h 107"/>
                  <a:gd name="T6" fmla="*/ 7 w 50"/>
                  <a:gd name="T7" fmla="*/ 99 h 107"/>
                  <a:gd name="T8" fmla="*/ 0 w 50"/>
                  <a:gd name="T9" fmla="*/ 82 h 107"/>
                  <a:gd name="T10" fmla="*/ 0 w 50"/>
                  <a:gd name="T11" fmla="*/ 25 h 107"/>
                  <a:gd name="T12" fmla="*/ 7 w 50"/>
                  <a:gd name="T13" fmla="*/ 7 h 107"/>
                  <a:gd name="T14" fmla="*/ 25 w 50"/>
                  <a:gd name="T15" fmla="*/ 0 h 107"/>
                  <a:gd name="T16" fmla="*/ 43 w 50"/>
                  <a:gd name="T17" fmla="*/ 7 h 107"/>
                  <a:gd name="T18" fmla="*/ 50 w 50"/>
                  <a:gd name="T19" fmla="*/ 25 h 107"/>
                  <a:gd name="T20" fmla="*/ 50 w 50"/>
                  <a:gd name="T21" fmla="*/ 82 h 107"/>
                  <a:gd name="T22" fmla="*/ 34 w 50"/>
                  <a:gd name="T23" fmla="*/ 24 h 107"/>
                  <a:gd name="T24" fmla="*/ 31 w 50"/>
                  <a:gd name="T25" fmla="*/ 18 h 107"/>
                  <a:gd name="T26" fmla="*/ 25 w 50"/>
                  <a:gd name="T27" fmla="*/ 15 h 107"/>
                  <a:gd name="T28" fmla="*/ 18 w 50"/>
                  <a:gd name="T29" fmla="*/ 18 h 107"/>
                  <a:gd name="T30" fmla="*/ 16 w 50"/>
                  <a:gd name="T31" fmla="*/ 24 h 107"/>
                  <a:gd name="T32" fmla="*/ 16 w 50"/>
                  <a:gd name="T33" fmla="*/ 81 h 107"/>
                  <a:gd name="T34" fmla="*/ 18 w 50"/>
                  <a:gd name="T35" fmla="*/ 88 h 107"/>
                  <a:gd name="T36" fmla="*/ 25 w 50"/>
                  <a:gd name="T37" fmla="*/ 91 h 107"/>
                  <a:gd name="T38" fmla="*/ 31 w 50"/>
                  <a:gd name="T39" fmla="*/ 88 h 107"/>
                  <a:gd name="T40" fmla="*/ 34 w 50"/>
                  <a:gd name="T41" fmla="*/ 81 h 107"/>
                  <a:gd name="T42" fmla="*/ 34 w 50"/>
                  <a:gd name="T4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07">
                    <a:moveTo>
                      <a:pt x="50" y="82"/>
                    </a:moveTo>
                    <a:cubicBezTo>
                      <a:pt x="50" y="89"/>
                      <a:pt x="47" y="95"/>
                      <a:pt x="43" y="99"/>
                    </a:cubicBezTo>
                    <a:cubicBezTo>
                      <a:pt x="38" y="104"/>
                      <a:pt x="32" y="107"/>
                      <a:pt x="25" y="107"/>
                    </a:cubicBezTo>
                    <a:cubicBezTo>
                      <a:pt x="18" y="107"/>
                      <a:pt x="12" y="104"/>
                      <a:pt x="7" y="99"/>
                    </a:cubicBezTo>
                    <a:cubicBezTo>
                      <a:pt x="2" y="95"/>
                      <a:pt x="0" y="89"/>
                      <a:pt x="0" y="82"/>
                    </a:cubicBezTo>
                    <a:cubicBezTo>
                      <a:pt x="0" y="25"/>
                      <a:pt x="0" y="25"/>
                      <a:pt x="0" y="25"/>
                    </a:cubicBezTo>
                    <a:cubicBezTo>
                      <a:pt x="0" y="18"/>
                      <a:pt x="2" y="12"/>
                      <a:pt x="7" y="7"/>
                    </a:cubicBezTo>
                    <a:cubicBezTo>
                      <a:pt x="12" y="2"/>
                      <a:pt x="18" y="0"/>
                      <a:pt x="25" y="0"/>
                    </a:cubicBezTo>
                    <a:cubicBezTo>
                      <a:pt x="32" y="0"/>
                      <a:pt x="38" y="2"/>
                      <a:pt x="43" y="7"/>
                    </a:cubicBezTo>
                    <a:cubicBezTo>
                      <a:pt x="48" y="12"/>
                      <a:pt x="50" y="18"/>
                      <a:pt x="50" y="25"/>
                    </a:cubicBezTo>
                    <a:lnTo>
                      <a:pt x="50" y="82"/>
                    </a:lnTo>
                    <a:close/>
                    <a:moveTo>
                      <a:pt x="34" y="24"/>
                    </a:moveTo>
                    <a:cubicBezTo>
                      <a:pt x="34" y="22"/>
                      <a:pt x="33" y="20"/>
                      <a:pt x="31" y="18"/>
                    </a:cubicBezTo>
                    <a:cubicBezTo>
                      <a:pt x="29" y="16"/>
                      <a:pt x="27" y="15"/>
                      <a:pt x="25" y="15"/>
                    </a:cubicBezTo>
                    <a:cubicBezTo>
                      <a:pt x="22" y="15"/>
                      <a:pt x="20" y="16"/>
                      <a:pt x="18" y="18"/>
                    </a:cubicBezTo>
                    <a:cubicBezTo>
                      <a:pt x="16" y="20"/>
                      <a:pt x="16" y="22"/>
                      <a:pt x="16" y="24"/>
                    </a:cubicBezTo>
                    <a:cubicBezTo>
                      <a:pt x="16" y="81"/>
                      <a:pt x="16" y="81"/>
                      <a:pt x="16" y="81"/>
                    </a:cubicBezTo>
                    <a:cubicBezTo>
                      <a:pt x="16" y="84"/>
                      <a:pt x="16" y="86"/>
                      <a:pt x="18" y="88"/>
                    </a:cubicBezTo>
                    <a:cubicBezTo>
                      <a:pt x="20" y="90"/>
                      <a:pt x="22" y="91"/>
                      <a:pt x="25" y="91"/>
                    </a:cubicBezTo>
                    <a:cubicBezTo>
                      <a:pt x="27" y="91"/>
                      <a:pt x="29" y="90"/>
                      <a:pt x="31" y="88"/>
                    </a:cubicBezTo>
                    <a:cubicBezTo>
                      <a:pt x="33" y="86"/>
                      <a:pt x="34" y="84"/>
                      <a:pt x="34" y="81"/>
                    </a:cubicBezTo>
                    <a:lnTo>
                      <a:pt x="34"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latin typeface="+mj-ea"/>
                  <a:ea typeface="+mj-ea"/>
                </a:endParaRPr>
              </a:p>
            </p:txBody>
          </p:sp>
          <p:sp>
            <p:nvSpPr>
              <p:cNvPr id="125" name="Freeform 35"/>
              <p:cNvSpPr>
                <a:spLocks noEditPoints="1"/>
              </p:cNvSpPr>
              <p:nvPr/>
            </p:nvSpPr>
            <p:spPr bwMode="auto">
              <a:xfrm>
                <a:off x="2926717" y="2562997"/>
                <a:ext cx="88284" cy="200205"/>
              </a:xfrm>
              <a:custGeom>
                <a:avLst/>
                <a:gdLst>
                  <a:gd name="T0" fmla="*/ 31 w 47"/>
                  <a:gd name="T1" fmla="*/ 27 h 107"/>
                  <a:gd name="T2" fmla="*/ 31 w 47"/>
                  <a:gd name="T3" fmla="*/ 24 h 107"/>
                  <a:gd name="T4" fmla="*/ 29 w 47"/>
                  <a:gd name="T5" fmla="*/ 18 h 107"/>
                  <a:gd name="T6" fmla="*/ 23 w 47"/>
                  <a:gd name="T7" fmla="*/ 15 h 107"/>
                  <a:gd name="T8" fmla="*/ 17 w 47"/>
                  <a:gd name="T9" fmla="*/ 18 h 107"/>
                  <a:gd name="T10" fmla="*/ 15 w 47"/>
                  <a:gd name="T11" fmla="*/ 24 h 107"/>
                  <a:gd name="T12" fmla="*/ 15 w 47"/>
                  <a:gd name="T13" fmla="*/ 45 h 107"/>
                  <a:gd name="T14" fmla="*/ 27 w 47"/>
                  <a:gd name="T15" fmla="*/ 40 h 107"/>
                  <a:gd name="T16" fmla="*/ 43 w 47"/>
                  <a:gd name="T17" fmla="*/ 48 h 107"/>
                  <a:gd name="T18" fmla="*/ 47 w 47"/>
                  <a:gd name="T19" fmla="*/ 65 h 107"/>
                  <a:gd name="T20" fmla="*/ 47 w 47"/>
                  <a:gd name="T21" fmla="*/ 83 h 107"/>
                  <a:gd name="T22" fmla="*/ 47 w 47"/>
                  <a:gd name="T23" fmla="*/ 83 h 107"/>
                  <a:gd name="T24" fmla="*/ 40 w 47"/>
                  <a:gd name="T25" fmla="*/ 100 h 107"/>
                  <a:gd name="T26" fmla="*/ 23 w 47"/>
                  <a:gd name="T27" fmla="*/ 107 h 107"/>
                  <a:gd name="T28" fmla="*/ 6 w 47"/>
                  <a:gd name="T29" fmla="*/ 99 h 107"/>
                  <a:gd name="T30" fmla="*/ 0 w 47"/>
                  <a:gd name="T31" fmla="*/ 82 h 107"/>
                  <a:gd name="T32" fmla="*/ 0 w 47"/>
                  <a:gd name="T33" fmla="*/ 25 h 107"/>
                  <a:gd name="T34" fmla="*/ 3 w 47"/>
                  <a:gd name="T35" fmla="*/ 11 h 107"/>
                  <a:gd name="T36" fmla="*/ 14 w 47"/>
                  <a:gd name="T37" fmla="*/ 2 h 107"/>
                  <a:gd name="T38" fmla="*/ 23 w 47"/>
                  <a:gd name="T39" fmla="*/ 0 h 107"/>
                  <a:gd name="T40" fmla="*/ 41 w 47"/>
                  <a:gd name="T41" fmla="*/ 7 h 107"/>
                  <a:gd name="T42" fmla="*/ 47 w 47"/>
                  <a:gd name="T43" fmla="*/ 25 h 107"/>
                  <a:gd name="T44" fmla="*/ 47 w 47"/>
                  <a:gd name="T45" fmla="*/ 27 h 107"/>
                  <a:gd name="T46" fmla="*/ 31 w 47"/>
                  <a:gd name="T47" fmla="*/ 27 h 107"/>
                  <a:gd name="T48" fmla="*/ 15 w 47"/>
                  <a:gd name="T49" fmla="*/ 81 h 107"/>
                  <a:gd name="T50" fmla="*/ 17 w 47"/>
                  <a:gd name="T51" fmla="*/ 88 h 107"/>
                  <a:gd name="T52" fmla="*/ 23 w 47"/>
                  <a:gd name="T53" fmla="*/ 91 h 107"/>
                  <a:gd name="T54" fmla="*/ 29 w 47"/>
                  <a:gd name="T55" fmla="*/ 88 h 107"/>
                  <a:gd name="T56" fmla="*/ 31 w 47"/>
                  <a:gd name="T57" fmla="*/ 81 h 107"/>
                  <a:gd name="T58" fmla="*/ 31 w 47"/>
                  <a:gd name="T59" fmla="*/ 62 h 107"/>
                  <a:gd name="T60" fmla="*/ 27 w 47"/>
                  <a:gd name="T61" fmla="*/ 55 h 107"/>
                  <a:gd name="T62" fmla="*/ 23 w 47"/>
                  <a:gd name="T63" fmla="*/ 53 h 107"/>
                  <a:gd name="T64" fmla="*/ 17 w 47"/>
                  <a:gd name="T65" fmla="*/ 56 h 107"/>
                  <a:gd name="T66" fmla="*/ 15 w 47"/>
                  <a:gd name="T67" fmla="*/ 62 h 107"/>
                  <a:gd name="T68" fmla="*/ 15 w 47"/>
                  <a:gd name="T69" fmla="*/ 8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 h="107">
                    <a:moveTo>
                      <a:pt x="31" y="27"/>
                    </a:moveTo>
                    <a:cubicBezTo>
                      <a:pt x="31" y="24"/>
                      <a:pt x="31" y="24"/>
                      <a:pt x="31" y="24"/>
                    </a:cubicBezTo>
                    <a:cubicBezTo>
                      <a:pt x="31" y="22"/>
                      <a:pt x="30" y="20"/>
                      <a:pt x="29" y="18"/>
                    </a:cubicBezTo>
                    <a:cubicBezTo>
                      <a:pt x="27" y="16"/>
                      <a:pt x="25" y="15"/>
                      <a:pt x="23" y="15"/>
                    </a:cubicBezTo>
                    <a:cubicBezTo>
                      <a:pt x="20" y="15"/>
                      <a:pt x="18" y="16"/>
                      <a:pt x="17" y="18"/>
                    </a:cubicBezTo>
                    <a:cubicBezTo>
                      <a:pt x="16" y="20"/>
                      <a:pt x="15" y="22"/>
                      <a:pt x="15" y="24"/>
                    </a:cubicBezTo>
                    <a:cubicBezTo>
                      <a:pt x="15" y="45"/>
                      <a:pt x="15" y="45"/>
                      <a:pt x="15" y="45"/>
                    </a:cubicBezTo>
                    <a:cubicBezTo>
                      <a:pt x="19" y="42"/>
                      <a:pt x="23" y="40"/>
                      <a:pt x="27" y="40"/>
                    </a:cubicBezTo>
                    <a:cubicBezTo>
                      <a:pt x="34" y="40"/>
                      <a:pt x="39" y="43"/>
                      <a:pt x="43" y="48"/>
                    </a:cubicBezTo>
                    <a:cubicBezTo>
                      <a:pt x="46" y="52"/>
                      <a:pt x="47" y="58"/>
                      <a:pt x="47" y="65"/>
                    </a:cubicBezTo>
                    <a:cubicBezTo>
                      <a:pt x="47" y="83"/>
                      <a:pt x="47" y="83"/>
                      <a:pt x="47" y="83"/>
                    </a:cubicBezTo>
                    <a:cubicBezTo>
                      <a:pt x="47" y="83"/>
                      <a:pt x="47" y="83"/>
                      <a:pt x="47" y="83"/>
                    </a:cubicBezTo>
                    <a:cubicBezTo>
                      <a:pt x="47" y="90"/>
                      <a:pt x="44" y="95"/>
                      <a:pt x="40" y="100"/>
                    </a:cubicBezTo>
                    <a:cubicBezTo>
                      <a:pt x="35" y="104"/>
                      <a:pt x="30" y="107"/>
                      <a:pt x="23" y="107"/>
                    </a:cubicBezTo>
                    <a:cubicBezTo>
                      <a:pt x="16" y="107"/>
                      <a:pt x="11" y="104"/>
                      <a:pt x="6" y="99"/>
                    </a:cubicBezTo>
                    <a:cubicBezTo>
                      <a:pt x="2" y="94"/>
                      <a:pt x="0" y="89"/>
                      <a:pt x="0" y="82"/>
                    </a:cubicBezTo>
                    <a:cubicBezTo>
                      <a:pt x="0" y="25"/>
                      <a:pt x="0" y="25"/>
                      <a:pt x="0" y="25"/>
                    </a:cubicBezTo>
                    <a:cubicBezTo>
                      <a:pt x="0" y="20"/>
                      <a:pt x="1" y="15"/>
                      <a:pt x="3" y="11"/>
                    </a:cubicBezTo>
                    <a:cubicBezTo>
                      <a:pt x="6" y="7"/>
                      <a:pt x="9" y="4"/>
                      <a:pt x="14" y="2"/>
                    </a:cubicBezTo>
                    <a:cubicBezTo>
                      <a:pt x="17" y="0"/>
                      <a:pt x="20" y="0"/>
                      <a:pt x="23" y="0"/>
                    </a:cubicBezTo>
                    <a:cubicBezTo>
                      <a:pt x="30" y="0"/>
                      <a:pt x="36" y="2"/>
                      <a:pt x="41" y="7"/>
                    </a:cubicBezTo>
                    <a:cubicBezTo>
                      <a:pt x="45" y="12"/>
                      <a:pt x="47" y="18"/>
                      <a:pt x="47" y="25"/>
                    </a:cubicBezTo>
                    <a:cubicBezTo>
                      <a:pt x="47" y="27"/>
                      <a:pt x="47" y="27"/>
                      <a:pt x="47" y="27"/>
                    </a:cubicBezTo>
                    <a:lnTo>
                      <a:pt x="31" y="27"/>
                    </a:lnTo>
                    <a:close/>
                    <a:moveTo>
                      <a:pt x="15" y="81"/>
                    </a:moveTo>
                    <a:cubicBezTo>
                      <a:pt x="15" y="84"/>
                      <a:pt x="16" y="86"/>
                      <a:pt x="17" y="88"/>
                    </a:cubicBezTo>
                    <a:cubicBezTo>
                      <a:pt x="18" y="90"/>
                      <a:pt x="20" y="91"/>
                      <a:pt x="23" y="91"/>
                    </a:cubicBezTo>
                    <a:cubicBezTo>
                      <a:pt x="25" y="91"/>
                      <a:pt x="27" y="90"/>
                      <a:pt x="29" y="88"/>
                    </a:cubicBezTo>
                    <a:cubicBezTo>
                      <a:pt x="30" y="86"/>
                      <a:pt x="31" y="84"/>
                      <a:pt x="31" y="81"/>
                    </a:cubicBezTo>
                    <a:cubicBezTo>
                      <a:pt x="31" y="62"/>
                      <a:pt x="31" y="62"/>
                      <a:pt x="31" y="62"/>
                    </a:cubicBezTo>
                    <a:cubicBezTo>
                      <a:pt x="31" y="59"/>
                      <a:pt x="30" y="57"/>
                      <a:pt x="27" y="55"/>
                    </a:cubicBezTo>
                    <a:cubicBezTo>
                      <a:pt x="26" y="54"/>
                      <a:pt x="25" y="53"/>
                      <a:pt x="23" y="53"/>
                    </a:cubicBezTo>
                    <a:cubicBezTo>
                      <a:pt x="20" y="53"/>
                      <a:pt x="18" y="54"/>
                      <a:pt x="17" y="56"/>
                    </a:cubicBezTo>
                    <a:cubicBezTo>
                      <a:pt x="16" y="58"/>
                      <a:pt x="15" y="60"/>
                      <a:pt x="15" y="62"/>
                    </a:cubicBezTo>
                    <a:lnTo>
                      <a:pt x="15"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latin typeface="+mj-ea"/>
                  <a:ea typeface="+mj-ea"/>
                </a:endParaRPr>
              </a:p>
            </p:txBody>
          </p:sp>
          <p:grpSp>
            <p:nvGrpSpPr>
              <p:cNvPr id="126" name="组合 125"/>
              <p:cNvGrpSpPr/>
              <p:nvPr/>
            </p:nvGrpSpPr>
            <p:grpSpPr>
              <a:xfrm>
                <a:off x="2896243" y="2886070"/>
                <a:ext cx="533551" cy="454047"/>
                <a:chOff x="5933005" y="2830391"/>
                <a:chExt cx="500408" cy="425843"/>
              </a:xfrm>
              <a:solidFill>
                <a:srgbClr val="C00000"/>
              </a:solidFill>
            </p:grpSpPr>
            <p:sp>
              <p:nvSpPr>
                <p:cNvPr id="127" name="Freeform 16"/>
                <p:cNvSpPr>
                  <a:spLocks noEditPoints="1"/>
                </p:cNvSpPr>
                <p:nvPr/>
              </p:nvSpPr>
              <p:spPr bwMode="auto">
                <a:xfrm>
                  <a:off x="5933005" y="2830391"/>
                  <a:ext cx="467486" cy="425843"/>
                </a:xfrm>
                <a:custGeom>
                  <a:avLst/>
                  <a:gdLst>
                    <a:gd name="T0" fmla="*/ 499 w 721"/>
                    <a:gd name="T1" fmla="*/ 196 h 657"/>
                    <a:gd name="T2" fmla="*/ 637 w 721"/>
                    <a:gd name="T3" fmla="*/ 322 h 657"/>
                    <a:gd name="T4" fmla="*/ 646 w 721"/>
                    <a:gd name="T5" fmla="*/ 329 h 657"/>
                    <a:gd name="T6" fmla="*/ 672 w 721"/>
                    <a:gd name="T7" fmla="*/ 353 h 657"/>
                    <a:gd name="T8" fmla="*/ 686 w 721"/>
                    <a:gd name="T9" fmla="*/ 367 h 657"/>
                    <a:gd name="T10" fmla="*/ 669 w 721"/>
                    <a:gd name="T11" fmla="*/ 472 h 657"/>
                    <a:gd name="T12" fmla="*/ 611 w 721"/>
                    <a:gd name="T13" fmla="*/ 550 h 657"/>
                    <a:gd name="T14" fmla="*/ 539 w 721"/>
                    <a:gd name="T15" fmla="*/ 598 h 657"/>
                    <a:gd name="T16" fmla="*/ 439 w 721"/>
                    <a:gd name="T17" fmla="*/ 633 h 657"/>
                    <a:gd name="T18" fmla="*/ 433 w 721"/>
                    <a:gd name="T19" fmla="*/ 629 h 657"/>
                    <a:gd name="T20" fmla="*/ 449 w 721"/>
                    <a:gd name="T21" fmla="*/ 594 h 657"/>
                    <a:gd name="T22" fmla="*/ 481 w 721"/>
                    <a:gd name="T23" fmla="*/ 606 h 657"/>
                    <a:gd name="T24" fmla="*/ 501 w 721"/>
                    <a:gd name="T25" fmla="*/ 591 h 657"/>
                    <a:gd name="T26" fmla="*/ 501 w 721"/>
                    <a:gd name="T27" fmla="*/ 577 h 657"/>
                    <a:gd name="T28" fmla="*/ 452 w 721"/>
                    <a:gd name="T29" fmla="*/ 538 h 657"/>
                    <a:gd name="T30" fmla="*/ 449 w 721"/>
                    <a:gd name="T31" fmla="*/ 511 h 657"/>
                    <a:gd name="T32" fmla="*/ 475 w 721"/>
                    <a:gd name="T33" fmla="*/ 508 h 657"/>
                    <a:gd name="T34" fmla="*/ 530 w 721"/>
                    <a:gd name="T35" fmla="*/ 551 h 657"/>
                    <a:gd name="T36" fmla="*/ 567 w 721"/>
                    <a:gd name="T37" fmla="*/ 557 h 657"/>
                    <a:gd name="T38" fmla="*/ 572 w 721"/>
                    <a:gd name="T39" fmla="*/ 549 h 657"/>
                    <a:gd name="T40" fmla="*/ 570 w 721"/>
                    <a:gd name="T41" fmla="*/ 532 h 657"/>
                    <a:gd name="T42" fmla="*/ 506 w 721"/>
                    <a:gd name="T43" fmla="*/ 481 h 657"/>
                    <a:gd name="T44" fmla="*/ 503 w 721"/>
                    <a:gd name="T45" fmla="*/ 455 h 657"/>
                    <a:gd name="T46" fmla="*/ 529 w 721"/>
                    <a:gd name="T47" fmla="*/ 451 h 657"/>
                    <a:gd name="T48" fmla="*/ 596 w 721"/>
                    <a:gd name="T49" fmla="*/ 504 h 657"/>
                    <a:gd name="T50" fmla="*/ 598 w 721"/>
                    <a:gd name="T51" fmla="*/ 505 h 657"/>
                    <a:gd name="T52" fmla="*/ 620 w 721"/>
                    <a:gd name="T53" fmla="*/ 467 h 657"/>
                    <a:gd name="T54" fmla="*/ 549 w 721"/>
                    <a:gd name="T55" fmla="*/ 414 h 657"/>
                    <a:gd name="T56" fmla="*/ 546 w 721"/>
                    <a:gd name="T57" fmla="*/ 388 h 657"/>
                    <a:gd name="T58" fmla="*/ 572 w 721"/>
                    <a:gd name="T59" fmla="*/ 384 h 657"/>
                    <a:gd name="T60" fmla="*/ 642 w 721"/>
                    <a:gd name="T61" fmla="*/ 437 h 657"/>
                    <a:gd name="T62" fmla="*/ 663 w 721"/>
                    <a:gd name="T63" fmla="*/ 429 h 657"/>
                    <a:gd name="T64" fmla="*/ 659 w 721"/>
                    <a:gd name="T65" fmla="*/ 394 h 657"/>
                    <a:gd name="T66" fmla="*/ 645 w 721"/>
                    <a:gd name="T67" fmla="*/ 379 h 657"/>
                    <a:gd name="T68" fmla="*/ 457 w 721"/>
                    <a:gd name="T69" fmla="*/ 209 h 657"/>
                    <a:gd name="T70" fmla="*/ 462 w 721"/>
                    <a:gd name="T71" fmla="*/ 198 h 657"/>
                    <a:gd name="T72" fmla="*/ 496 w 721"/>
                    <a:gd name="T73" fmla="*/ 196 h 657"/>
                    <a:gd name="T74" fmla="*/ 499 w 721"/>
                    <a:gd name="T75" fmla="*/ 196 h 657"/>
                    <a:gd name="T76" fmla="*/ 86 w 721"/>
                    <a:gd name="T77" fmla="*/ 355 h 657"/>
                    <a:gd name="T78" fmla="*/ 59 w 721"/>
                    <a:gd name="T79" fmla="*/ 262 h 657"/>
                    <a:gd name="T80" fmla="*/ 35 w 721"/>
                    <a:gd name="T81" fmla="*/ 239 h 657"/>
                    <a:gd name="T82" fmla="*/ 0 w 721"/>
                    <a:gd name="T83" fmla="*/ 176 h 657"/>
                    <a:gd name="T84" fmla="*/ 16 w 721"/>
                    <a:gd name="T85" fmla="*/ 135 h 657"/>
                    <a:gd name="T86" fmla="*/ 116 w 721"/>
                    <a:gd name="T87" fmla="*/ 27 h 657"/>
                    <a:gd name="T88" fmla="*/ 199 w 721"/>
                    <a:gd name="T89" fmla="*/ 20 h 657"/>
                    <a:gd name="T90" fmla="*/ 242 w 721"/>
                    <a:gd name="T91" fmla="*/ 46 h 657"/>
                    <a:gd name="T92" fmla="*/ 254 w 721"/>
                    <a:gd name="T93" fmla="*/ 50 h 657"/>
                    <a:gd name="T94" fmla="*/ 350 w 721"/>
                    <a:gd name="T95" fmla="*/ 33 h 657"/>
                    <a:gd name="T96" fmla="*/ 284 w 721"/>
                    <a:gd name="T97" fmla="*/ 82 h 657"/>
                    <a:gd name="T98" fmla="*/ 260 w 721"/>
                    <a:gd name="T99" fmla="*/ 87 h 657"/>
                    <a:gd name="T100" fmla="*/ 195 w 721"/>
                    <a:gd name="T101" fmla="*/ 64 h 657"/>
                    <a:gd name="T102" fmla="*/ 176 w 721"/>
                    <a:gd name="T103" fmla="*/ 50 h 657"/>
                    <a:gd name="T104" fmla="*/ 144 w 721"/>
                    <a:gd name="T105" fmla="*/ 53 h 657"/>
                    <a:gd name="T106" fmla="*/ 44 w 721"/>
                    <a:gd name="T107" fmla="*/ 161 h 657"/>
                    <a:gd name="T108" fmla="*/ 44 w 721"/>
                    <a:gd name="T109" fmla="*/ 193 h 657"/>
                    <a:gd name="T110" fmla="*/ 69 w 721"/>
                    <a:gd name="T111" fmla="*/ 220 h 657"/>
                    <a:gd name="T112" fmla="*/ 97 w 721"/>
                    <a:gd name="T113" fmla="*/ 257 h 657"/>
                    <a:gd name="T114" fmla="*/ 115 w 721"/>
                    <a:gd name="T115" fmla="*/ 330 h 657"/>
                    <a:gd name="T116" fmla="*/ 86 w 721"/>
                    <a:gd name="T117" fmla="*/ 35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1" h="657">
                      <a:moveTo>
                        <a:pt x="499" y="196"/>
                      </a:moveTo>
                      <a:cubicBezTo>
                        <a:pt x="545" y="237"/>
                        <a:pt x="592" y="279"/>
                        <a:pt x="637" y="322"/>
                      </a:cubicBezTo>
                      <a:cubicBezTo>
                        <a:pt x="640" y="325"/>
                        <a:pt x="643" y="327"/>
                        <a:pt x="646" y="329"/>
                      </a:cubicBezTo>
                      <a:cubicBezTo>
                        <a:pt x="672" y="353"/>
                        <a:pt x="672" y="353"/>
                        <a:pt x="672" y="353"/>
                      </a:cubicBezTo>
                      <a:cubicBezTo>
                        <a:pt x="686" y="367"/>
                        <a:pt x="686" y="367"/>
                        <a:pt x="686" y="367"/>
                      </a:cubicBezTo>
                      <a:cubicBezTo>
                        <a:pt x="721" y="403"/>
                        <a:pt x="707" y="456"/>
                        <a:pt x="669" y="472"/>
                      </a:cubicBezTo>
                      <a:cubicBezTo>
                        <a:pt x="685" y="513"/>
                        <a:pt x="652" y="552"/>
                        <a:pt x="611" y="550"/>
                      </a:cubicBezTo>
                      <a:cubicBezTo>
                        <a:pt x="606" y="584"/>
                        <a:pt x="574" y="607"/>
                        <a:pt x="539" y="598"/>
                      </a:cubicBezTo>
                      <a:cubicBezTo>
                        <a:pt x="529" y="641"/>
                        <a:pt x="479" y="657"/>
                        <a:pt x="439" y="633"/>
                      </a:cubicBezTo>
                      <a:cubicBezTo>
                        <a:pt x="433" y="629"/>
                        <a:pt x="433" y="629"/>
                        <a:pt x="433" y="629"/>
                      </a:cubicBezTo>
                      <a:cubicBezTo>
                        <a:pt x="441" y="619"/>
                        <a:pt x="446" y="607"/>
                        <a:pt x="449" y="594"/>
                      </a:cubicBezTo>
                      <a:cubicBezTo>
                        <a:pt x="460" y="601"/>
                        <a:pt x="468" y="607"/>
                        <a:pt x="481" y="606"/>
                      </a:cubicBezTo>
                      <a:cubicBezTo>
                        <a:pt x="490" y="605"/>
                        <a:pt x="499" y="600"/>
                        <a:pt x="501" y="591"/>
                      </a:cubicBezTo>
                      <a:cubicBezTo>
                        <a:pt x="502" y="587"/>
                        <a:pt x="502" y="583"/>
                        <a:pt x="501" y="577"/>
                      </a:cubicBezTo>
                      <a:cubicBezTo>
                        <a:pt x="452" y="538"/>
                        <a:pt x="452" y="538"/>
                        <a:pt x="452" y="538"/>
                      </a:cubicBezTo>
                      <a:cubicBezTo>
                        <a:pt x="444" y="531"/>
                        <a:pt x="442" y="519"/>
                        <a:pt x="449" y="511"/>
                      </a:cubicBezTo>
                      <a:cubicBezTo>
                        <a:pt x="455" y="503"/>
                        <a:pt x="467" y="502"/>
                        <a:pt x="475" y="508"/>
                      </a:cubicBezTo>
                      <a:cubicBezTo>
                        <a:pt x="530" y="551"/>
                        <a:pt x="530" y="551"/>
                        <a:pt x="530" y="551"/>
                      </a:cubicBezTo>
                      <a:cubicBezTo>
                        <a:pt x="543" y="562"/>
                        <a:pt x="556" y="566"/>
                        <a:pt x="567" y="557"/>
                      </a:cubicBezTo>
                      <a:cubicBezTo>
                        <a:pt x="569" y="555"/>
                        <a:pt x="571" y="552"/>
                        <a:pt x="572" y="549"/>
                      </a:cubicBezTo>
                      <a:cubicBezTo>
                        <a:pt x="574" y="544"/>
                        <a:pt x="576" y="536"/>
                        <a:pt x="570" y="532"/>
                      </a:cubicBezTo>
                      <a:cubicBezTo>
                        <a:pt x="506" y="481"/>
                        <a:pt x="506" y="481"/>
                        <a:pt x="506" y="481"/>
                      </a:cubicBezTo>
                      <a:cubicBezTo>
                        <a:pt x="498" y="475"/>
                        <a:pt x="496" y="463"/>
                        <a:pt x="503" y="455"/>
                      </a:cubicBezTo>
                      <a:cubicBezTo>
                        <a:pt x="509" y="446"/>
                        <a:pt x="521" y="445"/>
                        <a:pt x="529" y="451"/>
                      </a:cubicBezTo>
                      <a:cubicBezTo>
                        <a:pt x="596" y="504"/>
                        <a:pt x="596" y="504"/>
                        <a:pt x="596" y="504"/>
                      </a:cubicBezTo>
                      <a:cubicBezTo>
                        <a:pt x="597" y="504"/>
                        <a:pt x="597" y="505"/>
                        <a:pt x="598" y="505"/>
                      </a:cubicBezTo>
                      <a:cubicBezTo>
                        <a:pt x="620" y="525"/>
                        <a:pt x="656" y="496"/>
                        <a:pt x="620" y="467"/>
                      </a:cubicBezTo>
                      <a:cubicBezTo>
                        <a:pt x="549" y="414"/>
                        <a:pt x="549" y="414"/>
                        <a:pt x="549" y="414"/>
                      </a:cubicBezTo>
                      <a:cubicBezTo>
                        <a:pt x="541" y="408"/>
                        <a:pt x="539" y="396"/>
                        <a:pt x="546" y="388"/>
                      </a:cubicBezTo>
                      <a:cubicBezTo>
                        <a:pt x="552" y="379"/>
                        <a:pt x="564" y="378"/>
                        <a:pt x="572" y="384"/>
                      </a:cubicBezTo>
                      <a:cubicBezTo>
                        <a:pt x="642" y="437"/>
                        <a:pt x="642" y="437"/>
                        <a:pt x="642" y="437"/>
                      </a:cubicBezTo>
                      <a:cubicBezTo>
                        <a:pt x="649" y="441"/>
                        <a:pt x="659" y="436"/>
                        <a:pt x="663" y="429"/>
                      </a:cubicBezTo>
                      <a:cubicBezTo>
                        <a:pt x="671" y="419"/>
                        <a:pt x="670" y="405"/>
                        <a:pt x="659" y="394"/>
                      </a:cubicBezTo>
                      <a:cubicBezTo>
                        <a:pt x="645" y="379"/>
                        <a:pt x="645" y="379"/>
                        <a:pt x="645" y="379"/>
                      </a:cubicBezTo>
                      <a:cubicBezTo>
                        <a:pt x="457" y="209"/>
                        <a:pt x="457" y="209"/>
                        <a:pt x="457" y="209"/>
                      </a:cubicBezTo>
                      <a:cubicBezTo>
                        <a:pt x="453" y="205"/>
                        <a:pt x="456" y="198"/>
                        <a:pt x="462" y="198"/>
                      </a:cubicBezTo>
                      <a:cubicBezTo>
                        <a:pt x="473" y="198"/>
                        <a:pt x="485" y="198"/>
                        <a:pt x="496" y="196"/>
                      </a:cubicBezTo>
                      <a:cubicBezTo>
                        <a:pt x="497" y="196"/>
                        <a:pt x="498" y="196"/>
                        <a:pt x="499" y="196"/>
                      </a:cubicBezTo>
                      <a:close/>
                      <a:moveTo>
                        <a:pt x="86" y="355"/>
                      </a:moveTo>
                      <a:cubicBezTo>
                        <a:pt x="66" y="330"/>
                        <a:pt x="64" y="295"/>
                        <a:pt x="59" y="262"/>
                      </a:cubicBezTo>
                      <a:cubicBezTo>
                        <a:pt x="35" y="239"/>
                        <a:pt x="35" y="239"/>
                        <a:pt x="35" y="239"/>
                      </a:cubicBezTo>
                      <a:cubicBezTo>
                        <a:pt x="17" y="219"/>
                        <a:pt x="0" y="205"/>
                        <a:pt x="0" y="176"/>
                      </a:cubicBezTo>
                      <a:cubicBezTo>
                        <a:pt x="0" y="161"/>
                        <a:pt x="6" y="147"/>
                        <a:pt x="16" y="135"/>
                      </a:cubicBezTo>
                      <a:cubicBezTo>
                        <a:pt x="116" y="27"/>
                        <a:pt x="116" y="27"/>
                        <a:pt x="116" y="27"/>
                      </a:cubicBezTo>
                      <a:cubicBezTo>
                        <a:pt x="138" y="3"/>
                        <a:pt x="174" y="0"/>
                        <a:pt x="199" y="20"/>
                      </a:cubicBezTo>
                      <a:cubicBezTo>
                        <a:pt x="215" y="31"/>
                        <a:pt x="221" y="38"/>
                        <a:pt x="242" y="46"/>
                      </a:cubicBezTo>
                      <a:cubicBezTo>
                        <a:pt x="248" y="48"/>
                        <a:pt x="253" y="50"/>
                        <a:pt x="254" y="50"/>
                      </a:cubicBezTo>
                      <a:cubicBezTo>
                        <a:pt x="284" y="46"/>
                        <a:pt x="316" y="32"/>
                        <a:pt x="350" y="33"/>
                      </a:cubicBezTo>
                      <a:cubicBezTo>
                        <a:pt x="337" y="42"/>
                        <a:pt x="286" y="82"/>
                        <a:pt x="284" y="82"/>
                      </a:cubicBezTo>
                      <a:cubicBezTo>
                        <a:pt x="276" y="84"/>
                        <a:pt x="268" y="86"/>
                        <a:pt x="260" y="87"/>
                      </a:cubicBezTo>
                      <a:cubicBezTo>
                        <a:pt x="241" y="90"/>
                        <a:pt x="208" y="74"/>
                        <a:pt x="195" y="64"/>
                      </a:cubicBezTo>
                      <a:cubicBezTo>
                        <a:pt x="176" y="50"/>
                        <a:pt x="176" y="50"/>
                        <a:pt x="176" y="50"/>
                      </a:cubicBezTo>
                      <a:cubicBezTo>
                        <a:pt x="166" y="42"/>
                        <a:pt x="152" y="44"/>
                        <a:pt x="144" y="53"/>
                      </a:cubicBezTo>
                      <a:cubicBezTo>
                        <a:pt x="44" y="161"/>
                        <a:pt x="44" y="161"/>
                        <a:pt x="44" y="161"/>
                      </a:cubicBezTo>
                      <a:cubicBezTo>
                        <a:pt x="36" y="170"/>
                        <a:pt x="36" y="184"/>
                        <a:pt x="44" y="193"/>
                      </a:cubicBezTo>
                      <a:cubicBezTo>
                        <a:pt x="53" y="203"/>
                        <a:pt x="59" y="210"/>
                        <a:pt x="69" y="220"/>
                      </a:cubicBezTo>
                      <a:cubicBezTo>
                        <a:pt x="80" y="230"/>
                        <a:pt x="95" y="244"/>
                        <a:pt x="97" y="257"/>
                      </a:cubicBezTo>
                      <a:cubicBezTo>
                        <a:pt x="100" y="280"/>
                        <a:pt x="102" y="313"/>
                        <a:pt x="115" y="330"/>
                      </a:cubicBezTo>
                      <a:cubicBezTo>
                        <a:pt x="102" y="337"/>
                        <a:pt x="95" y="344"/>
                        <a:pt x="86" y="355"/>
                      </a:cubicBezTo>
                      <a:close/>
                    </a:path>
                  </a:pathLst>
                </a:custGeom>
                <a:solidFill>
                  <a:srgbClr val="8CC94C"/>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sp>
              <p:nvSpPr>
                <p:cNvPr id="128" name="Freeform 17"/>
                <p:cNvSpPr>
                  <a:spLocks noEditPoints="1"/>
                </p:cNvSpPr>
                <p:nvPr/>
              </p:nvSpPr>
              <p:spPr bwMode="auto">
                <a:xfrm>
                  <a:off x="5986776" y="2830391"/>
                  <a:ext cx="446637" cy="413496"/>
                </a:xfrm>
                <a:custGeom>
                  <a:avLst/>
                  <a:gdLst>
                    <a:gd name="T0" fmla="*/ 319 w 689"/>
                    <a:gd name="T1" fmla="*/ 543 h 638"/>
                    <a:gd name="T2" fmla="*/ 262 w 689"/>
                    <a:gd name="T3" fmla="*/ 538 h 638"/>
                    <a:gd name="T4" fmla="*/ 258 w 689"/>
                    <a:gd name="T5" fmla="*/ 538 h 638"/>
                    <a:gd name="T6" fmla="*/ 257 w 689"/>
                    <a:gd name="T7" fmla="*/ 535 h 638"/>
                    <a:gd name="T8" fmla="*/ 241 w 689"/>
                    <a:gd name="T9" fmla="*/ 489 h 638"/>
                    <a:gd name="T10" fmla="*/ 241 w 689"/>
                    <a:gd name="T11" fmla="*/ 489 h 638"/>
                    <a:gd name="T12" fmla="*/ 185 w 689"/>
                    <a:gd name="T13" fmla="*/ 484 h 638"/>
                    <a:gd name="T14" fmla="*/ 181 w 689"/>
                    <a:gd name="T15" fmla="*/ 484 h 638"/>
                    <a:gd name="T16" fmla="*/ 180 w 689"/>
                    <a:gd name="T17" fmla="*/ 481 h 638"/>
                    <a:gd name="T18" fmla="*/ 164 w 689"/>
                    <a:gd name="T19" fmla="*/ 435 h 638"/>
                    <a:gd name="T20" fmla="*/ 164 w 689"/>
                    <a:gd name="T21" fmla="*/ 435 h 638"/>
                    <a:gd name="T22" fmla="*/ 117 w 689"/>
                    <a:gd name="T23" fmla="*/ 425 h 638"/>
                    <a:gd name="T24" fmla="*/ 113 w 689"/>
                    <a:gd name="T25" fmla="*/ 425 h 638"/>
                    <a:gd name="T26" fmla="*/ 113 w 689"/>
                    <a:gd name="T27" fmla="*/ 421 h 638"/>
                    <a:gd name="T28" fmla="*/ 100 w 689"/>
                    <a:gd name="T29" fmla="*/ 365 h 638"/>
                    <a:gd name="T30" fmla="*/ 100 w 689"/>
                    <a:gd name="T31" fmla="*/ 365 h 638"/>
                    <a:gd name="T32" fmla="*/ 32 w 689"/>
                    <a:gd name="T33" fmla="*/ 370 h 638"/>
                    <a:gd name="T34" fmla="*/ 18 w 689"/>
                    <a:gd name="T35" fmla="*/ 386 h 638"/>
                    <a:gd name="T36" fmla="*/ 23 w 689"/>
                    <a:gd name="T37" fmla="*/ 455 h 638"/>
                    <a:gd name="T38" fmla="*/ 23 w 689"/>
                    <a:gd name="T39" fmla="*/ 455 h 638"/>
                    <a:gd name="T40" fmla="*/ 66 w 689"/>
                    <a:gd name="T41" fmla="*/ 465 h 638"/>
                    <a:gd name="T42" fmla="*/ 70 w 689"/>
                    <a:gd name="T43" fmla="*/ 466 h 638"/>
                    <a:gd name="T44" fmla="*/ 69 w 689"/>
                    <a:gd name="T45" fmla="*/ 470 h 638"/>
                    <a:gd name="T46" fmla="*/ 76 w 689"/>
                    <a:gd name="T47" fmla="*/ 536 h 638"/>
                    <a:gd name="T48" fmla="*/ 76 w 689"/>
                    <a:gd name="T49" fmla="*/ 536 h 638"/>
                    <a:gd name="T50" fmla="*/ 142 w 689"/>
                    <a:gd name="T51" fmla="*/ 534 h 638"/>
                    <a:gd name="T52" fmla="*/ 145 w 689"/>
                    <a:gd name="T53" fmla="*/ 534 h 638"/>
                    <a:gd name="T54" fmla="*/ 147 w 689"/>
                    <a:gd name="T55" fmla="*/ 537 h 638"/>
                    <a:gd name="T56" fmla="*/ 164 w 689"/>
                    <a:gd name="T57" fmla="*/ 578 h 638"/>
                    <a:gd name="T58" fmla="*/ 164 w 689"/>
                    <a:gd name="T59" fmla="*/ 578 h 638"/>
                    <a:gd name="T60" fmla="*/ 230 w 689"/>
                    <a:gd name="T61" fmla="*/ 576 h 638"/>
                    <a:gd name="T62" fmla="*/ 233 w 689"/>
                    <a:gd name="T63" fmla="*/ 576 h 638"/>
                    <a:gd name="T64" fmla="*/ 235 w 689"/>
                    <a:gd name="T65" fmla="*/ 579 h 638"/>
                    <a:gd name="T66" fmla="*/ 252 w 689"/>
                    <a:gd name="T67" fmla="*/ 621 h 638"/>
                    <a:gd name="T68" fmla="*/ 320 w 689"/>
                    <a:gd name="T69" fmla="*/ 615 h 638"/>
                    <a:gd name="T70" fmla="*/ 324 w 689"/>
                    <a:gd name="T71" fmla="*/ 611 h 638"/>
                    <a:gd name="T72" fmla="*/ 319 w 689"/>
                    <a:gd name="T73" fmla="*/ 543 h 638"/>
                    <a:gd name="T74" fmla="*/ 449 w 689"/>
                    <a:gd name="T75" fmla="*/ 177 h 638"/>
                    <a:gd name="T76" fmla="*/ 576 w 689"/>
                    <a:gd name="T77" fmla="*/ 299 h 638"/>
                    <a:gd name="T78" fmla="*/ 597 w 689"/>
                    <a:gd name="T79" fmla="*/ 306 h 638"/>
                    <a:gd name="T80" fmla="*/ 616 w 689"/>
                    <a:gd name="T81" fmla="*/ 293 h 638"/>
                    <a:gd name="T82" fmla="*/ 636 w 689"/>
                    <a:gd name="T83" fmla="*/ 234 h 638"/>
                    <a:gd name="T84" fmla="*/ 649 w 689"/>
                    <a:gd name="T85" fmla="*/ 209 h 638"/>
                    <a:gd name="T86" fmla="*/ 671 w 689"/>
                    <a:gd name="T87" fmla="*/ 186 h 638"/>
                    <a:gd name="T88" fmla="*/ 672 w 689"/>
                    <a:gd name="T89" fmla="*/ 121 h 638"/>
                    <a:gd name="T90" fmla="*/ 580 w 689"/>
                    <a:gd name="T91" fmla="*/ 21 h 638"/>
                    <a:gd name="T92" fmla="*/ 515 w 689"/>
                    <a:gd name="T93" fmla="*/ 16 h 638"/>
                    <a:gd name="T94" fmla="*/ 493 w 689"/>
                    <a:gd name="T95" fmla="*/ 34 h 638"/>
                    <a:gd name="T96" fmla="*/ 457 w 689"/>
                    <a:gd name="T97" fmla="*/ 44 h 638"/>
                    <a:gd name="T98" fmla="*/ 390 w 689"/>
                    <a:gd name="T99" fmla="*/ 36 h 638"/>
                    <a:gd name="T100" fmla="*/ 274 w 689"/>
                    <a:gd name="T101" fmla="*/ 67 h 638"/>
                    <a:gd name="T102" fmla="*/ 139 w 689"/>
                    <a:gd name="T103" fmla="*/ 171 h 638"/>
                    <a:gd name="T104" fmla="*/ 203 w 689"/>
                    <a:gd name="T105" fmla="*/ 222 h 638"/>
                    <a:gd name="T106" fmla="*/ 301 w 689"/>
                    <a:gd name="T107" fmla="*/ 161 h 638"/>
                    <a:gd name="T108" fmla="*/ 346 w 689"/>
                    <a:gd name="T109" fmla="*/ 158 h 638"/>
                    <a:gd name="T110" fmla="*/ 408 w 689"/>
                    <a:gd name="T111" fmla="*/ 165 h 638"/>
                    <a:gd name="T112" fmla="*/ 449 w 689"/>
                    <a:gd name="T113" fmla="*/ 177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9" h="638">
                      <a:moveTo>
                        <a:pt x="319" y="543"/>
                      </a:moveTo>
                      <a:cubicBezTo>
                        <a:pt x="302" y="529"/>
                        <a:pt x="279" y="528"/>
                        <a:pt x="262" y="538"/>
                      </a:cubicBezTo>
                      <a:cubicBezTo>
                        <a:pt x="261" y="539"/>
                        <a:pt x="259" y="539"/>
                        <a:pt x="258" y="538"/>
                      </a:cubicBezTo>
                      <a:cubicBezTo>
                        <a:pt x="257" y="537"/>
                        <a:pt x="257" y="536"/>
                        <a:pt x="257" y="535"/>
                      </a:cubicBezTo>
                      <a:cubicBezTo>
                        <a:pt x="260" y="518"/>
                        <a:pt x="255" y="500"/>
                        <a:pt x="241" y="489"/>
                      </a:cubicBezTo>
                      <a:cubicBezTo>
                        <a:pt x="241" y="489"/>
                        <a:pt x="241" y="489"/>
                        <a:pt x="241" y="489"/>
                      </a:cubicBezTo>
                      <a:cubicBezTo>
                        <a:pt x="225" y="475"/>
                        <a:pt x="202" y="473"/>
                        <a:pt x="185" y="484"/>
                      </a:cubicBezTo>
                      <a:cubicBezTo>
                        <a:pt x="183" y="485"/>
                        <a:pt x="182" y="484"/>
                        <a:pt x="181" y="484"/>
                      </a:cubicBezTo>
                      <a:cubicBezTo>
                        <a:pt x="180" y="483"/>
                        <a:pt x="180" y="482"/>
                        <a:pt x="180" y="481"/>
                      </a:cubicBezTo>
                      <a:cubicBezTo>
                        <a:pt x="183" y="464"/>
                        <a:pt x="177" y="446"/>
                        <a:pt x="164" y="435"/>
                      </a:cubicBezTo>
                      <a:cubicBezTo>
                        <a:pt x="164" y="435"/>
                        <a:pt x="164" y="435"/>
                        <a:pt x="164" y="435"/>
                      </a:cubicBezTo>
                      <a:cubicBezTo>
                        <a:pt x="150" y="423"/>
                        <a:pt x="132" y="420"/>
                        <a:pt x="117" y="425"/>
                      </a:cubicBezTo>
                      <a:cubicBezTo>
                        <a:pt x="115" y="426"/>
                        <a:pt x="114" y="425"/>
                        <a:pt x="113" y="425"/>
                      </a:cubicBezTo>
                      <a:cubicBezTo>
                        <a:pt x="112" y="424"/>
                        <a:pt x="112" y="422"/>
                        <a:pt x="113" y="421"/>
                      </a:cubicBezTo>
                      <a:cubicBezTo>
                        <a:pt x="121" y="402"/>
                        <a:pt x="116" y="379"/>
                        <a:pt x="100" y="365"/>
                      </a:cubicBezTo>
                      <a:cubicBezTo>
                        <a:pt x="100" y="365"/>
                        <a:pt x="100" y="365"/>
                        <a:pt x="100" y="365"/>
                      </a:cubicBezTo>
                      <a:cubicBezTo>
                        <a:pt x="80" y="347"/>
                        <a:pt x="49" y="350"/>
                        <a:pt x="32" y="370"/>
                      </a:cubicBezTo>
                      <a:cubicBezTo>
                        <a:pt x="18" y="386"/>
                        <a:pt x="18" y="386"/>
                        <a:pt x="18" y="386"/>
                      </a:cubicBezTo>
                      <a:cubicBezTo>
                        <a:pt x="0" y="406"/>
                        <a:pt x="2" y="437"/>
                        <a:pt x="23" y="455"/>
                      </a:cubicBezTo>
                      <a:cubicBezTo>
                        <a:pt x="23" y="455"/>
                        <a:pt x="23" y="455"/>
                        <a:pt x="23" y="455"/>
                      </a:cubicBezTo>
                      <a:cubicBezTo>
                        <a:pt x="35" y="465"/>
                        <a:pt x="51" y="469"/>
                        <a:pt x="66" y="465"/>
                      </a:cubicBezTo>
                      <a:cubicBezTo>
                        <a:pt x="68" y="465"/>
                        <a:pt x="69" y="465"/>
                        <a:pt x="70" y="466"/>
                      </a:cubicBezTo>
                      <a:cubicBezTo>
                        <a:pt x="70" y="467"/>
                        <a:pt x="70" y="469"/>
                        <a:pt x="69" y="470"/>
                      </a:cubicBezTo>
                      <a:cubicBezTo>
                        <a:pt x="54" y="490"/>
                        <a:pt x="57" y="519"/>
                        <a:pt x="76" y="536"/>
                      </a:cubicBezTo>
                      <a:cubicBezTo>
                        <a:pt x="76" y="536"/>
                        <a:pt x="76" y="536"/>
                        <a:pt x="76" y="536"/>
                      </a:cubicBezTo>
                      <a:cubicBezTo>
                        <a:pt x="95" y="553"/>
                        <a:pt x="124" y="552"/>
                        <a:pt x="142" y="534"/>
                      </a:cubicBezTo>
                      <a:cubicBezTo>
                        <a:pt x="143" y="533"/>
                        <a:pt x="144" y="533"/>
                        <a:pt x="145" y="534"/>
                      </a:cubicBezTo>
                      <a:cubicBezTo>
                        <a:pt x="147" y="534"/>
                        <a:pt x="147" y="535"/>
                        <a:pt x="147" y="537"/>
                      </a:cubicBezTo>
                      <a:cubicBezTo>
                        <a:pt x="146" y="552"/>
                        <a:pt x="151" y="568"/>
                        <a:pt x="164" y="578"/>
                      </a:cubicBezTo>
                      <a:cubicBezTo>
                        <a:pt x="164" y="578"/>
                        <a:pt x="164" y="578"/>
                        <a:pt x="164" y="578"/>
                      </a:cubicBezTo>
                      <a:cubicBezTo>
                        <a:pt x="183" y="595"/>
                        <a:pt x="212" y="594"/>
                        <a:pt x="230" y="576"/>
                      </a:cubicBezTo>
                      <a:cubicBezTo>
                        <a:pt x="231" y="575"/>
                        <a:pt x="232" y="575"/>
                        <a:pt x="233" y="576"/>
                      </a:cubicBezTo>
                      <a:cubicBezTo>
                        <a:pt x="234" y="576"/>
                        <a:pt x="235" y="577"/>
                        <a:pt x="235" y="579"/>
                      </a:cubicBezTo>
                      <a:cubicBezTo>
                        <a:pt x="233" y="594"/>
                        <a:pt x="239" y="610"/>
                        <a:pt x="252" y="621"/>
                      </a:cubicBezTo>
                      <a:cubicBezTo>
                        <a:pt x="272" y="638"/>
                        <a:pt x="303" y="636"/>
                        <a:pt x="320" y="615"/>
                      </a:cubicBezTo>
                      <a:cubicBezTo>
                        <a:pt x="324" y="611"/>
                        <a:pt x="324" y="611"/>
                        <a:pt x="324" y="611"/>
                      </a:cubicBezTo>
                      <a:cubicBezTo>
                        <a:pt x="341" y="591"/>
                        <a:pt x="339" y="560"/>
                        <a:pt x="319" y="543"/>
                      </a:cubicBezTo>
                      <a:close/>
                      <a:moveTo>
                        <a:pt x="449" y="177"/>
                      </a:moveTo>
                      <a:cubicBezTo>
                        <a:pt x="489" y="216"/>
                        <a:pt x="535" y="260"/>
                        <a:pt x="576" y="299"/>
                      </a:cubicBezTo>
                      <a:cubicBezTo>
                        <a:pt x="582" y="305"/>
                        <a:pt x="589" y="307"/>
                        <a:pt x="597" y="306"/>
                      </a:cubicBezTo>
                      <a:cubicBezTo>
                        <a:pt x="605" y="305"/>
                        <a:pt x="612" y="300"/>
                        <a:pt x="616" y="293"/>
                      </a:cubicBezTo>
                      <a:cubicBezTo>
                        <a:pt x="626" y="275"/>
                        <a:pt x="632" y="256"/>
                        <a:pt x="636" y="234"/>
                      </a:cubicBezTo>
                      <a:cubicBezTo>
                        <a:pt x="638" y="224"/>
                        <a:pt x="642" y="216"/>
                        <a:pt x="649" y="209"/>
                      </a:cubicBezTo>
                      <a:cubicBezTo>
                        <a:pt x="671" y="186"/>
                        <a:pt x="671" y="186"/>
                        <a:pt x="671" y="186"/>
                      </a:cubicBezTo>
                      <a:cubicBezTo>
                        <a:pt x="688" y="168"/>
                        <a:pt x="689" y="139"/>
                        <a:pt x="672" y="121"/>
                      </a:cubicBezTo>
                      <a:cubicBezTo>
                        <a:pt x="580" y="21"/>
                        <a:pt x="580" y="21"/>
                        <a:pt x="580" y="21"/>
                      </a:cubicBezTo>
                      <a:cubicBezTo>
                        <a:pt x="563" y="3"/>
                        <a:pt x="534" y="0"/>
                        <a:pt x="515" y="16"/>
                      </a:cubicBezTo>
                      <a:cubicBezTo>
                        <a:pt x="493" y="34"/>
                        <a:pt x="493" y="34"/>
                        <a:pt x="493" y="34"/>
                      </a:cubicBezTo>
                      <a:cubicBezTo>
                        <a:pt x="483" y="42"/>
                        <a:pt x="471" y="45"/>
                        <a:pt x="457" y="44"/>
                      </a:cubicBezTo>
                      <a:cubicBezTo>
                        <a:pt x="435" y="41"/>
                        <a:pt x="412" y="38"/>
                        <a:pt x="390" y="36"/>
                      </a:cubicBezTo>
                      <a:cubicBezTo>
                        <a:pt x="347" y="30"/>
                        <a:pt x="308" y="41"/>
                        <a:pt x="274" y="67"/>
                      </a:cubicBezTo>
                      <a:cubicBezTo>
                        <a:pt x="229" y="101"/>
                        <a:pt x="184" y="136"/>
                        <a:pt x="139" y="171"/>
                      </a:cubicBezTo>
                      <a:cubicBezTo>
                        <a:pt x="95" y="207"/>
                        <a:pt x="151" y="255"/>
                        <a:pt x="203" y="222"/>
                      </a:cubicBezTo>
                      <a:cubicBezTo>
                        <a:pt x="301" y="161"/>
                        <a:pt x="301" y="161"/>
                        <a:pt x="301" y="161"/>
                      </a:cubicBezTo>
                      <a:cubicBezTo>
                        <a:pt x="315" y="153"/>
                        <a:pt x="331" y="152"/>
                        <a:pt x="346" y="158"/>
                      </a:cubicBezTo>
                      <a:cubicBezTo>
                        <a:pt x="364" y="167"/>
                        <a:pt x="388" y="168"/>
                        <a:pt x="408" y="165"/>
                      </a:cubicBezTo>
                      <a:cubicBezTo>
                        <a:pt x="423" y="162"/>
                        <a:pt x="437" y="166"/>
                        <a:pt x="449" y="177"/>
                      </a:cubicBezTo>
                      <a:close/>
                    </a:path>
                  </a:pathLst>
                </a:custGeom>
                <a:solidFill>
                  <a:srgbClr val="8CC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2328" tIns="36164" rIns="72328" bIns="36164" numCol="1" anchor="t" anchorCtr="0" compatLnSpc="1">
                  <a:prstTxWarp prst="textNoShape">
                    <a:avLst/>
                  </a:prstTxWarp>
                </a:bodyPr>
                <a:lstStyle/>
                <a:p>
                  <a:endParaRPr lang="zh-CN" altLang="en-US"/>
                </a:p>
              </p:txBody>
            </p:sp>
          </p:grpSp>
        </p:grpSp>
      </p:grpSp>
      <p:sp>
        <p:nvSpPr>
          <p:cNvPr id="147" name="TextBox 20"/>
          <p:cNvSpPr txBox="1"/>
          <p:nvPr/>
        </p:nvSpPr>
        <p:spPr bwMode="auto">
          <a:xfrm>
            <a:off x="1434974" y="1841918"/>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48" name="TextBox 19"/>
          <p:cNvSpPr txBox="1">
            <a:spLocks noChangeArrowheads="1"/>
          </p:cNvSpPr>
          <p:nvPr/>
        </p:nvSpPr>
        <p:spPr bwMode="auto">
          <a:xfrm>
            <a:off x="1601064" y="1310208"/>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
        <p:nvSpPr>
          <p:cNvPr id="149" name="TextBox 20"/>
          <p:cNvSpPr txBox="1"/>
          <p:nvPr/>
        </p:nvSpPr>
        <p:spPr bwMode="auto">
          <a:xfrm>
            <a:off x="8821687" y="1841918"/>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50" name="TextBox 19"/>
          <p:cNvSpPr txBox="1">
            <a:spLocks noChangeArrowheads="1"/>
          </p:cNvSpPr>
          <p:nvPr/>
        </p:nvSpPr>
        <p:spPr bwMode="auto">
          <a:xfrm>
            <a:off x="8821690" y="1310208"/>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
        <p:nvSpPr>
          <p:cNvPr id="153" name="TextBox 20"/>
          <p:cNvSpPr txBox="1"/>
          <p:nvPr/>
        </p:nvSpPr>
        <p:spPr bwMode="auto">
          <a:xfrm>
            <a:off x="9366188" y="3906911"/>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54" name="TextBox 19"/>
          <p:cNvSpPr txBox="1">
            <a:spLocks noChangeArrowheads="1"/>
          </p:cNvSpPr>
          <p:nvPr/>
        </p:nvSpPr>
        <p:spPr bwMode="auto">
          <a:xfrm>
            <a:off x="9366191" y="3375201"/>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
        <p:nvSpPr>
          <p:cNvPr id="155" name="TextBox 20"/>
          <p:cNvSpPr txBox="1"/>
          <p:nvPr/>
        </p:nvSpPr>
        <p:spPr bwMode="auto">
          <a:xfrm>
            <a:off x="8996340" y="5889713"/>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56" name="TextBox 19"/>
          <p:cNvSpPr txBox="1">
            <a:spLocks noChangeArrowheads="1"/>
          </p:cNvSpPr>
          <p:nvPr/>
        </p:nvSpPr>
        <p:spPr bwMode="auto">
          <a:xfrm>
            <a:off x="8996342" y="5358004"/>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
        <p:nvSpPr>
          <p:cNvPr id="157" name="TextBox 20"/>
          <p:cNvSpPr txBox="1"/>
          <p:nvPr/>
        </p:nvSpPr>
        <p:spPr bwMode="auto">
          <a:xfrm>
            <a:off x="1527437" y="6054092"/>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58" name="TextBox 19"/>
          <p:cNvSpPr txBox="1">
            <a:spLocks noChangeArrowheads="1"/>
          </p:cNvSpPr>
          <p:nvPr/>
        </p:nvSpPr>
        <p:spPr bwMode="auto">
          <a:xfrm>
            <a:off x="1693527" y="5522382"/>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
        <p:nvSpPr>
          <p:cNvPr id="159" name="TextBox 20"/>
          <p:cNvSpPr txBox="1"/>
          <p:nvPr/>
        </p:nvSpPr>
        <p:spPr bwMode="auto">
          <a:xfrm>
            <a:off x="993209" y="3917183"/>
            <a:ext cx="2646279" cy="762630"/>
          </a:xfrm>
          <a:prstGeom prst="rect">
            <a:avLst/>
          </a:prstGeom>
          <a:noFill/>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60" name="TextBox 19"/>
          <p:cNvSpPr txBox="1">
            <a:spLocks noChangeArrowheads="1"/>
          </p:cNvSpPr>
          <p:nvPr/>
        </p:nvSpPr>
        <p:spPr bwMode="auto">
          <a:xfrm>
            <a:off x="1159299" y="3385473"/>
            <a:ext cx="2480191" cy="50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1173" tIns="65588" rIns="131173" bIns="65588" numCol="1" anchor="t" anchorCtr="0" compatLnSpc="1">
            <a:prstTxWarp prst="textNoShape">
              <a:avLst/>
            </a:prstTxWarp>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altLang="zh-CN" sz="2399" dirty="0">
                <a:solidFill>
                  <a:schemeClr val="tx1">
                    <a:lumMod val="65000"/>
                    <a:lumOff val="35000"/>
                  </a:schemeClr>
                </a:solidFill>
                <a:ea typeface="Segoe UI Emoji" panose="020B0502040204020203" pitchFamily="34" charset="0"/>
              </a:rPr>
              <a:t>YOUR TITLE</a:t>
            </a:r>
            <a:endParaRPr lang="zh-CN" altLang="en-US" sz="2399" dirty="0">
              <a:solidFill>
                <a:schemeClr val="tx1">
                  <a:lumMod val="65000"/>
                  <a:lumOff val="35000"/>
                </a:schemeClr>
              </a:solidFill>
            </a:endParaRPr>
          </a:p>
        </p:txBody>
      </p:sp>
    </p:spTree>
    <p:extLst>
      <p:ext uri="{BB962C8B-B14F-4D97-AF65-F5344CB8AC3E}">
        <p14:creationId xmlns:p14="http://schemas.microsoft.com/office/powerpoint/2010/main" val="1829020437"/>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700" fill="hold"/>
                                        <p:tgtEl>
                                          <p:spTgt spid="28"/>
                                        </p:tgtEl>
                                        <p:attrNameLst>
                                          <p:attrName>ppt_w</p:attrName>
                                        </p:attrNameLst>
                                      </p:cBhvr>
                                      <p:tavLst>
                                        <p:tav tm="0">
                                          <p:val>
                                            <p:fltVal val="0"/>
                                          </p:val>
                                        </p:tav>
                                        <p:tav tm="100000">
                                          <p:val>
                                            <p:strVal val="#ppt_w"/>
                                          </p:val>
                                        </p:tav>
                                      </p:tavLst>
                                    </p:anim>
                                    <p:anim calcmode="lin" valueType="num">
                                      <p:cBhvr>
                                        <p:cTn id="8" dur="700" fill="hold"/>
                                        <p:tgtEl>
                                          <p:spTgt spid="28"/>
                                        </p:tgtEl>
                                        <p:attrNameLst>
                                          <p:attrName>ppt_h</p:attrName>
                                        </p:attrNameLst>
                                      </p:cBhvr>
                                      <p:tavLst>
                                        <p:tav tm="0">
                                          <p:val>
                                            <p:fltVal val="0"/>
                                          </p:val>
                                        </p:tav>
                                        <p:tav tm="100000">
                                          <p:val>
                                            <p:strVal val="#ppt_h"/>
                                          </p:val>
                                        </p:tav>
                                      </p:tavLst>
                                    </p:anim>
                                    <p:animEffect transition="in" filter="fade">
                                      <p:cBhvr>
                                        <p:cTn id="9" dur="700"/>
                                        <p:tgtEl>
                                          <p:spTgt spid="28"/>
                                        </p:tgtEl>
                                      </p:cBhvr>
                                    </p:animEffect>
                                  </p:childTnLst>
                                </p:cTn>
                              </p:par>
                              <p:par>
                                <p:cTn id="10" presetID="53" presetClass="entr" presetSubtype="16" fill="hold" nodeType="withEffect">
                                  <p:stCondLst>
                                    <p:cond delay="0"/>
                                  </p:stCondLst>
                                  <p:childTnLst>
                                    <p:set>
                                      <p:cBhvr>
                                        <p:cTn id="11" dur="1" fill="hold">
                                          <p:stCondLst>
                                            <p:cond delay="0"/>
                                          </p:stCondLst>
                                        </p:cTn>
                                        <p:tgtEl>
                                          <p:spTgt spid="29"/>
                                        </p:tgtEl>
                                        <p:attrNameLst>
                                          <p:attrName>style.visibility</p:attrName>
                                        </p:attrNameLst>
                                      </p:cBhvr>
                                      <p:to>
                                        <p:strVal val="visible"/>
                                      </p:to>
                                    </p:set>
                                    <p:anim calcmode="lin" valueType="num">
                                      <p:cBhvr>
                                        <p:cTn id="12" dur="700" fill="hold"/>
                                        <p:tgtEl>
                                          <p:spTgt spid="29"/>
                                        </p:tgtEl>
                                        <p:attrNameLst>
                                          <p:attrName>ppt_w</p:attrName>
                                        </p:attrNameLst>
                                      </p:cBhvr>
                                      <p:tavLst>
                                        <p:tav tm="0">
                                          <p:val>
                                            <p:fltVal val="0"/>
                                          </p:val>
                                        </p:tav>
                                        <p:tav tm="100000">
                                          <p:val>
                                            <p:strVal val="#ppt_w"/>
                                          </p:val>
                                        </p:tav>
                                      </p:tavLst>
                                    </p:anim>
                                    <p:anim calcmode="lin" valueType="num">
                                      <p:cBhvr>
                                        <p:cTn id="13" dur="700" fill="hold"/>
                                        <p:tgtEl>
                                          <p:spTgt spid="29"/>
                                        </p:tgtEl>
                                        <p:attrNameLst>
                                          <p:attrName>ppt_h</p:attrName>
                                        </p:attrNameLst>
                                      </p:cBhvr>
                                      <p:tavLst>
                                        <p:tav tm="0">
                                          <p:val>
                                            <p:fltVal val="0"/>
                                          </p:val>
                                        </p:tav>
                                        <p:tav tm="100000">
                                          <p:val>
                                            <p:strVal val="#ppt_h"/>
                                          </p:val>
                                        </p:tav>
                                      </p:tavLst>
                                    </p:anim>
                                    <p:animEffect transition="in" filter="fade">
                                      <p:cBhvr>
                                        <p:cTn id="14" dur="700"/>
                                        <p:tgtEl>
                                          <p:spTgt spid="29"/>
                                        </p:tgtEl>
                                      </p:cBhvr>
                                    </p:animEffect>
                                  </p:childTnLst>
                                </p:cTn>
                              </p:par>
                            </p:childTnLst>
                          </p:cTn>
                        </p:par>
                        <p:par>
                          <p:cTn id="15" fill="hold">
                            <p:stCondLst>
                              <p:cond delay="700"/>
                            </p:stCondLst>
                            <p:childTnLst>
                              <p:par>
                                <p:cTn id="16" presetID="53" presetClass="entr" presetSubtype="16" fill="hold" nodeType="afterEffect">
                                  <p:stCondLst>
                                    <p:cond delay="0"/>
                                  </p:stCondLst>
                                  <p:childTnLst>
                                    <p:set>
                                      <p:cBhvr>
                                        <p:cTn id="17" dur="1" fill="hold">
                                          <p:stCondLst>
                                            <p:cond delay="0"/>
                                          </p:stCondLst>
                                        </p:cTn>
                                        <p:tgtEl>
                                          <p:spTgt spid="37"/>
                                        </p:tgtEl>
                                        <p:attrNameLst>
                                          <p:attrName>style.visibility</p:attrName>
                                        </p:attrNameLst>
                                      </p:cBhvr>
                                      <p:to>
                                        <p:strVal val="visible"/>
                                      </p:to>
                                    </p:set>
                                    <p:anim calcmode="lin" valueType="num">
                                      <p:cBhvr>
                                        <p:cTn id="18" dur="500" fill="hold"/>
                                        <p:tgtEl>
                                          <p:spTgt spid="37"/>
                                        </p:tgtEl>
                                        <p:attrNameLst>
                                          <p:attrName>ppt_w</p:attrName>
                                        </p:attrNameLst>
                                      </p:cBhvr>
                                      <p:tavLst>
                                        <p:tav tm="0">
                                          <p:val>
                                            <p:fltVal val="0"/>
                                          </p:val>
                                        </p:tav>
                                        <p:tav tm="100000">
                                          <p:val>
                                            <p:strVal val="#ppt_w"/>
                                          </p:val>
                                        </p:tav>
                                      </p:tavLst>
                                    </p:anim>
                                    <p:anim calcmode="lin" valueType="num">
                                      <p:cBhvr>
                                        <p:cTn id="19" dur="500" fill="hold"/>
                                        <p:tgtEl>
                                          <p:spTgt spid="37"/>
                                        </p:tgtEl>
                                        <p:attrNameLst>
                                          <p:attrName>ppt_h</p:attrName>
                                        </p:attrNameLst>
                                      </p:cBhvr>
                                      <p:tavLst>
                                        <p:tav tm="0">
                                          <p:val>
                                            <p:fltVal val="0"/>
                                          </p:val>
                                        </p:tav>
                                        <p:tav tm="100000">
                                          <p:val>
                                            <p:strVal val="#ppt_h"/>
                                          </p:val>
                                        </p:tav>
                                      </p:tavLst>
                                    </p:anim>
                                    <p:animEffect transition="in" filter="fade">
                                      <p:cBhvr>
                                        <p:cTn id="20" dur="500"/>
                                        <p:tgtEl>
                                          <p:spTgt spid="37"/>
                                        </p:tgtEl>
                                      </p:cBhvr>
                                    </p:animEffect>
                                  </p:childTnLst>
                                </p:cTn>
                              </p:par>
                            </p:childTnLst>
                          </p:cTn>
                        </p:par>
                        <p:par>
                          <p:cTn id="21" fill="hold">
                            <p:stCondLst>
                              <p:cond delay="1200"/>
                            </p:stCondLst>
                            <p:childTnLst>
                              <p:par>
                                <p:cTn id="22" presetID="53" presetClass="entr" presetSubtype="16" fill="hold" nodeType="afterEffect">
                                  <p:stCondLst>
                                    <p:cond delay="0"/>
                                  </p:stCondLst>
                                  <p:childTnLst>
                                    <p:set>
                                      <p:cBhvr>
                                        <p:cTn id="23" dur="1" fill="hold">
                                          <p:stCondLst>
                                            <p:cond delay="0"/>
                                          </p:stCondLst>
                                        </p:cTn>
                                        <p:tgtEl>
                                          <p:spTgt spid="95"/>
                                        </p:tgtEl>
                                        <p:attrNameLst>
                                          <p:attrName>style.visibility</p:attrName>
                                        </p:attrNameLst>
                                      </p:cBhvr>
                                      <p:to>
                                        <p:strVal val="visible"/>
                                      </p:to>
                                    </p:set>
                                    <p:anim calcmode="lin" valueType="num">
                                      <p:cBhvr>
                                        <p:cTn id="24" dur="500" fill="hold"/>
                                        <p:tgtEl>
                                          <p:spTgt spid="95"/>
                                        </p:tgtEl>
                                        <p:attrNameLst>
                                          <p:attrName>ppt_w</p:attrName>
                                        </p:attrNameLst>
                                      </p:cBhvr>
                                      <p:tavLst>
                                        <p:tav tm="0">
                                          <p:val>
                                            <p:fltVal val="0"/>
                                          </p:val>
                                        </p:tav>
                                        <p:tav tm="100000">
                                          <p:val>
                                            <p:strVal val="#ppt_w"/>
                                          </p:val>
                                        </p:tav>
                                      </p:tavLst>
                                    </p:anim>
                                    <p:anim calcmode="lin" valueType="num">
                                      <p:cBhvr>
                                        <p:cTn id="25" dur="500" fill="hold"/>
                                        <p:tgtEl>
                                          <p:spTgt spid="95"/>
                                        </p:tgtEl>
                                        <p:attrNameLst>
                                          <p:attrName>ppt_h</p:attrName>
                                        </p:attrNameLst>
                                      </p:cBhvr>
                                      <p:tavLst>
                                        <p:tav tm="0">
                                          <p:val>
                                            <p:fltVal val="0"/>
                                          </p:val>
                                        </p:tav>
                                        <p:tav tm="100000">
                                          <p:val>
                                            <p:strVal val="#ppt_h"/>
                                          </p:val>
                                        </p:tav>
                                      </p:tavLst>
                                    </p:anim>
                                    <p:animEffect transition="in" filter="fade">
                                      <p:cBhvr>
                                        <p:cTn id="26" dur="500"/>
                                        <p:tgtEl>
                                          <p:spTgt spid="95"/>
                                        </p:tgtEl>
                                      </p:cBhvr>
                                    </p:animEffect>
                                  </p:childTnLst>
                                </p:cTn>
                              </p:par>
                            </p:childTnLst>
                          </p:cTn>
                        </p:par>
                        <p:par>
                          <p:cTn id="27" fill="hold">
                            <p:stCondLst>
                              <p:cond delay="1700"/>
                            </p:stCondLst>
                            <p:childTnLst>
                              <p:par>
                                <p:cTn id="28" presetID="53" presetClass="entr" presetSubtype="16" fill="hold" nodeType="afterEffect">
                                  <p:stCondLst>
                                    <p:cond delay="0"/>
                                  </p:stCondLst>
                                  <p:childTnLst>
                                    <p:set>
                                      <p:cBhvr>
                                        <p:cTn id="29" dur="1" fill="hold">
                                          <p:stCondLst>
                                            <p:cond delay="0"/>
                                          </p:stCondLst>
                                        </p:cTn>
                                        <p:tgtEl>
                                          <p:spTgt spid="103"/>
                                        </p:tgtEl>
                                        <p:attrNameLst>
                                          <p:attrName>style.visibility</p:attrName>
                                        </p:attrNameLst>
                                      </p:cBhvr>
                                      <p:to>
                                        <p:strVal val="visible"/>
                                      </p:to>
                                    </p:set>
                                    <p:anim calcmode="lin" valueType="num">
                                      <p:cBhvr>
                                        <p:cTn id="30" dur="500" fill="hold"/>
                                        <p:tgtEl>
                                          <p:spTgt spid="103"/>
                                        </p:tgtEl>
                                        <p:attrNameLst>
                                          <p:attrName>ppt_w</p:attrName>
                                        </p:attrNameLst>
                                      </p:cBhvr>
                                      <p:tavLst>
                                        <p:tav tm="0">
                                          <p:val>
                                            <p:fltVal val="0"/>
                                          </p:val>
                                        </p:tav>
                                        <p:tav tm="100000">
                                          <p:val>
                                            <p:strVal val="#ppt_w"/>
                                          </p:val>
                                        </p:tav>
                                      </p:tavLst>
                                    </p:anim>
                                    <p:anim calcmode="lin" valueType="num">
                                      <p:cBhvr>
                                        <p:cTn id="31" dur="500" fill="hold"/>
                                        <p:tgtEl>
                                          <p:spTgt spid="103"/>
                                        </p:tgtEl>
                                        <p:attrNameLst>
                                          <p:attrName>ppt_h</p:attrName>
                                        </p:attrNameLst>
                                      </p:cBhvr>
                                      <p:tavLst>
                                        <p:tav tm="0">
                                          <p:val>
                                            <p:fltVal val="0"/>
                                          </p:val>
                                        </p:tav>
                                        <p:tav tm="100000">
                                          <p:val>
                                            <p:strVal val="#ppt_h"/>
                                          </p:val>
                                        </p:tav>
                                      </p:tavLst>
                                    </p:anim>
                                    <p:animEffect transition="in" filter="fade">
                                      <p:cBhvr>
                                        <p:cTn id="32" dur="500"/>
                                        <p:tgtEl>
                                          <p:spTgt spid="103"/>
                                        </p:tgtEl>
                                      </p:cBhvr>
                                    </p:animEffect>
                                  </p:childTnLst>
                                </p:cTn>
                              </p:par>
                            </p:childTnLst>
                          </p:cTn>
                        </p:par>
                        <p:par>
                          <p:cTn id="33" fill="hold">
                            <p:stCondLst>
                              <p:cond delay="2200"/>
                            </p:stCondLst>
                            <p:childTnLst>
                              <p:par>
                                <p:cTn id="34" presetID="53" presetClass="entr" presetSubtype="16" fill="hold" nodeType="afterEffect">
                                  <p:stCondLst>
                                    <p:cond delay="0"/>
                                  </p:stCondLst>
                                  <p:childTnLst>
                                    <p:set>
                                      <p:cBhvr>
                                        <p:cTn id="35" dur="1" fill="hold">
                                          <p:stCondLst>
                                            <p:cond delay="0"/>
                                          </p:stCondLst>
                                        </p:cTn>
                                        <p:tgtEl>
                                          <p:spTgt spid="111"/>
                                        </p:tgtEl>
                                        <p:attrNameLst>
                                          <p:attrName>style.visibility</p:attrName>
                                        </p:attrNameLst>
                                      </p:cBhvr>
                                      <p:to>
                                        <p:strVal val="visible"/>
                                      </p:to>
                                    </p:set>
                                    <p:anim calcmode="lin" valueType="num">
                                      <p:cBhvr>
                                        <p:cTn id="36" dur="500" fill="hold"/>
                                        <p:tgtEl>
                                          <p:spTgt spid="111"/>
                                        </p:tgtEl>
                                        <p:attrNameLst>
                                          <p:attrName>ppt_w</p:attrName>
                                        </p:attrNameLst>
                                      </p:cBhvr>
                                      <p:tavLst>
                                        <p:tav tm="0">
                                          <p:val>
                                            <p:fltVal val="0"/>
                                          </p:val>
                                        </p:tav>
                                        <p:tav tm="100000">
                                          <p:val>
                                            <p:strVal val="#ppt_w"/>
                                          </p:val>
                                        </p:tav>
                                      </p:tavLst>
                                    </p:anim>
                                    <p:anim calcmode="lin" valueType="num">
                                      <p:cBhvr>
                                        <p:cTn id="37" dur="500" fill="hold"/>
                                        <p:tgtEl>
                                          <p:spTgt spid="111"/>
                                        </p:tgtEl>
                                        <p:attrNameLst>
                                          <p:attrName>ppt_h</p:attrName>
                                        </p:attrNameLst>
                                      </p:cBhvr>
                                      <p:tavLst>
                                        <p:tav tm="0">
                                          <p:val>
                                            <p:fltVal val="0"/>
                                          </p:val>
                                        </p:tav>
                                        <p:tav tm="100000">
                                          <p:val>
                                            <p:strVal val="#ppt_h"/>
                                          </p:val>
                                        </p:tav>
                                      </p:tavLst>
                                    </p:anim>
                                    <p:animEffect transition="in" filter="fade">
                                      <p:cBhvr>
                                        <p:cTn id="38" dur="500"/>
                                        <p:tgtEl>
                                          <p:spTgt spid="111"/>
                                        </p:tgtEl>
                                      </p:cBhvr>
                                    </p:animEffect>
                                  </p:childTnLst>
                                </p:cTn>
                              </p:par>
                            </p:childTnLst>
                          </p:cTn>
                        </p:par>
                        <p:par>
                          <p:cTn id="39" fill="hold">
                            <p:stCondLst>
                              <p:cond delay="2700"/>
                            </p:stCondLst>
                            <p:childTnLst>
                              <p:par>
                                <p:cTn id="40" presetID="53" presetClass="entr" presetSubtype="16" fill="hold" nodeType="afterEffect">
                                  <p:stCondLst>
                                    <p:cond delay="0"/>
                                  </p:stCondLst>
                                  <p:childTnLst>
                                    <p:set>
                                      <p:cBhvr>
                                        <p:cTn id="41" dur="1" fill="hold">
                                          <p:stCondLst>
                                            <p:cond delay="0"/>
                                          </p:stCondLst>
                                        </p:cTn>
                                        <p:tgtEl>
                                          <p:spTgt spid="81"/>
                                        </p:tgtEl>
                                        <p:attrNameLst>
                                          <p:attrName>style.visibility</p:attrName>
                                        </p:attrNameLst>
                                      </p:cBhvr>
                                      <p:to>
                                        <p:strVal val="visible"/>
                                      </p:to>
                                    </p:set>
                                    <p:anim calcmode="lin" valueType="num">
                                      <p:cBhvr>
                                        <p:cTn id="42" dur="500" fill="hold"/>
                                        <p:tgtEl>
                                          <p:spTgt spid="81"/>
                                        </p:tgtEl>
                                        <p:attrNameLst>
                                          <p:attrName>ppt_w</p:attrName>
                                        </p:attrNameLst>
                                      </p:cBhvr>
                                      <p:tavLst>
                                        <p:tav tm="0">
                                          <p:val>
                                            <p:fltVal val="0"/>
                                          </p:val>
                                        </p:tav>
                                        <p:tav tm="100000">
                                          <p:val>
                                            <p:strVal val="#ppt_w"/>
                                          </p:val>
                                        </p:tav>
                                      </p:tavLst>
                                    </p:anim>
                                    <p:anim calcmode="lin" valueType="num">
                                      <p:cBhvr>
                                        <p:cTn id="43" dur="500" fill="hold"/>
                                        <p:tgtEl>
                                          <p:spTgt spid="81"/>
                                        </p:tgtEl>
                                        <p:attrNameLst>
                                          <p:attrName>ppt_h</p:attrName>
                                        </p:attrNameLst>
                                      </p:cBhvr>
                                      <p:tavLst>
                                        <p:tav tm="0">
                                          <p:val>
                                            <p:fltVal val="0"/>
                                          </p:val>
                                        </p:tav>
                                        <p:tav tm="100000">
                                          <p:val>
                                            <p:strVal val="#ppt_h"/>
                                          </p:val>
                                        </p:tav>
                                      </p:tavLst>
                                    </p:anim>
                                    <p:animEffect transition="in" filter="fade">
                                      <p:cBhvr>
                                        <p:cTn id="44" dur="500"/>
                                        <p:tgtEl>
                                          <p:spTgt spid="81"/>
                                        </p:tgtEl>
                                      </p:cBhvr>
                                    </p:animEffect>
                                  </p:childTnLst>
                                </p:cTn>
                              </p:par>
                            </p:childTnLst>
                          </p:cTn>
                        </p:par>
                        <p:par>
                          <p:cTn id="45" fill="hold">
                            <p:stCondLst>
                              <p:cond delay="3200"/>
                            </p:stCondLst>
                            <p:childTnLst>
                              <p:par>
                                <p:cTn id="46" presetID="53" presetClass="entr" presetSubtype="16" fill="hold" nodeType="afterEffect">
                                  <p:stCondLst>
                                    <p:cond delay="0"/>
                                  </p:stCondLst>
                                  <p:childTnLst>
                                    <p:set>
                                      <p:cBhvr>
                                        <p:cTn id="47" dur="1" fill="hold">
                                          <p:stCondLst>
                                            <p:cond delay="0"/>
                                          </p:stCondLst>
                                        </p:cTn>
                                        <p:tgtEl>
                                          <p:spTgt spid="119"/>
                                        </p:tgtEl>
                                        <p:attrNameLst>
                                          <p:attrName>style.visibility</p:attrName>
                                        </p:attrNameLst>
                                      </p:cBhvr>
                                      <p:to>
                                        <p:strVal val="visible"/>
                                      </p:to>
                                    </p:set>
                                    <p:anim calcmode="lin" valueType="num">
                                      <p:cBhvr>
                                        <p:cTn id="48" dur="500" fill="hold"/>
                                        <p:tgtEl>
                                          <p:spTgt spid="119"/>
                                        </p:tgtEl>
                                        <p:attrNameLst>
                                          <p:attrName>ppt_w</p:attrName>
                                        </p:attrNameLst>
                                      </p:cBhvr>
                                      <p:tavLst>
                                        <p:tav tm="0">
                                          <p:val>
                                            <p:fltVal val="0"/>
                                          </p:val>
                                        </p:tav>
                                        <p:tav tm="100000">
                                          <p:val>
                                            <p:strVal val="#ppt_w"/>
                                          </p:val>
                                        </p:tav>
                                      </p:tavLst>
                                    </p:anim>
                                    <p:anim calcmode="lin" valueType="num">
                                      <p:cBhvr>
                                        <p:cTn id="49" dur="500" fill="hold"/>
                                        <p:tgtEl>
                                          <p:spTgt spid="119"/>
                                        </p:tgtEl>
                                        <p:attrNameLst>
                                          <p:attrName>ppt_h</p:attrName>
                                        </p:attrNameLst>
                                      </p:cBhvr>
                                      <p:tavLst>
                                        <p:tav tm="0">
                                          <p:val>
                                            <p:fltVal val="0"/>
                                          </p:val>
                                        </p:tav>
                                        <p:tav tm="100000">
                                          <p:val>
                                            <p:strVal val="#ppt_h"/>
                                          </p:val>
                                        </p:tav>
                                      </p:tavLst>
                                    </p:anim>
                                    <p:animEffect transition="in" filter="fade">
                                      <p:cBhvr>
                                        <p:cTn id="50" dur="500"/>
                                        <p:tgtEl>
                                          <p:spTgt spid="119"/>
                                        </p:tgtEl>
                                      </p:cBhvr>
                                    </p:animEffect>
                                  </p:childTnLst>
                                </p:cTn>
                              </p:par>
                            </p:childTnLst>
                          </p:cTn>
                        </p:par>
                        <p:par>
                          <p:cTn id="51" fill="hold">
                            <p:stCondLst>
                              <p:cond delay="3700"/>
                            </p:stCondLst>
                            <p:childTnLst>
                              <p:par>
                                <p:cTn id="52" presetID="42" presetClass="entr" presetSubtype="0" fill="hold" grpId="0" nodeType="afterEffect">
                                  <p:stCondLst>
                                    <p:cond delay="0"/>
                                  </p:stCondLst>
                                  <p:childTnLst>
                                    <p:set>
                                      <p:cBhvr>
                                        <p:cTn id="53" dur="1" fill="hold">
                                          <p:stCondLst>
                                            <p:cond delay="0"/>
                                          </p:stCondLst>
                                        </p:cTn>
                                        <p:tgtEl>
                                          <p:spTgt spid="148"/>
                                        </p:tgtEl>
                                        <p:attrNameLst>
                                          <p:attrName>style.visibility</p:attrName>
                                        </p:attrNameLst>
                                      </p:cBhvr>
                                      <p:to>
                                        <p:strVal val="visible"/>
                                      </p:to>
                                    </p:set>
                                    <p:animEffect transition="in" filter="fade">
                                      <p:cBhvr>
                                        <p:cTn id="54" dur="500"/>
                                        <p:tgtEl>
                                          <p:spTgt spid="148"/>
                                        </p:tgtEl>
                                      </p:cBhvr>
                                    </p:animEffect>
                                    <p:anim calcmode="lin" valueType="num">
                                      <p:cBhvr>
                                        <p:cTn id="55" dur="500" fill="hold"/>
                                        <p:tgtEl>
                                          <p:spTgt spid="148"/>
                                        </p:tgtEl>
                                        <p:attrNameLst>
                                          <p:attrName>ppt_x</p:attrName>
                                        </p:attrNameLst>
                                      </p:cBhvr>
                                      <p:tavLst>
                                        <p:tav tm="0">
                                          <p:val>
                                            <p:strVal val="#ppt_x"/>
                                          </p:val>
                                        </p:tav>
                                        <p:tav tm="100000">
                                          <p:val>
                                            <p:strVal val="#ppt_x"/>
                                          </p:val>
                                        </p:tav>
                                      </p:tavLst>
                                    </p:anim>
                                    <p:anim calcmode="lin" valueType="num">
                                      <p:cBhvr>
                                        <p:cTn id="56" dur="500" fill="hold"/>
                                        <p:tgtEl>
                                          <p:spTgt spid="148"/>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50"/>
                                        </p:tgtEl>
                                        <p:attrNameLst>
                                          <p:attrName>style.visibility</p:attrName>
                                        </p:attrNameLst>
                                      </p:cBhvr>
                                      <p:to>
                                        <p:strVal val="visible"/>
                                      </p:to>
                                    </p:set>
                                    <p:animEffect transition="in" filter="fade">
                                      <p:cBhvr>
                                        <p:cTn id="59" dur="500"/>
                                        <p:tgtEl>
                                          <p:spTgt spid="150"/>
                                        </p:tgtEl>
                                      </p:cBhvr>
                                    </p:animEffect>
                                    <p:anim calcmode="lin" valueType="num">
                                      <p:cBhvr>
                                        <p:cTn id="60" dur="500" fill="hold"/>
                                        <p:tgtEl>
                                          <p:spTgt spid="150"/>
                                        </p:tgtEl>
                                        <p:attrNameLst>
                                          <p:attrName>ppt_x</p:attrName>
                                        </p:attrNameLst>
                                      </p:cBhvr>
                                      <p:tavLst>
                                        <p:tav tm="0">
                                          <p:val>
                                            <p:strVal val="#ppt_x"/>
                                          </p:val>
                                        </p:tav>
                                        <p:tav tm="100000">
                                          <p:val>
                                            <p:strVal val="#ppt_x"/>
                                          </p:val>
                                        </p:tav>
                                      </p:tavLst>
                                    </p:anim>
                                    <p:anim calcmode="lin" valueType="num">
                                      <p:cBhvr>
                                        <p:cTn id="61" dur="500" fill="hold"/>
                                        <p:tgtEl>
                                          <p:spTgt spid="150"/>
                                        </p:tgtEl>
                                        <p:attrNameLst>
                                          <p:attrName>ppt_y</p:attrName>
                                        </p:attrNameLst>
                                      </p:cBhvr>
                                      <p:tavLst>
                                        <p:tav tm="0">
                                          <p:val>
                                            <p:strVal val="#ppt_y+.1"/>
                                          </p:val>
                                        </p:tav>
                                        <p:tav tm="100000">
                                          <p:val>
                                            <p:strVal val="#ppt_y"/>
                                          </p:val>
                                        </p:tav>
                                      </p:tavLst>
                                    </p:anim>
                                  </p:childTnLst>
                                </p:cTn>
                              </p:par>
                            </p:childTnLst>
                          </p:cTn>
                        </p:par>
                        <p:par>
                          <p:cTn id="62" fill="hold">
                            <p:stCondLst>
                              <p:cond delay="4200"/>
                            </p:stCondLst>
                            <p:childTnLst>
                              <p:par>
                                <p:cTn id="63" presetID="42" presetClass="entr" presetSubtype="0" fill="hold" grpId="0" nodeType="afterEffect">
                                  <p:stCondLst>
                                    <p:cond delay="0"/>
                                  </p:stCondLst>
                                  <p:childTnLst>
                                    <p:set>
                                      <p:cBhvr>
                                        <p:cTn id="64" dur="1" fill="hold">
                                          <p:stCondLst>
                                            <p:cond delay="0"/>
                                          </p:stCondLst>
                                        </p:cTn>
                                        <p:tgtEl>
                                          <p:spTgt spid="147"/>
                                        </p:tgtEl>
                                        <p:attrNameLst>
                                          <p:attrName>style.visibility</p:attrName>
                                        </p:attrNameLst>
                                      </p:cBhvr>
                                      <p:to>
                                        <p:strVal val="visible"/>
                                      </p:to>
                                    </p:set>
                                    <p:animEffect transition="in" filter="fade">
                                      <p:cBhvr>
                                        <p:cTn id="65" dur="500"/>
                                        <p:tgtEl>
                                          <p:spTgt spid="147"/>
                                        </p:tgtEl>
                                      </p:cBhvr>
                                    </p:animEffect>
                                    <p:anim calcmode="lin" valueType="num">
                                      <p:cBhvr>
                                        <p:cTn id="66" dur="500" fill="hold"/>
                                        <p:tgtEl>
                                          <p:spTgt spid="147"/>
                                        </p:tgtEl>
                                        <p:attrNameLst>
                                          <p:attrName>ppt_x</p:attrName>
                                        </p:attrNameLst>
                                      </p:cBhvr>
                                      <p:tavLst>
                                        <p:tav tm="0">
                                          <p:val>
                                            <p:strVal val="#ppt_x"/>
                                          </p:val>
                                        </p:tav>
                                        <p:tav tm="100000">
                                          <p:val>
                                            <p:strVal val="#ppt_x"/>
                                          </p:val>
                                        </p:tav>
                                      </p:tavLst>
                                    </p:anim>
                                    <p:anim calcmode="lin" valueType="num">
                                      <p:cBhvr>
                                        <p:cTn id="67" dur="500" fill="hold"/>
                                        <p:tgtEl>
                                          <p:spTgt spid="147"/>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149"/>
                                        </p:tgtEl>
                                        <p:attrNameLst>
                                          <p:attrName>style.visibility</p:attrName>
                                        </p:attrNameLst>
                                      </p:cBhvr>
                                      <p:to>
                                        <p:strVal val="visible"/>
                                      </p:to>
                                    </p:set>
                                    <p:animEffect transition="in" filter="fade">
                                      <p:cBhvr>
                                        <p:cTn id="70" dur="500"/>
                                        <p:tgtEl>
                                          <p:spTgt spid="149"/>
                                        </p:tgtEl>
                                      </p:cBhvr>
                                    </p:animEffect>
                                    <p:anim calcmode="lin" valueType="num">
                                      <p:cBhvr>
                                        <p:cTn id="71" dur="500" fill="hold"/>
                                        <p:tgtEl>
                                          <p:spTgt spid="149"/>
                                        </p:tgtEl>
                                        <p:attrNameLst>
                                          <p:attrName>ppt_x</p:attrName>
                                        </p:attrNameLst>
                                      </p:cBhvr>
                                      <p:tavLst>
                                        <p:tav tm="0">
                                          <p:val>
                                            <p:strVal val="#ppt_x"/>
                                          </p:val>
                                        </p:tav>
                                        <p:tav tm="100000">
                                          <p:val>
                                            <p:strVal val="#ppt_x"/>
                                          </p:val>
                                        </p:tav>
                                      </p:tavLst>
                                    </p:anim>
                                    <p:anim calcmode="lin" valueType="num">
                                      <p:cBhvr>
                                        <p:cTn id="72" dur="500" fill="hold"/>
                                        <p:tgtEl>
                                          <p:spTgt spid="149"/>
                                        </p:tgtEl>
                                        <p:attrNameLst>
                                          <p:attrName>ppt_y</p:attrName>
                                        </p:attrNameLst>
                                      </p:cBhvr>
                                      <p:tavLst>
                                        <p:tav tm="0">
                                          <p:val>
                                            <p:strVal val="#ppt_y+.1"/>
                                          </p:val>
                                        </p:tav>
                                        <p:tav tm="100000">
                                          <p:val>
                                            <p:strVal val="#ppt_y"/>
                                          </p:val>
                                        </p:tav>
                                      </p:tavLst>
                                    </p:anim>
                                  </p:childTnLst>
                                </p:cTn>
                              </p:par>
                            </p:childTnLst>
                          </p:cTn>
                        </p:par>
                        <p:par>
                          <p:cTn id="73" fill="hold">
                            <p:stCondLst>
                              <p:cond delay="4700"/>
                            </p:stCondLst>
                            <p:childTnLst>
                              <p:par>
                                <p:cTn id="74" presetID="42" presetClass="entr" presetSubtype="0" fill="hold" grpId="0" nodeType="afterEffect">
                                  <p:stCondLst>
                                    <p:cond delay="0"/>
                                  </p:stCondLst>
                                  <p:childTnLst>
                                    <p:set>
                                      <p:cBhvr>
                                        <p:cTn id="75" dur="1" fill="hold">
                                          <p:stCondLst>
                                            <p:cond delay="0"/>
                                          </p:stCondLst>
                                        </p:cTn>
                                        <p:tgtEl>
                                          <p:spTgt spid="160"/>
                                        </p:tgtEl>
                                        <p:attrNameLst>
                                          <p:attrName>style.visibility</p:attrName>
                                        </p:attrNameLst>
                                      </p:cBhvr>
                                      <p:to>
                                        <p:strVal val="visible"/>
                                      </p:to>
                                    </p:set>
                                    <p:animEffect transition="in" filter="fade">
                                      <p:cBhvr>
                                        <p:cTn id="76" dur="500"/>
                                        <p:tgtEl>
                                          <p:spTgt spid="160"/>
                                        </p:tgtEl>
                                      </p:cBhvr>
                                    </p:animEffect>
                                    <p:anim calcmode="lin" valueType="num">
                                      <p:cBhvr>
                                        <p:cTn id="77" dur="500" fill="hold"/>
                                        <p:tgtEl>
                                          <p:spTgt spid="160"/>
                                        </p:tgtEl>
                                        <p:attrNameLst>
                                          <p:attrName>ppt_x</p:attrName>
                                        </p:attrNameLst>
                                      </p:cBhvr>
                                      <p:tavLst>
                                        <p:tav tm="0">
                                          <p:val>
                                            <p:strVal val="#ppt_x"/>
                                          </p:val>
                                        </p:tav>
                                        <p:tav tm="100000">
                                          <p:val>
                                            <p:strVal val="#ppt_x"/>
                                          </p:val>
                                        </p:tav>
                                      </p:tavLst>
                                    </p:anim>
                                    <p:anim calcmode="lin" valueType="num">
                                      <p:cBhvr>
                                        <p:cTn id="78" dur="500" fill="hold"/>
                                        <p:tgtEl>
                                          <p:spTgt spid="160"/>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54"/>
                                        </p:tgtEl>
                                        <p:attrNameLst>
                                          <p:attrName>style.visibility</p:attrName>
                                        </p:attrNameLst>
                                      </p:cBhvr>
                                      <p:to>
                                        <p:strVal val="visible"/>
                                      </p:to>
                                    </p:set>
                                    <p:animEffect transition="in" filter="fade">
                                      <p:cBhvr>
                                        <p:cTn id="81" dur="500"/>
                                        <p:tgtEl>
                                          <p:spTgt spid="154"/>
                                        </p:tgtEl>
                                      </p:cBhvr>
                                    </p:animEffect>
                                    <p:anim calcmode="lin" valueType="num">
                                      <p:cBhvr>
                                        <p:cTn id="82" dur="500" fill="hold"/>
                                        <p:tgtEl>
                                          <p:spTgt spid="154"/>
                                        </p:tgtEl>
                                        <p:attrNameLst>
                                          <p:attrName>ppt_x</p:attrName>
                                        </p:attrNameLst>
                                      </p:cBhvr>
                                      <p:tavLst>
                                        <p:tav tm="0">
                                          <p:val>
                                            <p:strVal val="#ppt_x"/>
                                          </p:val>
                                        </p:tav>
                                        <p:tav tm="100000">
                                          <p:val>
                                            <p:strVal val="#ppt_x"/>
                                          </p:val>
                                        </p:tav>
                                      </p:tavLst>
                                    </p:anim>
                                    <p:anim calcmode="lin" valueType="num">
                                      <p:cBhvr>
                                        <p:cTn id="83" dur="500" fill="hold"/>
                                        <p:tgtEl>
                                          <p:spTgt spid="154"/>
                                        </p:tgtEl>
                                        <p:attrNameLst>
                                          <p:attrName>ppt_y</p:attrName>
                                        </p:attrNameLst>
                                      </p:cBhvr>
                                      <p:tavLst>
                                        <p:tav tm="0">
                                          <p:val>
                                            <p:strVal val="#ppt_y+.1"/>
                                          </p:val>
                                        </p:tav>
                                        <p:tav tm="100000">
                                          <p:val>
                                            <p:strVal val="#ppt_y"/>
                                          </p:val>
                                        </p:tav>
                                      </p:tavLst>
                                    </p:anim>
                                  </p:childTnLst>
                                </p:cTn>
                              </p:par>
                            </p:childTnLst>
                          </p:cTn>
                        </p:par>
                        <p:par>
                          <p:cTn id="84" fill="hold">
                            <p:stCondLst>
                              <p:cond delay="5200"/>
                            </p:stCondLst>
                            <p:childTnLst>
                              <p:par>
                                <p:cTn id="85" presetID="42" presetClass="entr" presetSubtype="0" fill="hold" grpId="0" nodeType="afterEffect">
                                  <p:stCondLst>
                                    <p:cond delay="0"/>
                                  </p:stCondLst>
                                  <p:childTnLst>
                                    <p:set>
                                      <p:cBhvr>
                                        <p:cTn id="86" dur="1" fill="hold">
                                          <p:stCondLst>
                                            <p:cond delay="0"/>
                                          </p:stCondLst>
                                        </p:cTn>
                                        <p:tgtEl>
                                          <p:spTgt spid="159"/>
                                        </p:tgtEl>
                                        <p:attrNameLst>
                                          <p:attrName>style.visibility</p:attrName>
                                        </p:attrNameLst>
                                      </p:cBhvr>
                                      <p:to>
                                        <p:strVal val="visible"/>
                                      </p:to>
                                    </p:set>
                                    <p:animEffect transition="in" filter="fade">
                                      <p:cBhvr>
                                        <p:cTn id="87" dur="500"/>
                                        <p:tgtEl>
                                          <p:spTgt spid="159"/>
                                        </p:tgtEl>
                                      </p:cBhvr>
                                    </p:animEffect>
                                    <p:anim calcmode="lin" valueType="num">
                                      <p:cBhvr>
                                        <p:cTn id="88" dur="500" fill="hold"/>
                                        <p:tgtEl>
                                          <p:spTgt spid="159"/>
                                        </p:tgtEl>
                                        <p:attrNameLst>
                                          <p:attrName>ppt_x</p:attrName>
                                        </p:attrNameLst>
                                      </p:cBhvr>
                                      <p:tavLst>
                                        <p:tav tm="0">
                                          <p:val>
                                            <p:strVal val="#ppt_x"/>
                                          </p:val>
                                        </p:tav>
                                        <p:tav tm="100000">
                                          <p:val>
                                            <p:strVal val="#ppt_x"/>
                                          </p:val>
                                        </p:tav>
                                      </p:tavLst>
                                    </p:anim>
                                    <p:anim calcmode="lin" valueType="num">
                                      <p:cBhvr>
                                        <p:cTn id="89" dur="500" fill="hold"/>
                                        <p:tgtEl>
                                          <p:spTgt spid="15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153"/>
                                        </p:tgtEl>
                                        <p:attrNameLst>
                                          <p:attrName>style.visibility</p:attrName>
                                        </p:attrNameLst>
                                      </p:cBhvr>
                                      <p:to>
                                        <p:strVal val="visible"/>
                                      </p:to>
                                    </p:set>
                                    <p:animEffect transition="in" filter="fade">
                                      <p:cBhvr>
                                        <p:cTn id="92" dur="500"/>
                                        <p:tgtEl>
                                          <p:spTgt spid="153"/>
                                        </p:tgtEl>
                                      </p:cBhvr>
                                    </p:animEffect>
                                    <p:anim calcmode="lin" valueType="num">
                                      <p:cBhvr>
                                        <p:cTn id="93" dur="500" fill="hold"/>
                                        <p:tgtEl>
                                          <p:spTgt spid="153"/>
                                        </p:tgtEl>
                                        <p:attrNameLst>
                                          <p:attrName>ppt_x</p:attrName>
                                        </p:attrNameLst>
                                      </p:cBhvr>
                                      <p:tavLst>
                                        <p:tav tm="0">
                                          <p:val>
                                            <p:strVal val="#ppt_x"/>
                                          </p:val>
                                        </p:tav>
                                        <p:tav tm="100000">
                                          <p:val>
                                            <p:strVal val="#ppt_x"/>
                                          </p:val>
                                        </p:tav>
                                      </p:tavLst>
                                    </p:anim>
                                    <p:anim calcmode="lin" valueType="num">
                                      <p:cBhvr>
                                        <p:cTn id="94" dur="500" fill="hold"/>
                                        <p:tgtEl>
                                          <p:spTgt spid="153"/>
                                        </p:tgtEl>
                                        <p:attrNameLst>
                                          <p:attrName>ppt_y</p:attrName>
                                        </p:attrNameLst>
                                      </p:cBhvr>
                                      <p:tavLst>
                                        <p:tav tm="0">
                                          <p:val>
                                            <p:strVal val="#ppt_y+.1"/>
                                          </p:val>
                                        </p:tav>
                                        <p:tav tm="100000">
                                          <p:val>
                                            <p:strVal val="#ppt_y"/>
                                          </p:val>
                                        </p:tav>
                                      </p:tavLst>
                                    </p:anim>
                                  </p:childTnLst>
                                </p:cTn>
                              </p:par>
                            </p:childTnLst>
                          </p:cTn>
                        </p:par>
                        <p:par>
                          <p:cTn id="95" fill="hold">
                            <p:stCondLst>
                              <p:cond delay="5700"/>
                            </p:stCondLst>
                            <p:childTnLst>
                              <p:par>
                                <p:cTn id="96" presetID="42" presetClass="entr" presetSubtype="0" fill="hold" grpId="0" nodeType="afterEffect">
                                  <p:stCondLst>
                                    <p:cond delay="0"/>
                                  </p:stCondLst>
                                  <p:childTnLst>
                                    <p:set>
                                      <p:cBhvr>
                                        <p:cTn id="97" dur="1" fill="hold">
                                          <p:stCondLst>
                                            <p:cond delay="0"/>
                                          </p:stCondLst>
                                        </p:cTn>
                                        <p:tgtEl>
                                          <p:spTgt spid="158"/>
                                        </p:tgtEl>
                                        <p:attrNameLst>
                                          <p:attrName>style.visibility</p:attrName>
                                        </p:attrNameLst>
                                      </p:cBhvr>
                                      <p:to>
                                        <p:strVal val="visible"/>
                                      </p:to>
                                    </p:set>
                                    <p:animEffect transition="in" filter="fade">
                                      <p:cBhvr>
                                        <p:cTn id="98" dur="500"/>
                                        <p:tgtEl>
                                          <p:spTgt spid="158"/>
                                        </p:tgtEl>
                                      </p:cBhvr>
                                    </p:animEffect>
                                    <p:anim calcmode="lin" valueType="num">
                                      <p:cBhvr>
                                        <p:cTn id="99" dur="500" fill="hold"/>
                                        <p:tgtEl>
                                          <p:spTgt spid="158"/>
                                        </p:tgtEl>
                                        <p:attrNameLst>
                                          <p:attrName>ppt_x</p:attrName>
                                        </p:attrNameLst>
                                      </p:cBhvr>
                                      <p:tavLst>
                                        <p:tav tm="0">
                                          <p:val>
                                            <p:strVal val="#ppt_x"/>
                                          </p:val>
                                        </p:tav>
                                        <p:tav tm="100000">
                                          <p:val>
                                            <p:strVal val="#ppt_x"/>
                                          </p:val>
                                        </p:tav>
                                      </p:tavLst>
                                    </p:anim>
                                    <p:anim calcmode="lin" valueType="num">
                                      <p:cBhvr>
                                        <p:cTn id="100" dur="500" fill="hold"/>
                                        <p:tgtEl>
                                          <p:spTgt spid="158"/>
                                        </p:tgtEl>
                                        <p:attrNameLst>
                                          <p:attrName>ppt_y</p:attrName>
                                        </p:attrNameLst>
                                      </p:cBhvr>
                                      <p:tavLst>
                                        <p:tav tm="0">
                                          <p:val>
                                            <p:strVal val="#ppt_y+.1"/>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156"/>
                                        </p:tgtEl>
                                        <p:attrNameLst>
                                          <p:attrName>style.visibility</p:attrName>
                                        </p:attrNameLst>
                                      </p:cBhvr>
                                      <p:to>
                                        <p:strVal val="visible"/>
                                      </p:to>
                                    </p:set>
                                    <p:animEffect transition="in" filter="fade">
                                      <p:cBhvr>
                                        <p:cTn id="103" dur="500"/>
                                        <p:tgtEl>
                                          <p:spTgt spid="156"/>
                                        </p:tgtEl>
                                      </p:cBhvr>
                                    </p:animEffect>
                                    <p:anim calcmode="lin" valueType="num">
                                      <p:cBhvr>
                                        <p:cTn id="104" dur="500" fill="hold"/>
                                        <p:tgtEl>
                                          <p:spTgt spid="156"/>
                                        </p:tgtEl>
                                        <p:attrNameLst>
                                          <p:attrName>ppt_x</p:attrName>
                                        </p:attrNameLst>
                                      </p:cBhvr>
                                      <p:tavLst>
                                        <p:tav tm="0">
                                          <p:val>
                                            <p:strVal val="#ppt_x"/>
                                          </p:val>
                                        </p:tav>
                                        <p:tav tm="100000">
                                          <p:val>
                                            <p:strVal val="#ppt_x"/>
                                          </p:val>
                                        </p:tav>
                                      </p:tavLst>
                                    </p:anim>
                                    <p:anim calcmode="lin" valueType="num">
                                      <p:cBhvr>
                                        <p:cTn id="105" dur="500" fill="hold"/>
                                        <p:tgtEl>
                                          <p:spTgt spid="156"/>
                                        </p:tgtEl>
                                        <p:attrNameLst>
                                          <p:attrName>ppt_y</p:attrName>
                                        </p:attrNameLst>
                                      </p:cBhvr>
                                      <p:tavLst>
                                        <p:tav tm="0">
                                          <p:val>
                                            <p:strVal val="#ppt_y+.1"/>
                                          </p:val>
                                        </p:tav>
                                        <p:tav tm="100000">
                                          <p:val>
                                            <p:strVal val="#ppt_y"/>
                                          </p:val>
                                        </p:tav>
                                      </p:tavLst>
                                    </p:anim>
                                  </p:childTnLst>
                                </p:cTn>
                              </p:par>
                            </p:childTnLst>
                          </p:cTn>
                        </p:par>
                        <p:par>
                          <p:cTn id="106" fill="hold">
                            <p:stCondLst>
                              <p:cond delay="6200"/>
                            </p:stCondLst>
                            <p:childTnLst>
                              <p:par>
                                <p:cTn id="107" presetID="42" presetClass="entr" presetSubtype="0" fill="hold" grpId="0" nodeType="afterEffect">
                                  <p:stCondLst>
                                    <p:cond delay="0"/>
                                  </p:stCondLst>
                                  <p:childTnLst>
                                    <p:set>
                                      <p:cBhvr>
                                        <p:cTn id="108" dur="1" fill="hold">
                                          <p:stCondLst>
                                            <p:cond delay="0"/>
                                          </p:stCondLst>
                                        </p:cTn>
                                        <p:tgtEl>
                                          <p:spTgt spid="157"/>
                                        </p:tgtEl>
                                        <p:attrNameLst>
                                          <p:attrName>style.visibility</p:attrName>
                                        </p:attrNameLst>
                                      </p:cBhvr>
                                      <p:to>
                                        <p:strVal val="visible"/>
                                      </p:to>
                                    </p:set>
                                    <p:animEffect transition="in" filter="fade">
                                      <p:cBhvr>
                                        <p:cTn id="109" dur="500"/>
                                        <p:tgtEl>
                                          <p:spTgt spid="157"/>
                                        </p:tgtEl>
                                      </p:cBhvr>
                                    </p:animEffect>
                                    <p:anim calcmode="lin" valueType="num">
                                      <p:cBhvr>
                                        <p:cTn id="110" dur="500" fill="hold"/>
                                        <p:tgtEl>
                                          <p:spTgt spid="157"/>
                                        </p:tgtEl>
                                        <p:attrNameLst>
                                          <p:attrName>ppt_x</p:attrName>
                                        </p:attrNameLst>
                                      </p:cBhvr>
                                      <p:tavLst>
                                        <p:tav tm="0">
                                          <p:val>
                                            <p:strVal val="#ppt_x"/>
                                          </p:val>
                                        </p:tav>
                                        <p:tav tm="100000">
                                          <p:val>
                                            <p:strVal val="#ppt_x"/>
                                          </p:val>
                                        </p:tav>
                                      </p:tavLst>
                                    </p:anim>
                                    <p:anim calcmode="lin" valueType="num">
                                      <p:cBhvr>
                                        <p:cTn id="111" dur="500" fill="hold"/>
                                        <p:tgtEl>
                                          <p:spTgt spid="157"/>
                                        </p:tgtEl>
                                        <p:attrNameLst>
                                          <p:attrName>ppt_y</p:attrName>
                                        </p:attrNameLst>
                                      </p:cBhvr>
                                      <p:tavLst>
                                        <p:tav tm="0">
                                          <p:val>
                                            <p:strVal val="#ppt_y+.1"/>
                                          </p:val>
                                        </p:tav>
                                        <p:tav tm="100000">
                                          <p:val>
                                            <p:strVal val="#ppt_y"/>
                                          </p:val>
                                        </p:tav>
                                      </p:tavLst>
                                    </p:anim>
                                  </p:childTnLst>
                                </p:cTn>
                              </p:par>
                              <p:par>
                                <p:cTn id="112" presetID="42" presetClass="entr" presetSubtype="0" fill="hold" grpId="0" nodeType="with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500"/>
                                        <p:tgtEl>
                                          <p:spTgt spid="155"/>
                                        </p:tgtEl>
                                      </p:cBhvr>
                                    </p:animEffect>
                                    <p:anim calcmode="lin" valueType="num">
                                      <p:cBhvr>
                                        <p:cTn id="115" dur="500" fill="hold"/>
                                        <p:tgtEl>
                                          <p:spTgt spid="155"/>
                                        </p:tgtEl>
                                        <p:attrNameLst>
                                          <p:attrName>ppt_x</p:attrName>
                                        </p:attrNameLst>
                                      </p:cBhvr>
                                      <p:tavLst>
                                        <p:tav tm="0">
                                          <p:val>
                                            <p:strVal val="#ppt_x"/>
                                          </p:val>
                                        </p:tav>
                                        <p:tav tm="100000">
                                          <p:val>
                                            <p:strVal val="#ppt_x"/>
                                          </p:val>
                                        </p:tav>
                                      </p:tavLst>
                                    </p:anim>
                                    <p:anim calcmode="lin" valueType="num">
                                      <p:cBhvr>
                                        <p:cTn id="116" dur="500" fill="hold"/>
                                        <p:tgtEl>
                                          <p:spTgt spid="15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47" grpId="0"/>
      <p:bldP spid="148" grpId="0"/>
      <p:bldP spid="149" grpId="0"/>
      <p:bldP spid="150" grpId="0"/>
      <p:bldP spid="153" grpId="0"/>
      <p:bldP spid="154" grpId="0"/>
      <p:bldP spid="155" grpId="0"/>
      <p:bldP spid="156" grpId="0"/>
      <p:bldP spid="157" grpId="0"/>
      <p:bldP spid="158" grpId="0"/>
      <p:bldP spid="159" grpId="0"/>
      <p:bldP spid="16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任意多边形 5"/>
          <p:cNvSpPr>
            <a:spLocks/>
          </p:cNvSpPr>
          <p:nvPr/>
        </p:nvSpPr>
        <p:spPr bwMode="auto">
          <a:xfrm>
            <a:off x="5731221" y="4642260"/>
            <a:ext cx="1415702" cy="2273738"/>
          </a:xfrm>
          <a:custGeom>
            <a:avLst/>
            <a:gdLst>
              <a:gd name="connsiteX0" fmla="*/ 616199 w 1342369"/>
              <a:gd name="connsiteY0" fmla="*/ 690 h 2155959"/>
              <a:gd name="connsiteX1" fmla="*/ 644718 w 1342369"/>
              <a:gd name="connsiteY1" fmla="*/ 7198 h 2155959"/>
              <a:gd name="connsiteX2" fmla="*/ 891891 w 1342369"/>
              <a:gd name="connsiteY2" fmla="*/ 594450 h 2155959"/>
              <a:gd name="connsiteX3" fmla="*/ 1184379 w 1342369"/>
              <a:gd name="connsiteY3" fmla="*/ 382215 h 2155959"/>
              <a:gd name="connsiteX4" fmla="*/ 1340922 w 1342369"/>
              <a:gd name="connsiteY4" fmla="*/ 349247 h 2155959"/>
              <a:gd name="connsiteX5" fmla="*/ 1027836 w 1342369"/>
              <a:gd name="connsiteY5" fmla="*/ 1080737 h 2155959"/>
              <a:gd name="connsiteX6" fmla="*/ 1036689 w 1342369"/>
              <a:gd name="connsiteY6" fmla="*/ 2096039 h 2155959"/>
              <a:gd name="connsiteX7" fmla="*/ 1046134 w 1342369"/>
              <a:gd name="connsiteY7" fmla="*/ 2155959 h 2155959"/>
              <a:gd name="connsiteX8" fmla="*/ 543956 w 1342369"/>
              <a:gd name="connsiteY8" fmla="*/ 2155959 h 2155959"/>
              <a:gd name="connsiteX9" fmla="*/ 544822 w 1342369"/>
              <a:gd name="connsiteY9" fmla="*/ 2146849 h 2155959"/>
              <a:gd name="connsiteX10" fmla="*/ 587044 w 1342369"/>
              <a:gd name="connsiteY10" fmla="*/ 1332122 h 2155959"/>
              <a:gd name="connsiteX11" fmla="*/ 138013 w 1342369"/>
              <a:gd name="connsiteY11" fmla="*/ 796383 h 2155959"/>
              <a:gd name="connsiteX12" fmla="*/ 53562 w 1342369"/>
              <a:gd name="connsiteY12" fmla="*/ 608874 h 2155959"/>
              <a:gd name="connsiteX13" fmla="*/ 333692 w 1342369"/>
              <a:gd name="connsiteY13" fmla="*/ 755172 h 2155959"/>
              <a:gd name="connsiteX14" fmla="*/ 39144 w 1342369"/>
              <a:gd name="connsiteY14" fmla="*/ 417244 h 2155959"/>
              <a:gd name="connsiteX15" fmla="*/ 45323 w 1342369"/>
              <a:gd name="connsiteY15" fmla="*/ 264765 h 2155959"/>
              <a:gd name="connsiteX16" fmla="*/ 407844 w 1342369"/>
              <a:gd name="connsiteY16" fmla="*/ 596511 h 2155959"/>
              <a:gd name="connsiteX17" fmla="*/ 189508 w 1342369"/>
              <a:gd name="connsiteY17" fmla="*/ 101982 h 2155959"/>
              <a:gd name="connsiteX18" fmla="*/ 372828 w 1342369"/>
              <a:gd name="connsiteY18" fmla="*/ 242099 h 2155959"/>
              <a:gd name="connsiteX19" fmla="*/ 620001 w 1342369"/>
              <a:gd name="connsiteY19" fmla="*/ 396639 h 2155959"/>
              <a:gd name="connsiteX20" fmla="*/ 616199 w 1342369"/>
              <a:gd name="connsiteY20" fmla="*/ 690 h 215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2369" h="2155959">
                <a:moveTo>
                  <a:pt x="616199" y="690"/>
                </a:moveTo>
                <a:cubicBezTo>
                  <a:pt x="623960" y="-1205"/>
                  <a:pt x="633390" y="758"/>
                  <a:pt x="644718" y="7198"/>
                </a:cubicBezTo>
                <a:cubicBezTo>
                  <a:pt x="735348" y="56650"/>
                  <a:pt x="768305" y="567663"/>
                  <a:pt x="891891" y="594450"/>
                </a:cubicBezTo>
                <a:cubicBezTo>
                  <a:pt x="1017538" y="621237"/>
                  <a:pt x="1151423" y="456394"/>
                  <a:pt x="1184379" y="382215"/>
                </a:cubicBezTo>
                <a:cubicBezTo>
                  <a:pt x="1217336" y="305975"/>
                  <a:pt x="1322384" y="266825"/>
                  <a:pt x="1340922" y="349247"/>
                </a:cubicBezTo>
                <a:cubicBezTo>
                  <a:pt x="1361520" y="431668"/>
                  <a:pt x="1157602" y="542937"/>
                  <a:pt x="1027836" y="1080737"/>
                </a:cubicBezTo>
                <a:cubicBezTo>
                  <a:pt x="956002" y="1382090"/>
                  <a:pt x="991702" y="1793626"/>
                  <a:pt x="1036689" y="2096039"/>
                </a:cubicBezTo>
                <a:lnTo>
                  <a:pt x="1046134" y="2155959"/>
                </a:lnTo>
                <a:lnTo>
                  <a:pt x="543956" y="2155959"/>
                </a:lnTo>
                <a:lnTo>
                  <a:pt x="544822" y="2146849"/>
                </a:lnTo>
                <a:cubicBezTo>
                  <a:pt x="564210" y="1938701"/>
                  <a:pt x="594125" y="1568698"/>
                  <a:pt x="587044" y="1332122"/>
                </a:cubicBezTo>
                <a:cubicBezTo>
                  <a:pt x="576746" y="988013"/>
                  <a:pt x="265719" y="887047"/>
                  <a:pt x="138013" y="796383"/>
                </a:cubicBezTo>
                <a:cubicBezTo>
                  <a:pt x="10307" y="705719"/>
                  <a:pt x="-18530" y="604753"/>
                  <a:pt x="53562" y="608874"/>
                </a:cubicBezTo>
                <a:cubicBezTo>
                  <a:pt x="123595" y="612995"/>
                  <a:pt x="319274" y="788141"/>
                  <a:pt x="333692" y="755172"/>
                </a:cubicBezTo>
                <a:cubicBezTo>
                  <a:pt x="348110" y="724264"/>
                  <a:pt x="113296" y="532634"/>
                  <a:pt x="39144" y="417244"/>
                </a:cubicBezTo>
                <a:cubicBezTo>
                  <a:pt x="-37068" y="303915"/>
                  <a:pt x="16486" y="275067"/>
                  <a:pt x="45323" y="264765"/>
                </a:cubicBezTo>
                <a:cubicBezTo>
                  <a:pt x="76220" y="254462"/>
                  <a:pt x="391366" y="617116"/>
                  <a:pt x="407844" y="596511"/>
                </a:cubicBezTo>
                <a:cubicBezTo>
                  <a:pt x="426382" y="573845"/>
                  <a:pt x="177149" y="137011"/>
                  <a:pt x="189508" y="101982"/>
                </a:cubicBezTo>
                <a:cubicBezTo>
                  <a:pt x="199806" y="66953"/>
                  <a:pt x="263660" y="-3105"/>
                  <a:pt x="372828" y="242099"/>
                </a:cubicBezTo>
                <a:cubicBezTo>
                  <a:pt x="481996" y="487303"/>
                  <a:pt x="655017" y="600632"/>
                  <a:pt x="620001" y="396639"/>
                </a:cubicBezTo>
                <a:cubicBezTo>
                  <a:pt x="589362" y="216342"/>
                  <a:pt x="561877" y="13959"/>
                  <a:pt x="616199" y="690"/>
                </a:cubicBezTo>
                <a:close/>
              </a:path>
            </a:pathLst>
          </a:custGeom>
          <a:solidFill>
            <a:schemeClr val="tx1">
              <a:lumMod val="75000"/>
              <a:lumOff val="25000"/>
            </a:schemeClr>
          </a:solidFill>
          <a:ln>
            <a:noFill/>
          </a:ln>
        </p:spPr>
        <p:txBody>
          <a:bodyPr vert="horz" wrap="square" lIns="96435" tIns="48218" rIns="96435" bIns="48218" numCol="1" anchor="t" anchorCtr="0" compatLnSpc="1">
            <a:prstTxWarp prst="textNoShape">
              <a:avLst/>
            </a:prstTxWarp>
            <a:noAutofit/>
          </a:bodyPr>
          <a:lstStyle/>
          <a:p>
            <a:endParaRPr lang="zh-CN" altLang="en-US" sz="1898"/>
          </a:p>
        </p:txBody>
      </p:sp>
      <p:sp>
        <p:nvSpPr>
          <p:cNvPr id="7" name="Freeform 6"/>
          <p:cNvSpPr>
            <a:spLocks/>
          </p:cNvSpPr>
          <p:nvPr/>
        </p:nvSpPr>
        <p:spPr bwMode="auto">
          <a:xfrm>
            <a:off x="5844480" y="2258303"/>
            <a:ext cx="2737357" cy="2590026"/>
          </a:xfrm>
          <a:custGeom>
            <a:avLst/>
            <a:gdLst>
              <a:gd name="T0" fmla="*/ 388 w 1261"/>
              <a:gd name="T1" fmla="*/ 1185 h 1192"/>
              <a:gd name="T2" fmla="*/ 659 w 1261"/>
              <a:gd name="T3" fmla="*/ 0 h 1192"/>
              <a:gd name="T4" fmla="*/ 490 w 1261"/>
              <a:gd name="T5" fmla="*/ 1192 h 1192"/>
              <a:gd name="T6" fmla="*/ 595 w 1261"/>
              <a:gd name="T7" fmla="*/ 548 h 1192"/>
              <a:gd name="T8" fmla="*/ 388 w 1261"/>
              <a:gd name="T9" fmla="*/ 1185 h 1192"/>
            </a:gdLst>
            <a:ahLst/>
            <a:cxnLst>
              <a:cxn ang="0">
                <a:pos x="T0" y="T1"/>
              </a:cxn>
              <a:cxn ang="0">
                <a:pos x="T2" y="T3"/>
              </a:cxn>
              <a:cxn ang="0">
                <a:pos x="T4" y="T5"/>
              </a:cxn>
              <a:cxn ang="0">
                <a:pos x="T6" y="T7"/>
              </a:cxn>
              <a:cxn ang="0">
                <a:pos x="T8" y="T9"/>
              </a:cxn>
            </a:cxnLst>
            <a:rect l="0" t="0" r="r" b="b"/>
            <a:pathLst>
              <a:path w="1261" h="1192">
                <a:moveTo>
                  <a:pt x="388" y="1185"/>
                </a:moveTo>
                <a:cubicBezTo>
                  <a:pt x="388" y="1185"/>
                  <a:pt x="0" y="615"/>
                  <a:pt x="659" y="0"/>
                </a:cubicBezTo>
                <a:cubicBezTo>
                  <a:pt x="659" y="0"/>
                  <a:pt x="1261" y="710"/>
                  <a:pt x="490" y="1192"/>
                </a:cubicBezTo>
                <a:cubicBezTo>
                  <a:pt x="490" y="1192"/>
                  <a:pt x="508" y="734"/>
                  <a:pt x="595" y="548"/>
                </a:cubicBezTo>
                <a:cubicBezTo>
                  <a:pt x="595" y="548"/>
                  <a:pt x="363" y="953"/>
                  <a:pt x="388" y="1185"/>
                </a:cubicBezTo>
                <a:close/>
              </a:path>
            </a:pathLst>
          </a:custGeom>
          <a:solidFill>
            <a:srgbClr val="95C53E"/>
          </a:solidFill>
          <a:ln>
            <a:noFill/>
          </a:ln>
        </p:spPr>
        <p:txBody>
          <a:bodyPr vert="horz" wrap="square" lIns="96435" tIns="48218" rIns="96435" bIns="48218" numCol="1" anchor="t" anchorCtr="0" compatLnSpc="1">
            <a:prstTxWarp prst="textNoShape">
              <a:avLst/>
            </a:prstTxWarp>
          </a:bodyPr>
          <a:lstStyle/>
          <a:p>
            <a:endParaRPr lang="zh-CN" altLang="en-US" sz="1898"/>
          </a:p>
        </p:txBody>
      </p:sp>
      <p:sp>
        <p:nvSpPr>
          <p:cNvPr id="8" name="Freeform 7"/>
          <p:cNvSpPr>
            <a:spLocks/>
          </p:cNvSpPr>
          <p:nvPr/>
        </p:nvSpPr>
        <p:spPr bwMode="auto">
          <a:xfrm>
            <a:off x="7255852" y="3862210"/>
            <a:ext cx="2025811" cy="1987305"/>
          </a:xfrm>
          <a:custGeom>
            <a:avLst/>
            <a:gdLst>
              <a:gd name="T0" fmla="*/ 0 w 933"/>
              <a:gd name="T1" fmla="*/ 502 h 915"/>
              <a:gd name="T2" fmla="*/ 933 w 933"/>
              <a:gd name="T3" fmla="*/ 207 h 915"/>
              <a:gd name="T4" fmla="*/ 37 w 933"/>
              <a:gd name="T5" fmla="*/ 576 h 915"/>
              <a:gd name="T6" fmla="*/ 527 w 933"/>
              <a:gd name="T7" fmla="*/ 386 h 915"/>
              <a:gd name="T8" fmla="*/ 0 w 933"/>
              <a:gd name="T9" fmla="*/ 502 h 915"/>
            </a:gdLst>
            <a:ahLst/>
            <a:cxnLst>
              <a:cxn ang="0">
                <a:pos x="T0" y="T1"/>
              </a:cxn>
              <a:cxn ang="0">
                <a:pos x="T2" y="T3"/>
              </a:cxn>
              <a:cxn ang="0">
                <a:pos x="T4" y="T5"/>
              </a:cxn>
              <a:cxn ang="0">
                <a:pos x="T6" y="T7"/>
              </a:cxn>
              <a:cxn ang="0">
                <a:pos x="T8" y="T9"/>
              </a:cxn>
            </a:cxnLst>
            <a:rect l="0" t="0" r="r" b="b"/>
            <a:pathLst>
              <a:path w="933" h="915">
                <a:moveTo>
                  <a:pt x="0" y="502"/>
                </a:moveTo>
                <a:cubicBezTo>
                  <a:pt x="0" y="502"/>
                  <a:pt x="238" y="0"/>
                  <a:pt x="933" y="207"/>
                </a:cubicBezTo>
                <a:cubicBezTo>
                  <a:pt x="933" y="207"/>
                  <a:pt x="686" y="915"/>
                  <a:pt x="37" y="576"/>
                </a:cubicBezTo>
                <a:cubicBezTo>
                  <a:pt x="37" y="576"/>
                  <a:pt x="362" y="402"/>
                  <a:pt x="527" y="386"/>
                </a:cubicBezTo>
                <a:cubicBezTo>
                  <a:pt x="527" y="386"/>
                  <a:pt x="151" y="390"/>
                  <a:pt x="0" y="502"/>
                </a:cubicBezTo>
                <a:close/>
              </a:path>
            </a:pathLst>
          </a:custGeom>
          <a:solidFill>
            <a:srgbClr val="95C53E"/>
          </a:solidFill>
          <a:ln>
            <a:noFill/>
          </a:ln>
        </p:spPr>
        <p:txBody>
          <a:bodyPr vert="horz" wrap="square" lIns="96435" tIns="48218" rIns="96435" bIns="48218" numCol="1" anchor="t" anchorCtr="0" compatLnSpc="1">
            <a:prstTxWarp prst="textNoShape">
              <a:avLst/>
            </a:prstTxWarp>
          </a:bodyPr>
          <a:lstStyle/>
          <a:p>
            <a:endParaRPr lang="zh-CN" altLang="en-US" sz="1898"/>
          </a:p>
        </p:txBody>
      </p:sp>
      <p:sp>
        <p:nvSpPr>
          <p:cNvPr id="9" name="Freeform 8"/>
          <p:cNvSpPr>
            <a:spLocks/>
          </p:cNvSpPr>
          <p:nvPr/>
        </p:nvSpPr>
        <p:spPr bwMode="auto">
          <a:xfrm>
            <a:off x="3585952" y="3447004"/>
            <a:ext cx="2106174" cy="2226718"/>
          </a:xfrm>
          <a:custGeom>
            <a:avLst/>
            <a:gdLst>
              <a:gd name="T0" fmla="*/ 966 w 970"/>
              <a:gd name="T1" fmla="*/ 703 h 1025"/>
              <a:gd name="T2" fmla="*/ 0 w 970"/>
              <a:gd name="T3" fmla="*/ 498 h 1025"/>
              <a:gd name="T4" fmla="*/ 970 w 970"/>
              <a:gd name="T5" fmla="*/ 620 h 1025"/>
              <a:gd name="T6" fmla="*/ 445 w 970"/>
              <a:gd name="T7" fmla="*/ 543 h 1025"/>
              <a:gd name="T8" fmla="*/ 966 w 970"/>
              <a:gd name="T9" fmla="*/ 703 h 1025"/>
            </a:gdLst>
            <a:ahLst/>
            <a:cxnLst>
              <a:cxn ang="0">
                <a:pos x="T0" y="T1"/>
              </a:cxn>
              <a:cxn ang="0">
                <a:pos x="T2" y="T3"/>
              </a:cxn>
              <a:cxn ang="0">
                <a:pos x="T4" y="T5"/>
              </a:cxn>
              <a:cxn ang="0">
                <a:pos x="T6" y="T7"/>
              </a:cxn>
              <a:cxn ang="0">
                <a:pos x="T8" y="T9"/>
              </a:cxn>
            </a:cxnLst>
            <a:rect l="0" t="0" r="r" b="b"/>
            <a:pathLst>
              <a:path w="970" h="1025">
                <a:moveTo>
                  <a:pt x="966" y="703"/>
                </a:moveTo>
                <a:cubicBezTo>
                  <a:pt x="966" y="703"/>
                  <a:pt x="507" y="1025"/>
                  <a:pt x="0" y="498"/>
                </a:cubicBezTo>
                <a:cubicBezTo>
                  <a:pt x="0" y="498"/>
                  <a:pt x="568" y="0"/>
                  <a:pt x="970" y="620"/>
                </a:cubicBezTo>
                <a:cubicBezTo>
                  <a:pt x="970" y="620"/>
                  <a:pt x="598" y="611"/>
                  <a:pt x="445" y="543"/>
                </a:cubicBezTo>
                <a:cubicBezTo>
                  <a:pt x="445" y="543"/>
                  <a:pt x="778" y="726"/>
                  <a:pt x="966" y="703"/>
                </a:cubicBezTo>
                <a:close/>
              </a:path>
            </a:pathLst>
          </a:custGeom>
          <a:solidFill>
            <a:srgbClr val="95C53E"/>
          </a:solidFill>
          <a:ln>
            <a:noFill/>
          </a:ln>
        </p:spPr>
        <p:txBody>
          <a:bodyPr vert="horz" wrap="square" lIns="96435" tIns="48218" rIns="96435" bIns="48218" numCol="1" anchor="t" anchorCtr="0" compatLnSpc="1">
            <a:prstTxWarp prst="textNoShape">
              <a:avLst/>
            </a:prstTxWarp>
          </a:bodyPr>
          <a:lstStyle/>
          <a:p>
            <a:endParaRPr lang="zh-CN" altLang="en-US" sz="1898"/>
          </a:p>
        </p:txBody>
      </p:sp>
      <p:sp>
        <p:nvSpPr>
          <p:cNvPr id="10" name="Freeform 9"/>
          <p:cNvSpPr>
            <a:spLocks/>
          </p:cNvSpPr>
          <p:nvPr/>
        </p:nvSpPr>
        <p:spPr bwMode="auto">
          <a:xfrm>
            <a:off x="4642387" y="2454188"/>
            <a:ext cx="2102826" cy="2191560"/>
          </a:xfrm>
          <a:custGeom>
            <a:avLst/>
            <a:gdLst>
              <a:gd name="T0" fmla="*/ 594 w 968"/>
              <a:gd name="T1" fmla="*/ 1009 h 1009"/>
              <a:gd name="T2" fmla="*/ 142 w 968"/>
              <a:gd name="T3" fmla="*/ 0 h 1009"/>
              <a:gd name="T4" fmla="*/ 671 w 968"/>
              <a:gd name="T5" fmla="*/ 958 h 1009"/>
              <a:gd name="T6" fmla="*/ 395 w 968"/>
              <a:gd name="T7" fmla="*/ 433 h 1009"/>
              <a:gd name="T8" fmla="*/ 594 w 968"/>
              <a:gd name="T9" fmla="*/ 1009 h 1009"/>
            </a:gdLst>
            <a:ahLst/>
            <a:cxnLst>
              <a:cxn ang="0">
                <a:pos x="T0" y="T1"/>
              </a:cxn>
              <a:cxn ang="0">
                <a:pos x="T2" y="T3"/>
              </a:cxn>
              <a:cxn ang="0">
                <a:pos x="T4" y="T5"/>
              </a:cxn>
              <a:cxn ang="0">
                <a:pos x="T6" y="T7"/>
              </a:cxn>
              <a:cxn ang="0">
                <a:pos x="T8" y="T9"/>
              </a:cxn>
            </a:cxnLst>
            <a:rect l="0" t="0" r="r" b="b"/>
            <a:pathLst>
              <a:path w="968" h="1009">
                <a:moveTo>
                  <a:pt x="594" y="1009"/>
                </a:moveTo>
                <a:cubicBezTo>
                  <a:pt x="594" y="1009"/>
                  <a:pt x="0" y="806"/>
                  <a:pt x="142" y="0"/>
                </a:cubicBezTo>
                <a:cubicBezTo>
                  <a:pt x="142" y="0"/>
                  <a:pt x="968" y="186"/>
                  <a:pt x="671" y="958"/>
                </a:cubicBezTo>
                <a:cubicBezTo>
                  <a:pt x="671" y="958"/>
                  <a:pt x="435" y="615"/>
                  <a:pt x="395" y="433"/>
                </a:cubicBezTo>
                <a:cubicBezTo>
                  <a:pt x="395" y="433"/>
                  <a:pt x="449" y="854"/>
                  <a:pt x="594" y="1009"/>
                </a:cubicBezTo>
                <a:close/>
              </a:path>
            </a:pathLst>
          </a:custGeom>
          <a:solidFill>
            <a:srgbClr val="95C53E"/>
          </a:solidFill>
          <a:ln>
            <a:noFill/>
          </a:ln>
        </p:spPr>
        <p:txBody>
          <a:bodyPr vert="horz" wrap="square" lIns="96435" tIns="48218" rIns="96435" bIns="48218" numCol="1" anchor="t" anchorCtr="0" compatLnSpc="1">
            <a:prstTxWarp prst="textNoShape">
              <a:avLst/>
            </a:prstTxWarp>
          </a:bodyPr>
          <a:lstStyle/>
          <a:p>
            <a:endParaRPr lang="zh-CN" altLang="en-US" sz="1898"/>
          </a:p>
        </p:txBody>
      </p:sp>
      <p:sp>
        <p:nvSpPr>
          <p:cNvPr id="11" name="矩形 10"/>
          <p:cNvSpPr/>
          <p:nvPr/>
        </p:nvSpPr>
        <p:spPr>
          <a:xfrm>
            <a:off x="407937" y="3917717"/>
            <a:ext cx="3291013" cy="1055215"/>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tx1">
                    <a:lumMod val="75000"/>
                    <a:lumOff val="25000"/>
                  </a:schemeClr>
                </a:solidFill>
              </a:rPr>
              <a:t>在此添加关键字</a:t>
            </a:r>
          </a:p>
          <a:p>
            <a:pPr algn="r">
              <a:lnSpc>
                <a:spcPct val="150000"/>
              </a:lnSpc>
            </a:pPr>
            <a:r>
              <a:rPr lang="en-US" altLang="zh-CN" sz="1266" dirty="0">
                <a:solidFill>
                  <a:schemeClr val="tx1">
                    <a:lumMod val="75000"/>
                    <a:lumOff val="25000"/>
                  </a:schemeClr>
                </a:solidFill>
              </a:rPr>
              <a:t>WPS Office 2013</a:t>
            </a:r>
            <a:r>
              <a:rPr lang="zh-CN" altLang="en-US" sz="1266" dirty="0">
                <a:solidFill>
                  <a:schemeClr val="tx1">
                    <a:lumMod val="75000"/>
                    <a:lumOff val="25000"/>
                  </a:schemeClr>
                </a:solidFill>
              </a:rPr>
              <a:t>在线模板首页全新升级，更新上百个热门标签让你更方便查找。</a:t>
            </a:r>
          </a:p>
        </p:txBody>
      </p:sp>
      <p:sp>
        <p:nvSpPr>
          <p:cNvPr id="12" name="矩形 11"/>
          <p:cNvSpPr/>
          <p:nvPr/>
        </p:nvSpPr>
        <p:spPr>
          <a:xfrm>
            <a:off x="1449259" y="2183283"/>
            <a:ext cx="3291013" cy="1055215"/>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tx1">
                    <a:lumMod val="75000"/>
                    <a:lumOff val="25000"/>
                  </a:schemeClr>
                </a:solidFill>
              </a:rPr>
              <a:t>在此添加关键字</a:t>
            </a:r>
          </a:p>
          <a:p>
            <a:pPr algn="r">
              <a:lnSpc>
                <a:spcPct val="150000"/>
              </a:lnSpc>
            </a:pPr>
            <a:r>
              <a:rPr lang="en-US" altLang="zh-CN" sz="1266" dirty="0">
                <a:solidFill>
                  <a:schemeClr val="tx1">
                    <a:lumMod val="75000"/>
                    <a:lumOff val="25000"/>
                  </a:schemeClr>
                </a:solidFill>
              </a:rPr>
              <a:t>WPS Office 2013</a:t>
            </a:r>
            <a:r>
              <a:rPr lang="zh-CN" altLang="en-US" sz="1266" dirty="0">
                <a:solidFill>
                  <a:schemeClr val="tx1">
                    <a:lumMod val="75000"/>
                    <a:lumOff val="25000"/>
                  </a:schemeClr>
                </a:solidFill>
              </a:rPr>
              <a:t>在线模板首页全新升级，更新上百个热门标签让你更方便查找。</a:t>
            </a:r>
          </a:p>
        </p:txBody>
      </p:sp>
      <p:sp>
        <p:nvSpPr>
          <p:cNvPr id="13" name="矩形 12"/>
          <p:cNvSpPr/>
          <p:nvPr/>
        </p:nvSpPr>
        <p:spPr>
          <a:xfrm>
            <a:off x="7801648" y="2183283"/>
            <a:ext cx="3291013" cy="1055215"/>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tx1">
                    <a:lumMod val="75000"/>
                    <a:lumOff val="25000"/>
                  </a:schemeClr>
                </a:solidFill>
              </a:rPr>
              <a:t>在此添加关键字</a:t>
            </a:r>
          </a:p>
          <a:p>
            <a:pPr>
              <a:lnSpc>
                <a:spcPct val="150000"/>
              </a:lnSpc>
            </a:pPr>
            <a:r>
              <a:rPr lang="en-US" altLang="zh-CN" sz="1266" dirty="0">
                <a:solidFill>
                  <a:schemeClr val="tx1">
                    <a:lumMod val="75000"/>
                    <a:lumOff val="25000"/>
                  </a:schemeClr>
                </a:solidFill>
              </a:rPr>
              <a:t>WPS Office 2013</a:t>
            </a:r>
            <a:r>
              <a:rPr lang="zh-CN" altLang="en-US" sz="1266" dirty="0">
                <a:solidFill>
                  <a:schemeClr val="tx1">
                    <a:lumMod val="75000"/>
                    <a:lumOff val="25000"/>
                  </a:schemeClr>
                </a:solidFill>
              </a:rPr>
              <a:t>在线模板首页全新升级，更新上百个热门标签让你更方便查找。</a:t>
            </a:r>
          </a:p>
        </p:txBody>
      </p:sp>
      <p:sp>
        <p:nvSpPr>
          <p:cNvPr id="14" name="矩形 13"/>
          <p:cNvSpPr/>
          <p:nvPr/>
        </p:nvSpPr>
        <p:spPr>
          <a:xfrm>
            <a:off x="9281663" y="4114653"/>
            <a:ext cx="3291013" cy="1055215"/>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tx1">
                    <a:lumMod val="75000"/>
                    <a:lumOff val="25000"/>
                  </a:schemeClr>
                </a:solidFill>
              </a:rPr>
              <a:t>在此添加关键字</a:t>
            </a:r>
          </a:p>
          <a:p>
            <a:pPr>
              <a:lnSpc>
                <a:spcPct val="150000"/>
              </a:lnSpc>
            </a:pPr>
            <a:r>
              <a:rPr lang="en-US" altLang="zh-CN" sz="1266" dirty="0">
                <a:solidFill>
                  <a:schemeClr val="tx1">
                    <a:lumMod val="75000"/>
                    <a:lumOff val="25000"/>
                  </a:schemeClr>
                </a:solidFill>
              </a:rPr>
              <a:t>WPS Office 2013</a:t>
            </a:r>
            <a:r>
              <a:rPr lang="zh-CN" altLang="en-US" sz="1266" dirty="0">
                <a:solidFill>
                  <a:schemeClr val="tx1">
                    <a:lumMod val="75000"/>
                    <a:lumOff val="25000"/>
                  </a:schemeClr>
                </a:solidFill>
              </a:rPr>
              <a:t>在线模板首页全新升级，更新上百个热门标签让你更方便查找。</a:t>
            </a:r>
          </a:p>
        </p:txBody>
      </p:sp>
      <p:sp>
        <p:nvSpPr>
          <p:cNvPr id="17" name="任意多边形 16"/>
          <p:cNvSpPr/>
          <p:nvPr/>
        </p:nvSpPr>
        <p:spPr>
          <a:xfrm>
            <a:off x="4942042" y="6833819"/>
            <a:ext cx="3326715" cy="400634"/>
          </a:xfrm>
          <a:custGeom>
            <a:avLst/>
            <a:gdLst>
              <a:gd name="connsiteX0" fmla="*/ 1577196 w 3154392"/>
              <a:gd name="connsiteY0" fmla="*/ 0 h 301959"/>
              <a:gd name="connsiteX1" fmla="*/ 3112307 w 3154392"/>
              <a:gd name="connsiteY1" fmla="*/ 275763 h 301959"/>
              <a:gd name="connsiteX2" fmla="*/ 3154392 w 3154392"/>
              <a:gd name="connsiteY2" fmla="*/ 301959 h 301959"/>
              <a:gd name="connsiteX3" fmla="*/ 0 w 3154392"/>
              <a:gd name="connsiteY3" fmla="*/ 301959 h 301959"/>
              <a:gd name="connsiteX4" fmla="*/ 42085 w 3154392"/>
              <a:gd name="connsiteY4" fmla="*/ 275763 h 301959"/>
              <a:gd name="connsiteX5" fmla="*/ 1577196 w 3154392"/>
              <a:gd name="connsiteY5" fmla="*/ 0 h 301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54392" h="301959">
                <a:moveTo>
                  <a:pt x="1577196" y="0"/>
                </a:moveTo>
                <a:cubicBezTo>
                  <a:pt x="2216218" y="0"/>
                  <a:pt x="2779619" y="109388"/>
                  <a:pt x="3112307" y="275763"/>
                </a:cubicBezTo>
                <a:lnTo>
                  <a:pt x="3154392" y="301959"/>
                </a:lnTo>
                <a:lnTo>
                  <a:pt x="0" y="301959"/>
                </a:lnTo>
                <a:lnTo>
                  <a:pt x="42085" y="275763"/>
                </a:lnTo>
                <a:cubicBezTo>
                  <a:pt x="374774" y="109388"/>
                  <a:pt x="938175" y="0"/>
                  <a:pt x="1577196" y="0"/>
                </a:cubicBezTo>
                <a:close/>
              </a:path>
            </a:pathLst>
          </a:cu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Tree>
    <p:extLst>
      <p:ext uri="{BB962C8B-B14F-4D97-AF65-F5344CB8AC3E}">
        <p14:creationId xmlns:p14="http://schemas.microsoft.com/office/powerpoint/2010/main" val="269072329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TextBox 17"/>
          <p:cNvSpPr txBox="1"/>
          <p:nvPr/>
        </p:nvSpPr>
        <p:spPr>
          <a:xfrm>
            <a:off x="909969" y="1892552"/>
            <a:ext cx="2968742" cy="454410"/>
          </a:xfrm>
          <a:prstGeom prst="rect">
            <a:avLst/>
          </a:prstGeom>
          <a:solidFill>
            <a:srgbClr val="0E8146"/>
          </a:solidFill>
        </p:spPr>
        <p:txBody>
          <a:bodyPr wrap="none" lIns="128578" tIns="64289" rIns="128578" bIns="64289" rtlCol="0">
            <a:spAutoFit/>
          </a:bodyPr>
          <a:lstStyle/>
          <a:p>
            <a:r>
              <a:rPr lang="zh-CN" altLang="en-US" sz="2109" dirty="0">
                <a:solidFill>
                  <a:schemeClr val="bg1"/>
                </a:solidFill>
              </a:rPr>
              <a:t>单击此添加文本关键字</a:t>
            </a:r>
            <a:endParaRPr lang="en-US" sz="2109" dirty="0">
              <a:solidFill>
                <a:schemeClr val="bg1"/>
              </a:solidFill>
            </a:endParaRPr>
          </a:p>
        </p:txBody>
      </p:sp>
      <p:sp>
        <p:nvSpPr>
          <p:cNvPr id="7" name="矩形 6"/>
          <p:cNvSpPr/>
          <p:nvPr/>
        </p:nvSpPr>
        <p:spPr>
          <a:xfrm>
            <a:off x="811756" y="2442625"/>
            <a:ext cx="4882875" cy="3727046"/>
          </a:xfrm>
          <a:prstGeom prst="rect">
            <a:avLst/>
          </a:prstGeom>
        </p:spPr>
        <p:txBody>
          <a:bodyPr wrap="square">
            <a:spAutoFit/>
          </a:bodyPr>
          <a:lstStyle/>
          <a:p>
            <a:pPr>
              <a:lnSpc>
                <a:spcPct val="200000"/>
              </a:lnSpc>
            </a:pPr>
            <a:r>
              <a:rPr lang="en-US" altLang="zh-CN" sz="1687" dirty="0">
                <a:solidFill>
                  <a:schemeClr val="tx1">
                    <a:lumMod val="75000"/>
                    <a:lumOff val="25000"/>
                  </a:schemeClr>
                </a:solidFill>
                <a:latin typeface="Helvetica" panose="020B0604020202020204" pitchFamily="34" charset="0"/>
              </a:rPr>
              <a:t>When tomorrow turns in today, yesterday, and someday that no more important in your memory, we suddenly realize that we are pushed forward by time. This is not a train in still in which you may feel forward when another train goes by. It is the truth that we've all grown up. And we become different. </a:t>
            </a:r>
            <a:endParaRPr lang="zh-CN" altLang="en-US" sz="1687" dirty="0">
              <a:solidFill>
                <a:schemeClr val="tx1">
                  <a:lumMod val="75000"/>
                  <a:lumOff val="25000"/>
                </a:schemeClr>
              </a:solidFill>
            </a:endParaRPr>
          </a:p>
        </p:txBody>
      </p:sp>
      <p:sp>
        <p:nvSpPr>
          <p:cNvPr id="8" name="矩形 7"/>
          <p:cNvSpPr/>
          <p:nvPr/>
        </p:nvSpPr>
        <p:spPr>
          <a:xfrm>
            <a:off x="6764827" y="2472491"/>
            <a:ext cx="4333243" cy="1055215"/>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tx1">
                    <a:lumMod val="75000"/>
                    <a:lumOff val="25000"/>
                  </a:schemeClr>
                </a:solidFill>
              </a:rPr>
              <a:t>在此添加关键字</a:t>
            </a:r>
          </a:p>
          <a:p>
            <a:pPr>
              <a:lnSpc>
                <a:spcPct val="150000"/>
              </a:lnSpc>
            </a:pPr>
            <a:r>
              <a:rPr lang="en-US" altLang="zh-CN" sz="1266" dirty="0">
                <a:solidFill>
                  <a:schemeClr val="tx1">
                    <a:lumMod val="75000"/>
                    <a:lumOff val="25000"/>
                  </a:schemeClr>
                </a:solidFill>
              </a:rPr>
              <a:t>Lorem ipsum dolor sit amet, consectetuer adipiscing elit. Maecenas porttitor congue massa. </a:t>
            </a:r>
          </a:p>
        </p:txBody>
      </p:sp>
      <p:sp>
        <p:nvSpPr>
          <p:cNvPr id="9" name="矩形 8"/>
          <p:cNvSpPr/>
          <p:nvPr/>
        </p:nvSpPr>
        <p:spPr>
          <a:xfrm>
            <a:off x="6764827" y="3725357"/>
            <a:ext cx="4333243" cy="1055215"/>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tx1">
                    <a:lumMod val="75000"/>
                    <a:lumOff val="25000"/>
                  </a:schemeClr>
                </a:solidFill>
              </a:rPr>
              <a:t>在此添加关键字</a:t>
            </a:r>
          </a:p>
          <a:p>
            <a:pPr>
              <a:lnSpc>
                <a:spcPct val="150000"/>
              </a:lnSpc>
            </a:pPr>
            <a:r>
              <a:rPr lang="en-US" altLang="zh-CN" sz="1266" dirty="0">
                <a:solidFill>
                  <a:schemeClr val="tx1">
                    <a:lumMod val="75000"/>
                    <a:lumOff val="25000"/>
                  </a:schemeClr>
                </a:solidFill>
              </a:rPr>
              <a:t>Lorem ipsum dolor sit amet, consectetuer adipiscing elit. Maecenas porttitor congue massa. </a:t>
            </a:r>
          </a:p>
        </p:txBody>
      </p:sp>
      <p:sp>
        <p:nvSpPr>
          <p:cNvPr id="10" name="矩形 9"/>
          <p:cNvSpPr/>
          <p:nvPr/>
        </p:nvSpPr>
        <p:spPr>
          <a:xfrm>
            <a:off x="6764827" y="4978225"/>
            <a:ext cx="4333243" cy="1055215"/>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tx1">
                    <a:lumMod val="75000"/>
                    <a:lumOff val="25000"/>
                  </a:schemeClr>
                </a:solidFill>
              </a:rPr>
              <a:t>在此添加关键字</a:t>
            </a:r>
          </a:p>
          <a:p>
            <a:pPr>
              <a:lnSpc>
                <a:spcPct val="150000"/>
              </a:lnSpc>
            </a:pPr>
            <a:r>
              <a:rPr lang="en-US" altLang="zh-CN" sz="1266" dirty="0">
                <a:solidFill>
                  <a:schemeClr val="tx1">
                    <a:lumMod val="75000"/>
                    <a:lumOff val="25000"/>
                  </a:schemeClr>
                </a:solidFill>
              </a:rPr>
              <a:t>Lorem ipsum dolor sit amet, consectetuer adipiscing elit. Maecenas porttitor congue massa. </a:t>
            </a:r>
          </a:p>
        </p:txBody>
      </p:sp>
    </p:spTree>
    <p:extLst>
      <p:ext uri="{BB962C8B-B14F-4D97-AF65-F5344CB8AC3E}">
        <p14:creationId xmlns:p14="http://schemas.microsoft.com/office/powerpoint/2010/main" val="96576693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2" name="直接连接符 20"/>
          <p:cNvCxnSpPr>
            <a:cxnSpLocks noChangeShapeType="1"/>
          </p:cNvCxnSpPr>
          <p:nvPr/>
        </p:nvCxnSpPr>
        <p:spPr bwMode="auto">
          <a:xfrm flipV="1">
            <a:off x="5059607" y="2981062"/>
            <a:ext cx="898104" cy="995239"/>
          </a:xfrm>
          <a:prstGeom prst="line">
            <a:avLst/>
          </a:prstGeom>
          <a:noFill/>
          <a:ln w="6350">
            <a:solidFill>
              <a:srgbClr val="108036"/>
            </a:solidFill>
            <a:prstDash val="sysDot"/>
            <a:miter lim="800000"/>
            <a:headEnd/>
            <a:tailEnd/>
          </a:ln>
          <a:extLst>
            <a:ext uri="{909E8E84-426E-40DD-AFC4-6F175D3DCCD1}">
              <a14:hiddenFill xmlns:a14="http://schemas.microsoft.com/office/drawing/2010/main">
                <a:noFill/>
              </a14:hiddenFill>
            </a:ext>
          </a:extLst>
        </p:spPr>
      </p:cxnSp>
      <p:cxnSp>
        <p:nvCxnSpPr>
          <p:cNvPr id="103" name="直接连接符 20"/>
          <p:cNvCxnSpPr>
            <a:cxnSpLocks noChangeShapeType="1"/>
          </p:cNvCxnSpPr>
          <p:nvPr/>
        </p:nvCxnSpPr>
        <p:spPr bwMode="auto">
          <a:xfrm flipH="1" flipV="1">
            <a:off x="6773279" y="2981062"/>
            <a:ext cx="898104" cy="995239"/>
          </a:xfrm>
          <a:prstGeom prst="line">
            <a:avLst/>
          </a:prstGeom>
          <a:noFill/>
          <a:ln w="6350">
            <a:solidFill>
              <a:srgbClr val="108036"/>
            </a:solidFill>
            <a:prstDash val="sysDot"/>
            <a:miter lim="800000"/>
            <a:headEnd/>
            <a:tailEnd/>
          </a:ln>
          <a:extLst>
            <a:ext uri="{909E8E84-426E-40DD-AFC4-6F175D3DCCD1}">
              <a14:hiddenFill xmlns:a14="http://schemas.microsoft.com/office/drawing/2010/main">
                <a:noFill/>
              </a14:hiddenFill>
            </a:ext>
          </a:extLst>
        </p:spPr>
      </p:cxnSp>
      <p:cxnSp>
        <p:nvCxnSpPr>
          <p:cNvPr id="104" name="直接连接符 20"/>
          <p:cNvCxnSpPr>
            <a:cxnSpLocks noChangeShapeType="1"/>
          </p:cNvCxnSpPr>
          <p:nvPr/>
        </p:nvCxnSpPr>
        <p:spPr bwMode="auto">
          <a:xfrm flipH="1" flipV="1">
            <a:off x="7016590" y="2873935"/>
            <a:ext cx="3205579" cy="1264500"/>
          </a:xfrm>
          <a:prstGeom prst="line">
            <a:avLst/>
          </a:prstGeom>
          <a:noFill/>
          <a:ln w="6350">
            <a:solidFill>
              <a:srgbClr val="108036"/>
            </a:solidFill>
            <a:prstDash val="sysDot"/>
            <a:miter lim="800000"/>
            <a:headEnd/>
            <a:tailEnd/>
          </a:ln>
          <a:extLst>
            <a:ext uri="{909E8E84-426E-40DD-AFC4-6F175D3DCCD1}">
              <a14:hiddenFill xmlns:a14="http://schemas.microsoft.com/office/drawing/2010/main">
                <a:noFill/>
              </a14:hiddenFill>
            </a:ext>
          </a:extLst>
        </p:spPr>
      </p:cxnSp>
      <p:cxnSp>
        <p:nvCxnSpPr>
          <p:cNvPr id="105" name="直接连接符 20"/>
          <p:cNvCxnSpPr>
            <a:cxnSpLocks noChangeShapeType="1"/>
          </p:cNvCxnSpPr>
          <p:nvPr/>
        </p:nvCxnSpPr>
        <p:spPr bwMode="auto">
          <a:xfrm flipV="1">
            <a:off x="2775006" y="2873934"/>
            <a:ext cx="3006853" cy="1178419"/>
          </a:xfrm>
          <a:prstGeom prst="line">
            <a:avLst/>
          </a:prstGeom>
          <a:noFill/>
          <a:ln w="6350">
            <a:solidFill>
              <a:srgbClr val="108036"/>
            </a:solidFill>
            <a:prstDash val="sysDot"/>
            <a:miter lim="800000"/>
            <a:headEnd/>
            <a:tailEnd/>
          </a:ln>
          <a:extLst>
            <a:ext uri="{909E8E84-426E-40DD-AFC4-6F175D3DCCD1}">
              <a14:hiddenFill xmlns:a14="http://schemas.microsoft.com/office/drawing/2010/main">
                <a:noFill/>
              </a14:hiddenFill>
            </a:ext>
          </a:extLst>
        </p:spPr>
      </p:cxnSp>
      <p:grpSp>
        <p:nvGrpSpPr>
          <p:cNvPr id="89" name="组合 88"/>
          <p:cNvGrpSpPr/>
          <p:nvPr/>
        </p:nvGrpSpPr>
        <p:grpSpPr>
          <a:xfrm>
            <a:off x="4330433" y="3443066"/>
            <a:ext cx="1362101" cy="1573443"/>
            <a:chOff x="4966840" y="32547"/>
            <a:chExt cx="1506022" cy="1739302"/>
          </a:xfrm>
          <a:effectLst>
            <a:outerShdw blurRad="63500" sx="102000" sy="102000" algn="ctr" rotWithShape="0">
              <a:prstClr val="black">
                <a:alpha val="40000"/>
              </a:prstClr>
            </a:outerShdw>
          </a:effectLst>
        </p:grpSpPr>
        <p:sp>
          <p:nvSpPr>
            <p:cNvPr id="100" name="Freeform 27"/>
            <p:cNvSpPr>
              <a:spLocks/>
            </p:cNvSpPr>
            <p:nvPr/>
          </p:nvSpPr>
          <p:spPr bwMode="auto">
            <a:xfrm>
              <a:off x="4966840" y="32547"/>
              <a:ext cx="1506022" cy="1739302"/>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1" name="Freeform 27"/>
            <p:cNvSpPr>
              <a:spLocks/>
            </p:cNvSpPr>
            <p:nvPr/>
          </p:nvSpPr>
          <p:spPr bwMode="auto">
            <a:xfrm>
              <a:off x="5120790" y="210344"/>
              <a:ext cx="1198122" cy="1383709"/>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solidFill>
              <a:srgbClr val="8CC94C"/>
            </a:solidFill>
            <a:ln w="28575" cap="flat">
              <a:noFill/>
              <a:prstDash val="solid"/>
              <a:miter lim="800000"/>
              <a:headEnd/>
              <a:tailEnd/>
            </a:ln>
            <a:effectLst/>
          </p:spPr>
          <p:txBody>
            <a:bodyPr vert="horz" wrap="square" lIns="96424" tIns="48212" rIns="96424" bIns="48212" numCol="1" anchor="t" anchorCtr="0" compatLnSpc="1">
              <a:prstTxWarp prst="textNoShape">
                <a:avLst/>
              </a:prstTxWarp>
            </a:bodyPr>
            <a:lstStyle/>
            <a:p>
              <a:endParaRPr lang="zh-CN" altLang="en-US"/>
            </a:p>
          </p:txBody>
        </p:sp>
      </p:grpSp>
      <p:sp>
        <p:nvSpPr>
          <p:cNvPr id="106" name="TextBox 105"/>
          <p:cNvSpPr txBox="1"/>
          <p:nvPr/>
        </p:nvSpPr>
        <p:spPr>
          <a:xfrm>
            <a:off x="3811819" y="5267815"/>
            <a:ext cx="1772245" cy="466529"/>
          </a:xfrm>
          <a:prstGeom prst="rect">
            <a:avLst/>
          </a:prstGeom>
          <a:noFill/>
        </p:spPr>
        <p:txBody>
          <a:bodyPr wrap="square" lIns="96388" tIns="48192" rIns="96388" bIns="4819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07" name="TextBox 106"/>
          <p:cNvSpPr txBox="1"/>
          <p:nvPr/>
        </p:nvSpPr>
        <p:spPr>
          <a:xfrm>
            <a:off x="9493573" y="5280549"/>
            <a:ext cx="2079083" cy="466529"/>
          </a:xfrm>
          <a:prstGeom prst="rect">
            <a:avLst/>
          </a:prstGeom>
          <a:noFill/>
        </p:spPr>
        <p:txBody>
          <a:bodyPr wrap="square" lIns="96388" tIns="48192" rIns="96388" bIns="4819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08" name="TextBox 107"/>
          <p:cNvSpPr txBox="1"/>
          <p:nvPr/>
        </p:nvSpPr>
        <p:spPr>
          <a:xfrm>
            <a:off x="1274662" y="5267817"/>
            <a:ext cx="1772245" cy="466529"/>
          </a:xfrm>
          <a:prstGeom prst="rect">
            <a:avLst/>
          </a:prstGeom>
          <a:noFill/>
        </p:spPr>
        <p:txBody>
          <a:bodyPr wrap="square" lIns="96388" tIns="48192" rIns="96388" bIns="4819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09" name="TextBox 108"/>
          <p:cNvSpPr txBox="1"/>
          <p:nvPr/>
        </p:nvSpPr>
        <p:spPr>
          <a:xfrm>
            <a:off x="6532210" y="5276694"/>
            <a:ext cx="1772245" cy="466529"/>
          </a:xfrm>
          <a:prstGeom prst="rect">
            <a:avLst/>
          </a:prstGeom>
          <a:noFill/>
        </p:spPr>
        <p:txBody>
          <a:bodyPr wrap="square" lIns="96388" tIns="48192" rIns="96388" bIns="4819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10" name="TextBox 109"/>
          <p:cNvSpPr txBox="1"/>
          <p:nvPr/>
        </p:nvSpPr>
        <p:spPr>
          <a:xfrm>
            <a:off x="3811822" y="5641168"/>
            <a:ext cx="2264797" cy="727498"/>
          </a:xfrm>
          <a:prstGeom prst="rect">
            <a:avLst/>
          </a:prstGeom>
          <a:noFill/>
        </p:spPr>
        <p:txBody>
          <a:bodyPr wrap="square" lIns="96388" tIns="48192" rIns="96388" bIns="48192" rtlCol="0">
            <a:spAutoFit/>
          </a:bodyPr>
          <a:lstStyle>
            <a:defPPr>
              <a:defRPr lang="en-US"/>
            </a:defPPr>
            <a:lvl1pPr marL="0" marR="0" lvl="0" indent="0" algn="l" defTabSz="914400" eaLnBrk="1" fontAlgn="auto" latinLnBrk="0" hangingPunct="1">
              <a:lnSpc>
                <a:spcPct val="100000"/>
              </a:lnSpc>
              <a:spcBef>
                <a:spcPts val="0"/>
              </a:spcBef>
              <a:spcAft>
                <a:spcPts val="0"/>
              </a:spcAft>
              <a:buClrTx/>
              <a:buSzTx/>
              <a:buFontTx/>
              <a:buNone/>
              <a:tabLst/>
              <a:defRPr kumimoji="0" sz="1200" b="0" i="0" u="none" strike="noStrike" kern="0" cap="none" spc="0" normalizeH="0" baseline="0">
                <a:ln>
                  <a:noFill/>
                </a:ln>
                <a:solidFill>
                  <a:srgbClr val="484849"/>
                </a:solidFill>
                <a:effectLst/>
                <a:uLnTx/>
                <a:uFillTx/>
                <a:latin typeface="微软雅黑"/>
                <a:ea typeface="微软雅黑"/>
              </a:defRPr>
            </a:lvl1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11" name="TextBox 110"/>
          <p:cNvSpPr txBox="1"/>
          <p:nvPr/>
        </p:nvSpPr>
        <p:spPr>
          <a:xfrm>
            <a:off x="9493575" y="5674371"/>
            <a:ext cx="2288905" cy="727498"/>
          </a:xfrm>
          <a:prstGeom prst="rect">
            <a:avLst/>
          </a:prstGeom>
          <a:noFill/>
        </p:spPr>
        <p:txBody>
          <a:bodyPr wrap="square" lIns="96388" tIns="48192" rIns="96388" bIns="48192"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12" name="TextBox 111"/>
          <p:cNvSpPr txBox="1"/>
          <p:nvPr/>
        </p:nvSpPr>
        <p:spPr>
          <a:xfrm>
            <a:off x="1274663" y="5641168"/>
            <a:ext cx="2271996" cy="727498"/>
          </a:xfrm>
          <a:prstGeom prst="rect">
            <a:avLst/>
          </a:prstGeom>
          <a:noFill/>
        </p:spPr>
        <p:txBody>
          <a:bodyPr wrap="square" lIns="96388" tIns="48192" rIns="96388" bIns="48192"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13" name="TextBox 112"/>
          <p:cNvSpPr txBox="1"/>
          <p:nvPr/>
        </p:nvSpPr>
        <p:spPr>
          <a:xfrm>
            <a:off x="6532210" y="5680253"/>
            <a:ext cx="2302576" cy="727498"/>
          </a:xfrm>
          <a:prstGeom prst="rect">
            <a:avLst/>
          </a:prstGeom>
          <a:noFill/>
        </p:spPr>
        <p:txBody>
          <a:bodyPr wrap="square" lIns="96388" tIns="48192" rIns="96388" bIns="48192" rtlCol="0">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grpSp>
        <p:nvGrpSpPr>
          <p:cNvPr id="114" name="组合 113"/>
          <p:cNvGrpSpPr/>
          <p:nvPr/>
        </p:nvGrpSpPr>
        <p:grpSpPr>
          <a:xfrm>
            <a:off x="5354949" y="1152649"/>
            <a:ext cx="2116823" cy="2445267"/>
            <a:chOff x="3752572" y="829317"/>
            <a:chExt cx="1506022" cy="1739302"/>
          </a:xfrm>
          <a:effectLst>
            <a:outerShdw blurRad="63500" sx="102000" sy="102000" algn="ctr" rotWithShape="0">
              <a:prstClr val="black">
                <a:alpha val="40000"/>
              </a:prstClr>
            </a:outerShdw>
          </a:effectLst>
        </p:grpSpPr>
        <p:grpSp>
          <p:nvGrpSpPr>
            <p:cNvPr id="115" name="组合 114"/>
            <p:cNvGrpSpPr/>
            <p:nvPr/>
          </p:nvGrpSpPr>
          <p:grpSpPr>
            <a:xfrm>
              <a:off x="3752572" y="829317"/>
              <a:ext cx="1506022" cy="1739302"/>
              <a:chOff x="4966840" y="32547"/>
              <a:chExt cx="1506022" cy="1739302"/>
            </a:xfrm>
          </p:grpSpPr>
          <p:sp>
            <p:nvSpPr>
              <p:cNvPr id="117" name="Freeform 27"/>
              <p:cNvSpPr>
                <a:spLocks/>
              </p:cNvSpPr>
              <p:nvPr/>
            </p:nvSpPr>
            <p:spPr bwMode="auto">
              <a:xfrm>
                <a:off x="4966840" y="32547"/>
                <a:ext cx="1506022" cy="1739302"/>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Freeform 27"/>
              <p:cNvSpPr>
                <a:spLocks/>
              </p:cNvSpPr>
              <p:nvPr/>
            </p:nvSpPr>
            <p:spPr bwMode="auto">
              <a:xfrm>
                <a:off x="5120790" y="210344"/>
                <a:ext cx="1198122" cy="1383709"/>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solidFill>
                <a:srgbClr val="108136"/>
              </a:solidFill>
              <a:ln w="28575" cap="flat">
                <a:solidFill>
                  <a:schemeClr val="bg1"/>
                </a:solidFill>
                <a:prstDash val="solid"/>
                <a:miter lim="800000"/>
                <a:headEnd/>
                <a:tailEnd/>
              </a:ln>
              <a:effectLst/>
            </p:spPr>
            <p:txBody>
              <a:bodyPr vert="horz" wrap="square" lIns="96424" tIns="48212" rIns="96424" bIns="48212" numCol="1" anchor="t" anchorCtr="0" compatLnSpc="1">
                <a:prstTxWarp prst="textNoShape">
                  <a:avLst/>
                </a:prstTxWarp>
              </a:bodyPr>
              <a:lstStyle/>
              <a:p>
                <a:endParaRPr lang="zh-CN" altLang="en-US"/>
              </a:p>
            </p:txBody>
          </p:sp>
        </p:grpSp>
        <p:sp>
          <p:nvSpPr>
            <p:cNvPr id="116" name="TextBox 115"/>
            <p:cNvSpPr txBox="1"/>
            <p:nvPr/>
          </p:nvSpPr>
          <p:spPr>
            <a:xfrm>
              <a:off x="4024426" y="1385883"/>
              <a:ext cx="925698" cy="678650"/>
            </a:xfrm>
            <a:prstGeom prst="rect">
              <a:avLst/>
            </a:prstGeom>
            <a:noFill/>
          </p:spPr>
          <p:txBody>
            <a:bodyPr wrap="square" rtlCol="0">
              <a:spAutoFit/>
            </a:bodyPr>
            <a:lstStyle/>
            <a:p>
              <a:pPr algn="ctr">
                <a:defRPr/>
              </a:pPr>
              <a:r>
                <a:rPr lang="en-US" altLang="zh-CN" sz="2800" dirty="0">
                  <a:solidFill>
                    <a:schemeClr val="bg1"/>
                  </a:solidFill>
                  <a:latin typeface="Franklin Gothic Book" panose="020B0503020102020204" pitchFamily="34" charset="0"/>
                  <a:ea typeface="Segoe UI Emoji" panose="020B0502040204020203" pitchFamily="34" charset="0"/>
                </a:rPr>
                <a:t>YOUR TITLE</a:t>
              </a:r>
              <a:endParaRPr lang="zh-CN" altLang="en-US" sz="2800" dirty="0">
                <a:solidFill>
                  <a:schemeClr val="bg1"/>
                </a:solidFill>
                <a:latin typeface="Franklin Gothic Book" panose="020B0503020102020204" pitchFamily="34" charset="0"/>
              </a:endParaRPr>
            </a:p>
          </p:txBody>
        </p:sp>
      </p:grpSp>
      <p:sp>
        <p:nvSpPr>
          <p:cNvPr id="119" name="Freeform 12"/>
          <p:cNvSpPr>
            <a:spLocks/>
          </p:cNvSpPr>
          <p:nvPr/>
        </p:nvSpPr>
        <p:spPr bwMode="auto">
          <a:xfrm>
            <a:off x="4603492" y="3812116"/>
            <a:ext cx="815982" cy="775881"/>
          </a:xfrm>
          <a:custGeom>
            <a:avLst/>
            <a:gdLst>
              <a:gd name="T0" fmla="*/ 244 w 836"/>
              <a:gd name="T1" fmla="*/ 537 h 795"/>
              <a:gd name="T2" fmla="*/ 510 w 836"/>
              <a:gd name="T3" fmla="*/ 376 h 795"/>
              <a:gd name="T4" fmla="*/ 187 w 836"/>
              <a:gd name="T5" fmla="*/ 332 h 795"/>
              <a:gd name="T6" fmla="*/ 619 w 836"/>
              <a:gd name="T7" fmla="*/ 327 h 795"/>
              <a:gd name="T8" fmla="*/ 619 w 836"/>
              <a:gd name="T9" fmla="*/ 358 h 795"/>
              <a:gd name="T10" fmla="*/ 374 w 836"/>
              <a:gd name="T11" fmla="*/ 533 h 795"/>
              <a:gd name="T12" fmla="*/ 635 w 836"/>
              <a:gd name="T13" fmla="*/ 554 h 795"/>
              <a:gd name="T14" fmla="*/ 627 w 836"/>
              <a:gd name="T15" fmla="*/ 508 h 795"/>
              <a:gd name="T16" fmla="*/ 836 w 836"/>
              <a:gd name="T17" fmla="*/ 304 h 795"/>
              <a:gd name="T18" fmla="*/ 547 w 836"/>
              <a:gd name="T19" fmla="*/ 262 h 795"/>
              <a:gd name="T20" fmla="*/ 418 w 836"/>
              <a:gd name="T21" fmla="*/ 0 h 795"/>
              <a:gd name="T22" fmla="*/ 289 w 836"/>
              <a:gd name="T23" fmla="*/ 262 h 795"/>
              <a:gd name="T24" fmla="*/ 0 w 836"/>
              <a:gd name="T25" fmla="*/ 304 h 795"/>
              <a:gd name="T26" fmla="*/ 209 w 836"/>
              <a:gd name="T27" fmla="*/ 508 h 795"/>
              <a:gd name="T28" fmla="*/ 159 w 836"/>
              <a:gd name="T29" fmla="*/ 795 h 795"/>
              <a:gd name="T30" fmla="*/ 418 w 836"/>
              <a:gd name="T31" fmla="*/ 660 h 795"/>
              <a:gd name="T32" fmla="*/ 676 w 836"/>
              <a:gd name="T33" fmla="*/ 795 h 795"/>
              <a:gd name="T34" fmla="*/ 636 w 836"/>
              <a:gd name="T35" fmla="*/ 559 h 795"/>
              <a:gd name="T36" fmla="*/ 244 w 836"/>
              <a:gd name="T37" fmla="*/ 576 h 795"/>
              <a:gd name="T38" fmla="*/ 244 w 836"/>
              <a:gd name="T39" fmla="*/ 537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795">
                <a:moveTo>
                  <a:pt x="244" y="537"/>
                </a:moveTo>
                <a:cubicBezTo>
                  <a:pt x="263" y="515"/>
                  <a:pt x="510" y="376"/>
                  <a:pt x="510" y="376"/>
                </a:cubicBezTo>
                <a:lnTo>
                  <a:pt x="187" y="332"/>
                </a:lnTo>
                <a:lnTo>
                  <a:pt x="619" y="327"/>
                </a:lnTo>
                <a:cubicBezTo>
                  <a:pt x="619" y="327"/>
                  <a:pt x="634" y="340"/>
                  <a:pt x="619" y="358"/>
                </a:cubicBezTo>
                <a:cubicBezTo>
                  <a:pt x="603" y="376"/>
                  <a:pt x="374" y="533"/>
                  <a:pt x="374" y="533"/>
                </a:cubicBezTo>
                <a:lnTo>
                  <a:pt x="635" y="554"/>
                </a:lnTo>
                <a:lnTo>
                  <a:pt x="627" y="508"/>
                </a:lnTo>
                <a:lnTo>
                  <a:pt x="836" y="304"/>
                </a:lnTo>
                <a:lnTo>
                  <a:pt x="547" y="262"/>
                </a:lnTo>
                <a:lnTo>
                  <a:pt x="418" y="0"/>
                </a:lnTo>
                <a:lnTo>
                  <a:pt x="289" y="262"/>
                </a:lnTo>
                <a:lnTo>
                  <a:pt x="0" y="304"/>
                </a:lnTo>
                <a:lnTo>
                  <a:pt x="209" y="508"/>
                </a:lnTo>
                <a:lnTo>
                  <a:pt x="159" y="795"/>
                </a:lnTo>
                <a:lnTo>
                  <a:pt x="418" y="660"/>
                </a:lnTo>
                <a:lnTo>
                  <a:pt x="676" y="795"/>
                </a:lnTo>
                <a:lnTo>
                  <a:pt x="636" y="559"/>
                </a:lnTo>
                <a:lnTo>
                  <a:pt x="244" y="576"/>
                </a:lnTo>
                <a:cubicBezTo>
                  <a:pt x="244" y="576"/>
                  <a:pt x="225" y="559"/>
                  <a:pt x="244" y="537"/>
                </a:cubicBezTo>
                <a:close/>
              </a:path>
            </a:pathLst>
          </a:custGeom>
          <a:solidFill>
            <a:schemeClr val="bg1"/>
          </a:solidFill>
          <a:ln>
            <a:noFill/>
          </a:ln>
        </p:spPr>
        <p:txBody>
          <a:bodyPr vert="horz" wrap="square" lIns="128533" tIns="64266" rIns="128533" bIns="64266" numCol="1" anchor="t" anchorCtr="0" compatLnSpc="1">
            <a:prstTxWarp prst="textNoShape">
              <a:avLst/>
            </a:prstTxWarp>
          </a:bodyPr>
          <a:lstStyle/>
          <a:p>
            <a:pPr defTabSz="1285336">
              <a:defRPr/>
            </a:pPr>
            <a:endParaRPr lang="zh-CN" altLang="en-US" kern="0">
              <a:solidFill>
                <a:sysClr val="windowText" lastClr="000000"/>
              </a:solidFill>
            </a:endParaRPr>
          </a:p>
        </p:txBody>
      </p:sp>
      <p:grpSp>
        <p:nvGrpSpPr>
          <p:cNvPr id="120" name="组合 119"/>
          <p:cNvGrpSpPr/>
          <p:nvPr/>
        </p:nvGrpSpPr>
        <p:grpSpPr>
          <a:xfrm>
            <a:off x="9988980" y="3443066"/>
            <a:ext cx="1362101" cy="1573443"/>
            <a:chOff x="4966840" y="32547"/>
            <a:chExt cx="1506022" cy="1739302"/>
          </a:xfrm>
          <a:effectLst>
            <a:outerShdw blurRad="63500" sx="102000" sy="102000" algn="ctr" rotWithShape="0">
              <a:prstClr val="black">
                <a:alpha val="40000"/>
              </a:prstClr>
            </a:outerShdw>
          </a:effectLst>
        </p:grpSpPr>
        <p:sp>
          <p:nvSpPr>
            <p:cNvPr id="121" name="Freeform 27"/>
            <p:cNvSpPr>
              <a:spLocks/>
            </p:cNvSpPr>
            <p:nvPr/>
          </p:nvSpPr>
          <p:spPr bwMode="auto">
            <a:xfrm>
              <a:off x="4966840" y="32547"/>
              <a:ext cx="1506022" cy="1739302"/>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2" name="Freeform 27"/>
            <p:cNvSpPr>
              <a:spLocks/>
            </p:cNvSpPr>
            <p:nvPr/>
          </p:nvSpPr>
          <p:spPr bwMode="auto">
            <a:xfrm>
              <a:off x="5120790" y="210344"/>
              <a:ext cx="1198122" cy="1383709"/>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solidFill>
              <a:srgbClr val="8CC94C"/>
            </a:solidFill>
            <a:ln w="28575" cap="flat">
              <a:noFill/>
              <a:prstDash val="solid"/>
              <a:miter lim="800000"/>
              <a:headEnd/>
              <a:tailEnd/>
            </a:ln>
            <a:effectLst/>
          </p:spPr>
          <p:txBody>
            <a:bodyPr vert="horz" wrap="square" lIns="96424" tIns="48212" rIns="96424" bIns="48212" numCol="1" anchor="t" anchorCtr="0" compatLnSpc="1">
              <a:prstTxWarp prst="textNoShape">
                <a:avLst/>
              </a:prstTxWarp>
            </a:bodyPr>
            <a:lstStyle/>
            <a:p>
              <a:endParaRPr lang="zh-CN" altLang="en-US"/>
            </a:p>
          </p:txBody>
        </p:sp>
      </p:grpSp>
      <p:sp>
        <p:nvSpPr>
          <p:cNvPr id="123" name="Freeform 18"/>
          <p:cNvSpPr>
            <a:spLocks noEditPoints="1"/>
          </p:cNvSpPr>
          <p:nvPr/>
        </p:nvSpPr>
        <p:spPr bwMode="auto">
          <a:xfrm>
            <a:off x="10347350" y="3922358"/>
            <a:ext cx="759197" cy="665636"/>
          </a:xfrm>
          <a:custGeom>
            <a:avLst/>
            <a:gdLst>
              <a:gd name="T0" fmla="*/ 417 w 785"/>
              <a:gd name="T1" fmla="*/ 0 h 690"/>
              <a:gd name="T2" fmla="*/ 417 w 785"/>
              <a:gd name="T3" fmla="*/ 593 h 690"/>
              <a:gd name="T4" fmla="*/ 646 w 785"/>
              <a:gd name="T5" fmla="*/ 690 h 690"/>
              <a:gd name="T6" fmla="*/ 626 w 785"/>
              <a:gd name="T7" fmla="*/ 540 h 690"/>
              <a:gd name="T8" fmla="*/ 30 w 785"/>
              <a:gd name="T9" fmla="*/ 315 h 690"/>
              <a:gd name="T10" fmla="*/ 0 w 785"/>
              <a:gd name="T11" fmla="*/ 396 h 690"/>
              <a:gd name="T12" fmla="*/ 122 w 785"/>
              <a:gd name="T13" fmla="*/ 600 h 690"/>
              <a:gd name="T14" fmla="*/ 214 w 785"/>
              <a:gd name="T15" fmla="*/ 613 h 690"/>
              <a:gd name="T16" fmla="*/ 355 w 785"/>
              <a:gd name="T17" fmla="*/ 609 h 690"/>
              <a:gd name="T18" fmla="*/ 189 w 785"/>
              <a:gd name="T19" fmla="*/ 400 h 690"/>
              <a:gd name="T20" fmla="*/ 257 w 785"/>
              <a:gd name="T21" fmla="*/ 219 h 690"/>
              <a:gd name="T22" fmla="*/ 310 w 785"/>
              <a:gd name="T23" fmla="*/ 241 h 690"/>
              <a:gd name="T24" fmla="*/ 311 w 785"/>
              <a:gd name="T25" fmla="*/ 287 h 690"/>
              <a:gd name="T26" fmla="*/ 317 w 785"/>
              <a:gd name="T27" fmla="*/ 320 h 690"/>
              <a:gd name="T28" fmla="*/ 320 w 785"/>
              <a:gd name="T29" fmla="*/ 371 h 690"/>
              <a:gd name="T30" fmla="*/ 287 w 785"/>
              <a:gd name="T31" fmla="*/ 397 h 690"/>
              <a:gd name="T32" fmla="*/ 189 w 785"/>
              <a:gd name="T33" fmla="*/ 400 h 690"/>
              <a:gd name="T34" fmla="*/ 252 w 785"/>
              <a:gd name="T35" fmla="*/ 295 h 690"/>
              <a:gd name="T36" fmla="*/ 289 w 785"/>
              <a:gd name="T37" fmla="*/ 284 h 690"/>
              <a:gd name="T38" fmla="*/ 289 w 785"/>
              <a:gd name="T39" fmla="*/ 252 h 690"/>
              <a:gd name="T40" fmla="*/ 249 w 785"/>
              <a:gd name="T41" fmla="*/ 240 h 690"/>
              <a:gd name="T42" fmla="*/ 213 w 785"/>
              <a:gd name="T43" fmla="*/ 295 h 690"/>
              <a:gd name="T44" fmla="*/ 258 w 785"/>
              <a:gd name="T45" fmla="*/ 379 h 690"/>
              <a:gd name="T46" fmla="*/ 288 w 785"/>
              <a:gd name="T47" fmla="*/ 373 h 690"/>
              <a:gd name="T48" fmla="*/ 301 w 785"/>
              <a:gd name="T49" fmla="*/ 348 h 690"/>
              <a:gd name="T50" fmla="*/ 281 w 785"/>
              <a:gd name="T51" fmla="*/ 320 h 690"/>
              <a:gd name="T52" fmla="*/ 213 w 785"/>
              <a:gd name="T53" fmla="*/ 317 h 690"/>
              <a:gd name="T54" fmla="*/ 372 w 785"/>
              <a:gd name="T55" fmla="*/ 400 h 690"/>
              <a:gd name="T56" fmla="*/ 440 w 785"/>
              <a:gd name="T57" fmla="*/ 219 h 690"/>
              <a:gd name="T58" fmla="*/ 493 w 785"/>
              <a:gd name="T59" fmla="*/ 241 h 690"/>
              <a:gd name="T60" fmla="*/ 494 w 785"/>
              <a:gd name="T61" fmla="*/ 287 h 690"/>
              <a:gd name="T62" fmla="*/ 500 w 785"/>
              <a:gd name="T63" fmla="*/ 320 h 690"/>
              <a:gd name="T64" fmla="*/ 503 w 785"/>
              <a:gd name="T65" fmla="*/ 371 h 690"/>
              <a:gd name="T66" fmla="*/ 470 w 785"/>
              <a:gd name="T67" fmla="*/ 397 h 690"/>
              <a:gd name="T68" fmla="*/ 372 w 785"/>
              <a:gd name="T69" fmla="*/ 400 h 690"/>
              <a:gd name="T70" fmla="*/ 435 w 785"/>
              <a:gd name="T71" fmla="*/ 295 h 690"/>
              <a:gd name="T72" fmla="*/ 472 w 785"/>
              <a:gd name="T73" fmla="*/ 284 h 690"/>
              <a:gd name="T74" fmla="*/ 472 w 785"/>
              <a:gd name="T75" fmla="*/ 252 h 690"/>
              <a:gd name="T76" fmla="*/ 432 w 785"/>
              <a:gd name="T77" fmla="*/ 240 h 690"/>
              <a:gd name="T78" fmla="*/ 396 w 785"/>
              <a:gd name="T79" fmla="*/ 295 h 690"/>
              <a:gd name="T80" fmla="*/ 441 w 785"/>
              <a:gd name="T81" fmla="*/ 379 h 690"/>
              <a:gd name="T82" fmla="*/ 471 w 785"/>
              <a:gd name="T83" fmla="*/ 373 h 690"/>
              <a:gd name="T84" fmla="*/ 484 w 785"/>
              <a:gd name="T85" fmla="*/ 348 h 690"/>
              <a:gd name="T86" fmla="*/ 464 w 785"/>
              <a:gd name="T87" fmla="*/ 320 h 690"/>
              <a:gd name="T88" fmla="*/ 396 w 785"/>
              <a:gd name="T89" fmla="*/ 317 h 690"/>
              <a:gd name="T90" fmla="*/ 548 w 785"/>
              <a:gd name="T91" fmla="*/ 342 h 690"/>
              <a:gd name="T92" fmla="*/ 578 w 785"/>
              <a:gd name="T93" fmla="*/ 362 h 690"/>
              <a:gd name="T94" fmla="*/ 624 w 785"/>
              <a:gd name="T95" fmla="*/ 382 h 690"/>
              <a:gd name="T96" fmla="*/ 664 w 785"/>
              <a:gd name="T97" fmla="*/ 367 h 690"/>
              <a:gd name="T98" fmla="*/ 664 w 785"/>
              <a:gd name="T99" fmla="*/ 336 h 690"/>
              <a:gd name="T100" fmla="*/ 615 w 785"/>
              <a:gd name="T101" fmla="*/ 317 h 690"/>
              <a:gd name="T102" fmla="*/ 561 w 785"/>
              <a:gd name="T103" fmla="*/ 288 h 690"/>
              <a:gd name="T104" fmla="*/ 562 w 785"/>
              <a:gd name="T105" fmla="*/ 240 h 690"/>
              <a:gd name="T106" fmla="*/ 618 w 785"/>
              <a:gd name="T107" fmla="*/ 216 h 690"/>
              <a:gd name="T108" fmla="*/ 678 w 785"/>
              <a:gd name="T109" fmla="*/ 241 h 690"/>
              <a:gd name="T110" fmla="*/ 664 w 785"/>
              <a:gd name="T111" fmla="*/ 272 h 690"/>
              <a:gd name="T112" fmla="*/ 619 w 785"/>
              <a:gd name="T113" fmla="*/ 237 h 690"/>
              <a:gd name="T114" fmla="*/ 578 w 785"/>
              <a:gd name="T115" fmla="*/ 264 h 690"/>
              <a:gd name="T116" fmla="*/ 621 w 785"/>
              <a:gd name="T117" fmla="*/ 293 h 690"/>
              <a:gd name="T118" fmla="*/ 685 w 785"/>
              <a:gd name="T119" fmla="*/ 323 h 690"/>
              <a:gd name="T120" fmla="*/ 684 w 785"/>
              <a:gd name="T121" fmla="*/ 376 h 690"/>
              <a:gd name="T122" fmla="*/ 625 w 785"/>
              <a:gd name="T123" fmla="*/ 403 h 690"/>
              <a:gd name="T124" fmla="*/ 558 w 785"/>
              <a:gd name="T125" fmla="*/ 37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5" h="690">
                <a:moveTo>
                  <a:pt x="785" y="297"/>
                </a:moveTo>
                <a:cubicBezTo>
                  <a:pt x="785" y="133"/>
                  <a:pt x="620" y="0"/>
                  <a:pt x="417" y="0"/>
                </a:cubicBezTo>
                <a:cubicBezTo>
                  <a:pt x="213" y="0"/>
                  <a:pt x="49" y="133"/>
                  <a:pt x="49" y="297"/>
                </a:cubicBezTo>
                <a:cubicBezTo>
                  <a:pt x="49" y="460"/>
                  <a:pt x="213" y="593"/>
                  <a:pt x="417" y="593"/>
                </a:cubicBezTo>
                <a:cubicBezTo>
                  <a:pt x="436" y="593"/>
                  <a:pt x="455" y="592"/>
                  <a:pt x="473" y="589"/>
                </a:cubicBezTo>
                <a:cubicBezTo>
                  <a:pt x="507" y="646"/>
                  <a:pt x="571" y="685"/>
                  <a:pt x="646" y="690"/>
                </a:cubicBezTo>
                <a:cubicBezTo>
                  <a:pt x="626" y="664"/>
                  <a:pt x="615" y="632"/>
                  <a:pt x="615" y="598"/>
                </a:cubicBezTo>
                <a:cubicBezTo>
                  <a:pt x="615" y="577"/>
                  <a:pt x="619" y="559"/>
                  <a:pt x="626" y="540"/>
                </a:cubicBezTo>
                <a:cubicBezTo>
                  <a:pt x="722" y="487"/>
                  <a:pt x="785" y="398"/>
                  <a:pt x="785" y="297"/>
                </a:cubicBezTo>
                <a:close/>
                <a:moveTo>
                  <a:pt x="30" y="315"/>
                </a:moveTo>
                <a:cubicBezTo>
                  <a:pt x="30" y="307"/>
                  <a:pt x="31" y="300"/>
                  <a:pt x="32" y="293"/>
                </a:cubicBezTo>
                <a:cubicBezTo>
                  <a:pt x="11" y="324"/>
                  <a:pt x="0" y="359"/>
                  <a:pt x="0" y="396"/>
                </a:cubicBezTo>
                <a:cubicBezTo>
                  <a:pt x="0" y="473"/>
                  <a:pt x="48" y="541"/>
                  <a:pt x="121" y="581"/>
                </a:cubicBezTo>
                <a:cubicBezTo>
                  <a:pt x="122" y="587"/>
                  <a:pt x="122" y="593"/>
                  <a:pt x="122" y="600"/>
                </a:cubicBezTo>
                <a:cubicBezTo>
                  <a:pt x="122" y="625"/>
                  <a:pt x="114" y="649"/>
                  <a:pt x="99" y="669"/>
                </a:cubicBezTo>
                <a:cubicBezTo>
                  <a:pt x="146" y="666"/>
                  <a:pt x="187" y="645"/>
                  <a:pt x="214" y="613"/>
                </a:cubicBezTo>
                <a:cubicBezTo>
                  <a:pt x="234" y="617"/>
                  <a:pt x="255" y="619"/>
                  <a:pt x="276" y="619"/>
                </a:cubicBezTo>
                <a:cubicBezTo>
                  <a:pt x="303" y="619"/>
                  <a:pt x="330" y="616"/>
                  <a:pt x="355" y="609"/>
                </a:cubicBezTo>
                <a:cubicBezTo>
                  <a:pt x="172" y="592"/>
                  <a:pt x="30" y="467"/>
                  <a:pt x="30" y="315"/>
                </a:cubicBezTo>
                <a:close/>
                <a:moveTo>
                  <a:pt x="189" y="400"/>
                </a:moveTo>
                <a:lnTo>
                  <a:pt x="189" y="219"/>
                </a:lnTo>
                <a:lnTo>
                  <a:pt x="257" y="219"/>
                </a:lnTo>
                <a:cubicBezTo>
                  <a:pt x="271" y="219"/>
                  <a:pt x="282" y="221"/>
                  <a:pt x="290" y="224"/>
                </a:cubicBezTo>
                <a:cubicBezTo>
                  <a:pt x="299" y="228"/>
                  <a:pt x="305" y="234"/>
                  <a:pt x="310" y="241"/>
                </a:cubicBezTo>
                <a:cubicBezTo>
                  <a:pt x="315" y="249"/>
                  <a:pt x="317" y="257"/>
                  <a:pt x="317" y="265"/>
                </a:cubicBezTo>
                <a:cubicBezTo>
                  <a:pt x="317" y="273"/>
                  <a:pt x="315" y="280"/>
                  <a:pt x="311" y="287"/>
                </a:cubicBezTo>
                <a:cubicBezTo>
                  <a:pt x="306" y="294"/>
                  <a:pt x="300" y="300"/>
                  <a:pt x="292" y="304"/>
                </a:cubicBezTo>
                <a:cubicBezTo>
                  <a:pt x="303" y="307"/>
                  <a:pt x="311" y="312"/>
                  <a:pt x="317" y="320"/>
                </a:cubicBezTo>
                <a:cubicBezTo>
                  <a:pt x="323" y="328"/>
                  <a:pt x="326" y="337"/>
                  <a:pt x="326" y="348"/>
                </a:cubicBezTo>
                <a:cubicBezTo>
                  <a:pt x="326" y="356"/>
                  <a:pt x="324" y="364"/>
                  <a:pt x="320" y="371"/>
                </a:cubicBezTo>
                <a:cubicBezTo>
                  <a:pt x="317" y="379"/>
                  <a:pt x="312" y="384"/>
                  <a:pt x="307" y="388"/>
                </a:cubicBezTo>
                <a:cubicBezTo>
                  <a:pt x="302" y="392"/>
                  <a:pt x="295" y="395"/>
                  <a:pt x="287" y="397"/>
                </a:cubicBezTo>
                <a:cubicBezTo>
                  <a:pt x="279" y="399"/>
                  <a:pt x="270" y="400"/>
                  <a:pt x="258" y="400"/>
                </a:cubicBezTo>
                <a:lnTo>
                  <a:pt x="189" y="400"/>
                </a:lnTo>
                <a:close/>
                <a:moveTo>
                  <a:pt x="213" y="295"/>
                </a:moveTo>
                <a:lnTo>
                  <a:pt x="252" y="295"/>
                </a:lnTo>
                <a:cubicBezTo>
                  <a:pt x="263" y="295"/>
                  <a:pt x="270" y="294"/>
                  <a:pt x="275" y="293"/>
                </a:cubicBezTo>
                <a:cubicBezTo>
                  <a:pt x="281" y="291"/>
                  <a:pt x="286" y="288"/>
                  <a:pt x="289" y="284"/>
                </a:cubicBezTo>
                <a:cubicBezTo>
                  <a:pt x="292" y="280"/>
                  <a:pt x="293" y="274"/>
                  <a:pt x="293" y="268"/>
                </a:cubicBezTo>
                <a:cubicBezTo>
                  <a:pt x="293" y="262"/>
                  <a:pt x="292" y="257"/>
                  <a:pt x="289" y="252"/>
                </a:cubicBezTo>
                <a:cubicBezTo>
                  <a:pt x="286" y="248"/>
                  <a:pt x="282" y="245"/>
                  <a:pt x="277" y="243"/>
                </a:cubicBezTo>
                <a:cubicBezTo>
                  <a:pt x="271" y="241"/>
                  <a:pt x="262" y="240"/>
                  <a:pt x="249" y="240"/>
                </a:cubicBezTo>
                <a:lnTo>
                  <a:pt x="213" y="240"/>
                </a:lnTo>
                <a:lnTo>
                  <a:pt x="213" y="295"/>
                </a:lnTo>
                <a:close/>
                <a:moveTo>
                  <a:pt x="213" y="379"/>
                </a:moveTo>
                <a:lnTo>
                  <a:pt x="258" y="379"/>
                </a:lnTo>
                <a:cubicBezTo>
                  <a:pt x="266" y="379"/>
                  <a:pt x="271" y="379"/>
                  <a:pt x="274" y="378"/>
                </a:cubicBezTo>
                <a:cubicBezTo>
                  <a:pt x="280" y="377"/>
                  <a:pt x="284" y="375"/>
                  <a:pt x="288" y="373"/>
                </a:cubicBezTo>
                <a:cubicBezTo>
                  <a:pt x="292" y="371"/>
                  <a:pt x="295" y="367"/>
                  <a:pt x="297" y="363"/>
                </a:cubicBezTo>
                <a:cubicBezTo>
                  <a:pt x="300" y="359"/>
                  <a:pt x="301" y="353"/>
                  <a:pt x="301" y="348"/>
                </a:cubicBezTo>
                <a:cubicBezTo>
                  <a:pt x="301" y="341"/>
                  <a:pt x="299" y="335"/>
                  <a:pt x="296" y="330"/>
                </a:cubicBezTo>
                <a:cubicBezTo>
                  <a:pt x="292" y="325"/>
                  <a:pt x="287" y="322"/>
                  <a:pt x="281" y="320"/>
                </a:cubicBezTo>
                <a:cubicBezTo>
                  <a:pt x="275" y="318"/>
                  <a:pt x="266" y="317"/>
                  <a:pt x="255" y="317"/>
                </a:cubicBezTo>
                <a:lnTo>
                  <a:pt x="213" y="317"/>
                </a:lnTo>
                <a:lnTo>
                  <a:pt x="213" y="379"/>
                </a:lnTo>
                <a:close/>
                <a:moveTo>
                  <a:pt x="372" y="400"/>
                </a:moveTo>
                <a:lnTo>
                  <a:pt x="372" y="219"/>
                </a:lnTo>
                <a:lnTo>
                  <a:pt x="440" y="219"/>
                </a:lnTo>
                <a:cubicBezTo>
                  <a:pt x="454" y="219"/>
                  <a:pt x="465" y="221"/>
                  <a:pt x="473" y="224"/>
                </a:cubicBezTo>
                <a:cubicBezTo>
                  <a:pt x="482" y="228"/>
                  <a:pt x="488" y="234"/>
                  <a:pt x="493" y="241"/>
                </a:cubicBezTo>
                <a:cubicBezTo>
                  <a:pt x="498" y="249"/>
                  <a:pt x="500" y="257"/>
                  <a:pt x="500" y="265"/>
                </a:cubicBezTo>
                <a:cubicBezTo>
                  <a:pt x="500" y="273"/>
                  <a:pt x="498" y="280"/>
                  <a:pt x="494" y="287"/>
                </a:cubicBezTo>
                <a:cubicBezTo>
                  <a:pt x="489" y="294"/>
                  <a:pt x="483" y="300"/>
                  <a:pt x="475" y="304"/>
                </a:cubicBezTo>
                <a:cubicBezTo>
                  <a:pt x="486" y="307"/>
                  <a:pt x="494" y="312"/>
                  <a:pt x="500" y="320"/>
                </a:cubicBezTo>
                <a:cubicBezTo>
                  <a:pt x="506" y="328"/>
                  <a:pt x="509" y="337"/>
                  <a:pt x="509" y="348"/>
                </a:cubicBezTo>
                <a:cubicBezTo>
                  <a:pt x="509" y="356"/>
                  <a:pt x="507" y="364"/>
                  <a:pt x="503" y="371"/>
                </a:cubicBezTo>
                <a:cubicBezTo>
                  <a:pt x="500" y="379"/>
                  <a:pt x="495" y="384"/>
                  <a:pt x="490" y="388"/>
                </a:cubicBezTo>
                <a:cubicBezTo>
                  <a:pt x="485" y="392"/>
                  <a:pt x="478" y="395"/>
                  <a:pt x="470" y="397"/>
                </a:cubicBezTo>
                <a:cubicBezTo>
                  <a:pt x="462" y="399"/>
                  <a:pt x="453" y="400"/>
                  <a:pt x="441" y="400"/>
                </a:cubicBezTo>
                <a:lnTo>
                  <a:pt x="372" y="400"/>
                </a:lnTo>
                <a:close/>
                <a:moveTo>
                  <a:pt x="396" y="295"/>
                </a:moveTo>
                <a:lnTo>
                  <a:pt x="435" y="295"/>
                </a:lnTo>
                <a:cubicBezTo>
                  <a:pt x="446" y="295"/>
                  <a:pt x="453" y="294"/>
                  <a:pt x="458" y="293"/>
                </a:cubicBezTo>
                <a:cubicBezTo>
                  <a:pt x="464" y="291"/>
                  <a:pt x="469" y="288"/>
                  <a:pt x="472" y="284"/>
                </a:cubicBezTo>
                <a:cubicBezTo>
                  <a:pt x="475" y="280"/>
                  <a:pt x="476" y="274"/>
                  <a:pt x="476" y="268"/>
                </a:cubicBezTo>
                <a:cubicBezTo>
                  <a:pt x="476" y="262"/>
                  <a:pt x="475" y="257"/>
                  <a:pt x="472" y="252"/>
                </a:cubicBezTo>
                <a:cubicBezTo>
                  <a:pt x="469" y="248"/>
                  <a:pt x="465" y="245"/>
                  <a:pt x="460" y="243"/>
                </a:cubicBezTo>
                <a:cubicBezTo>
                  <a:pt x="454" y="241"/>
                  <a:pt x="445" y="240"/>
                  <a:pt x="432" y="240"/>
                </a:cubicBezTo>
                <a:lnTo>
                  <a:pt x="396" y="240"/>
                </a:lnTo>
                <a:lnTo>
                  <a:pt x="396" y="295"/>
                </a:lnTo>
                <a:close/>
                <a:moveTo>
                  <a:pt x="396" y="379"/>
                </a:moveTo>
                <a:lnTo>
                  <a:pt x="441" y="379"/>
                </a:lnTo>
                <a:cubicBezTo>
                  <a:pt x="449" y="379"/>
                  <a:pt x="454" y="379"/>
                  <a:pt x="457" y="378"/>
                </a:cubicBezTo>
                <a:cubicBezTo>
                  <a:pt x="463" y="377"/>
                  <a:pt x="467" y="375"/>
                  <a:pt x="471" y="373"/>
                </a:cubicBezTo>
                <a:cubicBezTo>
                  <a:pt x="475" y="371"/>
                  <a:pt x="478" y="367"/>
                  <a:pt x="480" y="363"/>
                </a:cubicBezTo>
                <a:cubicBezTo>
                  <a:pt x="483" y="359"/>
                  <a:pt x="484" y="353"/>
                  <a:pt x="484" y="348"/>
                </a:cubicBezTo>
                <a:cubicBezTo>
                  <a:pt x="484" y="341"/>
                  <a:pt x="482" y="335"/>
                  <a:pt x="479" y="330"/>
                </a:cubicBezTo>
                <a:cubicBezTo>
                  <a:pt x="475" y="325"/>
                  <a:pt x="470" y="322"/>
                  <a:pt x="464" y="320"/>
                </a:cubicBezTo>
                <a:cubicBezTo>
                  <a:pt x="458" y="318"/>
                  <a:pt x="449" y="317"/>
                  <a:pt x="438" y="317"/>
                </a:cubicBezTo>
                <a:lnTo>
                  <a:pt x="396" y="317"/>
                </a:lnTo>
                <a:lnTo>
                  <a:pt x="396" y="379"/>
                </a:lnTo>
                <a:close/>
                <a:moveTo>
                  <a:pt x="548" y="342"/>
                </a:moveTo>
                <a:lnTo>
                  <a:pt x="570" y="340"/>
                </a:lnTo>
                <a:cubicBezTo>
                  <a:pt x="571" y="349"/>
                  <a:pt x="574" y="357"/>
                  <a:pt x="578" y="362"/>
                </a:cubicBezTo>
                <a:cubicBezTo>
                  <a:pt x="582" y="368"/>
                  <a:pt x="588" y="373"/>
                  <a:pt x="596" y="376"/>
                </a:cubicBezTo>
                <a:cubicBezTo>
                  <a:pt x="604" y="380"/>
                  <a:pt x="614" y="382"/>
                  <a:pt x="624" y="382"/>
                </a:cubicBezTo>
                <a:cubicBezTo>
                  <a:pt x="633" y="382"/>
                  <a:pt x="641" y="380"/>
                  <a:pt x="648" y="378"/>
                </a:cubicBezTo>
                <a:cubicBezTo>
                  <a:pt x="655" y="375"/>
                  <a:pt x="660" y="371"/>
                  <a:pt x="664" y="367"/>
                </a:cubicBezTo>
                <a:cubicBezTo>
                  <a:pt x="667" y="362"/>
                  <a:pt x="669" y="357"/>
                  <a:pt x="669" y="351"/>
                </a:cubicBezTo>
                <a:cubicBezTo>
                  <a:pt x="669" y="345"/>
                  <a:pt x="667" y="340"/>
                  <a:pt x="664" y="336"/>
                </a:cubicBezTo>
                <a:cubicBezTo>
                  <a:pt x="661" y="332"/>
                  <a:pt x="655" y="328"/>
                  <a:pt x="648" y="325"/>
                </a:cubicBezTo>
                <a:cubicBezTo>
                  <a:pt x="643" y="324"/>
                  <a:pt x="632" y="321"/>
                  <a:pt x="615" y="317"/>
                </a:cubicBezTo>
                <a:cubicBezTo>
                  <a:pt x="599" y="313"/>
                  <a:pt x="587" y="309"/>
                  <a:pt x="580" y="305"/>
                </a:cubicBezTo>
                <a:cubicBezTo>
                  <a:pt x="572" y="301"/>
                  <a:pt x="565" y="295"/>
                  <a:pt x="561" y="288"/>
                </a:cubicBezTo>
                <a:cubicBezTo>
                  <a:pt x="557" y="282"/>
                  <a:pt x="555" y="274"/>
                  <a:pt x="555" y="266"/>
                </a:cubicBezTo>
                <a:cubicBezTo>
                  <a:pt x="555" y="257"/>
                  <a:pt x="557" y="248"/>
                  <a:pt x="562" y="240"/>
                </a:cubicBezTo>
                <a:cubicBezTo>
                  <a:pt x="568" y="232"/>
                  <a:pt x="575" y="226"/>
                  <a:pt x="585" y="222"/>
                </a:cubicBezTo>
                <a:cubicBezTo>
                  <a:pt x="595" y="218"/>
                  <a:pt x="606" y="216"/>
                  <a:pt x="618" y="216"/>
                </a:cubicBezTo>
                <a:cubicBezTo>
                  <a:pt x="632" y="216"/>
                  <a:pt x="644" y="218"/>
                  <a:pt x="654" y="222"/>
                </a:cubicBezTo>
                <a:cubicBezTo>
                  <a:pt x="664" y="227"/>
                  <a:pt x="672" y="233"/>
                  <a:pt x="678" y="241"/>
                </a:cubicBezTo>
                <a:cubicBezTo>
                  <a:pt x="683" y="250"/>
                  <a:pt x="686" y="259"/>
                  <a:pt x="687" y="270"/>
                </a:cubicBezTo>
                <a:lnTo>
                  <a:pt x="664" y="272"/>
                </a:lnTo>
                <a:cubicBezTo>
                  <a:pt x="662" y="260"/>
                  <a:pt x="658" y="252"/>
                  <a:pt x="651" y="246"/>
                </a:cubicBezTo>
                <a:cubicBezTo>
                  <a:pt x="644" y="240"/>
                  <a:pt x="633" y="237"/>
                  <a:pt x="619" y="237"/>
                </a:cubicBezTo>
                <a:cubicBezTo>
                  <a:pt x="605" y="237"/>
                  <a:pt x="594" y="240"/>
                  <a:pt x="588" y="245"/>
                </a:cubicBezTo>
                <a:cubicBezTo>
                  <a:pt x="581" y="250"/>
                  <a:pt x="578" y="257"/>
                  <a:pt x="578" y="264"/>
                </a:cubicBezTo>
                <a:cubicBezTo>
                  <a:pt x="578" y="271"/>
                  <a:pt x="580" y="276"/>
                  <a:pt x="585" y="280"/>
                </a:cubicBezTo>
                <a:cubicBezTo>
                  <a:pt x="589" y="284"/>
                  <a:pt x="601" y="289"/>
                  <a:pt x="621" y="293"/>
                </a:cubicBezTo>
                <a:cubicBezTo>
                  <a:pt x="640" y="298"/>
                  <a:pt x="654" y="301"/>
                  <a:pt x="661" y="305"/>
                </a:cubicBezTo>
                <a:cubicBezTo>
                  <a:pt x="672" y="310"/>
                  <a:pt x="679" y="316"/>
                  <a:pt x="685" y="323"/>
                </a:cubicBezTo>
                <a:cubicBezTo>
                  <a:pt x="690" y="331"/>
                  <a:pt x="692" y="339"/>
                  <a:pt x="692" y="349"/>
                </a:cubicBezTo>
                <a:cubicBezTo>
                  <a:pt x="692" y="359"/>
                  <a:pt x="689" y="368"/>
                  <a:pt x="684" y="376"/>
                </a:cubicBezTo>
                <a:cubicBezTo>
                  <a:pt x="678" y="385"/>
                  <a:pt x="670" y="391"/>
                  <a:pt x="660" y="396"/>
                </a:cubicBezTo>
                <a:cubicBezTo>
                  <a:pt x="650" y="401"/>
                  <a:pt x="638" y="403"/>
                  <a:pt x="625" y="403"/>
                </a:cubicBezTo>
                <a:cubicBezTo>
                  <a:pt x="609" y="403"/>
                  <a:pt x="595" y="401"/>
                  <a:pt x="584" y="396"/>
                </a:cubicBezTo>
                <a:cubicBezTo>
                  <a:pt x="573" y="391"/>
                  <a:pt x="564" y="384"/>
                  <a:pt x="558" y="375"/>
                </a:cubicBezTo>
                <a:cubicBezTo>
                  <a:pt x="551" y="365"/>
                  <a:pt x="548" y="354"/>
                  <a:pt x="548" y="342"/>
                </a:cubicBezTo>
                <a:close/>
              </a:path>
            </a:pathLst>
          </a:custGeom>
          <a:solidFill>
            <a:schemeClr val="bg1"/>
          </a:solidFill>
          <a:ln>
            <a:noFill/>
          </a:ln>
        </p:spPr>
        <p:txBody>
          <a:bodyPr vert="horz" wrap="square" lIns="128533" tIns="64266" rIns="128533" bIns="64266" numCol="1" anchor="t" anchorCtr="0" compatLnSpc="1">
            <a:prstTxWarp prst="textNoShape">
              <a:avLst/>
            </a:prstTxWarp>
          </a:bodyPr>
          <a:lstStyle/>
          <a:p>
            <a:pPr defTabSz="1285336">
              <a:defRPr/>
            </a:pPr>
            <a:endParaRPr lang="zh-CN" altLang="en-US" kern="0">
              <a:solidFill>
                <a:sysClr val="windowText" lastClr="000000"/>
              </a:solidFill>
            </a:endParaRPr>
          </a:p>
        </p:txBody>
      </p:sp>
      <p:grpSp>
        <p:nvGrpSpPr>
          <p:cNvPr id="124" name="组合 123"/>
          <p:cNvGrpSpPr/>
          <p:nvPr/>
        </p:nvGrpSpPr>
        <p:grpSpPr>
          <a:xfrm>
            <a:off x="1590582" y="3469484"/>
            <a:ext cx="1362101" cy="1573443"/>
            <a:chOff x="229394" y="1453367"/>
            <a:chExt cx="969072" cy="1119178"/>
          </a:xfrm>
          <a:effectLst>
            <a:outerShdw blurRad="63500" sx="102000" sy="102000" algn="ctr" rotWithShape="0">
              <a:prstClr val="black">
                <a:alpha val="40000"/>
              </a:prstClr>
            </a:outerShdw>
          </a:effectLst>
        </p:grpSpPr>
        <p:sp>
          <p:nvSpPr>
            <p:cNvPr id="125" name="Freeform 27"/>
            <p:cNvSpPr>
              <a:spLocks/>
            </p:cNvSpPr>
            <p:nvPr/>
          </p:nvSpPr>
          <p:spPr bwMode="auto">
            <a:xfrm>
              <a:off x="229394" y="1453367"/>
              <a:ext cx="969072" cy="1119178"/>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6" name="Freeform 27"/>
            <p:cNvSpPr>
              <a:spLocks/>
            </p:cNvSpPr>
            <p:nvPr/>
          </p:nvSpPr>
          <p:spPr bwMode="auto">
            <a:xfrm>
              <a:off x="337774" y="1563847"/>
              <a:ext cx="770949" cy="890367"/>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solidFill>
              <a:srgbClr val="108136"/>
            </a:solidFill>
            <a:ln w="28575" cap="flat">
              <a:noFill/>
              <a:prstDash val="solid"/>
              <a:miter lim="800000"/>
              <a:headEnd/>
              <a:tailEnd/>
            </a:ln>
            <a:effectLst/>
          </p:spPr>
          <p:txBody>
            <a:bodyPr vert="horz" wrap="square" lIns="96424" tIns="48212" rIns="96424" bIns="48212" numCol="1" anchor="t" anchorCtr="0" compatLnSpc="1">
              <a:prstTxWarp prst="textNoShape">
                <a:avLst/>
              </a:prstTxWarp>
            </a:bodyPr>
            <a:lstStyle/>
            <a:p>
              <a:endParaRPr lang="zh-CN" altLang="en-US"/>
            </a:p>
          </p:txBody>
        </p:sp>
      </p:grpSp>
      <p:grpSp>
        <p:nvGrpSpPr>
          <p:cNvPr id="127" name="组合 126"/>
          <p:cNvGrpSpPr/>
          <p:nvPr/>
        </p:nvGrpSpPr>
        <p:grpSpPr>
          <a:xfrm>
            <a:off x="2014697" y="4016300"/>
            <a:ext cx="553810" cy="477206"/>
            <a:chOff x="3320568" y="5902574"/>
            <a:chExt cx="394011" cy="339433"/>
          </a:xfrm>
        </p:grpSpPr>
        <p:sp>
          <p:nvSpPr>
            <p:cNvPr id="128" name="Freeform 14"/>
            <p:cNvSpPr>
              <a:spLocks noEditPoints="1"/>
            </p:cNvSpPr>
            <p:nvPr/>
          </p:nvSpPr>
          <p:spPr bwMode="auto">
            <a:xfrm>
              <a:off x="3320568" y="5953787"/>
              <a:ext cx="361871" cy="288220"/>
            </a:xfrm>
            <a:custGeom>
              <a:avLst/>
              <a:gdLst>
                <a:gd name="T0" fmla="*/ 580 w 704"/>
                <a:gd name="T1" fmla="*/ 236 h 561"/>
                <a:gd name="T2" fmla="*/ 564 w 704"/>
                <a:gd name="T3" fmla="*/ 214 h 561"/>
                <a:gd name="T4" fmla="*/ 558 w 704"/>
                <a:gd name="T5" fmla="*/ 130 h 561"/>
                <a:gd name="T6" fmla="*/ 409 w 704"/>
                <a:gd name="T7" fmla="*/ 136 h 561"/>
                <a:gd name="T8" fmla="*/ 385 w 704"/>
                <a:gd name="T9" fmla="*/ 99 h 561"/>
                <a:gd name="T10" fmla="*/ 264 w 704"/>
                <a:gd name="T11" fmla="*/ 37 h 561"/>
                <a:gd name="T12" fmla="*/ 64 w 704"/>
                <a:gd name="T13" fmla="*/ 203 h 561"/>
                <a:gd name="T14" fmla="*/ 8 w 704"/>
                <a:gd name="T15" fmla="*/ 355 h 561"/>
                <a:gd name="T16" fmla="*/ 301 w 704"/>
                <a:gd name="T17" fmla="*/ 551 h 561"/>
                <a:gd name="T18" fmla="*/ 652 w 704"/>
                <a:gd name="T19" fmla="*/ 396 h 561"/>
                <a:gd name="T20" fmla="*/ 580 w 704"/>
                <a:gd name="T21" fmla="*/ 236 h 561"/>
                <a:gd name="T22" fmla="*/ 310 w 704"/>
                <a:gd name="T23" fmla="*/ 510 h 561"/>
                <a:gd name="T24" fmla="*/ 310 w 704"/>
                <a:gd name="T25" fmla="*/ 510 h 561"/>
                <a:gd name="T26" fmla="*/ 82 w 704"/>
                <a:gd name="T27" fmla="*/ 368 h 561"/>
                <a:gd name="T28" fmla="*/ 310 w 704"/>
                <a:gd name="T29" fmla="*/ 210 h 561"/>
                <a:gd name="T30" fmla="*/ 539 w 704"/>
                <a:gd name="T31" fmla="*/ 340 h 561"/>
                <a:gd name="T32" fmla="*/ 310 w 704"/>
                <a:gd name="T33" fmla="*/ 51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4" h="561">
                  <a:moveTo>
                    <a:pt x="580" y="236"/>
                  </a:moveTo>
                  <a:cubicBezTo>
                    <a:pt x="550" y="230"/>
                    <a:pt x="564" y="214"/>
                    <a:pt x="564" y="214"/>
                  </a:cubicBezTo>
                  <a:cubicBezTo>
                    <a:pt x="564" y="214"/>
                    <a:pt x="594" y="165"/>
                    <a:pt x="558" y="130"/>
                  </a:cubicBezTo>
                  <a:cubicBezTo>
                    <a:pt x="515" y="86"/>
                    <a:pt x="409" y="136"/>
                    <a:pt x="409" y="136"/>
                  </a:cubicBezTo>
                  <a:cubicBezTo>
                    <a:pt x="368" y="148"/>
                    <a:pt x="379" y="130"/>
                    <a:pt x="385" y="99"/>
                  </a:cubicBezTo>
                  <a:cubicBezTo>
                    <a:pt x="385" y="62"/>
                    <a:pt x="372" y="0"/>
                    <a:pt x="264" y="37"/>
                  </a:cubicBezTo>
                  <a:cubicBezTo>
                    <a:pt x="157" y="74"/>
                    <a:pt x="64" y="203"/>
                    <a:pt x="64" y="203"/>
                  </a:cubicBezTo>
                  <a:cubicBezTo>
                    <a:pt x="0" y="289"/>
                    <a:pt x="8" y="355"/>
                    <a:pt x="8" y="355"/>
                  </a:cubicBezTo>
                  <a:cubicBezTo>
                    <a:pt x="24" y="501"/>
                    <a:pt x="180" y="542"/>
                    <a:pt x="301" y="551"/>
                  </a:cubicBezTo>
                  <a:cubicBezTo>
                    <a:pt x="428" y="561"/>
                    <a:pt x="600" y="507"/>
                    <a:pt x="652" y="396"/>
                  </a:cubicBezTo>
                  <a:cubicBezTo>
                    <a:pt x="704" y="286"/>
                    <a:pt x="610" y="242"/>
                    <a:pt x="580" y="236"/>
                  </a:cubicBezTo>
                  <a:close/>
                  <a:moveTo>
                    <a:pt x="310" y="510"/>
                  </a:moveTo>
                  <a:lnTo>
                    <a:pt x="310" y="510"/>
                  </a:lnTo>
                  <a:cubicBezTo>
                    <a:pt x="184" y="516"/>
                    <a:pt x="82" y="452"/>
                    <a:pt x="82" y="368"/>
                  </a:cubicBezTo>
                  <a:cubicBezTo>
                    <a:pt x="82" y="283"/>
                    <a:pt x="184" y="216"/>
                    <a:pt x="310" y="210"/>
                  </a:cubicBezTo>
                  <a:cubicBezTo>
                    <a:pt x="437" y="204"/>
                    <a:pt x="539" y="256"/>
                    <a:pt x="539" y="340"/>
                  </a:cubicBezTo>
                  <a:cubicBezTo>
                    <a:pt x="539" y="425"/>
                    <a:pt x="437" y="504"/>
                    <a:pt x="310" y="5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sp>
          <p:nvSpPr>
            <p:cNvPr id="129" name="Freeform 15"/>
            <p:cNvSpPr>
              <a:spLocks noEditPoints="1"/>
            </p:cNvSpPr>
            <p:nvPr/>
          </p:nvSpPr>
          <p:spPr bwMode="auto">
            <a:xfrm>
              <a:off x="3401513" y="6082414"/>
              <a:ext cx="142844" cy="127436"/>
            </a:xfrm>
            <a:custGeom>
              <a:avLst/>
              <a:gdLst>
                <a:gd name="T0" fmla="*/ 127 w 277"/>
                <a:gd name="T1" fmla="*/ 15 h 246"/>
                <a:gd name="T2" fmla="*/ 15 w 277"/>
                <a:gd name="T3" fmla="*/ 148 h 246"/>
                <a:gd name="T4" fmla="*/ 49 w 277"/>
                <a:gd name="T5" fmla="*/ 205 h 246"/>
                <a:gd name="T6" fmla="*/ 239 w 277"/>
                <a:gd name="T7" fmla="*/ 171 h 246"/>
                <a:gd name="T8" fmla="*/ 127 w 277"/>
                <a:gd name="T9" fmla="*/ 15 h 246"/>
                <a:gd name="T10" fmla="*/ 95 w 277"/>
                <a:gd name="T11" fmla="*/ 182 h 246"/>
                <a:gd name="T12" fmla="*/ 95 w 277"/>
                <a:gd name="T13" fmla="*/ 182 h 246"/>
                <a:gd name="T14" fmla="*/ 52 w 277"/>
                <a:gd name="T15" fmla="*/ 151 h 246"/>
                <a:gd name="T16" fmla="*/ 93 w 277"/>
                <a:gd name="T17" fmla="*/ 108 h 246"/>
                <a:gd name="T18" fmla="*/ 138 w 277"/>
                <a:gd name="T19" fmla="*/ 141 h 246"/>
                <a:gd name="T20" fmla="*/ 95 w 277"/>
                <a:gd name="T21" fmla="*/ 182 h 246"/>
                <a:gd name="T22" fmla="*/ 170 w 277"/>
                <a:gd name="T23" fmla="*/ 118 h 246"/>
                <a:gd name="T24" fmla="*/ 170 w 277"/>
                <a:gd name="T25" fmla="*/ 118 h 246"/>
                <a:gd name="T26" fmla="*/ 148 w 277"/>
                <a:gd name="T27" fmla="*/ 116 h 246"/>
                <a:gd name="T28" fmla="*/ 153 w 277"/>
                <a:gd name="T29" fmla="*/ 92 h 246"/>
                <a:gd name="T30" fmla="*/ 177 w 277"/>
                <a:gd name="T31" fmla="*/ 94 h 246"/>
                <a:gd name="T32" fmla="*/ 170 w 277"/>
                <a:gd name="T33" fmla="*/ 11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246">
                  <a:moveTo>
                    <a:pt x="127" y="15"/>
                  </a:moveTo>
                  <a:cubicBezTo>
                    <a:pt x="0" y="29"/>
                    <a:pt x="15" y="148"/>
                    <a:pt x="15" y="148"/>
                  </a:cubicBezTo>
                  <a:cubicBezTo>
                    <a:pt x="15" y="148"/>
                    <a:pt x="13" y="186"/>
                    <a:pt x="49" y="205"/>
                  </a:cubicBezTo>
                  <a:cubicBezTo>
                    <a:pt x="123" y="246"/>
                    <a:pt x="200" y="221"/>
                    <a:pt x="239" y="171"/>
                  </a:cubicBezTo>
                  <a:cubicBezTo>
                    <a:pt x="277" y="121"/>
                    <a:pt x="255" y="0"/>
                    <a:pt x="127" y="15"/>
                  </a:cubicBezTo>
                  <a:close/>
                  <a:moveTo>
                    <a:pt x="95" y="182"/>
                  </a:moveTo>
                  <a:lnTo>
                    <a:pt x="95" y="182"/>
                  </a:lnTo>
                  <a:cubicBezTo>
                    <a:pt x="71" y="184"/>
                    <a:pt x="52" y="171"/>
                    <a:pt x="52" y="151"/>
                  </a:cubicBezTo>
                  <a:cubicBezTo>
                    <a:pt x="52" y="131"/>
                    <a:pt x="69" y="110"/>
                    <a:pt x="93" y="108"/>
                  </a:cubicBezTo>
                  <a:cubicBezTo>
                    <a:pt x="120" y="105"/>
                    <a:pt x="138" y="121"/>
                    <a:pt x="138" y="141"/>
                  </a:cubicBezTo>
                  <a:cubicBezTo>
                    <a:pt x="138" y="161"/>
                    <a:pt x="119" y="179"/>
                    <a:pt x="95" y="182"/>
                  </a:cubicBezTo>
                  <a:close/>
                  <a:moveTo>
                    <a:pt x="170" y="118"/>
                  </a:moveTo>
                  <a:lnTo>
                    <a:pt x="170" y="118"/>
                  </a:lnTo>
                  <a:cubicBezTo>
                    <a:pt x="162" y="124"/>
                    <a:pt x="152" y="123"/>
                    <a:pt x="148" y="116"/>
                  </a:cubicBezTo>
                  <a:cubicBezTo>
                    <a:pt x="143" y="109"/>
                    <a:pt x="145" y="98"/>
                    <a:pt x="153" y="92"/>
                  </a:cubicBezTo>
                  <a:cubicBezTo>
                    <a:pt x="163" y="85"/>
                    <a:pt x="173" y="87"/>
                    <a:pt x="177" y="94"/>
                  </a:cubicBezTo>
                  <a:cubicBezTo>
                    <a:pt x="181" y="101"/>
                    <a:pt x="178" y="112"/>
                    <a:pt x="170" y="1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sp>
          <p:nvSpPr>
            <p:cNvPr id="130" name="Freeform 16"/>
            <p:cNvSpPr>
              <a:spLocks/>
            </p:cNvSpPr>
            <p:nvPr/>
          </p:nvSpPr>
          <p:spPr bwMode="auto">
            <a:xfrm>
              <a:off x="3581258" y="5902574"/>
              <a:ext cx="133321" cy="150065"/>
            </a:xfrm>
            <a:custGeom>
              <a:avLst/>
              <a:gdLst>
                <a:gd name="T0" fmla="*/ 256 w 259"/>
                <a:gd name="T1" fmla="*/ 269 h 293"/>
                <a:gd name="T2" fmla="*/ 257 w 259"/>
                <a:gd name="T3" fmla="*/ 262 h 293"/>
                <a:gd name="T4" fmla="*/ 259 w 259"/>
                <a:gd name="T5" fmla="*/ 228 h 293"/>
                <a:gd name="T6" fmla="*/ 32 w 259"/>
                <a:gd name="T7" fmla="*/ 0 h 293"/>
                <a:gd name="T8" fmla="*/ 0 w 259"/>
                <a:gd name="T9" fmla="*/ 31 h 293"/>
                <a:gd name="T10" fmla="*/ 32 w 259"/>
                <a:gd name="T11" fmla="*/ 63 h 293"/>
                <a:gd name="T12" fmla="*/ 196 w 259"/>
                <a:gd name="T13" fmla="*/ 228 h 293"/>
                <a:gd name="T14" fmla="*/ 194 w 259"/>
                <a:gd name="T15" fmla="*/ 258 h 293"/>
                <a:gd name="T16" fmla="*/ 194 w 259"/>
                <a:gd name="T17" fmla="*/ 258 h 293"/>
                <a:gd name="T18" fmla="*/ 194 w 259"/>
                <a:gd name="T19" fmla="*/ 261 h 293"/>
                <a:gd name="T20" fmla="*/ 225 w 259"/>
                <a:gd name="T21" fmla="*/ 293 h 293"/>
                <a:gd name="T22" fmla="*/ 256 w 259"/>
                <a:gd name="T23" fmla="*/ 269 h 293"/>
                <a:gd name="T24" fmla="*/ 256 w 259"/>
                <a:gd name="T25" fmla="*/ 269 h 293"/>
                <a:gd name="T26" fmla="*/ 256 w 259"/>
                <a:gd name="T27" fmla="*/ 26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293">
                  <a:moveTo>
                    <a:pt x="256" y="269"/>
                  </a:moveTo>
                  <a:cubicBezTo>
                    <a:pt x="256" y="267"/>
                    <a:pt x="257" y="264"/>
                    <a:pt x="257" y="262"/>
                  </a:cubicBezTo>
                  <a:cubicBezTo>
                    <a:pt x="258" y="250"/>
                    <a:pt x="259" y="239"/>
                    <a:pt x="259" y="228"/>
                  </a:cubicBezTo>
                  <a:cubicBezTo>
                    <a:pt x="259" y="102"/>
                    <a:pt x="157" y="0"/>
                    <a:pt x="32" y="0"/>
                  </a:cubicBezTo>
                  <a:cubicBezTo>
                    <a:pt x="14" y="0"/>
                    <a:pt x="0" y="14"/>
                    <a:pt x="0" y="31"/>
                  </a:cubicBezTo>
                  <a:cubicBezTo>
                    <a:pt x="0" y="49"/>
                    <a:pt x="14" y="63"/>
                    <a:pt x="32" y="63"/>
                  </a:cubicBezTo>
                  <a:cubicBezTo>
                    <a:pt x="123" y="63"/>
                    <a:pt x="196" y="137"/>
                    <a:pt x="196" y="228"/>
                  </a:cubicBezTo>
                  <a:cubicBezTo>
                    <a:pt x="196" y="238"/>
                    <a:pt x="196" y="248"/>
                    <a:pt x="194" y="258"/>
                  </a:cubicBezTo>
                  <a:lnTo>
                    <a:pt x="194" y="258"/>
                  </a:lnTo>
                  <a:cubicBezTo>
                    <a:pt x="194" y="259"/>
                    <a:pt x="194" y="260"/>
                    <a:pt x="194" y="261"/>
                  </a:cubicBezTo>
                  <a:cubicBezTo>
                    <a:pt x="194" y="279"/>
                    <a:pt x="208" y="293"/>
                    <a:pt x="225" y="293"/>
                  </a:cubicBezTo>
                  <a:cubicBezTo>
                    <a:pt x="240" y="293"/>
                    <a:pt x="252" y="283"/>
                    <a:pt x="256" y="269"/>
                  </a:cubicBezTo>
                  <a:lnTo>
                    <a:pt x="256" y="269"/>
                  </a:lnTo>
                  <a:cubicBezTo>
                    <a:pt x="256" y="269"/>
                    <a:pt x="256" y="269"/>
                    <a:pt x="256" y="2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sp>
          <p:nvSpPr>
            <p:cNvPr id="131" name="Freeform 17"/>
            <p:cNvSpPr>
              <a:spLocks/>
            </p:cNvSpPr>
            <p:nvPr/>
          </p:nvSpPr>
          <p:spPr bwMode="auto">
            <a:xfrm>
              <a:off x="3584830" y="5954978"/>
              <a:ext cx="77373" cy="84560"/>
            </a:xfrm>
            <a:custGeom>
              <a:avLst/>
              <a:gdLst>
                <a:gd name="T0" fmla="*/ 151 w 152"/>
                <a:gd name="T1" fmla="*/ 137 h 164"/>
                <a:gd name="T2" fmla="*/ 152 w 152"/>
                <a:gd name="T3" fmla="*/ 126 h 164"/>
                <a:gd name="T4" fmla="*/ 26 w 152"/>
                <a:gd name="T5" fmla="*/ 0 h 164"/>
                <a:gd name="T6" fmla="*/ 0 w 152"/>
                <a:gd name="T7" fmla="*/ 26 h 164"/>
                <a:gd name="T8" fmla="*/ 26 w 152"/>
                <a:gd name="T9" fmla="*/ 52 h 164"/>
                <a:gd name="T10" fmla="*/ 99 w 152"/>
                <a:gd name="T11" fmla="*/ 126 h 164"/>
                <a:gd name="T12" fmla="*/ 99 w 152"/>
                <a:gd name="T13" fmla="*/ 135 h 164"/>
                <a:gd name="T14" fmla="*/ 99 w 152"/>
                <a:gd name="T15" fmla="*/ 135 h 164"/>
                <a:gd name="T16" fmla="*/ 99 w 152"/>
                <a:gd name="T17" fmla="*/ 138 h 164"/>
                <a:gd name="T18" fmla="*/ 125 w 152"/>
                <a:gd name="T19" fmla="*/ 164 h 164"/>
                <a:gd name="T20" fmla="*/ 151 w 152"/>
                <a:gd name="T21" fmla="*/ 142 h 164"/>
                <a:gd name="T22" fmla="*/ 151 w 152"/>
                <a:gd name="T23" fmla="*/ 142 h 164"/>
                <a:gd name="T24" fmla="*/ 151 w 152"/>
                <a:gd name="T25" fmla="*/ 140 h 164"/>
                <a:gd name="T26" fmla="*/ 151 w 152"/>
                <a:gd name="T27" fmla="*/ 138 h 164"/>
                <a:gd name="T28" fmla="*/ 151 w 152"/>
                <a:gd name="T29" fmla="*/ 137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164">
                  <a:moveTo>
                    <a:pt x="151" y="137"/>
                  </a:moveTo>
                  <a:cubicBezTo>
                    <a:pt x="152" y="133"/>
                    <a:pt x="152" y="130"/>
                    <a:pt x="152" y="126"/>
                  </a:cubicBezTo>
                  <a:cubicBezTo>
                    <a:pt x="152" y="56"/>
                    <a:pt x="95" y="0"/>
                    <a:pt x="26" y="0"/>
                  </a:cubicBezTo>
                  <a:cubicBezTo>
                    <a:pt x="11" y="0"/>
                    <a:pt x="0" y="11"/>
                    <a:pt x="0" y="26"/>
                  </a:cubicBezTo>
                  <a:cubicBezTo>
                    <a:pt x="0" y="40"/>
                    <a:pt x="11" y="52"/>
                    <a:pt x="26" y="52"/>
                  </a:cubicBezTo>
                  <a:cubicBezTo>
                    <a:pt x="66" y="52"/>
                    <a:pt x="99" y="85"/>
                    <a:pt x="99" y="126"/>
                  </a:cubicBezTo>
                  <a:cubicBezTo>
                    <a:pt x="99" y="129"/>
                    <a:pt x="99" y="132"/>
                    <a:pt x="99" y="135"/>
                  </a:cubicBezTo>
                  <a:lnTo>
                    <a:pt x="99" y="135"/>
                  </a:lnTo>
                  <a:cubicBezTo>
                    <a:pt x="99" y="136"/>
                    <a:pt x="99" y="137"/>
                    <a:pt x="99" y="138"/>
                  </a:cubicBezTo>
                  <a:cubicBezTo>
                    <a:pt x="99" y="153"/>
                    <a:pt x="111" y="164"/>
                    <a:pt x="125" y="164"/>
                  </a:cubicBezTo>
                  <a:cubicBezTo>
                    <a:pt x="138" y="164"/>
                    <a:pt x="149" y="154"/>
                    <a:pt x="151" y="142"/>
                  </a:cubicBezTo>
                  <a:lnTo>
                    <a:pt x="151" y="142"/>
                  </a:lnTo>
                  <a:cubicBezTo>
                    <a:pt x="151" y="141"/>
                    <a:pt x="151" y="140"/>
                    <a:pt x="151" y="140"/>
                  </a:cubicBezTo>
                  <a:cubicBezTo>
                    <a:pt x="151" y="139"/>
                    <a:pt x="151" y="139"/>
                    <a:pt x="151" y="138"/>
                  </a:cubicBezTo>
                  <a:cubicBezTo>
                    <a:pt x="151" y="138"/>
                    <a:pt x="151" y="138"/>
                    <a:pt x="151" y="1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grpSp>
      <p:grpSp>
        <p:nvGrpSpPr>
          <p:cNvPr id="132" name="组合 131"/>
          <p:cNvGrpSpPr/>
          <p:nvPr/>
        </p:nvGrpSpPr>
        <p:grpSpPr>
          <a:xfrm>
            <a:off x="6974480" y="3506181"/>
            <a:ext cx="1362101" cy="1573443"/>
            <a:chOff x="229394" y="1453366"/>
            <a:chExt cx="969072" cy="1119178"/>
          </a:xfrm>
          <a:effectLst>
            <a:outerShdw blurRad="63500" sx="102000" sy="102000" algn="ctr" rotWithShape="0">
              <a:prstClr val="black">
                <a:alpha val="40000"/>
              </a:prstClr>
            </a:outerShdw>
          </a:effectLst>
        </p:grpSpPr>
        <p:sp>
          <p:nvSpPr>
            <p:cNvPr id="133" name="Freeform 27"/>
            <p:cNvSpPr>
              <a:spLocks/>
            </p:cNvSpPr>
            <p:nvPr/>
          </p:nvSpPr>
          <p:spPr bwMode="auto">
            <a:xfrm>
              <a:off x="229394" y="1453366"/>
              <a:ext cx="969072" cy="1119178"/>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gradFill>
              <a:gsLst>
                <a:gs pos="22000">
                  <a:schemeClr val="bg1">
                    <a:alpha val="40000"/>
                  </a:schemeClr>
                </a:gs>
                <a:gs pos="50000">
                  <a:srgbClr val="FFFFFF">
                    <a:alpha val="10000"/>
                  </a:srgbClr>
                </a:gs>
                <a:gs pos="50000">
                  <a:schemeClr val="bg1">
                    <a:alpha val="20000"/>
                  </a:schemeClr>
                </a:gs>
                <a:gs pos="15000">
                  <a:schemeClr val="bg1">
                    <a:alpha val="87000"/>
                  </a:schemeClr>
                </a:gs>
              </a:gsLst>
              <a:lin ang="2700000" scaled="0"/>
            </a:gradFill>
            <a:ln>
              <a:gradFill>
                <a:gsLst>
                  <a:gs pos="75000">
                    <a:srgbClr val="F0F0F0"/>
                  </a:gs>
                  <a:gs pos="50000">
                    <a:srgbClr val="C8C8C8"/>
                  </a:gs>
                  <a:gs pos="25000">
                    <a:srgbClr val="F0F0F0"/>
                  </a:gs>
                  <a:gs pos="0">
                    <a:schemeClr val="bg1"/>
                  </a:gs>
                  <a:gs pos="100000">
                    <a:schemeClr val="bg1"/>
                  </a:gs>
                </a:gsLst>
                <a:lin ang="2700000" scaled="0"/>
              </a:gradFill>
            </a:ln>
            <a:effectLst>
              <a:outerShdw blurRad="228600" dist="88900" dir="2700000" algn="t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4" name="Freeform 27"/>
            <p:cNvSpPr>
              <a:spLocks/>
            </p:cNvSpPr>
            <p:nvPr/>
          </p:nvSpPr>
          <p:spPr bwMode="auto">
            <a:xfrm>
              <a:off x="337774" y="1563847"/>
              <a:ext cx="770949" cy="890367"/>
            </a:xfrm>
            <a:custGeom>
              <a:avLst/>
              <a:gdLst>
                <a:gd name="T0" fmla="*/ 1098 w 2195"/>
                <a:gd name="T1" fmla="*/ 2535 h 2535"/>
                <a:gd name="T2" fmla="*/ 0 w 2195"/>
                <a:gd name="T3" fmla="*/ 1903 h 2535"/>
                <a:gd name="T4" fmla="*/ 0 w 2195"/>
                <a:gd name="T5" fmla="*/ 634 h 2535"/>
                <a:gd name="T6" fmla="*/ 1098 w 2195"/>
                <a:gd name="T7" fmla="*/ 0 h 2535"/>
                <a:gd name="T8" fmla="*/ 2195 w 2195"/>
                <a:gd name="T9" fmla="*/ 634 h 2535"/>
                <a:gd name="T10" fmla="*/ 2195 w 2195"/>
                <a:gd name="T11" fmla="*/ 1903 h 2535"/>
                <a:gd name="T12" fmla="*/ 1098 w 2195"/>
                <a:gd name="T13" fmla="*/ 2535 h 2535"/>
              </a:gdLst>
              <a:ahLst/>
              <a:cxnLst>
                <a:cxn ang="0">
                  <a:pos x="T0" y="T1"/>
                </a:cxn>
                <a:cxn ang="0">
                  <a:pos x="T2" y="T3"/>
                </a:cxn>
                <a:cxn ang="0">
                  <a:pos x="T4" y="T5"/>
                </a:cxn>
                <a:cxn ang="0">
                  <a:pos x="T6" y="T7"/>
                </a:cxn>
                <a:cxn ang="0">
                  <a:pos x="T8" y="T9"/>
                </a:cxn>
                <a:cxn ang="0">
                  <a:pos x="T10" y="T11"/>
                </a:cxn>
                <a:cxn ang="0">
                  <a:pos x="T12" y="T13"/>
                </a:cxn>
              </a:cxnLst>
              <a:rect l="0" t="0" r="r" b="b"/>
              <a:pathLst>
                <a:path w="2195" h="2535">
                  <a:moveTo>
                    <a:pt x="1098" y="2535"/>
                  </a:moveTo>
                  <a:lnTo>
                    <a:pt x="0" y="1903"/>
                  </a:lnTo>
                  <a:lnTo>
                    <a:pt x="0" y="634"/>
                  </a:lnTo>
                  <a:lnTo>
                    <a:pt x="1098" y="0"/>
                  </a:lnTo>
                  <a:lnTo>
                    <a:pt x="2195" y="634"/>
                  </a:lnTo>
                  <a:lnTo>
                    <a:pt x="2195" y="1903"/>
                  </a:lnTo>
                  <a:lnTo>
                    <a:pt x="1098" y="2535"/>
                  </a:lnTo>
                  <a:close/>
                </a:path>
              </a:pathLst>
            </a:custGeom>
            <a:solidFill>
              <a:srgbClr val="108136"/>
            </a:solidFill>
            <a:ln w="28575" cap="flat">
              <a:noFill/>
              <a:prstDash val="solid"/>
              <a:miter lim="800000"/>
              <a:headEnd/>
              <a:tailEnd/>
            </a:ln>
            <a:effectLst/>
          </p:spPr>
          <p:txBody>
            <a:bodyPr vert="horz" wrap="square" lIns="96424" tIns="48212" rIns="96424" bIns="48212" numCol="1" anchor="t" anchorCtr="0" compatLnSpc="1">
              <a:prstTxWarp prst="textNoShape">
                <a:avLst/>
              </a:prstTxWarp>
            </a:bodyPr>
            <a:lstStyle/>
            <a:p>
              <a:endParaRPr lang="zh-CN" altLang="en-US"/>
            </a:p>
          </p:txBody>
        </p:sp>
      </p:grpSp>
      <p:grpSp>
        <p:nvGrpSpPr>
          <p:cNvPr id="135" name="组合 134"/>
          <p:cNvGrpSpPr/>
          <p:nvPr/>
        </p:nvGrpSpPr>
        <p:grpSpPr>
          <a:xfrm>
            <a:off x="7393858" y="4030720"/>
            <a:ext cx="588947" cy="485577"/>
            <a:chOff x="5161140" y="7206311"/>
            <a:chExt cx="419009" cy="345387"/>
          </a:xfrm>
        </p:grpSpPr>
        <p:sp>
          <p:nvSpPr>
            <p:cNvPr id="136" name="Freeform 10"/>
            <p:cNvSpPr>
              <a:spLocks noEditPoints="1"/>
            </p:cNvSpPr>
            <p:nvPr/>
          </p:nvSpPr>
          <p:spPr bwMode="auto">
            <a:xfrm>
              <a:off x="5161140" y="7206311"/>
              <a:ext cx="297592" cy="271546"/>
            </a:xfrm>
            <a:custGeom>
              <a:avLst/>
              <a:gdLst>
                <a:gd name="T0" fmla="*/ 568 w 580"/>
                <a:gd name="T1" fmla="*/ 207 h 528"/>
                <a:gd name="T2" fmla="*/ 580 w 580"/>
                <a:gd name="T3" fmla="*/ 207 h 528"/>
                <a:gd name="T4" fmla="*/ 292 w 580"/>
                <a:gd name="T5" fmla="*/ 0 h 528"/>
                <a:gd name="T6" fmla="*/ 0 w 580"/>
                <a:gd name="T7" fmla="*/ 244 h 528"/>
                <a:gd name="T8" fmla="*/ 114 w 580"/>
                <a:gd name="T9" fmla="*/ 438 h 528"/>
                <a:gd name="T10" fmla="*/ 117 w 580"/>
                <a:gd name="T11" fmla="*/ 440 h 528"/>
                <a:gd name="T12" fmla="*/ 89 w 580"/>
                <a:gd name="T13" fmla="*/ 528 h 528"/>
                <a:gd name="T14" fmla="*/ 194 w 580"/>
                <a:gd name="T15" fmla="*/ 475 h 528"/>
                <a:gd name="T16" fmla="*/ 199 w 580"/>
                <a:gd name="T17" fmla="*/ 476 h 528"/>
                <a:gd name="T18" fmla="*/ 292 w 580"/>
                <a:gd name="T19" fmla="*/ 488 h 528"/>
                <a:gd name="T20" fmla="*/ 311 w 580"/>
                <a:gd name="T21" fmla="*/ 488 h 528"/>
                <a:gd name="T22" fmla="*/ 302 w 580"/>
                <a:gd name="T23" fmla="*/ 430 h 528"/>
                <a:gd name="T24" fmla="*/ 568 w 580"/>
                <a:gd name="T25" fmla="*/ 207 h 528"/>
                <a:gd name="T26" fmla="*/ 393 w 580"/>
                <a:gd name="T27" fmla="*/ 121 h 528"/>
                <a:gd name="T28" fmla="*/ 393 w 580"/>
                <a:gd name="T29" fmla="*/ 121 h 528"/>
                <a:gd name="T30" fmla="*/ 434 w 580"/>
                <a:gd name="T31" fmla="*/ 160 h 528"/>
                <a:gd name="T32" fmla="*/ 393 w 580"/>
                <a:gd name="T33" fmla="*/ 200 h 528"/>
                <a:gd name="T34" fmla="*/ 352 w 580"/>
                <a:gd name="T35" fmla="*/ 160 h 528"/>
                <a:gd name="T36" fmla="*/ 393 w 580"/>
                <a:gd name="T37" fmla="*/ 121 h 528"/>
                <a:gd name="T38" fmla="*/ 190 w 580"/>
                <a:gd name="T39" fmla="*/ 200 h 528"/>
                <a:gd name="T40" fmla="*/ 190 w 580"/>
                <a:gd name="T41" fmla="*/ 200 h 528"/>
                <a:gd name="T42" fmla="*/ 149 w 580"/>
                <a:gd name="T43" fmla="*/ 160 h 528"/>
                <a:gd name="T44" fmla="*/ 190 w 580"/>
                <a:gd name="T45" fmla="*/ 121 h 528"/>
                <a:gd name="T46" fmla="*/ 231 w 580"/>
                <a:gd name="T47" fmla="*/ 160 h 528"/>
                <a:gd name="T48" fmla="*/ 190 w 580"/>
                <a:gd name="T49" fmla="*/ 20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0" h="528">
                  <a:moveTo>
                    <a:pt x="568" y="207"/>
                  </a:moveTo>
                  <a:cubicBezTo>
                    <a:pt x="572" y="207"/>
                    <a:pt x="576" y="207"/>
                    <a:pt x="580" y="207"/>
                  </a:cubicBezTo>
                  <a:cubicBezTo>
                    <a:pt x="559" y="90"/>
                    <a:pt x="438" y="0"/>
                    <a:pt x="292" y="0"/>
                  </a:cubicBezTo>
                  <a:cubicBezTo>
                    <a:pt x="130" y="0"/>
                    <a:pt x="0" y="110"/>
                    <a:pt x="0" y="244"/>
                  </a:cubicBezTo>
                  <a:cubicBezTo>
                    <a:pt x="0" y="323"/>
                    <a:pt x="45" y="394"/>
                    <a:pt x="114" y="438"/>
                  </a:cubicBezTo>
                  <a:cubicBezTo>
                    <a:pt x="115" y="439"/>
                    <a:pt x="117" y="440"/>
                    <a:pt x="117" y="440"/>
                  </a:cubicBezTo>
                  <a:lnTo>
                    <a:pt x="89" y="528"/>
                  </a:lnTo>
                  <a:lnTo>
                    <a:pt x="194" y="475"/>
                  </a:lnTo>
                  <a:cubicBezTo>
                    <a:pt x="194" y="475"/>
                    <a:pt x="198" y="476"/>
                    <a:pt x="199" y="476"/>
                  </a:cubicBezTo>
                  <a:cubicBezTo>
                    <a:pt x="228" y="484"/>
                    <a:pt x="259" y="488"/>
                    <a:pt x="292" y="488"/>
                  </a:cubicBezTo>
                  <a:cubicBezTo>
                    <a:pt x="298" y="488"/>
                    <a:pt x="305" y="488"/>
                    <a:pt x="311" y="488"/>
                  </a:cubicBezTo>
                  <a:cubicBezTo>
                    <a:pt x="305" y="469"/>
                    <a:pt x="302" y="450"/>
                    <a:pt x="302" y="430"/>
                  </a:cubicBezTo>
                  <a:cubicBezTo>
                    <a:pt x="302" y="307"/>
                    <a:pt x="421" y="207"/>
                    <a:pt x="568" y="207"/>
                  </a:cubicBezTo>
                  <a:close/>
                  <a:moveTo>
                    <a:pt x="393" y="121"/>
                  </a:moveTo>
                  <a:lnTo>
                    <a:pt x="393" y="121"/>
                  </a:lnTo>
                  <a:cubicBezTo>
                    <a:pt x="416" y="121"/>
                    <a:pt x="434" y="138"/>
                    <a:pt x="434" y="160"/>
                  </a:cubicBezTo>
                  <a:cubicBezTo>
                    <a:pt x="434" y="182"/>
                    <a:pt x="416" y="200"/>
                    <a:pt x="393" y="200"/>
                  </a:cubicBezTo>
                  <a:cubicBezTo>
                    <a:pt x="370" y="200"/>
                    <a:pt x="352" y="182"/>
                    <a:pt x="352" y="160"/>
                  </a:cubicBezTo>
                  <a:cubicBezTo>
                    <a:pt x="352" y="138"/>
                    <a:pt x="370" y="121"/>
                    <a:pt x="393" y="121"/>
                  </a:cubicBezTo>
                  <a:close/>
                  <a:moveTo>
                    <a:pt x="190" y="200"/>
                  </a:moveTo>
                  <a:lnTo>
                    <a:pt x="190" y="200"/>
                  </a:lnTo>
                  <a:cubicBezTo>
                    <a:pt x="167" y="200"/>
                    <a:pt x="149" y="182"/>
                    <a:pt x="149" y="160"/>
                  </a:cubicBezTo>
                  <a:cubicBezTo>
                    <a:pt x="149" y="138"/>
                    <a:pt x="167" y="121"/>
                    <a:pt x="190" y="121"/>
                  </a:cubicBezTo>
                  <a:cubicBezTo>
                    <a:pt x="213" y="121"/>
                    <a:pt x="231" y="138"/>
                    <a:pt x="231" y="160"/>
                  </a:cubicBezTo>
                  <a:cubicBezTo>
                    <a:pt x="231" y="182"/>
                    <a:pt x="213" y="200"/>
                    <a:pt x="190" y="2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sp>
          <p:nvSpPr>
            <p:cNvPr id="137" name="Freeform 11"/>
            <p:cNvSpPr>
              <a:spLocks noEditPoints="1"/>
            </p:cNvSpPr>
            <p:nvPr/>
          </p:nvSpPr>
          <p:spPr bwMode="auto">
            <a:xfrm>
              <a:off x="5327791" y="7321837"/>
              <a:ext cx="252358" cy="229861"/>
            </a:xfrm>
            <a:custGeom>
              <a:avLst/>
              <a:gdLst>
                <a:gd name="T0" fmla="*/ 0 w 493"/>
                <a:gd name="T1" fmla="*/ 206 h 446"/>
                <a:gd name="T2" fmla="*/ 247 w 493"/>
                <a:gd name="T3" fmla="*/ 412 h 446"/>
                <a:gd name="T4" fmla="*/ 325 w 493"/>
                <a:gd name="T5" fmla="*/ 402 h 446"/>
                <a:gd name="T6" fmla="*/ 329 w 493"/>
                <a:gd name="T7" fmla="*/ 401 h 446"/>
                <a:gd name="T8" fmla="*/ 418 w 493"/>
                <a:gd name="T9" fmla="*/ 446 h 446"/>
                <a:gd name="T10" fmla="*/ 394 w 493"/>
                <a:gd name="T11" fmla="*/ 371 h 446"/>
                <a:gd name="T12" fmla="*/ 397 w 493"/>
                <a:gd name="T13" fmla="*/ 370 h 446"/>
                <a:gd name="T14" fmla="*/ 493 w 493"/>
                <a:gd name="T15" fmla="*/ 206 h 446"/>
                <a:gd name="T16" fmla="*/ 247 w 493"/>
                <a:gd name="T17" fmla="*/ 0 h 446"/>
                <a:gd name="T18" fmla="*/ 0 w 493"/>
                <a:gd name="T19" fmla="*/ 206 h 446"/>
                <a:gd name="T20" fmla="*/ 298 w 493"/>
                <a:gd name="T21" fmla="*/ 135 h 446"/>
                <a:gd name="T22" fmla="*/ 298 w 493"/>
                <a:gd name="T23" fmla="*/ 135 h 446"/>
                <a:gd name="T24" fmla="*/ 333 w 493"/>
                <a:gd name="T25" fmla="*/ 102 h 446"/>
                <a:gd name="T26" fmla="*/ 367 w 493"/>
                <a:gd name="T27" fmla="*/ 135 h 446"/>
                <a:gd name="T28" fmla="*/ 333 w 493"/>
                <a:gd name="T29" fmla="*/ 169 h 446"/>
                <a:gd name="T30" fmla="*/ 298 w 493"/>
                <a:gd name="T31" fmla="*/ 135 h 446"/>
                <a:gd name="T32" fmla="*/ 127 w 493"/>
                <a:gd name="T33" fmla="*/ 135 h 446"/>
                <a:gd name="T34" fmla="*/ 127 w 493"/>
                <a:gd name="T35" fmla="*/ 135 h 446"/>
                <a:gd name="T36" fmla="*/ 161 w 493"/>
                <a:gd name="T37" fmla="*/ 102 h 446"/>
                <a:gd name="T38" fmla="*/ 196 w 493"/>
                <a:gd name="T39" fmla="*/ 135 h 446"/>
                <a:gd name="T40" fmla="*/ 161 w 493"/>
                <a:gd name="T41" fmla="*/ 169 h 446"/>
                <a:gd name="T42" fmla="*/ 127 w 493"/>
                <a:gd name="T43" fmla="*/ 135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3" h="446">
                  <a:moveTo>
                    <a:pt x="0" y="206"/>
                  </a:moveTo>
                  <a:cubicBezTo>
                    <a:pt x="0" y="320"/>
                    <a:pt x="111" y="412"/>
                    <a:pt x="247" y="412"/>
                  </a:cubicBezTo>
                  <a:cubicBezTo>
                    <a:pt x="274" y="412"/>
                    <a:pt x="300" y="409"/>
                    <a:pt x="325" y="402"/>
                  </a:cubicBezTo>
                  <a:cubicBezTo>
                    <a:pt x="326" y="401"/>
                    <a:pt x="329" y="401"/>
                    <a:pt x="329" y="401"/>
                  </a:cubicBezTo>
                  <a:lnTo>
                    <a:pt x="418" y="446"/>
                  </a:lnTo>
                  <a:lnTo>
                    <a:pt x="394" y="371"/>
                  </a:lnTo>
                  <a:cubicBezTo>
                    <a:pt x="394" y="371"/>
                    <a:pt x="396" y="370"/>
                    <a:pt x="397" y="370"/>
                  </a:cubicBezTo>
                  <a:cubicBezTo>
                    <a:pt x="455" y="332"/>
                    <a:pt x="493" y="273"/>
                    <a:pt x="493" y="206"/>
                  </a:cubicBezTo>
                  <a:cubicBezTo>
                    <a:pt x="493" y="92"/>
                    <a:pt x="383" y="0"/>
                    <a:pt x="247" y="0"/>
                  </a:cubicBezTo>
                  <a:cubicBezTo>
                    <a:pt x="111" y="0"/>
                    <a:pt x="0" y="92"/>
                    <a:pt x="0" y="206"/>
                  </a:cubicBezTo>
                  <a:close/>
                  <a:moveTo>
                    <a:pt x="298" y="135"/>
                  </a:moveTo>
                  <a:lnTo>
                    <a:pt x="298" y="135"/>
                  </a:lnTo>
                  <a:cubicBezTo>
                    <a:pt x="298" y="117"/>
                    <a:pt x="314" y="102"/>
                    <a:pt x="333" y="102"/>
                  </a:cubicBezTo>
                  <a:cubicBezTo>
                    <a:pt x="352" y="102"/>
                    <a:pt x="367" y="117"/>
                    <a:pt x="367" y="135"/>
                  </a:cubicBezTo>
                  <a:cubicBezTo>
                    <a:pt x="367" y="154"/>
                    <a:pt x="352" y="169"/>
                    <a:pt x="333" y="169"/>
                  </a:cubicBezTo>
                  <a:cubicBezTo>
                    <a:pt x="314" y="169"/>
                    <a:pt x="298" y="154"/>
                    <a:pt x="298" y="135"/>
                  </a:cubicBezTo>
                  <a:close/>
                  <a:moveTo>
                    <a:pt x="127" y="135"/>
                  </a:moveTo>
                  <a:lnTo>
                    <a:pt x="127" y="135"/>
                  </a:lnTo>
                  <a:cubicBezTo>
                    <a:pt x="127" y="117"/>
                    <a:pt x="142" y="102"/>
                    <a:pt x="161" y="102"/>
                  </a:cubicBezTo>
                  <a:cubicBezTo>
                    <a:pt x="180" y="102"/>
                    <a:pt x="196" y="117"/>
                    <a:pt x="196" y="135"/>
                  </a:cubicBezTo>
                  <a:cubicBezTo>
                    <a:pt x="196" y="154"/>
                    <a:pt x="180" y="169"/>
                    <a:pt x="161" y="169"/>
                  </a:cubicBezTo>
                  <a:cubicBezTo>
                    <a:pt x="142" y="169"/>
                    <a:pt x="127" y="154"/>
                    <a:pt x="127" y="1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4" tIns="48212" rIns="96424" bIns="48212" numCol="1" anchor="t" anchorCtr="0" compatLnSpc="1">
              <a:prstTxWarp prst="textNoShape">
                <a:avLst/>
              </a:prstTxWarp>
            </a:bodyPr>
            <a:lstStyle/>
            <a:p>
              <a:pPr defTabSz="1285336">
                <a:defRPr/>
              </a:pPr>
              <a:endParaRPr lang="zh-CN" altLang="en-US" kern="0">
                <a:solidFill>
                  <a:sysClr val="windowText" lastClr="000000"/>
                </a:solidFill>
              </a:endParaRPr>
            </a:p>
          </p:txBody>
        </p:sp>
      </p:grpSp>
      <p:sp>
        <p:nvSpPr>
          <p:cNvPr id="44" name="任意多边形 43"/>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5" name="文本框 44"/>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46" name="文本框 45"/>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1160688947"/>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p:cTn id="7" dur="1000" fill="hold"/>
                                        <p:tgtEl>
                                          <p:spTgt spid="114"/>
                                        </p:tgtEl>
                                        <p:attrNameLst>
                                          <p:attrName>ppt_w</p:attrName>
                                        </p:attrNameLst>
                                      </p:cBhvr>
                                      <p:tavLst>
                                        <p:tav tm="0">
                                          <p:val>
                                            <p:fltVal val="0"/>
                                          </p:val>
                                        </p:tav>
                                        <p:tav tm="100000">
                                          <p:val>
                                            <p:strVal val="#ppt_w"/>
                                          </p:val>
                                        </p:tav>
                                      </p:tavLst>
                                    </p:anim>
                                    <p:anim calcmode="lin" valueType="num">
                                      <p:cBhvr>
                                        <p:cTn id="8" dur="1000" fill="hold"/>
                                        <p:tgtEl>
                                          <p:spTgt spid="114"/>
                                        </p:tgtEl>
                                        <p:attrNameLst>
                                          <p:attrName>ppt_h</p:attrName>
                                        </p:attrNameLst>
                                      </p:cBhvr>
                                      <p:tavLst>
                                        <p:tav tm="0">
                                          <p:val>
                                            <p:fltVal val="0"/>
                                          </p:val>
                                        </p:tav>
                                        <p:tav tm="100000">
                                          <p:val>
                                            <p:strVal val="#ppt_h"/>
                                          </p:val>
                                        </p:tav>
                                      </p:tavLst>
                                    </p:anim>
                                    <p:anim calcmode="lin" valueType="num">
                                      <p:cBhvr>
                                        <p:cTn id="9" dur="1000" fill="hold"/>
                                        <p:tgtEl>
                                          <p:spTgt spid="11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14"/>
                                        </p:tgtEl>
                                        <p:attrNameLst>
                                          <p:attrName>ppt_y</p:attrName>
                                        </p:attrNameLst>
                                      </p:cBhvr>
                                      <p:tavLst>
                                        <p:tav tm="0" fmla="#ppt_y+(sin(-2*pi*(1-$))*-#ppt_x+cos(-2*pi*(1-$))*(1-#ppt_y))*(1-$)">
                                          <p:val>
                                            <p:fltVal val="0"/>
                                          </p:val>
                                        </p:tav>
                                        <p:tav tm="100000">
                                          <p:val>
                                            <p:fltVal val="1"/>
                                          </p:val>
                                        </p:tav>
                                      </p:tavLst>
                                    </p:anim>
                                  </p:childTnLst>
                                </p:cTn>
                              </p:par>
                            </p:childTnLst>
                          </p:cTn>
                        </p:par>
                        <p:par>
                          <p:cTn id="11" fill="hold">
                            <p:stCondLst>
                              <p:cond delay="1000"/>
                            </p:stCondLst>
                            <p:childTnLst>
                              <p:par>
                                <p:cTn id="12" presetID="22" presetClass="entr" presetSubtype="1" fill="hold" nodeType="afterEffect">
                                  <p:stCondLst>
                                    <p:cond delay="0"/>
                                  </p:stCondLst>
                                  <p:childTnLst>
                                    <p:set>
                                      <p:cBhvr>
                                        <p:cTn id="13" dur="1" fill="hold">
                                          <p:stCondLst>
                                            <p:cond delay="0"/>
                                          </p:stCondLst>
                                        </p:cTn>
                                        <p:tgtEl>
                                          <p:spTgt spid="105"/>
                                        </p:tgtEl>
                                        <p:attrNameLst>
                                          <p:attrName>style.visibility</p:attrName>
                                        </p:attrNameLst>
                                      </p:cBhvr>
                                      <p:to>
                                        <p:strVal val="visible"/>
                                      </p:to>
                                    </p:set>
                                    <p:animEffect transition="in" filter="wipe(up)">
                                      <p:cBhvr>
                                        <p:cTn id="14" dur="500"/>
                                        <p:tgtEl>
                                          <p:spTgt spid="105"/>
                                        </p:tgtEl>
                                      </p:cBhvr>
                                    </p:animEffect>
                                  </p:childTnLst>
                                </p:cTn>
                              </p:par>
                              <p:par>
                                <p:cTn id="15" presetID="22" presetClass="entr" presetSubtype="1" fill="hold" nodeType="withEffect">
                                  <p:stCondLst>
                                    <p:cond delay="0"/>
                                  </p:stCondLst>
                                  <p:childTnLst>
                                    <p:set>
                                      <p:cBhvr>
                                        <p:cTn id="16" dur="1" fill="hold">
                                          <p:stCondLst>
                                            <p:cond delay="0"/>
                                          </p:stCondLst>
                                        </p:cTn>
                                        <p:tgtEl>
                                          <p:spTgt spid="102"/>
                                        </p:tgtEl>
                                        <p:attrNameLst>
                                          <p:attrName>style.visibility</p:attrName>
                                        </p:attrNameLst>
                                      </p:cBhvr>
                                      <p:to>
                                        <p:strVal val="visible"/>
                                      </p:to>
                                    </p:set>
                                    <p:animEffect transition="in" filter="wipe(up)">
                                      <p:cBhvr>
                                        <p:cTn id="17" dur="500"/>
                                        <p:tgtEl>
                                          <p:spTgt spid="102"/>
                                        </p:tgtEl>
                                      </p:cBhvr>
                                    </p:animEffect>
                                  </p:childTnLst>
                                </p:cTn>
                              </p:par>
                              <p:par>
                                <p:cTn id="18" presetID="22" presetClass="entr" presetSubtype="1" fill="hold" nodeType="withEffect">
                                  <p:stCondLst>
                                    <p:cond delay="0"/>
                                  </p:stCondLst>
                                  <p:childTnLst>
                                    <p:set>
                                      <p:cBhvr>
                                        <p:cTn id="19" dur="1" fill="hold">
                                          <p:stCondLst>
                                            <p:cond delay="0"/>
                                          </p:stCondLst>
                                        </p:cTn>
                                        <p:tgtEl>
                                          <p:spTgt spid="103"/>
                                        </p:tgtEl>
                                        <p:attrNameLst>
                                          <p:attrName>style.visibility</p:attrName>
                                        </p:attrNameLst>
                                      </p:cBhvr>
                                      <p:to>
                                        <p:strVal val="visible"/>
                                      </p:to>
                                    </p:set>
                                    <p:animEffect transition="in" filter="wipe(up)">
                                      <p:cBhvr>
                                        <p:cTn id="20" dur="500"/>
                                        <p:tgtEl>
                                          <p:spTgt spid="103"/>
                                        </p:tgtEl>
                                      </p:cBhvr>
                                    </p:animEffect>
                                  </p:childTnLst>
                                </p:cTn>
                              </p:par>
                              <p:par>
                                <p:cTn id="21" presetID="22" presetClass="entr" presetSubtype="1" fill="hold" nodeType="with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wipe(up)">
                                      <p:cBhvr>
                                        <p:cTn id="23" dur="500"/>
                                        <p:tgtEl>
                                          <p:spTgt spid="104"/>
                                        </p:tgtEl>
                                      </p:cBhvr>
                                    </p:animEffect>
                                  </p:childTnLst>
                                </p:cTn>
                              </p:par>
                              <p:par>
                                <p:cTn id="24" presetID="2" presetClass="entr" presetSubtype="4" fill="hold" nodeType="withEffect">
                                  <p:stCondLst>
                                    <p:cond delay="400"/>
                                  </p:stCondLst>
                                  <p:childTnLst>
                                    <p:set>
                                      <p:cBhvr>
                                        <p:cTn id="25" dur="1" fill="hold">
                                          <p:stCondLst>
                                            <p:cond delay="0"/>
                                          </p:stCondLst>
                                        </p:cTn>
                                        <p:tgtEl>
                                          <p:spTgt spid="124"/>
                                        </p:tgtEl>
                                        <p:attrNameLst>
                                          <p:attrName>style.visibility</p:attrName>
                                        </p:attrNameLst>
                                      </p:cBhvr>
                                      <p:to>
                                        <p:strVal val="visible"/>
                                      </p:to>
                                    </p:set>
                                    <p:anim calcmode="lin" valueType="num">
                                      <p:cBhvr additive="base">
                                        <p:cTn id="26" dur="500" fill="hold"/>
                                        <p:tgtEl>
                                          <p:spTgt spid="124"/>
                                        </p:tgtEl>
                                        <p:attrNameLst>
                                          <p:attrName>ppt_x</p:attrName>
                                        </p:attrNameLst>
                                      </p:cBhvr>
                                      <p:tavLst>
                                        <p:tav tm="0">
                                          <p:val>
                                            <p:strVal val="#ppt_x"/>
                                          </p:val>
                                        </p:tav>
                                        <p:tav tm="100000">
                                          <p:val>
                                            <p:strVal val="#ppt_x"/>
                                          </p:val>
                                        </p:tav>
                                      </p:tavLst>
                                    </p:anim>
                                    <p:anim calcmode="lin" valueType="num">
                                      <p:cBhvr additive="base">
                                        <p:cTn id="27" dur="500" fill="hold"/>
                                        <p:tgtEl>
                                          <p:spTgt spid="124"/>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400"/>
                                  </p:stCondLst>
                                  <p:childTnLst>
                                    <p:set>
                                      <p:cBhvr>
                                        <p:cTn id="29" dur="1" fill="hold">
                                          <p:stCondLst>
                                            <p:cond delay="0"/>
                                          </p:stCondLst>
                                        </p:cTn>
                                        <p:tgtEl>
                                          <p:spTgt spid="89"/>
                                        </p:tgtEl>
                                        <p:attrNameLst>
                                          <p:attrName>style.visibility</p:attrName>
                                        </p:attrNameLst>
                                      </p:cBhvr>
                                      <p:to>
                                        <p:strVal val="visible"/>
                                      </p:to>
                                    </p:set>
                                    <p:anim calcmode="lin" valueType="num">
                                      <p:cBhvr additive="base">
                                        <p:cTn id="30" dur="500" fill="hold"/>
                                        <p:tgtEl>
                                          <p:spTgt spid="89"/>
                                        </p:tgtEl>
                                        <p:attrNameLst>
                                          <p:attrName>ppt_x</p:attrName>
                                        </p:attrNameLst>
                                      </p:cBhvr>
                                      <p:tavLst>
                                        <p:tav tm="0">
                                          <p:val>
                                            <p:strVal val="#ppt_x"/>
                                          </p:val>
                                        </p:tav>
                                        <p:tav tm="100000">
                                          <p:val>
                                            <p:strVal val="#ppt_x"/>
                                          </p:val>
                                        </p:tav>
                                      </p:tavLst>
                                    </p:anim>
                                    <p:anim calcmode="lin" valueType="num">
                                      <p:cBhvr additive="base">
                                        <p:cTn id="31" dur="500" fill="hold"/>
                                        <p:tgtEl>
                                          <p:spTgt spid="89"/>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400"/>
                                  </p:stCondLst>
                                  <p:childTnLst>
                                    <p:set>
                                      <p:cBhvr>
                                        <p:cTn id="33" dur="1" fill="hold">
                                          <p:stCondLst>
                                            <p:cond delay="0"/>
                                          </p:stCondLst>
                                        </p:cTn>
                                        <p:tgtEl>
                                          <p:spTgt spid="132"/>
                                        </p:tgtEl>
                                        <p:attrNameLst>
                                          <p:attrName>style.visibility</p:attrName>
                                        </p:attrNameLst>
                                      </p:cBhvr>
                                      <p:to>
                                        <p:strVal val="visible"/>
                                      </p:to>
                                    </p:set>
                                    <p:anim calcmode="lin" valueType="num">
                                      <p:cBhvr additive="base">
                                        <p:cTn id="34" dur="500" fill="hold"/>
                                        <p:tgtEl>
                                          <p:spTgt spid="132"/>
                                        </p:tgtEl>
                                        <p:attrNameLst>
                                          <p:attrName>ppt_x</p:attrName>
                                        </p:attrNameLst>
                                      </p:cBhvr>
                                      <p:tavLst>
                                        <p:tav tm="0">
                                          <p:val>
                                            <p:strVal val="#ppt_x"/>
                                          </p:val>
                                        </p:tav>
                                        <p:tav tm="100000">
                                          <p:val>
                                            <p:strVal val="#ppt_x"/>
                                          </p:val>
                                        </p:tav>
                                      </p:tavLst>
                                    </p:anim>
                                    <p:anim calcmode="lin" valueType="num">
                                      <p:cBhvr additive="base">
                                        <p:cTn id="35" dur="500" fill="hold"/>
                                        <p:tgtEl>
                                          <p:spTgt spid="132"/>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400"/>
                                  </p:stCondLst>
                                  <p:childTnLst>
                                    <p:set>
                                      <p:cBhvr>
                                        <p:cTn id="37" dur="1" fill="hold">
                                          <p:stCondLst>
                                            <p:cond delay="0"/>
                                          </p:stCondLst>
                                        </p:cTn>
                                        <p:tgtEl>
                                          <p:spTgt spid="120"/>
                                        </p:tgtEl>
                                        <p:attrNameLst>
                                          <p:attrName>style.visibility</p:attrName>
                                        </p:attrNameLst>
                                      </p:cBhvr>
                                      <p:to>
                                        <p:strVal val="visible"/>
                                      </p:to>
                                    </p:set>
                                    <p:anim calcmode="lin" valueType="num">
                                      <p:cBhvr additive="base">
                                        <p:cTn id="38" dur="500" fill="hold"/>
                                        <p:tgtEl>
                                          <p:spTgt spid="120"/>
                                        </p:tgtEl>
                                        <p:attrNameLst>
                                          <p:attrName>ppt_x</p:attrName>
                                        </p:attrNameLst>
                                      </p:cBhvr>
                                      <p:tavLst>
                                        <p:tav tm="0">
                                          <p:val>
                                            <p:strVal val="#ppt_x"/>
                                          </p:val>
                                        </p:tav>
                                        <p:tav tm="100000">
                                          <p:val>
                                            <p:strVal val="#ppt_x"/>
                                          </p:val>
                                        </p:tav>
                                      </p:tavLst>
                                    </p:anim>
                                    <p:anim calcmode="lin" valueType="num">
                                      <p:cBhvr additive="base">
                                        <p:cTn id="39" dur="500" fill="hold"/>
                                        <p:tgtEl>
                                          <p:spTgt spid="120"/>
                                        </p:tgtEl>
                                        <p:attrNameLst>
                                          <p:attrName>ppt_y</p:attrName>
                                        </p:attrNameLst>
                                      </p:cBhvr>
                                      <p:tavLst>
                                        <p:tav tm="0">
                                          <p:val>
                                            <p:strVal val="1+#ppt_h/2"/>
                                          </p:val>
                                        </p:tav>
                                        <p:tav tm="100000">
                                          <p:val>
                                            <p:strVal val="#ppt_y"/>
                                          </p:val>
                                        </p:tav>
                                      </p:tavLst>
                                    </p:anim>
                                  </p:childTnLst>
                                </p:cTn>
                              </p:par>
                            </p:childTnLst>
                          </p:cTn>
                        </p:par>
                        <p:par>
                          <p:cTn id="40" fill="hold">
                            <p:stCondLst>
                              <p:cond delay="1900"/>
                            </p:stCondLst>
                            <p:childTnLst>
                              <p:par>
                                <p:cTn id="41" presetID="53" presetClass="entr" presetSubtype="16" fill="hold" nodeType="after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p:cTn id="43" dur="500" fill="hold"/>
                                        <p:tgtEl>
                                          <p:spTgt spid="127"/>
                                        </p:tgtEl>
                                        <p:attrNameLst>
                                          <p:attrName>ppt_w</p:attrName>
                                        </p:attrNameLst>
                                      </p:cBhvr>
                                      <p:tavLst>
                                        <p:tav tm="0">
                                          <p:val>
                                            <p:fltVal val="0"/>
                                          </p:val>
                                        </p:tav>
                                        <p:tav tm="100000">
                                          <p:val>
                                            <p:strVal val="#ppt_w"/>
                                          </p:val>
                                        </p:tav>
                                      </p:tavLst>
                                    </p:anim>
                                    <p:anim calcmode="lin" valueType="num">
                                      <p:cBhvr>
                                        <p:cTn id="44" dur="500" fill="hold"/>
                                        <p:tgtEl>
                                          <p:spTgt spid="127"/>
                                        </p:tgtEl>
                                        <p:attrNameLst>
                                          <p:attrName>ppt_h</p:attrName>
                                        </p:attrNameLst>
                                      </p:cBhvr>
                                      <p:tavLst>
                                        <p:tav tm="0">
                                          <p:val>
                                            <p:fltVal val="0"/>
                                          </p:val>
                                        </p:tav>
                                        <p:tav tm="100000">
                                          <p:val>
                                            <p:strVal val="#ppt_h"/>
                                          </p:val>
                                        </p:tav>
                                      </p:tavLst>
                                    </p:anim>
                                    <p:animEffect transition="in" filter="fade">
                                      <p:cBhvr>
                                        <p:cTn id="45" dur="500"/>
                                        <p:tgtEl>
                                          <p:spTgt spid="127"/>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119"/>
                                        </p:tgtEl>
                                        <p:attrNameLst>
                                          <p:attrName>style.visibility</p:attrName>
                                        </p:attrNameLst>
                                      </p:cBhvr>
                                      <p:to>
                                        <p:strVal val="visible"/>
                                      </p:to>
                                    </p:set>
                                    <p:anim calcmode="lin" valueType="num">
                                      <p:cBhvr>
                                        <p:cTn id="48" dur="500" fill="hold"/>
                                        <p:tgtEl>
                                          <p:spTgt spid="119"/>
                                        </p:tgtEl>
                                        <p:attrNameLst>
                                          <p:attrName>ppt_w</p:attrName>
                                        </p:attrNameLst>
                                      </p:cBhvr>
                                      <p:tavLst>
                                        <p:tav tm="0">
                                          <p:val>
                                            <p:fltVal val="0"/>
                                          </p:val>
                                        </p:tav>
                                        <p:tav tm="100000">
                                          <p:val>
                                            <p:strVal val="#ppt_w"/>
                                          </p:val>
                                        </p:tav>
                                      </p:tavLst>
                                    </p:anim>
                                    <p:anim calcmode="lin" valueType="num">
                                      <p:cBhvr>
                                        <p:cTn id="49" dur="500" fill="hold"/>
                                        <p:tgtEl>
                                          <p:spTgt spid="119"/>
                                        </p:tgtEl>
                                        <p:attrNameLst>
                                          <p:attrName>ppt_h</p:attrName>
                                        </p:attrNameLst>
                                      </p:cBhvr>
                                      <p:tavLst>
                                        <p:tav tm="0">
                                          <p:val>
                                            <p:fltVal val="0"/>
                                          </p:val>
                                        </p:tav>
                                        <p:tav tm="100000">
                                          <p:val>
                                            <p:strVal val="#ppt_h"/>
                                          </p:val>
                                        </p:tav>
                                      </p:tavLst>
                                    </p:anim>
                                    <p:animEffect transition="in" filter="fade">
                                      <p:cBhvr>
                                        <p:cTn id="50" dur="500"/>
                                        <p:tgtEl>
                                          <p:spTgt spid="119"/>
                                        </p:tgtEl>
                                      </p:cBhvr>
                                    </p:animEffect>
                                  </p:childTnLst>
                                </p:cTn>
                              </p:par>
                              <p:par>
                                <p:cTn id="51" presetID="53" presetClass="entr" presetSubtype="16" fill="hold" nodeType="withEffect">
                                  <p:stCondLst>
                                    <p:cond delay="0"/>
                                  </p:stCondLst>
                                  <p:childTnLst>
                                    <p:set>
                                      <p:cBhvr>
                                        <p:cTn id="52" dur="1" fill="hold">
                                          <p:stCondLst>
                                            <p:cond delay="0"/>
                                          </p:stCondLst>
                                        </p:cTn>
                                        <p:tgtEl>
                                          <p:spTgt spid="135"/>
                                        </p:tgtEl>
                                        <p:attrNameLst>
                                          <p:attrName>style.visibility</p:attrName>
                                        </p:attrNameLst>
                                      </p:cBhvr>
                                      <p:to>
                                        <p:strVal val="visible"/>
                                      </p:to>
                                    </p:set>
                                    <p:anim calcmode="lin" valueType="num">
                                      <p:cBhvr>
                                        <p:cTn id="53" dur="500" fill="hold"/>
                                        <p:tgtEl>
                                          <p:spTgt spid="135"/>
                                        </p:tgtEl>
                                        <p:attrNameLst>
                                          <p:attrName>ppt_w</p:attrName>
                                        </p:attrNameLst>
                                      </p:cBhvr>
                                      <p:tavLst>
                                        <p:tav tm="0">
                                          <p:val>
                                            <p:fltVal val="0"/>
                                          </p:val>
                                        </p:tav>
                                        <p:tav tm="100000">
                                          <p:val>
                                            <p:strVal val="#ppt_w"/>
                                          </p:val>
                                        </p:tav>
                                      </p:tavLst>
                                    </p:anim>
                                    <p:anim calcmode="lin" valueType="num">
                                      <p:cBhvr>
                                        <p:cTn id="54" dur="500" fill="hold"/>
                                        <p:tgtEl>
                                          <p:spTgt spid="135"/>
                                        </p:tgtEl>
                                        <p:attrNameLst>
                                          <p:attrName>ppt_h</p:attrName>
                                        </p:attrNameLst>
                                      </p:cBhvr>
                                      <p:tavLst>
                                        <p:tav tm="0">
                                          <p:val>
                                            <p:fltVal val="0"/>
                                          </p:val>
                                        </p:tav>
                                        <p:tav tm="100000">
                                          <p:val>
                                            <p:strVal val="#ppt_h"/>
                                          </p:val>
                                        </p:tav>
                                      </p:tavLst>
                                    </p:anim>
                                    <p:animEffect transition="in" filter="fade">
                                      <p:cBhvr>
                                        <p:cTn id="55" dur="500"/>
                                        <p:tgtEl>
                                          <p:spTgt spid="135"/>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123"/>
                                        </p:tgtEl>
                                        <p:attrNameLst>
                                          <p:attrName>style.visibility</p:attrName>
                                        </p:attrNameLst>
                                      </p:cBhvr>
                                      <p:to>
                                        <p:strVal val="visible"/>
                                      </p:to>
                                    </p:set>
                                    <p:anim calcmode="lin" valueType="num">
                                      <p:cBhvr>
                                        <p:cTn id="58" dur="500" fill="hold"/>
                                        <p:tgtEl>
                                          <p:spTgt spid="123"/>
                                        </p:tgtEl>
                                        <p:attrNameLst>
                                          <p:attrName>ppt_w</p:attrName>
                                        </p:attrNameLst>
                                      </p:cBhvr>
                                      <p:tavLst>
                                        <p:tav tm="0">
                                          <p:val>
                                            <p:fltVal val="0"/>
                                          </p:val>
                                        </p:tav>
                                        <p:tav tm="100000">
                                          <p:val>
                                            <p:strVal val="#ppt_w"/>
                                          </p:val>
                                        </p:tav>
                                      </p:tavLst>
                                    </p:anim>
                                    <p:anim calcmode="lin" valueType="num">
                                      <p:cBhvr>
                                        <p:cTn id="59" dur="500" fill="hold"/>
                                        <p:tgtEl>
                                          <p:spTgt spid="123"/>
                                        </p:tgtEl>
                                        <p:attrNameLst>
                                          <p:attrName>ppt_h</p:attrName>
                                        </p:attrNameLst>
                                      </p:cBhvr>
                                      <p:tavLst>
                                        <p:tav tm="0">
                                          <p:val>
                                            <p:fltVal val="0"/>
                                          </p:val>
                                        </p:tav>
                                        <p:tav tm="100000">
                                          <p:val>
                                            <p:strVal val="#ppt_h"/>
                                          </p:val>
                                        </p:tav>
                                      </p:tavLst>
                                    </p:anim>
                                    <p:animEffect transition="in" filter="fade">
                                      <p:cBhvr>
                                        <p:cTn id="60" dur="500"/>
                                        <p:tgtEl>
                                          <p:spTgt spid="123"/>
                                        </p:tgtEl>
                                      </p:cBhvr>
                                    </p:animEffect>
                                  </p:childTnLst>
                                </p:cTn>
                              </p:par>
                            </p:childTnLst>
                          </p:cTn>
                        </p:par>
                        <p:par>
                          <p:cTn id="61" fill="hold">
                            <p:stCondLst>
                              <p:cond delay="2400"/>
                            </p:stCondLst>
                            <p:childTnLst>
                              <p:par>
                                <p:cTn id="62" presetID="22" presetClass="entr" presetSubtype="8" fill="hold" grpId="0" nodeType="afterEffect">
                                  <p:stCondLst>
                                    <p:cond delay="0"/>
                                  </p:stCondLst>
                                  <p:childTnLst>
                                    <p:set>
                                      <p:cBhvr>
                                        <p:cTn id="63" dur="1" fill="hold">
                                          <p:stCondLst>
                                            <p:cond delay="0"/>
                                          </p:stCondLst>
                                        </p:cTn>
                                        <p:tgtEl>
                                          <p:spTgt spid="106"/>
                                        </p:tgtEl>
                                        <p:attrNameLst>
                                          <p:attrName>style.visibility</p:attrName>
                                        </p:attrNameLst>
                                      </p:cBhvr>
                                      <p:to>
                                        <p:strVal val="visible"/>
                                      </p:to>
                                    </p:set>
                                    <p:animEffect transition="in" filter="wipe(left)">
                                      <p:cBhvr>
                                        <p:cTn id="64" dur="500"/>
                                        <p:tgtEl>
                                          <p:spTgt spid="106"/>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108"/>
                                        </p:tgtEl>
                                        <p:attrNameLst>
                                          <p:attrName>style.visibility</p:attrName>
                                        </p:attrNameLst>
                                      </p:cBhvr>
                                      <p:to>
                                        <p:strVal val="visible"/>
                                      </p:to>
                                    </p:set>
                                    <p:animEffect transition="in" filter="wipe(left)">
                                      <p:cBhvr>
                                        <p:cTn id="67" dur="500"/>
                                        <p:tgtEl>
                                          <p:spTgt spid="108"/>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07"/>
                                        </p:tgtEl>
                                        <p:attrNameLst>
                                          <p:attrName>style.visibility</p:attrName>
                                        </p:attrNameLst>
                                      </p:cBhvr>
                                      <p:to>
                                        <p:strVal val="visible"/>
                                      </p:to>
                                    </p:set>
                                    <p:animEffect transition="in" filter="wipe(left)">
                                      <p:cBhvr>
                                        <p:cTn id="70" dur="500"/>
                                        <p:tgtEl>
                                          <p:spTgt spid="107"/>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9"/>
                                        </p:tgtEl>
                                        <p:attrNameLst>
                                          <p:attrName>style.visibility</p:attrName>
                                        </p:attrNameLst>
                                      </p:cBhvr>
                                      <p:to>
                                        <p:strVal val="visible"/>
                                      </p:to>
                                    </p:set>
                                    <p:animEffect transition="in" filter="wipe(left)">
                                      <p:cBhvr>
                                        <p:cTn id="73" dur="500"/>
                                        <p:tgtEl>
                                          <p:spTgt spid="109"/>
                                        </p:tgtEl>
                                      </p:cBhvr>
                                    </p:animEffect>
                                  </p:childTnLst>
                                </p:cTn>
                              </p:par>
                            </p:childTnLst>
                          </p:cTn>
                        </p:par>
                        <p:par>
                          <p:cTn id="74" fill="hold">
                            <p:stCondLst>
                              <p:cond delay="2900"/>
                            </p:stCondLst>
                            <p:childTnLst>
                              <p:par>
                                <p:cTn id="75" presetID="42" presetClass="entr" presetSubtype="0" fill="hold" grpId="0" nodeType="afterEffect">
                                  <p:stCondLst>
                                    <p:cond delay="0"/>
                                  </p:stCondLst>
                                  <p:childTnLst>
                                    <p:set>
                                      <p:cBhvr>
                                        <p:cTn id="76" dur="1" fill="hold">
                                          <p:stCondLst>
                                            <p:cond delay="0"/>
                                          </p:stCondLst>
                                        </p:cTn>
                                        <p:tgtEl>
                                          <p:spTgt spid="110"/>
                                        </p:tgtEl>
                                        <p:attrNameLst>
                                          <p:attrName>style.visibility</p:attrName>
                                        </p:attrNameLst>
                                      </p:cBhvr>
                                      <p:to>
                                        <p:strVal val="visible"/>
                                      </p:to>
                                    </p:set>
                                    <p:animEffect transition="in" filter="fade">
                                      <p:cBhvr>
                                        <p:cTn id="77" dur="1000"/>
                                        <p:tgtEl>
                                          <p:spTgt spid="110"/>
                                        </p:tgtEl>
                                      </p:cBhvr>
                                    </p:animEffect>
                                    <p:anim calcmode="lin" valueType="num">
                                      <p:cBhvr>
                                        <p:cTn id="78" dur="1000" fill="hold"/>
                                        <p:tgtEl>
                                          <p:spTgt spid="110"/>
                                        </p:tgtEl>
                                        <p:attrNameLst>
                                          <p:attrName>ppt_x</p:attrName>
                                        </p:attrNameLst>
                                      </p:cBhvr>
                                      <p:tavLst>
                                        <p:tav tm="0">
                                          <p:val>
                                            <p:strVal val="#ppt_x"/>
                                          </p:val>
                                        </p:tav>
                                        <p:tav tm="100000">
                                          <p:val>
                                            <p:strVal val="#ppt_x"/>
                                          </p:val>
                                        </p:tav>
                                      </p:tavLst>
                                    </p:anim>
                                    <p:anim calcmode="lin" valueType="num">
                                      <p:cBhvr>
                                        <p:cTn id="79" dur="1000" fill="hold"/>
                                        <p:tgtEl>
                                          <p:spTgt spid="110"/>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112"/>
                                        </p:tgtEl>
                                        <p:attrNameLst>
                                          <p:attrName>style.visibility</p:attrName>
                                        </p:attrNameLst>
                                      </p:cBhvr>
                                      <p:to>
                                        <p:strVal val="visible"/>
                                      </p:to>
                                    </p:set>
                                    <p:animEffect transition="in" filter="fade">
                                      <p:cBhvr>
                                        <p:cTn id="82" dur="1000"/>
                                        <p:tgtEl>
                                          <p:spTgt spid="112"/>
                                        </p:tgtEl>
                                      </p:cBhvr>
                                    </p:animEffect>
                                    <p:anim calcmode="lin" valueType="num">
                                      <p:cBhvr>
                                        <p:cTn id="83" dur="1000" fill="hold"/>
                                        <p:tgtEl>
                                          <p:spTgt spid="112"/>
                                        </p:tgtEl>
                                        <p:attrNameLst>
                                          <p:attrName>ppt_x</p:attrName>
                                        </p:attrNameLst>
                                      </p:cBhvr>
                                      <p:tavLst>
                                        <p:tav tm="0">
                                          <p:val>
                                            <p:strVal val="#ppt_x"/>
                                          </p:val>
                                        </p:tav>
                                        <p:tav tm="100000">
                                          <p:val>
                                            <p:strVal val="#ppt_x"/>
                                          </p:val>
                                        </p:tav>
                                      </p:tavLst>
                                    </p:anim>
                                    <p:anim calcmode="lin" valueType="num">
                                      <p:cBhvr>
                                        <p:cTn id="84" dur="1000" fill="hold"/>
                                        <p:tgtEl>
                                          <p:spTgt spid="112"/>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11"/>
                                        </p:tgtEl>
                                        <p:attrNameLst>
                                          <p:attrName>style.visibility</p:attrName>
                                        </p:attrNameLst>
                                      </p:cBhvr>
                                      <p:to>
                                        <p:strVal val="visible"/>
                                      </p:to>
                                    </p:set>
                                    <p:animEffect transition="in" filter="fade">
                                      <p:cBhvr>
                                        <p:cTn id="87" dur="1000"/>
                                        <p:tgtEl>
                                          <p:spTgt spid="111"/>
                                        </p:tgtEl>
                                      </p:cBhvr>
                                    </p:animEffect>
                                    <p:anim calcmode="lin" valueType="num">
                                      <p:cBhvr>
                                        <p:cTn id="88" dur="1000" fill="hold"/>
                                        <p:tgtEl>
                                          <p:spTgt spid="111"/>
                                        </p:tgtEl>
                                        <p:attrNameLst>
                                          <p:attrName>ppt_x</p:attrName>
                                        </p:attrNameLst>
                                      </p:cBhvr>
                                      <p:tavLst>
                                        <p:tav tm="0">
                                          <p:val>
                                            <p:strVal val="#ppt_x"/>
                                          </p:val>
                                        </p:tav>
                                        <p:tav tm="100000">
                                          <p:val>
                                            <p:strVal val="#ppt_x"/>
                                          </p:val>
                                        </p:tav>
                                      </p:tavLst>
                                    </p:anim>
                                    <p:anim calcmode="lin" valueType="num">
                                      <p:cBhvr>
                                        <p:cTn id="89" dur="1000" fill="hold"/>
                                        <p:tgtEl>
                                          <p:spTgt spid="111"/>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113"/>
                                        </p:tgtEl>
                                        <p:attrNameLst>
                                          <p:attrName>style.visibility</p:attrName>
                                        </p:attrNameLst>
                                      </p:cBhvr>
                                      <p:to>
                                        <p:strVal val="visible"/>
                                      </p:to>
                                    </p:set>
                                    <p:animEffect transition="in" filter="fade">
                                      <p:cBhvr>
                                        <p:cTn id="92" dur="1000"/>
                                        <p:tgtEl>
                                          <p:spTgt spid="113"/>
                                        </p:tgtEl>
                                      </p:cBhvr>
                                    </p:animEffect>
                                    <p:anim calcmode="lin" valueType="num">
                                      <p:cBhvr>
                                        <p:cTn id="93" dur="1000" fill="hold"/>
                                        <p:tgtEl>
                                          <p:spTgt spid="113"/>
                                        </p:tgtEl>
                                        <p:attrNameLst>
                                          <p:attrName>ppt_x</p:attrName>
                                        </p:attrNameLst>
                                      </p:cBhvr>
                                      <p:tavLst>
                                        <p:tav tm="0">
                                          <p:val>
                                            <p:strVal val="#ppt_x"/>
                                          </p:val>
                                        </p:tav>
                                        <p:tav tm="100000">
                                          <p:val>
                                            <p:strVal val="#ppt_x"/>
                                          </p:val>
                                        </p:tav>
                                      </p:tavLst>
                                    </p:anim>
                                    <p:anim calcmode="lin" valueType="num">
                                      <p:cBhvr>
                                        <p:cTn id="94" dur="1000" fill="hold"/>
                                        <p:tgtEl>
                                          <p:spTgt spid="1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07" grpId="0"/>
      <p:bldP spid="108" grpId="0"/>
      <p:bldP spid="109" grpId="0"/>
      <p:bldP spid="110" grpId="0"/>
      <p:bldP spid="111" grpId="0"/>
      <p:bldP spid="112" grpId="0"/>
      <p:bldP spid="113" grpId="0"/>
      <p:bldP spid="119" grpId="0" animBg="1"/>
      <p:bldP spid="123"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六边形 5"/>
          <p:cNvSpPr/>
          <p:nvPr/>
        </p:nvSpPr>
        <p:spPr>
          <a:xfrm rot="5400000">
            <a:off x="6589170" y="2354759"/>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7" name="六边形 6"/>
          <p:cNvSpPr/>
          <p:nvPr/>
        </p:nvSpPr>
        <p:spPr>
          <a:xfrm rot="5400000">
            <a:off x="5180337" y="2354759"/>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8" name="六边形 7"/>
          <p:cNvSpPr/>
          <p:nvPr/>
        </p:nvSpPr>
        <p:spPr>
          <a:xfrm rot="5400000">
            <a:off x="7199633" y="3534581"/>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9" name="六边形 8"/>
          <p:cNvSpPr/>
          <p:nvPr/>
        </p:nvSpPr>
        <p:spPr>
          <a:xfrm rot="5400000">
            <a:off x="6589170" y="4699094"/>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 name="六边形 9"/>
          <p:cNvSpPr/>
          <p:nvPr/>
        </p:nvSpPr>
        <p:spPr>
          <a:xfrm rot="5400000">
            <a:off x="5149723" y="4668481"/>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六边形 14"/>
          <p:cNvSpPr/>
          <p:nvPr/>
        </p:nvSpPr>
        <p:spPr>
          <a:xfrm>
            <a:off x="5568797" y="4637318"/>
            <a:ext cx="702800" cy="80781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algn="ctr" defTabSz="1687651">
              <a:lnSpc>
                <a:spcPct val="90000"/>
              </a:lnSpc>
              <a:spcAft>
                <a:spcPct val="35000"/>
              </a:spcAft>
            </a:pPr>
            <a:endParaRPr lang="zh-CN" altLang="en-US" sz="3797"/>
          </a:p>
        </p:txBody>
      </p:sp>
      <p:sp>
        <p:nvSpPr>
          <p:cNvPr id="12" name="六边形 11"/>
          <p:cNvSpPr/>
          <p:nvPr/>
        </p:nvSpPr>
        <p:spPr>
          <a:xfrm rot="5400000">
            <a:off x="4511614" y="3529143"/>
            <a:ext cx="1173583" cy="1021015"/>
          </a:xfrm>
          <a:prstGeom prst="hexagon">
            <a:avLst>
              <a:gd name="adj" fmla="val 25000"/>
              <a:gd name="vf" fmla="val 115470"/>
            </a:avLst>
          </a:prstGeom>
          <a:solidFill>
            <a:srgbClr val="0E814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六边形 12"/>
          <p:cNvSpPr/>
          <p:nvPr/>
        </p:nvSpPr>
        <p:spPr>
          <a:xfrm rot="5400000">
            <a:off x="5666987" y="3337070"/>
            <a:ext cx="1609115" cy="1399931"/>
          </a:xfrm>
          <a:prstGeom prst="hexagon">
            <a:avLst>
              <a:gd name="adj" fmla="val 25000"/>
              <a:gd name="vf" fmla="val 115470"/>
            </a:avLst>
          </a:prstGeom>
          <a:solidFill>
            <a:srgbClr val="95C53E"/>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 name="Freeform 902"/>
          <p:cNvSpPr>
            <a:spLocks noEditPoints="1"/>
          </p:cNvSpPr>
          <p:nvPr/>
        </p:nvSpPr>
        <p:spPr bwMode="auto">
          <a:xfrm>
            <a:off x="6119118" y="3764535"/>
            <a:ext cx="704850" cy="545798"/>
          </a:xfrm>
          <a:custGeom>
            <a:avLst/>
            <a:gdLst>
              <a:gd name="T0" fmla="*/ 51 w 178"/>
              <a:gd name="T1" fmla="*/ 100 h 138"/>
              <a:gd name="T2" fmla="*/ 63 w 178"/>
              <a:gd name="T3" fmla="*/ 112 h 138"/>
              <a:gd name="T4" fmla="*/ 89 w 178"/>
              <a:gd name="T5" fmla="*/ 101 h 138"/>
              <a:gd name="T6" fmla="*/ 115 w 178"/>
              <a:gd name="T7" fmla="*/ 112 h 138"/>
              <a:gd name="T8" fmla="*/ 127 w 178"/>
              <a:gd name="T9" fmla="*/ 100 h 138"/>
              <a:gd name="T10" fmla="*/ 89 w 178"/>
              <a:gd name="T11" fmla="*/ 84 h 138"/>
              <a:gd name="T12" fmla="*/ 51 w 178"/>
              <a:gd name="T13" fmla="*/ 100 h 138"/>
              <a:gd name="T14" fmla="*/ 89 w 178"/>
              <a:gd name="T15" fmla="*/ 120 h 138"/>
              <a:gd name="T16" fmla="*/ 76 w 178"/>
              <a:gd name="T17" fmla="*/ 125 h 138"/>
              <a:gd name="T18" fmla="*/ 89 w 178"/>
              <a:gd name="T19" fmla="*/ 138 h 138"/>
              <a:gd name="T20" fmla="*/ 102 w 178"/>
              <a:gd name="T21" fmla="*/ 125 h 138"/>
              <a:gd name="T22" fmla="*/ 89 w 178"/>
              <a:gd name="T23" fmla="*/ 120 h 138"/>
              <a:gd name="T24" fmla="*/ 177 w 178"/>
              <a:gd name="T25" fmla="*/ 49 h 138"/>
              <a:gd name="T26" fmla="*/ 1 w 178"/>
              <a:gd name="T27" fmla="*/ 49 h 138"/>
              <a:gd name="T28" fmla="*/ 0 w 178"/>
              <a:gd name="T29" fmla="*/ 49 h 138"/>
              <a:gd name="T30" fmla="*/ 13 w 178"/>
              <a:gd name="T31" fmla="*/ 62 h 138"/>
              <a:gd name="T32" fmla="*/ 89 w 178"/>
              <a:gd name="T33" fmla="*/ 29 h 138"/>
              <a:gd name="T34" fmla="*/ 165 w 178"/>
              <a:gd name="T35" fmla="*/ 62 h 138"/>
              <a:gd name="T36" fmla="*/ 178 w 178"/>
              <a:gd name="T37" fmla="*/ 49 h 138"/>
              <a:gd name="T38" fmla="*/ 177 w 178"/>
              <a:gd name="T39" fmla="*/ 49 h 138"/>
              <a:gd name="T40" fmla="*/ 89 w 178"/>
              <a:gd name="T41" fmla="*/ 48 h 138"/>
              <a:gd name="T42" fmla="*/ 26 w 178"/>
              <a:gd name="T43" fmla="*/ 74 h 138"/>
              <a:gd name="T44" fmla="*/ 26 w 178"/>
              <a:gd name="T45" fmla="*/ 75 h 138"/>
              <a:gd name="T46" fmla="*/ 38 w 178"/>
              <a:gd name="T47" fmla="*/ 87 h 138"/>
              <a:gd name="T48" fmla="*/ 89 w 178"/>
              <a:gd name="T49" fmla="*/ 66 h 138"/>
              <a:gd name="T50" fmla="*/ 140 w 178"/>
              <a:gd name="T51" fmla="*/ 87 h 138"/>
              <a:gd name="T52" fmla="*/ 152 w 178"/>
              <a:gd name="T53" fmla="*/ 75 h 138"/>
              <a:gd name="T54" fmla="*/ 152 w 178"/>
              <a:gd name="T55" fmla="*/ 74 h 138"/>
              <a:gd name="T56" fmla="*/ 89 w 178"/>
              <a:gd name="T57" fmla="*/ 4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8" h="138">
                <a:moveTo>
                  <a:pt x="51" y="100"/>
                </a:moveTo>
                <a:cubicBezTo>
                  <a:pt x="63" y="112"/>
                  <a:pt x="63" y="112"/>
                  <a:pt x="63" y="112"/>
                </a:cubicBezTo>
                <a:cubicBezTo>
                  <a:pt x="70" y="106"/>
                  <a:pt x="79" y="101"/>
                  <a:pt x="89" y="101"/>
                </a:cubicBezTo>
                <a:cubicBezTo>
                  <a:pt x="99" y="101"/>
                  <a:pt x="108" y="106"/>
                  <a:pt x="115" y="112"/>
                </a:cubicBezTo>
                <a:cubicBezTo>
                  <a:pt x="127" y="100"/>
                  <a:pt x="127" y="100"/>
                  <a:pt x="127" y="100"/>
                </a:cubicBezTo>
                <a:cubicBezTo>
                  <a:pt x="117" y="90"/>
                  <a:pt x="104" y="84"/>
                  <a:pt x="89" y="84"/>
                </a:cubicBezTo>
                <a:cubicBezTo>
                  <a:pt x="74" y="84"/>
                  <a:pt x="61" y="90"/>
                  <a:pt x="51" y="100"/>
                </a:cubicBezTo>
                <a:close/>
                <a:moveTo>
                  <a:pt x="89" y="120"/>
                </a:moveTo>
                <a:cubicBezTo>
                  <a:pt x="84" y="120"/>
                  <a:pt x="79" y="122"/>
                  <a:pt x="76" y="125"/>
                </a:cubicBezTo>
                <a:cubicBezTo>
                  <a:pt x="89" y="138"/>
                  <a:pt x="89" y="138"/>
                  <a:pt x="89" y="138"/>
                </a:cubicBezTo>
                <a:cubicBezTo>
                  <a:pt x="102" y="125"/>
                  <a:pt x="102" y="125"/>
                  <a:pt x="102" y="125"/>
                </a:cubicBezTo>
                <a:cubicBezTo>
                  <a:pt x="99" y="122"/>
                  <a:pt x="94" y="120"/>
                  <a:pt x="89" y="120"/>
                </a:cubicBezTo>
                <a:close/>
                <a:moveTo>
                  <a:pt x="177" y="49"/>
                </a:moveTo>
                <a:cubicBezTo>
                  <a:pt x="128" y="0"/>
                  <a:pt x="50" y="0"/>
                  <a:pt x="1" y="49"/>
                </a:cubicBezTo>
                <a:cubicBezTo>
                  <a:pt x="1" y="49"/>
                  <a:pt x="1" y="49"/>
                  <a:pt x="0" y="49"/>
                </a:cubicBezTo>
                <a:cubicBezTo>
                  <a:pt x="13" y="62"/>
                  <a:pt x="13" y="62"/>
                  <a:pt x="13" y="62"/>
                </a:cubicBezTo>
                <a:cubicBezTo>
                  <a:pt x="32" y="42"/>
                  <a:pt x="59" y="29"/>
                  <a:pt x="89" y="29"/>
                </a:cubicBezTo>
                <a:cubicBezTo>
                  <a:pt x="119" y="29"/>
                  <a:pt x="146" y="42"/>
                  <a:pt x="165" y="62"/>
                </a:cubicBezTo>
                <a:cubicBezTo>
                  <a:pt x="178" y="49"/>
                  <a:pt x="178" y="49"/>
                  <a:pt x="178" y="49"/>
                </a:cubicBezTo>
                <a:cubicBezTo>
                  <a:pt x="177" y="49"/>
                  <a:pt x="177" y="49"/>
                  <a:pt x="177" y="49"/>
                </a:cubicBezTo>
                <a:close/>
                <a:moveTo>
                  <a:pt x="89" y="48"/>
                </a:moveTo>
                <a:cubicBezTo>
                  <a:pt x="65" y="48"/>
                  <a:pt x="43" y="57"/>
                  <a:pt x="26" y="74"/>
                </a:cubicBezTo>
                <a:cubicBezTo>
                  <a:pt x="26" y="74"/>
                  <a:pt x="26" y="74"/>
                  <a:pt x="26" y="75"/>
                </a:cubicBezTo>
                <a:cubicBezTo>
                  <a:pt x="38" y="87"/>
                  <a:pt x="38" y="87"/>
                  <a:pt x="38" y="87"/>
                </a:cubicBezTo>
                <a:cubicBezTo>
                  <a:pt x="51" y="74"/>
                  <a:pt x="69" y="66"/>
                  <a:pt x="89" y="66"/>
                </a:cubicBezTo>
                <a:cubicBezTo>
                  <a:pt x="109" y="66"/>
                  <a:pt x="127" y="74"/>
                  <a:pt x="140" y="87"/>
                </a:cubicBezTo>
                <a:cubicBezTo>
                  <a:pt x="152" y="75"/>
                  <a:pt x="152" y="75"/>
                  <a:pt x="152" y="75"/>
                </a:cubicBezTo>
                <a:cubicBezTo>
                  <a:pt x="152" y="74"/>
                  <a:pt x="152" y="74"/>
                  <a:pt x="152" y="74"/>
                </a:cubicBezTo>
                <a:cubicBezTo>
                  <a:pt x="135" y="57"/>
                  <a:pt x="113" y="48"/>
                  <a:pt x="89" y="48"/>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15" name="Freeform 97"/>
          <p:cNvSpPr>
            <a:spLocks noEditPoints="1"/>
          </p:cNvSpPr>
          <p:nvPr/>
        </p:nvSpPr>
        <p:spPr bwMode="auto">
          <a:xfrm>
            <a:off x="4947731" y="3862916"/>
            <a:ext cx="348239" cy="348239"/>
          </a:xfrm>
          <a:custGeom>
            <a:avLst/>
            <a:gdLst>
              <a:gd name="T0" fmla="*/ 44 w 88"/>
              <a:gd name="T1" fmla="*/ 0 h 88"/>
              <a:gd name="T2" fmla="*/ 0 w 88"/>
              <a:gd name="T3" fmla="*/ 44 h 88"/>
              <a:gd name="T4" fmla="*/ 44 w 88"/>
              <a:gd name="T5" fmla="*/ 88 h 88"/>
              <a:gd name="T6" fmla="*/ 88 w 88"/>
              <a:gd name="T7" fmla="*/ 44 h 88"/>
              <a:gd name="T8" fmla="*/ 44 w 88"/>
              <a:gd name="T9" fmla="*/ 0 h 88"/>
              <a:gd name="T10" fmla="*/ 61 w 88"/>
              <a:gd name="T11" fmla="*/ 52 h 88"/>
              <a:gd name="T12" fmla="*/ 52 w 88"/>
              <a:gd name="T13" fmla="*/ 52 h 88"/>
              <a:gd name="T14" fmla="*/ 52 w 88"/>
              <a:gd name="T15" fmla="*/ 61 h 88"/>
              <a:gd name="T16" fmla="*/ 44 w 88"/>
              <a:gd name="T17" fmla="*/ 69 h 88"/>
              <a:gd name="T18" fmla="*/ 36 w 88"/>
              <a:gd name="T19" fmla="*/ 61 h 88"/>
              <a:gd name="T20" fmla="*/ 36 w 88"/>
              <a:gd name="T21" fmla="*/ 52 h 88"/>
              <a:gd name="T22" fmla="*/ 28 w 88"/>
              <a:gd name="T23" fmla="*/ 52 h 88"/>
              <a:gd name="T24" fmla="*/ 20 w 88"/>
              <a:gd name="T25" fmla="*/ 44 h 88"/>
              <a:gd name="T26" fmla="*/ 28 w 88"/>
              <a:gd name="T27" fmla="*/ 36 h 88"/>
              <a:gd name="T28" fmla="*/ 36 w 88"/>
              <a:gd name="T29" fmla="*/ 36 h 88"/>
              <a:gd name="T30" fmla="*/ 36 w 88"/>
              <a:gd name="T31" fmla="*/ 28 h 88"/>
              <a:gd name="T32" fmla="*/ 44 w 88"/>
              <a:gd name="T33" fmla="*/ 20 h 88"/>
              <a:gd name="T34" fmla="*/ 52 w 88"/>
              <a:gd name="T35" fmla="*/ 28 h 88"/>
              <a:gd name="T36" fmla="*/ 52 w 88"/>
              <a:gd name="T37" fmla="*/ 36 h 88"/>
              <a:gd name="T38" fmla="*/ 61 w 88"/>
              <a:gd name="T39" fmla="*/ 36 h 88"/>
              <a:gd name="T40" fmla="*/ 69 w 88"/>
              <a:gd name="T41" fmla="*/ 44 h 88"/>
              <a:gd name="T42" fmla="*/ 61 w 88"/>
              <a:gd name="T43" fmla="*/ 5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 h="88">
                <a:moveTo>
                  <a:pt x="44" y="0"/>
                </a:moveTo>
                <a:cubicBezTo>
                  <a:pt x="20" y="0"/>
                  <a:pt x="0" y="20"/>
                  <a:pt x="0" y="44"/>
                </a:cubicBezTo>
                <a:cubicBezTo>
                  <a:pt x="0" y="69"/>
                  <a:pt x="20" y="88"/>
                  <a:pt x="44" y="88"/>
                </a:cubicBezTo>
                <a:cubicBezTo>
                  <a:pt x="69" y="88"/>
                  <a:pt x="88" y="69"/>
                  <a:pt x="88" y="44"/>
                </a:cubicBezTo>
                <a:cubicBezTo>
                  <a:pt x="88" y="20"/>
                  <a:pt x="69" y="0"/>
                  <a:pt x="44" y="0"/>
                </a:cubicBezTo>
                <a:close/>
                <a:moveTo>
                  <a:pt x="61" y="52"/>
                </a:moveTo>
                <a:cubicBezTo>
                  <a:pt x="52" y="52"/>
                  <a:pt x="52" y="52"/>
                  <a:pt x="52" y="52"/>
                </a:cubicBezTo>
                <a:cubicBezTo>
                  <a:pt x="52" y="61"/>
                  <a:pt x="52" y="61"/>
                  <a:pt x="52" y="61"/>
                </a:cubicBezTo>
                <a:cubicBezTo>
                  <a:pt x="52" y="65"/>
                  <a:pt x="49" y="69"/>
                  <a:pt x="44" y="69"/>
                </a:cubicBezTo>
                <a:cubicBezTo>
                  <a:pt x="40" y="69"/>
                  <a:pt x="36" y="65"/>
                  <a:pt x="36" y="61"/>
                </a:cubicBezTo>
                <a:cubicBezTo>
                  <a:pt x="36" y="52"/>
                  <a:pt x="36" y="52"/>
                  <a:pt x="36" y="52"/>
                </a:cubicBezTo>
                <a:cubicBezTo>
                  <a:pt x="28" y="52"/>
                  <a:pt x="28" y="52"/>
                  <a:pt x="28" y="52"/>
                </a:cubicBezTo>
                <a:cubicBezTo>
                  <a:pt x="23" y="52"/>
                  <a:pt x="20" y="49"/>
                  <a:pt x="20" y="44"/>
                </a:cubicBezTo>
                <a:cubicBezTo>
                  <a:pt x="20" y="40"/>
                  <a:pt x="23" y="36"/>
                  <a:pt x="28" y="36"/>
                </a:cubicBezTo>
                <a:cubicBezTo>
                  <a:pt x="36" y="36"/>
                  <a:pt x="36" y="36"/>
                  <a:pt x="36" y="36"/>
                </a:cubicBezTo>
                <a:cubicBezTo>
                  <a:pt x="36" y="28"/>
                  <a:pt x="36" y="28"/>
                  <a:pt x="36" y="28"/>
                </a:cubicBezTo>
                <a:cubicBezTo>
                  <a:pt x="36" y="23"/>
                  <a:pt x="40" y="20"/>
                  <a:pt x="44" y="20"/>
                </a:cubicBezTo>
                <a:cubicBezTo>
                  <a:pt x="49" y="20"/>
                  <a:pt x="52" y="23"/>
                  <a:pt x="52" y="28"/>
                </a:cubicBezTo>
                <a:cubicBezTo>
                  <a:pt x="52" y="36"/>
                  <a:pt x="52" y="36"/>
                  <a:pt x="52" y="36"/>
                </a:cubicBezTo>
                <a:cubicBezTo>
                  <a:pt x="61" y="36"/>
                  <a:pt x="61" y="36"/>
                  <a:pt x="61" y="36"/>
                </a:cubicBezTo>
                <a:cubicBezTo>
                  <a:pt x="65" y="36"/>
                  <a:pt x="69" y="40"/>
                  <a:pt x="69" y="44"/>
                </a:cubicBezTo>
                <a:cubicBezTo>
                  <a:pt x="69" y="49"/>
                  <a:pt x="65" y="52"/>
                  <a:pt x="61" y="52"/>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16" name="Freeform 98"/>
          <p:cNvSpPr>
            <a:spLocks noEditPoints="1"/>
          </p:cNvSpPr>
          <p:nvPr/>
        </p:nvSpPr>
        <p:spPr bwMode="auto">
          <a:xfrm>
            <a:off x="6978973" y="5040452"/>
            <a:ext cx="385072" cy="383399"/>
          </a:xfrm>
          <a:custGeom>
            <a:avLst/>
            <a:gdLst>
              <a:gd name="T0" fmla="*/ 17 w 97"/>
              <a:gd name="T1" fmla="*/ 17 h 97"/>
              <a:gd name="T2" fmla="*/ 17 w 97"/>
              <a:gd name="T3" fmla="*/ 79 h 97"/>
              <a:gd name="T4" fmla="*/ 80 w 97"/>
              <a:gd name="T5" fmla="*/ 79 h 97"/>
              <a:gd name="T6" fmla="*/ 80 w 97"/>
              <a:gd name="T7" fmla="*/ 17 h 97"/>
              <a:gd name="T8" fmla="*/ 17 w 97"/>
              <a:gd name="T9" fmla="*/ 17 h 97"/>
              <a:gd name="T10" fmla="*/ 66 w 97"/>
              <a:gd name="T11" fmla="*/ 42 h 97"/>
              <a:gd name="T12" fmla="*/ 60 w 97"/>
              <a:gd name="T13" fmla="*/ 48 h 97"/>
              <a:gd name="T14" fmla="*/ 66 w 97"/>
              <a:gd name="T15" fmla="*/ 54 h 97"/>
              <a:gd name="T16" fmla="*/ 66 w 97"/>
              <a:gd name="T17" fmla="*/ 66 h 97"/>
              <a:gd name="T18" fmla="*/ 55 w 97"/>
              <a:gd name="T19" fmla="*/ 66 h 97"/>
              <a:gd name="T20" fmla="*/ 49 w 97"/>
              <a:gd name="T21" fmla="*/ 59 h 97"/>
              <a:gd name="T22" fmla="*/ 42 w 97"/>
              <a:gd name="T23" fmla="*/ 66 h 97"/>
              <a:gd name="T24" fmla="*/ 31 w 97"/>
              <a:gd name="T25" fmla="*/ 66 h 97"/>
              <a:gd name="T26" fmla="*/ 31 w 97"/>
              <a:gd name="T27" fmla="*/ 54 h 97"/>
              <a:gd name="T28" fmla="*/ 37 w 97"/>
              <a:gd name="T29" fmla="*/ 48 h 97"/>
              <a:gd name="T30" fmla="*/ 31 w 97"/>
              <a:gd name="T31" fmla="*/ 42 h 97"/>
              <a:gd name="T32" fmla="*/ 31 w 97"/>
              <a:gd name="T33" fmla="*/ 31 h 97"/>
              <a:gd name="T34" fmla="*/ 42 w 97"/>
              <a:gd name="T35" fmla="*/ 31 h 97"/>
              <a:gd name="T36" fmla="*/ 49 w 97"/>
              <a:gd name="T37" fmla="*/ 37 h 97"/>
              <a:gd name="T38" fmla="*/ 55 w 97"/>
              <a:gd name="T39" fmla="*/ 31 h 97"/>
              <a:gd name="T40" fmla="*/ 66 w 97"/>
              <a:gd name="T41" fmla="*/ 31 h 97"/>
              <a:gd name="T42" fmla="*/ 66 w 97"/>
              <a:gd name="T43" fmla="*/ 4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97">
                <a:moveTo>
                  <a:pt x="17" y="17"/>
                </a:moveTo>
                <a:cubicBezTo>
                  <a:pt x="0" y="34"/>
                  <a:pt x="0" y="62"/>
                  <a:pt x="17" y="79"/>
                </a:cubicBezTo>
                <a:cubicBezTo>
                  <a:pt x="35" y="97"/>
                  <a:pt x="62" y="97"/>
                  <a:pt x="80" y="79"/>
                </a:cubicBezTo>
                <a:cubicBezTo>
                  <a:pt x="97" y="62"/>
                  <a:pt x="97" y="34"/>
                  <a:pt x="80" y="17"/>
                </a:cubicBezTo>
                <a:cubicBezTo>
                  <a:pt x="62" y="0"/>
                  <a:pt x="35" y="0"/>
                  <a:pt x="17" y="17"/>
                </a:cubicBezTo>
                <a:close/>
                <a:moveTo>
                  <a:pt x="66" y="42"/>
                </a:moveTo>
                <a:cubicBezTo>
                  <a:pt x="60" y="48"/>
                  <a:pt x="60" y="48"/>
                  <a:pt x="60" y="48"/>
                </a:cubicBezTo>
                <a:cubicBezTo>
                  <a:pt x="66" y="54"/>
                  <a:pt x="66" y="54"/>
                  <a:pt x="66" y="54"/>
                </a:cubicBezTo>
                <a:cubicBezTo>
                  <a:pt x="69" y="58"/>
                  <a:pt x="69" y="63"/>
                  <a:pt x="66" y="66"/>
                </a:cubicBezTo>
                <a:cubicBezTo>
                  <a:pt x="63" y="69"/>
                  <a:pt x="58" y="69"/>
                  <a:pt x="55" y="66"/>
                </a:cubicBezTo>
                <a:cubicBezTo>
                  <a:pt x="49" y="59"/>
                  <a:pt x="49" y="59"/>
                  <a:pt x="49" y="59"/>
                </a:cubicBezTo>
                <a:cubicBezTo>
                  <a:pt x="42" y="66"/>
                  <a:pt x="42" y="66"/>
                  <a:pt x="42" y="66"/>
                </a:cubicBezTo>
                <a:cubicBezTo>
                  <a:pt x="39" y="69"/>
                  <a:pt x="34" y="69"/>
                  <a:pt x="31" y="66"/>
                </a:cubicBezTo>
                <a:cubicBezTo>
                  <a:pt x="28" y="63"/>
                  <a:pt x="28" y="58"/>
                  <a:pt x="31" y="54"/>
                </a:cubicBezTo>
                <a:cubicBezTo>
                  <a:pt x="37" y="48"/>
                  <a:pt x="37" y="48"/>
                  <a:pt x="37" y="48"/>
                </a:cubicBezTo>
                <a:cubicBezTo>
                  <a:pt x="31" y="42"/>
                  <a:pt x="31" y="42"/>
                  <a:pt x="31" y="42"/>
                </a:cubicBezTo>
                <a:cubicBezTo>
                  <a:pt x="28" y="39"/>
                  <a:pt x="28" y="34"/>
                  <a:pt x="31" y="31"/>
                </a:cubicBezTo>
                <a:cubicBezTo>
                  <a:pt x="34" y="28"/>
                  <a:pt x="39" y="28"/>
                  <a:pt x="42" y="31"/>
                </a:cubicBezTo>
                <a:cubicBezTo>
                  <a:pt x="49" y="37"/>
                  <a:pt x="49" y="37"/>
                  <a:pt x="49" y="37"/>
                </a:cubicBezTo>
                <a:cubicBezTo>
                  <a:pt x="55" y="31"/>
                  <a:pt x="55" y="31"/>
                  <a:pt x="55" y="31"/>
                </a:cubicBezTo>
                <a:cubicBezTo>
                  <a:pt x="58" y="28"/>
                  <a:pt x="63" y="28"/>
                  <a:pt x="66" y="31"/>
                </a:cubicBezTo>
                <a:cubicBezTo>
                  <a:pt x="69" y="34"/>
                  <a:pt x="69" y="39"/>
                  <a:pt x="66" y="42"/>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17" name="Freeform 100"/>
          <p:cNvSpPr>
            <a:spLocks noEditPoints="1"/>
          </p:cNvSpPr>
          <p:nvPr/>
        </p:nvSpPr>
        <p:spPr bwMode="auto">
          <a:xfrm>
            <a:off x="5525145" y="5000722"/>
            <a:ext cx="383399" cy="383399"/>
          </a:xfrm>
          <a:custGeom>
            <a:avLst/>
            <a:gdLst>
              <a:gd name="T0" fmla="*/ 80 w 97"/>
              <a:gd name="T1" fmla="*/ 17 h 97"/>
              <a:gd name="T2" fmla="*/ 17 w 97"/>
              <a:gd name="T3" fmla="*/ 17 h 97"/>
              <a:gd name="T4" fmla="*/ 17 w 97"/>
              <a:gd name="T5" fmla="*/ 79 h 97"/>
              <a:gd name="T6" fmla="*/ 80 w 97"/>
              <a:gd name="T7" fmla="*/ 79 h 97"/>
              <a:gd name="T8" fmla="*/ 80 w 97"/>
              <a:gd name="T9" fmla="*/ 17 h 97"/>
              <a:gd name="T10" fmla="*/ 79 w 97"/>
              <a:gd name="T11" fmla="*/ 43 h 97"/>
              <a:gd name="T12" fmla="*/ 50 w 97"/>
              <a:gd name="T13" fmla="*/ 72 h 97"/>
              <a:gd name="T14" fmla="*/ 50 w 97"/>
              <a:gd name="T15" fmla="*/ 72 h 97"/>
              <a:gd name="T16" fmla="*/ 44 w 97"/>
              <a:gd name="T17" fmla="*/ 75 h 97"/>
              <a:gd name="T18" fmla="*/ 38 w 97"/>
              <a:gd name="T19" fmla="*/ 72 h 97"/>
              <a:gd name="T20" fmla="*/ 38 w 97"/>
              <a:gd name="T21" fmla="*/ 72 h 97"/>
              <a:gd name="T22" fmla="*/ 21 w 97"/>
              <a:gd name="T23" fmla="*/ 55 h 97"/>
              <a:gd name="T24" fmla="*/ 21 w 97"/>
              <a:gd name="T25" fmla="*/ 44 h 97"/>
              <a:gd name="T26" fmla="*/ 32 w 97"/>
              <a:gd name="T27" fmla="*/ 44 h 97"/>
              <a:gd name="T28" fmla="*/ 44 w 97"/>
              <a:gd name="T29" fmla="*/ 55 h 97"/>
              <a:gd name="T30" fmla="*/ 68 w 97"/>
              <a:gd name="T31" fmla="*/ 32 h 97"/>
              <a:gd name="T32" fmla="*/ 79 w 97"/>
              <a:gd name="T33" fmla="*/ 32 h 97"/>
              <a:gd name="T34" fmla="*/ 79 w 97"/>
              <a:gd name="T35" fmla="*/ 4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7">
                <a:moveTo>
                  <a:pt x="80" y="17"/>
                </a:moveTo>
                <a:cubicBezTo>
                  <a:pt x="62" y="0"/>
                  <a:pt x="34" y="0"/>
                  <a:pt x="17" y="17"/>
                </a:cubicBezTo>
                <a:cubicBezTo>
                  <a:pt x="0" y="34"/>
                  <a:pt x="0" y="62"/>
                  <a:pt x="17" y="79"/>
                </a:cubicBezTo>
                <a:cubicBezTo>
                  <a:pt x="34" y="97"/>
                  <a:pt x="62" y="97"/>
                  <a:pt x="80" y="79"/>
                </a:cubicBezTo>
                <a:cubicBezTo>
                  <a:pt x="97" y="62"/>
                  <a:pt x="97" y="34"/>
                  <a:pt x="80" y="17"/>
                </a:cubicBezTo>
                <a:close/>
                <a:moveTo>
                  <a:pt x="79" y="43"/>
                </a:moveTo>
                <a:cubicBezTo>
                  <a:pt x="50" y="72"/>
                  <a:pt x="50" y="72"/>
                  <a:pt x="50" y="72"/>
                </a:cubicBezTo>
                <a:cubicBezTo>
                  <a:pt x="50" y="72"/>
                  <a:pt x="50" y="72"/>
                  <a:pt x="50" y="72"/>
                </a:cubicBezTo>
                <a:cubicBezTo>
                  <a:pt x="48" y="74"/>
                  <a:pt x="46" y="75"/>
                  <a:pt x="44" y="75"/>
                </a:cubicBezTo>
                <a:cubicBezTo>
                  <a:pt x="42" y="75"/>
                  <a:pt x="40" y="74"/>
                  <a:pt x="38" y="72"/>
                </a:cubicBezTo>
                <a:cubicBezTo>
                  <a:pt x="38" y="72"/>
                  <a:pt x="38" y="72"/>
                  <a:pt x="38" y="72"/>
                </a:cubicBezTo>
                <a:cubicBezTo>
                  <a:pt x="21" y="55"/>
                  <a:pt x="21" y="55"/>
                  <a:pt x="21" y="55"/>
                </a:cubicBezTo>
                <a:cubicBezTo>
                  <a:pt x="18" y="52"/>
                  <a:pt x="18" y="47"/>
                  <a:pt x="21" y="44"/>
                </a:cubicBezTo>
                <a:cubicBezTo>
                  <a:pt x="24" y="41"/>
                  <a:pt x="29" y="41"/>
                  <a:pt x="32" y="44"/>
                </a:cubicBezTo>
                <a:cubicBezTo>
                  <a:pt x="44" y="55"/>
                  <a:pt x="44" y="55"/>
                  <a:pt x="44" y="55"/>
                </a:cubicBezTo>
                <a:cubicBezTo>
                  <a:pt x="68" y="32"/>
                  <a:pt x="68" y="32"/>
                  <a:pt x="68" y="32"/>
                </a:cubicBezTo>
                <a:cubicBezTo>
                  <a:pt x="71" y="29"/>
                  <a:pt x="76" y="29"/>
                  <a:pt x="79" y="32"/>
                </a:cubicBezTo>
                <a:cubicBezTo>
                  <a:pt x="82" y="35"/>
                  <a:pt x="82" y="40"/>
                  <a:pt x="79" y="43"/>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18" name="Freeform 148"/>
          <p:cNvSpPr>
            <a:spLocks noEditPoints="1"/>
          </p:cNvSpPr>
          <p:nvPr/>
        </p:nvSpPr>
        <p:spPr bwMode="auto">
          <a:xfrm>
            <a:off x="7060558" y="2654261"/>
            <a:ext cx="385072" cy="383399"/>
          </a:xfrm>
          <a:custGeom>
            <a:avLst/>
            <a:gdLst>
              <a:gd name="T0" fmla="*/ 79 w 97"/>
              <a:gd name="T1" fmla="*/ 17 h 97"/>
              <a:gd name="T2" fmla="*/ 17 w 97"/>
              <a:gd name="T3" fmla="*/ 17 h 97"/>
              <a:gd name="T4" fmla="*/ 17 w 97"/>
              <a:gd name="T5" fmla="*/ 80 h 97"/>
              <a:gd name="T6" fmla="*/ 79 w 97"/>
              <a:gd name="T7" fmla="*/ 80 h 97"/>
              <a:gd name="T8" fmla="*/ 79 w 97"/>
              <a:gd name="T9" fmla="*/ 17 h 97"/>
              <a:gd name="T10" fmla="*/ 75 w 97"/>
              <a:gd name="T11" fmla="*/ 53 h 97"/>
              <a:gd name="T12" fmla="*/ 59 w 97"/>
              <a:gd name="T13" fmla="*/ 66 h 97"/>
              <a:gd name="T14" fmla="*/ 54 w 97"/>
              <a:gd name="T15" fmla="*/ 63 h 97"/>
              <a:gd name="T16" fmla="*/ 53 w 97"/>
              <a:gd name="T17" fmla="*/ 58 h 97"/>
              <a:gd name="T18" fmla="*/ 48 w 97"/>
              <a:gd name="T19" fmla="*/ 57 h 97"/>
              <a:gd name="T20" fmla="*/ 27 w 97"/>
              <a:gd name="T21" fmla="*/ 57 h 97"/>
              <a:gd name="T22" fmla="*/ 18 w 97"/>
              <a:gd name="T23" fmla="*/ 48 h 97"/>
              <a:gd name="T24" fmla="*/ 27 w 97"/>
              <a:gd name="T25" fmla="*/ 39 h 97"/>
              <a:gd name="T26" fmla="*/ 49 w 97"/>
              <a:gd name="T27" fmla="*/ 39 h 97"/>
              <a:gd name="T28" fmla="*/ 53 w 97"/>
              <a:gd name="T29" fmla="*/ 39 h 97"/>
              <a:gd name="T30" fmla="*/ 54 w 97"/>
              <a:gd name="T31" fmla="*/ 34 h 97"/>
              <a:gd name="T32" fmla="*/ 59 w 97"/>
              <a:gd name="T33" fmla="*/ 31 h 97"/>
              <a:gd name="T34" fmla="*/ 75 w 97"/>
              <a:gd name="T35" fmla="*/ 44 h 97"/>
              <a:gd name="T36" fmla="*/ 75 w 97"/>
              <a:gd name="T3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7" h="97">
                <a:moveTo>
                  <a:pt x="79" y="17"/>
                </a:moveTo>
                <a:cubicBezTo>
                  <a:pt x="62" y="0"/>
                  <a:pt x="34" y="0"/>
                  <a:pt x="17" y="17"/>
                </a:cubicBezTo>
                <a:cubicBezTo>
                  <a:pt x="0" y="34"/>
                  <a:pt x="0" y="62"/>
                  <a:pt x="17" y="80"/>
                </a:cubicBezTo>
                <a:cubicBezTo>
                  <a:pt x="34" y="97"/>
                  <a:pt x="62" y="97"/>
                  <a:pt x="79" y="80"/>
                </a:cubicBezTo>
                <a:cubicBezTo>
                  <a:pt x="97" y="62"/>
                  <a:pt x="97" y="34"/>
                  <a:pt x="79" y="17"/>
                </a:cubicBezTo>
                <a:close/>
                <a:moveTo>
                  <a:pt x="75" y="53"/>
                </a:moveTo>
                <a:cubicBezTo>
                  <a:pt x="59" y="66"/>
                  <a:pt x="59" y="66"/>
                  <a:pt x="59" y="66"/>
                </a:cubicBezTo>
                <a:cubicBezTo>
                  <a:pt x="56" y="68"/>
                  <a:pt x="54" y="67"/>
                  <a:pt x="54" y="63"/>
                </a:cubicBezTo>
                <a:cubicBezTo>
                  <a:pt x="54" y="63"/>
                  <a:pt x="54" y="59"/>
                  <a:pt x="53" y="58"/>
                </a:cubicBezTo>
                <a:cubicBezTo>
                  <a:pt x="52" y="57"/>
                  <a:pt x="48" y="57"/>
                  <a:pt x="48" y="57"/>
                </a:cubicBezTo>
                <a:cubicBezTo>
                  <a:pt x="27" y="57"/>
                  <a:pt x="27" y="57"/>
                  <a:pt x="27" y="57"/>
                </a:cubicBezTo>
                <a:cubicBezTo>
                  <a:pt x="22" y="57"/>
                  <a:pt x="18" y="53"/>
                  <a:pt x="18" y="48"/>
                </a:cubicBezTo>
                <a:cubicBezTo>
                  <a:pt x="18" y="43"/>
                  <a:pt x="22" y="39"/>
                  <a:pt x="27" y="39"/>
                </a:cubicBezTo>
                <a:cubicBezTo>
                  <a:pt x="49" y="39"/>
                  <a:pt x="49" y="39"/>
                  <a:pt x="49" y="39"/>
                </a:cubicBezTo>
                <a:cubicBezTo>
                  <a:pt x="49" y="39"/>
                  <a:pt x="52" y="40"/>
                  <a:pt x="53" y="39"/>
                </a:cubicBezTo>
                <a:cubicBezTo>
                  <a:pt x="54" y="38"/>
                  <a:pt x="54" y="34"/>
                  <a:pt x="54" y="34"/>
                </a:cubicBezTo>
                <a:cubicBezTo>
                  <a:pt x="54" y="30"/>
                  <a:pt x="56" y="29"/>
                  <a:pt x="59" y="31"/>
                </a:cubicBezTo>
                <a:cubicBezTo>
                  <a:pt x="75" y="44"/>
                  <a:pt x="75" y="44"/>
                  <a:pt x="75" y="44"/>
                </a:cubicBezTo>
                <a:cubicBezTo>
                  <a:pt x="79" y="46"/>
                  <a:pt x="79" y="50"/>
                  <a:pt x="75" y="53"/>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19" name="Freeform 149"/>
          <p:cNvSpPr>
            <a:spLocks noEditPoints="1"/>
          </p:cNvSpPr>
          <p:nvPr/>
        </p:nvSpPr>
        <p:spPr bwMode="auto">
          <a:xfrm>
            <a:off x="7561863" y="3845336"/>
            <a:ext cx="380049" cy="383399"/>
          </a:xfrm>
          <a:custGeom>
            <a:avLst/>
            <a:gdLst>
              <a:gd name="T0" fmla="*/ 79 w 96"/>
              <a:gd name="T1" fmla="*/ 17 h 97"/>
              <a:gd name="T2" fmla="*/ 17 w 96"/>
              <a:gd name="T3" fmla="*/ 17 h 97"/>
              <a:gd name="T4" fmla="*/ 17 w 96"/>
              <a:gd name="T5" fmla="*/ 80 h 97"/>
              <a:gd name="T6" fmla="*/ 79 w 96"/>
              <a:gd name="T7" fmla="*/ 80 h 97"/>
              <a:gd name="T8" fmla="*/ 79 w 96"/>
              <a:gd name="T9" fmla="*/ 17 h 97"/>
              <a:gd name="T10" fmla="*/ 69 w 96"/>
              <a:gd name="T11" fmla="*/ 57 h 97"/>
              <a:gd name="T12" fmla="*/ 47 w 96"/>
              <a:gd name="T13" fmla="*/ 57 h 97"/>
              <a:gd name="T14" fmla="*/ 43 w 96"/>
              <a:gd name="T15" fmla="*/ 58 h 97"/>
              <a:gd name="T16" fmla="*/ 42 w 96"/>
              <a:gd name="T17" fmla="*/ 63 h 97"/>
              <a:gd name="T18" fmla="*/ 37 w 96"/>
              <a:gd name="T19" fmla="*/ 66 h 97"/>
              <a:gd name="T20" fmla="*/ 21 w 96"/>
              <a:gd name="T21" fmla="*/ 53 h 97"/>
              <a:gd name="T22" fmla="*/ 21 w 96"/>
              <a:gd name="T23" fmla="*/ 44 h 97"/>
              <a:gd name="T24" fmla="*/ 37 w 96"/>
              <a:gd name="T25" fmla="*/ 31 h 97"/>
              <a:gd name="T26" fmla="*/ 42 w 96"/>
              <a:gd name="T27" fmla="*/ 34 h 97"/>
              <a:gd name="T28" fmla="*/ 43 w 96"/>
              <a:gd name="T29" fmla="*/ 39 h 97"/>
              <a:gd name="T30" fmla="*/ 48 w 96"/>
              <a:gd name="T31" fmla="*/ 39 h 97"/>
              <a:gd name="T32" fmla="*/ 69 w 96"/>
              <a:gd name="T33" fmla="*/ 39 h 97"/>
              <a:gd name="T34" fmla="*/ 78 w 96"/>
              <a:gd name="T35" fmla="*/ 48 h 97"/>
              <a:gd name="T36" fmla="*/ 69 w 96"/>
              <a:gd name="T37" fmla="*/ 5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6" h="97">
                <a:moveTo>
                  <a:pt x="79" y="17"/>
                </a:moveTo>
                <a:cubicBezTo>
                  <a:pt x="62" y="0"/>
                  <a:pt x="34" y="0"/>
                  <a:pt x="17" y="17"/>
                </a:cubicBezTo>
                <a:cubicBezTo>
                  <a:pt x="0" y="34"/>
                  <a:pt x="0" y="62"/>
                  <a:pt x="17" y="80"/>
                </a:cubicBezTo>
                <a:cubicBezTo>
                  <a:pt x="34" y="97"/>
                  <a:pt x="62" y="97"/>
                  <a:pt x="79" y="80"/>
                </a:cubicBezTo>
                <a:cubicBezTo>
                  <a:pt x="96" y="62"/>
                  <a:pt x="96" y="34"/>
                  <a:pt x="79" y="17"/>
                </a:cubicBezTo>
                <a:close/>
                <a:moveTo>
                  <a:pt x="69" y="57"/>
                </a:moveTo>
                <a:cubicBezTo>
                  <a:pt x="47" y="57"/>
                  <a:pt x="47" y="57"/>
                  <a:pt x="47" y="57"/>
                </a:cubicBezTo>
                <a:cubicBezTo>
                  <a:pt x="47" y="57"/>
                  <a:pt x="44" y="57"/>
                  <a:pt x="43" y="58"/>
                </a:cubicBezTo>
                <a:cubicBezTo>
                  <a:pt x="42" y="59"/>
                  <a:pt x="42" y="63"/>
                  <a:pt x="42" y="63"/>
                </a:cubicBezTo>
                <a:cubicBezTo>
                  <a:pt x="42" y="67"/>
                  <a:pt x="40" y="68"/>
                  <a:pt x="37" y="66"/>
                </a:cubicBezTo>
                <a:cubicBezTo>
                  <a:pt x="21" y="53"/>
                  <a:pt x="21" y="53"/>
                  <a:pt x="21" y="53"/>
                </a:cubicBezTo>
                <a:cubicBezTo>
                  <a:pt x="18" y="50"/>
                  <a:pt x="18" y="46"/>
                  <a:pt x="21" y="44"/>
                </a:cubicBezTo>
                <a:cubicBezTo>
                  <a:pt x="37" y="31"/>
                  <a:pt x="37" y="31"/>
                  <a:pt x="37" y="31"/>
                </a:cubicBezTo>
                <a:cubicBezTo>
                  <a:pt x="40" y="29"/>
                  <a:pt x="42" y="30"/>
                  <a:pt x="42" y="34"/>
                </a:cubicBezTo>
                <a:cubicBezTo>
                  <a:pt x="42" y="34"/>
                  <a:pt x="42" y="37"/>
                  <a:pt x="43" y="39"/>
                </a:cubicBezTo>
                <a:cubicBezTo>
                  <a:pt x="44" y="40"/>
                  <a:pt x="48" y="39"/>
                  <a:pt x="48" y="39"/>
                </a:cubicBezTo>
                <a:cubicBezTo>
                  <a:pt x="69" y="39"/>
                  <a:pt x="69" y="39"/>
                  <a:pt x="69" y="39"/>
                </a:cubicBezTo>
                <a:cubicBezTo>
                  <a:pt x="74" y="39"/>
                  <a:pt x="78" y="43"/>
                  <a:pt x="78" y="48"/>
                </a:cubicBezTo>
                <a:cubicBezTo>
                  <a:pt x="78" y="53"/>
                  <a:pt x="74" y="57"/>
                  <a:pt x="69" y="57"/>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20" name="Freeform 99"/>
          <p:cNvSpPr>
            <a:spLocks noEditPoints="1"/>
          </p:cNvSpPr>
          <p:nvPr/>
        </p:nvSpPr>
        <p:spPr bwMode="auto">
          <a:xfrm>
            <a:off x="5590920" y="2647819"/>
            <a:ext cx="348239" cy="348239"/>
          </a:xfrm>
          <a:custGeom>
            <a:avLst/>
            <a:gdLst>
              <a:gd name="T0" fmla="*/ 44 w 88"/>
              <a:gd name="T1" fmla="*/ 0 h 88"/>
              <a:gd name="T2" fmla="*/ 0 w 88"/>
              <a:gd name="T3" fmla="*/ 44 h 88"/>
              <a:gd name="T4" fmla="*/ 44 w 88"/>
              <a:gd name="T5" fmla="*/ 88 h 88"/>
              <a:gd name="T6" fmla="*/ 88 w 88"/>
              <a:gd name="T7" fmla="*/ 44 h 88"/>
              <a:gd name="T8" fmla="*/ 44 w 88"/>
              <a:gd name="T9" fmla="*/ 0 h 88"/>
              <a:gd name="T10" fmla="*/ 61 w 88"/>
              <a:gd name="T11" fmla="*/ 52 h 88"/>
              <a:gd name="T12" fmla="*/ 27 w 88"/>
              <a:gd name="T13" fmla="*/ 52 h 88"/>
              <a:gd name="T14" fmla="*/ 19 w 88"/>
              <a:gd name="T15" fmla="*/ 44 h 88"/>
              <a:gd name="T16" fmla="*/ 27 w 88"/>
              <a:gd name="T17" fmla="*/ 36 h 88"/>
              <a:gd name="T18" fmla="*/ 61 w 88"/>
              <a:gd name="T19" fmla="*/ 36 h 88"/>
              <a:gd name="T20" fmla="*/ 68 w 88"/>
              <a:gd name="T21" fmla="*/ 44 h 88"/>
              <a:gd name="T22" fmla="*/ 61 w 88"/>
              <a:gd name="T23" fmla="*/ 5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88">
                <a:moveTo>
                  <a:pt x="44" y="0"/>
                </a:moveTo>
                <a:cubicBezTo>
                  <a:pt x="20" y="0"/>
                  <a:pt x="0" y="20"/>
                  <a:pt x="0" y="44"/>
                </a:cubicBezTo>
                <a:cubicBezTo>
                  <a:pt x="0" y="68"/>
                  <a:pt x="20" y="88"/>
                  <a:pt x="44" y="88"/>
                </a:cubicBezTo>
                <a:cubicBezTo>
                  <a:pt x="68" y="88"/>
                  <a:pt x="88" y="68"/>
                  <a:pt x="88" y="44"/>
                </a:cubicBezTo>
                <a:cubicBezTo>
                  <a:pt x="88" y="20"/>
                  <a:pt x="68" y="0"/>
                  <a:pt x="44" y="0"/>
                </a:cubicBezTo>
                <a:close/>
                <a:moveTo>
                  <a:pt x="61" y="52"/>
                </a:moveTo>
                <a:cubicBezTo>
                  <a:pt x="27" y="52"/>
                  <a:pt x="27" y="52"/>
                  <a:pt x="27" y="52"/>
                </a:cubicBezTo>
                <a:cubicBezTo>
                  <a:pt x="23" y="52"/>
                  <a:pt x="19" y="48"/>
                  <a:pt x="19" y="44"/>
                </a:cubicBezTo>
                <a:cubicBezTo>
                  <a:pt x="19" y="39"/>
                  <a:pt x="23" y="36"/>
                  <a:pt x="27" y="36"/>
                </a:cubicBezTo>
                <a:cubicBezTo>
                  <a:pt x="61" y="36"/>
                  <a:pt x="61" y="36"/>
                  <a:pt x="61" y="36"/>
                </a:cubicBezTo>
                <a:cubicBezTo>
                  <a:pt x="65" y="36"/>
                  <a:pt x="68" y="39"/>
                  <a:pt x="68" y="44"/>
                </a:cubicBezTo>
                <a:cubicBezTo>
                  <a:pt x="68" y="48"/>
                  <a:pt x="65" y="52"/>
                  <a:pt x="61" y="52"/>
                </a:cubicBezTo>
                <a:close/>
              </a:path>
            </a:pathLst>
          </a:custGeom>
          <a:solidFill>
            <a:schemeClr val="bg1"/>
          </a:solidFill>
          <a:ln>
            <a:noFill/>
          </a:ln>
        </p:spPr>
        <p:txBody>
          <a:bodyPr vert="horz" wrap="square" lIns="96435" tIns="48218" rIns="96435" bIns="48218" numCol="1" anchor="t" anchorCtr="0" compatLnSpc="1">
            <a:prstTxWarp prst="textNoShape">
              <a:avLst/>
            </a:prstTxWarp>
          </a:bodyPr>
          <a:lstStyle/>
          <a:p>
            <a:endParaRPr lang="en-US" sz="1898"/>
          </a:p>
        </p:txBody>
      </p:sp>
      <p:sp>
        <p:nvSpPr>
          <p:cNvPr id="21" name="矩形 20"/>
          <p:cNvSpPr/>
          <p:nvPr/>
        </p:nvSpPr>
        <p:spPr>
          <a:xfrm>
            <a:off x="1436236" y="2391783"/>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477" b="1" dirty="0">
                <a:solidFill>
                  <a:schemeClr val="bg2">
                    <a:lumMod val="25000"/>
                  </a:schemeClr>
                </a:solidFill>
              </a:rPr>
              <a:t>在此添加关键字</a:t>
            </a:r>
          </a:p>
          <a:p>
            <a:pPr algn="r"/>
            <a:r>
              <a:rPr lang="en-US" altLang="zh-CN" sz="1266" dirty="0">
                <a:solidFill>
                  <a:schemeClr val="bg2">
                    <a:lumMod val="25000"/>
                  </a:schemeClr>
                </a:solidFill>
              </a:rPr>
              <a:t>Lorem ipsum dolor sit amet, consectetuer adipiscing elit. Maecenas porttitor congue massa. </a:t>
            </a:r>
          </a:p>
        </p:txBody>
      </p:sp>
      <p:sp>
        <p:nvSpPr>
          <p:cNvPr id="22" name="矩形 21"/>
          <p:cNvSpPr/>
          <p:nvPr/>
        </p:nvSpPr>
        <p:spPr>
          <a:xfrm>
            <a:off x="655155" y="3663758"/>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477" b="1" dirty="0">
                <a:solidFill>
                  <a:schemeClr val="bg2">
                    <a:lumMod val="25000"/>
                  </a:schemeClr>
                </a:solidFill>
              </a:rPr>
              <a:t>在此添加关键字</a:t>
            </a:r>
          </a:p>
          <a:p>
            <a:pPr algn="r"/>
            <a:r>
              <a:rPr lang="en-US" altLang="zh-CN" sz="1266" dirty="0">
                <a:solidFill>
                  <a:schemeClr val="bg2">
                    <a:lumMod val="25000"/>
                  </a:schemeClr>
                </a:solidFill>
              </a:rPr>
              <a:t>Lorem ipsum dolor sit amet, consectetuer adipiscing elit. Maecenas porttitor congue massa. </a:t>
            </a:r>
          </a:p>
        </p:txBody>
      </p:sp>
      <p:sp>
        <p:nvSpPr>
          <p:cNvPr id="23" name="矩形 22"/>
          <p:cNvSpPr/>
          <p:nvPr/>
        </p:nvSpPr>
        <p:spPr>
          <a:xfrm>
            <a:off x="1264067" y="4820369"/>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477" b="1" dirty="0">
                <a:solidFill>
                  <a:schemeClr val="bg2">
                    <a:lumMod val="25000"/>
                  </a:schemeClr>
                </a:solidFill>
              </a:rPr>
              <a:t>在此添加关键字</a:t>
            </a:r>
          </a:p>
          <a:p>
            <a:pPr algn="r"/>
            <a:r>
              <a:rPr lang="en-US" altLang="zh-CN" sz="1266" dirty="0">
                <a:solidFill>
                  <a:schemeClr val="bg2">
                    <a:lumMod val="25000"/>
                  </a:schemeClr>
                </a:solidFill>
              </a:rPr>
              <a:t>Lorem ipsum dolor sit amet, consectetuer adipiscing elit. Maecenas porttitor congue massa. </a:t>
            </a:r>
          </a:p>
        </p:txBody>
      </p:sp>
      <p:sp>
        <p:nvSpPr>
          <p:cNvPr id="24" name="矩形 23"/>
          <p:cNvSpPr/>
          <p:nvPr/>
        </p:nvSpPr>
        <p:spPr>
          <a:xfrm>
            <a:off x="8401339" y="3671811"/>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2">
                    <a:lumMod val="25000"/>
                  </a:schemeClr>
                </a:solidFill>
              </a:rPr>
              <a:t>在此添加关键字</a:t>
            </a:r>
          </a:p>
          <a:p>
            <a:r>
              <a:rPr lang="en-US" altLang="zh-CN" sz="1266" dirty="0">
                <a:solidFill>
                  <a:schemeClr val="bg2">
                    <a:lumMod val="25000"/>
                  </a:schemeClr>
                </a:solidFill>
              </a:rPr>
              <a:t>Lorem ipsum dolor sit amet, consectetuer adipiscing elit. Maecenas porttitor congue massa. </a:t>
            </a:r>
          </a:p>
        </p:txBody>
      </p:sp>
      <p:sp>
        <p:nvSpPr>
          <p:cNvPr id="25" name="矩形 24"/>
          <p:cNvSpPr/>
          <p:nvPr/>
        </p:nvSpPr>
        <p:spPr>
          <a:xfrm>
            <a:off x="7786424" y="2491990"/>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2">
                    <a:lumMod val="25000"/>
                  </a:schemeClr>
                </a:solidFill>
              </a:rPr>
              <a:t>在此添加关键字</a:t>
            </a:r>
          </a:p>
          <a:p>
            <a:r>
              <a:rPr lang="en-US" altLang="zh-CN" sz="1266" dirty="0">
                <a:solidFill>
                  <a:schemeClr val="bg2">
                    <a:lumMod val="25000"/>
                  </a:schemeClr>
                </a:solidFill>
              </a:rPr>
              <a:t>Lorem ipsum dolor sit amet, consectetuer adipiscing elit. Maecenas porttitor congue massa. </a:t>
            </a:r>
          </a:p>
        </p:txBody>
      </p:sp>
      <p:sp>
        <p:nvSpPr>
          <p:cNvPr id="26" name="矩形 25"/>
          <p:cNvSpPr/>
          <p:nvPr/>
        </p:nvSpPr>
        <p:spPr>
          <a:xfrm>
            <a:off x="7801809" y="4850645"/>
            <a:ext cx="3789772"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2">
                    <a:lumMod val="25000"/>
                  </a:schemeClr>
                </a:solidFill>
              </a:rPr>
              <a:t>在此添加关键字</a:t>
            </a:r>
          </a:p>
          <a:p>
            <a:r>
              <a:rPr lang="en-US" altLang="zh-CN" sz="1266" dirty="0">
                <a:solidFill>
                  <a:schemeClr val="bg2">
                    <a:lumMod val="25000"/>
                  </a:schemeClr>
                </a:solidFill>
              </a:rPr>
              <a:t>Lorem ipsum dolor sit amet, consectetuer adipiscing elit. Maecenas porttitor congue massa. </a:t>
            </a:r>
          </a:p>
        </p:txBody>
      </p:sp>
    </p:spTree>
    <p:extLst>
      <p:ext uri="{BB962C8B-B14F-4D97-AF65-F5344CB8AC3E}">
        <p14:creationId xmlns:p14="http://schemas.microsoft.com/office/powerpoint/2010/main" val="273846804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Block Arc 51"/>
          <p:cNvSpPr/>
          <p:nvPr/>
        </p:nvSpPr>
        <p:spPr>
          <a:xfrm>
            <a:off x="1303046" y="2811403"/>
            <a:ext cx="2338307" cy="2338307"/>
          </a:xfrm>
          <a:prstGeom prst="blockArc">
            <a:avLst>
              <a:gd name="adj1" fmla="val 10800000"/>
              <a:gd name="adj2" fmla="val 3"/>
              <a:gd name="adj3" fmla="val 15291"/>
            </a:avLst>
          </a:prstGeom>
          <a:solidFill>
            <a:srgbClr val="10803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cs typeface="+mn-ea"/>
              <a:sym typeface="+mn-lt"/>
            </a:endParaRPr>
          </a:p>
        </p:txBody>
      </p:sp>
      <p:sp>
        <p:nvSpPr>
          <p:cNvPr id="53" name="Block Arc 52"/>
          <p:cNvSpPr/>
          <p:nvPr/>
        </p:nvSpPr>
        <p:spPr>
          <a:xfrm rot="10800000">
            <a:off x="3293334" y="2808362"/>
            <a:ext cx="2338307" cy="2338307"/>
          </a:xfrm>
          <a:prstGeom prst="blockArc">
            <a:avLst>
              <a:gd name="adj1" fmla="val 10800000"/>
              <a:gd name="adj2" fmla="val 3"/>
              <a:gd name="adj3" fmla="val 15291"/>
            </a:avLst>
          </a:prstGeom>
          <a:solidFill>
            <a:srgbClr val="8CC94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cs typeface="+mn-ea"/>
              <a:sym typeface="+mn-lt"/>
            </a:endParaRPr>
          </a:p>
        </p:txBody>
      </p:sp>
      <p:sp>
        <p:nvSpPr>
          <p:cNvPr id="54" name="Block Arc 53"/>
          <p:cNvSpPr/>
          <p:nvPr/>
        </p:nvSpPr>
        <p:spPr>
          <a:xfrm>
            <a:off x="5277312" y="2811403"/>
            <a:ext cx="2338307" cy="2338307"/>
          </a:xfrm>
          <a:prstGeom prst="blockArc">
            <a:avLst>
              <a:gd name="adj1" fmla="val 10800000"/>
              <a:gd name="adj2" fmla="val 3"/>
              <a:gd name="adj3" fmla="val 15291"/>
            </a:avLst>
          </a:prstGeom>
          <a:solidFill>
            <a:srgbClr val="10803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cs typeface="+mn-ea"/>
              <a:sym typeface="+mn-lt"/>
            </a:endParaRPr>
          </a:p>
        </p:txBody>
      </p:sp>
      <p:sp>
        <p:nvSpPr>
          <p:cNvPr id="55" name="Block Arc 54"/>
          <p:cNvSpPr/>
          <p:nvPr/>
        </p:nvSpPr>
        <p:spPr>
          <a:xfrm rot="10800000">
            <a:off x="7263264" y="2808362"/>
            <a:ext cx="2338307" cy="2338307"/>
          </a:xfrm>
          <a:prstGeom prst="blockArc">
            <a:avLst>
              <a:gd name="adj1" fmla="val 10800000"/>
              <a:gd name="adj2" fmla="val 3"/>
              <a:gd name="adj3" fmla="val 15291"/>
            </a:avLst>
          </a:prstGeom>
          <a:solidFill>
            <a:srgbClr val="8CC94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cs typeface="+mn-ea"/>
              <a:sym typeface="+mn-lt"/>
            </a:endParaRPr>
          </a:p>
        </p:txBody>
      </p:sp>
      <p:sp>
        <p:nvSpPr>
          <p:cNvPr id="56" name="Block Arc 55"/>
          <p:cNvSpPr/>
          <p:nvPr/>
        </p:nvSpPr>
        <p:spPr>
          <a:xfrm>
            <a:off x="9242804" y="2811403"/>
            <a:ext cx="2338307" cy="2338307"/>
          </a:xfrm>
          <a:prstGeom prst="blockArc">
            <a:avLst>
              <a:gd name="adj1" fmla="val 10800000"/>
              <a:gd name="adj2" fmla="val 3"/>
              <a:gd name="adj3" fmla="val 15291"/>
            </a:avLst>
          </a:prstGeom>
          <a:solidFill>
            <a:srgbClr val="10803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cs typeface="+mn-ea"/>
              <a:sym typeface="+mn-lt"/>
            </a:endParaRPr>
          </a:p>
        </p:txBody>
      </p:sp>
      <p:grpSp>
        <p:nvGrpSpPr>
          <p:cNvPr id="8" name="组合 7"/>
          <p:cNvGrpSpPr/>
          <p:nvPr/>
        </p:nvGrpSpPr>
        <p:grpSpPr>
          <a:xfrm>
            <a:off x="2213904" y="2896722"/>
            <a:ext cx="8464015" cy="2337113"/>
            <a:chOff x="2213150" y="2896593"/>
            <a:chExt cx="8465525" cy="2337530"/>
          </a:xfrm>
        </p:grpSpPr>
        <p:sp>
          <p:nvSpPr>
            <p:cNvPr id="76" name="TextBox 75"/>
            <p:cNvSpPr txBox="1"/>
            <p:nvPr/>
          </p:nvSpPr>
          <p:spPr>
            <a:xfrm>
              <a:off x="2213150" y="4957075"/>
              <a:ext cx="468160" cy="277048"/>
            </a:xfrm>
            <a:prstGeom prst="rect">
              <a:avLst/>
            </a:prstGeom>
            <a:noFill/>
          </p:spPr>
          <p:txBody>
            <a:bodyPr wrap="none" lIns="0" tIns="0" rIns="0" bIns="0" rtlCol="0" anchor="ctr">
              <a:spAutoFit/>
            </a:bodyPr>
            <a:lstStyle/>
            <a:p>
              <a:pPr algn="ctr" defTabSz="1285589">
                <a:spcBef>
                  <a:spcPct val="20000"/>
                </a:spcBef>
                <a:defRPr/>
              </a:pPr>
              <a:r>
                <a:rPr lang="en-US" b="1" dirty="0">
                  <a:solidFill>
                    <a:srgbClr val="108036"/>
                  </a:solidFill>
                  <a:cs typeface="+mn-ea"/>
                  <a:sym typeface="+mn-lt"/>
                </a:rPr>
                <a:t>2013</a:t>
              </a:r>
              <a:endParaRPr lang="en-US" dirty="0">
                <a:solidFill>
                  <a:srgbClr val="108036"/>
                </a:solidFill>
                <a:cs typeface="+mn-ea"/>
                <a:sym typeface="+mn-lt"/>
              </a:endParaRPr>
            </a:p>
          </p:txBody>
        </p:sp>
        <p:sp>
          <p:nvSpPr>
            <p:cNvPr id="78" name="TextBox 77"/>
            <p:cNvSpPr txBox="1"/>
            <p:nvPr/>
          </p:nvSpPr>
          <p:spPr>
            <a:xfrm>
              <a:off x="4187253" y="2896593"/>
              <a:ext cx="468160" cy="277048"/>
            </a:xfrm>
            <a:prstGeom prst="rect">
              <a:avLst/>
            </a:prstGeom>
            <a:noFill/>
          </p:spPr>
          <p:txBody>
            <a:bodyPr wrap="none" lIns="0" tIns="0" rIns="0" bIns="0" rtlCol="0" anchor="ctr">
              <a:spAutoFit/>
            </a:bodyPr>
            <a:lstStyle/>
            <a:p>
              <a:pPr algn="ctr" defTabSz="1285589">
                <a:spcBef>
                  <a:spcPct val="20000"/>
                </a:spcBef>
                <a:defRPr/>
              </a:pPr>
              <a:r>
                <a:rPr lang="en-US" b="1" dirty="0">
                  <a:solidFill>
                    <a:srgbClr val="108036"/>
                  </a:solidFill>
                  <a:cs typeface="+mn-ea"/>
                  <a:sym typeface="+mn-lt"/>
                </a:rPr>
                <a:t>2014</a:t>
              </a:r>
              <a:endParaRPr lang="en-US" dirty="0">
                <a:solidFill>
                  <a:srgbClr val="108036"/>
                </a:solidFill>
                <a:cs typeface="+mn-ea"/>
                <a:sym typeface="+mn-lt"/>
              </a:endParaRPr>
            </a:p>
          </p:txBody>
        </p:sp>
        <p:sp>
          <p:nvSpPr>
            <p:cNvPr id="79" name="TextBox 78"/>
            <p:cNvSpPr txBox="1"/>
            <p:nvPr/>
          </p:nvSpPr>
          <p:spPr>
            <a:xfrm>
              <a:off x="6227508" y="4957074"/>
              <a:ext cx="468160" cy="277048"/>
            </a:xfrm>
            <a:prstGeom prst="rect">
              <a:avLst/>
            </a:prstGeom>
            <a:noFill/>
          </p:spPr>
          <p:txBody>
            <a:bodyPr wrap="none" lIns="0" tIns="0" rIns="0" bIns="0" rtlCol="0" anchor="ctr">
              <a:spAutoFit/>
            </a:bodyPr>
            <a:lstStyle/>
            <a:p>
              <a:pPr algn="ctr" defTabSz="1285589">
                <a:spcBef>
                  <a:spcPct val="20000"/>
                </a:spcBef>
                <a:defRPr/>
              </a:pPr>
              <a:r>
                <a:rPr lang="en-US" b="1" dirty="0">
                  <a:solidFill>
                    <a:srgbClr val="108036"/>
                  </a:solidFill>
                  <a:cs typeface="+mn-ea"/>
                  <a:sym typeface="+mn-lt"/>
                </a:rPr>
                <a:t>2015</a:t>
              </a:r>
              <a:endParaRPr lang="en-US" dirty="0">
                <a:solidFill>
                  <a:srgbClr val="108036"/>
                </a:solidFill>
                <a:cs typeface="+mn-ea"/>
                <a:sym typeface="+mn-lt"/>
              </a:endParaRPr>
            </a:p>
          </p:txBody>
        </p:sp>
        <p:sp>
          <p:nvSpPr>
            <p:cNvPr id="82" name="TextBox 81"/>
            <p:cNvSpPr txBox="1"/>
            <p:nvPr/>
          </p:nvSpPr>
          <p:spPr>
            <a:xfrm>
              <a:off x="8180570" y="2896593"/>
              <a:ext cx="468160" cy="277048"/>
            </a:xfrm>
            <a:prstGeom prst="rect">
              <a:avLst/>
            </a:prstGeom>
            <a:noFill/>
          </p:spPr>
          <p:txBody>
            <a:bodyPr wrap="none" lIns="0" tIns="0" rIns="0" bIns="0" rtlCol="0" anchor="ctr">
              <a:spAutoFit/>
            </a:bodyPr>
            <a:lstStyle/>
            <a:p>
              <a:pPr algn="ctr" defTabSz="1285589">
                <a:spcBef>
                  <a:spcPct val="20000"/>
                </a:spcBef>
                <a:defRPr/>
              </a:pPr>
              <a:r>
                <a:rPr lang="en-US" b="1" dirty="0">
                  <a:solidFill>
                    <a:srgbClr val="108036"/>
                  </a:solidFill>
                  <a:cs typeface="+mn-ea"/>
                  <a:sym typeface="+mn-lt"/>
                </a:rPr>
                <a:t>2016</a:t>
              </a:r>
              <a:endParaRPr lang="en-US" dirty="0">
                <a:solidFill>
                  <a:srgbClr val="108036"/>
                </a:solidFill>
                <a:cs typeface="+mn-ea"/>
                <a:sym typeface="+mn-lt"/>
              </a:endParaRPr>
            </a:p>
          </p:txBody>
        </p:sp>
        <p:sp>
          <p:nvSpPr>
            <p:cNvPr id="83" name="TextBox 82"/>
            <p:cNvSpPr txBox="1"/>
            <p:nvPr/>
          </p:nvSpPr>
          <p:spPr>
            <a:xfrm>
              <a:off x="10200895" y="4957074"/>
              <a:ext cx="477780" cy="277048"/>
            </a:xfrm>
            <a:prstGeom prst="rect">
              <a:avLst/>
            </a:prstGeom>
            <a:noFill/>
          </p:spPr>
          <p:txBody>
            <a:bodyPr wrap="none" lIns="0" tIns="0" rIns="0" bIns="0" rtlCol="0" anchor="ctr">
              <a:spAutoFit/>
            </a:bodyPr>
            <a:lstStyle/>
            <a:p>
              <a:pPr algn="ctr" defTabSz="1285589">
                <a:spcBef>
                  <a:spcPct val="20000"/>
                </a:spcBef>
                <a:defRPr/>
              </a:pPr>
              <a:r>
                <a:rPr lang="en-US" b="1" dirty="0">
                  <a:solidFill>
                    <a:srgbClr val="108036"/>
                  </a:solidFill>
                  <a:cs typeface="+mn-ea"/>
                  <a:sym typeface="+mn-lt"/>
                </a:rPr>
                <a:t>201X</a:t>
              </a:r>
              <a:endParaRPr lang="en-US" dirty="0">
                <a:solidFill>
                  <a:srgbClr val="108036"/>
                </a:solidFill>
                <a:cs typeface="+mn-ea"/>
                <a:sym typeface="+mn-lt"/>
              </a:endParaRPr>
            </a:p>
          </p:txBody>
        </p:sp>
      </p:grpSp>
      <p:grpSp>
        <p:nvGrpSpPr>
          <p:cNvPr id="9" name="组合 8"/>
          <p:cNvGrpSpPr/>
          <p:nvPr/>
        </p:nvGrpSpPr>
        <p:grpSpPr>
          <a:xfrm>
            <a:off x="1810572" y="3318194"/>
            <a:ext cx="1369313" cy="1392435"/>
            <a:chOff x="1757991" y="3318141"/>
            <a:chExt cx="1369556" cy="1392682"/>
          </a:xfrm>
        </p:grpSpPr>
        <p:grpSp>
          <p:nvGrpSpPr>
            <p:cNvPr id="2" name="组合 1"/>
            <p:cNvGrpSpPr/>
            <p:nvPr/>
          </p:nvGrpSpPr>
          <p:grpSpPr>
            <a:xfrm>
              <a:off x="1757991" y="3318141"/>
              <a:ext cx="1369556" cy="1392682"/>
              <a:chOff x="1101935" y="1054869"/>
              <a:chExt cx="1369556" cy="1392682"/>
            </a:xfrm>
          </p:grpSpPr>
          <p:sp>
            <p:nvSpPr>
              <p:cNvPr id="48" name="椭圆 28"/>
              <p:cNvSpPr/>
              <p:nvPr/>
            </p:nvSpPr>
            <p:spPr>
              <a:xfrm>
                <a:off x="1101935" y="1054869"/>
                <a:ext cx="1369556" cy="1392682"/>
              </a:xfrm>
              <a:prstGeom prst="ellipse">
                <a:avLst/>
              </a:prstGeom>
              <a:gradFill flip="none" rotWithShape="1">
                <a:gsLst>
                  <a:gs pos="100000">
                    <a:schemeClr val="bg1">
                      <a:shade val="67500"/>
                      <a:satMod val="115000"/>
                    </a:schemeClr>
                  </a:gs>
                  <a:gs pos="0">
                    <a:schemeClr val="bg1">
                      <a:shade val="100000"/>
                      <a:satMod val="115000"/>
                    </a:schemeClr>
                  </a:gs>
                </a:gsLst>
                <a:lin ang="2700000" scaled="1"/>
                <a:tileRect/>
              </a:gradFill>
              <a:ln w="76200" cap="flat" cmpd="sng" algn="ctr">
                <a:solidFill>
                  <a:srgbClr val="108036"/>
                </a:solidFill>
                <a:prstDash val="solid"/>
              </a:ln>
              <a:effectLst>
                <a:outerShdw blurRad="381000" dist="127000" dir="2700000" algn="tl" rotWithShape="0">
                  <a:prstClr val="black">
                    <a:alpha val="40000"/>
                  </a:prstClr>
                </a:outerShdw>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椭圆 29"/>
              <p:cNvSpPr/>
              <p:nvPr/>
            </p:nvSpPr>
            <p:spPr>
              <a:xfrm>
                <a:off x="1250079" y="1205514"/>
                <a:ext cx="1073269" cy="1091392"/>
              </a:xfrm>
              <a:prstGeom prst="ellipse">
                <a:avLst/>
              </a:prstGeom>
              <a:gradFill flip="none" rotWithShape="1">
                <a:gsLst>
                  <a:gs pos="100000">
                    <a:schemeClr val="bg1">
                      <a:shade val="67500"/>
                      <a:satMod val="115000"/>
                    </a:schemeClr>
                  </a:gs>
                  <a:gs pos="0">
                    <a:schemeClr val="bg1">
                      <a:shade val="100000"/>
                      <a:satMod val="115000"/>
                    </a:schemeClr>
                  </a:gs>
                </a:gsLst>
                <a:lin ang="13500000" scaled="1"/>
                <a:tileRect/>
              </a:gradFill>
              <a:ln w="25400" cap="flat" cmpd="sng" algn="ctr">
                <a:solidFill>
                  <a:srgbClr val="108036"/>
                </a:solidFill>
                <a:prstDash val="solid"/>
              </a:ln>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7" name="Freeform 116"/>
            <p:cNvSpPr>
              <a:spLocks noEditPoints="1"/>
            </p:cNvSpPr>
            <p:nvPr/>
          </p:nvSpPr>
          <p:spPr bwMode="auto">
            <a:xfrm>
              <a:off x="2200276" y="3828795"/>
              <a:ext cx="460506" cy="371376"/>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rgbClr val="108036"/>
            </a:solidFill>
            <a:ln w="9525">
              <a:noFill/>
              <a:round/>
              <a:headEnd/>
              <a:tailEnd/>
            </a:ln>
            <a:effectLst>
              <a:outerShdw blurRad="50800" dist="38100" dir="2700000" algn="tl" rotWithShape="0">
                <a:prstClr val="black">
                  <a:alpha val="40000"/>
                </a:prstClr>
              </a:outerShdw>
            </a:effectLst>
          </p:spPr>
          <p:txBody>
            <a:bodyPr vert="horz" wrap="square" lIns="128558" tIns="64279" rIns="128558" bIns="64279" numCol="1" anchor="t" anchorCtr="0" compatLnSpc="1">
              <a:prstTxWarp prst="textNoShape">
                <a:avLst/>
              </a:prstTxWarp>
            </a:bodyPr>
            <a:lstStyle/>
            <a:p>
              <a:endParaRPr lang="en-US">
                <a:cs typeface="+mn-ea"/>
                <a:sym typeface="+mn-lt"/>
              </a:endParaRPr>
            </a:p>
          </p:txBody>
        </p:sp>
      </p:grpSp>
      <p:grpSp>
        <p:nvGrpSpPr>
          <p:cNvPr id="11" name="组合 10"/>
          <p:cNvGrpSpPr/>
          <p:nvPr/>
        </p:nvGrpSpPr>
        <p:grpSpPr>
          <a:xfrm>
            <a:off x="5769864" y="3318194"/>
            <a:ext cx="1369313" cy="1392435"/>
            <a:chOff x="5729916" y="3318141"/>
            <a:chExt cx="1369556" cy="1392682"/>
          </a:xfrm>
        </p:grpSpPr>
        <p:grpSp>
          <p:nvGrpSpPr>
            <p:cNvPr id="59" name="组合 58"/>
            <p:cNvGrpSpPr/>
            <p:nvPr/>
          </p:nvGrpSpPr>
          <p:grpSpPr>
            <a:xfrm>
              <a:off x="5729916" y="3318141"/>
              <a:ext cx="1369556" cy="1392682"/>
              <a:chOff x="1101935" y="1054869"/>
              <a:chExt cx="1369556" cy="1392682"/>
            </a:xfrm>
          </p:grpSpPr>
          <p:sp>
            <p:nvSpPr>
              <p:cNvPr id="60" name="椭圆 28"/>
              <p:cNvSpPr/>
              <p:nvPr/>
            </p:nvSpPr>
            <p:spPr>
              <a:xfrm>
                <a:off x="1101935" y="1054869"/>
                <a:ext cx="1369556" cy="1392682"/>
              </a:xfrm>
              <a:prstGeom prst="ellipse">
                <a:avLst/>
              </a:prstGeom>
              <a:gradFill flip="none" rotWithShape="1">
                <a:gsLst>
                  <a:gs pos="100000">
                    <a:schemeClr val="bg1">
                      <a:shade val="67500"/>
                      <a:satMod val="115000"/>
                    </a:schemeClr>
                  </a:gs>
                  <a:gs pos="0">
                    <a:schemeClr val="bg1">
                      <a:shade val="100000"/>
                      <a:satMod val="115000"/>
                    </a:schemeClr>
                  </a:gs>
                </a:gsLst>
                <a:lin ang="2700000" scaled="1"/>
                <a:tileRect/>
              </a:gradFill>
              <a:ln w="76200" cap="flat" cmpd="sng" algn="ctr">
                <a:solidFill>
                  <a:srgbClr val="108036"/>
                </a:solidFill>
                <a:prstDash val="solid"/>
              </a:ln>
              <a:effectLst>
                <a:outerShdw blurRad="381000" dist="127000" dir="2700000" algn="tl" rotWithShape="0">
                  <a:prstClr val="black">
                    <a:alpha val="40000"/>
                  </a:prstClr>
                </a:outerShdw>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61" name="椭圆 29"/>
              <p:cNvSpPr/>
              <p:nvPr/>
            </p:nvSpPr>
            <p:spPr>
              <a:xfrm>
                <a:off x="1250079" y="1205514"/>
                <a:ext cx="1073269" cy="1091392"/>
              </a:xfrm>
              <a:prstGeom prst="ellipse">
                <a:avLst/>
              </a:prstGeom>
              <a:gradFill flip="none" rotWithShape="1">
                <a:gsLst>
                  <a:gs pos="100000">
                    <a:schemeClr val="bg1">
                      <a:shade val="67500"/>
                      <a:satMod val="115000"/>
                    </a:schemeClr>
                  </a:gs>
                  <a:gs pos="0">
                    <a:schemeClr val="bg1">
                      <a:shade val="100000"/>
                      <a:satMod val="115000"/>
                    </a:schemeClr>
                  </a:gs>
                </a:gsLst>
                <a:lin ang="13500000" scaled="1"/>
                <a:tileRect/>
              </a:gradFill>
              <a:ln w="25400" cap="flat" cmpd="sng" algn="ctr">
                <a:solidFill>
                  <a:srgbClr val="108036"/>
                </a:solidFill>
                <a:prstDash val="solid"/>
              </a:ln>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5" name="Freeform 178"/>
            <p:cNvSpPr>
              <a:spLocks noEditPoints="1"/>
            </p:cNvSpPr>
            <p:nvPr/>
          </p:nvSpPr>
          <p:spPr bwMode="auto">
            <a:xfrm>
              <a:off x="6172201" y="3837395"/>
              <a:ext cx="509470" cy="383716"/>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rgbClr val="108036"/>
            </a:solidFill>
            <a:ln w="9525">
              <a:noFill/>
              <a:round/>
              <a:headEnd/>
              <a:tailEnd/>
            </a:ln>
            <a:effectLst>
              <a:outerShdw blurRad="50800" dist="38100" dir="2700000" algn="tl" rotWithShape="0">
                <a:prstClr val="black">
                  <a:alpha val="40000"/>
                </a:prstClr>
              </a:outerShdw>
            </a:effectLst>
          </p:spPr>
          <p:txBody>
            <a:bodyPr vert="horz" wrap="square" lIns="128558" tIns="64279" rIns="128558" bIns="64279" numCol="1" anchor="t" anchorCtr="0" compatLnSpc="1">
              <a:prstTxWarp prst="textNoShape">
                <a:avLst/>
              </a:prstTxWarp>
            </a:bodyPr>
            <a:lstStyle/>
            <a:p>
              <a:endParaRPr lang="en-US">
                <a:cs typeface="+mn-ea"/>
                <a:sym typeface="+mn-lt"/>
              </a:endParaRPr>
            </a:p>
          </p:txBody>
        </p:sp>
      </p:grpSp>
      <p:grpSp>
        <p:nvGrpSpPr>
          <p:cNvPr id="10" name="组合 9"/>
          <p:cNvGrpSpPr/>
          <p:nvPr/>
        </p:nvGrpSpPr>
        <p:grpSpPr>
          <a:xfrm>
            <a:off x="3758719" y="3318194"/>
            <a:ext cx="1369313" cy="1392435"/>
            <a:chOff x="3758241" y="3318141"/>
            <a:chExt cx="1369556" cy="1392682"/>
          </a:xfrm>
        </p:grpSpPr>
        <p:grpSp>
          <p:nvGrpSpPr>
            <p:cNvPr id="51" name="组合 50"/>
            <p:cNvGrpSpPr/>
            <p:nvPr/>
          </p:nvGrpSpPr>
          <p:grpSpPr>
            <a:xfrm>
              <a:off x="3758241" y="3318141"/>
              <a:ext cx="1369556" cy="1392682"/>
              <a:chOff x="1101935" y="1054869"/>
              <a:chExt cx="1369556" cy="1392682"/>
            </a:xfrm>
          </p:grpSpPr>
          <p:sp>
            <p:nvSpPr>
              <p:cNvPr id="57" name="椭圆 28"/>
              <p:cNvSpPr/>
              <p:nvPr/>
            </p:nvSpPr>
            <p:spPr>
              <a:xfrm>
                <a:off x="1101935" y="1054869"/>
                <a:ext cx="1369556" cy="1392682"/>
              </a:xfrm>
              <a:prstGeom prst="ellipse">
                <a:avLst/>
              </a:prstGeom>
              <a:gradFill flip="none" rotWithShape="1">
                <a:gsLst>
                  <a:gs pos="100000">
                    <a:schemeClr val="bg1">
                      <a:shade val="67500"/>
                      <a:satMod val="115000"/>
                    </a:schemeClr>
                  </a:gs>
                  <a:gs pos="0">
                    <a:schemeClr val="bg1">
                      <a:shade val="100000"/>
                      <a:satMod val="115000"/>
                    </a:schemeClr>
                  </a:gs>
                </a:gsLst>
                <a:lin ang="2700000" scaled="1"/>
                <a:tileRect/>
              </a:gradFill>
              <a:ln w="76200" cap="flat" cmpd="sng" algn="ctr">
                <a:solidFill>
                  <a:srgbClr val="8CC94C"/>
                </a:solidFill>
                <a:prstDash val="solid"/>
              </a:ln>
              <a:effectLst>
                <a:outerShdw blurRad="381000" dist="127000" dir="2700000" algn="tl" rotWithShape="0">
                  <a:prstClr val="black">
                    <a:alpha val="40000"/>
                  </a:prstClr>
                </a:outerShdw>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58" name="椭圆 29"/>
              <p:cNvSpPr/>
              <p:nvPr/>
            </p:nvSpPr>
            <p:spPr>
              <a:xfrm>
                <a:off x="1250079" y="1205514"/>
                <a:ext cx="1073269" cy="1091392"/>
              </a:xfrm>
              <a:prstGeom prst="ellipse">
                <a:avLst/>
              </a:prstGeom>
              <a:gradFill flip="none" rotWithShape="1">
                <a:gsLst>
                  <a:gs pos="100000">
                    <a:schemeClr val="bg1">
                      <a:shade val="67500"/>
                      <a:satMod val="115000"/>
                    </a:schemeClr>
                  </a:gs>
                  <a:gs pos="0">
                    <a:schemeClr val="bg1">
                      <a:shade val="100000"/>
                      <a:satMod val="115000"/>
                    </a:schemeClr>
                  </a:gs>
                </a:gsLst>
                <a:lin ang="13500000" scaled="1"/>
                <a:tileRect/>
              </a:gradFill>
              <a:ln w="25400" cap="flat" cmpd="sng" algn="ctr">
                <a:solidFill>
                  <a:srgbClr val="8CC94C"/>
                </a:solidFill>
                <a:prstDash val="solid"/>
              </a:ln>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8" name="Freeform 105"/>
            <p:cNvSpPr>
              <a:spLocks noEditPoints="1"/>
            </p:cNvSpPr>
            <p:nvPr/>
          </p:nvSpPr>
          <p:spPr bwMode="auto">
            <a:xfrm>
              <a:off x="4255562" y="3843339"/>
              <a:ext cx="377298" cy="371830"/>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rgbClr val="8CC94C"/>
            </a:solidFill>
            <a:ln w="9525">
              <a:noFill/>
              <a:round/>
              <a:headEnd/>
              <a:tailEnd/>
            </a:ln>
            <a:effectLst>
              <a:outerShdw blurRad="50800" dist="38100" dir="2700000" algn="tl" rotWithShape="0">
                <a:prstClr val="black">
                  <a:alpha val="40000"/>
                </a:prstClr>
              </a:outerShdw>
            </a:effectLst>
          </p:spPr>
          <p:txBody>
            <a:bodyPr vert="horz" wrap="square" lIns="128558" tIns="64279" rIns="128558" bIns="64279" numCol="1" anchor="t" anchorCtr="0" compatLnSpc="1">
              <a:prstTxWarp prst="textNoShape">
                <a:avLst/>
              </a:prstTxWarp>
            </a:bodyPr>
            <a:lstStyle/>
            <a:p>
              <a:endParaRPr lang="en-US" dirty="0">
                <a:solidFill>
                  <a:schemeClr val="accent3">
                    <a:lumMod val="50000"/>
                  </a:schemeClr>
                </a:solidFill>
                <a:cs typeface="+mn-ea"/>
                <a:sym typeface="+mn-lt"/>
              </a:endParaRPr>
            </a:p>
          </p:txBody>
        </p:sp>
      </p:grpSp>
      <p:grpSp>
        <p:nvGrpSpPr>
          <p:cNvPr id="12" name="组合 11"/>
          <p:cNvGrpSpPr/>
          <p:nvPr/>
        </p:nvGrpSpPr>
        <p:grpSpPr>
          <a:xfrm>
            <a:off x="7725289" y="3261054"/>
            <a:ext cx="1369313" cy="1392435"/>
            <a:chOff x="7725519" y="3260991"/>
            <a:chExt cx="1369556" cy="1392682"/>
          </a:xfrm>
        </p:grpSpPr>
        <p:grpSp>
          <p:nvGrpSpPr>
            <p:cNvPr id="62" name="组合 61"/>
            <p:cNvGrpSpPr/>
            <p:nvPr/>
          </p:nvGrpSpPr>
          <p:grpSpPr>
            <a:xfrm>
              <a:off x="7725519" y="3260991"/>
              <a:ext cx="1369556" cy="1392682"/>
              <a:chOff x="1101935" y="1054869"/>
              <a:chExt cx="1369556" cy="1392682"/>
            </a:xfrm>
          </p:grpSpPr>
          <p:sp>
            <p:nvSpPr>
              <p:cNvPr id="68" name="椭圆 28"/>
              <p:cNvSpPr/>
              <p:nvPr/>
            </p:nvSpPr>
            <p:spPr>
              <a:xfrm>
                <a:off x="1101935" y="1054869"/>
                <a:ext cx="1369556" cy="1392682"/>
              </a:xfrm>
              <a:prstGeom prst="ellipse">
                <a:avLst/>
              </a:prstGeom>
              <a:gradFill flip="none" rotWithShape="1">
                <a:gsLst>
                  <a:gs pos="100000">
                    <a:schemeClr val="bg1">
                      <a:shade val="67500"/>
                      <a:satMod val="115000"/>
                    </a:schemeClr>
                  </a:gs>
                  <a:gs pos="0">
                    <a:schemeClr val="bg1">
                      <a:shade val="100000"/>
                      <a:satMod val="115000"/>
                    </a:schemeClr>
                  </a:gs>
                </a:gsLst>
                <a:lin ang="2700000" scaled="1"/>
                <a:tileRect/>
              </a:gradFill>
              <a:ln w="76200" cap="flat" cmpd="sng" algn="ctr">
                <a:solidFill>
                  <a:srgbClr val="8CC94C"/>
                </a:solidFill>
                <a:prstDash val="solid"/>
              </a:ln>
              <a:effectLst>
                <a:outerShdw blurRad="381000" dist="127000" dir="2700000" algn="tl" rotWithShape="0">
                  <a:prstClr val="black">
                    <a:alpha val="40000"/>
                  </a:prstClr>
                </a:outerShdw>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椭圆 29"/>
              <p:cNvSpPr/>
              <p:nvPr/>
            </p:nvSpPr>
            <p:spPr>
              <a:xfrm>
                <a:off x="1250079" y="1205514"/>
                <a:ext cx="1073269" cy="1091392"/>
              </a:xfrm>
              <a:prstGeom prst="ellipse">
                <a:avLst/>
              </a:prstGeom>
              <a:gradFill flip="none" rotWithShape="1">
                <a:gsLst>
                  <a:gs pos="100000">
                    <a:schemeClr val="bg1">
                      <a:shade val="67500"/>
                      <a:satMod val="115000"/>
                    </a:schemeClr>
                  </a:gs>
                  <a:gs pos="0">
                    <a:schemeClr val="bg1">
                      <a:shade val="100000"/>
                      <a:satMod val="115000"/>
                    </a:schemeClr>
                  </a:gs>
                </a:gsLst>
                <a:lin ang="13500000" scaled="1"/>
                <a:tileRect/>
              </a:gradFill>
              <a:ln w="25400" cap="flat" cmpd="sng" algn="ctr">
                <a:solidFill>
                  <a:srgbClr val="8CC94C"/>
                </a:solidFill>
                <a:prstDash val="solid"/>
              </a:ln>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9" name="Freeform 62"/>
            <p:cNvSpPr>
              <a:spLocks noChangeAspect="1" noEditPoints="1"/>
            </p:cNvSpPr>
            <p:nvPr/>
          </p:nvSpPr>
          <p:spPr bwMode="auto">
            <a:xfrm>
              <a:off x="8179175" y="3757613"/>
              <a:ext cx="458236" cy="461898"/>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rgbClr val="8CC94C"/>
            </a:solidFill>
            <a:ln w="9525">
              <a:noFill/>
              <a:round/>
              <a:headEnd/>
              <a:tailEnd/>
            </a:ln>
            <a:effectLst>
              <a:outerShdw blurRad="50800" dist="38100" dir="2700000" algn="tl" rotWithShape="0">
                <a:prstClr val="black">
                  <a:alpha val="40000"/>
                </a:prstClr>
              </a:outerShdw>
            </a:effectLst>
          </p:spPr>
          <p:txBody>
            <a:bodyPr vert="horz" wrap="square" lIns="128558" tIns="64279" rIns="128558" bIns="64279" numCol="1" anchor="t" anchorCtr="0" compatLnSpc="1">
              <a:prstTxWarp prst="textNoShape">
                <a:avLst/>
              </a:prstTxWarp>
            </a:bodyPr>
            <a:lstStyle/>
            <a:p>
              <a:endParaRPr lang="en-US">
                <a:cs typeface="+mn-ea"/>
                <a:sym typeface="+mn-lt"/>
              </a:endParaRPr>
            </a:p>
          </p:txBody>
        </p:sp>
      </p:grpSp>
      <p:grpSp>
        <p:nvGrpSpPr>
          <p:cNvPr id="13" name="组合 12"/>
          <p:cNvGrpSpPr/>
          <p:nvPr/>
        </p:nvGrpSpPr>
        <p:grpSpPr>
          <a:xfrm>
            <a:off x="9749689" y="3261054"/>
            <a:ext cx="1369313" cy="1392435"/>
            <a:chOff x="9697194" y="3260991"/>
            <a:chExt cx="1369556" cy="1392682"/>
          </a:xfrm>
        </p:grpSpPr>
        <p:grpSp>
          <p:nvGrpSpPr>
            <p:cNvPr id="70" name="组合 69"/>
            <p:cNvGrpSpPr/>
            <p:nvPr/>
          </p:nvGrpSpPr>
          <p:grpSpPr>
            <a:xfrm>
              <a:off x="9697194" y="3260991"/>
              <a:ext cx="1369556" cy="1392682"/>
              <a:chOff x="1101935" y="1054869"/>
              <a:chExt cx="1369556" cy="1392682"/>
            </a:xfrm>
          </p:grpSpPr>
          <p:sp>
            <p:nvSpPr>
              <p:cNvPr id="71" name="椭圆 28"/>
              <p:cNvSpPr/>
              <p:nvPr/>
            </p:nvSpPr>
            <p:spPr>
              <a:xfrm>
                <a:off x="1101935" y="1054869"/>
                <a:ext cx="1369556" cy="1392682"/>
              </a:xfrm>
              <a:prstGeom prst="ellipse">
                <a:avLst/>
              </a:prstGeom>
              <a:gradFill flip="none" rotWithShape="1">
                <a:gsLst>
                  <a:gs pos="100000">
                    <a:schemeClr val="bg1">
                      <a:shade val="67500"/>
                      <a:satMod val="115000"/>
                    </a:schemeClr>
                  </a:gs>
                  <a:gs pos="0">
                    <a:schemeClr val="bg1">
                      <a:shade val="100000"/>
                      <a:satMod val="115000"/>
                    </a:schemeClr>
                  </a:gs>
                </a:gsLst>
                <a:lin ang="2700000" scaled="1"/>
                <a:tileRect/>
              </a:gradFill>
              <a:ln w="76200" cap="flat" cmpd="sng" algn="ctr">
                <a:solidFill>
                  <a:srgbClr val="108036"/>
                </a:solidFill>
                <a:prstDash val="solid"/>
              </a:ln>
              <a:effectLst>
                <a:outerShdw blurRad="381000" dist="127000" dir="2700000" algn="tl" rotWithShape="0">
                  <a:prstClr val="black">
                    <a:alpha val="40000"/>
                  </a:prstClr>
                </a:outerShdw>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72" name="椭圆 29"/>
              <p:cNvSpPr/>
              <p:nvPr/>
            </p:nvSpPr>
            <p:spPr>
              <a:xfrm>
                <a:off x="1250079" y="1205514"/>
                <a:ext cx="1073269" cy="1091392"/>
              </a:xfrm>
              <a:prstGeom prst="ellipse">
                <a:avLst/>
              </a:prstGeom>
              <a:gradFill flip="none" rotWithShape="1">
                <a:gsLst>
                  <a:gs pos="100000">
                    <a:schemeClr val="bg1">
                      <a:shade val="67500"/>
                      <a:satMod val="115000"/>
                    </a:schemeClr>
                  </a:gs>
                  <a:gs pos="0">
                    <a:schemeClr val="bg1">
                      <a:shade val="100000"/>
                      <a:satMod val="115000"/>
                    </a:schemeClr>
                  </a:gs>
                </a:gsLst>
                <a:lin ang="13500000" scaled="1"/>
                <a:tileRect/>
              </a:gradFill>
              <a:ln w="25400" cap="flat" cmpd="sng" algn="ctr">
                <a:solidFill>
                  <a:srgbClr val="108036"/>
                </a:solidFill>
                <a:prstDash val="solid"/>
              </a:ln>
              <a:effectLst/>
            </p:spPr>
            <p:txBody>
              <a:bodyPr rot="0" spcFirstLastPara="0" vertOverflow="overflow" horzOverflow="overflow" vert="horz" wrap="square" lIns="96417" tIns="48209" rIns="96417" bIns="48209" numCol="1" spcCol="0" rtlCol="0" fromWordArt="0" anchor="ctr" anchorCtr="0" forceAA="0" compatLnSpc="1">
                <a:prstTxWarp prst="textNoShape">
                  <a:avLst/>
                </a:prstTxWarp>
                <a:noAutofit/>
              </a:bodyPr>
              <a:lstStyle/>
              <a:p>
                <a:pPr algn="ctr" defTabSz="964147">
                  <a:lnSpc>
                    <a:spcPct val="130000"/>
                  </a:lnSpc>
                  <a:defRPr/>
                </a:pPr>
                <a:endParaRPr lang="en-US" sz="1897" kern="0">
                  <a:solidFill>
                    <a:sysClr val="window" lastClr="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40" name="Freeform 45"/>
            <p:cNvSpPr>
              <a:spLocks noEditPoints="1"/>
            </p:cNvSpPr>
            <p:nvPr/>
          </p:nvSpPr>
          <p:spPr bwMode="auto">
            <a:xfrm>
              <a:off x="10158413" y="3718564"/>
              <a:ext cx="477536" cy="47753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rgbClr val="108036"/>
            </a:solidFill>
            <a:ln w="9525">
              <a:noFill/>
              <a:round/>
              <a:headEnd/>
              <a:tailEnd/>
            </a:ln>
            <a:effectLst>
              <a:outerShdw blurRad="50800" dist="38100" dir="2700000" algn="tl" rotWithShape="0">
                <a:prstClr val="black">
                  <a:alpha val="40000"/>
                </a:prstClr>
              </a:outerShdw>
            </a:effectLst>
          </p:spPr>
          <p:txBody>
            <a:bodyPr vert="horz" wrap="square" lIns="128558" tIns="64279" rIns="128558" bIns="64279" numCol="1" anchor="t" anchorCtr="0" compatLnSpc="1">
              <a:prstTxWarp prst="textNoShape">
                <a:avLst/>
              </a:prstTxWarp>
            </a:bodyPr>
            <a:lstStyle/>
            <a:p>
              <a:endParaRPr lang="en-US">
                <a:cs typeface="+mn-ea"/>
                <a:sym typeface="+mn-lt"/>
              </a:endParaRPr>
            </a:p>
          </p:txBody>
        </p:sp>
      </p:grpSp>
      <p:sp>
        <p:nvSpPr>
          <p:cNvPr id="41" name="TextBox 170"/>
          <p:cNvSpPr txBox="1"/>
          <p:nvPr/>
        </p:nvSpPr>
        <p:spPr>
          <a:xfrm>
            <a:off x="1101079" y="1365195"/>
            <a:ext cx="2430093" cy="466569"/>
          </a:xfrm>
          <a:prstGeom prst="rect">
            <a:avLst/>
          </a:prstGeom>
          <a:noFill/>
        </p:spPr>
        <p:txBody>
          <a:bodyPr wrap="square" lIns="96425" tIns="48212" rIns="96425" bIns="4821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42" name="TextBox 171"/>
          <p:cNvSpPr txBox="1"/>
          <p:nvPr/>
        </p:nvSpPr>
        <p:spPr>
          <a:xfrm>
            <a:off x="1101076" y="1908709"/>
            <a:ext cx="2805761" cy="977607"/>
          </a:xfrm>
          <a:prstGeom prst="rect">
            <a:avLst/>
          </a:prstGeom>
          <a:noFill/>
        </p:spPr>
        <p:txBody>
          <a:bodyPr wrap="square" lIns="96425" tIns="48212" rIns="96425" bIns="48212" rtlCol="0">
            <a:spAutoFit/>
          </a:bodyPr>
          <a:lstStyle/>
          <a:p>
            <a:pPr>
              <a:lnSpc>
                <a:spcPct val="130000"/>
              </a:lnSpc>
            </a:pPr>
            <a:r>
              <a:rPr lang="zh-CN" altLang="en-US"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43" name="TextBox 170"/>
          <p:cNvSpPr txBox="1"/>
          <p:nvPr/>
        </p:nvSpPr>
        <p:spPr>
          <a:xfrm>
            <a:off x="3336157" y="5403573"/>
            <a:ext cx="2430093" cy="466569"/>
          </a:xfrm>
          <a:prstGeom prst="rect">
            <a:avLst/>
          </a:prstGeom>
          <a:noFill/>
        </p:spPr>
        <p:txBody>
          <a:bodyPr wrap="square" lIns="96425" tIns="48212" rIns="96425" bIns="4821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44" name="TextBox 171"/>
          <p:cNvSpPr txBox="1"/>
          <p:nvPr/>
        </p:nvSpPr>
        <p:spPr>
          <a:xfrm>
            <a:off x="3336152" y="5947088"/>
            <a:ext cx="2805761" cy="977607"/>
          </a:xfrm>
          <a:prstGeom prst="rect">
            <a:avLst/>
          </a:prstGeom>
          <a:noFill/>
        </p:spPr>
        <p:txBody>
          <a:bodyPr wrap="square" lIns="96425" tIns="48212" rIns="96425" bIns="48212" rtlCol="0">
            <a:spAutoFit/>
          </a:bodyPr>
          <a:lstStyle/>
          <a:p>
            <a:pPr>
              <a:lnSpc>
                <a:spcPct val="130000"/>
              </a:lnSpc>
            </a:pPr>
            <a:r>
              <a:rPr lang="zh-CN" altLang="en-US"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45" name="TextBox 170"/>
          <p:cNvSpPr txBox="1"/>
          <p:nvPr/>
        </p:nvSpPr>
        <p:spPr>
          <a:xfrm>
            <a:off x="5063261" y="1365195"/>
            <a:ext cx="2430093" cy="466569"/>
          </a:xfrm>
          <a:prstGeom prst="rect">
            <a:avLst/>
          </a:prstGeom>
          <a:noFill/>
        </p:spPr>
        <p:txBody>
          <a:bodyPr wrap="square" lIns="96425" tIns="48212" rIns="96425" bIns="4821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46" name="TextBox 171"/>
          <p:cNvSpPr txBox="1"/>
          <p:nvPr/>
        </p:nvSpPr>
        <p:spPr>
          <a:xfrm>
            <a:off x="5063259" y="1908709"/>
            <a:ext cx="2805761" cy="977607"/>
          </a:xfrm>
          <a:prstGeom prst="rect">
            <a:avLst/>
          </a:prstGeom>
          <a:noFill/>
        </p:spPr>
        <p:txBody>
          <a:bodyPr wrap="square" lIns="96425" tIns="48212" rIns="96425" bIns="48212" rtlCol="0">
            <a:spAutoFit/>
          </a:bodyPr>
          <a:lstStyle/>
          <a:p>
            <a:pPr>
              <a:lnSpc>
                <a:spcPct val="130000"/>
              </a:lnSpc>
            </a:pPr>
            <a:r>
              <a:rPr lang="zh-CN" altLang="en-US"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47" name="TextBox 170"/>
          <p:cNvSpPr txBox="1"/>
          <p:nvPr/>
        </p:nvSpPr>
        <p:spPr>
          <a:xfrm>
            <a:off x="7247542" y="5352775"/>
            <a:ext cx="2430093" cy="466569"/>
          </a:xfrm>
          <a:prstGeom prst="rect">
            <a:avLst/>
          </a:prstGeom>
          <a:noFill/>
        </p:spPr>
        <p:txBody>
          <a:bodyPr wrap="square" lIns="96425" tIns="48212" rIns="96425" bIns="4821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50" name="TextBox 171"/>
          <p:cNvSpPr txBox="1"/>
          <p:nvPr/>
        </p:nvSpPr>
        <p:spPr>
          <a:xfrm>
            <a:off x="7247537" y="5896290"/>
            <a:ext cx="2805761" cy="977607"/>
          </a:xfrm>
          <a:prstGeom prst="rect">
            <a:avLst/>
          </a:prstGeom>
          <a:noFill/>
        </p:spPr>
        <p:txBody>
          <a:bodyPr wrap="square" lIns="96425" tIns="48212" rIns="96425" bIns="48212" rtlCol="0">
            <a:spAutoFit/>
          </a:bodyPr>
          <a:lstStyle/>
          <a:p>
            <a:pPr>
              <a:lnSpc>
                <a:spcPct val="130000"/>
              </a:lnSpc>
            </a:pPr>
            <a:r>
              <a:rPr lang="zh-CN" altLang="en-US"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3" name="TextBox 170"/>
          <p:cNvSpPr txBox="1"/>
          <p:nvPr/>
        </p:nvSpPr>
        <p:spPr>
          <a:xfrm>
            <a:off x="9088941" y="1390593"/>
            <a:ext cx="2430093" cy="466569"/>
          </a:xfrm>
          <a:prstGeom prst="rect">
            <a:avLst/>
          </a:prstGeom>
          <a:noFill/>
        </p:spPr>
        <p:txBody>
          <a:bodyPr wrap="square" lIns="96425" tIns="48212" rIns="96425" bIns="48212" rtlCol="0">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64" name="TextBox 171"/>
          <p:cNvSpPr txBox="1"/>
          <p:nvPr/>
        </p:nvSpPr>
        <p:spPr>
          <a:xfrm>
            <a:off x="9088938" y="1934108"/>
            <a:ext cx="2805761" cy="977607"/>
          </a:xfrm>
          <a:prstGeom prst="rect">
            <a:avLst/>
          </a:prstGeom>
          <a:noFill/>
        </p:spPr>
        <p:txBody>
          <a:bodyPr wrap="square" lIns="96425" tIns="48212" rIns="96425" bIns="48212" rtlCol="0">
            <a:spAutoFit/>
          </a:bodyPr>
          <a:lstStyle/>
          <a:p>
            <a:pPr>
              <a:lnSpc>
                <a:spcPct val="130000"/>
              </a:lnSpc>
            </a:pPr>
            <a:r>
              <a:rPr lang="zh-CN" altLang="en-US"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11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5" name="任意多边形 64"/>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66" name="文本框 65"/>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67" name="文本框 66"/>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2235655585"/>
      </p:ext>
    </p:extLst>
  </p:cSld>
  <p:clrMapOvr>
    <a:masterClrMapping/>
  </p:clrMapOvr>
  <mc:AlternateContent xmlns:mc="http://schemas.openxmlformats.org/markup-compatibility/2006" xmlns:p14="http://schemas.microsoft.com/office/powerpoint/2010/main">
    <mc:Choice Requires="p14">
      <p:transition spd="slow" p14:dur="1200" advTm="3000">
        <p14:prism/>
      </p:transition>
    </mc:Choice>
    <mc:Fallback xmlns="">
      <p:transition spd="slow"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
                                        <p:tgtEl>
                                          <p:spTgt spid="52"/>
                                        </p:tgtEl>
                                      </p:cBhvr>
                                    </p:animEffect>
                                  </p:childTnLst>
                                </p:cTn>
                              </p:par>
                              <p:par>
                                <p:cTn id="8" presetID="23" presetClass="entr" presetSubtype="16"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childTnLst>
                                </p:cTn>
                              </p:par>
                            </p:childTnLst>
                          </p:cTn>
                        </p:par>
                        <p:par>
                          <p:cTn id="12" fill="hold">
                            <p:stCondLst>
                              <p:cond delay="500"/>
                            </p:stCondLst>
                            <p:childTnLst>
                              <p:par>
                                <p:cTn id="13" presetID="2" presetClass="entr" presetSubtype="1" fill="hold" grpId="0" nodeType="after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500" fill="hold"/>
                                        <p:tgtEl>
                                          <p:spTgt spid="41"/>
                                        </p:tgtEl>
                                        <p:attrNameLst>
                                          <p:attrName>ppt_x</p:attrName>
                                        </p:attrNameLst>
                                      </p:cBhvr>
                                      <p:tavLst>
                                        <p:tav tm="0">
                                          <p:val>
                                            <p:strVal val="#ppt_x"/>
                                          </p:val>
                                        </p:tav>
                                        <p:tav tm="100000">
                                          <p:val>
                                            <p:strVal val="#ppt_x"/>
                                          </p:val>
                                        </p:tav>
                                      </p:tavLst>
                                    </p:anim>
                                    <p:anim calcmode="lin" valueType="num">
                                      <p:cBhvr additive="base">
                                        <p:cTn id="16" dur="500" fill="hold"/>
                                        <p:tgtEl>
                                          <p:spTgt spid="41"/>
                                        </p:tgtEl>
                                        <p:attrNameLst>
                                          <p:attrName>ppt_y</p:attrName>
                                        </p:attrNameLst>
                                      </p:cBhvr>
                                      <p:tavLst>
                                        <p:tav tm="0">
                                          <p:val>
                                            <p:strVal val="0-#ppt_h/2"/>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anim calcmode="lin" valueType="num">
                                      <p:cBhvr>
                                        <p:cTn id="20" dur="500" fill="hold"/>
                                        <p:tgtEl>
                                          <p:spTgt spid="42"/>
                                        </p:tgtEl>
                                        <p:attrNameLst>
                                          <p:attrName>ppt_x</p:attrName>
                                        </p:attrNameLst>
                                      </p:cBhvr>
                                      <p:tavLst>
                                        <p:tav tm="0">
                                          <p:val>
                                            <p:strVal val="#ppt_x"/>
                                          </p:val>
                                        </p:tav>
                                        <p:tav tm="100000">
                                          <p:val>
                                            <p:strVal val="#ppt_x"/>
                                          </p:val>
                                        </p:tav>
                                      </p:tavLst>
                                    </p:anim>
                                    <p:anim calcmode="lin" valueType="num">
                                      <p:cBhvr>
                                        <p:cTn id="21" dur="500" fill="hold"/>
                                        <p:tgtEl>
                                          <p:spTgt spid="42"/>
                                        </p:tgtEl>
                                        <p:attrNameLst>
                                          <p:attrName>ppt_y</p:attrName>
                                        </p:attrNameLst>
                                      </p:cBhvr>
                                      <p:tavLst>
                                        <p:tav tm="0">
                                          <p:val>
                                            <p:strVal val="#ppt_y+.1"/>
                                          </p:val>
                                        </p:tav>
                                        <p:tav tm="100000">
                                          <p:val>
                                            <p:strVal val="#ppt_y"/>
                                          </p:val>
                                        </p:tav>
                                      </p:tavLst>
                                    </p:anim>
                                  </p:child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wipe(left)">
                                      <p:cBhvr>
                                        <p:cTn id="25" dur="500"/>
                                        <p:tgtEl>
                                          <p:spTgt spid="53"/>
                                        </p:tgtEl>
                                      </p:cBhvr>
                                    </p:animEffect>
                                  </p:childTnLst>
                                </p:cTn>
                              </p:par>
                              <p:par>
                                <p:cTn id="26" presetID="23" presetClass="entr" presetSubtype="16"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childTnLst>
                                </p:cTn>
                              </p:par>
                            </p:childTnLst>
                          </p:cTn>
                        </p:par>
                        <p:par>
                          <p:cTn id="30" fill="hold">
                            <p:stCondLst>
                              <p:cond delay="1500"/>
                            </p:stCondLst>
                            <p:childTnLst>
                              <p:par>
                                <p:cTn id="31" presetID="2" presetClass="entr" presetSubtype="4" fill="hold" grpId="0" nodeType="afterEffect">
                                  <p:stCondLst>
                                    <p:cond delay="0"/>
                                  </p:stCondLst>
                                  <p:childTnLst>
                                    <p:set>
                                      <p:cBhvr>
                                        <p:cTn id="32" dur="1" fill="hold">
                                          <p:stCondLst>
                                            <p:cond delay="0"/>
                                          </p:stCondLst>
                                        </p:cTn>
                                        <p:tgtEl>
                                          <p:spTgt spid="43"/>
                                        </p:tgtEl>
                                        <p:attrNameLst>
                                          <p:attrName>style.visibility</p:attrName>
                                        </p:attrNameLst>
                                      </p:cBhvr>
                                      <p:to>
                                        <p:strVal val="visible"/>
                                      </p:to>
                                    </p:set>
                                    <p:anim calcmode="lin" valueType="num">
                                      <p:cBhvr additive="base">
                                        <p:cTn id="33" dur="500" fill="hold"/>
                                        <p:tgtEl>
                                          <p:spTgt spid="43"/>
                                        </p:tgtEl>
                                        <p:attrNameLst>
                                          <p:attrName>ppt_x</p:attrName>
                                        </p:attrNameLst>
                                      </p:cBhvr>
                                      <p:tavLst>
                                        <p:tav tm="0">
                                          <p:val>
                                            <p:strVal val="#ppt_x"/>
                                          </p:val>
                                        </p:tav>
                                        <p:tav tm="100000">
                                          <p:val>
                                            <p:strVal val="#ppt_x"/>
                                          </p:val>
                                        </p:tav>
                                      </p:tavLst>
                                    </p:anim>
                                    <p:anim calcmode="lin" valueType="num">
                                      <p:cBhvr additive="base">
                                        <p:cTn id="34" dur="500" fill="hold"/>
                                        <p:tgtEl>
                                          <p:spTgt spid="43"/>
                                        </p:tgtEl>
                                        <p:attrNameLst>
                                          <p:attrName>ppt_y</p:attrName>
                                        </p:attrNameLst>
                                      </p:cBhvr>
                                      <p:tavLst>
                                        <p:tav tm="0">
                                          <p:val>
                                            <p:strVal val="1+#ppt_h/2"/>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anim calcmode="lin" valueType="num">
                                      <p:cBhvr>
                                        <p:cTn id="38" dur="500" fill="hold"/>
                                        <p:tgtEl>
                                          <p:spTgt spid="44"/>
                                        </p:tgtEl>
                                        <p:attrNameLst>
                                          <p:attrName>ppt_x</p:attrName>
                                        </p:attrNameLst>
                                      </p:cBhvr>
                                      <p:tavLst>
                                        <p:tav tm="0">
                                          <p:val>
                                            <p:strVal val="#ppt_x"/>
                                          </p:val>
                                        </p:tav>
                                        <p:tav tm="100000">
                                          <p:val>
                                            <p:strVal val="#ppt_x"/>
                                          </p:val>
                                        </p:tav>
                                      </p:tavLst>
                                    </p:anim>
                                    <p:anim calcmode="lin" valueType="num">
                                      <p:cBhvr>
                                        <p:cTn id="39" dur="500" fill="hold"/>
                                        <p:tgtEl>
                                          <p:spTgt spid="44"/>
                                        </p:tgtEl>
                                        <p:attrNameLst>
                                          <p:attrName>ppt_y</p:attrName>
                                        </p:attrNameLst>
                                      </p:cBhvr>
                                      <p:tavLst>
                                        <p:tav tm="0">
                                          <p:val>
                                            <p:strVal val="#ppt_y+.1"/>
                                          </p:val>
                                        </p:tav>
                                        <p:tav tm="100000">
                                          <p:val>
                                            <p:strVal val="#ppt_y"/>
                                          </p:val>
                                        </p:tav>
                                      </p:tavLst>
                                    </p:anim>
                                  </p:childTnLst>
                                </p:cTn>
                              </p:par>
                            </p:childTnLst>
                          </p:cTn>
                        </p:par>
                        <p:par>
                          <p:cTn id="40" fill="hold">
                            <p:stCondLst>
                              <p:cond delay="2000"/>
                            </p:stCondLst>
                            <p:childTnLst>
                              <p:par>
                                <p:cTn id="41" presetID="22" presetClass="entr" presetSubtype="8" fill="hold" grpId="0" nodeType="afterEffect">
                                  <p:stCondLst>
                                    <p:cond delay="0"/>
                                  </p:stCondLst>
                                  <p:childTnLst>
                                    <p:set>
                                      <p:cBhvr>
                                        <p:cTn id="42" dur="1" fill="hold">
                                          <p:stCondLst>
                                            <p:cond delay="0"/>
                                          </p:stCondLst>
                                        </p:cTn>
                                        <p:tgtEl>
                                          <p:spTgt spid="54"/>
                                        </p:tgtEl>
                                        <p:attrNameLst>
                                          <p:attrName>style.visibility</p:attrName>
                                        </p:attrNameLst>
                                      </p:cBhvr>
                                      <p:to>
                                        <p:strVal val="visible"/>
                                      </p:to>
                                    </p:set>
                                    <p:animEffect transition="in" filter="wipe(left)">
                                      <p:cBhvr>
                                        <p:cTn id="43" dur="500"/>
                                        <p:tgtEl>
                                          <p:spTgt spid="54"/>
                                        </p:tgtEl>
                                      </p:cBhvr>
                                    </p:animEffect>
                                  </p:childTnLst>
                                </p:cTn>
                              </p:par>
                              <p:par>
                                <p:cTn id="44" presetID="23" presetClass="entr" presetSubtype="16"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500" fill="hold"/>
                                        <p:tgtEl>
                                          <p:spTgt spid="11"/>
                                        </p:tgtEl>
                                        <p:attrNameLst>
                                          <p:attrName>ppt_w</p:attrName>
                                        </p:attrNameLst>
                                      </p:cBhvr>
                                      <p:tavLst>
                                        <p:tav tm="0">
                                          <p:val>
                                            <p:fltVal val="0"/>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childTnLst>
                                </p:cTn>
                              </p:par>
                            </p:childTnLst>
                          </p:cTn>
                        </p:par>
                        <p:par>
                          <p:cTn id="48" fill="hold">
                            <p:stCondLst>
                              <p:cond delay="2500"/>
                            </p:stCondLst>
                            <p:childTnLst>
                              <p:par>
                                <p:cTn id="49" presetID="2" presetClass="entr" presetSubtype="1"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 calcmode="lin" valueType="num">
                                      <p:cBhvr additive="base">
                                        <p:cTn id="51" dur="500" fill="hold"/>
                                        <p:tgtEl>
                                          <p:spTgt spid="45"/>
                                        </p:tgtEl>
                                        <p:attrNameLst>
                                          <p:attrName>ppt_x</p:attrName>
                                        </p:attrNameLst>
                                      </p:cBhvr>
                                      <p:tavLst>
                                        <p:tav tm="0">
                                          <p:val>
                                            <p:strVal val="#ppt_x"/>
                                          </p:val>
                                        </p:tav>
                                        <p:tav tm="100000">
                                          <p:val>
                                            <p:strVal val="#ppt_x"/>
                                          </p:val>
                                        </p:tav>
                                      </p:tavLst>
                                    </p:anim>
                                    <p:anim calcmode="lin" valueType="num">
                                      <p:cBhvr additive="base">
                                        <p:cTn id="52" dur="500" fill="hold"/>
                                        <p:tgtEl>
                                          <p:spTgt spid="45"/>
                                        </p:tgtEl>
                                        <p:attrNameLst>
                                          <p:attrName>ppt_y</p:attrName>
                                        </p:attrNameLst>
                                      </p:cBhvr>
                                      <p:tavLst>
                                        <p:tav tm="0">
                                          <p:val>
                                            <p:strVal val="0-#ppt_h/2"/>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6"/>
                                        </p:tgtEl>
                                        <p:attrNameLst>
                                          <p:attrName>style.visibility</p:attrName>
                                        </p:attrNameLst>
                                      </p:cBhvr>
                                      <p:to>
                                        <p:strVal val="visible"/>
                                      </p:to>
                                    </p:set>
                                    <p:animEffect transition="in" filter="fade">
                                      <p:cBhvr>
                                        <p:cTn id="55" dur="500"/>
                                        <p:tgtEl>
                                          <p:spTgt spid="46"/>
                                        </p:tgtEl>
                                      </p:cBhvr>
                                    </p:animEffect>
                                    <p:anim calcmode="lin" valueType="num">
                                      <p:cBhvr>
                                        <p:cTn id="56" dur="500" fill="hold"/>
                                        <p:tgtEl>
                                          <p:spTgt spid="46"/>
                                        </p:tgtEl>
                                        <p:attrNameLst>
                                          <p:attrName>ppt_x</p:attrName>
                                        </p:attrNameLst>
                                      </p:cBhvr>
                                      <p:tavLst>
                                        <p:tav tm="0">
                                          <p:val>
                                            <p:strVal val="#ppt_x"/>
                                          </p:val>
                                        </p:tav>
                                        <p:tav tm="100000">
                                          <p:val>
                                            <p:strVal val="#ppt_x"/>
                                          </p:val>
                                        </p:tav>
                                      </p:tavLst>
                                    </p:anim>
                                    <p:anim calcmode="lin" valueType="num">
                                      <p:cBhvr>
                                        <p:cTn id="57" dur="500" fill="hold"/>
                                        <p:tgtEl>
                                          <p:spTgt spid="46"/>
                                        </p:tgtEl>
                                        <p:attrNameLst>
                                          <p:attrName>ppt_y</p:attrName>
                                        </p:attrNameLst>
                                      </p:cBhvr>
                                      <p:tavLst>
                                        <p:tav tm="0">
                                          <p:val>
                                            <p:strVal val="#ppt_y+.1"/>
                                          </p:val>
                                        </p:tav>
                                        <p:tav tm="100000">
                                          <p:val>
                                            <p:strVal val="#ppt_y"/>
                                          </p:val>
                                        </p:tav>
                                      </p:tavLst>
                                    </p:anim>
                                  </p:childTnLst>
                                </p:cTn>
                              </p:par>
                            </p:childTnLst>
                          </p:cTn>
                        </p:par>
                        <p:par>
                          <p:cTn id="58" fill="hold">
                            <p:stCondLst>
                              <p:cond delay="3000"/>
                            </p:stCondLst>
                            <p:childTnLst>
                              <p:par>
                                <p:cTn id="59" presetID="22" presetClass="entr" presetSubtype="8" fill="hold" grpId="0" nodeType="after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wipe(left)">
                                      <p:cBhvr>
                                        <p:cTn id="61" dur="500"/>
                                        <p:tgtEl>
                                          <p:spTgt spid="55"/>
                                        </p:tgtEl>
                                      </p:cBhvr>
                                    </p:animEffect>
                                  </p:childTnLst>
                                </p:cTn>
                              </p:par>
                              <p:par>
                                <p:cTn id="62" presetID="23" presetClass="entr" presetSubtype="16" fill="hold"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500" fill="hold"/>
                                        <p:tgtEl>
                                          <p:spTgt spid="12"/>
                                        </p:tgtEl>
                                        <p:attrNameLst>
                                          <p:attrName>ppt_w</p:attrName>
                                        </p:attrNameLst>
                                      </p:cBhvr>
                                      <p:tavLst>
                                        <p:tav tm="0">
                                          <p:val>
                                            <p:fltVal val="0"/>
                                          </p:val>
                                        </p:tav>
                                        <p:tav tm="100000">
                                          <p:val>
                                            <p:strVal val="#ppt_w"/>
                                          </p:val>
                                        </p:tav>
                                      </p:tavLst>
                                    </p:anim>
                                    <p:anim calcmode="lin" valueType="num">
                                      <p:cBhvr>
                                        <p:cTn id="65" dur="500" fill="hold"/>
                                        <p:tgtEl>
                                          <p:spTgt spid="12"/>
                                        </p:tgtEl>
                                        <p:attrNameLst>
                                          <p:attrName>ppt_h</p:attrName>
                                        </p:attrNameLst>
                                      </p:cBhvr>
                                      <p:tavLst>
                                        <p:tav tm="0">
                                          <p:val>
                                            <p:fltVal val="0"/>
                                          </p:val>
                                        </p:tav>
                                        <p:tav tm="100000">
                                          <p:val>
                                            <p:strVal val="#ppt_h"/>
                                          </p:val>
                                        </p:tav>
                                      </p:tavLst>
                                    </p:anim>
                                  </p:childTnLst>
                                </p:cTn>
                              </p:par>
                            </p:childTnLst>
                          </p:cTn>
                        </p:par>
                        <p:par>
                          <p:cTn id="66" fill="hold">
                            <p:stCondLst>
                              <p:cond delay="3500"/>
                            </p:stCondLst>
                            <p:childTnLst>
                              <p:par>
                                <p:cTn id="67" presetID="2" presetClass="entr" presetSubtype="4" fill="hold" grpId="0" nodeType="afterEffect">
                                  <p:stCondLst>
                                    <p:cond delay="0"/>
                                  </p:stCondLst>
                                  <p:childTnLst>
                                    <p:set>
                                      <p:cBhvr>
                                        <p:cTn id="68" dur="1" fill="hold">
                                          <p:stCondLst>
                                            <p:cond delay="0"/>
                                          </p:stCondLst>
                                        </p:cTn>
                                        <p:tgtEl>
                                          <p:spTgt spid="47"/>
                                        </p:tgtEl>
                                        <p:attrNameLst>
                                          <p:attrName>style.visibility</p:attrName>
                                        </p:attrNameLst>
                                      </p:cBhvr>
                                      <p:to>
                                        <p:strVal val="visible"/>
                                      </p:to>
                                    </p:set>
                                    <p:anim calcmode="lin" valueType="num">
                                      <p:cBhvr additive="base">
                                        <p:cTn id="69" dur="500" fill="hold"/>
                                        <p:tgtEl>
                                          <p:spTgt spid="47"/>
                                        </p:tgtEl>
                                        <p:attrNameLst>
                                          <p:attrName>ppt_x</p:attrName>
                                        </p:attrNameLst>
                                      </p:cBhvr>
                                      <p:tavLst>
                                        <p:tav tm="0">
                                          <p:val>
                                            <p:strVal val="#ppt_x"/>
                                          </p:val>
                                        </p:tav>
                                        <p:tav tm="100000">
                                          <p:val>
                                            <p:strVal val="#ppt_x"/>
                                          </p:val>
                                        </p:tav>
                                      </p:tavLst>
                                    </p:anim>
                                    <p:anim calcmode="lin" valueType="num">
                                      <p:cBhvr additive="base">
                                        <p:cTn id="70" dur="500" fill="hold"/>
                                        <p:tgtEl>
                                          <p:spTgt spid="47"/>
                                        </p:tgtEl>
                                        <p:attrNameLst>
                                          <p:attrName>ppt_y</p:attrName>
                                        </p:attrNameLst>
                                      </p:cBhvr>
                                      <p:tavLst>
                                        <p:tav tm="0">
                                          <p:val>
                                            <p:strVal val="1+#ppt_h/2"/>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Effect transition="in" filter="fade">
                                      <p:cBhvr>
                                        <p:cTn id="73" dur="500"/>
                                        <p:tgtEl>
                                          <p:spTgt spid="50"/>
                                        </p:tgtEl>
                                      </p:cBhvr>
                                    </p:animEffect>
                                    <p:anim calcmode="lin" valueType="num">
                                      <p:cBhvr>
                                        <p:cTn id="74" dur="500" fill="hold"/>
                                        <p:tgtEl>
                                          <p:spTgt spid="50"/>
                                        </p:tgtEl>
                                        <p:attrNameLst>
                                          <p:attrName>ppt_x</p:attrName>
                                        </p:attrNameLst>
                                      </p:cBhvr>
                                      <p:tavLst>
                                        <p:tav tm="0">
                                          <p:val>
                                            <p:strVal val="#ppt_x"/>
                                          </p:val>
                                        </p:tav>
                                        <p:tav tm="100000">
                                          <p:val>
                                            <p:strVal val="#ppt_x"/>
                                          </p:val>
                                        </p:tav>
                                      </p:tavLst>
                                    </p:anim>
                                    <p:anim calcmode="lin" valueType="num">
                                      <p:cBhvr>
                                        <p:cTn id="75" dur="500" fill="hold"/>
                                        <p:tgtEl>
                                          <p:spTgt spid="50"/>
                                        </p:tgtEl>
                                        <p:attrNameLst>
                                          <p:attrName>ppt_y</p:attrName>
                                        </p:attrNameLst>
                                      </p:cBhvr>
                                      <p:tavLst>
                                        <p:tav tm="0">
                                          <p:val>
                                            <p:strVal val="#ppt_y+.1"/>
                                          </p:val>
                                        </p:tav>
                                        <p:tav tm="100000">
                                          <p:val>
                                            <p:strVal val="#ppt_y"/>
                                          </p:val>
                                        </p:tav>
                                      </p:tavLst>
                                    </p:anim>
                                  </p:childTnLst>
                                </p:cTn>
                              </p:par>
                            </p:childTnLst>
                          </p:cTn>
                        </p:par>
                        <p:par>
                          <p:cTn id="76" fill="hold">
                            <p:stCondLst>
                              <p:cond delay="4000"/>
                            </p:stCondLst>
                            <p:childTnLst>
                              <p:par>
                                <p:cTn id="77" presetID="22" presetClass="entr" presetSubtype="8" fill="hold" grpId="0" nodeType="afterEffect">
                                  <p:stCondLst>
                                    <p:cond delay="0"/>
                                  </p:stCondLst>
                                  <p:childTnLst>
                                    <p:set>
                                      <p:cBhvr>
                                        <p:cTn id="78" dur="1" fill="hold">
                                          <p:stCondLst>
                                            <p:cond delay="0"/>
                                          </p:stCondLst>
                                        </p:cTn>
                                        <p:tgtEl>
                                          <p:spTgt spid="56"/>
                                        </p:tgtEl>
                                        <p:attrNameLst>
                                          <p:attrName>style.visibility</p:attrName>
                                        </p:attrNameLst>
                                      </p:cBhvr>
                                      <p:to>
                                        <p:strVal val="visible"/>
                                      </p:to>
                                    </p:set>
                                    <p:animEffect transition="in" filter="wipe(left)">
                                      <p:cBhvr>
                                        <p:cTn id="79" dur="500"/>
                                        <p:tgtEl>
                                          <p:spTgt spid="56"/>
                                        </p:tgtEl>
                                      </p:cBhvr>
                                    </p:animEffect>
                                  </p:childTnLst>
                                </p:cTn>
                              </p:par>
                              <p:par>
                                <p:cTn id="80" presetID="23" presetClass="entr" presetSubtype="16" fill="hold"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p:cTn id="82" dur="500" fill="hold"/>
                                        <p:tgtEl>
                                          <p:spTgt spid="13"/>
                                        </p:tgtEl>
                                        <p:attrNameLst>
                                          <p:attrName>ppt_w</p:attrName>
                                        </p:attrNameLst>
                                      </p:cBhvr>
                                      <p:tavLst>
                                        <p:tav tm="0">
                                          <p:val>
                                            <p:fltVal val="0"/>
                                          </p:val>
                                        </p:tav>
                                        <p:tav tm="100000">
                                          <p:val>
                                            <p:strVal val="#ppt_w"/>
                                          </p:val>
                                        </p:tav>
                                      </p:tavLst>
                                    </p:anim>
                                    <p:anim calcmode="lin" valueType="num">
                                      <p:cBhvr>
                                        <p:cTn id="83" dur="500" fill="hold"/>
                                        <p:tgtEl>
                                          <p:spTgt spid="13"/>
                                        </p:tgtEl>
                                        <p:attrNameLst>
                                          <p:attrName>ppt_h</p:attrName>
                                        </p:attrNameLst>
                                      </p:cBhvr>
                                      <p:tavLst>
                                        <p:tav tm="0">
                                          <p:val>
                                            <p:fltVal val="0"/>
                                          </p:val>
                                        </p:tav>
                                        <p:tav tm="100000">
                                          <p:val>
                                            <p:strVal val="#ppt_h"/>
                                          </p:val>
                                        </p:tav>
                                      </p:tavLst>
                                    </p:anim>
                                  </p:childTnLst>
                                </p:cTn>
                              </p:par>
                            </p:childTnLst>
                          </p:cTn>
                        </p:par>
                        <p:par>
                          <p:cTn id="84" fill="hold">
                            <p:stCondLst>
                              <p:cond delay="4500"/>
                            </p:stCondLst>
                            <p:childTnLst>
                              <p:par>
                                <p:cTn id="85" presetID="23" presetClass="entr" presetSubtype="16" fill="hold" nodeType="after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p:cTn id="87" dur="500" fill="hold"/>
                                        <p:tgtEl>
                                          <p:spTgt spid="8"/>
                                        </p:tgtEl>
                                        <p:attrNameLst>
                                          <p:attrName>ppt_w</p:attrName>
                                        </p:attrNameLst>
                                      </p:cBhvr>
                                      <p:tavLst>
                                        <p:tav tm="0">
                                          <p:val>
                                            <p:fltVal val="0"/>
                                          </p:val>
                                        </p:tav>
                                        <p:tav tm="100000">
                                          <p:val>
                                            <p:strVal val="#ppt_w"/>
                                          </p:val>
                                        </p:tav>
                                      </p:tavLst>
                                    </p:anim>
                                    <p:anim calcmode="lin" valueType="num">
                                      <p:cBhvr>
                                        <p:cTn id="88" dur="500" fill="hold"/>
                                        <p:tgtEl>
                                          <p:spTgt spid="8"/>
                                        </p:tgtEl>
                                        <p:attrNameLst>
                                          <p:attrName>ppt_h</p:attrName>
                                        </p:attrNameLst>
                                      </p:cBhvr>
                                      <p:tavLst>
                                        <p:tav tm="0">
                                          <p:val>
                                            <p:fltVal val="0"/>
                                          </p:val>
                                        </p:tav>
                                        <p:tav tm="100000">
                                          <p:val>
                                            <p:strVal val="#ppt_h"/>
                                          </p:val>
                                        </p:tav>
                                      </p:tavLst>
                                    </p:anim>
                                  </p:childTnLst>
                                </p:cTn>
                              </p:par>
                            </p:childTnLst>
                          </p:cTn>
                        </p:par>
                        <p:par>
                          <p:cTn id="89" fill="hold">
                            <p:stCondLst>
                              <p:cond delay="5000"/>
                            </p:stCondLst>
                            <p:childTnLst>
                              <p:par>
                                <p:cTn id="90" presetID="2" presetClass="entr" presetSubtype="1" fill="hold" grpId="0" nodeType="afterEffect">
                                  <p:stCondLst>
                                    <p:cond delay="0"/>
                                  </p:stCondLst>
                                  <p:childTnLst>
                                    <p:set>
                                      <p:cBhvr>
                                        <p:cTn id="91" dur="1" fill="hold">
                                          <p:stCondLst>
                                            <p:cond delay="0"/>
                                          </p:stCondLst>
                                        </p:cTn>
                                        <p:tgtEl>
                                          <p:spTgt spid="63"/>
                                        </p:tgtEl>
                                        <p:attrNameLst>
                                          <p:attrName>style.visibility</p:attrName>
                                        </p:attrNameLst>
                                      </p:cBhvr>
                                      <p:to>
                                        <p:strVal val="visible"/>
                                      </p:to>
                                    </p:set>
                                    <p:anim calcmode="lin" valueType="num">
                                      <p:cBhvr additive="base">
                                        <p:cTn id="92" dur="500" fill="hold"/>
                                        <p:tgtEl>
                                          <p:spTgt spid="63"/>
                                        </p:tgtEl>
                                        <p:attrNameLst>
                                          <p:attrName>ppt_x</p:attrName>
                                        </p:attrNameLst>
                                      </p:cBhvr>
                                      <p:tavLst>
                                        <p:tav tm="0">
                                          <p:val>
                                            <p:strVal val="#ppt_x"/>
                                          </p:val>
                                        </p:tav>
                                        <p:tav tm="100000">
                                          <p:val>
                                            <p:strVal val="#ppt_x"/>
                                          </p:val>
                                        </p:tav>
                                      </p:tavLst>
                                    </p:anim>
                                    <p:anim calcmode="lin" valueType="num">
                                      <p:cBhvr additive="base">
                                        <p:cTn id="93" dur="500" fill="hold"/>
                                        <p:tgtEl>
                                          <p:spTgt spid="63"/>
                                        </p:tgtEl>
                                        <p:attrNameLst>
                                          <p:attrName>ppt_y</p:attrName>
                                        </p:attrNameLst>
                                      </p:cBhvr>
                                      <p:tavLst>
                                        <p:tav tm="0">
                                          <p:val>
                                            <p:strVal val="0-#ppt_h/2"/>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64"/>
                                        </p:tgtEl>
                                        <p:attrNameLst>
                                          <p:attrName>style.visibility</p:attrName>
                                        </p:attrNameLst>
                                      </p:cBhvr>
                                      <p:to>
                                        <p:strVal val="visible"/>
                                      </p:to>
                                    </p:set>
                                    <p:animEffect transition="in" filter="fade">
                                      <p:cBhvr>
                                        <p:cTn id="96" dur="500"/>
                                        <p:tgtEl>
                                          <p:spTgt spid="64"/>
                                        </p:tgtEl>
                                      </p:cBhvr>
                                    </p:animEffect>
                                    <p:anim calcmode="lin" valueType="num">
                                      <p:cBhvr>
                                        <p:cTn id="97" dur="500" fill="hold"/>
                                        <p:tgtEl>
                                          <p:spTgt spid="64"/>
                                        </p:tgtEl>
                                        <p:attrNameLst>
                                          <p:attrName>ppt_x</p:attrName>
                                        </p:attrNameLst>
                                      </p:cBhvr>
                                      <p:tavLst>
                                        <p:tav tm="0">
                                          <p:val>
                                            <p:strVal val="#ppt_x"/>
                                          </p:val>
                                        </p:tav>
                                        <p:tav tm="100000">
                                          <p:val>
                                            <p:strVal val="#ppt_x"/>
                                          </p:val>
                                        </p:tav>
                                      </p:tavLst>
                                    </p:anim>
                                    <p:anim calcmode="lin" valueType="num">
                                      <p:cBhvr>
                                        <p:cTn id="98" dur="5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P spid="54" grpId="0" animBg="1"/>
      <p:bldP spid="55" grpId="0" animBg="1"/>
      <p:bldP spid="56" grpId="0" animBg="1"/>
      <p:bldP spid="41" grpId="0"/>
      <p:bldP spid="42" grpId="0"/>
      <p:bldP spid="43" grpId="0"/>
      <p:bldP spid="44" grpId="0"/>
      <p:bldP spid="45" grpId="0"/>
      <p:bldP spid="46" grpId="0"/>
      <p:bldP spid="47" grpId="0"/>
      <p:bldP spid="50" grpId="0"/>
      <p:bldP spid="63" grpId="0"/>
      <p:bldP spid="6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grpSp>
        <p:nvGrpSpPr>
          <p:cNvPr id="6" name="组合 5"/>
          <p:cNvGrpSpPr>
            <a:grpSpLocks noChangeAspect="1"/>
          </p:cNvGrpSpPr>
          <p:nvPr/>
        </p:nvGrpSpPr>
        <p:grpSpPr>
          <a:xfrm>
            <a:off x="969489" y="2202086"/>
            <a:ext cx="1708499" cy="2278000"/>
            <a:chOff x="5816601" y="-11436350"/>
            <a:chExt cx="404813" cy="539751"/>
          </a:xfrm>
          <a:solidFill>
            <a:schemeClr val="tx1">
              <a:lumMod val="75000"/>
              <a:lumOff val="25000"/>
            </a:schemeClr>
          </a:solidFill>
        </p:grpSpPr>
        <p:sp>
          <p:nvSpPr>
            <p:cNvPr id="7" name="Freeform 178"/>
            <p:cNvSpPr>
              <a:spLocks/>
            </p:cNvSpPr>
            <p:nvPr/>
          </p:nvSpPr>
          <p:spPr bwMode="auto">
            <a:xfrm>
              <a:off x="5816601" y="-11345862"/>
              <a:ext cx="404813" cy="449263"/>
            </a:xfrm>
            <a:custGeom>
              <a:avLst/>
              <a:gdLst>
                <a:gd name="T0" fmla="*/ 43 w 255"/>
                <a:gd name="T1" fmla="*/ 92 h 283"/>
                <a:gd name="T2" fmla="*/ 99 w 255"/>
                <a:gd name="T3" fmla="*/ 35 h 283"/>
                <a:gd name="T4" fmla="*/ 128 w 255"/>
                <a:gd name="T5" fmla="*/ 35 h 283"/>
                <a:gd name="T6" fmla="*/ 85 w 255"/>
                <a:gd name="T7" fmla="*/ 113 h 283"/>
                <a:gd name="T8" fmla="*/ 85 w 255"/>
                <a:gd name="T9" fmla="*/ 198 h 283"/>
                <a:gd name="T10" fmla="*/ 0 w 255"/>
                <a:gd name="T11" fmla="*/ 198 h 283"/>
                <a:gd name="T12" fmla="*/ 0 w 255"/>
                <a:gd name="T13" fmla="*/ 227 h 283"/>
                <a:gd name="T14" fmla="*/ 113 w 255"/>
                <a:gd name="T15" fmla="*/ 227 h 283"/>
                <a:gd name="T16" fmla="*/ 113 w 255"/>
                <a:gd name="T17" fmla="*/ 141 h 283"/>
                <a:gd name="T18" fmla="*/ 170 w 255"/>
                <a:gd name="T19" fmla="*/ 191 h 283"/>
                <a:gd name="T20" fmla="*/ 170 w 255"/>
                <a:gd name="T21" fmla="*/ 283 h 283"/>
                <a:gd name="T22" fmla="*/ 199 w 255"/>
                <a:gd name="T23" fmla="*/ 283 h 283"/>
                <a:gd name="T24" fmla="*/ 199 w 255"/>
                <a:gd name="T25" fmla="*/ 170 h 283"/>
                <a:gd name="T26" fmla="*/ 142 w 255"/>
                <a:gd name="T27" fmla="*/ 120 h 283"/>
                <a:gd name="T28" fmla="*/ 156 w 255"/>
                <a:gd name="T29" fmla="*/ 85 h 283"/>
                <a:gd name="T30" fmla="*/ 170 w 255"/>
                <a:gd name="T31" fmla="*/ 99 h 283"/>
                <a:gd name="T32" fmla="*/ 255 w 255"/>
                <a:gd name="T33" fmla="*/ 99 h 283"/>
                <a:gd name="T34" fmla="*/ 255 w 255"/>
                <a:gd name="T35" fmla="*/ 71 h 283"/>
                <a:gd name="T36" fmla="*/ 184 w 255"/>
                <a:gd name="T37" fmla="*/ 71 h 283"/>
                <a:gd name="T38" fmla="*/ 184 w 255"/>
                <a:gd name="T39" fmla="*/ 0 h 283"/>
                <a:gd name="T40" fmla="*/ 85 w 255"/>
                <a:gd name="T41" fmla="*/ 0 h 283"/>
                <a:gd name="T42" fmla="*/ 28 w 255"/>
                <a:gd name="T43" fmla="*/ 78 h 283"/>
                <a:gd name="T44" fmla="*/ 43 w 255"/>
                <a:gd name="T45" fmla="*/ 92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5" h="283">
                  <a:moveTo>
                    <a:pt x="43" y="92"/>
                  </a:moveTo>
                  <a:lnTo>
                    <a:pt x="99" y="35"/>
                  </a:lnTo>
                  <a:lnTo>
                    <a:pt x="128" y="35"/>
                  </a:lnTo>
                  <a:lnTo>
                    <a:pt x="85" y="113"/>
                  </a:lnTo>
                  <a:lnTo>
                    <a:pt x="85" y="198"/>
                  </a:lnTo>
                  <a:lnTo>
                    <a:pt x="0" y="198"/>
                  </a:lnTo>
                  <a:lnTo>
                    <a:pt x="0" y="227"/>
                  </a:lnTo>
                  <a:lnTo>
                    <a:pt x="113" y="227"/>
                  </a:lnTo>
                  <a:lnTo>
                    <a:pt x="113" y="141"/>
                  </a:lnTo>
                  <a:lnTo>
                    <a:pt x="170" y="191"/>
                  </a:lnTo>
                  <a:lnTo>
                    <a:pt x="170" y="283"/>
                  </a:lnTo>
                  <a:lnTo>
                    <a:pt x="199" y="283"/>
                  </a:lnTo>
                  <a:lnTo>
                    <a:pt x="199" y="170"/>
                  </a:lnTo>
                  <a:lnTo>
                    <a:pt x="142" y="120"/>
                  </a:lnTo>
                  <a:lnTo>
                    <a:pt x="156" y="85"/>
                  </a:lnTo>
                  <a:lnTo>
                    <a:pt x="170" y="99"/>
                  </a:lnTo>
                  <a:lnTo>
                    <a:pt x="255" y="99"/>
                  </a:lnTo>
                  <a:lnTo>
                    <a:pt x="255" y="71"/>
                  </a:lnTo>
                  <a:lnTo>
                    <a:pt x="184" y="71"/>
                  </a:lnTo>
                  <a:lnTo>
                    <a:pt x="184" y="0"/>
                  </a:lnTo>
                  <a:lnTo>
                    <a:pt x="85" y="0"/>
                  </a:lnTo>
                  <a:lnTo>
                    <a:pt x="28" y="78"/>
                  </a:lnTo>
                  <a:lnTo>
                    <a:pt x="43"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sp>
          <p:nvSpPr>
            <p:cNvPr id="8" name="Oval 179"/>
            <p:cNvSpPr>
              <a:spLocks noChangeArrowheads="1"/>
            </p:cNvSpPr>
            <p:nvPr/>
          </p:nvSpPr>
          <p:spPr bwMode="auto">
            <a:xfrm>
              <a:off x="6086475" y="-11436350"/>
              <a:ext cx="90488" cy="90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p>
              <a:endParaRPr lang="en-US" sz="1898"/>
            </a:p>
          </p:txBody>
        </p:sp>
      </p:grpSp>
      <p:sp>
        <p:nvSpPr>
          <p:cNvPr id="9" name="矩形 8"/>
          <p:cNvSpPr/>
          <p:nvPr/>
        </p:nvSpPr>
        <p:spPr>
          <a:xfrm>
            <a:off x="641949" y="4861990"/>
            <a:ext cx="3314965" cy="439616"/>
          </a:xfrm>
          <a:prstGeom prst="rect">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98" dirty="0"/>
              <a:t>Step 01</a:t>
            </a:r>
            <a:endParaRPr lang="zh-CN" altLang="en-US" sz="1898" dirty="0"/>
          </a:p>
        </p:txBody>
      </p:sp>
      <p:sp>
        <p:nvSpPr>
          <p:cNvPr id="10" name="矩形 9"/>
          <p:cNvSpPr/>
          <p:nvPr/>
        </p:nvSpPr>
        <p:spPr>
          <a:xfrm>
            <a:off x="3609111" y="3902085"/>
            <a:ext cx="3314965" cy="439616"/>
          </a:xfrm>
          <a:prstGeom prst="rect">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98" dirty="0"/>
              <a:t>Step 02</a:t>
            </a:r>
            <a:endParaRPr lang="zh-CN" altLang="en-US" sz="1898" dirty="0"/>
          </a:p>
        </p:txBody>
      </p:sp>
      <p:sp>
        <p:nvSpPr>
          <p:cNvPr id="11" name="矩形 10"/>
          <p:cNvSpPr/>
          <p:nvPr/>
        </p:nvSpPr>
        <p:spPr>
          <a:xfrm>
            <a:off x="6576272" y="2942183"/>
            <a:ext cx="3314965" cy="439616"/>
          </a:xfrm>
          <a:prstGeom prst="rect">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98" dirty="0"/>
              <a:t>Step 03</a:t>
            </a:r>
            <a:endParaRPr lang="zh-CN" altLang="en-US" sz="1898" dirty="0"/>
          </a:p>
        </p:txBody>
      </p:sp>
      <p:sp>
        <p:nvSpPr>
          <p:cNvPr id="12" name="矩形 11"/>
          <p:cNvSpPr/>
          <p:nvPr/>
        </p:nvSpPr>
        <p:spPr>
          <a:xfrm>
            <a:off x="9543432" y="1982280"/>
            <a:ext cx="3314965" cy="439616"/>
          </a:xfrm>
          <a:prstGeom prst="rect">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98" dirty="0"/>
              <a:t>Step 04</a:t>
            </a:r>
            <a:endParaRPr lang="zh-CN" altLang="en-US" sz="1898" dirty="0"/>
          </a:p>
        </p:txBody>
      </p:sp>
      <p:sp>
        <p:nvSpPr>
          <p:cNvPr id="13" name="矩形 12"/>
          <p:cNvSpPr/>
          <p:nvPr/>
        </p:nvSpPr>
        <p:spPr>
          <a:xfrm>
            <a:off x="641949" y="5379808"/>
            <a:ext cx="3361418" cy="134741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bg2">
                    <a:lumMod val="25000"/>
                  </a:schemeClr>
                </a:solidFill>
              </a:rPr>
              <a:t>在此添加关键字</a:t>
            </a:r>
          </a:p>
          <a:p>
            <a:pPr algn="r">
              <a:lnSpc>
                <a:spcPct val="150000"/>
              </a:lnSpc>
            </a:pPr>
            <a:r>
              <a:rPr lang="en-US" altLang="zh-CN" sz="1266" dirty="0">
                <a:solidFill>
                  <a:schemeClr val="bg2">
                    <a:lumMod val="25000"/>
                  </a:schemeClr>
                </a:solidFill>
              </a:rPr>
              <a:t>Lorem ipsum dolor sit amet, consectetuer adipiscing elit. Maecenas porttitor congue massa. </a:t>
            </a:r>
          </a:p>
        </p:txBody>
      </p:sp>
      <p:sp>
        <p:nvSpPr>
          <p:cNvPr id="14" name="矩形 13"/>
          <p:cNvSpPr/>
          <p:nvPr/>
        </p:nvSpPr>
        <p:spPr>
          <a:xfrm>
            <a:off x="4179219" y="4341701"/>
            <a:ext cx="2744858" cy="134741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bg2">
                    <a:lumMod val="25000"/>
                  </a:schemeClr>
                </a:solidFill>
              </a:rPr>
              <a:t>在此添加关键字</a:t>
            </a:r>
          </a:p>
          <a:p>
            <a:pPr algn="r">
              <a:lnSpc>
                <a:spcPct val="150000"/>
              </a:lnSpc>
            </a:pPr>
            <a:r>
              <a:rPr lang="en-US" altLang="zh-CN" sz="1266" dirty="0">
                <a:solidFill>
                  <a:schemeClr val="bg2">
                    <a:lumMod val="25000"/>
                  </a:schemeClr>
                </a:solidFill>
              </a:rPr>
              <a:t>Lorem ipsum dolor sit amet, consectetuer adipiscing elit. Maecenas porttitor congue massa. </a:t>
            </a:r>
          </a:p>
        </p:txBody>
      </p:sp>
      <p:sp>
        <p:nvSpPr>
          <p:cNvPr id="15" name="矩形 14"/>
          <p:cNvSpPr/>
          <p:nvPr/>
        </p:nvSpPr>
        <p:spPr>
          <a:xfrm>
            <a:off x="7146380" y="3381798"/>
            <a:ext cx="2744858" cy="134741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bg2">
                    <a:lumMod val="25000"/>
                  </a:schemeClr>
                </a:solidFill>
              </a:rPr>
              <a:t>在此添加关键字</a:t>
            </a:r>
          </a:p>
          <a:p>
            <a:pPr algn="r">
              <a:lnSpc>
                <a:spcPct val="150000"/>
              </a:lnSpc>
            </a:pPr>
            <a:r>
              <a:rPr lang="en-US" altLang="zh-CN" sz="1266" dirty="0">
                <a:solidFill>
                  <a:schemeClr val="bg2">
                    <a:lumMod val="25000"/>
                  </a:schemeClr>
                </a:solidFill>
              </a:rPr>
              <a:t>Lorem ipsum dolor sit amet, consectetuer adipiscing elit. Maecenas porttitor congue massa. </a:t>
            </a:r>
          </a:p>
        </p:txBody>
      </p:sp>
      <p:sp>
        <p:nvSpPr>
          <p:cNvPr id="16" name="矩形 15"/>
          <p:cNvSpPr/>
          <p:nvPr/>
        </p:nvSpPr>
        <p:spPr>
          <a:xfrm>
            <a:off x="10113541" y="2421896"/>
            <a:ext cx="2522555" cy="134741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lnSpc>
                <a:spcPct val="150000"/>
              </a:lnSpc>
            </a:pPr>
            <a:r>
              <a:rPr lang="zh-CN" altLang="en-US" sz="1477" b="1" dirty="0">
                <a:solidFill>
                  <a:schemeClr val="bg2">
                    <a:lumMod val="25000"/>
                  </a:schemeClr>
                </a:solidFill>
              </a:rPr>
              <a:t>在此添加关键字</a:t>
            </a:r>
          </a:p>
          <a:p>
            <a:pPr algn="r">
              <a:lnSpc>
                <a:spcPct val="150000"/>
              </a:lnSpc>
            </a:pPr>
            <a:r>
              <a:rPr lang="en-US" altLang="zh-CN" sz="1266" dirty="0">
                <a:solidFill>
                  <a:schemeClr val="bg2">
                    <a:lumMod val="25000"/>
                  </a:schemeClr>
                </a:solidFill>
              </a:rPr>
              <a:t>Lorem ipsum dolor sit amet, consectetuer adipiscing elit. Maecenas porttitor congue massa. </a:t>
            </a:r>
          </a:p>
        </p:txBody>
      </p:sp>
    </p:spTree>
    <p:extLst>
      <p:ext uri="{BB962C8B-B14F-4D97-AF65-F5344CB8AC3E}">
        <p14:creationId xmlns:p14="http://schemas.microsoft.com/office/powerpoint/2010/main" val="421845182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Freeform 5"/>
          <p:cNvSpPr>
            <a:spLocks noEditPoints="1"/>
          </p:cNvSpPr>
          <p:nvPr/>
        </p:nvSpPr>
        <p:spPr bwMode="auto">
          <a:xfrm>
            <a:off x="1035532" y="2355558"/>
            <a:ext cx="3948450" cy="3374820"/>
          </a:xfrm>
          <a:custGeom>
            <a:avLst/>
            <a:gdLst/>
            <a:ahLst/>
            <a:cxnLst>
              <a:cxn ang="0">
                <a:pos x="585" y="0"/>
              </a:cxn>
              <a:cxn ang="0">
                <a:pos x="0" y="2016"/>
              </a:cxn>
              <a:cxn ang="0">
                <a:pos x="1769" y="1749"/>
              </a:cxn>
              <a:cxn ang="0">
                <a:pos x="585" y="0"/>
              </a:cxn>
              <a:cxn ang="0">
                <a:pos x="624" y="254"/>
              </a:cxn>
              <a:cxn ang="0">
                <a:pos x="1587" y="1683"/>
              </a:cxn>
              <a:cxn ang="0">
                <a:pos x="149" y="1905"/>
              </a:cxn>
              <a:cxn ang="0">
                <a:pos x="624" y="254"/>
              </a:cxn>
            </a:cxnLst>
            <a:rect l="0" t="0" r="r" b="b"/>
            <a:pathLst>
              <a:path w="1769" h="2016">
                <a:moveTo>
                  <a:pt x="585" y="0"/>
                </a:moveTo>
                <a:lnTo>
                  <a:pt x="0" y="2016"/>
                </a:lnTo>
                <a:lnTo>
                  <a:pt x="1769" y="1749"/>
                </a:lnTo>
                <a:lnTo>
                  <a:pt x="585" y="0"/>
                </a:lnTo>
                <a:close/>
                <a:moveTo>
                  <a:pt x="624" y="254"/>
                </a:moveTo>
                <a:lnTo>
                  <a:pt x="1587" y="1683"/>
                </a:lnTo>
                <a:lnTo>
                  <a:pt x="149" y="1905"/>
                </a:lnTo>
                <a:lnTo>
                  <a:pt x="624" y="254"/>
                </a:lnTo>
                <a:close/>
              </a:path>
            </a:pathLst>
          </a:custGeom>
          <a:solidFill>
            <a:srgbClr val="108036"/>
          </a:solidFill>
          <a:ln w="9525">
            <a:noFill/>
            <a:round/>
            <a:headEnd/>
            <a:tailEnd/>
          </a:ln>
        </p:spPr>
        <p:txBody>
          <a:bodyPr vert="horz" wrap="square" lIns="128565" tIns="64283" rIns="128565" bIns="64283" numCol="1" anchor="t" anchorCtr="0" compatLnSpc="1">
            <a:prstTxWarp prst="textNoShape">
              <a:avLst/>
            </a:prstTxWarp>
          </a:bodyPr>
          <a:lstStyle/>
          <a:p>
            <a:endParaRPr lang="zh-CN" altLang="en-US"/>
          </a:p>
        </p:txBody>
      </p:sp>
      <p:sp>
        <p:nvSpPr>
          <p:cNvPr id="1030" name="Freeform 6"/>
          <p:cNvSpPr>
            <a:spLocks noEditPoints="1"/>
          </p:cNvSpPr>
          <p:nvPr/>
        </p:nvSpPr>
        <p:spPr bwMode="auto">
          <a:xfrm>
            <a:off x="2109133" y="2824281"/>
            <a:ext cx="2874847" cy="2459132"/>
          </a:xfrm>
          <a:custGeom>
            <a:avLst/>
            <a:gdLst/>
            <a:ahLst/>
            <a:cxnLst>
              <a:cxn ang="0">
                <a:pos x="839" y="0"/>
              </a:cxn>
              <a:cxn ang="0">
                <a:pos x="0" y="1273"/>
              </a:cxn>
              <a:cxn ang="0">
                <a:pos x="1288" y="1469"/>
              </a:cxn>
              <a:cxn ang="0">
                <a:pos x="839" y="0"/>
              </a:cxn>
              <a:cxn ang="0">
                <a:pos x="800" y="222"/>
              </a:cxn>
              <a:cxn ang="0">
                <a:pos x="1145" y="1345"/>
              </a:cxn>
              <a:cxn ang="0">
                <a:pos x="162" y="1195"/>
              </a:cxn>
              <a:cxn ang="0">
                <a:pos x="800" y="222"/>
              </a:cxn>
            </a:cxnLst>
            <a:rect l="0" t="0" r="r" b="b"/>
            <a:pathLst>
              <a:path w="1288" h="1469">
                <a:moveTo>
                  <a:pt x="839" y="0"/>
                </a:moveTo>
                <a:lnTo>
                  <a:pt x="0" y="1273"/>
                </a:lnTo>
                <a:lnTo>
                  <a:pt x="1288" y="1469"/>
                </a:lnTo>
                <a:lnTo>
                  <a:pt x="839" y="0"/>
                </a:lnTo>
                <a:close/>
                <a:moveTo>
                  <a:pt x="800" y="222"/>
                </a:moveTo>
                <a:lnTo>
                  <a:pt x="1145" y="1345"/>
                </a:lnTo>
                <a:lnTo>
                  <a:pt x="162" y="1195"/>
                </a:lnTo>
                <a:lnTo>
                  <a:pt x="800" y="222"/>
                </a:lnTo>
                <a:close/>
              </a:path>
            </a:pathLst>
          </a:custGeom>
          <a:solidFill>
            <a:srgbClr val="8CC94C"/>
          </a:solidFill>
          <a:ln w="9525">
            <a:noFill/>
            <a:round/>
            <a:headEnd/>
            <a:tailEnd/>
          </a:ln>
        </p:spPr>
        <p:txBody>
          <a:bodyPr vert="horz" wrap="square" lIns="128565" tIns="64283" rIns="128565" bIns="64283" numCol="1" anchor="t" anchorCtr="0" compatLnSpc="1">
            <a:prstTxWarp prst="textNoShape">
              <a:avLst/>
            </a:prstTxWarp>
          </a:bodyPr>
          <a:lstStyle/>
          <a:p>
            <a:endParaRPr lang="zh-CN" altLang="en-US"/>
          </a:p>
        </p:txBody>
      </p:sp>
      <p:grpSp>
        <p:nvGrpSpPr>
          <p:cNvPr id="26" name="组合 25"/>
          <p:cNvGrpSpPr/>
          <p:nvPr/>
        </p:nvGrpSpPr>
        <p:grpSpPr>
          <a:xfrm>
            <a:off x="2763116" y="2333794"/>
            <a:ext cx="2147208" cy="65287"/>
            <a:chOff x="3219432" y="1768462"/>
            <a:chExt cx="1527176" cy="61912"/>
          </a:xfrm>
          <a:solidFill>
            <a:srgbClr val="92D050"/>
          </a:solidFill>
        </p:grpSpPr>
        <p:sp>
          <p:nvSpPr>
            <p:cNvPr id="1032" name="Line 8"/>
            <p:cNvSpPr>
              <a:spLocks noChangeShapeType="1"/>
            </p:cNvSpPr>
            <p:nvPr/>
          </p:nvSpPr>
          <p:spPr bwMode="auto">
            <a:xfrm flipH="1">
              <a:off x="3219432" y="1798625"/>
              <a:ext cx="1497013" cy="1587"/>
            </a:xfrm>
            <a:prstGeom prst="line">
              <a:avLst/>
            </a:prstGeom>
            <a:grpFill/>
            <a:ln w="6350" cap="flat">
              <a:solidFill>
                <a:srgbClr val="108036"/>
              </a:solidFill>
              <a:prstDash val="solid"/>
              <a:miter lim="800000"/>
              <a:headEnd/>
              <a:tailEnd/>
            </a:ln>
          </p:spPr>
          <p:txBody>
            <a:bodyPr vert="horz" wrap="square" lIns="128565" tIns="64283" rIns="128565" bIns="64283" numCol="1" anchor="t" anchorCtr="0" compatLnSpc="1">
              <a:prstTxWarp prst="textNoShape">
                <a:avLst/>
              </a:prstTxWarp>
            </a:bodyPr>
            <a:lstStyle/>
            <a:p>
              <a:endParaRPr lang="zh-CN" altLang="en-US"/>
            </a:p>
          </p:txBody>
        </p:sp>
        <p:sp>
          <p:nvSpPr>
            <p:cNvPr id="1033" name="Oval 9"/>
            <p:cNvSpPr>
              <a:spLocks noChangeArrowheads="1"/>
            </p:cNvSpPr>
            <p:nvPr/>
          </p:nvSpPr>
          <p:spPr bwMode="auto">
            <a:xfrm>
              <a:off x="4684695" y="1768462"/>
              <a:ext cx="61913" cy="61912"/>
            </a:xfrm>
            <a:prstGeom prst="ellipse">
              <a:avLst/>
            </a:prstGeom>
            <a:grpFill/>
            <a:ln w="6350">
              <a:solidFill>
                <a:srgbClr val="108036"/>
              </a:solidFill>
              <a:round/>
              <a:headEnd/>
              <a:tailEnd/>
            </a:ln>
          </p:spPr>
          <p:txBody>
            <a:bodyPr vert="horz" wrap="square" lIns="128565" tIns="64283" rIns="128565" bIns="64283" numCol="1" anchor="t" anchorCtr="0" compatLnSpc="1">
              <a:prstTxWarp prst="textNoShape">
                <a:avLst/>
              </a:prstTxWarp>
            </a:bodyPr>
            <a:lstStyle/>
            <a:p>
              <a:endParaRPr lang="zh-CN" altLang="en-US"/>
            </a:p>
          </p:txBody>
        </p:sp>
      </p:grpSp>
      <p:grpSp>
        <p:nvGrpSpPr>
          <p:cNvPr id="27" name="组合 26"/>
          <p:cNvGrpSpPr/>
          <p:nvPr/>
        </p:nvGrpSpPr>
        <p:grpSpPr>
          <a:xfrm>
            <a:off x="4606768" y="3415208"/>
            <a:ext cx="1915078" cy="65287"/>
            <a:chOff x="4530707" y="2793987"/>
            <a:chExt cx="1362076" cy="61912"/>
          </a:xfrm>
          <a:solidFill>
            <a:srgbClr val="92D050"/>
          </a:solidFill>
        </p:grpSpPr>
        <p:sp>
          <p:nvSpPr>
            <p:cNvPr id="1034" name="Line 10"/>
            <p:cNvSpPr>
              <a:spLocks noChangeShapeType="1"/>
            </p:cNvSpPr>
            <p:nvPr/>
          </p:nvSpPr>
          <p:spPr bwMode="auto">
            <a:xfrm flipH="1">
              <a:off x="4530707" y="2814625"/>
              <a:ext cx="1331913" cy="1587"/>
            </a:xfrm>
            <a:prstGeom prst="line">
              <a:avLst/>
            </a:prstGeom>
            <a:grpFill/>
            <a:ln w="6350" cap="flat">
              <a:solidFill>
                <a:srgbClr val="108036"/>
              </a:solidFill>
              <a:prstDash val="solid"/>
              <a:miter lim="800000"/>
              <a:headEnd/>
              <a:tailEnd/>
            </a:ln>
          </p:spPr>
          <p:txBody>
            <a:bodyPr vert="horz" wrap="square" lIns="128565" tIns="64283" rIns="128565" bIns="64283" numCol="1" anchor="t" anchorCtr="0" compatLnSpc="1">
              <a:prstTxWarp prst="textNoShape">
                <a:avLst/>
              </a:prstTxWarp>
            </a:bodyPr>
            <a:lstStyle/>
            <a:p>
              <a:endParaRPr lang="zh-CN" altLang="en-US"/>
            </a:p>
          </p:txBody>
        </p:sp>
        <p:sp>
          <p:nvSpPr>
            <p:cNvPr id="1035" name="Oval 11"/>
            <p:cNvSpPr>
              <a:spLocks noChangeArrowheads="1"/>
            </p:cNvSpPr>
            <p:nvPr/>
          </p:nvSpPr>
          <p:spPr bwMode="auto">
            <a:xfrm>
              <a:off x="5830870" y="2793987"/>
              <a:ext cx="61913" cy="61912"/>
            </a:xfrm>
            <a:prstGeom prst="ellipse">
              <a:avLst/>
            </a:prstGeom>
            <a:grpFill/>
            <a:ln w="6350">
              <a:solidFill>
                <a:srgbClr val="108036"/>
              </a:solidFill>
              <a:round/>
              <a:headEnd/>
              <a:tailEnd/>
            </a:ln>
          </p:spPr>
          <p:txBody>
            <a:bodyPr vert="horz" wrap="square" lIns="128565" tIns="64283" rIns="128565" bIns="64283" numCol="1" anchor="t" anchorCtr="0" compatLnSpc="1">
              <a:prstTxWarp prst="textNoShape">
                <a:avLst/>
              </a:prstTxWarp>
            </a:bodyPr>
            <a:lstStyle/>
            <a:p>
              <a:endParaRPr lang="zh-CN" altLang="en-US"/>
            </a:p>
          </p:txBody>
        </p:sp>
      </p:grpSp>
      <p:grpSp>
        <p:nvGrpSpPr>
          <p:cNvPr id="28" name="组合 27"/>
          <p:cNvGrpSpPr/>
          <p:nvPr/>
        </p:nvGrpSpPr>
        <p:grpSpPr>
          <a:xfrm>
            <a:off x="5287538" y="5008874"/>
            <a:ext cx="712017" cy="66961"/>
            <a:chOff x="5014895" y="4305287"/>
            <a:chExt cx="506413" cy="63500"/>
          </a:xfrm>
          <a:solidFill>
            <a:srgbClr val="92D050"/>
          </a:solidFill>
        </p:grpSpPr>
        <p:sp>
          <p:nvSpPr>
            <p:cNvPr id="1036" name="Line 12"/>
            <p:cNvSpPr>
              <a:spLocks noChangeShapeType="1"/>
            </p:cNvSpPr>
            <p:nvPr/>
          </p:nvSpPr>
          <p:spPr bwMode="auto">
            <a:xfrm flipH="1">
              <a:off x="5014895" y="4337037"/>
              <a:ext cx="476250" cy="1587"/>
            </a:xfrm>
            <a:prstGeom prst="line">
              <a:avLst/>
            </a:prstGeom>
            <a:grpFill/>
            <a:ln w="6350" cap="flat">
              <a:solidFill>
                <a:srgbClr val="108036"/>
              </a:solidFill>
              <a:prstDash val="solid"/>
              <a:miter lim="800000"/>
              <a:headEnd/>
              <a:tailEnd/>
            </a:ln>
          </p:spPr>
          <p:txBody>
            <a:bodyPr vert="horz" wrap="square" lIns="128565" tIns="64283" rIns="128565" bIns="64283" numCol="1" anchor="t" anchorCtr="0" compatLnSpc="1">
              <a:prstTxWarp prst="textNoShape">
                <a:avLst/>
              </a:prstTxWarp>
            </a:bodyPr>
            <a:lstStyle/>
            <a:p>
              <a:endParaRPr lang="zh-CN" altLang="en-US"/>
            </a:p>
          </p:txBody>
        </p:sp>
        <p:sp>
          <p:nvSpPr>
            <p:cNvPr id="1037" name="Oval 13"/>
            <p:cNvSpPr>
              <a:spLocks noChangeArrowheads="1"/>
            </p:cNvSpPr>
            <p:nvPr/>
          </p:nvSpPr>
          <p:spPr bwMode="auto">
            <a:xfrm>
              <a:off x="5459395" y="4305287"/>
              <a:ext cx="61913" cy="63500"/>
            </a:xfrm>
            <a:prstGeom prst="ellipse">
              <a:avLst/>
            </a:prstGeom>
            <a:grpFill/>
            <a:ln w="6350">
              <a:solidFill>
                <a:srgbClr val="108036"/>
              </a:solidFill>
              <a:round/>
              <a:headEnd/>
              <a:tailEnd/>
            </a:ln>
          </p:spPr>
          <p:txBody>
            <a:bodyPr vert="horz" wrap="square" lIns="128565" tIns="64283" rIns="128565" bIns="64283" numCol="1" anchor="t" anchorCtr="0" compatLnSpc="1">
              <a:prstTxWarp prst="textNoShape">
                <a:avLst/>
              </a:prstTxWarp>
            </a:bodyPr>
            <a:lstStyle/>
            <a:p>
              <a:endParaRPr lang="zh-CN" altLang="en-US"/>
            </a:p>
          </p:txBody>
        </p:sp>
      </p:grpSp>
      <p:sp>
        <p:nvSpPr>
          <p:cNvPr id="1031" name="Freeform 7"/>
          <p:cNvSpPr>
            <a:spLocks noEditPoints="1"/>
          </p:cNvSpPr>
          <p:nvPr/>
        </p:nvSpPr>
        <p:spPr bwMode="auto">
          <a:xfrm>
            <a:off x="3337864" y="3502260"/>
            <a:ext cx="2205240" cy="1781156"/>
          </a:xfrm>
          <a:custGeom>
            <a:avLst/>
            <a:gdLst/>
            <a:ahLst/>
            <a:cxnLst>
              <a:cxn ang="0">
                <a:pos x="0" y="463"/>
              </a:cxn>
              <a:cxn ang="0">
                <a:pos x="709" y="1064"/>
              </a:cxn>
              <a:cxn ang="0">
                <a:pos x="988" y="0"/>
              </a:cxn>
              <a:cxn ang="0">
                <a:pos x="0" y="463"/>
              </a:cxn>
              <a:cxn ang="0">
                <a:pos x="663" y="914"/>
              </a:cxn>
              <a:cxn ang="0">
                <a:pos x="149" y="483"/>
              </a:cxn>
              <a:cxn ang="0">
                <a:pos x="865" y="144"/>
              </a:cxn>
              <a:cxn ang="0">
                <a:pos x="663" y="914"/>
              </a:cxn>
            </a:cxnLst>
            <a:rect l="0" t="0" r="r" b="b"/>
            <a:pathLst>
              <a:path w="988" h="1064">
                <a:moveTo>
                  <a:pt x="0" y="463"/>
                </a:moveTo>
                <a:lnTo>
                  <a:pt x="709" y="1064"/>
                </a:lnTo>
                <a:lnTo>
                  <a:pt x="988" y="0"/>
                </a:lnTo>
                <a:lnTo>
                  <a:pt x="0" y="463"/>
                </a:lnTo>
                <a:close/>
                <a:moveTo>
                  <a:pt x="663" y="914"/>
                </a:moveTo>
                <a:lnTo>
                  <a:pt x="149" y="483"/>
                </a:lnTo>
                <a:lnTo>
                  <a:pt x="865" y="144"/>
                </a:lnTo>
                <a:lnTo>
                  <a:pt x="663" y="914"/>
                </a:lnTo>
                <a:close/>
              </a:path>
            </a:pathLst>
          </a:custGeom>
          <a:solidFill>
            <a:srgbClr val="108036"/>
          </a:solidFill>
          <a:ln w="9525">
            <a:noFill/>
            <a:round/>
            <a:headEnd/>
            <a:tailEnd/>
          </a:ln>
        </p:spPr>
        <p:txBody>
          <a:bodyPr vert="horz" wrap="square" lIns="128565" tIns="64283" rIns="128565" bIns="64283" numCol="1" anchor="t" anchorCtr="0" compatLnSpc="1">
            <a:prstTxWarp prst="textNoShape">
              <a:avLst/>
            </a:prstTxWarp>
          </a:bodyPr>
          <a:lstStyle/>
          <a:p>
            <a:endParaRPr lang="zh-CN" altLang="en-US"/>
          </a:p>
        </p:txBody>
      </p:sp>
      <p:cxnSp>
        <p:nvCxnSpPr>
          <p:cNvPr id="3" name="直接连接符 2"/>
          <p:cNvCxnSpPr/>
          <p:nvPr/>
        </p:nvCxnSpPr>
        <p:spPr>
          <a:xfrm>
            <a:off x="6584517" y="1911894"/>
            <a:ext cx="0" cy="718788"/>
          </a:xfrm>
          <a:prstGeom prst="line">
            <a:avLst/>
          </a:prstGeom>
          <a:ln w="28575">
            <a:solidFill>
              <a:srgbClr val="108036"/>
            </a:solidFill>
          </a:ln>
        </p:spPr>
        <p:style>
          <a:lnRef idx="1">
            <a:schemeClr val="accent1"/>
          </a:lnRef>
          <a:fillRef idx="0">
            <a:schemeClr val="accent1"/>
          </a:fillRef>
          <a:effectRef idx="0">
            <a:schemeClr val="accent1"/>
          </a:effectRef>
          <a:fontRef idx="minor">
            <a:schemeClr val="tx1"/>
          </a:fontRef>
        </p:style>
      </p:cxnSp>
      <p:sp>
        <p:nvSpPr>
          <p:cNvPr id="25" name="文本框 24"/>
          <p:cNvSpPr txBox="1">
            <a:spLocks noChangeArrowheads="1"/>
          </p:cNvSpPr>
          <p:nvPr/>
        </p:nvSpPr>
        <p:spPr bwMode="auto">
          <a:xfrm>
            <a:off x="6711564" y="2093086"/>
            <a:ext cx="4231340"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8" name="文本框 37"/>
          <p:cNvSpPr txBox="1"/>
          <p:nvPr/>
        </p:nvSpPr>
        <p:spPr>
          <a:xfrm>
            <a:off x="6711567" y="1647558"/>
            <a:ext cx="3033528" cy="461537"/>
          </a:xfrm>
          <a:prstGeom prst="rect">
            <a:avLst/>
          </a:prstGeom>
          <a:noFill/>
        </p:spPr>
        <p:txBody>
          <a:bodyPr>
            <a:spAutoFit/>
          </a:bodyPr>
          <a:lstStyle/>
          <a:p>
            <a:pPr>
              <a:defRPr/>
            </a:pP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grpSp>
        <p:nvGrpSpPr>
          <p:cNvPr id="8" name="组合 7"/>
          <p:cNvGrpSpPr/>
          <p:nvPr/>
        </p:nvGrpSpPr>
        <p:grpSpPr>
          <a:xfrm>
            <a:off x="5782567" y="1993015"/>
            <a:ext cx="556546" cy="556546"/>
            <a:chOff x="5747657" y="2305619"/>
            <a:chExt cx="556576" cy="556576"/>
          </a:xfrm>
        </p:grpSpPr>
        <p:sp>
          <p:nvSpPr>
            <p:cNvPr id="39" name="椭圆 26"/>
            <p:cNvSpPr/>
            <p:nvPr/>
          </p:nvSpPr>
          <p:spPr bwMode="auto">
            <a:xfrm>
              <a:off x="5747657" y="2305619"/>
              <a:ext cx="556576" cy="556576"/>
            </a:xfrm>
            <a:prstGeom prst="ellipse">
              <a:avLst/>
            </a:prstGeom>
            <a:solidFill>
              <a:srgbClr val="108036"/>
            </a:solidFill>
            <a:ln w="57150" cap="flat" cmpd="sng" algn="ctr">
              <a:solidFill>
                <a:schemeClr val="bg1"/>
              </a:solidFill>
              <a:prstDash val="solid"/>
            </a:ln>
            <a:effectLst>
              <a:outerShdw blurRad="381000" dist="127000" dir="2700000" algn="tl" rotWithShape="0">
                <a:prstClr val="black">
                  <a:alpha val="40000"/>
                </a:prstClr>
              </a:outerShdw>
            </a:effectLst>
          </p:spPr>
          <p:txBody>
            <a:bodyPr anchor="ctr"/>
            <a:lstStyle/>
            <a:p>
              <a:pPr algn="ctr">
                <a:lnSpc>
                  <a:spcPct val="130000"/>
                </a:lnSpc>
                <a:defRPr/>
              </a:pPr>
              <a:endParaRPr lang="en-US" sz="1201" kern="0">
                <a:solidFill>
                  <a:schemeClr val="tx1">
                    <a:lumMod val="50000"/>
                    <a:lumOff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 name="燕尾形 6"/>
            <p:cNvSpPr/>
            <p:nvPr/>
          </p:nvSpPr>
          <p:spPr>
            <a:xfrm>
              <a:off x="5932500" y="2446897"/>
              <a:ext cx="186890" cy="27402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cxnSp>
        <p:nvCxnSpPr>
          <p:cNvPr id="48" name="直接连接符 47"/>
          <p:cNvCxnSpPr/>
          <p:nvPr/>
        </p:nvCxnSpPr>
        <p:spPr>
          <a:xfrm>
            <a:off x="7063462" y="4683970"/>
            <a:ext cx="0" cy="718788"/>
          </a:xfrm>
          <a:prstGeom prst="line">
            <a:avLst/>
          </a:prstGeom>
          <a:ln w="28575">
            <a:solidFill>
              <a:srgbClr val="108036"/>
            </a:solidFill>
          </a:ln>
        </p:spPr>
        <p:style>
          <a:lnRef idx="1">
            <a:schemeClr val="accent1"/>
          </a:lnRef>
          <a:fillRef idx="0">
            <a:schemeClr val="accent1"/>
          </a:fillRef>
          <a:effectRef idx="0">
            <a:schemeClr val="accent1"/>
          </a:effectRef>
          <a:fontRef idx="minor">
            <a:schemeClr val="tx1"/>
          </a:fontRef>
        </p:style>
      </p:cxnSp>
      <p:sp>
        <p:nvSpPr>
          <p:cNvPr id="49" name="文本框 48"/>
          <p:cNvSpPr txBox="1">
            <a:spLocks noChangeArrowheads="1"/>
          </p:cNvSpPr>
          <p:nvPr/>
        </p:nvSpPr>
        <p:spPr bwMode="auto">
          <a:xfrm>
            <a:off x="7190510" y="4865163"/>
            <a:ext cx="4231340"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50" name="文本框 49"/>
          <p:cNvSpPr txBox="1"/>
          <p:nvPr/>
        </p:nvSpPr>
        <p:spPr>
          <a:xfrm>
            <a:off x="7190511" y="4419634"/>
            <a:ext cx="3033528" cy="461537"/>
          </a:xfrm>
          <a:prstGeom prst="rect">
            <a:avLst/>
          </a:prstGeom>
          <a:noFill/>
        </p:spPr>
        <p:txBody>
          <a:bodyPr>
            <a:spAutoFit/>
          </a:bodyPr>
          <a:lstStyle/>
          <a:p>
            <a:pPr>
              <a:defRPr/>
            </a:pP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grpSp>
        <p:nvGrpSpPr>
          <p:cNvPr id="51" name="组合 50"/>
          <p:cNvGrpSpPr/>
          <p:nvPr/>
        </p:nvGrpSpPr>
        <p:grpSpPr>
          <a:xfrm>
            <a:off x="6261512" y="4765091"/>
            <a:ext cx="556546" cy="556546"/>
            <a:chOff x="5747657" y="2305619"/>
            <a:chExt cx="556576" cy="556576"/>
          </a:xfrm>
        </p:grpSpPr>
        <p:sp>
          <p:nvSpPr>
            <p:cNvPr id="52" name="椭圆 26"/>
            <p:cNvSpPr/>
            <p:nvPr/>
          </p:nvSpPr>
          <p:spPr bwMode="auto">
            <a:xfrm>
              <a:off x="5747657" y="2305619"/>
              <a:ext cx="556576" cy="556576"/>
            </a:xfrm>
            <a:prstGeom prst="ellipse">
              <a:avLst/>
            </a:prstGeom>
            <a:solidFill>
              <a:srgbClr val="108036"/>
            </a:solidFill>
            <a:ln w="57150" cap="flat" cmpd="sng" algn="ctr">
              <a:solidFill>
                <a:schemeClr val="bg1"/>
              </a:solidFill>
              <a:prstDash val="solid"/>
            </a:ln>
            <a:effectLst>
              <a:outerShdw blurRad="381000" dist="127000" dir="2700000" algn="tl" rotWithShape="0">
                <a:prstClr val="black">
                  <a:alpha val="40000"/>
                </a:prstClr>
              </a:outerShdw>
            </a:effectLst>
          </p:spPr>
          <p:txBody>
            <a:bodyPr anchor="ctr"/>
            <a:lstStyle/>
            <a:p>
              <a:pPr algn="ctr">
                <a:lnSpc>
                  <a:spcPct val="130000"/>
                </a:lnSpc>
                <a:defRPr/>
              </a:pPr>
              <a:endParaRPr lang="en-US" sz="1201" kern="0">
                <a:solidFill>
                  <a:schemeClr val="tx1">
                    <a:lumMod val="50000"/>
                    <a:lumOff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燕尾形 52"/>
            <p:cNvSpPr/>
            <p:nvPr/>
          </p:nvSpPr>
          <p:spPr>
            <a:xfrm>
              <a:off x="5932500" y="2446897"/>
              <a:ext cx="186890" cy="27402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cxnSp>
        <p:nvCxnSpPr>
          <p:cNvPr id="54" name="直接连接符 53"/>
          <p:cNvCxnSpPr/>
          <p:nvPr/>
        </p:nvCxnSpPr>
        <p:spPr>
          <a:xfrm>
            <a:off x="7498866" y="3131028"/>
            <a:ext cx="0" cy="718788"/>
          </a:xfrm>
          <a:prstGeom prst="line">
            <a:avLst/>
          </a:prstGeom>
          <a:ln w="28575">
            <a:solidFill>
              <a:srgbClr val="8CC94C"/>
            </a:solidFill>
          </a:ln>
        </p:spPr>
        <p:style>
          <a:lnRef idx="1">
            <a:schemeClr val="accent1"/>
          </a:lnRef>
          <a:fillRef idx="0">
            <a:schemeClr val="accent1"/>
          </a:fillRef>
          <a:effectRef idx="0">
            <a:schemeClr val="accent1"/>
          </a:effectRef>
          <a:fontRef idx="minor">
            <a:schemeClr val="tx1"/>
          </a:fontRef>
        </p:style>
      </p:cxnSp>
      <p:sp>
        <p:nvSpPr>
          <p:cNvPr id="55" name="文本框 54"/>
          <p:cNvSpPr txBox="1">
            <a:spLocks noChangeArrowheads="1"/>
          </p:cNvSpPr>
          <p:nvPr/>
        </p:nvSpPr>
        <p:spPr bwMode="auto">
          <a:xfrm>
            <a:off x="7625916" y="3312220"/>
            <a:ext cx="4231340"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56" name="文本框 55"/>
          <p:cNvSpPr txBox="1"/>
          <p:nvPr/>
        </p:nvSpPr>
        <p:spPr>
          <a:xfrm>
            <a:off x="7625916" y="2866692"/>
            <a:ext cx="3033528" cy="461537"/>
          </a:xfrm>
          <a:prstGeom prst="rect">
            <a:avLst/>
          </a:prstGeom>
          <a:noFill/>
        </p:spPr>
        <p:txBody>
          <a:bodyPr>
            <a:spAutoFit/>
          </a:bodyPr>
          <a:lstStyle/>
          <a:p>
            <a:pPr>
              <a:defRPr/>
            </a:pP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grpSp>
        <p:nvGrpSpPr>
          <p:cNvPr id="57" name="组合 56"/>
          <p:cNvGrpSpPr/>
          <p:nvPr/>
        </p:nvGrpSpPr>
        <p:grpSpPr>
          <a:xfrm>
            <a:off x="6703240" y="3212148"/>
            <a:ext cx="556546" cy="556546"/>
            <a:chOff x="5747657" y="2305619"/>
            <a:chExt cx="556576" cy="556576"/>
          </a:xfrm>
        </p:grpSpPr>
        <p:sp>
          <p:nvSpPr>
            <p:cNvPr id="58" name="椭圆 26"/>
            <p:cNvSpPr/>
            <p:nvPr/>
          </p:nvSpPr>
          <p:spPr bwMode="auto">
            <a:xfrm>
              <a:off x="5747657" y="2305619"/>
              <a:ext cx="556576" cy="556576"/>
            </a:xfrm>
            <a:prstGeom prst="ellipse">
              <a:avLst/>
            </a:prstGeom>
            <a:solidFill>
              <a:srgbClr val="8CC94C"/>
            </a:solidFill>
            <a:ln w="57150" cap="flat" cmpd="sng" algn="ctr">
              <a:solidFill>
                <a:schemeClr val="bg1"/>
              </a:solidFill>
              <a:prstDash val="solid"/>
            </a:ln>
            <a:effectLst>
              <a:outerShdw blurRad="381000" dist="127000" dir="2700000" algn="tl" rotWithShape="0">
                <a:prstClr val="black">
                  <a:alpha val="40000"/>
                </a:prstClr>
              </a:outerShdw>
            </a:effectLst>
          </p:spPr>
          <p:txBody>
            <a:bodyPr anchor="ctr"/>
            <a:lstStyle/>
            <a:p>
              <a:pPr algn="ctr">
                <a:lnSpc>
                  <a:spcPct val="130000"/>
                </a:lnSpc>
                <a:defRPr/>
              </a:pPr>
              <a:endParaRPr lang="en-US" sz="1201" kern="0">
                <a:solidFill>
                  <a:schemeClr val="tx1">
                    <a:lumMod val="50000"/>
                    <a:lumOff val="50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燕尾形 58"/>
            <p:cNvSpPr/>
            <p:nvPr/>
          </p:nvSpPr>
          <p:spPr>
            <a:xfrm>
              <a:off x="5932500" y="2446897"/>
              <a:ext cx="186890" cy="27402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35" name="任意多边形 34"/>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36" name="文本框 35"/>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37" name="文本框 36"/>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1256913354"/>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ntr" presetSubtype="0" fill="hold" grpId="0" nodeType="afterEffect">
                                  <p:stCondLst>
                                    <p:cond delay="0"/>
                                  </p:stCondLst>
                                  <p:childTnLst>
                                    <p:set>
                                      <p:cBhvr>
                                        <p:cTn id="6" dur="1" fill="hold">
                                          <p:stCondLst>
                                            <p:cond delay="0"/>
                                          </p:stCondLst>
                                        </p:cTn>
                                        <p:tgtEl>
                                          <p:spTgt spid="1031"/>
                                        </p:tgtEl>
                                        <p:attrNameLst>
                                          <p:attrName>style.visibility</p:attrName>
                                        </p:attrNameLst>
                                      </p:cBhvr>
                                      <p:to>
                                        <p:strVal val="visible"/>
                                      </p:to>
                                    </p:set>
                                    <p:animEffect transition="in" filter="fade">
                                      <p:cBhvr>
                                        <p:cTn id="7" dur="1000"/>
                                        <p:tgtEl>
                                          <p:spTgt spid="1031"/>
                                        </p:tgtEl>
                                      </p:cBhvr>
                                    </p:animEffect>
                                    <p:anim calcmode="lin" valueType="num">
                                      <p:cBhvr>
                                        <p:cTn id="8" dur="1000" fill="hold"/>
                                        <p:tgtEl>
                                          <p:spTgt spid="1031"/>
                                        </p:tgtEl>
                                        <p:attrNameLst>
                                          <p:attrName>style.rotation</p:attrName>
                                        </p:attrNameLst>
                                      </p:cBhvr>
                                      <p:tavLst>
                                        <p:tav tm="0">
                                          <p:val>
                                            <p:fltVal val="720"/>
                                          </p:val>
                                        </p:tav>
                                        <p:tav tm="100000">
                                          <p:val>
                                            <p:fltVal val="0"/>
                                          </p:val>
                                        </p:tav>
                                      </p:tavLst>
                                    </p:anim>
                                    <p:anim calcmode="lin" valueType="num">
                                      <p:cBhvr>
                                        <p:cTn id="9" dur="1000" fill="hold"/>
                                        <p:tgtEl>
                                          <p:spTgt spid="1031"/>
                                        </p:tgtEl>
                                        <p:attrNameLst>
                                          <p:attrName>ppt_h</p:attrName>
                                        </p:attrNameLst>
                                      </p:cBhvr>
                                      <p:tavLst>
                                        <p:tav tm="0">
                                          <p:val>
                                            <p:fltVal val="0"/>
                                          </p:val>
                                        </p:tav>
                                        <p:tav tm="100000">
                                          <p:val>
                                            <p:strVal val="#ppt_h"/>
                                          </p:val>
                                        </p:tav>
                                      </p:tavLst>
                                    </p:anim>
                                    <p:anim calcmode="lin" valueType="num">
                                      <p:cBhvr>
                                        <p:cTn id="10" dur="1000" fill="hold"/>
                                        <p:tgtEl>
                                          <p:spTgt spid="1031"/>
                                        </p:tgtEl>
                                        <p:attrNameLst>
                                          <p:attrName>ppt_w</p:attrName>
                                        </p:attrNameLst>
                                      </p:cBhvr>
                                      <p:tavLst>
                                        <p:tav tm="0">
                                          <p:val>
                                            <p:fltVal val="0"/>
                                          </p:val>
                                        </p:tav>
                                        <p:tav tm="100000">
                                          <p:val>
                                            <p:strVal val="#ppt_w"/>
                                          </p:val>
                                        </p:tav>
                                      </p:tavLst>
                                    </p:anim>
                                  </p:childTnLst>
                                </p:cTn>
                              </p:par>
                            </p:childTnLst>
                          </p:cTn>
                        </p:par>
                        <p:par>
                          <p:cTn id="11" fill="hold">
                            <p:stCondLst>
                              <p:cond delay="1000"/>
                            </p:stCondLst>
                            <p:childTnLst>
                              <p:par>
                                <p:cTn id="12" presetID="18" presetClass="entr" presetSubtype="3"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strips(upRight)">
                                      <p:cBhvr>
                                        <p:cTn id="14" dur="500"/>
                                        <p:tgtEl>
                                          <p:spTgt spid="28"/>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51"/>
                                        </p:tgtEl>
                                        <p:attrNameLst>
                                          <p:attrName>style.visibility</p:attrName>
                                        </p:attrNameLst>
                                      </p:cBhvr>
                                      <p:to>
                                        <p:strVal val="visible"/>
                                      </p:to>
                                    </p:set>
                                    <p:anim calcmode="lin" valueType="num">
                                      <p:cBhvr>
                                        <p:cTn id="18" dur="500" fill="hold"/>
                                        <p:tgtEl>
                                          <p:spTgt spid="51"/>
                                        </p:tgtEl>
                                        <p:attrNameLst>
                                          <p:attrName>ppt_w</p:attrName>
                                        </p:attrNameLst>
                                      </p:cBhvr>
                                      <p:tavLst>
                                        <p:tav tm="0">
                                          <p:val>
                                            <p:fltVal val="0"/>
                                          </p:val>
                                        </p:tav>
                                        <p:tav tm="100000">
                                          <p:val>
                                            <p:strVal val="#ppt_w"/>
                                          </p:val>
                                        </p:tav>
                                      </p:tavLst>
                                    </p:anim>
                                    <p:anim calcmode="lin" valueType="num">
                                      <p:cBhvr>
                                        <p:cTn id="19" dur="500" fill="hold"/>
                                        <p:tgtEl>
                                          <p:spTgt spid="51"/>
                                        </p:tgtEl>
                                        <p:attrNameLst>
                                          <p:attrName>ppt_h</p:attrName>
                                        </p:attrNameLst>
                                      </p:cBhvr>
                                      <p:tavLst>
                                        <p:tav tm="0">
                                          <p:val>
                                            <p:fltVal val="0"/>
                                          </p:val>
                                        </p:tav>
                                        <p:tav tm="100000">
                                          <p:val>
                                            <p:strVal val="#ppt_h"/>
                                          </p:val>
                                        </p:tav>
                                      </p:tavLst>
                                    </p:anim>
                                    <p:animEffect transition="in" filter="fade">
                                      <p:cBhvr>
                                        <p:cTn id="20" dur="500"/>
                                        <p:tgtEl>
                                          <p:spTgt spid="51"/>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wipe(down)">
                                      <p:cBhvr>
                                        <p:cTn id="24" dur="500"/>
                                        <p:tgtEl>
                                          <p:spTgt spid="48"/>
                                        </p:tgtEl>
                                      </p:cBhvr>
                                    </p:animEffect>
                                  </p:childTnLst>
                                </p:cTn>
                              </p:par>
                            </p:childTnLst>
                          </p:cTn>
                        </p:par>
                        <p:par>
                          <p:cTn id="25" fill="hold">
                            <p:stCondLst>
                              <p:cond delay="2500"/>
                            </p:stCondLst>
                            <p:childTnLst>
                              <p:par>
                                <p:cTn id="26" presetID="22" presetClass="entr" presetSubtype="1" fill="hold" grpId="0"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up)">
                                      <p:cBhvr>
                                        <p:cTn id="28" dur="500"/>
                                        <p:tgtEl>
                                          <p:spTgt spid="50"/>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fade">
                                      <p:cBhvr>
                                        <p:cTn id="31" dur="500"/>
                                        <p:tgtEl>
                                          <p:spTgt spid="49"/>
                                        </p:tgtEl>
                                      </p:cBhvr>
                                    </p:animEffect>
                                    <p:anim calcmode="lin" valueType="num">
                                      <p:cBhvr>
                                        <p:cTn id="32" dur="500" fill="hold"/>
                                        <p:tgtEl>
                                          <p:spTgt spid="49"/>
                                        </p:tgtEl>
                                        <p:attrNameLst>
                                          <p:attrName>ppt_x</p:attrName>
                                        </p:attrNameLst>
                                      </p:cBhvr>
                                      <p:tavLst>
                                        <p:tav tm="0">
                                          <p:val>
                                            <p:strVal val="#ppt_x"/>
                                          </p:val>
                                        </p:tav>
                                        <p:tav tm="100000">
                                          <p:val>
                                            <p:strVal val="#ppt_x"/>
                                          </p:val>
                                        </p:tav>
                                      </p:tavLst>
                                    </p:anim>
                                    <p:anim calcmode="lin" valueType="num">
                                      <p:cBhvr>
                                        <p:cTn id="33" dur="500" fill="hold"/>
                                        <p:tgtEl>
                                          <p:spTgt spid="49"/>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35" presetClass="entr" presetSubtype="0" fill="hold" grpId="0" nodeType="afterEffect">
                                  <p:stCondLst>
                                    <p:cond delay="0"/>
                                  </p:stCondLst>
                                  <p:childTnLst>
                                    <p:set>
                                      <p:cBhvr>
                                        <p:cTn id="36" dur="1" fill="hold">
                                          <p:stCondLst>
                                            <p:cond delay="0"/>
                                          </p:stCondLst>
                                        </p:cTn>
                                        <p:tgtEl>
                                          <p:spTgt spid="1030"/>
                                        </p:tgtEl>
                                        <p:attrNameLst>
                                          <p:attrName>style.visibility</p:attrName>
                                        </p:attrNameLst>
                                      </p:cBhvr>
                                      <p:to>
                                        <p:strVal val="visible"/>
                                      </p:to>
                                    </p:set>
                                    <p:animEffect transition="in" filter="fade">
                                      <p:cBhvr>
                                        <p:cTn id="37" dur="1000"/>
                                        <p:tgtEl>
                                          <p:spTgt spid="1030"/>
                                        </p:tgtEl>
                                      </p:cBhvr>
                                    </p:animEffect>
                                    <p:anim calcmode="lin" valueType="num">
                                      <p:cBhvr>
                                        <p:cTn id="38" dur="1000" fill="hold"/>
                                        <p:tgtEl>
                                          <p:spTgt spid="1030"/>
                                        </p:tgtEl>
                                        <p:attrNameLst>
                                          <p:attrName>style.rotation</p:attrName>
                                        </p:attrNameLst>
                                      </p:cBhvr>
                                      <p:tavLst>
                                        <p:tav tm="0">
                                          <p:val>
                                            <p:fltVal val="720"/>
                                          </p:val>
                                        </p:tav>
                                        <p:tav tm="100000">
                                          <p:val>
                                            <p:fltVal val="0"/>
                                          </p:val>
                                        </p:tav>
                                      </p:tavLst>
                                    </p:anim>
                                    <p:anim calcmode="lin" valueType="num">
                                      <p:cBhvr>
                                        <p:cTn id="39" dur="1000" fill="hold"/>
                                        <p:tgtEl>
                                          <p:spTgt spid="1030"/>
                                        </p:tgtEl>
                                        <p:attrNameLst>
                                          <p:attrName>ppt_h</p:attrName>
                                        </p:attrNameLst>
                                      </p:cBhvr>
                                      <p:tavLst>
                                        <p:tav tm="0">
                                          <p:val>
                                            <p:fltVal val="0"/>
                                          </p:val>
                                        </p:tav>
                                        <p:tav tm="100000">
                                          <p:val>
                                            <p:strVal val="#ppt_h"/>
                                          </p:val>
                                        </p:tav>
                                      </p:tavLst>
                                    </p:anim>
                                    <p:anim calcmode="lin" valueType="num">
                                      <p:cBhvr>
                                        <p:cTn id="40" dur="1000" fill="hold"/>
                                        <p:tgtEl>
                                          <p:spTgt spid="1030"/>
                                        </p:tgtEl>
                                        <p:attrNameLst>
                                          <p:attrName>ppt_w</p:attrName>
                                        </p:attrNameLst>
                                      </p:cBhvr>
                                      <p:tavLst>
                                        <p:tav tm="0">
                                          <p:val>
                                            <p:fltVal val="0"/>
                                          </p:val>
                                        </p:tav>
                                        <p:tav tm="100000">
                                          <p:val>
                                            <p:strVal val="#ppt_w"/>
                                          </p:val>
                                        </p:tav>
                                      </p:tavLst>
                                    </p:anim>
                                  </p:childTnLst>
                                </p:cTn>
                              </p:par>
                            </p:childTnLst>
                          </p:cTn>
                        </p:par>
                        <p:par>
                          <p:cTn id="41" fill="hold">
                            <p:stCondLst>
                              <p:cond delay="4000"/>
                            </p:stCondLst>
                            <p:childTnLst>
                              <p:par>
                                <p:cTn id="42" presetID="18" presetClass="entr" presetSubtype="3" fill="hold" nodeType="after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strips(upRight)">
                                      <p:cBhvr>
                                        <p:cTn id="44" dur="500"/>
                                        <p:tgtEl>
                                          <p:spTgt spid="27"/>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57"/>
                                        </p:tgtEl>
                                        <p:attrNameLst>
                                          <p:attrName>style.visibility</p:attrName>
                                        </p:attrNameLst>
                                      </p:cBhvr>
                                      <p:to>
                                        <p:strVal val="visible"/>
                                      </p:to>
                                    </p:set>
                                    <p:anim calcmode="lin" valueType="num">
                                      <p:cBhvr>
                                        <p:cTn id="48" dur="500" fill="hold"/>
                                        <p:tgtEl>
                                          <p:spTgt spid="57"/>
                                        </p:tgtEl>
                                        <p:attrNameLst>
                                          <p:attrName>ppt_w</p:attrName>
                                        </p:attrNameLst>
                                      </p:cBhvr>
                                      <p:tavLst>
                                        <p:tav tm="0">
                                          <p:val>
                                            <p:fltVal val="0"/>
                                          </p:val>
                                        </p:tav>
                                        <p:tav tm="100000">
                                          <p:val>
                                            <p:strVal val="#ppt_w"/>
                                          </p:val>
                                        </p:tav>
                                      </p:tavLst>
                                    </p:anim>
                                    <p:anim calcmode="lin" valueType="num">
                                      <p:cBhvr>
                                        <p:cTn id="49" dur="500" fill="hold"/>
                                        <p:tgtEl>
                                          <p:spTgt spid="57"/>
                                        </p:tgtEl>
                                        <p:attrNameLst>
                                          <p:attrName>ppt_h</p:attrName>
                                        </p:attrNameLst>
                                      </p:cBhvr>
                                      <p:tavLst>
                                        <p:tav tm="0">
                                          <p:val>
                                            <p:fltVal val="0"/>
                                          </p:val>
                                        </p:tav>
                                        <p:tav tm="100000">
                                          <p:val>
                                            <p:strVal val="#ppt_h"/>
                                          </p:val>
                                        </p:tav>
                                      </p:tavLst>
                                    </p:anim>
                                    <p:animEffect transition="in" filter="fade">
                                      <p:cBhvr>
                                        <p:cTn id="50" dur="500"/>
                                        <p:tgtEl>
                                          <p:spTgt spid="57"/>
                                        </p:tgtEl>
                                      </p:cBhvr>
                                    </p:animEffect>
                                  </p:childTnLst>
                                </p:cTn>
                              </p:par>
                            </p:childTnLst>
                          </p:cTn>
                        </p:par>
                        <p:par>
                          <p:cTn id="51" fill="hold">
                            <p:stCondLst>
                              <p:cond delay="5000"/>
                            </p:stCondLst>
                            <p:childTnLst>
                              <p:par>
                                <p:cTn id="52" presetID="22" presetClass="entr" presetSubtype="4" fill="hold"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wipe(down)">
                                      <p:cBhvr>
                                        <p:cTn id="54" dur="500"/>
                                        <p:tgtEl>
                                          <p:spTgt spid="54"/>
                                        </p:tgtEl>
                                      </p:cBhvr>
                                    </p:animEffect>
                                  </p:childTnLst>
                                </p:cTn>
                              </p:par>
                            </p:childTnLst>
                          </p:cTn>
                        </p:par>
                        <p:par>
                          <p:cTn id="55" fill="hold">
                            <p:stCondLst>
                              <p:cond delay="5500"/>
                            </p:stCondLst>
                            <p:childTnLst>
                              <p:par>
                                <p:cTn id="56" presetID="22" presetClass="entr" presetSubtype="1" fill="hold" grpId="0"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wipe(up)">
                                      <p:cBhvr>
                                        <p:cTn id="58" dur="500"/>
                                        <p:tgtEl>
                                          <p:spTgt spid="56"/>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fade">
                                      <p:cBhvr>
                                        <p:cTn id="61" dur="500"/>
                                        <p:tgtEl>
                                          <p:spTgt spid="55"/>
                                        </p:tgtEl>
                                      </p:cBhvr>
                                    </p:animEffect>
                                    <p:anim calcmode="lin" valueType="num">
                                      <p:cBhvr>
                                        <p:cTn id="62" dur="500" fill="hold"/>
                                        <p:tgtEl>
                                          <p:spTgt spid="55"/>
                                        </p:tgtEl>
                                        <p:attrNameLst>
                                          <p:attrName>ppt_x</p:attrName>
                                        </p:attrNameLst>
                                      </p:cBhvr>
                                      <p:tavLst>
                                        <p:tav tm="0">
                                          <p:val>
                                            <p:strVal val="#ppt_x"/>
                                          </p:val>
                                        </p:tav>
                                        <p:tav tm="100000">
                                          <p:val>
                                            <p:strVal val="#ppt_x"/>
                                          </p:val>
                                        </p:tav>
                                      </p:tavLst>
                                    </p:anim>
                                    <p:anim calcmode="lin" valueType="num">
                                      <p:cBhvr>
                                        <p:cTn id="63" dur="500" fill="hold"/>
                                        <p:tgtEl>
                                          <p:spTgt spid="55"/>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35" presetClass="entr" presetSubtype="0" fill="hold" grpId="0" nodeType="afterEffect">
                                  <p:stCondLst>
                                    <p:cond delay="0"/>
                                  </p:stCondLst>
                                  <p:childTnLst>
                                    <p:set>
                                      <p:cBhvr>
                                        <p:cTn id="66" dur="1" fill="hold">
                                          <p:stCondLst>
                                            <p:cond delay="0"/>
                                          </p:stCondLst>
                                        </p:cTn>
                                        <p:tgtEl>
                                          <p:spTgt spid="1029"/>
                                        </p:tgtEl>
                                        <p:attrNameLst>
                                          <p:attrName>style.visibility</p:attrName>
                                        </p:attrNameLst>
                                      </p:cBhvr>
                                      <p:to>
                                        <p:strVal val="visible"/>
                                      </p:to>
                                    </p:set>
                                    <p:animEffect transition="in" filter="fade">
                                      <p:cBhvr>
                                        <p:cTn id="67" dur="1000"/>
                                        <p:tgtEl>
                                          <p:spTgt spid="1029"/>
                                        </p:tgtEl>
                                      </p:cBhvr>
                                    </p:animEffect>
                                    <p:anim calcmode="lin" valueType="num">
                                      <p:cBhvr>
                                        <p:cTn id="68" dur="1000" fill="hold"/>
                                        <p:tgtEl>
                                          <p:spTgt spid="1029"/>
                                        </p:tgtEl>
                                        <p:attrNameLst>
                                          <p:attrName>style.rotation</p:attrName>
                                        </p:attrNameLst>
                                      </p:cBhvr>
                                      <p:tavLst>
                                        <p:tav tm="0">
                                          <p:val>
                                            <p:fltVal val="720"/>
                                          </p:val>
                                        </p:tav>
                                        <p:tav tm="100000">
                                          <p:val>
                                            <p:fltVal val="0"/>
                                          </p:val>
                                        </p:tav>
                                      </p:tavLst>
                                    </p:anim>
                                    <p:anim calcmode="lin" valueType="num">
                                      <p:cBhvr>
                                        <p:cTn id="69" dur="1000" fill="hold"/>
                                        <p:tgtEl>
                                          <p:spTgt spid="1029"/>
                                        </p:tgtEl>
                                        <p:attrNameLst>
                                          <p:attrName>ppt_h</p:attrName>
                                        </p:attrNameLst>
                                      </p:cBhvr>
                                      <p:tavLst>
                                        <p:tav tm="0">
                                          <p:val>
                                            <p:fltVal val="0"/>
                                          </p:val>
                                        </p:tav>
                                        <p:tav tm="100000">
                                          <p:val>
                                            <p:strVal val="#ppt_h"/>
                                          </p:val>
                                        </p:tav>
                                      </p:tavLst>
                                    </p:anim>
                                    <p:anim calcmode="lin" valueType="num">
                                      <p:cBhvr>
                                        <p:cTn id="70" dur="1000" fill="hold"/>
                                        <p:tgtEl>
                                          <p:spTgt spid="1029"/>
                                        </p:tgtEl>
                                        <p:attrNameLst>
                                          <p:attrName>ppt_w</p:attrName>
                                        </p:attrNameLst>
                                      </p:cBhvr>
                                      <p:tavLst>
                                        <p:tav tm="0">
                                          <p:val>
                                            <p:fltVal val="0"/>
                                          </p:val>
                                        </p:tav>
                                        <p:tav tm="100000">
                                          <p:val>
                                            <p:strVal val="#ppt_w"/>
                                          </p:val>
                                        </p:tav>
                                      </p:tavLst>
                                    </p:anim>
                                  </p:childTnLst>
                                </p:cTn>
                              </p:par>
                            </p:childTnLst>
                          </p:cTn>
                        </p:par>
                        <p:par>
                          <p:cTn id="71" fill="hold">
                            <p:stCondLst>
                              <p:cond delay="7000"/>
                            </p:stCondLst>
                            <p:childTnLst>
                              <p:par>
                                <p:cTn id="72" presetID="18" presetClass="entr" presetSubtype="3" fill="hold" nodeType="after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strips(upRight)">
                                      <p:cBhvr>
                                        <p:cTn id="74" dur="500"/>
                                        <p:tgtEl>
                                          <p:spTgt spid="26"/>
                                        </p:tgtEl>
                                      </p:cBhvr>
                                    </p:animEffect>
                                  </p:childTnLst>
                                </p:cTn>
                              </p:par>
                            </p:childTnLst>
                          </p:cTn>
                        </p:par>
                        <p:par>
                          <p:cTn id="75" fill="hold">
                            <p:stCondLst>
                              <p:cond delay="7500"/>
                            </p:stCondLst>
                            <p:childTnLst>
                              <p:par>
                                <p:cTn id="76" presetID="53" presetClass="entr" presetSubtype="16" fill="hold" nodeType="afterEffect">
                                  <p:stCondLst>
                                    <p:cond delay="0"/>
                                  </p:stCondLst>
                                  <p:childTnLst>
                                    <p:set>
                                      <p:cBhvr>
                                        <p:cTn id="77" dur="1" fill="hold">
                                          <p:stCondLst>
                                            <p:cond delay="0"/>
                                          </p:stCondLst>
                                        </p:cTn>
                                        <p:tgtEl>
                                          <p:spTgt spid="8"/>
                                        </p:tgtEl>
                                        <p:attrNameLst>
                                          <p:attrName>style.visibility</p:attrName>
                                        </p:attrNameLst>
                                      </p:cBhvr>
                                      <p:to>
                                        <p:strVal val="visible"/>
                                      </p:to>
                                    </p:set>
                                    <p:anim calcmode="lin" valueType="num">
                                      <p:cBhvr>
                                        <p:cTn id="78" dur="500" fill="hold"/>
                                        <p:tgtEl>
                                          <p:spTgt spid="8"/>
                                        </p:tgtEl>
                                        <p:attrNameLst>
                                          <p:attrName>ppt_w</p:attrName>
                                        </p:attrNameLst>
                                      </p:cBhvr>
                                      <p:tavLst>
                                        <p:tav tm="0">
                                          <p:val>
                                            <p:fltVal val="0"/>
                                          </p:val>
                                        </p:tav>
                                        <p:tav tm="100000">
                                          <p:val>
                                            <p:strVal val="#ppt_w"/>
                                          </p:val>
                                        </p:tav>
                                      </p:tavLst>
                                    </p:anim>
                                    <p:anim calcmode="lin" valueType="num">
                                      <p:cBhvr>
                                        <p:cTn id="79" dur="500" fill="hold"/>
                                        <p:tgtEl>
                                          <p:spTgt spid="8"/>
                                        </p:tgtEl>
                                        <p:attrNameLst>
                                          <p:attrName>ppt_h</p:attrName>
                                        </p:attrNameLst>
                                      </p:cBhvr>
                                      <p:tavLst>
                                        <p:tav tm="0">
                                          <p:val>
                                            <p:fltVal val="0"/>
                                          </p:val>
                                        </p:tav>
                                        <p:tav tm="100000">
                                          <p:val>
                                            <p:strVal val="#ppt_h"/>
                                          </p:val>
                                        </p:tav>
                                      </p:tavLst>
                                    </p:anim>
                                    <p:animEffect transition="in" filter="fade">
                                      <p:cBhvr>
                                        <p:cTn id="80" dur="500"/>
                                        <p:tgtEl>
                                          <p:spTgt spid="8"/>
                                        </p:tgtEl>
                                      </p:cBhvr>
                                    </p:animEffect>
                                  </p:childTnLst>
                                </p:cTn>
                              </p:par>
                            </p:childTnLst>
                          </p:cTn>
                        </p:par>
                        <p:par>
                          <p:cTn id="81" fill="hold">
                            <p:stCondLst>
                              <p:cond delay="8000"/>
                            </p:stCondLst>
                            <p:childTnLst>
                              <p:par>
                                <p:cTn id="82" presetID="22" presetClass="entr" presetSubtype="4" fill="hold" nodeType="afterEffect">
                                  <p:stCondLst>
                                    <p:cond delay="0"/>
                                  </p:stCondLst>
                                  <p:childTnLst>
                                    <p:set>
                                      <p:cBhvr>
                                        <p:cTn id="83" dur="1" fill="hold">
                                          <p:stCondLst>
                                            <p:cond delay="0"/>
                                          </p:stCondLst>
                                        </p:cTn>
                                        <p:tgtEl>
                                          <p:spTgt spid="3"/>
                                        </p:tgtEl>
                                        <p:attrNameLst>
                                          <p:attrName>style.visibility</p:attrName>
                                        </p:attrNameLst>
                                      </p:cBhvr>
                                      <p:to>
                                        <p:strVal val="visible"/>
                                      </p:to>
                                    </p:set>
                                    <p:animEffect transition="in" filter="wipe(down)">
                                      <p:cBhvr>
                                        <p:cTn id="84" dur="500"/>
                                        <p:tgtEl>
                                          <p:spTgt spid="3"/>
                                        </p:tgtEl>
                                      </p:cBhvr>
                                    </p:animEffect>
                                  </p:childTnLst>
                                </p:cTn>
                              </p:par>
                            </p:childTnLst>
                          </p:cTn>
                        </p:par>
                        <p:par>
                          <p:cTn id="85" fill="hold">
                            <p:stCondLst>
                              <p:cond delay="8500"/>
                            </p:stCondLst>
                            <p:childTnLst>
                              <p:par>
                                <p:cTn id="86" presetID="22" presetClass="entr" presetSubtype="1" fill="hold" grpId="0" nodeType="afterEffect">
                                  <p:stCondLst>
                                    <p:cond delay="0"/>
                                  </p:stCondLst>
                                  <p:childTnLst>
                                    <p:set>
                                      <p:cBhvr>
                                        <p:cTn id="87" dur="1" fill="hold">
                                          <p:stCondLst>
                                            <p:cond delay="0"/>
                                          </p:stCondLst>
                                        </p:cTn>
                                        <p:tgtEl>
                                          <p:spTgt spid="38"/>
                                        </p:tgtEl>
                                        <p:attrNameLst>
                                          <p:attrName>style.visibility</p:attrName>
                                        </p:attrNameLst>
                                      </p:cBhvr>
                                      <p:to>
                                        <p:strVal val="visible"/>
                                      </p:to>
                                    </p:set>
                                    <p:animEffect transition="in" filter="wipe(up)">
                                      <p:cBhvr>
                                        <p:cTn id="88" dur="500"/>
                                        <p:tgtEl>
                                          <p:spTgt spid="38"/>
                                        </p:tgtEl>
                                      </p:cBhvr>
                                    </p:animEffect>
                                  </p:childTnLst>
                                </p:cTn>
                              </p:par>
                              <p:par>
                                <p:cTn id="89" presetID="42" presetClass="entr" presetSubtype="0"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anim calcmode="lin" valueType="num">
                                      <p:cBhvr>
                                        <p:cTn id="92" dur="500" fill="hold"/>
                                        <p:tgtEl>
                                          <p:spTgt spid="25"/>
                                        </p:tgtEl>
                                        <p:attrNameLst>
                                          <p:attrName>ppt_x</p:attrName>
                                        </p:attrNameLst>
                                      </p:cBhvr>
                                      <p:tavLst>
                                        <p:tav tm="0">
                                          <p:val>
                                            <p:strVal val="#ppt_x"/>
                                          </p:val>
                                        </p:tav>
                                        <p:tav tm="100000">
                                          <p:val>
                                            <p:strVal val="#ppt_x"/>
                                          </p:val>
                                        </p:tav>
                                      </p:tavLst>
                                    </p:anim>
                                    <p:anim calcmode="lin" valueType="num">
                                      <p:cBhvr>
                                        <p:cTn id="93" dur="5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 grpId="0" animBg="1"/>
      <p:bldP spid="1030" grpId="0" animBg="1"/>
      <p:bldP spid="1031" grpId="0" animBg="1"/>
      <p:bldP spid="25" grpId="0"/>
      <p:bldP spid="38" grpId="0"/>
      <p:bldP spid="49" grpId="0"/>
      <p:bldP spid="50" grpId="0"/>
      <p:bldP spid="55" grpId="0"/>
      <p:bldP spid="5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7"/>
          <p:cNvSpPr txBox="1"/>
          <p:nvPr/>
        </p:nvSpPr>
        <p:spPr>
          <a:xfrm>
            <a:off x="950150" y="2173822"/>
            <a:ext cx="2968742" cy="454410"/>
          </a:xfrm>
          <a:prstGeom prst="rect">
            <a:avLst/>
          </a:prstGeom>
          <a:solidFill>
            <a:srgbClr val="0E8146"/>
          </a:solidFill>
        </p:spPr>
        <p:txBody>
          <a:bodyPr wrap="none" lIns="128578" tIns="64289" rIns="128578" bIns="64289" rtlCol="0">
            <a:spAutoFit/>
          </a:bodyPr>
          <a:lstStyle/>
          <a:p>
            <a:r>
              <a:rPr lang="zh-CN" altLang="en-US" sz="2109" dirty="0">
                <a:solidFill>
                  <a:schemeClr val="bg1"/>
                </a:solidFill>
              </a:rPr>
              <a:t>单击此添加文本关键字</a:t>
            </a:r>
            <a:endParaRPr lang="en-US" sz="2109" dirty="0">
              <a:solidFill>
                <a:schemeClr val="bg1"/>
              </a:solidFill>
            </a:endParaRPr>
          </a:p>
        </p:txBody>
      </p:sp>
      <p:sp>
        <p:nvSpPr>
          <p:cNvPr id="7" name="矩形 6"/>
          <p:cNvSpPr/>
          <p:nvPr/>
        </p:nvSpPr>
        <p:spPr>
          <a:xfrm>
            <a:off x="851937" y="2723895"/>
            <a:ext cx="5066562" cy="3207801"/>
          </a:xfrm>
          <a:prstGeom prst="rect">
            <a:avLst/>
          </a:prstGeom>
        </p:spPr>
        <p:txBody>
          <a:bodyPr wrap="square">
            <a:spAutoFit/>
          </a:bodyPr>
          <a:lstStyle/>
          <a:p>
            <a:pPr>
              <a:lnSpc>
                <a:spcPct val="200000"/>
              </a:lnSpc>
            </a:pPr>
            <a:r>
              <a:rPr lang="en-US" altLang="zh-CN" sz="1687" dirty="0">
                <a:solidFill>
                  <a:schemeClr val="tx1">
                    <a:lumMod val="75000"/>
                    <a:lumOff val="25000"/>
                  </a:schemeClr>
                </a:solidFill>
                <a:latin typeface="Helvetica" panose="020B0604020202020204" pitchFamily="34" charset="0"/>
              </a:rPr>
              <a:t>When tomorrow turns in today, yesterday, and someday that no more important in your memory, we suddenly realize that we are pushed forward by time. This is not a train in still in which you may feel forward when another train goes by. It is the truth that we've all grown up. And we become different. </a:t>
            </a:r>
            <a:endParaRPr lang="zh-CN" altLang="en-US" sz="1687" dirty="0">
              <a:solidFill>
                <a:schemeClr val="tx1">
                  <a:lumMod val="75000"/>
                  <a:lumOff val="25000"/>
                </a:schemeClr>
              </a:solidFill>
            </a:endParaRPr>
          </a:p>
        </p:txBody>
      </p:sp>
      <p:sp>
        <p:nvSpPr>
          <p:cNvPr id="9" name="任意多边形 8"/>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10" name="文本框 9"/>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11" name="文本框 10"/>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graphicFrame>
        <p:nvGraphicFramePr>
          <p:cNvPr id="14" name="图表 13"/>
          <p:cNvGraphicFramePr/>
          <p:nvPr/>
        </p:nvGraphicFramePr>
        <p:xfrm>
          <a:off x="6429375" y="2067883"/>
          <a:ext cx="5705757" cy="391366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88022146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353" y="1665707"/>
            <a:ext cx="12877094" cy="4613600"/>
            <a:chOff x="-251" y="971550"/>
            <a:chExt cx="9158050" cy="3400836"/>
          </a:xfrm>
          <a:solidFill>
            <a:srgbClr val="108036"/>
          </a:solidFill>
        </p:grpSpPr>
        <p:grpSp>
          <p:nvGrpSpPr>
            <p:cNvPr id="7" name="Group 6"/>
            <p:cNvGrpSpPr/>
            <p:nvPr/>
          </p:nvGrpSpPr>
          <p:grpSpPr>
            <a:xfrm>
              <a:off x="7316582" y="971550"/>
              <a:ext cx="1841217" cy="850209"/>
              <a:chOff x="7316582" y="971550"/>
              <a:chExt cx="1841217" cy="850209"/>
            </a:xfrm>
            <a:grpFill/>
          </p:grpSpPr>
          <p:sp>
            <p:nvSpPr>
              <p:cNvPr id="31" name="Round Single Corner Rectangle 30"/>
              <p:cNvSpPr/>
              <p:nvPr/>
            </p:nvSpPr>
            <p:spPr>
              <a:xfrm flipH="1">
                <a:off x="7316582" y="971550"/>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2" name="Rectangle 31"/>
              <p:cNvSpPr/>
              <p:nvPr/>
            </p:nvSpPr>
            <p:spPr>
              <a:xfrm>
                <a:off x="8230291" y="971550"/>
                <a:ext cx="927508" cy="8502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Group 8"/>
            <p:cNvGrpSpPr/>
            <p:nvPr/>
          </p:nvGrpSpPr>
          <p:grpSpPr>
            <a:xfrm>
              <a:off x="5486206" y="1821759"/>
              <a:ext cx="2744086" cy="850209"/>
              <a:chOff x="5486206" y="1821759"/>
              <a:chExt cx="2744086" cy="850209"/>
            </a:xfrm>
            <a:grpFill/>
          </p:grpSpPr>
          <p:sp>
            <p:nvSpPr>
              <p:cNvPr id="25" name="Round Single Corner Rectangle 24"/>
              <p:cNvSpPr/>
              <p:nvPr/>
            </p:nvSpPr>
            <p:spPr>
              <a:xfrm flipH="1">
                <a:off x="5486206" y="1821759"/>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25"/>
              <p:cNvSpPr/>
              <p:nvPr/>
            </p:nvSpPr>
            <p:spPr>
              <a:xfrm>
                <a:off x="6402590" y="1821759"/>
                <a:ext cx="913710" cy="8502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7" name="Round Single Corner Rectangle 26"/>
              <p:cNvSpPr/>
              <p:nvPr/>
            </p:nvSpPr>
            <p:spPr>
              <a:xfrm flipV="1">
                <a:off x="7316582" y="1821759"/>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8" name="Isosceles Triangle 27"/>
              <p:cNvSpPr/>
              <p:nvPr/>
            </p:nvSpPr>
            <p:spPr>
              <a:xfrm rot="5400000">
                <a:off x="7273447" y="2198347"/>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0" name="Group 9"/>
            <p:cNvGrpSpPr/>
            <p:nvPr/>
          </p:nvGrpSpPr>
          <p:grpSpPr>
            <a:xfrm>
              <a:off x="3658788" y="2671968"/>
              <a:ext cx="2741129" cy="850209"/>
              <a:chOff x="3658788" y="2671968"/>
              <a:chExt cx="2741129" cy="850209"/>
            </a:xfrm>
            <a:grpFill/>
          </p:grpSpPr>
          <p:sp>
            <p:nvSpPr>
              <p:cNvPr id="21" name="Round Single Corner Rectangle 20"/>
              <p:cNvSpPr/>
              <p:nvPr/>
            </p:nvSpPr>
            <p:spPr>
              <a:xfrm flipH="1">
                <a:off x="3658788" y="2671968"/>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2" name="Rectangle 21"/>
              <p:cNvSpPr/>
              <p:nvPr/>
            </p:nvSpPr>
            <p:spPr>
              <a:xfrm>
                <a:off x="4572497" y="2671968"/>
                <a:ext cx="913710" cy="8502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3" name="Round Single Corner Rectangle 22"/>
              <p:cNvSpPr/>
              <p:nvPr/>
            </p:nvSpPr>
            <p:spPr>
              <a:xfrm flipV="1">
                <a:off x="5486207" y="2671968"/>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4" name="Isosceles Triangle 23"/>
              <p:cNvSpPr/>
              <p:nvPr/>
            </p:nvSpPr>
            <p:spPr>
              <a:xfrm rot="5400000">
                <a:off x="5443548" y="3035711"/>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1" name="Group 10"/>
            <p:cNvGrpSpPr/>
            <p:nvPr/>
          </p:nvGrpSpPr>
          <p:grpSpPr>
            <a:xfrm>
              <a:off x="1831370" y="3522177"/>
              <a:ext cx="2741128" cy="850209"/>
              <a:chOff x="1831370" y="3522177"/>
              <a:chExt cx="2741128" cy="850209"/>
            </a:xfrm>
            <a:grpFill/>
          </p:grpSpPr>
          <p:sp>
            <p:nvSpPr>
              <p:cNvPr id="17" name="Rectangle 16"/>
              <p:cNvSpPr/>
              <p:nvPr/>
            </p:nvSpPr>
            <p:spPr>
              <a:xfrm>
                <a:off x="2745079" y="3522177"/>
                <a:ext cx="913710" cy="8502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18" name="Round Single Corner Rectangle 17"/>
              <p:cNvSpPr/>
              <p:nvPr/>
            </p:nvSpPr>
            <p:spPr>
              <a:xfrm flipH="1" flipV="1">
                <a:off x="1831370" y="3522177"/>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19" name="Round Single Corner Rectangle 18"/>
              <p:cNvSpPr/>
              <p:nvPr/>
            </p:nvSpPr>
            <p:spPr>
              <a:xfrm flipV="1">
                <a:off x="3658788" y="3522177"/>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20" name="Isosceles Triangle 19"/>
              <p:cNvSpPr/>
              <p:nvPr/>
            </p:nvSpPr>
            <p:spPr>
              <a:xfrm rot="5400000">
                <a:off x="3615935" y="3908056"/>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2" name="Group 11"/>
            <p:cNvGrpSpPr/>
            <p:nvPr/>
          </p:nvGrpSpPr>
          <p:grpSpPr>
            <a:xfrm>
              <a:off x="-251" y="2671968"/>
              <a:ext cx="2745331" cy="850209"/>
              <a:chOff x="-251" y="2671968"/>
              <a:chExt cx="2745331" cy="850209"/>
            </a:xfrm>
            <a:grpFill/>
          </p:grpSpPr>
          <p:sp>
            <p:nvSpPr>
              <p:cNvPr id="13" name="Rectangle 12"/>
              <p:cNvSpPr/>
              <p:nvPr/>
            </p:nvSpPr>
            <p:spPr>
              <a:xfrm>
                <a:off x="917661" y="2671968"/>
                <a:ext cx="913710" cy="8502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14" name="Round Single Corner Rectangle 13"/>
              <p:cNvSpPr/>
              <p:nvPr/>
            </p:nvSpPr>
            <p:spPr>
              <a:xfrm>
                <a:off x="1831370" y="2671968"/>
                <a:ext cx="913710" cy="850209"/>
              </a:xfrm>
              <a:prstGeom prst="round1Rect">
                <a:avLst>
                  <a:gd name="adj" fmla="val 50000"/>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15" name="Rectangle 14"/>
              <p:cNvSpPr/>
              <p:nvPr/>
            </p:nvSpPr>
            <p:spPr>
              <a:xfrm>
                <a:off x="-251" y="2671968"/>
                <a:ext cx="917912" cy="850209"/>
              </a:xfrm>
              <a:prstGeom prst="rect">
                <a:avLst/>
              </a:prstGeom>
              <a:solidFill>
                <a:srgbClr val="8CC94C">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16" name="Isosceles Triangle 15"/>
              <p:cNvSpPr/>
              <p:nvPr/>
            </p:nvSpPr>
            <p:spPr>
              <a:xfrm rot="5400000">
                <a:off x="1785948" y="3035711"/>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grpSp>
      </p:grpSp>
      <p:sp>
        <p:nvSpPr>
          <p:cNvPr id="34" name="Freeform 6"/>
          <p:cNvSpPr>
            <a:spLocks noChangeAspect="1" noEditPoints="1"/>
          </p:cNvSpPr>
          <p:nvPr/>
        </p:nvSpPr>
        <p:spPr bwMode="auto">
          <a:xfrm>
            <a:off x="1746857" y="4175508"/>
            <a:ext cx="346453" cy="381101"/>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11"/>
          <p:cNvSpPr>
            <a:spLocks noChangeAspect="1"/>
          </p:cNvSpPr>
          <p:nvPr/>
        </p:nvSpPr>
        <p:spPr bwMode="auto">
          <a:xfrm>
            <a:off x="6870675" y="4232891"/>
            <a:ext cx="427318" cy="277801"/>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16"/>
          <p:cNvSpPr>
            <a:spLocks noChangeAspect="1" noEditPoints="1"/>
          </p:cNvSpPr>
          <p:nvPr/>
        </p:nvSpPr>
        <p:spPr bwMode="auto">
          <a:xfrm>
            <a:off x="4300595" y="5358473"/>
            <a:ext cx="395281" cy="394831"/>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21"/>
          <p:cNvSpPr>
            <a:spLocks noChangeAspect="1" noEditPoints="1"/>
          </p:cNvSpPr>
          <p:nvPr/>
        </p:nvSpPr>
        <p:spPr bwMode="auto">
          <a:xfrm>
            <a:off x="12018868" y="1929898"/>
            <a:ext cx="393595" cy="350372"/>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26"/>
          <p:cNvSpPr>
            <a:spLocks noChangeAspect="1" noEditPoints="1"/>
          </p:cNvSpPr>
          <p:nvPr/>
        </p:nvSpPr>
        <p:spPr bwMode="auto">
          <a:xfrm>
            <a:off x="9523836" y="3064688"/>
            <a:ext cx="289961" cy="363025"/>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6430" tIns="48216" rIns="96430" bIns="48216" numCol="1" anchor="t" anchorCtr="0" compatLnSpc="1">
            <a:prstTxWarp prst="textNoShape">
              <a:avLst/>
            </a:prstTxWarp>
          </a:bodyPr>
          <a:lstStyle/>
          <a:p>
            <a:pPr>
              <a:lnSpc>
                <a:spcPct val="130000"/>
              </a:lnSpc>
            </a:pPr>
            <a:endParaRPr lang="en-US" sz="1686" dirty="0">
              <a:latin typeface="Arial" panose="020B0604020202020204" pitchFamily="34" charset="0"/>
              <a:ea typeface="微软雅黑" panose="020B0503020204020204" pitchFamily="34" charset="-122"/>
              <a:sym typeface="Arial" panose="020B0604020202020204" pitchFamily="34" charset="0"/>
            </a:endParaRPr>
          </a:p>
        </p:txBody>
      </p:sp>
      <p:sp>
        <p:nvSpPr>
          <p:cNvPr id="39" name="Title 13"/>
          <p:cNvSpPr txBox="1">
            <a:spLocks/>
          </p:cNvSpPr>
          <p:nvPr/>
        </p:nvSpPr>
        <p:spPr>
          <a:xfrm>
            <a:off x="1234689" y="4577709"/>
            <a:ext cx="1370785" cy="492058"/>
          </a:xfrm>
          <a:prstGeom prst="rect">
            <a:avLst/>
          </a:prstGeom>
        </p:spPr>
        <p:txBody>
          <a:bodyPr vert="horz" lIns="96430" tIns="48216" rIns="96430" bIns="48216"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30000"/>
              </a:lnSpc>
            </a:pPr>
            <a:r>
              <a:rPr lang="zh-CN" alt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rPr>
              <a:t>标题文字</a:t>
            </a:r>
            <a:endParaRPr 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Title 13"/>
          <p:cNvSpPr txBox="1">
            <a:spLocks/>
          </p:cNvSpPr>
          <p:nvPr/>
        </p:nvSpPr>
        <p:spPr>
          <a:xfrm>
            <a:off x="3812842" y="5707188"/>
            <a:ext cx="1370785" cy="492058"/>
          </a:xfrm>
          <a:prstGeom prst="rect">
            <a:avLst/>
          </a:prstGeom>
        </p:spPr>
        <p:txBody>
          <a:bodyPr vert="horz" lIns="96430" tIns="48216" rIns="96430" bIns="48216"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30000"/>
              </a:lnSpc>
            </a:pPr>
            <a:r>
              <a:rPr lang="zh-CN" alt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rPr>
              <a:t>标题文字</a:t>
            </a:r>
            <a:endParaRPr 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Title 13"/>
          <p:cNvSpPr txBox="1">
            <a:spLocks/>
          </p:cNvSpPr>
          <p:nvPr/>
        </p:nvSpPr>
        <p:spPr>
          <a:xfrm>
            <a:off x="6384117" y="4526648"/>
            <a:ext cx="1370785" cy="492058"/>
          </a:xfrm>
          <a:prstGeom prst="rect">
            <a:avLst/>
          </a:prstGeom>
        </p:spPr>
        <p:txBody>
          <a:bodyPr vert="horz" lIns="96430" tIns="48216" rIns="96430" bIns="48216"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30000"/>
              </a:lnSpc>
            </a:pPr>
            <a:r>
              <a:rPr lang="zh-CN" alt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rPr>
              <a:t>标题文字</a:t>
            </a:r>
            <a:endParaRPr 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Title 13"/>
          <p:cNvSpPr txBox="1">
            <a:spLocks/>
          </p:cNvSpPr>
          <p:nvPr/>
        </p:nvSpPr>
        <p:spPr>
          <a:xfrm>
            <a:off x="8983424" y="3403193"/>
            <a:ext cx="1370785" cy="492058"/>
          </a:xfrm>
          <a:prstGeom prst="rect">
            <a:avLst/>
          </a:prstGeom>
        </p:spPr>
        <p:txBody>
          <a:bodyPr vert="horz" lIns="96430" tIns="48216" rIns="96430" bIns="48216"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30000"/>
              </a:lnSpc>
            </a:pPr>
            <a:r>
              <a:rPr lang="zh-CN" alt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rPr>
              <a:t>标题文字</a:t>
            </a:r>
            <a:endParaRPr 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Title 13"/>
          <p:cNvSpPr txBox="1">
            <a:spLocks/>
          </p:cNvSpPr>
          <p:nvPr/>
        </p:nvSpPr>
        <p:spPr>
          <a:xfrm>
            <a:off x="11524416" y="2280270"/>
            <a:ext cx="1370785" cy="492058"/>
          </a:xfrm>
          <a:prstGeom prst="rect">
            <a:avLst/>
          </a:prstGeom>
        </p:spPr>
        <p:txBody>
          <a:bodyPr vert="horz" lIns="96430" tIns="48216" rIns="96430" bIns="48216"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30000"/>
              </a:lnSpc>
            </a:pPr>
            <a:r>
              <a:rPr lang="zh-CN" alt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rPr>
              <a:t>标题文字</a:t>
            </a:r>
            <a:endParaRPr lang="en-US" sz="1686"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文本框 58"/>
          <p:cNvSpPr txBox="1">
            <a:spLocks noChangeArrowheads="1"/>
          </p:cNvSpPr>
          <p:nvPr/>
        </p:nvSpPr>
        <p:spPr bwMode="auto">
          <a:xfrm>
            <a:off x="638494" y="3048576"/>
            <a:ext cx="2694708"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0" name="文本框 59"/>
          <p:cNvSpPr txBox="1"/>
          <p:nvPr/>
        </p:nvSpPr>
        <p:spPr>
          <a:xfrm>
            <a:off x="638495" y="2603049"/>
            <a:ext cx="3033528" cy="461537"/>
          </a:xfrm>
          <a:prstGeom prst="rect">
            <a:avLst/>
          </a:prstGeom>
          <a:noFill/>
        </p:spPr>
        <p:txBody>
          <a:bodyPr>
            <a:spAutoFit/>
          </a:bodyPr>
          <a:lstStyle/>
          <a:p>
            <a:pPr>
              <a:defRPr/>
            </a:pPr>
            <a:r>
              <a:rPr lang="en-US" altLang="zh-CN" sz="2399" dirty="0">
                <a:solidFill>
                  <a:schemeClr val="tx1">
                    <a:lumMod val="65000"/>
                    <a:lumOff val="35000"/>
                  </a:schemeClr>
                </a:solidFill>
                <a:latin typeface="Franklin Gothic Book" panose="020B0503020102020204" pitchFamily="34" charset="0"/>
              </a:rPr>
              <a:t> </a:t>
            </a: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sp>
        <p:nvSpPr>
          <p:cNvPr id="61" name="文本框 60"/>
          <p:cNvSpPr txBox="1">
            <a:spLocks noChangeArrowheads="1"/>
          </p:cNvSpPr>
          <p:nvPr/>
        </p:nvSpPr>
        <p:spPr bwMode="auto">
          <a:xfrm>
            <a:off x="6537524" y="5658899"/>
            <a:ext cx="2694708"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2" name="文本框 61"/>
          <p:cNvSpPr txBox="1"/>
          <p:nvPr/>
        </p:nvSpPr>
        <p:spPr>
          <a:xfrm>
            <a:off x="6537527" y="5213370"/>
            <a:ext cx="3033528" cy="461537"/>
          </a:xfrm>
          <a:prstGeom prst="rect">
            <a:avLst/>
          </a:prstGeom>
          <a:noFill/>
        </p:spPr>
        <p:txBody>
          <a:bodyPr>
            <a:spAutoFit/>
          </a:bodyPr>
          <a:lstStyle/>
          <a:p>
            <a:pPr>
              <a:defRPr/>
            </a:pPr>
            <a:r>
              <a:rPr lang="en-US" altLang="zh-CN" sz="2399" dirty="0">
                <a:solidFill>
                  <a:schemeClr val="tx1">
                    <a:lumMod val="65000"/>
                    <a:lumOff val="35000"/>
                  </a:schemeClr>
                </a:solidFill>
                <a:latin typeface="Franklin Gothic Book" panose="020B0503020102020204" pitchFamily="34" charset="0"/>
              </a:rPr>
              <a:t> </a:t>
            </a: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sp>
        <p:nvSpPr>
          <p:cNvPr id="63" name="文本框 62"/>
          <p:cNvSpPr txBox="1">
            <a:spLocks noChangeArrowheads="1"/>
          </p:cNvSpPr>
          <p:nvPr/>
        </p:nvSpPr>
        <p:spPr bwMode="auto">
          <a:xfrm>
            <a:off x="4989028" y="3078072"/>
            <a:ext cx="2694708"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4" name="文本框 63"/>
          <p:cNvSpPr txBox="1"/>
          <p:nvPr/>
        </p:nvSpPr>
        <p:spPr>
          <a:xfrm>
            <a:off x="4989029" y="2632543"/>
            <a:ext cx="3033528" cy="461537"/>
          </a:xfrm>
          <a:prstGeom prst="rect">
            <a:avLst/>
          </a:prstGeom>
          <a:noFill/>
        </p:spPr>
        <p:txBody>
          <a:bodyPr>
            <a:spAutoFit/>
          </a:bodyPr>
          <a:lstStyle/>
          <a:p>
            <a:pPr>
              <a:defRPr/>
            </a:pPr>
            <a:r>
              <a:rPr lang="en-US" altLang="zh-CN" sz="2399" dirty="0">
                <a:solidFill>
                  <a:schemeClr val="tx1">
                    <a:lumMod val="65000"/>
                    <a:lumOff val="35000"/>
                  </a:schemeClr>
                </a:solidFill>
                <a:latin typeface="Franklin Gothic Book" panose="020B0503020102020204" pitchFamily="34" charset="0"/>
              </a:rPr>
              <a:t> </a:t>
            </a: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sp>
        <p:nvSpPr>
          <p:cNvPr id="65" name="文本框 64"/>
          <p:cNvSpPr txBox="1">
            <a:spLocks noChangeArrowheads="1"/>
          </p:cNvSpPr>
          <p:nvPr/>
        </p:nvSpPr>
        <p:spPr bwMode="auto">
          <a:xfrm>
            <a:off x="7628845" y="2045742"/>
            <a:ext cx="2694708"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6" name="文本框 65"/>
          <p:cNvSpPr txBox="1"/>
          <p:nvPr/>
        </p:nvSpPr>
        <p:spPr>
          <a:xfrm>
            <a:off x="7628846" y="1600214"/>
            <a:ext cx="3033528" cy="461537"/>
          </a:xfrm>
          <a:prstGeom prst="rect">
            <a:avLst/>
          </a:prstGeom>
          <a:noFill/>
        </p:spPr>
        <p:txBody>
          <a:bodyPr>
            <a:spAutoFit/>
          </a:bodyPr>
          <a:lstStyle/>
          <a:p>
            <a:pPr>
              <a:defRPr/>
            </a:pPr>
            <a:r>
              <a:rPr lang="en-US" altLang="zh-CN" sz="2399" dirty="0">
                <a:solidFill>
                  <a:schemeClr val="tx1">
                    <a:lumMod val="65000"/>
                    <a:lumOff val="35000"/>
                  </a:schemeClr>
                </a:solidFill>
                <a:latin typeface="Franklin Gothic Book" panose="020B0503020102020204" pitchFamily="34" charset="0"/>
              </a:rPr>
              <a:t> </a:t>
            </a: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sp>
        <p:nvSpPr>
          <p:cNvPr id="67" name="文本框 66"/>
          <p:cNvSpPr txBox="1">
            <a:spLocks noChangeArrowheads="1"/>
          </p:cNvSpPr>
          <p:nvPr/>
        </p:nvSpPr>
        <p:spPr bwMode="auto">
          <a:xfrm>
            <a:off x="9192088" y="4523334"/>
            <a:ext cx="2694708" cy="722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68" name="文本框 67"/>
          <p:cNvSpPr txBox="1"/>
          <p:nvPr/>
        </p:nvSpPr>
        <p:spPr>
          <a:xfrm>
            <a:off x="9192090" y="4077806"/>
            <a:ext cx="3033528" cy="461537"/>
          </a:xfrm>
          <a:prstGeom prst="rect">
            <a:avLst/>
          </a:prstGeom>
          <a:noFill/>
        </p:spPr>
        <p:txBody>
          <a:bodyPr>
            <a:spAutoFit/>
          </a:bodyPr>
          <a:lstStyle/>
          <a:p>
            <a:pPr>
              <a:defRPr/>
            </a:pPr>
            <a:r>
              <a:rPr lang="en-US" altLang="zh-CN" sz="2399" dirty="0">
                <a:solidFill>
                  <a:schemeClr val="tx1">
                    <a:lumMod val="65000"/>
                    <a:lumOff val="35000"/>
                  </a:schemeClr>
                </a:solidFill>
                <a:latin typeface="Franklin Gothic Book" panose="020B0503020102020204" pitchFamily="34" charset="0"/>
              </a:rPr>
              <a:t> </a:t>
            </a:r>
            <a:r>
              <a:rPr lang="en-US" altLang="zh-CN" sz="2399" b="1"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b="1" dirty="0">
              <a:solidFill>
                <a:schemeClr val="tx1">
                  <a:lumMod val="65000"/>
                  <a:lumOff val="35000"/>
                </a:schemeClr>
              </a:solidFill>
              <a:latin typeface="Franklin Gothic Book" panose="020B0503020102020204" pitchFamily="34" charset="0"/>
            </a:endParaRPr>
          </a:p>
        </p:txBody>
      </p:sp>
      <p:sp>
        <p:nvSpPr>
          <p:cNvPr id="49" name="任意多边形 48"/>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50" name="文本框 49"/>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1" name="文本框 50"/>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3228620851"/>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000"/>
                                        <p:tgtEl>
                                          <p:spTgt spid="6"/>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34"/>
                                        </p:tgtEl>
                                        <p:attrNameLst>
                                          <p:attrName>style.visibility</p:attrName>
                                        </p:attrNameLst>
                                      </p:cBhvr>
                                      <p:to>
                                        <p:strVal val="visible"/>
                                      </p:to>
                                    </p:set>
                                    <p:animEffect transition="in" filter="wheel(1)">
                                      <p:cBhvr>
                                        <p:cTn id="11" dur="1000"/>
                                        <p:tgtEl>
                                          <p:spTgt spid="34"/>
                                        </p:tgtEl>
                                      </p:cBhvr>
                                    </p:animEffect>
                                  </p:childTnLst>
                                </p:cTn>
                              </p:par>
                            </p:childTnLst>
                          </p:cTn>
                        </p:par>
                        <p:par>
                          <p:cTn id="12" fill="hold">
                            <p:stCondLst>
                              <p:cond delay="2000"/>
                            </p:stCondLst>
                            <p:childTnLst>
                              <p:par>
                                <p:cTn id="13" presetID="16" presetClass="entr" presetSubtype="21" fill="hold" grpId="0"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barn(inVertical)">
                                      <p:cBhvr>
                                        <p:cTn id="15" dur="750"/>
                                        <p:tgtEl>
                                          <p:spTgt spid="39"/>
                                        </p:tgtEl>
                                      </p:cBhvr>
                                    </p:animEffect>
                                  </p:childTnLst>
                                </p:cTn>
                              </p:par>
                            </p:childTnLst>
                          </p:cTn>
                        </p:par>
                        <p:par>
                          <p:cTn id="16" fill="hold">
                            <p:stCondLst>
                              <p:cond delay="2750"/>
                            </p:stCondLst>
                            <p:childTnLst>
                              <p:par>
                                <p:cTn id="17" presetID="22" presetClass="entr" presetSubtype="1" fill="hold" grpId="0" nodeType="afterEffect">
                                  <p:stCondLst>
                                    <p:cond delay="0"/>
                                  </p:stCondLst>
                                  <p:childTnLst>
                                    <p:set>
                                      <p:cBhvr>
                                        <p:cTn id="18" dur="1" fill="hold">
                                          <p:stCondLst>
                                            <p:cond delay="0"/>
                                          </p:stCondLst>
                                        </p:cTn>
                                        <p:tgtEl>
                                          <p:spTgt spid="60"/>
                                        </p:tgtEl>
                                        <p:attrNameLst>
                                          <p:attrName>style.visibility</p:attrName>
                                        </p:attrNameLst>
                                      </p:cBhvr>
                                      <p:to>
                                        <p:strVal val="visible"/>
                                      </p:to>
                                    </p:set>
                                    <p:animEffect transition="in" filter="wipe(up)">
                                      <p:cBhvr>
                                        <p:cTn id="19" dur="500"/>
                                        <p:tgtEl>
                                          <p:spTgt spid="60"/>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59"/>
                                        </p:tgtEl>
                                        <p:attrNameLst>
                                          <p:attrName>style.visibility</p:attrName>
                                        </p:attrNameLst>
                                      </p:cBhvr>
                                      <p:to>
                                        <p:strVal val="visible"/>
                                      </p:to>
                                    </p:set>
                                    <p:animEffect transition="in" filter="fade">
                                      <p:cBhvr>
                                        <p:cTn id="22" dur="500"/>
                                        <p:tgtEl>
                                          <p:spTgt spid="59"/>
                                        </p:tgtEl>
                                      </p:cBhvr>
                                    </p:animEffect>
                                    <p:anim calcmode="lin" valueType="num">
                                      <p:cBhvr>
                                        <p:cTn id="23" dur="500" fill="hold"/>
                                        <p:tgtEl>
                                          <p:spTgt spid="59"/>
                                        </p:tgtEl>
                                        <p:attrNameLst>
                                          <p:attrName>ppt_x</p:attrName>
                                        </p:attrNameLst>
                                      </p:cBhvr>
                                      <p:tavLst>
                                        <p:tav tm="0">
                                          <p:val>
                                            <p:strVal val="#ppt_x"/>
                                          </p:val>
                                        </p:tav>
                                        <p:tav tm="100000">
                                          <p:val>
                                            <p:strVal val="#ppt_x"/>
                                          </p:val>
                                        </p:tav>
                                      </p:tavLst>
                                    </p:anim>
                                    <p:anim calcmode="lin" valueType="num">
                                      <p:cBhvr>
                                        <p:cTn id="24" dur="500" fill="hold"/>
                                        <p:tgtEl>
                                          <p:spTgt spid="59"/>
                                        </p:tgtEl>
                                        <p:attrNameLst>
                                          <p:attrName>ppt_y</p:attrName>
                                        </p:attrNameLst>
                                      </p:cBhvr>
                                      <p:tavLst>
                                        <p:tav tm="0">
                                          <p:val>
                                            <p:strVal val="#ppt_y+.1"/>
                                          </p:val>
                                        </p:tav>
                                        <p:tav tm="100000">
                                          <p:val>
                                            <p:strVal val="#ppt_y"/>
                                          </p:val>
                                        </p:tav>
                                      </p:tavLst>
                                    </p:anim>
                                  </p:childTnLst>
                                </p:cTn>
                              </p:par>
                            </p:childTnLst>
                          </p:cTn>
                        </p:par>
                        <p:par>
                          <p:cTn id="25" fill="hold">
                            <p:stCondLst>
                              <p:cond delay="3250"/>
                            </p:stCondLst>
                            <p:childTnLst>
                              <p:par>
                                <p:cTn id="26" presetID="21" presetClass="entr" presetSubtype="1" fill="hold" grpId="0" nodeType="after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wheel(1)">
                                      <p:cBhvr>
                                        <p:cTn id="28" dur="1000"/>
                                        <p:tgtEl>
                                          <p:spTgt spid="36"/>
                                        </p:tgtEl>
                                      </p:cBhvr>
                                    </p:animEffect>
                                  </p:childTnLst>
                                </p:cTn>
                              </p:par>
                            </p:childTnLst>
                          </p:cTn>
                        </p:par>
                        <p:par>
                          <p:cTn id="29" fill="hold">
                            <p:stCondLst>
                              <p:cond delay="4250"/>
                            </p:stCondLst>
                            <p:childTnLst>
                              <p:par>
                                <p:cTn id="30" presetID="16" presetClass="entr" presetSubtype="21" fill="hold" grpId="0" nodeType="after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barn(inVertical)">
                                      <p:cBhvr>
                                        <p:cTn id="32" dur="750"/>
                                        <p:tgtEl>
                                          <p:spTgt spid="40"/>
                                        </p:tgtEl>
                                      </p:cBhvr>
                                    </p:animEffect>
                                  </p:childTnLst>
                                </p:cTn>
                              </p:par>
                            </p:childTnLst>
                          </p:cTn>
                        </p:par>
                        <p:par>
                          <p:cTn id="33" fill="hold">
                            <p:stCondLst>
                              <p:cond delay="5000"/>
                            </p:stCondLst>
                            <p:childTnLst>
                              <p:par>
                                <p:cTn id="34" presetID="22" presetClass="entr" presetSubtype="1" fill="hold" grpId="0" nodeType="afterEffect">
                                  <p:stCondLst>
                                    <p:cond delay="0"/>
                                  </p:stCondLst>
                                  <p:childTnLst>
                                    <p:set>
                                      <p:cBhvr>
                                        <p:cTn id="35" dur="1" fill="hold">
                                          <p:stCondLst>
                                            <p:cond delay="0"/>
                                          </p:stCondLst>
                                        </p:cTn>
                                        <p:tgtEl>
                                          <p:spTgt spid="62"/>
                                        </p:tgtEl>
                                        <p:attrNameLst>
                                          <p:attrName>style.visibility</p:attrName>
                                        </p:attrNameLst>
                                      </p:cBhvr>
                                      <p:to>
                                        <p:strVal val="visible"/>
                                      </p:to>
                                    </p:set>
                                    <p:animEffect transition="in" filter="wipe(up)">
                                      <p:cBhvr>
                                        <p:cTn id="36" dur="500"/>
                                        <p:tgtEl>
                                          <p:spTgt spid="62"/>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fade">
                                      <p:cBhvr>
                                        <p:cTn id="39" dur="500"/>
                                        <p:tgtEl>
                                          <p:spTgt spid="61"/>
                                        </p:tgtEl>
                                      </p:cBhvr>
                                    </p:animEffect>
                                    <p:anim calcmode="lin" valueType="num">
                                      <p:cBhvr>
                                        <p:cTn id="40" dur="500" fill="hold"/>
                                        <p:tgtEl>
                                          <p:spTgt spid="61"/>
                                        </p:tgtEl>
                                        <p:attrNameLst>
                                          <p:attrName>ppt_x</p:attrName>
                                        </p:attrNameLst>
                                      </p:cBhvr>
                                      <p:tavLst>
                                        <p:tav tm="0">
                                          <p:val>
                                            <p:strVal val="#ppt_x"/>
                                          </p:val>
                                        </p:tav>
                                        <p:tav tm="100000">
                                          <p:val>
                                            <p:strVal val="#ppt_x"/>
                                          </p:val>
                                        </p:tav>
                                      </p:tavLst>
                                    </p:anim>
                                    <p:anim calcmode="lin" valueType="num">
                                      <p:cBhvr>
                                        <p:cTn id="41" dur="500" fill="hold"/>
                                        <p:tgtEl>
                                          <p:spTgt spid="61"/>
                                        </p:tgtEl>
                                        <p:attrNameLst>
                                          <p:attrName>ppt_y</p:attrName>
                                        </p:attrNameLst>
                                      </p:cBhvr>
                                      <p:tavLst>
                                        <p:tav tm="0">
                                          <p:val>
                                            <p:strVal val="#ppt_y+.1"/>
                                          </p:val>
                                        </p:tav>
                                        <p:tav tm="100000">
                                          <p:val>
                                            <p:strVal val="#ppt_y"/>
                                          </p:val>
                                        </p:tav>
                                      </p:tavLst>
                                    </p:anim>
                                  </p:childTnLst>
                                </p:cTn>
                              </p:par>
                            </p:childTnLst>
                          </p:cTn>
                        </p:par>
                        <p:par>
                          <p:cTn id="42" fill="hold">
                            <p:stCondLst>
                              <p:cond delay="5500"/>
                            </p:stCondLst>
                            <p:childTnLst>
                              <p:par>
                                <p:cTn id="43" presetID="21" presetClass="entr" presetSubtype="1" fill="hold" grpId="0" nodeType="after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wheel(1)">
                                      <p:cBhvr>
                                        <p:cTn id="45" dur="1000"/>
                                        <p:tgtEl>
                                          <p:spTgt spid="35"/>
                                        </p:tgtEl>
                                      </p:cBhvr>
                                    </p:animEffect>
                                  </p:childTnLst>
                                </p:cTn>
                              </p:par>
                            </p:childTnLst>
                          </p:cTn>
                        </p:par>
                        <p:par>
                          <p:cTn id="46" fill="hold">
                            <p:stCondLst>
                              <p:cond delay="6500"/>
                            </p:stCondLst>
                            <p:childTnLst>
                              <p:par>
                                <p:cTn id="47" presetID="16" presetClass="entr" presetSubtype="21" fill="hold" grpId="0" nodeType="after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barn(inVertical)">
                                      <p:cBhvr>
                                        <p:cTn id="49" dur="750"/>
                                        <p:tgtEl>
                                          <p:spTgt spid="41"/>
                                        </p:tgtEl>
                                      </p:cBhvr>
                                    </p:animEffect>
                                  </p:childTnLst>
                                </p:cTn>
                              </p:par>
                            </p:childTnLst>
                          </p:cTn>
                        </p:par>
                        <p:par>
                          <p:cTn id="50" fill="hold">
                            <p:stCondLst>
                              <p:cond delay="7250"/>
                            </p:stCondLst>
                            <p:childTnLst>
                              <p:par>
                                <p:cTn id="51" presetID="22" presetClass="entr" presetSubtype="1" fill="hold" grpId="0" nodeType="after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wipe(up)">
                                      <p:cBhvr>
                                        <p:cTn id="53" dur="500"/>
                                        <p:tgtEl>
                                          <p:spTgt spid="64"/>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anim calcmode="lin" valueType="num">
                                      <p:cBhvr>
                                        <p:cTn id="57" dur="500" fill="hold"/>
                                        <p:tgtEl>
                                          <p:spTgt spid="63"/>
                                        </p:tgtEl>
                                        <p:attrNameLst>
                                          <p:attrName>ppt_x</p:attrName>
                                        </p:attrNameLst>
                                      </p:cBhvr>
                                      <p:tavLst>
                                        <p:tav tm="0">
                                          <p:val>
                                            <p:strVal val="#ppt_x"/>
                                          </p:val>
                                        </p:tav>
                                        <p:tav tm="100000">
                                          <p:val>
                                            <p:strVal val="#ppt_x"/>
                                          </p:val>
                                        </p:tav>
                                      </p:tavLst>
                                    </p:anim>
                                    <p:anim calcmode="lin" valueType="num">
                                      <p:cBhvr>
                                        <p:cTn id="58" dur="500" fill="hold"/>
                                        <p:tgtEl>
                                          <p:spTgt spid="63"/>
                                        </p:tgtEl>
                                        <p:attrNameLst>
                                          <p:attrName>ppt_y</p:attrName>
                                        </p:attrNameLst>
                                      </p:cBhvr>
                                      <p:tavLst>
                                        <p:tav tm="0">
                                          <p:val>
                                            <p:strVal val="#ppt_y+.1"/>
                                          </p:val>
                                        </p:tav>
                                        <p:tav tm="100000">
                                          <p:val>
                                            <p:strVal val="#ppt_y"/>
                                          </p:val>
                                        </p:tav>
                                      </p:tavLst>
                                    </p:anim>
                                  </p:childTnLst>
                                </p:cTn>
                              </p:par>
                            </p:childTnLst>
                          </p:cTn>
                        </p:par>
                        <p:par>
                          <p:cTn id="59" fill="hold">
                            <p:stCondLst>
                              <p:cond delay="7750"/>
                            </p:stCondLst>
                            <p:childTnLst>
                              <p:par>
                                <p:cTn id="60" presetID="21" presetClass="entr" presetSubtype="1" fill="hold" grpId="0" nodeType="afterEffect">
                                  <p:stCondLst>
                                    <p:cond delay="0"/>
                                  </p:stCondLst>
                                  <p:childTnLst>
                                    <p:set>
                                      <p:cBhvr>
                                        <p:cTn id="61" dur="1" fill="hold">
                                          <p:stCondLst>
                                            <p:cond delay="0"/>
                                          </p:stCondLst>
                                        </p:cTn>
                                        <p:tgtEl>
                                          <p:spTgt spid="38"/>
                                        </p:tgtEl>
                                        <p:attrNameLst>
                                          <p:attrName>style.visibility</p:attrName>
                                        </p:attrNameLst>
                                      </p:cBhvr>
                                      <p:to>
                                        <p:strVal val="visible"/>
                                      </p:to>
                                    </p:set>
                                    <p:animEffect transition="in" filter="wheel(1)">
                                      <p:cBhvr>
                                        <p:cTn id="62" dur="1000"/>
                                        <p:tgtEl>
                                          <p:spTgt spid="38"/>
                                        </p:tgtEl>
                                      </p:cBhvr>
                                    </p:animEffect>
                                  </p:childTnLst>
                                </p:cTn>
                              </p:par>
                            </p:childTnLst>
                          </p:cTn>
                        </p:par>
                        <p:par>
                          <p:cTn id="63" fill="hold">
                            <p:stCondLst>
                              <p:cond delay="8750"/>
                            </p:stCondLst>
                            <p:childTnLst>
                              <p:par>
                                <p:cTn id="64" presetID="16" presetClass="entr" presetSubtype="21" fill="hold" grpId="0" nodeType="afterEffect">
                                  <p:stCondLst>
                                    <p:cond delay="0"/>
                                  </p:stCondLst>
                                  <p:childTnLst>
                                    <p:set>
                                      <p:cBhvr>
                                        <p:cTn id="65" dur="1" fill="hold">
                                          <p:stCondLst>
                                            <p:cond delay="0"/>
                                          </p:stCondLst>
                                        </p:cTn>
                                        <p:tgtEl>
                                          <p:spTgt spid="42"/>
                                        </p:tgtEl>
                                        <p:attrNameLst>
                                          <p:attrName>style.visibility</p:attrName>
                                        </p:attrNameLst>
                                      </p:cBhvr>
                                      <p:to>
                                        <p:strVal val="visible"/>
                                      </p:to>
                                    </p:set>
                                    <p:animEffect transition="in" filter="barn(inVertical)">
                                      <p:cBhvr>
                                        <p:cTn id="66" dur="750"/>
                                        <p:tgtEl>
                                          <p:spTgt spid="42"/>
                                        </p:tgtEl>
                                      </p:cBhvr>
                                    </p:animEffect>
                                  </p:childTnLst>
                                </p:cTn>
                              </p:par>
                            </p:childTnLst>
                          </p:cTn>
                        </p:par>
                        <p:par>
                          <p:cTn id="67" fill="hold">
                            <p:stCondLst>
                              <p:cond delay="9500"/>
                            </p:stCondLst>
                            <p:childTnLst>
                              <p:par>
                                <p:cTn id="68" presetID="22" presetClass="entr" presetSubtype="1" fill="hold" grpId="0" nodeType="afterEffect">
                                  <p:stCondLst>
                                    <p:cond delay="0"/>
                                  </p:stCondLst>
                                  <p:childTnLst>
                                    <p:set>
                                      <p:cBhvr>
                                        <p:cTn id="69" dur="1" fill="hold">
                                          <p:stCondLst>
                                            <p:cond delay="0"/>
                                          </p:stCondLst>
                                        </p:cTn>
                                        <p:tgtEl>
                                          <p:spTgt spid="68"/>
                                        </p:tgtEl>
                                        <p:attrNameLst>
                                          <p:attrName>style.visibility</p:attrName>
                                        </p:attrNameLst>
                                      </p:cBhvr>
                                      <p:to>
                                        <p:strVal val="visible"/>
                                      </p:to>
                                    </p:set>
                                    <p:animEffect transition="in" filter="wipe(up)">
                                      <p:cBhvr>
                                        <p:cTn id="70" dur="500"/>
                                        <p:tgtEl>
                                          <p:spTgt spid="68"/>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7"/>
                                        </p:tgtEl>
                                        <p:attrNameLst>
                                          <p:attrName>style.visibility</p:attrName>
                                        </p:attrNameLst>
                                      </p:cBhvr>
                                      <p:to>
                                        <p:strVal val="visible"/>
                                      </p:to>
                                    </p:set>
                                    <p:animEffect transition="in" filter="fade">
                                      <p:cBhvr>
                                        <p:cTn id="73" dur="500"/>
                                        <p:tgtEl>
                                          <p:spTgt spid="67"/>
                                        </p:tgtEl>
                                      </p:cBhvr>
                                    </p:animEffect>
                                    <p:anim calcmode="lin" valueType="num">
                                      <p:cBhvr>
                                        <p:cTn id="74" dur="500" fill="hold"/>
                                        <p:tgtEl>
                                          <p:spTgt spid="67"/>
                                        </p:tgtEl>
                                        <p:attrNameLst>
                                          <p:attrName>ppt_x</p:attrName>
                                        </p:attrNameLst>
                                      </p:cBhvr>
                                      <p:tavLst>
                                        <p:tav tm="0">
                                          <p:val>
                                            <p:strVal val="#ppt_x"/>
                                          </p:val>
                                        </p:tav>
                                        <p:tav tm="100000">
                                          <p:val>
                                            <p:strVal val="#ppt_x"/>
                                          </p:val>
                                        </p:tav>
                                      </p:tavLst>
                                    </p:anim>
                                    <p:anim calcmode="lin" valueType="num">
                                      <p:cBhvr>
                                        <p:cTn id="75" dur="500" fill="hold"/>
                                        <p:tgtEl>
                                          <p:spTgt spid="67"/>
                                        </p:tgtEl>
                                        <p:attrNameLst>
                                          <p:attrName>ppt_y</p:attrName>
                                        </p:attrNameLst>
                                      </p:cBhvr>
                                      <p:tavLst>
                                        <p:tav tm="0">
                                          <p:val>
                                            <p:strVal val="#ppt_y+.1"/>
                                          </p:val>
                                        </p:tav>
                                        <p:tav tm="100000">
                                          <p:val>
                                            <p:strVal val="#ppt_y"/>
                                          </p:val>
                                        </p:tav>
                                      </p:tavLst>
                                    </p:anim>
                                  </p:childTnLst>
                                </p:cTn>
                              </p:par>
                            </p:childTnLst>
                          </p:cTn>
                        </p:par>
                        <p:par>
                          <p:cTn id="76" fill="hold">
                            <p:stCondLst>
                              <p:cond delay="10000"/>
                            </p:stCondLst>
                            <p:childTnLst>
                              <p:par>
                                <p:cTn id="77" presetID="21" presetClass="entr" presetSubtype="1" fill="hold" grpId="0" nodeType="afterEffect">
                                  <p:stCondLst>
                                    <p:cond delay="0"/>
                                  </p:stCondLst>
                                  <p:childTnLst>
                                    <p:set>
                                      <p:cBhvr>
                                        <p:cTn id="78" dur="1" fill="hold">
                                          <p:stCondLst>
                                            <p:cond delay="0"/>
                                          </p:stCondLst>
                                        </p:cTn>
                                        <p:tgtEl>
                                          <p:spTgt spid="37"/>
                                        </p:tgtEl>
                                        <p:attrNameLst>
                                          <p:attrName>style.visibility</p:attrName>
                                        </p:attrNameLst>
                                      </p:cBhvr>
                                      <p:to>
                                        <p:strVal val="visible"/>
                                      </p:to>
                                    </p:set>
                                    <p:animEffect transition="in" filter="wheel(1)">
                                      <p:cBhvr>
                                        <p:cTn id="79" dur="1000"/>
                                        <p:tgtEl>
                                          <p:spTgt spid="37"/>
                                        </p:tgtEl>
                                      </p:cBhvr>
                                    </p:animEffect>
                                  </p:childTnLst>
                                </p:cTn>
                              </p:par>
                            </p:childTnLst>
                          </p:cTn>
                        </p:par>
                        <p:par>
                          <p:cTn id="80" fill="hold">
                            <p:stCondLst>
                              <p:cond delay="11000"/>
                            </p:stCondLst>
                            <p:childTnLst>
                              <p:par>
                                <p:cTn id="81" presetID="16" presetClass="entr" presetSubtype="21" fill="hold" grpId="0" nodeType="afterEffect">
                                  <p:stCondLst>
                                    <p:cond delay="0"/>
                                  </p:stCondLst>
                                  <p:childTnLst>
                                    <p:set>
                                      <p:cBhvr>
                                        <p:cTn id="82" dur="1" fill="hold">
                                          <p:stCondLst>
                                            <p:cond delay="0"/>
                                          </p:stCondLst>
                                        </p:cTn>
                                        <p:tgtEl>
                                          <p:spTgt spid="43"/>
                                        </p:tgtEl>
                                        <p:attrNameLst>
                                          <p:attrName>style.visibility</p:attrName>
                                        </p:attrNameLst>
                                      </p:cBhvr>
                                      <p:to>
                                        <p:strVal val="visible"/>
                                      </p:to>
                                    </p:set>
                                    <p:animEffect transition="in" filter="barn(inVertical)">
                                      <p:cBhvr>
                                        <p:cTn id="83" dur="750"/>
                                        <p:tgtEl>
                                          <p:spTgt spid="43"/>
                                        </p:tgtEl>
                                      </p:cBhvr>
                                    </p:animEffect>
                                  </p:childTnLst>
                                </p:cTn>
                              </p:par>
                            </p:childTnLst>
                          </p:cTn>
                        </p:par>
                        <p:par>
                          <p:cTn id="84" fill="hold">
                            <p:stCondLst>
                              <p:cond delay="11750"/>
                            </p:stCondLst>
                            <p:childTnLst>
                              <p:par>
                                <p:cTn id="85" presetID="22" presetClass="entr" presetSubtype="1" fill="hold" grpId="0" nodeType="afterEffect">
                                  <p:stCondLst>
                                    <p:cond delay="0"/>
                                  </p:stCondLst>
                                  <p:childTnLst>
                                    <p:set>
                                      <p:cBhvr>
                                        <p:cTn id="86" dur="1" fill="hold">
                                          <p:stCondLst>
                                            <p:cond delay="0"/>
                                          </p:stCondLst>
                                        </p:cTn>
                                        <p:tgtEl>
                                          <p:spTgt spid="66"/>
                                        </p:tgtEl>
                                        <p:attrNameLst>
                                          <p:attrName>style.visibility</p:attrName>
                                        </p:attrNameLst>
                                      </p:cBhvr>
                                      <p:to>
                                        <p:strVal val="visible"/>
                                      </p:to>
                                    </p:set>
                                    <p:animEffect transition="in" filter="wipe(up)">
                                      <p:cBhvr>
                                        <p:cTn id="87" dur="500"/>
                                        <p:tgtEl>
                                          <p:spTgt spid="66"/>
                                        </p:tgtEl>
                                      </p:cBhvr>
                                    </p:animEffect>
                                  </p:childTnLst>
                                </p:cTn>
                              </p:par>
                              <p:par>
                                <p:cTn id="88" presetID="42" presetClass="entr" presetSubtype="0" fill="hold" grpId="0" nodeType="withEffect">
                                  <p:stCondLst>
                                    <p:cond delay="0"/>
                                  </p:stCondLst>
                                  <p:childTnLst>
                                    <p:set>
                                      <p:cBhvr>
                                        <p:cTn id="89" dur="1" fill="hold">
                                          <p:stCondLst>
                                            <p:cond delay="0"/>
                                          </p:stCondLst>
                                        </p:cTn>
                                        <p:tgtEl>
                                          <p:spTgt spid="65"/>
                                        </p:tgtEl>
                                        <p:attrNameLst>
                                          <p:attrName>style.visibility</p:attrName>
                                        </p:attrNameLst>
                                      </p:cBhvr>
                                      <p:to>
                                        <p:strVal val="visible"/>
                                      </p:to>
                                    </p:set>
                                    <p:animEffect transition="in" filter="fade">
                                      <p:cBhvr>
                                        <p:cTn id="90" dur="500"/>
                                        <p:tgtEl>
                                          <p:spTgt spid="65"/>
                                        </p:tgtEl>
                                      </p:cBhvr>
                                    </p:animEffect>
                                    <p:anim calcmode="lin" valueType="num">
                                      <p:cBhvr>
                                        <p:cTn id="91" dur="500" fill="hold"/>
                                        <p:tgtEl>
                                          <p:spTgt spid="65"/>
                                        </p:tgtEl>
                                        <p:attrNameLst>
                                          <p:attrName>ppt_x</p:attrName>
                                        </p:attrNameLst>
                                      </p:cBhvr>
                                      <p:tavLst>
                                        <p:tav tm="0">
                                          <p:val>
                                            <p:strVal val="#ppt_x"/>
                                          </p:val>
                                        </p:tav>
                                        <p:tav tm="100000">
                                          <p:val>
                                            <p:strVal val="#ppt_x"/>
                                          </p:val>
                                        </p:tav>
                                      </p:tavLst>
                                    </p:anim>
                                    <p:anim calcmode="lin" valueType="num">
                                      <p:cBhvr>
                                        <p:cTn id="92" dur="500" fill="hold"/>
                                        <p:tgtEl>
                                          <p:spTgt spid="6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6" grpId="0" animBg="1"/>
      <p:bldP spid="37" grpId="0" animBg="1"/>
      <p:bldP spid="38" grpId="0" animBg="1"/>
      <p:bldP spid="39" grpId="0"/>
      <p:bldP spid="40" grpId="0"/>
      <p:bldP spid="41" grpId="0"/>
      <p:bldP spid="42" grpId="0"/>
      <p:bldP spid="43" grpId="0"/>
      <p:bldP spid="59" grpId="0"/>
      <p:bldP spid="60" grpId="0"/>
      <p:bldP spid="61" grpId="0"/>
      <p:bldP spid="62" grpId="0"/>
      <p:bldP spid="63" grpId="0"/>
      <p:bldP spid="64" grpId="0"/>
      <p:bldP spid="65" grpId="0"/>
      <p:bldP spid="66" grpId="0"/>
      <p:bldP spid="67" grpId="0"/>
      <p:bldP spid="68"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7" name="圆角矩形 6"/>
          <p:cNvSpPr/>
          <p:nvPr/>
        </p:nvSpPr>
        <p:spPr>
          <a:xfrm>
            <a:off x="1654488" y="1615627"/>
            <a:ext cx="9958287" cy="1532565"/>
          </a:xfrm>
          <a:prstGeom prst="roundRect">
            <a:avLst>
              <a:gd name="adj" fmla="val 3142"/>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9" name="圆角矩形 8"/>
          <p:cNvSpPr/>
          <p:nvPr/>
        </p:nvSpPr>
        <p:spPr>
          <a:xfrm>
            <a:off x="871103" y="1618489"/>
            <a:ext cx="661319" cy="661319"/>
          </a:xfrm>
          <a:prstGeom prst="roundRect">
            <a:avLst>
              <a:gd name="adj" fmla="val 10591"/>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6" name="矩形 15"/>
          <p:cNvSpPr/>
          <p:nvPr/>
        </p:nvSpPr>
        <p:spPr>
          <a:xfrm>
            <a:off x="4358727" y="2000397"/>
            <a:ext cx="7254046" cy="763020"/>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bg2">
                    <a:lumMod val="25000"/>
                  </a:schemeClr>
                </a:solidFill>
              </a:rPr>
              <a:t>在此添加关键字</a:t>
            </a:r>
          </a:p>
          <a:p>
            <a:pPr>
              <a:lnSpc>
                <a:spcPct val="150000"/>
              </a:lnSpc>
            </a:pPr>
            <a:r>
              <a:rPr lang="en-US" altLang="zh-CN" sz="1266" dirty="0">
                <a:solidFill>
                  <a:schemeClr val="bg2">
                    <a:lumMod val="25000"/>
                  </a:schemeClr>
                </a:solidFill>
              </a:rPr>
              <a:t>Lorem ipsum dolor sit amet, consectetuer adipiscing elit. Maecenas porttitor congue massa. </a:t>
            </a:r>
          </a:p>
        </p:txBody>
      </p:sp>
      <p:pic>
        <p:nvPicPr>
          <p:cNvPr id="17" name="图片 16"/>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821257" y="1779265"/>
            <a:ext cx="2370702" cy="1205288"/>
          </a:xfrm>
          <a:prstGeom prst="rect">
            <a:avLst/>
          </a:prstGeom>
        </p:spPr>
      </p:pic>
      <p:sp>
        <p:nvSpPr>
          <p:cNvPr id="18" name="文本框 17"/>
          <p:cNvSpPr txBox="1"/>
          <p:nvPr/>
        </p:nvSpPr>
        <p:spPr>
          <a:xfrm>
            <a:off x="972373" y="1569626"/>
            <a:ext cx="458780" cy="741613"/>
          </a:xfrm>
          <a:prstGeom prst="rect">
            <a:avLst/>
          </a:prstGeom>
          <a:noFill/>
        </p:spPr>
        <p:txBody>
          <a:bodyPr wrap="none" rtlCol="0">
            <a:spAutoFit/>
          </a:bodyPr>
          <a:lstStyle/>
          <a:p>
            <a:pPr algn="ctr"/>
            <a:r>
              <a:rPr lang="en-US" altLang="zh-CN" sz="4219" b="1" i="1" dirty="0">
                <a:solidFill>
                  <a:srgbClr val="95C53E"/>
                </a:solidFill>
              </a:rPr>
              <a:t>1</a:t>
            </a:r>
            <a:endParaRPr lang="zh-CN" altLang="en-US" sz="4219" b="1" i="1" dirty="0">
              <a:solidFill>
                <a:srgbClr val="95C53E"/>
              </a:solidFill>
            </a:endParaRPr>
          </a:p>
        </p:txBody>
      </p:sp>
      <p:sp>
        <p:nvSpPr>
          <p:cNvPr id="19" name="圆角矩形 18"/>
          <p:cNvSpPr/>
          <p:nvPr/>
        </p:nvSpPr>
        <p:spPr>
          <a:xfrm>
            <a:off x="1654488" y="3432651"/>
            <a:ext cx="9958287" cy="1532565"/>
          </a:xfrm>
          <a:prstGeom prst="roundRect">
            <a:avLst>
              <a:gd name="adj" fmla="val 3142"/>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20" name="圆角矩形 19"/>
          <p:cNvSpPr/>
          <p:nvPr/>
        </p:nvSpPr>
        <p:spPr>
          <a:xfrm>
            <a:off x="871103" y="3435513"/>
            <a:ext cx="661319" cy="661319"/>
          </a:xfrm>
          <a:prstGeom prst="roundRect">
            <a:avLst>
              <a:gd name="adj" fmla="val 10591"/>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21" name="矩形 20"/>
          <p:cNvSpPr/>
          <p:nvPr/>
        </p:nvSpPr>
        <p:spPr>
          <a:xfrm>
            <a:off x="4358727" y="3817421"/>
            <a:ext cx="7254046" cy="763020"/>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bg2">
                    <a:lumMod val="25000"/>
                  </a:schemeClr>
                </a:solidFill>
              </a:rPr>
              <a:t>在此添加关键字</a:t>
            </a:r>
          </a:p>
          <a:p>
            <a:pPr>
              <a:lnSpc>
                <a:spcPct val="150000"/>
              </a:lnSpc>
            </a:pPr>
            <a:r>
              <a:rPr lang="en-US" altLang="zh-CN" sz="1266" dirty="0">
                <a:solidFill>
                  <a:schemeClr val="bg2">
                    <a:lumMod val="25000"/>
                  </a:schemeClr>
                </a:solidFill>
              </a:rPr>
              <a:t>Lorem ipsum dolor sit amet, consectetuer adipiscing elit. Maecenas porttitor congue massa. </a:t>
            </a:r>
          </a:p>
        </p:txBody>
      </p:sp>
      <p:pic>
        <p:nvPicPr>
          <p:cNvPr id="22" name="图片 21"/>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821257" y="3596289"/>
            <a:ext cx="2370702" cy="1205288"/>
          </a:xfrm>
          <a:prstGeom prst="rect">
            <a:avLst/>
          </a:prstGeom>
        </p:spPr>
      </p:pic>
      <p:sp>
        <p:nvSpPr>
          <p:cNvPr id="23" name="文本框 22"/>
          <p:cNvSpPr txBox="1"/>
          <p:nvPr/>
        </p:nvSpPr>
        <p:spPr>
          <a:xfrm>
            <a:off x="972373" y="3386650"/>
            <a:ext cx="458780" cy="741613"/>
          </a:xfrm>
          <a:prstGeom prst="rect">
            <a:avLst/>
          </a:prstGeom>
          <a:noFill/>
        </p:spPr>
        <p:txBody>
          <a:bodyPr wrap="none" rtlCol="0">
            <a:spAutoFit/>
          </a:bodyPr>
          <a:lstStyle/>
          <a:p>
            <a:pPr algn="ctr"/>
            <a:r>
              <a:rPr lang="en-US" altLang="zh-CN" sz="4219" b="1" i="1" dirty="0">
                <a:solidFill>
                  <a:srgbClr val="95C53E"/>
                </a:solidFill>
              </a:rPr>
              <a:t>2</a:t>
            </a:r>
            <a:endParaRPr lang="zh-CN" altLang="en-US" sz="4219" b="1" i="1" dirty="0">
              <a:solidFill>
                <a:srgbClr val="95C53E"/>
              </a:solidFill>
            </a:endParaRPr>
          </a:p>
        </p:txBody>
      </p:sp>
      <p:sp>
        <p:nvSpPr>
          <p:cNvPr id="24" name="圆角矩形 23"/>
          <p:cNvSpPr/>
          <p:nvPr/>
        </p:nvSpPr>
        <p:spPr>
          <a:xfrm>
            <a:off x="1654488" y="5293716"/>
            <a:ext cx="9958287" cy="1532565"/>
          </a:xfrm>
          <a:prstGeom prst="roundRect">
            <a:avLst>
              <a:gd name="adj" fmla="val 3142"/>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25" name="圆角矩形 24"/>
          <p:cNvSpPr/>
          <p:nvPr/>
        </p:nvSpPr>
        <p:spPr>
          <a:xfrm>
            <a:off x="871103" y="5296578"/>
            <a:ext cx="661319" cy="661319"/>
          </a:xfrm>
          <a:prstGeom prst="roundRect">
            <a:avLst>
              <a:gd name="adj" fmla="val 10591"/>
            </a:avLst>
          </a:prstGeom>
          <a:noFill/>
          <a:ln>
            <a:solidFill>
              <a:srgbClr val="0E81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26" name="矩形 25"/>
          <p:cNvSpPr/>
          <p:nvPr/>
        </p:nvSpPr>
        <p:spPr>
          <a:xfrm>
            <a:off x="4358727" y="5678487"/>
            <a:ext cx="7254046" cy="763020"/>
          </a:xfrm>
          <a:prstGeom prst="rect">
            <a:avLst/>
          </a:prstGeom>
        </p:spPr>
        <p:txBody>
          <a:bodyPr wrap="square" lIns="128578" tIns="64289" rIns="128578" bIns="64289"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477" b="1" dirty="0">
                <a:solidFill>
                  <a:schemeClr val="bg2">
                    <a:lumMod val="25000"/>
                  </a:schemeClr>
                </a:solidFill>
              </a:rPr>
              <a:t>在此添加关键字</a:t>
            </a:r>
          </a:p>
          <a:p>
            <a:pPr>
              <a:lnSpc>
                <a:spcPct val="150000"/>
              </a:lnSpc>
            </a:pPr>
            <a:r>
              <a:rPr lang="en-US" altLang="zh-CN" sz="1266" dirty="0">
                <a:solidFill>
                  <a:schemeClr val="bg2">
                    <a:lumMod val="25000"/>
                  </a:schemeClr>
                </a:solidFill>
              </a:rPr>
              <a:t>Lorem ipsum dolor sit amet, consectetuer adipiscing elit. Maecenas porttitor congue massa. </a:t>
            </a:r>
          </a:p>
        </p:txBody>
      </p:sp>
      <p:pic>
        <p:nvPicPr>
          <p:cNvPr id="27" name="图片 26"/>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821257" y="5457446"/>
            <a:ext cx="2370702" cy="1205288"/>
          </a:xfrm>
          <a:prstGeom prst="rect">
            <a:avLst/>
          </a:prstGeom>
        </p:spPr>
      </p:pic>
      <p:sp>
        <p:nvSpPr>
          <p:cNvPr id="28" name="文本框 27"/>
          <p:cNvSpPr txBox="1"/>
          <p:nvPr/>
        </p:nvSpPr>
        <p:spPr>
          <a:xfrm>
            <a:off x="972373" y="5247715"/>
            <a:ext cx="458780" cy="741613"/>
          </a:xfrm>
          <a:prstGeom prst="rect">
            <a:avLst/>
          </a:prstGeom>
          <a:noFill/>
        </p:spPr>
        <p:txBody>
          <a:bodyPr wrap="none" rtlCol="0">
            <a:spAutoFit/>
          </a:bodyPr>
          <a:lstStyle/>
          <a:p>
            <a:pPr algn="ctr"/>
            <a:r>
              <a:rPr lang="en-US" altLang="zh-CN" sz="4219" b="1" i="1" dirty="0">
                <a:solidFill>
                  <a:srgbClr val="95C53E"/>
                </a:solidFill>
              </a:rPr>
              <a:t>3</a:t>
            </a:r>
            <a:endParaRPr lang="zh-CN" altLang="en-US" sz="4219" b="1" i="1" dirty="0">
              <a:solidFill>
                <a:srgbClr val="95C53E"/>
              </a:solidFill>
            </a:endParaRPr>
          </a:p>
        </p:txBody>
      </p:sp>
    </p:spTree>
    <p:extLst>
      <p:ext uri="{BB962C8B-B14F-4D97-AF65-F5344CB8AC3E}">
        <p14:creationId xmlns:p14="http://schemas.microsoft.com/office/powerpoint/2010/main" val="377423803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矩形 18"/>
          <p:cNvSpPr/>
          <p:nvPr/>
        </p:nvSpPr>
        <p:spPr>
          <a:xfrm>
            <a:off x="6387504" y="5181683"/>
            <a:ext cx="6470894" cy="934631"/>
          </a:xfrm>
          <a:prstGeom prst="rect">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7" name="矩形 16"/>
          <p:cNvSpPr/>
          <p:nvPr/>
        </p:nvSpPr>
        <p:spPr>
          <a:xfrm>
            <a:off x="6387504" y="4218762"/>
            <a:ext cx="6470894" cy="960557"/>
          </a:xfrm>
          <a:prstGeom prst="rect">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6" name="矩形 15"/>
          <p:cNvSpPr/>
          <p:nvPr/>
        </p:nvSpPr>
        <p:spPr>
          <a:xfrm>
            <a:off x="6387504" y="3255189"/>
            <a:ext cx="6470894" cy="960557"/>
          </a:xfrm>
          <a:prstGeom prst="rect">
            <a:avLst/>
          </a:prstGeom>
          <a:solidFill>
            <a:srgbClr val="0E81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5" name="矩形 14"/>
          <p:cNvSpPr/>
          <p:nvPr/>
        </p:nvSpPr>
        <p:spPr>
          <a:xfrm>
            <a:off x="6387504" y="2317542"/>
            <a:ext cx="6470894" cy="934631"/>
          </a:xfrm>
          <a:prstGeom prst="rect">
            <a:avLst/>
          </a:prstGeom>
          <a:solidFill>
            <a:srgbClr val="95C5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任意多边形 5"/>
          <p:cNvSpPr/>
          <p:nvPr/>
        </p:nvSpPr>
        <p:spPr>
          <a:xfrm>
            <a:off x="5098857" y="2319646"/>
            <a:ext cx="2524755" cy="932527"/>
          </a:xfrm>
          <a:custGeom>
            <a:avLst/>
            <a:gdLst>
              <a:gd name="connsiteX0" fmla="*/ 1620087 w 3338267"/>
              <a:gd name="connsiteY0" fmla="*/ 2113 h 1233000"/>
              <a:gd name="connsiteX1" fmla="*/ 3309410 w 3338267"/>
              <a:gd name="connsiteY1" fmla="*/ 1147343 h 1233000"/>
              <a:gd name="connsiteX2" fmla="*/ 3338267 w 3338267"/>
              <a:gd name="connsiteY2" fmla="*/ 1233000 h 1233000"/>
              <a:gd name="connsiteX3" fmla="*/ 0 w 3338267"/>
              <a:gd name="connsiteY3" fmla="*/ 1233000 h 1233000"/>
              <a:gd name="connsiteX4" fmla="*/ 20933 w 3338267"/>
              <a:gd name="connsiteY4" fmla="*/ 1142883 h 1233000"/>
              <a:gd name="connsiteX5" fmla="*/ 1229804 w 3338267"/>
              <a:gd name="connsiteY5" fmla="*/ 59840 h 1233000"/>
              <a:gd name="connsiteX6" fmla="*/ 1620087 w 3338267"/>
              <a:gd name="connsiteY6" fmla="*/ 2113 h 123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8267" h="1233000">
                <a:moveTo>
                  <a:pt x="1620087" y="2113"/>
                </a:moveTo>
                <a:cubicBezTo>
                  <a:pt x="2435631" y="-36784"/>
                  <a:pt x="3048126" y="465873"/>
                  <a:pt x="3309410" y="1147343"/>
                </a:cubicBezTo>
                <a:lnTo>
                  <a:pt x="3338267" y="1233000"/>
                </a:lnTo>
                <a:lnTo>
                  <a:pt x="0" y="1233000"/>
                </a:lnTo>
                <a:lnTo>
                  <a:pt x="20933" y="1142883"/>
                </a:lnTo>
                <a:cubicBezTo>
                  <a:pt x="182326" y="598551"/>
                  <a:pt x="683555" y="210454"/>
                  <a:pt x="1229804" y="59840"/>
                </a:cubicBezTo>
                <a:cubicBezTo>
                  <a:pt x="1364345" y="26899"/>
                  <a:pt x="1494619" y="8097"/>
                  <a:pt x="1620087" y="2113"/>
                </a:cubicBezTo>
                <a:close/>
              </a:path>
            </a:pathLst>
          </a:custGeom>
          <a:solidFill>
            <a:srgbClr val="95C53E"/>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7" name="任意多边形 6"/>
          <p:cNvSpPr/>
          <p:nvPr/>
        </p:nvSpPr>
        <p:spPr>
          <a:xfrm>
            <a:off x="4838486" y="4219953"/>
            <a:ext cx="2734049" cy="959366"/>
          </a:xfrm>
          <a:custGeom>
            <a:avLst/>
            <a:gdLst>
              <a:gd name="connsiteX0" fmla="*/ 62449 w 3614997"/>
              <a:gd name="connsiteY0" fmla="*/ 0 h 1268486"/>
              <a:gd name="connsiteX1" fmla="*/ 3614997 w 3614997"/>
              <a:gd name="connsiteY1" fmla="*/ 0 h 1268486"/>
              <a:gd name="connsiteX2" fmla="*/ 3611359 w 3614997"/>
              <a:gd name="connsiteY2" fmla="*/ 8959 h 1268486"/>
              <a:gd name="connsiteX3" fmla="*/ 3298821 w 3614997"/>
              <a:gd name="connsiteY3" fmla="*/ 473005 h 1268486"/>
              <a:gd name="connsiteX4" fmla="*/ 3136821 w 3614997"/>
              <a:gd name="connsiteY4" fmla="*/ 1205909 h 1268486"/>
              <a:gd name="connsiteX5" fmla="*/ 3163569 w 3614997"/>
              <a:gd name="connsiteY5" fmla="*/ 1268486 h 1268486"/>
              <a:gd name="connsiteX6" fmla="*/ 495090 w 3614997"/>
              <a:gd name="connsiteY6" fmla="*/ 1268486 h 1268486"/>
              <a:gd name="connsiteX7" fmla="*/ 493708 w 3614997"/>
              <a:gd name="connsiteY7" fmla="*/ 1265403 h 1268486"/>
              <a:gd name="connsiteX8" fmla="*/ 500851 w 3614997"/>
              <a:gd name="connsiteY8" fmla="*/ 965923 h 1268486"/>
              <a:gd name="connsiteX9" fmla="*/ 403220 w 3614997"/>
              <a:gd name="connsiteY9" fmla="*/ 680174 h 1268486"/>
              <a:gd name="connsiteX10" fmla="*/ 384170 w 3614997"/>
              <a:gd name="connsiteY10" fmla="*/ 377755 h 1268486"/>
              <a:gd name="connsiteX11" fmla="*/ 336545 w 3614997"/>
              <a:gd name="connsiteY11" fmla="*/ 292030 h 1268486"/>
              <a:gd name="connsiteX12" fmla="*/ 22220 w 3614997"/>
              <a:gd name="connsiteY12" fmla="*/ 53905 h 1268486"/>
              <a:gd name="connsiteX13" fmla="*/ 62449 w 3614997"/>
              <a:gd name="connsiteY13" fmla="*/ 0 h 126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4997" h="1268486">
                <a:moveTo>
                  <a:pt x="62449" y="0"/>
                </a:moveTo>
                <a:lnTo>
                  <a:pt x="3614997" y="0"/>
                </a:lnTo>
                <a:lnTo>
                  <a:pt x="3611359" y="8959"/>
                </a:lnTo>
                <a:cubicBezTo>
                  <a:pt x="3540913" y="164633"/>
                  <a:pt x="3440109" y="321399"/>
                  <a:pt x="3298821" y="473005"/>
                </a:cubicBezTo>
                <a:cubicBezTo>
                  <a:pt x="3129355" y="725815"/>
                  <a:pt x="3032815" y="910560"/>
                  <a:pt x="3136821" y="1205909"/>
                </a:cubicBezTo>
                <a:lnTo>
                  <a:pt x="3163569" y="1268486"/>
                </a:lnTo>
                <a:lnTo>
                  <a:pt x="495090" y="1268486"/>
                </a:lnTo>
                <a:lnTo>
                  <a:pt x="493708" y="1265403"/>
                </a:lnTo>
                <a:cubicBezTo>
                  <a:pt x="463942" y="1186338"/>
                  <a:pt x="450249" y="1091534"/>
                  <a:pt x="500851" y="965923"/>
                </a:cubicBezTo>
                <a:cubicBezTo>
                  <a:pt x="461163" y="894486"/>
                  <a:pt x="250027" y="882581"/>
                  <a:pt x="403220" y="680174"/>
                </a:cubicBezTo>
                <a:cubicBezTo>
                  <a:pt x="206370" y="457924"/>
                  <a:pt x="357183" y="419030"/>
                  <a:pt x="384170" y="377755"/>
                </a:cubicBezTo>
                <a:lnTo>
                  <a:pt x="336545" y="292030"/>
                </a:lnTo>
                <a:cubicBezTo>
                  <a:pt x="79370" y="286473"/>
                  <a:pt x="-56361" y="228530"/>
                  <a:pt x="22220" y="53905"/>
                </a:cubicBezTo>
                <a:lnTo>
                  <a:pt x="62449" y="0"/>
                </a:lnTo>
                <a:close/>
              </a:path>
            </a:pathLst>
          </a:custGeom>
          <a:solidFill>
            <a:srgbClr val="95C53E"/>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8" name="任意多边形 7"/>
          <p:cNvSpPr/>
          <p:nvPr/>
        </p:nvSpPr>
        <p:spPr>
          <a:xfrm>
            <a:off x="4888001" y="3256380"/>
            <a:ext cx="2797785" cy="959366"/>
          </a:xfrm>
          <a:custGeom>
            <a:avLst/>
            <a:gdLst>
              <a:gd name="connsiteX0" fmla="*/ 275709 w 3699271"/>
              <a:gd name="connsiteY0" fmla="*/ 0 h 1268486"/>
              <a:gd name="connsiteX1" fmla="*/ 3616957 w 3699271"/>
              <a:gd name="connsiteY1" fmla="*/ 0 h 1268486"/>
              <a:gd name="connsiteX2" fmla="*/ 3640330 w 3699271"/>
              <a:gd name="connsiteY2" fmla="*/ 69378 h 1268486"/>
              <a:gd name="connsiteX3" fmla="*/ 3600119 w 3699271"/>
              <a:gd name="connsiteY3" fmla="*/ 1155754 h 1268486"/>
              <a:gd name="connsiteX4" fmla="*/ 3554330 w 3699271"/>
              <a:gd name="connsiteY4" fmla="*/ 1268486 h 1268486"/>
              <a:gd name="connsiteX5" fmla="*/ 0 w 3699271"/>
              <a:gd name="connsiteY5" fmla="*/ 1268486 h 1268486"/>
              <a:gd name="connsiteX6" fmla="*/ 79580 w 3699271"/>
              <a:gd name="connsiteY6" fmla="*/ 1161851 h 1268486"/>
              <a:gd name="connsiteX7" fmla="*/ 316105 w 3699271"/>
              <a:gd name="connsiteY7" fmla="*/ 736128 h 1268486"/>
              <a:gd name="connsiteX8" fmla="*/ 262489 w 3699271"/>
              <a:gd name="connsiteY8" fmla="*/ 56913 h 1268486"/>
              <a:gd name="connsiteX9" fmla="*/ 275709 w 3699271"/>
              <a:gd name="connsiteY9" fmla="*/ 0 h 126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99271" h="1268486">
                <a:moveTo>
                  <a:pt x="275709" y="0"/>
                </a:moveTo>
                <a:lnTo>
                  <a:pt x="3616957" y="0"/>
                </a:lnTo>
                <a:lnTo>
                  <a:pt x="3640330" y="69378"/>
                </a:lnTo>
                <a:cubicBezTo>
                  <a:pt x="3697083" y="324767"/>
                  <a:pt x="3753836" y="730225"/>
                  <a:pt x="3600119" y="1155754"/>
                </a:cubicBezTo>
                <a:lnTo>
                  <a:pt x="3554330" y="1268486"/>
                </a:lnTo>
                <a:lnTo>
                  <a:pt x="0" y="1268486"/>
                </a:lnTo>
                <a:lnTo>
                  <a:pt x="79580" y="1161851"/>
                </a:lnTo>
                <a:cubicBezTo>
                  <a:pt x="183201" y="1013246"/>
                  <a:pt x="253002" y="881384"/>
                  <a:pt x="316105" y="736128"/>
                </a:cubicBezTo>
                <a:cubicBezTo>
                  <a:pt x="240302" y="492645"/>
                  <a:pt x="227155" y="264938"/>
                  <a:pt x="262489" y="56913"/>
                </a:cubicBezTo>
                <a:lnTo>
                  <a:pt x="275709" y="0"/>
                </a:lnTo>
                <a:close/>
              </a:path>
            </a:pathLst>
          </a:custGeom>
          <a:solidFill>
            <a:srgbClr val="0E8146"/>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9" name="任意多边形 8"/>
          <p:cNvSpPr/>
          <p:nvPr/>
        </p:nvSpPr>
        <p:spPr>
          <a:xfrm>
            <a:off x="5218339" y="5183526"/>
            <a:ext cx="2401430" cy="932788"/>
          </a:xfrm>
          <a:custGeom>
            <a:avLst/>
            <a:gdLst>
              <a:gd name="connsiteX0" fmla="*/ 0 w 3175205"/>
              <a:gd name="connsiteY0" fmla="*/ 0 h 1233344"/>
              <a:gd name="connsiteX1" fmla="*/ 2668480 w 3175205"/>
              <a:gd name="connsiteY1" fmla="*/ 0 h 1233344"/>
              <a:gd name="connsiteX2" fmla="*/ 2698955 w 3175205"/>
              <a:gd name="connsiteY2" fmla="*/ 71294 h 1233344"/>
              <a:gd name="connsiteX3" fmla="*/ 2987880 w 3175205"/>
              <a:gd name="connsiteY3" fmla="*/ 706294 h 1233344"/>
              <a:gd name="connsiteX4" fmla="*/ 3175205 w 3175205"/>
              <a:gd name="connsiteY4" fmla="*/ 1233344 h 1233344"/>
              <a:gd name="connsiteX5" fmla="*/ 574880 w 3175205"/>
              <a:gd name="connsiteY5" fmla="*/ 1233344 h 1233344"/>
              <a:gd name="connsiteX6" fmla="*/ 1022555 w 3175205"/>
              <a:gd name="connsiteY6" fmla="*/ 718994 h 1233344"/>
              <a:gd name="connsiteX7" fmla="*/ 860630 w 3175205"/>
              <a:gd name="connsiteY7" fmla="*/ 99869 h 1233344"/>
              <a:gd name="connsiteX8" fmla="*/ 31955 w 3175205"/>
              <a:gd name="connsiteY8" fmla="*/ 71294 h 1233344"/>
              <a:gd name="connsiteX9" fmla="*/ 0 w 3175205"/>
              <a:gd name="connsiteY9" fmla="*/ 0 h 12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5205" h="1233344">
                <a:moveTo>
                  <a:pt x="0" y="0"/>
                </a:moveTo>
                <a:lnTo>
                  <a:pt x="2668480" y="0"/>
                </a:lnTo>
                <a:lnTo>
                  <a:pt x="2698955" y="71294"/>
                </a:lnTo>
                <a:lnTo>
                  <a:pt x="2987880" y="706294"/>
                </a:lnTo>
                <a:lnTo>
                  <a:pt x="3175205" y="1233344"/>
                </a:lnTo>
                <a:lnTo>
                  <a:pt x="574880" y="1233344"/>
                </a:lnTo>
                <a:lnTo>
                  <a:pt x="1022555" y="718994"/>
                </a:lnTo>
                <a:cubicBezTo>
                  <a:pt x="1011443" y="584056"/>
                  <a:pt x="988424" y="322913"/>
                  <a:pt x="860630" y="99869"/>
                </a:cubicBezTo>
                <a:cubicBezTo>
                  <a:pt x="593930" y="116537"/>
                  <a:pt x="191498" y="323707"/>
                  <a:pt x="31955" y="71294"/>
                </a:cubicBezTo>
                <a:lnTo>
                  <a:pt x="0" y="0"/>
                </a:lnTo>
                <a:close/>
              </a:path>
            </a:pathLst>
          </a:custGeom>
          <a:solidFill>
            <a:srgbClr val="0E8146"/>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0" name="Freeform 341"/>
          <p:cNvSpPr>
            <a:spLocks noChangeAspect="1" noEditPoints="1"/>
          </p:cNvSpPr>
          <p:nvPr/>
        </p:nvSpPr>
        <p:spPr bwMode="auto">
          <a:xfrm>
            <a:off x="6031077" y="2635759"/>
            <a:ext cx="421299" cy="417633"/>
          </a:xfrm>
          <a:custGeom>
            <a:avLst/>
            <a:gdLst>
              <a:gd name="T0" fmla="*/ 54 w 115"/>
              <a:gd name="T1" fmla="*/ 60 h 114"/>
              <a:gd name="T2" fmla="*/ 115 w 115"/>
              <a:gd name="T3" fmla="*/ 60 h 114"/>
              <a:gd name="T4" fmla="*/ 115 w 115"/>
              <a:gd name="T5" fmla="*/ 114 h 114"/>
              <a:gd name="T6" fmla="*/ 54 w 115"/>
              <a:gd name="T7" fmla="*/ 104 h 114"/>
              <a:gd name="T8" fmla="*/ 54 w 115"/>
              <a:gd name="T9" fmla="*/ 60 h 114"/>
              <a:gd name="T10" fmla="*/ 0 w 115"/>
              <a:gd name="T11" fmla="*/ 60 h 114"/>
              <a:gd name="T12" fmla="*/ 47 w 115"/>
              <a:gd name="T13" fmla="*/ 60 h 114"/>
              <a:gd name="T14" fmla="*/ 47 w 115"/>
              <a:gd name="T15" fmla="*/ 103 h 114"/>
              <a:gd name="T16" fmla="*/ 0 w 115"/>
              <a:gd name="T17" fmla="*/ 97 h 114"/>
              <a:gd name="T18" fmla="*/ 0 w 115"/>
              <a:gd name="T19" fmla="*/ 60 h 114"/>
              <a:gd name="T20" fmla="*/ 47 w 115"/>
              <a:gd name="T21" fmla="*/ 9 h 114"/>
              <a:gd name="T22" fmla="*/ 47 w 115"/>
              <a:gd name="T23" fmla="*/ 53 h 114"/>
              <a:gd name="T24" fmla="*/ 0 w 115"/>
              <a:gd name="T25" fmla="*/ 53 h 114"/>
              <a:gd name="T26" fmla="*/ 0 w 115"/>
              <a:gd name="T27" fmla="*/ 15 h 114"/>
              <a:gd name="T28" fmla="*/ 47 w 115"/>
              <a:gd name="T29" fmla="*/ 9 h 114"/>
              <a:gd name="T30" fmla="*/ 115 w 115"/>
              <a:gd name="T31" fmla="*/ 0 h 114"/>
              <a:gd name="T32" fmla="*/ 115 w 115"/>
              <a:gd name="T33" fmla="*/ 53 h 114"/>
              <a:gd name="T34" fmla="*/ 54 w 115"/>
              <a:gd name="T35" fmla="*/ 53 h 114"/>
              <a:gd name="T36" fmla="*/ 54 w 115"/>
              <a:gd name="T37" fmla="*/ 8 h 114"/>
              <a:gd name="T38" fmla="*/ 115 w 115"/>
              <a:gd name="T3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14">
                <a:moveTo>
                  <a:pt x="54" y="60"/>
                </a:moveTo>
                <a:lnTo>
                  <a:pt x="115" y="60"/>
                </a:lnTo>
                <a:lnTo>
                  <a:pt x="115" y="114"/>
                </a:lnTo>
                <a:lnTo>
                  <a:pt x="54" y="104"/>
                </a:lnTo>
                <a:lnTo>
                  <a:pt x="54" y="60"/>
                </a:lnTo>
                <a:close/>
                <a:moveTo>
                  <a:pt x="0" y="60"/>
                </a:moveTo>
                <a:lnTo>
                  <a:pt x="47" y="60"/>
                </a:lnTo>
                <a:lnTo>
                  <a:pt x="47" y="103"/>
                </a:lnTo>
                <a:lnTo>
                  <a:pt x="0" y="97"/>
                </a:lnTo>
                <a:lnTo>
                  <a:pt x="0" y="60"/>
                </a:lnTo>
                <a:close/>
                <a:moveTo>
                  <a:pt x="47" y="9"/>
                </a:moveTo>
                <a:lnTo>
                  <a:pt x="47" y="53"/>
                </a:lnTo>
                <a:lnTo>
                  <a:pt x="0" y="53"/>
                </a:lnTo>
                <a:lnTo>
                  <a:pt x="0" y="15"/>
                </a:lnTo>
                <a:lnTo>
                  <a:pt x="47" y="9"/>
                </a:lnTo>
                <a:close/>
                <a:moveTo>
                  <a:pt x="115" y="0"/>
                </a:moveTo>
                <a:lnTo>
                  <a:pt x="115" y="53"/>
                </a:lnTo>
                <a:lnTo>
                  <a:pt x="54" y="53"/>
                </a:lnTo>
                <a:lnTo>
                  <a:pt x="54" y="8"/>
                </a:lnTo>
                <a:lnTo>
                  <a:pt x="115"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en-US" sz="1898" dirty="0"/>
          </a:p>
        </p:txBody>
      </p:sp>
      <p:sp>
        <p:nvSpPr>
          <p:cNvPr id="11" name="Freeform 343"/>
          <p:cNvSpPr>
            <a:spLocks noChangeAspect="1" noEditPoints="1"/>
          </p:cNvSpPr>
          <p:nvPr/>
        </p:nvSpPr>
        <p:spPr bwMode="auto">
          <a:xfrm>
            <a:off x="6031077" y="4526279"/>
            <a:ext cx="448573" cy="417633"/>
          </a:xfrm>
          <a:custGeom>
            <a:avLst/>
            <a:gdLst>
              <a:gd name="T0" fmla="*/ 109 w 116"/>
              <a:gd name="T1" fmla="*/ 93 h 108"/>
              <a:gd name="T2" fmla="*/ 112 w 116"/>
              <a:gd name="T3" fmla="*/ 101 h 108"/>
              <a:gd name="T4" fmla="*/ 112 w 116"/>
              <a:gd name="T5" fmla="*/ 108 h 108"/>
              <a:gd name="T6" fmla="*/ 109 w 116"/>
              <a:gd name="T7" fmla="*/ 105 h 108"/>
              <a:gd name="T8" fmla="*/ 101 w 116"/>
              <a:gd name="T9" fmla="*/ 101 h 108"/>
              <a:gd name="T10" fmla="*/ 100 w 116"/>
              <a:gd name="T11" fmla="*/ 95 h 108"/>
              <a:gd name="T12" fmla="*/ 105 w 116"/>
              <a:gd name="T13" fmla="*/ 92 h 108"/>
              <a:gd name="T14" fmla="*/ 20 w 116"/>
              <a:gd name="T15" fmla="*/ 95 h 108"/>
              <a:gd name="T16" fmla="*/ 20 w 116"/>
              <a:gd name="T17" fmla="*/ 99 h 108"/>
              <a:gd name="T18" fmla="*/ 9 w 116"/>
              <a:gd name="T19" fmla="*/ 104 h 108"/>
              <a:gd name="T20" fmla="*/ 11 w 116"/>
              <a:gd name="T21" fmla="*/ 92 h 108"/>
              <a:gd name="T22" fmla="*/ 99 w 116"/>
              <a:gd name="T23" fmla="*/ 76 h 108"/>
              <a:gd name="T24" fmla="*/ 104 w 116"/>
              <a:gd name="T25" fmla="*/ 85 h 108"/>
              <a:gd name="T26" fmla="*/ 99 w 116"/>
              <a:gd name="T27" fmla="*/ 91 h 108"/>
              <a:gd name="T28" fmla="*/ 95 w 116"/>
              <a:gd name="T29" fmla="*/ 89 h 108"/>
              <a:gd name="T30" fmla="*/ 91 w 116"/>
              <a:gd name="T31" fmla="*/ 80 h 108"/>
              <a:gd name="T32" fmla="*/ 97 w 116"/>
              <a:gd name="T33" fmla="*/ 76 h 108"/>
              <a:gd name="T34" fmla="*/ 114 w 116"/>
              <a:gd name="T35" fmla="*/ 47 h 108"/>
              <a:gd name="T36" fmla="*/ 114 w 116"/>
              <a:gd name="T37" fmla="*/ 67 h 108"/>
              <a:gd name="T38" fmla="*/ 100 w 116"/>
              <a:gd name="T39" fmla="*/ 66 h 108"/>
              <a:gd name="T40" fmla="*/ 97 w 116"/>
              <a:gd name="T41" fmla="*/ 61 h 108"/>
              <a:gd name="T42" fmla="*/ 89 w 116"/>
              <a:gd name="T43" fmla="*/ 47 h 108"/>
              <a:gd name="T44" fmla="*/ 71 w 116"/>
              <a:gd name="T45" fmla="*/ 55 h 108"/>
              <a:gd name="T46" fmla="*/ 45 w 116"/>
              <a:gd name="T47" fmla="*/ 67 h 108"/>
              <a:gd name="T48" fmla="*/ 30 w 116"/>
              <a:gd name="T49" fmla="*/ 47 h 108"/>
              <a:gd name="T50" fmla="*/ 2 w 116"/>
              <a:gd name="T51" fmla="*/ 67 h 108"/>
              <a:gd name="T52" fmla="*/ 2 w 116"/>
              <a:gd name="T53" fmla="*/ 47 h 108"/>
              <a:gd name="T54" fmla="*/ 50 w 116"/>
              <a:gd name="T55" fmla="*/ 28 h 108"/>
              <a:gd name="T56" fmla="*/ 58 w 116"/>
              <a:gd name="T57" fmla="*/ 36 h 108"/>
              <a:gd name="T58" fmla="*/ 25 w 116"/>
              <a:gd name="T59" fmla="*/ 91 h 108"/>
              <a:gd name="T60" fmla="*/ 15 w 116"/>
              <a:gd name="T61" fmla="*/ 88 h 108"/>
              <a:gd name="T62" fmla="*/ 24 w 116"/>
              <a:gd name="T63" fmla="*/ 67 h 108"/>
              <a:gd name="T64" fmla="*/ 47 w 116"/>
              <a:gd name="T65" fmla="*/ 28 h 108"/>
              <a:gd name="T66" fmla="*/ 63 w 116"/>
              <a:gd name="T67" fmla="*/ 10 h 108"/>
              <a:gd name="T68" fmla="*/ 78 w 116"/>
              <a:gd name="T69" fmla="*/ 34 h 108"/>
              <a:gd name="T70" fmla="*/ 88 w 116"/>
              <a:gd name="T71" fmla="*/ 54 h 108"/>
              <a:gd name="T72" fmla="*/ 89 w 116"/>
              <a:gd name="T73" fmla="*/ 57 h 108"/>
              <a:gd name="T74" fmla="*/ 91 w 116"/>
              <a:gd name="T75" fmla="*/ 59 h 108"/>
              <a:gd name="T76" fmla="*/ 95 w 116"/>
              <a:gd name="T77" fmla="*/ 66 h 108"/>
              <a:gd name="T78" fmla="*/ 96 w 116"/>
              <a:gd name="T79" fmla="*/ 70 h 108"/>
              <a:gd name="T80" fmla="*/ 92 w 116"/>
              <a:gd name="T81" fmla="*/ 74 h 108"/>
              <a:gd name="T82" fmla="*/ 85 w 116"/>
              <a:gd name="T83" fmla="*/ 75 h 108"/>
              <a:gd name="T84" fmla="*/ 74 w 116"/>
              <a:gd name="T85" fmla="*/ 50 h 108"/>
              <a:gd name="T86" fmla="*/ 63 w 116"/>
              <a:gd name="T87" fmla="*/ 27 h 108"/>
              <a:gd name="T88" fmla="*/ 54 w 116"/>
              <a:gd name="T89" fmla="*/ 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108">
                <a:moveTo>
                  <a:pt x="105" y="92"/>
                </a:moveTo>
                <a:lnTo>
                  <a:pt x="108" y="92"/>
                </a:lnTo>
                <a:lnTo>
                  <a:pt x="109" y="93"/>
                </a:lnTo>
                <a:lnTo>
                  <a:pt x="110" y="96"/>
                </a:lnTo>
                <a:lnTo>
                  <a:pt x="112" y="99"/>
                </a:lnTo>
                <a:lnTo>
                  <a:pt x="112" y="101"/>
                </a:lnTo>
                <a:lnTo>
                  <a:pt x="112" y="104"/>
                </a:lnTo>
                <a:lnTo>
                  <a:pt x="112" y="106"/>
                </a:lnTo>
                <a:lnTo>
                  <a:pt x="112" y="108"/>
                </a:lnTo>
                <a:lnTo>
                  <a:pt x="112" y="108"/>
                </a:lnTo>
                <a:lnTo>
                  <a:pt x="110" y="106"/>
                </a:lnTo>
                <a:lnTo>
                  <a:pt x="109" y="105"/>
                </a:lnTo>
                <a:lnTo>
                  <a:pt x="106" y="104"/>
                </a:lnTo>
                <a:lnTo>
                  <a:pt x="104" y="102"/>
                </a:lnTo>
                <a:lnTo>
                  <a:pt x="101" y="101"/>
                </a:lnTo>
                <a:lnTo>
                  <a:pt x="100" y="99"/>
                </a:lnTo>
                <a:lnTo>
                  <a:pt x="100" y="97"/>
                </a:lnTo>
                <a:lnTo>
                  <a:pt x="100" y="95"/>
                </a:lnTo>
                <a:lnTo>
                  <a:pt x="101" y="95"/>
                </a:lnTo>
                <a:lnTo>
                  <a:pt x="102" y="93"/>
                </a:lnTo>
                <a:lnTo>
                  <a:pt x="105" y="92"/>
                </a:lnTo>
                <a:close/>
                <a:moveTo>
                  <a:pt x="12" y="91"/>
                </a:moveTo>
                <a:lnTo>
                  <a:pt x="13" y="91"/>
                </a:lnTo>
                <a:lnTo>
                  <a:pt x="20" y="95"/>
                </a:lnTo>
                <a:lnTo>
                  <a:pt x="21" y="96"/>
                </a:lnTo>
                <a:lnTo>
                  <a:pt x="21" y="97"/>
                </a:lnTo>
                <a:lnTo>
                  <a:pt x="20" y="99"/>
                </a:lnTo>
                <a:lnTo>
                  <a:pt x="11" y="104"/>
                </a:lnTo>
                <a:lnTo>
                  <a:pt x="9" y="105"/>
                </a:lnTo>
                <a:lnTo>
                  <a:pt x="9" y="104"/>
                </a:lnTo>
                <a:lnTo>
                  <a:pt x="9" y="102"/>
                </a:lnTo>
                <a:lnTo>
                  <a:pt x="11" y="92"/>
                </a:lnTo>
                <a:lnTo>
                  <a:pt x="11" y="92"/>
                </a:lnTo>
                <a:lnTo>
                  <a:pt x="12" y="91"/>
                </a:lnTo>
                <a:close/>
                <a:moveTo>
                  <a:pt x="97" y="76"/>
                </a:moveTo>
                <a:lnTo>
                  <a:pt x="99" y="76"/>
                </a:lnTo>
                <a:lnTo>
                  <a:pt x="100" y="78"/>
                </a:lnTo>
                <a:lnTo>
                  <a:pt x="102" y="84"/>
                </a:lnTo>
                <a:lnTo>
                  <a:pt x="104" y="85"/>
                </a:lnTo>
                <a:lnTo>
                  <a:pt x="102" y="87"/>
                </a:lnTo>
                <a:lnTo>
                  <a:pt x="101" y="88"/>
                </a:lnTo>
                <a:lnTo>
                  <a:pt x="99" y="91"/>
                </a:lnTo>
                <a:lnTo>
                  <a:pt x="97" y="91"/>
                </a:lnTo>
                <a:lnTo>
                  <a:pt x="96" y="91"/>
                </a:lnTo>
                <a:lnTo>
                  <a:pt x="95" y="89"/>
                </a:lnTo>
                <a:lnTo>
                  <a:pt x="91" y="83"/>
                </a:lnTo>
                <a:lnTo>
                  <a:pt x="91" y="82"/>
                </a:lnTo>
                <a:lnTo>
                  <a:pt x="91" y="80"/>
                </a:lnTo>
                <a:lnTo>
                  <a:pt x="92" y="79"/>
                </a:lnTo>
                <a:lnTo>
                  <a:pt x="96" y="76"/>
                </a:lnTo>
                <a:lnTo>
                  <a:pt x="97" y="76"/>
                </a:lnTo>
                <a:close/>
                <a:moveTo>
                  <a:pt x="89" y="47"/>
                </a:moveTo>
                <a:lnTo>
                  <a:pt x="113" y="47"/>
                </a:lnTo>
                <a:lnTo>
                  <a:pt x="114" y="47"/>
                </a:lnTo>
                <a:lnTo>
                  <a:pt x="116" y="50"/>
                </a:lnTo>
                <a:lnTo>
                  <a:pt x="116" y="66"/>
                </a:lnTo>
                <a:lnTo>
                  <a:pt x="114" y="67"/>
                </a:lnTo>
                <a:lnTo>
                  <a:pt x="113" y="67"/>
                </a:lnTo>
                <a:lnTo>
                  <a:pt x="100" y="67"/>
                </a:lnTo>
                <a:lnTo>
                  <a:pt x="100" y="66"/>
                </a:lnTo>
                <a:lnTo>
                  <a:pt x="99" y="65"/>
                </a:lnTo>
                <a:lnTo>
                  <a:pt x="97" y="63"/>
                </a:lnTo>
                <a:lnTo>
                  <a:pt x="97" y="61"/>
                </a:lnTo>
                <a:lnTo>
                  <a:pt x="95" y="57"/>
                </a:lnTo>
                <a:lnTo>
                  <a:pt x="92" y="53"/>
                </a:lnTo>
                <a:lnTo>
                  <a:pt x="89" y="47"/>
                </a:lnTo>
                <a:close/>
                <a:moveTo>
                  <a:pt x="57" y="47"/>
                </a:moveTo>
                <a:lnTo>
                  <a:pt x="67" y="47"/>
                </a:lnTo>
                <a:lnTo>
                  <a:pt x="71" y="55"/>
                </a:lnTo>
                <a:lnTo>
                  <a:pt x="74" y="62"/>
                </a:lnTo>
                <a:lnTo>
                  <a:pt x="76" y="67"/>
                </a:lnTo>
                <a:lnTo>
                  <a:pt x="45" y="67"/>
                </a:lnTo>
                <a:lnTo>
                  <a:pt x="57" y="47"/>
                </a:lnTo>
                <a:close/>
                <a:moveTo>
                  <a:pt x="3" y="47"/>
                </a:moveTo>
                <a:lnTo>
                  <a:pt x="30" y="47"/>
                </a:lnTo>
                <a:lnTo>
                  <a:pt x="19" y="67"/>
                </a:lnTo>
                <a:lnTo>
                  <a:pt x="3" y="67"/>
                </a:lnTo>
                <a:lnTo>
                  <a:pt x="2" y="67"/>
                </a:lnTo>
                <a:lnTo>
                  <a:pt x="0" y="66"/>
                </a:lnTo>
                <a:lnTo>
                  <a:pt x="0" y="50"/>
                </a:lnTo>
                <a:lnTo>
                  <a:pt x="2" y="47"/>
                </a:lnTo>
                <a:lnTo>
                  <a:pt x="3" y="47"/>
                </a:lnTo>
                <a:close/>
                <a:moveTo>
                  <a:pt x="47" y="28"/>
                </a:moveTo>
                <a:lnTo>
                  <a:pt x="50" y="28"/>
                </a:lnTo>
                <a:lnTo>
                  <a:pt x="57" y="32"/>
                </a:lnTo>
                <a:lnTo>
                  <a:pt x="58" y="33"/>
                </a:lnTo>
                <a:lnTo>
                  <a:pt x="58" y="36"/>
                </a:lnTo>
                <a:lnTo>
                  <a:pt x="47" y="53"/>
                </a:lnTo>
                <a:lnTo>
                  <a:pt x="40" y="67"/>
                </a:lnTo>
                <a:lnTo>
                  <a:pt x="25" y="91"/>
                </a:lnTo>
                <a:lnTo>
                  <a:pt x="24" y="92"/>
                </a:lnTo>
                <a:lnTo>
                  <a:pt x="23" y="92"/>
                </a:lnTo>
                <a:lnTo>
                  <a:pt x="15" y="88"/>
                </a:lnTo>
                <a:lnTo>
                  <a:pt x="13" y="87"/>
                </a:lnTo>
                <a:lnTo>
                  <a:pt x="15" y="84"/>
                </a:lnTo>
                <a:lnTo>
                  <a:pt x="24" y="67"/>
                </a:lnTo>
                <a:lnTo>
                  <a:pt x="36" y="47"/>
                </a:lnTo>
                <a:lnTo>
                  <a:pt x="46" y="29"/>
                </a:lnTo>
                <a:lnTo>
                  <a:pt x="47" y="28"/>
                </a:lnTo>
                <a:close/>
                <a:moveTo>
                  <a:pt x="55" y="0"/>
                </a:moveTo>
                <a:lnTo>
                  <a:pt x="58" y="3"/>
                </a:lnTo>
                <a:lnTo>
                  <a:pt x="63" y="10"/>
                </a:lnTo>
                <a:lnTo>
                  <a:pt x="68" y="19"/>
                </a:lnTo>
                <a:lnTo>
                  <a:pt x="74" y="28"/>
                </a:lnTo>
                <a:lnTo>
                  <a:pt x="78" y="34"/>
                </a:lnTo>
                <a:lnTo>
                  <a:pt x="83" y="45"/>
                </a:lnTo>
                <a:lnTo>
                  <a:pt x="88" y="54"/>
                </a:lnTo>
                <a:lnTo>
                  <a:pt x="88" y="54"/>
                </a:lnTo>
                <a:lnTo>
                  <a:pt x="88" y="55"/>
                </a:lnTo>
                <a:lnTo>
                  <a:pt x="89" y="55"/>
                </a:lnTo>
                <a:lnTo>
                  <a:pt x="89" y="57"/>
                </a:lnTo>
                <a:lnTo>
                  <a:pt x="89" y="58"/>
                </a:lnTo>
                <a:lnTo>
                  <a:pt x="89" y="58"/>
                </a:lnTo>
                <a:lnTo>
                  <a:pt x="91" y="59"/>
                </a:lnTo>
                <a:lnTo>
                  <a:pt x="91" y="59"/>
                </a:lnTo>
                <a:lnTo>
                  <a:pt x="92" y="63"/>
                </a:lnTo>
                <a:lnTo>
                  <a:pt x="95" y="66"/>
                </a:lnTo>
                <a:lnTo>
                  <a:pt x="95" y="67"/>
                </a:lnTo>
                <a:lnTo>
                  <a:pt x="95" y="68"/>
                </a:lnTo>
                <a:lnTo>
                  <a:pt x="96" y="70"/>
                </a:lnTo>
                <a:lnTo>
                  <a:pt x="95" y="72"/>
                </a:lnTo>
                <a:lnTo>
                  <a:pt x="93" y="74"/>
                </a:lnTo>
                <a:lnTo>
                  <a:pt x="92" y="74"/>
                </a:lnTo>
                <a:lnTo>
                  <a:pt x="89" y="75"/>
                </a:lnTo>
                <a:lnTo>
                  <a:pt x="88" y="75"/>
                </a:lnTo>
                <a:lnTo>
                  <a:pt x="85" y="75"/>
                </a:lnTo>
                <a:lnTo>
                  <a:pt x="83" y="70"/>
                </a:lnTo>
                <a:lnTo>
                  <a:pt x="79" y="62"/>
                </a:lnTo>
                <a:lnTo>
                  <a:pt x="74" y="50"/>
                </a:lnTo>
                <a:lnTo>
                  <a:pt x="68" y="40"/>
                </a:lnTo>
                <a:lnTo>
                  <a:pt x="66" y="33"/>
                </a:lnTo>
                <a:lnTo>
                  <a:pt x="63" y="27"/>
                </a:lnTo>
                <a:lnTo>
                  <a:pt x="59" y="19"/>
                </a:lnTo>
                <a:lnTo>
                  <a:pt x="57" y="11"/>
                </a:lnTo>
                <a:lnTo>
                  <a:pt x="54" y="4"/>
                </a:lnTo>
                <a:lnTo>
                  <a:pt x="55"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en-US" sz="1898" dirty="0"/>
          </a:p>
        </p:txBody>
      </p:sp>
      <p:sp>
        <p:nvSpPr>
          <p:cNvPr id="12" name="Freeform 344"/>
          <p:cNvSpPr>
            <a:spLocks noChangeAspect="1" noEditPoints="1"/>
          </p:cNvSpPr>
          <p:nvPr/>
        </p:nvSpPr>
        <p:spPr bwMode="auto">
          <a:xfrm>
            <a:off x="6286894" y="3512017"/>
            <a:ext cx="356427" cy="417633"/>
          </a:xfrm>
          <a:custGeom>
            <a:avLst/>
            <a:gdLst>
              <a:gd name="T0" fmla="*/ 80 w 99"/>
              <a:gd name="T1" fmla="*/ 29 h 116"/>
              <a:gd name="T2" fmla="*/ 97 w 99"/>
              <a:gd name="T3" fmla="*/ 40 h 116"/>
              <a:gd name="T4" fmla="*/ 90 w 99"/>
              <a:gd name="T5" fmla="*/ 46 h 116"/>
              <a:gd name="T6" fmla="*/ 84 w 99"/>
              <a:gd name="T7" fmla="*/ 62 h 116"/>
              <a:gd name="T8" fmla="*/ 92 w 99"/>
              <a:gd name="T9" fmla="*/ 80 h 116"/>
              <a:gd name="T10" fmla="*/ 99 w 99"/>
              <a:gd name="T11" fmla="*/ 86 h 116"/>
              <a:gd name="T12" fmla="*/ 98 w 99"/>
              <a:gd name="T13" fmla="*/ 88 h 116"/>
              <a:gd name="T14" fmla="*/ 94 w 99"/>
              <a:gd name="T15" fmla="*/ 96 h 116"/>
              <a:gd name="T16" fmla="*/ 88 w 99"/>
              <a:gd name="T17" fmla="*/ 105 h 116"/>
              <a:gd name="T18" fmla="*/ 81 w 99"/>
              <a:gd name="T19" fmla="*/ 113 h 116"/>
              <a:gd name="T20" fmla="*/ 72 w 99"/>
              <a:gd name="T21" fmla="*/ 116 h 116"/>
              <a:gd name="T22" fmla="*/ 65 w 99"/>
              <a:gd name="T23" fmla="*/ 114 h 116"/>
              <a:gd name="T24" fmla="*/ 60 w 99"/>
              <a:gd name="T25" fmla="*/ 112 h 116"/>
              <a:gd name="T26" fmla="*/ 52 w 99"/>
              <a:gd name="T27" fmla="*/ 110 h 116"/>
              <a:gd name="T28" fmla="*/ 43 w 99"/>
              <a:gd name="T29" fmla="*/ 113 h 116"/>
              <a:gd name="T30" fmla="*/ 37 w 99"/>
              <a:gd name="T31" fmla="*/ 114 h 116"/>
              <a:gd name="T32" fmla="*/ 27 w 99"/>
              <a:gd name="T33" fmla="*/ 114 h 116"/>
              <a:gd name="T34" fmla="*/ 19 w 99"/>
              <a:gd name="T35" fmla="*/ 109 h 116"/>
              <a:gd name="T36" fmla="*/ 13 w 99"/>
              <a:gd name="T37" fmla="*/ 101 h 116"/>
              <a:gd name="T38" fmla="*/ 1 w 99"/>
              <a:gd name="T39" fmla="*/ 74 h 116"/>
              <a:gd name="T40" fmla="*/ 5 w 99"/>
              <a:gd name="T41" fmla="*/ 44 h 116"/>
              <a:gd name="T42" fmla="*/ 19 w 99"/>
              <a:gd name="T43" fmla="*/ 31 h 116"/>
              <a:gd name="T44" fmla="*/ 35 w 99"/>
              <a:gd name="T45" fmla="*/ 29 h 116"/>
              <a:gd name="T46" fmla="*/ 43 w 99"/>
              <a:gd name="T47" fmla="*/ 32 h 116"/>
              <a:gd name="T48" fmla="*/ 51 w 99"/>
              <a:gd name="T49" fmla="*/ 34 h 116"/>
              <a:gd name="T50" fmla="*/ 65 w 99"/>
              <a:gd name="T51" fmla="*/ 29 h 116"/>
              <a:gd name="T52" fmla="*/ 74 w 99"/>
              <a:gd name="T53" fmla="*/ 0 h 116"/>
              <a:gd name="T54" fmla="*/ 72 w 99"/>
              <a:gd name="T55" fmla="*/ 14 h 116"/>
              <a:gd name="T56" fmla="*/ 64 w 99"/>
              <a:gd name="T57" fmla="*/ 23 h 116"/>
              <a:gd name="T58" fmla="*/ 55 w 99"/>
              <a:gd name="T59" fmla="*/ 27 h 116"/>
              <a:gd name="T60" fmla="*/ 50 w 99"/>
              <a:gd name="T61" fmla="*/ 23 h 116"/>
              <a:gd name="T62" fmla="*/ 54 w 99"/>
              <a:gd name="T63" fmla="*/ 14 h 116"/>
              <a:gd name="T64" fmla="*/ 60 w 99"/>
              <a:gd name="T65" fmla="*/ 7 h 116"/>
              <a:gd name="T66" fmla="*/ 69 w 99"/>
              <a:gd name="T67"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 h="116">
                <a:moveTo>
                  <a:pt x="74" y="29"/>
                </a:moveTo>
                <a:lnTo>
                  <a:pt x="80" y="29"/>
                </a:lnTo>
                <a:lnTo>
                  <a:pt x="89" y="33"/>
                </a:lnTo>
                <a:lnTo>
                  <a:pt x="97" y="40"/>
                </a:lnTo>
                <a:lnTo>
                  <a:pt x="94" y="41"/>
                </a:lnTo>
                <a:lnTo>
                  <a:pt x="90" y="46"/>
                </a:lnTo>
                <a:lnTo>
                  <a:pt x="85" y="53"/>
                </a:lnTo>
                <a:lnTo>
                  <a:pt x="84" y="62"/>
                </a:lnTo>
                <a:lnTo>
                  <a:pt x="86" y="72"/>
                </a:lnTo>
                <a:lnTo>
                  <a:pt x="92" y="80"/>
                </a:lnTo>
                <a:lnTo>
                  <a:pt x="97" y="84"/>
                </a:lnTo>
                <a:lnTo>
                  <a:pt x="99" y="86"/>
                </a:lnTo>
                <a:lnTo>
                  <a:pt x="99" y="86"/>
                </a:lnTo>
                <a:lnTo>
                  <a:pt x="98" y="88"/>
                </a:lnTo>
                <a:lnTo>
                  <a:pt x="97" y="92"/>
                </a:lnTo>
                <a:lnTo>
                  <a:pt x="94" y="96"/>
                </a:lnTo>
                <a:lnTo>
                  <a:pt x="92" y="101"/>
                </a:lnTo>
                <a:lnTo>
                  <a:pt x="88" y="105"/>
                </a:lnTo>
                <a:lnTo>
                  <a:pt x="85" y="109"/>
                </a:lnTo>
                <a:lnTo>
                  <a:pt x="81" y="113"/>
                </a:lnTo>
                <a:lnTo>
                  <a:pt x="77" y="114"/>
                </a:lnTo>
                <a:lnTo>
                  <a:pt x="72" y="116"/>
                </a:lnTo>
                <a:lnTo>
                  <a:pt x="69" y="116"/>
                </a:lnTo>
                <a:lnTo>
                  <a:pt x="65" y="114"/>
                </a:lnTo>
                <a:lnTo>
                  <a:pt x="63" y="113"/>
                </a:lnTo>
                <a:lnTo>
                  <a:pt x="60" y="112"/>
                </a:lnTo>
                <a:lnTo>
                  <a:pt x="56" y="112"/>
                </a:lnTo>
                <a:lnTo>
                  <a:pt x="52" y="110"/>
                </a:lnTo>
                <a:lnTo>
                  <a:pt x="47" y="112"/>
                </a:lnTo>
                <a:lnTo>
                  <a:pt x="43" y="113"/>
                </a:lnTo>
                <a:lnTo>
                  <a:pt x="39" y="114"/>
                </a:lnTo>
                <a:lnTo>
                  <a:pt x="37" y="114"/>
                </a:lnTo>
                <a:lnTo>
                  <a:pt x="33" y="116"/>
                </a:lnTo>
                <a:lnTo>
                  <a:pt x="27" y="114"/>
                </a:lnTo>
                <a:lnTo>
                  <a:pt x="23" y="113"/>
                </a:lnTo>
                <a:lnTo>
                  <a:pt x="19" y="109"/>
                </a:lnTo>
                <a:lnTo>
                  <a:pt x="16" y="105"/>
                </a:lnTo>
                <a:lnTo>
                  <a:pt x="13" y="101"/>
                </a:lnTo>
                <a:lnTo>
                  <a:pt x="5" y="88"/>
                </a:lnTo>
                <a:lnTo>
                  <a:pt x="1" y="74"/>
                </a:lnTo>
                <a:lnTo>
                  <a:pt x="0" y="58"/>
                </a:lnTo>
                <a:lnTo>
                  <a:pt x="5" y="44"/>
                </a:lnTo>
                <a:lnTo>
                  <a:pt x="12" y="36"/>
                </a:lnTo>
                <a:lnTo>
                  <a:pt x="19" y="31"/>
                </a:lnTo>
                <a:lnTo>
                  <a:pt x="30" y="29"/>
                </a:lnTo>
                <a:lnTo>
                  <a:pt x="35" y="29"/>
                </a:lnTo>
                <a:lnTo>
                  <a:pt x="39" y="31"/>
                </a:lnTo>
                <a:lnTo>
                  <a:pt x="43" y="32"/>
                </a:lnTo>
                <a:lnTo>
                  <a:pt x="47" y="33"/>
                </a:lnTo>
                <a:lnTo>
                  <a:pt x="51" y="34"/>
                </a:lnTo>
                <a:lnTo>
                  <a:pt x="56" y="32"/>
                </a:lnTo>
                <a:lnTo>
                  <a:pt x="65" y="29"/>
                </a:lnTo>
                <a:lnTo>
                  <a:pt x="74" y="29"/>
                </a:lnTo>
                <a:close/>
                <a:moveTo>
                  <a:pt x="74" y="0"/>
                </a:moveTo>
                <a:lnTo>
                  <a:pt x="73" y="8"/>
                </a:lnTo>
                <a:lnTo>
                  <a:pt x="72" y="14"/>
                </a:lnTo>
                <a:lnTo>
                  <a:pt x="68" y="19"/>
                </a:lnTo>
                <a:lnTo>
                  <a:pt x="64" y="23"/>
                </a:lnTo>
                <a:lnTo>
                  <a:pt x="60" y="25"/>
                </a:lnTo>
                <a:lnTo>
                  <a:pt x="55" y="27"/>
                </a:lnTo>
                <a:lnTo>
                  <a:pt x="50" y="28"/>
                </a:lnTo>
                <a:lnTo>
                  <a:pt x="50" y="23"/>
                </a:lnTo>
                <a:lnTo>
                  <a:pt x="51" y="17"/>
                </a:lnTo>
                <a:lnTo>
                  <a:pt x="54" y="14"/>
                </a:lnTo>
                <a:lnTo>
                  <a:pt x="56" y="10"/>
                </a:lnTo>
                <a:lnTo>
                  <a:pt x="60" y="7"/>
                </a:lnTo>
                <a:lnTo>
                  <a:pt x="64" y="3"/>
                </a:lnTo>
                <a:lnTo>
                  <a:pt x="69" y="2"/>
                </a:lnTo>
                <a:lnTo>
                  <a:pt x="74"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en-US" sz="1898" dirty="0"/>
          </a:p>
        </p:txBody>
      </p:sp>
      <p:sp>
        <p:nvSpPr>
          <p:cNvPr id="13" name="Freeform 345"/>
          <p:cNvSpPr>
            <a:spLocks noChangeAspect="1" noEditPoints="1"/>
          </p:cNvSpPr>
          <p:nvPr/>
        </p:nvSpPr>
        <p:spPr bwMode="auto">
          <a:xfrm>
            <a:off x="6387504" y="5400391"/>
            <a:ext cx="344362" cy="417633"/>
          </a:xfrm>
          <a:custGeom>
            <a:avLst/>
            <a:gdLst>
              <a:gd name="T0" fmla="*/ 91 w 94"/>
              <a:gd name="T1" fmla="*/ 36 h 114"/>
              <a:gd name="T2" fmla="*/ 94 w 94"/>
              <a:gd name="T3" fmla="*/ 42 h 114"/>
              <a:gd name="T4" fmla="*/ 94 w 94"/>
              <a:gd name="T5" fmla="*/ 74 h 114"/>
              <a:gd name="T6" fmla="*/ 88 w 94"/>
              <a:gd name="T7" fmla="*/ 77 h 114"/>
              <a:gd name="T8" fmla="*/ 82 w 94"/>
              <a:gd name="T9" fmla="*/ 74 h 114"/>
              <a:gd name="T10" fmla="*/ 81 w 94"/>
              <a:gd name="T11" fmla="*/ 42 h 114"/>
              <a:gd name="T12" fmla="*/ 85 w 94"/>
              <a:gd name="T13" fmla="*/ 36 h 114"/>
              <a:gd name="T14" fmla="*/ 17 w 94"/>
              <a:gd name="T15" fmla="*/ 35 h 114"/>
              <a:gd name="T16" fmla="*/ 77 w 94"/>
              <a:gd name="T17" fmla="*/ 84 h 114"/>
              <a:gd name="T18" fmla="*/ 74 w 94"/>
              <a:gd name="T19" fmla="*/ 90 h 114"/>
              <a:gd name="T20" fmla="*/ 65 w 94"/>
              <a:gd name="T21" fmla="*/ 91 h 114"/>
              <a:gd name="T22" fmla="*/ 65 w 94"/>
              <a:gd name="T23" fmla="*/ 107 h 114"/>
              <a:gd name="T24" fmla="*/ 63 w 94"/>
              <a:gd name="T25" fmla="*/ 112 h 114"/>
              <a:gd name="T26" fmla="*/ 56 w 94"/>
              <a:gd name="T27" fmla="*/ 112 h 114"/>
              <a:gd name="T28" fmla="*/ 52 w 94"/>
              <a:gd name="T29" fmla="*/ 107 h 114"/>
              <a:gd name="T30" fmla="*/ 53 w 94"/>
              <a:gd name="T31" fmla="*/ 91 h 114"/>
              <a:gd name="T32" fmla="*/ 42 w 94"/>
              <a:gd name="T33" fmla="*/ 93 h 114"/>
              <a:gd name="T34" fmla="*/ 40 w 94"/>
              <a:gd name="T35" fmla="*/ 110 h 114"/>
              <a:gd name="T36" fmla="*/ 35 w 94"/>
              <a:gd name="T37" fmla="*/ 114 h 114"/>
              <a:gd name="T38" fmla="*/ 29 w 94"/>
              <a:gd name="T39" fmla="*/ 110 h 114"/>
              <a:gd name="T40" fmla="*/ 29 w 94"/>
              <a:gd name="T41" fmla="*/ 93 h 114"/>
              <a:gd name="T42" fmla="*/ 23 w 94"/>
              <a:gd name="T43" fmla="*/ 91 h 114"/>
              <a:gd name="T44" fmla="*/ 18 w 94"/>
              <a:gd name="T45" fmla="*/ 87 h 114"/>
              <a:gd name="T46" fmla="*/ 17 w 94"/>
              <a:gd name="T47" fmla="*/ 35 h 114"/>
              <a:gd name="T48" fmla="*/ 9 w 94"/>
              <a:gd name="T49" fmla="*/ 36 h 114"/>
              <a:gd name="T50" fmla="*/ 13 w 94"/>
              <a:gd name="T51" fmla="*/ 42 h 114"/>
              <a:gd name="T52" fmla="*/ 12 w 94"/>
              <a:gd name="T53" fmla="*/ 74 h 114"/>
              <a:gd name="T54" fmla="*/ 6 w 94"/>
              <a:gd name="T55" fmla="*/ 77 h 114"/>
              <a:gd name="T56" fmla="*/ 1 w 94"/>
              <a:gd name="T57" fmla="*/ 74 h 114"/>
              <a:gd name="T58" fmla="*/ 0 w 94"/>
              <a:gd name="T59" fmla="*/ 42 h 114"/>
              <a:gd name="T60" fmla="*/ 2 w 94"/>
              <a:gd name="T61" fmla="*/ 36 h 114"/>
              <a:gd name="T62" fmla="*/ 60 w 94"/>
              <a:gd name="T63" fmla="*/ 15 h 114"/>
              <a:gd name="T64" fmla="*/ 57 w 94"/>
              <a:gd name="T65" fmla="*/ 17 h 114"/>
              <a:gd name="T66" fmla="*/ 57 w 94"/>
              <a:gd name="T67" fmla="*/ 21 h 114"/>
              <a:gd name="T68" fmla="*/ 60 w 94"/>
              <a:gd name="T69" fmla="*/ 22 h 114"/>
              <a:gd name="T70" fmla="*/ 63 w 94"/>
              <a:gd name="T71" fmla="*/ 21 h 114"/>
              <a:gd name="T72" fmla="*/ 63 w 94"/>
              <a:gd name="T73" fmla="*/ 17 h 114"/>
              <a:gd name="T74" fmla="*/ 60 w 94"/>
              <a:gd name="T75" fmla="*/ 15 h 114"/>
              <a:gd name="T76" fmla="*/ 33 w 94"/>
              <a:gd name="T77" fmla="*/ 15 h 114"/>
              <a:gd name="T78" fmla="*/ 31 w 94"/>
              <a:gd name="T79" fmla="*/ 18 h 114"/>
              <a:gd name="T80" fmla="*/ 33 w 94"/>
              <a:gd name="T81" fmla="*/ 22 h 114"/>
              <a:gd name="T82" fmla="*/ 35 w 94"/>
              <a:gd name="T83" fmla="*/ 22 h 114"/>
              <a:gd name="T84" fmla="*/ 38 w 94"/>
              <a:gd name="T85" fmla="*/ 18 h 114"/>
              <a:gd name="T86" fmla="*/ 35 w 94"/>
              <a:gd name="T87" fmla="*/ 15 h 114"/>
              <a:gd name="T88" fmla="*/ 29 w 94"/>
              <a:gd name="T89" fmla="*/ 0 h 114"/>
              <a:gd name="T90" fmla="*/ 31 w 94"/>
              <a:gd name="T91" fmla="*/ 4 h 114"/>
              <a:gd name="T92" fmla="*/ 34 w 94"/>
              <a:gd name="T93" fmla="*/ 8 h 114"/>
              <a:gd name="T94" fmla="*/ 47 w 94"/>
              <a:gd name="T95" fmla="*/ 5 h 114"/>
              <a:gd name="T96" fmla="*/ 60 w 94"/>
              <a:gd name="T97" fmla="*/ 8 h 114"/>
              <a:gd name="T98" fmla="*/ 63 w 94"/>
              <a:gd name="T99" fmla="*/ 4 h 114"/>
              <a:gd name="T100" fmla="*/ 65 w 94"/>
              <a:gd name="T101" fmla="*/ 0 h 114"/>
              <a:gd name="T102" fmla="*/ 67 w 94"/>
              <a:gd name="T103" fmla="*/ 0 h 114"/>
              <a:gd name="T104" fmla="*/ 64 w 94"/>
              <a:gd name="T105" fmla="*/ 5 h 114"/>
              <a:gd name="T106" fmla="*/ 61 w 94"/>
              <a:gd name="T107" fmla="*/ 9 h 114"/>
              <a:gd name="T108" fmla="*/ 76 w 94"/>
              <a:gd name="T109" fmla="*/ 22 h 114"/>
              <a:gd name="T110" fmla="*/ 17 w 94"/>
              <a:gd name="T111" fmla="*/ 31 h 114"/>
              <a:gd name="T112" fmla="*/ 25 w 94"/>
              <a:gd name="T113" fmla="*/ 14 h 114"/>
              <a:gd name="T114" fmla="*/ 31 w 94"/>
              <a:gd name="T115" fmla="*/ 6 h 114"/>
              <a:gd name="T116" fmla="*/ 27 w 94"/>
              <a:gd name="T117" fmla="*/ 1 h 114"/>
              <a:gd name="T118" fmla="*/ 27 w 94"/>
              <a:gd name="T11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 h="114">
                <a:moveTo>
                  <a:pt x="88" y="35"/>
                </a:moveTo>
                <a:lnTo>
                  <a:pt x="91" y="36"/>
                </a:lnTo>
                <a:lnTo>
                  <a:pt x="94" y="39"/>
                </a:lnTo>
                <a:lnTo>
                  <a:pt x="94" y="42"/>
                </a:lnTo>
                <a:lnTo>
                  <a:pt x="94" y="70"/>
                </a:lnTo>
                <a:lnTo>
                  <a:pt x="94" y="74"/>
                </a:lnTo>
                <a:lnTo>
                  <a:pt x="91" y="76"/>
                </a:lnTo>
                <a:lnTo>
                  <a:pt x="88" y="77"/>
                </a:lnTo>
                <a:lnTo>
                  <a:pt x="85" y="76"/>
                </a:lnTo>
                <a:lnTo>
                  <a:pt x="82" y="74"/>
                </a:lnTo>
                <a:lnTo>
                  <a:pt x="81" y="70"/>
                </a:lnTo>
                <a:lnTo>
                  <a:pt x="81" y="42"/>
                </a:lnTo>
                <a:lnTo>
                  <a:pt x="82" y="39"/>
                </a:lnTo>
                <a:lnTo>
                  <a:pt x="85" y="36"/>
                </a:lnTo>
                <a:lnTo>
                  <a:pt x="88" y="35"/>
                </a:lnTo>
                <a:close/>
                <a:moveTo>
                  <a:pt x="17" y="35"/>
                </a:moveTo>
                <a:lnTo>
                  <a:pt x="77" y="35"/>
                </a:lnTo>
                <a:lnTo>
                  <a:pt x="77" y="84"/>
                </a:lnTo>
                <a:lnTo>
                  <a:pt x="76" y="87"/>
                </a:lnTo>
                <a:lnTo>
                  <a:pt x="74" y="90"/>
                </a:lnTo>
                <a:lnTo>
                  <a:pt x="70" y="91"/>
                </a:lnTo>
                <a:lnTo>
                  <a:pt x="65" y="91"/>
                </a:lnTo>
                <a:lnTo>
                  <a:pt x="65" y="93"/>
                </a:lnTo>
                <a:lnTo>
                  <a:pt x="65" y="107"/>
                </a:lnTo>
                <a:lnTo>
                  <a:pt x="65" y="110"/>
                </a:lnTo>
                <a:lnTo>
                  <a:pt x="63" y="112"/>
                </a:lnTo>
                <a:lnTo>
                  <a:pt x="59" y="114"/>
                </a:lnTo>
                <a:lnTo>
                  <a:pt x="56" y="112"/>
                </a:lnTo>
                <a:lnTo>
                  <a:pt x="53" y="110"/>
                </a:lnTo>
                <a:lnTo>
                  <a:pt x="52" y="107"/>
                </a:lnTo>
                <a:lnTo>
                  <a:pt x="52" y="93"/>
                </a:lnTo>
                <a:lnTo>
                  <a:pt x="53" y="91"/>
                </a:lnTo>
                <a:lnTo>
                  <a:pt x="40" y="91"/>
                </a:lnTo>
                <a:lnTo>
                  <a:pt x="42" y="93"/>
                </a:lnTo>
                <a:lnTo>
                  <a:pt x="42" y="107"/>
                </a:lnTo>
                <a:lnTo>
                  <a:pt x="40" y="110"/>
                </a:lnTo>
                <a:lnTo>
                  <a:pt x="38" y="112"/>
                </a:lnTo>
                <a:lnTo>
                  <a:pt x="35" y="114"/>
                </a:lnTo>
                <a:lnTo>
                  <a:pt x="31" y="112"/>
                </a:lnTo>
                <a:lnTo>
                  <a:pt x="29" y="110"/>
                </a:lnTo>
                <a:lnTo>
                  <a:pt x="29" y="107"/>
                </a:lnTo>
                <a:lnTo>
                  <a:pt x="29" y="93"/>
                </a:lnTo>
                <a:lnTo>
                  <a:pt x="29" y="91"/>
                </a:lnTo>
                <a:lnTo>
                  <a:pt x="23" y="91"/>
                </a:lnTo>
                <a:lnTo>
                  <a:pt x="21" y="90"/>
                </a:lnTo>
                <a:lnTo>
                  <a:pt x="18" y="87"/>
                </a:lnTo>
                <a:lnTo>
                  <a:pt x="17" y="84"/>
                </a:lnTo>
                <a:lnTo>
                  <a:pt x="17" y="35"/>
                </a:lnTo>
                <a:close/>
                <a:moveTo>
                  <a:pt x="6" y="35"/>
                </a:moveTo>
                <a:lnTo>
                  <a:pt x="9" y="36"/>
                </a:lnTo>
                <a:lnTo>
                  <a:pt x="12" y="39"/>
                </a:lnTo>
                <a:lnTo>
                  <a:pt x="13" y="42"/>
                </a:lnTo>
                <a:lnTo>
                  <a:pt x="13" y="70"/>
                </a:lnTo>
                <a:lnTo>
                  <a:pt x="12" y="74"/>
                </a:lnTo>
                <a:lnTo>
                  <a:pt x="9" y="76"/>
                </a:lnTo>
                <a:lnTo>
                  <a:pt x="6" y="77"/>
                </a:lnTo>
                <a:lnTo>
                  <a:pt x="2" y="76"/>
                </a:lnTo>
                <a:lnTo>
                  <a:pt x="1" y="74"/>
                </a:lnTo>
                <a:lnTo>
                  <a:pt x="0" y="70"/>
                </a:lnTo>
                <a:lnTo>
                  <a:pt x="0" y="42"/>
                </a:lnTo>
                <a:lnTo>
                  <a:pt x="1" y="39"/>
                </a:lnTo>
                <a:lnTo>
                  <a:pt x="2" y="36"/>
                </a:lnTo>
                <a:lnTo>
                  <a:pt x="6" y="35"/>
                </a:lnTo>
                <a:close/>
                <a:moveTo>
                  <a:pt x="60" y="15"/>
                </a:moveTo>
                <a:lnTo>
                  <a:pt x="59" y="15"/>
                </a:lnTo>
                <a:lnTo>
                  <a:pt x="57" y="17"/>
                </a:lnTo>
                <a:lnTo>
                  <a:pt x="56" y="18"/>
                </a:lnTo>
                <a:lnTo>
                  <a:pt x="57" y="21"/>
                </a:lnTo>
                <a:lnTo>
                  <a:pt x="59" y="22"/>
                </a:lnTo>
                <a:lnTo>
                  <a:pt x="60" y="22"/>
                </a:lnTo>
                <a:lnTo>
                  <a:pt x="61" y="22"/>
                </a:lnTo>
                <a:lnTo>
                  <a:pt x="63" y="21"/>
                </a:lnTo>
                <a:lnTo>
                  <a:pt x="63" y="18"/>
                </a:lnTo>
                <a:lnTo>
                  <a:pt x="63" y="17"/>
                </a:lnTo>
                <a:lnTo>
                  <a:pt x="61" y="15"/>
                </a:lnTo>
                <a:lnTo>
                  <a:pt x="60" y="15"/>
                </a:lnTo>
                <a:close/>
                <a:moveTo>
                  <a:pt x="34" y="15"/>
                </a:moveTo>
                <a:lnTo>
                  <a:pt x="33" y="15"/>
                </a:lnTo>
                <a:lnTo>
                  <a:pt x="31" y="17"/>
                </a:lnTo>
                <a:lnTo>
                  <a:pt x="31" y="18"/>
                </a:lnTo>
                <a:lnTo>
                  <a:pt x="31" y="21"/>
                </a:lnTo>
                <a:lnTo>
                  <a:pt x="33" y="22"/>
                </a:lnTo>
                <a:lnTo>
                  <a:pt x="34" y="22"/>
                </a:lnTo>
                <a:lnTo>
                  <a:pt x="35" y="22"/>
                </a:lnTo>
                <a:lnTo>
                  <a:pt x="36" y="21"/>
                </a:lnTo>
                <a:lnTo>
                  <a:pt x="38" y="18"/>
                </a:lnTo>
                <a:lnTo>
                  <a:pt x="36" y="17"/>
                </a:lnTo>
                <a:lnTo>
                  <a:pt x="35" y="15"/>
                </a:lnTo>
                <a:lnTo>
                  <a:pt x="34" y="15"/>
                </a:lnTo>
                <a:close/>
                <a:moveTo>
                  <a:pt x="29" y="0"/>
                </a:moveTo>
                <a:lnTo>
                  <a:pt x="29" y="0"/>
                </a:lnTo>
                <a:lnTo>
                  <a:pt x="31" y="4"/>
                </a:lnTo>
                <a:lnTo>
                  <a:pt x="33" y="6"/>
                </a:lnTo>
                <a:lnTo>
                  <a:pt x="34" y="8"/>
                </a:lnTo>
                <a:lnTo>
                  <a:pt x="40" y="6"/>
                </a:lnTo>
                <a:lnTo>
                  <a:pt x="47" y="5"/>
                </a:lnTo>
                <a:lnTo>
                  <a:pt x="53" y="6"/>
                </a:lnTo>
                <a:lnTo>
                  <a:pt x="60" y="8"/>
                </a:lnTo>
                <a:lnTo>
                  <a:pt x="61" y="6"/>
                </a:lnTo>
                <a:lnTo>
                  <a:pt x="63" y="4"/>
                </a:lnTo>
                <a:lnTo>
                  <a:pt x="65" y="0"/>
                </a:lnTo>
                <a:lnTo>
                  <a:pt x="65" y="0"/>
                </a:lnTo>
                <a:lnTo>
                  <a:pt x="67" y="0"/>
                </a:lnTo>
                <a:lnTo>
                  <a:pt x="67" y="0"/>
                </a:lnTo>
                <a:lnTo>
                  <a:pt x="67" y="1"/>
                </a:lnTo>
                <a:lnTo>
                  <a:pt x="64" y="5"/>
                </a:lnTo>
                <a:lnTo>
                  <a:pt x="63" y="6"/>
                </a:lnTo>
                <a:lnTo>
                  <a:pt x="61" y="9"/>
                </a:lnTo>
                <a:lnTo>
                  <a:pt x="70" y="14"/>
                </a:lnTo>
                <a:lnTo>
                  <a:pt x="76" y="22"/>
                </a:lnTo>
                <a:lnTo>
                  <a:pt x="77" y="31"/>
                </a:lnTo>
                <a:lnTo>
                  <a:pt x="17" y="31"/>
                </a:lnTo>
                <a:lnTo>
                  <a:pt x="19" y="22"/>
                </a:lnTo>
                <a:lnTo>
                  <a:pt x="25" y="14"/>
                </a:lnTo>
                <a:lnTo>
                  <a:pt x="33" y="9"/>
                </a:lnTo>
                <a:lnTo>
                  <a:pt x="31" y="6"/>
                </a:lnTo>
                <a:lnTo>
                  <a:pt x="30" y="5"/>
                </a:lnTo>
                <a:lnTo>
                  <a:pt x="27" y="1"/>
                </a:lnTo>
                <a:lnTo>
                  <a:pt x="27" y="0"/>
                </a:lnTo>
                <a:lnTo>
                  <a:pt x="27" y="0"/>
                </a:lnTo>
                <a:lnTo>
                  <a:pt x="29"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en-US" sz="1898" dirty="0"/>
          </a:p>
        </p:txBody>
      </p:sp>
      <p:sp>
        <p:nvSpPr>
          <p:cNvPr id="20" name="TextBox 17"/>
          <p:cNvSpPr txBox="1"/>
          <p:nvPr/>
        </p:nvSpPr>
        <p:spPr>
          <a:xfrm>
            <a:off x="878272" y="2564237"/>
            <a:ext cx="2968742" cy="454410"/>
          </a:xfrm>
          <a:prstGeom prst="rect">
            <a:avLst/>
          </a:prstGeom>
          <a:solidFill>
            <a:srgbClr val="0E8146"/>
          </a:solidFill>
        </p:spPr>
        <p:txBody>
          <a:bodyPr wrap="none" lIns="128578" tIns="64289" rIns="128578" bIns="64289" rtlCol="0">
            <a:spAutoFit/>
          </a:bodyPr>
          <a:lstStyle/>
          <a:p>
            <a:r>
              <a:rPr lang="zh-CN" altLang="en-US" sz="2109" dirty="0">
                <a:solidFill>
                  <a:schemeClr val="bg1"/>
                </a:solidFill>
              </a:rPr>
              <a:t>单击此添加文本关键字</a:t>
            </a:r>
            <a:endParaRPr lang="en-US" sz="2109" dirty="0">
              <a:solidFill>
                <a:schemeClr val="bg1"/>
              </a:solidFill>
            </a:endParaRPr>
          </a:p>
        </p:txBody>
      </p:sp>
      <p:sp>
        <p:nvSpPr>
          <p:cNvPr id="21" name="矩形 20"/>
          <p:cNvSpPr/>
          <p:nvPr/>
        </p:nvSpPr>
        <p:spPr>
          <a:xfrm>
            <a:off x="780058" y="3114312"/>
            <a:ext cx="3841986" cy="2820259"/>
          </a:xfrm>
          <a:prstGeom prst="rect">
            <a:avLst/>
          </a:prstGeom>
        </p:spPr>
        <p:txBody>
          <a:bodyPr wrap="square">
            <a:spAutoFit/>
          </a:bodyPr>
          <a:lstStyle/>
          <a:p>
            <a:pPr>
              <a:lnSpc>
                <a:spcPct val="150000"/>
              </a:lnSpc>
            </a:pPr>
            <a:r>
              <a:rPr lang="en-US" altLang="zh-CN" sz="1477" dirty="0">
                <a:solidFill>
                  <a:srgbClr val="1B2831"/>
                </a:solidFill>
                <a:latin typeface="Helvetica" panose="020B0604020202020204" pitchFamily="34" charset="0"/>
              </a:rPr>
              <a:t>When tomorrow turns in today, yesterday, and someday that no more important in your memory, we suddenly realize that we are pushed forward by time. This is not a train in still in which you may feel forward when another train goes by. It is the truth that we've all grown up. And we become different. </a:t>
            </a:r>
            <a:endParaRPr lang="zh-CN" altLang="en-US" sz="1477" dirty="0">
              <a:solidFill>
                <a:srgbClr val="1B2831"/>
              </a:solidFill>
            </a:endParaRPr>
          </a:p>
        </p:txBody>
      </p:sp>
      <p:sp>
        <p:nvSpPr>
          <p:cNvPr id="23" name="矩形 22"/>
          <p:cNvSpPr/>
          <p:nvPr/>
        </p:nvSpPr>
        <p:spPr>
          <a:xfrm>
            <a:off x="7980041" y="2419930"/>
            <a:ext cx="4305630"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1"/>
                </a:solidFill>
              </a:rPr>
              <a:t>在此添加关键字</a:t>
            </a:r>
          </a:p>
          <a:p>
            <a:r>
              <a:rPr lang="en-US" altLang="zh-CN" sz="1266" dirty="0">
                <a:solidFill>
                  <a:schemeClr val="bg1"/>
                </a:solidFill>
              </a:rPr>
              <a:t>Lorem ipsum dolor sit amet, consectetuer adipiscing elit. Maecenas porttitor congue massa. </a:t>
            </a:r>
          </a:p>
        </p:txBody>
      </p:sp>
      <p:sp>
        <p:nvSpPr>
          <p:cNvPr id="24" name="矩形 23"/>
          <p:cNvSpPr/>
          <p:nvPr/>
        </p:nvSpPr>
        <p:spPr>
          <a:xfrm>
            <a:off x="7980041" y="3347557"/>
            <a:ext cx="4305630"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1"/>
                </a:solidFill>
              </a:rPr>
              <a:t>在此添加关键字</a:t>
            </a:r>
          </a:p>
          <a:p>
            <a:r>
              <a:rPr lang="en-US" altLang="zh-CN" sz="1266" dirty="0">
                <a:solidFill>
                  <a:schemeClr val="bg1"/>
                </a:solidFill>
              </a:rPr>
              <a:t>Lorem ipsum dolor sit amet, consectetuer adipiscing elit. Maecenas porttitor congue massa. </a:t>
            </a:r>
          </a:p>
        </p:txBody>
      </p:sp>
      <p:sp>
        <p:nvSpPr>
          <p:cNvPr id="25" name="矩形 24"/>
          <p:cNvSpPr/>
          <p:nvPr/>
        </p:nvSpPr>
        <p:spPr>
          <a:xfrm>
            <a:off x="7980041" y="4325763"/>
            <a:ext cx="4305630"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1"/>
                </a:solidFill>
              </a:rPr>
              <a:t>在此添加关键字</a:t>
            </a:r>
          </a:p>
          <a:p>
            <a:r>
              <a:rPr lang="en-US" altLang="zh-CN" sz="1266" dirty="0">
                <a:solidFill>
                  <a:schemeClr val="bg1"/>
                </a:solidFill>
              </a:rPr>
              <a:t>Lorem ipsum dolor sit amet, consectetuer adipiscing elit. Maecenas porttitor congue massa. </a:t>
            </a:r>
          </a:p>
        </p:txBody>
      </p:sp>
      <p:sp>
        <p:nvSpPr>
          <p:cNvPr id="26" name="矩形 25"/>
          <p:cNvSpPr/>
          <p:nvPr/>
        </p:nvSpPr>
        <p:spPr>
          <a:xfrm>
            <a:off x="7980041" y="5235931"/>
            <a:ext cx="4305630" cy="746734"/>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477" b="1" dirty="0">
                <a:solidFill>
                  <a:schemeClr val="bg1"/>
                </a:solidFill>
              </a:rPr>
              <a:t>在此添加关键字</a:t>
            </a:r>
          </a:p>
          <a:p>
            <a:r>
              <a:rPr lang="en-US" altLang="zh-CN" sz="1266" dirty="0">
                <a:solidFill>
                  <a:schemeClr val="bg1"/>
                </a:solidFill>
              </a:rPr>
              <a:t>Lorem ipsum dolor sit amet, consectetuer adipiscing elit. Maecenas porttitor congue massa. </a:t>
            </a:r>
          </a:p>
        </p:txBody>
      </p:sp>
    </p:spTree>
    <p:extLst>
      <p:ext uri="{BB962C8B-B14F-4D97-AF65-F5344CB8AC3E}">
        <p14:creationId xmlns:p14="http://schemas.microsoft.com/office/powerpoint/2010/main" val="2211694090"/>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4" name="文本框 3"/>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5" name="文本框 4"/>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
        <p:nvSpPr>
          <p:cNvPr id="6" name="等腰三角形 20"/>
          <p:cNvSpPr/>
          <p:nvPr/>
        </p:nvSpPr>
        <p:spPr>
          <a:xfrm rot="12838531">
            <a:off x="6766460" y="2556117"/>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95C53E"/>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7" name="等腰三角形 20"/>
          <p:cNvSpPr/>
          <p:nvPr/>
        </p:nvSpPr>
        <p:spPr>
          <a:xfrm rot="14036466">
            <a:off x="7146715" y="2904554"/>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0E8146"/>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8" name="等腰三角形 20"/>
          <p:cNvSpPr/>
          <p:nvPr/>
        </p:nvSpPr>
        <p:spPr>
          <a:xfrm rot="15360710">
            <a:off x="7374408" y="3406459"/>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0D7A43"/>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1" name="等腰三角形 20"/>
          <p:cNvSpPr/>
          <p:nvPr/>
        </p:nvSpPr>
        <p:spPr>
          <a:xfrm rot="8761469" flipH="1">
            <a:off x="4755659" y="2556117"/>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95C53E"/>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2" name="等腰三角形 20"/>
          <p:cNvSpPr/>
          <p:nvPr/>
        </p:nvSpPr>
        <p:spPr>
          <a:xfrm rot="7563534" flipH="1">
            <a:off x="4375406" y="2904554"/>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0E8146"/>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3" name="等腰三角形 20"/>
          <p:cNvSpPr/>
          <p:nvPr/>
        </p:nvSpPr>
        <p:spPr>
          <a:xfrm rot="6239290" flipH="1">
            <a:off x="4147711" y="3406459"/>
            <a:ext cx="1351376" cy="2909636"/>
          </a:xfrm>
          <a:custGeom>
            <a:avLst/>
            <a:gdLst>
              <a:gd name="connsiteX0" fmla="*/ 0 w 1231900"/>
              <a:gd name="connsiteY0" fmla="*/ 2235200 h 2235200"/>
              <a:gd name="connsiteX1" fmla="*/ 615950 w 1231900"/>
              <a:gd name="connsiteY1" fmla="*/ 0 h 2235200"/>
              <a:gd name="connsiteX2" fmla="*/ 1231900 w 1231900"/>
              <a:gd name="connsiteY2" fmla="*/ 2235200 h 2235200"/>
              <a:gd name="connsiteX3" fmla="*/ 0 w 1231900"/>
              <a:gd name="connsiteY3" fmla="*/ 2235200 h 2235200"/>
              <a:gd name="connsiteX0" fmla="*/ 0 w 1231900"/>
              <a:gd name="connsiteY0" fmla="*/ 2235200 h 2546055"/>
              <a:gd name="connsiteX1" fmla="*/ 615950 w 1231900"/>
              <a:gd name="connsiteY1" fmla="*/ 0 h 2546055"/>
              <a:gd name="connsiteX2" fmla="*/ 1231900 w 1231900"/>
              <a:gd name="connsiteY2" fmla="*/ 2235200 h 2546055"/>
              <a:gd name="connsiteX3" fmla="*/ 0 w 1231900"/>
              <a:gd name="connsiteY3" fmla="*/ 2235200 h 2546055"/>
              <a:gd name="connsiteX0" fmla="*/ 0 w 1231900"/>
              <a:gd name="connsiteY0" fmla="*/ 2235200 h 2720599"/>
              <a:gd name="connsiteX1" fmla="*/ 615950 w 1231900"/>
              <a:gd name="connsiteY1" fmla="*/ 0 h 2720599"/>
              <a:gd name="connsiteX2" fmla="*/ 1231900 w 1231900"/>
              <a:gd name="connsiteY2" fmla="*/ 2235200 h 2720599"/>
              <a:gd name="connsiteX3" fmla="*/ 0 w 1231900"/>
              <a:gd name="connsiteY3" fmla="*/ 2235200 h 2720599"/>
              <a:gd name="connsiteX0" fmla="*/ 0 w 1231900"/>
              <a:gd name="connsiteY0" fmla="*/ 2235200 h 2763104"/>
              <a:gd name="connsiteX1" fmla="*/ 615950 w 1231900"/>
              <a:gd name="connsiteY1" fmla="*/ 0 h 2763104"/>
              <a:gd name="connsiteX2" fmla="*/ 1231900 w 1231900"/>
              <a:gd name="connsiteY2" fmla="*/ 2235200 h 2763104"/>
              <a:gd name="connsiteX3" fmla="*/ 0 w 1231900"/>
              <a:gd name="connsiteY3" fmla="*/ 2235200 h 2763104"/>
              <a:gd name="connsiteX0" fmla="*/ 0 w 1236254"/>
              <a:gd name="connsiteY0" fmla="*/ 2235200 h 2763104"/>
              <a:gd name="connsiteX1" fmla="*/ 615950 w 1236254"/>
              <a:gd name="connsiteY1" fmla="*/ 0 h 2763104"/>
              <a:gd name="connsiteX2" fmla="*/ 1231900 w 1236254"/>
              <a:gd name="connsiteY2" fmla="*/ 2235200 h 2763104"/>
              <a:gd name="connsiteX3" fmla="*/ 0 w 1236254"/>
              <a:gd name="connsiteY3" fmla="*/ 2235200 h 2763104"/>
              <a:gd name="connsiteX0" fmla="*/ 9573 w 1245827"/>
              <a:gd name="connsiteY0" fmla="*/ 2235200 h 2763104"/>
              <a:gd name="connsiteX1" fmla="*/ 625523 w 1245827"/>
              <a:gd name="connsiteY1" fmla="*/ 0 h 2763104"/>
              <a:gd name="connsiteX2" fmla="*/ 1241473 w 1245827"/>
              <a:gd name="connsiteY2" fmla="*/ 2235200 h 2763104"/>
              <a:gd name="connsiteX3" fmla="*/ 9573 w 1245827"/>
              <a:gd name="connsiteY3" fmla="*/ 2235200 h 2763104"/>
              <a:gd name="connsiteX0" fmla="*/ 7409 w 1243663"/>
              <a:gd name="connsiteY0" fmla="*/ 2235200 h 2763104"/>
              <a:gd name="connsiteX1" fmla="*/ 623359 w 1243663"/>
              <a:gd name="connsiteY1" fmla="*/ 0 h 2763104"/>
              <a:gd name="connsiteX2" fmla="*/ 1239309 w 1243663"/>
              <a:gd name="connsiteY2" fmla="*/ 2235200 h 2763104"/>
              <a:gd name="connsiteX3" fmla="*/ 7409 w 1243663"/>
              <a:gd name="connsiteY3" fmla="*/ 2235200 h 2763104"/>
              <a:gd name="connsiteX0" fmla="*/ 7409 w 1248612"/>
              <a:gd name="connsiteY0" fmla="*/ 2235200 h 2763104"/>
              <a:gd name="connsiteX1" fmla="*/ 623359 w 1248612"/>
              <a:gd name="connsiteY1" fmla="*/ 0 h 2763104"/>
              <a:gd name="connsiteX2" fmla="*/ 1239309 w 1248612"/>
              <a:gd name="connsiteY2" fmla="*/ 2235200 h 2763104"/>
              <a:gd name="connsiteX3" fmla="*/ 7409 w 1248612"/>
              <a:gd name="connsiteY3" fmla="*/ 2235200 h 2763104"/>
              <a:gd name="connsiteX0" fmla="*/ 7409 w 1248612"/>
              <a:gd name="connsiteY0" fmla="*/ 2235200 h 2743003"/>
              <a:gd name="connsiteX1" fmla="*/ 623359 w 1248612"/>
              <a:gd name="connsiteY1" fmla="*/ 0 h 2743003"/>
              <a:gd name="connsiteX2" fmla="*/ 1239309 w 1248612"/>
              <a:gd name="connsiteY2" fmla="*/ 2235200 h 2743003"/>
              <a:gd name="connsiteX3" fmla="*/ 7409 w 1248612"/>
              <a:gd name="connsiteY3" fmla="*/ 2235200 h 2743003"/>
              <a:gd name="connsiteX0" fmla="*/ 7409 w 1270577"/>
              <a:gd name="connsiteY0" fmla="*/ 2235200 h 2743003"/>
              <a:gd name="connsiteX1" fmla="*/ 623359 w 1270577"/>
              <a:gd name="connsiteY1" fmla="*/ 0 h 2743003"/>
              <a:gd name="connsiteX2" fmla="*/ 1239309 w 1270577"/>
              <a:gd name="connsiteY2" fmla="*/ 2235200 h 2743003"/>
              <a:gd name="connsiteX3" fmla="*/ 7409 w 1270577"/>
              <a:gd name="connsiteY3" fmla="*/ 2235200 h 2743003"/>
              <a:gd name="connsiteX0" fmla="*/ 3307 w 1266475"/>
              <a:gd name="connsiteY0" fmla="*/ 2235200 h 2743003"/>
              <a:gd name="connsiteX1" fmla="*/ 619257 w 1266475"/>
              <a:gd name="connsiteY1" fmla="*/ 0 h 2743003"/>
              <a:gd name="connsiteX2" fmla="*/ 1235207 w 1266475"/>
              <a:gd name="connsiteY2" fmla="*/ 2235200 h 2743003"/>
              <a:gd name="connsiteX3" fmla="*/ 3307 w 1266475"/>
              <a:gd name="connsiteY3" fmla="*/ 2235200 h 2743003"/>
              <a:gd name="connsiteX0" fmla="*/ 2757 w 1265925"/>
              <a:gd name="connsiteY0" fmla="*/ 2235200 h 2743003"/>
              <a:gd name="connsiteX1" fmla="*/ 618707 w 1265925"/>
              <a:gd name="connsiteY1" fmla="*/ 0 h 2743003"/>
              <a:gd name="connsiteX2" fmla="*/ 1234657 w 1265925"/>
              <a:gd name="connsiteY2" fmla="*/ 2235200 h 2743003"/>
              <a:gd name="connsiteX3" fmla="*/ 2757 w 1265925"/>
              <a:gd name="connsiteY3" fmla="*/ 2235200 h 2743003"/>
              <a:gd name="connsiteX0" fmla="*/ 2757 w 1281568"/>
              <a:gd name="connsiteY0" fmla="*/ 2235200 h 2743003"/>
              <a:gd name="connsiteX1" fmla="*/ 618707 w 1281568"/>
              <a:gd name="connsiteY1" fmla="*/ 0 h 2743003"/>
              <a:gd name="connsiteX2" fmla="*/ 1234657 w 1281568"/>
              <a:gd name="connsiteY2" fmla="*/ 2235200 h 2743003"/>
              <a:gd name="connsiteX3" fmla="*/ 2757 w 1281568"/>
              <a:gd name="connsiteY3" fmla="*/ 2235200 h 2743003"/>
              <a:gd name="connsiteX0" fmla="*/ 2757 w 1281568"/>
              <a:gd name="connsiteY0" fmla="*/ 2235200 h 2743360"/>
              <a:gd name="connsiteX1" fmla="*/ 618707 w 1281568"/>
              <a:gd name="connsiteY1" fmla="*/ 0 h 2743360"/>
              <a:gd name="connsiteX2" fmla="*/ 1234657 w 1281568"/>
              <a:gd name="connsiteY2" fmla="*/ 2235200 h 2743360"/>
              <a:gd name="connsiteX3" fmla="*/ 2757 w 1281568"/>
              <a:gd name="connsiteY3" fmla="*/ 2235200 h 2743360"/>
              <a:gd name="connsiteX0" fmla="*/ 2563 w 1281374"/>
              <a:gd name="connsiteY0" fmla="*/ 2235200 h 2743360"/>
              <a:gd name="connsiteX1" fmla="*/ 618513 w 1281374"/>
              <a:gd name="connsiteY1" fmla="*/ 0 h 2743360"/>
              <a:gd name="connsiteX2" fmla="*/ 1234463 w 1281374"/>
              <a:gd name="connsiteY2" fmla="*/ 2235200 h 2743360"/>
              <a:gd name="connsiteX3" fmla="*/ 2563 w 1281374"/>
              <a:gd name="connsiteY3" fmla="*/ 2235200 h 2743360"/>
              <a:gd name="connsiteX0" fmla="*/ 2563 w 1281374"/>
              <a:gd name="connsiteY0" fmla="*/ 2235200 h 2758917"/>
              <a:gd name="connsiteX1" fmla="*/ 618513 w 1281374"/>
              <a:gd name="connsiteY1" fmla="*/ 0 h 2758917"/>
              <a:gd name="connsiteX2" fmla="*/ 1234463 w 1281374"/>
              <a:gd name="connsiteY2" fmla="*/ 2235200 h 2758917"/>
              <a:gd name="connsiteX3" fmla="*/ 2563 w 1281374"/>
              <a:gd name="connsiteY3" fmla="*/ 2235200 h 2758917"/>
            </a:gdLst>
            <a:ahLst/>
            <a:cxnLst>
              <a:cxn ang="0">
                <a:pos x="connsiteX0" y="connsiteY0"/>
              </a:cxn>
              <a:cxn ang="0">
                <a:pos x="connsiteX1" y="connsiteY1"/>
              </a:cxn>
              <a:cxn ang="0">
                <a:pos x="connsiteX2" y="connsiteY2"/>
              </a:cxn>
              <a:cxn ang="0">
                <a:pos x="connsiteX3" y="connsiteY3"/>
              </a:cxn>
            </a:cxnLst>
            <a:rect l="l" t="t" r="r" b="b"/>
            <a:pathLst>
              <a:path w="1281374" h="2758917">
                <a:moveTo>
                  <a:pt x="2563" y="2235200"/>
                </a:moveTo>
                <a:cubicBezTo>
                  <a:pt x="-51773" y="1630983"/>
                  <a:pt x="777832" y="1560407"/>
                  <a:pt x="618513" y="0"/>
                </a:cubicBezTo>
                <a:cubicBezTo>
                  <a:pt x="1266298" y="957265"/>
                  <a:pt x="1357685" y="1729347"/>
                  <a:pt x="1234463" y="2235200"/>
                </a:cubicBezTo>
                <a:cubicBezTo>
                  <a:pt x="979346" y="2992535"/>
                  <a:pt x="122457" y="2871841"/>
                  <a:pt x="2563" y="2235200"/>
                </a:cubicBezTo>
                <a:close/>
              </a:path>
            </a:pathLst>
          </a:custGeom>
          <a:solidFill>
            <a:srgbClr val="0D7A43"/>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98"/>
          </a:p>
        </p:txBody>
      </p:sp>
      <p:sp>
        <p:nvSpPr>
          <p:cNvPr id="14" name="Freeform 1519"/>
          <p:cNvSpPr>
            <a:spLocks noChangeAspect="1"/>
          </p:cNvSpPr>
          <p:nvPr/>
        </p:nvSpPr>
        <p:spPr bwMode="auto">
          <a:xfrm>
            <a:off x="5612019" y="2676650"/>
            <a:ext cx="1465380" cy="4556000"/>
          </a:xfrm>
          <a:custGeom>
            <a:avLst/>
            <a:gdLst>
              <a:gd name="T0" fmla="*/ 432 w 440"/>
              <a:gd name="T1" fmla="*/ 528 h 1368"/>
              <a:gd name="T2" fmla="*/ 412 w 440"/>
              <a:gd name="T3" fmla="*/ 388 h 1368"/>
              <a:gd name="T4" fmla="*/ 406 w 440"/>
              <a:gd name="T5" fmla="*/ 304 h 1368"/>
              <a:gd name="T6" fmla="*/ 318 w 440"/>
              <a:gd name="T7" fmla="*/ 238 h 1368"/>
              <a:gd name="T8" fmla="*/ 290 w 440"/>
              <a:gd name="T9" fmla="*/ 204 h 1368"/>
              <a:gd name="T10" fmla="*/ 290 w 440"/>
              <a:gd name="T11" fmla="*/ 164 h 1368"/>
              <a:gd name="T12" fmla="*/ 308 w 440"/>
              <a:gd name="T13" fmla="*/ 106 h 1368"/>
              <a:gd name="T14" fmla="*/ 300 w 440"/>
              <a:gd name="T15" fmla="*/ 46 h 1368"/>
              <a:gd name="T16" fmla="*/ 264 w 440"/>
              <a:gd name="T17" fmla="*/ 10 h 1368"/>
              <a:gd name="T18" fmla="*/ 222 w 440"/>
              <a:gd name="T19" fmla="*/ 6 h 1368"/>
              <a:gd name="T20" fmla="*/ 206 w 440"/>
              <a:gd name="T21" fmla="*/ 16 h 1368"/>
              <a:gd name="T22" fmla="*/ 174 w 440"/>
              <a:gd name="T23" fmla="*/ 30 h 1368"/>
              <a:gd name="T24" fmla="*/ 174 w 440"/>
              <a:gd name="T25" fmla="*/ 80 h 1368"/>
              <a:gd name="T26" fmla="*/ 168 w 440"/>
              <a:gd name="T27" fmla="*/ 110 h 1368"/>
              <a:gd name="T28" fmla="*/ 186 w 440"/>
              <a:gd name="T29" fmla="*/ 142 h 1368"/>
              <a:gd name="T30" fmla="*/ 194 w 440"/>
              <a:gd name="T31" fmla="*/ 194 h 1368"/>
              <a:gd name="T32" fmla="*/ 148 w 440"/>
              <a:gd name="T33" fmla="*/ 222 h 1368"/>
              <a:gd name="T34" fmla="*/ 78 w 440"/>
              <a:gd name="T35" fmla="*/ 224 h 1368"/>
              <a:gd name="T36" fmla="*/ 90 w 440"/>
              <a:gd name="T37" fmla="*/ 190 h 1368"/>
              <a:gd name="T38" fmla="*/ 78 w 440"/>
              <a:gd name="T39" fmla="*/ 150 h 1368"/>
              <a:gd name="T40" fmla="*/ 66 w 440"/>
              <a:gd name="T41" fmla="*/ 70 h 1368"/>
              <a:gd name="T42" fmla="*/ 52 w 440"/>
              <a:gd name="T43" fmla="*/ 74 h 1368"/>
              <a:gd name="T44" fmla="*/ 46 w 440"/>
              <a:gd name="T45" fmla="*/ 118 h 1368"/>
              <a:gd name="T46" fmla="*/ 34 w 440"/>
              <a:gd name="T47" fmla="*/ 130 h 1368"/>
              <a:gd name="T48" fmla="*/ 22 w 440"/>
              <a:gd name="T49" fmla="*/ 146 h 1368"/>
              <a:gd name="T50" fmla="*/ 8 w 440"/>
              <a:gd name="T51" fmla="*/ 154 h 1368"/>
              <a:gd name="T52" fmla="*/ 20 w 440"/>
              <a:gd name="T53" fmla="*/ 220 h 1368"/>
              <a:gd name="T54" fmla="*/ 2 w 440"/>
              <a:gd name="T55" fmla="*/ 272 h 1368"/>
              <a:gd name="T56" fmla="*/ 16 w 440"/>
              <a:gd name="T57" fmla="*/ 306 h 1368"/>
              <a:gd name="T58" fmla="*/ 76 w 440"/>
              <a:gd name="T59" fmla="*/ 350 h 1368"/>
              <a:gd name="T60" fmla="*/ 122 w 440"/>
              <a:gd name="T61" fmla="*/ 390 h 1368"/>
              <a:gd name="T62" fmla="*/ 142 w 440"/>
              <a:gd name="T63" fmla="*/ 506 h 1368"/>
              <a:gd name="T64" fmla="*/ 128 w 440"/>
              <a:gd name="T65" fmla="*/ 710 h 1368"/>
              <a:gd name="T66" fmla="*/ 98 w 440"/>
              <a:gd name="T67" fmla="*/ 1008 h 1368"/>
              <a:gd name="T68" fmla="*/ 58 w 440"/>
              <a:gd name="T69" fmla="*/ 1232 h 1368"/>
              <a:gd name="T70" fmla="*/ 72 w 440"/>
              <a:gd name="T71" fmla="*/ 1254 h 1368"/>
              <a:gd name="T72" fmla="*/ 46 w 440"/>
              <a:gd name="T73" fmla="*/ 1320 h 1368"/>
              <a:gd name="T74" fmla="*/ 32 w 440"/>
              <a:gd name="T75" fmla="*/ 1358 h 1368"/>
              <a:gd name="T76" fmla="*/ 84 w 440"/>
              <a:gd name="T77" fmla="*/ 1366 h 1368"/>
              <a:gd name="T78" fmla="*/ 116 w 440"/>
              <a:gd name="T79" fmla="*/ 1334 h 1368"/>
              <a:gd name="T80" fmla="*/ 144 w 440"/>
              <a:gd name="T81" fmla="*/ 1316 h 1368"/>
              <a:gd name="T82" fmla="*/ 166 w 440"/>
              <a:gd name="T83" fmla="*/ 1274 h 1368"/>
              <a:gd name="T84" fmla="*/ 168 w 440"/>
              <a:gd name="T85" fmla="*/ 1202 h 1368"/>
              <a:gd name="T86" fmla="*/ 214 w 440"/>
              <a:gd name="T87" fmla="*/ 988 h 1368"/>
              <a:gd name="T88" fmla="*/ 258 w 440"/>
              <a:gd name="T89" fmla="*/ 812 h 1368"/>
              <a:gd name="T90" fmla="*/ 280 w 440"/>
              <a:gd name="T91" fmla="*/ 814 h 1368"/>
              <a:gd name="T92" fmla="*/ 284 w 440"/>
              <a:gd name="T93" fmla="*/ 946 h 1368"/>
              <a:gd name="T94" fmla="*/ 298 w 440"/>
              <a:gd name="T95" fmla="*/ 1130 h 1368"/>
              <a:gd name="T96" fmla="*/ 292 w 440"/>
              <a:gd name="T97" fmla="*/ 1184 h 1368"/>
              <a:gd name="T98" fmla="*/ 282 w 440"/>
              <a:gd name="T99" fmla="*/ 1218 h 1368"/>
              <a:gd name="T100" fmla="*/ 292 w 440"/>
              <a:gd name="T101" fmla="*/ 1290 h 1368"/>
              <a:gd name="T102" fmla="*/ 304 w 440"/>
              <a:gd name="T103" fmla="*/ 1322 h 1368"/>
              <a:gd name="T104" fmla="*/ 344 w 440"/>
              <a:gd name="T105" fmla="*/ 1338 h 1368"/>
              <a:gd name="T106" fmla="*/ 402 w 440"/>
              <a:gd name="T107" fmla="*/ 1354 h 1368"/>
              <a:gd name="T108" fmla="*/ 434 w 440"/>
              <a:gd name="T109" fmla="*/ 1340 h 1368"/>
              <a:gd name="T110" fmla="*/ 388 w 440"/>
              <a:gd name="T111" fmla="*/ 1286 h 1368"/>
              <a:gd name="T112" fmla="*/ 382 w 440"/>
              <a:gd name="T113" fmla="*/ 1258 h 1368"/>
              <a:gd name="T114" fmla="*/ 390 w 440"/>
              <a:gd name="T115" fmla="*/ 1134 h 1368"/>
              <a:gd name="T116" fmla="*/ 406 w 440"/>
              <a:gd name="T117" fmla="*/ 838 h 1368"/>
              <a:gd name="T118" fmla="*/ 422 w 440"/>
              <a:gd name="T119" fmla="*/ 694 h 1368"/>
              <a:gd name="T120" fmla="*/ 434 w 440"/>
              <a:gd name="T121" fmla="*/ 632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0" h="1368">
                <a:moveTo>
                  <a:pt x="438" y="582"/>
                </a:moveTo>
                <a:lnTo>
                  <a:pt x="438" y="582"/>
                </a:lnTo>
                <a:lnTo>
                  <a:pt x="434" y="560"/>
                </a:lnTo>
                <a:lnTo>
                  <a:pt x="428" y="544"/>
                </a:lnTo>
                <a:lnTo>
                  <a:pt x="428" y="544"/>
                </a:lnTo>
                <a:lnTo>
                  <a:pt x="430" y="534"/>
                </a:lnTo>
                <a:lnTo>
                  <a:pt x="432" y="528"/>
                </a:lnTo>
                <a:lnTo>
                  <a:pt x="432" y="522"/>
                </a:lnTo>
                <a:lnTo>
                  <a:pt x="432" y="522"/>
                </a:lnTo>
                <a:lnTo>
                  <a:pt x="424" y="490"/>
                </a:lnTo>
                <a:lnTo>
                  <a:pt x="420" y="470"/>
                </a:lnTo>
                <a:lnTo>
                  <a:pt x="418" y="452"/>
                </a:lnTo>
                <a:lnTo>
                  <a:pt x="418" y="452"/>
                </a:lnTo>
                <a:lnTo>
                  <a:pt x="412" y="388"/>
                </a:lnTo>
                <a:lnTo>
                  <a:pt x="412" y="388"/>
                </a:lnTo>
                <a:lnTo>
                  <a:pt x="410" y="354"/>
                </a:lnTo>
                <a:lnTo>
                  <a:pt x="408" y="330"/>
                </a:lnTo>
                <a:lnTo>
                  <a:pt x="408" y="330"/>
                </a:lnTo>
                <a:lnTo>
                  <a:pt x="406" y="306"/>
                </a:lnTo>
                <a:lnTo>
                  <a:pt x="406" y="306"/>
                </a:lnTo>
                <a:lnTo>
                  <a:pt x="406" y="304"/>
                </a:lnTo>
                <a:lnTo>
                  <a:pt x="402" y="298"/>
                </a:lnTo>
                <a:lnTo>
                  <a:pt x="402" y="298"/>
                </a:lnTo>
                <a:lnTo>
                  <a:pt x="374" y="278"/>
                </a:lnTo>
                <a:lnTo>
                  <a:pt x="340" y="256"/>
                </a:lnTo>
                <a:lnTo>
                  <a:pt x="340" y="256"/>
                </a:lnTo>
                <a:lnTo>
                  <a:pt x="326" y="246"/>
                </a:lnTo>
                <a:lnTo>
                  <a:pt x="318" y="238"/>
                </a:lnTo>
                <a:lnTo>
                  <a:pt x="318" y="238"/>
                </a:lnTo>
                <a:lnTo>
                  <a:pt x="312" y="232"/>
                </a:lnTo>
                <a:lnTo>
                  <a:pt x="306" y="226"/>
                </a:lnTo>
                <a:lnTo>
                  <a:pt x="306" y="226"/>
                </a:lnTo>
                <a:lnTo>
                  <a:pt x="294" y="212"/>
                </a:lnTo>
                <a:lnTo>
                  <a:pt x="294" y="212"/>
                </a:lnTo>
                <a:lnTo>
                  <a:pt x="290" y="204"/>
                </a:lnTo>
                <a:lnTo>
                  <a:pt x="290" y="204"/>
                </a:lnTo>
                <a:lnTo>
                  <a:pt x="288" y="200"/>
                </a:lnTo>
                <a:lnTo>
                  <a:pt x="286" y="198"/>
                </a:lnTo>
                <a:lnTo>
                  <a:pt x="282" y="182"/>
                </a:lnTo>
                <a:lnTo>
                  <a:pt x="282" y="182"/>
                </a:lnTo>
                <a:lnTo>
                  <a:pt x="290" y="164"/>
                </a:lnTo>
                <a:lnTo>
                  <a:pt x="290" y="164"/>
                </a:lnTo>
                <a:lnTo>
                  <a:pt x="296" y="144"/>
                </a:lnTo>
                <a:lnTo>
                  <a:pt x="296" y="144"/>
                </a:lnTo>
                <a:lnTo>
                  <a:pt x="300" y="136"/>
                </a:lnTo>
                <a:lnTo>
                  <a:pt x="300" y="136"/>
                </a:lnTo>
                <a:lnTo>
                  <a:pt x="306" y="120"/>
                </a:lnTo>
                <a:lnTo>
                  <a:pt x="308" y="106"/>
                </a:lnTo>
                <a:lnTo>
                  <a:pt x="308" y="106"/>
                </a:lnTo>
                <a:lnTo>
                  <a:pt x="306" y="102"/>
                </a:lnTo>
                <a:lnTo>
                  <a:pt x="304" y="100"/>
                </a:lnTo>
                <a:lnTo>
                  <a:pt x="304" y="100"/>
                </a:lnTo>
                <a:lnTo>
                  <a:pt x="306" y="80"/>
                </a:lnTo>
                <a:lnTo>
                  <a:pt x="306" y="80"/>
                </a:lnTo>
                <a:lnTo>
                  <a:pt x="302" y="60"/>
                </a:lnTo>
                <a:lnTo>
                  <a:pt x="300" y="46"/>
                </a:lnTo>
                <a:lnTo>
                  <a:pt x="294" y="36"/>
                </a:lnTo>
                <a:lnTo>
                  <a:pt x="294" y="36"/>
                </a:lnTo>
                <a:lnTo>
                  <a:pt x="282" y="20"/>
                </a:lnTo>
                <a:lnTo>
                  <a:pt x="276" y="14"/>
                </a:lnTo>
                <a:lnTo>
                  <a:pt x="276" y="14"/>
                </a:lnTo>
                <a:lnTo>
                  <a:pt x="264" y="10"/>
                </a:lnTo>
                <a:lnTo>
                  <a:pt x="264" y="10"/>
                </a:lnTo>
                <a:lnTo>
                  <a:pt x="258" y="6"/>
                </a:lnTo>
                <a:lnTo>
                  <a:pt x="250" y="2"/>
                </a:lnTo>
                <a:lnTo>
                  <a:pt x="250" y="2"/>
                </a:lnTo>
                <a:lnTo>
                  <a:pt x="246" y="0"/>
                </a:lnTo>
                <a:lnTo>
                  <a:pt x="238" y="0"/>
                </a:lnTo>
                <a:lnTo>
                  <a:pt x="230" y="2"/>
                </a:lnTo>
                <a:lnTo>
                  <a:pt x="222" y="6"/>
                </a:lnTo>
                <a:lnTo>
                  <a:pt x="222" y="6"/>
                </a:lnTo>
                <a:lnTo>
                  <a:pt x="222" y="6"/>
                </a:lnTo>
                <a:lnTo>
                  <a:pt x="220" y="6"/>
                </a:lnTo>
                <a:lnTo>
                  <a:pt x="220" y="6"/>
                </a:lnTo>
                <a:lnTo>
                  <a:pt x="212" y="12"/>
                </a:lnTo>
                <a:lnTo>
                  <a:pt x="206" y="16"/>
                </a:lnTo>
                <a:lnTo>
                  <a:pt x="206" y="16"/>
                </a:lnTo>
                <a:lnTo>
                  <a:pt x="198" y="18"/>
                </a:lnTo>
                <a:lnTo>
                  <a:pt x="188" y="20"/>
                </a:lnTo>
                <a:lnTo>
                  <a:pt x="178" y="20"/>
                </a:lnTo>
                <a:lnTo>
                  <a:pt x="166" y="18"/>
                </a:lnTo>
                <a:lnTo>
                  <a:pt x="166" y="18"/>
                </a:lnTo>
                <a:lnTo>
                  <a:pt x="168" y="24"/>
                </a:lnTo>
                <a:lnTo>
                  <a:pt x="174" y="30"/>
                </a:lnTo>
                <a:lnTo>
                  <a:pt x="182" y="36"/>
                </a:lnTo>
                <a:lnTo>
                  <a:pt x="182" y="36"/>
                </a:lnTo>
                <a:lnTo>
                  <a:pt x="176" y="46"/>
                </a:lnTo>
                <a:lnTo>
                  <a:pt x="174" y="54"/>
                </a:lnTo>
                <a:lnTo>
                  <a:pt x="174" y="54"/>
                </a:lnTo>
                <a:lnTo>
                  <a:pt x="172" y="64"/>
                </a:lnTo>
                <a:lnTo>
                  <a:pt x="174" y="80"/>
                </a:lnTo>
                <a:lnTo>
                  <a:pt x="178" y="100"/>
                </a:lnTo>
                <a:lnTo>
                  <a:pt x="178" y="100"/>
                </a:lnTo>
                <a:lnTo>
                  <a:pt x="176" y="100"/>
                </a:lnTo>
                <a:lnTo>
                  <a:pt x="170" y="104"/>
                </a:lnTo>
                <a:lnTo>
                  <a:pt x="170" y="104"/>
                </a:lnTo>
                <a:lnTo>
                  <a:pt x="168" y="106"/>
                </a:lnTo>
                <a:lnTo>
                  <a:pt x="168" y="110"/>
                </a:lnTo>
                <a:lnTo>
                  <a:pt x="170" y="118"/>
                </a:lnTo>
                <a:lnTo>
                  <a:pt x="170" y="118"/>
                </a:lnTo>
                <a:lnTo>
                  <a:pt x="176" y="136"/>
                </a:lnTo>
                <a:lnTo>
                  <a:pt x="176" y="136"/>
                </a:lnTo>
                <a:lnTo>
                  <a:pt x="180" y="138"/>
                </a:lnTo>
                <a:lnTo>
                  <a:pt x="186" y="142"/>
                </a:lnTo>
                <a:lnTo>
                  <a:pt x="186" y="142"/>
                </a:lnTo>
                <a:lnTo>
                  <a:pt x="196" y="162"/>
                </a:lnTo>
                <a:lnTo>
                  <a:pt x="196" y="162"/>
                </a:lnTo>
                <a:lnTo>
                  <a:pt x="204" y="182"/>
                </a:lnTo>
                <a:lnTo>
                  <a:pt x="202" y="192"/>
                </a:lnTo>
                <a:lnTo>
                  <a:pt x="202" y="192"/>
                </a:lnTo>
                <a:lnTo>
                  <a:pt x="198" y="192"/>
                </a:lnTo>
                <a:lnTo>
                  <a:pt x="194" y="194"/>
                </a:lnTo>
                <a:lnTo>
                  <a:pt x="194" y="194"/>
                </a:lnTo>
                <a:lnTo>
                  <a:pt x="184" y="208"/>
                </a:lnTo>
                <a:lnTo>
                  <a:pt x="184" y="208"/>
                </a:lnTo>
                <a:lnTo>
                  <a:pt x="174" y="216"/>
                </a:lnTo>
                <a:lnTo>
                  <a:pt x="164" y="220"/>
                </a:lnTo>
                <a:lnTo>
                  <a:pt x="164" y="220"/>
                </a:lnTo>
                <a:lnTo>
                  <a:pt x="148" y="222"/>
                </a:lnTo>
                <a:lnTo>
                  <a:pt x="148" y="222"/>
                </a:lnTo>
                <a:lnTo>
                  <a:pt x="124" y="222"/>
                </a:lnTo>
                <a:lnTo>
                  <a:pt x="124" y="222"/>
                </a:lnTo>
                <a:lnTo>
                  <a:pt x="102" y="222"/>
                </a:lnTo>
                <a:lnTo>
                  <a:pt x="90" y="222"/>
                </a:lnTo>
                <a:lnTo>
                  <a:pt x="78" y="224"/>
                </a:lnTo>
                <a:lnTo>
                  <a:pt x="78" y="224"/>
                </a:lnTo>
                <a:lnTo>
                  <a:pt x="82" y="218"/>
                </a:lnTo>
                <a:lnTo>
                  <a:pt x="84" y="212"/>
                </a:lnTo>
                <a:lnTo>
                  <a:pt x="84" y="206"/>
                </a:lnTo>
                <a:lnTo>
                  <a:pt x="84" y="206"/>
                </a:lnTo>
                <a:lnTo>
                  <a:pt x="86" y="198"/>
                </a:lnTo>
                <a:lnTo>
                  <a:pt x="90" y="190"/>
                </a:lnTo>
                <a:lnTo>
                  <a:pt x="90" y="190"/>
                </a:lnTo>
                <a:lnTo>
                  <a:pt x="90" y="182"/>
                </a:lnTo>
                <a:lnTo>
                  <a:pt x="88" y="178"/>
                </a:lnTo>
                <a:lnTo>
                  <a:pt x="88" y="174"/>
                </a:lnTo>
                <a:lnTo>
                  <a:pt x="88" y="174"/>
                </a:lnTo>
                <a:lnTo>
                  <a:pt x="82" y="162"/>
                </a:lnTo>
                <a:lnTo>
                  <a:pt x="78" y="150"/>
                </a:lnTo>
                <a:lnTo>
                  <a:pt x="78" y="150"/>
                </a:lnTo>
                <a:lnTo>
                  <a:pt x="76" y="138"/>
                </a:lnTo>
                <a:lnTo>
                  <a:pt x="74" y="122"/>
                </a:lnTo>
                <a:lnTo>
                  <a:pt x="74" y="122"/>
                </a:lnTo>
                <a:lnTo>
                  <a:pt x="72" y="104"/>
                </a:lnTo>
                <a:lnTo>
                  <a:pt x="70" y="88"/>
                </a:lnTo>
                <a:lnTo>
                  <a:pt x="70" y="88"/>
                </a:lnTo>
                <a:lnTo>
                  <a:pt x="66" y="70"/>
                </a:lnTo>
                <a:lnTo>
                  <a:pt x="64" y="64"/>
                </a:lnTo>
                <a:lnTo>
                  <a:pt x="58" y="62"/>
                </a:lnTo>
                <a:lnTo>
                  <a:pt x="58" y="62"/>
                </a:lnTo>
                <a:lnTo>
                  <a:pt x="54" y="64"/>
                </a:lnTo>
                <a:lnTo>
                  <a:pt x="52" y="68"/>
                </a:lnTo>
                <a:lnTo>
                  <a:pt x="52" y="74"/>
                </a:lnTo>
                <a:lnTo>
                  <a:pt x="52" y="74"/>
                </a:lnTo>
                <a:lnTo>
                  <a:pt x="54" y="94"/>
                </a:lnTo>
                <a:lnTo>
                  <a:pt x="56" y="122"/>
                </a:lnTo>
                <a:lnTo>
                  <a:pt x="56" y="122"/>
                </a:lnTo>
                <a:lnTo>
                  <a:pt x="54" y="120"/>
                </a:lnTo>
                <a:lnTo>
                  <a:pt x="50" y="118"/>
                </a:lnTo>
                <a:lnTo>
                  <a:pt x="46" y="118"/>
                </a:lnTo>
                <a:lnTo>
                  <a:pt x="46" y="118"/>
                </a:lnTo>
                <a:lnTo>
                  <a:pt x="40" y="122"/>
                </a:lnTo>
                <a:lnTo>
                  <a:pt x="38" y="124"/>
                </a:lnTo>
                <a:lnTo>
                  <a:pt x="38" y="130"/>
                </a:lnTo>
                <a:lnTo>
                  <a:pt x="40" y="134"/>
                </a:lnTo>
                <a:lnTo>
                  <a:pt x="40" y="134"/>
                </a:lnTo>
                <a:lnTo>
                  <a:pt x="36" y="132"/>
                </a:lnTo>
                <a:lnTo>
                  <a:pt x="34" y="130"/>
                </a:lnTo>
                <a:lnTo>
                  <a:pt x="30" y="132"/>
                </a:lnTo>
                <a:lnTo>
                  <a:pt x="30" y="132"/>
                </a:lnTo>
                <a:lnTo>
                  <a:pt x="24" y="134"/>
                </a:lnTo>
                <a:lnTo>
                  <a:pt x="22" y="140"/>
                </a:lnTo>
                <a:lnTo>
                  <a:pt x="22" y="140"/>
                </a:lnTo>
                <a:lnTo>
                  <a:pt x="22" y="146"/>
                </a:lnTo>
                <a:lnTo>
                  <a:pt x="22" y="146"/>
                </a:lnTo>
                <a:lnTo>
                  <a:pt x="18" y="144"/>
                </a:lnTo>
                <a:lnTo>
                  <a:pt x="16" y="144"/>
                </a:lnTo>
                <a:lnTo>
                  <a:pt x="12" y="146"/>
                </a:lnTo>
                <a:lnTo>
                  <a:pt x="12" y="146"/>
                </a:lnTo>
                <a:lnTo>
                  <a:pt x="8" y="150"/>
                </a:lnTo>
                <a:lnTo>
                  <a:pt x="8" y="154"/>
                </a:lnTo>
                <a:lnTo>
                  <a:pt x="8" y="154"/>
                </a:lnTo>
                <a:lnTo>
                  <a:pt x="8" y="174"/>
                </a:lnTo>
                <a:lnTo>
                  <a:pt x="8" y="174"/>
                </a:lnTo>
                <a:lnTo>
                  <a:pt x="10" y="186"/>
                </a:lnTo>
                <a:lnTo>
                  <a:pt x="16" y="202"/>
                </a:lnTo>
                <a:lnTo>
                  <a:pt x="16" y="202"/>
                </a:lnTo>
                <a:lnTo>
                  <a:pt x="20" y="214"/>
                </a:lnTo>
                <a:lnTo>
                  <a:pt x="20" y="220"/>
                </a:lnTo>
                <a:lnTo>
                  <a:pt x="16" y="226"/>
                </a:lnTo>
                <a:lnTo>
                  <a:pt x="16" y="226"/>
                </a:lnTo>
                <a:lnTo>
                  <a:pt x="10" y="240"/>
                </a:lnTo>
                <a:lnTo>
                  <a:pt x="10" y="240"/>
                </a:lnTo>
                <a:lnTo>
                  <a:pt x="6" y="258"/>
                </a:lnTo>
                <a:lnTo>
                  <a:pt x="2" y="272"/>
                </a:lnTo>
                <a:lnTo>
                  <a:pt x="2" y="272"/>
                </a:lnTo>
                <a:lnTo>
                  <a:pt x="0" y="280"/>
                </a:lnTo>
                <a:lnTo>
                  <a:pt x="2" y="286"/>
                </a:lnTo>
                <a:lnTo>
                  <a:pt x="4" y="290"/>
                </a:lnTo>
                <a:lnTo>
                  <a:pt x="4" y="290"/>
                </a:lnTo>
                <a:lnTo>
                  <a:pt x="12" y="300"/>
                </a:lnTo>
                <a:lnTo>
                  <a:pt x="16" y="306"/>
                </a:lnTo>
                <a:lnTo>
                  <a:pt x="16" y="306"/>
                </a:lnTo>
                <a:lnTo>
                  <a:pt x="22" y="318"/>
                </a:lnTo>
                <a:lnTo>
                  <a:pt x="28" y="326"/>
                </a:lnTo>
                <a:lnTo>
                  <a:pt x="36" y="334"/>
                </a:lnTo>
                <a:lnTo>
                  <a:pt x="36" y="334"/>
                </a:lnTo>
                <a:lnTo>
                  <a:pt x="50" y="342"/>
                </a:lnTo>
                <a:lnTo>
                  <a:pt x="64" y="346"/>
                </a:lnTo>
                <a:lnTo>
                  <a:pt x="76" y="350"/>
                </a:lnTo>
                <a:lnTo>
                  <a:pt x="84" y="352"/>
                </a:lnTo>
                <a:lnTo>
                  <a:pt x="84" y="352"/>
                </a:lnTo>
                <a:lnTo>
                  <a:pt x="100" y="362"/>
                </a:lnTo>
                <a:lnTo>
                  <a:pt x="110" y="368"/>
                </a:lnTo>
                <a:lnTo>
                  <a:pt x="116" y="374"/>
                </a:lnTo>
                <a:lnTo>
                  <a:pt x="116" y="374"/>
                </a:lnTo>
                <a:lnTo>
                  <a:pt x="122" y="390"/>
                </a:lnTo>
                <a:lnTo>
                  <a:pt x="128" y="412"/>
                </a:lnTo>
                <a:lnTo>
                  <a:pt x="138" y="448"/>
                </a:lnTo>
                <a:lnTo>
                  <a:pt x="138" y="448"/>
                </a:lnTo>
                <a:lnTo>
                  <a:pt x="140" y="460"/>
                </a:lnTo>
                <a:lnTo>
                  <a:pt x="142" y="476"/>
                </a:lnTo>
                <a:lnTo>
                  <a:pt x="142" y="506"/>
                </a:lnTo>
                <a:lnTo>
                  <a:pt x="142" y="506"/>
                </a:lnTo>
                <a:lnTo>
                  <a:pt x="142" y="534"/>
                </a:lnTo>
                <a:lnTo>
                  <a:pt x="140" y="556"/>
                </a:lnTo>
                <a:lnTo>
                  <a:pt x="138" y="578"/>
                </a:lnTo>
                <a:lnTo>
                  <a:pt x="138" y="578"/>
                </a:lnTo>
                <a:lnTo>
                  <a:pt x="118" y="700"/>
                </a:lnTo>
                <a:lnTo>
                  <a:pt x="128" y="710"/>
                </a:lnTo>
                <a:lnTo>
                  <a:pt x="128" y="710"/>
                </a:lnTo>
                <a:lnTo>
                  <a:pt x="118" y="844"/>
                </a:lnTo>
                <a:lnTo>
                  <a:pt x="118" y="844"/>
                </a:lnTo>
                <a:lnTo>
                  <a:pt x="112" y="902"/>
                </a:lnTo>
                <a:lnTo>
                  <a:pt x="106" y="938"/>
                </a:lnTo>
                <a:lnTo>
                  <a:pt x="104" y="964"/>
                </a:lnTo>
                <a:lnTo>
                  <a:pt x="104" y="964"/>
                </a:lnTo>
                <a:lnTo>
                  <a:pt x="98" y="1008"/>
                </a:lnTo>
                <a:lnTo>
                  <a:pt x="82" y="1086"/>
                </a:lnTo>
                <a:lnTo>
                  <a:pt x="58" y="1200"/>
                </a:lnTo>
                <a:lnTo>
                  <a:pt x="58" y="1200"/>
                </a:lnTo>
                <a:lnTo>
                  <a:pt x="56" y="1208"/>
                </a:lnTo>
                <a:lnTo>
                  <a:pt x="56" y="1220"/>
                </a:lnTo>
                <a:lnTo>
                  <a:pt x="56" y="1228"/>
                </a:lnTo>
                <a:lnTo>
                  <a:pt x="58" y="1232"/>
                </a:lnTo>
                <a:lnTo>
                  <a:pt x="60" y="1236"/>
                </a:lnTo>
                <a:lnTo>
                  <a:pt x="60" y="1236"/>
                </a:lnTo>
                <a:lnTo>
                  <a:pt x="66" y="1240"/>
                </a:lnTo>
                <a:lnTo>
                  <a:pt x="70" y="1244"/>
                </a:lnTo>
                <a:lnTo>
                  <a:pt x="72" y="1248"/>
                </a:lnTo>
                <a:lnTo>
                  <a:pt x="72" y="1254"/>
                </a:lnTo>
                <a:lnTo>
                  <a:pt x="72" y="1254"/>
                </a:lnTo>
                <a:lnTo>
                  <a:pt x="68" y="1266"/>
                </a:lnTo>
                <a:lnTo>
                  <a:pt x="66" y="1276"/>
                </a:lnTo>
                <a:lnTo>
                  <a:pt x="66" y="1276"/>
                </a:lnTo>
                <a:lnTo>
                  <a:pt x="62" y="1292"/>
                </a:lnTo>
                <a:lnTo>
                  <a:pt x="56" y="1306"/>
                </a:lnTo>
                <a:lnTo>
                  <a:pt x="56" y="1306"/>
                </a:lnTo>
                <a:lnTo>
                  <a:pt x="46" y="1320"/>
                </a:lnTo>
                <a:lnTo>
                  <a:pt x="34" y="1334"/>
                </a:lnTo>
                <a:lnTo>
                  <a:pt x="34" y="1334"/>
                </a:lnTo>
                <a:lnTo>
                  <a:pt x="32" y="1336"/>
                </a:lnTo>
                <a:lnTo>
                  <a:pt x="32" y="1340"/>
                </a:lnTo>
                <a:lnTo>
                  <a:pt x="32" y="1340"/>
                </a:lnTo>
                <a:lnTo>
                  <a:pt x="32" y="1358"/>
                </a:lnTo>
                <a:lnTo>
                  <a:pt x="32" y="1358"/>
                </a:lnTo>
                <a:lnTo>
                  <a:pt x="34" y="1360"/>
                </a:lnTo>
                <a:lnTo>
                  <a:pt x="38" y="1364"/>
                </a:lnTo>
                <a:lnTo>
                  <a:pt x="38" y="1364"/>
                </a:lnTo>
                <a:lnTo>
                  <a:pt x="44" y="1366"/>
                </a:lnTo>
                <a:lnTo>
                  <a:pt x="58" y="1368"/>
                </a:lnTo>
                <a:lnTo>
                  <a:pt x="84" y="1366"/>
                </a:lnTo>
                <a:lnTo>
                  <a:pt x="84" y="1366"/>
                </a:lnTo>
                <a:lnTo>
                  <a:pt x="100" y="1360"/>
                </a:lnTo>
                <a:lnTo>
                  <a:pt x="108" y="1354"/>
                </a:lnTo>
                <a:lnTo>
                  <a:pt x="112" y="1352"/>
                </a:lnTo>
                <a:lnTo>
                  <a:pt x="112" y="1352"/>
                </a:lnTo>
                <a:lnTo>
                  <a:pt x="114" y="1342"/>
                </a:lnTo>
                <a:lnTo>
                  <a:pt x="114" y="1338"/>
                </a:lnTo>
                <a:lnTo>
                  <a:pt x="116" y="1334"/>
                </a:lnTo>
                <a:lnTo>
                  <a:pt x="116" y="1334"/>
                </a:lnTo>
                <a:lnTo>
                  <a:pt x="128" y="1330"/>
                </a:lnTo>
                <a:lnTo>
                  <a:pt x="140" y="1324"/>
                </a:lnTo>
                <a:lnTo>
                  <a:pt x="140" y="1324"/>
                </a:lnTo>
                <a:lnTo>
                  <a:pt x="142" y="1322"/>
                </a:lnTo>
                <a:lnTo>
                  <a:pt x="144" y="1316"/>
                </a:lnTo>
                <a:lnTo>
                  <a:pt x="144" y="1316"/>
                </a:lnTo>
                <a:lnTo>
                  <a:pt x="144" y="1308"/>
                </a:lnTo>
                <a:lnTo>
                  <a:pt x="148" y="1304"/>
                </a:lnTo>
                <a:lnTo>
                  <a:pt x="152" y="1296"/>
                </a:lnTo>
                <a:lnTo>
                  <a:pt x="152" y="1296"/>
                </a:lnTo>
                <a:lnTo>
                  <a:pt x="162" y="1282"/>
                </a:lnTo>
                <a:lnTo>
                  <a:pt x="166" y="1274"/>
                </a:lnTo>
                <a:lnTo>
                  <a:pt x="166" y="1274"/>
                </a:lnTo>
                <a:lnTo>
                  <a:pt x="166" y="1260"/>
                </a:lnTo>
                <a:lnTo>
                  <a:pt x="166" y="1238"/>
                </a:lnTo>
                <a:lnTo>
                  <a:pt x="166" y="1238"/>
                </a:lnTo>
                <a:lnTo>
                  <a:pt x="166" y="1222"/>
                </a:lnTo>
                <a:lnTo>
                  <a:pt x="166" y="1212"/>
                </a:lnTo>
                <a:lnTo>
                  <a:pt x="168" y="1202"/>
                </a:lnTo>
                <a:lnTo>
                  <a:pt x="168" y="1202"/>
                </a:lnTo>
                <a:lnTo>
                  <a:pt x="172" y="1188"/>
                </a:lnTo>
                <a:lnTo>
                  <a:pt x="172" y="1176"/>
                </a:lnTo>
                <a:lnTo>
                  <a:pt x="174" y="1164"/>
                </a:lnTo>
                <a:lnTo>
                  <a:pt x="178" y="1148"/>
                </a:lnTo>
                <a:lnTo>
                  <a:pt x="178" y="1148"/>
                </a:lnTo>
                <a:lnTo>
                  <a:pt x="214" y="988"/>
                </a:lnTo>
                <a:lnTo>
                  <a:pt x="214" y="988"/>
                </a:lnTo>
                <a:lnTo>
                  <a:pt x="218" y="968"/>
                </a:lnTo>
                <a:lnTo>
                  <a:pt x="226" y="946"/>
                </a:lnTo>
                <a:lnTo>
                  <a:pt x="232" y="922"/>
                </a:lnTo>
                <a:lnTo>
                  <a:pt x="238" y="896"/>
                </a:lnTo>
                <a:lnTo>
                  <a:pt x="238" y="896"/>
                </a:lnTo>
                <a:lnTo>
                  <a:pt x="246" y="858"/>
                </a:lnTo>
                <a:lnTo>
                  <a:pt x="258" y="812"/>
                </a:lnTo>
                <a:lnTo>
                  <a:pt x="272" y="760"/>
                </a:lnTo>
                <a:lnTo>
                  <a:pt x="274" y="766"/>
                </a:lnTo>
                <a:lnTo>
                  <a:pt x="274" y="766"/>
                </a:lnTo>
                <a:lnTo>
                  <a:pt x="278" y="784"/>
                </a:lnTo>
                <a:lnTo>
                  <a:pt x="280" y="800"/>
                </a:lnTo>
                <a:lnTo>
                  <a:pt x="280" y="814"/>
                </a:lnTo>
                <a:lnTo>
                  <a:pt x="280" y="814"/>
                </a:lnTo>
                <a:lnTo>
                  <a:pt x="280" y="842"/>
                </a:lnTo>
                <a:lnTo>
                  <a:pt x="280" y="866"/>
                </a:lnTo>
                <a:lnTo>
                  <a:pt x="280" y="866"/>
                </a:lnTo>
                <a:lnTo>
                  <a:pt x="282" y="902"/>
                </a:lnTo>
                <a:lnTo>
                  <a:pt x="282" y="928"/>
                </a:lnTo>
                <a:lnTo>
                  <a:pt x="284" y="946"/>
                </a:lnTo>
                <a:lnTo>
                  <a:pt x="284" y="946"/>
                </a:lnTo>
                <a:lnTo>
                  <a:pt x="288" y="996"/>
                </a:lnTo>
                <a:lnTo>
                  <a:pt x="292" y="1042"/>
                </a:lnTo>
                <a:lnTo>
                  <a:pt x="292" y="1042"/>
                </a:lnTo>
                <a:lnTo>
                  <a:pt x="292" y="1084"/>
                </a:lnTo>
                <a:lnTo>
                  <a:pt x="294" y="1112"/>
                </a:lnTo>
                <a:lnTo>
                  <a:pt x="298" y="1130"/>
                </a:lnTo>
                <a:lnTo>
                  <a:pt x="298" y="1130"/>
                </a:lnTo>
                <a:lnTo>
                  <a:pt x="300" y="1142"/>
                </a:lnTo>
                <a:lnTo>
                  <a:pt x="300" y="1154"/>
                </a:lnTo>
                <a:lnTo>
                  <a:pt x="300" y="1164"/>
                </a:lnTo>
                <a:lnTo>
                  <a:pt x="298" y="1170"/>
                </a:lnTo>
                <a:lnTo>
                  <a:pt x="298" y="1170"/>
                </a:lnTo>
                <a:lnTo>
                  <a:pt x="294" y="1178"/>
                </a:lnTo>
                <a:lnTo>
                  <a:pt x="292" y="1184"/>
                </a:lnTo>
                <a:lnTo>
                  <a:pt x="290" y="1190"/>
                </a:lnTo>
                <a:lnTo>
                  <a:pt x="290" y="1190"/>
                </a:lnTo>
                <a:lnTo>
                  <a:pt x="290" y="1202"/>
                </a:lnTo>
                <a:lnTo>
                  <a:pt x="290" y="1206"/>
                </a:lnTo>
                <a:lnTo>
                  <a:pt x="286" y="1212"/>
                </a:lnTo>
                <a:lnTo>
                  <a:pt x="286" y="1212"/>
                </a:lnTo>
                <a:lnTo>
                  <a:pt x="282" y="1218"/>
                </a:lnTo>
                <a:lnTo>
                  <a:pt x="278" y="1232"/>
                </a:lnTo>
                <a:lnTo>
                  <a:pt x="276" y="1240"/>
                </a:lnTo>
                <a:lnTo>
                  <a:pt x="276" y="1248"/>
                </a:lnTo>
                <a:lnTo>
                  <a:pt x="276" y="1256"/>
                </a:lnTo>
                <a:lnTo>
                  <a:pt x="280" y="1266"/>
                </a:lnTo>
                <a:lnTo>
                  <a:pt x="280" y="1266"/>
                </a:lnTo>
                <a:lnTo>
                  <a:pt x="292" y="1290"/>
                </a:lnTo>
                <a:lnTo>
                  <a:pt x="294" y="1300"/>
                </a:lnTo>
                <a:lnTo>
                  <a:pt x="294" y="1300"/>
                </a:lnTo>
                <a:lnTo>
                  <a:pt x="296" y="1312"/>
                </a:lnTo>
                <a:lnTo>
                  <a:pt x="296" y="1312"/>
                </a:lnTo>
                <a:lnTo>
                  <a:pt x="298" y="1316"/>
                </a:lnTo>
                <a:lnTo>
                  <a:pt x="300" y="1320"/>
                </a:lnTo>
                <a:lnTo>
                  <a:pt x="304" y="1322"/>
                </a:lnTo>
                <a:lnTo>
                  <a:pt x="304" y="1322"/>
                </a:lnTo>
                <a:lnTo>
                  <a:pt x="314" y="1326"/>
                </a:lnTo>
                <a:lnTo>
                  <a:pt x="324" y="1328"/>
                </a:lnTo>
                <a:lnTo>
                  <a:pt x="324" y="1328"/>
                </a:lnTo>
                <a:lnTo>
                  <a:pt x="334" y="1330"/>
                </a:lnTo>
                <a:lnTo>
                  <a:pt x="340" y="1334"/>
                </a:lnTo>
                <a:lnTo>
                  <a:pt x="344" y="1338"/>
                </a:lnTo>
                <a:lnTo>
                  <a:pt x="344" y="1338"/>
                </a:lnTo>
                <a:lnTo>
                  <a:pt x="350" y="1344"/>
                </a:lnTo>
                <a:lnTo>
                  <a:pt x="358" y="1348"/>
                </a:lnTo>
                <a:lnTo>
                  <a:pt x="374" y="1354"/>
                </a:lnTo>
                <a:lnTo>
                  <a:pt x="374" y="1354"/>
                </a:lnTo>
                <a:lnTo>
                  <a:pt x="384" y="1354"/>
                </a:lnTo>
                <a:lnTo>
                  <a:pt x="402" y="1354"/>
                </a:lnTo>
                <a:lnTo>
                  <a:pt x="420" y="1352"/>
                </a:lnTo>
                <a:lnTo>
                  <a:pt x="426" y="1348"/>
                </a:lnTo>
                <a:lnTo>
                  <a:pt x="432" y="1346"/>
                </a:lnTo>
                <a:lnTo>
                  <a:pt x="432" y="1346"/>
                </a:lnTo>
                <a:lnTo>
                  <a:pt x="434" y="1344"/>
                </a:lnTo>
                <a:lnTo>
                  <a:pt x="434" y="1340"/>
                </a:lnTo>
                <a:lnTo>
                  <a:pt x="434" y="1340"/>
                </a:lnTo>
                <a:lnTo>
                  <a:pt x="432" y="1336"/>
                </a:lnTo>
                <a:lnTo>
                  <a:pt x="430" y="1330"/>
                </a:lnTo>
                <a:lnTo>
                  <a:pt x="430" y="1330"/>
                </a:lnTo>
                <a:lnTo>
                  <a:pt x="406" y="1308"/>
                </a:lnTo>
                <a:lnTo>
                  <a:pt x="406" y="1308"/>
                </a:lnTo>
                <a:lnTo>
                  <a:pt x="396" y="1296"/>
                </a:lnTo>
                <a:lnTo>
                  <a:pt x="388" y="1286"/>
                </a:lnTo>
                <a:lnTo>
                  <a:pt x="388" y="1286"/>
                </a:lnTo>
                <a:lnTo>
                  <a:pt x="388" y="1278"/>
                </a:lnTo>
                <a:lnTo>
                  <a:pt x="388" y="1278"/>
                </a:lnTo>
                <a:lnTo>
                  <a:pt x="384" y="1274"/>
                </a:lnTo>
                <a:lnTo>
                  <a:pt x="382" y="1270"/>
                </a:lnTo>
                <a:lnTo>
                  <a:pt x="380" y="1266"/>
                </a:lnTo>
                <a:lnTo>
                  <a:pt x="382" y="1258"/>
                </a:lnTo>
                <a:lnTo>
                  <a:pt x="382" y="1258"/>
                </a:lnTo>
                <a:lnTo>
                  <a:pt x="386" y="1246"/>
                </a:lnTo>
                <a:lnTo>
                  <a:pt x="386" y="1232"/>
                </a:lnTo>
                <a:lnTo>
                  <a:pt x="386" y="1232"/>
                </a:lnTo>
                <a:lnTo>
                  <a:pt x="390" y="1168"/>
                </a:lnTo>
                <a:lnTo>
                  <a:pt x="390" y="1168"/>
                </a:lnTo>
                <a:lnTo>
                  <a:pt x="390" y="1134"/>
                </a:lnTo>
                <a:lnTo>
                  <a:pt x="390" y="1104"/>
                </a:lnTo>
                <a:lnTo>
                  <a:pt x="390" y="1104"/>
                </a:lnTo>
                <a:lnTo>
                  <a:pt x="392" y="1072"/>
                </a:lnTo>
                <a:lnTo>
                  <a:pt x="394" y="1034"/>
                </a:lnTo>
                <a:lnTo>
                  <a:pt x="394" y="1034"/>
                </a:lnTo>
                <a:lnTo>
                  <a:pt x="406" y="838"/>
                </a:lnTo>
                <a:lnTo>
                  <a:pt x="406" y="838"/>
                </a:lnTo>
                <a:lnTo>
                  <a:pt x="414" y="756"/>
                </a:lnTo>
                <a:lnTo>
                  <a:pt x="414" y="756"/>
                </a:lnTo>
                <a:lnTo>
                  <a:pt x="412" y="730"/>
                </a:lnTo>
                <a:lnTo>
                  <a:pt x="412" y="718"/>
                </a:lnTo>
                <a:lnTo>
                  <a:pt x="414" y="710"/>
                </a:lnTo>
                <a:lnTo>
                  <a:pt x="414" y="710"/>
                </a:lnTo>
                <a:lnTo>
                  <a:pt x="422" y="694"/>
                </a:lnTo>
                <a:lnTo>
                  <a:pt x="428" y="682"/>
                </a:lnTo>
                <a:lnTo>
                  <a:pt x="432" y="670"/>
                </a:lnTo>
                <a:lnTo>
                  <a:pt x="432" y="670"/>
                </a:lnTo>
                <a:lnTo>
                  <a:pt x="434" y="658"/>
                </a:lnTo>
                <a:lnTo>
                  <a:pt x="434" y="646"/>
                </a:lnTo>
                <a:lnTo>
                  <a:pt x="434" y="632"/>
                </a:lnTo>
                <a:lnTo>
                  <a:pt x="434" y="632"/>
                </a:lnTo>
                <a:lnTo>
                  <a:pt x="436" y="620"/>
                </a:lnTo>
                <a:lnTo>
                  <a:pt x="440" y="610"/>
                </a:lnTo>
                <a:lnTo>
                  <a:pt x="440" y="610"/>
                </a:lnTo>
                <a:lnTo>
                  <a:pt x="440" y="600"/>
                </a:lnTo>
                <a:lnTo>
                  <a:pt x="438" y="582"/>
                </a:lnTo>
                <a:close/>
              </a:path>
            </a:pathLst>
          </a:custGeom>
          <a:solidFill>
            <a:schemeClr val="tx1">
              <a:lumMod val="75000"/>
              <a:lumOff val="25000"/>
            </a:schemeClr>
          </a:solidFill>
          <a:ln>
            <a:noFill/>
          </a:ln>
          <a:effectLst>
            <a:outerShdw blurRad="63500" sx="102000" sy="102000" algn="ctr" rotWithShape="0">
              <a:prstClr val="black">
                <a:alpha val="40000"/>
              </a:prstClr>
            </a:outerShdw>
          </a:effectLst>
        </p:spPr>
        <p:txBody>
          <a:bodyPr vert="horz" wrap="square" lIns="96435" tIns="48218" rIns="96435" bIns="48218" numCol="1" anchor="t" anchorCtr="0" compatLnSpc="1">
            <a:prstTxWarp prst="textNoShape">
              <a:avLst/>
            </a:prstTxWarp>
          </a:bodyPr>
          <a:lstStyle/>
          <a:p>
            <a:endParaRPr lang="zh-CN" altLang="en-US" sz="1898"/>
          </a:p>
        </p:txBody>
      </p:sp>
      <p:sp>
        <p:nvSpPr>
          <p:cNvPr id="15" name="Freeform 139"/>
          <p:cNvSpPr>
            <a:spLocks noEditPoints="1"/>
          </p:cNvSpPr>
          <p:nvPr/>
        </p:nvSpPr>
        <p:spPr bwMode="auto">
          <a:xfrm>
            <a:off x="3959800" y="4572415"/>
            <a:ext cx="334845" cy="264528"/>
          </a:xfrm>
          <a:custGeom>
            <a:avLst/>
            <a:gdLst>
              <a:gd name="T0" fmla="*/ 398 w 400"/>
              <a:gd name="T1" fmla="*/ 248 h 315"/>
              <a:gd name="T2" fmla="*/ 375 w 400"/>
              <a:gd name="T3" fmla="*/ 260 h 315"/>
              <a:gd name="T4" fmla="*/ 169 w 400"/>
              <a:gd name="T5" fmla="*/ 286 h 315"/>
              <a:gd name="T6" fmla="*/ 87 w 400"/>
              <a:gd name="T7" fmla="*/ 304 h 315"/>
              <a:gd name="T8" fmla="*/ 115 w 400"/>
              <a:gd name="T9" fmla="*/ 252 h 315"/>
              <a:gd name="T10" fmla="*/ 133 w 400"/>
              <a:gd name="T11" fmla="*/ 278 h 315"/>
              <a:gd name="T12" fmla="*/ 341 w 400"/>
              <a:gd name="T13" fmla="*/ 242 h 315"/>
              <a:gd name="T14" fmla="*/ 351 w 400"/>
              <a:gd name="T15" fmla="*/ 232 h 315"/>
              <a:gd name="T16" fmla="*/ 371 w 400"/>
              <a:gd name="T17" fmla="*/ 91 h 315"/>
              <a:gd name="T18" fmla="*/ 347 w 400"/>
              <a:gd name="T19" fmla="*/ 52 h 315"/>
              <a:gd name="T20" fmla="*/ 363 w 400"/>
              <a:gd name="T21" fmla="*/ 218 h 315"/>
              <a:gd name="T22" fmla="*/ 268 w 400"/>
              <a:gd name="T23" fmla="*/ 216 h 315"/>
              <a:gd name="T24" fmla="*/ 60 w 400"/>
              <a:gd name="T25" fmla="*/ 246 h 315"/>
              <a:gd name="T26" fmla="*/ 42 w 400"/>
              <a:gd name="T27" fmla="*/ 192 h 315"/>
              <a:gd name="T28" fmla="*/ 89 w 400"/>
              <a:gd name="T29" fmla="*/ 198 h 315"/>
              <a:gd name="T30" fmla="*/ 95 w 400"/>
              <a:gd name="T31" fmla="*/ 214 h 315"/>
              <a:gd name="T32" fmla="*/ 293 w 400"/>
              <a:gd name="T33" fmla="*/ 198 h 315"/>
              <a:gd name="T34" fmla="*/ 329 w 400"/>
              <a:gd name="T35" fmla="*/ 161 h 315"/>
              <a:gd name="T36" fmla="*/ 333 w 400"/>
              <a:gd name="T37" fmla="*/ 103 h 315"/>
              <a:gd name="T38" fmla="*/ 153 w 400"/>
              <a:gd name="T39" fmla="*/ 42 h 315"/>
              <a:gd name="T40" fmla="*/ 143 w 400"/>
              <a:gd name="T41" fmla="*/ 52 h 315"/>
              <a:gd name="T42" fmla="*/ 135 w 400"/>
              <a:gd name="T43" fmla="*/ 62 h 315"/>
              <a:gd name="T44" fmla="*/ 137 w 400"/>
              <a:gd name="T45" fmla="*/ 77 h 315"/>
              <a:gd name="T46" fmla="*/ 145 w 400"/>
              <a:gd name="T47" fmla="*/ 87 h 315"/>
              <a:gd name="T48" fmla="*/ 157 w 400"/>
              <a:gd name="T49" fmla="*/ 95 h 315"/>
              <a:gd name="T50" fmla="*/ 161 w 400"/>
              <a:gd name="T51" fmla="*/ 107 h 315"/>
              <a:gd name="T52" fmla="*/ 159 w 400"/>
              <a:gd name="T53" fmla="*/ 113 h 315"/>
              <a:gd name="T54" fmla="*/ 153 w 400"/>
              <a:gd name="T55" fmla="*/ 111 h 315"/>
              <a:gd name="T56" fmla="*/ 153 w 400"/>
              <a:gd name="T57" fmla="*/ 97 h 315"/>
              <a:gd name="T58" fmla="*/ 135 w 400"/>
              <a:gd name="T59" fmla="*/ 109 h 315"/>
              <a:gd name="T60" fmla="*/ 147 w 400"/>
              <a:gd name="T61" fmla="*/ 123 h 315"/>
              <a:gd name="T62" fmla="*/ 163 w 400"/>
              <a:gd name="T63" fmla="*/ 131 h 315"/>
              <a:gd name="T64" fmla="*/ 173 w 400"/>
              <a:gd name="T65" fmla="*/ 121 h 315"/>
              <a:gd name="T66" fmla="*/ 180 w 400"/>
              <a:gd name="T67" fmla="*/ 107 h 315"/>
              <a:gd name="T68" fmla="*/ 178 w 400"/>
              <a:gd name="T69" fmla="*/ 91 h 315"/>
              <a:gd name="T70" fmla="*/ 171 w 400"/>
              <a:gd name="T71" fmla="*/ 81 h 315"/>
              <a:gd name="T72" fmla="*/ 157 w 400"/>
              <a:gd name="T73" fmla="*/ 73 h 315"/>
              <a:gd name="T74" fmla="*/ 153 w 400"/>
              <a:gd name="T75" fmla="*/ 65 h 315"/>
              <a:gd name="T76" fmla="*/ 155 w 400"/>
              <a:gd name="T77" fmla="*/ 60 h 315"/>
              <a:gd name="T78" fmla="*/ 159 w 400"/>
              <a:gd name="T79" fmla="*/ 62 h 315"/>
              <a:gd name="T80" fmla="*/ 161 w 400"/>
              <a:gd name="T81" fmla="*/ 71 h 315"/>
              <a:gd name="T82" fmla="*/ 178 w 400"/>
              <a:gd name="T83" fmla="*/ 62 h 315"/>
              <a:gd name="T84" fmla="*/ 171 w 400"/>
              <a:gd name="T85" fmla="*/ 52 h 315"/>
              <a:gd name="T86" fmla="*/ 163 w 400"/>
              <a:gd name="T87" fmla="*/ 42 h 315"/>
              <a:gd name="T88" fmla="*/ 202 w 400"/>
              <a:gd name="T89" fmla="*/ 40 h 315"/>
              <a:gd name="T90" fmla="*/ 212 w 400"/>
              <a:gd name="T91" fmla="*/ 115 h 315"/>
              <a:gd name="T92" fmla="*/ 260 w 400"/>
              <a:gd name="T93" fmla="*/ 161 h 315"/>
              <a:gd name="T94" fmla="*/ 278 w 400"/>
              <a:gd name="T95" fmla="*/ 131 h 315"/>
              <a:gd name="T96" fmla="*/ 297 w 400"/>
              <a:gd name="T97" fmla="*/ 69 h 315"/>
              <a:gd name="T98" fmla="*/ 264 w 400"/>
              <a:gd name="T99" fmla="*/ 36 h 315"/>
              <a:gd name="T100" fmla="*/ 129 w 400"/>
              <a:gd name="T101" fmla="*/ 20 h 315"/>
              <a:gd name="T102" fmla="*/ 48 w 400"/>
              <a:gd name="T103" fmla="*/ 32 h 315"/>
              <a:gd name="T104" fmla="*/ 20 w 400"/>
              <a:gd name="T105" fmla="*/ 65 h 315"/>
              <a:gd name="T106" fmla="*/ 46 w 400"/>
              <a:gd name="T107" fmla="*/ 141 h 315"/>
              <a:gd name="T108" fmla="*/ 125 w 400"/>
              <a:gd name="T109" fmla="*/ 151 h 315"/>
              <a:gd name="T110" fmla="*/ 99 w 400"/>
              <a:gd name="T111" fmla="*/ 87 h 315"/>
              <a:gd name="T112" fmla="*/ 129 w 400"/>
              <a:gd name="T113" fmla="*/ 20 h 315"/>
              <a:gd name="T114" fmla="*/ 270 w 400"/>
              <a:gd name="T115" fmla="*/ 12 h 315"/>
              <a:gd name="T116" fmla="*/ 317 w 400"/>
              <a:gd name="T117" fmla="*/ 18 h 315"/>
              <a:gd name="T118" fmla="*/ 289 w 400"/>
              <a:gd name="T119" fmla="*/ 184 h 315"/>
              <a:gd name="T120" fmla="*/ 81 w 400"/>
              <a:gd name="T121" fmla="*/ 175 h 315"/>
              <a:gd name="T122" fmla="*/ 0 w 400"/>
              <a:gd name="T123" fmla="*/ 20 h 315"/>
              <a:gd name="T124" fmla="*/ 137 w 400"/>
              <a:gd name="T125"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0" h="315">
                <a:moveTo>
                  <a:pt x="371" y="91"/>
                </a:moveTo>
                <a:lnTo>
                  <a:pt x="373" y="99"/>
                </a:lnTo>
                <a:lnTo>
                  <a:pt x="398" y="248"/>
                </a:lnTo>
                <a:lnTo>
                  <a:pt x="400" y="258"/>
                </a:lnTo>
                <a:lnTo>
                  <a:pt x="391" y="258"/>
                </a:lnTo>
                <a:lnTo>
                  <a:pt x="375" y="260"/>
                </a:lnTo>
                <a:lnTo>
                  <a:pt x="305" y="264"/>
                </a:lnTo>
                <a:lnTo>
                  <a:pt x="236" y="272"/>
                </a:lnTo>
                <a:lnTo>
                  <a:pt x="169" y="286"/>
                </a:lnTo>
                <a:lnTo>
                  <a:pt x="101" y="311"/>
                </a:lnTo>
                <a:lnTo>
                  <a:pt x="89" y="315"/>
                </a:lnTo>
                <a:lnTo>
                  <a:pt x="87" y="304"/>
                </a:lnTo>
                <a:lnTo>
                  <a:pt x="79" y="254"/>
                </a:lnTo>
                <a:lnTo>
                  <a:pt x="99" y="248"/>
                </a:lnTo>
                <a:lnTo>
                  <a:pt x="115" y="252"/>
                </a:lnTo>
                <a:lnTo>
                  <a:pt x="127" y="260"/>
                </a:lnTo>
                <a:lnTo>
                  <a:pt x="133" y="276"/>
                </a:lnTo>
                <a:lnTo>
                  <a:pt x="133" y="278"/>
                </a:lnTo>
                <a:lnTo>
                  <a:pt x="202" y="258"/>
                </a:lnTo>
                <a:lnTo>
                  <a:pt x="272" y="248"/>
                </a:lnTo>
                <a:lnTo>
                  <a:pt x="341" y="242"/>
                </a:lnTo>
                <a:lnTo>
                  <a:pt x="341" y="240"/>
                </a:lnTo>
                <a:lnTo>
                  <a:pt x="341" y="232"/>
                </a:lnTo>
                <a:lnTo>
                  <a:pt x="351" y="232"/>
                </a:lnTo>
                <a:lnTo>
                  <a:pt x="377" y="232"/>
                </a:lnTo>
                <a:lnTo>
                  <a:pt x="365" y="91"/>
                </a:lnTo>
                <a:lnTo>
                  <a:pt x="371" y="91"/>
                </a:lnTo>
                <a:close/>
                <a:moveTo>
                  <a:pt x="329" y="50"/>
                </a:moveTo>
                <a:lnTo>
                  <a:pt x="339" y="50"/>
                </a:lnTo>
                <a:lnTo>
                  <a:pt x="347" y="52"/>
                </a:lnTo>
                <a:lnTo>
                  <a:pt x="347" y="60"/>
                </a:lnTo>
                <a:lnTo>
                  <a:pt x="363" y="208"/>
                </a:lnTo>
                <a:lnTo>
                  <a:pt x="363" y="218"/>
                </a:lnTo>
                <a:lnTo>
                  <a:pt x="353" y="218"/>
                </a:lnTo>
                <a:lnTo>
                  <a:pt x="337" y="218"/>
                </a:lnTo>
                <a:lnTo>
                  <a:pt x="268" y="216"/>
                </a:lnTo>
                <a:lnTo>
                  <a:pt x="198" y="218"/>
                </a:lnTo>
                <a:lnTo>
                  <a:pt x="129" y="228"/>
                </a:lnTo>
                <a:lnTo>
                  <a:pt x="60" y="246"/>
                </a:lnTo>
                <a:lnTo>
                  <a:pt x="48" y="250"/>
                </a:lnTo>
                <a:lnTo>
                  <a:pt x="48" y="238"/>
                </a:lnTo>
                <a:lnTo>
                  <a:pt x="42" y="192"/>
                </a:lnTo>
                <a:lnTo>
                  <a:pt x="77" y="186"/>
                </a:lnTo>
                <a:lnTo>
                  <a:pt x="83" y="192"/>
                </a:lnTo>
                <a:lnTo>
                  <a:pt x="89" y="198"/>
                </a:lnTo>
                <a:lnTo>
                  <a:pt x="93" y="206"/>
                </a:lnTo>
                <a:lnTo>
                  <a:pt x="95" y="214"/>
                </a:lnTo>
                <a:lnTo>
                  <a:pt x="95" y="214"/>
                </a:lnTo>
                <a:lnTo>
                  <a:pt x="161" y="202"/>
                </a:lnTo>
                <a:lnTo>
                  <a:pt x="228" y="198"/>
                </a:lnTo>
                <a:lnTo>
                  <a:pt x="293" y="198"/>
                </a:lnTo>
                <a:lnTo>
                  <a:pt x="303" y="198"/>
                </a:lnTo>
                <a:lnTo>
                  <a:pt x="329" y="202"/>
                </a:lnTo>
                <a:lnTo>
                  <a:pt x="329" y="161"/>
                </a:lnTo>
                <a:lnTo>
                  <a:pt x="335" y="161"/>
                </a:lnTo>
                <a:lnTo>
                  <a:pt x="337" y="161"/>
                </a:lnTo>
                <a:lnTo>
                  <a:pt x="333" y="103"/>
                </a:lnTo>
                <a:lnTo>
                  <a:pt x="329" y="103"/>
                </a:lnTo>
                <a:lnTo>
                  <a:pt x="329" y="50"/>
                </a:lnTo>
                <a:close/>
                <a:moveTo>
                  <a:pt x="153" y="42"/>
                </a:moveTo>
                <a:lnTo>
                  <a:pt x="153" y="48"/>
                </a:lnTo>
                <a:lnTo>
                  <a:pt x="147" y="50"/>
                </a:lnTo>
                <a:lnTo>
                  <a:pt x="143" y="52"/>
                </a:lnTo>
                <a:lnTo>
                  <a:pt x="139" y="54"/>
                </a:lnTo>
                <a:lnTo>
                  <a:pt x="137" y="58"/>
                </a:lnTo>
                <a:lnTo>
                  <a:pt x="135" y="62"/>
                </a:lnTo>
                <a:lnTo>
                  <a:pt x="135" y="67"/>
                </a:lnTo>
                <a:lnTo>
                  <a:pt x="135" y="73"/>
                </a:lnTo>
                <a:lnTo>
                  <a:pt x="137" y="77"/>
                </a:lnTo>
                <a:lnTo>
                  <a:pt x="139" y="81"/>
                </a:lnTo>
                <a:lnTo>
                  <a:pt x="141" y="85"/>
                </a:lnTo>
                <a:lnTo>
                  <a:pt x="145" y="87"/>
                </a:lnTo>
                <a:lnTo>
                  <a:pt x="149" y="89"/>
                </a:lnTo>
                <a:lnTo>
                  <a:pt x="153" y="93"/>
                </a:lnTo>
                <a:lnTo>
                  <a:pt x="157" y="95"/>
                </a:lnTo>
                <a:lnTo>
                  <a:pt x="159" y="99"/>
                </a:lnTo>
                <a:lnTo>
                  <a:pt x="161" y="103"/>
                </a:lnTo>
                <a:lnTo>
                  <a:pt x="161" y="107"/>
                </a:lnTo>
                <a:lnTo>
                  <a:pt x="161" y="109"/>
                </a:lnTo>
                <a:lnTo>
                  <a:pt x="159" y="111"/>
                </a:lnTo>
                <a:lnTo>
                  <a:pt x="159" y="113"/>
                </a:lnTo>
                <a:lnTo>
                  <a:pt x="157" y="113"/>
                </a:lnTo>
                <a:lnTo>
                  <a:pt x="155" y="113"/>
                </a:lnTo>
                <a:lnTo>
                  <a:pt x="153" y="111"/>
                </a:lnTo>
                <a:lnTo>
                  <a:pt x="153" y="107"/>
                </a:lnTo>
                <a:lnTo>
                  <a:pt x="153" y="101"/>
                </a:lnTo>
                <a:lnTo>
                  <a:pt x="153" y="97"/>
                </a:lnTo>
                <a:lnTo>
                  <a:pt x="135" y="97"/>
                </a:lnTo>
                <a:lnTo>
                  <a:pt x="135" y="101"/>
                </a:lnTo>
                <a:lnTo>
                  <a:pt x="135" y="109"/>
                </a:lnTo>
                <a:lnTo>
                  <a:pt x="137" y="115"/>
                </a:lnTo>
                <a:lnTo>
                  <a:pt x="141" y="119"/>
                </a:lnTo>
                <a:lnTo>
                  <a:pt x="147" y="123"/>
                </a:lnTo>
                <a:lnTo>
                  <a:pt x="153" y="125"/>
                </a:lnTo>
                <a:lnTo>
                  <a:pt x="153" y="131"/>
                </a:lnTo>
                <a:lnTo>
                  <a:pt x="163" y="131"/>
                </a:lnTo>
                <a:lnTo>
                  <a:pt x="163" y="125"/>
                </a:lnTo>
                <a:lnTo>
                  <a:pt x="169" y="123"/>
                </a:lnTo>
                <a:lnTo>
                  <a:pt x="173" y="121"/>
                </a:lnTo>
                <a:lnTo>
                  <a:pt x="176" y="117"/>
                </a:lnTo>
                <a:lnTo>
                  <a:pt x="178" y="113"/>
                </a:lnTo>
                <a:lnTo>
                  <a:pt x="180" y="107"/>
                </a:lnTo>
                <a:lnTo>
                  <a:pt x="180" y="101"/>
                </a:lnTo>
                <a:lnTo>
                  <a:pt x="180" y="95"/>
                </a:lnTo>
                <a:lnTo>
                  <a:pt x="178" y="91"/>
                </a:lnTo>
                <a:lnTo>
                  <a:pt x="176" y="87"/>
                </a:lnTo>
                <a:lnTo>
                  <a:pt x="174" y="85"/>
                </a:lnTo>
                <a:lnTo>
                  <a:pt x="171" y="81"/>
                </a:lnTo>
                <a:lnTo>
                  <a:pt x="165" y="77"/>
                </a:lnTo>
                <a:lnTo>
                  <a:pt x="161" y="75"/>
                </a:lnTo>
                <a:lnTo>
                  <a:pt x="157" y="73"/>
                </a:lnTo>
                <a:lnTo>
                  <a:pt x="155" y="71"/>
                </a:lnTo>
                <a:lnTo>
                  <a:pt x="155" y="69"/>
                </a:lnTo>
                <a:lnTo>
                  <a:pt x="153" y="65"/>
                </a:lnTo>
                <a:lnTo>
                  <a:pt x="153" y="62"/>
                </a:lnTo>
                <a:lnTo>
                  <a:pt x="155" y="62"/>
                </a:lnTo>
                <a:lnTo>
                  <a:pt x="155" y="60"/>
                </a:lnTo>
                <a:lnTo>
                  <a:pt x="157" y="60"/>
                </a:lnTo>
                <a:lnTo>
                  <a:pt x="159" y="60"/>
                </a:lnTo>
                <a:lnTo>
                  <a:pt x="159" y="62"/>
                </a:lnTo>
                <a:lnTo>
                  <a:pt x="161" y="64"/>
                </a:lnTo>
                <a:lnTo>
                  <a:pt x="161" y="67"/>
                </a:lnTo>
                <a:lnTo>
                  <a:pt x="161" y="71"/>
                </a:lnTo>
                <a:lnTo>
                  <a:pt x="178" y="71"/>
                </a:lnTo>
                <a:lnTo>
                  <a:pt x="178" y="67"/>
                </a:lnTo>
                <a:lnTo>
                  <a:pt x="178" y="62"/>
                </a:lnTo>
                <a:lnTo>
                  <a:pt x="176" y="58"/>
                </a:lnTo>
                <a:lnTo>
                  <a:pt x="174" y="54"/>
                </a:lnTo>
                <a:lnTo>
                  <a:pt x="171" y="52"/>
                </a:lnTo>
                <a:lnTo>
                  <a:pt x="167" y="50"/>
                </a:lnTo>
                <a:lnTo>
                  <a:pt x="163" y="48"/>
                </a:lnTo>
                <a:lnTo>
                  <a:pt x="163" y="42"/>
                </a:lnTo>
                <a:lnTo>
                  <a:pt x="153" y="42"/>
                </a:lnTo>
                <a:close/>
                <a:moveTo>
                  <a:pt x="188" y="22"/>
                </a:moveTo>
                <a:lnTo>
                  <a:pt x="202" y="40"/>
                </a:lnTo>
                <a:lnTo>
                  <a:pt x="212" y="62"/>
                </a:lnTo>
                <a:lnTo>
                  <a:pt x="216" y="87"/>
                </a:lnTo>
                <a:lnTo>
                  <a:pt x="212" y="115"/>
                </a:lnTo>
                <a:lnTo>
                  <a:pt x="202" y="137"/>
                </a:lnTo>
                <a:lnTo>
                  <a:pt x="186" y="153"/>
                </a:lnTo>
                <a:lnTo>
                  <a:pt x="260" y="161"/>
                </a:lnTo>
                <a:lnTo>
                  <a:pt x="260" y="161"/>
                </a:lnTo>
                <a:lnTo>
                  <a:pt x="266" y="143"/>
                </a:lnTo>
                <a:lnTo>
                  <a:pt x="278" y="131"/>
                </a:lnTo>
                <a:lnTo>
                  <a:pt x="293" y="127"/>
                </a:lnTo>
                <a:lnTo>
                  <a:pt x="297" y="127"/>
                </a:lnTo>
                <a:lnTo>
                  <a:pt x="297" y="69"/>
                </a:lnTo>
                <a:lnTo>
                  <a:pt x="280" y="64"/>
                </a:lnTo>
                <a:lnTo>
                  <a:pt x="268" y="52"/>
                </a:lnTo>
                <a:lnTo>
                  <a:pt x="264" y="36"/>
                </a:lnTo>
                <a:lnTo>
                  <a:pt x="264" y="32"/>
                </a:lnTo>
                <a:lnTo>
                  <a:pt x="188" y="22"/>
                </a:lnTo>
                <a:close/>
                <a:moveTo>
                  <a:pt x="129" y="20"/>
                </a:moveTo>
                <a:lnTo>
                  <a:pt x="87" y="22"/>
                </a:lnTo>
                <a:lnTo>
                  <a:pt x="48" y="28"/>
                </a:lnTo>
                <a:lnTo>
                  <a:pt x="48" y="32"/>
                </a:lnTo>
                <a:lnTo>
                  <a:pt x="44" y="48"/>
                </a:lnTo>
                <a:lnTo>
                  <a:pt x="34" y="58"/>
                </a:lnTo>
                <a:lnTo>
                  <a:pt x="20" y="65"/>
                </a:lnTo>
                <a:lnTo>
                  <a:pt x="20" y="123"/>
                </a:lnTo>
                <a:lnTo>
                  <a:pt x="36" y="129"/>
                </a:lnTo>
                <a:lnTo>
                  <a:pt x="46" y="141"/>
                </a:lnTo>
                <a:lnTo>
                  <a:pt x="50" y="157"/>
                </a:lnTo>
                <a:lnTo>
                  <a:pt x="50" y="159"/>
                </a:lnTo>
                <a:lnTo>
                  <a:pt x="125" y="151"/>
                </a:lnTo>
                <a:lnTo>
                  <a:pt x="111" y="135"/>
                </a:lnTo>
                <a:lnTo>
                  <a:pt x="101" y="113"/>
                </a:lnTo>
                <a:lnTo>
                  <a:pt x="99" y="87"/>
                </a:lnTo>
                <a:lnTo>
                  <a:pt x="101" y="60"/>
                </a:lnTo>
                <a:lnTo>
                  <a:pt x="113" y="36"/>
                </a:lnTo>
                <a:lnTo>
                  <a:pt x="129" y="20"/>
                </a:lnTo>
                <a:close/>
                <a:moveTo>
                  <a:pt x="137" y="0"/>
                </a:moveTo>
                <a:lnTo>
                  <a:pt x="204" y="4"/>
                </a:lnTo>
                <a:lnTo>
                  <a:pt x="270" y="12"/>
                </a:lnTo>
                <a:lnTo>
                  <a:pt x="287" y="14"/>
                </a:lnTo>
                <a:lnTo>
                  <a:pt x="307" y="18"/>
                </a:lnTo>
                <a:lnTo>
                  <a:pt x="317" y="18"/>
                </a:lnTo>
                <a:lnTo>
                  <a:pt x="317" y="186"/>
                </a:lnTo>
                <a:lnTo>
                  <a:pt x="305" y="186"/>
                </a:lnTo>
                <a:lnTo>
                  <a:pt x="289" y="184"/>
                </a:lnTo>
                <a:lnTo>
                  <a:pt x="220" y="177"/>
                </a:lnTo>
                <a:lnTo>
                  <a:pt x="153" y="173"/>
                </a:lnTo>
                <a:lnTo>
                  <a:pt x="81" y="175"/>
                </a:lnTo>
                <a:lnTo>
                  <a:pt x="12" y="186"/>
                </a:lnTo>
                <a:lnTo>
                  <a:pt x="0" y="188"/>
                </a:lnTo>
                <a:lnTo>
                  <a:pt x="0" y="20"/>
                </a:lnTo>
                <a:lnTo>
                  <a:pt x="6" y="18"/>
                </a:lnTo>
                <a:lnTo>
                  <a:pt x="71" y="4"/>
                </a:lnTo>
                <a:lnTo>
                  <a:pt x="137"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16" name="Freeform 121"/>
          <p:cNvSpPr>
            <a:spLocks noEditPoints="1"/>
          </p:cNvSpPr>
          <p:nvPr/>
        </p:nvSpPr>
        <p:spPr bwMode="auto">
          <a:xfrm>
            <a:off x="4304400" y="3555954"/>
            <a:ext cx="319778" cy="298012"/>
          </a:xfrm>
          <a:custGeom>
            <a:avLst/>
            <a:gdLst>
              <a:gd name="T0" fmla="*/ 281 w 380"/>
              <a:gd name="T1" fmla="*/ 323 h 355"/>
              <a:gd name="T2" fmla="*/ 283 w 380"/>
              <a:gd name="T3" fmla="*/ 335 h 355"/>
              <a:gd name="T4" fmla="*/ 289 w 380"/>
              <a:gd name="T5" fmla="*/ 333 h 355"/>
              <a:gd name="T6" fmla="*/ 251 w 380"/>
              <a:gd name="T7" fmla="*/ 333 h 355"/>
              <a:gd name="T8" fmla="*/ 257 w 380"/>
              <a:gd name="T9" fmla="*/ 323 h 355"/>
              <a:gd name="T10" fmla="*/ 249 w 380"/>
              <a:gd name="T11" fmla="*/ 321 h 355"/>
              <a:gd name="T12" fmla="*/ 311 w 380"/>
              <a:gd name="T13" fmla="*/ 313 h 355"/>
              <a:gd name="T14" fmla="*/ 311 w 380"/>
              <a:gd name="T15" fmla="*/ 325 h 355"/>
              <a:gd name="T16" fmla="*/ 317 w 380"/>
              <a:gd name="T17" fmla="*/ 321 h 355"/>
              <a:gd name="T18" fmla="*/ 218 w 380"/>
              <a:gd name="T19" fmla="*/ 319 h 355"/>
              <a:gd name="T20" fmla="*/ 226 w 380"/>
              <a:gd name="T21" fmla="*/ 323 h 355"/>
              <a:gd name="T22" fmla="*/ 226 w 380"/>
              <a:gd name="T23" fmla="*/ 311 h 355"/>
              <a:gd name="T24" fmla="*/ 335 w 380"/>
              <a:gd name="T25" fmla="*/ 293 h 355"/>
              <a:gd name="T26" fmla="*/ 329 w 380"/>
              <a:gd name="T27" fmla="*/ 297 h 355"/>
              <a:gd name="T28" fmla="*/ 341 w 380"/>
              <a:gd name="T29" fmla="*/ 301 h 355"/>
              <a:gd name="T30" fmla="*/ 194 w 380"/>
              <a:gd name="T31" fmla="*/ 293 h 355"/>
              <a:gd name="T32" fmla="*/ 198 w 380"/>
              <a:gd name="T33" fmla="*/ 299 h 355"/>
              <a:gd name="T34" fmla="*/ 206 w 380"/>
              <a:gd name="T35" fmla="*/ 293 h 355"/>
              <a:gd name="T36" fmla="*/ 202 w 380"/>
              <a:gd name="T37" fmla="*/ 287 h 355"/>
              <a:gd name="T38" fmla="*/ 347 w 380"/>
              <a:gd name="T39" fmla="*/ 269 h 355"/>
              <a:gd name="T40" fmla="*/ 354 w 380"/>
              <a:gd name="T41" fmla="*/ 275 h 355"/>
              <a:gd name="T42" fmla="*/ 356 w 380"/>
              <a:gd name="T43" fmla="*/ 269 h 355"/>
              <a:gd name="T44" fmla="*/ 182 w 380"/>
              <a:gd name="T45" fmla="*/ 267 h 355"/>
              <a:gd name="T46" fmla="*/ 194 w 380"/>
              <a:gd name="T47" fmla="*/ 269 h 355"/>
              <a:gd name="T48" fmla="*/ 192 w 380"/>
              <a:gd name="T49" fmla="*/ 263 h 355"/>
              <a:gd name="T50" fmla="*/ 350 w 380"/>
              <a:gd name="T51" fmla="*/ 238 h 355"/>
              <a:gd name="T52" fmla="*/ 360 w 380"/>
              <a:gd name="T53" fmla="*/ 244 h 355"/>
              <a:gd name="T54" fmla="*/ 360 w 380"/>
              <a:gd name="T55" fmla="*/ 236 h 355"/>
              <a:gd name="T56" fmla="*/ 180 w 380"/>
              <a:gd name="T57" fmla="*/ 238 h 355"/>
              <a:gd name="T58" fmla="*/ 190 w 380"/>
              <a:gd name="T59" fmla="*/ 238 h 355"/>
              <a:gd name="T60" fmla="*/ 180 w 380"/>
              <a:gd name="T61" fmla="*/ 230 h 355"/>
              <a:gd name="T62" fmla="*/ 345 w 380"/>
              <a:gd name="T63" fmla="*/ 214 h 355"/>
              <a:gd name="T64" fmla="*/ 354 w 380"/>
              <a:gd name="T65" fmla="*/ 210 h 355"/>
              <a:gd name="T66" fmla="*/ 350 w 380"/>
              <a:gd name="T67" fmla="*/ 204 h 355"/>
              <a:gd name="T68" fmla="*/ 190 w 380"/>
              <a:gd name="T69" fmla="*/ 204 h 355"/>
              <a:gd name="T70" fmla="*/ 198 w 380"/>
              <a:gd name="T71" fmla="*/ 212 h 355"/>
              <a:gd name="T72" fmla="*/ 200 w 380"/>
              <a:gd name="T73" fmla="*/ 204 h 355"/>
              <a:gd name="T74" fmla="*/ 247 w 380"/>
              <a:gd name="T75" fmla="*/ 240 h 355"/>
              <a:gd name="T76" fmla="*/ 267 w 380"/>
              <a:gd name="T77" fmla="*/ 279 h 355"/>
              <a:gd name="T78" fmla="*/ 265 w 380"/>
              <a:gd name="T79" fmla="*/ 307 h 355"/>
              <a:gd name="T80" fmla="*/ 289 w 380"/>
              <a:gd name="T81" fmla="*/ 238 h 355"/>
              <a:gd name="T82" fmla="*/ 275 w 380"/>
              <a:gd name="T83" fmla="*/ 220 h 355"/>
              <a:gd name="T84" fmla="*/ 323 w 380"/>
              <a:gd name="T85" fmla="*/ 184 h 355"/>
              <a:gd name="T86" fmla="*/ 329 w 380"/>
              <a:gd name="T87" fmla="*/ 190 h 355"/>
              <a:gd name="T88" fmla="*/ 335 w 380"/>
              <a:gd name="T89" fmla="*/ 182 h 355"/>
              <a:gd name="T90" fmla="*/ 158 w 380"/>
              <a:gd name="T91" fmla="*/ 174 h 355"/>
              <a:gd name="T92" fmla="*/ 14 w 380"/>
              <a:gd name="T93" fmla="*/ 279 h 355"/>
              <a:gd name="T94" fmla="*/ 35 w 380"/>
              <a:gd name="T95" fmla="*/ 190 h 355"/>
              <a:gd name="T96" fmla="*/ 210 w 380"/>
              <a:gd name="T97" fmla="*/ 176 h 355"/>
              <a:gd name="T98" fmla="*/ 214 w 380"/>
              <a:gd name="T99" fmla="*/ 188 h 355"/>
              <a:gd name="T100" fmla="*/ 218 w 380"/>
              <a:gd name="T101" fmla="*/ 184 h 355"/>
              <a:gd name="T102" fmla="*/ 301 w 380"/>
              <a:gd name="T103" fmla="*/ 170 h 355"/>
              <a:gd name="T104" fmla="*/ 307 w 380"/>
              <a:gd name="T105" fmla="*/ 174 h 355"/>
              <a:gd name="T106" fmla="*/ 307 w 380"/>
              <a:gd name="T107" fmla="*/ 162 h 355"/>
              <a:gd name="T108" fmla="*/ 239 w 380"/>
              <a:gd name="T109" fmla="*/ 158 h 355"/>
              <a:gd name="T110" fmla="*/ 232 w 380"/>
              <a:gd name="T111" fmla="*/ 162 h 355"/>
              <a:gd name="T112" fmla="*/ 241 w 380"/>
              <a:gd name="T113" fmla="*/ 170 h 355"/>
              <a:gd name="T114" fmla="*/ 271 w 380"/>
              <a:gd name="T115" fmla="*/ 166 h 355"/>
              <a:gd name="T116" fmla="*/ 269 w 380"/>
              <a:gd name="T117" fmla="*/ 355 h 355"/>
              <a:gd name="T118" fmla="*/ 222 w 380"/>
              <a:gd name="T119" fmla="*/ 8 h 355"/>
              <a:gd name="T120" fmla="*/ 206 w 380"/>
              <a:gd name="T121" fmla="*/ 97 h 355"/>
              <a:gd name="T122" fmla="*/ 0 w 380"/>
              <a:gd name="T123" fmla="*/ 148 h 355"/>
              <a:gd name="T124" fmla="*/ 21 w 380"/>
              <a:gd name="T125" fmla="*/ 22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 h="355">
                <a:moveTo>
                  <a:pt x="287" y="323"/>
                </a:moveTo>
                <a:lnTo>
                  <a:pt x="287" y="323"/>
                </a:lnTo>
                <a:lnTo>
                  <a:pt x="287" y="323"/>
                </a:lnTo>
                <a:lnTo>
                  <a:pt x="285" y="323"/>
                </a:lnTo>
                <a:lnTo>
                  <a:pt x="285" y="323"/>
                </a:lnTo>
                <a:lnTo>
                  <a:pt x="285" y="323"/>
                </a:lnTo>
                <a:lnTo>
                  <a:pt x="283" y="323"/>
                </a:lnTo>
                <a:lnTo>
                  <a:pt x="283" y="323"/>
                </a:lnTo>
                <a:lnTo>
                  <a:pt x="283" y="323"/>
                </a:lnTo>
                <a:lnTo>
                  <a:pt x="283" y="323"/>
                </a:lnTo>
                <a:lnTo>
                  <a:pt x="281" y="323"/>
                </a:lnTo>
                <a:lnTo>
                  <a:pt x="281" y="323"/>
                </a:lnTo>
                <a:lnTo>
                  <a:pt x="281" y="323"/>
                </a:lnTo>
                <a:lnTo>
                  <a:pt x="281" y="323"/>
                </a:lnTo>
                <a:lnTo>
                  <a:pt x="279" y="323"/>
                </a:lnTo>
                <a:lnTo>
                  <a:pt x="279" y="323"/>
                </a:lnTo>
                <a:lnTo>
                  <a:pt x="279" y="323"/>
                </a:lnTo>
                <a:lnTo>
                  <a:pt x="279" y="325"/>
                </a:lnTo>
                <a:lnTo>
                  <a:pt x="277" y="325"/>
                </a:lnTo>
                <a:lnTo>
                  <a:pt x="277" y="325"/>
                </a:lnTo>
                <a:lnTo>
                  <a:pt x="279" y="335"/>
                </a:lnTo>
                <a:lnTo>
                  <a:pt x="279" y="335"/>
                </a:lnTo>
                <a:lnTo>
                  <a:pt x="279" y="335"/>
                </a:lnTo>
                <a:lnTo>
                  <a:pt x="279" y="335"/>
                </a:lnTo>
                <a:lnTo>
                  <a:pt x="281" y="335"/>
                </a:lnTo>
                <a:lnTo>
                  <a:pt x="281" y="335"/>
                </a:lnTo>
                <a:lnTo>
                  <a:pt x="281" y="335"/>
                </a:lnTo>
                <a:lnTo>
                  <a:pt x="283" y="335"/>
                </a:lnTo>
                <a:lnTo>
                  <a:pt x="283" y="335"/>
                </a:lnTo>
                <a:lnTo>
                  <a:pt x="283" y="333"/>
                </a:lnTo>
                <a:lnTo>
                  <a:pt x="283" y="333"/>
                </a:lnTo>
                <a:lnTo>
                  <a:pt x="285" y="333"/>
                </a:lnTo>
                <a:lnTo>
                  <a:pt x="285" y="333"/>
                </a:lnTo>
                <a:lnTo>
                  <a:pt x="285" y="333"/>
                </a:lnTo>
                <a:lnTo>
                  <a:pt x="285" y="333"/>
                </a:lnTo>
                <a:lnTo>
                  <a:pt x="287" y="333"/>
                </a:lnTo>
                <a:lnTo>
                  <a:pt x="287" y="333"/>
                </a:lnTo>
                <a:lnTo>
                  <a:pt x="287" y="333"/>
                </a:lnTo>
                <a:lnTo>
                  <a:pt x="289" y="333"/>
                </a:lnTo>
                <a:lnTo>
                  <a:pt x="289" y="333"/>
                </a:lnTo>
                <a:lnTo>
                  <a:pt x="289" y="333"/>
                </a:lnTo>
                <a:lnTo>
                  <a:pt x="289" y="333"/>
                </a:lnTo>
                <a:lnTo>
                  <a:pt x="287" y="323"/>
                </a:lnTo>
                <a:lnTo>
                  <a:pt x="287" y="323"/>
                </a:lnTo>
                <a:close/>
                <a:moveTo>
                  <a:pt x="249" y="321"/>
                </a:moveTo>
                <a:lnTo>
                  <a:pt x="245" y="331"/>
                </a:lnTo>
                <a:lnTo>
                  <a:pt x="245" y="331"/>
                </a:lnTo>
                <a:lnTo>
                  <a:pt x="245" y="331"/>
                </a:lnTo>
                <a:lnTo>
                  <a:pt x="247" y="331"/>
                </a:lnTo>
                <a:lnTo>
                  <a:pt x="247" y="333"/>
                </a:lnTo>
                <a:lnTo>
                  <a:pt x="247" y="333"/>
                </a:lnTo>
                <a:lnTo>
                  <a:pt x="249" y="333"/>
                </a:lnTo>
                <a:lnTo>
                  <a:pt x="249" y="333"/>
                </a:lnTo>
                <a:lnTo>
                  <a:pt x="249" y="333"/>
                </a:lnTo>
                <a:lnTo>
                  <a:pt x="249" y="333"/>
                </a:lnTo>
                <a:lnTo>
                  <a:pt x="251" y="333"/>
                </a:lnTo>
                <a:lnTo>
                  <a:pt x="251" y="333"/>
                </a:lnTo>
                <a:lnTo>
                  <a:pt x="251" y="333"/>
                </a:lnTo>
                <a:lnTo>
                  <a:pt x="253" y="333"/>
                </a:lnTo>
                <a:lnTo>
                  <a:pt x="253" y="333"/>
                </a:lnTo>
                <a:lnTo>
                  <a:pt x="253" y="333"/>
                </a:lnTo>
                <a:lnTo>
                  <a:pt x="253" y="333"/>
                </a:lnTo>
                <a:lnTo>
                  <a:pt x="255" y="333"/>
                </a:lnTo>
                <a:lnTo>
                  <a:pt x="255" y="333"/>
                </a:lnTo>
                <a:lnTo>
                  <a:pt x="255" y="333"/>
                </a:lnTo>
                <a:lnTo>
                  <a:pt x="257" y="333"/>
                </a:lnTo>
                <a:lnTo>
                  <a:pt x="257" y="323"/>
                </a:lnTo>
                <a:lnTo>
                  <a:pt x="257" y="323"/>
                </a:lnTo>
                <a:lnTo>
                  <a:pt x="257" y="323"/>
                </a:lnTo>
                <a:lnTo>
                  <a:pt x="257" y="323"/>
                </a:lnTo>
                <a:lnTo>
                  <a:pt x="257" y="323"/>
                </a:lnTo>
                <a:lnTo>
                  <a:pt x="255" y="323"/>
                </a:lnTo>
                <a:lnTo>
                  <a:pt x="255" y="323"/>
                </a:lnTo>
                <a:lnTo>
                  <a:pt x="255" y="323"/>
                </a:lnTo>
                <a:lnTo>
                  <a:pt x="255" y="323"/>
                </a:lnTo>
                <a:lnTo>
                  <a:pt x="253" y="323"/>
                </a:lnTo>
                <a:lnTo>
                  <a:pt x="253" y="323"/>
                </a:lnTo>
                <a:lnTo>
                  <a:pt x="253" y="323"/>
                </a:lnTo>
                <a:lnTo>
                  <a:pt x="253" y="323"/>
                </a:lnTo>
                <a:lnTo>
                  <a:pt x="251" y="323"/>
                </a:lnTo>
                <a:lnTo>
                  <a:pt x="251" y="323"/>
                </a:lnTo>
                <a:lnTo>
                  <a:pt x="251" y="323"/>
                </a:lnTo>
                <a:lnTo>
                  <a:pt x="251" y="321"/>
                </a:lnTo>
                <a:lnTo>
                  <a:pt x="249" y="321"/>
                </a:lnTo>
                <a:lnTo>
                  <a:pt x="249" y="321"/>
                </a:lnTo>
                <a:lnTo>
                  <a:pt x="249" y="321"/>
                </a:lnTo>
                <a:lnTo>
                  <a:pt x="249" y="321"/>
                </a:lnTo>
                <a:lnTo>
                  <a:pt x="249" y="321"/>
                </a:lnTo>
                <a:close/>
                <a:moveTo>
                  <a:pt x="315" y="311"/>
                </a:moveTo>
                <a:lnTo>
                  <a:pt x="313" y="311"/>
                </a:lnTo>
                <a:lnTo>
                  <a:pt x="313" y="311"/>
                </a:lnTo>
                <a:lnTo>
                  <a:pt x="313" y="311"/>
                </a:lnTo>
                <a:lnTo>
                  <a:pt x="313" y="313"/>
                </a:lnTo>
                <a:lnTo>
                  <a:pt x="313" y="313"/>
                </a:lnTo>
                <a:lnTo>
                  <a:pt x="311" y="313"/>
                </a:lnTo>
                <a:lnTo>
                  <a:pt x="311" y="313"/>
                </a:lnTo>
                <a:lnTo>
                  <a:pt x="311" y="313"/>
                </a:lnTo>
                <a:lnTo>
                  <a:pt x="311" y="313"/>
                </a:lnTo>
                <a:lnTo>
                  <a:pt x="311" y="313"/>
                </a:lnTo>
                <a:lnTo>
                  <a:pt x="309" y="313"/>
                </a:lnTo>
                <a:lnTo>
                  <a:pt x="309" y="315"/>
                </a:lnTo>
                <a:lnTo>
                  <a:pt x="309" y="315"/>
                </a:lnTo>
                <a:lnTo>
                  <a:pt x="309" y="315"/>
                </a:lnTo>
                <a:lnTo>
                  <a:pt x="307" y="315"/>
                </a:lnTo>
                <a:lnTo>
                  <a:pt x="307" y="315"/>
                </a:lnTo>
                <a:lnTo>
                  <a:pt x="307" y="315"/>
                </a:lnTo>
                <a:lnTo>
                  <a:pt x="307" y="315"/>
                </a:lnTo>
                <a:lnTo>
                  <a:pt x="307" y="315"/>
                </a:lnTo>
                <a:lnTo>
                  <a:pt x="305" y="317"/>
                </a:lnTo>
                <a:lnTo>
                  <a:pt x="305" y="317"/>
                </a:lnTo>
                <a:lnTo>
                  <a:pt x="311" y="325"/>
                </a:lnTo>
                <a:lnTo>
                  <a:pt x="311" y="325"/>
                </a:lnTo>
                <a:lnTo>
                  <a:pt x="311" y="325"/>
                </a:lnTo>
                <a:lnTo>
                  <a:pt x="311" y="325"/>
                </a:lnTo>
                <a:lnTo>
                  <a:pt x="311" y="325"/>
                </a:lnTo>
                <a:lnTo>
                  <a:pt x="313" y="325"/>
                </a:lnTo>
                <a:lnTo>
                  <a:pt x="313" y="325"/>
                </a:lnTo>
                <a:lnTo>
                  <a:pt x="313" y="323"/>
                </a:lnTo>
                <a:lnTo>
                  <a:pt x="313" y="323"/>
                </a:lnTo>
                <a:lnTo>
                  <a:pt x="315" y="323"/>
                </a:lnTo>
                <a:lnTo>
                  <a:pt x="315" y="323"/>
                </a:lnTo>
                <a:lnTo>
                  <a:pt x="315" y="323"/>
                </a:lnTo>
                <a:lnTo>
                  <a:pt x="315" y="323"/>
                </a:lnTo>
                <a:lnTo>
                  <a:pt x="317" y="323"/>
                </a:lnTo>
                <a:lnTo>
                  <a:pt x="317" y="321"/>
                </a:lnTo>
                <a:lnTo>
                  <a:pt x="317" y="321"/>
                </a:lnTo>
                <a:lnTo>
                  <a:pt x="317" y="321"/>
                </a:lnTo>
                <a:lnTo>
                  <a:pt x="319" y="321"/>
                </a:lnTo>
                <a:lnTo>
                  <a:pt x="319" y="321"/>
                </a:lnTo>
                <a:lnTo>
                  <a:pt x="319" y="321"/>
                </a:lnTo>
                <a:lnTo>
                  <a:pt x="319" y="321"/>
                </a:lnTo>
                <a:lnTo>
                  <a:pt x="319" y="319"/>
                </a:lnTo>
                <a:lnTo>
                  <a:pt x="315" y="311"/>
                </a:lnTo>
                <a:close/>
                <a:moveTo>
                  <a:pt x="222" y="309"/>
                </a:moveTo>
                <a:lnTo>
                  <a:pt x="216" y="317"/>
                </a:lnTo>
                <a:lnTo>
                  <a:pt x="216" y="317"/>
                </a:lnTo>
                <a:lnTo>
                  <a:pt x="218" y="317"/>
                </a:lnTo>
                <a:lnTo>
                  <a:pt x="218" y="317"/>
                </a:lnTo>
                <a:lnTo>
                  <a:pt x="218" y="319"/>
                </a:lnTo>
                <a:lnTo>
                  <a:pt x="218" y="319"/>
                </a:lnTo>
                <a:lnTo>
                  <a:pt x="218" y="319"/>
                </a:lnTo>
                <a:lnTo>
                  <a:pt x="220" y="319"/>
                </a:lnTo>
                <a:lnTo>
                  <a:pt x="220" y="319"/>
                </a:lnTo>
                <a:lnTo>
                  <a:pt x="220" y="319"/>
                </a:lnTo>
                <a:lnTo>
                  <a:pt x="220" y="319"/>
                </a:lnTo>
                <a:lnTo>
                  <a:pt x="222" y="321"/>
                </a:lnTo>
                <a:lnTo>
                  <a:pt x="222" y="321"/>
                </a:lnTo>
                <a:lnTo>
                  <a:pt x="222" y="321"/>
                </a:lnTo>
                <a:lnTo>
                  <a:pt x="222" y="321"/>
                </a:lnTo>
                <a:lnTo>
                  <a:pt x="224" y="321"/>
                </a:lnTo>
                <a:lnTo>
                  <a:pt x="224" y="321"/>
                </a:lnTo>
                <a:lnTo>
                  <a:pt x="224" y="323"/>
                </a:lnTo>
                <a:lnTo>
                  <a:pt x="224" y="323"/>
                </a:lnTo>
                <a:lnTo>
                  <a:pt x="226" y="323"/>
                </a:lnTo>
                <a:lnTo>
                  <a:pt x="226" y="323"/>
                </a:lnTo>
                <a:lnTo>
                  <a:pt x="230" y="313"/>
                </a:lnTo>
                <a:lnTo>
                  <a:pt x="230" y="313"/>
                </a:lnTo>
                <a:lnTo>
                  <a:pt x="230" y="313"/>
                </a:lnTo>
                <a:lnTo>
                  <a:pt x="230" y="313"/>
                </a:lnTo>
                <a:lnTo>
                  <a:pt x="230" y="313"/>
                </a:lnTo>
                <a:lnTo>
                  <a:pt x="230" y="313"/>
                </a:lnTo>
                <a:lnTo>
                  <a:pt x="228" y="313"/>
                </a:lnTo>
                <a:lnTo>
                  <a:pt x="228" y="313"/>
                </a:lnTo>
                <a:lnTo>
                  <a:pt x="228" y="311"/>
                </a:lnTo>
                <a:lnTo>
                  <a:pt x="228" y="311"/>
                </a:lnTo>
                <a:lnTo>
                  <a:pt x="226" y="311"/>
                </a:lnTo>
                <a:lnTo>
                  <a:pt x="226" y="311"/>
                </a:lnTo>
                <a:lnTo>
                  <a:pt x="226" y="311"/>
                </a:lnTo>
                <a:lnTo>
                  <a:pt x="226" y="311"/>
                </a:lnTo>
                <a:lnTo>
                  <a:pt x="226" y="311"/>
                </a:lnTo>
                <a:lnTo>
                  <a:pt x="224" y="311"/>
                </a:lnTo>
                <a:lnTo>
                  <a:pt x="224" y="309"/>
                </a:lnTo>
                <a:lnTo>
                  <a:pt x="224" y="309"/>
                </a:lnTo>
                <a:lnTo>
                  <a:pt x="224" y="309"/>
                </a:lnTo>
                <a:lnTo>
                  <a:pt x="224" y="309"/>
                </a:lnTo>
                <a:lnTo>
                  <a:pt x="222" y="309"/>
                </a:lnTo>
                <a:lnTo>
                  <a:pt x="222" y="309"/>
                </a:lnTo>
                <a:close/>
                <a:moveTo>
                  <a:pt x="335" y="291"/>
                </a:moveTo>
                <a:lnTo>
                  <a:pt x="335" y="291"/>
                </a:lnTo>
                <a:lnTo>
                  <a:pt x="335" y="291"/>
                </a:lnTo>
                <a:lnTo>
                  <a:pt x="335" y="291"/>
                </a:lnTo>
                <a:lnTo>
                  <a:pt x="335" y="293"/>
                </a:lnTo>
                <a:lnTo>
                  <a:pt x="333" y="293"/>
                </a:lnTo>
                <a:lnTo>
                  <a:pt x="333" y="293"/>
                </a:lnTo>
                <a:lnTo>
                  <a:pt x="333" y="293"/>
                </a:lnTo>
                <a:lnTo>
                  <a:pt x="333" y="293"/>
                </a:lnTo>
                <a:lnTo>
                  <a:pt x="333" y="295"/>
                </a:lnTo>
                <a:lnTo>
                  <a:pt x="333" y="295"/>
                </a:lnTo>
                <a:lnTo>
                  <a:pt x="333" y="295"/>
                </a:lnTo>
                <a:lnTo>
                  <a:pt x="331" y="295"/>
                </a:lnTo>
                <a:lnTo>
                  <a:pt x="331" y="295"/>
                </a:lnTo>
                <a:lnTo>
                  <a:pt x="331" y="297"/>
                </a:lnTo>
                <a:lnTo>
                  <a:pt x="331" y="297"/>
                </a:lnTo>
                <a:lnTo>
                  <a:pt x="331" y="297"/>
                </a:lnTo>
                <a:lnTo>
                  <a:pt x="331" y="297"/>
                </a:lnTo>
                <a:lnTo>
                  <a:pt x="329" y="297"/>
                </a:lnTo>
                <a:lnTo>
                  <a:pt x="329" y="297"/>
                </a:lnTo>
                <a:lnTo>
                  <a:pt x="329" y="299"/>
                </a:lnTo>
                <a:lnTo>
                  <a:pt x="329" y="299"/>
                </a:lnTo>
                <a:lnTo>
                  <a:pt x="337" y="305"/>
                </a:lnTo>
                <a:lnTo>
                  <a:pt x="337" y="305"/>
                </a:lnTo>
                <a:lnTo>
                  <a:pt x="337" y="305"/>
                </a:lnTo>
                <a:lnTo>
                  <a:pt x="337" y="305"/>
                </a:lnTo>
                <a:lnTo>
                  <a:pt x="339" y="305"/>
                </a:lnTo>
                <a:lnTo>
                  <a:pt x="339" y="303"/>
                </a:lnTo>
                <a:lnTo>
                  <a:pt x="339" y="303"/>
                </a:lnTo>
                <a:lnTo>
                  <a:pt x="339" y="303"/>
                </a:lnTo>
                <a:lnTo>
                  <a:pt x="339" y="303"/>
                </a:lnTo>
                <a:lnTo>
                  <a:pt x="339" y="303"/>
                </a:lnTo>
                <a:lnTo>
                  <a:pt x="341" y="301"/>
                </a:lnTo>
                <a:lnTo>
                  <a:pt x="341" y="301"/>
                </a:lnTo>
                <a:lnTo>
                  <a:pt x="341" y="301"/>
                </a:lnTo>
                <a:lnTo>
                  <a:pt x="341" y="301"/>
                </a:lnTo>
                <a:lnTo>
                  <a:pt x="341" y="301"/>
                </a:lnTo>
                <a:lnTo>
                  <a:pt x="341" y="299"/>
                </a:lnTo>
                <a:lnTo>
                  <a:pt x="343" y="299"/>
                </a:lnTo>
                <a:lnTo>
                  <a:pt x="343" y="299"/>
                </a:lnTo>
                <a:lnTo>
                  <a:pt x="343" y="299"/>
                </a:lnTo>
                <a:lnTo>
                  <a:pt x="343" y="297"/>
                </a:lnTo>
                <a:lnTo>
                  <a:pt x="343" y="297"/>
                </a:lnTo>
                <a:lnTo>
                  <a:pt x="343" y="297"/>
                </a:lnTo>
                <a:lnTo>
                  <a:pt x="335" y="291"/>
                </a:lnTo>
                <a:close/>
                <a:moveTo>
                  <a:pt x="202" y="287"/>
                </a:moveTo>
                <a:lnTo>
                  <a:pt x="194" y="293"/>
                </a:lnTo>
                <a:lnTo>
                  <a:pt x="194" y="293"/>
                </a:lnTo>
                <a:lnTo>
                  <a:pt x="194" y="293"/>
                </a:lnTo>
                <a:lnTo>
                  <a:pt x="194" y="293"/>
                </a:lnTo>
                <a:lnTo>
                  <a:pt x="194" y="295"/>
                </a:lnTo>
                <a:lnTo>
                  <a:pt x="196" y="295"/>
                </a:lnTo>
                <a:lnTo>
                  <a:pt x="196" y="295"/>
                </a:lnTo>
                <a:lnTo>
                  <a:pt x="196" y="295"/>
                </a:lnTo>
                <a:lnTo>
                  <a:pt x="196" y="297"/>
                </a:lnTo>
                <a:lnTo>
                  <a:pt x="196" y="297"/>
                </a:lnTo>
                <a:lnTo>
                  <a:pt x="196" y="297"/>
                </a:lnTo>
                <a:lnTo>
                  <a:pt x="198" y="297"/>
                </a:lnTo>
                <a:lnTo>
                  <a:pt x="198" y="297"/>
                </a:lnTo>
                <a:lnTo>
                  <a:pt x="198" y="299"/>
                </a:lnTo>
                <a:lnTo>
                  <a:pt x="198" y="299"/>
                </a:lnTo>
                <a:lnTo>
                  <a:pt x="198" y="299"/>
                </a:lnTo>
                <a:lnTo>
                  <a:pt x="198" y="299"/>
                </a:lnTo>
                <a:lnTo>
                  <a:pt x="200" y="301"/>
                </a:lnTo>
                <a:lnTo>
                  <a:pt x="200" y="301"/>
                </a:lnTo>
                <a:lnTo>
                  <a:pt x="200" y="301"/>
                </a:lnTo>
                <a:lnTo>
                  <a:pt x="200" y="301"/>
                </a:lnTo>
                <a:lnTo>
                  <a:pt x="200" y="301"/>
                </a:lnTo>
                <a:lnTo>
                  <a:pt x="208" y="295"/>
                </a:lnTo>
                <a:lnTo>
                  <a:pt x="208" y="295"/>
                </a:lnTo>
                <a:lnTo>
                  <a:pt x="208" y="295"/>
                </a:lnTo>
                <a:lnTo>
                  <a:pt x="208" y="293"/>
                </a:lnTo>
                <a:lnTo>
                  <a:pt x="208" y="293"/>
                </a:lnTo>
                <a:lnTo>
                  <a:pt x="208" y="293"/>
                </a:lnTo>
                <a:lnTo>
                  <a:pt x="206" y="293"/>
                </a:lnTo>
                <a:lnTo>
                  <a:pt x="206" y="293"/>
                </a:lnTo>
                <a:lnTo>
                  <a:pt x="206" y="291"/>
                </a:lnTo>
                <a:lnTo>
                  <a:pt x="206" y="291"/>
                </a:lnTo>
                <a:lnTo>
                  <a:pt x="206" y="291"/>
                </a:lnTo>
                <a:lnTo>
                  <a:pt x="206" y="291"/>
                </a:lnTo>
                <a:lnTo>
                  <a:pt x="206" y="291"/>
                </a:lnTo>
                <a:lnTo>
                  <a:pt x="204" y="291"/>
                </a:lnTo>
                <a:lnTo>
                  <a:pt x="204" y="289"/>
                </a:lnTo>
                <a:lnTo>
                  <a:pt x="204" y="289"/>
                </a:lnTo>
                <a:lnTo>
                  <a:pt x="204" y="289"/>
                </a:lnTo>
                <a:lnTo>
                  <a:pt x="204" y="289"/>
                </a:lnTo>
                <a:lnTo>
                  <a:pt x="204" y="289"/>
                </a:lnTo>
                <a:lnTo>
                  <a:pt x="204" y="287"/>
                </a:lnTo>
                <a:lnTo>
                  <a:pt x="202" y="287"/>
                </a:lnTo>
                <a:lnTo>
                  <a:pt x="202" y="287"/>
                </a:lnTo>
                <a:close/>
                <a:moveTo>
                  <a:pt x="347" y="265"/>
                </a:moveTo>
                <a:lnTo>
                  <a:pt x="347" y="265"/>
                </a:lnTo>
                <a:lnTo>
                  <a:pt x="347" y="265"/>
                </a:lnTo>
                <a:lnTo>
                  <a:pt x="347" y="265"/>
                </a:lnTo>
                <a:lnTo>
                  <a:pt x="347" y="265"/>
                </a:lnTo>
                <a:lnTo>
                  <a:pt x="347" y="267"/>
                </a:lnTo>
                <a:lnTo>
                  <a:pt x="347" y="267"/>
                </a:lnTo>
                <a:lnTo>
                  <a:pt x="347" y="267"/>
                </a:lnTo>
                <a:lnTo>
                  <a:pt x="347" y="267"/>
                </a:lnTo>
                <a:lnTo>
                  <a:pt x="347" y="269"/>
                </a:lnTo>
                <a:lnTo>
                  <a:pt x="347" y="269"/>
                </a:lnTo>
                <a:lnTo>
                  <a:pt x="347" y="269"/>
                </a:lnTo>
                <a:lnTo>
                  <a:pt x="347" y="269"/>
                </a:lnTo>
                <a:lnTo>
                  <a:pt x="347" y="271"/>
                </a:lnTo>
                <a:lnTo>
                  <a:pt x="347" y="271"/>
                </a:lnTo>
                <a:lnTo>
                  <a:pt x="345" y="271"/>
                </a:lnTo>
                <a:lnTo>
                  <a:pt x="345" y="271"/>
                </a:lnTo>
                <a:lnTo>
                  <a:pt x="345" y="271"/>
                </a:lnTo>
                <a:lnTo>
                  <a:pt x="345" y="273"/>
                </a:lnTo>
                <a:lnTo>
                  <a:pt x="345" y="273"/>
                </a:lnTo>
                <a:lnTo>
                  <a:pt x="345" y="273"/>
                </a:lnTo>
                <a:lnTo>
                  <a:pt x="345" y="273"/>
                </a:lnTo>
                <a:lnTo>
                  <a:pt x="354" y="277"/>
                </a:lnTo>
                <a:lnTo>
                  <a:pt x="354" y="277"/>
                </a:lnTo>
                <a:lnTo>
                  <a:pt x="354" y="277"/>
                </a:lnTo>
                <a:lnTo>
                  <a:pt x="354" y="277"/>
                </a:lnTo>
                <a:lnTo>
                  <a:pt x="354" y="275"/>
                </a:lnTo>
                <a:lnTo>
                  <a:pt x="354" y="275"/>
                </a:lnTo>
                <a:lnTo>
                  <a:pt x="354" y="275"/>
                </a:lnTo>
                <a:lnTo>
                  <a:pt x="354" y="275"/>
                </a:lnTo>
                <a:lnTo>
                  <a:pt x="356" y="273"/>
                </a:lnTo>
                <a:lnTo>
                  <a:pt x="356" y="273"/>
                </a:lnTo>
                <a:lnTo>
                  <a:pt x="356" y="273"/>
                </a:lnTo>
                <a:lnTo>
                  <a:pt x="356" y="271"/>
                </a:lnTo>
                <a:lnTo>
                  <a:pt x="356" y="271"/>
                </a:lnTo>
                <a:lnTo>
                  <a:pt x="356" y="271"/>
                </a:lnTo>
                <a:lnTo>
                  <a:pt x="356" y="271"/>
                </a:lnTo>
                <a:lnTo>
                  <a:pt x="356" y="269"/>
                </a:lnTo>
                <a:lnTo>
                  <a:pt x="356" y="269"/>
                </a:lnTo>
                <a:lnTo>
                  <a:pt x="356" y="269"/>
                </a:lnTo>
                <a:lnTo>
                  <a:pt x="356" y="269"/>
                </a:lnTo>
                <a:lnTo>
                  <a:pt x="356" y="267"/>
                </a:lnTo>
                <a:lnTo>
                  <a:pt x="358" y="267"/>
                </a:lnTo>
                <a:lnTo>
                  <a:pt x="358" y="267"/>
                </a:lnTo>
                <a:lnTo>
                  <a:pt x="347" y="265"/>
                </a:lnTo>
                <a:close/>
                <a:moveTo>
                  <a:pt x="192" y="260"/>
                </a:moveTo>
                <a:lnTo>
                  <a:pt x="182" y="262"/>
                </a:lnTo>
                <a:lnTo>
                  <a:pt x="182" y="263"/>
                </a:lnTo>
                <a:lnTo>
                  <a:pt x="182" y="263"/>
                </a:lnTo>
                <a:lnTo>
                  <a:pt x="182" y="263"/>
                </a:lnTo>
                <a:lnTo>
                  <a:pt x="182" y="265"/>
                </a:lnTo>
                <a:lnTo>
                  <a:pt x="182" y="265"/>
                </a:lnTo>
                <a:lnTo>
                  <a:pt x="182" y="265"/>
                </a:lnTo>
                <a:lnTo>
                  <a:pt x="182" y="265"/>
                </a:lnTo>
                <a:lnTo>
                  <a:pt x="182" y="267"/>
                </a:lnTo>
                <a:lnTo>
                  <a:pt x="182" y="267"/>
                </a:lnTo>
                <a:lnTo>
                  <a:pt x="182" y="267"/>
                </a:lnTo>
                <a:lnTo>
                  <a:pt x="182" y="269"/>
                </a:lnTo>
                <a:lnTo>
                  <a:pt x="184" y="269"/>
                </a:lnTo>
                <a:lnTo>
                  <a:pt x="184" y="269"/>
                </a:lnTo>
                <a:lnTo>
                  <a:pt x="184" y="269"/>
                </a:lnTo>
                <a:lnTo>
                  <a:pt x="184" y="271"/>
                </a:lnTo>
                <a:lnTo>
                  <a:pt x="184" y="271"/>
                </a:lnTo>
                <a:lnTo>
                  <a:pt x="184" y="271"/>
                </a:lnTo>
                <a:lnTo>
                  <a:pt x="184" y="271"/>
                </a:lnTo>
                <a:lnTo>
                  <a:pt x="184" y="273"/>
                </a:lnTo>
                <a:lnTo>
                  <a:pt x="184" y="273"/>
                </a:lnTo>
                <a:lnTo>
                  <a:pt x="194" y="269"/>
                </a:lnTo>
                <a:lnTo>
                  <a:pt x="194" y="269"/>
                </a:lnTo>
                <a:lnTo>
                  <a:pt x="194" y="269"/>
                </a:lnTo>
                <a:lnTo>
                  <a:pt x="194" y="269"/>
                </a:lnTo>
                <a:lnTo>
                  <a:pt x="194" y="267"/>
                </a:lnTo>
                <a:lnTo>
                  <a:pt x="194" y="267"/>
                </a:lnTo>
                <a:lnTo>
                  <a:pt x="194" y="267"/>
                </a:lnTo>
                <a:lnTo>
                  <a:pt x="194" y="267"/>
                </a:lnTo>
                <a:lnTo>
                  <a:pt x="194" y="265"/>
                </a:lnTo>
                <a:lnTo>
                  <a:pt x="194" y="265"/>
                </a:lnTo>
                <a:lnTo>
                  <a:pt x="192" y="265"/>
                </a:lnTo>
                <a:lnTo>
                  <a:pt x="192" y="265"/>
                </a:lnTo>
                <a:lnTo>
                  <a:pt x="192" y="263"/>
                </a:lnTo>
                <a:lnTo>
                  <a:pt x="192" y="263"/>
                </a:lnTo>
                <a:lnTo>
                  <a:pt x="192" y="263"/>
                </a:lnTo>
                <a:lnTo>
                  <a:pt x="192" y="263"/>
                </a:lnTo>
                <a:lnTo>
                  <a:pt x="192" y="262"/>
                </a:lnTo>
                <a:lnTo>
                  <a:pt x="192" y="262"/>
                </a:lnTo>
                <a:lnTo>
                  <a:pt x="192" y="262"/>
                </a:lnTo>
                <a:lnTo>
                  <a:pt x="192" y="262"/>
                </a:lnTo>
                <a:lnTo>
                  <a:pt x="192" y="260"/>
                </a:lnTo>
                <a:lnTo>
                  <a:pt x="192" y="260"/>
                </a:lnTo>
                <a:close/>
                <a:moveTo>
                  <a:pt x="360" y="234"/>
                </a:moveTo>
                <a:lnTo>
                  <a:pt x="350" y="236"/>
                </a:lnTo>
                <a:lnTo>
                  <a:pt x="350" y="236"/>
                </a:lnTo>
                <a:lnTo>
                  <a:pt x="350" y="236"/>
                </a:lnTo>
                <a:lnTo>
                  <a:pt x="350" y="238"/>
                </a:lnTo>
                <a:lnTo>
                  <a:pt x="350" y="238"/>
                </a:lnTo>
                <a:lnTo>
                  <a:pt x="350" y="238"/>
                </a:lnTo>
                <a:lnTo>
                  <a:pt x="350" y="238"/>
                </a:lnTo>
                <a:lnTo>
                  <a:pt x="350" y="240"/>
                </a:lnTo>
                <a:lnTo>
                  <a:pt x="350" y="240"/>
                </a:lnTo>
                <a:lnTo>
                  <a:pt x="350" y="240"/>
                </a:lnTo>
                <a:lnTo>
                  <a:pt x="350" y="242"/>
                </a:lnTo>
                <a:lnTo>
                  <a:pt x="350" y="242"/>
                </a:lnTo>
                <a:lnTo>
                  <a:pt x="350" y="242"/>
                </a:lnTo>
                <a:lnTo>
                  <a:pt x="350" y="242"/>
                </a:lnTo>
                <a:lnTo>
                  <a:pt x="350" y="244"/>
                </a:lnTo>
                <a:lnTo>
                  <a:pt x="350" y="246"/>
                </a:lnTo>
                <a:lnTo>
                  <a:pt x="360" y="246"/>
                </a:lnTo>
                <a:lnTo>
                  <a:pt x="360" y="246"/>
                </a:lnTo>
                <a:lnTo>
                  <a:pt x="360" y="246"/>
                </a:lnTo>
                <a:lnTo>
                  <a:pt x="360" y="244"/>
                </a:lnTo>
                <a:lnTo>
                  <a:pt x="360" y="244"/>
                </a:lnTo>
                <a:lnTo>
                  <a:pt x="360" y="242"/>
                </a:lnTo>
                <a:lnTo>
                  <a:pt x="360" y="242"/>
                </a:lnTo>
                <a:lnTo>
                  <a:pt x="360" y="242"/>
                </a:lnTo>
                <a:lnTo>
                  <a:pt x="360" y="242"/>
                </a:lnTo>
                <a:lnTo>
                  <a:pt x="360" y="240"/>
                </a:lnTo>
                <a:lnTo>
                  <a:pt x="360" y="240"/>
                </a:lnTo>
                <a:lnTo>
                  <a:pt x="360" y="240"/>
                </a:lnTo>
                <a:lnTo>
                  <a:pt x="360" y="238"/>
                </a:lnTo>
                <a:lnTo>
                  <a:pt x="360" y="238"/>
                </a:lnTo>
                <a:lnTo>
                  <a:pt x="360" y="238"/>
                </a:lnTo>
                <a:lnTo>
                  <a:pt x="360" y="238"/>
                </a:lnTo>
                <a:lnTo>
                  <a:pt x="360" y="236"/>
                </a:lnTo>
                <a:lnTo>
                  <a:pt x="360" y="236"/>
                </a:lnTo>
                <a:lnTo>
                  <a:pt x="360" y="236"/>
                </a:lnTo>
                <a:lnTo>
                  <a:pt x="360" y="234"/>
                </a:lnTo>
                <a:close/>
                <a:moveTo>
                  <a:pt x="180" y="230"/>
                </a:moveTo>
                <a:lnTo>
                  <a:pt x="180" y="230"/>
                </a:lnTo>
                <a:lnTo>
                  <a:pt x="180" y="230"/>
                </a:lnTo>
                <a:lnTo>
                  <a:pt x="180" y="232"/>
                </a:lnTo>
                <a:lnTo>
                  <a:pt x="180" y="232"/>
                </a:lnTo>
                <a:lnTo>
                  <a:pt x="180" y="232"/>
                </a:lnTo>
                <a:lnTo>
                  <a:pt x="180" y="234"/>
                </a:lnTo>
                <a:lnTo>
                  <a:pt x="180" y="234"/>
                </a:lnTo>
                <a:lnTo>
                  <a:pt x="180" y="234"/>
                </a:lnTo>
                <a:lnTo>
                  <a:pt x="180" y="236"/>
                </a:lnTo>
                <a:lnTo>
                  <a:pt x="180" y="236"/>
                </a:lnTo>
                <a:lnTo>
                  <a:pt x="180" y="236"/>
                </a:lnTo>
                <a:lnTo>
                  <a:pt x="180" y="238"/>
                </a:lnTo>
                <a:lnTo>
                  <a:pt x="180" y="238"/>
                </a:lnTo>
                <a:lnTo>
                  <a:pt x="180" y="238"/>
                </a:lnTo>
                <a:lnTo>
                  <a:pt x="180" y="238"/>
                </a:lnTo>
                <a:lnTo>
                  <a:pt x="180" y="240"/>
                </a:lnTo>
                <a:lnTo>
                  <a:pt x="180" y="240"/>
                </a:lnTo>
                <a:lnTo>
                  <a:pt x="180" y="240"/>
                </a:lnTo>
                <a:lnTo>
                  <a:pt x="180" y="240"/>
                </a:lnTo>
                <a:lnTo>
                  <a:pt x="190" y="242"/>
                </a:lnTo>
                <a:lnTo>
                  <a:pt x="190" y="242"/>
                </a:lnTo>
                <a:lnTo>
                  <a:pt x="190" y="240"/>
                </a:lnTo>
                <a:lnTo>
                  <a:pt x="190" y="240"/>
                </a:lnTo>
                <a:lnTo>
                  <a:pt x="190" y="240"/>
                </a:lnTo>
                <a:lnTo>
                  <a:pt x="190" y="238"/>
                </a:lnTo>
                <a:lnTo>
                  <a:pt x="190" y="238"/>
                </a:lnTo>
                <a:lnTo>
                  <a:pt x="190" y="238"/>
                </a:lnTo>
                <a:lnTo>
                  <a:pt x="190" y="238"/>
                </a:lnTo>
                <a:lnTo>
                  <a:pt x="190" y="236"/>
                </a:lnTo>
                <a:lnTo>
                  <a:pt x="190" y="236"/>
                </a:lnTo>
                <a:lnTo>
                  <a:pt x="190" y="236"/>
                </a:lnTo>
                <a:lnTo>
                  <a:pt x="190" y="236"/>
                </a:lnTo>
                <a:lnTo>
                  <a:pt x="190" y="234"/>
                </a:lnTo>
                <a:lnTo>
                  <a:pt x="190" y="234"/>
                </a:lnTo>
                <a:lnTo>
                  <a:pt x="190" y="234"/>
                </a:lnTo>
                <a:lnTo>
                  <a:pt x="190" y="232"/>
                </a:lnTo>
                <a:lnTo>
                  <a:pt x="192" y="232"/>
                </a:lnTo>
                <a:lnTo>
                  <a:pt x="192" y="232"/>
                </a:lnTo>
                <a:lnTo>
                  <a:pt x="192" y="232"/>
                </a:lnTo>
                <a:lnTo>
                  <a:pt x="180" y="230"/>
                </a:lnTo>
                <a:close/>
                <a:moveTo>
                  <a:pt x="350" y="204"/>
                </a:moveTo>
                <a:lnTo>
                  <a:pt x="341" y="208"/>
                </a:lnTo>
                <a:lnTo>
                  <a:pt x="341" y="208"/>
                </a:lnTo>
                <a:lnTo>
                  <a:pt x="341" y="208"/>
                </a:lnTo>
                <a:lnTo>
                  <a:pt x="343" y="208"/>
                </a:lnTo>
                <a:lnTo>
                  <a:pt x="343" y="210"/>
                </a:lnTo>
                <a:lnTo>
                  <a:pt x="343" y="210"/>
                </a:lnTo>
                <a:lnTo>
                  <a:pt x="343" y="210"/>
                </a:lnTo>
                <a:lnTo>
                  <a:pt x="343" y="210"/>
                </a:lnTo>
                <a:lnTo>
                  <a:pt x="343" y="212"/>
                </a:lnTo>
                <a:lnTo>
                  <a:pt x="343" y="212"/>
                </a:lnTo>
                <a:lnTo>
                  <a:pt x="343" y="212"/>
                </a:lnTo>
                <a:lnTo>
                  <a:pt x="345" y="212"/>
                </a:lnTo>
                <a:lnTo>
                  <a:pt x="345" y="214"/>
                </a:lnTo>
                <a:lnTo>
                  <a:pt x="345" y="214"/>
                </a:lnTo>
                <a:lnTo>
                  <a:pt x="345" y="214"/>
                </a:lnTo>
                <a:lnTo>
                  <a:pt x="345" y="214"/>
                </a:lnTo>
                <a:lnTo>
                  <a:pt x="345" y="216"/>
                </a:lnTo>
                <a:lnTo>
                  <a:pt x="345" y="216"/>
                </a:lnTo>
                <a:lnTo>
                  <a:pt x="345" y="216"/>
                </a:lnTo>
                <a:lnTo>
                  <a:pt x="345" y="216"/>
                </a:lnTo>
                <a:lnTo>
                  <a:pt x="345" y="216"/>
                </a:lnTo>
                <a:lnTo>
                  <a:pt x="354" y="214"/>
                </a:lnTo>
                <a:lnTo>
                  <a:pt x="354" y="212"/>
                </a:lnTo>
                <a:lnTo>
                  <a:pt x="354" y="212"/>
                </a:lnTo>
                <a:lnTo>
                  <a:pt x="354" y="212"/>
                </a:lnTo>
                <a:lnTo>
                  <a:pt x="354" y="212"/>
                </a:lnTo>
                <a:lnTo>
                  <a:pt x="354" y="210"/>
                </a:lnTo>
                <a:lnTo>
                  <a:pt x="354" y="210"/>
                </a:lnTo>
                <a:lnTo>
                  <a:pt x="354" y="210"/>
                </a:lnTo>
                <a:lnTo>
                  <a:pt x="352" y="210"/>
                </a:lnTo>
                <a:lnTo>
                  <a:pt x="352" y="208"/>
                </a:lnTo>
                <a:lnTo>
                  <a:pt x="352" y="208"/>
                </a:lnTo>
                <a:lnTo>
                  <a:pt x="352" y="208"/>
                </a:lnTo>
                <a:lnTo>
                  <a:pt x="352" y="208"/>
                </a:lnTo>
                <a:lnTo>
                  <a:pt x="352" y="206"/>
                </a:lnTo>
                <a:lnTo>
                  <a:pt x="352" y="206"/>
                </a:lnTo>
                <a:lnTo>
                  <a:pt x="352" y="206"/>
                </a:lnTo>
                <a:lnTo>
                  <a:pt x="352" y="206"/>
                </a:lnTo>
                <a:lnTo>
                  <a:pt x="350" y="204"/>
                </a:lnTo>
                <a:lnTo>
                  <a:pt x="350" y="204"/>
                </a:lnTo>
                <a:lnTo>
                  <a:pt x="350" y="204"/>
                </a:lnTo>
                <a:lnTo>
                  <a:pt x="350" y="204"/>
                </a:lnTo>
                <a:close/>
                <a:moveTo>
                  <a:pt x="192" y="198"/>
                </a:moveTo>
                <a:lnTo>
                  <a:pt x="192" y="198"/>
                </a:lnTo>
                <a:lnTo>
                  <a:pt x="192" y="200"/>
                </a:lnTo>
                <a:lnTo>
                  <a:pt x="192" y="200"/>
                </a:lnTo>
                <a:lnTo>
                  <a:pt x="192" y="200"/>
                </a:lnTo>
                <a:lnTo>
                  <a:pt x="190" y="200"/>
                </a:lnTo>
                <a:lnTo>
                  <a:pt x="190" y="202"/>
                </a:lnTo>
                <a:lnTo>
                  <a:pt x="190" y="202"/>
                </a:lnTo>
                <a:lnTo>
                  <a:pt x="190" y="202"/>
                </a:lnTo>
                <a:lnTo>
                  <a:pt x="190" y="202"/>
                </a:lnTo>
                <a:lnTo>
                  <a:pt x="190" y="204"/>
                </a:lnTo>
                <a:lnTo>
                  <a:pt x="190" y="204"/>
                </a:lnTo>
                <a:lnTo>
                  <a:pt x="190" y="204"/>
                </a:lnTo>
                <a:lnTo>
                  <a:pt x="188" y="204"/>
                </a:lnTo>
                <a:lnTo>
                  <a:pt x="188" y="206"/>
                </a:lnTo>
                <a:lnTo>
                  <a:pt x="188" y="206"/>
                </a:lnTo>
                <a:lnTo>
                  <a:pt x="188" y="206"/>
                </a:lnTo>
                <a:lnTo>
                  <a:pt x="188" y="206"/>
                </a:lnTo>
                <a:lnTo>
                  <a:pt x="188" y="208"/>
                </a:lnTo>
                <a:lnTo>
                  <a:pt x="188" y="208"/>
                </a:lnTo>
                <a:lnTo>
                  <a:pt x="188" y="208"/>
                </a:lnTo>
                <a:lnTo>
                  <a:pt x="188" y="208"/>
                </a:lnTo>
                <a:lnTo>
                  <a:pt x="196" y="212"/>
                </a:lnTo>
                <a:lnTo>
                  <a:pt x="196" y="212"/>
                </a:lnTo>
                <a:lnTo>
                  <a:pt x="198" y="212"/>
                </a:lnTo>
                <a:lnTo>
                  <a:pt x="198" y="212"/>
                </a:lnTo>
                <a:lnTo>
                  <a:pt x="198" y="212"/>
                </a:lnTo>
                <a:lnTo>
                  <a:pt x="198" y="210"/>
                </a:lnTo>
                <a:lnTo>
                  <a:pt x="198" y="210"/>
                </a:lnTo>
                <a:lnTo>
                  <a:pt x="198" y="210"/>
                </a:lnTo>
                <a:lnTo>
                  <a:pt x="198" y="210"/>
                </a:lnTo>
                <a:lnTo>
                  <a:pt x="198" y="208"/>
                </a:lnTo>
                <a:lnTo>
                  <a:pt x="198" y="208"/>
                </a:lnTo>
                <a:lnTo>
                  <a:pt x="200" y="208"/>
                </a:lnTo>
                <a:lnTo>
                  <a:pt x="200" y="208"/>
                </a:lnTo>
                <a:lnTo>
                  <a:pt x="200" y="206"/>
                </a:lnTo>
                <a:lnTo>
                  <a:pt x="200" y="206"/>
                </a:lnTo>
                <a:lnTo>
                  <a:pt x="200" y="206"/>
                </a:lnTo>
                <a:lnTo>
                  <a:pt x="200" y="206"/>
                </a:lnTo>
                <a:lnTo>
                  <a:pt x="200" y="204"/>
                </a:lnTo>
                <a:lnTo>
                  <a:pt x="200" y="204"/>
                </a:lnTo>
                <a:lnTo>
                  <a:pt x="202" y="204"/>
                </a:lnTo>
                <a:lnTo>
                  <a:pt x="202" y="204"/>
                </a:lnTo>
                <a:lnTo>
                  <a:pt x="192" y="198"/>
                </a:lnTo>
                <a:close/>
                <a:moveTo>
                  <a:pt x="265" y="186"/>
                </a:moveTo>
                <a:lnTo>
                  <a:pt x="265" y="194"/>
                </a:lnTo>
                <a:lnTo>
                  <a:pt x="257" y="196"/>
                </a:lnTo>
                <a:lnTo>
                  <a:pt x="251" y="198"/>
                </a:lnTo>
                <a:lnTo>
                  <a:pt x="247" y="202"/>
                </a:lnTo>
                <a:lnTo>
                  <a:pt x="243" y="208"/>
                </a:lnTo>
                <a:lnTo>
                  <a:pt x="241" y="214"/>
                </a:lnTo>
                <a:lnTo>
                  <a:pt x="239" y="220"/>
                </a:lnTo>
                <a:lnTo>
                  <a:pt x="241" y="228"/>
                </a:lnTo>
                <a:lnTo>
                  <a:pt x="243" y="236"/>
                </a:lnTo>
                <a:lnTo>
                  <a:pt x="247" y="240"/>
                </a:lnTo>
                <a:lnTo>
                  <a:pt x="251" y="244"/>
                </a:lnTo>
                <a:lnTo>
                  <a:pt x="253" y="248"/>
                </a:lnTo>
                <a:lnTo>
                  <a:pt x="259" y="252"/>
                </a:lnTo>
                <a:lnTo>
                  <a:pt x="267" y="256"/>
                </a:lnTo>
                <a:lnTo>
                  <a:pt x="271" y="260"/>
                </a:lnTo>
                <a:lnTo>
                  <a:pt x="275" y="263"/>
                </a:lnTo>
                <a:lnTo>
                  <a:pt x="275" y="267"/>
                </a:lnTo>
                <a:lnTo>
                  <a:pt x="275" y="275"/>
                </a:lnTo>
                <a:lnTo>
                  <a:pt x="275" y="279"/>
                </a:lnTo>
                <a:lnTo>
                  <a:pt x="275" y="281"/>
                </a:lnTo>
                <a:lnTo>
                  <a:pt x="273" y="281"/>
                </a:lnTo>
                <a:lnTo>
                  <a:pt x="271" y="283"/>
                </a:lnTo>
                <a:lnTo>
                  <a:pt x="269" y="281"/>
                </a:lnTo>
                <a:lnTo>
                  <a:pt x="267" y="279"/>
                </a:lnTo>
                <a:lnTo>
                  <a:pt x="267" y="277"/>
                </a:lnTo>
                <a:lnTo>
                  <a:pt x="267" y="273"/>
                </a:lnTo>
                <a:lnTo>
                  <a:pt x="265" y="267"/>
                </a:lnTo>
                <a:lnTo>
                  <a:pt x="265" y="262"/>
                </a:lnTo>
                <a:lnTo>
                  <a:pt x="241" y="262"/>
                </a:lnTo>
                <a:lnTo>
                  <a:pt x="241" y="265"/>
                </a:lnTo>
                <a:lnTo>
                  <a:pt x="241" y="273"/>
                </a:lnTo>
                <a:lnTo>
                  <a:pt x="243" y="281"/>
                </a:lnTo>
                <a:lnTo>
                  <a:pt x="245" y="285"/>
                </a:lnTo>
                <a:lnTo>
                  <a:pt x="247" y="289"/>
                </a:lnTo>
                <a:lnTo>
                  <a:pt x="253" y="293"/>
                </a:lnTo>
                <a:lnTo>
                  <a:pt x="259" y="297"/>
                </a:lnTo>
                <a:lnTo>
                  <a:pt x="265" y="297"/>
                </a:lnTo>
                <a:lnTo>
                  <a:pt x="265" y="307"/>
                </a:lnTo>
                <a:lnTo>
                  <a:pt x="277" y="307"/>
                </a:lnTo>
                <a:lnTo>
                  <a:pt x="277" y="297"/>
                </a:lnTo>
                <a:lnTo>
                  <a:pt x="285" y="295"/>
                </a:lnTo>
                <a:lnTo>
                  <a:pt x="293" y="293"/>
                </a:lnTo>
                <a:lnTo>
                  <a:pt x="297" y="289"/>
                </a:lnTo>
                <a:lnTo>
                  <a:pt x="301" y="283"/>
                </a:lnTo>
                <a:lnTo>
                  <a:pt x="303" y="275"/>
                </a:lnTo>
                <a:lnTo>
                  <a:pt x="305" y="267"/>
                </a:lnTo>
                <a:lnTo>
                  <a:pt x="303" y="260"/>
                </a:lnTo>
                <a:lnTo>
                  <a:pt x="301" y="254"/>
                </a:lnTo>
                <a:lnTo>
                  <a:pt x="299" y="248"/>
                </a:lnTo>
                <a:lnTo>
                  <a:pt x="295" y="244"/>
                </a:lnTo>
                <a:lnTo>
                  <a:pt x="293" y="242"/>
                </a:lnTo>
                <a:lnTo>
                  <a:pt x="289" y="238"/>
                </a:lnTo>
                <a:lnTo>
                  <a:pt x="283" y="236"/>
                </a:lnTo>
                <a:lnTo>
                  <a:pt x="275" y="230"/>
                </a:lnTo>
                <a:lnTo>
                  <a:pt x="271" y="228"/>
                </a:lnTo>
                <a:lnTo>
                  <a:pt x="269" y="226"/>
                </a:lnTo>
                <a:lnTo>
                  <a:pt x="267" y="222"/>
                </a:lnTo>
                <a:lnTo>
                  <a:pt x="267" y="218"/>
                </a:lnTo>
                <a:lnTo>
                  <a:pt x="267" y="214"/>
                </a:lnTo>
                <a:lnTo>
                  <a:pt x="267" y="212"/>
                </a:lnTo>
                <a:lnTo>
                  <a:pt x="269" y="210"/>
                </a:lnTo>
                <a:lnTo>
                  <a:pt x="271" y="210"/>
                </a:lnTo>
                <a:lnTo>
                  <a:pt x="273" y="210"/>
                </a:lnTo>
                <a:lnTo>
                  <a:pt x="275" y="212"/>
                </a:lnTo>
                <a:lnTo>
                  <a:pt x="275" y="216"/>
                </a:lnTo>
                <a:lnTo>
                  <a:pt x="275" y="220"/>
                </a:lnTo>
                <a:lnTo>
                  <a:pt x="275" y="226"/>
                </a:lnTo>
                <a:lnTo>
                  <a:pt x="301" y="226"/>
                </a:lnTo>
                <a:lnTo>
                  <a:pt x="301" y="222"/>
                </a:lnTo>
                <a:lnTo>
                  <a:pt x="301" y="220"/>
                </a:lnTo>
                <a:lnTo>
                  <a:pt x="301" y="214"/>
                </a:lnTo>
                <a:lnTo>
                  <a:pt x="299" y="208"/>
                </a:lnTo>
                <a:lnTo>
                  <a:pt x="295" y="202"/>
                </a:lnTo>
                <a:lnTo>
                  <a:pt x="291" y="198"/>
                </a:lnTo>
                <a:lnTo>
                  <a:pt x="285" y="196"/>
                </a:lnTo>
                <a:lnTo>
                  <a:pt x="277" y="194"/>
                </a:lnTo>
                <a:lnTo>
                  <a:pt x="277" y="186"/>
                </a:lnTo>
                <a:lnTo>
                  <a:pt x="265" y="186"/>
                </a:lnTo>
                <a:close/>
                <a:moveTo>
                  <a:pt x="331" y="176"/>
                </a:moveTo>
                <a:lnTo>
                  <a:pt x="323" y="184"/>
                </a:lnTo>
                <a:lnTo>
                  <a:pt x="325" y="184"/>
                </a:lnTo>
                <a:lnTo>
                  <a:pt x="325" y="186"/>
                </a:lnTo>
                <a:lnTo>
                  <a:pt x="325" y="186"/>
                </a:lnTo>
                <a:lnTo>
                  <a:pt x="325" y="186"/>
                </a:lnTo>
                <a:lnTo>
                  <a:pt x="325" y="186"/>
                </a:lnTo>
                <a:lnTo>
                  <a:pt x="325" y="186"/>
                </a:lnTo>
                <a:lnTo>
                  <a:pt x="327" y="186"/>
                </a:lnTo>
                <a:lnTo>
                  <a:pt x="327" y="188"/>
                </a:lnTo>
                <a:lnTo>
                  <a:pt x="327" y="188"/>
                </a:lnTo>
                <a:lnTo>
                  <a:pt x="327" y="188"/>
                </a:lnTo>
                <a:lnTo>
                  <a:pt x="327" y="188"/>
                </a:lnTo>
                <a:lnTo>
                  <a:pt x="329" y="190"/>
                </a:lnTo>
                <a:lnTo>
                  <a:pt x="329" y="190"/>
                </a:lnTo>
                <a:lnTo>
                  <a:pt x="329" y="190"/>
                </a:lnTo>
                <a:lnTo>
                  <a:pt x="329" y="190"/>
                </a:lnTo>
                <a:lnTo>
                  <a:pt x="329" y="190"/>
                </a:lnTo>
                <a:lnTo>
                  <a:pt x="329" y="190"/>
                </a:lnTo>
                <a:lnTo>
                  <a:pt x="331" y="192"/>
                </a:lnTo>
                <a:lnTo>
                  <a:pt x="331" y="192"/>
                </a:lnTo>
                <a:lnTo>
                  <a:pt x="331" y="192"/>
                </a:lnTo>
                <a:lnTo>
                  <a:pt x="339" y="184"/>
                </a:lnTo>
                <a:lnTo>
                  <a:pt x="339" y="184"/>
                </a:lnTo>
                <a:lnTo>
                  <a:pt x="339" y="184"/>
                </a:lnTo>
                <a:lnTo>
                  <a:pt x="337" y="184"/>
                </a:lnTo>
                <a:lnTo>
                  <a:pt x="337" y="184"/>
                </a:lnTo>
                <a:lnTo>
                  <a:pt x="337" y="182"/>
                </a:lnTo>
                <a:lnTo>
                  <a:pt x="337" y="182"/>
                </a:lnTo>
                <a:lnTo>
                  <a:pt x="335" y="182"/>
                </a:lnTo>
                <a:lnTo>
                  <a:pt x="335" y="182"/>
                </a:lnTo>
                <a:lnTo>
                  <a:pt x="335" y="180"/>
                </a:lnTo>
                <a:lnTo>
                  <a:pt x="335" y="180"/>
                </a:lnTo>
                <a:lnTo>
                  <a:pt x="335" y="180"/>
                </a:lnTo>
                <a:lnTo>
                  <a:pt x="333" y="180"/>
                </a:lnTo>
                <a:lnTo>
                  <a:pt x="333" y="180"/>
                </a:lnTo>
                <a:lnTo>
                  <a:pt x="333" y="180"/>
                </a:lnTo>
                <a:lnTo>
                  <a:pt x="333" y="178"/>
                </a:lnTo>
                <a:lnTo>
                  <a:pt x="333" y="178"/>
                </a:lnTo>
                <a:lnTo>
                  <a:pt x="331" y="178"/>
                </a:lnTo>
                <a:lnTo>
                  <a:pt x="331" y="178"/>
                </a:lnTo>
                <a:lnTo>
                  <a:pt x="331" y="178"/>
                </a:lnTo>
                <a:lnTo>
                  <a:pt x="331" y="176"/>
                </a:lnTo>
                <a:close/>
                <a:moveTo>
                  <a:pt x="158" y="174"/>
                </a:moveTo>
                <a:lnTo>
                  <a:pt x="142" y="208"/>
                </a:lnTo>
                <a:lnTo>
                  <a:pt x="138" y="244"/>
                </a:lnTo>
                <a:lnTo>
                  <a:pt x="142" y="279"/>
                </a:lnTo>
                <a:lnTo>
                  <a:pt x="156" y="311"/>
                </a:lnTo>
                <a:lnTo>
                  <a:pt x="176" y="339"/>
                </a:lnTo>
                <a:lnTo>
                  <a:pt x="182" y="343"/>
                </a:lnTo>
                <a:lnTo>
                  <a:pt x="107" y="345"/>
                </a:lnTo>
                <a:lnTo>
                  <a:pt x="31" y="341"/>
                </a:lnTo>
                <a:lnTo>
                  <a:pt x="25" y="339"/>
                </a:lnTo>
                <a:lnTo>
                  <a:pt x="20" y="337"/>
                </a:lnTo>
                <a:lnTo>
                  <a:pt x="16" y="333"/>
                </a:lnTo>
                <a:lnTo>
                  <a:pt x="14" y="329"/>
                </a:lnTo>
                <a:lnTo>
                  <a:pt x="14" y="323"/>
                </a:lnTo>
                <a:lnTo>
                  <a:pt x="14" y="279"/>
                </a:lnTo>
                <a:lnTo>
                  <a:pt x="14" y="275"/>
                </a:lnTo>
                <a:lnTo>
                  <a:pt x="16" y="269"/>
                </a:lnTo>
                <a:lnTo>
                  <a:pt x="20" y="265"/>
                </a:lnTo>
                <a:lnTo>
                  <a:pt x="25" y="263"/>
                </a:lnTo>
                <a:lnTo>
                  <a:pt x="31" y="263"/>
                </a:lnTo>
                <a:lnTo>
                  <a:pt x="87" y="260"/>
                </a:lnTo>
                <a:lnTo>
                  <a:pt x="53" y="256"/>
                </a:lnTo>
                <a:lnTo>
                  <a:pt x="47" y="256"/>
                </a:lnTo>
                <a:lnTo>
                  <a:pt x="41" y="252"/>
                </a:lnTo>
                <a:lnTo>
                  <a:pt x="37" y="248"/>
                </a:lnTo>
                <a:lnTo>
                  <a:pt x="35" y="244"/>
                </a:lnTo>
                <a:lnTo>
                  <a:pt x="35" y="238"/>
                </a:lnTo>
                <a:lnTo>
                  <a:pt x="35" y="196"/>
                </a:lnTo>
                <a:lnTo>
                  <a:pt x="35" y="190"/>
                </a:lnTo>
                <a:lnTo>
                  <a:pt x="37" y="186"/>
                </a:lnTo>
                <a:lnTo>
                  <a:pt x="41" y="182"/>
                </a:lnTo>
                <a:lnTo>
                  <a:pt x="47" y="180"/>
                </a:lnTo>
                <a:lnTo>
                  <a:pt x="53" y="178"/>
                </a:lnTo>
                <a:lnTo>
                  <a:pt x="158" y="174"/>
                </a:lnTo>
                <a:close/>
                <a:moveTo>
                  <a:pt x="214" y="174"/>
                </a:moveTo>
                <a:lnTo>
                  <a:pt x="214" y="174"/>
                </a:lnTo>
                <a:lnTo>
                  <a:pt x="214" y="174"/>
                </a:lnTo>
                <a:lnTo>
                  <a:pt x="212" y="174"/>
                </a:lnTo>
                <a:lnTo>
                  <a:pt x="212" y="174"/>
                </a:lnTo>
                <a:lnTo>
                  <a:pt x="212" y="176"/>
                </a:lnTo>
                <a:lnTo>
                  <a:pt x="212" y="176"/>
                </a:lnTo>
                <a:lnTo>
                  <a:pt x="212" y="176"/>
                </a:lnTo>
                <a:lnTo>
                  <a:pt x="210" y="176"/>
                </a:lnTo>
                <a:lnTo>
                  <a:pt x="210" y="176"/>
                </a:lnTo>
                <a:lnTo>
                  <a:pt x="210" y="176"/>
                </a:lnTo>
                <a:lnTo>
                  <a:pt x="210" y="178"/>
                </a:lnTo>
                <a:lnTo>
                  <a:pt x="210" y="178"/>
                </a:lnTo>
                <a:lnTo>
                  <a:pt x="208" y="178"/>
                </a:lnTo>
                <a:lnTo>
                  <a:pt x="208" y="178"/>
                </a:lnTo>
                <a:lnTo>
                  <a:pt x="208" y="178"/>
                </a:lnTo>
                <a:lnTo>
                  <a:pt x="208" y="180"/>
                </a:lnTo>
                <a:lnTo>
                  <a:pt x="208" y="180"/>
                </a:lnTo>
                <a:lnTo>
                  <a:pt x="206" y="180"/>
                </a:lnTo>
                <a:lnTo>
                  <a:pt x="206" y="180"/>
                </a:lnTo>
                <a:lnTo>
                  <a:pt x="214" y="188"/>
                </a:lnTo>
                <a:lnTo>
                  <a:pt x="214" y="188"/>
                </a:lnTo>
                <a:lnTo>
                  <a:pt x="214" y="188"/>
                </a:lnTo>
                <a:lnTo>
                  <a:pt x="214" y="188"/>
                </a:lnTo>
                <a:lnTo>
                  <a:pt x="214" y="186"/>
                </a:lnTo>
                <a:lnTo>
                  <a:pt x="214" y="186"/>
                </a:lnTo>
                <a:lnTo>
                  <a:pt x="216" y="186"/>
                </a:lnTo>
                <a:lnTo>
                  <a:pt x="216" y="186"/>
                </a:lnTo>
                <a:lnTo>
                  <a:pt x="216" y="186"/>
                </a:lnTo>
                <a:lnTo>
                  <a:pt x="216" y="186"/>
                </a:lnTo>
                <a:lnTo>
                  <a:pt x="216" y="184"/>
                </a:lnTo>
                <a:lnTo>
                  <a:pt x="216" y="184"/>
                </a:lnTo>
                <a:lnTo>
                  <a:pt x="218" y="184"/>
                </a:lnTo>
                <a:lnTo>
                  <a:pt x="218" y="184"/>
                </a:lnTo>
                <a:lnTo>
                  <a:pt x="218" y="184"/>
                </a:lnTo>
                <a:lnTo>
                  <a:pt x="218" y="184"/>
                </a:lnTo>
                <a:lnTo>
                  <a:pt x="218" y="184"/>
                </a:lnTo>
                <a:lnTo>
                  <a:pt x="220" y="182"/>
                </a:lnTo>
                <a:lnTo>
                  <a:pt x="220" y="182"/>
                </a:lnTo>
                <a:lnTo>
                  <a:pt x="220" y="182"/>
                </a:lnTo>
                <a:lnTo>
                  <a:pt x="220" y="182"/>
                </a:lnTo>
                <a:lnTo>
                  <a:pt x="220" y="182"/>
                </a:lnTo>
                <a:lnTo>
                  <a:pt x="214" y="174"/>
                </a:lnTo>
                <a:close/>
                <a:moveTo>
                  <a:pt x="303" y="160"/>
                </a:moveTo>
                <a:lnTo>
                  <a:pt x="299" y="170"/>
                </a:lnTo>
                <a:lnTo>
                  <a:pt x="299" y="170"/>
                </a:lnTo>
                <a:lnTo>
                  <a:pt x="299" y="170"/>
                </a:lnTo>
                <a:lnTo>
                  <a:pt x="299" y="170"/>
                </a:lnTo>
                <a:lnTo>
                  <a:pt x="301" y="170"/>
                </a:lnTo>
                <a:lnTo>
                  <a:pt x="301" y="170"/>
                </a:lnTo>
                <a:lnTo>
                  <a:pt x="301" y="170"/>
                </a:lnTo>
                <a:lnTo>
                  <a:pt x="301" y="170"/>
                </a:lnTo>
                <a:lnTo>
                  <a:pt x="303" y="170"/>
                </a:lnTo>
                <a:lnTo>
                  <a:pt x="303" y="170"/>
                </a:lnTo>
                <a:lnTo>
                  <a:pt x="303" y="172"/>
                </a:lnTo>
                <a:lnTo>
                  <a:pt x="303" y="172"/>
                </a:lnTo>
                <a:lnTo>
                  <a:pt x="303" y="172"/>
                </a:lnTo>
                <a:lnTo>
                  <a:pt x="305" y="172"/>
                </a:lnTo>
                <a:lnTo>
                  <a:pt x="305" y="172"/>
                </a:lnTo>
                <a:lnTo>
                  <a:pt x="305" y="172"/>
                </a:lnTo>
                <a:lnTo>
                  <a:pt x="305" y="172"/>
                </a:lnTo>
                <a:lnTo>
                  <a:pt x="307" y="172"/>
                </a:lnTo>
                <a:lnTo>
                  <a:pt x="307" y="172"/>
                </a:lnTo>
                <a:lnTo>
                  <a:pt x="307" y="174"/>
                </a:lnTo>
                <a:lnTo>
                  <a:pt x="307" y="174"/>
                </a:lnTo>
                <a:lnTo>
                  <a:pt x="307" y="174"/>
                </a:lnTo>
                <a:lnTo>
                  <a:pt x="313" y="164"/>
                </a:lnTo>
                <a:lnTo>
                  <a:pt x="313" y="164"/>
                </a:lnTo>
                <a:lnTo>
                  <a:pt x="311" y="164"/>
                </a:lnTo>
                <a:lnTo>
                  <a:pt x="311" y="164"/>
                </a:lnTo>
                <a:lnTo>
                  <a:pt x="311" y="164"/>
                </a:lnTo>
                <a:lnTo>
                  <a:pt x="311" y="162"/>
                </a:lnTo>
                <a:lnTo>
                  <a:pt x="309" y="162"/>
                </a:lnTo>
                <a:lnTo>
                  <a:pt x="309" y="162"/>
                </a:lnTo>
                <a:lnTo>
                  <a:pt x="309" y="162"/>
                </a:lnTo>
                <a:lnTo>
                  <a:pt x="309" y="162"/>
                </a:lnTo>
                <a:lnTo>
                  <a:pt x="307" y="162"/>
                </a:lnTo>
                <a:lnTo>
                  <a:pt x="307" y="162"/>
                </a:lnTo>
                <a:lnTo>
                  <a:pt x="307" y="162"/>
                </a:lnTo>
                <a:lnTo>
                  <a:pt x="307" y="162"/>
                </a:lnTo>
                <a:lnTo>
                  <a:pt x="305" y="160"/>
                </a:lnTo>
                <a:lnTo>
                  <a:pt x="305" y="160"/>
                </a:lnTo>
                <a:lnTo>
                  <a:pt x="305" y="160"/>
                </a:lnTo>
                <a:lnTo>
                  <a:pt x="303" y="160"/>
                </a:lnTo>
                <a:lnTo>
                  <a:pt x="303" y="160"/>
                </a:lnTo>
                <a:lnTo>
                  <a:pt x="303" y="160"/>
                </a:lnTo>
                <a:lnTo>
                  <a:pt x="303" y="160"/>
                </a:lnTo>
                <a:close/>
                <a:moveTo>
                  <a:pt x="243" y="158"/>
                </a:moveTo>
                <a:lnTo>
                  <a:pt x="241" y="158"/>
                </a:lnTo>
                <a:lnTo>
                  <a:pt x="241" y="158"/>
                </a:lnTo>
                <a:lnTo>
                  <a:pt x="241" y="158"/>
                </a:lnTo>
                <a:lnTo>
                  <a:pt x="241" y="158"/>
                </a:lnTo>
                <a:lnTo>
                  <a:pt x="239" y="158"/>
                </a:lnTo>
                <a:lnTo>
                  <a:pt x="239" y="158"/>
                </a:lnTo>
                <a:lnTo>
                  <a:pt x="239" y="160"/>
                </a:lnTo>
                <a:lnTo>
                  <a:pt x="238" y="160"/>
                </a:lnTo>
                <a:lnTo>
                  <a:pt x="238" y="160"/>
                </a:lnTo>
                <a:lnTo>
                  <a:pt x="238" y="160"/>
                </a:lnTo>
                <a:lnTo>
                  <a:pt x="238" y="160"/>
                </a:lnTo>
                <a:lnTo>
                  <a:pt x="236" y="160"/>
                </a:lnTo>
                <a:lnTo>
                  <a:pt x="236" y="160"/>
                </a:lnTo>
                <a:lnTo>
                  <a:pt x="236" y="160"/>
                </a:lnTo>
                <a:lnTo>
                  <a:pt x="234" y="160"/>
                </a:lnTo>
                <a:lnTo>
                  <a:pt x="234" y="162"/>
                </a:lnTo>
                <a:lnTo>
                  <a:pt x="234" y="162"/>
                </a:lnTo>
                <a:lnTo>
                  <a:pt x="234" y="162"/>
                </a:lnTo>
                <a:lnTo>
                  <a:pt x="232" y="162"/>
                </a:lnTo>
                <a:lnTo>
                  <a:pt x="232" y="162"/>
                </a:lnTo>
                <a:lnTo>
                  <a:pt x="238" y="172"/>
                </a:lnTo>
                <a:lnTo>
                  <a:pt x="238" y="172"/>
                </a:lnTo>
                <a:lnTo>
                  <a:pt x="238" y="172"/>
                </a:lnTo>
                <a:lnTo>
                  <a:pt x="238" y="170"/>
                </a:lnTo>
                <a:lnTo>
                  <a:pt x="238" y="170"/>
                </a:lnTo>
                <a:lnTo>
                  <a:pt x="238" y="170"/>
                </a:lnTo>
                <a:lnTo>
                  <a:pt x="239" y="170"/>
                </a:lnTo>
                <a:lnTo>
                  <a:pt x="239" y="170"/>
                </a:lnTo>
                <a:lnTo>
                  <a:pt x="239" y="170"/>
                </a:lnTo>
                <a:lnTo>
                  <a:pt x="239" y="170"/>
                </a:lnTo>
                <a:lnTo>
                  <a:pt x="241" y="170"/>
                </a:lnTo>
                <a:lnTo>
                  <a:pt x="241" y="170"/>
                </a:lnTo>
                <a:lnTo>
                  <a:pt x="241" y="170"/>
                </a:lnTo>
                <a:lnTo>
                  <a:pt x="241" y="170"/>
                </a:lnTo>
                <a:lnTo>
                  <a:pt x="243" y="168"/>
                </a:lnTo>
                <a:lnTo>
                  <a:pt x="243" y="168"/>
                </a:lnTo>
                <a:lnTo>
                  <a:pt x="243" y="168"/>
                </a:lnTo>
                <a:lnTo>
                  <a:pt x="243" y="168"/>
                </a:lnTo>
                <a:lnTo>
                  <a:pt x="243" y="168"/>
                </a:lnTo>
                <a:lnTo>
                  <a:pt x="245" y="168"/>
                </a:lnTo>
                <a:lnTo>
                  <a:pt x="245" y="168"/>
                </a:lnTo>
                <a:lnTo>
                  <a:pt x="245" y="168"/>
                </a:lnTo>
                <a:lnTo>
                  <a:pt x="243" y="158"/>
                </a:lnTo>
                <a:close/>
                <a:moveTo>
                  <a:pt x="271" y="154"/>
                </a:moveTo>
                <a:lnTo>
                  <a:pt x="261" y="154"/>
                </a:lnTo>
                <a:lnTo>
                  <a:pt x="263" y="166"/>
                </a:lnTo>
                <a:lnTo>
                  <a:pt x="271" y="166"/>
                </a:lnTo>
                <a:lnTo>
                  <a:pt x="281" y="166"/>
                </a:lnTo>
                <a:lnTo>
                  <a:pt x="283" y="154"/>
                </a:lnTo>
                <a:lnTo>
                  <a:pt x="271" y="154"/>
                </a:lnTo>
                <a:close/>
                <a:moveTo>
                  <a:pt x="269" y="135"/>
                </a:moveTo>
                <a:lnTo>
                  <a:pt x="305" y="141"/>
                </a:lnTo>
                <a:lnTo>
                  <a:pt x="335" y="156"/>
                </a:lnTo>
                <a:lnTo>
                  <a:pt x="358" y="180"/>
                </a:lnTo>
                <a:lnTo>
                  <a:pt x="374" y="210"/>
                </a:lnTo>
                <a:lnTo>
                  <a:pt x="380" y="244"/>
                </a:lnTo>
                <a:lnTo>
                  <a:pt x="374" y="279"/>
                </a:lnTo>
                <a:lnTo>
                  <a:pt x="358" y="309"/>
                </a:lnTo>
                <a:lnTo>
                  <a:pt x="335" y="333"/>
                </a:lnTo>
                <a:lnTo>
                  <a:pt x="305" y="349"/>
                </a:lnTo>
                <a:lnTo>
                  <a:pt x="269" y="355"/>
                </a:lnTo>
                <a:lnTo>
                  <a:pt x="236" y="349"/>
                </a:lnTo>
                <a:lnTo>
                  <a:pt x="206" y="333"/>
                </a:lnTo>
                <a:lnTo>
                  <a:pt x="182" y="309"/>
                </a:lnTo>
                <a:lnTo>
                  <a:pt x="166" y="279"/>
                </a:lnTo>
                <a:lnTo>
                  <a:pt x="160" y="244"/>
                </a:lnTo>
                <a:lnTo>
                  <a:pt x="166" y="210"/>
                </a:lnTo>
                <a:lnTo>
                  <a:pt x="182" y="180"/>
                </a:lnTo>
                <a:lnTo>
                  <a:pt x="206" y="156"/>
                </a:lnTo>
                <a:lnTo>
                  <a:pt x="236" y="141"/>
                </a:lnTo>
                <a:lnTo>
                  <a:pt x="269" y="135"/>
                </a:lnTo>
                <a:close/>
                <a:moveTo>
                  <a:pt x="125" y="0"/>
                </a:moveTo>
                <a:lnTo>
                  <a:pt x="212" y="4"/>
                </a:lnTo>
                <a:lnTo>
                  <a:pt x="218" y="6"/>
                </a:lnTo>
                <a:lnTo>
                  <a:pt x="222" y="8"/>
                </a:lnTo>
                <a:lnTo>
                  <a:pt x="226" y="12"/>
                </a:lnTo>
                <a:lnTo>
                  <a:pt x="228" y="16"/>
                </a:lnTo>
                <a:lnTo>
                  <a:pt x="230" y="22"/>
                </a:lnTo>
                <a:lnTo>
                  <a:pt x="230" y="63"/>
                </a:lnTo>
                <a:lnTo>
                  <a:pt x="228" y="69"/>
                </a:lnTo>
                <a:lnTo>
                  <a:pt x="226" y="73"/>
                </a:lnTo>
                <a:lnTo>
                  <a:pt x="222" y="77"/>
                </a:lnTo>
                <a:lnTo>
                  <a:pt x="218" y="81"/>
                </a:lnTo>
                <a:lnTo>
                  <a:pt x="212" y="81"/>
                </a:lnTo>
                <a:lnTo>
                  <a:pt x="148" y="85"/>
                </a:lnTo>
                <a:lnTo>
                  <a:pt x="190" y="89"/>
                </a:lnTo>
                <a:lnTo>
                  <a:pt x="196" y="91"/>
                </a:lnTo>
                <a:lnTo>
                  <a:pt x="202" y="93"/>
                </a:lnTo>
                <a:lnTo>
                  <a:pt x="206" y="97"/>
                </a:lnTo>
                <a:lnTo>
                  <a:pt x="208" y="101"/>
                </a:lnTo>
                <a:lnTo>
                  <a:pt x="208" y="107"/>
                </a:lnTo>
                <a:lnTo>
                  <a:pt x="208" y="127"/>
                </a:lnTo>
                <a:lnTo>
                  <a:pt x="192" y="139"/>
                </a:lnTo>
                <a:lnTo>
                  <a:pt x="176" y="150"/>
                </a:lnTo>
                <a:lnTo>
                  <a:pt x="168" y="160"/>
                </a:lnTo>
                <a:lnTo>
                  <a:pt x="160" y="168"/>
                </a:lnTo>
                <a:lnTo>
                  <a:pt x="89" y="170"/>
                </a:lnTo>
                <a:lnTo>
                  <a:pt x="18" y="166"/>
                </a:lnTo>
                <a:lnTo>
                  <a:pt x="12" y="164"/>
                </a:lnTo>
                <a:lnTo>
                  <a:pt x="8" y="162"/>
                </a:lnTo>
                <a:lnTo>
                  <a:pt x="4" y="158"/>
                </a:lnTo>
                <a:lnTo>
                  <a:pt x="2" y="154"/>
                </a:lnTo>
                <a:lnTo>
                  <a:pt x="0" y="148"/>
                </a:lnTo>
                <a:lnTo>
                  <a:pt x="0" y="107"/>
                </a:lnTo>
                <a:lnTo>
                  <a:pt x="2" y="101"/>
                </a:lnTo>
                <a:lnTo>
                  <a:pt x="4" y="97"/>
                </a:lnTo>
                <a:lnTo>
                  <a:pt x="8" y="93"/>
                </a:lnTo>
                <a:lnTo>
                  <a:pt x="12" y="91"/>
                </a:lnTo>
                <a:lnTo>
                  <a:pt x="18" y="89"/>
                </a:lnTo>
                <a:lnTo>
                  <a:pt x="81" y="85"/>
                </a:lnTo>
                <a:lnTo>
                  <a:pt x="39" y="81"/>
                </a:lnTo>
                <a:lnTo>
                  <a:pt x="33" y="81"/>
                </a:lnTo>
                <a:lnTo>
                  <a:pt x="27" y="77"/>
                </a:lnTo>
                <a:lnTo>
                  <a:pt x="23" y="73"/>
                </a:lnTo>
                <a:lnTo>
                  <a:pt x="21" y="69"/>
                </a:lnTo>
                <a:lnTo>
                  <a:pt x="21" y="63"/>
                </a:lnTo>
                <a:lnTo>
                  <a:pt x="21" y="22"/>
                </a:lnTo>
                <a:lnTo>
                  <a:pt x="21" y="16"/>
                </a:lnTo>
                <a:lnTo>
                  <a:pt x="23" y="12"/>
                </a:lnTo>
                <a:lnTo>
                  <a:pt x="27" y="8"/>
                </a:lnTo>
                <a:lnTo>
                  <a:pt x="33" y="6"/>
                </a:lnTo>
                <a:lnTo>
                  <a:pt x="39" y="4"/>
                </a:lnTo>
                <a:lnTo>
                  <a:pt x="125"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17" name="Freeform 208"/>
          <p:cNvSpPr>
            <a:spLocks noEditPoints="1"/>
          </p:cNvSpPr>
          <p:nvPr/>
        </p:nvSpPr>
        <p:spPr bwMode="auto">
          <a:xfrm>
            <a:off x="4743751" y="2852765"/>
            <a:ext cx="366655" cy="271224"/>
          </a:xfrm>
          <a:custGeom>
            <a:avLst/>
            <a:gdLst>
              <a:gd name="T0" fmla="*/ 260 w 438"/>
              <a:gd name="T1" fmla="*/ 222 h 323"/>
              <a:gd name="T2" fmla="*/ 410 w 438"/>
              <a:gd name="T3" fmla="*/ 222 h 323"/>
              <a:gd name="T4" fmla="*/ 438 w 438"/>
              <a:gd name="T5" fmla="*/ 323 h 323"/>
              <a:gd name="T6" fmla="*/ 234 w 438"/>
              <a:gd name="T7" fmla="*/ 323 h 323"/>
              <a:gd name="T8" fmla="*/ 260 w 438"/>
              <a:gd name="T9" fmla="*/ 222 h 323"/>
              <a:gd name="T10" fmla="*/ 28 w 438"/>
              <a:gd name="T11" fmla="*/ 222 h 323"/>
              <a:gd name="T12" fmla="*/ 178 w 438"/>
              <a:gd name="T13" fmla="*/ 222 h 323"/>
              <a:gd name="T14" fmla="*/ 204 w 438"/>
              <a:gd name="T15" fmla="*/ 323 h 323"/>
              <a:gd name="T16" fmla="*/ 0 w 438"/>
              <a:gd name="T17" fmla="*/ 323 h 323"/>
              <a:gd name="T18" fmla="*/ 28 w 438"/>
              <a:gd name="T19" fmla="*/ 222 h 323"/>
              <a:gd name="T20" fmla="*/ 363 w 438"/>
              <a:gd name="T21" fmla="*/ 135 h 323"/>
              <a:gd name="T22" fmla="*/ 371 w 438"/>
              <a:gd name="T23" fmla="*/ 170 h 323"/>
              <a:gd name="T24" fmla="*/ 406 w 438"/>
              <a:gd name="T25" fmla="*/ 176 h 323"/>
              <a:gd name="T26" fmla="*/ 371 w 438"/>
              <a:gd name="T27" fmla="*/ 182 h 323"/>
              <a:gd name="T28" fmla="*/ 363 w 438"/>
              <a:gd name="T29" fmla="*/ 218 h 323"/>
              <a:gd name="T30" fmla="*/ 357 w 438"/>
              <a:gd name="T31" fmla="*/ 182 h 323"/>
              <a:gd name="T32" fmla="*/ 321 w 438"/>
              <a:gd name="T33" fmla="*/ 176 h 323"/>
              <a:gd name="T34" fmla="*/ 357 w 438"/>
              <a:gd name="T35" fmla="*/ 170 h 323"/>
              <a:gd name="T36" fmla="*/ 363 w 438"/>
              <a:gd name="T37" fmla="*/ 135 h 323"/>
              <a:gd name="T38" fmla="*/ 133 w 438"/>
              <a:gd name="T39" fmla="*/ 99 h 323"/>
              <a:gd name="T40" fmla="*/ 283 w 438"/>
              <a:gd name="T41" fmla="*/ 99 h 323"/>
              <a:gd name="T42" fmla="*/ 311 w 438"/>
              <a:gd name="T43" fmla="*/ 200 h 323"/>
              <a:gd name="T44" fmla="*/ 107 w 438"/>
              <a:gd name="T45" fmla="*/ 200 h 323"/>
              <a:gd name="T46" fmla="*/ 133 w 438"/>
              <a:gd name="T47" fmla="*/ 99 h 323"/>
              <a:gd name="T48" fmla="*/ 119 w 438"/>
              <a:gd name="T49" fmla="*/ 29 h 323"/>
              <a:gd name="T50" fmla="*/ 125 w 438"/>
              <a:gd name="T51" fmla="*/ 65 h 323"/>
              <a:gd name="T52" fmla="*/ 161 w 438"/>
              <a:gd name="T53" fmla="*/ 71 h 323"/>
              <a:gd name="T54" fmla="*/ 125 w 438"/>
              <a:gd name="T55" fmla="*/ 79 h 323"/>
              <a:gd name="T56" fmla="*/ 119 w 438"/>
              <a:gd name="T57" fmla="*/ 115 h 323"/>
              <a:gd name="T58" fmla="*/ 113 w 438"/>
              <a:gd name="T59" fmla="*/ 79 h 323"/>
              <a:gd name="T60" fmla="*/ 77 w 438"/>
              <a:gd name="T61" fmla="*/ 71 h 323"/>
              <a:gd name="T62" fmla="*/ 111 w 438"/>
              <a:gd name="T63" fmla="*/ 65 h 323"/>
              <a:gd name="T64" fmla="*/ 119 w 438"/>
              <a:gd name="T65" fmla="*/ 29 h 323"/>
              <a:gd name="T66" fmla="*/ 313 w 438"/>
              <a:gd name="T67" fmla="*/ 0 h 323"/>
              <a:gd name="T68" fmla="*/ 319 w 438"/>
              <a:gd name="T69" fmla="*/ 35 h 323"/>
              <a:gd name="T70" fmla="*/ 355 w 438"/>
              <a:gd name="T71" fmla="*/ 41 h 323"/>
              <a:gd name="T72" fmla="*/ 321 w 438"/>
              <a:gd name="T73" fmla="*/ 47 h 323"/>
              <a:gd name="T74" fmla="*/ 313 w 438"/>
              <a:gd name="T75" fmla="*/ 83 h 323"/>
              <a:gd name="T76" fmla="*/ 307 w 438"/>
              <a:gd name="T77" fmla="*/ 47 h 323"/>
              <a:gd name="T78" fmla="*/ 271 w 438"/>
              <a:gd name="T79" fmla="*/ 41 h 323"/>
              <a:gd name="T80" fmla="*/ 307 w 438"/>
              <a:gd name="T81" fmla="*/ 35 h 323"/>
              <a:gd name="T82" fmla="*/ 313 w 438"/>
              <a:gd name="T8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8" h="323">
                <a:moveTo>
                  <a:pt x="260" y="222"/>
                </a:moveTo>
                <a:lnTo>
                  <a:pt x="410" y="222"/>
                </a:lnTo>
                <a:lnTo>
                  <a:pt x="438" y="323"/>
                </a:lnTo>
                <a:lnTo>
                  <a:pt x="234" y="323"/>
                </a:lnTo>
                <a:lnTo>
                  <a:pt x="260" y="222"/>
                </a:lnTo>
                <a:close/>
                <a:moveTo>
                  <a:pt x="28" y="222"/>
                </a:moveTo>
                <a:lnTo>
                  <a:pt x="178" y="222"/>
                </a:lnTo>
                <a:lnTo>
                  <a:pt x="204" y="323"/>
                </a:lnTo>
                <a:lnTo>
                  <a:pt x="0" y="323"/>
                </a:lnTo>
                <a:lnTo>
                  <a:pt x="28" y="222"/>
                </a:lnTo>
                <a:close/>
                <a:moveTo>
                  <a:pt x="363" y="135"/>
                </a:moveTo>
                <a:lnTo>
                  <a:pt x="371" y="170"/>
                </a:lnTo>
                <a:lnTo>
                  <a:pt x="406" y="176"/>
                </a:lnTo>
                <a:lnTo>
                  <a:pt x="371" y="182"/>
                </a:lnTo>
                <a:lnTo>
                  <a:pt x="363" y="218"/>
                </a:lnTo>
                <a:lnTo>
                  <a:pt x="357" y="182"/>
                </a:lnTo>
                <a:lnTo>
                  <a:pt x="321" y="176"/>
                </a:lnTo>
                <a:lnTo>
                  <a:pt x="357" y="170"/>
                </a:lnTo>
                <a:lnTo>
                  <a:pt x="363" y="135"/>
                </a:lnTo>
                <a:close/>
                <a:moveTo>
                  <a:pt x="133" y="99"/>
                </a:moveTo>
                <a:lnTo>
                  <a:pt x="283" y="99"/>
                </a:lnTo>
                <a:lnTo>
                  <a:pt x="311" y="200"/>
                </a:lnTo>
                <a:lnTo>
                  <a:pt x="107" y="200"/>
                </a:lnTo>
                <a:lnTo>
                  <a:pt x="133" y="99"/>
                </a:lnTo>
                <a:close/>
                <a:moveTo>
                  <a:pt x="119" y="29"/>
                </a:moveTo>
                <a:lnTo>
                  <a:pt x="125" y="65"/>
                </a:lnTo>
                <a:lnTo>
                  <a:pt x="161" y="71"/>
                </a:lnTo>
                <a:lnTo>
                  <a:pt x="125" y="79"/>
                </a:lnTo>
                <a:lnTo>
                  <a:pt x="119" y="115"/>
                </a:lnTo>
                <a:lnTo>
                  <a:pt x="113" y="79"/>
                </a:lnTo>
                <a:lnTo>
                  <a:pt x="77" y="71"/>
                </a:lnTo>
                <a:lnTo>
                  <a:pt x="111" y="65"/>
                </a:lnTo>
                <a:lnTo>
                  <a:pt x="119" y="29"/>
                </a:lnTo>
                <a:close/>
                <a:moveTo>
                  <a:pt x="313" y="0"/>
                </a:moveTo>
                <a:lnTo>
                  <a:pt x="319" y="35"/>
                </a:lnTo>
                <a:lnTo>
                  <a:pt x="355" y="41"/>
                </a:lnTo>
                <a:lnTo>
                  <a:pt x="321" y="47"/>
                </a:lnTo>
                <a:lnTo>
                  <a:pt x="313" y="83"/>
                </a:lnTo>
                <a:lnTo>
                  <a:pt x="307" y="47"/>
                </a:lnTo>
                <a:lnTo>
                  <a:pt x="271" y="41"/>
                </a:lnTo>
                <a:lnTo>
                  <a:pt x="307" y="35"/>
                </a:lnTo>
                <a:lnTo>
                  <a:pt x="313"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18" name="Freeform 184"/>
          <p:cNvSpPr>
            <a:spLocks noEditPoints="1"/>
          </p:cNvSpPr>
          <p:nvPr/>
        </p:nvSpPr>
        <p:spPr bwMode="auto">
          <a:xfrm>
            <a:off x="8698284" y="4552323"/>
            <a:ext cx="214301" cy="284618"/>
          </a:xfrm>
          <a:custGeom>
            <a:avLst/>
            <a:gdLst>
              <a:gd name="T0" fmla="*/ 12 w 256"/>
              <a:gd name="T1" fmla="*/ 22 h 341"/>
              <a:gd name="T2" fmla="*/ 28 w 256"/>
              <a:gd name="T3" fmla="*/ 85 h 341"/>
              <a:gd name="T4" fmla="*/ 69 w 256"/>
              <a:gd name="T5" fmla="*/ 131 h 341"/>
              <a:gd name="T6" fmla="*/ 127 w 256"/>
              <a:gd name="T7" fmla="*/ 149 h 341"/>
              <a:gd name="T8" fmla="*/ 186 w 256"/>
              <a:gd name="T9" fmla="*/ 131 h 341"/>
              <a:gd name="T10" fmla="*/ 228 w 256"/>
              <a:gd name="T11" fmla="*/ 85 h 341"/>
              <a:gd name="T12" fmla="*/ 244 w 256"/>
              <a:gd name="T13" fmla="*/ 22 h 341"/>
              <a:gd name="T14" fmla="*/ 256 w 256"/>
              <a:gd name="T15" fmla="*/ 14 h 341"/>
              <a:gd name="T16" fmla="*/ 252 w 256"/>
              <a:gd name="T17" fmla="*/ 246 h 341"/>
              <a:gd name="T18" fmla="*/ 218 w 256"/>
              <a:gd name="T19" fmla="*/ 304 h 341"/>
              <a:gd name="T20" fmla="*/ 162 w 256"/>
              <a:gd name="T21" fmla="*/ 337 h 341"/>
              <a:gd name="T22" fmla="*/ 93 w 256"/>
              <a:gd name="T23" fmla="*/ 337 h 341"/>
              <a:gd name="T24" fmla="*/ 38 w 256"/>
              <a:gd name="T25" fmla="*/ 304 h 341"/>
              <a:gd name="T26" fmla="*/ 4 w 256"/>
              <a:gd name="T27" fmla="*/ 246 h 341"/>
              <a:gd name="T28" fmla="*/ 0 w 256"/>
              <a:gd name="T29" fmla="*/ 14 h 341"/>
              <a:gd name="T30" fmla="*/ 135 w 256"/>
              <a:gd name="T31" fmla="*/ 0 h 341"/>
              <a:gd name="T32" fmla="*/ 224 w 256"/>
              <a:gd name="T33" fmla="*/ 10 h 341"/>
              <a:gd name="T34" fmla="*/ 222 w 256"/>
              <a:gd name="T35" fmla="*/ 50 h 341"/>
              <a:gd name="T36" fmla="*/ 198 w 256"/>
              <a:gd name="T37" fmla="*/ 95 h 341"/>
              <a:gd name="T38" fmla="*/ 158 w 256"/>
              <a:gd name="T39" fmla="*/ 121 h 341"/>
              <a:gd name="T40" fmla="*/ 135 w 256"/>
              <a:gd name="T41" fmla="*/ 95 h 341"/>
              <a:gd name="T42" fmla="*/ 149 w 256"/>
              <a:gd name="T43" fmla="*/ 76 h 341"/>
              <a:gd name="T44" fmla="*/ 149 w 256"/>
              <a:gd name="T45" fmla="*/ 42 h 341"/>
              <a:gd name="T46" fmla="*/ 135 w 256"/>
              <a:gd name="T47" fmla="*/ 22 h 341"/>
              <a:gd name="T48" fmla="*/ 119 w 256"/>
              <a:gd name="T49" fmla="*/ 0 h 341"/>
              <a:gd name="T50" fmla="*/ 111 w 256"/>
              <a:gd name="T51" fmla="*/ 30 h 341"/>
              <a:gd name="T52" fmla="*/ 103 w 256"/>
              <a:gd name="T53" fmla="*/ 60 h 341"/>
              <a:gd name="T54" fmla="*/ 111 w 256"/>
              <a:gd name="T55" fmla="*/ 89 h 341"/>
              <a:gd name="T56" fmla="*/ 119 w 256"/>
              <a:gd name="T57" fmla="*/ 125 h 341"/>
              <a:gd name="T58" fmla="*/ 77 w 256"/>
              <a:gd name="T59" fmla="*/ 109 h 341"/>
              <a:gd name="T60" fmla="*/ 45 w 256"/>
              <a:gd name="T61" fmla="*/ 74 h 341"/>
              <a:gd name="T62" fmla="*/ 32 w 256"/>
              <a:gd name="T63" fmla="*/ 22 h 341"/>
              <a:gd name="T64" fmla="*/ 75 w 256"/>
              <a:gd name="T65" fmla="*/ 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341">
                <a:moveTo>
                  <a:pt x="12" y="12"/>
                </a:moveTo>
                <a:lnTo>
                  <a:pt x="12" y="22"/>
                </a:lnTo>
                <a:lnTo>
                  <a:pt x="16" y="56"/>
                </a:lnTo>
                <a:lnTo>
                  <a:pt x="28" y="85"/>
                </a:lnTo>
                <a:lnTo>
                  <a:pt x="45" y="111"/>
                </a:lnTo>
                <a:lnTo>
                  <a:pt x="69" y="131"/>
                </a:lnTo>
                <a:lnTo>
                  <a:pt x="97" y="145"/>
                </a:lnTo>
                <a:lnTo>
                  <a:pt x="127" y="149"/>
                </a:lnTo>
                <a:lnTo>
                  <a:pt x="158" y="145"/>
                </a:lnTo>
                <a:lnTo>
                  <a:pt x="186" y="131"/>
                </a:lnTo>
                <a:lnTo>
                  <a:pt x="210" y="111"/>
                </a:lnTo>
                <a:lnTo>
                  <a:pt x="228" y="85"/>
                </a:lnTo>
                <a:lnTo>
                  <a:pt x="240" y="56"/>
                </a:lnTo>
                <a:lnTo>
                  <a:pt x="244" y="22"/>
                </a:lnTo>
                <a:lnTo>
                  <a:pt x="244" y="12"/>
                </a:lnTo>
                <a:lnTo>
                  <a:pt x="256" y="14"/>
                </a:lnTo>
                <a:lnTo>
                  <a:pt x="256" y="212"/>
                </a:lnTo>
                <a:lnTo>
                  <a:pt x="252" y="246"/>
                </a:lnTo>
                <a:lnTo>
                  <a:pt x="238" y="278"/>
                </a:lnTo>
                <a:lnTo>
                  <a:pt x="218" y="304"/>
                </a:lnTo>
                <a:lnTo>
                  <a:pt x="192" y="323"/>
                </a:lnTo>
                <a:lnTo>
                  <a:pt x="162" y="337"/>
                </a:lnTo>
                <a:lnTo>
                  <a:pt x="127" y="341"/>
                </a:lnTo>
                <a:lnTo>
                  <a:pt x="93" y="337"/>
                </a:lnTo>
                <a:lnTo>
                  <a:pt x="63" y="323"/>
                </a:lnTo>
                <a:lnTo>
                  <a:pt x="38" y="304"/>
                </a:lnTo>
                <a:lnTo>
                  <a:pt x="18" y="278"/>
                </a:lnTo>
                <a:lnTo>
                  <a:pt x="4" y="246"/>
                </a:lnTo>
                <a:lnTo>
                  <a:pt x="0" y="212"/>
                </a:lnTo>
                <a:lnTo>
                  <a:pt x="0" y="14"/>
                </a:lnTo>
                <a:lnTo>
                  <a:pt x="12" y="12"/>
                </a:lnTo>
                <a:close/>
                <a:moveTo>
                  <a:pt x="135" y="0"/>
                </a:moveTo>
                <a:lnTo>
                  <a:pt x="180" y="2"/>
                </a:lnTo>
                <a:lnTo>
                  <a:pt x="224" y="10"/>
                </a:lnTo>
                <a:lnTo>
                  <a:pt x="226" y="22"/>
                </a:lnTo>
                <a:lnTo>
                  <a:pt x="222" y="50"/>
                </a:lnTo>
                <a:lnTo>
                  <a:pt x="212" y="74"/>
                </a:lnTo>
                <a:lnTo>
                  <a:pt x="198" y="95"/>
                </a:lnTo>
                <a:lnTo>
                  <a:pt x="178" y="111"/>
                </a:lnTo>
                <a:lnTo>
                  <a:pt x="158" y="121"/>
                </a:lnTo>
                <a:lnTo>
                  <a:pt x="135" y="125"/>
                </a:lnTo>
                <a:lnTo>
                  <a:pt x="135" y="95"/>
                </a:lnTo>
                <a:lnTo>
                  <a:pt x="143" y="87"/>
                </a:lnTo>
                <a:lnTo>
                  <a:pt x="149" y="76"/>
                </a:lnTo>
                <a:lnTo>
                  <a:pt x="151" y="60"/>
                </a:lnTo>
                <a:lnTo>
                  <a:pt x="149" y="42"/>
                </a:lnTo>
                <a:lnTo>
                  <a:pt x="143" y="30"/>
                </a:lnTo>
                <a:lnTo>
                  <a:pt x="135" y="22"/>
                </a:lnTo>
                <a:lnTo>
                  <a:pt x="135" y="0"/>
                </a:lnTo>
                <a:close/>
                <a:moveTo>
                  <a:pt x="119" y="0"/>
                </a:moveTo>
                <a:lnTo>
                  <a:pt x="119" y="22"/>
                </a:lnTo>
                <a:lnTo>
                  <a:pt x="111" y="30"/>
                </a:lnTo>
                <a:lnTo>
                  <a:pt x="105" y="42"/>
                </a:lnTo>
                <a:lnTo>
                  <a:pt x="103" y="60"/>
                </a:lnTo>
                <a:lnTo>
                  <a:pt x="105" y="76"/>
                </a:lnTo>
                <a:lnTo>
                  <a:pt x="111" y="89"/>
                </a:lnTo>
                <a:lnTo>
                  <a:pt x="119" y="95"/>
                </a:lnTo>
                <a:lnTo>
                  <a:pt x="119" y="125"/>
                </a:lnTo>
                <a:lnTo>
                  <a:pt x="97" y="119"/>
                </a:lnTo>
                <a:lnTo>
                  <a:pt x="77" y="109"/>
                </a:lnTo>
                <a:lnTo>
                  <a:pt x="59" y="95"/>
                </a:lnTo>
                <a:lnTo>
                  <a:pt x="45" y="74"/>
                </a:lnTo>
                <a:lnTo>
                  <a:pt x="36" y="50"/>
                </a:lnTo>
                <a:lnTo>
                  <a:pt x="32" y="22"/>
                </a:lnTo>
                <a:lnTo>
                  <a:pt x="32" y="8"/>
                </a:lnTo>
                <a:lnTo>
                  <a:pt x="75" y="2"/>
                </a:lnTo>
                <a:lnTo>
                  <a:pt x="119"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19" name="Freeform 204"/>
          <p:cNvSpPr>
            <a:spLocks noEditPoints="1"/>
          </p:cNvSpPr>
          <p:nvPr/>
        </p:nvSpPr>
        <p:spPr bwMode="auto">
          <a:xfrm>
            <a:off x="8383625" y="3534656"/>
            <a:ext cx="247786" cy="304709"/>
          </a:xfrm>
          <a:custGeom>
            <a:avLst/>
            <a:gdLst>
              <a:gd name="T0" fmla="*/ 297 w 297"/>
              <a:gd name="T1" fmla="*/ 339 h 363"/>
              <a:gd name="T2" fmla="*/ 85 w 297"/>
              <a:gd name="T3" fmla="*/ 363 h 363"/>
              <a:gd name="T4" fmla="*/ 4 w 297"/>
              <a:gd name="T5" fmla="*/ 264 h 363"/>
              <a:gd name="T6" fmla="*/ 40 w 297"/>
              <a:gd name="T7" fmla="*/ 357 h 363"/>
              <a:gd name="T8" fmla="*/ 4 w 297"/>
              <a:gd name="T9" fmla="*/ 264 h 363"/>
              <a:gd name="T10" fmla="*/ 133 w 297"/>
              <a:gd name="T11" fmla="*/ 26 h 363"/>
              <a:gd name="T12" fmla="*/ 121 w 297"/>
              <a:gd name="T13" fmla="*/ 32 h 363"/>
              <a:gd name="T14" fmla="*/ 117 w 297"/>
              <a:gd name="T15" fmla="*/ 38 h 363"/>
              <a:gd name="T16" fmla="*/ 113 w 297"/>
              <a:gd name="T17" fmla="*/ 54 h 363"/>
              <a:gd name="T18" fmla="*/ 194 w 297"/>
              <a:gd name="T19" fmla="*/ 101 h 363"/>
              <a:gd name="T20" fmla="*/ 226 w 297"/>
              <a:gd name="T21" fmla="*/ 119 h 363"/>
              <a:gd name="T22" fmla="*/ 234 w 297"/>
              <a:gd name="T23" fmla="*/ 105 h 363"/>
              <a:gd name="T24" fmla="*/ 238 w 297"/>
              <a:gd name="T25" fmla="*/ 93 h 363"/>
              <a:gd name="T26" fmla="*/ 234 w 297"/>
              <a:gd name="T27" fmla="*/ 81 h 363"/>
              <a:gd name="T28" fmla="*/ 226 w 297"/>
              <a:gd name="T29" fmla="*/ 72 h 363"/>
              <a:gd name="T30" fmla="*/ 147 w 297"/>
              <a:gd name="T31" fmla="*/ 26 h 363"/>
              <a:gd name="T32" fmla="*/ 135 w 297"/>
              <a:gd name="T33" fmla="*/ 0 h 363"/>
              <a:gd name="T34" fmla="*/ 157 w 297"/>
              <a:gd name="T35" fmla="*/ 6 h 363"/>
              <a:gd name="T36" fmla="*/ 250 w 297"/>
              <a:gd name="T37" fmla="*/ 62 h 363"/>
              <a:gd name="T38" fmla="*/ 260 w 297"/>
              <a:gd name="T39" fmla="*/ 74 h 363"/>
              <a:gd name="T40" fmla="*/ 264 w 297"/>
              <a:gd name="T41" fmla="*/ 91 h 363"/>
              <a:gd name="T42" fmla="*/ 258 w 297"/>
              <a:gd name="T43" fmla="*/ 113 h 363"/>
              <a:gd name="T44" fmla="*/ 246 w 297"/>
              <a:gd name="T45" fmla="*/ 135 h 363"/>
              <a:gd name="T46" fmla="*/ 238 w 297"/>
              <a:gd name="T47" fmla="*/ 147 h 363"/>
              <a:gd name="T48" fmla="*/ 161 w 297"/>
              <a:gd name="T49" fmla="*/ 282 h 363"/>
              <a:gd name="T50" fmla="*/ 155 w 297"/>
              <a:gd name="T51" fmla="*/ 288 h 363"/>
              <a:gd name="T52" fmla="*/ 125 w 297"/>
              <a:gd name="T53" fmla="*/ 294 h 363"/>
              <a:gd name="T54" fmla="*/ 109 w 297"/>
              <a:gd name="T55" fmla="*/ 286 h 363"/>
              <a:gd name="T56" fmla="*/ 101 w 297"/>
              <a:gd name="T57" fmla="*/ 270 h 363"/>
              <a:gd name="T58" fmla="*/ 70 w 297"/>
              <a:gd name="T59" fmla="*/ 264 h 363"/>
              <a:gd name="T60" fmla="*/ 50 w 297"/>
              <a:gd name="T61" fmla="*/ 246 h 363"/>
              <a:gd name="T62" fmla="*/ 34 w 297"/>
              <a:gd name="T63" fmla="*/ 238 h 363"/>
              <a:gd name="T64" fmla="*/ 20 w 297"/>
              <a:gd name="T65" fmla="*/ 234 h 363"/>
              <a:gd name="T66" fmla="*/ 4 w 297"/>
              <a:gd name="T67" fmla="*/ 216 h 363"/>
              <a:gd name="T68" fmla="*/ 0 w 297"/>
              <a:gd name="T69" fmla="*/ 195 h 363"/>
              <a:gd name="T70" fmla="*/ 79 w 297"/>
              <a:gd name="T71" fmla="*/ 58 h 363"/>
              <a:gd name="T72" fmla="*/ 87 w 297"/>
              <a:gd name="T73" fmla="*/ 42 h 363"/>
              <a:gd name="T74" fmla="*/ 101 w 297"/>
              <a:gd name="T75" fmla="*/ 22 h 363"/>
              <a:gd name="T76" fmla="*/ 105 w 297"/>
              <a:gd name="T77" fmla="*/ 14 h 363"/>
              <a:gd name="T78" fmla="*/ 117 w 297"/>
              <a:gd name="T79" fmla="*/ 4 h 363"/>
              <a:gd name="T80" fmla="*/ 125 w 297"/>
              <a:gd name="T81" fmla="*/ 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7" h="363">
                <a:moveTo>
                  <a:pt x="137" y="339"/>
                </a:moveTo>
                <a:lnTo>
                  <a:pt x="297" y="339"/>
                </a:lnTo>
                <a:lnTo>
                  <a:pt x="297" y="363"/>
                </a:lnTo>
                <a:lnTo>
                  <a:pt x="85" y="363"/>
                </a:lnTo>
                <a:lnTo>
                  <a:pt x="137" y="339"/>
                </a:lnTo>
                <a:close/>
                <a:moveTo>
                  <a:pt x="4" y="264"/>
                </a:moveTo>
                <a:lnTo>
                  <a:pt x="105" y="321"/>
                </a:lnTo>
                <a:lnTo>
                  <a:pt x="40" y="357"/>
                </a:lnTo>
                <a:lnTo>
                  <a:pt x="6" y="337"/>
                </a:lnTo>
                <a:lnTo>
                  <a:pt x="4" y="264"/>
                </a:lnTo>
                <a:close/>
                <a:moveTo>
                  <a:pt x="139" y="26"/>
                </a:moveTo>
                <a:lnTo>
                  <a:pt x="133" y="26"/>
                </a:lnTo>
                <a:lnTo>
                  <a:pt x="127" y="28"/>
                </a:lnTo>
                <a:lnTo>
                  <a:pt x="121" y="32"/>
                </a:lnTo>
                <a:lnTo>
                  <a:pt x="117" y="38"/>
                </a:lnTo>
                <a:lnTo>
                  <a:pt x="117" y="38"/>
                </a:lnTo>
                <a:lnTo>
                  <a:pt x="109" y="52"/>
                </a:lnTo>
                <a:lnTo>
                  <a:pt x="113" y="54"/>
                </a:lnTo>
                <a:lnTo>
                  <a:pt x="141" y="70"/>
                </a:lnTo>
                <a:lnTo>
                  <a:pt x="194" y="101"/>
                </a:lnTo>
                <a:lnTo>
                  <a:pt x="224" y="117"/>
                </a:lnTo>
                <a:lnTo>
                  <a:pt x="226" y="119"/>
                </a:lnTo>
                <a:lnTo>
                  <a:pt x="234" y="105"/>
                </a:lnTo>
                <a:lnTo>
                  <a:pt x="234" y="105"/>
                </a:lnTo>
                <a:lnTo>
                  <a:pt x="238" y="99"/>
                </a:lnTo>
                <a:lnTo>
                  <a:pt x="238" y="93"/>
                </a:lnTo>
                <a:lnTo>
                  <a:pt x="238" y="87"/>
                </a:lnTo>
                <a:lnTo>
                  <a:pt x="234" y="81"/>
                </a:lnTo>
                <a:lnTo>
                  <a:pt x="230" y="76"/>
                </a:lnTo>
                <a:lnTo>
                  <a:pt x="226" y="72"/>
                </a:lnTo>
                <a:lnTo>
                  <a:pt x="153" y="28"/>
                </a:lnTo>
                <a:lnTo>
                  <a:pt x="147" y="26"/>
                </a:lnTo>
                <a:lnTo>
                  <a:pt x="139" y="26"/>
                </a:lnTo>
                <a:close/>
                <a:moveTo>
                  <a:pt x="135" y="0"/>
                </a:moveTo>
                <a:lnTo>
                  <a:pt x="147" y="2"/>
                </a:lnTo>
                <a:lnTo>
                  <a:pt x="157" y="6"/>
                </a:lnTo>
                <a:lnTo>
                  <a:pt x="244" y="56"/>
                </a:lnTo>
                <a:lnTo>
                  <a:pt x="250" y="62"/>
                </a:lnTo>
                <a:lnTo>
                  <a:pt x="256" y="68"/>
                </a:lnTo>
                <a:lnTo>
                  <a:pt x="260" y="74"/>
                </a:lnTo>
                <a:lnTo>
                  <a:pt x="264" y="81"/>
                </a:lnTo>
                <a:lnTo>
                  <a:pt x="264" y="91"/>
                </a:lnTo>
                <a:lnTo>
                  <a:pt x="264" y="103"/>
                </a:lnTo>
                <a:lnTo>
                  <a:pt x="258" y="113"/>
                </a:lnTo>
                <a:lnTo>
                  <a:pt x="258" y="113"/>
                </a:lnTo>
                <a:lnTo>
                  <a:pt x="246" y="135"/>
                </a:lnTo>
                <a:lnTo>
                  <a:pt x="240" y="143"/>
                </a:lnTo>
                <a:lnTo>
                  <a:pt x="238" y="147"/>
                </a:lnTo>
                <a:lnTo>
                  <a:pt x="238" y="149"/>
                </a:lnTo>
                <a:lnTo>
                  <a:pt x="161" y="282"/>
                </a:lnTo>
                <a:lnTo>
                  <a:pt x="159" y="286"/>
                </a:lnTo>
                <a:lnTo>
                  <a:pt x="155" y="288"/>
                </a:lnTo>
                <a:lnTo>
                  <a:pt x="139" y="294"/>
                </a:lnTo>
                <a:lnTo>
                  <a:pt x="125" y="294"/>
                </a:lnTo>
                <a:lnTo>
                  <a:pt x="115" y="290"/>
                </a:lnTo>
                <a:lnTo>
                  <a:pt x="109" y="286"/>
                </a:lnTo>
                <a:lnTo>
                  <a:pt x="105" y="278"/>
                </a:lnTo>
                <a:lnTo>
                  <a:pt x="101" y="270"/>
                </a:lnTo>
                <a:lnTo>
                  <a:pt x="83" y="270"/>
                </a:lnTo>
                <a:lnTo>
                  <a:pt x="70" y="264"/>
                </a:lnTo>
                <a:lnTo>
                  <a:pt x="60" y="256"/>
                </a:lnTo>
                <a:lnTo>
                  <a:pt x="50" y="246"/>
                </a:lnTo>
                <a:lnTo>
                  <a:pt x="42" y="236"/>
                </a:lnTo>
                <a:lnTo>
                  <a:pt x="34" y="238"/>
                </a:lnTo>
                <a:lnTo>
                  <a:pt x="26" y="236"/>
                </a:lnTo>
                <a:lnTo>
                  <a:pt x="20" y="234"/>
                </a:lnTo>
                <a:lnTo>
                  <a:pt x="10" y="228"/>
                </a:lnTo>
                <a:lnTo>
                  <a:pt x="4" y="216"/>
                </a:lnTo>
                <a:lnTo>
                  <a:pt x="0" y="199"/>
                </a:lnTo>
                <a:lnTo>
                  <a:pt x="0" y="195"/>
                </a:lnTo>
                <a:lnTo>
                  <a:pt x="2" y="191"/>
                </a:lnTo>
                <a:lnTo>
                  <a:pt x="79" y="58"/>
                </a:lnTo>
                <a:lnTo>
                  <a:pt x="83" y="52"/>
                </a:lnTo>
                <a:lnTo>
                  <a:pt x="87" y="42"/>
                </a:lnTo>
                <a:lnTo>
                  <a:pt x="87" y="42"/>
                </a:lnTo>
                <a:lnTo>
                  <a:pt x="101" y="22"/>
                </a:lnTo>
                <a:lnTo>
                  <a:pt x="101" y="22"/>
                </a:lnTo>
                <a:lnTo>
                  <a:pt x="105" y="14"/>
                </a:lnTo>
                <a:lnTo>
                  <a:pt x="111" y="8"/>
                </a:lnTo>
                <a:lnTo>
                  <a:pt x="117" y="4"/>
                </a:lnTo>
                <a:lnTo>
                  <a:pt x="125" y="2"/>
                </a:lnTo>
                <a:lnTo>
                  <a:pt x="125" y="2"/>
                </a:lnTo>
                <a:lnTo>
                  <a:pt x="135"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20" name="Freeform 179"/>
          <p:cNvSpPr>
            <a:spLocks noEditPoints="1"/>
          </p:cNvSpPr>
          <p:nvPr/>
        </p:nvSpPr>
        <p:spPr bwMode="auto">
          <a:xfrm>
            <a:off x="7877685" y="2868080"/>
            <a:ext cx="239415" cy="316430"/>
          </a:xfrm>
          <a:custGeom>
            <a:avLst/>
            <a:gdLst>
              <a:gd name="T0" fmla="*/ 176 w 285"/>
              <a:gd name="T1" fmla="*/ 127 h 379"/>
              <a:gd name="T2" fmla="*/ 151 w 285"/>
              <a:gd name="T3" fmla="*/ 178 h 379"/>
              <a:gd name="T4" fmla="*/ 133 w 285"/>
              <a:gd name="T5" fmla="*/ 184 h 379"/>
              <a:gd name="T6" fmla="*/ 65 w 285"/>
              <a:gd name="T7" fmla="*/ 250 h 379"/>
              <a:gd name="T8" fmla="*/ 55 w 285"/>
              <a:gd name="T9" fmla="*/ 266 h 379"/>
              <a:gd name="T10" fmla="*/ 53 w 285"/>
              <a:gd name="T11" fmla="*/ 282 h 379"/>
              <a:gd name="T12" fmla="*/ 55 w 285"/>
              <a:gd name="T13" fmla="*/ 299 h 379"/>
              <a:gd name="T14" fmla="*/ 65 w 285"/>
              <a:gd name="T15" fmla="*/ 313 h 379"/>
              <a:gd name="T16" fmla="*/ 81 w 285"/>
              <a:gd name="T17" fmla="*/ 323 h 379"/>
              <a:gd name="T18" fmla="*/ 97 w 285"/>
              <a:gd name="T19" fmla="*/ 327 h 379"/>
              <a:gd name="T20" fmla="*/ 115 w 285"/>
              <a:gd name="T21" fmla="*/ 323 h 379"/>
              <a:gd name="T22" fmla="*/ 129 w 285"/>
              <a:gd name="T23" fmla="*/ 313 h 379"/>
              <a:gd name="T24" fmla="*/ 190 w 285"/>
              <a:gd name="T25" fmla="*/ 254 h 379"/>
              <a:gd name="T26" fmla="*/ 254 w 285"/>
              <a:gd name="T27" fmla="*/ 206 h 379"/>
              <a:gd name="T28" fmla="*/ 252 w 285"/>
              <a:gd name="T29" fmla="*/ 246 h 379"/>
              <a:gd name="T30" fmla="*/ 226 w 285"/>
              <a:gd name="T31" fmla="*/ 292 h 379"/>
              <a:gd name="T32" fmla="*/ 147 w 285"/>
              <a:gd name="T33" fmla="*/ 367 h 379"/>
              <a:gd name="T34" fmla="*/ 97 w 285"/>
              <a:gd name="T35" fmla="*/ 379 h 379"/>
              <a:gd name="T36" fmla="*/ 49 w 285"/>
              <a:gd name="T37" fmla="*/ 367 h 379"/>
              <a:gd name="T38" fmla="*/ 14 w 285"/>
              <a:gd name="T39" fmla="*/ 329 h 379"/>
              <a:gd name="T40" fmla="*/ 0 w 285"/>
              <a:gd name="T41" fmla="*/ 282 h 379"/>
              <a:gd name="T42" fmla="*/ 14 w 285"/>
              <a:gd name="T43" fmla="*/ 234 h 379"/>
              <a:gd name="T44" fmla="*/ 89 w 285"/>
              <a:gd name="T45" fmla="*/ 153 h 379"/>
              <a:gd name="T46" fmla="*/ 133 w 285"/>
              <a:gd name="T47" fmla="*/ 129 h 379"/>
              <a:gd name="T48" fmla="*/ 188 w 285"/>
              <a:gd name="T49" fmla="*/ 0 h 379"/>
              <a:gd name="T50" fmla="*/ 236 w 285"/>
              <a:gd name="T51" fmla="*/ 14 h 379"/>
              <a:gd name="T52" fmla="*/ 271 w 285"/>
              <a:gd name="T53" fmla="*/ 50 h 379"/>
              <a:gd name="T54" fmla="*/ 285 w 285"/>
              <a:gd name="T55" fmla="*/ 97 h 379"/>
              <a:gd name="T56" fmla="*/ 271 w 285"/>
              <a:gd name="T57" fmla="*/ 147 h 379"/>
              <a:gd name="T58" fmla="*/ 196 w 285"/>
              <a:gd name="T59" fmla="*/ 226 h 379"/>
              <a:gd name="T60" fmla="*/ 153 w 285"/>
              <a:gd name="T61" fmla="*/ 252 h 379"/>
              <a:gd name="T62" fmla="*/ 107 w 285"/>
              <a:gd name="T63" fmla="*/ 254 h 379"/>
              <a:gd name="T64" fmla="*/ 133 w 285"/>
              <a:gd name="T65" fmla="*/ 202 h 379"/>
              <a:gd name="T66" fmla="*/ 151 w 285"/>
              <a:gd name="T67" fmla="*/ 196 h 379"/>
              <a:gd name="T68" fmla="*/ 220 w 285"/>
              <a:gd name="T69" fmla="*/ 129 h 379"/>
              <a:gd name="T70" fmla="*/ 230 w 285"/>
              <a:gd name="T71" fmla="*/ 115 h 379"/>
              <a:gd name="T72" fmla="*/ 232 w 285"/>
              <a:gd name="T73" fmla="*/ 97 h 379"/>
              <a:gd name="T74" fmla="*/ 230 w 285"/>
              <a:gd name="T75" fmla="*/ 81 h 379"/>
              <a:gd name="T76" fmla="*/ 220 w 285"/>
              <a:gd name="T77" fmla="*/ 65 h 379"/>
              <a:gd name="T78" fmla="*/ 204 w 285"/>
              <a:gd name="T79" fmla="*/ 55 h 379"/>
              <a:gd name="T80" fmla="*/ 188 w 285"/>
              <a:gd name="T81" fmla="*/ 53 h 379"/>
              <a:gd name="T82" fmla="*/ 170 w 285"/>
              <a:gd name="T83" fmla="*/ 55 h 379"/>
              <a:gd name="T84" fmla="*/ 156 w 285"/>
              <a:gd name="T85" fmla="*/ 65 h 379"/>
              <a:gd name="T86" fmla="*/ 91 w 285"/>
              <a:gd name="T87" fmla="*/ 133 h 379"/>
              <a:gd name="T88" fmla="*/ 32 w 285"/>
              <a:gd name="T89" fmla="*/ 172 h 379"/>
              <a:gd name="T90" fmla="*/ 34 w 285"/>
              <a:gd name="T91" fmla="*/ 133 h 379"/>
              <a:gd name="T92" fmla="*/ 59 w 285"/>
              <a:gd name="T93" fmla="*/ 89 h 379"/>
              <a:gd name="T94" fmla="*/ 139 w 285"/>
              <a:gd name="T95" fmla="*/ 14 h 379"/>
              <a:gd name="T96" fmla="*/ 188 w 285"/>
              <a:gd name="T97"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5" h="379">
                <a:moveTo>
                  <a:pt x="158" y="125"/>
                </a:moveTo>
                <a:lnTo>
                  <a:pt x="176" y="127"/>
                </a:lnTo>
                <a:lnTo>
                  <a:pt x="196" y="133"/>
                </a:lnTo>
                <a:lnTo>
                  <a:pt x="151" y="178"/>
                </a:lnTo>
                <a:lnTo>
                  <a:pt x="143" y="180"/>
                </a:lnTo>
                <a:lnTo>
                  <a:pt x="133" y="184"/>
                </a:lnTo>
                <a:lnTo>
                  <a:pt x="127" y="190"/>
                </a:lnTo>
                <a:lnTo>
                  <a:pt x="65" y="250"/>
                </a:lnTo>
                <a:lnTo>
                  <a:pt x="59" y="258"/>
                </a:lnTo>
                <a:lnTo>
                  <a:pt x="55" y="266"/>
                </a:lnTo>
                <a:lnTo>
                  <a:pt x="53" y="274"/>
                </a:lnTo>
                <a:lnTo>
                  <a:pt x="53" y="282"/>
                </a:lnTo>
                <a:lnTo>
                  <a:pt x="53" y="292"/>
                </a:lnTo>
                <a:lnTo>
                  <a:pt x="55" y="299"/>
                </a:lnTo>
                <a:lnTo>
                  <a:pt x="59" y="307"/>
                </a:lnTo>
                <a:lnTo>
                  <a:pt x="65" y="313"/>
                </a:lnTo>
                <a:lnTo>
                  <a:pt x="73" y="319"/>
                </a:lnTo>
                <a:lnTo>
                  <a:pt x="81" y="323"/>
                </a:lnTo>
                <a:lnTo>
                  <a:pt x="89" y="325"/>
                </a:lnTo>
                <a:lnTo>
                  <a:pt x="97" y="327"/>
                </a:lnTo>
                <a:lnTo>
                  <a:pt x="107" y="325"/>
                </a:lnTo>
                <a:lnTo>
                  <a:pt x="115" y="323"/>
                </a:lnTo>
                <a:lnTo>
                  <a:pt x="123" y="319"/>
                </a:lnTo>
                <a:lnTo>
                  <a:pt x="129" y="313"/>
                </a:lnTo>
                <a:lnTo>
                  <a:pt x="143" y="301"/>
                </a:lnTo>
                <a:lnTo>
                  <a:pt x="190" y="254"/>
                </a:lnTo>
                <a:lnTo>
                  <a:pt x="250" y="192"/>
                </a:lnTo>
                <a:lnTo>
                  <a:pt x="254" y="206"/>
                </a:lnTo>
                <a:lnTo>
                  <a:pt x="256" y="222"/>
                </a:lnTo>
                <a:lnTo>
                  <a:pt x="252" y="246"/>
                </a:lnTo>
                <a:lnTo>
                  <a:pt x="242" y="270"/>
                </a:lnTo>
                <a:lnTo>
                  <a:pt x="226" y="292"/>
                </a:lnTo>
                <a:lnTo>
                  <a:pt x="166" y="351"/>
                </a:lnTo>
                <a:lnTo>
                  <a:pt x="147" y="367"/>
                </a:lnTo>
                <a:lnTo>
                  <a:pt x="123" y="377"/>
                </a:lnTo>
                <a:lnTo>
                  <a:pt x="97" y="379"/>
                </a:lnTo>
                <a:lnTo>
                  <a:pt x="73" y="377"/>
                </a:lnTo>
                <a:lnTo>
                  <a:pt x="49" y="367"/>
                </a:lnTo>
                <a:lnTo>
                  <a:pt x="30" y="351"/>
                </a:lnTo>
                <a:lnTo>
                  <a:pt x="14" y="329"/>
                </a:lnTo>
                <a:lnTo>
                  <a:pt x="4" y="307"/>
                </a:lnTo>
                <a:lnTo>
                  <a:pt x="0" y="282"/>
                </a:lnTo>
                <a:lnTo>
                  <a:pt x="4" y="258"/>
                </a:lnTo>
                <a:lnTo>
                  <a:pt x="14" y="234"/>
                </a:lnTo>
                <a:lnTo>
                  <a:pt x="30" y="214"/>
                </a:lnTo>
                <a:lnTo>
                  <a:pt x="89" y="153"/>
                </a:lnTo>
                <a:lnTo>
                  <a:pt x="109" y="137"/>
                </a:lnTo>
                <a:lnTo>
                  <a:pt x="133" y="129"/>
                </a:lnTo>
                <a:lnTo>
                  <a:pt x="158" y="125"/>
                </a:lnTo>
                <a:close/>
                <a:moveTo>
                  <a:pt x="188" y="0"/>
                </a:moveTo>
                <a:lnTo>
                  <a:pt x="212" y="4"/>
                </a:lnTo>
                <a:lnTo>
                  <a:pt x="236" y="14"/>
                </a:lnTo>
                <a:lnTo>
                  <a:pt x="256" y="30"/>
                </a:lnTo>
                <a:lnTo>
                  <a:pt x="271" y="50"/>
                </a:lnTo>
                <a:lnTo>
                  <a:pt x="281" y="73"/>
                </a:lnTo>
                <a:lnTo>
                  <a:pt x="285" y="97"/>
                </a:lnTo>
                <a:lnTo>
                  <a:pt x="281" y="123"/>
                </a:lnTo>
                <a:lnTo>
                  <a:pt x="271" y="147"/>
                </a:lnTo>
                <a:lnTo>
                  <a:pt x="256" y="167"/>
                </a:lnTo>
                <a:lnTo>
                  <a:pt x="196" y="226"/>
                </a:lnTo>
                <a:lnTo>
                  <a:pt x="176" y="242"/>
                </a:lnTo>
                <a:lnTo>
                  <a:pt x="153" y="252"/>
                </a:lnTo>
                <a:lnTo>
                  <a:pt x="127" y="256"/>
                </a:lnTo>
                <a:lnTo>
                  <a:pt x="107" y="254"/>
                </a:lnTo>
                <a:lnTo>
                  <a:pt x="87" y="246"/>
                </a:lnTo>
                <a:lnTo>
                  <a:pt x="133" y="202"/>
                </a:lnTo>
                <a:lnTo>
                  <a:pt x="143" y="200"/>
                </a:lnTo>
                <a:lnTo>
                  <a:pt x="151" y="196"/>
                </a:lnTo>
                <a:lnTo>
                  <a:pt x="158" y="190"/>
                </a:lnTo>
                <a:lnTo>
                  <a:pt x="220" y="129"/>
                </a:lnTo>
                <a:lnTo>
                  <a:pt x="224" y="123"/>
                </a:lnTo>
                <a:lnTo>
                  <a:pt x="230" y="115"/>
                </a:lnTo>
                <a:lnTo>
                  <a:pt x="232" y="107"/>
                </a:lnTo>
                <a:lnTo>
                  <a:pt x="232" y="97"/>
                </a:lnTo>
                <a:lnTo>
                  <a:pt x="232" y="89"/>
                </a:lnTo>
                <a:lnTo>
                  <a:pt x="230" y="81"/>
                </a:lnTo>
                <a:lnTo>
                  <a:pt x="224" y="73"/>
                </a:lnTo>
                <a:lnTo>
                  <a:pt x="220" y="65"/>
                </a:lnTo>
                <a:lnTo>
                  <a:pt x="212" y="61"/>
                </a:lnTo>
                <a:lnTo>
                  <a:pt x="204" y="55"/>
                </a:lnTo>
                <a:lnTo>
                  <a:pt x="196" y="53"/>
                </a:lnTo>
                <a:lnTo>
                  <a:pt x="188" y="53"/>
                </a:lnTo>
                <a:lnTo>
                  <a:pt x="178" y="53"/>
                </a:lnTo>
                <a:lnTo>
                  <a:pt x="170" y="55"/>
                </a:lnTo>
                <a:lnTo>
                  <a:pt x="162" y="61"/>
                </a:lnTo>
                <a:lnTo>
                  <a:pt x="156" y="65"/>
                </a:lnTo>
                <a:lnTo>
                  <a:pt x="95" y="127"/>
                </a:lnTo>
                <a:lnTo>
                  <a:pt x="91" y="133"/>
                </a:lnTo>
                <a:lnTo>
                  <a:pt x="36" y="188"/>
                </a:lnTo>
                <a:lnTo>
                  <a:pt x="32" y="172"/>
                </a:lnTo>
                <a:lnTo>
                  <a:pt x="30" y="159"/>
                </a:lnTo>
                <a:lnTo>
                  <a:pt x="34" y="133"/>
                </a:lnTo>
                <a:lnTo>
                  <a:pt x="44" y="109"/>
                </a:lnTo>
                <a:lnTo>
                  <a:pt x="59" y="89"/>
                </a:lnTo>
                <a:lnTo>
                  <a:pt x="119" y="30"/>
                </a:lnTo>
                <a:lnTo>
                  <a:pt x="139" y="14"/>
                </a:lnTo>
                <a:lnTo>
                  <a:pt x="162" y="4"/>
                </a:lnTo>
                <a:lnTo>
                  <a:pt x="188" y="0"/>
                </a:lnTo>
                <a:close/>
              </a:path>
            </a:pathLst>
          </a:custGeom>
          <a:solidFill>
            <a:schemeClr val="bg1"/>
          </a:solidFill>
          <a:ln w="0">
            <a:noFill/>
            <a:prstDash val="solid"/>
            <a:round/>
            <a:headEnd/>
            <a:tailEnd/>
          </a:ln>
        </p:spPr>
        <p:txBody>
          <a:bodyPr vert="horz" wrap="square" lIns="96435" tIns="48218" rIns="96435" bIns="48218" numCol="1" anchor="t" anchorCtr="0" compatLnSpc="1">
            <a:prstTxWarp prst="textNoShape">
              <a:avLst/>
            </a:prstTxWarp>
          </a:bodyPr>
          <a:lstStyle/>
          <a:p>
            <a:endParaRPr lang="zh-CN" altLang="en-US" sz="1898"/>
          </a:p>
        </p:txBody>
      </p:sp>
      <p:sp>
        <p:nvSpPr>
          <p:cNvPr id="23" name="矩形 22"/>
          <p:cNvSpPr/>
          <p:nvPr/>
        </p:nvSpPr>
        <p:spPr>
          <a:xfrm>
            <a:off x="8805434" y="2475911"/>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66" b="1" dirty="0">
                <a:solidFill>
                  <a:schemeClr val="tx1">
                    <a:lumMod val="75000"/>
                    <a:lumOff val="25000"/>
                  </a:schemeClr>
                </a:solidFill>
              </a:rPr>
              <a:t>在此添加关键字</a:t>
            </a:r>
          </a:p>
          <a:p>
            <a:r>
              <a:rPr lang="en-US" altLang="zh-CN" sz="1160" dirty="0">
                <a:solidFill>
                  <a:schemeClr val="tx1">
                    <a:lumMod val="75000"/>
                    <a:lumOff val="25000"/>
                  </a:schemeClr>
                </a:solidFill>
              </a:rPr>
              <a:t>Lorem ipsum dolor sit amet, consectetuer adipiscing elit. </a:t>
            </a:r>
          </a:p>
        </p:txBody>
      </p:sp>
      <p:sp>
        <p:nvSpPr>
          <p:cNvPr id="24" name="矩形 23"/>
          <p:cNvSpPr/>
          <p:nvPr/>
        </p:nvSpPr>
        <p:spPr>
          <a:xfrm>
            <a:off x="9272277" y="3373069"/>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66" b="1" dirty="0">
                <a:solidFill>
                  <a:schemeClr val="tx1">
                    <a:lumMod val="75000"/>
                    <a:lumOff val="25000"/>
                  </a:schemeClr>
                </a:solidFill>
              </a:rPr>
              <a:t>在此添加关键字</a:t>
            </a:r>
          </a:p>
          <a:p>
            <a:r>
              <a:rPr lang="en-US" altLang="zh-CN" sz="1160" dirty="0">
                <a:solidFill>
                  <a:schemeClr val="tx1">
                    <a:lumMod val="75000"/>
                    <a:lumOff val="25000"/>
                  </a:schemeClr>
                </a:solidFill>
              </a:rPr>
              <a:t>Lorem ipsum dolor sit amet, consectetuer adipiscing elit. </a:t>
            </a:r>
          </a:p>
        </p:txBody>
      </p:sp>
      <p:sp>
        <p:nvSpPr>
          <p:cNvPr id="25" name="矩形 24"/>
          <p:cNvSpPr/>
          <p:nvPr/>
        </p:nvSpPr>
        <p:spPr>
          <a:xfrm>
            <a:off x="9578675" y="4448374"/>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66" b="1" dirty="0">
                <a:solidFill>
                  <a:schemeClr val="tx1">
                    <a:lumMod val="75000"/>
                    <a:lumOff val="25000"/>
                  </a:schemeClr>
                </a:solidFill>
              </a:rPr>
              <a:t>在此添加关键字</a:t>
            </a:r>
          </a:p>
          <a:p>
            <a:r>
              <a:rPr lang="en-US" altLang="zh-CN" sz="1160" dirty="0">
                <a:solidFill>
                  <a:schemeClr val="tx1">
                    <a:lumMod val="75000"/>
                    <a:lumOff val="25000"/>
                  </a:schemeClr>
                </a:solidFill>
              </a:rPr>
              <a:t>Lorem ipsum dolor sit amet, consectetuer adipiscing elit. </a:t>
            </a:r>
          </a:p>
        </p:txBody>
      </p:sp>
      <p:sp>
        <p:nvSpPr>
          <p:cNvPr id="26" name="矩形 25"/>
          <p:cNvSpPr/>
          <p:nvPr/>
        </p:nvSpPr>
        <p:spPr>
          <a:xfrm>
            <a:off x="1332513" y="2475911"/>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266" b="1" dirty="0">
                <a:solidFill>
                  <a:schemeClr val="tx1">
                    <a:lumMod val="75000"/>
                    <a:lumOff val="25000"/>
                  </a:schemeClr>
                </a:solidFill>
              </a:rPr>
              <a:t>在此添加关键字</a:t>
            </a:r>
          </a:p>
          <a:p>
            <a:pPr algn="r"/>
            <a:r>
              <a:rPr lang="en-US" altLang="zh-CN" sz="1160" dirty="0">
                <a:solidFill>
                  <a:schemeClr val="tx1">
                    <a:lumMod val="75000"/>
                    <a:lumOff val="25000"/>
                  </a:schemeClr>
                </a:solidFill>
              </a:rPr>
              <a:t>Lorem ipsum dolor sit amet, consectetuer adipiscing elit. </a:t>
            </a:r>
          </a:p>
        </p:txBody>
      </p:sp>
      <p:sp>
        <p:nvSpPr>
          <p:cNvPr id="27" name="矩形 26"/>
          <p:cNvSpPr/>
          <p:nvPr/>
        </p:nvSpPr>
        <p:spPr>
          <a:xfrm>
            <a:off x="754639" y="3373069"/>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266" b="1" dirty="0">
                <a:solidFill>
                  <a:schemeClr val="tx1">
                    <a:lumMod val="75000"/>
                    <a:lumOff val="25000"/>
                  </a:schemeClr>
                </a:solidFill>
              </a:rPr>
              <a:t>在此添加关键字</a:t>
            </a:r>
          </a:p>
          <a:p>
            <a:pPr algn="r"/>
            <a:r>
              <a:rPr lang="en-US" altLang="zh-CN" sz="1160" dirty="0">
                <a:solidFill>
                  <a:schemeClr val="tx1">
                    <a:lumMod val="75000"/>
                    <a:lumOff val="25000"/>
                  </a:schemeClr>
                </a:solidFill>
              </a:rPr>
              <a:t>Lorem ipsum dolor sit amet, consectetuer adipiscing elit. </a:t>
            </a:r>
          </a:p>
        </p:txBody>
      </p:sp>
      <p:sp>
        <p:nvSpPr>
          <p:cNvPr id="28" name="矩形 27"/>
          <p:cNvSpPr/>
          <p:nvPr/>
        </p:nvSpPr>
        <p:spPr>
          <a:xfrm>
            <a:off x="605648" y="4448374"/>
            <a:ext cx="2673402" cy="681651"/>
          </a:xfrm>
          <a:prstGeom prst="rect">
            <a:avLst/>
          </a:prstGeom>
        </p:spPr>
        <p:txBody>
          <a:bodyPr wrap="square" lIns="128578" tIns="64289" rIns="128578" bIns="64289">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zh-CN" altLang="en-US" sz="1266" b="1" dirty="0">
                <a:solidFill>
                  <a:schemeClr val="tx1">
                    <a:lumMod val="75000"/>
                    <a:lumOff val="25000"/>
                  </a:schemeClr>
                </a:solidFill>
              </a:rPr>
              <a:t>在此添加关键字</a:t>
            </a:r>
          </a:p>
          <a:p>
            <a:pPr algn="r"/>
            <a:r>
              <a:rPr lang="en-US" altLang="zh-CN" sz="1160" dirty="0">
                <a:solidFill>
                  <a:schemeClr val="tx1">
                    <a:lumMod val="75000"/>
                    <a:lumOff val="25000"/>
                  </a:schemeClr>
                </a:solidFill>
              </a:rPr>
              <a:t>Lorem ipsum dolor sit amet, consectetuer adipiscing elit. </a:t>
            </a:r>
          </a:p>
        </p:txBody>
      </p:sp>
    </p:spTree>
    <p:extLst>
      <p:ext uri="{BB962C8B-B14F-4D97-AF65-F5344CB8AC3E}">
        <p14:creationId xmlns:p14="http://schemas.microsoft.com/office/powerpoint/2010/main" val="312932459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oup 38"/>
          <p:cNvGrpSpPr>
            <a:grpSpLocks/>
          </p:cNvGrpSpPr>
          <p:nvPr/>
        </p:nvGrpSpPr>
        <p:grpSpPr bwMode="auto">
          <a:xfrm>
            <a:off x="7514965" y="2488619"/>
            <a:ext cx="1059654" cy="316389"/>
            <a:chOff x="7244862" y="2564012"/>
            <a:chExt cx="1005315" cy="299674"/>
          </a:xfrm>
        </p:grpSpPr>
        <p:cxnSp>
          <p:nvCxnSpPr>
            <p:cNvPr id="103" name="Straight Connector 39"/>
            <p:cNvCxnSpPr/>
            <p:nvPr/>
          </p:nvCxnSpPr>
          <p:spPr>
            <a:xfrm flipV="1">
              <a:off x="7244862" y="2564012"/>
              <a:ext cx="393867" cy="299674"/>
            </a:xfrm>
            <a:prstGeom prst="line">
              <a:avLst/>
            </a:prstGeom>
            <a:ln w="6350">
              <a:solidFill>
                <a:srgbClr val="108036"/>
              </a:solidFill>
              <a:prstDash val="sysDash"/>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04" name="Straight Connector 40"/>
            <p:cNvCxnSpPr/>
            <p:nvPr/>
          </p:nvCxnSpPr>
          <p:spPr>
            <a:xfrm>
              <a:off x="7643494" y="2564012"/>
              <a:ext cx="606683" cy="0"/>
            </a:xfrm>
            <a:prstGeom prst="line">
              <a:avLst/>
            </a:prstGeom>
            <a:ln w="6350">
              <a:solidFill>
                <a:srgbClr val="108036"/>
              </a:solidFill>
              <a:prstDash val="sysDash"/>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05" name="Group 41"/>
          <p:cNvGrpSpPr>
            <a:grpSpLocks/>
          </p:cNvGrpSpPr>
          <p:nvPr/>
        </p:nvGrpSpPr>
        <p:grpSpPr bwMode="auto">
          <a:xfrm flipH="1">
            <a:off x="4022964" y="2488619"/>
            <a:ext cx="1059654" cy="316389"/>
            <a:chOff x="7244862" y="2564012"/>
            <a:chExt cx="1005315" cy="299674"/>
          </a:xfrm>
        </p:grpSpPr>
        <p:cxnSp>
          <p:nvCxnSpPr>
            <p:cNvPr id="106" name="Straight Connector 42"/>
            <p:cNvCxnSpPr/>
            <p:nvPr/>
          </p:nvCxnSpPr>
          <p:spPr>
            <a:xfrm flipV="1">
              <a:off x="7244862" y="2564012"/>
              <a:ext cx="393867" cy="299674"/>
            </a:xfrm>
            <a:prstGeom prst="line">
              <a:avLst/>
            </a:prstGeom>
            <a:ln w="6350">
              <a:solidFill>
                <a:srgbClr val="108036"/>
              </a:solidFill>
              <a:prstDash val="sysDash"/>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43"/>
            <p:cNvCxnSpPr/>
            <p:nvPr/>
          </p:nvCxnSpPr>
          <p:spPr>
            <a:xfrm>
              <a:off x="7643494" y="2564012"/>
              <a:ext cx="606683" cy="0"/>
            </a:xfrm>
            <a:prstGeom prst="line">
              <a:avLst/>
            </a:prstGeom>
            <a:ln w="6350">
              <a:solidFill>
                <a:srgbClr val="108036"/>
              </a:solidFill>
              <a:prstDash val="sysDash"/>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08" name="Group 44"/>
          <p:cNvGrpSpPr>
            <a:grpSpLocks/>
          </p:cNvGrpSpPr>
          <p:nvPr/>
        </p:nvGrpSpPr>
        <p:grpSpPr bwMode="auto">
          <a:xfrm rot="1354404" flipV="1">
            <a:off x="6677956" y="4529247"/>
            <a:ext cx="1059654" cy="316390"/>
            <a:chOff x="7244862" y="2564012"/>
            <a:chExt cx="1005315" cy="299674"/>
          </a:xfrm>
        </p:grpSpPr>
        <p:cxnSp>
          <p:nvCxnSpPr>
            <p:cNvPr id="109" name="Straight Connector 45"/>
            <p:cNvCxnSpPr/>
            <p:nvPr/>
          </p:nvCxnSpPr>
          <p:spPr>
            <a:xfrm flipV="1">
              <a:off x="7242482" y="2566640"/>
              <a:ext cx="393867" cy="299674"/>
            </a:xfrm>
            <a:prstGeom prst="line">
              <a:avLst/>
            </a:prstGeom>
            <a:ln w="6350">
              <a:solidFill>
                <a:srgbClr val="108036"/>
              </a:solidFill>
              <a:prstDash val="sysDash"/>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10" name="Straight Connector 46"/>
            <p:cNvCxnSpPr/>
            <p:nvPr/>
          </p:nvCxnSpPr>
          <p:spPr>
            <a:xfrm>
              <a:off x="7642153" y="2566779"/>
              <a:ext cx="606683" cy="0"/>
            </a:xfrm>
            <a:prstGeom prst="line">
              <a:avLst/>
            </a:prstGeom>
            <a:ln w="6350">
              <a:solidFill>
                <a:srgbClr val="108036"/>
              </a:solidFill>
              <a:prstDash val="sysDash"/>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11" name="Group 47"/>
          <p:cNvGrpSpPr>
            <a:grpSpLocks/>
          </p:cNvGrpSpPr>
          <p:nvPr/>
        </p:nvGrpSpPr>
        <p:grpSpPr bwMode="auto">
          <a:xfrm rot="-1354404" flipH="1" flipV="1">
            <a:off x="4880060" y="4529247"/>
            <a:ext cx="1059654" cy="316390"/>
            <a:chOff x="7244862" y="2564012"/>
            <a:chExt cx="1005315" cy="299674"/>
          </a:xfrm>
        </p:grpSpPr>
        <p:cxnSp>
          <p:nvCxnSpPr>
            <p:cNvPr id="112" name="Straight Connector 48"/>
            <p:cNvCxnSpPr/>
            <p:nvPr/>
          </p:nvCxnSpPr>
          <p:spPr>
            <a:xfrm flipV="1">
              <a:off x="7245168" y="2564320"/>
              <a:ext cx="393867" cy="299674"/>
            </a:xfrm>
            <a:prstGeom prst="line">
              <a:avLst/>
            </a:prstGeom>
            <a:ln w="6350">
              <a:solidFill>
                <a:srgbClr val="108036"/>
              </a:solidFill>
              <a:prstDash val="sysDash"/>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13" name="Straight Connector 49"/>
            <p:cNvCxnSpPr/>
            <p:nvPr/>
          </p:nvCxnSpPr>
          <p:spPr>
            <a:xfrm>
              <a:off x="7646305" y="2565069"/>
              <a:ext cx="606683" cy="0"/>
            </a:xfrm>
            <a:prstGeom prst="line">
              <a:avLst/>
            </a:prstGeom>
            <a:ln w="6350">
              <a:solidFill>
                <a:srgbClr val="108036"/>
              </a:solidFill>
              <a:prstDash val="sysDash"/>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14" name="Group 1"/>
          <p:cNvGrpSpPr>
            <a:grpSpLocks/>
          </p:cNvGrpSpPr>
          <p:nvPr/>
        </p:nvGrpSpPr>
        <p:grpSpPr bwMode="auto">
          <a:xfrm>
            <a:off x="4220498" y="2165534"/>
            <a:ext cx="4154912" cy="4047775"/>
            <a:chOff x="4121518" y="1915221"/>
            <a:chExt cx="3939219" cy="3837413"/>
          </a:xfrm>
        </p:grpSpPr>
        <p:grpSp>
          <p:nvGrpSpPr>
            <p:cNvPr id="115" name="Group 52"/>
            <p:cNvGrpSpPr>
              <a:grpSpLocks/>
            </p:cNvGrpSpPr>
            <p:nvPr/>
          </p:nvGrpSpPr>
          <p:grpSpPr bwMode="auto">
            <a:xfrm>
              <a:off x="4121518" y="1915221"/>
              <a:ext cx="3939219" cy="3837413"/>
              <a:chOff x="3160707" y="1634350"/>
              <a:chExt cx="2825746" cy="2752719"/>
            </a:xfrm>
          </p:grpSpPr>
          <p:sp>
            <p:nvSpPr>
              <p:cNvPr id="120" name="Freeform 5"/>
              <p:cNvSpPr>
                <a:spLocks noEditPoints="1"/>
              </p:cNvSpPr>
              <p:nvPr/>
            </p:nvSpPr>
            <p:spPr bwMode="auto">
              <a:xfrm>
                <a:off x="3160707" y="1912126"/>
                <a:ext cx="1180620" cy="1243163"/>
              </a:xfrm>
              <a:custGeom>
                <a:avLst/>
                <a:gdLst/>
                <a:ahLst/>
                <a:cxnLst>
                  <a:cxn ang="0">
                    <a:pos x="85" y="294"/>
                  </a:cxn>
                  <a:cxn ang="0">
                    <a:pos x="0" y="330"/>
                  </a:cxn>
                  <a:cxn ang="0">
                    <a:pos x="314" y="0"/>
                  </a:cxn>
                  <a:cxn ang="0">
                    <a:pos x="167" y="327"/>
                  </a:cxn>
                  <a:cxn ang="0">
                    <a:pos x="85" y="294"/>
                  </a:cxn>
                  <a:cxn ang="0">
                    <a:pos x="85" y="294"/>
                  </a:cxn>
                  <a:cxn ang="0">
                    <a:pos x="85" y="294"/>
                  </a:cxn>
                </a:cxnLst>
                <a:rect l="0" t="0" r="r" b="b"/>
                <a:pathLst>
                  <a:path w="314" h="330">
                    <a:moveTo>
                      <a:pt x="85" y="294"/>
                    </a:moveTo>
                    <a:cubicBezTo>
                      <a:pt x="52" y="294"/>
                      <a:pt x="21" y="307"/>
                      <a:pt x="0" y="330"/>
                    </a:cubicBezTo>
                    <a:cubicBezTo>
                      <a:pt x="19" y="162"/>
                      <a:pt x="149" y="27"/>
                      <a:pt x="314" y="0"/>
                    </a:cubicBezTo>
                    <a:cubicBezTo>
                      <a:pt x="176" y="99"/>
                      <a:pt x="167" y="274"/>
                      <a:pt x="167" y="327"/>
                    </a:cubicBezTo>
                    <a:cubicBezTo>
                      <a:pt x="146" y="306"/>
                      <a:pt x="116" y="294"/>
                      <a:pt x="85" y="294"/>
                    </a:cubicBezTo>
                    <a:close/>
                    <a:moveTo>
                      <a:pt x="85" y="294"/>
                    </a:moveTo>
                    <a:cubicBezTo>
                      <a:pt x="85" y="294"/>
                      <a:pt x="85" y="294"/>
                      <a:pt x="85" y="294"/>
                    </a:cubicBezTo>
                  </a:path>
                </a:pathLst>
              </a:custGeom>
              <a:solidFill>
                <a:srgbClr val="108136"/>
              </a:solidFill>
              <a:ln w="9525">
                <a:noFill/>
                <a:round/>
                <a:headEnd/>
                <a:tailEnd/>
              </a:ln>
              <a:effectLst/>
            </p:spPr>
            <p:txBody>
              <a:bodyPr/>
              <a:lstStyle/>
              <a:p>
                <a:pPr defTabSz="964219">
                  <a:defRPr/>
                </a:pPr>
                <a:endParaRPr lang="en-US" dirty="0">
                  <a:latin typeface="微软雅黑" pitchFamily="34" charset="-122"/>
                  <a:ea typeface="微软雅黑" pitchFamily="34" charset="-122"/>
                </a:endParaRPr>
              </a:p>
            </p:txBody>
          </p:sp>
          <p:sp>
            <p:nvSpPr>
              <p:cNvPr id="121" name="Freeform 6"/>
              <p:cNvSpPr>
                <a:spLocks noEditPoints="1"/>
              </p:cNvSpPr>
              <p:nvPr/>
            </p:nvSpPr>
            <p:spPr bwMode="auto">
              <a:xfrm>
                <a:off x="3885929" y="1916680"/>
                <a:ext cx="636419" cy="1238610"/>
              </a:xfrm>
              <a:custGeom>
                <a:avLst/>
                <a:gdLst/>
                <a:ahLst/>
                <a:cxnLst>
                  <a:cxn ang="0">
                    <a:pos x="84" y="293"/>
                  </a:cxn>
                  <a:cxn ang="0">
                    <a:pos x="1" y="327"/>
                  </a:cxn>
                  <a:cxn ang="0">
                    <a:pos x="169" y="0"/>
                  </a:cxn>
                  <a:cxn ang="0">
                    <a:pos x="169" y="329"/>
                  </a:cxn>
                  <a:cxn ang="0">
                    <a:pos x="84" y="293"/>
                  </a:cxn>
                  <a:cxn ang="0">
                    <a:pos x="84" y="293"/>
                  </a:cxn>
                  <a:cxn ang="0">
                    <a:pos x="84" y="293"/>
                  </a:cxn>
                </a:cxnLst>
                <a:rect l="0" t="0" r="r" b="b"/>
                <a:pathLst>
                  <a:path w="169" h="329">
                    <a:moveTo>
                      <a:pt x="84" y="293"/>
                    </a:moveTo>
                    <a:cubicBezTo>
                      <a:pt x="52" y="293"/>
                      <a:pt x="22" y="306"/>
                      <a:pt x="1" y="327"/>
                    </a:cubicBezTo>
                    <a:cubicBezTo>
                      <a:pt x="0" y="276"/>
                      <a:pt x="8" y="87"/>
                      <a:pt x="169" y="0"/>
                    </a:cubicBezTo>
                    <a:cubicBezTo>
                      <a:pt x="169" y="329"/>
                      <a:pt x="169" y="329"/>
                      <a:pt x="169" y="329"/>
                    </a:cubicBezTo>
                    <a:cubicBezTo>
                      <a:pt x="147" y="306"/>
                      <a:pt x="117" y="293"/>
                      <a:pt x="84" y="293"/>
                    </a:cubicBezTo>
                    <a:close/>
                    <a:moveTo>
                      <a:pt x="84" y="293"/>
                    </a:moveTo>
                    <a:cubicBezTo>
                      <a:pt x="84" y="293"/>
                      <a:pt x="84" y="293"/>
                      <a:pt x="84" y="293"/>
                    </a:cubicBezTo>
                  </a:path>
                </a:pathLst>
              </a:custGeom>
              <a:solidFill>
                <a:srgbClr val="8CC94C"/>
              </a:solidFill>
              <a:ln w="9525">
                <a:noFill/>
                <a:round/>
                <a:headEnd/>
                <a:tailEnd/>
              </a:ln>
              <a:effectLst/>
            </p:spPr>
            <p:txBody>
              <a:bodyPr/>
              <a:lstStyle/>
              <a:p>
                <a:pPr defTabSz="964219">
                  <a:defRPr/>
                </a:pPr>
                <a:endParaRPr lang="en-US" dirty="0">
                  <a:latin typeface="微软雅黑" pitchFamily="34" charset="-122"/>
                  <a:ea typeface="微软雅黑" pitchFamily="34" charset="-122"/>
                </a:endParaRPr>
              </a:p>
            </p:txBody>
          </p:sp>
          <p:sp>
            <p:nvSpPr>
              <p:cNvPr id="122" name="Freeform 7"/>
              <p:cNvSpPr>
                <a:spLocks noEditPoints="1"/>
              </p:cNvSpPr>
              <p:nvPr/>
            </p:nvSpPr>
            <p:spPr bwMode="auto">
              <a:xfrm>
                <a:off x="4621397" y="1916680"/>
                <a:ext cx="635281" cy="1238610"/>
              </a:xfrm>
              <a:custGeom>
                <a:avLst/>
                <a:gdLst/>
                <a:ahLst/>
                <a:cxnLst>
                  <a:cxn ang="0">
                    <a:pos x="85" y="293"/>
                  </a:cxn>
                  <a:cxn ang="0">
                    <a:pos x="0" y="329"/>
                  </a:cxn>
                  <a:cxn ang="0">
                    <a:pos x="0" y="0"/>
                  </a:cxn>
                  <a:cxn ang="0">
                    <a:pos x="168" y="327"/>
                  </a:cxn>
                  <a:cxn ang="0">
                    <a:pos x="85" y="293"/>
                  </a:cxn>
                  <a:cxn ang="0">
                    <a:pos x="85" y="293"/>
                  </a:cxn>
                  <a:cxn ang="0">
                    <a:pos x="85" y="293"/>
                  </a:cxn>
                </a:cxnLst>
                <a:rect l="0" t="0" r="r" b="b"/>
                <a:pathLst>
                  <a:path w="169" h="329">
                    <a:moveTo>
                      <a:pt x="85" y="293"/>
                    </a:moveTo>
                    <a:cubicBezTo>
                      <a:pt x="52" y="293"/>
                      <a:pt x="22" y="306"/>
                      <a:pt x="0" y="329"/>
                    </a:cubicBezTo>
                    <a:cubicBezTo>
                      <a:pt x="0" y="0"/>
                      <a:pt x="0" y="0"/>
                      <a:pt x="0" y="0"/>
                    </a:cubicBezTo>
                    <a:cubicBezTo>
                      <a:pt x="161" y="87"/>
                      <a:pt x="169" y="276"/>
                      <a:pt x="168" y="327"/>
                    </a:cubicBezTo>
                    <a:cubicBezTo>
                      <a:pt x="146" y="306"/>
                      <a:pt x="116" y="293"/>
                      <a:pt x="85" y="293"/>
                    </a:cubicBezTo>
                    <a:close/>
                    <a:moveTo>
                      <a:pt x="85" y="293"/>
                    </a:moveTo>
                    <a:cubicBezTo>
                      <a:pt x="85" y="293"/>
                      <a:pt x="85" y="293"/>
                      <a:pt x="85" y="293"/>
                    </a:cubicBezTo>
                  </a:path>
                </a:pathLst>
              </a:custGeom>
              <a:solidFill>
                <a:srgbClr val="8CC94C"/>
              </a:solidFill>
              <a:ln w="9525">
                <a:noFill/>
                <a:round/>
                <a:headEnd/>
                <a:tailEnd/>
              </a:ln>
              <a:effectLst/>
            </p:spPr>
            <p:txBody>
              <a:bodyPr/>
              <a:lstStyle/>
              <a:p>
                <a:pPr defTabSz="964219">
                  <a:defRPr/>
                </a:pPr>
                <a:endParaRPr lang="en-US" dirty="0">
                  <a:latin typeface="微软雅黑" pitchFamily="34" charset="-122"/>
                  <a:ea typeface="微软雅黑" pitchFamily="34" charset="-122"/>
                </a:endParaRPr>
              </a:p>
            </p:txBody>
          </p:sp>
          <p:sp>
            <p:nvSpPr>
              <p:cNvPr id="123" name="Freeform 8"/>
              <p:cNvSpPr>
                <a:spLocks noEditPoints="1"/>
              </p:cNvSpPr>
              <p:nvPr/>
            </p:nvSpPr>
            <p:spPr bwMode="auto">
              <a:xfrm>
                <a:off x="4797864" y="1912126"/>
                <a:ext cx="1188589" cy="1251133"/>
              </a:xfrm>
              <a:custGeom>
                <a:avLst/>
                <a:gdLst/>
                <a:ahLst/>
                <a:cxnLst>
                  <a:cxn ang="0">
                    <a:pos x="229" y="294"/>
                  </a:cxn>
                  <a:cxn ang="0">
                    <a:pos x="147" y="327"/>
                  </a:cxn>
                  <a:cxn ang="0">
                    <a:pos x="0" y="0"/>
                  </a:cxn>
                  <a:cxn ang="0">
                    <a:pos x="316" y="332"/>
                  </a:cxn>
                  <a:cxn ang="0">
                    <a:pos x="229" y="294"/>
                  </a:cxn>
                  <a:cxn ang="0">
                    <a:pos x="229" y="294"/>
                  </a:cxn>
                  <a:cxn ang="0">
                    <a:pos x="229" y="294"/>
                  </a:cxn>
                </a:cxnLst>
                <a:rect l="0" t="0" r="r" b="b"/>
                <a:pathLst>
                  <a:path w="316" h="332">
                    <a:moveTo>
                      <a:pt x="229" y="294"/>
                    </a:moveTo>
                    <a:cubicBezTo>
                      <a:pt x="198" y="294"/>
                      <a:pt x="169" y="306"/>
                      <a:pt x="147" y="327"/>
                    </a:cubicBezTo>
                    <a:cubicBezTo>
                      <a:pt x="148" y="274"/>
                      <a:pt x="138" y="99"/>
                      <a:pt x="0" y="0"/>
                    </a:cubicBezTo>
                    <a:cubicBezTo>
                      <a:pt x="167" y="26"/>
                      <a:pt x="298" y="162"/>
                      <a:pt x="316" y="332"/>
                    </a:cubicBezTo>
                    <a:cubicBezTo>
                      <a:pt x="295" y="308"/>
                      <a:pt x="263" y="294"/>
                      <a:pt x="229" y="294"/>
                    </a:cubicBezTo>
                    <a:close/>
                    <a:moveTo>
                      <a:pt x="229" y="294"/>
                    </a:moveTo>
                    <a:cubicBezTo>
                      <a:pt x="229" y="294"/>
                      <a:pt x="229" y="294"/>
                      <a:pt x="229" y="294"/>
                    </a:cubicBezTo>
                  </a:path>
                </a:pathLst>
              </a:custGeom>
              <a:solidFill>
                <a:srgbClr val="108136"/>
              </a:solidFill>
              <a:ln w="9525">
                <a:noFill/>
                <a:round/>
                <a:headEnd/>
                <a:tailEnd/>
              </a:ln>
              <a:effectLst/>
            </p:spPr>
            <p:txBody>
              <a:bodyPr/>
              <a:lstStyle/>
              <a:p>
                <a:pPr defTabSz="964219">
                  <a:defRPr/>
                </a:pPr>
                <a:endParaRPr lang="en-US" dirty="0">
                  <a:latin typeface="微软雅黑" pitchFamily="34" charset="-122"/>
                  <a:ea typeface="微软雅黑" pitchFamily="34" charset="-122"/>
                </a:endParaRPr>
              </a:p>
            </p:txBody>
          </p:sp>
          <p:sp>
            <p:nvSpPr>
              <p:cNvPr id="124" name="Freeform 9"/>
              <p:cNvSpPr>
                <a:spLocks noEditPoints="1"/>
              </p:cNvSpPr>
              <p:nvPr/>
            </p:nvSpPr>
            <p:spPr bwMode="auto">
              <a:xfrm>
                <a:off x="4522348" y="3336300"/>
                <a:ext cx="494107" cy="1050769"/>
              </a:xfrm>
              <a:custGeom>
                <a:avLst/>
                <a:gdLst/>
                <a:ahLst/>
                <a:cxnLst>
                  <a:cxn ang="0">
                    <a:pos x="13" y="7"/>
                  </a:cxn>
                  <a:cxn ang="0">
                    <a:pos x="0" y="0"/>
                  </a:cxn>
                  <a:cxn ang="0">
                    <a:pos x="0" y="214"/>
                  </a:cxn>
                  <a:cxn ang="0">
                    <a:pos x="2" y="219"/>
                  </a:cxn>
                  <a:cxn ang="0">
                    <a:pos x="66" y="279"/>
                  </a:cxn>
                  <a:cxn ang="0">
                    <a:pos x="131" y="214"/>
                  </a:cxn>
                  <a:cxn ang="0">
                    <a:pos x="118" y="201"/>
                  </a:cxn>
                  <a:cxn ang="0">
                    <a:pos x="105" y="214"/>
                  </a:cxn>
                  <a:cxn ang="0">
                    <a:pos x="66" y="253"/>
                  </a:cxn>
                  <a:cxn ang="0">
                    <a:pos x="27" y="214"/>
                  </a:cxn>
                  <a:cxn ang="0">
                    <a:pos x="26" y="211"/>
                  </a:cxn>
                  <a:cxn ang="0">
                    <a:pos x="26" y="0"/>
                  </a:cxn>
                  <a:cxn ang="0">
                    <a:pos x="13" y="7"/>
                  </a:cxn>
                  <a:cxn ang="0">
                    <a:pos x="13" y="7"/>
                  </a:cxn>
                  <a:cxn ang="0">
                    <a:pos x="13" y="7"/>
                  </a:cxn>
                </a:cxnLst>
                <a:rect l="0" t="0" r="r" b="b"/>
                <a:pathLst>
                  <a:path w="131" h="279">
                    <a:moveTo>
                      <a:pt x="13" y="7"/>
                    </a:moveTo>
                    <a:cubicBezTo>
                      <a:pt x="8" y="7"/>
                      <a:pt x="3" y="4"/>
                      <a:pt x="0" y="0"/>
                    </a:cubicBezTo>
                    <a:cubicBezTo>
                      <a:pt x="0" y="214"/>
                      <a:pt x="0" y="214"/>
                      <a:pt x="0" y="214"/>
                    </a:cubicBezTo>
                    <a:cubicBezTo>
                      <a:pt x="0" y="216"/>
                      <a:pt x="1" y="218"/>
                      <a:pt x="2" y="219"/>
                    </a:cubicBezTo>
                    <a:cubicBezTo>
                      <a:pt x="4" y="253"/>
                      <a:pt x="32" y="279"/>
                      <a:pt x="66" y="279"/>
                    </a:cubicBezTo>
                    <a:cubicBezTo>
                      <a:pt x="102" y="279"/>
                      <a:pt x="131" y="250"/>
                      <a:pt x="131" y="214"/>
                    </a:cubicBezTo>
                    <a:cubicBezTo>
                      <a:pt x="131" y="207"/>
                      <a:pt x="126" y="201"/>
                      <a:pt x="118" y="201"/>
                    </a:cubicBezTo>
                    <a:cubicBezTo>
                      <a:pt x="111" y="201"/>
                      <a:pt x="105" y="207"/>
                      <a:pt x="105" y="214"/>
                    </a:cubicBezTo>
                    <a:cubicBezTo>
                      <a:pt x="105" y="236"/>
                      <a:pt x="88" y="253"/>
                      <a:pt x="66" y="253"/>
                    </a:cubicBezTo>
                    <a:cubicBezTo>
                      <a:pt x="45" y="253"/>
                      <a:pt x="27" y="236"/>
                      <a:pt x="27" y="214"/>
                    </a:cubicBezTo>
                    <a:cubicBezTo>
                      <a:pt x="27" y="213"/>
                      <a:pt x="27" y="212"/>
                      <a:pt x="26" y="211"/>
                    </a:cubicBezTo>
                    <a:cubicBezTo>
                      <a:pt x="26" y="0"/>
                      <a:pt x="26" y="0"/>
                      <a:pt x="26" y="0"/>
                    </a:cubicBezTo>
                    <a:cubicBezTo>
                      <a:pt x="24" y="4"/>
                      <a:pt x="19" y="7"/>
                      <a:pt x="13" y="7"/>
                    </a:cubicBezTo>
                    <a:close/>
                    <a:moveTo>
                      <a:pt x="13" y="7"/>
                    </a:moveTo>
                    <a:cubicBezTo>
                      <a:pt x="13" y="7"/>
                      <a:pt x="13" y="7"/>
                      <a:pt x="13" y="7"/>
                    </a:cubicBezTo>
                  </a:path>
                </a:pathLst>
              </a:custGeom>
              <a:solidFill>
                <a:schemeClr val="tx1">
                  <a:lumMod val="50000"/>
                  <a:lumOff val="50000"/>
                </a:schemeClr>
              </a:solidFill>
              <a:ln w="9525">
                <a:noFill/>
                <a:round/>
                <a:headEnd/>
                <a:tailEnd/>
              </a:ln>
              <a:effectLst/>
            </p:spPr>
            <p:txBody>
              <a:bodyPr/>
              <a:lstStyle/>
              <a:p>
                <a:pPr defTabSz="964219">
                  <a:defRPr/>
                </a:pPr>
                <a:endParaRPr lang="en-US" dirty="0">
                  <a:latin typeface="微软雅黑" pitchFamily="34" charset="-122"/>
                  <a:ea typeface="微软雅黑" pitchFamily="34" charset="-122"/>
                </a:endParaRPr>
              </a:p>
            </p:txBody>
          </p:sp>
          <p:sp>
            <p:nvSpPr>
              <p:cNvPr id="125" name="Freeform 10"/>
              <p:cNvSpPr>
                <a:spLocks noEditPoints="1"/>
              </p:cNvSpPr>
              <p:nvPr/>
            </p:nvSpPr>
            <p:spPr bwMode="auto">
              <a:xfrm>
                <a:off x="4522348" y="1634350"/>
                <a:ext cx="99049" cy="198086"/>
              </a:xfrm>
              <a:custGeom>
                <a:avLst/>
                <a:gdLst/>
                <a:ahLst/>
                <a:cxnLst>
                  <a:cxn ang="0">
                    <a:pos x="26" y="52"/>
                  </a:cxn>
                  <a:cxn ang="0">
                    <a:pos x="26" y="13"/>
                  </a:cxn>
                  <a:cxn ang="0">
                    <a:pos x="13" y="0"/>
                  </a:cxn>
                  <a:cxn ang="0">
                    <a:pos x="0" y="13"/>
                  </a:cxn>
                  <a:cxn ang="0">
                    <a:pos x="0" y="52"/>
                  </a:cxn>
                  <a:cxn ang="0">
                    <a:pos x="0" y="53"/>
                  </a:cxn>
                  <a:cxn ang="0">
                    <a:pos x="26" y="53"/>
                  </a:cxn>
                  <a:cxn ang="0">
                    <a:pos x="26" y="52"/>
                  </a:cxn>
                  <a:cxn ang="0">
                    <a:pos x="26" y="52"/>
                  </a:cxn>
                  <a:cxn ang="0">
                    <a:pos x="26" y="52"/>
                  </a:cxn>
                </a:cxnLst>
                <a:rect l="0" t="0" r="r" b="b"/>
                <a:pathLst>
                  <a:path w="26" h="53">
                    <a:moveTo>
                      <a:pt x="26" y="52"/>
                    </a:moveTo>
                    <a:cubicBezTo>
                      <a:pt x="26" y="13"/>
                      <a:pt x="26" y="13"/>
                      <a:pt x="26" y="13"/>
                    </a:cubicBezTo>
                    <a:cubicBezTo>
                      <a:pt x="26" y="6"/>
                      <a:pt x="20" y="0"/>
                      <a:pt x="13" y="0"/>
                    </a:cubicBezTo>
                    <a:cubicBezTo>
                      <a:pt x="6" y="0"/>
                      <a:pt x="0" y="6"/>
                      <a:pt x="0" y="13"/>
                    </a:cubicBezTo>
                    <a:cubicBezTo>
                      <a:pt x="0" y="52"/>
                      <a:pt x="0" y="52"/>
                      <a:pt x="0" y="52"/>
                    </a:cubicBezTo>
                    <a:cubicBezTo>
                      <a:pt x="0" y="52"/>
                      <a:pt x="0" y="52"/>
                      <a:pt x="0" y="53"/>
                    </a:cubicBezTo>
                    <a:cubicBezTo>
                      <a:pt x="26" y="53"/>
                      <a:pt x="26" y="53"/>
                      <a:pt x="26" y="53"/>
                    </a:cubicBezTo>
                    <a:cubicBezTo>
                      <a:pt x="26" y="52"/>
                      <a:pt x="26" y="52"/>
                      <a:pt x="26" y="52"/>
                    </a:cubicBezTo>
                    <a:close/>
                    <a:moveTo>
                      <a:pt x="26" y="52"/>
                    </a:moveTo>
                    <a:cubicBezTo>
                      <a:pt x="26" y="52"/>
                      <a:pt x="26" y="52"/>
                      <a:pt x="26" y="52"/>
                    </a:cubicBezTo>
                  </a:path>
                </a:pathLst>
              </a:custGeom>
              <a:solidFill>
                <a:schemeClr val="tx1">
                  <a:lumMod val="50000"/>
                  <a:lumOff val="50000"/>
                </a:schemeClr>
              </a:solidFill>
              <a:ln w="9525">
                <a:noFill/>
                <a:round/>
                <a:headEnd/>
                <a:tailEnd/>
              </a:ln>
              <a:effectLst>
                <a:innerShdw blurRad="63500" dist="50800" dir="5400000">
                  <a:prstClr val="black">
                    <a:alpha val="50000"/>
                  </a:prstClr>
                </a:innerShdw>
              </a:effectLst>
            </p:spPr>
            <p:txBody>
              <a:bodyPr/>
              <a:lstStyle/>
              <a:p>
                <a:pPr defTabSz="964219">
                  <a:defRPr/>
                </a:pPr>
                <a:endParaRPr lang="en-US" dirty="0">
                  <a:latin typeface="微软雅黑" pitchFamily="34" charset="-122"/>
                  <a:ea typeface="微软雅黑" pitchFamily="34" charset="-122"/>
                </a:endParaRPr>
              </a:p>
            </p:txBody>
          </p:sp>
        </p:grpSp>
        <p:sp>
          <p:nvSpPr>
            <p:cNvPr id="116" name="Shape 1094"/>
            <p:cNvSpPr>
              <a:spLocks/>
            </p:cNvSpPr>
            <p:nvPr/>
          </p:nvSpPr>
          <p:spPr bwMode="auto">
            <a:xfrm>
              <a:off x="4568684" y="3131690"/>
              <a:ext cx="376996" cy="269235"/>
            </a:xfrm>
            <a:custGeom>
              <a:avLst/>
              <a:gdLst>
                <a:gd name="T0" fmla="*/ 3289953 w 21600"/>
                <a:gd name="T1" fmla="*/ 1677957 h 21600"/>
                <a:gd name="T2" fmla="*/ 3289953 w 21600"/>
                <a:gd name="T3" fmla="*/ 1677957 h 21600"/>
                <a:gd name="T4" fmla="*/ 3289953 w 21600"/>
                <a:gd name="T5" fmla="*/ 1677957 h 21600"/>
                <a:gd name="T6" fmla="*/ 3289953 w 21600"/>
                <a:gd name="T7" fmla="*/ 1677957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0056" y="17282"/>
                  </a:moveTo>
                  <a:lnTo>
                    <a:pt x="1544" y="17282"/>
                  </a:lnTo>
                  <a:cubicBezTo>
                    <a:pt x="691" y="17282"/>
                    <a:pt x="0" y="18250"/>
                    <a:pt x="0" y="19441"/>
                  </a:cubicBezTo>
                  <a:cubicBezTo>
                    <a:pt x="0" y="20638"/>
                    <a:pt x="691" y="21600"/>
                    <a:pt x="1544" y="21600"/>
                  </a:cubicBezTo>
                  <a:lnTo>
                    <a:pt x="20056" y="21600"/>
                  </a:lnTo>
                  <a:cubicBezTo>
                    <a:pt x="20909" y="21600"/>
                    <a:pt x="21600" y="20638"/>
                    <a:pt x="21600" y="19441"/>
                  </a:cubicBezTo>
                  <a:cubicBezTo>
                    <a:pt x="21600" y="18250"/>
                    <a:pt x="20909" y="17282"/>
                    <a:pt x="20056" y="17282"/>
                  </a:cubicBezTo>
                  <a:close/>
                  <a:moveTo>
                    <a:pt x="1544" y="4321"/>
                  </a:moveTo>
                  <a:lnTo>
                    <a:pt x="20056" y="4321"/>
                  </a:lnTo>
                  <a:cubicBezTo>
                    <a:pt x="20909" y="4321"/>
                    <a:pt x="21600" y="3353"/>
                    <a:pt x="21600" y="2159"/>
                  </a:cubicBezTo>
                  <a:cubicBezTo>
                    <a:pt x="21600" y="965"/>
                    <a:pt x="20909" y="0"/>
                    <a:pt x="20056" y="0"/>
                  </a:cubicBezTo>
                  <a:lnTo>
                    <a:pt x="1544" y="0"/>
                  </a:lnTo>
                  <a:cubicBezTo>
                    <a:pt x="691" y="0"/>
                    <a:pt x="0" y="965"/>
                    <a:pt x="0" y="2159"/>
                  </a:cubicBezTo>
                  <a:cubicBezTo>
                    <a:pt x="0" y="3353"/>
                    <a:pt x="691" y="4321"/>
                    <a:pt x="1544" y="4321"/>
                  </a:cubicBezTo>
                  <a:close/>
                  <a:moveTo>
                    <a:pt x="20056" y="8640"/>
                  </a:moveTo>
                  <a:lnTo>
                    <a:pt x="1544" y="8640"/>
                  </a:lnTo>
                  <a:cubicBezTo>
                    <a:pt x="691" y="8640"/>
                    <a:pt x="0" y="9608"/>
                    <a:pt x="0" y="10799"/>
                  </a:cubicBezTo>
                  <a:cubicBezTo>
                    <a:pt x="0" y="11996"/>
                    <a:pt x="691" y="12958"/>
                    <a:pt x="1544" y="12958"/>
                  </a:cubicBezTo>
                  <a:lnTo>
                    <a:pt x="20056" y="12958"/>
                  </a:lnTo>
                  <a:cubicBezTo>
                    <a:pt x="20909" y="12958"/>
                    <a:pt x="21600" y="11996"/>
                    <a:pt x="21600" y="10799"/>
                  </a:cubicBezTo>
                  <a:cubicBezTo>
                    <a:pt x="21600" y="9608"/>
                    <a:pt x="20909" y="8640"/>
                    <a:pt x="20056" y="8640"/>
                  </a:cubicBezTo>
                  <a:close/>
                </a:path>
              </a:pathLst>
            </a:custGeom>
            <a:solidFill>
              <a:schemeClr val="bg1"/>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40177" tIns="40177" rIns="40177" bIns="40177" anchor="ctr"/>
            <a:lstStyle/>
            <a:p>
              <a:endParaRPr lang="zh-CN" altLang="en-US"/>
            </a:p>
          </p:txBody>
        </p:sp>
        <p:sp>
          <p:nvSpPr>
            <p:cNvPr id="117" name="Freeform 62"/>
            <p:cNvSpPr>
              <a:spLocks noEditPoints="1"/>
            </p:cNvSpPr>
            <p:nvPr/>
          </p:nvSpPr>
          <p:spPr bwMode="auto">
            <a:xfrm>
              <a:off x="5477986" y="3065772"/>
              <a:ext cx="320256" cy="360553"/>
            </a:xfrm>
            <a:custGeom>
              <a:avLst/>
              <a:gdLst>
                <a:gd name="T0" fmla="*/ 300480192 w 320"/>
                <a:gd name="T1" fmla="*/ 0 h 360"/>
                <a:gd name="T2" fmla="*/ 256409964 w 320"/>
                <a:gd name="T3" fmla="*/ 0 h 360"/>
                <a:gd name="T4" fmla="*/ 240384154 w 320"/>
                <a:gd name="T5" fmla="*/ 20061770 h 360"/>
                <a:gd name="T6" fmla="*/ 240384154 w 320"/>
                <a:gd name="T7" fmla="*/ 361106849 h 360"/>
                <a:gd name="T8" fmla="*/ 320512205 w 320"/>
                <a:gd name="T9" fmla="*/ 361106849 h 360"/>
                <a:gd name="T10" fmla="*/ 320512205 w 320"/>
                <a:gd name="T11" fmla="*/ 20061770 h 360"/>
                <a:gd name="T12" fmla="*/ 300480192 w 320"/>
                <a:gd name="T13" fmla="*/ 0 h 360"/>
                <a:gd name="T14" fmla="*/ 180288115 w 320"/>
                <a:gd name="T15" fmla="*/ 120368616 h 360"/>
                <a:gd name="T16" fmla="*/ 136217887 w 320"/>
                <a:gd name="T17" fmla="*/ 120368616 h 360"/>
                <a:gd name="T18" fmla="*/ 120192077 w 320"/>
                <a:gd name="T19" fmla="*/ 140430386 h 360"/>
                <a:gd name="T20" fmla="*/ 120192077 w 320"/>
                <a:gd name="T21" fmla="*/ 361106849 h 360"/>
                <a:gd name="T22" fmla="*/ 200320128 w 320"/>
                <a:gd name="T23" fmla="*/ 361106849 h 360"/>
                <a:gd name="T24" fmla="*/ 200320128 w 320"/>
                <a:gd name="T25" fmla="*/ 140430386 h 360"/>
                <a:gd name="T26" fmla="*/ 180288115 w 320"/>
                <a:gd name="T27" fmla="*/ 120368616 h 360"/>
                <a:gd name="T28" fmla="*/ 60096038 w 320"/>
                <a:gd name="T29" fmla="*/ 240738233 h 360"/>
                <a:gd name="T30" fmla="*/ 16025810 w 320"/>
                <a:gd name="T31" fmla="*/ 240738233 h 360"/>
                <a:gd name="T32" fmla="*/ 0 w 320"/>
                <a:gd name="T33" fmla="*/ 260799002 h 360"/>
                <a:gd name="T34" fmla="*/ 0 w 320"/>
                <a:gd name="T35" fmla="*/ 361106849 h 360"/>
                <a:gd name="T36" fmla="*/ 80128051 w 320"/>
                <a:gd name="T37" fmla="*/ 361106849 h 360"/>
                <a:gd name="T38" fmla="*/ 80128051 w 320"/>
                <a:gd name="T39" fmla="*/ 260799002 h 360"/>
                <a:gd name="T40" fmla="*/ 60096038 w 320"/>
                <a:gd name="T41" fmla="*/ 240738233 h 36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 name="Shape 1090"/>
            <p:cNvSpPr>
              <a:spLocks/>
            </p:cNvSpPr>
            <p:nvPr/>
          </p:nvSpPr>
          <p:spPr bwMode="auto">
            <a:xfrm>
              <a:off x="6331218" y="3128517"/>
              <a:ext cx="396184" cy="336517"/>
            </a:xfrm>
            <a:custGeom>
              <a:avLst/>
              <a:gdLst>
                <a:gd name="T0" fmla="*/ 3633374 w 21600"/>
                <a:gd name="T1" fmla="*/ 2621390 h 21600"/>
                <a:gd name="T2" fmla="*/ 3633374 w 21600"/>
                <a:gd name="T3" fmla="*/ 2621390 h 21600"/>
                <a:gd name="T4" fmla="*/ 3633374 w 21600"/>
                <a:gd name="T5" fmla="*/ 2621390 h 21600"/>
                <a:gd name="T6" fmla="*/ 3633374 w 21600"/>
                <a:gd name="T7" fmla="*/ 2621390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17064" y="14989"/>
                  </a:moveTo>
                  <a:lnTo>
                    <a:pt x="16300" y="14989"/>
                  </a:lnTo>
                  <a:cubicBezTo>
                    <a:pt x="14781" y="14989"/>
                    <a:pt x="13615" y="14098"/>
                    <a:pt x="12532" y="12778"/>
                  </a:cubicBezTo>
                  <a:cubicBezTo>
                    <a:pt x="12422" y="12943"/>
                    <a:pt x="12313" y="13112"/>
                    <a:pt x="12204" y="13283"/>
                  </a:cubicBezTo>
                  <a:cubicBezTo>
                    <a:pt x="11728" y="14021"/>
                    <a:pt x="11216" y="14811"/>
                    <a:pt x="10650" y="15592"/>
                  </a:cubicBezTo>
                  <a:cubicBezTo>
                    <a:pt x="12115" y="17276"/>
                    <a:pt x="13891" y="18547"/>
                    <a:pt x="16300" y="18547"/>
                  </a:cubicBezTo>
                  <a:lnTo>
                    <a:pt x="17064" y="18547"/>
                  </a:lnTo>
                  <a:lnTo>
                    <a:pt x="17064" y="21600"/>
                  </a:lnTo>
                  <a:lnTo>
                    <a:pt x="21600" y="17022"/>
                  </a:lnTo>
                  <a:lnTo>
                    <a:pt x="17064" y="12444"/>
                  </a:lnTo>
                  <a:cubicBezTo>
                    <a:pt x="17064" y="12444"/>
                    <a:pt x="17064" y="14989"/>
                    <a:pt x="17064" y="14989"/>
                  </a:cubicBezTo>
                  <a:close/>
                  <a:moveTo>
                    <a:pt x="5844" y="8840"/>
                  </a:moveTo>
                  <a:cubicBezTo>
                    <a:pt x="6014" y="8580"/>
                    <a:pt x="6185" y="8316"/>
                    <a:pt x="6358" y="8047"/>
                  </a:cubicBezTo>
                  <a:cubicBezTo>
                    <a:pt x="6781" y="7394"/>
                    <a:pt x="7227" y="6705"/>
                    <a:pt x="7709" y="6019"/>
                  </a:cubicBezTo>
                  <a:cubicBezTo>
                    <a:pt x="6284" y="4449"/>
                    <a:pt x="4562" y="3290"/>
                    <a:pt x="2260" y="3290"/>
                  </a:cubicBezTo>
                  <a:lnTo>
                    <a:pt x="0" y="3290"/>
                  </a:lnTo>
                  <a:lnTo>
                    <a:pt x="0" y="6850"/>
                  </a:lnTo>
                  <a:lnTo>
                    <a:pt x="2260" y="6850"/>
                  </a:lnTo>
                  <a:cubicBezTo>
                    <a:pt x="3693" y="6850"/>
                    <a:pt x="4812" y="7643"/>
                    <a:pt x="5844" y="8840"/>
                  </a:cubicBezTo>
                  <a:close/>
                  <a:moveTo>
                    <a:pt x="16300" y="6596"/>
                  </a:moveTo>
                  <a:lnTo>
                    <a:pt x="17064" y="6596"/>
                  </a:lnTo>
                  <a:lnTo>
                    <a:pt x="17064" y="9155"/>
                  </a:lnTo>
                  <a:lnTo>
                    <a:pt x="21600" y="4578"/>
                  </a:lnTo>
                  <a:lnTo>
                    <a:pt x="17064" y="0"/>
                  </a:lnTo>
                  <a:lnTo>
                    <a:pt x="17064" y="3036"/>
                  </a:lnTo>
                  <a:lnTo>
                    <a:pt x="16300" y="3036"/>
                  </a:lnTo>
                  <a:cubicBezTo>
                    <a:pt x="12312" y="3036"/>
                    <a:pt x="10062" y="6516"/>
                    <a:pt x="8077" y="9587"/>
                  </a:cubicBezTo>
                  <a:cubicBezTo>
                    <a:pt x="6293" y="12349"/>
                    <a:pt x="4752" y="14735"/>
                    <a:pt x="2260" y="14735"/>
                  </a:cubicBezTo>
                  <a:lnTo>
                    <a:pt x="0" y="14735"/>
                  </a:lnTo>
                  <a:lnTo>
                    <a:pt x="0" y="18293"/>
                  </a:lnTo>
                  <a:lnTo>
                    <a:pt x="2260" y="18293"/>
                  </a:lnTo>
                  <a:cubicBezTo>
                    <a:pt x="6250" y="18293"/>
                    <a:pt x="8500" y="14814"/>
                    <a:pt x="10485" y="11743"/>
                  </a:cubicBezTo>
                  <a:cubicBezTo>
                    <a:pt x="12269" y="8981"/>
                    <a:pt x="13810" y="6596"/>
                    <a:pt x="16300" y="6596"/>
                  </a:cubicBezTo>
                  <a:close/>
                </a:path>
              </a:pathLst>
            </a:custGeom>
            <a:solidFill>
              <a:schemeClr val="bg1"/>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40177" tIns="40177" rIns="40177" bIns="40177" anchor="ctr"/>
            <a:lstStyle/>
            <a:p>
              <a:endParaRPr lang="zh-CN" altLang="en-US"/>
            </a:p>
          </p:txBody>
        </p:sp>
        <p:sp>
          <p:nvSpPr>
            <p:cNvPr id="119" name="Shape 1687"/>
            <p:cNvSpPr>
              <a:spLocks/>
            </p:cNvSpPr>
            <p:nvPr/>
          </p:nvSpPr>
          <p:spPr bwMode="auto">
            <a:xfrm>
              <a:off x="7266129" y="3116104"/>
              <a:ext cx="361315" cy="361342"/>
            </a:xfrm>
            <a:custGeom>
              <a:avLst/>
              <a:gdLst>
                <a:gd name="T0" fmla="*/ 3021965 w 21600"/>
                <a:gd name="T1" fmla="*/ 3022408 h 21600"/>
                <a:gd name="T2" fmla="*/ 3021965 w 21600"/>
                <a:gd name="T3" fmla="*/ 3022408 h 21600"/>
                <a:gd name="T4" fmla="*/ 3021965 w 21600"/>
                <a:gd name="T5" fmla="*/ 3022408 h 21600"/>
                <a:gd name="T6" fmla="*/ 3021965 w 21600"/>
                <a:gd name="T7" fmla="*/ 3022408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11679" y="19547"/>
                  </a:moveTo>
                  <a:lnTo>
                    <a:pt x="11679" y="14693"/>
                  </a:lnTo>
                  <a:lnTo>
                    <a:pt x="9921" y="14693"/>
                  </a:lnTo>
                  <a:lnTo>
                    <a:pt x="9921" y="19547"/>
                  </a:lnTo>
                  <a:cubicBezTo>
                    <a:pt x="5768" y="19134"/>
                    <a:pt x="2465" y="15832"/>
                    <a:pt x="2052" y="11679"/>
                  </a:cubicBezTo>
                  <a:lnTo>
                    <a:pt x="6907" y="11679"/>
                  </a:lnTo>
                  <a:lnTo>
                    <a:pt x="6907" y="9921"/>
                  </a:lnTo>
                  <a:lnTo>
                    <a:pt x="2052" y="9921"/>
                  </a:lnTo>
                  <a:cubicBezTo>
                    <a:pt x="2465" y="5768"/>
                    <a:pt x="5768" y="2466"/>
                    <a:pt x="9921" y="2054"/>
                  </a:cubicBezTo>
                  <a:lnTo>
                    <a:pt x="9921" y="6907"/>
                  </a:lnTo>
                  <a:lnTo>
                    <a:pt x="11679" y="6907"/>
                  </a:lnTo>
                  <a:lnTo>
                    <a:pt x="11679" y="2054"/>
                  </a:lnTo>
                  <a:cubicBezTo>
                    <a:pt x="15832" y="2466"/>
                    <a:pt x="19135" y="5768"/>
                    <a:pt x="19548" y="9921"/>
                  </a:cubicBezTo>
                  <a:lnTo>
                    <a:pt x="14693" y="9921"/>
                  </a:lnTo>
                  <a:lnTo>
                    <a:pt x="14693" y="11679"/>
                  </a:lnTo>
                  <a:lnTo>
                    <a:pt x="19548" y="11679"/>
                  </a:lnTo>
                  <a:cubicBezTo>
                    <a:pt x="19135" y="15832"/>
                    <a:pt x="15832" y="19134"/>
                    <a:pt x="11679" y="19547"/>
                  </a:cubicBezTo>
                  <a:close/>
                  <a:moveTo>
                    <a:pt x="10799" y="0"/>
                  </a:moveTo>
                  <a:cubicBezTo>
                    <a:pt x="4835" y="0"/>
                    <a:pt x="0" y="4836"/>
                    <a:pt x="0" y="10800"/>
                  </a:cubicBezTo>
                  <a:cubicBezTo>
                    <a:pt x="0" y="16765"/>
                    <a:pt x="4835" y="21600"/>
                    <a:pt x="10799" y="21600"/>
                  </a:cubicBezTo>
                  <a:cubicBezTo>
                    <a:pt x="16765" y="21600"/>
                    <a:pt x="21600" y="16765"/>
                    <a:pt x="21600" y="10800"/>
                  </a:cubicBezTo>
                  <a:cubicBezTo>
                    <a:pt x="21600" y="4836"/>
                    <a:pt x="16765" y="0"/>
                    <a:pt x="10799" y="0"/>
                  </a:cubicBezTo>
                  <a:close/>
                </a:path>
              </a:pathLst>
            </a:custGeom>
            <a:solidFill>
              <a:srgbClr val="FFFFFF"/>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40177" tIns="40177" rIns="40177" bIns="40177" anchor="ctr"/>
            <a:lstStyle/>
            <a:p>
              <a:endParaRPr lang="zh-CN" altLang="en-US"/>
            </a:p>
          </p:txBody>
        </p:sp>
      </p:grpSp>
      <p:sp>
        <p:nvSpPr>
          <p:cNvPr id="126" name="矩形 125"/>
          <p:cNvSpPr>
            <a:spLocks noChangeArrowheads="1"/>
          </p:cNvSpPr>
          <p:nvPr/>
        </p:nvSpPr>
        <p:spPr bwMode="auto">
          <a:xfrm>
            <a:off x="1942829" y="2243720"/>
            <a:ext cx="1681078" cy="466561"/>
          </a:xfrm>
          <a:prstGeom prst="rect">
            <a:avLst/>
          </a:prstGeom>
          <a:noFill/>
          <a:ln w="9525">
            <a:noFill/>
            <a:miter lim="800000"/>
            <a:headEnd/>
            <a:tailEnd/>
          </a:ln>
        </p:spPr>
        <p:txBody>
          <a:bodyPr wrap="none" lIns="96413" tIns="48208" rIns="96413" bIns="48208">
            <a:spAutoFit/>
          </a:bodyPr>
          <a:lstStyle/>
          <a:p>
            <a:pPr algn="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27" name="矩形 47"/>
          <p:cNvSpPr>
            <a:spLocks noChangeArrowheads="1"/>
          </p:cNvSpPr>
          <p:nvPr/>
        </p:nvSpPr>
        <p:spPr bwMode="auto">
          <a:xfrm>
            <a:off x="1389092" y="2668918"/>
            <a:ext cx="2234814" cy="727530"/>
          </a:xfrm>
          <a:prstGeom prst="rect">
            <a:avLst/>
          </a:prstGeom>
          <a:noFill/>
          <a:ln w="25400">
            <a:noFill/>
            <a:miter lim="800000"/>
            <a:headEnd/>
            <a:tailEnd/>
          </a:ln>
        </p:spPr>
        <p:txBody>
          <a:bodyPr lIns="96413" tIns="48208" rIns="96413" bIns="48208">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28" name="矩形 127"/>
          <p:cNvSpPr>
            <a:spLocks noChangeArrowheads="1"/>
          </p:cNvSpPr>
          <p:nvPr/>
        </p:nvSpPr>
        <p:spPr bwMode="auto">
          <a:xfrm>
            <a:off x="9162843" y="2223218"/>
            <a:ext cx="1681078" cy="466561"/>
          </a:xfrm>
          <a:prstGeom prst="rect">
            <a:avLst/>
          </a:prstGeom>
          <a:noFill/>
          <a:ln w="9525">
            <a:noFill/>
            <a:miter lim="800000"/>
            <a:headEnd/>
            <a:tailEnd/>
          </a:ln>
        </p:spPr>
        <p:txBody>
          <a:bodyPr wrap="none" lIns="96413" tIns="48208" rIns="96413" bIns="48208">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29" name="矩形 47"/>
          <p:cNvSpPr>
            <a:spLocks noChangeArrowheads="1"/>
          </p:cNvSpPr>
          <p:nvPr/>
        </p:nvSpPr>
        <p:spPr bwMode="auto">
          <a:xfrm>
            <a:off x="9162841" y="2648416"/>
            <a:ext cx="2234814" cy="727530"/>
          </a:xfrm>
          <a:prstGeom prst="rect">
            <a:avLst/>
          </a:prstGeom>
          <a:noFill/>
          <a:ln w="25400">
            <a:noFill/>
            <a:miter lim="800000"/>
            <a:headEnd/>
            <a:tailEnd/>
          </a:ln>
        </p:spPr>
        <p:txBody>
          <a:bodyPr lIns="96413" tIns="48208" rIns="96413" bIns="48208">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30" name="矩形 129"/>
          <p:cNvSpPr>
            <a:spLocks noChangeArrowheads="1"/>
          </p:cNvSpPr>
          <p:nvPr/>
        </p:nvSpPr>
        <p:spPr bwMode="auto">
          <a:xfrm>
            <a:off x="8247831" y="4775216"/>
            <a:ext cx="1681078" cy="466561"/>
          </a:xfrm>
          <a:prstGeom prst="rect">
            <a:avLst/>
          </a:prstGeom>
          <a:noFill/>
          <a:ln w="9525">
            <a:noFill/>
            <a:miter lim="800000"/>
            <a:headEnd/>
            <a:tailEnd/>
          </a:ln>
        </p:spPr>
        <p:txBody>
          <a:bodyPr wrap="none" lIns="96413" tIns="48208" rIns="96413" bIns="48208">
            <a:spAutoFit/>
          </a:bodyPr>
          <a:lstStyle/>
          <a:p>
            <a:pP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31" name="矩形 47"/>
          <p:cNvSpPr>
            <a:spLocks noChangeArrowheads="1"/>
          </p:cNvSpPr>
          <p:nvPr/>
        </p:nvSpPr>
        <p:spPr bwMode="auto">
          <a:xfrm>
            <a:off x="8247828" y="5200414"/>
            <a:ext cx="2234814" cy="727530"/>
          </a:xfrm>
          <a:prstGeom prst="rect">
            <a:avLst/>
          </a:prstGeom>
          <a:noFill/>
          <a:ln w="25400">
            <a:noFill/>
            <a:miter lim="800000"/>
            <a:headEnd/>
            <a:tailEnd/>
          </a:ln>
        </p:spPr>
        <p:txBody>
          <a:bodyPr lIns="96413" tIns="48208" rIns="96413" bIns="48208">
            <a:spAutoFit/>
          </a:bodyPr>
          <a:lstStyle/>
          <a:p>
            <a:pP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132" name="矩形 131"/>
          <p:cNvSpPr>
            <a:spLocks noChangeArrowheads="1"/>
          </p:cNvSpPr>
          <p:nvPr/>
        </p:nvSpPr>
        <p:spPr bwMode="auto">
          <a:xfrm>
            <a:off x="2811103" y="4839038"/>
            <a:ext cx="1681078" cy="466561"/>
          </a:xfrm>
          <a:prstGeom prst="rect">
            <a:avLst/>
          </a:prstGeom>
          <a:noFill/>
          <a:ln w="9525">
            <a:noFill/>
            <a:miter lim="800000"/>
            <a:headEnd/>
            <a:tailEnd/>
          </a:ln>
        </p:spPr>
        <p:txBody>
          <a:bodyPr wrap="none" lIns="96413" tIns="48208" rIns="96413" bIns="48208">
            <a:spAutoFit/>
          </a:bodyPr>
          <a:lstStyle/>
          <a:p>
            <a:pPr algn="r">
              <a:defRPr/>
            </a:pPr>
            <a:r>
              <a:rPr lang="en-US" altLang="zh-CN" sz="2399" dirty="0">
                <a:solidFill>
                  <a:schemeClr val="tx1">
                    <a:lumMod val="65000"/>
                    <a:lumOff val="35000"/>
                  </a:schemeClr>
                </a:solidFill>
                <a:latin typeface="Franklin Gothic Book" panose="020B0503020102020204" pitchFamily="34" charset="0"/>
                <a:ea typeface="Segoe UI Emoji" panose="020B0502040204020203" pitchFamily="34" charset="0"/>
              </a:rPr>
              <a:t>YOUR TITLE</a:t>
            </a:r>
            <a:endParaRPr lang="zh-CN" altLang="en-US" sz="2399" dirty="0">
              <a:solidFill>
                <a:schemeClr val="tx1">
                  <a:lumMod val="65000"/>
                  <a:lumOff val="35000"/>
                </a:schemeClr>
              </a:solidFill>
              <a:latin typeface="Franklin Gothic Book" panose="020B0503020102020204" pitchFamily="34" charset="0"/>
            </a:endParaRPr>
          </a:p>
        </p:txBody>
      </p:sp>
      <p:sp>
        <p:nvSpPr>
          <p:cNvPr id="133" name="矩形 47"/>
          <p:cNvSpPr>
            <a:spLocks noChangeArrowheads="1"/>
          </p:cNvSpPr>
          <p:nvPr/>
        </p:nvSpPr>
        <p:spPr bwMode="auto">
          <a:xfrm>
            <a:off x="2257365" y="5264238"/>
            <a:ext cx="2234814" cy="727530"/>
          </a:xfrm>
          <a:prstGeom prst="rect">
            <a:avLst/>
          </a:prstGeom>
          <a:noFill/>
          <a:ln w="25400">
            <a:noFill/>
            <a:miter lim="800000"/>
            <a:headEnd/>
            <a:tailEnd/>
          </a:ln>
        </p:spPr>
        <p:txBody>
          <a:bodyPr lIns="96413" tIns="48208" rIns="96413" bIns="48208">
            <a:spAutoFit/>
          </a:bodyPr>
          <a:lstStyle/>
          <a:p>
            <a:pPr algn="r">
              <a:lnSpc>
                <a:spcPct val="130000"/>
              </a:lnSpc>
            </a:pPr>
            <a:r>
              <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a:t>
            </a:r>
            <a:endParaRPr lang="en-GB" altLang="zh-CN" sz="105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37" name="任意多边形 36"/>
          <p:cNvSpPr/>
          <p:nvPr/>
        </p:nvSpPr>
        <p:spPr>
          <a:xfrm flipH="1">
            <a:off x="6429375" y="443909"/>
            <a:ext cx="6429022" cy="956698"/>
          </a:xfrm>
          <a:custGeom>
            <a:avLst/>
            <a:gdLst>
              <a:gd name="connsiteX0" fmla="*/ 4523198 w 6096000"/>
              <a:gd name="connsiteY0" fmla="*/ 6 h 870781"/>
              <a:gd name="connsiteX1" fmla="*/ 0 w 6096000"/>
              <a:gd name="connsiteY1" fmla="*/ 6 h 870781"/>
              <a:gd name="connsiteX2" fmla="*/ 0 w 6096000"/>
              <a:gd name="connsiteY2" fmla="*/ 870781 h 870781"/>
              <a:gd name="connsiteX3" fmla="*/ 6096000 w 6096000"/>
              <a:gd name="connsiteY3" fmla="*/ 870781 h 870781"/>
              <a:gd name="connsiteX4" fmla="*/ 4523198 w 6096000"/>
              <a:gd name="connsiteY4" fmla="*/ 6 h 8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870781">
                <a:moveTo>
                  <a:pt x="4523198" y="6"/>
                </a:moveTo>
                <a:lnTo>
                  <a:pt x="0" y="6"/>
                </a:lnTo>
                <a:lnTo>
                  <a:pt x="0" y="870781"/>
                </a:lnTo>
                <a:lnTo>
                  <a:pt x="6096000" y="870781"/>
                </a:lnTo>
                <a:cubicBezTo>
                  <a:pt x="5127651" y="612302"/>
                  <a:pt x="5639575" y="-2112"/>
                  <a:pt x="4523198" y="6"/>
                </a:cubicBezTo>
                <a:close/>
              </a:path>
            </a:pathLst>
          </a:custGeom>
          <a:solidFill>
            <a:srgbClr val="95C53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chemeClr val="bg1"/>
              </a:solidFill>
              <a:latin typeface="方正苏新诗柳楷简体" panose="02000000000000000000" pitchFamily="2" charset="-122"/>
              <a:ea typeface="方正苏新诗柳楷简体" panose="02000000000000000000" pitchFamily="2" charset="-122"/>
            </a:endParaRPr>
          </a:p>
        </p:txBody>
      </p:sp>
      <p:sp>
        <p:nvSpPr>
          <p:cNvPr id="38" name="文本框 37"/>
          <p:cNvSpPr txBox="1"/>
          <p:nvPr/>
        </p:nvSpPr>
        <p:spPr>
          <a:xfrm>
            <a:off x="630012" y="352308"/>
            <a:ext cx="2140330" cy="676660"/>
          </a:xfrm>
          <a:prstGeom prst="rect">
            <a:avLst/>
          </a:prstGeom>
          <a:noFill/>
        </p:spPr>
        <p:txBody>
          <a:bodyPr wrap="none" rtlCol="0">
            <a:spAutoFit/>
          </a:bodyPr>
          <a:lstStyle/>
          <a:p>
            <a:r>
              <a:rPr lang="zh-CN" altLang="en-US" sz="3797" b="1" dirty="0"/>
              <a:t>标题内容</a:t>
            </a:r>
          </a:p>
        </p:txBody>
      </p:sp>
      <p:sp>
        <p:nvSpPr>
          <p:cNvPr id="39" name="文本框 38"/>
          <p:cNvSpPr txBox="1"/>
          <p:nvPr/>
        </p:nvSpPr>
        <p:spPr>
          <a:xfrm>
            <a:off x="11498664" y="646355"/>
            <a:ext cx="1074012" cy="546753"/>
          </a:xfrm>
          <a:prstGeom prst="rect">
            <a:avLst/>
          </a:prstGeom>
          <a:noFill/>
        </p:spPr>
        <p:txBody>
          <a:bodyPr wrap="none" rtlCol="0">
            <a:spAutoFit/>
          </a:bodyPr>
          <a:lstStyle/>
          <a:p>
            <a:pPr algn="r"/>
            <a:r>
              <a:rPr lang="en-US" altLang="zh-CN" sz="2953" dirty="0">
                <a:solidFill>
                  <a:schemeClr val="bg1"/>
                </a:solidFill>
              </a:rPr>
              <a:t>LOGO</a:t>
            </a:r>
            <a:endParaRPr lang="zh-CN" altLang="en-US" sz="2953" dirty="0">
              <a:solidFill>
                <a:schemeClr val="bg1"/>
              </a:solidFill>
            </a:endParaRPr>
          </a:p>
        </p:txBody>
      </p:sp>
    </p:spTree>
    <p:extLst>
      <p:ext uri="{BB962C8B-B14F-4D97-AF65-F5344CB8AC3E}">
        <p14:creationId xmlns:p14="http://schemas.microsoft.com/office/powerpoint/2010/main" val="3414035950"/>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1000"/>
                                        <p:tgtEl>
                                          <p:spTgt spid="114"/>
                                        </p:tgtEl>
                                      </p:cBhvr>
                                    </p:animEffect>
                                    <p:anim calcmode="lin" valueType="num">
                                      <p:cBhvr>
                                        <p:cTn id="8" dur="1000" fill="hold"/>
                                        <p:tgtEl>
                                          <p:spTgt spid="114"/>
                                        </p:tgtEl>
                                        <p:attrNameLst>
                                          <p:attrName>ppt_x</p:attrName>
                                        </p:attrNameLst>
                                      </p:cBhvr>
                                      <p:tavLst>
                                        <p:tav tm="0">
                                          <p:val>
                                            <p:strVal val="#ppt_x"/>
                                          </p:val>
                                        </p:tav>
                                        <p:tav tm="100000">
                                          <p:val>
                                            <p:strVal val="#ppt_x"/>
                                          </p:val>
                                        </p:tav>
                                      </p:tavLst>
                                    </p:anim>
                                    <p:anim calcmode="lin" valueType="num">
                                      <p:cBhvr>
                                        <p:cTn id="9" dur="900" decel="100000" fill="hold"/>
                                        <p:tgtEl>
                                          <p:spTgt spid="11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1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2" fill="hold" nodeType="afterEffect">
                                  <p:stCondLst>
                                    <p:cond delay="0"/>
                                  </p:stCondLst>
                                  <p:childTnLst>
                                    <p:set>
                                      <p:cBhvr>
                                        <p:cTn id="13" dur="1" fill="hold">
                                          <p:stCondLst>
                                            <p:cond delay="0"/>
                                          </p:stCondLst>
                                        </p:cTn>
                                        <p:tgtEl>
                                          <p:spTgt spid="105"/>
                                        </p:tgtEl>
                                        <p:attrNameLst>
                                          <p:attrName>style.visibility</p:attrName>
                                        </p:attrNameLst>
                                      </p:cBhvr>
                                      <p:to>
                                        <p:strVal val="visible"/>
                                      </p:to>
                                    </p:set>
                                    <p:animEffect transition="in" filter="wipe(right)">
                                      <p:cBhvr>
                                        <p:cTn id="14" dur="500"/>
                                        <p:tgtEl>
                                          <p:spTgt spid="105"/>
                                        </p:tgtEl>
                                      </p:cBhvr>
                                    </p:animEffect>
                                  </p:childTnLst>
                                </p:cTn>
                              </p:par>
                              <p:par>
                                <p:cTn id="15" presetID="12" presetClass="entr" presetSubtype="4" fill="hold" grpId="0" nodeType="withEffect">
                                  <p:stCondLst>
                                    <p:cond delay="0"/>
                                  </p:stCondLst>
                                  <p:childTnLst>
                                    <p:set>
                                      <p:cBhvr>
                                        <p:cTn id="16" dur="1" fill="hold">
                                          <p:stCondLst>
                                            <p:cond delay="0"/>
                                          </p:stCondLst>
                                        </p:cTn>
                                        <p:tgtEl>
                                          <p:spTgt spid="126"/>
                                        </p:tgtEl>
                                        <p:attrNameLst>
                                          <p:attrName>style.visibility</p:attrName>
                                        </p:attrNameLst>
                                      </p:cBhvr>
                                      <p:to>
                                        <p:strVal val="visible"/>
                                      </p:to>
                                    </p:set>
                                    <p:animEffect transition="in" filter="slide(fromBottom)">
                                      <p:cBhvr>
                                        <p:cTn id="17" dur="500"/>
                                        <p:tgtEl>
                                          <p:spTgt spid="126"/>
                                        </p:tgtEl>
                                      </p:cBhvr>
                                    </p:animEffect>
                                  </p:childTnLst>
                                </p:cTn>
                              </p:par>
                              <p:par>
                                <p:cTn id="18" presetID="12" presetClass="entr" presetSubtype="4" fill="hold" grpId="0" nodeType="withEffect">
                                  <p:stCondLst>
                                    <p:cond delay="0"/>
                                  </p:stCondLst>
                                  <p:childTnLst>
                                    <p:set>
                                      <p:cBhvr>
                                        <p:cTn id="19" dur="1" fill="hold">
                                          <p:stCondLst>
                                            <p:cond delay="0"/>
                                          </p:stCondLst>
                                        </p:cTn>
                                        <p:tgtEl>
                                          <p:spTgt spid="127"/>
                                        </p:tgtEl>
                                        <p:attrNameLst>
                                          <p:attrName>style.visibility</p:attrName>
                                        </p:attrNameLst>
                                      </p:cBhvr>
                                      <p:to>
                                        <p:strVal val="visible"/>
                                      </p:to>
                                    </p:set>
                                    <p:animEffect transition="in" filter="slide(fromBottom)">
                                      <p:cBhvr>
                                        <p:cTn id="20" dur="500"/>
                                        <p:tgtEl>
                                          <p:spTgt spid="127"/>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102"/>
                                        </p:tgtEl>
                                        <p:attrNameLst>
                                          <p:attrName>style.visibility</p:attrName>
                                        </p:attrNameLst>
                                      </p:cBhvr>
                                      <p:to>
                                        <p:strVal val="visible"/>
                                      </p:to>
                                    </p:set>
                                    <p:animEffect transition="in" filter="wipe(left)">
                                      <p:cBhvr>
                                        <p:cTn id="24" dur="500"/>
                                        <p:tgtEl>
                                          <p:spTgt spid="102"/>
                                        </p:tgtEl>
                                      </p:cBhvr>
                                    </p:animEffect>
                                  </p:childTnLst>
                                </p:cTn>
                              </p:par>
                              <p:par>
                                <p:cTn id="25" presetID="12" presetClass="entr" presetSubtype="4" fill="hold" grpId="0" nodeType="withEffect">
                                  <p:stCondLst>
                                    <p:cond delay="0"/>
                                  </p:stCondLst>
                                  <p:childTnLst>
                                    <p:set>
                                      <p:cBhvr>
                                        <p:cTn id="26" dur="1" fill="hold">
                                          <p:stCondLst>
                                            <p:cond delay="0"/>
                                          </p:stCondLst>
                                        </p:cTn>
                                        <p:tgtEl>
                                          <p:spTgt spid="128"/>
                                        </p:tgtEl>
                                        <p:attrNameLst>
                                          <p:attrName>style.visibility</p:attrName>
                                        </p:attrNameLst>
                                      </p:cBhvr>
                                      <p:to>
                                        <p:strVal val="visible"/>
                                      </p:to>
                                    </p:set>
                                    <p:animEffect transition="in" filter="slide(fromBottom)">
                                      <p:cBhvr>
                                        <p:cTn id="27" dur="500"/>
                                        <p:tgtEl>
                                          <p:spTgt spid="128"/>
                                        </p:tgtEl>
                                      </p:cBhvr>
                                    </p:animEffect>
                                  </p:childTnLst>
                                </p:cTn>
                              </p:par>
                              <p:par>
                                <p:cTn id="28" presetID="12" presetClass="entr" presetSubtype="4" fill="hold" grpId="0" nodeType="withEffect">
                                  <p:stCondLst>
                                    <p:cond delay="0"/>
                                  </p:stCondLst>
                                  <p:childTnLst>
                                    <p:set>
                                      <p:cBhvr>
                                        <p:cTn id="29" dur="1" fill="hold">
                                          <p:stCondLst>
                                            <p:cond delay="0"/>
                                          </p:stCondLst>
                                        </p:cTn>
                                        <p:tgtEl>
                                          <p:spTgt spid="129"/>
                                        </p:tgtEl>
                                        <p:attrNameLst>
                                          <p:attrName>style.visibility</p:attrName>
                                        </p:attrNameLst>
                                      </p:cBhvr>
                                      <p:to>
                                        <p:strVal val="visible"/>
                                      </p:to>
                                    </p:set>
                                    <p:animEffect transition="in" filter="slide(fromBottom)">
                                      <p:cBhvr>
                                        <p:cTn id="30" dur="500"/>
                                        <p:tgtEl>
                                          <p:spTgt spid="129"/>
                                        </p:tgtEl>
                                      </p:cBhvr>
                                    </p:animEffect>
                                  </p:childTnLst>
                                </p:cTn>
                              </p:par>
                            </p:childTnLst>
                          </p:cTn>
                        </p:par>
                        <p:par>
                          <p:cTn id="31" fill="hold">
                            <p:stCondLst>
                              <p:cond delay="2000"/>
                            </p:stCondLst>
                            <p:childTnLst>
                              <p:par>
                                <p:cTn id="32" presetID="22" presetClass="entr" presetSubtype="1" fill="hold" nodeType="afterEffect">
                                  <p:stCondLst>
                                    <p:cond delay="0"/>
                                  </p:stCondLst>
                                  <p:childTnLst>
                                    <p:set>
                                      <p:cBhvr>
                                        <p:cTn id="33" dur="1" fill="hold">
                                          <p:stCondLst>
                                            <p:cond delay="0"/>
                                          </p:stCondLst>
                                        </p:cTn>
                                        <p:tgtEl>
                                          <p:spTgt spid="111"/>
                                        </p:tgtEl>
                                        <p:attrNameLst>
                                          <p:attrName>style.visibility</p:attrName>
                                        </p:attrNameLst>
                                      </p:cBhvr>
                                      <p:to>
                                        <p:strVal val="visible"/>
                                      </p:to>
                                    </p:set>
                                    <p:animEffect transition="in" filter="wipe(up)">
                                      <p:cBhvr>
                                        <p:cTn id="34" dur="500"/>
                                        <p:tgtEl>
                                          <p:spTgt spid="111"/>
                                        </p:tgtEl>
                                      </p:cBhvr>
                                    </p:animEffect>
                                  </p:childTnLst>
                                </p:cTn>
                              </p:par>
                              <p:par>
                                <p:cTn id="35" presetID="12" presetClass="entr" presetSubtype="4" fill="hold" grpId="0" nodeType="withEffect">
                                  <p:stCondLst>
                                    <p:cond delay="0"/>
                                  </p:stCondLst>
                                  <p:childTnLst>
                                    <p:set>
                                      <p:cBhvr>
                                        <p:cTn id="36" dur="1" fill="hold">
                                          <p:stCondLst>
                                            <p:cond delay="0"/>
                                          </p:stCondLst>
                                        </p:cTn>
                                        <p:tgtEl>
                                          <p:spTgt spid="132"/>
                                        </p:tgtEl>
                                        <p:attrNameLst>
                                          <p:attrName>style.visibility</p:attrName>
                                        </p:attrNameLst>
                                      </p:cBhvr>
                                      <p:to>
                                        <p:strVal val="visible"/>
                                      </p:to>
                                    </p:set>
                                    <p:animEffect transition="in" filter="slide(fromBottom)">
                                      <p:cBhvr>
                                        <p:cTn id="37" dur="500"/>
                                        <p:tgtEl>
                                          <p:spTgt spid="132"/>
                                        </p:tgtEl>
                                      </p:cBhvr>
                                    </p:animEffect>
                                  </p:childTnLst>
                                </p:cTn>
                              </p:par>
                              <p:par>
                                <p:cTn id="38" presetID="12" presetClass="entr" presetSubtype="4" fill="hold" grpId="0" nodeType="withEffect">
                                  <p:stCondLst>
                                    <p:cond delay="0"/>
                                  </p:stCondLst>
                                  <p:childTnLst>
                                    <p:set>
                                      <p:cBhvr>
                                        <p:cTn id="39" dur="1" fill="hold">
                                          <p:stCondLst>
                                            <p:cond delay="0"/>
                                          </p:stCondLst>
                                        </p:cTn>
                                        <p:tgtEl>
                                          <p:spTgt spid="133"/>
                                        </p:tgtEl>
                                        <p:attrNameLst>
                                          <p:attrName>style.visibility</p:attrName>
                                        </p:attrNameLst>
                                      </p:cBhvr>
                                      <p:to>
                                        <p:strVal val="visible"/>
                                      </p:to>
                                    </p:set>
                                    <p:animEffect transition="in" filter="slide(fromBottom)">
                                      <p:cBhvr>
                                        <p:cTn id="40" dur="500"/>
                                        <p:tgtEl>
                                          <p:spTgt spid="133"/>
                                        </p:tgtEl>
                                      </p:cBhvr>
                                    </p:animEffect>
                                  </p:childTnLst>
                                </p:cTn>
                              </p:par>
                            </p:childTnLst>
                          </p:cTn>
                        </p:par>
                        <p:par>
                          <p:cTn id="41" fill="hold">
                            <p:stCondLst>
                              <p:cond delay="2500"/>
                            </p:stCondLst>
                            <p:childTnLst>
                              <p:par>
                                <p:cTn id="42" presetID="22" presetClass="entr" presetSubtype="1" fill="hold" nodeType="afterEffect">
                                  <p:stCondLst>
                                    <p:cond delay="0"/>
                                  </p:stCondLst>
                                  <p:childTnLst>
                                    <p:set>
                                      <p:cBhvr>
                                        <p:cTn id="43" dur="1" fill="hold">
                                          <p:stCondLst>
                                            <p:cond delay="0"/>
                                          </p:stCondLst>
                                        </p:cTn>
                                        <p:tgtEl>
                                          <p:spTgt spid="108"/>
                                        </p:tgtEl>
                                        <p:attrNameLst>
                                          <p:attrName>style.visibility</p:attrName>
                                        </p:attrNameLst>
                                      </p:cBhvr>
                                      <p:to>
                                        <p:strVal val="visible"/>
                                      </p:to>
                                    </p:set>
                                    <p:animEffect transition="in" filter="wipe(up)">
                                      <p:cBhvr>
                                        <p:cTn id="44" dur="500"/>
                                        <p:tgtEl>
                                          <p:spTgt spid="108"/>
                                        </p:tgtEl>
                                      </p:cBhvr>
                                    </p:animEffect>
                                  </p:childTnLst>
                                </p:cTn>
                              </p:par>
                              <p:par>
                                <p:cTn id="45" presetID="12" presetClass="entr" presetSubtype="4" fill="hold" grpId="0" nodeType="withEffect">
                                  <p:stCondLst>
                                    <p:cond delay="0"/>
                                  </p:stCondLst>
                                  <p:childTnLst>
                                    <p:set>
                                      <p:cBhvr>
                                        <p:cTn id="46" dur="1" fill="hold">
                                          <p:stCondLst>
                                            <p:cond delay="0"/>
                                          </p:stCondLst>
                                        </p:cTn>
                                        <p:tgtEl>
                                          <p:spTgt spid="130"/>
                                        </p:tgtEl>
                                        <p:attrNameLst>
                                          <p:attrName>style.visibility</p:attrName>
                                        </p:attrNameLst>
                                      </p:cBhvr>
                                      <p:to>
                                        <p:strVal val="visible"/>
                                      </p:to>
                                    </p:set>
                                    <p:animEffect transition="in" filter="slide(fromBottom)">
                                      <p:cBhvr>
                                        <p:cTn id="47" dur="500"/>
                                        <p:tgtEl>
                                          <p:spTgt spid="130"/>
                                        </p:tgtEl>
                                      </p:cBhvr>
                                    </p:animEffect>
                                  </p:childTnLst>
                                </p:cTn>
                              </p:par>
                              <p:par>
                                <p:cTn id="48" presetID="12" presetClass="entr" presetSubtype="4" fill="hold" grpId="0" nodeType="withEffect">
                                  <p:stCondLst>
                                    <p:cond delay="0"/>
                                  </p:stCondLst>
                                  <p:childTnLst>
                                    <p:set>
                                      <p:cBhvr>
                                        <p:cTn id="49" dur="1" fill="hold">
                                          <p:stCondLst>
                                            <p:cond delay="0"/>
                                          </p:stCondLst>
                                        </p:cTn>
                                        <p:tgtEl>
                                          <p:spTgt spid="131"/>
                                        </p:tgtEl>
                                        <p:attrNameLst>
                                          <p:attrName>style.visibility</p:attrName>
                                        </p:attrNameLst>
                                      </p:cBhvr>
                                      <p:to>
                                        <p:strVal val="visible"/>
                                      </p:to>
                                    </p:set>
                                    <p:animEffect transition="in" filter="slide(fromBottom)">
                                      <p:cBhvr>
                                        <p:cTn id="50"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29" grpId="0"/>
      <p:bldP spid="130" grpId="0"/>
      <p:bldP spid="131" grpId="0"/>
      <p:bldP spid="132" grpId="0"/>
      <p:bldP spid="133"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等腰三角形 40"/>
          <p:cNvSpPr/>
          <p:nvPr/>
        </p:nvSpPr>
        <p:spPr>
          <a:xfrm rot="1800000">
            <a:off x="10496068" y="-182491"/>
            <a:ext cx="3336729" cy="2876320"/>
          </a:xfrm>
          <a:prstGeom prst="triangle">
            <a:avLst/>
          </a:prstGeom>
          <a:solidFill>
            <a:srgbClr val="4E1841">
              <a:alpha val="3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42" name="文本框 7"/>
          <p:cNvSpPr txBox="1">
            <a:spLocks noChangeArrowheads="1"/>
          </p:cNvSpPr>
          <p:nvPr/>
        </p:nvSpPr>
        <p:spPr bwMode="auto">
          <a:xfrm>
            <a:off x="11319787" y="825394"/>
            <a:ext cx="833883" cy="1650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defTabSz="964372" fontAlgn="auto">
              <a:spcBef>
                <a:spcPts val="0"/>
              </a:spcBef>
              <a:spcAft>
                <a:spcPts val="0"/>
              </a:spcAft>
            </a:pPr>
            <a:r>
              <a:rPr lang="zh-CN" altLang="en-US" sz="5062" dirty="0">
                <a:solidFill>
                  <a:prstClr val="white"/>
                </a:solidFill>
                <a:latin typeface="华文细黑" panose="02010600040101010101" pitchFamily="2" charset="-122"/>
                <a:ea typeface="华文细黑" panose="02010600040101010101" pitchFamily="2" charset="-122"/>
              </a:rPr>
              <a:t>目</a:t>
            </a:r>
            <a:endParaRPr lang="en-US" altLang="zh-CN" sz="5062" dirty="0">
              <a:solidFill>
                <a:prstClr val="white"/>
              </a:solidFill>
              <a:latin typeface="华文细黑" panose="02010600040101010101" pitchFamily="2" charset="-122"/>
              <a:ea typeface="华文细黑" panose="02010600040101010101" pitchFamily="2" charset="-122"/>
            </a:endParaRPr>
          </a:p>
          <a:p>
            <a:pPr defTabSz="964372" fontAlgn="auto">
              <a:spcBef>
                <a:spcPts val="0"/>
              </a:spcBef>
              <a:spcAft>
                <a:spcPts val="0"/>
              </a:spcAft>
            </a:pPr>
            <a:r>
              <a:rPr lang="zh-CN" altLang="en-US" sz="5062" dirty="0">
                <a:solidFill>
                  <a:prstClr val="white"/>
                </a:solidFill>
                <a:latin typeface="华文细黑" panose="02010600040101010101" pitchFamily="2" charset="-122"/>
                <a:ea typeface="华文细黑" panose="02010600040101010101" pitchFamily="2" charset="-122"/>
              </a:rPr>
              <a:t>录</a:t>
            </a:r>
          </a:p>
        </p:txBody>
      </p:sp>
      <p:sp>
        <p:nvSpPr>
          <p:cNvPr id="43" name="文本框 10"/>
          <p:cNvSpPr txBox="1">
            <a:spLocks noChangeArrowheads="1"/>
          </p:cNvSpPr>
          <p:nvPr/>
        </p:nvSpPr>
        <p:spPr bwMode="auto">
          <a:xfrm>
            <a:off x="2849885" y="1614768"/>
            <a:ext cx="3967753" cy="546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defTabSz="964372" fontAlgn="auto">
              <a:spcBef>
                <a:spcPts val="0"/>
              </a:spcBef>
              <a:spcAft>
                <a:spcPts val="0"/>
              </a:spcAft>
            </a:pPr>
            <a:r>
              <a:rPr lang="zh-CN" altLang="en-US" sz="2953" dirty="0">
                <a:solidFill>
                  <a:srgbClr val="FFFDFC"/>
                </a:solidFill>
                <a:latin typeface="华文细黑" panose="02010600040101010101" pitchFamily="2" charset="-122"/>
                <a:ea typeface="华文细黑" panose="02010600040101010101" pitchFamily="2" charset="-122"/>
              </a:rPr>
              <a:t>单击此处添加您的标题</a:t>
            </a:r>
          </a:p>
        </p:txBody>
      </p:sp>
      <p:sp>
        <p:nvSpPr>
          <p:cNvPr id="44" name="等腰三角形 43"/>
          <p:cNvSpPr/>
          <p:nvPr/>
        </p:nvSpPr>
        <p:spPr>
          <a:xfrm rot="5400000">
            <a:off x="1854559" y="1506781"/>
            <a:ext cx="889013" cy="766794"/>
          </a:xfrm>
          <a:prstGeom prst="triangle">
            <a:avLst>
              <a:gd name="adj" fmla="val 0"/>
            </a:avLst>
          </a:prstGeom>
          <a:gradFill flip="none" rotWithShape="1">
            <a:gsLst>
              <a:gs pos="0">
                <a:schemeClr val="accent3">
                  <a:lumMod val="0"/>
                  <a:lumOff val="100000"/>
                  <a:alpha val="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61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cxnSp>
        <p:nvCxnSpPr>
          <p:cNvPr id="45" name="直接连接符 44"/>
          <p:cNvCxnSpPr>
            <a:stCxn id="44" idx="4"/>
          </p:cNvCxnSpPr>
          <p:nvPr/>
        </p:nvCxnSpPr>
        <p:spPr>
          <a:xfrm>
            <a:off x="1915667" y="2334684"/>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1915667" y="1445669"/>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47" name="等腰三角形 46"/>
          <p:cNvSpPr/>
          <p:nvPr/>
        </p:nvSpPr>
        <p:spPr>
          <a:xfrm rot="16200000">
            <a:off x="8328786" y="1506781"/>
            <a:ext cx="889013" cy="766794"/>
          </a:xfrm>
          <a:prstGeom prst="triangle">
            <a:avLst>
              <a:gd name="adj" fmla="val 0"/>
            </a:avLst>
          </a:prstGeom>
          <a:gradFill flip="none" rotWithShape="1">
            <a:gsLst>
              <a:gs pos="0">
                <a:schemeClr val="accent3">
                  <a:alpha val="0"/>
                  <a:lumMod val="1000"/>
                  <a:lumOff val="9900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45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48" name="文本框 47"/>
          <p:cNvSpPr txBox="1">
            <a:spLocks noChangeArrowheads="1"/>
          </p:cNvSpPr>
          <p:nvPr/>
        </p:nvSpPr>
        <p:spPr bwMode="auto">
          <a:xfrm>
            <a:off x="2849885" y="2884088"/>
            <a:ext cx="3967753" cy="546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defTabSz="964372" fontAlgn="auto">
              <a:spcBef>
                <a:spcPts val="0"/>
              </a:spcBef>
              <a:spcAft>
                <a:spcPts val="0"/>
              </a:spcAft>
            </a:pPr>
            <a:r>
              <a:rPr lang="zh-CN" altLang="en-US" sz="2953" dirty="0">
                <a:solidFill>
                  <a:srgbClr val="FFFDFC"/>
                </a:solidFill>
                <a:latin typeface="华文细黑" panose="02010600040101010101" pitchFamily="2" charset="-122"/>
                <a:ea typeface="华文细黑" panose="02010600040101010101" pitchFamily="2" charset="-122"/>
              </a:rPr>
              <a:t>单击此处添加您的标题</a:t>
            </a:r>
          </a:p>
        </p:txBody>
      </p:sp>
      <p:sp>
        <p:nvSpPr>
          <p:cNvPr id="49" name="等腰三角形 48"/>
          <p:cNvSpPr/>
          <p:nvPr/>
        </p:nvSpPr>
        <p:spPr>
          <a:xfrm rot="5400000">
            <a:off x="1854559" y="2776100"/>
            <a:ext cx="889013" cy="766794"/>
          </a:xfrm>
          <a:prstGeom prst="triangle">
            <a:avLst>
              <a:gd name="adj" fmla="val 0"/>
            </a:avLst>
          </a:prstGeom>
          <a:gradFill flip="none" rotWithShape="1">
            <a:gsLst>
              <a:gs pos="0">
                <a:schemeClr val="accent3">
                  <a:lumMod val="0"/>
                  <a:lumOff val="100000"/>
                  <a:alpha val="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61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cxnSp>
        <p:nvCxnSpPr>
          <p:cNvPr id="50" name="直接连接符 49"/>
          <p:cNvCxnSpPr>
            <a:stCxn id="49" idx="4"/>
          </p:cNvCxnSpPr>
          <p:nvPr/>
        </p:nvCxnSpPr>
        <p:spPr>
          <a:xfrm>
            <a:off x="1915667" y="3604004"/>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1915667" y="2714989"/>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52" name="等腰三角形 51"/>
          <p:cNvSpPr/>
          <p:nvPr/>
        </p:nvSpPr>
        <p:spPr>
          <a:xfrm rot="16200000">
            <a:off x="8328786" y="2776100"/>
            <a:ext cx="889013" cy="766794"/>
          </a:xfrm>
          <a:prstGeom prst="triangle">
            <a:avLst>
              <a:gd name="adj" fmla="val 0"/>
            </a:avLst>
          </a:prstGeom>
          <a:gradFill flip="none" rotWithShape="1">
            <a:gsLst>
              <a:gs pos="0">
                <a:schemeClr val="accent3">
                  <a:alpha val="0"/>
                  <a:lumMod val="1000"/>
                  <a:lumOff val="9900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45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53" name="文本框 10"/>
          <p:cNvSpPr txBox="1">
            <a:spLocks noChangeArrowheads="1"/>
          </p:cNvSpPr>
          <p:nvPr/>
        </p:nvSpPr>
        <p:spPr bwMode="auto">
          <a:xfrm>
            <a:off x="2849885" y="4158902"/>
            <a:ext cx="3967753" cy="546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defTabSz="964372" fontAlgn="auto">
              <a:spcBef>
                <a:spcPts val="0"/>
              </a:spcBef>
              <a:spcAft>
                <a:spcPts val="0"/>
              </a:spcAft>
            </a:pPr>
            <a:r>
              <a:rPr lang="zh-CN" altLang="en-US" sz="2953" dirty="0">
                <a:solidFill>
                  <a:srgbClr val="FFFDFC"/>
                </a:solidFill>
                <a:latin typeface="华文细黑" panose="02010600040101010101" pitchFamily="2" charset="-122"/>
                <a:ea typeface="华文细黑" panose="02010600040101010101" pitchFamily="2" charset="-122"/>
              </a:rPr>
              <a:t>单击此处添加您的标题</a:t>
            </a:r>
          </a:p>
        </p:txBody>
      </p:sp>
      <p:sp>
        <p:nvSpPr>
          <p:cNvPr id="54" name="等腰三角形 53"/>
          <p:cNvSpPr/>
          <p:nvPr/>
        </p:nvSpPr>
        <p:spPr>
          <a:xfrm rot="5400000">
            <a:off x="1854559" y="4050914"/>
            <a:ext cx="889013" cy="766794"/>
          </a:xfrm>
          <a:prstGeom prst="triangle">
            <a:avLst>
              <a:gd name="adj" fmla="val 0"/>
            </a:avLst>
          </a:prstGeom>
          <a:gradFill flip="none" rotWithShape="1">
            <a:gsLst>
              <a:gs pos="0">
                <a:schemeClr val="accent3">
                  <a:lumMod val="0"/>
                  <a:lumOff val="100000"/>
                  <a:alpha val="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61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cxnSp>
        <p:nvCxnSpPr>
          <p:cNvPr id="55" name="直接连接符 54"/>
          <p:cNvCxnSpPr>
            <a:stCxn id="54" idx="4"/>
          </p:cNvCxnSpPr>
          <p:nvPr/>
        </p:nvCxnSpPr>
        <p:spPr>
          <a:xfrm>
            <a:off x="1915667" y="4878818"/>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1915667" y="3989803"/>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57" name="等腰三角形 56"/>
          <p:cNvSpPr/>
          <p:nvPr/>
        </p:nvSpPr>
        <p:spPr>
          <a:xfrm rot="16200000">
            <a:off x="8328786" y="4050914"/>
            <a:ext cx="889013" cy="766794"/>
          </a:xfrm>
          <a:prstGeom prst="triangle">
            <a:avLst>
              <a:gd name="adj" fmla="val 0"/>
            </a:avLst>
          </a:prstGeom>
          <a:gradFill flip="none" rotWithShape="1">
            <a:gsLst>
              <a:gs pos="0">
                <a:schemeClr val="accent3">
                  <a:alpha val="0"/>
                  <a:lumMod val="1000"/>
                  <a:lumOff val="9900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45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58" name="文本框 10"/>
          <p:cNvSpPr txBox="1">
            <a:spLocks noChangeArrowheads="1"/>
          </p:cNvSpPr>
          <p:nvPr/>
        </p:nvSpPr>
        <p:spPr bwMode="auto">
          <a:xfrm>
            <a:off x="2849884" y="5433717"/>
            <a:ext cx="3967753" cy="546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defTabSz="964372" fontAlgn="auto">
              <a:spcBef>
                <a:spcPts val="0"/>
              </a:spcBef>
              <a:spcAft>
                <a:spcPts val="0"/>
              </a:spcAft>
            </a:pPr>
            <a:r>
              <a:rPr lang="zh-CN" altLang="en-US" sz="2953" dirty="0">
                <a:solidFill>
                  <a:srgbClr val="FFFDFC"/>
                </a:solidFill>
                <a:latin typeface="华文细黑" panose="02010600040101010101" pitchFamily="2" charset="-122"/>
                <a:ea typeface="华文细黑" panose="02010600040101010101" pitchFamily="2" charset="-122"/>
              </a:rPr>
              <a:t>单击此处添加您的标题</a:t>
            </a:r>
          </a:p>
        </p:txBody>
      </p:sp>
      <p:sp>
        <p:nvSpPr>
          <p:cNvPr id="59" name="等腰三角形 58"/>
          <p:cNvSpPr/>
          <p:nvPr/>
        </p:nvSpPr>
        <p:spPr>
          <a:xfrm rot="5400000">
            <a:off x="1854558" y="5325729"/>
            <a:ext cx="889013" cy="766794"/>
          </a:xfrm>
          <a:prstGeom prst="triangle">
            <a:avLst>
              <a:gd name="adj" fmla="val 0"/>
            </a:avLst>
          </a:prstGeom>
          <a:gradFill flip="none" rotWithShape="1">
            <a:gsLst>
              <a:gs pos="0">
                <a:schemeClr val="accent3">
                  <a:lumMod val="0"/>
                  <a:lumOff val="100000"/>
                  <a:alpha val="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61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cxnSp>
        <p:nvCxnSpPr>
          <p:cNvPr id="60" name="直接连接符 59"/>
          <p:cNvCxnSpPr>
            <a:stCxn id="59" idx="4"/>
          </p:cNvCxnSpPr>
          <p:nvPr/>
        </p:nvCxnSpPr>
        <p:spPr>
          <a:xfrm>
            <a:off x="1915666" y="6153633"/>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1915666" y="5264618"/>
            <a:ext cx="7241022"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62" name="等腰三角形 61"/>
          <p:cNvSpPr/>
          <p:nvPr/>
        </p:nvSpPr>
        <p:spPr>
          <a:xfrm rot="16200000">
            <a:off x="8328784" y="5325729"/>
            <a:ext cx="889013" cy="766794"/>
          </a:xfrm>
          <a:prstGeom prst="triangle">
            <a:avLst>
              <a:gd name="adj" fmla="val 0"/>
            </a:avLst>
          </a:prstGeom>
          <a:gradFill flip="none" rotWithShape="1">
            <a:gsLst>
              <a:gs pos="0">
                <a:schemeClr val="accent3">
                  <a:alpha val="0"/>
                  <a:lumMod val="1000"/>
                  <a:lumOff val="99000"/>
                </a:schemeClr>
              </a:gs>
              <a:gs pos="51000">
                <a:schemeClr val="accent3">
                  <a:alpha val="70000"/>
                  <a:lumMod val="0"/>
                  <a:lumOff val="100000"/>
                </a:schemeClr>
              </a:gs>
              <a:gs pos="100000">
                <a:schemeClr val="accent3">
                  <a:lumMod val="0"/>
                  <a:lumOff val="100000"/>
                  <a:alpha val="52000"/>
                </a:schemeClr>
              </a:gs>
            </a:gsLst>
            <a:lin ang="2700000" scaled="1"/>
            <a:tileRect/>
          </a:gradFill>
          <a:ln>
            <a:solidFill>
              <a:srgbClr val="FFFDFC">
                <a:alpha val="45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Tree>
    <p:extLst>
      <p:ext uri="{BB962C8B-B14F-4D97-AF65-F5344CB8AC3E}">
        <p14:creationId xmlns:p14="http://schemas.microsoft.com/office/powerpoint/2010/main" val="2858058954"/>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1+#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p:cTn id="13" dur="500" fill="hold"/>
                                        <p:tgtEl>
                                          <p:spTgt spid="42"/>
                                        </p:tgtEl>
                                        <p:attrNameLst>
                                          <p:attrName>ppt_w</p:attrName>
                                        </p:attrNameLst>
                                      </p:cBhvr>
                                      <p:tavLst>
                                        <p:tav tm="0">
                                          <p:val>
                                            <p:fltVal val="0"/>
                                          </p:val>
                                        </p:tav>
                                        <p:tav tm="100000">
                                          <p:val>
                                            <p:strVal val="#ppt_w"/>
                                          </p:val>
                                        </p:tav>
                                      </p:tavLst>
                                    </p:anim>
                                    <p:anim calcmode="lin" valueType="num">
                                      <p:cBhvr>
                                        <p:cTn id="14" dur="500" fill="hold"/>
                                        <p:tgtEl>
                                          <p:spTgt spid="42"/>
                                        </p:tgtEl>
                                        <p:attrNameLst>
                                          <p:attrName>ppt_h</p:attrName>
                                        </p:attrNameLst>
                                      </p:cBhvr>
                                      <p:tavLst>
                                        <p:tav tm="0">
                                          <p:val>
                                            <p:fltVal val="0"/>
                                          </p:val>
                                        </p:tav>
                                        <p:tav tm="100000">
                                          <p:val>
                                            <p:strVal val="#ppt_h"/>
                                          </p:val>
                                        </p:tav>
                                      </p:tavLst>
                                    </p:anim>
                                    <p:animEffect transition="in" filter="fade">
                                      <p:cBhvr>
                                        <p:cTn id="15" dur="500"/>
                                        <p:tgtEl>
                                          <p:spTgt spid="4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wipe(down)">
                                      <p:cBhvr>
                                        <p:cTn id="20" dur="500"/>
                                        <p:tgtEl>
                                          <p:spTgt spid="44"/>
                                        </p:tgtEl>
                                      </p:cBhvr>
                                    </p:animEffect>
                                  </p:childTnLst>
                                </p:cTn>
                              </p:par>
                              <p:par>
                                <p:cTn id="21" presetID="22" presetClass="entr" presetSubtype="8" fill="hold" nodeType="with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wipe(left)">
                                      <p:cBhvr>
                                        <p:cTn id="23" dur="500"/>
                                        <p:tgtEl>
                                          <p:spTgt spid="46"/>
                                        </p:tgtEl>
                                      </p:cBhvr>
                                    </p:animEffect>
                                  </p:childTnLst>
                                </p:cTn>
                              </p:par>
                              <p:par>
                                <p:cTn id="24" presetID="22" presetClass="entr" presetSubtype="1"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wipe(up)">
                                      <p:cBhvr>
                                        <p:cTn id="26" dur="500"/>
                                        <p:tgtEl>
                                          <p:spTgt spid="47"/>
                                        </p:tgtEl>
                                      </p:cBhvr>
                                    </p:animEffect>
                                  </p:childTnLst>
                                </p:cTn>
                              </p:par>
                              <p:par>
                                <p:cTn id="27" presetID="22" presetClass="entr" presetSubtype="2" fill="hold" nodeType="with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wipe(right)">
                                      <p:cBhvr>
                                        <p:cTn id="29" dur="500"/>
                                        <p:tgtEl>
                                          <p:spTgt spid="4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43"/>
                                        </p:tgtEl>
                                        <p:attrNameLst>
                                          <p:attrName>style.visibility</p:attrName>
                                        </p:attrNameLst>
                                      </p:cBhvr>
                                      <p:to>
                                        <p:strVal val="visible"/>
                                      </p:to>
                                    </p:set>
                                    <p:animEffect transition="in" filter="wipe(left)">
                                      <p:cBhvr>
                                        <p:cTn id="34" dur="500"/>
                                        <p:tgtEl>
                                          <p:spTgt spid="4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wipe(down)">
                                      <p:cBhvr>
                                        <p:cTn id="39" dur="500"/>
                                        <p:tgtEl>
                                          <p:spTgt spid="49"/>
                                        </p:tgtEl>
                                      </p:cBhvr>
                                    </p:animEffect>
                                  </p:childTnLst>
                                </p:cTn>
                              </p:par>
                              <p:par>
                                <p:cTn id="40" presetID="22" presetClass="entr" presetSubtype="8" fill="hold" nodeType="withEffect">
                                  <p:stCondLst>
                                    <p:cond delay="0"/>
                                  </p:stCondLst>
                                  <p:childTnLst>
                                    <p:set>
                                      <p:cBhvr>
                                        <p:cTn id="41" dur="1" fill="hold">
                                          <p:stCondLst>
                                            <p:cond delay="0"/>
                                          </p:stCondLst>
                                        </p:cTn>
                                        <p:tgtEl>
                                          <p:spTgt spid="51"/>
                                        </p:tgtEl>
                                        <p:attrNameLst>
                                          <p:attrName>style.visibility</p:attrName>
                                        </p:attrNameLst>
                                      </p:cBhvr>
                                      <p:to>
                                        <p:strVal val="visible"/>
                                      </p:to>
                                    </p:set>
                                    <p:animEffect transition="in" filter="wipe(left)">
                                      <p:cBhvr>
                                        <p:cTn id="42" dur="500"/>
                                        <p:tgtEl>
                                          <p:spTgt spid="51"/>
                                        </p:tgtEl>
                                      </p:cBhvr>
                                    </p:animEffect>
                                  </p:childTnLst>
                                </p:cTn>
                              </p:par>
                              <p:par>
                                <p:cTn id="43" presetID="22" presetClass="entr" presetSubtype="1" fill="hold" grpId="0" nodeType="withEffect">
                                  <p:stCondLst>
                                    <p:cond delay="0"/>
                                  </p:stCondLst>
                                  <p:childTnLst>
                                    <p:set>
                                      <p:cBhvr>
                                        <p:cTn id="44" dur="1" fill="hold">
                                          <p:stCondLst>
                                            <p:cond delay="0"/>
                                          </p:stCondLst>
                                        </p:cTn>
                                        <p:tgtEl>
                                          <p:spTgt spid="52"/>
                                        </p:tgtEl>
                                        <p:attrNameLst>
                                          <p:attrName>style.visibility</p:attrName>
                                        </p:attrNameLst>
                                      </p:cBhvr>
                                      <p:to>
                                        <p:strVal val="visible"/>
                                      </p:to>
                                    </p:set>
                                    <p:animEffect transition="in" filter="wipe(up)">
                                      <p:cBhvr>
                                        <p:cTn id="45" dur="500"/>
                                        <p:tgtEl>
                                          <p:spTgt spid="52"/>
                                        </p:tgtEl>
                                      </p:cBhvr>
                                    </p:animEffect>
                                  </p:childTnLst>
                                </p:cTn>
                              </p:par>
                              <p:par>
                                <p:cTn id="46" presetID="22" presetClass="entr" presetSubtype="2" fill="hold" nodeType="with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ipe(right)">
                                      <p:cBhvr>
                                        <p:cTn id="48" dur="500"/>
                                        <p:tgtEl>
                                          <p:spTgt spid="5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48"/>
                                        </p:tgtEl>
                                        <p:attrNameLst>
                                          <p:attrName>style.visibility</p:attrName>
                                        </p:attrNameLst>
                                      </p:cBhvr>
                                      <p:to>
                                        <p:strVal val="visible"/>
                                      </p:to>
                                    </p:set>
                                    <p:animEffect transition="in" filter="wipe(left)">
                                      <p:cBhvr>
                                        <p:cTn id="53" dur="500"/>
                                        <p:tgtEl>
                                          <p:spTgt spid="48"/>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54"/>
                                        </p:tgtEl>
                                        <p:attrNameLst>
                                          <p:attrName>style.visibility</p:attrName>
                                        </p:attrNameLst>
                                      </p:cBhvr>
                                      <p:to>
                                        <p:strVal val="visible"/>
                                      </p:to>
                                    </p:set>
                                    <p:animEffect transition="in" filter="wipe(down)">
                                      <p:cBhvr>
                                        <p:cTn id="58" dur="500"/>
                                        <p:tgtEl>
                                          <p:spTgt spid="54"/>
                                        </p:tgtEl>
                                      </p:cBhvr>
                                    </p:animEffect>
                                  </p:childTnLst>
                                </p:cTn>
                              </p:par>
                              <p:par>
                                <p:cTn id="59" presetID="22" presetClass="entr" presetSubtype="8" fill="hold" nodeType="withEffect">
                                  <p:stCondLst>
                                    <p:cond delay="0"/>
                                  </p:stCondLst>
                                  <p:childTnLst>
                                    <p:set>
                                      <p:cBhvr>
                                        <p:cTn id="60" dur="1" fill="hold">
                                          <p:stCondLst>
                                            <p:cond delay="0"/>
                                          </p:stCondLst>
                                        </p:cTn>
                                        <p:tgtEl>
                                          <p:spTgt spid="56"/>
                                        </p:tgtEl>
                                        <p:attrNameLst>
                                          <p:attrName>style.visibility</p:attrName>
                                        </p:attrNameLst>
                                      </p:cBhvr>
                                      <p:to>
                                        <p:strVal val="visible"/>
                                      </p:to>
                                    </p:set>
                                    <p:animEffect transition="in" filter="wipe(left)">
                                      <p:cBhvr>
                                        <p:cTn id="61" dur="500"/>
                                        <p:tgtEl>
                                          <p:spTgt spid="56"/>
                                        </p:tgtEl>
                                      </p:cBhvr>
                                    </p:animEffect>
                                  </p:childTnLst>
                                </p:cTn>
                              </p:par>
                              <p:par>
                                <p:cTn id="62" presetID="22" presetClass="entr" presetSubtype="1" fill="hold" grpId="0" nodeType="withEffect">
                                  <p:stCondLst>
                                    <p:cond delay="0"/>
                                  </p:stCondLst>
                                  <p:childTnLst>
                                    <p:set>
                                      <p:cBhvr>
                                        <p:cTn id="63" dur="1" fill="hold">
                                          <p:stCondLst>
                                            <p:cond delay="0"/>
                                          </p:stCondLst>
                                        </p:cTn>
                                        <p:tgtEl>
                                          <p:spTgt spid="57"/>
                                        </p:tgtEl>
                                        <p:attrNameLst>
                                          <p:attrName>style.visibility</p:attrName>
                                        </p:attrNameLst>
                                      </p:cBhvr>
                                      <p:to>
                                        <p:strVal val="visible"/>
                                      </p:to>
                                    </p:set>
                                    <p:animEffect transition="in" filter="wipe(up)">
                                      <p:cBhvr>
                                        <p:cTn id="64" dur="500"/>
                                        <p:tgtEl>
                                          <p:spTgt spid="57"/>
                                        </p:tgtEl>
                                      </p:cBhvr>
                                    </p:animEffect>
                                  </p:childTnLst>
                                </p:cTn>
                              </p:par>
                              <p:par>
                                <p:cTn id="65" presetID="22" presetClass="entr" presetSubtype="2" fill="hold" nodeType="with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wipe(right)">
                                      <p:cBhvr>
                                        <p:cTn id="67" dur="500"/>
                                        <p:tgtEl>
                                          <p:spTgt spid="5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53"/>
                                        </p:tgtEl>
                                        <p:attrNameLst>
                                          <p:attrName>style.visibility</p:attrName>
                                        </p:attrNameLst>
                                      </p:cBhvr>
                                      <p:to>
                                        <p:strVal val="visible"/>
                                      </p:to>
                                    </p:set>
                                    <p:animEffect transition="in" filter="wipe(left)">
                                      <p:cBhvr>
                                        <p:cTn id="72" dur="500"/>
                                        <p:tgtEl>
                                          <p:spTgt spid="53"/>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4" fill="hold" grpId="0" nodeType="click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wipe(down)">
                                      <p:cBhvr>
                                        <p:cTn id="77" dur="500"/>
                                        <p:tgtEl>
                                          <p:spTgt spid="59"/>
                                        </p:tgtEl>
                                      </p:cBhvr>
                                    </p:animEffect>
                                  </p:childTnLst>
                                </p:cTn>
                              </p:par>
                              <p:par>
                                <p:cTn id="78" presetID="22" presetClass="entr" presetSubtype="8" fill="hold" nodeType="withEffect">
                                  <p:stCondLst>
                                    <p:cond delay="0"/>
                                  </p:stCondLst>
                                  <p:childTnLst>
                                    <p:set>
                                      <p:cBhvr>
                                        <p:cTn id="79" dur="1" fill="hold">
                                          <p:stCondLst>
                                            <p:cond delay="0"/>
                                          </p:stCondLst>
                                        </p:cTn>
                                        <p:tgtEl>
                                          <p:spTgt spid="61"/>
                                        </p:tgtEl>
                                        <p:attrNameLst>
                                          <p:attrName>style.visibility</p:attrName>
                                        </p:attrNameLst>
                                      </p:cBhvr>
                                      <p:to>
                                        <p:strVal val="visible"/>
                                      </p:to>
                                    </p:set>
                                    <p:animEffect transition="in" filter="wipe(left)">
                                      <p:cBhvr>
                                        <p:cTn id="80" dur="500"/>
                                        <p:tgtEl>
                                          <p:spTgt spid="61"/>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up)">
                                      <p:cBhvr>
                                        <p:cTn id="83" dur="500"/>
                                        <p:tgtEl>
                                          <p:spTgt spid="62"/>
                                        </p:tgtEl>
                                      </p:cBhvr>
                                    </p:animEffect>
                                  </p:childTnLst>
                                </p:cTn>
                              </p:par>
                              <p:par>
                                <p:cTn id="84" presetID="22" presetClass="entr" presetSubtype="2" fill="hold" nodeType="withEffect">
                                  <p:stCondLst>
                                    <p:cond delay="0"/>
                                  </p:stCondLst>
                                  <p:childTnLst>
                                    <p:set>
                                      <p:cBhvr>
                                        <p:cTn id="85" dur="1" fill="hold">
                                          <p:stCondLst>
                                            <p:cond delay="0"/>
                                          </p:stCondLst>
                                        </p:cTn>
                                        <p:tgtEl>
                                          <p:spTgt spid="60"/>
                                        </p:tgtEl>
                                        <p:attrNameLst>
                                          <p:attrName>style.visibility</p:attrName>
                                        </p:attrNameLst>
                                      </p:cBhvr>
                                      <p:to>
                                        <p:strVal val="visible"/>
                                      </p:to>
                                    </p:set>
                                    <p:animEffect transition="in" filter="wipe(right)">
                                      <p:cBhvr>
                                        <p:cTn id="86" dur="500"/>
                                        <p:tgtEl>
                                          <p:spTgt spid="60"/>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ntr" presetSubtype="8" fill="hold" grpId="0" nodeType="clickEffect">
                                  <p:stCondLst>
                                    <p:cond delay="0"/>
                                  </p:stCondLst>
                                  <p:childTnLst>
                                    <p:set>
                                      <p:cBhvr>
                                        <p:cTn id="90" dur="1" fill="hold">
                                          <p:stCondLst>
                                            <p:cond delay="0"/>
                                          </p:stCondLst>
                                        </p:cTn>
                                        <p:tgtEl>
                                          <p:spTgt spid="58"/>
                                        </p:tgtEl>
                                        <p:attrNameLst>
                                          <p:attrName>style.visibility</p:attrName>
                                        </p:attrNameLst>
                                      </p:cBhvr>
                                      <p:to>
                                        <p:strVal val="visible"/>
                                      </p:to>
                                    </p:set>
                                    <p:animEffect transition="in" filter="wipe(left)">
                                      <p:cBhvr>
                                        <p:cTn id="9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p:bldP spid="43" grpId="0"/>
      <p:bldP spid="44" grpId="0" animBg="1"/>
      <p:bldP spid="47" grpId="0" animBg="1"/>
      <p:bldP spid="48" grpId="0"/>
      <p:bldP spid="49" grpId="0" animBg="1"/>
      <p:bldP spid="52" grpId="0" animBg="1"/>
      <p:bldP spid="53" grpId="0"/>
      <p:bldP spid="54" grpId="0" animBg="1"/>
      <p:bldP spid="57" grpId="0" animBg="1"/>
      <p:bldP spid="58" grpId="0"/>
      <p:bldP spid="59" grpId="0" animBg="1"/>
      <p:bldP spid="62"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pic>
        <p:nvPicPr>
          <p:cNvPr id="7" name="_effect"/>
          <p:cNvPicPr>
            <a:picLocks noChangeAspect="1" noChangeArrowheads="1"/>
          </p:cNvPicPr>
          <p:nvPr/>
        </p:nvPicPr>
        <p:blipFill>
          <a:blip r:embed="rId2" cstate="screen">
            <a:lum bright="20000"/>
            <a:extLst>
              <a:ext uri="{28A0092B-C50C-407E-A947-70E740481C1C}">
                <a14:useLocalDpi xmlns:a14="http://schemas.microsoft.com/office/drawing/2010/main"/>
              </a:ext>
            </a:extLst>
          </a:blip>
          <a:srcRect/>
          <a:stretch>
            <a:fillRect/>
          </a:stretch>
        </p:blipFill>
        <p:spPr bwMode="gray">
          <a:xfrm>
            <a:off x="2807664" y="5202211"/>
            <a:ext cx="3415373" cy="514661"/>
          </a:xfrm>
          <a:prstGeom prst="rect">
            <a:avLst/>
          </a:prstGeom>
          <a:noFill/>
          <a:ln w="9525">
            <a:miter lim="800000"/>
            <a:headEnd/>
            <a:tailEnd/>
          </a:ln>
          <a:effectLst/>
        </p:spPr>
      </p:pic>
      <p:pic>
        <p:nvPicPr>
          <p:cNvPr id="8" name="_effect"/>
          <p:cNvPicPr>
            <a:picLocks noChangeAspect="1" noChangeArrowheads="1"/>
          </p:cNvPicPr>
          <p:nvPr/>
        </p:nvPicPr>
        <p:blipFill>
          <a:blip r:embed="rId2" cstate="screen">
            <a:lum bright="20000"/>
            <a:extLst>
              <a:ext uri="{28A0092B-C50C-407E-A947-70E740481C1C}">
                <a14:useLocalDpi xmlns:a14="http://schemas.microsoft.com/office/drawing/2010/main"/>
              </a:ext>
            </a:extLst>
          </a:blip>
          <a:srcRect/>
          <a:stretch>
            <a:fillRect/>
          </a:stretch>
        </p:blipFill>
        <p:spPr bwMode="gray">
          <a:xfrm>
            <a:off x="6079438" y="5202211"/>
            <a:ext cx="3415373" cy="514661"/>
          </a:xfrm>
          <a:prstGeom prst="rect">
            <a:avLst/>
          </a:prstGeom>
          <a:noFill/>
          <a:ln w="9525">
            <a:miter lim="800000"/>
            <a:headEnd/>
            <a:tailEnd/>
          </a:ln>
          <a:effectLst/>
        </p:spPr>
      </p:pic>
      <p:sp>
        <p:nvSpPr>
          <p:cNvPr id="9" name="_color1"/>
          <p:cNvSpPr>
            <a:spLocks/>
          </p:cNvSpPr>
          <p:nvPr/>
        </p:nvSpPr>
        <p:spPr bwMode="gray">
          <a:xfrm>
            <a:off x="3279917" y="4364867"/>
            <a:ext cx="1401350" cy="916390"/>
          </a:xfrm>
          <a:custGeom>
            <a:avLst/>
            <a:gdLst/>
            <a:ahLst/>
            <a:cxnLst>
              <a:cxn ang="0">
                <a:pos x="367" y="174"/>
              </a:cxn>
              <a:cxn ang="0">
                <a:pos x="67" y="0"/>
              </a:cxn>
              <a:cxn ang="0">
                <a:pos x="42" y="36"/>
              </a:cxn>
              <a:cxn ang="0">
                <a:pos x="0" y="39"/>
              </a:cxn>
              <a:cxn ang="0">
                <a:pos x="367" y="252"/>
              </a:cxn>
              <a:cxn ang="0">
                <a:pos x="385" y="214"/>
              </a:cxn>
              <a:cxn ang="0">
                <a:pos x="367" y="174"/>
              </a:cxn>
            </a:cxnLst>
            <a:rect l="0" t="0" r="r" b="b"/>
            <a:pathLst>
              <a:path w="385" h="252">
                <a:moveTo>
                  <a:pt x="367" y="174"/>
                </a:moveTo>
                <a:cubicBezTo>
                  <a:pt x="240" y="169"/>
                  <a:pt x="130" y="101"/>
                  <a:pt x="67" y="0"/>
                </a:cubicBezTo>
                <a:cubicBezTo>
                  <a:pt x="42" y="36"/>
                  <a:pt x="42" y="36"/>
                  <a:pt x="42" y="36"/>
                </a:cubicBezTo>
                <a:cubicBezTo>
                  <a:pt x="0" y="39"/>
                  <a:pt x="0" y="39"/>
                  <a:pt x="0" y="39"/>
                </a:cubicBezTo>
                <a:cubicBezTo>
                  <a:pt x="76" y="163"/>
                  <a:pt x="212" y="247"/>
                  <a:pt x="367" y="252"/>
                </a:cubicBezTo>
                <a:cubicBezTo>
                  <a:pt x="385" y="214"/>
                  <a:pt x="385" y="214"/>
                  <a:pt x="385" y="214"/>
                </a:cubicBezTo>
                <a:lnTo>
                  <a:pt x="367" y="174"/>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0" name="_color1"/>
          <p:cNvSpPr>
            <a:spLocks/>
          </p:cNvSpPr>
          <p:nvPr/>
        </p:nvSpPr>
        <p:spPr bwMode="gray">
          <a:xfrm>
            <a:off x="3265584" y="1960933"/>
            <a:ext cx="1339751" cy="905609"/>
          </a:xfrm>
          <a:custGeom>
            <a:avLst/>
            <a:gdLst/>
            <a:ahLst/>
            <a:cxnLst>
              <a:cxn ang="0">
                <a:pos x="68" y="249"/>
              </a:cxn>
              <a:cxn ang="0">
                <a:pos x="368" y="78"/>
              </a:cxn>
              <a:cxn ang="0">
                <a:pos x="350" y="39"/>
              </a:cxn>
              <a:cxn ang="0">
                <a:pos x="368" y="0"/>
              </a:cxn>
              <a:cxn ang="0">
                <a:pos x="0" y="211"/>
              </a:cxn>
              <a:cxn ang="0">
                <a:pos x="25" y="245"/>
              </a:cxn>
              <a:cxn ang="0">
                <a:pos x="68" y="249"/>
              </a:cxn>
            </a:cxnLst>
            <a:rect l="0" t="0" r="r" b="b"/>
            <a:pathLst>
              <a:path w="368" h="249">
                <a:moveTo>
                  <a:pt x="68" y="249"/>
                </a:moveTo>
                <a:cubicBezTo>
                  <a:pt x="132" y="149"/>
                  <a:pt x="242" y="82"/>
                  <a:pt x="368" y="78"/>
                </a:cubicBezTo>
                <a:cubicBezTo>
                  <a:pt x="350" y="39"/>
                  <a:pt x="350" y="39"/>
                  <a:pt x="350" y="39"/>
                </a:cubicBezTo>
                <a:cubicBezTo>
                  <a:pt x="368" y="0"/>
                  <a:pt x="368" y="0"/>
                  <a:pt x="368" y="0"/>
                </a:cubicBezTo>
                <a:cubicBezTo>
                  <a:pt x="212" y="4"/>
                  <a:pt x="77" y="87"/>
                  <a:pt x="0" y="211"/>
                </a:cubicBezTo>
                <a:cubicBezTo>
                  <a:pt x="25" y="245"/>
                  <a:pt x="25" y="245"/>
                  <a:pt x="25" y="245"/>
                </a:cubicBezTo>
                <a:lnTo>
                  <a:pt x="68" y="249"/>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1" name="_color1"/>
          <p:cNvSpPr>
            <a:spLocks/>
          </p:cNvSpPr>
          <p:nvPr/>
        </p:nvSpPr>
        <p:spPr bwMode="gray">
          <a:xfrm>
            <a:off x="4626544" y="1962354"/>
            <a:ext cx="1399810" cy="919473"/>
          </a:xfrm>
          <a:custGeom>
            <a:avLst/>
            <a:gdLst/>
            <a:ahLst/>
            <a:cxnLst>
              <a:cxn ang="0">
                <a:pos x="19" y="78"/>
              </a:cxn>
              <a:cxn ang="0">
                <a:pos x="318" y="253"/>
              </a:cxn>
              <a:cxn ang="0">
                <a:pos x="343" y="216"/>
              </a:cxn>
              <a:cxn ang="0">
                <a:pos x="385" y="213"/>
              </a:cxn>
              <a:cxn ang="0">
                <a:pos x="18" y="0"/>
              </a:cxn>
              <a:cxn ang="0">
                <a:pos x="0" y="39"/>
              </a:cxn>
              <a:cxn ang="0">
                <a:pos x="19" y="78"/>
              </a:cxn>
            </a:cxnLst>
            <a:rect l="0" t="0" r="r" b="b"/>
            <a:pathLst>
              <a:path w="385" h="253">
                <a:moveTo>
                  <a:pt x="19" y="78"/>
                </a:moveTo>
                <a:cubicBezTo>
                  <a:pt x="145" y="83"/>
                  <a:pt x="255" y="151"/>
                  <a:pt x="318" y="253"/>
                </a:cubicBezTo>
                <a:cubicBezTo>
                  <a:pt x="343" y="216"/>
                  <a:pt x="343" y="216"/>
                  <a:pt x="343" y="216"/>
                </a:cubicBezTo>
                <a:cubicBezTo>
                  <a:pt x="385" y="213"/>
                  <a:pt x="385" y="213"/>
                  <a:pt x="385" y="213"/>
                </a:cubicBezTo>
                <a:cubicBezTo>
                  <a:pt x="309" y="88"/>
                  <a:pt x="173" y="4"/>
                  <a:pt x="18" y="0"/>
                </a:cubicBezTo>
                <a:cubicBezTo>
                  <a:pt x="0" y="39"/>
                  <a:pt x="0" y="39"/>
                  <a:pt x="0" y="39"/>
                </a:cubicBezTo>
                <a:lnTo>
                  <a:pt x="19" y="78"/>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2" name="_color1"/>
          <p:cNvSpPr>
            <a:spLocks/>
          </p:cNvSpPr>
          <p:nvPr/>
        </p:nvSpPr>
        <p:spPr bwMode="gray">
          <a:xfrm>
            <a:off x="2997356" y="2846748"/>
            <a:ext cx="443504" cy="1546315"/>
          </a:xfrm>
          <a:custGeom>
            <a:avLst/>
            <a:gdLst/>
            <a:ahLst/>
            <a:cxnLst>
              <a:cxn ang="0">
                <a:pos x="120" y="385"/>
              </a:cxn>
              <a:cxn ang="0">
                <a:pos x="78" y="213"/>
              </a:cxn>
              <a:cxn ang="0">
                <a:pos x="122" y="39"/>
              </a:cxn>
              <a:cxn ang="0">
                <a:pos x="79" y="35"/>
              </a:cxn>
              <a:cxn ang="0">
                <a:pos x="54" y="0"/>
              </a:cxn>
              <a:cxn ang="0">
                <a:pos x="0" y="213"/>
              </a:cxn>
              <a:cxn ang="0">
                <a:pos x="53" y="425"/>
              </a:cxn>
              <a:cxn ang="0">
                <a:pos x="95" y="421"/>
              </a:cxn>
              <a:cxn ang="0">
                <a:pos x="120" y="385"/>
              </a:cxn>
            </a:cxnLst>
            <a:rect l="0" t="0" r="r" b="b"/>
            <a:pathLst>
              <a:path w="122" h="425">
                <a:moveTo>
                  <a:pt x="120" y="385"/>
                </a:moveTo>
                <a:cubicBezTo>
                  <a:pt x="93" y="334"/>
                  <a:pt x="78" y="275"/>
                  <a:pt x="78" y="213"/>
                </a:cubicBezTo>
                <a:cubicBezTo>
                  <a:pt x="78" y="150"/>
                  <a:pt x="94" y="91"/>
                  <a:pt x="122" y="39"/>
                </a:cubicBezTo>
                <a:cubicBezTo>
                  <a:pt x="79" y="35"/>
                  <a:pt x="79" y="35"/>
                  <a:pt x="79" y="35"/>
                </a:cubicBezTo>
                <a:cubicBezTo>
                  <a:pt x="54" y="0"/>
                  <a:pt x="54" y="0"/>
                  <a:pt x="54" y="0"/>
                </a:cubicBezTo>
                <a:cubicBezTo>
                  <a:pt x="19" y="64"/>
                  <a:pt x="0" y="136"/>
                  <a:pt x="0" y="213"/>
                </a:cubicBezTo>
                <a:cubicBezTo>
                  <a:pt x="0" y="290"/>
                  <a:pt x="19" y="362"/>
                  <a:pt x="53" y="425"/>
                </a:cubicBezTo>
                <a:cubicBezTo>
                  <a:pt x="95" y="421"/>
                  <a:pt x="95" y="421"/>
                  <a:pt x="95" y="421"/>
                </a:cubicBezTo>
                <a:lnTo>
                  <a:pt x="120" y="385"/>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3" name="_color1"/>
          <p:cNvSpPr>
            <a:spLocks/>
          </p:cNvSpPr>
          <p:nvPr/>
        </p:nvSpPr>
        <p:spPr bwMode="gray">
          <a:xfrm>
            <a:off x="4788840" y="4375644"/>
            <a:ext cx="1335133" cy="905609"/>
          </a:xfrm>
          <a:custGeom>
            <a:avLst/>
            <a:gdLst/>
            <a:ahLst/>
            <a:cxnLst>
              <a:cxn ang="0">
                <a:pos x="299" y="0"/>
              </a:cxn>
              <a:cxn ang="0">
                <a:pos x="0" y="171"/>
              </a:cxn>
              <a:cxn ang="0">
                <a:pos x="18" y="211"/>
              </a:cxn>
              <a:cxn ang="0">
                <a:pos x="0" y="249"/>
              </a:cxn>
              <a:cxn ang="0">
                <a:pos x="367" y="39"/>
              </a:cxn>
              <a:cxn ang="0">
                <a:pos x="342" y="4"/>
              </a:cxn>
              <a:cxn ang="0">
                <a:pos x="299" y="0"/>
              </a:cxn>
            </a:cxnLst>
            <a:rect l="0" t="0" r="r" b="b"/>
            <a:pathLst>
              <a:path w="367" h="249">
                <a:moveTo>
                  <a:pt x="299" y="0"/>
                </a:moveTo>
                <a:cubicBezTo>
                  <a:pt x="236" y="100"/>
                  <a:pt x="126" y="167"/>
                  <a:pt x="0" y="171"/>
                </a:cubicBezTo>
                <a:cubicBezTo>
                  <a:pt x="18" y="211"/>
                  <a:pt x="18" y="211"/>
                  <a:pt x="18" y="211"/>
                </a:cubicBezTo>
                <a:cubicBezTo>
                  <a:pt x="0" y="249"/>
                  <a:pt x="0" y="249"/>
                  <a:pt x="0" y="249"/>
                </a:cubicBezTo>
                <a:cubicBezTo>
                  <a:pt x="155" y="245"/>
                  <a:pt x="290" y="162"/>
                  <a:pt x="367" y="39"/>
                </a:cubicBezTo>
                <a:cubicBezTo>
                  <a:pt x="342" y="4"/>
                  <a:pt x="342" y="4"/>
                  <a:pt x="342" y="4"/>
                </a:cubicBezTo>
                <a:lnTo>
                  <a:pt x="299" y="0"/>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4" name="_color1"/>
          <p:cNvSpPr>
            <a:spLocks/>
          </p:cNvSpPr>
          <p:nvPr/>
        </p:nvSpPr>
        <p:spPr bwMode="gray">
          <a:xfrm>
            <a:off x="6386996" y="1962039"/>
            <a:ext cx="1399809" cy="916390"/>
          </a:xfrm>
          <a:custGeom>
            <a:avLst/>
            <a:gdLst/>
            <a:ahLst/>
            <a:cxnLst>
              <a:cxn ang="0">
                <a:pos x="367" y="0"/>
              </a:cxn>
              <a:cxn ang="0">
                <a:pos x="0" y="213"/>
              </a:cxn>
              <a:cxn ang="0">
                <a:pos x="41" y="216"/>
              </a:cxn>
              <a:cxn ang="0">
                <a:pos x="67" y="252"/>
              </a:cxn>
              <a:cxn ang="0">
                <a:pos x="367" y="78"/>
              </a:cxn>
              <a:cxn ang="0">
                <a:pos x="385" y="40"/>
              </a:cxn>
              <a:cxn ang="0">
                <a:pos x="367" y="0"/>
              </a:cxn>
            </a:cxnLst>
            <a:rect l="0" t="0" r="r" b="b"/>
            <a:pathLst>
              <a:path w="385" h="252">
                <a:moveTo>
                  <a:pt x="367" y="0"/>
                </a:moveTo>
                <a:cubicBezTo>
                  <a:pt x="211" y="4"/>
                  <a:pt x="76" y="88"/>
                  <a:pt x="0" y="213"/>
                </a:cubicBezTo>
                <a:cubicBezTo>
                  <a:pt x="41" y="216"/>
                  <a:pt x="41" y="216"/>
                  <a:pt x="41" y="216"/>
                </a:cubicBezTo>
                <a:cubicBezTo>
                  <a:pt x="67" y="252"/>
                  <a:pt x="67" y="252"/>
                  <a:pt x="67" y="252"/>
                </a:cubicBezTo>
                <a:cubicBezTo>
                  <a:pt x="130" y="151"/>
                  <a:pt x="240" y="82"/>
                  <a:pt x="367" y="78"/>
                </a:cubicBezTo>
                <a:cubicBezTo>
                  <a:pt x="385" y="40"/>
                  <a:pt x="385" y="40"/>
                  <a:pt x="385" y="40"/>
                </a:cubicBezTo>
                <a:lnTo>
                  <a:pt x="367" y="0"/>
                </a:lnTo>
                <a:close/>
              </a:path>
            </a:pathLst>
          </a:custGeom>
          <a:noFill/>
          <a:ln>
            <a:solidFill>
              <a:schemeClr val="bg1">
                <a:lumMod val="95000"/>
              </a:schemeClr>
            </a:solidFill>
            <a:headEnd type="none" w="sm" len="sm"/>
            <a:tailEnd type="none" w="sm" len="sm"/>
          </a:ln>
        </p:spPr>
        <p:style>
          <a:lnRef idx="1">
            <a:schemeClr val="dk1"/>
          </a:lnRef>
          <a:fillRef idx="2">
            <a:schemeClr val="dk1"/>
          </a:fillRef>
          <a:effectRef idx="1">
            <a:schemeClr val="dk1"/>
          </a:effectRef>
          <a:fontRef idx="minor">
            <a:schemeClr val="dk1"/>
          </a:fontRef>
        </p:style>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5" name="_color1"/>
          <p:cNvSpPr>
            <a:spLocks/>
          </p:cNvSpPr>
          <p:nvPr/>
        </p:nvSpPr>
        <p:spPr bwMode="gray">
          <a:xfrm>
            <a:off x="7870408" y="1960930"/>
            <a:ext cx="1339752" cy="905610"/>
          </a:xfrm>
          <a:custGeom>
            <a:avLst/>
            <a:gdLst/>
            <a:ahLst/>
            <a:cxnLst>
              <a:cxn ang="0">
                <a:pos x="368" y="211"/>
              </a:cxn>
              <a:cxn ang="0">
                <a:pos x="0" y="0"/>
              </a:cxn>
              <a:cxn ang="0">
                <a:pos x="18" y="40"/>
              </a:cxn>
              <a:cxn ang="0">
                <a:pos x="0" y="78"/>
              </a:cxn>
              <a:cxn ang="0">
                <a:pos x="300" y="249"/>
              </a:cxn>
              <a:cxn ang="0">
                <a:pos x="343" y="245"/>
              </a:cxn>
              <a:cxn ang="0">
                <a:pos x="368" y="211"/>
              </a:cxn>
            </a:cxnLst>
            <a:rect l="0" t="0" r="r" b="b"/>
            <a:pathLst>
              <a:path w="368" h="249">
                <a:moveTo>
                  <a:pt x="368" y="211"/>
                </a:moveTo>
                <a:cubicBezTo>
                  <a:pt x="291" y="87"/>
                  <a:pt x="155" y="4"/>
                  <a:pt x="0" y="0"/>
                </a:cubicBezTo>
                <a:cubicBezTo>
                  <a:pt x="18" y="40"/>
                  <a:pt x="18" y="40"/>
                  <a:pt x="18" y="40"/>
                </a:cubicBezTo>
                <a:cubicBezTo>
                  <a:pt x="0" y="78"/>
                  <a:pt x="0" y="78"/>
                  <a:pt x="0" y="78"/>
                </a:cubicBezTo>
                <a:cubicBezTo>
                  <a:pt x="126" y="82"/>
                  <a:pt x="236" y="149"/>
                  <a:pt x="300" y="249"/>
                </a:cubicBezTo>
                <a:cubicBezTo>
                  <a:pt x="343" y="245"/>
                  <a:pt x="343" y="245"/>
                  <a:pt x="343" y="245"/>
                </a:cubicBezTo>
                <a:lnTo>
                  <a:pt x="368" y="211"/>
                </a:lnTo>
                <a:close/>
              </a:path>
            </a:pathLst>
          </a:custGeom>
          <a:noFill/>
          <a:ln>
            <a:solidFill>
              <a:schemeClr val="bg1">
                <a:lumMod val="95000"/>
              </a:schemeClr>
            </a:solidFill>
            <a:headEnd type="none" w="sm" len="sm"/>
            <a:tailEnd type="none" w="sm" len="sm"/>
          </a:ln>
        </p:spPr>
        <p:style>
          <a:lnRef idx="1">
            <a:schemeClr val="dk1"/>
          </a:lnRef>
          <a:fillRef idx="2">
            <a:schemeClr val="dk1"/>
          </a:fillRef>
          <a:effectRef idx="1">
            <a:schemeClr val="dk1"/>
          </a:effectRef>
          <a:fontRef idx="minor">
            <a:schemeClr val="dk1"/>
          </a:fontRef>
        </p:style>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6" name="_color1"/>
          <p:cNvSpPr>
            <a:spLocks/>
          </p:cNvSpPr>
          <p:nvPr/>
        </p:nvSpPr>
        <p:spPr bwMode="gray">
          <a:xfrm>
            <a:off x="6390389" y="4375644"/>
            <a:ext cx="1342832" cy="905609"/>
          </a:xfrm>
          <a:custGeom>
            <a:avLst/>
            <a:gdLst/>
            <a:ahLst/>
            <a:cxnLst>
              <a:cxn ang="0">
                <a:pos x="369" y="171"/>
              </a:cxn>
              <a:cxn ang="0">
                <a:pos x="68" y="0"/>
              </a:cxn>
              <a:cxn ang="0">
                <a:pos x="26" y="4"/>
              </a:cxn>
              <a:cxn ang="0">
                <a:pos x="0" y="39"/>
              </a:cxn>
              <a:cxn ang="0">
                <a:pos x="368" y="249"/>
              </a:cxn>
              <a:cxn ang="0">
                <a:pos x="351" y="211"/>
              </a:cxn>
              <a:cxn ang="0">
                <a:pos x="369" y="171"/>
              </a:cxn>
            </a:cxnLst>
            <a:rect l="0" t="0" r="r" b="b"/>
            <a:pathLst>
              <a:path w="369" h="249">
                <a:moveTo>
                  <a:pt x="369" y="171"/>
                </a:moveTo>
                <a:cubicBezTo>
                  <a:pt x="242" y="167"/>
                  <a:pt x="132" y="100"/>
                  <a:pt x="68" y="0"/>
                </a:cubicBezTo>
                <a:cubicBezTo>
                  <a:pt x="26" y="4"/>
                  <a:pt x="26" y="4"/>
                  <a:pt x="26" y="4"/>
                </a:cubicBezTo>
                <a:cubicBezTo>
                  <a:pt x="0" y="39"/>
                  <a:pt x="0" y="39"/>
                  <a:pt x="0" y="39"/>
                </a:cubicBezTo>
                <a:cubicBezTo>
                  <a:pt x="78" y="162"/>
                  <a:pt x="213" y="245"/>
                  <a:pt x="368" y="249"/>
                </a:cubicBezTo>
                <a:cubicBezTo>
                  <a:pt x="351" y="211"/>
                  <a:pt x="351" y="211"/>
                  <a:pt x="351" y="211"/>
                </a:cubicBezTo>
                <a:lnTo>
                  <a:pt x="369" y="171"/>
                </a:lnTo>
                <a:close/>
              </a:path>
            </a:pathLst>
          </a:custGeom>
          <a:noFill/>
          <a:ln>
            <a:solidFill>
              <a:schemeClr val="bg1">
                <a:lumMod val="95000"/>
              </a:schemeClr>
            </a:solidFill>
            <a:headEnd type="none" w="sm" len="sm"/>
            <a:tailEnd type="none" w="sm" len="sm"/>
          </a:ln>
        </p:spPr>
        <p:style>
          <a:lnRef idx="1">
            <a:schemeClr val="dk1"/>
          </a:lnRef>
          <a:fillRef idx="2">
            <a:schemeClr val="dk1"/>
          </a:fillRef>
          <a:effectRef idx="1">
            <a:schemeClr val="dk1"/>
          </a:effectRef>
          <a:fontRef idx="minor">
            <a:schemeClr val="dk1"/>
          </a:fontRef>
        </p:style>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7" name="_color1"/>
          <p:cNvSpPr>
            <a:spLocks/>
          </p:cNvSpPr>
          <p:nvPr/>
        </p:nvSpPr>
        <p:spPr bwMode="gray">
          <a:xfrm>
            <a:off x="7794474" y="4364867"/>
            <a:ext cx="1396730" cy="916390"/>
          </a:xfrm>
          <a:custGeom>
            <a:avLst/>
            <a:gdLst/>
            <a:ahLst/>
            <a:cxnLst>
              <a:cxn ang="0">
                <a:pos x="316" y="0"/>
              </a:cxn>
              <a:cxn ang="0">
                <a:pos x="18" y="174"/>
              </a:cxn>
              <a:cxn ang="0">
                <a:pos x="0" y="214"/>
              </a:cxn>
              <a:cxn ang="0">
                <a:pos x="18" y="252"/>
              </a:cxn>
              <a:cxn ang="0">
                <a:pos x="384" y="39"/>
              </a:cxn>
              <a:cxn ang="0">
                <a:pos x="342" y="36"/>
              </a:cxn>
              <a:cxn ang="0">
                <a:pos x="316" y="0"/>
              </a:cxn>
            </a:cxnLst>
            <a:rect l="0" t="0" r="r" b="b"/>
            <a:pathLst>
              <a:path w="384" h="252">
                <a:moveTo>
                  <a:pt x="316" y="0"/>
                </a:moveTo>
                <a:cubicBezTo>
                  <a:pt x="254" y="101"/>
                  <a:pt x="144" y="169"/>
                  <a:pt x="18" y="174"/>
                </a:cubicBezTo>
                <a:cubicBezTo>
                  <a:pt x="0" y="214"/>
                  <a:pt x="0" y="214"/>
                  <a:pt x="0" y="214"/>
                </a:cubicBezTo>
                <a:cubicBezTo>
                  <a:pt x="18" y="252"/>
                  <a:pt x="18" y="252"/>
                  <a:pt x="18" y="252"/>
                </a:cubicBezTo>
                <a:cubicBezTo>
                  <a:pt x="173" y="247"/>
                  <a:pt x="307" y="163"/>
                  <a:pt x="384" y="39"/>
                </a:cubicBezTo>
                <a:cubicBezTo>
                  <a:pt x="342" y="36"/>
                  <a:pt x="342" y="36"/>
                  <a:pt x="342" y="36"/>
                </a:cubicBezTo>
                <a:lnTo>
                  <a:pt x="316" y="0"/>
                </a:lnTo>
                <a:close/>
              </a:path>
            </a:pathLst>
          </a:custGeom>
          <a:noFill/>
          <a:ln>
            <a:solidFill>
              <a:schemeClr val="bg1">
                <a:lumMod val="95000"/>
              </a:schemeClr>
            </a:solidFill>
            <a:headEnd type="none" w="sm" len="sm"/>
            <a:tailEnd type="none" w="sm" len="sm"/>
          </a:ln>
        </p:spPr>
        <p:style>
          <a:lnRef idx="1">
            <a:schemeClr val="dk1"/>
          </a:lnRef>
          <a:fillRef idx="2">
            <a:schemeClr val="dk1"/>
          </a:fillRef>
          <a:effectRef idx="1">
            <a:schemeClr val="dk1"/>
          </a:effectRef>
          <a:fontRef idx="minor">
            <a:schemeClr val="dk1"/>
          </a:fontRef>
        </p:style>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8" name="_color1"/>
          <p:cNvSpPr>
            <a:spLocks/>
          </p:cNvSpPr>
          <p:nvPr/>
        </p:nvSpPr>
        <p:spPr bwMode="gray">
          <a:xfrm>
            <a:off x="9009384" y="2851365"/>
            <a:ext cx="443504" cy="1541693"/>
          </a:xfrm>
          <a:custGeom>
            <a:avLst/>
            <a:gdLst/>
            <a:ahLst/>
            <a:cxnLst>
              <a:cxn ang="0">
                <a:pos x="69" y="424"/>
              </a:cxn>
              <a:cxn ang="0">
                <a:pos x="122" y="212"/>
              </a:cxn>
              <a:cxn ang="0">
                <a:pos x="68" y="0"/>
              </a:cxn>
              <a:cxn ang="0">
                <a:pos x="43" y="34"/>
              </a:cxn>
              <a:cxn ang="0">
                <a:pos x="0" y="38"/>
              </a:cxn>
              <a:cxn ang="0">
                <a:pos x="44" y="212"/>
              </a:cxn>
              <a:cxn ang="0">
                <a:pos x="2" y="384"/>
              </a:cxn>
              <a:cxn ang="0">
                <a:pos x="27" y="420"/>
              </a:cxn>
              <a:cxn ang="0">
                <a:pos x="69" y="424"/>
              </a:cxn>
            </a:cxnLst>
            <a:rect l="0" t="0" r="r" b="b"/>
            <a:pathLst>
              <a:path w="122" h="424">
                <a:moveTo>
                  <a:pt x="69" y="424"/>
                </a:moveTo>
                <a:cubicBezTo>
                  <a:pt x="103" y="361"/>
                  <a:pt x="122" y="289"/>
                  <a:pt x="122" y="212"/>
                </a:cubicBezTo>
                <a:cubicBezTo>
                  <a:pt x="122" y="135"/>
                  <a:pt x="102" y="63"/>
                  <a:pt x="68" y="0"/>
                </a:cubicBezTo>
                <a:cubicBezTo>
                  <a:pt x="43" y="34"/>
                  <a:pt x="43" y="34"/>
                  <a:pt x="43" y="34"/>
                </a:cubicBezTo>
                <a:cubicBezTo>
                  <a:pt x="0" y="38"/>
                  <a:pt x="0" y="38"/>
                  <a:pt x="0" y="38"/>
                </a:cubicBezTo>
                <a:cubicBezTo>
                  <a:pt x="28" y="90"/>
                  <a:pt x="44" y="149"/>
                  <a:pt x="44" y="212"/>
                </a:cubicBezTo>
                <a:cubicBezTo>
                  <a:pt x="44" y="274"/>
                  <a:pt x="29" y="333"/>
                  <a:pt x="2" y="384"/>
                </a:cubicBezTo>
                <a:cubicBezTo>
                  <a:pt x="27" y="420"/>
                  <a:pt x="27" y="420"/>
                  <a:pt x="27" y="420"/>
                </a:cubicBezTo>
                <a:lnTo>
                  <a:pt x="69" y="424"/>
                </a:lnTo>
                <a:close/>
              </a:path>
            </a:pathLst>
          </a:custGeom>
          <a:noFill/>
          <a:ln>
            <a:solidFill>
              <a:schemeClr val="bg1">
                <a:lumMod val="95000"/>
              </a:schemeClr>
            </a:solidFill>
            <a:headEnd type="none" w="sm" len="sm"/>
            <a:tailEnd type="none" w="sm" len="sm"/>
          </a:ln>
        </p:spPr>
        <p:style>
          <a:lnRef idx="1">
            <a:schemeClr val="dk1"/>
          </a:lnRef>
          <a:fillRef idx="2">
            <a:schemeClr val="dk1"/>
          </a:fillRef>
          <a:effectRef idx="1">
            <a:schemeClr val="dk1"/>
          </a:effectRef>
          <a:fontRef idx="minor">
            <a:schemeClr val="dk1"/>
          </a:fontRef>
        </p:style>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19" name="_color1"/>
          <p:cNvSpPr>
            <a:spLocks/>
          </p:cNvSpPr>
          <p:nvPr/>
        </p:nvSpPr>
        <p:spPr bwMode="gray">
          <a:xfrm>
            <a:off x="5954097" y="2858320"/>
            <a:ext cx="595959" cy="1543231"/>
          </a:xfrm>
          <a:custGeom>
            <a:avLst/>
            <a:gdLst/>
            <a:ahLst/>
            <a:cxnLst>
              <a:cxn ang="0">
                <a:pos x="164" y="385"/>
              </a:cxn>
              <a:cxn ang="0">
                <a:pos x="120" y="210"/>
              </a:cxn>
              <a:cxn ang="0">
                <a:pos x="81" y="28"/>
              </a:cxn>
              <a:cxn ang="0">
                <a:pos x="67" y="0"/>
              </a:cxn>
              <a:cxn ang="0">
                <a:pos x="26" y="3"/>
              </a:cxn>
              <a:cxn ang="0">
                <a:pos x="0" y="40"/>
              </a:cxn>
              <a:cxn ang="0">
                <a:pos x="42" y="210"/>
              </a:cxn>
              <a:cxn ang="0">
                <a:pos x="81" y="393"/>
              </a:cxn>
              <a:cxn ang="0">
                <a:pos x="96" y="424"/>
              </a:cxn>
              <a:cxn ang="0">
                <a:pos x="122" y="389"/>
              </a:cxn>
              <a:cxn ang="0">
                <a:pos x="164" y="385"/>
              </a:cxn>
            </a:cxnLst>
            <a:rect l="0" t="0" r="r" b="b"/>
            <a:pathLst>
              <a:path w="164" h="424">
                <a:moveTo>
                  <a:pt x="164" y="385"/>
                </a:moveTo>
                <a:cubicBezTo>
                  <a:pt x="136" y="333"/>
                  <a:pt x="120" y="274"/>
                  <a:pt x="120" y="210"/>
                </a:cubicBezTo>
                <a:cubicBezTo>
                  <a:pt x="120" y="145"/>
                  <a:pt x="106" y="83"/>
                  <a:pt x="81" y="28"/>
                </a:cubicBezTo>
                <a:cubicBezTo>
                  <a:pt x="77" y="18"/>
                  <a:pt x="72" y="9"/>
                  <a:pt x="67" y="0"/>
                </a:cubicBezTo>
                <a:cubicBezTo>
                  <a:pt x="26" y="3"/>
                  <a:pt x="26" y="3"/>
                  <a:pt x="26" y="3"/>
                </a:cubicBezTo>
                <a:cubicBezTo>
                  <a:pt x="0" y="40"/>
                  <a:pt x="0" y="40"/>
                  <a:pt x="0" y="40"/>
                </a:cubicBezTo>
                <a:cubicBezTo>
                  <a:pt x="27" y="91"/>
                  <a:pt x="42" y="149"/>
                  <a:pt x="42" y="210"/>
                </a:cubicBezTo>
                <a:cubicBezTo>
                  <a:pt x="42" y="275"/>
                  <a:pt x="56" y="337"/>
                  <a:pt x="81" y="393"/>
                </a:cubicBezTo>
                <a:cubicBezTo>
                  <a:pt x="86" y="404"/>
                  <a:pt x="91" y="414"/>
                  <a:pt x="96" y="424"/>
                </a:cubicBezTo>
                <a:cubicBezTo>
                  <a:pt x="122" y="389"/>
                  <a:pt x="122" y="389"/>
                  <a:pt x="122" y="389"/>
                </a:cubicBezTo>
                <a:lnTo>
                  <a:pt x="164" y="385"/>
                </a:lnTo>
                <a:close/>
              </a:path>
            </a:pathLst>
          </a:custGeom>
          <a:noFill/>
          <a:ln w="12700" cap="flat" cmpd="sng" algn="ctr">
            <a:solidFill>
              <a:schemeClr val="bg1">
                <a:lumMod val="95000"/>
              </a:schemeClr>
            </a:solidFill>
            <a:prstDash val="solid"/>
            <a:round/>
            <a:headEnd type="none" w="sm" len="sm"/>
            <a:tailEnd type="none" w="sm" len="sm"/>
          </a:ln>
          <a:effectLst/>
        </p:spPr>
        <p:txBody>
          <a:bodyPr vert="horz" wrap="square" lIns="128578" tIns="64289" rIns="128578" bIns="64289" numCol="1" rtlCol="0" anchor="ctr" anchorCtr="0" compatLnSpc="1">
            <a:prstTxWarp prst="textNoShape">
              <a:avLst/>
            </a:prstTxWarp>
          </a:bodyPr>
          <a:lstStyle/>
          <a:p>
            <a:pPr algn="ctr" defTabSz="964195">
              <a:defRPr/>
            </a:pPr>
            <a:endParaRPr lang="de-DE" altLang="zh-CN" sz="1547" kern="0">
              <a:solidFill>
                <a:prstClr val="white"/>
              </a:solidFill>
              <a:effectLst>
                <a:outerShdw blurRad="38100" dist="38100" dir="2700000" algn="tl">
                  <a:srgbClr val="000000">
                    <a:alpha val="43137"/>
                  </a:srgbClr>
                </a:outerShdw>
              </a:effectLst>
              <a:latin typeface="微软雅黑" pitchFamily="34" charset="-122"/>
            </a:endParaRPr>
          </a:p>
        </p:txBody>
      </p:sp>
      <p:sp>
        <p:nvSpPr>
          <p:cNvPr id="20" name="TextBox 64"/>
          <p:cNvSpPr txBox="1"/>
          <p:nvPr/>
        </p:nvSpPr>
        <p:spPr>
          <a:xfrm>
            <a:off x="3093581" y="3285555"/>
            <a:ext cx="2780935" cy="779114"/>
          </a:xfrm>
          <a:prstGeom prst="rect">
            <a:avLst/>
          </a:prstGeom>
          <a:noFill/>
        </p:spPr>
        <p:txBody>
          <a:bodyPr wrap="square" lIns="128578" tIns="64289" rIns="128578" bIns="64289" rtlCol="0">
            <a:spAutoFit/>
          </a:bodyPr>
          <a:lstStyle/>
          <a:p>
            <a:pPr algn="ctr" defTabSz="964195" fontAlgn="auto">
              <a:spcBef>
                <a:spcPts val="0"/>
              </a:spcBef>
              <a:spcAft>
                <a:spcPts val="0"/>
              </a:spcAft>
            </a:pPr>
            <a:r>
              <a:rPr lang="zh-CN" altLang="en-US" sz="4219" b="1" dirty="0">
                <a:solidFill>
                  <a:prstClr val="white"/>
                </a:solidFill>
                <a:latin typeface="微软雅黑" pitchFamily="34" charset="-122"/>
              </a:rPr>
              <a:t>关键字</a:t>
            </a:r>
          </a:p>
        </p:txBody>
      </p:sp>
      <p:sp>
        <p:nvSpPr>
          <p:cNvPr id="21" name="TextBox 65"/>
          <p:cNvSpPr txBox="1"/>
          <p:nvPr/>
        </p:nvSpPr>
        <p:spPr>
          <a:xfrm>
            <a:off x="6351768" y="3223251"/>
            <a:ext cx="2782552" cy="779114"/>
          </a:xfrm>
          <a:prstGeom prst="rect">
            <a:avLst/>
          </a:prstGeom>
          <a:noFill/>
        </p:spPr>
        <p:txBody>
          <a:bodyPr wrap="square" lIns="128578" tIns="64289" rIns="128578" bIns="64289" rtlCol="0">
            <a:spAutoFit/>
          </a:bodyPr>
          <a:lstStyle/>
          <a:p>
            <a:pPr algn="ctr" defTabSz="964195" fontAlgn="auto">
              <a:spcBef>
                <a:spcPts val="0"/>
              </a:spcBef>
              <a:spcAft>
                <a:spcPts val="0"/>
              </a:spcAft>
            </a:pPr>
            <a:r>
              <a:rPr lang="zh-CN" altLang="en-US" sz="4219" b="1" dirty="0">
                <a:solidFill>
                  <a:prstClr val="white"/>
                </a:solidFill>
                <a:latin typeface="微软雅黑" pitchFamily="34" charset="-122"/>
              </a:rPr>
              <a:t>关键字</a:t>
            </a:r>
          </a:p>
        </p:txBody>
      </p:sp>
      <p:sp>
        <p:nvSpPr>
          <p:cNvPr id="22" name="Text Box 40"/>
          <p:cNvSpPr txBox="1">
            <a:spLocks noChangeArrowheads="1"/>
          </p:cNvSpPr>
          <p:nvPr/>
        </p:nvSpPr>
        <p:spPr bwMode="gray">
          <a:xfrm>
            <a:off x="968591" y="5589093"/>
            <a:ext cx="3864540" cy="675368"/>
          </a:xfrm>
          <a:prstGeom prst="rect">
            <a:avLst/>
          </a:prstGeom>
          <a:noFill/>
          <a:ln w="9525">
            <a:noFill/>
            <a:miter lim="800000"/>
            <a:headEnd/>
            <a:tailEnd/>
          </a:ln>
        </p:spPr>
        <p:txBody>
          <a:bodyPr wrap="square" lIns="128578" tIns="64289" rIns="128578" bIns="64289">
            <a:spAutoFit/>
          </a:bodyPr>
          <a:lstStyle/>
          <a:p>
            <a:pPr defTabSz="964195" fontAlgn="auto">
              <a:lnSpc>
                <a:spcPct val="120000"/>
              </a:lnSpc>
              <a:spcBef>
                <a:spcPts val="0"/>
              </a:spcBef>
              <a:spcAft>
                <a:spcPts val="0"/>
              </a:spcAft>
              <a:defRPr/>
            </a:pPr>
            <a:r>
              <a:rPr lang="zh-CN" altLang="en-US" sz="1477" kern="0" dirty="0">
                <a:solidFill>
                  <a:prstClr val="white"/>
                </a:solidFill>
                <a:latin typeface="微软雅黑" pitchFamily="34" charset="-122"/>
                <a:ea typeface="微软雅黑" panose="020B0503020204020204" pitchFamily="34" charset="-122"/>
              </a:rPr>
              <a:t>单击此处输入文字单击此处输入文字</a:t>
            </a:r>
          </a:p>
          <a:p>
            <a:pPr defTabSz="964195" fontAlgn="auto">
              <a:lnSpc>
                <a:spcPct val="120000"/>
              </a:lnSpc>
              <a:spcBef>
                <a:spcPts val="0"/>
              </a:spcBef>
              <a:spcAft>
                <a:spcPts val="0"/>
              </a:spcAft>
              <a:defRPr/>
            </a:pPr>
            <a:r>
              <a:rPr lang="zh-CN" altLang="en-US" sz="1477" kern="0" dirty="0">
                <a:solidFill>
                  <a:prstClr val="white"/>
                </a:solidFill>
                <a:latin typeface="微软雅黑" pitchFamily="34" charset="-122"/>
                <a:ea typeface="微软雅黑" panose="020B0503020204020204" pitchFamily="34" charset="-122"/>
              </a:rPr>
              <a:t>单击此处输入文字单击此处输入文字</a:t>
            </a:r>
          </a:p>
        </p:txBody>
      </p:sp>
      <p:sp>
        <p:nvSpPr>
          <p:cNvPr id="23" name="Rectangle 11"/>
          <p:cNvSpPr>
            <a:spLocks noChangeArrowheads="1"/>
          </p:cNvSpPr>
          <p:nvPr/>
        </p:nvSpPr>
        <p:spPr bwMode="gray">
          <a:xfrm>
            <a:off x="1072677" y="5077686"/>
            <a:ext cx="3189446" cy="457718"/>
          </a:xfrm>
          <a:prstGeom prst="rect">
            <a:avLst/>
          </a:prstGeom>
          <a:noFill/>
          <a:ln>
            <a:noFill/>
          </a:ln>
        </p:spPr>
        <p:txBody>
          <a:bodyPr lIns="0" tIns="0" rIns="0" bIns="0" anchor="ctr"/>
          <a:lstStyle/>
          <a:p>
            <a:pPr defTabSz="964195" fontAlgn="auto">
              <a:lnSpc>
                <a:spcPct val="120000"/>
              </a:lnSpc>
              <a:spcBef>
                <a:spcPts val="0"/>
              </a:spcBef>
              <a:spcAft>
                <a:spcPts val="0"/>
              </a:spcAft>
              <a:defRPr/>
            </a:pPr>
            <a:r>
              <a:rPr lang="zh-CN" altLang="en-US" sz="1898" b="1" kern="0" dirty="0">
                <a:solidFill>
                  <a:prstClr val="white"/>
                </a:solidFill>
                <a:latin typeface="微软雅黑" panose="020B0503020204020204" pitchFamily="34" charset="-122"/>
                <a:ea typeface="微软雅黑" panose="020B0503020204020204" pitchFamily="34" charset="-122"/>
              </a:rPr>
              <a:t>输入小标题</a:t>
            </a:r>
          </a:p>
        </p:txBody>
      </p:sp>
      <p:sp>
        <p:nvSpPr>
          <p:cNvPr id="24" name="Text Box 40"/>
          <p:cNvSpPr txBox="1">
            <a:spLocks noChangeArrowheads="1"/>
          </p:cNvSpPr>
          <p:nvPr/>
        </p:nvSpPr>
        <p:spPr bwMode="gray">
          <a:xfrm>
            <a:off x="7904617" y="1260530"/>
            <a:ext cx="3838316" cy="675368"/>
          </a:xfrm>
          <a:prstGeom prst="rect">
            <a:avLst/>
          </a:prstGeom>
          <a:noFill/>
          <a:ln w="9525">
            <a:noFill/>
            <a:miter lim="800000"/>
            <a:headEnd/>
            <a:tailEnd/>
          </a:ln>
        </p:spPr>
        <p:txBody>
          <a:bodyPr wrap="square" lIns="128578" tIns="64289" rIns="128578" bIns="64289">
            <a:spAutoFit/>
          </a:bodyPr>
          <a:lstStyle/>
          <a:p>
            <a:pPr algn="r" defTabSz="964195" fontAlgn="auto">
              <a:lnSpc>
                <a:spcPct val="120000"/>
              </a:lnSpc>
              <a:spcBef>
                <a:spcPts val="0"/>
              </a:spcBef>
              <a:spcAft>
                <a:spcPts val="0"/>
              </a:spcAft>
              <a:defRPr/>
            </a:pPr>
            <a:r>
              <a:rPr lang="zh-CN" altLang="en-US" sz="1477" kern="0" dirty="0">
                <a:solidFill>
                  <a:prstClr val="white"/>
                </a:solidFill>
                <a:latin typeface="微软雅黑" pitchFamily="34" charset="-122"/>
                <a:ea typeface="微软雅黑" panose="020B0503020204020204" pitchFamily="34" charset="-122"/>
              </a:rPr>
              <a:t>单击此处输入文字单击此处输入文字</a:t>
            </a:r>
          </a:p>
          <a:p>
            <a:pPr algn="r" defTabSz="964195" fontAlgn="auto">
              <a:lnSpc>
                <a:spcPct val="120000"/>
              </a:lnSpc>
              <a:spcBef>
                <a:spcPts val="0"/>
              </a:spcBef>
              <a:spcAft>
                <a:spcPts val="0"/>
              </a:spcAft>
              <a:defRPr/>
            </a:pPr>
            <a:r>
              <a:rPr lang="zh-CN" altLang="en-US" sz="1477" kern="0" dirty="0">
                <a:solidFill>
                  <a:prstClr val="white"/>
                </a:solidFill>
                <a:latin typeface="微软雅黑" pitchFamily="34" charset="-122"/>
                <a:ea typeface="微软雅黑" panose="020B0503020204020204" pitchFamily="34" charset="-122"/>
              </a:rPr>
              <a:t>单击此处输入文字单击此处输入文字</a:t>
            </a:r>
          </a:p>
        </p:txBody>
      </p:sp>
      <p:sp>
        <p:nvSpPr>
          <p:cNvPr id="25" name="Rectangle 11"/>
          <p:cNvSpPr>
            <a:spLocks noChangeArrowheads="1"/>
          </p:cNvSpPr>
          <p:nvPr/>
        </p:nvSpPr>
        <p:spPr bwMode="gray">
          <a:xfrm>
            <a:off x="8401931" y="1895792"/>
            <a:ext cx="3189446" cy="457718"/>
          </a:xfrm>
          <a:prstGeom prst="rect">
            <a:avLst/>
          </a:prstGeom>
          <a:noFill/>
          <a:ln>
            <a:noFill/>
          </a:ln>
        </p:spPr>
        <p:txBody>
          <a:bodyPr lIns="0" tIns="0" rIns="0" bIns="0" anchor="ctr"/>
          <a:lstStyle/>
          <a:p>
            <a:pPr algn="r" defTabSz="964195" fontAlgn="auto">
              <a:lnSpc>
                <a:spcPct val="120000"/>
              </a:lnSpc>
              <a:spcBef>
                <a:spcPts val="0"/>
              </a:spcBef>
              <a:spcAft>
                <a:spcPts val="0"/>
              </a:spcAft>
              <a:defRPr/>
            </a:pPr>
            <a:r>
              <a:rPr lang="zh-CN" altLang="en-US" sz="1898" b="1" kern="0" dirty="0">
                <a:solidFill>
                  <a:prstClr val="white"/>
                </a:solidFill>
                <a:latin typeface="微软雅黑" panose="020B0503020204020204" pitchFamily="34" charset="-122"/>
                <a:ea typeface="微软雅黑" panose="020B0503020204020204" pitchFamily="34" charset="-122"/>
              </a:rPr>
              <a:t>输入小标题</a:t>
            </a:r>
          </a:p>
        </p:txBody>
      </p:sp>
      <p:sp>
        <p:nvSpPr>
          <p:cNvPr id="26" name="文本框 25"/>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Tree>
    <p:extLst>
      <p:ext uri="{BB962C8B-B14F-4D97-AF65-F5344CB8AC3E}">
        <p14:creationId xmlns:p14="http://schemas.microsoft.com/office/powerpoint/2010/main" val="1718902879"/>
      </p:ext>
    </p:extLst>
  </p:cSld>
  <p:clrMapOvr>
    <a:masterClrMapping/>
  </p:clrMapOvr>
  <mc:AlternateContent xmlns:mc="http://schemas.openxmlformats.org/markup-compatibility/2006" xmlns:p14="http://schemas.microsoft.com/office/powerpoint/2010/main">
    <mc:Choice Requires="p14">
      <p:transition spd="slow" p14:dur="1250" advTm="0">
        <p14:switch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wipe(left)">
                                      <p:cBhvr>
                                        <p:cTn id="13" dur="500"/>
                                        <p:tgtEl>
                                          <p:spTgt spid="26"/>
                                        </p:tgtEl>
                                      </p:cBhvr>
                                    </p:animEffect>
                                  </p:childTnLst>
                                </p:cTn>
                              </p:par>
                            </p:childTnLst>
                          </p:cTn>
                        </p:par>
                        <p:par>
                          <p:cTn id="14" fill="hold">
                            <p:stCondLst>
                              <p:cond delay="500"/>
                            </p:stCondLst>
                            <p:childTnLst>
                              <p:par>
                                <p:cTn id="15" presetID="22" presetClass="entr" presetSubtype="8" fill="hold" grpId="0"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100"/>
                                        <p:tgtEl>
                                          <p:spTgt spid="14"/>
                                        </p:tgtEl>
                                      </p:cBhvr>
                                    </p:animEffect>
                                  </p:childTnLst>
                                </p:cTn>
                              </p:par>
                            </p:childTnLst>
                          </p:cTn>
                        </p:par>
                        <p:par>
                          <p:cTn id="18" fill="hold">
                            <p:stCondLst>
                              <p:cond delay="600"/>
                            </p:stCondLst>
                            <p:childTnLst>
                              <p:par>
                                <p:cTn id="19" presetID="22" presetClass="entr" presetSubtype="8"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ipe(left)">
                                      <p:cBhvr>
                                        <p:cTn id="21" dur="100"/>
                                        <p:tgtEl>
                                          <p:spTgt spid="15"/>
                                        </p:tgtEl>
                                      </p:cBhvr>
                                    </p:animEffect>
                                  </p:childTnLst>
                                </p:cTn>
                              </p:par>
                            </p:childTnLst>
                          </p:cTn>
                        </p:par>
                        <p:par>
                          <p:cTn id="22" fill="hold">
                            <p:stCondLst>
                              <p:cond delay="700"/>
                            </p:stCondLst>
                            <p:childTnLst>
                              <p:par>
                                <p:cTn id="23" presetID="22" presetClass="entr" presetSubtype="1" fill="hold" grpId="0" nodeType="after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wipe(up)">
                                      <p:cBhvr>
                                        <p:cTn id="25" dur="100"/>
                                        <p:tgtEl>
                                          <p:spTgt spid="18"/>
                                        </p:tgtEl>
                                      </p:cBhvr>
                                    </p:animEffect>
                                  </p:childTnLst>
                                </p:cTn>
                              </p:par>
                            </p:childTnLst>
                          </p:cTn>
                        </p:par>
                        <p:par>
                          <p:cTn id="26" fill="hold">
                            <p:stCondLst>
                              <p:cond delay="800"/>
                            </p:stCondLst>
                            <p:childTnLst>
                              <p:par>
                                <p:cTn id="27" presetID="22" presetClass="entr" presetSubtype="2" fill="hold" grpId="0" nodeType="after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ipe(right)">
                                      <p:cBhvr>
                                        <p:cTn id="29" dur="100"/>
                                        <p:tgtEl>
                                          <p:spTgt spid="17"/>
                                        </p:tgtEl>
                                      </p:cBhvr>
                                    </p:animEffect>
                                  </p:childTnLst>
                                </p:cTn>
                              </p:par>
                            </p:childTnLst>
                          </p:cTn>
                        </p:par>
                        <p:par>
                          <p:cTn id="30" fill="hold">
                            <p:stCondLst>
                              <p:cond delay="900"/>
                            </p:stCondLst>
                            <p:childTnLst>
                              <p:par>
                                <p:cTn id="31" presetID="22" presetClass="entr" presetSubtype="2"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right)">
                                      <p:cBhvr>
                                        <p:cTn id="33" dur="100"/>
                                        <p:tgtEl>
                                          <p:spTgt spid="16"/>
                                        </p:tgtEl>
                                      </p:cBhvr>
                                    </p:animEffect>
                                  </p:childTnLst>
                                </p:cTn>
                              </p:par>
                            </p:childTnLst>
                          </p:cTn>
                        </p:par>
                        <p:par>
                          <p:cTn id="34" fill="hold">
                            <p:stCondLst>
                              <p:cond delay="1000"/>
                            </p:stCondLst>
                            <p:childTnLst>
                              <p:par>
                                <p:cTn id="35" presetID="22" presetClass="entr" presetSubtype="4" fill="hold" grpId="0" nodeType="after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wipe(down)">
                                      <p:cBhvr>
                                        <p:cTn id="37" dur="100"/>
                                        <p:tgtEl>
                                          <p:spTgt spid="19"/>
                                        </p:tgtEl>
                                      </p:cBhvr>
                                    </p:animEffect>
                                  </p:childTnLst>
                                </p:cTn>
                              </p:par>
                            </p:childTnLst>
                          </p:cTn>
                        </p:par>
                        <p:par>
                          <p:cTn id="38" fill="hold">
                            <p:stCondLst>
                              <p:cond delay="1100"/>
                            </p:stCondLst>
                            <p:childTnLst>
                              <p:par>
                                <p:cTn id="39" presetID="22" presetClass="entr" presetSubtype="2"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right)">
                                      <p:cBhvr>
                                        <p:cTn id="41" dur="100"/>
                                        <p:tgtEl>
                                          <p:spTgt spid="11"/>
                                        </p:tgtEl>
                                      </p:cBhvr>
                                    </p:animEffect>
                                  </p:childTnLst>
                                </p:cTn>
                              </p:par>
                            </p:childTnLst>
                          </p:cTn>
                        </p:par>
                        <p:par>
                          <p:cTn id="42" fill="hold">
                            <p:stCondLst>
                              <p:cond delay="1200"/>
                            </p:stCondLst>
                            <p:childTnLst>
                              <p:par>
                                <p:cTn id="43" presetID="22" presetClass="entr" presetSubtype="2" fill="hold" grpId="0"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right)">
                                      <p:cBhvr>
                                        <p:cTn id="45" dur="100"/>
                                        <p:tgtEl>
                                          <p:spTgt spid="10"/>
                                        </p:tgtEl>
                                      </p:cBhvr>
                                    </p:animEffect>
                                  </p:childTnLst>
                                </p:cTn>
                              </p:par>
                            </p:childTnLst>
                          </p:cTn>
                        </p:par>
                        <p:par>
                          <p:cTn id="46" fill="hold">
                            <p:stCondLst>
                              <p:cond delay="1300"/>
                            </p:stCondLst>
                            <p:childTnLst>
                              <p:par>
                                <p:cTn id="47" presetID="22" presetClass="entr" presetSubtype="1" fill="hold" grpId="0" nodeType="after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wipe(up)">
                                      <p:cBhvr>
                                        <p:cTn id="49" dur="100"/>
                                        <p:tgtEl>
                                          <p:spTgt spid="12"/>
                                        </p:tgtEl>
                                      </p:cBhvr>
                                    </p:animEffect>
                                  </p:childTnLst>
                                </p:cTn>
                              </p:par>
                            </p:childTnLst>
                          </p:cTn>
                        </p:par>
                        <p:par>
                          <p:cTn id="50" fill="hold">
                            <p:stCondLst>
                              <p:cond delay="1400"/>
                            </p:stCondLst>
                            <p:childTnLst>
                              <p:par>
                                <p:cTn id="51" presetID="22" presetClass="entr" presetSubtype="8" fill="hold" grpId="0" nodeType="after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wipe(left)">
                                      <p:cBhvr>
                                        <p:cTn id="53" dur="100"/>
                                        <p:tgtEl>
                                          <p:spTgt spid="9"/>
                                        </p:tgtEl>
                                      </p:cBhvr>
                                    </p:animEffect>
                                  </p:childTnLst>
                                </p:cTn>
                              </p:par>
                            </p:childTnLst>
                          </p:cTn>
                        </p:par>
                        <p:par>
                          <p:cTn id="54" fill="hold">
                            <p:stCondLst>
                              <p:cond delay="1500"/>
                            </p:stCondLst>
                            <p:childTnLst>
                              <p:par>
                                <p:cTn id="55" presetID="22" presetClass="entr" presetSubtype="8" fill="hold" grpId="0" nodeType="after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wipe(left)">
                                      <p:cBhvr>
                                        <p:cTn id="57" dur="100"/>
                                        <p:tgtEl>
                                          <p:spTgt spid="13"/>
                                        </p:tgtEl>
                                      </p:cBhvr>
                                    </p:animEffect>
                                  </p:childTnLst>
                                </p:cTn>
                              </p:par>
                            </p:childTnLst>
                          </p:cTn>
                        </p:par>
                        <p:par>
                          <p:cTn id="58" fill="hold">
                            <p:stCondLst>
                              <p:cond delay="1600"/>
                            </p:stCondLst>
                            <p:childTnLst>
                              <p:par>
                                <p:cTn id="59" presetID="10" presetClass="entr" presetSubtype="0" fill="hold" nodeType="after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fade">
                                      <p:cBhvr>
                                        <p:cTn id="61" dur="300"/>
                                        <p:tgtEl>
                                          <p:spTgt spid="7"/>
                                        </p:tgtEl>
                                      </p:cBhvr>
                                    </p:animEffect>
                                  </p:childTnLst>
                                </p:cTn>
                              </p:par>
                              <p:par>
                                <p:cTn id="62" presetID="10" presetClass="entr" presetSubtype="0" fill="hold" nodeType="withEffect">
                                  <p:stCondLst>
                                    <p:cond delay="0"/>
                                  </p:stCondLst>
                                  <p:childTnLst>
                                    <p:set>
                                      <p:cBhvr>
                                        <p:cTn id="63" dur="1" fill="hold">
                                          <p:stCondLst>
                                            <p:cond delay="0"/>
                                          </p:stCondLst>
                                        </p:cTn>
                                        <p:tgtEl>
                                          <p:spTgt spid="8"/>
                                        </p:tgtEl>
                                        <p:attrNameLst>
                                          <p:attrName>style.visibility</p:attrName>
                                        </p:attrNameLst>
                                      </p:cBhvr>
                                      <p:to>
                                        <p:strVal val="visible"/>
                                      </p:to>
                                    </p:set>
                                    <p:animEffect transition="in" filter="fade">
                                      <p:cBhvr>
                                        <p:cTn id="64" dur="300"/>
                                        <p:tgtEl>
                                          <p:spTgt spid="8"/>
                                        </p:tgtEl>
                                      </p:cBhvr>
                                    </p:animEffect>
                                  </p:childTnLst>
                                </p:cTn>
                              </p:par>
                            </p:childTnLst>
                          </p:cTn>
                        </p:par>
                        <p:par>
                          <p:cTn id="65" fill="hold">
                            <p:stCondLst>
                              <p:cond delay="1900"/>
                            </p:stCondLst>
                            <p:childTnLst>
                              <p:par>
                                <p:cTn id="66" presetID="10" presetClass="entr" presetSubtype="0" fill="hold" grpId="0" nodeType="after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par>
                          <p:cTn id="72" fill="hold">
                            <p:stCondLst>
                              <p:cond delay="2400"/>
                            </p:stCondLst>
                            <p:childTnLst>
                              <p:par>
                                <p:cTn id="73" presetID="41" presetClass="entr" presetSubtype="0" fill="hold" grpId="0" nodeType="afterEffect">
                                  <p:stCondLst>
                                    <p:cond delay="0"/>
                                  </p:stCondLst>
                                  <p:iterate type="lt">
                                    <p:tmPct val="10000"/>
                                  </p:iterate>
                                  <p:childTnLst>
                                    <p:set>
                                      <p:cBhvr>
                                        <p:cTn id="74" dur="1" fill="hold">
                                          <p:stCondLst>
                                            <p:cond delay="0"/>
                                          </p:stCondLst>
                                        </p:cTn>
                                        <p:tgtEl>
                                          <p:spTgt spid="23"/>
                                        </p:tgtEl>
                                        <p:attrNameLst>
                                          <p:attrName>style.visibility</p:attrName>
                                        </p:attrNameLst>
                                      </p:cBhvr>
                                      <p:to>
                                        <p:strVal val="visible"/>
                                      </p:to>
                                    </p:set>
                                    <p:anim calcmode="lin" valueType="num">
                                      <p:cBhvr>
                                        <p:cTn id="75"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76" dur="500" fill="hold"/>
                                        <p:tgtEl>
                                          <p:spTgt spid="23"/>
                                        </p:tgtEl>
                                        <p:attrNameLst>
                                          <p:attrName>ppt_y</p:attrName>
                                        </p:attrNameLst>
                                      </p:cBhvr>
                                      <p:tavLst>
                                        <p:tav tm="0">
                                          <p:val>
                                            <p:strVal val="#ppt_y"/>
                                          </p:val>
                                        </p:tav>
                                        <p:tav tm="100000">
                                          <p:val>
                                            <p:strVal val="#ppt_y"/>
                                          </p:val>
                                        </p:tav>
                                      </p:tavLst>
                                    </p:anim>
                                    <p:anim calcmode="lin" valueType="num">
                                      <p:cBhvr>
                                        <p:cTn id="77"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78"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79" dur="500" tmFilter="0,0; .5, 1; 1, 1"/>
                                        <p:tgtEl>
                                          <p:spTgt spid="23"/>
                                        </p:tgtEl>
                                      </p:cBhvr>
                                    </p:animEffect>
                                  </p:childTnLst>
                                </p:cTn>
                              </p:par>
                            </p:childTnLst>
                          </p:cTn>
                        </p:par>
                        <p:par>
                          <p:cTn id="80" fill="hold">
                            <p:stCondLst>
                              <p:cond delay="3100"/>
                            </p:stCondLst>
                            <p:childTnLst>
                              <p:par>
                                <p:cTn id="81" presetID="42" presetClass="entr" presetSubtype="0" fill="hold" grpId="0" nodeType="afterEffect">
                                  <p:stCondLst>
                                    <p:cond delay="0"/>
                                  </p:stCondLst>
                                  <p:childTnLst>
                                    <p:set>
                                      <p:cBhvr>
                                        <p:cTn id="82" dur="1" fill="hold">
                                          <p:stCondLst>
                                            <p:cond delay="0"/>
                                          </p:stCondLst>
                                        </p:cTn>
                                        <p:tgtEl>
                                          <p:spTgt spid="22"/>
                                        </p:tgtEl>
                                        <p:attrNameLst>
                                          <p:attrName>style.visibility</p:attrName>
                                        </p:attrNameLst>
                                      </p:cBhvr>
                                      <p:to>
                                        <p:strVal val="visible"/>
                                      </p:to>
                                    </p:set>
                                    <p:animEffect transition="in" filter="fade">
                                      <p:cBhvr>
                                        <p:cTn id="83" dur="750"/>
                                        <p:tgtEl>
                                          <p:spTgt spid="22"/>
                                        </p:tgtEl>
                                      </p:cBhvr>
                                    </p:animEffect>
                                    <p:anim calcmode="lin" valueType="num">
                                      <p:cBhvr>
                                        <p:cTn id="84" dur="750" fill="hold"/>
                                        <p:tgtEl>
                                          <p:spTgt spid="22"/>
                                        </p:tgtEl>
                                        <p:attrNameLst>
                                          <p:attrName>ppt_x</p:attrName>
                                        </p:attrNameLst>
                                      </p:cBhvr>
                                      <p:tavLst>
                                        <p:tav tm="0">
                                          <p:val>
                                            <p:strVal val="#ppt_x"/>
                                          </p:val>
                                        </p:tav>
                                        <p:tav tm="100000">
                                          <p:val>
                                            <p:strVal val="#ppt_x"/>
                                          </p:val>
                                        </p:tav>
                                      </p:tavLst>
                                    </p:anim>
                                    <p:anim calcmode="lin" valueType="num">
                                      <p:cBhvr>
                                        <p:cTn id="85" dur="750" fill="hold"/>
                                        <p:tgtEl>
                                          <p:spTgt spid="22"/>
                                        </p:tgtEl>
                                        <p:attrNameLst>
                                          <p:attrName>ppt_y</p:attrName>
                                        </p:attrNameLst>
                                      </p:cBhvr>
                                      <p:tavLst>
                                        <p:tav tm="0">
                                          <p:val>
                                            <p:strVal val="#ppt_y+.1"/>
                                          </p:val>
                                        </p:tav>
                                        <p:tav tm="100000">
                                          <p:val>
                                            <p:strVal val="#ppt_y"/>
                                          </p:val>
                                        </p:tav>
                                      </p:tavLst>
                                    </p:anim>
                                  </p:childTnLst>
                                </p:cTn>
                              </p:par>
                            </p:childTnLst>
                          </p:cTn>
                        </p:par>
                        <p:par>
                          <p:cTn id="86" fill="hold">
                            <p:stCondLst>
                              <p:cond delay="3850"/>
                            </p:stCondLst>
                            <p:childTnLst>
                              <p:par>
                                <p:cTn id="87" presetID="41" presetClass="entr" presetSubtype="0" fill="hold" grpId="0" nodeType="afterEffect">
                                  <p:stCondLst>
                                    <p:cond delay="0"/>
                                  </p:stCondLst>
                                  <p:iterate type="lt">
                                    <p:tmPct val="10000"/>
                                  </p:iterate>
                                  <p:childTnLst>
                                    <p:set>
                                      <p:cBhvr>
                                        <p:cTn id="88" dur="1" fill="hold">
                                          <p:stCondLst>
                                            <p:cond delay="0"/>
                                          </p:stCondLst>
                                        </p:cTn>
                                        <p:tgtEl>
                                          <p:spTgt spid="25"/>
                                        </p:tgtEl>
                                        <p:attrNameLst>
                                          <p:attrName>style.visibility</p:attrName>
                                        </p:attrNameLst>
                                      </p:cBhvr>
                                      <p:to>
                                        <p:strVal val="visible"/>
                                      </p:to>
                                    </p:set>
                                    <p:anim calcmode="lin" valueType="num">
                                      <p:cBhvr>
                                        <p:cTn id="89"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90" dur="500" fill="hold"/>
                                        <p:tgtEl>
                                          <p:spTgt spid="25"/>
                                        </p:tgtEl>
                                        <p:attrNameLst>
                                          <p:attrName>ppt_y</p:attrName>
                                        </p:attrNameLst>
                                      </p:cBhvr>
                                      <p:tavLst>
                                        <p:tav tm="0">
                                          <p:val>
                                            <p:strVal val="#ppt_y"/>
                                          </p:val>
                                        </p:tav>
                                        <p:tav tm="100000">
                                          <p:val>
                                            <p:strVal val="#ppt_y"/>
                                          </p:val>
                                        </p:tav>
                                      </p:tavLst>
                                    </p:anim>
                                    <p:anim calcmode="lin" valueType="num">
                                      <p:cBhvr>
                                        <p:cTn id="91"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92"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93" dur="500" tmFilter="0,0; .5, 1; 1, 1"/>
                                        <p:tgtEl>
                                          <p:spTgt spid="25"/>
                                        </p:tgtEl>
                                      </p:cBhvr>
                                    </p:animEffect>
                                  </p:childTnLst>
                                </p:cTn>
                              </p:par>
                            </p:childTnLst>
                          </p:cTn>
                        </p:par>
                        <p:par>
                          <p:cTn id="94" fill="hold">
                            <p:stCondLst>
                              <p:cond delay="4550"/>
                            </p:stCondLst>
                            <p:childTnLst>
                              <p:par>
                                <p:cTn id="95" presetID="42" presetClass="entr" presetSubtype="0" fill="hold" grpId="0" nodeType="after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fade">
                                      <p:cBhvr>
                                        <p:cTn id="97" dur="750"/>
                                        <p:tgtEl>
                                          <p:spTgt spid="24"/>
                                        </p:tgtEl>
                                      </p:cBhvr>
                                    </p:animEffect>
                                    <p:anim calcmode="lin" valueType="num">
                                      <p:cBhvr>
                                        <p:cTn id="98" dur="750" fill="hold"/>
                                        <p:tgtEl>
                                          <p:spTgt spid="24"/>
                                        </p:tgtEl>
                                        <p:attrNameLst>
                                          <p:attrName>ppt_x</p:attrName>
                                        </p:attrNameLst>
                                      </p:cBhvr>
                                      <p:tavLst>
                                        <p:tav tm="0">
                                          <p:val>
                                            <p:strVal val="#ppt_x"/>
                                          </p:val>
                                        </p:tav>
                                        <p:tav tm="100000">
                                          <p:val>
                                            <p:strVal val="#ppt_x"/>
                                          </p:val>
                                        </p:tav>
                                      </p:tavLst>
                                    </p:anim>
                                    <p:anim calcmode="lin" valueType="num">
                                      <p:cBhvr>
                                        <p:cTn id="99" dur="75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p:bldP spid="21" grpId="0"/>
      <p:bldP spid="22" grpId="0"/>
      <p:bldP spid="23" grpId="0"/>
      <p:bldP spid="24" grpId="0"/>
      <p:bldP spid="25" grpId="0"/>
      <p:bldP spid="26"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椭圆 6"/>
          <p:cNvSpPr/>
          <p:nvPr/>
        </p:nvSpPr>
        <p:spPr>
          <a:xfrm>
            <a:off x="1645044" y="2325315"/>
            <a:ext cx="1898544" cy="1898544"/>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r>
              <a:rPr lang="en-US" altLang="zh-CN" sz="3797" dirty="0">
                <a:solidFill>
                  <a:prstClr val="white"/>
                </a:solidFill>
                <a:latin typeface="HelveticaNeueLT Pro 35 Th" pitchFamily="34" charset="0"/>
              </a:rPr>
              <a:t>75%</a:t>
            </a:r>
            <a:endParaRPr lang="zh-CN" altLang="en-US" sz="3797" dirty="0">
              <a:solidFill>
                <a:prstClr val="white"/>
              </a:solidFill>
              <a:latin typeface="HelveticaNeueLT Pro 35 Th" pitchFamily="34" charset="0"/>
            </a:endParaRPr>
          </a:p>
        </p:txBody>
      </p:sp>
      <p:sp>
        <p:nvSpPr>
          <p:cNvPr id="8" name="椭圆 7"/>
          <p:cNvSpPr/>
          <p:nvPr/>
        </p:nvSpPr>
        <p:spPr>
          <a:xfrm>
            <a:off x="4201750" y="2325315"/>
            <a:ext cx="1898544" cy="1898544"/>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r>
              <a:rPr lang="en-US" altLang="zh-CN" sz="3797">
                <a:solidFill>
                  <a:prstClr val="white"/>
                </a:solidFill>
                <a:latin typeface="HelveticaNeueLT Pro 35 Th" pitchFamily="34" charset="0"/>
              </a:rPr>
              <a:t>50%</a:t>
            </a:r>
            <a:endParaRPr lang="zh-CN" altLang="en-US" sz="3797">
              <a:solidFill>
                <a:prstClr val="white"/>
              </a:solidFill>
              <a:latin typeface="HelveticaNeueLT Pro 35 Th" pitchFamily="34" charset="0"/>
            </a:endParaRPr>
          </a:p>
        </p:txBody>
      </p:sp>
      <p:sp>
        <p:nvSpPr>
          <p:cNvPr id="9" name="椭圆 8"/>
          <p:cNvSpPr/>
          <p:nvPr/>
        </p:nvSpPr>
        <p:spPr>
          <a:xfrm>
            <a:off x="6758456" y="2325315"/>
            <a:ext cx="1898544" cy="1898544"/>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r>
              <a:rPr lang="en-US" altLang="zh-CN" sz="3797">
                <a:solidFill>
                  <a:prstClr val="white"/>
                </a:solidFill>
                <a:latin typeface="HelveticaNeueLT Pro 35 Th" pitchFamily="34" charset="0"/>
              </a:rPr>
              <a:t>25%</a:t>
            </a:r>
            <a:endParaRPr lang="zh-CN" altLang="en-US" sz="3797">
              <a:solidFill>
                <a:prstClr val="white"/>
              </a:solidFill>
              <a:latin typeface="HelveticaNeueLT Pro 35 Th" pitchFamily="34" charset="0"/>
            </a:endParaRPr>
          </a:p>
        </p:txBody>
      </p:sp>
      <p:sp>
        <p:nvSpPr>
          <p:cNvPr id="10" name="椭圆 9"/>
          <p:cNvSpPr/>
          <p:nvPr/>
        </p:nvSpPr>
        <p:spPr>
          <a:xfrm>
            <a:off x="9315162" y="2325315"/>
            <a:ext cx="1898544" cy="1898544"/>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r>
              <a:rPr lang="en-US" altLang="zh-CN" sz="3797">
                <a:solidFill>
                  <a:prstClr val="white"/>
                </a:solidFill>
                <a:latin typeface="HelveticaNeueLT Pro 35 Th" pitchFamily="34" charset="0"/>
              </a:rPr>
              <a:t>10%</a:t>
            </a:r>
            <a:endParaRPr lang="zh-CN" altLang="en-US" sz="3797">
              <a:solidFill>
                <a:prstClr val="white"/>
              </a:solidFill>
              <a:latin typeface="HelveticaNeueLT Pro 35 Th" pitchFamily="34" charset="0"/>
            </a:endParaRPr>
          </a:p>
        </p:txBody>
      </p:sp>
      <p:sp>
        <p:nvSpPr>
          <p:cNvPr id="11" name="椭圆 85"/>
          <p:cNvSpPr/>
          <p:nvPr/>
        </p:nvSpPr>
        <p:spPr>
          <a:xfrm>
            <a:off x="1645044" y="2324138"/>
            <a:ext cx="1898544" cy="1898544"/>
          </a:xfrm>
          <a:custGeom>
            <a:avLst/>
            <a:gdLst>
              <a:gd name="connsiteX0" fmla="*/ 0 w 1800200"/>
              <a:gd name="connsiteY0" fmla="*/ 900100 h 1800200"/>
              <a:gd name="connsiteX1" fmla="*/ 900100 w 1800200"/>
              <a:gd name="connsiteY1" fmla="*/ 0 h 1800200"/>
              <a:gd name="connsiteX2" fmla="*/ 1800200 w 1800200"/>
              <a:gd name="connsiteY2" fmla="*/ 900100 h 1800200"/>
              <a:gd name="connsiteX3" fmla="*/ 900100 w 1800200"/>
              <a:gd name="connsiteY3" fmla="*/ 1800200 h 1800200"/>
              <a:gd name="connsiteX4" fmla="*/ 0 w 1800200"/>
              <a:gd name="connsiteY4" fmla="*/ 90010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4" fmla="*/ 991540 w 1800200"/>
              <a:gd name="connsiteY4" fmla="*/ 9144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Lst>
            <a:ahLst/>
            <a:cxnLst>
              <a:cxn ang="0">
                <a:pos x="connsiteX0" y="connsiteY0"/>
              </a:cxn>
              <a:cxn ang="0">
                <a:pos x="connsiteX1" y="connsiteY1"/>
              </a:cxn>
              <a:cxn ang="0">
                <a:pos x="connsiteX2" y="connsiteY2"/>
              </a:cxn>
              <a:cxn ang="0">
                <a:pos x="connsiteX3" y="connsiteY3"/>
              </a:cxn>
            </a:cxnLst>
            <a:rect l="l" t="t" r="r" b="b"/>
            <a:pathLst>
              <a:path w="1800200" h="1800200">
                <a:moveTo>
                  <a:pt x="900100" y="0"/>
                </a:moveTo>
                <a:cubicBezTo>
                  <a:pt x="1397212" y="0"/>
                  <a:pt x="1800200" y="402988"/>
                  <a:pt x="1800200" y="900100"/>
                </a:cubicBezTo>
                <a:cubicBezTo>
                  <a:pt x="1800200" y="1397212"/>
                  <a:pt x="1397212" y="1800200"/>
                  <a:pt x="900100" y="1800200"/>
                </a:cubicBezTo>
                <a:cubicBezTo>
                  <a:pt x="402988" y="1800200"/>
                  <a:pt x="0" y="1397212"/>
                  <a:pt x="0" y="900100"/>
                </a:cubicBez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2" name="椭圆 85"/>
          <p:cNvSpPr/>
          <p:nvPr/>
        </p:nvSpPr>
        <p:spPr>
          <a:xfrm>
            <a:off x="5151023" y="2324138"/>
            <a:ext cx="949272" cy="1898544"/>
          </a:xfrm>
          <a:custGeom>
            <a:avLst/>
            <a:gdLst>
              <a:gd name="connsiteX0" fmla="*/ 0 w 1800200"/>
              <a:gd name="connsiteY0" fmla="*/ 900100 h 1800200"/>
              <a:gd name="connsiteX1" fmla="*/ 900100 w 1800200"/>
              <a:gd name="connsiteY1" fmla="*/ 0 h 1800200"/>
              <a:gd name="connsiteX2" fmla="*/ 1800200 w 1800200"/>
              <a:gd name="connsiteY2" fmla="*/ 900100 h 1800200"/>
              <a:gd name="connsiteX3" fmla="*/ 900100 w 1800200"/>
              <a:gd name="connsiteY3" fmla="*/ 1800200 h 1800200"/>
              <a:gd name="connsiteX4" fmla="*/ 0 w 1800200"/>
              <a:gd name="connsiteY4" fmla="*/ 90010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4" fmla="*/ 991540 w 1800200"/>
              <a:gd name="connsiteY4" fmla="*/ 9144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0" fmla="*/ 0 w 900100"/>
              <a:gd name="connsiteY0" fmla="*/ 0 h 1800200"/>
              <a:gd name="connsiteX1" fmla="*/ 900100 w 900100"/>
              <a:gd name="connsiteY1" fmla="*/ 900100 h 1800200"/>
              <a:gd name="connsiteX2" fmla="*/ 0 w 900100"/>
              <a:gd name="connsiteY2" fmla="*/ 1800200 h 1800200"/>
            </a:gdLst>
            <a:ahLst/>
            <a:cxnLst>
              <a:cxn ang="0">
                <a:pos x="connsiteX0" y="connsiteY0"/>
              </a:cxn>
              <a:cxn ang="0">
                <a:pos x="connsiteX1" y="connsiteY1"/>
              </a:cxn>
              <a:cxn ang="0">
                <a:pos x="connsiteX2" y="connsiteY2"/>
              </a:cxn>
            </a:cxnLst>
            <a:rect l="l" t="t" r="r" b="b"/>
            <a:pathLst>
              <a:path w="900100" h="1800200">
                <a:moveTo>
                  <a:pt x="0" y="0"/>
                </a:moveTo>
                <a:cubicBezTo>
                  <a:pt x="497112" y="0"/>
                  <a:pt x="900100" y="402988"/>
                  <a:pt x="900100" y="900100"/>
                </a:cubicBezTo>
                <a:cubicBezTo>
                  <a:pt x="900100" y="1397212"/>
                  <a:pt x="497112" y="1800200"/>
                  <a:pt x="0" y="1800200"/>
                </a:cubicBez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3" name="椭圆 85"/>
          <p:cNvSpPr/>
          <p:nvPr/>
        </p:nvSpPr>
        <p:spPr>
          <a:xfrm>
            <a:off x="7707729" y="2324139"/>
            <a:ext cx="949272" cy="949272"/>
          </a:xfrm>
          <a:custGeom>
            <a:avLst/>
            <a:gdLst>
              <a:gd name="connsiteX0" fmla="*/ 0 w 1800200"/>
              <a:gd name="connsiteY0" fmla="*/ 900100 h 1800200"/>
              <a:gd name="connsiteX1" fmla="*/ 900100 w 1800200"/>
              <a:gd name="connsiteY1" fmla="*/ 0 h 1800200"/>
              <a:gd name="connsiteX2" fmla="*/ 1800200 w 1800200"/>
              <a:gd name="connsiteY2" fmla="*/ 900100 h 1800200"/>
              <a:gd name="connsiteX3" fmla="*/ 900100 w 1800200"/>
              <a:gd name="connsiteY3" fmla="*/ 1800200 h 1800200"/>
              <a:gd name="connsiteX4" fmla="*/ 0 w 1800200"/>
              <a:gd name="connsiteY4" fmla="*/ 90010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4" fmla="*/ 991540 w 1800200"/>
              <a:gd name="connsiteY4" fmla="*/ 9144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0" fmla="*/ 0 w 900100"/>
              <a:gd name="connsiteY0" fmla="*/ 0 h 1800200"/>
              <a:gd name="connsiteX1" fmla="*/ 900100 w 900100"/>
              <a:gd name="connsiteY1" fmla="*/ 900100 h 1800200"/>
              <a:gd name="connsiteX2" fmla="*/ 0 w 900100"/>
              <a:gd name="connsiteY2" fmla="*/ 1800200 h 1800200"/>
              <a:gd name="connsiteX0" fmla="*/ 0 w 900100"/>
              <a:gd name="connsiteY0" fmla="*/ 0 h 900100"/>
              <a:gd name="connsiteX1" fmla="*/ 900100 w 900100"/>
              <a:gd name="connsiteY1" fmla="*/ 900100 h 900100"/>
            </a:gdLst>
            <a:ahLst/>
            <a:cxnLst>
              <a:cxn ang="0">
                <a:pos x="connsiteX0" y="connsiteY0"/>
              </a:cxn>
              <a:cxn ang="0">
                <a:pos x="connsiteX1" y="connsiteY1"/>
              </a:cxn>
            </a:cxnLst>
            <a:rect l="l" t="t" r="r" b="b"/>
            <a:pathLst>
              <a:path w="900100" h="900100">
                <a:moveTo>
                  <a:pt x="0" y="0"/>
                </a:moveTo>
                <a:cubicBezTo>
                  <a:pt x="497112" y="0"/>
                  <a:pt x="900100" y="402988"/>
                  <a:pt x="900100" y="900100"/>
                </a:cubicBez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4" name="椭圆 85"/>
          <p:cNvSpPr/>
          <p:nvPr/>
        </p:nvSpPr>
        <p:spPr>
          <a:xfrm>
            <a:off x="10264435" y="2323698"/>
            <a:ext cx="440074" cy="107277"/>
          </a:xfrm>
          <a:custGeom>
            <a:avLst/>
            <a:gdLst>
              <a:gd name="connsiteX0" fmla="*/ 0 w 1800200"/>
              <a:gd name="connsiteY0" fmla="*/ 900100 h 1800200"/>
              <a:gd name="connsiteX1" fmla="*/ 900100 w 1800200"/>
              <a:gd name="connsiteY1" fmla="*/ 0 h 1800200"/>
              <a:gd name="connsiteX2" fmla="*/ 1800200 w 1800200"/>
              <a:gd name="connsiteY2" fmla="*/ 900100 h 1800200"/>
              <a:gd name="connsiteX3" fmla="*/ 900100 w 1800200"/>
              <a:gd name="connsiteY3" fmla="*/ 1800200 h 1800200"/>
              <a:gd name="connsiteX4" fmla="*/ 0 w 1800200"/>
              <a:gd name="connsiteY4" fmla="*/ 90010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4" fmla="*/ 991540 w 1800200"/>
              <a:gd name="connsiteY4" fmla="*/ 91440 h 1800200"/>
              <a:gd name="connsiteX0" fmla="*/ 900100 w 1800200"/>
              <a:gd name="connsiteY0" fmla="*/ 0 h 1800200"/>
              <a:gd name="connsiteX1" fmla="*/ 1800200 w 1800200"/>
              <a:gd name="connsiteY1" fmla="*/ 900100 h 1800200"/>
              <a:gd name="connsiteX2" fmla="*/ 900100 w 1800200"/>
              <a:gd name="connsiteY2" fmla="*/ 1800200 h 1800200"/>
              <a:gd name="connsiteX3" fmla="*/ 0 w 1800200"/>
              <a:gd name="connsiteY3" fmla="*/ 900100 h 1800200"/>
              <a:gd name="connsiteX0" fmla="*/ 0 w 900100"/>
              <a:gd name="connsiteY0" fmla="*/ 0 h 1800200"/>
              <a:gd name="connsiteX1" fmla="*/ 900100 w 900100"/>
              <a:gd name="connsiteY1" fmla="*/ 900100 h 1800200"/>
              <a:gd name="connsiteX2" fmla="*/ 0 w 900100"/>
              <a:gd name="connsiteY2" fmla="*/ 1800200 h 1800200"/>
              <a:gd name="connsiteX0" fmla="*/ 0 w 900100"/>
              <a:gd name="connsiteY0" fmla="*/ 0 h 900100"/>
              <a:gd name="connsiteX1" fmla="*/ 900100 w 900100"/>
              <a:gd name="connsiteY1" fmla="*/ 900100 h 900100"/>
              <a:gd name="connsiteX0" fmla="*/ 0 w 900100"/>
              <a:gd name="connsiteY0" fmla="*/ 0 h 900100"/>
              <a:gd name="connsiteX1" fmla="*/ 417278 w 900100"/>
              <a:gd name="connsiteY1" fmla="*/ 101302 h 900100"/>
              <a:gd name="connsiteX2" fmla="*/ 900100 w 900100"/>
              <a:gd name="connsiteY2" fmla="*/ 900100 h 900100"/>
              <a:gd name="connsiteX0" fmla="*/ 0 w 900100"/>
              <a:gd name="connsiteY0" fmla="*/ 0 h 900100"/>
              <a:gd name="connsiteX1" fmla="*/ 417278 w 900100"/>
              <a:gd name="connsiteY1" fmla="*/ 101302 h 900100"/>
              <a:gd name="connsiteX2" fmla="*/ 900100 w 900100"/>
              <a:gd name="connsiteY2" fmla="*/ 900100 h 900100"/>
              <a:gd name="connsiteX0" fmla="*/ 0 w 900100"/>
              <a:gd name="connsiteY0" fmla="*/ 0 h 900100"/>
              <a:gd name="connsiteX1" fmla="*/ 417278 w 900100"/>
              <a:gd name="connsiteY1" fmla="*/ 101302 h 900100"/>
              <a:gd name="connsiteX2" fmla="*/ 900100 w 900100"/>
              <a:gd name="connsiteY2" fmla="*/ 900100 h 900100"/>
              <a:gd name="connsiteX0" fmla="*/ 0 w 900100"/>
              <a:gd name="connsiteY0" fmla="*/ 330 h 900430"/>
              <a:gd name="connsiteX1" fmla="*/ 417278 w 900100"/>
              <a:gd name="connsiteY1" fmla="*/ 101632 h 900430"/>
              <a:gd name="connsiteX2" fmla="*/ 900100 w 900100"/>
              <a:gd name="connsiteY2" fmla="*/ 900430 h 900430"/>
              <a:gd name="connsiteX0" fmla="*/ 0 w 417278"/>
              <a:gd name="connsiteY0" fmla="*/ 330 h 101632"/>
              <a:gd name="connsiteX1" fmla="*/ 417278 w 417278"/>
              <a:gd name="connsiteY1" fmla="*/ 101632 h 101632"/>
              <a:gd name="connsiteX0" fmla="*/ 0 w 417278"/>
              <a:gd name="connsiteY0" fmla="*/ 418 h 101720"/>
              <a:gd name="connsiteX1" fmla="*/ 417278 w 417278"/>
              <a:gd name="connsiteY1" fmla="*/ 101720 h 101720"/>
            </a:gdLst>
            <a:ahLst/>
            <a:cxnLst>
              <a:cxn ang="0">
                <a:pos x="connsiteX0" y="connsiteY0"/>
              </a:cxn>
              <a:cxn ang="0">
                <a:pos x="connsiteX1" y="connsiteY1"/>
              </a:cxn>
            </a:cxnLst>
            <a:rect l="l" t="t" r="r" b="b"/>
            <a:pathLst>
              <a:path w="417278" h="101720">
                <a:moveTo>
                  <a:pt x="0" y="418"/>
                </a:moveTo>
                <a:cubicBezTo>
                  <a:pt x="158143" y="-3915"/>
                  <a:pt x="282947" y="25091"/>
                  <a:pt x="417278" y="101720"/>
                </a:cubicBezTo>
              </a:path>
            </a:pathLst>
          </a:cu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5" name="TextBox 90"/>
          <p:cNvSpPr txBox="1"/>
          <p:nvPr/>
        </p:nvSpPr>
        <p:spPr>
          <a:xfrm>
            <a:off x="1308390" y="4599672"/>
            <a:ext cx="2348720" cy="1552797"/>
          </a:xfrm>
          <a:prstGeom prst="rect">
            <a:avLst/>
          </a:prstGeom>
          <a:noFill/>
        </p:spPr>
        <p:txBody>
          <a:bodyPr wrap="none" rtlCol="0">
            <a:spAutoFit/>
          </a:bodyPr>
          <a:lstStyle/>
          <a:p>
            <a:pPr algn="ctr" defTabSz="964372" fontAlgn="auto">
              <a:spcBef>
                <a:spcPts val="0"/>
              </a:spcBef>
              <a:spcAft>
                <a:spcPts val="0"/>
              </a:spcAft>
            </a:pPr>
            <a:r>
              <a:rPr lang="zh-CN" altLang="en-US" sz="2109">
                <a:solidFill>
                  <a:prstClr val="white"/>
                </a:solidFill>
                <a:latin typeface="华文黑体" pitchFamily="2" charset="-122"/>
                <a:ea typeface="华文黑体" pitchFamily="2" charset="-122"/>
                <a:cs typeface="华文黑体" pitchFamily="2" charset="-122"/>
              </a:rPr>
              <a:t>单击添加标题</a:t>
            </a:r>
            <a:endParaRPr lang="en-US" altLang="zh-CN" sz="2109">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endParaRPr lang="en-US" altLang="zh-CN" sz="633">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文本单击添加文本单击</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添加文本单击添加文本</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a:t>
            </a:r>
          </a:p>
        </p:txBody>
      </p:sp>
      <p:sp>
        <p:nvSpPr>
          <p:cNvPr id="16" name="TextBox 92"/>
          <p:cNvSpPr txBox="1"/>
          <p:nvPr/>
        </p:nvSpPr>
        <p:spPr>
          <a:xfrm>
            <a:off x="3976663" y="4599671"/>
            <a:ext cx="2348720" cy="1293175"/>
          </a:xfrm>
          <a:prstGeom prst="rect">
            <a:avLst/>
          </a:prstGeom>
          <a:noFill/>
        </p:spPr>
        <p:txBody>
          <a:bodyPr wrap="none" rtlCol="0">
            <a:spAutoFit/>
          </a:bodyPr>
          <a:lstStyle/>
          <a:p>
            <a:pPr algn="ctr" defTabSz="964372" fontAlgn="auto">
              <a:spcBef>
                <a:spcPts val="0"/>
              </a:spcBef>
              <a:spcAft>
                <a:spcPts val="0"/>
              </a:spcAft>
            </a:pPr>
            <a:r>
              <a:rPr lang="zh-CN" altLang="en-US" sz="2109">
                <a:solidFill>
                  <a:prstClr val="white"/>
                </a:solidFill>
                <a:latin typeface="华文黑体" pitchFamily="2" charset="-122"/>
                <a:ea typeface="华文黑体" pitchFamily="2" charset="-122"/>
                <a:cs typeface="华文黑体" pitchFamily="2" charset="-122"/>
              </a:rPr>
              <a:t>单击添加标题</a:t>
            </a:r>
            <a:endParaRPr lang="en-US" altLang="zh-CN" sz="2109">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endParaRPr lang="en-US" altLang="zh-CN" sz="633">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文本单击添加文本单击</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添加文本单击添加文本</a:t>
            </a:r>
          </a:p>
        </p:txBody>
      </p:sp>
      <p:sp>
        <p:nvSpPr>
          <p:cNvPr id="17" name="TextBox 93"/>
          <p:cNvSpPr txBox="1"/>
          <p:nvPr/>
        </p:nvSpPr>
        <p:spPr>
          <a:xfrm>
            <a:off x="6533370" y="4599672"/>
            <a:ext cx="2348720" cy="1552797"/>
          </a:xfrm>
          <a:prstGeom prst="rect">
            <a:avLst/>
          </a:prstGeom>
          <a:noFill/>
        </p:spPr>
        <p:txBody>
          <a:bodyPr wrap="none" rtlCol="0">
            <a:spAutoFit/>
          </a:bodyPr>
          <a:lstStyle/>
          <a:p>
            <a:pPr algn="ctr" defTabSz="964372" fontAlgn="auto">
              <a:spcBef>
                <a:spcPts val="0"/>
              </a:spcBef>
              <a:spcAft>
                <a:spcPts val="0"/>
              </a:spcAft>
            </a:pPr>
            <a:r>
              <a:rPr lang="zh-CN" altLang="en-US" sz="2109">
                <a:solidFill>
                  <a:prstClr val="white"/>
                </a:solidFill>
                <a:latin typeface="华文黑体" pitchFamily="2" charset="-122"/>
                <a:ea typeface="华文黑体" pitchFamily="2" charset="-122"/>
                <a:cs typeface="华文黑体" pitchFamily="2" charset="-122"/>
              </a:rPr>
              <a:t>单击添加标题</a:t>
            </a:r>
            <a:endParaRPr lang="en-US" altLang="zh-CN" sz="2109">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endParaRPr lang="en-US" altLang="zh-CN" sz="633">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文本单击添加文本单击</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添加文本单击添加文本</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a:t>
            </a:r>
          </a:p>
        </p:txBody>
      </p:sp>
      <p:sp>
        <p:nvSpPr>
          <p:cNvPr id="18" name="TextBox 94"/>
          <p:cNvSpPr txBox="1"/>
          <p:nvPr/>
        </p:nvSpPr>
        <p:spPr>
          <a:xfrm>
            <a:off x="9090076" y="4599671"/>
            <a:ext cx="2348720" cy="1293175"/>
          </a:xfrm>
          <a:prstGeom prst="rect">
            <a:avLst/>
          </a:prstGeom>
          <a:noFill/>
        </p:spPr>
        <p:txBody>
          <a:bodyPr wrap="none" rtlCol="0">
            <a:spAutoFit/>
          </a:bodyPr>
          <a:lstStyle/>
          <a:p>
            <a:pPr algn="ctr" defTabSz="964372" fontAlgn="auto">
              <a:spcBef>
                <a:spcPts val="0"/>
              </a:spcBef>
              <a:spcAft>
                <a:spcPts val="0"/>
              </a:spcAft>
            </a:pPr>
            <a:r>
              <a:rPr lang="zh-CN" altLang="en-US" sz="2109">
                <a:solidFill>
                  <a:prstClr val="white"/>
                </a:solidFill>
                <a:latin typeface="华文黑体" pitchFamily="2" charset="-122"/>
                <a:ea typeface="华文黑体" pitchFamily="2" charset="-122"/>
                <a:cs typeface="华文黑体" pitchFamily="2" charset="-122"/>
              </a:rPr>
              <a:t>单击添加标题</a:t>
            </a:r>
            <a:endParaRPr lang="en-US" altLang="zh-CN" sz="2109">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endParaRPr lang="en-US" altLang="zh-CN" sz="633">
              <a:solidFill>
                <a:prstClr val="white"/>
              </a:solidFill>
              <a:latin typeface="华文黑体" pitchFamily="2" charset="-122"/>
              <a:ea typeface="华文黑体"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文本单击添加文本单击</a:t>
            </a:r>
            <a:endParaRPr lang="en-US" altLang="zh-CN" sz="1687">
              <a:solidFill>
                <a:prstClr val="white"/>
              </a:solidFill>
              <a:latin typeface="华文细黑" pitchFamily="2" charset="-122"/>
              <a:ea typeface="华文细黑" pitchFamily="2" charset="-122"/>
              <a:cs typeface="华文黑体" pitchFamily="2" charset="-122"/>
            </a:endParaRPr>
          </a:p>
          <a:p>
            <a:pPr algn="ct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添加文本单击添加文本</a:t>
            </a:r>
          </a:p>
        </p:txBody>
      </p:sp>
      <p:sp>
        <p:nvSpPr>
          <p:cNvPr id="19" name="文本框 18"/>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Tree>
    <p:extLst>
      <p:ext uri="{BB962C8B-B14F-4D97-AF65-F5344CB8AC3E}">
        <p14:creationId xmlns:p14="http://schemas.microsoft.com/office/powerpoint/2010/main" val="3688328932"/>
      </p:ext>
    </p:extLst>
  </p:cSld>
  <p:clrMapOvr>
    <a:masterClrMapping/>
  </p:clrMapOvr>
  <mc:AlternateContent xmlns:mc="http://schemas.openxmlformats.org/markup-compatibility/2006" xmlns:p14="http://schemas.microsoft.com/office/powerpoint/2010/main">
    <mc:Choice Requires="p14">
      <p:transition spd="slow" p14:dur="1250" advTm="0">
        <p14:switch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left)">
                                      <p:cBhvr>
                                        <p:cTn id="13" dur="500"/>
                                        <p:tgtEl>
                                          <p:spTgt spid="19"/>
                                        </p:tgtEl>
                                      </p:cBhvr>
                                    </p:animEffect>
                                  </p:childTnLst>
                                </p:cTn>
                              </p:par>
                            </p:childTnLst>
                          </p:cTn>
                        </p:par>
                        <p:par>
                          <p:cTn id="14" fill="hold">
                            <p:stCondLst>
                              <p:cond delay="5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21" presetClass="entr" presetSubtype="1"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heel(1)">
                                      <p:cBhvr>
                                        <p:cTn id="20" dur="1000"/>
                                        <p:tgtEl>
                                          <p:spTgt spid="11"/>
                                        </p:tgtEl>
                                      </p:cBhvr>
                                    </p:animEffect>
                                  </p:childTnLst>
                                </p:cTn>
                              </p:par>
                              <p:par>
                                <p:cTn id="21" presetID="47" presetClass="entr" presetSubtype="0" fill="hold" grpId="0" nodeType="withEffect">
                                  <p:stCondLst>
                                    <p:cond delay="100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anim calcmode="lin" valueType="num">
                                      <p:cBhvr>
                                        <p:cTn id="24" dur="500" fill="hold"/>
                                        <p:tgtEl>
                                          <p:spTgt spid="15"/>
                                        </p:tgtEl>
                                        <p:attrNameLst>
                                          <p:attrName>ppt_x</p:attrName>
                                        </p:attrNameLst>
                                      </p:cBhvr>
                                      <p:tavLst>
                                        <p:tav tm="0">
                                          <p:val>
                                            <p:strVal val="#ppt_x"/>
                                          </p:val>
                                        </p:tav>
                                        <p:tav tm="100000">
                                          <p:val>
                                            <p:strVal val="#ppt_x"/>
                                          </p:val>
                                        </p:tav>
                                      </p:tavLst>
                                    </p:anim>
                                    <p:anim calcmode="lin" valueType="num">
                                      <p:cBhvr>
                                        <p:cTn id="25" dur="500" fill="hold"/>
                                        <p:tgtEl>
                                          <p:spTgt spid="15"/>
                                        </p:tgtEl>
                                        <p:attrNameLst>
                                          <p:attrName>ppt_y</p:attrName>
                                        </p:attrNameLst>
                                      </p:cBhvr>
                                      <p:tavLst>
                                        <p:tav tm="0">
                                          <p:val>
                                            <p:strVal val="#ppt_y-.1"/>
                                          </p:val>
                                        </p:tav>
                                        <p:tav tm="100000">
                                          <p:val>
                                            <p:strVal val="#ppt_y"/>
                                          </p:val>
                                        </p:tav>
                                      </p:tavLst>
                                    </p:anim>
                                  </p:childTnLst>
                                </p:cTn>
                              </p:par>
                              <p:par>
                                <p:cTn id="26" presetID="21" presetClass="entr" presetSubtype="1" fill="hold" grpId="0" nodeType="withEffect">
                                  <p:stCondLst>
                                    <p:cond delay="500"/>
                                  </p:stCondLst>
                                  <p:childTnLst>
                                    <p:set>
                                      <p:cBhvr>
                                        <p:cTn id="27" dur="1" fill="hold">
                                          <p:stCondLst>
                                            <p:cond delay="0"/>
                                          </p:stCondLst>
                                        </p:cTn>
                                        <p:tgtEl>
                                          <p:spTgt spid="8"/>
                                        </p:tgtEl>
                                        <p:attrNameLst>
                                          <p:attrName>style.visibility</p:attrName>
                                        </p:attrNameLst>
                                      </p:cBhvr>
                                      <p:to>
                                        <p:strVal val="visible"/>
                                      </p:to>
                                    </p:set>
                                    <p:animEffect transition="in" filter="wheel(1)">
                                      <p:cBhvr>
                                        <p:cTn id="28" dur="1000"/>
                                        <p:tgtEl>
                                          <p:spTgt spid="8"/>
                                        </p:tgtEl>
                                      </p:cBhvr>
                                    </p:animEffect>
                                  </p:childTnLst>
                                </p:cTn>
                              </p:par>
                              <p:par>
                                <p:cTn id="29" presetID="21" presetClass="entr" presetSubtype="1" fill="hold" grpId="0" nodeType="withEffect">
                                  <p:stCondLst>
                                    <p:cond delay="500"/>
                                  </p:stCondLst>
                                  <p:childTnLst>
                                    <p:set>
                                      <p:cBhvr>
                                        <p:cTn id="30" dur="1" fill="hold">
                                          <p:stCondLst>
                                            <p:cond delay="0"/>
                                          </p:stCondLst>
                                        </p:cTn>
                                        <p:tgtEl>
                                          <p:spTgt spid="12"/>
                                        </p:tgtEl>
                                        <p:attrNameLst>
                                          <p:attrName>style.visibility</p:attrName>
                                        </p:attrNameLst>
                                      </p:cBhvr>
                                      <p:to>
                                        <p:strVal val="visible"/>
                                      </p:to>
                                    </p:set>
                                    <p:animEffect transition="in" filter="wheel(1)">
                                      <p:cBhvr>
                                        <p:cTn id="31" dur="1000"/>
                                        <p:tgtEl>
                                          <p:spTgt spid="12"/>
                                        </p:tgtEl>
                                      </p:cBhvr>
                                    </p:animEffect>
                                  </p:childTnLst>
                                </p:cTn>
                              </p:par>
                              <p:par>
                                <p:cTn id="32" presetID="47" presetClass="entr" presetSubtype="0" fill="hold" grpId="0" nodeType="withEffect">
                                  <p:stCondLst>
                                    <p:cond delay="150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anim calcmode="lin" valueType="num">
                                      <p:cBhvr>
                                        <p:cTn id="35" dur="500" fill="hold"/>
                                        <p:tgtEl>
                                          <p:spTgt spid="16"/>
                                        </p:tgtEl>
                                        <p:attrNameLst>
                                          <p:attrName>ppt_x</p:attrName>
                                        </p:attrNameLst>
                                      </p:cBhvr>
                                      <p:tavLst>
                                        <p:tav tm="0">
                                          <p:val>
                                            <p:strVal val="#ppt_x"/>
                                          </p:val>
                                        </p:tav>
                                        <p:tav tm="100000">
                                          <p:val>
                                            <p:strVal val="#ppt_x"/>
                                          </p:val>
                                        </p:tav>
                                      </p:tavLst>
                                    </p:anim>
                                    <p:anim calcmode="lin" valueType="num">
                                      <p:cBhvr>
                                        <p:cTn id="36" dur="500" fill="hold"/>
                                        <p:tgtEl>
                                          <p:spTgt spid="16"/>
                                        </p:tgtEl>
                                        <p:attrNameLst>
                                          <p:attrName>ppt_y</p:attrName>
                                        </p:attrNameLst>
                                      </p:cBhvr>
                                      <p:tavLst>
                                        <p:tav tm="0">
                                          <p:val>
                                            <p:strVal val="#ppt_y-.1"/>
                                          </p:val>
                                        </p:tav>
                                        <p:tav tm="100000">
                                          <p:val>
                                            <p:strVal val="#ppt_y"/>
                                          </p:val>
                                        </p:tav>
                                      </p:tavLst>
                                    </p:anim>
                                  </p:childTnLst>
                                </p:cTn>
                              </p:par>
                              <p:par>
                                <p:cTn id="37" presetID="21" presetClass="entr" presetSubtype="1" fill="hold" grpId="0" nodeType="withEffect">
                                  <p:stCondLst>
                                    <p:cond delay="1000"/>
                                  </p:stCondLst>
                                  <p:childTnLst>
                                    <p:set>
                                      <p:cBhvr>
                                        <p:cTn id="38" dur="1" fill="hold">
                                          <p:stCondLst>
                                            <p:cond delay="0"/>
                                          </p:stCondLst>
                                        </p:cTn>
                                        <p:tgtEl>
                                          <p:spTgt spid="9"/>
                                        </p:tgtEl>
                                        <p:attrNameLst>
                                          <p:attrName>style.visibility</p:attrName>
                                        </p:attrNameLst>
                                      </p:cBhvr>
                                      <p:to>
                                        <p:strVal val="visible"/>
                                      </p:to>
                                    </p:set>
                                    <p:animEffect transition="in" filter="wheel(1)">
                                      <p:cBhvr>
                                        <p:cTn id="39" dur="1000"/>
                                        <p:tgtEl>
                                          <p:spTgt spid="9"/>
                                        </p:tgtEl>
                                      </p:cBhvr>
                                    </p:animEffect>
                                  </p:childTnLst>
                                </p:cTn>
                              </p:par>
                              <p:par>
                                <p:cTn id="40" presetID="21" presetClass="entr" presetSubtype="1"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animEffect transition="in" filter="wheel(1)">
                                      <p:cBhvr>
                                        <p:cTn id="42" dur="1000"/>
                                        <p:tgtEl>
                                          <p:spTgt spid="13"/>
                                        </p:tgtEl>
                                      </p:cBhvr>
                                    </p:animEffect>
                                  </p:childTnLst>
                                </p:cTn>
                              </p:par>
                              <p:par>
                                <p:cTn id="43" presetID="47" presetClass="entr" presetSubtype="0" fill="hold" grpId="0" nodeType="withEffect">
                                  <p:stCondLst>
                                    <p:cond delay="200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anim calcmode="lin" valueType="num">
                                      <p:cBhvr>
                                        <p:cTn id="46" dur="500" fill="hold"/>
                                        <p:tgtEl>
                                          <p:spTgt spid="17"/>
                                        </p:tgtEl>
                                        <p:attrNameLst>
                                          <p:attrName>ppt_x</p:attrName>
                                        </p:attrNameLst>
                                      </p:cBhvr>
                                      <p:tavLst>
                                        <p:tav tm="0">
                                          <p:val>
                                            <p:strVal val="#ppt_x"/>
                                          </p:val>
                                        </p:tav>
                                        <p:tav tm="100000">
                                          <p:val>
                                            <p:strVal val="#ppt_x"/>
                                          </p:val>
                                        </p:tav>
                                      </p:tavLst>
                                    </p:anim>
                                    <p:anim calcmode="lin" valueType="num">
                                      <p:cBhvr>
                                        <p:cTn id="47" dur="500" fill="hold"/>
                                        <p:tgtEl>
                                          <p:spTgt spid="17"/>
                                        </p:tgtEl>
                                        <p:attrNameLst>
                                          <p:attrName>ppt_y</p:attrName>
                                        </p:attrNameLst>
                                      </p:cBhvr>
                                      <p:tavLst>
                                        <p:tav tm="0">
                                          <p:val>
                                            <p:strVal val="#ppt_y-.1"/>
                                          </p:val>
                                        </p:tav>
                                        <p:tav tm="100000">
                                          <p:val>
                                            <p:strVal val="#ppt_y"/>
                                          </p:val>
                                        </p:tav>
                                      </p:tavLst>
                                    </p:anim>
                                  </p:childTnLst>
                                </p:cTn>
                              </p:par>
                              <p:par>
                                <p:cTn id="48" presetID="21" presetClass="entr" presetSubtype="1" fill="hold" grpId="0" nodeType="withEffect">
                                  <p:stCondLst>
                                    <p:cond delay="1500"/>
                                  </p:stCondLst>
                                  <p:childTnLst>
                                    <p:set>
                                      <p:cBhvr>
                                        <p:cTn id="49" dur="1" fill="hold">
                                          <p:stCondLst>
                                            <p:cond delay="0"/>
                                          </p:stCondLst>
                                        </p:cTn>
                                        <p:tgtEl>
                                          <p:spTgt spid="10"/>
                                        </p:tgtEl>
                                        <p:attrNameLst>
                                          <p:attrName>style.visibility</p:attrName>
                                        </p:attrNameLst>
                                      </p:cBhvr>
                                      <p:to>
                                        <p:strVal val="visible"/>
                                      </p:to>
                                    </p:set>
                                    <p:animEffect transition="in" filter="wheel(1)">
                                      <p:cBhvr>
                                        <p:cTn id="50" dur="1000"/>
                                        <p:tgtEl>
                                          <p:spTgt spid="10"/>
                                        </p:tgtEl>
                                      </p:cBhvr>
                                    </p:animEffect>
                                  </p:childTnLst>
                                </p:cTn>
                              </p:par>
                              <p:par>
                                <p:cTn id="51" presetID="21" presetClass="entr" presetSubtype="1" fill="hold" grpId="0" nodeType="withEffect">
                                  <p:stCondLst>
                                    <p:cond delay="1500"/>
                                  </p:stCondLst>
                                  <p:childTnLst>
                                    <p:set>
                                      <p:cBhvr>
                                        <p:cTn id="52" dur="1" fill="hold">
                                          <p:stCondLst>
                                            <p:cond delay="0"/>
                                          </p:stCondLst>
                                        </p:cTn>
                                        <p:tgtEl>
                                          <p:spTgt spid="14"/>
                                        </p:tgtEl>
                                        <p:attrNameLst>
                                          <p:attrName>style.visibility</p:attrName>
                                        </p:attrNameLst>
                                      </p:cBhvr>
                                      <p:to>
                                        <p:strVal val="visible"/>
                                      </p:to>
                                    </p:set>
                                    <p:animEffect transition="in" filter="wheel(1)">
                                      <p:cBhvr>
                                        <p:cTn id="53" dur="1000"/>
                                        <p:tgtEl>
                                          <p:spTgt spid="14"/>
                                        </p:tgtEl>
                                      </p:cBhvr>
                                    </p:animEffect>
                                  </p:childTnLst>
                                </p:cTn>
                              </p:par>
                              <p:par>
                                <p:cTn id="54" presetID="47" presetClass="entr" presetSubtype="0" fill="hold" grpId="0" nodeType="withEffect">
                                  <p:stCondLst>
                                    <p:cond delay="250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anim calcmode="lin" valueType="num">
                                      <p:cBhvr>
                                        <p:cTn id="57" dur="500" fill="hold"/>
                                        <p:tgtEl>
                                          <p:spTgt spid="18"/>
                                        </p:tgtEl>
                                        <p:attrNameLst>
                                          <p:attrName>ppt_x</p:attrName>
                                        </p:attrNameLst>
                                      </p:cBhvr>
                                      <p:tavLst>
                                        <p:tav tm="0">
                                          <p:val>
                                            <p:strVal val="#ppt_x"/>
                                          </p:val>
                                        </p:tav>
                                        <p:tav tm="100000">
                                          <p:val>
                                            <p:strVal val="#ppt_x"/>
                                          </p:val>
                                        </p:tav>
                                      </p:tavLst>
                                    </p:anim>
                                    <p:anim calcmode="lin" valueType="num">
                                      <p:cBhvr>
                                        <p:cTn id="58" dur="5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P spid="15" grpId="0"/>
      <p:bldP spid="16" grpId="0"/>
      <p:bldP spid="17" grpId="0"/>
      <p:bldP spid="18" grpId="0"/>
      <p:bldP spid="19"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cxnSp>
        <p:nvCxnSpPr>
          <p:cNvPr id="8" name="直接连接符 7"/>
          <p:cNvCxnSpPr/>
          <p:nvPr/>
        </p:nvCxnSpPr>
        <p:spPr>
          <a:xfrm>
            <a:off x="2043739" y="3730238"/>
            <a:ext cx="8771274"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3163879" y="2477198"/>
            <a:ext cx="642733" cy="1366952"/>
            <a:chOff x="2998862" y="2348880"/>
            <a:chExt cx="609440" cy="1296144"/>
          </a:xfrm>
          <a:solidFill>
            <a:schemeClr val="bg1"/>
          </a:solidFill>
        </p:grpSpPr>
        <p:sp>
          <p:nvSpPr>
            <p:cNvPr id="10" name="椭圆 9"/>
            <p:cNvSpPr/>
            <p:nvPr/>
          </p:nvSpPr>
          <p:spPr>
            <a:xfrm>
              <a:off x="2998862"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1" name="任意多边形 10"/>
            <p:cNvSpPr/>
            <p:nvPr/>
          </p:nvSpPr>
          <p:spPr>
            <a:xfrm>
              <a:off x="3103899" y="234888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12" name="组合 11"/>
          <p:cNvGrpSpPr/>
          <p:nvPr/>
        </p:nvGrpSpPr>
        <p:grpSpPr>
          <a:xfrm>
            <a:off x="3923296" y="3616326"/>
            <a:ext cx="642281" cy="1361137"/>
            <a:chOff x="3718942" y="3429000"/>
            <a:chExt cx="609010" cy="1290630"/>
          </a:xfrm>
          <a:solidFill>
            <a:schemeClr val="bg1"/>
          </a:solidFill>
        </p:grpSpPr>
        <p:sp>
          <p:nvSpPr>
            <p:cNvPr id="13" name="椭圆 12"/>
            <p:cNvSpPr/>
            <p:nvPr/>
          </p:nvSpPr>
          <p:spPr>
            <a:xfrm>
              <a:off x="3718942"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4" name="任意多边形 13"/>
            <p:cNvSpPr/>
            <p:nvPr/>
          </p:nvSpPr>
          <p:spPr>
            <a:xfrm flipV="1">
              <a:off x="3823549" y="367569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15" name="组合 14"/>
          <p:cNvGrpSpPr/>
          <p:nvPr/>
        </p:nvGrpSpPr>
        <p:grpSpPr>
          <a:xfrm>
            <a:off x="5214307" y="2477198"/>
            <a:ext cx="658404" cy="1366952"/>
            <a:chOff x="4943078" y="2348880"/>
            <a:chExt cx="624298" cy="1296144"/>
          </a:xfrm>
          <a:solidFill>
            <a:schemeClr val="bg1"/>
          </a:solidFill>
        </p:grpSpPr>
        <p:sp>
          <p:nvSpPr>
            <p:cNvPr id="16" name="椭圆 15"/>
            <p:cNvSpPr/>
            <p:nvPr/>
          </p:nvSpPr>
          <p:spPr>
            <a:xfrm>
              <a:off x="4943078"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17" name="任意多边形 16"/>
            <p:cNvSpPr/>
            <p:nvPr/>
          </p:nvSpPr>
          <p:spPr>
            <a:xfrm>
              <a:off x="5062973" y="234888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18" name="组合 17"/>
          <p:cNvGrpSpPr/>
          <p:nvPr/>
        </p:nvGrpSpPr>
        <p:grpSpPr>
          <a:xfrm>
            <a:off x="6315462" y="3616326"/>
            <a:ext cx="658404" cy="1361137"/>
            <a:chOff x="5987194" y="3429000"/>
            <a:chExt cx="624298" cy="1290630"/>
          </a:xfrm>
          <a:solidFill>
            <a:schemeClr val="bg1"/>
          </a:solidFill>
        </p:grpSpPr>
        <p:sp>
          <p:nvSpPr>
            <p:cNvPr id="19" name="椭圆 18"/>
            <p:cNvSpPr/>
            <p:nvPr/>
          </p:nvSpPr>
          <p:spPr>
            <a:xfrm>
              <a:off x="5987194"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20" name="任意多边形 19"/>
            <p:cNvSpPr/>
            <p:nvPr/>
          </p:nvSpPr>
          <p:spPr>
            <a:xfrm flipV="1">
              <a:off x="6107089" y="367569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21" name="组合 20"/>
          <p:cNvGrpSpPr/>
          <p:nvPr/>
        </p:nvGrpSpPr>
        <p:grpSpPr>
          <a:xfrm>
            <a:off x="8935453" y="3616326"/>
            <a:ext cx="658404" cy="1361137"/>
            <a:chOff x="8471470" y="3429000"/>
            <a:chExt cx="624298" cy="1290630"/>
          </a:xfrm>
          <a:solidFill>
            <a:schemeClr val="bg1"/>
          </a:solidFill>
        </p:grpSpPr>
        <p:sp>
          <p:nvSpPr>
            <p:cNvPr id="22" name="椭圆 21"/>
            <p:cNvSpPr/>
            <p:nvPr/>
          </p:nvSpPr>
          <p:spPr>
            <a:xfrm>
              <a:off x="8471470"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23" name="任意多边形 22"/>
            <p:cNvSpPr/>
            <p:nvPr/>
          </p:nvSpPr>
          <p:spPr>
            <a:xfrm flipV="1">
              <a:off x="8591365" y="367569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24" name="组合 23"/>
          <p:cNvGrpSpPr/>
          <p:nvPr/>
        </p:nvGrpSpPr>
        <p:grpSpPr>
          <a:xfrm>
            <a:off x="8079166" y="2477198"/>
            <a:ext cx="622537" cy="1366952"/>
            <a:chOff x="7659538" y="2348880"/>
            <a:chExt cx="590289" cy="1296144"/>
          </a:xfrm>
          <a:solidFill>
            <a:schemeClr val="bg1"/>
          </a:solidFill>
        </p:grpSpPr>
        <p:sp>
          <p:nvSpPr>
            <p:cNvPr id="25" name="椭圆 24"/>
            <p:cNvSpPr/>
            <p:nvPr/>
          </p:nvSpPr>
          <p:spPr>
            <a:xfrm>
              <a:off x="7659538" y="3429000"/>
              <a:ext cx="216024" cy="216024"/>
            </a:xfrm>
            <a:prstGeom prst="ellipse">
              <a:avLst/>
            </a:prstGeom>
            <a:grp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26" name="任意多边形 25"/>
            <p:cNvSpPr/>
            <p:nvPr/>
          </p:nvSpPr>
          <p:spPr>
            <a:xfrm>
              <a:off x="7745424" y="2348880"/>
              <a:ext cx="504403" cy="1043940"/>
            </a:xfrm>
            <a:custGeom>
              <a:avLst/>
              <a:gdLst>
                <a:gd name="connsiteX0" fmla="*/ 36741 w 535207"/>
                <a:gd name="connsiteY0" fmla="*/ 1158240 h 1158240"/>
                <a:gd name="connsiteX1" fmla="*/ 44361 w 535207"/>
                <a:gd name="connsiteY1" fmla="*/ 525780 h 1158240"/>
                <a:gd name="connsiteX2" fmla="*/ 478701 w 535207"/>
                <a:gd name="connsiteY2" fmla="*/ 449580 h 1158240"/>
                <a:gd name="connsiteX3" fmla="*/ 516801 w 535207"/>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15927 w 511653"/>
                <a:gd name="connsiteY0" fmla="*/ 1158240 h 1158240"/>
                <a:gd name="connsiteX1" fmla="*/ 74347 w 511653"/>
                <a:gd name="connsiteY1" fmla="*/ 525780 h 1158240"/>
                <a:gd name="connsiteX2" fmla="*/ 457887 w 511653"/>
                <a:gd name="connsiteY2" fmla="*/ 449580 h 1158240"/>
                <a:gd name="connsiteX3" fmla="*/ 495987 w 511653"/>
                <a:gd name="connsiteY3"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796 w 496522"/>
                <a:gd name="connsiteY0" fmla="*/ 1158240 h 1158240"/>
                <a:gd name="connsiteX1" fmla="*/ 5876 w 496522"/>
                <a:gd name="connsiteY1" fmla="*/ 661670 h 1158240"/>
                <a:gd name="connsiteX2" fmla="*/ 59216 w 496522"/>
                <a:gd name="connsiteY2" fmla="*/ 525780 h 1158240"/>
                <a:gd name="connsiteX3" fmla="*/ 442756 w 496522"/>
                <a:gd name="connsiteY3" fmla="*/ 449580 h 1158240"/>
                <a:gd name="connsiteX4" fmla="*/ 480856 w 496522"/>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4327 w 497573"/>
                <a:gd name="connsiteY0" fmla="*/ 1158240 h 1158240"/>
                <a:gd name="connsiteX1" fmla="*/ 9407 w 497573"/>
                <a:gd name="connsiteY1" fmla="*/ 661670 h 1158240"/>
                <a:gd name="connsiteX2" fmla="*/ 113547 w 497573"/>
                <a:gd name="connsiteY2" fmla="*/ 525780 h 1158240"/>
                <a:gd name="connsiteX3" fmla="*/ 446287 w 497573"/>
                <a:gd name="connsiteY3" fmla="*/ 449580 h 1158240"/>
                <a:gd name="connsiteX4" fmla="*/ 484387 w 497573"/>
                <a:gd name="connsiteY4" fmla="*/ 0 h 1158240"/>
                <a:gd name="connsiteX0" fmla="*/ 1638 w 494884"/>
                <a:gd name="connsiteY0" fmla="*/ 1158240 h 1158240"/>
                <a:gd name="connsiteX1" fmla="*/ 6718 w 494884"/>
                <a:gd name="connsiteY1" fmla="*/ 661670 h 1158240"/>
                <a:gd name="connsiteX2" fmla="*/ 110858 w 494884"/>
                <a:gd name="connsiteY2" fmla="*/ 525780 h 1158240"/>
                <a:gd name="connsiteX3" fmla="*/ 443598 w 494884"/>
                <a:gd name="connsiteY3" fmla="*/ 449580 h 1158240"/>
                <a:gd name="connsiteX4" fmla="*/ 481698 w 494884"/>
                <a:gd name="connsiteY4" fmla="*/ 0 h 1158240"/>
                <a:gd name="connsiteX0" fmla="*/ 17011 w 510257"/>
                <a:gd name="connsiteY0" fmla="*/ 1158240 h 1158240"/>
                <a:gd name="connsiteX1" fmla="*/ 3041 w 510257"/>
                <a:gd name="connsiteY1" fmla="*/ 675957 h 1158240"/>
                <a:gd name="connsiteX2" fmla="*/ 126231 w 510257"/>
                <a:gd name="connsiteY2" fmla="*/ 525780 h 1158240"/>
                <a:gd name="connsiteX3" fmla="*/ 458971 w 510257"/>
                <a:gd name="connsiteY3" fmla="*/ 449580 h 1158240"/>
                <a:gd name="connsiteX4" fmla="*/ 497071 w 510257"/>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386 w 508632"/>
                <a:gd name="connsiteY0" fmla="*/ 1158240 h 1158240"/>
                <a:gd name="connsiteX1" fmla="*/ 1416 w 508632"/>
                <a:gd name="connsiteY1" fmla="*/ 675957 h 1158240"/>
                <a:gd name="connsiteX2" fmla="*/ 124606 w 508632"/>
                <a:gd name="connsiteY2" fmla="*/ 525780 h 1158240"/>
                <a:gd name="connsiteX3" fmla="*/ 457346 w 508632"/>
                <a:gd name="connsiteY3" fmla="*/ 449580 h 1158240"/>
                <a:gd name="connsiteX4" fmla="*/ 495446 w 508632"/>
                <a:gd name="connsiteY4" fmla="*/ 0 h 1158240"/>
                <a:gd name="connsiteX0" fmla="*/ 15664 w 513673"/>
                <a:gd name="connsiteY0" fmla="*/ 1158240 h 1158240"/>
                <a:gd name="connsiteX1" fmla="*/ 6457 w 513673"/>
                <a:gd name="connsiteY1" fmla="*/ 675957 h 1158240"/>
                <a:gd name="connsiteX2" fmla="*/ 129647 w 513673"/>
                <a:gd name="connsiteY2" fmla="*/ 525780 h 1158240"/>
                <a:gd name="connsiteX3" fmla="*/ 462387 w 513673"/>
                <a:gd name="connsiteY3" fmla="*/ 449580 h 1158240"/>
                <a:gd name="connsiteX4" fmla="*/ 500487 w 513673"/>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7239 w 515248"/>
                <a:gd name="connsiteY0" fmla="*/ 1158240 h 1158240"/>
                <a:gd name="connsiteX1" fmla="*/ 8032 w 515248"/>
                <a:gd name="connsiteY1" fmla="*/ 675957 h 1158240"/>
                <a:gd name="connsiteX2" fmla="*/ 131222 w 515248"/>
                <a:gd name="connsiteY2" fmla="*/ 525780 h 1158240"/>
                <a:gd name="connsiteX3" fmla="*/ 463962 w 515248"/>
                <a:gd name="connsiteY3" fmla="*/ 449580 h 1158240"/>
                <a:gd name="connsiteX4" fmla="*/ 502062 w 515248"/>
                <a:gd name="connsiteY4" fmla="*/ 0 h 1158240"/>
                <a:gd name="connsiteX0" fmla="*/ 10978 w 508987"/>
                <a:gd name="connsiteY0" fmla="*/ 1158240 h 1158240"/>
                <a:gd name="connsiteX1" fmla="*/ 1771 w 508987"/>
                <a:gd name="connsiteY1" fmla="*/ 675957 h 1158240"/>
                <a:gd name="connsiteX2" fmla="*/ 124961 w 508987"/>
                <a:gd name="connsiteY2" fmla="*/ 525780 h 1158240"/>
                <a:gd name="connsiteX3" fmla="*/ 457701 w 508987"/>
                <a:gd name="connsiteY3" fmla="*/ 449580 h 1158240"/>
                <a:gd name="connsiteX4" fmla="*/ 495801 w 508987"/>
                <a:gd name="connsiteY4" fmla="*/ 0 h 1158240"/>
                <a:gd name="connsiteX0" fmla="*/ 3620 w 501629"/>
                <a:gd name="connsiteY0" fmla="*/ 1158240 h 1158240"/>
                <a:gd name="connsiteX1" fmla="*/ 8700 w 501629"/>
                <a:gd name="connsiteY1" fmla="*/ 675957 h 1158240"/>
                <a:gd name="connsiteX2" fmla="*/ 117603 w 501629"/>
                <a:gd name="connsiteY2" fmla="*/ 525780 h 1158240"/>
                <a:gd name="connsiteX3" fmla="*/ 450343 w 501629"/>
                <a:gd name="connsiteY3" fmla="*/ 449580 h 1158240"/>
                <a:gd name="connsiteX4" fmla="*/ 488443 w 501629"/>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05424"/>
                <a:gd name="connsiteY0" fmla="*/ 1158240 h 1158240"/>
                <a:gd name="connsiteX1" fmla="*/ 2970 w 505424"/>
                <a:gd name="connsiteY1" fmla="*/ 680719 h 1158240"/>
                <a:gd name="connsiteX2" fmla="*/ 121398 w 505424"/>
                <a:gd name="connsiteY2" fmla="*/ 525780 h 1158240"/>
                <a:gd name="connsiteX3" fmla="*/ 454138 w 505424"/>
                <a:gd name="connsiteY3" fmla="*/ 449580 h 1158240"/>
                <a:gd name="connsiteX4" fmla="*/ 492238 w 505424"/>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87680 h 1158240"/>
                <a:gd name="connsiteX4" fmla="*/ 492238 w 518817"/>
                <a:gd name="connsiteY4" fmla="*/ 0 h 1158240"/>
                <a:gd name="connsiteX0" fmla="*/ 7415 w 518817"/>
                <a:gd name="connsiteY0" fmla="*/ 1158240 h 1158240"/>
                <a:gd name="connsiteX1" fmla="*/ 2970 w 518817"/>
                <a:gd name="connsiteY1" fmla="*/ 680719 h 1158240"/>
                <a:gd name="connsiteX2" fmla="*/ 121398 w 518817"/>
                <a:gd name="connsiteY2" fmla="*/ 525780 h 1158240"/>
                <a:gd name="connsiteX3" fmla="*/ 482713 w 518817"/>
                <a:gd name="connsiteY3" fmla="*/ 473392 h 1158240"/>
                <a:gd name="connsiteX4" fmla="*/ 492238 w 518817"/>
                <a:gd name="connsiteY4" fmla="*/ 0 h 1158240"/>
                <a:gd name="connsiteX0" fmla="*/ 7415 w 513005"/>
                <a:gd name="connsiteY0" fmla="*/ 1158240 h 1158240"/>
                <a:gd name="connsiteX1" fmla="*/ 2970 w 513005"/>
                <a:gd name="connsiteY1" fmla="*/ 680719 h 1158240"/>
                <a:gd name="connsiteX2" fmla="*/ 121398 w 513005"/>
                <a:gd name="connsiteY2" fmla="*/ 525780 h 1158240"/>
                <a:gd name="connsiteX3" fmla="*/ 482713 w 513005"/>
                <a:gd name="connsiteY3" fmla="*/ 473392 h 1158240"/>
                <a:gd name="connsiteX4" fmla="*/ 492238 w 513005"/>
                <a:gd name="connsiteY4" fmla="*/ 0 h 1158240"/>
                <a:gd name="connsiteX0" fmla="*/ 7415 w 506000"/>
                <a:gd name="connsiteY0" fmla="*/ 1158240 h 1158240"/>
                <a:gd name="connsiteX1" fmla="*/ 2970 w 506000"/>
                <a:gd name="connsiteY1" fmla="*/ 680719 h 1158240"/>
                <a:gd name="connsiteX2" fmla="*/ 121398 w 506000"/>
                <a:gd name="connsiteY2" fmla="*/ 525780 h 1158240"/>
                <a:gd name="connsiteX3" fmla="*/ 482713 w 506000"/>
                <a:gd name="connsiteY3" fmla="*/ 473392 h 1158240"/>
                <a:gd name="connsiteX4" fmla="*/ 492238 w 506000"/>
                <a:gd name="connsiteY4" fmla="*/ 0 h 1158240"/>
                <a:gd name="connsiteX0" fmla="*/ 7415 w 517650"/>
                <a:gd name="connsiteY0" fmla="*/ 1158240 h 1158240"/>
                <a:gd name="connsiteX1" fmla="*/ 2970 w 517650"/>
                <a:gd name="connsiteY1" fmla="*/ 680719 h 1158240"/>
                <a:gd name="connsiteX2" fmla="*/ 121398 w 517650"/>
                <a:gd name="connsiteY2" fmla="*/ 525780 h 1158240"/>
                <a:gd name="connsiteX3" fmla="*/ 482713 w 517650"/>
                <a:gd name="connsiteY3" fmla="*/ 473392 h 1158240"/>
                <a:gd name="connsiteX4" fmla="*/ 504621 w 517650"/>
                <a:gd name="connsiteY4" fmla="*/ 350520 h 1158240"/>
                <a:gd name="connsiteX5" fmla="*/ 492238 w 517650"/>
                <a:gd name="connsiteY5" fmla="*/ 0 h 1158240"/>
                <a:gd name="connsiteX0" fmla="*/ 7415 w 506303"/>
                <a:gd name="connsiteY0" fmla="*/ 1158240 h 1158240"/>
                <a:gd name="connsiteX1" fmla="*/ 2970 w 506303"/>
                <a:gd name="connsiteY1" fmla="*/ 680719 h 1158240"/>
                <a:gd name="connsiteX2" fmla="*/ 121398 w 506303"/>
                <a:gd name="connsiteY2" fmla="*/ 525780 h 1158240"/>
                <a:gd name="connsiteX3" fmla="*/ 458901 w 506303"/>
                <a:gd name="connsiteY3" fmla="*/ 482917 h 1158240"/>
                <a:gd name="connsiteX4" fmla="*/ 504621 w 506303"/>
                <a:gd name="connsiteY4" fmla="*/ 350520 h 1158240"/>
                <a:gd name="connsiteX5" fmla="*/ 492238 w 506303"/>
                <a:gd name="connsiteY5" fmla="*/ 0 h 1158240"/>
                <a:gd name="connsiteX0" fmla="*/ 7415 w 504766"/>
                <a:gd name="connsiteY0" fmla="*/ 1158240 h 1158240"/>
                <a:gd name="connsiteX1" fmla="*/ 2970 w 504766"/>
                <a:gd name="connsiteY1" fmla="*/ 680719 h 1158240"/>
                <a:gd name="connsiteX2" fmla="*/ 121398 w 504766"/>
                <a:gd name="connsiteY2" fmla="*/ 525780 h 1158240"/>
                <a:gd name="connsiteX3" fmla="*/ 444613 w 504766"/>
                <a:gd name="connsiteY3" fmla="*/ 482917 h 1158240"/>
                <a:gd name="connsiteX4" fmla="*/ 504621 w 504766"/>
                <a:gd name="connsiteY4" fmla="*/ 350520 h 1158240"/>
                <a:gd name="connsiteX5" fmla="*/ 492238 w 504766"/>
                <a:gd name="connsiteY5" fmla="*/ 0 h 1158240"/>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487680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44613 w 507328"/>
                <a:gd name="connsiteY3" fmla="*/ 516255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8548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7415 w 507328"/>
                <a:gd name="connsiteY0" fmla="*/ 1163003 h 1163003"/>
                <a:gd name="connsiteX1" fmla="*/ 2970 w 507328"/>
                <a:gd name="connsiteY1" fmla="*/ 666432 h 1163003"/>
                <a:gd name="connsiteX2" fmla="*/ 121398 w 507328"/>
                <a:gd name="connsiteY2" fmla="*/ 530543 h 1163003"/>
                <a:gd name="connsiteX3" fmla="*/ 411275 w 507328"/>
                <a:gd name="connsiteY3" fmla="*/ 511492 h 1163003"/>
                <a:gd name="connsiteX4" fmla="*/ 504621 w 507328"/>
                <a:gd name="connsiteY4" fmla="*/ 355283 h 1163003"/>
                <a:gd name="connsiteX5" fmla="*/ 506525 w 507328"/>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11492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8539 w 504592"/>
                <a:gd name="connsiteY3" fmla="*/ 535305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4679 w 504592"/>
                <a:gd name="connsiteY0" fmla="*/ 1163003 h 1163003"/>
                <a:gd name="connsiteX1" fmla="*/ 234 w 504592"/>
                <a:gd name="connsiteY1" fmla="*/ 666432 h 1163003"/>
                <a:gd name="connsiteX2" fmla="*/ 118662 w 504592"/>
                <a:gd name="connsiteY2" fmla="*/ 530543 h 1163003"/>
                <a:gd name="connsiteX3" fmla="*/ 403777 w 504592"/>
                <a:gd name="connsiteY3" fmla="*/ 525780 h 1163003"/>
                <a:gd name="connsiteX4" fmla="*/ 501885 w 504592"/>
                <a:gd name="connsiteY4" fmla="*/ 355283 h 1163003"/>
                <a:gd name="connsiteX5" fmla="*/ 503789 w 504592"/>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7177 w 507090"/>
                <a:gd name="connsiteY0" fmla="*/ 1163003 h 1163003"/>
                <a:gd name="connsiteX1" fmla="*/ 2732 w 507090"/>
                <a:gd name="connsiteY1" fmla="*/ 666432 h 1163003"/>
                <a:gd name="connsiteX2" fmla="*/ 121160 w 507090"/>
                <a:gd name="connsiteY2" fmla="*/ 530543 h 1163003"/>
                <a:gd name="connsiteX3" fmla="*/ 406275 w 507090"/>
                <a:gd name="connsiteY3" fmla="*/ 525780 h 1163003"/>
                <a:gd name="connsiteX4" fmla="*/ 504383 w 507090"/>
                <a:gd name="connsiteY4" fmla="*/ 355283 h 1163003"/>
                <a:gd name="connsiteX5" fmla="*/ 506287 w 507090"/>
                <a:gd name="connsiteY5" fmla="*/ 0 h 11630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3023 w 507699"/>
                <a:gd name="connsiteY0" fmla="*/ 1048703 h 1048703"/>
                <a:gd name="connsiteX1" fmla="*/ 3341 w 507699"/>
                <a:gd name="connsiteY1" fmla="*/ 666432 h 1048703"/>
                <a:gd name="connsiteX2" fmla="*/ 121769 w 507699"/>
                <a:gd name="connsiteY2" fmla="*/ 530543 h 1048703"/>
                <a:gd name="connsiteX3" fmla="*/ 406884 w 507699"/>
                <a:gd name="connsiteY3" fmla="*/ 525780 h 1048703"/>
                <a:gd name="connsiteX4" fmla="*/ 504992 w 507699"/>
                <a:gd name="connsiteY4" fmla="*/ 355283 h 1048703"/>
                <a:gd name="connsiteX5" fmla="*/ 506896 w 507699"/>
                <a:gd name="connsiteY5" fmla="*/ 0 h 1048703"/>
                <a:gd name="connsiteX0" fmla="*/ 10856 w 515532"/>
                <a:gd name="connsiteY0" fmla="*/ 1048703 h 1048703"/>
                <a:gd name="connsiteX1" fmla="*/ 11174 w 515532"/>
                <a:gd name="connsiteY1" fmla="*/ 666432 h 1048703"/>
                <a:gd name="connsiteX2" fmla="*/ 129602 w 515532"/>
                <a:gd name="connsiteY2" fmla="*/ 530543 h 1048703"/>
                <a:gd name="connsiteX3" fmla="*/ 414717 w 515532"/>
                <a:gd name="connsiteY3" fmla="*/ 525780 h 1048703"/>
                <a:gd name="connsiteX4" fmla="*/ 512825 w 515532"/>
                <a:gd name="connsiteY4" fmla="*/ 355283 h 1048703"/>
                <a:gd name="connsiteX5" fmla="*/ 514729 w 515532"/>
                <a:gd name="connsiteY5" fmla="*/ 0 h 1048703"/>
                <a:gd name="connsiteX0" fmla="*/ 5191 w 509867"/>
                <a:gd name="connsiteY0" fmla="*/ 1048703 h 1048703"/>
                <a:gd name="connsiteX1" fmla="*/ 5509 w 509867"/>
                <a:gd name="connsiteY1" fmla="*/ 666432 h 1048703"/>
                <a:gd name="connsiteX2" fmla="*/ 123937 w 509867"/>
                <a:gd name="connsiteY2" fmla="*/ 530543 h 1048703"/>
                <a:gd name="connsiteX3" fmla="*/ 409052 w 509867"/>
                <a:gd name="connsiteY3" fmla="*/ 525780 h 1048703"/>
                <a:gd name="connsiteX4" fmla="*/ 507160 w 509867"/>
                <a:gd name="connsiteY4" fmla="*/ 355283 h 1048703"/>
                <a:gd name="connsiteX5" fmla="*/ 509064 w 509867"/>
                <a:gd name="connsiteY5" fmla="*/ 0 h 1048703"/>
                <a:gd name="connsiteX0" fmla="*/ 15252 w 512784"/>
                <a:gd name="connsiteY0" fmla="*/ 1043940 h 1043940"/>
                <a:gd name="connsiteX1" fmla="*/ 8426 w 512784"/>
                <a:gd name="connsiteY1" fmla="*/ 666432 h 1043940"/>
                <a:gd name="connsiteX2" fmla="*/ 126854 w 512784"/>
                <a:gd name="connsiteY2" fmla="*/ 530543 h 1043940"/>
                <a:gd name="connsiteX3" fmla="*/ 411969 w 512784"/>
                <a:gd name="connsiteY3" fmla="*/ 525780 h 1043940"/>
                <a:gd name="connsiteX4" fmla="*/ 510077 w 512784"/>
                <a:gd name="connsiteY4" fmla="*/ 355283 h 1043940"/>
                <a:gd name="connsiteX5" fmla="*/ 511981 w 512784"/>
                <a:gd name="connsiteY5" fmla="*/ 0 h 1043940"/>
                <a:gd name="connsiteX0" fmla="*/ 6948 w 504480"/>
                <a:gd name="connsiteY0" fmla="*/ 1043940 h 1043940"/>
                <a:gd name="connsiteX1" fmla="*/ 122 w 504480"/>
                <a:gd name="connsiteY1" fmla="*/ 666432 h 1043940"/>
                <a:gd name="connsiteX2" fmla="*/ 118550 w 504480"/>
                <a:gd name="connsiteY2" fmla="*/ 530543 h 1043940"/>
                <a:gd name="connsiteX3" fmla="*/ 403665 w 504480"/>
                <a:gd name="connsiteY3" fmla="*/ 525780 h 1043940"/>
                <a:gd name="connsiteX4" fmla="*/ 501773 w 504480"/>
                <a:gd name="connsiteY4" fmla="*/ 355283 h 1043940"/>
                <a:gd name="connsiteX5" fmla="*/ 503677 w 504480"/>
                <a:gd name="connsiteY5" fmla="*/ 0 h 1043940"/>
                <a:gd name="connsiteX0" fmla="*/ 6830 w 504362"/>
                <a:gd name="connsiteY0" fmla="*/ 1043940 h 1043940"/>
                <a:gd name="connsiteX1" fmla="*/ 4 w 504362"/>
                <a:gd name="connsiteY1" fmla="*/ 666432 h 1043940"/>
                <a:gd name="connsiteX2" fmla="*/ 118432 w 504362"/>
                <a:gd name="connsiteY2" fmla="*/ 530543 h 1043940"/>
                <a:gd name="connsiteX3" fmla="*/ 403547 w 504362"/>
                <a:gd name="connsiteY3" fmla="*/ 525780 h 1043940"/>
                <a:gd name="connsiteX4" fmla="*/ 501655 w 504362"/>
                <a:gd name="connsiteY4" fmla="*/ 355283 h 1043940"/>
                <a:gd name="connsiteX5" fmla="*/ 503559 w 504362"/>
                <a:gd name="connsiteY5" fmla="*/ 0 h 1043940"/>
                <a:gd name="connsiteX0" fmla="*/ 6871 w 504403"/>
                <a:gd name="connsiteY0" fmla="*/ 1043940 h 1043940"/>
                <a:gd name="connsiteX1" fmla="*/ 45 w 504403"/>
                <a:gd name="connsiteY1" fmla="*/ 666432 h 1043940"/>
                <a:gd name="connsiteX2" fmla="*/ 118473 w 504403"/>
                <a:gd name="connsiteY2" fmla="*/ 530543 h 1043940"/>
                <a:gd name="connsiteX3" fmla="*/ 403588 w 504403"/>
                <a:gd name="connsiteY3" fmla="*/ 525780 h 1043940"/>
                <a:gd name="connsiteX4" fmla="*/ 501696 w 504403"/>
                <a:gd name="connsiteY4" fmla="*/ 355283 h 1043940"/>
                <a:gd name="connsiteX5" fmla="*/ 503600 w 504403"/>
                <a:gd name="connsiteY5" fmla="*/ 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03" h="1043940">
                  <a:moveTo>
                    <a:pt x="6871" y="1043940"/>
                  </a:moveTo>
                  <a:cubicBezTo>
                    <a:pt x="-1807" y="623041"/>
                    <a:pt x="318" y="751999"/>
                    <a:pt x="45" y="666432"/>
                  </a:cubicBezTo>
                  <a:cubicBezTo>
                    <a:pt x="-416" y="521719"/>
                    <a:pt x="46453" y="534935"/>
                    <a:pt x="118473" y="530543"/>
                  </a:cubicBezTo>
                  <a:cubicBezTo>
                    <a:pt x="190493" y="526151"/>
                    <a:pt x="315905" y="526415"/>
                    <a:pt x="403588" y="525780"/>
                  </a:cubicBezTo>
                  <a:cubicBezTo>
                    <a:pt x="491271" y="525145"/>
                    <a:pt x="504870" y="496095"/>
                    <a:pt x="501696" y="355283"/>
                  </a:cubicBezTo>
                  <a:cubicBezTo>
                    <a:pt x="503284" y="276384"/>
                    <a:pt x="505664" y="58420"/>
                    <a:pt x="503600" y="0"/>
                  </a:cubicBezTo>
                </a:path>
              </a:pathLst>
            </a:custGeom>
            <a:grp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64372" fontAlgn="auto">
                <a:spcBef>
                  <a:spcPts val="0"/>
                </a:spcBef>
                <a:spcAft>
                  <a:spcPts val="0"/>
                </a:spcAft>
              </a:pPr>
              <a:endParaRPr lang="zh-CN" altLang="en-US" sz="1424">
                <a:solidFill>
                  <a:prstClr val="black"/>
                </a:solidFill>
              </a:endParaRPr>
            </a:p>
          </p:txBody>
        </p:sp>
      </p:grpSp>
      <p:grpSp>
        <p:nvGrpSpPr>
          <p:cNvPr id="27" name="组合 26"/>
          <p:cNvGrpSpPr/>
          <p:nvPr/>
        </p:nvGrpSpPr>
        <p:grpSpPr>
          <a:xfrm>
            <a:off x="5442132" y="1641839"/>
            <a:ext cx="835359" cy="835359"/>
            <a:chOff x="5159102" y="1556792"/>
            <a:chExt cx="792088" cy="792088"/>
          </a:xfrm>
        </p:grpSpPr>
        <p:sp>
          <p:nvSpPr>
            <p:cNvPr id="28" name="椭圆 27"/>
            <p:cNvSpPr/>
            <p:nvPr/>
          </p:nvSpPr>
          <p:spPr>
            <a:xfrm>
              <a:off x="5159102" y="1556792"/>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29" name="心形 28"/>
            <p:cNvSpPr/>
            <p:nvPr/>
          </p:nvSpPr>
          <p:spPr>
            <a:xfrm>
              <a:off x="5303118" y="1755307"/>
              <a:ext cx="504056" cy="449557"/>
            </a:xfrm>
            <a:prstGeom prst="hear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grpSp>
      <p:grpSp>
        <p:nvGrpSpPr>
          <p:cNvPr id="30" name="组合 29"/>
          <p:cNvGrpSpPr/>
          <p:nvPr/>
        </p:nvGrpSpPr>
        <p:grpSpPr>
          <a:xfrm>
            <a:off x="8271124" y="1641839"/>
            <a:ext cx="835359" cy="835359"/>
            <a:chOff x="7841553" y="1556792"/>
            <a:chExt cx="792088" cy="792088"/>
          </a:xfrm>
        </p:grpSpPr>
        <p:sp>
          <p:nvSpPr>
            <p:cNvPr id="31" name="椭圆 30"/>
            <p:cNvSpPr/>
            <p:nvPr/>
          </p:nvSpPr>
          <p:spPr>
            <a:xfrm>
              <a:off x="7841553" y="1556792"/>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32" name="椭圆形标注 31"/>
            <p:cNvSpPr/>
            <p:nvPr/>
          </p:nvSpPr>
          <p:spPr>
            <a:xfrm>
              <a:off x="8015954" y="1759353"/>
              <a:ext cx="443286" cy="385963"/>
            </a:xfrm>
            <a:prstGeom prst="wedgeEllipseCallou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grpSp>
      <p:grpSp>
        <p:nvGrpSpPr>
          <p:cNvPr id="33" name="组合 32"/>
          <p:cNvGrpSpPr/>
          <p:nvPr/>
        </p:nvGrpSpPr>
        <p:grpSpPr>
          <a:xfrm>
            <a:off x="4134999" y="4977463"/>
            <a:ext cx="835359" cy="835359"/>
            <a:chOff x="3919678" y="4719630"/>
            <a:chExt cx="792088" cy="792088"/>
          </a:xfrm>
        </p:grpSpPr>
        <p:sp>
          <p:nvSpPr>
            <p:cNvPr id="34" name="椭圆 33"/>
            <p:cNvSpPr/>
            <p:nvPr/>
          </p:nvSpPr>
          <p:spPr>
            <a:xfrm flipV="1">
              <a:off x="3919678" y="4719630"/>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grpSp>
          <p:nvGrpSpPr>
            <p:cNvPr id="35" name="组合 34"/>
            <p:cNvGrpSpPr/>
            <p:nvPr/>
          </p:nvGrpSpPr>
          <p:grpSpPr>
            <a:xfrm>
              <a:off x="4158358" y="4886644"/>
              <a:ext cx="314729" cy="458061"/>
              <a:chOff x="5690315" y="3674507"/>
              <a:chExt cx="314729" cy="458061"/>
            </a:xfrm>
          </p:grpSpPr>
          <p:sp>
            <p:nvSpPr>
              <p:cNvPr id="36" name="Freeform 36"/>
              <p:cNvSpPr>
                <a:spLocks/>
              </p:cNvSpPr>
              <p:nvPr/>
            </p:nvSpPr>
            <p:spPr bwMode="auto">
              <a:xfrm flipH="1">
                <a:off x="5782528" y="4054387"/>
                <a:ext cx="130302" cy="78181"/>
              </a:xfrm>
              <a:custGeom>
                <a:avLst/>
                <a:gdLst>
                  <a:gd name="T0" fmla="*/ 73 w 80"/>
                  <a:gd name="T1" fmla="*/ 2 h 48"/>
                  <a:gd name="T2" fmla="*/ 44 w 80"/>
                  <a:gd name="T3" fmla="*/ 8 h 48"/>
                  <a:gd name="T4" fmla="*/ 40 w 80"/>
                  <a:gd name="T5" fmla="*/ 8 h 48"/>
                  <a:gd name="T6" fmla="*/ 36 w 80"/>
                  <a:gd name="T7" fmla="*/ 8 h 48"/>
                  <a:gd name="T8" fmla="*/ 7 w 80"/>
                  <a:gd name="T9" fmla="*/ 2 h 48"/>
                  <a:gd name="T10" fmla="*/ 0 w 80"/>
                  <a:gd name="T11" fmla="*/ 0 h 48"/>
                  <a:gd name="T12" fmla="*/ 0 w 80"/>
                  <a:gd name="T13" fmla="*/ 0 h 48"/>
                  <a:gd name="T14" fmla="*/ 40 w 80"/>
                  <a:gd name="T15" fmla="*/ 48 h 48"/>
                  <a:gd name="T16" fmla="*/ 80 w 80"/>
                  <a:gd name="T17" fmla="*/ 0 h 48"/>
                  <a:gd name="T18" fmla="*/ 80 w 80"/>
                  <a:gd name="T19" fmla="*/ 0 h 48"/>
                  <a:gd name="T20" fmla="*/ 73 w 80"/>
                  <a:gd name="T21"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48">
                    <a:moveTo>
                      <a:pt x="73" y="2"/>
                    </a:moveTo>
                    <a:cubicBezTo>
                      <a:pt x="65" y="5"/>
                      <a:pt x="55" y="7"/>
                      <a:pt x="44" y="8"/>
                    </a:cubicBezTo>
                    <a:cubicBezTo>
                      <a:pt x="42" y="8"/>
                      <a:pt x="41" y="8"/>
                      <a:pt x="40" y="8"/>
                    </a:cubicBezTo>
                    <a:cubicBezTo>
                      <a:pt x="39" y="8"/>
                      <a:pt x="38" y="8"/>
                      <a:pt x="36" y="8"/>
                    </a:cubicBezTo>
                    <a:cubicBezTo>
                      <a:pt x="25" y="7"/>
                      <a:pt x="15" y="5"/>
                      <a:pt x="7" y="2"/>
                    </a:cubicBezTo>
                    <a:cubicBezTo>
                      <a:pt x="3" y="1"/>
                      <a:pt x="0" y="0"/>
                      <a:pt x="0" y="0"/>
                    </a:cubicBezTo>
                    <a:cubicBezTo>
                      <a:pt x="0" y="0"/>
                      <a:pt x="0" y="0"/>
                      <a:pt x="0" y="0"/>
                    </a:cubicBezTo>
                    <a:cubicBezTo>
                      <a:pt x="0" y="27"/>
                      <a:pt x="13" y="48"/>
                      <a:pt x="40" y="48"/>
                    </a:cubicBezTo>
                    <a:cubicBezTo>
                      <a:pt x="67" y="48"/>
                      <a:pt x="80" y="27"/>
                      <a:pt x="80" y="0"/>
                    </a:cubicBezTo>
                    <a:cubicBezTo>
                      <a:pt x="80" y="0"/>
                      <a:pt x="80" y="0"/>
                      <a:pt x="80" y="0"/>
                    </a:cubicBezTo>
                    <a:cubicBezTo>
                      <a:pt x="80" y="0"/>
                      <a:pt x="77" y="1"/>
                      <a:pt x="7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sp>
            <p:nvSpPr>
              <p:cNvPr id="37" name="Freeform 37"/>
              <p:cNvSpPr>
                <a:spLocks noEditPoints="1"/>
              </p:cNvSpPr>
              <p:nvPr/>
            </p:nvSpPr>
            <p:spPr bwMode="auto">
              <a:xfrm flipH="1">
                <a:off x="5690315" y="3674507"/>
                <a:ext cx="314729" cy="366849"/>
              </a:xfrm>
              <a:custGeom>
                <a:avLst/>
                <a:gdLst>
                  <a:gd name="T0" fmla="*/ 96 w 192"/>
                  <a:gd name="T1" fmla="*/ 0 h 224"/>
                  <a:gd name="T2" fmla="*/ 0 w 192"/>
                  <a:gd name="T3" fmla="*/ 96 h 224"/>
                  <a:gd name="T4" fmla="*/ 48 w 192"/>
                  <a:gd name="T5" fmla="*/ 200 h 224"/>
                  <a:gd name="T6" fmla="*/ 67 w 192"/>
                  <a:gd name="T7" fmla="*/ 219 h 224"/>
                  <a:gd name="T8" fmla="*/ 90 w 192"/>
                  <a:gd name="T9" fmla="*/ 224 h 224"/>
                  <a:gd name="T10" fmla="*/ 96 w 192"/>
                  <a:gd name="T11" fmla="*/ 224 h 224"/>
                  <a:gd name="T12" fmla="*/ 125 w 192"/>
                  <a:gd name="T13" fmla="*/ 218 h 224"/>
                  <a:gd name="T14" fmla="*/ 144 w 192"/>
                  <a:gd name="T15" fmla="*/ 200 h 224"/>
                  <a:gd name="T16" fmla="*/ 192 w 192"/>
                  <a:gd name="T17" fmla="*/ 96 h 224"/>
                  <a:gd name="T18" fmla="*/ 96 w 192"/>
                  <a:gd name="T19" fmla="*/ 0 h 224"/>
                  <a:gd name="T20" fmla="*/ 113 w 192"/>
                  <a:gd name="T21" fmla="*/ 40 h 224"/>
                  <a:gd name="T22" fmla="*/ 31 w 192"/>
                  <a:gd name="T23" fmla="*/ 121 h 224"/>
                  <a:gd name="T24" fmla="*/ 31 w 192"/>
                  <a:gd name="T25" fmla="*/ 128 h 224"/>
                  <a:gd name="T26" fmla="*/ 24 w 192"/>
                  <a:gd name="T27" fmla="*/ 98 h 224"/>
                  <a:gd name="T28" fmla="*/ 99 w 192"/>
                  <a:gd name="T29" fmla="*/ 24 h 224"/>
                  <a:gd name="T30" fmla="*/ 160 w 192"/>
                  <a:gd name="T31" fmla="*/ 54 h 224"/>
                  <a:gd name="T32" fmla="*/ 113 w 192"/>
                  <a:gd name="T33" fmla="*/ 4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224">
                    <a:moveTo>
                      <a:pt x="96" y="0"/>
                    </a:moveTo>
                    <a:cubicBezTo>
                      <a:pt x="43" y="0"/>
                      <a:pt x="0" y="43"/>
                      <a:pt x="0" y="96"/>
                    </a:cubicBezTo>
                    <a:cubicBezTo>
                      <a:pt x="0" y="144"/>
                      <a:pt x="48" y="184"/>
                      <a:pt x="48" y="200"/>
                    </a:cubicBezTo>
                    <a:cubicBezTo>
                      <a:pt x="48" y="205"/>
                      <a:pt x="54" y="213"/>
                      <a:pt x="67" y="219"/>
                    </a:cubicBezTo>
                    <a:cubicBezTo>
                      <a:pt x="73" y="220"/>
                      <a:pt x="82" y="223"/>
                      <a:pt x="90" y="224"/>
                    </a:cubicBezTo>
                    <a:cubicBezTo>
                      <a:pt x="92" y="224"/>
                      <a:pt x="94" y="224"/>
                      <a:pt x="96" y="224"/>
                    </a:cubicBezTo>
                    <a:cubicBezTo>
                      <a:pt x="103" y="224"/>
                      <a:pt x="113" y="222"/>
                      <a:pt x="125" y="218"/>
                    </a:cubicBezTo>
                    <a:cubicBezTo>
                      <a:pt x="138" y="213"/>
                      <a:pt x="144" y="205"/>
                      <a:pt x="144" y="200"/>
                    </a:cubicBezTo>
                    <a:cubicBezTo>
                      <a:pt x="144" y="184"/>
                      <a:pt x="192" y="144"/>
                      <a:pt x="192" y="96"/>
                    </a:cubicBezTo>
                    <a:cubicBezTo>
                      <a:pt x="192" y="43"/>
                      <a:pt x="149" y="0"/>
                      <a:pt x="96" y="0"/>
                    </a:cubicBezTo>
                    <a:close/>
                    <a:moveTo>
                      <a:pt x="113" y="40"/>
                    </a:moveTo>
                    <a:cubicBezTo>
                      <a:pt x="68" y="40"/>
                      <a:pt x="31" y="76"/>
                      <a:pt x="31" y="121"/>
                    </a:cubicBezTo>
                    <a:cubicBezTo>
                      <a:pt x="31" y="123"/>
                      <a:pt x="31" y="126"/>
                      <a:pt x="31" y="128"/>
                    </a:cubicBezTo>
                    <a:cubicBezTo>
                      <a:pt x="27" y="119"/>
                      <a:pt x="24" y="109"/>
                      <a:pt x="24" y="98"/>
                    </a:cubicBezTo>
                    <a:cubicBezTo>
                      <a:pt x="24" y="57"/>
                      <a:pt x="58" y="24"/>
                      <a:pt x="99" y="24"/>
                    </a:cubicBezTo>
                    <a:cubicBezTo>
                      <a:pt x="124" y="24"/>
                      <a:pt x="146" y="36"/>
                      <a:pt x="160" y="54"/>
                    </a:cubicBezTo>
                    <a:cubicBezTo>
                      <a:pt x="147" y="45"/>
                      <a:pt x="131" y="40"/>
                      <a:pt x="113"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grpSp>
      </p:grpSp>
      <p:grpSp>
        <p:nvGrpSpPr>
          <p:cNvPr id="38" name="组合 37"/>
          <p:cNvGrpSpPr/>
          <p:nvPr/>
        </p:nvGrpSpPr>
        <p:grpSpPr>
          <a:xfrm>
            <a:off x="3376035" y="1641839"/>
            <a:ext cx="835359" cy="835359"/>
            <a:chOff x="3200028" y="1556792"/>
            <a:chExt cx="792088" cy="792088"/>
          </a:xfrm>
        </p:grpSpPr>
        <p:sp>
          <p:nvSpPr>
            <p:cNvPr id="39" name="椭圆 38"/>
            <p:cNvSpPr/>
            <p:nvPr/>
          </p:nvSpPr>
          <p:spPr>
            <a:xfrm>
              <a:off x="3200028" y="1556792"/>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grpSp>
          <p:nvGrpSpPr>
            <p:cNvPr id="40" name="组合 39"/>
            <p:cNvGrpSpPr/>
            <p:nvPr/>
          </p:nvGrpSpPr>
          <p:grpSpPr>
            <a:xfrm>
              <a:off x="3360527" y="1717291"/>
              <a:ext cx="471090" cy="471090"/>
              <a:chOff x="4334131" y="1343733"/>
              <a:chExt cx="471090" cy="471090"/>
            </a:xfrm>
          </p:grpSpPr>
          <p:sp>
            <p:nvSpPr>
              <p:cNvPr id="41" name="Freeform 17"/>
              <p:cNvSpPr>
                <a:spLocks noEditPoints="1"/>
              </p:cNvSpPr>
              <p:nvPr/>
            </p:nvSpPr>
            <p:spPr bwMode="auto">
              <a:xfrm flipH="1">
                <a:off x="4468442" y="1477042"/>
                <a:ext cx="202468" cy="203471"/>
              </a:xfrm>
              <a:custGeom>
                <a:avLst/>
                <a:gdLst>
                  <a:gd name="T0" fmla="*/ 124 w 124"/>
                  <a:gd name="T1" fmla="*/ 0 h 124"/>
                  <a:gd name="T2" fmla="*/ 39 w 124"/>
                  <a:gd name="T3" fmla="*/ 39 h 124"/>
                  <a:gd name="T4" fmla="*/ 0 w 124"/>
                  <a:gd name="T5" fmla="*/ 124 h 124"/>
                  <a:gd name="T6" fmla="*/ 85 w 124"/>
                  <a:gd name="T7" fmla="*/ 85 h 124"/>
                  <a:gd name="T8" fmla="*/ 124 w 124"/>
                  <a:gd name="T9" fmla="*/ 0 h 124"/>
                  <a:gd name="T10" fmla="*/ 62 w 124"/>
                  <a:gd name="T11" fmla="*/ 78 h 124"/>
                  <a:gd name="T12" fmla="*/ 46 w 124"/>
                  <a:gd name="T13" fmla="*/ 62 h 124"/>
                  <a:gd name="T14" fmla="*/ 62 w 124"/>
                  <a:gd name="T15" fmla="*/ 46 h 124"/>
                  <a:gd name="T16" fmla="*/ 78 w 124"/>
                  <a:gd name="T17" fmla="*/ 62 h 124"/>
                  <a:gd name="T18" fmla="*/ 62 w 124"/>
                  <a:gd name="T19" fmla="*/ 7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24">
                    <a:moveTo>
                      <a:pt x="124" y="0"/>
                    </a:moveTo>
                    <a:cubicBezTo>
                      <a:pt x="39" y="39"/>
                      <a:pt x="39" y="39"/>
                      <a:pt x="39" y="39"/>
                    </a:cubicBezTo>
                    <a:cubicBezTo>
                      <a:pt x="0" y="124"/>
                      <a:pt x="0" y="124"/>
                      <a:pt x="0" y="124"/>
                    </a:cubicBezTo>
                    <a:cubicBezTo>
                      <a:pt x="85" y="85"/>
                      <a:pt x="85" y="85"/>
                      <a:pt x="85" y="85"/>
                    </a:cubicBezTo>
                    <a:lnTo>
                      <a:pt x="124" y="0"/>
                    </a:lnTo>
                    <a:close/>
                    <a:moveTo>
                      <a:pt x="62" y="78"/>
                    </a:moveTo>
                    <a:cubicBezTo>
                      <a:pt x="53" y="78"/>
                      <a:pt x="46" y="71"/>
                      <a:pt x="46" y="62"/>
                    </a:cubicBezTo>
                    <a:cubicBezTo>
                      <a:pt x="46" y="53"/>
                      <a:pt x="53" y="46"/>
                      <a:pt x="62" y="46"/>
                    </a:cubicBezTo>
                    <a:cubicBezTo>
                      <a:pt x="71" y="46"/>
                      <a:pt x="78" y="53"/>
                      <a:pt x="78" y="62"/>
                    </a:cubicBezTo>
                    <a:cubicBezTo>
                      <a:pt x="78" y="71"/>
                      <a:pt x="71" y="78"/>
                      <a:pt x="62"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sp>
            <p:nvSpPr>
              <p:cNvPr id="42" name="Freeform 18"/>
              <p:cNvSpPr>
                <a:spLocks noEditPoints="1"/>
              </p:cNvSpPr>
              <p:nvPr/>
            </p:nvSpPr>
            <p:spPr bwMode="auto">
              <a:xfrm flipH="1">
                <a:off x="4334131" y="1343733"/>
                <a:ext cx="471090" cy="471090"/>
              </a:xfrm>
              <a:custGeom>
                <a:avLst/>
                <a:gdLst>
                  <a:gd name="T0" fmla="*/ 144 w 288"/>
                  <a:gd name="T1" fmla="*/ 0 h 288"/>
                  <a:gd name="T2" fmla="*/ 0 w 288"/>
                  <a:gd name="T3" fmla="*/ 144 h 288"/>
                  <a:gd name="T4" fmla="*/ 144 w 288"/>
                  <a:gd name="T5" fmla="*/ 288 h 288"/>
                  <a:gd name="T6" fmla="*/ 288 w 288"/>
                  <a:gd name="T7" fmla="*/ 144 h 288"/>
                  <a:gd name="T8" fmla="*/ 144 w 288"/>
                  <a:gd name="T9" fmla="*/ 0 h 288"/>
                  <a:gd name="T10" fmla="*/ 144 w 288"/>
                  <a:gd name="T11" fmla="*/ 256 h 288"/>
                  <a:gd name="T12" fmla="*/ 32 w 288"/>
                  <a:gd name="T13" fmla="*/ 144 h 288"/>
                  <a:gd name="T14" fmla="*/ 144 w 288"/>
                  <a:gd name="T15" fmla="*/ 32 h 288"/>
                  <a:gd name="T16" fmla="*/ 256 w 288"/>
                  <a:gd name="T17" fmla="*/ 144 h 288"/>
                  <a:gd name="T18" fmla="*/ 144 w 288"/>
                  <a:gd name="T19" fmla="*/ 25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0"/>
                    </a:moveTo>
                    <a:cubicBezTo>
                      <a:pt x="64" y="0"/>
                      <a:pt x="0" y="64"/>
                      <a:pt x="0" y="144"/>
                    </a:cubicBezTo>
                    <a:cubicBezTo>
                      <a:pt x="0" y="224"/>
                      <a:pt x="64" y="288"/>
                      <a:pt x="144" y="288"/>
                    </a:cubicBezTo>
                    <a:cubicBezTo>
                      <a:pt x="224" y="288"/>
                      <a:pt x="288" y="224"/>
                      <a:pt x="288" y="144"/>
                    </a:cubicBezTo>
                    <a:cubicBezTo>
                      <a:pt x="288" y="64"/>
                      <a:pt x="224" y="0"/>
                      <a:pt x="144" y="0"/>
                    </a:cubicBezTo>
                    <a:close/>
                    <a:moveTo>
                      <a:pt x="144" y="256"/>
                    </a:moveTo>
                    <a:cubicBezTo>
                      <a:pt x="82" y="256"/>
                      <a:pt x="32" y="206"/>
                      <a:pt x="32" y="144"/>
                    </a:cubicBezTo>
                    <a:cubicBezTo>
                      <a:pt x="32" y="82"/>
                      <a:pt x="82" y="32"/>
                      <a:pt x="144" y="32"/>
                    </a:cubicBezTo>
                    <a:cubicBezTo>
                      <a:pt x="206" y="32"/>
                      <a:pt x="256" y="82"/>
                      <a:pt x="256" y="144"/>
                    </a:cubicBezTo>
                    <a:cubicBezTo>
                      <a:pt x="256" y="206"/>
                      <a:pt x="206" y="256"/>
                      <a:pt x="144" y="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grpSp>
      </p:grpSp>
      <p:grpSp>
        <p:nvGrpSpPr>
          <p:cNvPr id="43" name="组合 42"/>
          <p:cNvGrpSpPr/>
          <p:nvPr/>
        </p:nvGrpSpPr>
        <p:grpSpPr>
          <a:xfrm>
            <a:off x="6543288" y="4977463"/>
            <a:ext cx="835359" cy="835359"/>
            <a:chOff x="6203218" y="4719630"/>
            <a:chExt cx="792088" cy="792088"/>
          </a:xfrm>
        </p:grpSpPr>
        <p:sp>
          <p:nvSpPr>
            <p:cNvPr id="44" name="椭圆 43"/>
            <p:cNvSpPr/>
            <p:nvPr/>
          </p:nvSpPr>
          <p:spPr>
            <a:xfrm flipV="1">
              <a:off x="6203218" y="4719630"/>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sp>
          <p:nvSpPr>
            <p:cNvPr id="45" name="Freeform 45"/>
            <p:cNvSpPr>
              <a:spLocks/>
            </p:cNvSpPr>
            <p:nvPr/>
          </p:nvSpPr>
          <p:spPr bwMode="auto">
            <a:xfrm flipH="1">
              <a:off x="6389777" y="4906189"/>
              <a:ext cx="418970" cy="418970"/>
            </a:xfrm>
            <a:custGeom>
              <a:avLst/>
              <a:gdLst>
                <a:gd name="T0" fmla="*/ 240 w 256"/>
                <a:gd name="T1" fmla="*/ 88 h 256"/>
                <a:gd name="T2" fmla="*/ 168 w 256"/>
                <a:gd name="T3" fmla="*/ 88 h 256"/>
                <a:gd name="T4" fmla="*/ 168 w 256"/>
                <a:gd name="T5" fmla="*/ 16 h 256"/>
                <a:gd name="T6" fmla="*/ 152 w 256"/>
                <a:gd name="T7" fmla="*/ 0 h 256"/>
                <a:gd name="T8" fmla="*/ 104 w 256"/>
                <a:gd name="T9" fmla="*/ 0 h 256"/>
                <a:gd name="T10" fmla="*/ 88 w 256"/>
                <a:gd name="T11" fmla="*/ 16 h 256"/>
                <a:gd name="T12" fmla="*/ 88 w 256"/>
                <a:gd name="T13" fmla="*/ 88 h 256"/>
                <a:gd name="T14" fmla="*/ 16 w 256"/>
                <a:gd name="T15" fmla="*/ 88 h 256"/>
                <a:gd name="T16" fmla="*/ 0 w 256"/>
                <a:gd name="T17" fmla="*/ 104 h 256"/>
                <a:gd name="T18" fmla="*/ 0 w 256"/>
                <a:gd name="T19" fmla="*/ 152 h 256"/>
                <a:gd name="T20" fmla="*/ 16 w 256"/>
                <a:gd name="T21" fmla="*/ 168 h 256"/>
                <a:gd name="T22" fmla="*/ 88 w 256"/>
                <a:gd name="T23" fmla="*/ 168 h 256"/>
                <a:gd name="T24" fmla="*/ 88 w 256"/>
                <a:gd name="T25" fmla="*/ 240 h 256"/>
                <a:gd name="T26" fmla="*/ 104 w 256"/>
                <a:gd name="T27" fmla="*/ 256 h 256"/>
                <a:gd name="T28" fmla="*/ 152 w 256"/>
                <a:gd name="T29" fmla="*/ 256 h 256"/>
                <a:gd name="T30" fmla="*/ 168 w 256"/>
                <a:gd name="T31" fmla="*/ 240 h 256"/>
                <a:gd name="T32" fmla="*/ 168 w 256"/>
                <a:gd name="T33" fmla="*/ 168 h 256"/>
                <a:gd name="T34" fmla="*/ 240 w 256"/>
                <a:gd name="T35" fmla="*/ 168 h 256"/>
                <a:gd name="T36" fmla="*/ 256 w 256"/>
                <a:gd name="T37" fmla="*/ 152 h 256"/>
                <a:gd name="T38" fmla="*/ 256 w 256"/>
                <a:gd name="T39" fmla="*/ 104 h 256"/>
                <a:gd name="T40" fmla="*/ 240 w 256"/>
                <a:gd name="T41" fmla="*/ 8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 h="256">
                  <a:moveTo>
                    <a:pt x="240" y="88"/>
                  </a:moveTo>
                  <a:cubicBezTo>
                    <a:pt x="168" y="88"/>
                    <a:pt x="168" y="88"/>
                    <a:pt x="168" y="88"/>
                  </a:cubicBezTo>
                  <a:cubicBezTo>
                    <a:pt x="168" y="16"/>
                    <a:pt x="168" y="16"/>
                    <a:pt x="168" y="16"/>
                  </a:cubicBezTo>
                  <a:cubicBezTo>
                    <a:pt x="168" y="7"/>
                    <a:pt x="161" y="0"/>
                    <a:pt x="152" y="0"/>
                  </a:cubicBezTo>
                  <a:cubicBezTo>
                    <a:pt x="104" y="0"/>
                    <a:pt x="104" y="0"/>
                    <a:pt x="104" y="0"/>
                  </a:cubicBezTo>
                  <a:cubicBezTo>
                    <a:pt x="95" y="0"/>
                    <a:pt x="88" y="7"/>
                    <a:pt x="88" y="16"/>
                  </a:cubicBezTo>
                  <a:cubicBezTo>
                    <a:pt x="88" y="88"/>
                    <a:pt x="88" y="88"/>
                    <a:pt x="88" y="88"/>
                  </a:cubicBezTo>
                  <a:cubicBezTo>
                    <a:pt x="16" y="88"/>
                    <a:pt x="16" y="88"/>
                    <a:pt x="16" y="88"/>
                  </a:cubicBezTo>
                  <a:cubicBezTo>
                    <a:pt x="7" y="88"/>
                    <a:pt x="0" y="95"/>
                    <a:pt x="0" y="104"/>
                  </a:cubicBezTo>
                  <a:cubicBezTo>
                    <a:pt x="0" y="152"/>
                    <a:pt x="0" y="152"/>
                    <a:pt x="0" y="152"/>
                  </a:cubicBezTo>
                  <a:cubicBezTo>
                    <a:pt x="0" y="161"/>
                    <a:pt x="7" y="168"/>
                    <a:pt x="16" y="168"/>
                  </a:cubicBezTo>
                  <a:cubicBezTo>
                    <a:pt x="88" y="168"/>
                    <a:pt x="88" y="168"/>
                    <a:pt x="88" y="168"/>
                  </a:cubicBezTo>
                  <a:cubicBezTo>
                    <a:pt x="88" y="240"/>
                    <a:pt x="88" y="240"/>
                    <a:pt x="88" y="240"/>
                  </a:cubicBezTo>
                  <a:cubicBezTo>
                    <a:pt x="88" y="249"/>
                    <a:pt x="95" y="256"/>
                    <a:pt x="104" y="256"/>
                  </a:cubicBezTo>
                  <a:cubicBezTo>
                    <a:pt x="152" y="256"/>
                    <a:pt x="152" y="256"/>
                    <a:pt x="152" y="256"/>
                  </a:cubicBezTo>
                  <a:cubicBezTo>
                    <a:pt x="161" y="256"/>
                    <a:pt x="168" y="249"/>
                    <a:pt x="168" y="240"/>
                  </a:cubicBezTo>
                  <a:cubicBezTo>
                    <a:pt x="168" y="168"/>
                    <a:pt x="168" y="168"/>
                    <a:pt x="168" y="168"/>
                  </a:cubicBezTo>
                  <a:cubicBezTo>
                    <a:pt x="240" y="168"/>
                    <a:pt x="240" y="168"/>
                    <a:pt x="240" y="168"/>
                  </a:cubicBezTo>
                  <a:cubicBezTo>
                    <a:pt x="249" y="168"/>
                    <a:pt x="256" y="161"/>
                    <a:pt x="256" y="152"/>
                  </a:cubicBezTo>
                  <a:cubicBezTo>
                    <a:pt x="256" y="104"/>
                    <a:pt x="256" y="104"/>
                    <a:pt x="256" y="104"/>
                  </a:cubicBezTo>
                  <a:cubicBezTo>
                    <a:pt x="256" y="95"/>
                    <a:pt x="249" y="88"/>
                    <a:pt x="24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grpSp>
      <p:grpSp>
        <p:nvGrpSpPr>
          <p:cNvPr id="46" name="组合 45"/>
          <p:cNvGrpSpPr/>
          <p:nvPr/>
        </p:nvGrpSpPr>
        <p:grpSpPr>
          <a:xfrm>
            <a:off x="9163279" y="4977463"/>
            <a:ext cx="835359" cy="835359"/>
            <a:chOff x="8687494" y="4719630"/>
            <a:chExt cx="792088" cy="792088"/>
          </a:xfrm>
        </p:grpSpPr>
        <p:sp>
          <p:nvSpPr>
            <p:cNvPr id="47" name="椭圆 46"/>
            <p:cNvSpPr/>
            <p:nvPr/>
          </p:nvSpPr>
          <p:spPr>
            <a:xfrm flipV="1">
              <a:off x="8687494" y="4719630"/>
              <a:ext cx="792088" cy="792088"/>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a:solidFill>
                  <a:prstClr val="white"/>
                </a:solidFill>
              </a:endParaRPr>
            </a:p>
          </p:txBody>
        </p:sp>
        <p:grpSp>
          <p:nvGrpSpPr>
            <p:cNvPr id="48" name="组合 47"/>
            <p:cNvGrpSpPr/>
            <p:nvPr/>
          </p:nvGrpSpPr>
          <p:grpSpPr>
            <a:xfrm>
              <a:off x="8847965" y="4984723"/>
              <a:ext cx="471147" cy="261902"/>
              <a:chOff x="6864264" y="1408669"/>
              <a:chExt cx="471147" cy="261902"/>
            </a:xfrm>
          </p:grpSpPr>
          <p:sp>
            <p:nvSpPr>
              <p:cNvPr id="49" name="Freeform 98"/>
              <p:cNvSpPr>
                <a:spLocks/>
              </p:cNvSpPr>
              <p:nvPr/>
            </p:nvSpPr>
            <p:spPr bwMode="auto">
              <a:xfrm flipH="1">
                <a:off x="6968886" y="1526456"/>
                <a:ext cx="313867" cy="92151"/>
              </a:xfrm>
              <a:custGeom>
                <a:avLst/>
                <a:gdLst>
                  <a:gd name="T0" fmla="*/ 192 w 192"/>
                  <a:gd name="T1" fmla="*/ 18 h 56"/>
                  <a:gd name="T2" fmla="*/ 80 w 192"/>
                  <a:gd name="T3" fmla="*/ 40 h 56"/>
                  <a:gd name="T4" fmla="*/ 88 w 192"/>
                  <a:gd name="T5" fmla="*/ 0 h 56"/>
                  <a:gd name="T6" fmla="*/ 82 w 192"/>
                  <a:gd name="T7" fmla="*/ 0 h 56"/>
                  <a:gd name="T8" fmla="*/ 3 w 192"/>
                  <a:gd name="T9" fmla="*/ 16 h 56"/>
                  <a:gd name="T10" fmla="*/ 0 w 192"/>
                  <a:gd name="T11" fmla="*/ 16 h 56"/>
                  <a:gd name="T12" fmla="*/ 0 w 192"/>
                  <a:gd name="T13" fmla="*/ 56 h 56"/>
                  <a:gd name="T14" fmla="*/ 192 w 192"/>
                  <a:gd name="T15" fmla="*/ 56 h 56"/>
                  <a:gd name="T16" fmla="*/ 192 w 192"/>
                  <a:gd name="T17"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56">
                    <a:moveTo>
                      <a:pt x="192" y="18"/>
                    </a:moveTo>
                    <a:cubicBezTo>
                      <a:pt x="80" y="40"/>
                      <a:pt x="80" y="40"/>
                      <a:pt x="80" y="40"/>
                    </a:cubicBezTo>
                    <a:cubicBezTo>
                      <a:pt x="88" y="0"/>
                      <a:pt x="88" y="0"/>
                      <a:pt x="88" y="0"/>
                    </a:cubicBezTo>
                    <a:cubicBezTo>
                      <a:pt x="82" y="0"/>
                      <a:pt x="82" y="0"/>
                      <a:pt x="82" y="0"/>
                    </a:cubicBezTo>
                    <a:cubicBezTo>
                      <a:pt x="3" y="16"/>
                      <a:pt x="3" y="16"/>
                      <a:pt x="3" y="16"/>
                    </a:cubicBezTo>
                    <a:cubicBezTo>
                      <a:pt x="2" y="16"/>
                      <a:pt x="1" y="16"/>
                      <a:pt x="0" y="16"/>
                    </a:cubicBezTo>
                    <a:cubicBezTo>
                      <a:pt x="0" y="56"/>
                      <a:pt x="0" y="56"/>
                      <a:pt x="0" y="56"/>
                    </a:cubicBezTo>
                    <a:cubicBezTo>
                      <a:pt x="192" y="56"/>
                      <a:pt x="192" y="56"/>
                      <a:pt x="192" y="56"/>
                    </a:cubicBezTo>
                    <a:lnTo>
                      <a:pt x="192"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sp>
            <p:nvSpPr>
              <p:cNvPr id="50" name="Freeform 99"/>
              <p:cNvSpPr>
                <a:spLocks noEditPoints="1"/>
              </p:cNvSpPr>
              <p:nvPr/>
            </p:nvSpPr>
            <p:spPr bwMode="auto">
              <a:xfrm flipH="1">
                <a:off x="6864264" y="1408669"/>
                <a:ext cx="471147" cy="261902"/>
              </a:xfrm>
              <a:custGeom>
                <a:avLst/>
                <a:gdLst>
                  <a:gd name="T0" fmla="*/ 272 w 288"/>
                  <a:gd name="T1" fmla="*/ 40 h 160"/>
                  <a:gd name="T2" fmla="*/ 256 w 288"/>
                  <a:gd name="T3" fmla="*/ 40 h 160"/>
                  <a:gd name="T4" fmla="*/ 256 w 288"/>
                  <a:gd name="T5" fmla="*/ 16 h 160"/>
                  <a:gd name="T6" fmla="*/ 240 w 288"/>
                  <a:gd name="T7" fmla="*/ 0 h 160"/>
                  <a:gd name="T8" fmla="*/ 16 w 288"/>
                  <a:gd name="T9" fmla="*/ 0 h 160"/>
                  <a:gd name="T10" fmla="*/ 0 w 288"/>
                  <a:gd name="T11" fmla="*/ 16 h 160"/>
                  <a:gd name="T12" fmla="*/ 0 w 288"/>
                  <a:gd name="T13" fmla="*/ 144 h 160"/>
                  <a:gd name="T14" fmla="*/ 16 w 288"/>
                  <a:gd name="T15" fmla="*/ 160 h 160"/>
                  <a:gd name="T16" fmla="*/ 240 w 288"/>
                  <a:gd name="T17" fmla="*/ 160 h 160"/>
                  <a:gd name="T18" fmla="*/ 256 w 288"/>
                  <a:gd name="T19" fmla="*/ 144 h 160"/>
                  <a:gd name="T20" fmla="*/ 256 w 288"/>
                  <a:gd name="T21" fmla="*/ 120 h 160"/>
                  <a:gd name="T22" fmla="*/ 272 w 288"/>
                  <a:gd name="T23" fmla="*/ 120 h 160"/>
                  <a:gd name="T24" fmla="*/ 288 w 288"/>
                  <a:gd name="T25" fmla="*/ 104 h 160"/>
                  <a:gd name="T26" fmla="*/ 288 w 288"/>
                  <a:gd name="T27" fmla="*/ 56 h 160"/>
                  <a:gd name="T28" fmla="*/ 272 w 288"/>
                  <a:gd name="T29" fmla="*/ 40 h 160"/>
                  <a:gd name="T30" fmla="*/ 240 w 288"/>
                  <a:gd name="T31" fmla="*/ 144 h 160"/>
                  <a:gd name="T32" fmla="*/ 16 w 288"/>
                  <a:gd name="T33" fmla="*/ 144 h 160"/>
                  <a:gd name="T34" fmla="*/ 16 w 288"/>
                  <a:gd name="T35" fmla="*/ 16 h 160"/>
                  <a:gd name="T36" fmla="*/ 240 w 288"/>
                  <a:gd name="T37" fmla="*/ 16 h 160"/>
                  <a:gd name="T38" fmla="*/ 240 w 288"/>
                  <a:gd name="T39" fmla="*/ 1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8" h="160">
                    <a:moveTo>
                      <a:pt x="272" y="40"/>
                    </a:moveTo>
                    <a:cubicBezTo>
                      <a:pt x="256" y="40"/>
                      <a:pt x="256" y="40"/>
                      <a:pt x="256" y="40"/>
                    </a:cubicBezTo>
                    <a:cubicBezTo>
                      <a:pt x="256" y="16"/>
                      <a:pt x="256" y="16"/>
                      <a:pt x="256" y="16"/>
                    </a:cubicBezTo>
                    <a:cubicBezTo>
                      <a:pt x="256" y="7"/>
                      <a:pt x="249" y="0"/>
                      <a:pt x="240" y="0"/>
                    </a:cubicBezTo>
                    <a:cubicBezTo>
                      <a:pt x="16" y="0"/>
                      <a:pt x="16" y="0"/>
                      <a:pt x="16" y="0"/>
                    </a:cubicBezTo>
                    <a:cubicBezTo>
                      <a:pt x="7" y="0"/>
                      <a:pt x="0" y="7"/>
                      <a:pt x="0" y="16"/>
                    </a:cubicBezTo>
                    <a:cubicBezTo>
                      <a:pt x="0" y="144"/>
                      <a:pt x="0" y="144"/>
                      <a:pt x="0" y="144"/>
                    </a:cubicBezTo>
                    <a:cubicBezTo>
                      <a:pt x="0" y="153"/>
                      <a:pt x="7" y="160"/>
                      <a:pt x="16" y="160"/>
                    </a:cubicBezTo>
                    <a:cubicBezTo>
                      <a:pt x="240" y="160"/>
                      <a:pt x="240" y="160"/>
                      <a:pt x="240" y="160"/>
                    </a:cubicBezTo>
                    <a:cubicBezTo>
                      <a:pt x="249" y="160"/>
                      <a:pt x="256" y="153"/>
                      <a:pt x="256" y="144"/>
                    </a:cubicBezTo>
                    <a:cubicBezTo>
                      <a:pt x="256" y="120"/>
                      <a:pt x="256" y="120"/>
                      <a:pt x="256" y="120"/>
                    </a:cubicBezTo>
                    <a:cubicBezTo>
                      <a:pt x="272" y="120"/>
                      <a:pt x="272" y="120"/>
                      <a:pt x="272" y="120"/>
                    </a:cubicBezTo>
                    <a:cubicBezTo>
                      <a:pt x="281" y="120"/>
                      <a:pt x="288" y="113"/>
                      <a:pt x="288" y="104"/>
                    </a:cubicBezTo>
                    <a:cubicBezTo>
                      <a:pt x="288" y="56"/>
                      <a:pt x="288" y="56"/>
                      <a:pt x="288" y="56"/>
                    </a:cubicBezTo>
                    <a:cubicBezTo>
                      <a:pt x="288" y="47"/>
                      <a:pt x="281" y="40"/>
                      <a:pt x="272" y="40"/>
                    </a:cubicBezTo>
                    <a:close/>
                    <a:moveTo>
                      <a:pt x="240" y="144"/>
                    </a:moveTo>
                    <a:cubicBezTo>
                      <a:pt x="16" y="144"/>
                      <a:pt x="16" y="144"/>
                      <a:pt x="16" y="144"/>
                    </a:cubicBezTo>
                    <a:cubicBezTo>
                      <a:pt x="16" y="16"/>
                      <a:pt x="16" y="16"/>
                      <a:pt x="16" y="16"/>
                    </a:cubicBezTo>
                    <a:cubicBezTo>
                      <a:pt x="240" y="16"/>
                      <a:pt x="240" y="16"/>
                      <a:pt x="240" y="16"/>
                    </a:cubicBezTo>
                    <a:lnTo>
                      <a:pt x="240" y="1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sp>
            <p:nvSpPr>
              <p:cNvPr id="51" name="Freeform 100"/>
              <p:cNvSpPr>
                <a:spLocks/>
              </p:cNvSpPr>
              <p:nvPr/>
            </p:nvSpPr>
            <p:spPr bwMode="auto">
              <a:xfrm flipH="1">
                <a:off x="6968886" y="1461326"/>
                <a:ext cx="313867" cy="91458"/>
              </a:xfrm>
              <a:custGeom>
                <a:avLst/>
                <a:gdLst>
                  <a:gd name="T0" fmla="*/ 112 w 192"/>
                  <a:gd name="T1" fmla="*/ 56 h 56"/>
                  <a:gd name="T2" fmla="*/ 118 w 192"/>
                  <a:gd name="T3" fmla="*/ 56 h 56"/>
                  <a:gd name="T4" fmla="*/ 189 w 192"/>
                  <a:gd name="T5" fmla="*/ 42 h 56"/>
                  <a:gd name="T6" fmla="*/ 192 w 192"/>
                  <a:gd name="T7" fmla="*/ 42 h 56"/>
                  <a:gd name="T8" fmla="*/ 192 w 192"/>
                  <a:gd name="T9" fmla="*/ 0 h 56"/>
                  <a:gd name="T10" fmla="*/ 0 w 192"/>
                  <a:gd name="T11" fmla="*/ 0 h 56"/>
                  <a:gd name="T12" fmla="*/ 0 w 192"/>
                  <a:gd name="T13" fmla="*/ 40 h 56"/>
                  <a:gd name="T14" fmla="*/ 120 w 192"/>
                  <a:gd name="T15" fmla="*/ 16 h 56"/>
                  <a:gd name="T16" fmla="*/ 112 w 192"/>
                  <a:gd name="T1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56">
                    <a:moveTo>
                      <a:pt x="112" y="56"/>
                    </a:moveTo>
                    <a:cubicBezTo>
                      <a:pt x="118" y="56"/>
                      <a:pt x="118" y="56"/>
                      <a:pt x="118" y="56"/>
                    </a:cubicBezTo>
                    <a:cubicBezTo>
                      <a:pt x="189" y="42"/>
                      <a:pt x="189" y="42"/>
                      <a:pt x="189" y="42"/>
                    </a:cubicBezTo>
                    <a:cubicBezTo>
                      <a:pt x="190" y="42"/>
                      <a:pt x="191" y="42"/>
                      <a:pt x="192" y="42"/>
                    </a:cubicBezTo>
                    <a:cubicBezTo>
                      <a:pt x="192" y="0"/>
                      <a:pt x="192" y="0"/>
                      <a:pt x="192" y="0"/>
                    </a:cubicBezTo>
                    <a:cubicBezTo>
                      <a:pt x="0" y="0"/>
                      <a:pt x="0" y="0"/>
                      <a:pt x="0" y="0"/>
                    </a:cubicBezTo>
                    <a:cubicBezTo>
                      <a:pt x="0" y="40"/>
                      <a:pt x="0" y="40"/>
                      <a:pt x="0" y="40"/>
                    </a:cubicBezTo>
                    <a:cubicBezTo>
                      <a:pt x="120" y="16"/>
                      <a:pt x="120" y="16"/>
                      <a:pt x="120" y="16"/>
                    </a:cubicBezTo>
                    <a:lnTo>
                      <a:pt x="112"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35" tIns="48218" rIns="96435" bIns="48218" numCol="1" anchor="t"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64372" fontAlgn="auto">
                  <a:spcBef>
                    <a:spcPts val="0"/>
                  </a:spcBef>
                  <a:spcAft>
                    <a:spcPts val="0"/>
                  </a:spcAft>
                  <a:defRPr/>
                </a:pPr>
                <a:endParaRPr lang="zh-CN" altLang="en-US" sz="1898">
                  <a:solidFill>
                    <a:sysClr val="windowText" lastClr="000000"/>
                  </a:solidFill>
                </a:endParaRPr>
              </a:p>
            </p:txBody>
          </p:sp>
        </p:grpSp>
      </p:grpSp>
      <p:sp>
        <p:nvSpPr>
          <p:cNvPr id="52" name="TextBox 88"/>
          <p:cNvSpPr txBox="1"/>
          <p:nvPr/>
        </p:nvSpPr>
        <p:spPr>
          <a:xfrm>
            <a:off x="1452052" y="2088257"/>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
        <p:nvSpPr>
          <p:cNvPr id="53" name="TextBox 90"/>
          <p:cNvSpPr txBox="1"/>
          <p:nvPr/>
        </p:nvSpPr>
        <p:spPr>
          <a:xfrm>
            <a:off x="2219524" y="4948677"/>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
        <p:nvSpPr>
          <p:cNvPr id="54" name="TextBox 91"/>
          <p:cNvSpPr txBox="1"/>
          <p:nvPr/>
        </p:nvSpPr>
        <p:spPr>
          <a:xfrm>
            <a:off x="6277492" y="2162775"/>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
        <p:nvSpPr>
          <p:cNvPr id="55" name="TextBox 92"/>
          <p:cNvSpPr txBox="1"/>
          <p:nvPr/>
        </p:nvSpPr>
        <p:spPr>
          <a:xfrm>
            <a:off x="7056506" y="4331955"/>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
        <p:nvSpPr>
          <p:cNvPr id="56" name="TextBox 93"/>
          <p:cNvSpPr txBox="1"/>
          <p:nvPr/>
        </p:nvSpPr>
        <p:spPr>
          <a:xfrm>
            <a:off x="9087337" y="2162775"/>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
        <p:nvSpPr>
          <p:cNvPr id="57" name="TextBox 94"/>
          <p:cNvSpPr txBox="1"/>
          <p:nvPr/>
        </p:nvSpPr>
        <p:spPr>
          <a:xfrm>
            <a:off x="9770813" y="4331955"/>
            <a:ext cx="1822602" cy="611578"/>
          </a:xfrm>
          <a:prstGeom prst="rect">
            <a:avLst/>
          </a:prstGeom>
          <a:noFill/>
        </p:spPr>
        <p:txBody>
          <a:bodyPr wrap="square" rtlCol="0">
            <a:spAutoFit/>
          </a:bodyPr>
          <a:lstStyle/>
          <a:p>
            <a:pPr defTabSz="964372" fontAlgn="auto">
              <a:spcBef>
                <a:spcPts val="0"/>
              </a:spcBef>
              <a:spcAft>
                <a:spcPts val="0"/>
              </a:spcAft>
            </a:pPr>
            <a:r>
              <a:rPr lang="zh-CN" altLang="en-US" sz="1687">
                <a:solidFill>
                  <a:prstClr val="white"/>
                </a:solidFill>
                <a:latin typeface="华文细黑" pitchFamily="2" charset="-122"/>
                <a:ea typeface="华文细黑" pitchFamily="2" charset="-122"/>
                <a:cs typeface="华文黑体" pitchFamily="2" charset="-122"/>
              </a:rPr>
              <a:t>单击添加文本单击添加文本</a:t>
            </a:r>
          </a:p>
        </p:txBody>
      </p:sp>
    </p:spTree>
    <p:extLst>
      <p:ext uri="{BB962C8B-B14F-4D97-AF65-F5344CB8AC3E}">
        <p14:creationId xmlns:p14="http://schemas.microsoft.com/office/powerpoint/2010/main" val="2937814856"/>
      </p:ext>
    </p:extLst>
  </p:cSld>
  <p:clrMapOvr>
    <a:masterClrMapping/>
  </p:clrMapOvr>
  <mc:AlternateContent xmlns:mc="http://schemas.openxmlformats.org/markup-compatibility/2006" xmlns:p14="http://schemas.microsoft.com/office/powerpoint/2010/main">
    <mc:Choice Requires="p14">
      <p:transition spd="slow" p14:dur="1250" advTm="0">
        <p14:switch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500"/>
                                        <p:tgtEl>
                                          <p:spTgt spid="8"/>
                                        </p:tgtEl>
                                      </p:cBhvr>
                                    </p:animEffect>
                                  </p:childTnLst>
                                </p:cTn>
                              </p:par>
                            </p:childTnLst>
                          </p:cTn>
                        </p:par>
                        <p:par>
                          <p:cTn id="18" fill="hold">
                            <p:stCondLst>
                              <p:cond delay="1000"/>
                            </p:stCondLst>
                            <p:childTnLst>
                              <p:par>
                                <p:cTn id="19" presetID="22" presetClass="entr" presetSubtype="4"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down)">
                                      <p:cBhvr>
                                        <p:cTn id="21" dur="500"/>
                                        <p:tgtEl>
                                          <p:spTgt spid="9"/>
                                        </p:tgtEl>
                                      </p:cBhvr>
                                    </p:animEffect>
                                  </p:childTnLst>
                                </p:cTn>
                              </p:par>
                            </p:childTnLst>
                          </p:cTn>
                        </p:par>
                        <p:par>
                          <p:cTn id="22" fill="hold">
                            <p:stCondLst>
                              <p:cond delay="1500"/>
                            </p:stCondLst>
                            <p:childTnLst>
                              <p:par>
                                <p:cTn id="23" presetID="10" presetClass="entr" presetSubtype="0" fill="hold" nodeType="after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childTnLst>
                          </p:cTn>
                        </p:par>
                        <p:par>
                          <p:cTn id="26" fill="hold">
                            <p:stCondLst>
                              <p:cond delay="2000"/>
                            </p:stCondLst>
                            <p:childTnLst>
                              <p:par>
                                <p:cTn id="27" presetID="22" presetClass="entr" presetSubtype="2"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2500"/>
                            </p:stCondLst>
                            <p:childTnLst>
                              <p:par>
                                <p:cTn id="31" presetID="22" presetClass="entr" presetSubtype="1"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up)">
                                      <p:cBhvr>
                                        <p:cTn id="33" dur="500"/>
                                        <p:tgtEl>
                                          <p:spTgt spid="12"/>
                                        </p:tgtEl>
                                      </p:cBhvr>
                                    </p:animEffect>
                                  </p:childTnLst>
                                </p:cTn>
                              </p:par>
                            </p:childTnLst>
                          </p:cTn>
                        </p:par>
                        <p:par>
                          <p:cTn id="34" fill="hold">
                            <p:stCondLst>
                              <p:cond delay="3000"/>
                            </p:stCondLst>
                            <p:childTnLst>
                              <p:par>
                                <p:cTn id="35" presetID="10" presetClass="entr" presetSubtype="0" fill="hold" nodeType="after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childTnLst>
                          </p:cTn>
                        </p:par>
                        <p:par>
                          <p:cTn id="38" fill="hold">
                            <p:stCondLst>
                              <p:cond delay="3500"/>
                            </p:stCondLst>
                            <p:childTnLst>
                              <p:par>
                                <p:cTn id="39" presetID="22" presetClass="entr" presetSubtype="2" fill="hold" grpId="0" nodeType="afterEffect">
                                  <p:stCondLst>
                                    <p:cond delay="0"/>
                                  </p:stCondLst>
                                  <p:childTnLst>
                                    <p:set>
                                      <p:cBhvr>
                                        <p:cTn id="40" dur="1" fill="hold">
                                          <p:stCondLst>
                                            <p:cond delay="0"/>
                                          </p:stCondLst>
                                        </p:cTn>
                                        <p:tgtEl>
                                          <p:spTgt spid="53"/>
                                        </p:tgtEl>
                                        <p:attrNameLst>
                                          <p:attrName>style.visibility</p:attrName>
                                        </p:attrNameLst>
                                      </p:cBhvr>
                                      <p:to>
                                        <p:strVal val="visible"/>
                                      </p:to>
                                    </p:set>
                                    <p:animEffect transition="in" filter="wipe(right)">
                                      <p:cBhvr>
                                        <p:cTn id="41" dur="500"/>
                                        <p:tgtEl>
                                          <p:spTgt spid="53"/>
                                        </p:tgtEl>
                                      </p:cBhvr>
                                    </p:animEffect>
                                  </p:childTnLst>
                                </p:cTn>
                              </p:par>
                            </p:childTnLst>
                          </p:cTn>
                        </p:par>
                        <p:par>
                          <p:cTn id="42" fill="hold">
                            <p:stCondLst>
                              <p:cond delay="4000"/>
                            </p:stCondLst>
                            <p:childTnLst>
                              <p:par>
                                <p:cTn id="43" presetID="22" presetClass="entr" presetSubtype="4"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down)">
                                      <p:cBhvr>
                                        <p:cTn id="45" dur="500"/>
                                        <p:tgtEl>
                                          <p:spTgt spid="15"/>
                                        </p:tgtEl>
                                      </p:cBhvr>
                                    </p:animEffect>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childTnLst>
                          </p:cTn>
                        </p:par>
                        <p:par>
                          <p:cTn id="50" fill="hold">
                            <p:stCondLst>
                              <p:cond delay="5000"/>
                            </p:stCondLst>
                            <p:childTnLst>
                              <p:par>
                                <p:cTn id="51" presetID="22" presetClass="entr" presetSubtype="8" fill="hold" grpId="0" nodeType="afterEffect">
                                  <p:stCondLst>
                                    <p:cond delay="0"/>
                                  </p:stCondLst>
                                  <p:childTnLst>
                                    <p:set>
                                      <p:cBhvr>
                                        <p:cTn id="52" dur="1" fill="hold">
                                          <p:stCondLst>
                                            <p:cond delay="0"/>
                                          </p:stCondLst>
                                        </p:cTn>
                                        <p:tgtEl>
                                          <p:spTgt spid="54"/>
                                        </p:tgtEl>
                                        <p:attrNameLst>
                                          <p:attrName>style.visibility</p:attrName>
                                        </p:attrNameLst>
                                      </p:cBhvr>
                                      <p:to>
                                        <p:strVal val="visible"/>
                                      </p:to>
                                    </p:set>
                                    <p:animEffect transition="in" filter="wipe(left)">
                                      <p:cBhvr>
                                        <p:cTn id="53" dur="500"/>
                                        <p:tgtEl>
                                          <p:spTgt spid="54"/>
                                        </p:tgtEl>
                                      </p:cBhvr>
                                    </p:animEffect>
                                  </p:childTnLst>
                                </p:cTn>
                              </p:par>
                            </p:childTnLst>
                          </p:cTn>
                        </p:par>
                        <p:par>
                          <p:cTn id="54" fill="hold">
                            <p:stCondLst>
                              <p:cond delay="5500"/>
                            </p:stCondLst>
                            <p:childTnLst>
                              <p:par>
                                <p:cTn id="55" presetID="22" presetClass="entr" presetSubtype="1" fill="hold"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up)">
                                      <p:cBhvr>
                                        <p:cTn id="57" dur="500"/>
                                        <p:tgtEl>
                                          <p:spTgt spid="18"/>
                                        </p:tgtEl>
                                      </p:cBhvr>
                                    </p:animEffect>
                                  </p:childTnLst>
                                </p:cTn>
                              </p:par>
                            </p:childTnLst>
                          </p:cTn>
                        </p:par>
                        <p:par>
                          <p:cTn id="58" fill="hold">
                            <p:stCondLst>
                              <p:cond delay="6000"/>
                            </p:stCondLst>
                            <p:childTnLst>
                              <p:par>
                                <p:cTn id="59" presetID="10" presetClass="entr" presetSubtype="0" fill="hold" nodeType="afterEffect">
                                  <p:stCondLst>
                                    <p:cond delay="0"/>
                                  </p:stCondLst>
                                  <p:childTnLst>
                                    <p:set>
                                      <p:cBhvr>
                                        <p:cTn id="60" dur="1" fill="hold">
                                          <p:stCondLst>
                                            <p:cond delay="0"/>
                                          </p:stCondLst>
                                        </p:cTn>
                                        <p:tgtEl>
                                          <p:spTgt spid="43"/>
                                        </p:tgtEl>
                                        <p:attrNameLst>
                                          <p:attrName>style.visibility</p:attrName>
                                        </p:attrNameLst>
                                      </p:cBhvr>
                                      <p:to>
                                        <p:strVal val="visible"/>
                                      </p:to>
                                    </p:set>
                                    <p:animEffect transition="in" filter="fade">
                                      <p:cBhvr>
                                        <p:cTn id="61" dur="500"/>
                                        <p:tgtEl>
                                          <p:spTgt spid="43"/>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5"/>
                                        </p:tgtEl>
                                        <p:attrNameLst>
                                          <p:attrName>style.visibility</p:attrName>
                                        </p:attrNameLst>
                                      </p:cBhvr>
                                      <p:to>
                                        <p:strVal val="visible"/>
                                      </p:to>
                                    </p:set>
                                    <p:animEffect transition="in" filter="wipe(left)">
                                      <p:cBhvr>
                                        <p:cTn id="65" dur="500"/>
                                        <p:tgtEl>
                                          <p:spTgt spid="55"/>
                                        </p:tgtEl>
                                      </p:cBhvr>
                                    </p:animEffect>
                                  </p:childTnLst>
                                </p:cTn>
                              </p:par>
                            </p:childTnLst>
                          </p:cTn>
                        </p:par>
                        <p:par>
                          <p:cTn id="66" fill="hold">
                            <p:stCondLst>
                              <p:cond delay="7000"/>
                            </p:stCondLst>
                            <p:childTnLst>
                              <p:par>
                                <p:cTn id="67" presetID="22" presetClass="entr" presetSubtype="4" fill="hold" nodeType="after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wipe(down)">
                                      <p:cBhvr>
                                        <p:cTn id="69" dur="500"/>
                                        <p:tgtEl>
                                          <p:spTgt spid="24"/>
                                        </p:tgtEl>
                                      </p:cBhvr>
                                    </p:animEffect>
                                  </p:childTnLst>
                                </p:cTn>
                              </p:par>
                            </p:childTnLst>
                          </p:cTn>
                        </p:par>
                        <p:par>
                          <p:cTn id="70" fill="hold">
                            <p:stCondLst>
                              <p:cond delay="7500"/>
                            </p:stCondLst>
                            <p:childTnLst>
                              <p:par>
                                <p:cTn id="71" presetID="10" presetClass="entr" presetSubtype="0" fill="hold" nodeType="after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childTnLst>
                          </p:cTn>
                        </p:par>
                        <p:par>
                          <p:cTn id="74" fill="hold">
                            <p:stCondLst>
                              <p:cond delay="8000"/>
                            </p:stCondLst>
                            <p:childTnLst>
                              <p:par>
                                <p:cTn id="75" presetID="22" presetClass="entr" presetSubtype="8" fill="hold" grpId="0" nodeType="after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wipe(left)">
                                      <p:cBhvr>
                                        <p:cTn id="77" dur="500"/>
                                        <p:tgtEl>
                                          <p:spTgt spid="56"/>
                                        </p:tgtEl>
                                      </p:cBhvr>
                                    </p:animEffect>
                                  </p:childTnLst>
                                </p:cTn>
                              </p:par>
                            </p:childTnLst>
                          </p:cTn>
                        </p:par>
                        <p:par>
                          <p:cTn id="78" fill="hold">
                            <p:stCondLst>
                              <p:cond delay="8500"/>
                            </p:stCondLst>
                            <p:childTnLst>
                              <p:par>
                                <p:cTn id="79" presetID="22" presetClass="entr" presetSubtype="1" fill="hold" nodeType="afterEffect">
                                  <p:stCondLst>
                                    <p:cond delay="0"/>
                                  </p:stCondLst>
                                  <p:childTnLst>
                                    <p:set>
                                      <p:cBhvr>
                                        <p:cTn id="80" dur="1" fill="hold">
                                          <p:stCondLst>
                                            <p:cond delay="0"/>
                                          </p:stCondLst>
                                        </p:cTn>
                                        <p:tgtEl>
                                          <p:spTgt spid="21"/>
                                        </p:tgtEl>
                                        <p:attrNameLst>
                                          <p:attrName>style.visibility</p:attrName>
                                        </p:attrNameLst>
                                      </p:cBhvr>
                                      <p:to>
                                        <p:strVal val="visible"/>
                                      </p:to>
                                    </p:set>
                                    <p:animEffect transition="in" filter="wipe(up)">
                                      <p:cBhvr>
                                        <p:cTn id="81" dur="500"/>
                                        <p:tgtEl>
                                          <p:spTgt spid="21"/>
                                        </p:tgtEl>
                                      </p:cBhvr>
                                    </p:animEffect>
                                  </p:childTnLst>
                                </p:cTn>
                              </p:par>
                            </p:childTnLst>
                          </p:cTn>
                        </p:par>
                        <p:par>
                          <p:cTn id="82" fill="hold">
                            <p:stCondLst>
                              <p:cond delay="9000"/>
                            </p:stCondLst>
                            <p:childTnLst>
                              <p:par>
                                <p:cTn id="83" presetID="10" presetClass="entr" presetSubtype="0" fill="hold" nodeType="after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500"/>
                                        <p:tgtEl>
                                          <p:spTgt spid="46"/>
                                        </p:tgtEl>
                                      </p:cBhvr>
                                    </p:animEffect>
                                  </p:childTnLst>
                                </p:cTn>
                              </p:par>
                            </p:childTnLst>
                          </p:cTn>
                        </p:par>
                        <p:par>
                          <p:cTn id="86" fill="hold">
                            <p:stCondLst>
                              <p:cond delay="9500"/>
                            </p:stCondLst>
                            <p:childTnLst>
                              <p:par>
                                <p:cTn id="87" presetID="22" presetClass="entr" presetSubtype="8" fill="hold" grpId="0" nodeType="afterEffect">
                                  <p:stCondLst>
                                    <p:cond delay="0"/>
                                  </p:stCondLst>
                                  <p:childTnLst>
                                    <p:set>
                                      <p:cBhvr>
                                        <p:cTn id="88" dur="1" fill="hold">
                                          <p:stCondLst>
                                            <p:cond delay="0"/>
                                          </p:stCondLst>
                                        </p:cTn>
                                        <p:tgtEl>
                                          <p:spTgt spid="57"/>
                                        </p:tgtEl>
                                        <p:attrNameLst>
                                          <p:attrName>style.visibility</p:attrName>
                                        </p:attrNameLst>
                                      </p:cBhvr>
                                      <p:to>
                                        <p:strVal val="visible"/>
                                      </p:to>
                                    </p:set>
                                    <p:animEffect transition="in" filter="wipe(left)">
                                      <p:cBhvr>
                                        <p:cTn id="8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52" grpId="0"/>
      <p:bldP spid="53" grpId="0"/>
      <p:bldP spid="54" grpId="0"/>
      <p:bldP spid="55" grpId="0"/>
      <p:bldP spid="56" grpId="0"/>
      <p:bldP spid="57"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cxnSp>
        <p:nvCxnSpPr>
          <p:cNvPr id="8" name="直接箭头连接符 6"/>
          <p:cNvCxnSpPr>
            <a:cxnSpLocks noChangeShapeType="1"/>
          </p:cNvCxnSpPr>
          <p:nvPr/>
        </p:nvCxnSpPr>
        <p:spPr bwMode="auto">
          <a:xfrm>
            <a:off x="9762199" y="3408722"/>
            <a:ext cx="0" cy="823718"/>
          </a:xfrm>
          <a:prstGeom prst="straightConnector1">
            <a:avLst/>
          </a:prstGeom>
          <a:noFill/>
          <a:ln w="19050" algn="ctr">
            <a:solidFill>
              <a:schemeClr val="bg1"/>
            </a:solidFill>
            <a:prstDash val="sysDash"/>
            <a:miter lim="800000"/>
            <a:headEnd type="oval" w="med" len="med"/>
            <a:tailEnd type="triangle" w="med" len="med"/>
          </a:ln>
          <a:extLst>
            <a:ext uri="{909E8E84-426E-40DD-AFC4-6F175D3DCCD1}">
              <a14:hiddenFill xmlns:a14="http://schemas.microsoft.com/office/drawing/2010/main">
                <a:noFill/>
              </a14:hiddenFill>
            </a:ext>
          </a:extLst>
        </p:spPr>
      </p:cxnSp>
      <p:cxnSp>
        <p:nvCxnSpPr>
          <p:cNvPr id="9" name="直接箭头连接符 7"/>
          <p:cNvCxnSpPr>
            <a:cxnSpLocks noChangeShapeType="1"/>
          </p:cNvCxnSpPr>
          <p:nvPr/>
        </p:nvCxnSpPr>
        <p:spPr bwMode="auto">
          <a:xfrm>
            <a:off x="3092088" y="3408722"/>
            <a:ext cx="0" cy="823718"/>
          </a:xfrm>
          <a:prstGeom prst="straightConnector1">
            <a:avLst/>
          </a:prstGeom>
          <a:noFill/>
          <a:ln w="19050" algn="ctr">
            <a:solidFill>
              <a:schemeClr val="bg1"/>
            </a:solidFill>
            <a:prstDash val="sysDash"/>
            <a:miter lim="800000"/>
            <a:headEnd type="oval" w="med" len="med"/>
            <a:tailEnd type="triangle" w="med" len="med"/>
          </a:ln>
          <a:extLst>
            <a:ext uri="{909E8E84-426E-40DD-AFC4-6F175D3DCCD1}">
              <a14:hiddenFill xmlns:a14="http://schemas.microsoft.com/office/drawing/2010/main">
                <a:noFill/>
              </a14:hiddenFill>
            </a:ext>
          </a:extLst>
        </p:spPr>
      </p:cxnSp>
      <p:cxnSp>
        <p:nvCxnSpPr>
          <p:cNvPr id="10" name="直接箭头连接符 8"/>
          <p:cNvCxnSpPr>
            <a:cxnSpLocks noChangeShapeType="1"/>
          </p:cNvCxnSpPr>
          <p:nvPr/>
        </p:nvCxnSpPr>
        <p:spPr bwMode="auto">
          <a:xfrm>
            <a:off x="7538828" y="3408722"/>
            <a:ext cx="0" cy="823718"/>
          </a:xfrm>
          <a:prstGeom prst="straightConnector1">
            <a:avLst/>
          </a:prstGeom>
          <a:noFill/>
          <a:ln w="19050" algn="ctr">
            <a:solidFill>
              <a:schemeClr val="bg1"/>
            </a:solidFill>
            <a:prstDash val="sysDash"/>
            <a:miter lim="800000"/>
            <a:headEnd type="oval" w="med" len="med"/>
            <a:tailEnd type="triangle" w="med" len="med"/>
          </a:ln>
          <a:extLst>
            <a:ext uri="{909E8E84-426E-40DD-AFC4-6F175D3DCCD1}">
              <a14:hiddenFill xmlns:a14="http://schemas.microsoft.com/office/drawing/2010/main">
                <a:noFill/>
              </a14:hiddenFill>
            </a:ext>
          </a:extLst>
        </p:spPr>
      </p:cxnSp>
      <p:sp>
        <p:nvSpPr>
          <p:cNvPr id="11" name="环形箭头 10"/>
          <p:cNvSpPr/>
          <p:nvPr/>
        </p:nvSpPr>
        <p:spPr>
          <a:xfrm flipH="1">
            <a:off x="2194705" y="1774680"/>
            <a:ext cx="1797000" cy="1797000"/>
          </a:xfrm>
          <a:prstGeom prst="circularArrow">
            <a:avLst>
              <a:gd name="adj1" fmla="val 12500"/>
              <a:gd name="adj2" fmla="val 1142319"/>
              <a:gd name="adj3" fmla="val 20457681"/>
              <a:gd name="adj4" fmla="val 2875315"/>
              <a:gd name="adj5" fmla="val 12500"/>
            </a:avLst>
          </a:prstGeom>
          <a:noFill/>
          <a:ln w="127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anchor="ctr"/>
          <a:lstStyle/>
          <a:p>
            <a:pPr algn="ctr" defTabSz="964372" fontAlgn="auto">
              <a:spcBef>
                <a:spcPts val="0"/>
              </a:spcBef>
              <a:spcAft>
                <a:spcPts val="0"/>
              </a:spcAft>
              <a:defRPr/>
            </a:pPr>
            <a:r>
              <a:rPr lang="zh-CN" altLang="en-US" sz="2109" dirty="0">
                <a:solidFill>
                  <a:prstClr val="white"/>
                </a:solidFill>
                <a:latin typeface="微软雅黑"/>
                <a:ea typeface="微软雅黑" panose="020B0503020204020204" pitchFamily="34" charset="-122"/>
                <a:cs typeface="+mn-ea"/>
                <a:sym typeface="+mn-lt"/>
              </a:rPr>
              <a:t>标题</a:t>
            </a:r>
          </a:p>
        </p:txBody>
      </p:sp>
      <p:sp>
        <p:nvSpPr>
          <p:cNvPr id="12" name="TextBox 31"/>
          <p:cNvSpPr txBox="1"/>
          <p:nvPr/>
        </p:nvSpPr>
        <p:spPr>
          <a:xfrm>
            <a:off x="2078624" y="4248066"/>
            <a:ext cx="1982282" cy="1525974"/>
          </a:xfrm>
          <a:prstGeom prst="rect">
            <a:avLst/>
          </a:prstGeom>
          <a:noFill/>
        </p:spPr>
        <p:txBody>
          <a:bodyPr lIns="96435" tIns="48218" rIns="96435" bIns="48218">
            <a:spAutoFit/>
          </a:bodyPr>
          <a:lstStyle/>
          <a:p>
            <a:pPr defTabSz="964372" fontAlgn="auto">
              <a:lnSpc>
                <a:spcPct val="150000"/>
              </a:lnSpc>
              <a:spcBef>
                <a:spcPts val="0"/>
              </a:spcBef>
              <a:spcAft>
                <a:spcPts val="0"/>
              </a:spcAft>
              <a:defRPr/>
            </a:pPr>
            <a:r>
              <a:rPr lang="zh-CN" altLang="en-US" sz="1547" dirty="0">
                <a:solidFill>
                  <a:prstClr val="white">
                    <a:lumMod val="95000"/>
                  </a:prstClr>
                </a:solidFill>
                <a:latin typeface="微软雅黑" panose="020B0503020204020204" pitchFamily="34" charset="-122"/>
                <a:ea typeface="微软雅黑" panose="020B0503020204020204" pitchFamily="34" charset="-122"/>
              </a:rPr>
              <a:t>您的内容打在这里，或者通过复制您的文本后，在此框中选择粘贴，并选择只保留</a:t>
            </a:r>
            <a:endParaRPr lang="zh-CN" altLang="en-US" sz="1547" dirty="0">
              <a:solidFill>
                <a:prstClr val="white">
                  <a:lumMod val="95000"/>
                </a:prstClr>
              </a:solidFill>
              <a:latin typeface="微软雅黑" panose="020B0503020204020204" pitchFamily="34" charset="-122"/>
              <a:ea typeface="微软雅黑" panose="020B0503020204020204" pitchFamily="34" charset="-122"/>
              <a:cs typeface="Arial" pitchFamily="34" charset="0"/>
            </a:endParaRPr>
          </a:p>
        </p:txBody>
      </p:sp>
      <p:sp>
        <p:nvSpPr>
          <p:cNvPr id="13" name="TextBox 31"/>
          <p:cNvSpPr txBox="1"/>
          <p:nvPr/>
        </p:nvSpPr>
        <p:spPr>
          <a:xfrm>
            <a:off x="4301994" y="4248066"/>
            <a:ext cx="1980049" cy="1525974"/>
          </a:xfrm>
          <a:prstGeom prst="rect">
            <a:avLst/>
          </a:prstGeom>
          <a:noFill/>
        </p:spPr>
        <p:txBody>
          <a:bodyPr lIns="96435" tIns="48218" rIns="96435" bIns="48218">
            <a:spAutoFit/>
          </a:bodyPr>
          <a:lstStyle/>
          <a:p>
            <a:pPr defTabSz="964372" fontAlgn="auto">
              <a:lnSpc>
                <a:spcPct val="150000"/>
              </a:lnSpc>
              <a:spcBef>
                <a:spcPts val="0"/>
              </a:spcBef>
              <a:spcAft>
                <a:spcPts val="0"/>
              </a:spcAft>
              <a:defRPr/>
            </a:pPr>
            <a:r>
              <a:rPr lang="zh-CN" altLang="en-US" sz="1547" dirty="0">
                <a:solidFill>
                  <a:prstClr val="white">
                    <a:lumMod val="95000"/>
                  </a:prstClr>
                </a:solidFill>
                <a:latin typeface="微软雅黑" panose="020B0503020204020204" pitchFamily="34" charset="-122"/>
                <a:ea typeface="微软雅黑" panose="020B0503020204020204" pitchFamily="34" charset="-122"/>
              </a:rPr>
              <a:t>您的内容打在这里，或者通过复制您的文本后，在此框中选择粘贴，并选择只保留</a:t>
            </a:r>
            <a:endParaRPr lang="zh-CN" altLang="en-US" sz="1547" dirty="0">
              <a:solidFill>
                <a:prstClr val="white">
                  <a:lumMod val="95000"/>
                </a:prstClr>
              </a:solidFill>
              <a:latin typeface="微软雅黑" panose="020B0503020204020204" pitchFamily="34" charset="-122"/>
              <a:ea typeface="微软雅黑" panose="020B0503020204020204" pitchFamily="34" charset="-122"/>
              <a:cs typeface="Arial" pitchFamily="34" charset="0"/>
            </a:endParaRPr>
          </a:p>
        </p:txBody>
      </p:sp>
      <p:sp>
        <p:nvSpPr>
          <p:cNvPr id="14" name="环形箭头 13"/>
          <p:cNvSpPr/>
          <p:nvPr/>
        </p:nvSpPr>
        <p:spPr>
          <a:xfrm flipH="1">
            <a:off x="6641444" y="1774680"/>
            <a:ext cx="1794769" cy="1797000"/>
          </a:xfrm>
          <a:prstGeom prst="circularArrow">
            <a:avLst>
              <a:gd name="adj1" fmla="val 12500"/>
              <a:gd name="adj2" fmla="val 1142319"/>
              <a:gd name="adj3" fmla="val 20457681"/>
              <a:gd name="adj4" fmla="val 2875315"/>
              <a:gd name="adj5" fmla="val 12500"/>
            </a:avLst>
          </a:prstGeom>
          <a:noFill/>
          <a:ln w="127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anchor="ctr"/>
          <a:lstStyle/>
          <a:p>
            <a:pPr algn="ctr" defTabSz="964372" fontAlgn="auto">
              <a:spcBef>
                <a:spcPts val="0"/>
              </a:spcBef>
              <a:spcAft>
                <a:spcPts val="0"/>
              </a:spcAft>
              <a:defRPr/>
            </a:pPr>
            <a:r>
              <a:rPr lang="zh-CN" altLang="en-US" sz="2109" dirty="0">
                <a:solidFill>
                  <a:prstClr val="white"/>
                </a:solidFill>
                <a:latin typeface="微软雅黑"/>
                <a:ea typeface="微软雅黑" panose="020B0503020204020204" pitchFamily="34" charset="-122"/>
                <a:cs typeface="+mn-ea"/>
                <a:sym typeface="+mn-lt"/>
              </a:rPr>
              <a:t>标题</a:t>
            </a:r>
          </a:p>
        </p:txBody>
      </p:sp>
      <p:sp>
        <p:nvSpPr>
          <p:cNvPr id="15" name="TextBox 31"/>
          <p:cNvSpPr txBox="1"/>
          <p:nvPr/>
        </p:nvSpPr>
        <p:spPr>
          <a:xfrm>
            <a:off x="6523132" y="4248066"/>
            <a:ext cx="1982282" cy="1525974"/>
          </a:xfrm>
          <a:prstGeom prst="rect">
            <a:avLst/>
          </a:prstGeom>
          <a:noFill/>
        </p:spPr>
        <p:txBody>
          <a:bodyPr lIns="96435" tIns="48218" rIns="96435" bIns="48218">
            <a:spAutoFit/>
          </a:bodyPr>
          <a:lstStyle/>
          <a:p>
            <a:pPr defTabSz="964372" fontAlgn="auto">
              <a:lnSpc>
                <a:spcPct val="150000"/>
              </a:lnSpc>
              <a:spcBef>
                <a:spcPts val="0"/>
              </a:spcBef>
              <a:spcAft>
                <a:spcPts val="0"/>
              </a:spcAft>
              <a:defRPr/>
            </a:pPr>
            <a:r>
              <a:rPr lang="zh-CN" altLang="en-US" sz="1547" dirty="0">
                <a:solidFill>
                  <a:prstClr val="white">
                    <a:lumMod val="95000"/>
                  </a:prstClr>
                </a:solidFill>
                <a:latin typeface="微软雅黑" panose="020B0503020204020204" pitchFamily="34" charset="-122"/>
                <a:ea typeface="微软雅黑" panose="020B0503020204020204" pitchFamily="34" charset="-122"/>
              </a:rPr>
              <a:t>您的内容打在这里，或者通过复制您的文本后，在此框中选择粘贴，并选择只保留</a:t>
            </a:r>
            <a:endParaRPr lang="zh-CN" altLang="en-US" sz="1547" dirty="0">
              <a:solidFill>
                <a:prstClr val="white">
                  <a:lumMod val="95000"/>
                </a:prstClr>
              </a:solidFill>
              <a:latin typeface="微软雅黑" panose="020B0503020204020204" pitchFamily="34" charset="-122"/>
              <a:ea typeface="微软雅黑" panose="020B0503020204020204" pitchFamily="34" charset="-122"/>
              <a:cs typeface="Arial" pitchFamily="34" charset="0"/>
            </a:endParaRPr>
          </a:p>
        </p:txBody>
      </p:sp>
      <p:sp>
        <p:nvSpPr>
          <p:cNvPr id="16" name="环形箭头 15"/>
          <p:cNvSpPr/>
          <p:nvPr/>
        </p:nvSpPr>
        <p:spPr>
          <a:xfrm flipH="1">
            <a:off x="8862581" y="1774680"/>
            <a:ext cx="1797002" cy="1797000"/>
          </a:xfrm>
          <a:prstGeom prst="circularArrow">
            <a:avLst>
              <a:gd name="adj1" fmla="val 12500"/>
              <a:gd name="adj2" fmla="val 1142319"/>
              <a:gd name="adj3" fmla="val 20457681"/>
              <a:gd name="adj4" fmla="val 2875315"/>
              <a:gd name="adj5" fmla="val 12500"/>
            </a:avLst>
          </a:prstGeom>
          <a:noFill/>
          <a:ln w="127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anchor="ctr"/>
          <a:lstStyle/>
          <a:p>
            <a:pPr algn="ctr" defTabSz="964372" fontAlgn="auto">
              <a:spcBef>
                <a:spcPts val="0"/>
              </a:spcBef>
              <a:spcAft>
                <a:spcPts val="0"/>
              </a:spcAft>
              <a:defRPr/>
            </a:pPr>
            <a:r>
              <a:rPr lang="zh-CN" altLang="en-US" sz="2109" dirty="0">
                <a:solidFill>
                  <a:prstClr val="white"/>
                </a:solidFill>
                <a:latin typeface="微软雅黑"/>
                <a:ea typeface="微软雅黑" panose="020B0503020204020204" pitchFamily="34" charset="-122"/>
                <a:cs typeface="+mn-ea"/>
                <a:sym typeface="+mn-lt"/>
              </a:rPr>
              <a:t>标题</a:t>
            </a:r>
          </a:p>
        </p:txBody>
      </p:sp>
      <p:sp>
        <p:nvSpPr>
          <p:cNvPr id="17" name="TextBox 31"/>
          <p:cNvSpPr txBox="1"/>
          <p:nvPr/>
        </p:nvSpPr>
        <p:spPr>
          <a:xfrm>
            <a:off x="8746502" y="4248066"/>
            <a:ext cx="1982282" cy="1525974"/>
          </a:xfrm>
          <a:prstGeom prst="rect">
            <a:avLst/>
          </a:prstGeom>
          <a:noFill/>
        </p:spPr>
        <p:txBody>
          <a:bodyPr lIns="96435" tIns="48218" rIns="96435" bIns="48218">
            <a:spAutoFit/>
          </a:bodyPr>
          <a:lstStyle/>
          <a:p>
            <a:pPr defTabSz="964372" fontAlgn="auto">
              <a:lnSpc>
                <a:spcPct val="150000"/>
              </a:lnSpc>
              <a:spcBef>
                <a:spcPts val="0"/>
              </a:spcBef>
              <a:spcAft>
                <a:spcPts val="0"/>
              </a:spcAft>
              <a:defRPr/>
            </a:pPr>
            <a:r>
              <a:rPr lang="zh-CN" altLang="en-US" sz="1547" dirty="0">
                <a:solidFill>
                  <a:prstClr val="white">
                    <a:lumMod val="95000"/>
                  </a:prstClr>
                </a:solidFill>
                <a:latin typeface="微软雅黑" panose="020B0503020204020204" pitchFamily="34" charset="-122"/>
                <a:ea typeface="微软雅黑" panose="020B0503020204020204" pitchFamily="34" charset="-122"/>
              </a:rPr>
              <a:t>您的内容打在这里，或者通过复制您的文本后，在此框中选择粘贴，并选择只保留</a:t>
            </a:r>
            <a:endParaRPr lang="zh-CN" altLang="en-US" sz="1547" dirty="0">
              <a:solidFill>
                <a:prstClr val="white">
                  <a:lumMod val="95000"/>
                </a:prstClr>
              </a:solidFill>
              <a:latin typeface="微软雅黑" panose="020B0503020204020204" pitchFamily="34" charset="-122"/>
              <a:ea typeface="微软雅黑" panose="020B0503020204020204" pitchFamily="34" charset="-122"/>
              <a:cs typeface="Arial" pitchFamily="34" charset="0"/>
            </a:endParaRPr>
          </a:p>
        </p:txBody>
      </p:sp>
      <p:cxnSp>
        <p:nvCxnSpPr>
          <p:cNvPr id="18" name="直接箭头连接符 8"/>
          <p:cNvCxnSpPr>
            <a:cxnSpLocks noChangeShapeType="1"/>
          </p:cNvCxnSpPr>
          <p:nvPr/>
        </p:nvCxnSpPr>
        <p:spPr bwMode="auto">
          <a:xfrm>
            <a:off x="5294252" y="3408722"/>
            <a:ext cx="0" cy="823718"/>
          </a:xfrm>
          <a:prstGeom prst="straightConnector1">
            <a:avLst/>
          </a:prstGeom>
          <a:noFill/>
          <a:ln w="19050" algn="ctr">
            <a:solidFill>
              <a:schemeClr val="bg1"/>
            </a:solidFill>
            <a:prstDash val="sysDash"/>
            <a:miter lim="800000"/>
            <a:headEnd type="oval" w="med" len="med"/>
            <a:tailEnd type="triangle" w="med" len="med"/>
          </a:ln>
          <a:extLst>
            <a:ext uri="{909E8E84-426E-40DD-AFC4-6F175D3DCCD1}">
              <a14:hiddenFill xmlns:a14="http://schemas.microsoft.com/office/drawing/2010/main">
                <a:noFill/>
              </a14:hiddenFill>
            </a:ext>
          </a:extLst>
        </p:spPr>
      </p:cxnSp>
      <p:sp>
        <p:nvSpPr>
          <p:cNvPr id="19" name="环形箭头 18"/>
          <p:cNvSpPr/>
          <p:nvPr/>
        </p:nvSpPr>
        <p:spPr>
          <a:xfrm flipH="1">
            <a:off x="4396867" y="1774680"/>
            <a:ext cx="1794769" cy="1797000"/>
          </a:xfrm>
          <a:prstGeom prst="circularArrow">
            <a:avLst>
              <a:gd name="adj1" fmla="val 12500"/>
              <a:gd name="adj2" fmla="val 1142319"/>
              <a:gd name="adj3" fmla="val 20457681"/>
              <a:gd name="adj4" fmla="val 2875315"/>
              <a:gd name="adj5" fmla="val 12500"/>
            </a:avLst>
          </a:prstGeom>
          <a:noFill/>
          <a:ln w="127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6435" tIns="48218" rIns="96435" bIns="48218" anchor="ctr"/>
          <a:lstStyle/>
          <a:p>
            <a:pPr algn="ctr" defTabSz="964372" fontAlgn="auto">
              <a:spcBef>
                <a:spcPts val="0"/>
              </a:spcBef>
              <a:spcAft>
                <a:spcPts val="0"/>
              </a:spcAft>
              <a:defRPr/>
            </a:pPr>
            <a:r>
              <a:rPr lang="zh-CN" altLang="en-US" sz="2109" dirty="0">
                <a:solidFill>
                  <a:prstClr val="white"/>
                </a:solidFill>
                <a:latin typeface="微软雅黑"/>
                <a:ea typeface="微软雅黑" panose="020B0503020204020204" pitchFamily="34" charset="-122"/>
                <a:cs typeface="+mn-ea"/>
                <a:sym typeface="+mn-lt"/>
              </a:rPr>
              <a:t>标题</a:t>
            </a:r>
          </a:p>
        </p:txBody>
      </p:sp>
    </p:spTree>
    <p:extLst>
      <p:ext uri="{BB962C8B-B14F-4D97-AF65-F5344CB8AC3E}">
        <p14:creationId xmlns:p14="http://schemas.microsoft.com/office/powerpoint/2010/main" val="4145117640"/>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par>
                          <p:cTn id="14" fill="hold">
                            <p:stCondLst>
                              <p:cond delay="500"/>
                            </p:stCondLst>
                            <p:childTnLst>
                              <p:par>
                                <p:cTn id="15" presetID="2" presetClass="entr" presetSubtype="8"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additive="base">
                                        <p:cTn id="21" dur="500" fill="hold"/>
                                        <p:tgtEl>
                                          <p:spTgt spid="19"/>
                                        </p:tgtEl>
                                        <p:attrNameLst>
                                          <p:attrName>ppt_x</p:attrName>
                                        </p:attrNameLst>
                                      </p:cBhvr>
                                      <p:tavLst>
                                        <p:tav tm="0">
                                          <p:val>
                                            <p:strVal val="0-#ppt_w/2"/>
                                          </p:val>
                                        </p:tav>
                                        <p:tav tm="100000">
                                          <p:val>
                                            <p:strVal val="#ppt_x"/>
                                          </p:val>
                                        </p:tav>
                                      </p:tavLst>
                                    </p:anim>
                                    <p:anim calcmode="lin" valueType="num">
                                      <p:cBhvr additive="base">
                                        <p:cTn id="22" dur="500" fill="hold"/>
                                        <p:tgtEl>
                                          <p:spTgt spid="19"/>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0-#ppt_w/2"/>
                                          </p:val>
                                        </p:tav>
                                        <p:tav tm="100000">
                                          <p:val>
                                            <p:strVal val="#ppt_x"/>
                                          </p:val>
                                        </p:tav>
                                      </p:tavLst>
                                    </p:anim>
                                    <p:anim calcmode="lin" valueType="num">
                                      <p:cBhvr additive="base">
                                        <p:cTn id="26" dur="50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up)">
                                      <p:cBhvr>
                                        <p:cTn id="35" dur="500"/>
                                        <p:tgtEl>
                                          <p:spTgt spid="9"/>
                                        </p:tgtEl>
                                      </p:cBhvr>
                                    </p:animEffect>
                                  </p:childTnLst>
                                </p:cTn>
                              </p:par>
                              <p:par>
                                <p:cTn id="36" presetID="22" presetClass="entr" presetSubtype="1" fill="hold"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wipe(up)">
                                      <p:cBhvr>
                                        <p:cTn id="38" dur="500"/>
                                        <p:tgtEl>
                                          <p:spTgt spid="18"/>
                                        </p:tgtEl>
                                      </p:cBhvr>
                                    </p:animEffect>
                                  </p:childTnLst>
                                </p:cTn>
                              </p:par>
                              <p:par>
                                <p:cTn id="39" presetID="22" presetClass="entr" presetSubtype="1"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wipe(up)">
                                      <p:cBhvr>
                                        <p:cTn id="41" dur="500"/>
                                        <p:tgtEl>
                                          <p:spTgt spid="10"/>
                                        </p:tgtEl>
                                      </p:cBhvr>
                                    </p:animEffect>
                                  </p:childTnLst>
                                </p:cTn>
                              </p:par>
                              <p:par>
                                <p:cTn id="42" presetID="22" presetClass="entr" presetSubtype="1"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up)">
                                      <p:cBhvr>
                                        <p:cTn id="44" dur="500"/>
                                        <p:tgtEl>
                                          <p:spTgt spid="8"/>
                                        </p:tgtEl>
                                      </p:cBhvr>
                                    </p:animEffect>
                                  </p:childTnLst>
                                </p:cTn>
                              </p:par>
                            </p:childTnLst>
                          </p:cTn>
                        </p:par>
                      </p:childTnLst>
                    </p:cTn>
                  </p:par>
                  <p:par>
                    <p:cTn id="45" fill="hold">
                      <p:stCondLst>
                        <p:cond delay="indefinite"/>
                      </p:stCondLst>
                      <p:childTnLst>
                        <p:par>
                          <p:cTn id="46" fill="hold">
                            <p:stCondLst>
                              <p:cond delay="0"/>
                            </p:stCondLst>
                            <p:childTnLst>
                              <p:par>
                                <p:cTn id="47" presetID="18" presetClass="entr" presetSubtype="6"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strips(downRight)">
                                      <p:cBhvr>
                                        <p:cTn id="49" dur="500"/>
                                        <p:tgtEl>
                                          <p:spTgt spid="12"/>
                                        </p:tgtEl>
                                      </p:cBhvr>
                                    </p:animEffect>
                                  </p:childTnLst>
                                </p:cTn>
                              </p:par>
                              <p:par>
                                <p:cTn id="50" presetID="18" presetClass="entr" presetSubtype="6" fill="hold" grpId="0" nodeType="with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strips(downRight)">
                                      <p:cBhvr>
                                        <p:cTn id="52" dur="500"/>
                                        <p:tgtEl>
                                          <p:spTgt spid="13"/>
                                        </p:tgtEl>
                                      </p:cBhvr>
                                    </p:animEffect>
                                  </p:childTnLst>
                                </p:cTn>
                              </p:par>
                              <p:par>
                                <p:cTn id="53" presetID="18" presetClass="entr" presetSubtype="6"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strips(downRight)">
                                      <p:cBhvr>
                                        <p:cTn id="55" dur="500"/>
                                        <p:tgtEl>
                                          <p:spTgt spid="15"/>
                                        </p:tgtEl>
                                      </p:cBhvr>
                                    </p:animEffect>
                                  </p:childTnLst>
                                </p:cTn>
                              </p:par>
                              <p:par>
                                <p:cTn id="56" presetID="18" presetClass="entr" presetSubtype="6"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strips(downRight)">
                                      <p:cBhvr>
                                        <p:cTn id="5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P spid="12" grpId="0"/>
      <p:bldP spid="13" grpId="0"/>
      <p:bldP spid="14" grpId="0" animBg="1"/>
      <p:bldP spid="15" grpId="0"/>
      <p:bldP spid="16" grpId="0" animBg="1"/>
      <p:bldP spid="17" grpId="0"/>
      <p:bldP spid="19"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
        <p:nvSpPr>
          <p:cNvPr id="8" name="TextBox 29"/>
          <p:cNvSpPr txBox="1"/>
          <p:nvPr/>
        </p:nvSpPr>
        <p:spPr>
          <a:xfrm>
            <a:off x="750885" y="1934435"/>
            <a:ext cx="2356830" cy="1077218"/>
          </a:xfrm>
          <a:prstGeom prst="rect">
            <a:avLst/>
          </a:prstGeom>
          <a:noFill/>
        </p:spPr>
        <p:txBody>
          <a:bodyPr wrap="square" lIns="0" tIns="0" rIns="0" bIns="0" rtlCol="0">
            <a:spAutoFit/>
          </a:bodyPr>
          <a:lstStyle/>
          <a:p>
            <a:pPr algn="just" defTabSz="964372" fontAlgn="auto">
              <a:lnSpc>
                <a:spcPts val="2109"/>
              </a:lnSpc>
              <a:spcBef>
                <a:spcPts val="0"/>
              </a:spcBef>
              <a:spcAft>
                <a:spcPts val="0"/>
              </a:spcAft>
            </a:pPr>
            <a:r>
              <a:rPr lang="zh-CN" altLang="en-US" sz="1477" dirty="0">
                <a:solidFill>
                  <a:prstClr val="white"/>
                </a:solidFill>
                <a:latin typeface="微软雅黑" pitchFamily="34" charset="-122"/>
                <a:ea typeface="微软雅黑" pitchFamily="34" charset="-122"/>
              </a:rPr>
              <a:t>此处添加详细文本描述，建议与标题相关并符合整体语言风格，语言描述尽量。</a:t>
            </a:r>
            <a:r>
              <a:rPr lang="en-US" altLang="zh-CN" sz="1477" dirty="0">
                <a:solidFill>
                  <a:prstClr val="white"/>
                </a:solidFill>
                <a:latin typeface="微软雅黑" pitchFamily="34" charset="-122"/>
                <a:ea typeface="微软雅黑" pitchFamily="34" charset="-122"/>
              </a:rPr>
              <a:t>……</a:t>
            </a:r>
          </a:p>
        </p:txBody>
      </p:sp>
      <p:sp>
        <p:nvSpPr>
          <p:cNvPr id="9" name="TextBox 29"/>
          <p:cNvSpPr txBox="1"/>
          <p:nvPr/>
        </p:nvSpPr>
        <p:spPr>
          <a:xfrm>
            <a:off x="9809636" y="3021844"/>
            <a:ext cx="2369885" cy="807913"/>
          </a:xfrm>
          <a:prstGeom prst="rect">
            <a:avLst/>
          </a:prstGeom>
          <a:noFill/>
        </p:spPr>
        <p:txBody>
          <a:bodyPr wrap="square" lIns="0" tIns="0" rIns="0" bIns="0" rtlCol="0">
            <a:spAutoFit/>
          </a:bodyPr>
          <a:lstStyle/>
          <a:p>
            <a:pPr algn="just" defTabSz="964372" fontAlgn="auto">
              <a:lnSpc>
                <a:spcPts val="2109"/>
              </a:lnSpc>
              <a:spcBef>
                <a:spcPts val="0"/>
              </a:spcBef>
              <a:spcAft>
                <a:spcPts val="0"/>
              </a:spcAft>
            </a:pPr>
            <a:r>
              <a:rPr lang="zh-CN" altLang="en-US" sz="1477" dirty="0">
                <a:solidFill>
                  <a:prstClr val="white"/>
                </a:solidFill>
                <a:latin typeface="微软雅黑" pitchFamily="34" charset="-122"/>
                <a:ea typeface="微软雅黑" pitchFamily="34" charset="-122"/>
              </a:rPr>
              <a:t>此处添加详细文本描述，建议与标题相关并符合整体语言风格，语言描述尽量。</a:t>
            </a:r>
            <a:r>
              <a:rPr lang="en-US" altLang="zh-CN" sz="1477" dirty="0">
                <a:solidFill>
                  <a:prstClr val="white"/>
                </a:solidFill>
                <a:latin typeface="微软雅黑" pitchFamily="34" charset="-122"/>
                <a:ea typeface="微软雅黑" pitchFamily="34" charset="-122"/>
              </a:rPr>
              <a:t>……</a:t>
            </a:r>
          </a:p>
        </p:txBody>
      </p:sp>
      <p:sp>
        <p:nvSpPr>
          <p:cNvPr id="10" name="TextBox 29"/>
          <p:cNvSpPr txBox="1"/>
          <p:nvPr/>
        </p:nvSpPr>
        <p:spPr>
          <a:xfrm>
            <a:off x="750885" y="4107580"/>
            <a:ext cx="2356830" cy="1077218"/>
          </a:xfrm>
          <a:prstGeom prst="rect">
            <a:avLst/>
          </a:prstGeom>
          <a:noFill/>
        </p:spPr>
        <p:txBody>
          <a:bodyPr wrap="square" lIns="0" tIns="0" rIns="0" bIns="0" rtlCol="0">
            <a:spAutoFit/>
          </a:bodyPr>
          <a:lstStyle/>
          <a:p>
            <a:pPr algn="just" defTabSz="964372" fontAlgn="auto">
              <a:lnSpc>
                <a:spcPts val="2109"/>
              </a:lnSpc>
              <a:spcBef>
                <a:spcPts val="0"/>
              </a:spcBef>
              <a:spcAft>
                <a:spcPts val="0"/>
              </a:spcAft>
            </a:pPr>
            <a:r>
              <a:rPr lang="zh-CN" altLang="en-US" sz="1477" dirty="0">
                <a:solidFill>
                  <a:prstClr val="white"/>
                </a:solidFill>
                <a:latin typeface="微软雅黑" pitchFamily="34" charset="-122"/>
                <a:ea typeface="微软雅黑" pitchFamily="34" charset="-122"/>
              </a:rPr>
              <a:t>此处添加详细文本描述，建议与标题相关并符合整体语言风格，语言描述尽量。</a:t>
            </a:r>
            <a:r>
              <a:rPr lang="en-US" altLang="zh-CN" sz="1477" dirty="0">
                <a:solidFill>
                  <a:prstClr val="white"/>
                </a:solidFill>
                <a:latin typeface="微软雅黑" pitchFamily="34" charset="-122"/>
                <a:ea typeface="微软雅黑" pitchFamily="34" charset="-122"/>
              </a:rPr>
              <a:t>……</a:t>
            </a:r>
          </a:p>
        </p:txBody>
      </p:sp>
      <p:sp>
        <p:nvSpPr>
          <p:cNvPr id="11" name="TextBox 29"/>
          <p:cNvSpPr txBox="1"/>
          <p:nvPr/>
        </p:nvSpPr>
        <p:spPr>
          <a:xfrm>
            <a:off x="9809636" y="5194987"/>
            <a:ext cx="2369885" cy="807913"/>
          </a:xfrm>
          <a:prstGeom prst="rect">
            <a:avLst/>
          </a:prstGeom>
          <a:noFill/>
        </p:spPr>
        <p:txBody>
          <a:bodyPr wrap="square" lIns="0" tIns="0" rIns="0" bIns="0" rtlCol="0">
            <a:spAutoFit/>
          </a:bodyPr>
          <a:lstStyle/>
          <a:p>
            <a:pPr algn="just" defTabSz="964372" fontAlgn="auto">
              <a:lnSpc>
                <a:spcPts val="2109"/>
              </a:lnSpc>
              <a:spcBef>
                <a:spcPts val="0"/>
              </a:spcBef>
              <a:spcAft>
                <a:spcPts val="0"/>
              </a:spcAft>
            </a:pPr>
            <a:r>
              <a:rPr lang="zh-CN" altLang="en-US" sz="1477" dirty="0">
                <a:solidFill>
                  <a:prstClr val="white"/>
                </a:solidFill>
                <a:latin typeface="微软雅黑" pitchFamily="34" charset="-122"/>
                <a:ea typeface="微软雅黑" pitchFamily="34" charset="-122"/>
              </a:rPr>
              <a:t>此处添加详细文本描述，建议与标题相关并符合整体语言风格，语言描述尽量。</a:t>
            </a:r>
            <a:r>
              <a:rPr lang="en-US" altLang="zh-CN" sz="1477" dirty="0">
                <a:solidFill>
                  <a:prstClr val="white"/>
                </a:solidFill>
                <a:latin typeface="微软雅黑" pitchFamily="34" charset="-122"/>
                <a:ea typeface="微软雅黑" pitchFamily="34" charset="-122"/>
              </a:rPr>
              <a:t>……</a:t>
            </a:r>
          </a:p>
        </p:txBody>
      </p:sp>
      <p:sp>
        <p:nvSpPr>
          <p:cNvPr id="12" name="Freeform 40"/>
          <p:cNvSpPr>
            <a:spLocks/>
          </p:cNvSpPr>
          <p:nvPr/>
        </p:nvSpPr>
        <p:spPr bwMode="auto">
          <a:xfrm>
            <a:off x="6138061" y="4742321"/>
            <a:ext cx="3380260" cy="1985630"/>
          </a:xfrm>
          <a:custGeom>
            <a:avLst/>
            <a:gdLst>
              <a:gd name="T0" fmla="*/ 819 w 1161"/>
              <a:gd name="T1" fmla="*/ 0 h 682"/>
              <a:gd name="T2" fmla="*/ 556 w 1161"/>
              <a:gd name="T3" fmla="*/ 124 h 682"/>
              <a:gd name="T4" fmla="*/ 556 w 1161"/>
              <a:gd name="T5" fmla="*/ 124 h 682"/>
              <a:gd name="T6" fmla="*/ 313 w 1161"/>
              <a:gd name="T7" fmla="*/ 302 h 682"/>
              <a:gd name="T8" fmla="*/ 154 w 1161"/>
              <a:gd name="T9" fmla="*/ 257 h 682"/>
              <a:gd name="T10" fmla="*/ 154 w 1161"/>
              <a:gd name="T11" fmla="*/ 257 h 682"/>
              <a:gd name="T12" fmla="*/ 100 w 1161"/>
              <a:gd name="T13" fmla="*/ 241 h 682"/>
              <a:gd name="T14" fmla="*/ 0 w 1161"/>
              <a:gd name="T15" fmla="*/ 341 h 682"/>
              <a:gd name="T16" fmla="*/ 100 w 1161"/>
              <a:gd name="T17" fmla="*/ 441 h 682"/>
              <a:gd name="T18" fmla="*/ 154 w 1161"/>
              <a:gd name="T19" fmla="*/ 425 h 682"/>
              <a:gd name="T20" fmla="*/ 154 w 1161"/>
              <a:gd name="T21" fmla="*/ 425 h 682"/>
              <a:gd name="T22" fmla="*/ 313 w 1161"/>
              <a:gd name="T23" fmla="*/ 380 h 682"/>
              <a:gd name="T24" fmla="*/ 556 w 1161"/>
              <a:gd name="T25" fmla="*/ 558 h 682"/>
              <a:gd name="T26" fmla="*/ 556 w 1161"/>
              <a:gd name="T27" fmla="*/ 558 h 682"/>
              <a:gd name="T28" fmla="*/ 819 w 1161"/>
              <a:gd name="T29" fmla="*/ 682 h 682"/>
              <a:gd name="T30" fmla="*/ 1161 w 1161"/>
              <a:gd name="T31" fmla="*/ 341 h 682"/>
              <a:gd name="T32" fmla="*/ 819 w 1161"/>
              <a:gd name="T33" fmla="*/ 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1" h="682">
                <a:moveTo>
                  <a:pt x="819" y="0"/>
                </a:moveTo>
                <a:cubicBezTo>
                  <a:pt x="714" y="0"/>
                  <a:pt x="619" y="48"/>
                  <a:pt x="556" y="124"/>
                </a:cubicBezTo>
                <a:cubicBezTo>
                  <a:pt x="556" y="124"/>
                  <a:pt x="556" y="124"/>
                  <a:pt x="556" y="124"/>
                </a:cubicBezTo>
                <a:cubicBezTo>
                  <a:pt x="462" y="235"/>
                  <a:pt x="461" y="302"/>
                  <a:pt x="313" y="302"/>
                </a:cubicBezTo>
                <a:cubicBezTo>
                  <a:pt x="187" y="302"/>
                  <a:pt x="197" y="284"/>
                  <a:pt x="154" y="257"/>
                </a:cubicBezTo>
                <a:cubicBezTo>
                  <a:pt x="154" y="257"/>
                  <a:pt x="154" y="257"/>
                  <a:pt x="154" y="257"/>
                </a:cubicBezTo>
                <a:cubicBezTo>
                  <a:pt x="138" y="247"/>
                  <a:pt x="120" y="241"/>
                  <a:pt x="100" y="241"/>
                </a:cubicBezTo>
                <a:cubicBezTo>
                  <a:pt x="45" y="241"/>
                  <a:pt x="0" y="286"/>
                  <a:pt x="0" y="341"/>
                </a:cubicBezTo>
                <a:cubicBezTo>
                  <a:pt x="0" y="396"/>
                  <a:pt x="45" y="441"/>
                  <a:pt x="100" y="441"/>
                </a:cubicBezTo>
                <a:cubicBezTo>
                  <a:pt x="120" y="441"/>
                  <a:pt x="138" y="435"/>
                  <a:pt x="154" y="425"/>
                </a:cubicBezTo>
                <a:cubicBezTo>
                  <a:pt x="154" y="425"/>
                  <a:pt x="154" y="425"/>
                  <a:pt x="154" y="425"/>
                </a:cubicBezTo>
                <a:cubicBezTo>
                  <a:pt x="197" y="398"/>
                  <a:pt x="187" y="380"/>
                  <a:pt x="313" y="380"/>
                </a:cubicBezTo>
                <a:cubicBezTo>
                  <a:pt x="461" y="380"/>
                  <a:pt x="462" y="447"/>
                  <a:pt x="556" y="558"/>
                </a:cubicBezTo>
                <a:cubicBezTo>
                  <a:pt x="556" y="558"/>
                  <a:pt x="556" y="558"/>
                  <a:pt x="556" y="558"/>
                </a:cubicBezTo>
                <a:cubicBezTo>
                  <a:pt x="619" y="634"/>
                  <a:pt x="714" y="682"/>
                  <a:pt x="819" y="682"/>
                </a:cubicBezTo>
                <a:cubicBezTo>
                  <a:pt x="1008" y="682"/>
                  <a:pt x="1161" y="529"/>
                  <a:pt x="1161" y="341"/>
                </a:cubicBezTo>
                <a:cubicBezTo>
                  <a:pt x="1161" y="153"/>
                  <a:pt x="1008" y="0"/>
                  <a:pt x="819" y="0"/>
                </a:cubicBezTo>
                <a:close/>
              </a:path>
            </a:pathLst>
          </a:cu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13" name="Freeform 41"/>
          <p:cNvSpPr>
            <a:spLocks/>
          </p:cNvSpPr>
          <p:nvPr/>
        </p:nvSpPr>
        <p:spPr bwMode="auto">
          <a:xfrm>
            <a:off x="3340431" y="1482606"/>
            <a:ext cx="3380260" cy="1985630"/>
          </a:xfrm>
          <a:custGeom>
            <a:avLst/>
            <a:gdLst>
              <a:gd name="T0" fmla="*/ 1061 w 1161"/>
              <a:gd name="T1" fmla="*/ 241 h 682"/>
              <a:gd name="T2" fmla="*/ 1007 w 1161"/>
              <a:gd name="T3" fmla="*/ 257 h 682"/>
              <a:gd name="T4" fmla="*/ 1007 w 1161"/>
              <a:gd name="T5" fmla="*/ 257 h 682"/>
              <a:gd name="T6" fmla="*/ 848 w 1161"/>
              <a:gd name="T7" fmla="*/ 302 h 682"/>
              <a:gd name="T8" fmla="*/ 605 w 1161"/>
              <a:gd name="T9" fmla="*/ 124 h 682"/>
              <a:gd name="T10" fmla="*/ 605 w 1161"/>
              <a:gd name="T11" fmla="*/ 124 h 682"/>
              <a:gd name="T12" fmla="*/ 342 w 1161"/>
              <a:gd name="T13" fmla="*/ 0 h 682"/>
              <a:gd name="T14" fmla="*/ 0 w 1161"/>
              <a:gd name="T15" fmla="*/ 341 h 682"/>
              <a:gd name="T16" fmla="*/ 342 w 1161"/>
              <a:gd name="T17" fmla="*/ 682 h 682"/>
              <a:gd name="T18" fmla="*/ 605 w 1161"/>
              <a:gd name="T19" fmla="*/ 558 h 682"/>
              <a:gd name="T20" fmla="*/ 605 w 1161"/>
              <a:gd name="T21" fmla="*/ 558 h 682"/>
              <a:gd name="T22" fmla="*/ 605 w 1161"/>
              <a:gd name="T23" fmla="*/ 558 h 682"/>
              <a:gd name="T24" fmla="*/ 605 w 1161"/>
              <a:gd name="T25" fmla="*/ 558 h 682"/>
              <a:gd name="T26" fmla="*/ 848 w 1161"/>
              <a:gd name="T27" fmla="*/ 380 h 682"/>
              <a:gd name="T28" fmla="*/ 1007 w 1161"/>
              <a:gd name="T29" fmla="*/ 425 h 682"/>
              <a:gd name="T30" fmla="*/ 1007 w 1161"/>
              <a:gd name="T31" fmla="*/ 425 h 682"/>
              <a:gd name="T32" fmla="*/ 1061 w 1161"/>
              <a:gd name="T33" fmla="*/ 441 h 682"/>
              <a:gd name="T34" fmla="*/ 1161 w 1161"/>
              <a:gd name="T35" fmla="*/ 341 h 682"/>
              <a:gd name="T36" fmla="*/ 1061 w 1161"/>
              <a:gd name="T37" fmla="*/ 24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61" h="682">
                <a:moveTo>
                  <a:pt x="1061" y="241"/>
                </a:moveTo>
                <a:cubicBezTo>
                  <a:pt x="1041" y="241"/>
                  <a:pt x="1023" y="247"/>
                  <a:pt x="1007" y="257"/>
                </a:cubicBezTo>
                <a:cubicBezTo>
                  <a:pt x="1007" y="257"/>
                  <a:pt x="1007" y="257"/>
                  <a:pt x="1007" y="257"/>
                </a:cubicBezTo>
                <a:cubicBezTo>
                  <a:pt x="964" y="284"/>
                  <a:pt x="974" y="302"/>
                  <a:pt x="848" y="302"/>
                </a:cubicBezTo>
                <a:cubicBezTo>
                  <a:pt x="700" y="302"/>
                  <a:pt x="699" y="235"/>
                  <a:pt x="605" y="124"/>
                </a:cubicBezTo>
                <a:cubicBezTo>
                  <a:pt x="605" y="124"/>
                  <a:pt x="605" y="124"/>
                  <a:pt x="605" y="124"/>
                </a:cubicBezTo>
                <a:cubicBezTo>
                  <a:pt x="542" y="48"/>
                  <a:pt x="448" y="0"/>
                  <a:pt x="342" y="0"/>
                </a:cubicBezTo>
                <a:cubicBezTo>
                  <a:pt x="153" y="0"/>
                  <a:pt x="0" y="153"/>
                  <a:pt x="0" y="341"/>
                </a:cubicBezTo>
                <a:cubicBezTo>
                  <a:pt x="0" y="529"/>
                  <a:pt x="153" y="682"/>
                  <a:pt x="342" y="682"/>
                </a:cubicBezTo>
                <a:cubicBezTo>
                  <a:pt x="448" y="682"/>
                  <a:pt x="542" y="634"/>
                  <a:pt x="605" y="558"/>
                </a:cubicBezTo>
                <a:cubicBezTo>
                  <a:pt x="605" y="558"/>
                  <a:pt x="605" y="558"/>
                  <a:pt x="605" y="558"/>
                </a:cubicBezTo>
                <a:cubicBezTo>
                  <a:pt x="605" y="558"/>
                  <a:pt x="605" y="558"/>
                  <a:pt x="605" y="558"/>
                </a:cubicBezTo>
                <a:cubicBezTo>
                  <a:pt x="605" y="558"/>
                  <a:pt x="605" y="558"/>
                  <a:pt x="605" y="558"/>
                </a:cubicBezTo>
                <a:cubicBezTo>
                  <a:pt x="699" y="447"/>
                  <a:pt x="700" y="380"/>
                  <a:pt x="848" y="380"/>
                </a:cubicBezTo>
                <a:cubicBezTo>
                  <a:pt x="974" y="380"/>
                  <a:pt x="964" y="398"/>
                  <a:pt x="1007" y="425"/>
                </a:cubicBezTo>
                <a:cubicBezTo>
                  <a:pt x="1007" y="425"/>
                  <a:pt x="1007" y="425"/>
                  <a:pt x="1007" y="425"/>
                </a:cubicBezTo>
                <a:cubicBezTo>
                  <a:pt x="1023" y="435"/>
                  <a:pt x="1041" y="441"/>
                  <a:pt x="1061" y="441"/>
                </a:cubicBezTo>
                <a:cubicBezTo>
                  <a:pt x="1116" y="441"/>
                  <a:pt x="1161" y="396"/>
                  <a:pt x="1161" y="341"/>
                </a:cubicBezTo>
                <a:cubicBezTo>
                  <a:pt x="1161" y="286"/>
                  <a:pt x="1116" y="241"/>
                  <a:pt x="1061" y="241"/>
                </a:cubicBezTo>
                <a:close/>
              </a:path>
            </a:pathLst>
          </a:cu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grpSp>
        <p:nvGrpSpPr>
          <p:cNvPr id="14" name="组合 13"/>
          <p:cNvGrpSpPr/>
          <p:nvPr/>
        </p:nvGrpSpPr>
        <p:grpSpPr>
          <a:xfrm>
            <a:off x="6338967" y="1829169"/>
            <a:ext cx="180817" cy="4500316"/>
            <a:chOff x="6010275" y="1583258"/>
            <a:chExt cx="171450" cy="4267200"/>
          </a:xfrm>
          <a:noFill/>
        </p:grpSpPr>
        <p:cxnSp>
          <p:nvCxnSpPr>
            <p:cNvPr id="15" name="直接连接符 14"/>
            <p:cNvCxnSpPr>
              <a:stCxn id="16" idx="3"/>
              <a:endCxn id="20" idx="0"/>
            </p:cNvCxnSpPr>
            <p:nvPr/>
          </p:nvCxnSpPr>
          <p:spPr>
            <a:xfrm>
              <a:off x="6096000" y="1713433"/>
              <a:ext cx="0" cy="4076700"/>
            </a:xfrm>
            <a:prstGeom prst="line">
              <a:avLst/>
            </a:prstGeom>
            <a:grpFill/>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6" name="Freeform 42"/>
            <p:cNvSpPr>
              <a:spLocks/>
            </p:cNvSpPr>
            <p:nvPr/>
          </p:nvSpPr>
          <p:spPr bwMode="auto">
            <a:xfrm>
              <a:off x="6010275" y="1583258"/>
              <a:ext cx="171450" cy="130175"/>
            </a:xfrm>
            <a:custGeom>
              <a:avLst/>
              <a:gdLst>
                <a:gd name="T0" fmla="*/ 54 w 108"/>
                <a:gd name="T1" fmla="*/ 45 h 82"/>
                <a:gd name="T2" fmla="*/ 0 w 108"/>
                <a:gd name="T3" fmla="*/ 0 h 82"/>
                <a:gd name="T4" fmla="*/ 0 w 108"/>
                <a:gd name="T5" fmla="*/ 38 h 82"/>
                <a:gd name="T6" fmla="*/ 54 w 108"/>
                <a:gd name="T7" fmla="*/ 82 h 82"/>
                <a:gd name="T8" fmla="*/ 108 w 108"/>
                <a:gd name="T9" fmla="*/ 38 h 82"/>
                <a:gd name="T10" fmla="*/ 108 w 108"/>
                <a:gd name="T11" fmla="*/ 0 h 82"/>
                <a:gd name="T12" fmla="*/ 54 w 108"/>
                <a:gd name="T13" fmla="*/ 45 h 82"/>
              </a:gdLst>
              <a:ahLst/>
              <a:cxnLst>
                <a:cxn ang="0">
                  <a:pos x="T0" y="T1"/>
                </a:cxn>
                <a:cxn ang="0">
                  <a:pos x="T2" y="T3"/>
                </a:cxn>
                <a:cxn ang="0">
                  <a:pos x="T4" y="T5"/>
                </a:cxn>
                <a:cxn ang="0">
                  <a:pos x="T6" y="T7"/>
                </a:cxn>
                <a:cxn ang="0">
                  <a:pos x="T8" y="T9"/>
                </a:cxn>
                <a:cxn ang="0">
                  <a:pos x="T10" y="T11"/>
                </a:cxn>
                <a:cxn ang="0">
                  <a:pos x="T12" y="T13"/>
                </a:cxn>
              </a:cxnLst>
              <a:rect l="0" t="0" r="r" b="b"/>
              <a:pathLst>
                <a:path w="108" h="82">
                  <a:moveTo>
                    <a:pt x="54" y="45"/>
                  </a:moveTo>
                  <a:lnTo>
                    <a:pt x="0" y="0"/>
                  </a:lnTo>
                  <a:lnTo>
                    <a:pt x="0" y="38"/>
                  </a:lnTo>
                  <a:lnTo>
                    <a:pt x="54" y="82"/>
                  </a:lnTo>
                  <a:lnTo>
                    <a:pt x="108" y="38"/>
                  </a:lnTo>
                  <a:lnTo>
                    <a:pt x="108" y="0"/>
                  </a:lnTo>
                  <a:lnTo>
                    <a:pt x="54" y="45"/>
                  </a:lnTo>
                  <a:close/>
                </a:path>
              </a:pathLst>
            </a:custGeom>
            <a:grp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17" name="Freeform 43"/>
            <p:cNvSpPr>
              <a:spLocks/>
            </p:cNvSpPr>
            <p:nvPr/>
          </p:nvSpPr>
          <p:spPr bwMode="auto">
            <a:xfrm>
              <a:off x="6010275" y="2615133"/>
              <a:ext cx="171450" cy="133350"/>
            </a:xfrm>
            <a:custGeom>
              <a:avLst/>
              <a:gdLst>
                <a:gd name="T0" fmla="*/ 54 w 108"/>
                <a:gd name="T1" fmla="*/ 45 h 84"/>
                <a:gd name="T2" fmla="*/ 0 w 108"/>
                <a:gd name="T3" fmla="*/ 0 h 84"/>
                <a:gd name="T4" fmla="*/ 0 w 108"/>
                <a:gd name="T5" fmla="*/ 39 h 84"/>
                <a:gd name="T6" fmla="*/ 54 w 108"/>
                <a:gd name="T7" fmla="*/ 84 h 84"/>
                <a:gd name="T8" fmla="*/ 108 w 108"/>
                <a:gd name="T9" fmla="*/ 39 h 84"/>
                <a:gd name="T10" fmla="*/ 108 w 108"/>
                <a:gd name="T11" fmla="*/ 0 h 84"/>
                <a:gd name="T12" fmla="*/ 54 w 108"/>
                <a:gd name="T13" fmla="*/ 45 h 84"/>
              </a:gdLst>
              <a:ahLst/>
              <a:cxnLst>
                <a:cxn ang="0">
                  <a:pos x="T0" y="T1"/>
                </a:cxn>
                <a:cxn ang="0">
                  <a:pos x="T2" y="T3"/>
                </a:cxn>
                <a:cxn ang="0">
                  <a:pos x="T4" y="T5"/>
                </a:cxn>
                <a:cxn ang="0">
                  <a:pos x="T6" y="T7"/>
                </a:cxn>
                <a:cxn ang="0">
                  <a:pos x="T8" y="T9"/>
                </a:cxn>
                <a:cxn ang="0">
                  <a:pos x="T10" y="T11"/>
                </a:cxn>
                <a:cxn ang="0">
                  <a:pos x="T12" y="T13"/>
                </a:cxn>
              </a:cxnLst>
              <a:rect l="0" t="0" r="r" b="b"/>
              <a:pathLst>
                <a:path w="108" h="84">
                  <a:moveTo>
                    <a:pt x="54" y="45"/>
                  </a:moveTo>
                  <a:lnTo>
                    <a:pt x="0" y="0"/>
                  </a:lnTo>
                  <a:lnTo>
                    <a:pt x="0" y="39"/>
                  </a:lnTo>
                  <a:lnTo>
                    <a:pt x="54" y="84"/>
                  </a:lnTo>
                  <a:lnTo>
                    <a:pt x="108" y="39"/>
                  </a:lnTo>
                  <a:lnTo>
                    <a:pt x="108" y="0"/>
                  </a:lnTo>
                  <a:lnTo>
                    <a:pt x="54" y="45"/>
                  </a:lnTo>
                  <a:close/>
                </a:path>
              </a:pathLst>
            </a:custGeom>
            <a:grp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18" name="Freeform 44"/>
            <p:cNvSpPr>
              <a:spLocks/>
            </p:cNvSpPr>
            <p:nvPr/>
          </p:nvSpPr>
          <p:spPr bwMode="auto">
            <a:xfrm>
              <a:off x="6010275" y="3650183"/>
              <a:ext cx="171450" cy="133350"/>
            </a:xfrm>
            <a:custGeom>
              <a:avLst/>
              <a:gdLst>
                <a:gd name="T0" fmla="*/ 54 w 108"/>
                <a:gd name="T1" fmla="*/ 46 h 84"/>
                <a:gd name="T2" fmla="*/ 0 w 108"/>
                <a:gd name="T3" fmla="*/ 0 h 84"/>
                <a:gd name="T4" fmla="*/ 0 w 108"/>
                <a:gd name="T5" fmla="*/ 39 h 84"/>
                <a:gd name="T6" fmla="*/ 54 w 108"/>
                <a:gd name="T7" fmla="*/ 84 h 84"/>
                <a:gd name="T8" fmla="*/ 108 w 108"/>
                <a:gd name="T9" fmla="*/ 39 h 84"/>
                <a:gd name="T10" fmla="*/ 108 w 108"/>
                <a:gd name="T11" fmla="*/ 0 h 84"/>
                <a:gd name="T12" fmla="*/ 54 w 108"/>
                <a:gd name="T13" fmla="*/ 46 h 84"/>
              </a:gdLst>
              <a:ahLst/>
              <a:cxnLst>
                <a:cxn ang="0">
                  <a:pos x="T0" y="T1"/>
                </a:cxn>
                <a:cxn ang="0">
                  <a:pos x="T2" y="T3"/>
                </a:cxn>
                <a:cxn ang="0">
                  <a:pos x="T4" y="T5"/>
                </a:cxn>
                <a:cxn ang="0">
                  <a:pos x="T6" y="T7"/>
                </a:cxn>
                <a:cxn ang="0">
                  <a:pos x="T8" y="T9"/>
                </a:cxn>
                <a:cxn ang="0">
                  <a:pos x="T10" y="T11"/>
                </a:cxn>
                <a:cxn ang="0">
                  <a:pos x="T12" y="T13"/>
                </a:cxn>
              </a:cxnLst>
              <a:rect l="0" t="0" r="r" b="b"/>
              <a:pathLst>
                <a:path w="108" h="84">
                  <a:moveTo>
                    <a:pt x="54" y="46"/>
                  </a:moveTo>
                  <a:lnTo>
                    <a:pt x="0" y="0"/>
                  </a:lnTo>
                  <a:lnTo>
                    <a:pt x="0" y="39"/>
                  </a:lnTo>
                  <a:lnTo>
                    <a:pt x="54" y="84"/>
                  </a:lnTo>
                  <a:lnTo>
                    <a:pt x="108" y="39"/>
                  </a:lnTo>
                  <a:lnTo>
                    <a:pt x="108" y="0"/>
                  </a:lnTo>
                  <a:lnTo>
                    <a:pt x="54" y="46"/>
                  </a:lnTo>
                  <a:close/>
                </a:path>
              </a:pathLst>
            </a:custGeom>
            <a:grp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19" name="Freeform 45"/>
            <p:cNvSpPr>
              <a:spLocks/>
            </p:cNvSpPr>
            <p:nvPr/>
          </p:nvSpPr>
          <p:spPr bwMode="auto">
            <a:xfrm>
              <a:off x="6010275" y="4685233"/>
              <a:ext cx="171450" cy="130175"/>
            </a:xfrm>
            <a:custGeom>
              <a:avLst/>
              <a:gdLst>
                <a:gd name="T0" fmla="*/ 54 w 108"/>
                <a:gd name="T1" fmla="*/ 46 h 82"/>
                <a:gd name="T2" fmla="*/ 0 w 108"/>
                <a:gd name="T3" fmla="*/ 0 h 82"/>
                <a:gd name="T4" fmla="*/ 0 w 108"/>
                <a:gd name="T5" fmla="*/ 39 h 82"/>
                <a:gd name="T6" fmla="*/ 54 w 108"/>
                <a:gd name="T7" fmla="*/ 82 h 82"/>
                <a:gd name="T8" fmla="*/ 108 w 108"/>
                <a:gd name="T9" fmla="*/ 39 h 82"/>
                <a:gd name="T10" fmla="*/ 108 w 108"/>
                <a:gd name="T11" fmla="*/ 0 h 82"/>
                <a:gd name="T12" fmla="*/ 54 w 108"/>
                <a:gd name="T13" fmla="*/ 46 h 82"/>
              </a:gdLst>
              <a:ahLst/>
              <a:cxnLst>
                <a:cxn ang="0">
                  <a:pos x="T0" y="T1"/>
                </a:cxn>
                <a:cxn ang="0">
                  <a:pos x="T2" y="T3"/>
                </a:cxn>
                <a:cxn ang="0">
                  <a:pos x="T4" y="T5"/>
                </a:cxn>
                <a:cxn ang="0">
                  <a:pos x="T6" y="T7"/>
                </a:cxn>
                <a:cxn ang="0">
                  <a:pos x="T8" y="T9"/>
                </a:cxn>
                <a:cxn ang="0">
                  <a:pos x="T10" y="T11"/>
                </a:cxn>
                <a:cxn ang="0">
                  <a:pos x="T12" y="T13"/>
                </a:cxn>
              </a:cxnLst>
              <a:rect l="0" t="0" r="r" b="b"/>
              <a:pathLst>
                <a:path w="108" h="82">
                  <a:moveTo>
                    <a:pt x="54" y="46"/>
                  </a:moveTo>
                  <a:lnTo>
                    <a:pt x="0" y="0"/>
                  </a:lnTo>
                  <a:lnTo>
                    <a:pt x="0" y="39"/>
                  </a:lnTo>
                  <a:lnTo>
                    <a:pt x="54" y="82"/>
                  </a:lnTo>
                  <a:lnTo>
                    <a:pt x="108" y="39"/>
                  </a:lnTo>
                  <a:lnTo>
                    <a:pt x="108" y="0"/>
                  </a:lnTo>
                  <a:lnTo>
                    <a:pt x="54" y="46"/>
                  </a:lnTo>
                  <a:close/>
                </a:path>
              </a:pathLst>
            </a:custGeom>
            <a:grp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0" name="Freeform 46"/>
            <p:cNvSpPr>
              <a:spLocks/>
            </p:cNvSpPr>
            <p:nvPr/>
          </p:nvSpPr>
          <p:spPr bwMode="auto">
            <a:xfrm>
              <a:off x="6010275" y="5718696"/>
              <a:ext cx="171450" cy="131762"/>
            </a:xfrm>
            <a:custGeom>
              <a:avLst/>
              <a:gdLst>
                <a:gd name="T0" fmla="*/ 54 w 108"/>
                <a:gd name="T1" fmla="*/ 45 h 83"/>
                <a:gd name="T2" fmla="*/ 0 w 108"/>
                <a:gd name="T3" fmla="*/ 0 h 83"/>
                <a:gd name="T4" fmla="*/ 0 w 108"/>
                <a:gd name="T5" fmla="*/ 38 h 83"/>
                <a:gd name="T6" fmla="*/ 54 w 108"/>
                <a:gd name="T7" fmla="*/ 83 h 83"/>
                <a:gd name="T8" fmla="*/ 108 w 108"/>
                <a:gd name="T9" fmla="*/ 38 h 83"/>
                <a:gd name="T10" fmla="*/ 108 w 108"/>
                <a:gd name="T11" fmla="*/ 0 h 83"/>
                <a:gd name="T12" fmla="*/ 54 w 108"/>
                <a:gd name="T13" fmla="*/ 45 h 83"/>
              </a:gdLst>
              <a:ahLst/>
              <a:cxnLst>
                <a:cxn ang="0">
                  <a:pos x="T0" y="T1"/>
                </a:cxn>
                <a:cxn ang="0">
                  <a:pos x="T2" y="T3"/>
                </a:cxn>
                <a:cxn ang="0">
                  <a:pos x="T4" y="T5"/>
                </a:cxn>
                <a:cxn ang="0">
                  <a:pos x="T6" y="T7"/>
                </a:cxn>
                <a:cxn ang="0">
                  <a:pos x="T8" y="T9"/>
                </a:cxn>
                <a:cxn ang="0">
                  <a:pos x="T10" y="T11"/>
                </a:cxn>
                <a:cxn ang="0">
                  <a:pos x="T12" y="T13"/>
                </a:cxn>
              </a:cxnLst>
              <a:rect l="0" t="0" r="r" b="b"/>
              <a:pathLst>
                <a:path w="108" h="83">
                  <a:moveTo>
                    <a:pt x="54" y="45"/>
                  </a:moveTo>
                  <a:lnTo>
                    <a:pt x="0" y="0"/>
                  </a:lnTo>
                  <a:lnTo>
                    <a:pt x="0" y="38"/>
                  </a:lnTo>
                  <a:lnTo>
                    <a:pt x="54" y="83"/>
                  </a:lnTo>
                  <a:lnTo>
                    <a:pt x="108" y="38"/>
                  </a:lnTo>
                  <a:lnTo>
                    <a:pt x="108" y="0"/>
                  </a:lnTo>
                  <a:lnTo>
                    <a:pt x="54" y="45"/>
                  </a:lnTo>
                  <a:close/>
                </a:path>
              </a:pathLst>
            </a:custGeom>
            <a:grp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grpSp>
      <p:sp>
        <p:nvSpPr>
          <p:cNvPr id="21" name="Oval 47"/>
          <p:cNvSpPr>
            <a:spLocks noChangeArrowheads="1"/>
          </p:cNvSpPr>
          <p:nvPr/>
        </p:nvSpPr>
        <p:spPr bwMode="auto">
          <a:xfrm>
            <a:off x="3462650" y="1604823"/>
            <a:ext cx="1744542" cy="1741194"/>
          </a:xfrm>
          <a:prstGeom prst="ellipse">
            <a:avLst/>
          </a:pr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2" name="Oval 48"/>
          <p:cNvSpPr>
            <a:spLocks noChangeArrowheads="1"/>
          </p:cNvSpPr>
          <p:nvPr/>
        </p:nvSpPr>
        <p:spPr bwMode="auto">
          <a:xfrm>
            <a:off x="6196658" y="2242704"/>
            <a:ext cx="465435" cy="465435"/>
          </a:xfrm>
          <a:prstGeom prst="ellipse">
            <a:avLst/>
          </a:prstGeom>
          <a:noFill/>
          <a:ln>
            <a:solidFill>
              <a:schemeClr val="bg1"/>
            </a:solidFill>
          </a:ln>
        </p:spPr>
        <p:txBody>
          <a:bodyPr vert="horz" wrap="square" lIns="0" tIns="0" rIns="0" bIns="0" numCol="1" anchor="ctr" anchorCtr="0" compatLnSpc="1">
            <a:prstTxWarp prst="textNoShape">
              <a:avLst/>
            </a:prstTxWarp>
          </a:bodyPr>
          <a:lstStyle/>
          <a:p>
            <a:pPr algn="ctr" defTabSz="964372" fontAlgn="auto">
              <a:spcBef>
                <a:spcPts val="0"/>
              </a:spcBef>
              <a:spcAft>
                <a:spcPts val="0"/>
              </a:spcAft>
            </a:pPr>
            <a:r>
              <a:rPr lang="en-US" altLang="zh-CN" sz="2953" dirty="0">
                <a:solidFill>
                  <a:prstClr val="white"/>
                </a:solidFill>
                <a:latin typeface="Agency FB" panose="020B0503020202020204" pitchFamily="34" charset="0"/>
              </a:rPr>
              <a:t>A</a:t>
            </a:r>
            <a:endParaRPr lang="zh-CN" altLang="en-US" sz="2953" dirty="0">
              <a:solidFill>
                <a:prstClr val="white"/>
              </a:solidFill>
              <a:latin typeface="Agency FB" panose="020B0503020202020204" pitchFamily="34" charset="0"/>
            </a:endParaRPr>
          </a:p>
        </p:txBody>
      </p:sp>
      <p:sp>
        <p:nvSpPr>
          <p:cNvPr id="23" name="Freeform 49"/>
          <p:cNvSpPr>
            <a:spLocks/>
          </p:cNvSpPr>
          <p:nvPr/>
        </p:nvSpPr>
        <p:spPr bwMode="auto">
          <a:xfrm>
            <a:off x="3340431" y="3654075"/>
            <a:ext cx="3380260" cy="1988979"/>
          </a:xfrm>
          <a:custGeom>
            <a:avLst/>
            <a:gdLst>
              <a:gd name="T0" fmla="*/ 1061 w 1161"/>
              <a:gd name="T1" fmla="*/ 242 h 683"/>
              <a:gd name="T2" fmla="*/ 1007 w 1161"/>
              <a:gd name="T3" fmla="*/ 257 h 683"/>
              <a:gd name="T4" fmla="*/ 1007 w 1161"/>
              <a:gd name="T5" fmla="*/ 257 h 683"/>
              <a:gd name="T6" fmla="*/ 848 w 1161"/>
              <a:gd name="T7" fmla="*/ 303 h 683"/>
              <a:gd name="T8" fmla="*/ 605 w 1161"/>
              <a:gd name="T9" fmla="*/ 125 h 683"/>
              <a:gd name="T10" fmla="*/ 605 w 1161"/>
              <a:gd name="T11" fmla="*/ 125 h 683"/>
              <a:gd name="T12" fmla="*/ 605 w 1161"/>
              <a:gd name="T13" fmla="*/ 124 h 683"/>
              <a:gd name="T14" fmla="*/ 605 w 1161"/>
              <a:gd name="T15" fmla="*/ 124 h 683"/>
              <a:gd name="T16" fmla="*/ 342 w 1161"/>
              <a:gd name="T17" fmla="*/ 0 h 683"/>
              <a:gd name="T18" fmla="*/ 0 w 1161"/>
              <a:gd name="T19" fmla="*/ 342 h 683"/>
              <a:gd name="T20" fmla="*/ 342 w 1161"/>
              <a:gd name="T21" fmla="*/ 683 h 683"/>
              <a:gd name="T22" fmla="*/ 605 w 1161"/>
              <a:gd name="T23" fmla="*/ 559 h 683"/>
              <a:gd name="T24" fmla="*/ 605 w 1161"/>
              <a:gd name="T25" fmla="*/ 559 h 683"/>
              <a:gd name="T26" fmla="*/ 848 w 1161"/>
              <a:gd name="T27" fmla="*/ 380 h 683"/>
              <a:gd name="T28" fmla="*/ 1007 w 1161"/>
              <a:gd name="T29" fmla="*/ 426 h 683"/>
              <a:gd name="T30" fmla="*/ 1007 w 1161"/>
              <a:gd name="T31" fmla="*/ 426 h 683"/>
              <a:gd name="T32" fmla="*/ 1061 w 1161"/>
              <a:gd name="T33" fmla="*/ 441 h 683"/>
              <a:gd name="T34" fmla="*/ 1161 w 1161"/>
              <a:gd name="T35" fmla="*/ 342 h 683"/>
              <a:gd name="T36" fmla="*/ 1061 w 1161"/>
              <a:gd name="T37" fmla="*/ 242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61" h="683">
                <a:moveTo>
                  <a:pt x="1061" y="242"/>
                </a:moveTo>
                <a:cubicBezTo>
                  <a:pt x="1041" y="242"/>
                  <a:pt x="1023" y="248"/>
                  <a:pt x="1007" y="257"/>
                </a:cubicBezTo>
                <a:cubicBezTo>
                  <a:pt x="1007" y="257"/>
                  <a:pt x="1007" y="257"/>
                  <a:pt x="1007" y="257"/>
                </a:cubicBezTo>
                <a:cubicBezTo>
                  <a:pt x="964" y="285"/>
                  <a:pt x="974" y="303"/>
                  <a:pt x="848" y="303"/>
                </a:cubicBezTo>
                <a:cubicBezTo>
                  <a:pt x="700" y="303"/>
                  <a:pt x="699" y="236"/>
                  <a:pt x="605" y="125"/>
                </a:cubicBezTo>
                <a:cubicBezTo>
                  <a:pt x="605" y="125"/>
                  <a:pt x="605" y="125"/>
                  <a:pt x="605" y="125"/>
                </a:cubicBezTo>
                <a:cubicBezTo>
                  <a:pt x="605" y="125"/>
                  <a:pt x="605" y="124"/>
                  <a:pt x="605" y="124"/>
                </a:cubicBezTo>
                <a:cubicBezTo>
                  <a:pt x="605" y="124"/>
                  <a:pt x="605" y="124"/>
                  <a:pt x="605" y="124"/>
                </a:cubicBezTo>
                <a:cubicBezTo>
                  <a:pt x="542" y="49"/>
                  <a:pt x="448" y="0"/>
                  <a:pt x="342" y="0"/>
                </a:cubicBezTo>
                <a:cubicBezTo>
                  <a:pt x="153" y="0"/>
                  <a:pt x="0" y="153"/>
                  <a:pt x="0" y="342"/>
                </a:cubicBezTo>
                <a:cubicBezTo>
                  <a:pt x="0" y="530"/>
                  <a:pt x="153" y="683"/>
                  <a:pt x="342" y="683"/>
                </a:cubicBezTo>
                <a:cubicBezTo>
                  <a:pt x="448" y="683"/>
                  <a:pt x="542" y="634"/>
                  <a:pt x="605" y="559"/>
                </a:cubicBezTo>
                <a:cubicBezTo>
                  <a:pt x="605" y="559"/>
                  <a:pt x="605" y="559"/>
                  <a:pt x="605" y="559"/>
                </a:cubicBezTo>
                <a:cubicBezTo>
                  <a:pt x="699" y="448"/>
                  <a:pt x="700" y="380"/>
                  <a:pt x="848" y="380"/>
                </a:cubicBezTo>
                <a:cubicBezTo>
                  <a:pt x="974" y="380"/>
                  <a:pt x="964" y="398"/>
                  <a:pt x="1007" y="426"/>
                </a:cubicBezTo>
                <a:cubicBezTo>
                  <a:pt x="1007" y="426"/>
                  <a:pt x="1007" y="426"/>
                  <a:pt x="1007" y="426"/>
                </a:cubicBezTo>
                <a:cubicBezTo>
                  <a:pt x="1023" y="436"/>
                  <a:pt x="1041" y="441"/>
                  <a:pt x="1061" y="441"/>
                </a:cubicBezTo>
                <a:cubicBezTo>
                  <a:pt x="1116" y="441"/>
                  <a:pt x="1161" y="397"/>
                  <a:pt x="1161" y="342"/>
                </a:cubicBezTo>
                <a:cubicBezTo>
                  <a:pt x="1161" y="286"/>
                  <a:pt x="1116" y="242"/>
                  <a:pt x="1061" y="242"/>
                </a:cubicBezTo>
                <a:close/>
              </a:path>
            </a:pathLst>
          </a:cu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4" name="Oval 50"/>
          <p:cNvSpPr>
            <a:spLocks noChangeArrowheads="1"/>
          </p:cNvSpPr>
          <p:nvPr/>
        </p:nvSpPr>
        <p:spPr bwMode="auto">
          <a:xfrm>
            <a:off x="3462650" y="3776293"/>
            <a:ext cx="1744542" cy="1744542"/>
          </a:xfrm>
          <a:prstGeom prst="ellipse">
            <a:avLst/>
          </a:pr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5" name="Oval 51"/>
          <p:cNvSpPr>
            <a:spLocks noChangeArrowheads="1"/>
          </p:cNvSpPr>
          <p:nvPr/>
        </p:nvSpPr>
        <p:spPr bwMode="auto">
          <a:xfrm>
            <a:off x="6196658" y="4414173"/>
            <a:ext cx="465435" cy="468783"/>
          </a:xfrm>
          <a:prstGeom prst="ellipse">
            <a:avLst/>
          </a:prstGeom>
          <a:noFill/>
          <a:ln>
            <a:solidFill>
              <a:schemeClr val="bg1"/>
            </a:solidFill>
          </a:ln>
        </p:spPr>
        <p:txBody>
          <a:bodyPr vert="horz" wrap="square" lIns="0" tIns="0" rIns="0" bIns="0" numCol="1" anchor="ctr" anchorCtr="0" compatLnSpc="1">
            <a:prstTxWarp prst="textNoShape">
              <a:avLst/>
            </a:prstTxWarp>
          </a:bodyPr>
          <a:lstStyle/>
          <a:p>
            <a:pPr algn="ctr" defTabSz="964372" fontAlgn="auto">
              <a:spcBef>
                <a:spcPts val="0"/>
              </a:spcBef>
              <a:spcAft>
                <a:spcPts val="0"/>
              </a:spcAft>
            </a:pPr>
            <a:r>
              <a:rPr lang="en-US" altLang="zh-CN" sz="2953" dirty="0">
                <a:solidFill>
                  <a:prstClr val="white"/>
                </a:solidFill>
                <a:latin typeface="Agency FB" panose="020B0503020202020204" pitchFamily="34" charset="0"/>
              </a:rPr>
              <a:t>C</a:t>
            </a:r>
            <a:endParaRPr lang="zh-CN" altLang="en-US" sz="2953" dirty="0">
              <a:solidFill>
                <a:prstClr val="white"/>
              </a:solidFill>
              <a:latin typeface="Agency FB" panose="020B0503020202020204" pitchFamily="34" charset="0"/>
            </a:endParaRPr>
          </a:p>
        </p:txBody>
      </p:sp>
      <p:sp>
        <p:nvSpPr>
          <p:cNvPr id="26" name="Freeform 54"/>
          <p:cNvSpPr>
            <a:spLocks/>
          </p:cNvSpPr>
          <p:nvPr/>
        </p:nvSpPr>
        <p:spPr bwMode="auto">
          <a:xfrm>
            <a:off x="6138061" y="2569176"/>
            <a:ext cx="3380260" cy="1983955"/>
          </a:xfrm>
          <a:custGeom>
            <a:avLst/>
            <a:gdLst>
              <a:gd name="T0" fmla="*/ 819 w 1161"/>
              <a:gd name="T1" fmla="*/ 0 h 682"/>
              <a:gd name="T2" fmla="*/ 556 w 1161"/>
              <a:gd name="T3" fmla="*/ 124 h 682"/>
              <a:gd name="T4" fmla="*/ 556 w 1161"/>
              <a:gd name="T5" fmla="*/ 124 h 682"/>
              <a:gd name="T6" fmla="*/ 556 w 1161"/>
              <a:gd name="T7" fmla="*/ 124 h 682"/>
              <a:gd name="T8" fmla="*/ 556 w 1161"/>
              <a:gd name="T9" fmla="*/ 124 h 682"/>
              <a:gd name="T10" fmla="*/ 313 w 1161"/>
              <a:gd name="T11" fmla="*/ 303 h 682"/>
              <a:gd name="T12" fmla="*/ 154 w 1161"/>
              <a:gd name="T13" fmla="*/ 257 h 682"/>
              <a:gd name="T14" fmla="*/ 154 w 1161"/>
              <a:gd name="T15" fmla="*/ 257 h 682"/>
              <a:gd name="T16" fmla="*/ 100 w 1161"/>
              <a:gd name="T17" fmla="*/ 241 h 682"/>
              <a:gd name="T18" fmla="*/ 0 w 1161"/>
              <a:gd name="T19" fmla="*/ 341 h 682"/>
              <a:gd name="T20" fmla="*/ 100 w 1161"/>
              <a:gd name="T21" fmla="*/ 441 h 682"/>
              <a:gd name="T22" fmla="*/ 154 w 1161"/>
              <a:gd name="T23" fmla="*/ 425 h 682"/>
              <a:gd name="T24" fmla="*/ 154 w 1161"/>
              <a:gd name="T25" fmla="*/ 425 h 682"/>
              <a:gd name="T26" fmla="*/ 313 w 1161"/>
              <a:gd name="T27" fmla="*/ 380 h 682"/>
              <a:gd name="T28" fmla="*/ 556 w 1161"/>
              <a:gd name="T29" fmla="*/ 558 h 682"/>
              <a:gd name="T30" fmla="*/ 556 w 1161"/>
              <a:gd name="T31" fmla="*/ 558 h 682"/>
              <a:gd name="T32" fmla="*/ 819 w 1161"/>
              <a:gd name="T33" fmla="*/ 682 h 682"/>
              <a:gd name="T34" fmla="*/ 1161 w 1161"/>
              <a:gd name="T35" fmla="*/ 341 h 682"/>
              <a:gd name="T36" fmla="*/ 819 w 1161"/>
              <a:gd name="T37" fmla="*/ 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61" h="682">
                <a:moveTo>
                  <a:pt x="819" y="0"/>
                </a:moveTo>
                <a:cubicBezTo>
                  <a:pt x="714" y="0"/>
                  <a:pt x="619" y="48"/>
                  <a:pt x="556" y="124"/>
                </a:cubicBezTo>
                <a:cubicBezTo>
                  <a:pt x="556" y="124"/>
                  <a:pt x="556" y="124"/>
                  <a:pt x="556" y="124"/>
                </a:cubicBezTo>
                <a:cubicBezTo>
                  <a:pt x="556" y="124"/>
                  <a:pt x="556" y="124"/>
                  <a:pt x="556" y="124"/>
                </a:cubicBezTo>
                <a:cubicBezTo>
                  <a:pt x="556" y="124"/>
                  <a:pt x="556" y="124"/>
                  <a:pt x="556" y="124"/>
                </a:cubicBezTo>
                <a:cubicBezTo>
                  <a:pt x="462" y="235"/>
                  <a:pt x="461" y="303"/>
                  <a:pt x="313" y="303"/>
                </a:cubicBezTo>
                <a:cubicBezTo>
                  <a:pt x="187" y="303"/>
                  <a:pt x="197" y="284"/>
                  <a:pt x="154" y="257"/>
                </a:cubicBezTo>
                <a:cubicBezTo>
                  <a:pt x="154" y="257"/>
                  <a:pt x="154" y="257"/>
                  <a:pt x="154" y="257"/>
                </a:cubicBezTo>
                <a:cubicBezTo>
                  <a:pt x="138" y="247"/>
                  <a:pt x="120" y="241"/>
                  <a:pt x="100" y="241"/>
                </a:cubicBezTo>
                <a:cubicBezTo>
                  <a:pt x="45" y="241"/>
                  <a:pt x="0" y="286"/>
                  <a:pt x="0" y="341"/>
                </a:cubicBezTo>
                <a:cubicBezTo>
                  <a:pt x="0" y="396"/>
                  <a:pt x="45" y="441"/>
                  <a:pt x="100" y="441"/>
                </a:cubicBezTo>
                <a:cubicBezTo>
                  <a:pt x="120" y="441"/>
                  <a:pt x="138" y="435"/>
                  <a:pt x="154" y="425"/>
                </a:cubicBezTo>
                <a:cubicBezTo>
                  <a:pt x="154" y="425"/>
                  <a:pt x="154" y="425"/>
                  <a:pt x="154" y="425"/>
                </a:cubicBezTo>
                <a:cubicBezTo>
                  <a:pt x="197" y="398"/>
                  <a:pt x="187" y="380"/>
                  <a:pt x="313" y="380"/>
                </a:cubicBezTo>
                <a:cubicBezTo>
                  <a:pt x="461" y="380"/>
                  <a:pt x="462" y="447"/>
                  <a:pt x="556" y="558"/>
                </a:cubicBezTo>
                <a:cubicBezTo>
                  <a:pt x="556" y="558"/>
                  <a:pt x="556" y="558"/>
                  <a:pt x="556" y="558"/>
                </a:cubicBezTo>
                <a:cubicBezTo>
                  <a:pt x="619" y="634"/>
                  <a:pt x="714" y="682"/>
                  <a:pt x="819" y="682"/>
                </a:cubicBezTo>
                <a:cubicBezTo>
                  <a:pt x="1008" y="682"/>
                  <a:pt x="1161" y="530"/>
                  <a:pt x="1161" y="341"/>
                </a:cubicBezTo>
                <a:cubicBezTo>
                  <a:pt x="1161" y="153"/>
                  <a:pt x="1008" y="0"/>
                  <a:pt x="819" y="0"/>
                </a:cubicBezTo>
                <a:close/>
              </a:path>
            </a:pathLst>
          </a:cu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7" name="Oval 55"/>
          <p:cNvSpPr>
            <a:spLocks noChangeArrowheads="1"/>
          </p:cNvSpPr>
          <p:nvPr/>
        </p:nvSpPr>
        <p:spPr bwMode="auto">
          <a:xfrm>
            <a:off x="7651560" y="2691395"/>
            <a:ext cx="1744542" cy="1742867"/>
          </a:xfrm>
          <a:prstGeom prst="ellipse">
            <a:avLst/>
          </a:pr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28" name="Oval 56"/>
          <p:cNvSpPr>
            <a:spLocks noChangeArrowheads="1"/>
          </p:cNvSpPr>
          <p:nvPr/>
        </p:nvSpPr>
        <p:spPr bwMode="auto">
          <a:xfrm>
            <a:off x="6196658" y="3327600"/>
            <a:ext cx="465435" cy="468783"/>
          </a:xfrm>
          <a:prstGeom prst="ellipse">
            <a:avLst/>
          </a:prstGeom>
          <a:noFill/>
          <a:ln>
            <a:solidFill>
              <a:schemeClr val="bg1"/>
            </a:solidFill>
          </a:ln>
        </p:spPr>
        <p:txBody>
          <a:bodyPr vert="horz" wrap="square" lIns="0" tIns="0" rIns="0" bIns="0" numCol="1" anchor="ctr" anchorCtr="0" compatLnSpc="1">
            <a:prstTxWarp prst="textNoShape">
              <a:avLst/>
            </a:prstTxWarp>
          </a:bodyPr>
          <a:lstStyle/>
          <a:p>
            <a:pPr algn="ctr" defTabSz="964372" fontAlgn="auto">
              <a:spcBef>
                <a:spcPts val="0"/>
              </a:spcBef>
              <a:spcAft>
                <a:spcPts val="0"/>
              </a:spcAft>
            </a:pPr>
            <a:r>
              <a:rPr lang="en-US" altLang="zh-CN" sz="2953" dirty="0">
                <a:solidFill>
                  <a:prstClr val="white"/>
                </a:solidFill>
                <a:latin typeface="Agency FB" panose="020B0503020202020204" pitchFamily="34" charset="0"/>
              </a:rPr>
              <a:t>B</a:t>
            </a:r>
            <a:endParaRPr lang="zh-CN" altLang="en-US" sz="2953" dirty="0">
              <a:solidFill>
                <a:prstClr val="white"/>
              </a:solidFill>
              <a:latin typeface="Agency FB" panose="020B0503020202020204" pitchFamily="34" charset="0"/>
            </a:endParaRPr>
          </a:p>
        </p:txBody>
      </p:sp>
      <p:sp>
        <p:nvSpPr>
          <p:cNvPr id="29" name="Oval 57"/>
          <p:cNvSpPr>
            <a:spLocks noChangeArrowheads="1"/>
          </p:cNvSpPr>
          <p:nvPr/>
        </p:nvSpPr>
        <p:spPr bwMode="auto">
          <a:xfrm>
            <a:off x="7651560" y="4866212"/>
            <a:ext cx="1744542" cy="1739519"/>
          </a:xfrm>
          <a:prstGeom prst="ellipse">
            <a:avLst/>
          </a:prstGeom>
          <a:noFill/>
          <a:ln>
            <a:solidFill>
              <a:schemeClr val="bg1"/>
            </a:solidFill>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zh-CN" altLang="en-US" sz="1898">
              <a:solidFill>
                <a:prstClr val="white"/>
              </a:solidFill>
              <a:latin typeface="Calibri" panose="020F0502020204030204"/>
            </a:endParaRPr>
          </a:p>
        </p:txBody>
      </p:sp>
      <p:sp>
        <p:nvSpPr>
          <p:cNvPr id="30" name="Oval 59"/>
          <p:cNvSpPr>
            <a:spLocks noChangeArrowheads="1"/>
          </p:cNvSpPr>
          <p:nvPr/>
        </p:nvSpPr>
        <p:spPr bwMode="auto">
          <a:xfrm>
            <a:off x="6196658" y="5502418"/>
            <a:ext cx="465435" cy="467108"/>
          </a:xfrm>
          <a:prstGeom prst="ellipse">
            <a:avLst/>
          </a:prstGeom>
          <a:noFill/>
          <a:ln>
            <a:solidFill>
              <a:schemeClr val="bg1"/>
            </a:solidFill>
          </a:ln>
        </p:spPr>
        <p:txBody>
          <a:bodyPr vert="horz" wrap="square" lIns="0" tIns="0" rIns="0" bIns="0" numCol="1" anchor="ctr" anchorCtr="0" compatLnSpc="1">
            <a:prstTxWarp prst="textNoShape">
              <a:avLst/>
            </a:prstTxWarp>
          </a:bodyPr>
          <a:lstStyle/>
          <a:p>
            <a:pPr algn="ctr" defTabSz="964372" fontAlgn="auto">
              <a:spcBef>
                <a:spcPts val="0"/>
              </a:spcBef>
              <a:spcAft>
                <a:spcPts val="0"/>
              </a:spcAft>
            </a:pPr>
            <a:r>
              <a:rPr lang="en-US" altLang="zh-CN" sz="2953" dirty="0">
                <a:solidFill>
                  <a:prstClr val="white"/>
                </a:solidFill>
                <a:latin typeface="Agency FB" panose="020B0503020202020204" pitchFamily="34" charset="0"/>
              </a:rPr>
              <a:t>D</a:t>
            </a:r>
            <a:endParaRPr lang="zh-CN" altLang="en-US" sz="2953" dirty="0">
              <a:solidFill>
                <a:prstClr val="white"/>
              </a:solidFill>
              <a:latin typeface="Agency FB" panose="020B0503020202020204" pitchFamily="34" charset="0"/>
            </a:endParaRPr>
          </a:p>
        </p:txBody>
      </p:sp>
      <p:sp>
        <p:nvSpPr>
          <p:cNvPr id="31" name="TextBox 30"/>
          <p:cNvSpPr txBox="1"/>
          <p:nvPr/>
        </p:nvSpPr>
        <p:spPr>
          <a:xfrm>
            <a:off x="3854251" y="2020995"/>
            <a:ext cx="961337" cy="908839"/>
          </a:xfrm>
          <a:prstGeom prst="rect">
            <a:avLst/>
          </a:prstGeom>
          <a:noFill/>
        </p:spPr>
        <p:txBody>
          <a:bodyPr wrap="square" lIns="0" tIns="0" rIns="0" bIns="0" rtlCol="0">
            <a:spAutoFit/>
          </a:bodyPr>
          <a:lstStyle/>
          <a:p>
            <a:pPr algn="ctr" defTabSz="964372" fontAlgn="auto">
              <a:spcBef>
                <a:spcPts val="0"/>
              </a:spcBef>
              <a:spcAft>
                <a:spcPts val="0"/>
              </a:spcAft>
            </a:pPr>
            <a:r>
              <a:rPr lang="zh-CN" altLang="en-US" sz="2953" b="1" dirty="0">
                <a:solidFill>
                  <a:prstClr val="white"/>
                </a:solidFill>
                <a:latin typeface="微软雅黑" pitchFamily="34" charset="-122"/>
                <a:ea typeface="微软雅黑" pitchFamily="34" charset="-122"/>
              </a:rPr>
              <a:t>添加标题</a:t>
            </a:r>
          </a:p>
        </p:txBody>
      </p:sp>
      <p:sp>
        <p:nvSpPr>
          <p:cNvPr id="32" name="TextBox 30"/>
          <p:cNvSpPr txBox="1"/>
          <p:nvPr/>
        </p:nvSpPr>
        <p:spPr>
          <a:xfrm>
            <a:off x="8019470" y="3108403"/>
            <a:ext cx="1008722" cy="908839"/>
          </a:xfrm>
          <a:prstGeom prst="rect">
            <a:avLst/>
          </a:prstGeom>
          <a:noFill/>
        </p:spPr>
        <p:txBody>
          <a:bodyPr wrap="square" lIns="0" tIns="0" rIns="0" bIns="0" rtlCol="0">
            <a:spAutoFit/>
          </a:bodyPr>
          <a:lstStyle/>
          <a:p>
            <a:pPr algn="ctr" defTabSz="964372" fontAlgn="auto">
              <a:spcBef>
                <a:spcPts val="0"/>
              </a:spcBef>
              <a:spcAft>
                <a:spcPts val="0"/>
              </a:spcAft>
            </a:pPr>
            <a:r>
              <a:rPr lang="zh-CN" altLang="en-US" sz="2953" b="1" dirty="0">
                <a:solidFill>
                  <a:prstClr val="white"/>
                </a:solidFill>
                <a:latin typeface="微软雅黑" pitchFamily="34" charset="-122"/>
                <a:ea typeface="微软雅黑" pitchFamily="34" charset="-122"/>
              </a:rPr>
              <a:t>添加标题</a:t>
            </a:r>
          </a:p>
        </p:txBody>
      </p:sp>
      <p:sp>
        <p:nvSpPr>
          <p:cNvPr id="33" name="TextBox 30"/>
          <p:cNvSpPr txBox="1"/>
          <p:nvPr/>
        </p:nvSpPr>
        <p:spPr>
          <a:xfrm>
            <a:off x="3824814" y="4194138"/>
            <a:ext cx="1020214" cy="908839"/>
          </a:xfrm>
          <a:prstGeom prst="rect">
            <a:avLst/>
          </a:prstGeom>
          <a:noFill/>
        </p:spPr>
        <p:txBody>
          <a:bodyPr wrap="square" lIns="0" tIns="0" rIns="0" bIns="0" rtlCol="0">
            <a:spAutoFit/>
          </a:bodyPr>
          <a:lstStyle/>
          <a:p>
            <a:pPr algn="ctr" defTabSz="964372" fontAlgn="auto">
              <a:spcBef>
                <a:spcPts val="0"/>
              </a:spcBef>
              <a:spcAft>
                <a:spcPts val="0"/>
              </a:spcAft>
            </a:pPr>
            <a:r>
              <a:rPr lang="zh-CN" altLang="en-US" sz="2953" b="1" dirty="0">
                <a:solidFill>
                  <a:prstClr val="white"/>
                </a:solidFill>
                <a:latin typeface="微软雅黑" pitchFamily="34" charset="-122"/>
                <a:ea typeface="微软雅黑" pitchFamily="34" charset="-122"/>
              </a:rPr>
              <a:t>添加标题</a:t>
            </a:r>
          </a:p>
        </p:txBody>
      </p:sp>
      <p:sp>
        <p:nvSpPr>
          <p:cNvPr id="34" name="TextBox 30"/>
          <p:cNvSpPr txBox="1"/>
          <p:nvPr/>
        </p:nvSpPr>
        <p:spPr>
          <a:xfrm>
            <a:off x="8057441" y="5281547"/>
            <a:ext cx="932781" cy="908839"/>
          </a:xfrm>
          <a:prstGeom prst="rect">
            <a:avLst/>
          </a:prstGeom>
          <a:noFill/>
        </p:spPr>
        <p:txBody>
          <a:bodyPr wrap="square" lIns="0" tIns="0" rIns="0" bIns="0" rtlCol="0">
            <a:spAutoFit/>
          </a:bodyPr>
          <a:lstStyle/>
          <a:p>
            <a:pPr algn="ctr" defTabSz="964372" fontAlgn="auto">
              <a:spcBef>
                <a:spcPts val="0"/>
              </a:spcBef>
              <a:spcAft>
                <a:spcPts val="0"/>
              </a:spcAft>
            </a:pPr>
            <a:r>
              <a:rPr lang="zh-CN" altLang="en-US" sz="2953" b="1" dirty="0">
                <a:solidFill>
                  <a:prstClr val="white"/>
                </a:solidFill>
                <a:latin typeface="微软雅黑" pitchFamily="34" charset="-122"/>
                <a:ea typeface="微软雅黑" pitchFamily="34" charset="-122"/>
              </a:rPr>
              <a:t>添加标题</a:t>
            </a:r>
          </a:p>
        </p:txBody>
      </p:sp>
    </p:spTree>
    <p:extLst>
      <p:ext uri="{BB962C8B-B14F-4D97-AF65-F5344CB8AC3E}">
        <p14:creationId xmlns:p14="http://schemas.microsoft.com/office/powerpoint/2010/main" val="512915588"/>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22" presetClass="entr" presetSubtype="1"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up)">
                                      <p:cBhvr>
                                        <p:cTn id="16" dur="500"/>
                                        <p:tgtEl>
                                          <p:spTgt spid="14"/>
                                        </p:tgtEl>
                                      </p:cBhvr>
                                    </p:animEffect>
                                  </p:childTnLst>
                                </p:cTn>
                              </p:par>
                            </p:childTnLst>
                          </p:cTn>
                        </p:par>
                        <p:par>
                          <p:cTn id="17" fill="hold">
                            <p:stCondLst>
                              <p:cond delay="500"/>
                            </p:stCondLst>
                            <p:childTnLst>
                              <p:par>
                                <p:cTn id="18" presetID="23" presetClass="entr" presetSubtype="32" fill="hold" grpId="0" nodeType="afterEffect">
                                  <p:stCondLst>
                                    <p:cond delay="0"/>
                                  </p:stCondLst>
                                  <p:childTnLst>
                                    <p:set>
                                      <p:cBhvr>
                                        <p:cTn id="19" dur="1" fill="hold">
                                          <p:stCondLst>
                                            <p:cond delay="0"/>
                                          </p:stCondLst>
                                        </p:cTn>
                                        <p:tgtEl>
                                          <p:spTgt spid="22"/>
                                        </p:tgtEl>
                                        <p:attrNameLst>
                                          <p:attrName>style.visibility</p:attrName>
                                        </p:attrNameLst>
                                      </p:cBhvr>
                                      <p:to>
                                        <p:strVal val="visible"/>
                                      </p:to>
                                    </p:set>
                                    <p:anim calcmode="lin" valueType="num">
                                      <p:cBhvr>
                                        <p:cTn id="20" dur="500" fill="hold"/>
                                        <p:tgtEl>
                                          <p:spTgt spid="22"/>
                                        </p:tgtEl>
                                        <p:attrNameLst>
                                          <p:attrName>ppt_w</p:attrName>
                                        </p:attrNameLst>
                                      </p:cBhvr>
                                      <p:tavLst>
                                        <p:tav tm="0">
                                          <p:val>
                                            <p:strVal val="4*#ppt_w"/>
                                          </p:val>
                                        </p:tav>
                                        <p:tav tm="100000">
                                          <p:val>
                                            <p:strVal val="#ppt_w"/>
                                          </p:val>
                                        </p:tav>
                                      </p:tavLst>
                                    </p:anim>
                                    <p:anim calcmode="lin" valueType="num">
                                      <p:cBhvr>
                                        <p:cTn id="21" dur="500" fill="hold"/>
                                        <p:tgtEl>
                                          <p:spTgt spid="22"/>
                                        </p:tgtEl>
                                        <p:attrNameLst>
                                          <p:attrName>ppt_h</p:attrName>
                                        </p:attrNameLst>
                                      </p:cBhvr>
                                      <p:tavLst>
                                        <p:tav tm="0">
                                          <p:val>
                                            <p:strVal val="4*#ppt_h"/>
                                          </p:val>
                                        </p:tav>
                                        <p:tav tm="100000">
                                          <p:val>
                                            <p:strVal val="#ppt_h"/>
                                          </p:val>
                                        </p:tav>
                                      </p:tavLst>
                                    </p:anim>
                                  </p:childTnLst>
                                </p:cTn>
                              </p:par>
                              <p:par>
                                <p:cTn id="22" presetID="23" presetClass="entr" presetSubtype="32" fill="hold" grpId="0" nodeType="withEffect">
                                  <p:stCondLst>
                                    <p:cond delay="20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strVal val="4*#ppt_w"/>
                                          </p:val>
                                        </p:tav>
                                        <p:tav tm="100000">
                                          <p:val>
                                            <p:strVal val="#ppt_w"/>
                                          </p:val>
                                        </p:tav>
                                      </p:tavLst>
                                    </p:anim>
                                    <p:anim calcmode="lin" valueType="num">
                                      <p:cBhvr>
                                        <p:cTn id="25" dur="500" fill="hold"/>
                                        <p:tgtEl>
                                          <p:spTgt spid="28"/>
                                        </p:tgtEl>
                                        <p:attrNameLst>
                                          <p:attrName>ppt_h</p:attrName>
                                        </p:attrNameLst>
                                      </p:cBhvr>
                                      <p:tavLst>
                                        <p:tav tm="0">
                                          <p:val>
                                            <p:strVal val="4*#ppt_h"/>
                                          </p:val>
                                        </p:tav>
                                        <p:tav tm="100000">
                                          <p:val>
                                            <p:strVal val="#ppt_h"/>
                                          </p:val>
                                        </p:tav>
                                      </p:tavLst>
                                    </p:anim>
                                  </p:childTnLst>
                                </p:cTn>
                              </p:par>
                              <p:par>
                                <p:cTn id="26" presetID="23" presetClass="entr" presetSubtype="32" fill="hold" grpId="0" nodeType="withEffect">
                                  <p:stCondLst>
                                    <p:cond delay="400"/>
                                  </p:stCondLst>
                                  <p:childTnLst>
                                    <p:set>
                                      <p:cBhvr>
                                        <p:cTn id="27" dur="1" fill="hold">
                                          <p:stCondLst>
                                            <p:cond delay="0"/>
                                          </p:stCondLst>
                                        </p:cTn>
                                        <p:tgtEl>
                                          <p:spTgt spid="25"/>
                                        </p:tgtEl>
                                        <p:attrNameLst>
                                          <p:attrName>style.visibility</p:attrName>
                                        </p:attrNameLst>
                                      </p:cBhvr>
                                      <p:to>
                                        <p:strVal val="visible"/>
                                      </p:to>
                                    </p:set>
                                    <p:anim calcmode="lin" valueType="num">
                                      <p:cBhvr>
                                        <p:cTn id="28" dur="500" fill="hold"/>
                                        <p:tgtEl>
                                          <p:spTgt spid="25"/>
                                        </p:tgtEl>
                                        <p:attrNameLst>
                                          <p:attrName>ppt_w</p:attrName>
                                        </p:attrNameLst>
                                      </p:cBhvr>
                                      <p:tavLst>
                                        <p:tav tm="0">
                                          <p:val>
                                            <p:strVal val="4*#ppt_w"/>
                                          </p:val>
                                        </p:tav>
                                        <p:tav tm="100000">
                                          <p:val>
                                            <p:strVal val="#ppt_w"/>
                                          </p:val>
                                        </p:tav>
                                      </p:tavLst>
                                    </p:anim>
                                    <p:anim calcmode="lin" valueType="num">
                                      <p:cBhvr>
                                        <p:cTn id="29" dur="500" fill="hold"/>
                                        <p:tgtEl>
                                          <p:spTgt spid="25"/>
                                        </p:tgtEl>
                                        <p:attrNameLst>
                                          <p:attrName>ppt_h</p:attrName>
                                        </p:attrNameLst>
                                      </p:cBhvr>
                                      <p:tavLst>
                                        <p:tav tm="0">
                                          <p:val>
                                            <p:strVal val="4*#ppt_h"/>
                                          </p:val>
                                        </p:tav>
                                        <p:tav tm="100000">
                                          <p:val>
                                            <p:strVal val="#ppt_h"/>
                                          </p:val>
                                        </p:tav>
                                      </p:tavLst>
                                    </p:anim>
                                  </p:childTnLst>
                                </p:cTn>
                              </p:par>
                              <p:par>
                                <p:cTn id="30" presetID="23" presetClass="entr" presetSubtype="32" fill="hold" grpId="0" nodeType="withEffect">
                                  <p:stCondLst>
                                    <p:cond delay="600"/>
                                  </p:stCondLst>
                                  <p:childTnLst>
                                    <p:set>
                                      <p:cBhvr>
                                        <p:cTn id="31" dur="1" fill="hold">
                                          <p:stCondLst>
                                            <p:cond delay="0"/>
                                          </p:stCondLst>
                                        </p:cTn>
                                        <p:tgtEl>
                                          <p:spTgt spid="30"/>
                                        </p:tgtEl>
                                        <p:attrNameLst>
                                          <p:attrName>style.visibility</p:attrName>
                                        </p:attrNameLst>
                                      </p:cBhvr>
                                      <p:to>
                                        <p:strVal val="visible"/>
                                      </p:to>
                                    </p:set>
                                    <p:anim calcmode="lin" valueType="num">
                                      <p:cBhvr>
                                        <p:cTn id="32" dur="500" fill="hold"/>
                                        <p:tgtEl>
                                          <p:spTgt spid="30"/>
                                        </p:tgtEl>
                                        <p:attrNameLst>
                                          <p:attrName>ppt_w</p:attrName>
                                        </p:attrNameLst>
                                      </p:cBhvr>
                                      <p:tavLst>
                                        <p:tav tm="0">
                                          <p:val>
                                            <p:strVal val="4*#ppt_w"/>
                                          </p:val>
                                        </p:tav>
                                        <p:tav tm="100000">
                                          <p:val>
                                            <p:strVal val="#ppt_w"/>
                                          </p:val>
                                        </p:tav>
                                      </p:tavLst>
                                    </p:anim>
                                    <p:anim calcmode="lin" valueType="num">
                                      <p:cBhvr>
                                        <p:cTn id="33" dur="500" fill="hold"/>
                                        <p:tgtEl>
                                          <p:spTgt spid="30"/>
                                        </p:tgtEl>
                                        <p:attrNameLst>
                                          <p:attrName>ppt_h</p:attrName>
                                        </p:attrNameLst>
                                      </p:cBhvr>
                                      <p:tavLst>
                                        <p:tav tm="0">
                                          <p:val>
                                            <p:strVal val="4*#ppt_h"/>
                                          </p:val>
                                        </p:tav>
                                        <p:tav tm="100000">
                                          <p:val>
                                            <p:strVal val="#ppt_h"/>
                                          </p:val>
                                        </p:tav>
                                      </p:tavLst>
                                    </p:anim>
                                  </p:childTnLst>
                                </p:cTn>
                              </p:par>
                            </p:childTnLst>
                          </p:cTn>
                        </p:par>
                        <p:par>
                          <p:cTn id="34" fill="hold">
                            <p:stCondLst>
                              <p:cond delay="1600"/>
                            </p:stCondLst>
                            <p:childTnLst>
                              <p:par>
                                <p:cTn id="35" presetID="22" presetClass="entr" presetSubtype="2"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right)">
                                      <p:cBhvr>
                                        <p:cTn id="37" dur="500"/>
                                        <p:tgtEl>
                                          <p:spTgt spid="13"/>
                                        </p:tgtEl>
                                      </p:cBhvr>
                                    </p:animEffect>
                                  </p:childTnLst>
                                </p:cTn>
                              </p:par>
                            </p:childTnLst>
                          </p:cTn>
                        </p:par>
                        <p:par>
                          <p:cTn id="38" fill="hold">
                            <p:stCondLst>
                              <p:cond delay="2100"/>
                            </p:stCondLst>
                            <p:childTnLst>
                              <p:par>
                                <p:cTn id="39" presetID="53" presetClass="entr" presetSubtype="16" fill="hold" grpId="0" nodeType="afterEffect">
                                  <p:stCondLst>
                                    <p:cond delay="0"/>
                                  </p:stCondLst>
                                  <p:childTnLst>
                                    <p:set>
                                      <p:cBhvr>
                                        <p:cTn id="40" dur="1" fill="hold">
                                          <p:stCondLst>
                                            <p:cond delay="0"/>
                                          </p:stCondLst>
                                        </p:cTn>
                                        <p:tgtEl>
                                          <p:spTgt spid="31"/>
                                        </p:tgtEl>
                                        <p:attrNameLst>
                                          <p:attrName>style.visibility</p:attrName>
                                        </p:attrNameLst>
                                      </p:cBhvr>
                                      <p:to>
                                        <p:strVal val="visible"/>
                                      </p:to>
                                    </p:set>
                                    <p:anim calcmode="lin" valueType="num">
                                      <p:cBhvr>
                                        <p:cTn id="41" dur="500" fill="hold"/>
                                        <p:tgtEl>
                                          <p:spTgt spid="31"/>
                                        </p:tgtEl>
                                        <p:attrNameLst>
                                          <p:attrName>ppt_w</p:attrName>
                                        </p:attrNameLst>
                                      </p:cBhvr>
                                      <p:tavLst>
                                        <p:tav tm="0">
                                          <p:val>
                                            <p:fltVal val="0"/>
                                          </p:val>
                                        </p:tav>
                                        <p:tav tm="100000">
                                          <p:val>
                                            <p:strVal val="#ppt_w"/>
                                          </p:val>
                                        </p:tav>
                                      </p:tavLst>
                                    </p:anim>
                                    <p:anim calcmode="lin" valueType="num">
                                      <p:cBhvr>
                                        <p:cTn id="42" dur="500" fill="hold"/>
                                        <p:tgtEl>
                                          <p:spTgt spid="31"/>
                                        </p:tgtEl>
                                        <p:attrNameLst>
                                          <p:attrName>ppt_h</p:attrName>
                                        </p:attrNameLst>
                                      </p:cBhvr>
                                      <p:tavLst>
                                        <p:tav tm="0">
                                          <p:val>
                                            <p:fltVal val="0"/>
                                          </p:val>
                                        </p:tav>
                                        <p:tav tm="100000">
                                          <p:val>
                                            <p:strVal val="#ppt_h"/>
                                          </p:val>
                                        </p:tav>
                                      </p:tavLst>
                                    </p:anim>
                                    <p:animEffect transition="in" filter="fade">
                                      <p:cBhvr>
                                        <p:cTn id="43" dur="500"/>
                                        <p:tgtEl>
                                          <p:spTgt spid="31"/>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ppt_w</p:attrName>
                                        </p:attrNameLst>
                                      </p:cBhvr>
                                      <p:tavLst>
                                        <p:tav tm="0">
                                          <p:val>
                                            <p:fltVal val="0"/>
                                          </p:val>
                                        </p:tav>
                                        <p:tav tm="100000">
                                          <p:val>
                                            <p:strVal val="#ppt_w"/>
                                          </p:val>
                                        </p:tav>
                                      </p:tavLst>
                                    </p:anim>
                                    <p:anim calcmode="lin" valueType="num">
                                      <p:cBhvr>
                                        <p:cTn id="47" dur="500" fill="hold"/>
                                        <p:tgtEl>
                                          <p:spTgt spid="21"/>
                                        </p:tgtEl>
                                        <p:attrNameLst>
                                          <p:attrName>ppt_h</p:attrName>
                                        </p:attrNameLst>
                                      </p:cBhvr>
                                      <p:tavLst>
                                        <p:tav tm="0">
                                          <p:val>
                                            <p:fltVal val="0"/>
                                          </p:val>
                                        </p:tav>
                                        <p:tav tm="100000">
                                          <p:val>
                                            <p:strVal val="#ppt_h"/>
                                          </p:val>
                                        </p:tav>
                                      </p:tavLst>
                                    </p:anim>
                                    <p:animEffect transition="in" filter="fade">
                                      <p:cBhvr>
                                        <p:cTn id="48" dur="500"/>
                                        <p:tgtEl>
                                          <p:spTgt spid="21"/>
                                        </p:tgtEl>
                                      </p:cBhvr>
                                    </p:animEffect>
                                  </p:childTnLst>
                                </p:cTn>
                              </p:par>
                            </p:childTnLst>
                          </p:cTn>
                        </p:par>
                        <p:par>
                          <p:cTn id="49" fill="hold">
                            <p:stCondLst>
                              <p:cond delay="2600"/>
                            </p:stCondLst>
                            <p:childTnLst>
                              <p:par>
                                <p:cTn id="50" presetID="22" presetClass="entr" presetSubtype="2"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wipe(right)">
                                      <p:cBhvr>
                                        <p:cTn id="52" dur="500"/>
                                        <p:tgtEl>
                                          <p:spTgt spid="8"/>
                                        </p:tgtEl>
                                      </p:cBhvr>
                                    </p:animEffect>
                                  </p:childTnLst>
                                </p:cTn>
                              </p:par>
                            </p:childTnLst>
                          </p:cTn>
                        </p:par>
                        <p:par>
                          <p:cTn id="53" fill="hold">
                            <p:stCondLst>
                              <p:cond delay="3100"/>
                            </p:stCondLst>
                            <p:childTnLst>
                              <p:par>
                                <p:cTn id="54" presetID="22" presetClass="entr" presetSubtype="8"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wipe(left)">
                                      <p:cBhvr>
                                        <p:cTn id="56" dur="500"/>
                                        <p:tgtEl>
                                          <p:spTgt spid="26"/>
                                        </p:tgtEl>
                                      </p:cBhvr>
                                    </p:animEffect>
                                  </p:childTnLst>
                                </p:cTn>
                              </p:par>
                            </p:childTnLst>
                          </p:cTn>
                        </p:par>
                        <p:par>
                          <p:cTn id="57" fill="hold">
                            <p:stCondLst>
                              <p:cond delay="3600"/>
                            </p:stCondLst>
                            <p:childTnLst>
                              <p:par>
                                <p:cTn id="58" presetID="53" presetClass="entr" presetSubtype="16" fill="hold" grpId="0" nodeType="afterEffect">
                                  <p:stCondLst>
                                    <p:cond delay="0"/>
                                  </p:stCondLst>
                                  <p:childTnLst>
                                    <p:set>
                                      <p:cBhvr>
                                        <p:cTn id="59" dur="1" fill="hold">
                                          <p:stCondLst>
                                            <p:cond delay="0"/>
                                          </p:stCondLst>
                                        </p:cTn>
                                        <p:tgtEl>
                                          <p:spTgt spid="32"/>
                                        </p:tgtEl>
                                        <p:attrNameLst>
                                          <p:attrName>style.visibility</p:attrName>
                                        </p:attrNameLst>
                                      </p:cBhvr>
                                      <p:to>
                                        <p:strVal val="visible"/>
                                      </p:to>
                                    </p:set>
                                    <p:anim calcmode="lin" valueType="num">
                                      <p:cBhvr>
                                        <p:cTn id="60" dur="500" fill="hold"/>
                                        <p:tgtEl>
                                          <p:spTgt spid="32"/>
                                        </p:tgtEl>
                                        <p:attrNameLst>
                                          <p:attrName>ppt_w</p:attrName>
                                        </p:attrNameLst>
                                      </p:cBhvr>
                                      <p:tavLst>
                                        <p:tav tm="0">
                                          <p:val>
                                            <p:fltVal val="0"/>
                                          </p:val>
                                        </p:tav>
                                        <p:tav tm="100000">
                                          <p:val>
                                            <p:strVal val="#ppt_w"/>
                                          </p:val>
                                        </p:tav>
                                      </p:tavLst>
                                    </p:anim>
                                    <p:anim calcmode="lin" valueType="num">
                                      <p:cBhvr>
                                        <p:cTn id="61" dur="500" fill="hold"/>
                                        <p:tgtEl>
                                          <p:spTgt spid="32"/>
                                        </p:tgtEl>
                                        <p:attrNameLst>
                                          <p:attrName>ppt_h</p:attrName>
                                        </p:attrNameLst>
                                      </p:cBhvr>
                                      <p:tavLst>
                                        <p:tav tm="0">
                                          <p:val>
                                            <p:fltVal val="0"/>
                                          </p:val>
                                        </p:tav>
                                        <p:tav tm="100000">
                                          <p:val>
                                            <p:strVal val="#ppt_h"/>
                                          </p:val>
                                        </p:tav>
                                      </p:tavLst>
                                    </p:anim>
                                    <p:animEffect transition="in" filter="fade">
                                      <p:cBhvr>
                                        <p:cTn id="62" dur="500"/>
                                        <p:tgtEl>
                                          <p:spTgt spid="32"/>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27"/>
                                        </p:tgtEl>
                                        <p:attrNameLst>
                                          <p:attrName>style.visibility</p:attrName>
                                        </p:attrNameLst>
                                      </p:cBhvr>
                                      <p:to>
                                        <p:strVal val="visible"/>
                                      </p:to>
                                    </p:set>
                                    <p:anim calcmode="lin" valueType="num">
                                      <p:cBhvr>
                                        <p:cTn id="65" dur="500" fill="hold"/>
                                        <p:tgtEl>
                                          <p:spTgt spid="27"/>
                                        </p:tgtEl>
                                        <p:attrNameLst>
                                          <p:attrName>ppt_w</p:attrName>
                                        </p:attrNameLst>
                                      </p:cBhvr>
                                      <p:tavLst>
                                        <p:tav tm="0">
                                          <p:val>
                                            <p:fltVal val="0"/>
                                          </p:val>
                                        </p:tav>
                                        <p:tav tm="100000">
                                          <p:val>
                                            <p:strVal val="#ppt_w"/>
                                          </p:val>
                                        </p:tav>
                                      </p:tavLst>
                                    </p:anim>
                                    <p:anim calcmode="lin" valueType="num">
                                      <p:cBhvr>
                                        <p:cTn id="66" dur="500" fill="hold"/>
                                        <p:tgtEl>
                                          <p:spTgt spid="27"/>
                                        </p:tgtEl>
                                        <p:attrNameLst>
                                          <p:attrName>ppt_h</p:attrName>
                                        </p:attrNameLst>
                                      </p:cBhvr>
                                      <p:tavLst>
                                        <p:tav tm="0">
                                          <p:val>
                                            <p:fltVal val="0"/>
                                          </p:val>
                                        </p:tav>
                                        <p:tav tm="100000">
                                          <p:val>
                                            <p:strVal val="#ppt_h"/>
                                          </p:val>
                                        </p:tav>
                                      </p:tavLst>
                                    </p:anim>
                                    <p:animEffect transition="in" filter="fade">
                                      <p:cBhvr>
                                        <p:cTn id="67" dur="500"/>
                                        <p:tgtEl>
                                          <p:spTgt spid="27"/>
                                        </p:tgtEl>
                                      </p:cBhvr>
                                    </p:animEffect>
                                  </p:childTnLst>
                                </p:cTn>
                              </p:par>
                            </p:childTnLst>
                          </p:cTn>
                        </p:par>
                        <p:par>
                          <p:cTn id="68" fill="hold">
                            <p:stCondLst>
                              <p:cond delay="4100"/>
                            </p:stCondLst>
                            <p:childTnLst>
                              <p:par>
                                <p:cTn id="69" presetID="22" presetClass="entr" presetSubtype="8" fill="hold" grpId="0" nodeType="after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wipe(left)">
                                      <p:cBhvr>
                                        <p:cTn id="71" dur="500"/>
                                        <p:tgtEl>
                                          <p:spTgt spid="9"/>
                                        </p:tgtEl>
                                      </p:cBhvr>
                                    </p:animEffect>
                                  </p:childTnLst>
                                </p:cTn>
                              </p:par>
                            </p:childTnLst>
                          </p:cTn>
                        </p:par>
                        <p:par>
                          <p:cTn id="72" fill="hold">
                            <p:stCondLst>
                              <p:cond delay="4600"/>
                            </p:stCondLst>
                            <p:childTnLst>
                              <p:par>
                                <p:cTn id="73" presetID="22" presetClass="entr" presetSubtype="2" fill="hold" grpId="0" nodeType="after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wipe(right)">
                                      <p:cBhvr>
                                        <p:cTn id="75" dur="500"/>
                                        <p:tgtEl>
                                          <p:spTgt spid="23"/>
                                        </p:tgtEl>
                                      </p:cBhvr>
                                    </p:animEffect>
                                  </p:childTnLst>
                                </p:cTn>
                              </p:par>
                            </p:childTnLst>
                          </p:cTn>
                        </p:par>
                        <p:par>
                          <p:cTn id="76" fill="hold">
                            <p:stCondLst>
                              <p:cond delay="5100"/>
                            </p:stCondLst>
                            <p:childTnLst>
                              <p:par>
                                <p:cTn id="77" presetID="53" presetClass="entr" presetSubtype="16" fill="hold" grpId="0" nodeType="afterEffect">
                                  <p:stCondLst>
                                    <p:cond delay="0"/>
                                  </p:stCondLst>
                                  <p:childTnLst>
                                    <p:set>
                                      <p:cBhvr>
                                        <p:cTn id="78" dur="1" fill="hold">
                                          <p:stCondLst>
                                            <p:cond delay="0"/>
                                          </p:stCondLst>
                                        </p:cTn>
                                        <p:tgtEl>
                                          <p:spTgt spid="33"/>
                                        </p:tgtEl>
                                        <p:attrNameLst>
                                          <p:attrName>style.visibility</p:attrName>
                                        </p:attrNameLst>
                                      </p:cBhvr>
                                      <p:to>
                                        <p:strVal val="visible"/>
                                      </p:to>
                                    </p:set>
                                    <p:anim calcmode="lin" valueType="num">
                                      <p:cBhvr>
                                        <p:cTn id="79" dur="500" fill="hold"/>
                                        <p:tgtEl>
                                          <p:spTgt spid="33"/>
                                        </p:tgtEl>
                                        <p:attrNameLst>
                                          <p:attrName>ppt_w</p:attrName>
                                        </p:attrNameLst>
                                      </p:cBhvr>
                                      <p:tavLst>
                                        <p:tav tm="0">
                                          <p:val>
                                            <p:fltVal val="0"/>
                                          </p:val>
                                        </p:tav>
                                        <p:tav tm="100000">
                                          <p:val>
                                            <p:strVal val="#ppt_w"/>
                                          </p:val>
                                        </p:tav>
                                      </p:tavLst>
                                    </p:anim>
                                    <p:anim calcmode="lin" valueType="num">
                                      <p:cBhvr>
                                        <p:cTn id="80" dur="500" fill="hold"/>
                                        <p:tgtEl>
                                          <p:spTgt spid="33"/>
                                        </p:tgtEl>
                                        <p:attrNameLst>
                                          <p:attrName>ppt_h</p:attrName>
                                        </p:attrNameLst>
                                      </p:cBhvr>
                                      <p:tavLst>
                                        <p:tav tm="0">
                                          <p:val>
                                            <p:fltVal val="0"/>
                                          </p:val>
                                        </p:tav>
                                        <p:tav tm="100000">
                                          <p:val>
                                            <p:strVal val="#ppt_h"/>
                                          </p:val>
                                        </p:tav>
                                      </p:tavLst>
                                    </p:anim>
                                    <p:animEffect transition="in" filter="fade">
                                      <p:cBhvr>
                                        <p:cTn id="81" dur="500"/>
                                        <p:tgtEl>
                                          <p:spTgt spid="33"/>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24"/>
                                        </p:tgtEl>
                                        <p:attrNameLst>
                                          <p:attrName>style.visibility</p:attrName>
                                        </p:attrNameLst>
                                      </p:cBhvr>
                                      <p:to>
                                        <p:strVal val="visible"/>
                                      </p:to>
                                    </p:set>
                                    <p:anim calcmode="lin" valueType="num">
                                      <p:cBhvr>
                                        <p:cTn id="84" dur="500" fill="hold"/>
                                        <p:tgtEl>
                                          <p:spTgt spid="24"/>
                                        </p:tgtEl>
                                        <p:attrNameLst>
                                          <p:attrName>ppt_w</p:attrName>
                                        </p:attrNameLst>
                                      </p:cBhvr>
                                      <p:tavLst>
                                        <p:tav tm="0">
                                          <p:val>
                                            <p:fltVal val="0"/>
                                          </p:val>
                                        </p:tav>
                                        <p:tav tm="100000">
                                          <p:val>
                                            <p:strVal val="#ppt_w"/>
                                          </p:val>
                                        </p:tav>
                                      </p:tavLst>
                                    </p:anim>
                                    <p:anim calcmode="lin" valueType="num">
                                      <p:cBhvr>
                                        <p:cTn id="85" dur="500" fill="hold"/>
                                        <p:tgtEl>
                                          <p:spTgt spid="24"/>
                                        </p:tgtEl>
                                        <p:attrNameLst>
                                          <p:attrName>ppt_h</p:attrName>
                                        </p:attrNameLst>
                                      </p:cBhvr>
                                      <p:tavLst>
                                        <p:tav tm="0">
                                          <p:val>
                                            <p:fltVal val="0"/>
                                          </p:val>
                                        </p:tav>
                                        <p:tav tm="100000">
                                          <p:val>
                                            <p:strVal val="#ppt_h"/>
                                          </p:val>
                                        </p:tav>
                                      </p:tavLst>
                                    </p:anim>
                                    <p:animEffect transition="in" filter="fade">
                                      <p:cBhvr>
                                        <p:cTn id="86" dur="500"/>
                                        <p:tgtEl>
                                          <p:spTgt spid="24"/>
                                        </p:tgtEl>
                                      </p:cBhvr>
                                    </p:animEffect>
                                  </p:childTnLst>
                                </p:cTn>
                              </p:par>
                            </p:childTnLst>
                          </p:cTn>
                        </p:par>
                        <p:par>
                          <p:cTn id="87" fill="hold">
                            <p:stCondLst>
                              <p:cond delay="5600"/>
                            </p:stCondLst>
                            <p:childTnLst>
                              <p:par>
                                <p:cTn id="88" presetID="22" presetClass="entr" presetSubtype="2" fill="hold" grpId="0" nodeType="afterEffect">
                                  <p:stCondLst>
                                    <p:cond delay="0"/>
                                  </p:stCondLst>
                                  <p:childTnLst>
                                    <p:set>
                                      <p:cBhvr>
                                        <p:cTn id="89" dur="1" fill="hold">
                                          <p:stCondLst>
                                            <p:cond delay="0"/>
                                          </p:stCondLst>
                                        </p:cTn>
                                        <p:tgtEl>
                                          <p:spTgt spid="10"/>
                                        </p:tgtEl>
                                        <p:attrNameLst>
                                          <p:attrName>style.visibility</p:attrName>
                                        </p:attrNameLst>
                                      </p:cBhvr>
                                      <p:to>
                                        <p:strVal val="visible"/>
                                      </p:to>
                                    </p:set>
                                    <p:animEffect transition="in" filter="wipe(right)">
                                      <p:cBhvr>
                                        <p:cTn id="90" dur="500"/>
                                        <p:tgtEl>
                                          <p:spTgt spid="10"/>
                                        </p:tgtEl>
                                      </p:cBhvr>
                                    </p:animEffect>
                                  </p:childTnLst>
                                </p:cTn>
                              </p:par>
                            </p:childTnLst>
                          </p:cTn>
                        </p:par>
                        <p:par>
                          <p:cTn id="91" fill="hold">
                            <p:stCondLst>
                              <p:cond delay="6100"/>
                            </p:stCondLst>
                            <p:childTnLst>
                              <p:par>
                                <p:cTn id="92" presetID="22" presetClass="entr" presetSubtype="8" fill="hold" grpId="0" nodeType="afterEffect">
                                  <p:stCondLst>
                                    <p:cond delay="0"/>
                                  </p:stCondLst>
                                  <p:childTnLst>
                                    <p:set>
                                      <p:cBhvr>
                                        <p:cTn id="93" dur="1" fill="hold">
                                          <p:stCondLst>
                                            <p:cond delay="0"/>
                                          </p:stCondLst>
                                        </p:cTn>
                                        <p:tgtEl>
                                          <p:spTgt spid="12"/>
                                        </p:tgtEl>
                                        <p:attrNameLst>
                                          <p:attrName>style.visibility</p:attrName>
                                        </p:attrNameLst>
                                      </p:cBhvr>
                                      <p:to>
                                        <p:strVal val="visible"/>
                                      </p:to>
                                    </p:set>
                                    <p:animEffect transition="in" filter="wipe(left)">
                                      <p:cBhvr>
                                        <p:cTn id="94" dur="500"/>
                                        <p:tgtEl>
                                          <p:spTgt spid="12"/>
                                        </p:tgtEl>
                                      </p:cBhvr>
                                    </p:animEffect>
                                  </p:childTnLst>
                                </p:cTn>
                              </p:par>
                            </p:childTnLst>
                          </p:cTn>
                        </p:par>
                        <p:par>
                          <p:cTn id="95" fill="hold">
                            <p:stCondLst>
                              <p:cond delay="6600"/>
                            </p:stCondLst>
                            <p:childTnLst>
                              <p:par>
                                <p:cTn id="96" presetID="53" presetClass="entr" presetSubtype="16" fill="hold" grpId="0" nodeType="afterEffect">
                                  <p:stCondLst>
                                    <p:cond delay="0"/>
                                  </p:stCondLst>
                                  <p:childTnLst>
                                    <p:set>
                                      <p:cBhvr>
                                        <p:cTn id="97" dur="1" fill="hold">
                                          <p:stCondLst>
                                            <p:cond delay="0"/>
                                          </p:stCondLst>
                                        </p:cTn>
                                        <p:tgtEl>
                                          <p:spTgt spid="34"/>
                                        </p:tgtEl>
                                        <p:attrNameLst>
                                          <p:attrName>style.visibility</p:attrName>
                                        </p:attrNameLst>
                                      </p:cBhvr>
                                      <p:to>
                                        <p:strVal val="visible"/>
                                      </p:to>
                                    </p:set>
                                    <p:anim calcmode="lin" valueType="num">
                                      <p:cBhvr>
                                        <p:cTn id="98" dur="500" fill="hold"/>
                                        <p:tgtEl>
                                          <p:spTgt spid="34"/>
                                        </p:tgtEl>
                                        <p:attrNameLst>
                                          <p:attrName>ppt_w</p:attrName>
                                        </p:attrNameLst>
                                      </p:cBhvr>
                                      <p:tavLst>
                                        <p:tav tm="0">
                                          <p:val>
                                            <p:fltVal val="0"/>
                                          </p:val>
                                        </p:tav>
                                        <p:tav tm="100000">
                                          <p:val>
                                            <p:strVal val="#ppt_w"/>
                                          </p:val>
                                        </p:tav>
                                      </p:tavLst>
                                    </p:anim>
                                    <p:anim calcmode="lin" valueType="num">
                                      <p:cBhvr>
                                        <p:cTn id="99" dur="500" fill="hold"/>
                                        <p:tgtEl>
                                          <p:spTgt spid="34"/>
                                        </p:tgtEl>
                                        <p:attrNameLst>
                                          <p:attrName>ppt_h</p:attrName>
                                        </p:attrNameLst>
                                      </p:cBhvr>
                                      <p:tavLst>
                                        <p:tav tm="0">
                                          <p:val>
                                            <p:fltVal val="0"/>
                                          </p:val>
                                        </p:tav>
                                        <p:tav tm="100000">
                                          <p:val>
                                            <p:strVal val="#ppt_h"/>
                                          </p:val>
                                        </p:tav>
                                      </p:tavLst>
                                    </p:anim>
                                    <p:animEffect transition="in" filter="fade">
                                      <p:cBhvr>
                                        <p:cTn id="100" dur="500"/>
                                        <p:tgtEl>
                                          <p:spTgt spid="34"/>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p:cTn id="103" dur="500" fill="hold"/>
                                        <p:tgtEl>
                                          <p:spTgt spid="29"/>
                                        </p:tgtEl>
                                        <p:attrNameLst>
                                          <p:attrName>ppt_w</p:attrName>
                                        </p:attrNameLst>
                                      </p:cBhvr>
                                      <p:tavLst>
                                        <p:tav tm="0">
                                          <p:val>
                                            <p:fltVal val="0"/>
                                          </p:val>
                                        </p:tav>
                                        <p:tav tm="100000">
                                          <p:val>
                                            <p:strVal val="#ppt_w"/>
                                          </p:val>
                                        </p:tav>
                                      </p:tavLst>
                                    </p:anim>
                                    <p:anim calcmode="lin" valueType="num">
                                      <p:cBhvr>
                                        <p:cTn id="104" dur="500" fill="hold"/>
                                        <p:tgtEl>
                                          <p:spTgt spid="29"/>
                                        </p:tgtEl>
                                        <p:attrNameLst>
                                          <p:attrName>ppt_h</p:attrName>
                                        </p:attrNameLst>
                                      </p:cBhvr>
                                      <p:tavLst>
                                        <p:tav tm="0">
                                          <p:val>
                                            <p:fltVal val="0"/>
                                          </p:val>
                                        </p:tav>
                                        <p:tav tm="100000">
                                          <p:val>
                                            <p:strVal val="#ppt_h"/>
                                          </p:val>
                                        </p:tav>
                                      </p:tavLst>
                                    </p:anim>
                                    <p:animEffect transition="in" filter="fade">
                                      <p:cBhvr>
                                        <p:cTn id="105" dur="500"/>
                                        <p:tgtEl>
                                          <p:spTgt spid="29"/>
                                        </p:tgtEl>
                                      </p:cBhvr>
                                    </p:animEffect>
                                  </p:childTnLst>
                                </p:cTn>
                              </p:par>
                            </p:childTnLst>
                          </p:cTn>
                        </p:par>
                        <p:par>
                          <p:cTn id="106" fill="hold">
                            <p:stCondLst>
                              <p:cond delay="7100"/>
                            </p:stCondLst>
                            <p:childTnLst>
                              <p:par>
                                <p:cTn id="107" presetID="22" presetClass="entr" presetSubtype="8" fill="hold" grpId="0" nodeType="afterEffect">
                                  <p:stCondLst>
                                    <p:cond delay="0"/>
                                  </p:stCondLst>
                                  <p:childTnLst>
                                    <p:set>
                                      <p:cBhvr>
                                        <p:cTn id="108" dur="1" fill="hold">
                                          <p:stCondLst>
                                            <p:cond delay="0"/>
                                          </p:stCondLst>
                                        </p:cTn>
                                        <p:tgtEl>
                                          <p:spTgt spid="11"/>
                                        </p:tgtEl>
                                        <p:attrNameLst>
                                          <p:attrName>style.visibility</p:attrName>
                                        </p:attrNameLst>
                                      </p:cBhvr>
                                      <p:to>
                                        <p:strVal val="visible"/>
                                      </p:to>
                                    </p:set>
                                    <p:animEffect transition="in" filter="wipe(left)">
                                      <p:cBhvr>
                                        <p:cTn id="10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animBg="1"/>
      <p:bldP spid="13"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p:bldP spid="32" grpId="0"/>
      <p:bldP spid="33" grpId="0"/>
      <p:bldP spid="34"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grpSp>
        <p:nvGrpSpPr>
          <p:cNvPr id="8" name="组合 7"/>
          <p:cNvGrpSpPr>
            <a:grpSpLocks/>
          </p:cNvGrpSpPr>
          <p:nvPr/>
        </p:nvGrpSpPr>
        <p:grpSpPr bwMode="auto">
          <a:xfrm>
            <a:off x="3955611" y="2129510"/>
            <a:ext cx="2697176" cy="957657"/>
            <a:chOff x="0" y="0"/>
            <a:chExt cx="2636520" cy="1447800"/>
          </a:xfrm>
        </p:grpSpPr>
        <p:sp>
          <p:nvSpPr>
            <p:cNvPr id="9" name="任意多边形 8"/>
            <p:cNvSpPr>
              <a:spLocks noChangeArrowheads="1"/>
            </p:cNvSpPr>
            <p:nvPr/>
          </p:nvSpPr>
          <p:spPr bwMode="auto">
            <a:xfrm>
              <a:off x="0" y="0"/>
              <a:ext cx="2636520" cy="1447800"/>
            </a:xfrm>
            <a:custGeom>
              <a:avLst/>
              <a:gdLst>
                <a:gd name="T0" fmla="*/ 0 w 2636520"/>
                <a:gd name="T1" fmla="*/ 0 h 1447800"/>
                <a:gd name="T2" fmla="*/ 2103122 w 2636520"/>
                <a:gd name="T3" fmla="*/ 0 h 1447800"/>
                <a:gd name="T4" fmla="*/ 2636520 w 2636520"/>
                <a:gd name="T5" fmla="*/ 723900 h 1447800"/>
                <a:gd name="T6" fmla="*/ 2103122 w 2636520"/>
                <a:gd name="T7" fmla="*/ 1447800 h 1447800"/>
                <a:gd name="T8" fmla="*/ 0 w 2636520"/>
                <a:gd name="T9" fmla="*/ 1447800 h 1447800"/>
                <a:gd name="T10" fmla="*/ 0 w 2636520"/>
                <a:gd name="T11" fmla="*/ 1442632 h 1447800"/>
                <a:gd name="T12" fmla="*/ 529590 w 2636520"/>
                <a:gd name="T13" fmla="*/ 723900 h 1447800"/>
                <a:gd name="T14" fmla="*/ 0 w 2636520"/>
                <a:gd name="T15" fmla="*/ 5168 h 1447800"/>
                <a:gd name="T16" fmla="*/ 0 60000 65536"/>
                <a:gd name="T17" fmla="*/ 0 60000 65536"/>
                <a:gd name="T18" fmla="*/ 0 60000 65536"/>
                <a:gd name="T19" fmla="*/ 0 60000 65536"/>
                <a:gd name="T20" fmla="*/ 0 60000 65536"/>
                <a:gd name="T21" fmla="*/ 0 60000 65536"/>
                <a:gd name="T22" fmla="*/ 0 60000 65536"/>
                <a:gd name="T23" fmla="*/ 0 60000 65536"/>
                <a:gd name="T24" fmla="*/ 0 w 2636520"/>
                <a:gd name="T25" fmla="*/ 0 h 1447800"/>
                <a:gd name="T26" fmla="*/ 2636520 w 2636520"/>
                <a:gd name="T27" fmla="*/ 1447800 h 14478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36520" h="1447800">
                  <a:moveTo>
                    <a:pt x="0" y="0"/>
                  </a:moveTo>
                  <a:lnTo>
                    <a:pt x="2103122" y="0"/>
                  </a:lnTo>
                  <a:lnTo>
                    <a:pt x="2636520" y="723900"/>
                  </a:lnTo>
                  <a:lnTo>
                    <a:pt x="2103122" y="1447800"/>
                  </a:lnTo>
                  <a:lnTo>
                    <a:pt x="0" y="1447800"/>
                  </a:lnTo>
                  <a:lnTo>
                    <a:pt x="0" y="1442632"/>
                  </a:lnTo>
                  <a:lnTo>
                    <a:pt x="529590" y="723900"/>
                  </a:lnTo>
                  <a:lnTo>
                    <a:pt x="0" y="5168"/>
                  </a:lnTo>
                  <a:lnTo>
                    <a:pt x="0" y="0"/>
                  </a:lnTo>
                  <a:close/>
                </a:path>
              </a:pathLst>
            </a:custGeom>
            <a:noFill/>
            <a:ln w="12700" cap="flat" cmpd="sng">
              <a:solidFill>
                <a:schemeClr val="bg1"/>
              </a:solidFill>
              <a:bevel/>
              <a:headEnd/>
              <a:tailEnd/>
            </a:ln>
          </p:spPr>
          <p:txBody>
            <a:bodyPr anchor="ct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defTabSz="964372"/>
              <a:endParaRPr lang="zh-CN" altLang="en-US" sz="1424">
                <a:solidFill>
                  <a:prstClr val="black"/>
                </a:solidFill>
                <a:latin typeface="微软雅黑" panose="020B0503020204020204" pitchFamily="34" charset="-122"/>
                <a:ea typeface="微软雅黑" panose="020B0503020204020204" pitchFamily="34" charset="-122"/>
              </a:endParaRPr>
            </a:p>
          </p:txBody>
        </p:sp>
        <p:sp>
          <p:nvSpPr>
            <p:cNvPr id="10" name="文本框 24"/>
            <p:cNvSpPr>
              <a:spLocks noChangeArrowheads="1"/>
            </p:cNvSpPr>
            <p:nvPr/>
          </p:nvSpPr>
          <p:spPr bwMode="auto">
            <a:xfrm>
              <a:off x="304995" y="408757"/>
              <a:ext cx="2230360" cy="630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109">
                  <a:solidFill>
                    <a:prstClr val="white"/>
                  </a:solidFill>
                  <a:latin typeface="微软雅黑" panose="020B0503020204020204" pitchFamily="34" charset="-122"/>
                  <a:ea typeface="微软雅黑" panose="020B0503020204020204" pitchFamily="34" charset="-122"/>
                  <a:sym typeface="Arial" panose="020B0604020202020204" pitchFamily="34" charset="0"/>
                </a:rPr>
                <a:t>输入内容</a:t>
              </a:r>
              <a:endParaRPr lang="zh-CN" altLang="en-US" sz="2109" baseline="-30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11" name="组合 10"/>
          <p:cNvGrpSpPr>
            <a:grpSpLocks/>
          </p:cNvGrpSpPr>
          <p:nvPr/>
        </p:nvGrpSpPr>
        <p:grpSpPr bwMode="auto">
          <a:xfrm>
            <a:off x="1702105" y="2129510"/>
            <a:ext cx="2697176" cy="957657"/>
            <a:chOff x="0" y="0"/>
            <a:chExt cx="2636520" cy="1447800"/>
          </a:xfrm>
        </p:grpSpPr>
        <p:sp>
          <p:nvSpPr>
            <p:cNvPr id="12" name="任意多边形 11"/>
            <p:cNvSpPr>
              <a:spLocks noChangeArrowheads="1"/>
            </p:cNvSpPr>
            <p:nvPr/>
          </p:nvSpPr>
          <p:spPr bwMode="auto">
            <a:xfrm>
              <a:off x="0" y="0"/>
              <a:ext cx="2636520" cy="1447800"/>
            </a:xfrm>
            <a:custGeom>
              <a:avLst/>
              <a:gdLst>
                <a:gd name="T0" fmla="*/ 0 w 2636520"/>
                <a:gd name="T1" fmla="*/ 0 h 1447800"/>
                <a:gd name="T2" fmla="*/ 2103122 w 2636520"/>
                <a:gd name="T3" fmla="*/ 0 h 1447800"/>
                <a:gd name="T4" fmla="*/ 2636520 w 2636520"/>
                <a:gd name="T5" fmla="*/ 723900 h 1447800"/>
                <a:gd name="T6" fmla="*/ 2103122 w 2636520"/>
                <a:gd name="T7" fmla="*/ 1447800 h 1447800"/>
                <a:gd name="T8" fmla="*/ 0 w 2636520"/>
                <a:gd name="T9" fmla="*/ 1447800 h 1447800"/>
                <a:gd name="T10" fmla="*/ 0 w 2636520"/>
                <a:gd name="T11" fmla="*/ 1442632 h 1447800"/>
                <a:gd name="T12" fmla="*/ 529590 w 2636520"/>
                <a:gd name="T13" fmla="*/ 723900 h 1447800"/>
                <a:gd name="T14" fmla="*/ 0 w 2636520"/>
                <a:gd name="T15" fmla="*/ 5168 h 1447800"/>
                <a:gd name="T16" fmla="*/ 0 60000 65536"/>
                <a:gd name="T17" fmla="*/ 0 60000 65536"/>
                <a:gd name="T18" fmla="*/ 0 60000 65536"/>
                <a:gd name="T19" fmla="*/ 0 60000 65536"/>
                <a:gd name="T20" fmla="*/ 0 60000 65536"/>
                <a:gd name="T21" fmla="*/ 0 60000 65536"/>
                <a:gd name="T22" fmla="*/ 0 60000 65536"/>
                <a:gd name="T23" fmla="*/ 0 60000 65536"/>
                <a:gd name="T24" fmla="*/ 0 w 2636520"/>
                <a:gd name="T25" fmla="*/ 0 h 1447800"/>
                <a:gd name="T26" fmla="*/ 2636520 w 2636520"/>
                <a:gd name="T27" fmla="*/ 1447800 h 14478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36520" h="1447800">
                  <a:moveTo>
                    <a:pt x="0" y="0"/>
                  </a:moveTo>
                  <a:lnTo>
                    <a:pt x="2103122" y="0"/>
                  </a:lnTo>
                  <a:lnTo>
                    <a:pt x="2636520" y="723900"/>
                  </a:lnTo>
                  <a:lnTo>
                    <a:pt x="2103122" y="1447800"/>
                  </a:lnTo>
                  <a:lnTo>
                    <a:pt x="0" y="1447800"/>
                  </a:lnTo>
                  <a:lnTo>
                    <a:pt x="0" y="1442632"/>
                  </a:lnTo>
                  <a:lnTo>
                    <a:pt x="529590" y="723900"/>
                  </a:lnTo>
                  <a:lnTo>
                    <a:pt x="0" y="5168"/>
                  </a:lnTo>
                  <a:lnTo>
                    <a:pt x="0" y="0"/>
                  </a:lnTo>
                  <a:close/>
                </a:path>
              </a:pathLst>
            </a:custGeom>
            <a:noFill/>
            <a:ln w="12700" cap="flat" cmpd="sng">
              <a:solidFill>
                <a:schemeClr val="bg1"/>
              </a:solidFill>
              <a:bevel/>
              <a:headEnd/>
              <a:tailEnd/>
            </a:ln>
          </p:spPr>
          <p:txBody>
            <a:bodyPr anchor="ct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defTabSz="964372"/>
              <a:endParaRPr lang="zh-CN" altLang="en-US" sz="1424">
                <a:solidFill>
                  <a:prstClr val="black"/>
                </a:solidFill>
                <a:latin typeface="微软雅黑" panose="020B0503020204020204" pitchFamily="34" charset="-122"/>
                <a:ea typeface="微软雅黑" panose="020B0503020204020204" pitchFamily="34" charset="-122"/>
              </a:endParaRPr>
            </a:p>
          </p:txBody>
        </p:sp>
        <p:sp>
          <p:nvSpPr>
            <p:cNvPr id="13" name="文本框 25"/>
            <p:cNvSpPr>
              <a:spLocks noChangeArrowheads="1"/>
            </p:cNvSpPr>
            <p:nvPr/>
          </p:nvSpPr>
          <p:spPr bwMode="auto">
            <a:xfrm>
              <a:off x="272839" y="359709"/>
              <a:ext cx="2293960" cy="728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2109" dirty="0">
                  <a:solidFill>
                    <a:prstClr val="white"/>
                  </a:solidFill>
                  <a:latin typeface="微软雅黑" panose="020B0503020204020204" pitchFamily="34" charset="-122"/>
                  <a:ea typeface="微软雅黑" panose="020B0503020204020204" pitchFamily="34" charset="-122"/>
                  <a:sym typeface="Arial" panose="020B0604020202020204" pitchFamily="34" charset="0"/>
                </a:rPr>
                <a:t>输入内容</a:t>
              </a:r>
              <a:endParaRPr lang="zh-CN" altLang="en-US" sz="2109" baseline="-3000" dirty="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14" name="组合 13"/>
          <p:cNvGrpSpPr>
            <a:grpSpLocks/>
          </p:cNvGrpSpPr>
          <p:nvPr/>
        </p:nvGrpSpPr>
        <p:grpSpPr bwMode="auto">
          <a:xfrm>
            <a:off x="8465972" y="2129510"/>
            <a:ext cx="2695501" cy="957657"/>
            <a:chOff x="0" y="0"/>
            <a:chExt cx="2636520" cy="1447800"/>
          </a:xfrm>
        </p:grpSpPr>
        <p:sp>
          <p:nvSpPr>
            <p:cNvPr id="15" name="任意多边形 14"/>
            <p:cNvSpPr>
              <a:spLocks noChangeArrowheads="1"/>
            </p:cNvSpPr>
            <p:nvPr/>
          </p:nvSpPr>
          <p:spPr bwMode="auto">
            <a:xfrm>
              <a:off x="0" y="0"/>
              <a:ext cx="2636520" cy="1447800"/>
            </a:xfrm>
            <a:custGeom>
              <a:avLst/>
              <a:gdLst>
                <a:gd name="T0" fmla="*/ 0 w 2636520"/>
                <a:gd name="T1" fmla="*/ 0 h 1447800"/>
                <a:gd name="T2" fmla="*/ 2103122 w 2636520"/>
                <a:gd name="T3" fmla="*/ 0 h 1447800"/>
                <a:gd name="T4" fmla="*/ 2636520 w 2636520"/>
                <a:gd name="T5" fmla="*/ 723900 h 1447800"/>
                <a:gd name="T6" fmla="*/ 2103122 w 2636520"/>
                <a:gd name="T7" fmla="*/ 1447800 h 1447800"/>
                <a:gd name="T8" fmla="*/ 0 w 2636520"/>
                <a:gd name="T9" fmla="*/ 1447800 h 1447800"/>
                <a:gd name="T10" fmla="*/ 0 w 2636520"/>
                <a:gd name="T11" fmla="*/ 1442632 h 1447800"/>
                <a:gd name="T12" fmla="*/ 529590 w 2636520"/>
                <a:gd name="T13" fmla="*/ 723900 h 1447800"/>
                <a:gd name="T14" fmla="*/ 0 w 2636520"/>
                <a:gd name="T15" fmla="*/ 5168 h 1447800"/>
                <a:gd name="T16" fmla="*/ 0 60000 65536"/>
                <a:gd name="T17" fmla="*/ 0 60000 65536"/>
                <a:gd name="T18" fmla="*/ 0 60000 65536"/>
                <a:gd name="T19" fmla="*/ 0 60000 65536"/>
                <a:gd name="T20" fmla="*/ 0 60000 65536"/>
                <a:gd name="T21" fmla="*/ 0 60000 65536"/>
                <a:gd name="T22" fmla="*/ 0 60000 65536"/>
                <a:gd name="T23" fmla="*/ 0 60000 65536"/>
                <a:gd name="T24" fmla="*/ 0 w 2636520"/>
                <a:gd name="T25" fmla="*/ 0 h 1447800"/>
                <a:gd name="T26" fmla="*/ 2636520 w 2636520"/>
                <a:gd name="T27" fmla="*/ 1447800 h 14478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36520" h="1447800">
                  <a:moveTo>
                    <a:pt x="0" y="0"/>
                  </a:moveTo>
                  <a:lnTo>
                    <a:pt x="2103122" y="0"/>
                  </a:lnTo>
                  <a:lnTo>
                    <a:pt x="2636520" y="723900"/>
                  </a:lnTo>
                  <a:lnTo>
                    <a:pt x="2103122" y="1447800"/>
                  </a:lnTo>
                  <a:lnTo>
                    <a:pt x="0" y="1447800"/>
                  </a:lnTo>
                  <a:lnTo>
                    <a:pt x="0" y="1442632"/>
                  </a:lnTo>
                  <a:lnTo>
                    <a:pt x="529590" y="723900"/>
                  </a:lnTo>
                  <a:lnTo>
                    <a:pt x="0" y="5168"/>
                  </a:lnTo>
                  <a:lnTo>
                    <a:pt x="0" y="0"/>
                  </a:lnTo>
                  <a:close/>
                </a:path>
              </a:pathLst>
            </a:custGeom>
            <a:noFill/>
            <a:ln w="12700" cap="flat" cmpd="sng">
              <a:solidFill>
                <a:schemeClr val="bg1"/>
              </a:solidFill>
              <a:bevel/>
              <a:headEnd/>
              <a:tailEnd/>
            </a:ln>
          </p:spPr>
          <p:txBody>
            <a:bodyPr anchor="ct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defTabSz="964372"/>
              <a:endParaRPr lang="zh-CN" altLang="en-US" sz="1424">
                <a:solidFill>
                  <a:prstClr val="black"/>
                </a:solidFill>
                <a:latin typeface="微软雅黑" panose="020B0503020204020204" pitchFamily="34" charset="-122"/>
                <a:ea typeface="微软雅黑" panose="020B0503020204020204" pitchFamily="34" charset="-122"/>
              </a:endParaRPr>
            </a:p>
          </p:txBody>
        </p:sp>
        <p:sp>
          <p:nvSpPr>
            <p:cNvPr id="16" name="文本框 26"/>
            <p:cNvSpPr>
              <a:spLocks noChangeArrowheads="1"/>
            </p:cNvSpPr>
            <p:nvPr/>
          </p:nvSpPr>
          <p:spPr bwMode="auto">
            <a:xfrm>
              <a:off x="311563" y="408757"/>
              <a:ext cx="2230359" cy="630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109">
                  <a:solidFill>
                    <a:prstClr val="white"/>
                  </a:solidFill>
                  <a:latin typeface="微软雅黑" panose="020B0503020204020204" pitchFamily="34" charset="-122"/>
                  <a:ea typeface="微软雅黑" panose="020B0503020204020204" pitchFamily="34" charset="-122"/>
                  <a:sym typeface="Arial" panose="020B0604020202020204" pitchFamily="34" charset="0"/>
                </a:rPr>
                <a:t>输入内容</a:t>
              </a:r>
              <a:endParaRPr lang="zh-CN" altLang="en-US" sz="2109" baseline="-30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17" name="组合 16"/>
          <p:cNvGrpSpPr>
            <a:grpSpLocks/>
          </p:cNvGrpSpPr>
          <p:nvPr/>
        </p:nvGrpSpPr>
        <p:grpSpPr bwMode="auto">
          <a:xfrm>
            <a:off x="6210792" y="2129510"/>
            <a:ext cx="2697176" cy="957657"/>
            <a:chOff x="0" y="0"/>
            <a:chExt cx="2636520" cy="1447800"/>
          </a:xfrm>
        </p:grpSpPr>
        <p:sp>
          <p:nvSpPr>
            <p:cNvPr id="18" name="任意多边形 17"/>
            <p:cNvSpPr>
              <a:spLocks noChangeArrowheads="1"/>
            </p:cNvSpPr>
            <p:nvPr/>
          </p:nvSpPr>
          <p:spPr bwMode="auto">
            <a:xfrm>
              <a:off x="0" y="0"/>
              <a:ext cx="2636520" cy="1447800"/>
            </a:xfrm>
            <a:custGeom>
              <a:avLst/>
              <a:gdLst>
                <a:gd name="T0" fmla="*/ 0 w 2636520"/>
                <a:gd name="T1" fmla="*/ 0 h 1447800"/>
                <a:gd name="T2" fmla="*/ 2103122 w 2636520"/>
                <a:gd name="T3" fmla="*/ 0 h 1447800"/>
                <a:gd name="T4" fmla="*/ 2636520 w 2636520"/>
                <a:gd name="T5" fmla="*/ 723900 h 1447800"/>
                <a:gd name="T6" fmla="*/ 2103122 w 2636520"/>
                <a:gd name="T7" fmla="*/ 1447800 h 1447800"/>
                <a:gd name="T8" fmla="*/ 0 w 2636520"/>
                <a:gd name="T9" fmla="*/ 1447800 h 1447800"/>
                <a:gd name="T10" fmla="*/ 0 w 2636520"/>
                <a:gd name="T11" fmla="*/ 1442632 h 1447800"/>
                <a:gd name="T12" fmla="*/ 529590 w 2636520"/>
                <a:gd name="T13" fmla="*/ 723900 h 1447800"/>
                <a:gd name="T14" fmla="*/ 0 w 2636520"/>
                <a:gd name="T15" fmla="*/ 5168 h 1447800"/>
                <a:gd name="T16" fmla="*/ 0 60000 65536"/>
                <a:gd name="T17" fmla="*/ 0 60000 65536"/>
                <a:gd name="T18" fmla="*/ 0 60000 65536"/>
                <a:gd name="T19" fmla="*/ 0 60000 65536"/>
                <a:gd name="T20" fmla="*/ 0 60000 65536"/>
                <a:gd name="T21" fmla="*/ 0 60000 65536"/>
                <a:gd name="T22" fmla="*/ 0 60000 65536"/>
                <a:gd name="T23" fmla="*/ 0 60000 65536"/>
                <a:gd name="T24" fmla="*/ 0 w 2636520"/>
                <a:gd name="T25" fmla="*/ 0 h 1447800"/>
                <a:gd name="T26" fmla="*/ 2636520 w 2636520"/>
                <a:gd name="T27" fmla="*/ 1447800 h 14478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36520" h="1447800">
                  <a:moveTo>
                    <a:pt x="0" y="0"/>
                  </a:moveTo>
                  <a:lnTo>
                    <a:pt x="2103122" y="0"/>
                  </a:lnTo>
                  <a:lnTo>
                    <a:pt x="2636520" y="723900"/>
                  </a:lnTo>
                  <a:lnTo>
                    <a:pt x="2103122" y="1447800"/>
                  </a:lnTo>
                  <a:lnTo>
                    <a:pt x="0" y="1447800"/>
                  </a:lnTo>
                  <a:lnTo>
                    <a:pt x="0" y="1442632"/>
                  </a:lnTo>
                  <a:lnTo>
                    <a:pt x="529590" y="723900"/>
                  </a:lnTo>
                  <a:lnTo>
                    <a:pt x="0" y="5168"/>
                  </a:lnTo>
                  <a:lnTo>
                    <a:pt x="0" y="0"/>
                  </a:lnTo>
                  <a:close/>
                </a:path>
              </a:pathLst>
            </a:custGeom>
            <a:noFill/>
            <a:ln w="12700" cap="flat" cmpd="sng">
              <a:solidFill>
                <a:schemeClr val="bg1"/>
              </a:solidFill>
              <a:bevel/>
              <a:headEnd/>
              <a:tailEnd/>
            </a:ln>
          </p:spPr>
          <p:txBody>
            <a:bodyPr anchor="ct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defTabSz="964372"/>
              <a:endParaRPr lang="zh-CN" altLang="en-US" sz="1424">
                <a:solidFill>
                  <a:prstClr val="black"/>
                </a:solidFill>
                <a:latin typeface="微软雅黑" panose="020B0503020204020204" pitchFamily="34" charset="-122"/>
                <a:ea typeface="微软雅黑" panose="020B0503020204020204" pitchFamily="34" charset="-122"/>
              </a:endParaRPr>
            </a:p>
          </p:txBody>
        </p:sp>
        <p:sp>
          <p:nvSpPr>
            <p:cNvPr id="19" name="文本框 27"/>
            <p:cNvSpPr>
              <a:spLocks noChangeArrowheads="1"/>
            </p:cNvSpPr>
            <p:nvPr/>
          </p:nvSpPr>
          <p:spPr bwMode="auto">
            <a:xfrm>
              <a:off x="330619" y="359711"/>
              <a:ext cx="2205655" cy="728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2109">
                  <a:solidFill>
                    <a:prstClr val="white"/>
                  </a:solidFill>
                  <a:latin typeface="微软雅黑" panose="020B0503020204020204" pitchFamily="34" charset="-122"/>
                  <a:ea typeface="微软雅黑" panose="020B0503020204020204" pitchFamily="34" charset="-122"/>
                  <a:sym typeface="Arial" panose="020B0604020202020204" pitchFamily="34" charset="0"/>
                </a:rPr>
                <a:t>输入内容</a:t>
              </a:r>
              <a:endParaRPr lang="zh-CN" altLang="en-US" sz="2109" baseline="-30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grpSp>
      <p:sp>
        <p:nvSpPr>
          <p:cNvPr id="20" name="矩形 19"/>
          <p:cNvSpPr>
            <a:spLocks noChangeArrowheads="1"/>
          </p:cNvSpPr>
          <p:nvPr/>
        </p:nvSpPr>
        <p:spPr bwMode="auto">
          <a:xfrm>
            <a:off x="1263454" y="5623614"/>
            <a:ext cx="10152498" cy="983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30000"/>
              </a:lnSpc>
            </a:pPr>
            <a:r>
              <a:rPr lang="zh-CN" altLang="en-US" sz="1477" dirty="0">
                <a:solidFill>
                  <a:prstClr val="white"/>
                </a:solidFill>
                <a:latin typeface="微软雅黑" panose="020B0503020204020204" pitchFamily="34" charset="-122"/>
                <a:ea typeface="微软雅黑" panose="020B0503020204020204" pitchFamily="34" charset="-122"/>
                <a:sym typeface="方正兰亭黑_GBK" pitchFamily="2" charset="-122"/>
              </a:rPr>
              <a:t>在此录入本图表的综合描述说明，在此录入本图表的综合描述说明，在此录入本图表的综合描述说明，在此录入本图表的综合描述说明。在此录入本图表的综合描述说明，在此录入本图表的综合描述说明，在此录入上述图表的综合描述说明，在此录入上述图表的综合描述说明，在此录入上述图表的综合描述说明。</a:t>
            </a:r>
            <a:endParaRPr lang="zh-CN" altLang="en-US" dirty="0">
              <a:solidFill>
                <a:prstClr val="black"/>
              </a:solidFill>
              <a:latin typeface="微软雅黑" panose="020B0503020204020204" pitchFamily="34" charset="-122"/>
              <a:ea typeface="微软雅黑" panose="020B0503020204020204" pitchFamily="34" charset="-122"/>
            </a:endParaRPr>
          </a:p>
        </p:txBody>
      </p:sp>
      <p:sp>
        <p:nvSpPr>
          <p:cNvPr id="21" name="矩形 20"/>
          <p:cNvSpPr>
            <a:spLocks noChangeArrowheads="1"/>
          </p:cNvSpPr>
          <p:nvPr/>
        </p:nvSpPr>
        <p:spPr bwMode="auto">
          <a:xfrm>
            <a:off x="2058996" y="3380155"/>
            <a:ext cx="1387367" cy="45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320" dirty="0">
                <a:solidFill>
                  <a:prstClr val="white"/>
                </a:solidFill>
                <a:latin typeface="微软雅黑" panose="020B0503020204020204" pitchFamily="34" charset="-122"/>
                <a:ea typeface="微软雅黑" panose="020B0503020204020204" pitchFamily="34" charset="-122"/>
                <a:sym typeface="方正兰亭黑_GBK" pitchFamily="2" charset="-122"/>
              </a:rPr>
              <a:t>添加标题</a:t>
            </a:r>
            <a:endParaRPr lang="en-US" altLang="zh-CN" sz="2320" dirty="0">
              <a:solidFill>
                <a:prstClr val="white"/>
              </a:solidFill>
              <a:latin typeface="微软雅黑" panose="020B0503020204020204" pitchFamily="34" charset="-122"/>
              <a:ea typeface="微软雅黑" panose="020B0503020204020204" pitchFamily="34" charset="-122"/>
              <a:sym typeface="方正兰亭黑_GBK" pitchFamily="2" charset="-122"/>
            </a:endParaRPr>
          </a:p>
        </p:txBody>
      </p:sp>
      <p:sp>
        <p:nvSpPr>
          <p:cNvPr id="22" name="矩形 21"/>
          <p:cNvSpPr>
            <a:spLocks noChangeArrowheads="1"/>
          </p:cNvSpPr>
          <p:nvPr/>
        </p:nvSpPr>
        <p:spPr bwMode="auto">
          <a:xfrm>
            <a:off x="1750659" y="3885769"/>
            <a:ext cx="2012418" cy="146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1477" dirty="0">
                <a:solidFill>
                  <a:prstClr val="white"/>
                </a:solidFill>
                <a:latin typeface="微软雅黑" panose="020B0503020204020204" pitchFamily="34" charset="-122"/>
                <a:ea typeface="微软雅黑" panose="020B0503020204020204" pitchFamily="34" charset="-122"/>
                <a:sym typeface="方正兰亭黑_GBK" pitchFamily="2" charset="-122"/>
              </a:rPr>
              <a:t>在此录入上述图表的描述说明，在此录入上述图表的描述说明，在此录入上述图表的描述说明。</a:t>
            </a:r>
            <a:endParaRPr lang="zh-CN" altLang="en-US" dirty="0">
              <a:solidFill>
                <a:prstClr val="black"/>
              </a:solidFill>
              <a:latin typeface="微软雅黑" panose="020B0503020204020204" pitchFamily="34" charset="-122"/>
              <a:ea typeface="微软雅黑" panose="020B0503020204020204" pitchFamily="34" charset="-122"/>
            </a:endParaRPr>
          </a:p>
        </p:txBody>
      </p:sp>
      <p:sp>
        <p:nvSpPr>
          <p:cNvPr id="23" name="矩形 22"/>
          <p:cNvSpPr>
            <a:spLocks noChangeArrowheads="1"/>
          </p:cNvSpPr>
          <p:nvPr/>
        </p:nvSpPr>
        <p:spPr bwMode="auto">
          <a:xfrm>
            <a:off x="4421324" y="3380155"/>
            <a:ext cx="1387367" cy="45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320" dirty="0">
                <a:solidFill>
                  <a:prstClr val="white"/>
                </a:solidFill>
                <a:latin typeface="微软雅黑" panose="020B0503020204020204" pitchFamily="34" charset="-122"/>
                <a:ea typeface="微软雅黑" panose="020B0503020204020204" pitchFamily="34" charset="-122"/>
                <a:sym typeface="方正兰亭黑_GBK" pitchFamily="2" charset="-122"/>
              </a:rPr>
              <a:t>添加标题</a:t>
            </a:r>
            <a:endParaRPr lang="en-US" altLang="zh-CN" sz="2320" dirty="0">
              <a:solidFill>
                <a:prstClr val="white"/>
              </a:solidFill>
              <a:latin typeface="微软雅黑" panose="020B0503020204020204" pitchFamily="34" charset="-122"/>
              <a:ea typeface="微软雅黑" panose="020B0503020204020204" pitchFamily="34" charset="-122"/>
              <a:sym typeface="方正兰亭黑_GBK" pitchFamily="2" charset="-122"/>
            </a:endParaRPr>
          </a:p>
        </p:txBody>
      </p:sp>
      <p:sp>
        <p:nvSpPr>
          <p:cNvPr id="24" name="矩形 23"/>
          <p:cNvSpPr>
            <a:spLocks noChangeArrowheads="1"/>
          </p:cNvSpPr>
          <p:nvPr/>
        </p:nvSpPr>
        <p:spPr bwMode="auto">
          <a:xfrm>
            <a:off x="4156518" y="3885769"/>
            <a:ext cx="1977260" cy="146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1477" dirty="0">
                <a:solidFill>
                  <a:prstClr val="white"/>
                </a:solidFill>
                <a:latin typeface="微软雅黑" panose="020B0503020204020204" pitchFamily="34" charset="-122"/>
                <a:ea typeface="微软雅黑" panose="020B0503020204020204" pitchFamily="34" charset="-122"/>
                <a:sym typeface="方正兰亭黑_GBK" pitchFamily="2" charset="-122"/>
              </a:rPr>
              <a:t>在此录入上述图表的描述说明，在此录入上述图表的描述说明，在此录入上述图表的描述说明。</a:t>
            </a:r>
            <a:endParaRPr lang="zh-CN" altLang="en-US" dirty="0">
              <a:solidFill>
                <a:prstClr val="black"/>
              </a:solidFill>
              <a:latin typeface="微软雅黑" panose="020B0503020204020204" pitchFamily="34" charset="-122"/>
              <a:ea typeface="微软雅黑" panose="020B0503020204020204" pitchFamily="34" charset="-122"/>
            </a:endParaRPr>
          </a:p>
        </p:txBody>
      </p:sp>
      <p:sp>
        <p:nvSpPr>
          <p:cNvPr id="25" name="矩形 24"/>
          <p:cNvSpPr>
            <a:spLocks noChangeArrowheads="1"/>
          </p:cNvSpPr>
          <p:nvPr/>
        </p:nvSpPr>
        <p:spPr bwMode="auto">
          <a:xfrm>
            <a:off x="6780307" y="3380155"/>
            <a:ext cx="1387367" cy="45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320" dirty="0">
                <a:solidFill>
                  <a:prstClr val="white"/>
                </a:solidFill>
                <a:latin typeface="微软雅黑" panose="020B0503020204020204" pitchFamily="34" charset="-122"/>
                <a:ea typeface="微软雅黑" panose="020B0503020204020204" pitchFamily="34" charset="-122"/>
                <a:sym typeface="方正兰亭黑_GBK" pitchFamily="2" charset="-122"/>
              </a:rPr>
              <a:t>添加标题</a:t>
            </a:r>
            <a:endParaRPr lang="en-US" altLang="zh-CN" sz="2320" dirty="0">
              <a:solidFill>
                <a:prstClr val="white"/>
              </a:solidFill>
              <a:latin typeface="微软雅黑" panose="020B0503020204020204" pitchFamily="34" charset="-122"/>
              <a:ea typeface="微软雅黑" panose="020B0503020204020204" pitchFamily="34" charset="-122"/>
              <a:sym typeface="方正兰亭黑_GBK" pitchFamily="2" charset="-122"/>
            </a:endParaRPr>
          </a:p>
        </p:txBody>
      </p:sp>
      <p:sp>
        <p:nvSpPr>
          <p:cNvPr id="26" name="矩形 25"/>
          <p:cNvSpPr>
            <a:spLocks noChangeArrowheads="1"/>
          </p:cNvSpPr>
          <p:nvPr/>
        </p:nvSpPr>
        <p:spPr bwMode="auto">
          <a:xfrm>
            <a:off x="6527218" y="3885769"/>
            <a:ext cx="1995676" cy="146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1477" dirty="0">
                <a:solidFill>
                  <a:prstClr val="white"/>
                </a:solidFill>
                <a:latin typeface="微软雅黑" panose="020B0503020204020204" pitchFamily="34" charset="-122"/>
                <a:ea typeface="微软雅黑" panose="020B0503020204020204" pitchFamily="34" charset="-122"/>
                <a:sym typeface="方正兰亭黑_GBK" pitchFamily="2" charset="-122"/>
              </a:rPr>
              <a:t>在此录入上述图表的描述说明，在此录入上述图表的描述说明，在此录入上述图表的描述说明。</a:t>
            </a:r>
            <a:endParaRPr lang="zh-CN" altLang="en-US" dirty="0">
              <a:solidFill>
                <a:prstClr val="black"/>
              </a:solidFill>
              <a:latin typeface="微软雅黑" panose="020B0503020204020204" pitchFamily="34" charset="-122"/>
              <a:ea typeface="微软雅黑" panose="020B0503020204020204" pitchFamily="34" charset="-122"/>
            </a:endParaRPr>
          </a:p>
        </p:txBody>
      </p:sp>
      <p:sp>
        <p:nvSpPr>
          <p:cNvPr id="27" name="矩形 26"/>
          <p:cNvSpPr>
            <a:spLocks noChangeArrowheads="1"/>
          </p:cNvSpPr>
          <p:nvPr/>
        </p:nvSpPr>
        <p:spPr bwMode="auto">
          <a:xfrm>
            <a:off x="9141800" y="3380155"/>
            <a:ext cx="1387367" cy="45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r>
              <a:rPr lang="zh-CN" altLang="en-US" sz="2320" dirty="0">
                <a:solidFill>
                  <a:prstClr val="white"/>
                </a:solidFill>
                <a:latin typeface="微软雅黑" panose="020B0503020204020204" pitchFamily="34" charset="-122"/>
                <a:ea typeface="微软雅黑" panose="020B0503020204020204" pitchFamily="34" charset="-122"/>
                <a:sym typeface="方正兰亭黑_GBK" pitchFamily="2" charset="-122"/>
              </a:rPr>
              <a:t>添加标题</a:t>
            </a:r>
            <a:endParaRPr lang="en-US" altLang="zh-CN" sz="2320" dirty="0">
              <a:solidFill>
                <a:prstClr val="white"/>
              </a:solidFill>
              <a:latin typeface="微软雅黑" panose="020B0503020204020204" pitchFamily="34" charset="-122"/>
              <a:ea typeface="微软雅黑" panose="020B0503020204020204" pitchFamily="34" charset="-122"/>
              <a:sym typeface="方正兰亭黑_GBK" pitchFamily="2" charset="-122"/>
            </a:endParaRPr>
          </a:p>
        </p:txBody>
      </p:sp>
      <p:sp>
        <p:nvSpPr>
          <p:cNvPr id="28" name="矩形 27"/>
          <p:cNvSpPr>
            <a:spLocks noChangeArrowheads="1"/>
          </p:cNvSpPr>
          <p:nvPr/>
        </p:nvSpPr>
        <p:spPr bwMode="auto">
          <a:xfrm>
            <a:off x="8916335" y="3885769"/>
            <a:ext cx="1977259" cy="146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lIns="96425" tIns="48213" rIns="96425" bIns="48213">
            <a:spAutoFit/>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defTabSz="964372">
              <a:lnSpc>
                <a:spcPct val="120000"/>
              </a:lnSpc>
            </a:pPr>
            <a:r>
              <a:rPr lang="zh-CN" altLang="en-US" sz="1477" dirty="0">
                <a:solidFill>
                  <a:prstClr val="white"/>
                </a:solidFill>
                <a:latin typeface="微软雅黑" panose="020B0503020204020204" pitchFamily="34" charset="-122"/>
                <a:ea typeface="微软雅黑" panose="020B0503020204020204" pitchFamily="34" charset="-122"/>
                <a:sym typeface="方正兰亭黑_GBK" pitchFamily="2" charset="-122"/>
              </a:rPr>
              <a:t>在此录入上述图表的描述说明，在此录入上述图表的描述说明，在此录入上述图表的描述说明。</a:t>
            </a:r>
            <a:endParaRPr lang="zh-CN" altLang="en-US" dirty="0">
              <a:solidFill>
                <a:prstClr val="black"/>
              </a:solidFill>
              <a:latin typeface="微软雅黑" panose="020B0503020204020204" pitchFamily="34" charset="-122"/>
              <a:ea typeface="微软雅黑" panose="020B0503020204020204" pitchFamily="34" charset="-122"/>
            </a:endParaRPr>
          </a:p>
        </p:txBody>
      </p:sp>
      <p:sp>
        <p:nvSpPr>
          <p:cNvPr id="29" name="直接连接符 28"/>
          <p:cNvSpPr>
            <a:spLocks noChangeShapeType="1"/>
          </p:cNvSpPr>
          <p:nvPr/>
        </p:nvSpPr>
        <p:spPr bwMode="auto">
          <a:xfrm>
            <a:off x="1420833" y="5479631"/>
            <a:ext cx="9871228" cy="1675"/>
          </a:xfrm>
          <a:prstGeom prst="line">
            <a:avLst/>
          </a:prstGeom>
          <a:noFill/>
          <a:ln w="6350">
            <a:solidFill>
              <a:srgbClr val="A5A5A5"/>
            </a:solidFill>
            <a:bevel/>
            <a:headEnd/>
            <a:tailEnd/>
          </a:ln>
          <a:extLst>
            <a:ext uri="{909E8E84-426E-40DD-AFC4-6F175D3DCCD1}">
              <a14:hiddenFill xmlns:a14="http://schemas.microsoft.com/office/drawing/2010/main">
                <a:noFill/>
              </a14:hiddenFill>
            </a:ext>
          </a:extLst>
        </p:spPr>
        <p:txBody>
          <a:bodyPr/>
          <a:ls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defTabSz="964372"/>
            <a:endParaRPr lang="zh-CN" altLang="en-US" sz="1424">
              <a:solidFill>
                <a:prstClr val="black"/>
              </a:solidFill>
            </a:endParaRPr>
          </a:p>
        </p:txBody>
      </p:sp>
    </p:spTree>
    <p:extLst>
      <p:ext uri="{BB962C8B-B14F-4D97-AF65-F5344CB8AC3E}">
        <p14:creationId xmlns:p14="http://schemas.microsoft.com/office/powerpoint/2010/main" val="4005624351"/>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750"/>
                                        <p:tgtEl>
                                          <p:spTgt spid="11"/>
                                        </p:tgtEl>
                                      </p:cBhvr>
                                    </p:animEffect>
                                  </p:childTnLst>
                                </p:cTn>
                              </p:par>
                            </p:childTnLst>
                          </p:cTn>
                        </p:par>
                        <p:par>
                          <p:cTn id="18" fill="hold">
                            <p:stCondLst>
                              <p:cond delay="1250"/>
                            </p:stCondLst>
                            <p:childTnLst>
                              <p:par>
                                <p:cTn id="19" presetID="2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left)">
                                      <p:cBhvr>
                                        <p:cTn id="21" dur="750"/>
                                        <p:tgtEl>
                                          <p:spTgt spid="8"/>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750"/>
                                        <p:tgtEl>
                                          <p:spTgt spid="17"/>
                                        </p:tgtEl>
                                      </p:cBhvr>
                                    </p:animEffect>
                                  </p:childTnLst>
                                </p:cTn>
                              </p:par>
                            </p:childTnLst>
                          </p:cTn>
                        </p:par>
                        <p:par>
                          <p:cTn id="26" fill="hold">
                            <p:stCondLst>
                              <p:cond delay="2750"/>
                            </p:stCondLst>
                            <p:childTnLst>
                              <p:par>
                                <p:cTn id="27" presetID="22" presetClass="entr" presetSubtype="8"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wipe(left)">
                                      <p:cBhvr>
                                        <p:cTn id="29" dur="75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750"/>
                                        <p:tgtEl>
                                          <p:spTgt spid="21"/>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750"/>
                                        <p:tgtEl>
                                          <p:spTgt spid="22"/>
                                        </p:tgtEl>
                                      </p:cBhvr>
                                    </p:animEffect>
                                    <p:anim calcmode="lin" valueType="num">
                                      <p:cBhvr>
                                        <p:cTn id="40" dur="750" fill="hold"/>
                                        <p:tgtEl>
                                          <p:spTgt spid="22"/>
                                        </p:tgtEl>
                                        <p:attrNameLst>
                                          <p:attrName>ppt_x</p:attrName>
                                        </p:attrNameLst>
                                      </p:cBhvr>
                                      <p:tavLst>
                                        <p:tav tm="0">
                                          <p:val>
                                            <p:strVal val="#ppt_x"/>
                                          </p:val>
                                        </p:tav>
                                        <p:tav tm="100000">
                                          <p:val>
                                            <p:strVal val="#ppt_x"/>
                                          </p:val>
                                        </p:tav>
                                      </p:tavLst>
                                    </p:anim>
                                    <p:anim calcmode="lin" valueType="num">
                                      <p:cBhvr>
                                        <p:cTn id="41" dur="750" fill="hold"/>
                                        <p:tgtEl>
                                          <p:spTgt spid="22"/>
                                        </p:tgtEl>
                                        <p:attrNameLst>
                                          <p:attrName>ppt_y</p:attrName>
                                        </p:attrNameLst>
                                      </p:cBhvr>
                                      <p:tavLst>
                                        <p:tav tm="0">
                                          <p:val>
                                            <p:strVal val="#ppt_y+.1"/>
                                          </p:val>
                                        </p:tav>
                                        <p:tav tm="100000">
                                          <p:val>
                                            <p:strVal val="#ppt_y"/>
                                          </p:val>
                                        </p:tav>
                                      </p:tavLst>
                                    </p:anim>
                                  </p:childTnLst>
                                </p:cTn>
                              </p:par>
                            </p:childTnLst>
                          </p:cTn>
                        </p:par>
                        <p:par>
                          <p:cTn id="42" fill="hold">
                            <p:stCondLst>
                              <p:cond delay="750"/>
                            </p:stCondLst>
                            <p:childTnLst>
                              <p:par>
                                <p:cTn id="43" presetID="10" presetClass="entr" presetSubtype="0"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750"/>
                                        <p:tgtEl>
                                          <p:spTgt spid="23"/>
                                        </p:tgtEl>
                                      </p:cBhvr>
                                    </p:animEffect>
                                  </p:childTnLst>
                                </p:cTn>
                              </p:par>
                            </p:childTnLst>
                          </p:cTn>
                        </p:par>
                        <p:par>
                          <p:cTn id="46" fill="hold">
                            <p:stCondLst>
                              <p:cond delay="1500"/>
                            </p:stCondLst>
                            <p:childTnLst>
                              <p:par>
                                <p:cTn id="47" presetID="42" presetClass="entr" presetSubtype="0" fill="hold" grpId="0" nodeType="after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750"/>
                                        <p:tgtEl>
                                          <p:spTgt spid="24"/>
                                        </p:tgtEl>
                                      </p:cBhvr>
                                    </p:animEffect>
                                    <p:anim calcmode="lin" valueType="num">
                                      <p:cBhvr>
                                        <p:cTn id="50" dur="750" fill="hold"/>
                                        <p:tgtEl>
                                          <p:spTgt spid="24"/>
                                        </p:tgtEl>
                                        <p:attrNameLst>
                                          <p:attrName>ppt_x</p:attrName>
                                        </p:attrNameLst>
                                      </p:cBhvr>
                                      <p:tavLst>
                                        <p:tav tm="0">
                                          <p:val>
                                            <p:strVal val="#ppt_x"/>
                                          </p:val>
                                        </p:tav>
                                        <p:tav tm="100000">
                                          <p:val>
                                            <p:strVal val="#ppt_x"/>
                                          </p:val>
                                        </p:tav>
                                      </p:tavLst>
                                    </p:anim>
                                    <p:anim calcmode="lin" valueType="num">
                                      <p:cBhvr>
                                        <p:cTn id="51" dur="750" fill="hold"/>
                                        <p:tgtEl>
                                          <p:spTgt spid="24"/>
                                        </p:tgtEl>
                                        <p:attrNameLst>
                                          <p:attrName>ppt_y</p:attrName>
                                        </p:attrNameLst>
                                      </p:cBhvr>
                                      <p:tavLst>
                                        <p:tav tm="0">
                                          <p:val>
                                            <p:strVal val="#ppt_y+.1"/>
                                          </p:val>
                                        </p:tav>
                                        <p:tav tm="100000">
                                          <p:val>
                                            <p:strVal val="#ppt_y"/>
                                          </p:val>
                                        </p:tav>
                                      </p:tavLst>
                                    </p:anim>
                                  </p:childTnLst>
                                </p:cTn>
                              </p:par>
                            </p:childTnLst>
                          </p:cTn>
                        </p:par>
                        <p:par>
                          <p:cTn id="52" fill="hold">
                            <p:stCondLst>
                              <p:cond delay="2250"/>
                            </p:stCondLst>
                            <p:childTnLst>
                              <p:par>
                                <p:cTn id="53" presetID="10" presetClass="entr" presetSubtype="0" fill="hold" grpId="0" nodeType="after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750"/>
                                        <p:tgtEl>
                                          <p:spTgt spid="25"/>
                                        </p:tgtEl>
                                      </p:cBhvr>
                                    </p:animEffect>
                                  </p:childTnLst>
                                </p:cTn>
                              </p:par>
                            </p:childTnLst>
                          </p:cTn>
                        </p:par>
                        <p:par>
                          <p:cTn id="56" fill="hold">
                            <p:stCondLst>
                              <p:cond delay="3000"/>
                            </p:stCondLst>
                            <p:childTnLst>
                              <p:par>
                                <p:cTn id="57" presetID="42" presetClass="entr" presetSubtype="0" fill="hold" grpId="0" nodeType="after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fade">
                                      <p:cBhvr>
                                        <p:cTn id="59" dur="750"/>
                                        <p:tgtEl>
                                          <p:spTgt spid="26"/>
                                        </p:tgtEl>
                                      </p:cBhvr>
                                    </p:animEffect>
                                    <p:anim calcmode="lin" valueType="num">
                                      <p:cBhvr>
                                        <p:cTn id="60" dur="750" fill="hold"/>
                                        <p:tgtEl>
                                          <p:spTgt spid="26"/>
                                        </p:tgtEl>
                                        <p:attrNameLst>
                                          <p:attrName>ppt_x</p:attrName>
                                        </p:attrNameLst>
                                      </p:cBhvr>
                                      <p:tavLst>
                                        <p:tav tm="0">
                                          <p:val>
                                            <p:strVal val="#ppt_x"/>
                                          </p:val>
                                        </p:tav>
                                        <p:tav tm="100000">
                                          <p:val>
                                            <p:strVal val="#ppt_x"/>
                                          </p:val>
                                        </p:tav>
                                      </p:tavLst>
                                    </p:anim>
                                    <p:anim calcmode="lin" valueType="num">
                                      <p:cBhvr>
                                        <p:cTn id="61" dur="750" fill="hold"/>
                                        <p:tgtEl>
                                          <p:spTgt spid="26"/>
                                        </p:tgtEl>
                                        <p:attrNameLst>
                                          <p:attrName>ppt_y</p:attrName>
                                        </p:attrNameLst>
                                      </p:cBhvr>
                                      <p:tavLst>
                                        <p:tav tm="0">
                                          <p:val>
                                            <p:strVal val="#ppt_y+.1"/>
                                          </p:val>
                                        </p:tav>
                                        <p:tav tm="100000">
                                          <p:val>
                                            <p:strVal val="#ppt_y"/>
                                          </p:val>
                                        </p:tav>
                                      </p:tavLst>
                                    </p:anim>
                                  </p:childTnLst>
                                </p:cTn>
                              </p:par>
                            </p:childTnLst>
                          </p:cTn>
                        </p:par>
                        <p:par>
                          <p:cTn id="62" fill="hold">
                            <p:stCondLst>
                              <p:cond delay="3750"/>
                            </p:stCondLst>
                            <p:childTnLst>
                              <p:par>
                                <p:cTn id="63" presetID="10" presetClass="entr" presetSubtype="0" fill="hold" grpId="0" nodeType="after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fade">
                                      <p:cBhvr>
                                        <p:cTn id="65" dur="750"/>
                                        <p:tgtEl>
                                          <p:spTgt spid="27"/>
                                        </p:tgtEl>
                                      </p:cBhvr>
                                    </p:animEffect>
                                  </p:childTnLst>
                                </p:cTn>
                              </p:par>
                            </p:childTnLst>
                          </p:cTn>
                        </p:par>
                        <p:par>
                          <p:cTn id="66" fill="hold">
                            <p:stCondLst>
                              <p:cond delay="4500"/>
                            </p:stCondLst>
                            <p:childTnLst>
                              <p:par>
                                <p:cTn id="67" presetID="42" presetClass="entr" presetSubtype="0" fill="hold" grpId="0" nodeType="after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750"/>
                                        <p:tgtEl>
                                          <p:spTgt spid="28"/>
                                        </p:tgtEl>
                                      </p:cBhvr>
                                    </p:animEffect>
                                    <p:anim calcmode="lin" valueType="num">
                                      <p:cBhvr>
                                        <p:cTn id="70" dur="750" fill="hold"/>
                                        <p:tgtEl>
                                          <p:spTgt spid="28"/>
                                        </p:tgtEl>
                                        <p:attrNameLst>
                                          <p:attrName>ppt_x</p:attrName>
                                        </p:attrNameLst>
                                      </p:cBhvr>
                                      <p:tavLst>
                                        <p:tav tm="0">
                                          <p:val>
                                            <p:strVal val="#ppt_x"/>
                                          </p:val>
                                        </p:tav>
                                        <p:tav tm="100000">
                                          <p:val>
                                            <p:strVal val="#ppt_x"/>
                                          </p:val>
                                        </p:tav>
                                      </p:tavLst>
                                    </p:anim>
                                    <p:anim calcmode="lin" valueType="num">
                                      <p:cBhvr>
                                        <p:cTn id="71" dur="75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22" presetClass="entr" presetSubtype="4" fill="hold" grpId="0" nodeType="click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wipe(down)">
                                      <p:cBhvr>
                                        <p:cTn id="76" dur="750"/>
                                        <p:tgtEl>
                                          <p:spTgt spid="29"/>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iterate type="wd">
                                    <p:tmPct val="10000"/>
                                  </p:iterate>
                                  <p:childTnLst>
                                    <p:set>
                                      <p:cBhvr>
                                        <p:cTn id="80" dur="1" fill="hold">
                                          <p:stCondLst>
                                            <p:cond delay="0"/>
                                          </p:stCondLst>
                                        </p:cTn>
                                        <p:tgtEl>
                                          <p:spTgt spid="20">
                                            <p:txEl>
                                              <p:pRg st="0" end="0"/>
                                            </p:txEl>
                                          </p:spTgt>
                                        </p:tgtEl>
                                        <p:attrNameLst>
                                          <p:attrName>style.visibility</p:attrName>
                                        </p:attrNameLst>
                                      </p:cBhvr>
                                      <p:to>
                                        <p:strVal val="visible"/>
                                      </p:to>
                                    </p:set>
                                    <p:animEffect transition="in" filter="wipe(left)">
                                      <p:cBhvr>
                                        <p:cTn id="81"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0" grpId="0" build="p"/>
      <p:bldP spid="21" grpId="0"/>
      <p:bldP spid="22" grpId="0"/>
      <p:bldP spid="23" grpId="0"/>
      <p:bldP spid="24" grpId="0"/>
      <p:bldP spid="25" grpId="0"/>
      <p:bldP spid="26" grpId="0"/>
      <p:bldP spid="27" grpId="0"/>
      <p:bldP spid="28" grpId="0"/>
      <p:bldP spid="29"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
        <p:nvSpPr>
          <p:cNvPr id="8" name="等腰三角形 36"/>
          <p:cNvSpPr/>
          <p:nvPr/>
        </p:nvSpPr>
        <p:spPr>
          <a:xfrm>
            <a:off x="5453862" y="1578237"/>
            <a:ext cx="1933171" cy="1689850"/>
          </a:xfrm>
          <a:custGeom>
            <a:avLst/>
            <a:gdLst>
              <a:gd name="connsiteX0" fmla="*/ 0 w 1944216"/>
              <a:gd name="connsiteY0" fmla="*/ 1676048 h 1676048"/>
              <a:gd name="connsiteX1" fmla="*/ 972108 w 1944216"/>
              <a:gd name="connsiteY1" fmla="*/ 0 h 1676048"/>
              <a:gd name="connsiteX2" fmla="*/ 1944216 w 1944216"/>
              <a:gd name="connsiteY2" fmla="*/ 1676048 h 1676048"/>
              <a:gd name="connsiteX3" fmla="*/ 0 w 1944216"/>
              <a:gd name="connsiteY3" fmla="*/ 1676048 h 1676048"/>
              <a:gd name="connsiteX0" fmla="*/ 1944216 w 2035656"/>
              <a:gd name="connsiteY0" fmla="*/ 1676048 h 1767488"/>
              <a:gd name="connsiteX1" fmla="*/ 0 w 2035656"/>
              <a:gd name="connsiteY1" fmla="*/ 1676048 h 1767488"/>
              <a:gd name="connsiteX2" fmla="*/ 972108 w 2035656"/>
              <a:gd name="connsiteY2" fmla="*/ 0 h 1767488"/>
              <a:gd name="connsiteX3" fmla="*/ 2035656 w 2035656"/>
              <a:gd name="connsiteY3" fmla="*/ 1767488 h 1767488"/>
              <a:gd name="connsiteX0" fmla="*/ 0 w 2035656"/>
              <a:gd name="connsiteY0" fmla="*/ 1676048 h 1767488"/>
              <a:gd name="connsiteX1" fmla="*/ 972108 w 2035656"/>
              <a:gd name="connsiteY1" fmla="*/ 0 h 1767488"/>
              <a:gd name="connsiteX2" fmla="*/ 2035656 w 2035656"/>
              <a:gd name="connsiteY2" fmla="*/ 1767488 h 1767488"/>
              <a:gd name="connsiteX0" fmla="*/ 0 w 2000932"/>
              <a:gd name="connsiteY0" fmla="*/ 1676048 h 1709614"/>
              <a:gd name="connsiteX1" fmla="*/ 972108 w 2000932"/>
              <a:gd name="connsiteY1" fmla="*/ 0 h 1709614"/>
              <a:gd name="connsiteX2" fmla="*/ 2000932 w 2000932"/>
              <a:gd name="connsiteY2" fmla="*/ 1709614 h 1709614"/>
              <a:gd name="connsiteX0" fmla="*/ 0 w 1966208"/>
              <a:gd name="connsiteY0" fmla="*/ 1676048 h 1676048"/>
              <a:gd name="connsiteX1" fmla="*/ 972108 w 1966208"/>
              <a:gd name="connsiteY1" fmla="*/ 0 h 1676048"/>
              <a:gd name="connsiteX2" fmla="*/ 1966208 w 1966208"/>
              <a:gd name="connsiteY2" fmla="*/ 1628591 h 1676048"/>
              <a:gd name="connsiteX0" fmla="*/ 0 w 2024082"/>
              <a:gd name="connsiteY0" fmla="*/ 1676048 h 1698039"/>
              <a:gd name="connsiteX1" fmla="*/ 972108 w 2024082"/>
              <a:gd name="connsiteY1" fmla="*/ 0 h 1698039"/>
              <a:gd name="connsiteX2" fmla="*/ 2024082 w 2024082"/>
              <a:gd name="connsiteY2" fmla="*/ 1698039 h 1698039"/>
              <a:gd name="connsiteX0" fmla="*/ 0 w 1942196"/>
              <a:gd name="connsiteY0" fmla="*/ 1676048 h 1698039"/>
              <a:gd name="connsiteX1" fmla="*/ 972108 w 1942196"/>
              <a:gd name="connsiteY1" fmla="*/ 0 h 1698039"/>
              <a:gd name="connsiteX2" fmla="*/ 1942196 w 1942196"/>
              <a:gd name="connsiteY2" fmla="*/ 1698039 h 1698039"/>
            </a:gdLst>
            <a:ahLst/>
            <a:cxnLst>
              <a:cxn ang="0">
                <a:pos x="connsiteX0" y="connsiteY0"/>
              </a:cxn>
              <a:cxn ang="0">
                <a:pos x="connsiteX1" y="connsiteY1"/>
              </a:cxn>
              <a:cxn ang="0">
                <a:pos x="connsiteX2" y="connsiteY2"/>
              </a:cxn>
            </a:cxnLst>
            <a:rect l="l" t="t" r="r" b="b"/>
            <a:pathLst>
              <a:path w="1942196" h="1698039">
                <a:moveTo>
                  <a:pt x="0" y="1676048"/>
                </a:moveTo>
                <a:lnTo>
                  <a:pt x="972108" y="0"/>
                </a:lnTo>
                <a:cubicBezTo>
                  <a:pt x="1296144" y="558683"/>
                  <a:pt x="1942196" y="1698039"/>
                  <a:pt x="1942196" y="1698039"/>
                </a:cubicBezTo>
              </a:path>
            </a:pathLst>
          </a:custGeom>
          <a:noFill/>
          <a:ln w="101600">
            <a:solidFill>
              <a:schemeClr val="bg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dirty="0">
              <a:solidFill>
                <a:prstClr val="white"/>
              </a:solidFill>
              <a:latin typeface="微软雅黑" panose="020B0503020204020204" pitchFamily="34" charset="-122"/>
              <a:ea typeface="微软雅黑" panose="020B0503020204020204" pitchFamily="34" charset="-122"/>
            </a:endParaRPr>
          </a:p>
        </p:txBody>
      </p:sp>
      <p:sp>
        <p:nvSpPr>
          <p:cNvPr id="9" name="等腰三角形 36"/>
          <p:cNvSpPr/>
          <p:nvPr/>
        </p:nvSpPr>
        <p:spPr>
          <a:xfrm rot="7176392">
            <a:off x="6642560" y="3666552"/>
            <a:ext cx="1933171" cy="1689851"/>
          </a:xfrm>
          <a:custGeom>
            <a:avLst/>
            <a:gdLst>
              <a:gd name="connsiteX0" fmla="*/ 0 w 1944216"/>
              <a:gd name="connsiteY0" fmla="*/ 1676048 h 1676048"/>
              <a:gd name="connsiteX1" fmla="*/ 972108 w 1944216"/>
              <a:gd name="connsiteY1" fmla="*/ 0 h 1676048"/>
              <a:gd name="connsiteX2" fmla="*/ 1944216 w 1944216"/>
              <a:gd name="connsiteY2" fmla="*/ 1676048 h 1676048"/>
              <a:gd name="connsiteX3" fmla="*/ 0 w 1944216"/>
              <a:gd name="connsiteY3" fmla="*/ 1676048 h 1676048"/>
              <a:gd name="connsiteX0" fmla="*/ 1944216 w 2035656"/>
              <a:gd name="connsiteY0" fmla="*/ 1676048 h 1767488"/>
              <a:gd name="connsiteX1" fmla="*/ 0 w 2035656"/>
              <a:gd name="connsiteY1" fmla="*/ 1676048 h 1767488"/>
              <a:gd name="connsiteX2" fmla="*/ 972108 w 2035656"/>
              <a:gd name="connsiteY2" fmla="*/ 0 h 1767488"/>
              <a:gd name="connsiteX3" fmla="*/ 2035656 w 2035656"/>
              <a:gd name="connsiteY3" fmla="*/ 1767488 h 1767488"/>
              <a:gd name="connsiteX0" fmla="*/ 0 w 2035656"/>
              <a:gd name="connsiteY0" fmla="*/ 1676048 h 1767488"/>
              <a:gd name="connsiteX1" fmla="*/ 972108 w 2035656"/>
              <a:gd name="connsiteY1" fmla="*/ 0 h 1767488"/>
              <a:gd name="connsiteX2" fmla="*/ 2035656 w 2035656"/>
              <a:gd name="connsiteY2" fmla="*/ 1767488 h 1767488"/>
              <a:gd name="connsiteX0" fmla="*/ 0 w 2000932"/>
              <a:gd name="connsiteY0" fmla="*/ 1676048 h 1709614"/>
              <a:gd name="connsiteX1" fmla="*/ 972108 w 2000932"/>
              <a:gd name="connsiteY1" fmla="*/ 0 h 1709614"/>
              <a:gd name="connsiteX2" fmla="*/ 2000932 w 2000932"/>
              <a:gd name="connsiteY2" fmla="*/ 1709614 h 1709614"/>
              <a:gd name="connsiteX0" fmla="*/ 0 w 1966208"/>
              <a:gd name="connsiteY0" fmla="*/ 1676048 h 1676048"/>
              <a:gd name="connsiteX1" fmla="*/ 972108 w 1966208"/>
              <a:gd name="connsiteY1" fmla="*/ 0 h 1676048"/>
              <a:gd name="connsiteX2" fmla="*/ 1966208 w 1966208"/>
              <a:gd name="connsiteY2" fmla="*/ 1628591 h 1676048"/>
              <a:gd name="connsiteX0" fmla="*/ 0 w 2024082"/>
              <a:gd name="connsiteY0" fmla="*/ 1676048 h 1698039"/>
              <a:gd name="connsiteX1" fmla="*/ 972108 w 2024082"/>
              <a:gd name="connsiteY1" fmla="*/ 0 h 1698039"/>
              <a:gd name="connsiteX2" fmla="*/ 2024082 w 2024082"/>
              <a:gd name="connsiteY2" fmla="*/ 1698039 h 1698039"/>
              <a:gd name="connsiteX0" fmla="*/ 0 w 1942196"/>
              <a:gd name="connsiteY0" fmla="*/ 1676048 h 1698039"/>
              <a:gd name="connsiteX1" fmla="*/ 972108 w 1942196"/>
              <a:gd name="connsiteY1" fmla="*/ 0 h 1698039"/>
              <a:gd name="connsiteX2" fmla="*/ 1942196 w 1942196"/>
              <a:gd name="connsiteY2" fmla="*/ 1698039 h 1698039"/>
            </a:gdLst>
            <a:ahLst/>
            <a:cxnLst>
              <a:cxn ang="0">
                <a:pos x="connsiteX0" y="connsiteY0"/>
              </a:cxn>
              <a:cxn ang="0">
                <a:pos x="connsiteX1" y="connsiteY1"/>
              </a:cxn>
              <a:cxn ang="0">
                <a:pos x="connsiteX2" y="connsiteY2"/>
              </a:cxn>
            </a:cxnLst>
            <a:rect l="l" t="t" r="r" b="b"/>
            <a:pathLst>
              <a:path w="1942196" h="1698039">
                <a:moveTo>
                  <a:pt x="0" y="1676048"/>
                </a:moveTo>
                <a:lnTo>
                  <a:pt x="972108" y="0"/>
                </a:lnTo>
                <a:cubicBezTo>
                  <a:pt x="1296144" y="558683"/>
                  <a:pt x="1942196" y="1698039"/>
                  <a:pt x="1942196" y="1698039"/>
                </a:cubicBezTo>
              </a:path>
            </a:pathLst>
          </a:custGeom>
          <a:noFill/>
          <a:ln w="101600">
            <a:solidFill>
              <a:schemeClr val="bg1">
                <a:alpha val="80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dirty="0">
              <a:solidFill>
                <a:prstClr val="white"/>
              </a:solidFill>
              <a:latin typeface="微软雅黑" panose="020B0503020204020204" pitchFamily="34" charset="-122"/>
              <a:ea typeface="微软雅黑" panose="020B0503020204020204" pitchFamily="34" charset="-122"/>
            </a:endParaRPr>
          </a:p>
        </p:txBody>
      </p:sp>
      <p:sp>
        <p:nvSpPr>
          <p:cNvPr id="10" name="等腰三角形 36"/>
          <p:cNvSpPr/>
          <p:nvPr/>
        </p:nvSpPr>
        <p:spPr>
          <a:xfrm rot="14423608" flipH="1">
            <a:off x="4193728" y="3691109"/>
            <a:ext cx="1933171" cy="1689850"/>
          </a:xfrm>
          <a:custGeom>
            <a:avLst/>
            <a:gdLst>
              <a:gd name="connsiteX0" fmla="*/ 0 w 1944216"/>
              <a:gd name="connsiteY0" fmla="*/ 1676048 h 1676048"/>
              <a:gd name="connsiteX1" fmla="*/ 972108 w 1944216"/>
              <a:gd name="connsiteY1" fmla="*/ 0 h 1676048"/>
              <a:gd name="connsiteX2" fmla="*/ 1944216 w 1944216"/>
              <a:gd name="connsiteY2" fmla="*/ 1676048 h 1676048"/>
              <a:gd name="connsiteX3" fmla="*/ 0 w 1944216"/>
              <a:gd name="connsiteY3" fmla="*/ 1676048 h 1676048"/>
              <a:gd name="connsiteX0" fmla="*/ 1944216 w 2035656"/>
              <a:gd name="connsiteY0" fmla="*/ 1676048 h 1767488"/>
              <a:gd name="connsiteX1" fmla="*/ 0 w 2035656"/>
              <a:gd name="connsiteY1" fmla="*/ 1676048 h 1767488"/>
              <a:gd name="connsiteX2" fmla="*/ 972108 w 2035656"/>
              <a:gd name="connsiteY2" fmla="*/ 0 h 1767488"/>
              <a:gd name="connsiteX3" fmla="*/ 2035656 w 2035656"/>
              <a:gd name="connsiteY3" fmla="*/ 1767488 h 1767488"/>
              <a:gd name="connsiteX0" fmla="*/ 0 w 2035656"/>
              <a:gd name="connsiteY0" fmla="*/ 1676048 h 1767488"/>
              <a:gd name="connsiteX1" fmla="*/ 972108 w 2035656"/>
              <a:gd name="connsiteY1" fmla="*/ 0 h 1767488"/>
              <a:gd name="connsiteX2" fmla="*/ 2035656 w 2035656"/>
              <a:gd name="connsiteY2" fmla="*/ 1767488 h 1767488"/>
              <a:gd name="connsiteX0" fmla="*/ 0 w 2000932"/>
              <a:gd name="connsiteY0" fmla="*/ 1676048 h 1709614"/>
              <a:gd name="connsiteX1" fmla="*/ 972108 w 2000932"/>
              <a:gd name="connsiteY1" fmla="*/ 0 h 1709614"/>
              <a:gd name="connsiteX2" fmla="*/ 2000932 w 2000932"/>
              <a:gd name="connsiteY2" fmla="*/ 1709614 h 1709614"/>
              <a:gd name="connsiteX0" fmla="*/ 0 w 1966208"/>
              <a:gd name="connsiteY0" fmla="*/ 1676048 h 1676048"/>
              <a:gd name="connsiteX1" fmla="*/ 972108 w 1966208"/>
              <a:gd name="connsiteY1" fmla="*/ 0 h 1676048"/>
              <a:gd name="connsiteX2" fmla="*/ 1966208 w 1966208"/>
              <a:gd name="connsiteY2" fmla="*/ 1628591 h 1676048"/>
              <a:gd name="connsiteX0" fmla="*/ 0 w 2024082"/>
              <a:gd name="connsiteY0" fmla="*/ 1676048 h 1698039"/>
              <a:gd name="connsiteX1" fmla="*/ 972108 w 2024082"/>
              <a:gd name="connsiteY1" fmla="*/ 0 h 1698039"/>
              <a:gd name="connsiteX2" fmla="*/ 2024082 w 2024082"/>
              <a:gd name="connsiteY2" fmla="*/ 1698039 h 1698039"/>
              <a:gd name="connsiteX0" fmla="*/ 0 w 1942196"/>
              <a:gd name="connsiteY0" fmla="*/ 1676048 h 1698039"/>
              <a:gd name="connsiteX1" fmla="*/ 972108 w 1942196"/>
              <a:gd name="connsiteY1" fmla="*/ 0 h 1698039"/>
              <a:gd name="connsiteX2" fmla="*/ 1942196 w 1942196"/>
              <a:gd name="connsiteY2" fmla="*/ 1698039 h 1698039"/>
            </a:gdLst>
            <a:ahLst/>
            <a:cxnLst>
              <a:cxn ang="0">
                <a:pos x="connsiteX0" y="connsiteY0"/>
              </a:cxn>
              <a:cxn ang="0">
                <a:pos x="connsiteX1" y="connsiteY1"/>
              </a:cxn>
              <a:cxn ang="0">
                <a:pos x="connsiteX2" y="connsiteY2"/>
              </a:cxn>
            </a:cxnLst>
            <a:rect l="l" t="t" r="r" b="b"/>
            <a:pathLst>
              <a:path w="1942196" h="1698039">
                <a:moveTo>
                  <a:pt x="0" y="1676048"/>
                </a:moveTo>
                <a:lnTo>
                  <a:pt x="972108" y="0"/>
                </a:lnTo>
                <a:cubicBezTo>
                  <a:pt x="1296144" y="558683"/>
                  <a:pt x="1942196" y="1698039"/>
                  <a:pt x="1942196" y="1698039"/>
                </a:cubicBezTo>
              </a:path>
            </a:pathLst>
          </a:custGeom>
          <a:noFill/>
          <a:ln w="101600">
            <a:solidFill>
              <a:schemeClr val="bg1">
                <a:alpha val="60000"/>
              </a:schemeClr>
            </a:solidFill>
            <a:headEnd type="triangle"/>
            <a:tailEnd type="none"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dirty="0">
              <a:solidFill>
                <a:prstClr val="white"/>
              </a:solidFill>
              <a:latin typeface="微软雅黑" panose="020B0503020204020204" pitchFamily="34" charset="-122"/>
              <a:ea typeface="微软雅黑" panose="020B0503020204020204" pitchFamily="34" charset="-122"/>
            </a:endParaRPr>
          </a:p>
        </p:txBody>
      </p:sp>
      <p:sp>
        <p:nvSpPr>
          <p:cNvPr id="11" name="TextBox 9"/>
          <p:cNvSpPr txBox="1"/>
          <p:nvPr/>
        </p:nvSpPr>
        <p:spPr>
          <a:xfrm>
            <a:off x="8050024" y="2665365"/>
            <a:ext cx="3627487" cy="1698863"/>
          </a:xfrm>
          <a:prstGeom prst="rect">
            <a:avLst/>
          </a:prstGeom>
          <a:noFill/>
        </p:spPr>
        <p:txBody>
          <a:bodyPr>
            <a:spAutoFit/>
          </a:bodyPr>
          <a:lstStyle/>
          <a:p>
            <a:pPr defTabSz="964372" fontAlgn="auto">
              <a:lnSpc>
                <a:spcPct val="150000"/>
              </a:lnSpc>
              <a:spcBef>
                <a:spcPts val="0"/>
              </a:spcBef>
              <a:spcAft>
                <a:spcPts val="0"/>
              </a:spcAft>
              <a:defRPr/>
            </a:pPr>
            <a:r>
              <a:rPr lang="en-US" altLang="zh-CN" sz="1898" dirty="0">
                <a:solidFill>
                  <a:prstClr val="white"/>
                </a:solidFill>
                <a:latin typeface="微软雅黑" panose="020B0503020204020204" pitchFamily="34" charset="-122"/>
                <a:ea typeface="微软雅黑" panose="020B0503020204020204" pitchFamily="34" charset="-122"/>
              </a:rPr>
              <a:t>01 </a:t>
            </a:r>
            <a:r>
              <a:rPr lang="zh-CN" altLang="en-US" sz="1898" dirty="0">
                <a:solidFill>
                  <a:prstClr val="white"/>
                </a:solidFill>
                <a:latin typeface="微软雅黑" panose="020B0503020204020204" pitchFamily="34" charset="-122"/>
                <a:ea typeface="微软雅黑" panose="020B0503020204020204" pitchFamily="34" charset="-122"/>
              </a:rPr>
              <a:t>说明性文字</a:t>
            </a:r>
            <a:endParaRPr lang="en-US" altLang="zh-CN" sz="1898" dirty="0">
              <a:solidFill>
                <a:prstClr val="white"/>
              </a:solidFill>
              <a:latin typeface="微软雅黑" panose="020B0503020204020204" pitchFamily="34" charset="-122"/>
              <a:ea typeface="微软雅黑" panose="020B0503020204020204" pitchFamily="34" charset="-122"/>
            </a:endParaRPr>
          </a:p>
          <a:p>
            <a:pP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endParaRPr lang="en-US" altLang="zh-CN" sz="1687" dirty="0">
              <a:solidFill>
                <a:prstClr val="white"/>
              </a:solidFill>
              <a:latin typeface="微软雅黑" panose="020B0503020204020204" pitchFamily="34" charset="-122"/>
              <a:ea typeface="微软雅黑" panose="020B0503020204020204" pitchFamily="34" charset="-122"/>
            </a:endParaRPr>
          </a:p>
          <a:p>
            <a:pP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p>
          <a:p>
            <a:pPr defTabSz="964372" fontAlgn="auto">
              <a:lnSpc>
                <a:spcPct val="150000"/>
              </a:lnSpc>
              <a:spcBef>
                <a:spcPts val="0"/>
              </a:spcBef>
              <a:spcAft>
                <a:spcPts val="0"/>
              </a:spcAft>
              <a:defRPr/>
            </a:pPr>
            <a:endParaRPr lang="zh-CN" altLang="en-US" sz="1687" dirty="0">
              <a:solidFill>
                <a:prstClr val="white"/>
              </a:solidFill>
              <a:latin typeface="微软雅黑" panose="020B0503020204020204" pitchFamily="34" charset="-122"/>
              <a:ea typeface="微软雅黑" panose="020B0503020204020204" pitchFamily="34" charset="-122"/>
            </a:endParaRPr>
          </a:p>
        </p:txBody>
      </p:sp>
      <p:sp>
        <p:nvSpPr>
          <p:cNvPr id="12" name="TextBox 10"/>
          <p:cNvSpPr txBox="1"/>
          <p:nvPr/>
        </p:nvSpPr>
        <p:spPr>
          <a:xfrm>
            <a:off x="1366521" y="2665365"/>
            <a:ext cx="3629719" cy="1698863"/>
          </a:xfrm>
          <a:prstGeom prst="rect">
            <a:avLst/>
          </a:prstGeom>
          <a:noFill/>
        </p:spPr>
        <p:txBody>
          <a:bodyPr>
            <a:spAutoFit/>
          </a:bodyPr>
          <a:lstStyle/>
          <a:p>
            <a:pPr algn="r" defTabSz="964372" fontAlgn="auto">
              <a:lnSpc>
                <a:spcPct val="150000"/>
              </a:lnSpc>
              <a:spcBef>
                <a:spcPts val="0"/>
              </a:spcBef>
              <a:spcAft>
                <a:spcPts val="0"/>
              </a:spcAft>
              <a:defRPr/>
            </a:pPr>
            <a:r>
              <a:rPr lang="en-US" altLang="zh-CN" sz="1898" dirty="0">
                <a:solidFill>
                  <a:prstClr val="white"/>
                </a:solidFill>
                <a:latin typeface="微软雅黑" panose="020B0503020204020204" pitchFamily="34" charset="-122"/>
                <a:ea typeface="微软雅黑" panose="020B0503020204020204" pitchFamily="34" charset="-122"/>
              </a:rPr>
              <a:t>02 </a:t>
            </a:r>
            <a:r>
              <a:rPr lang="zh-CN" altLang="en-US" sz="1898" dirty="0">
                <a:solidFill>
                  <a:prstClr val="white"/>
                </a:solidFill>
                <a:latin typeface="微软雅黑" panose="020B0503020204020204" pitchFamily="34" charset="-122"/>
                <a:ea typeface="微软雅黑" panose="020B0503020204020204" pitchFamily="34" charset="-122"/>
              </a:rPr>
              <a:t>说明性文字</a:t>
            </a:r>
            <a:endParaRPr lang="en-US" altLang="zh-CN" sz="1898" dirty="0">
              <a:solidFill>
                <a:prstClr val="white"/>
              </a:solidFill>
              <a:latin typeface="微软雅黑" panose="020B0503020204020204" pitchFamily="34" charset="-122"/>
              <a:ea typeface="微软雅黑" panose="020B0503020204020204" pitchFamily="34" charset="-122"/>
            </a:endParaRPr>
          </a:p>
          <a:p>
            <a:pP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endParaRPr lang="en-US" altLang="zh-CN" sz="1687" dirty="0">
              <a:solidFill>
                <a:prstClr val="white"/>
              </a:solidFill>
              <a:latin typeface="微软雅黑" panose="020B0503020204020204" pitchFamily="34" charset="-122"/>
              <a:ea typeface="微软雅黑" panose="020B0503020204020204" pitchFamily="34" charset="-122"/>
            </a:endParaRPr>
          </a:p>
          <a:p>
            <a:pP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p>
          <a:p>
            <a:pPr defTabSz="964372" fontAlgn="auto">
              <a:lnSpc>
                <a:spcPct val="150000"/>
              </a:lnSpc>
              <a:spcBef>
                <a:spcPts val="0"/>
              </a:spcBef>
              <a:spcAft>
                <a:spcPts val="0"/>
              </a:spcAft>
              <a:defRPr/>
            </a:pPr>
            <a:endParaRPr lang="zh-CN" altLang="en-US" sz="1687" dirty="0">
              <a:solidFill>
                <a:prstClr val="white"/>
              </a:solidFill>
              <a:latin typeface="微软雅黑" panose="020B0503020204020204" pitchFamily="34" charset="-122"/>
              <a:ea typeface="微软雅黑" panose="020B0503020204020204" pitchFamily="34" charset="-122"/>
            </a:endParaRPr>
          </a:p>
        </p:txBody>
      </p:sp>
      <p:sp>
        <p:nvSpPr>
          <p:cNvPr id="13" name="TextBox 11"/>
          <p:cNvSpPr txBox="1"/>
          <p:nvPr/>
        </p:nvSpPr>
        <p:spPr>
          <a:xfrm>
            <a:off x="4614517" y="5060623"/>
            <a:ext cx="3629719" cy="1698863"/>
          </a:xfrm>
          <a:prstGeom prst="rect">
            <a:avLst/>
          </a:prstGeom>
          <a:noFill/>
        </p:spPr>
        <p:txBody>
          <a:bodyPr>
            <a:spAutoFit/>
          </a:bodyPr>
          <a:lstStyle/>
          <a:p>
            <a:pPr algn="ctr" defTabSz="964372" fontAlgn="auto">
              <a:lnSpc>
                <a:spcPct val="150000"/>
              </a:lnSpc>
              <a:spcBef>
                <a:spcPts val="0"/>
              </a:spcBef>
              <a:spcAft>
                <a:spcPts val="0"/>
              </a:spcAft>
              <a:defRPr/>
            </a:pPr>
            <a:r>
              <a:rPr lang="en-US" altLang="zh-CN" sz="1898" dirty="0">
                <a:solidFill>
                  <a:prstClr val="white"/>
                </a:solidFill>
                <a:latin typeface="微软雅黑" panose="020B0503020204020204" pitchFamily="34" charset="-122"/>
                <a:ea typeface="微软雅黑" panose="020B0503020204020204" pitchFamily="34" charset="-122"/>
              </a:rPr>
              <a:t>03 </a:t>
            </a:r>
            <a:r>
              <a:rPr lang="zh-CN" altLang="en-US" sz="1898" dirty="0">
                <a:solidFill>
                  <a:prstClr val="white"/>
                </a:solidFill>
                <a:latin typeface="微软雅黑" panose="020B0503020204020204" pitchFamily="34" charset="-122"/>
                <a:ea typeface="微软雅黑" panose="020B0503020204020204" pitchFamily="34" charset="-122"/>
              </a:rPr>
              <a:t>说明性文字</a:t>
            </a:r>
            <a:endParaRPr lang="en-US" altLang="zh-CN" sz="1898" dirty="0">
              <a:solidFill>
                <a:prstClr val="white"/>
              </a:solidFill>
              <a:latin typeface="微软雅黑" panose="020B0503020204020204" pitchFamily="34" charset="-122"/>
              <a:ea typeface="微软雅黑" panose="020B0503020204020204" pitchFamily="34" charset="-122"/>
            </a:endParaRPr>
          </a:p>
          <a:p>
            <a:pPr algn="ct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endParaRPr lang="en-US" altLang="zh-CN" sz="1687" dirty="0">
              <a:solidFill>
                <a:prstClr val="white"/>
              </a:solidFill>
              <a:latin typeface="微软雅黑" panose="020B0503020204020204" pitchFamily="34" charset="-122"/>
              <a:ea typeface="微软雅黑" panose="020B0503020204020204" pitchFamily="34" charset="-122"/>
            </a:endParaRPr>
          </a:p>
          <a:p>
            <a:pPr defTabSz="964372" fontAlgn="auto">
              <a:lnSpc>
                <a:spcPct val="150000"/>
              </a:lnSpc>
              <a:spcBef>
                <a:spcPts val="0"/>
              </a:spcBef>
              <a:spcAft>
                <a:spcPts val="0"/>
              </a:spcAft>
              <a:defRPr/>
            </a:pPr>
            <a:r>
              <a:rPr lang="zh-CN" altLang="en-US" sz="1687" dirty="0">
                <a:solidFill>
                  <a:prstClr val="white"/>
                </a:solidFill>
                <a:latin typeface="微软雅黑" panose="020B0503020204020204" pitchFamily="34" charset="-122"/>
                <a:ea typeface="微软雅黑" panose="020B0503020204020204" pitchFamily="34" charset="-122"/>
              </a:rPr>
              <a:t>文字说明性文字说明性文字说明性</a:t>
            </a:r>
          </a:p>
          <a:p>
            <a:pPr defTabSz="964372" fontAlgn="auto">
              <a:lnSpc>
                <a:spcPct val="150000"/>
              </a:lnSpc>
              <a:spcBef>
                <a:spcPts val="0"/>
              </a:spcBef>
              <a:spcAft>
                <a:spcPts val="0"/>
              </a:spcAft>
              <a:defRPr/>
            </a:pPr>
            <a:endParaRPr lang="zh-CN" altLang="en-US" sz="1687" dirty="0">
              <a:solidFill>
                <a:prstClr val="white"/>
              </a:solidFill>
              <a:latin typeface="微软雅黑" panose="020B0503020204020204" pitchFamily="34" charset="-122"/>
              <a:ea typeface="微软雅黑" panose="020B0503020204020204" pitchFamily="34" charset="-122"/>
            </a:endParaRPr>
          </a:p>
        </p:txBody>
      </p:sp>
      <p:pic>
        <p:nvPicPr>
          <p:cNvPr id="14" name="图片 13"/>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5842281" y="2946636"/>
            <a:ext cx="1194279" cy="1613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39024527"/>
      </p:ext>
    </p:extLst>
  </p:cSld>
  <p:clrMapOvr>
    <a:masterClrMapping/>
  </p:clrMapOvr>
  <mc:AlternateContent xmlns:mc="http://schemas.openxmlformats.org/markup-compatibility/2006" xmlns:p14="http://schemas.microsoft.com/office/powerpoint/2010/main">
    <mc:Choice Requires="p14">
      <p:transition spd="slow" p14:dur="1600" advTm="0">
        <p:blinds dir="vert"/>
      </p:transition>
    </mc:Choice>
    <mc:Fallback xmlns="">
      <p:transition spd="slow"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par>
                          <p:cTn id="14" fill="hold">
                            <p:stCondLst>
                              <p:cond delay="500"/>
                            </p:stCondLst>
                            <p:childTnLst>
                              <p:par>
                                <p:cTn id="15" presetID="14" presetClass="entr" presetSubtype="10"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randombar(horizontal)">
                                      <p:cBhvr>
                                        <p:cTn id="17" dur="750"/>
                                        <p:tgtEl>
                                          <p:spTgt spid="14"/>
                                        </p:tgtEl>
                                      </p:cBhvr>
                                    </p:animEffect>
                                  </p:childTnLst>
                                </p:cTn>
                              </p:par>
                              <p:par>
                                <p:cTn id="18" presetID="22" presetClass="entr" presetSubtype="8"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750"/>
                                        <p:tgtEl>
                                          <p:spTgt spid="8"/>
                                        </p:tgtEl>
                                      </p:cBhvr>
                                    </p:animEffect>
                                  </p:childTnLst>
                                </p:cTn>
                              </p:par>
                              <p:par>
                                <p:cTn id="21" presetID="22" presetClass="entr" presetSubtype="2" fill="hold" grpId="0" nodeType="withEffect">
                                  <p:stCondLst>
                                    <p:cond delay="250"/>
                                  </p:stCondLst>
                                  <p:childTnLst>
                                    <p:set>
                                      <p:cBhvr>
                                        <p:cTn id="22" dur="1" fill="hold">
                                          <p:stCondLst>
                                            <p:cond delay="0"/>
                                          </p:stCondLst>
                                        </p:cTn>
                                        <p:tgtEl>
                                          <p:spTgt spid="11"/>
                                        </p:tgtEl>
                                        <p:attrNameLst>
                                          <p:attrName>style.visibility</p:attrName>
                                        </p:attrNameLst>
                                      </p:cBhvr>
                                      <p:to>
                                        <p:strVal val="visible"/>
                                      </p:to>
                                    </p:set>
                                    <p:animEffect transition="in" filter="wipe(right)">
                                      <p:cBhvr>
                                        <p:cTn id="23" dur="500"/>
                                        <p:tgtEl>
                                          <p:spTgt spid="11"/>
                                        </p:tgtEl>
                                      </p:cBhvr>
                                    </p:animEffect>
                                  </p:childTnLst>
                                </p:cTn>
                              </p:par>
                            </p:childTnLst>
                          </p:cTn>
                        </p:par>
                        <p:par>
                          <p:cTn id="24" fill="hold">
                            <p:stCondLst>
                              <p:cond delay="1250"/>
                            </p:stCondLst>
                            <p:childTnLst>
                              <p:par>
                                <p:cTn id="25" presetID="22" presetClass="entr" presetSubtype="1"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up)">
                                      <p:cBhvr>
                                        <p:cTn id="27" dur="750"/>
                                        <p:tgtEl>
                                          <p:spTgt spid="9"/>
                                        </p:tgtEl>
                                      </p:cBhvr>
                                    </p:animEffect>
                                  </p:childTnLst>
                                </p:cTn>
                              </p:par>
                              <p:par>
                                <p:cTn id="28" presetID="42" presetClass="entr" presetSubtype="0" fill="hold" grpId="0" nodeType="withEffect">
                                  <p:stCondLst>
                                    <p:cond delay="25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1000"/>
                                        <p:tgtEl>
                                          <p:spTgt spid="13"/>
                                        </p:tgtEl>
                                      </p:cBhvr>
                                    </p:animEffect>
                                    <p:anim calcmode="lin" valueType="num">
                                      <p:cBhvr>
                                        <p:cTn id="31" dur="1000" fill="hold"/>
                                        <p:tgtEl>
                                          <p:spTgt spid="13"/>
                                        </p:tgtEl>
                                        <p:attrNameLst>
                                          <p:attrName>ppt_x</p:attrName>
                                        </p:attrNameLst>
                                      </p:cBhvr>
                                      <p:tavLst>
                                        <p:tav tm="0">
                                          <p:val>
                                            <p:strVal val="#ppt_x"/>
                                          </p:val>
                                        </p:tav>
                                        <p:tav tm="100000">
                                          <p:val>
                                            <p:strVal val="#ppt_x"/>
                                          </p:val>
                                        </p:tav>
                                      </p:tavLst>
                                    </p:anim>
                                    <p:anim calcmode="lin" valueType="num">
                                      <p:cBhvr>
                                        <p:cTn id="32" dur="1000" fill="hold"/>
                                        <p:tgtEl>
                                          <p:spTgt spid="13"/>
                                        </p:tgtEl>
                                        <p:attrNameLst>
                                          <p:attrName>ppt_y</p:attrName>
                                        </p:attrNameLst>
                                      </p:cBhvr>
                                      <p:tavLst>
                                        <p:tav tm="0">
                                          <p:val>
                                            <p:strVal val="#ppt_y+.1"/>
                                          </p:val>
                                        </p:tav>
                                        <p:tav tm="100000">
                                          <p:val>
                                            <p:strVal val="#ppt_y"/>
                                          </p:val>
                                        </p:tav>
                                      </p:tavLst>
                                    </p:anim>
                                  </p:childTnLst>
                                </p:cTn>
                              </p:par>
                            </p:childTnLst>
                          </p:cTn>
                        </p:par>
                        <p:par>
                          <p:cTn id="33" fill="hold">
                            <p:stCondLst>
                              <p:cond delay="2500"/>
                            </p:stCondLst>
                            <p:childTnLst>
                              <p:par>
                                <p:cTn id="34" presetID="22" presetClass="entr" presetSubtype="2" fill="hold"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wipe(right)">
                                      <p:cBhvr>
                                        <p:cTn id="36" dur="750"/>
                                        <p:tgtEl>
                                          <p:spTgt spid="10"/>
                                        </p:tgtEl>
                                      </p:cBhvr>
                                    </p:animEffect>
                                  </p:childTnLst>
                                </p:cTn>
                              </p:par>
                              <p:par>
                                <p:cTn id="37" presetID="22" presetClass="entr" presetSubtype="8" fill="hold" grpId="0" nodeType="withEffect">
                                  <p:stCondLst>
                                    <p:cond delay="25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2" grpId="0"/>
      <p:bldP spid="13"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grpSp>
        <p:nvGrpSpPr>
          <p:cNvPr id="8" name="Group 64"/>
          <p:cNvGrpSpPr/>
          <p:nvPr/>
        </p:nvGrpSpPr>
        <p:grpSpPr>
          <a:xfrm>
            <a:off x="6831192" y="2109512"/>
            <a:ext cx="5840575" cy="3525391"/>
            <a:chOff x="336947" y="1950447"/>
            <a:chExt cx="6745544" cy="4071635"/>
          </a:xfrm>
        </p:grpSpPr>
        <p:pic>
          <p:nvPicPr>
            <p:cNvPr id="9" name="Picture 65"/>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36947" y="1950447"/>
              <a:ext cx="6745544" cy="4071635"/>
            </a:xfrm>
            <a:prstGeom prst="rect">
              <a:avLst/>
            </a:prstGeom>
          </p:spPr>
        </p:pic>
        <p:sp>
          <p:nvSpPr>
            <p:cNvPr id="10" name="Rectangle 66"/>
            <p:cNvSpPr/>
            <p:nvPr/>
          </p:nvSpPr>
          <p:spPr>
            <a:xfrm>
              <a:off x="1129035" y="2160307"/>
              <a:ext cx="5184576" cy="3240361"/>
            </a:xfrm>
            <a:prstGeom prst="rect">
              <a:avLst/>
            </a:prstGeom>
            <a:blipFill>
              <a:blip r:embed="rId3" cstate="screen">
                <a:extLst>
                  <a:ext uri="{28A0092B-C50C-407E-A947-70E740481C1C}">
                    <a14:useLocalDpi xmlns:a14="http://schemas.microsoft.com/office/drawing/2010/main"/>
                  </a:ext>
                </a:extLst>
              </a:blip>
              <a:srcRect/>
              <a:stretch>
                <a:fillRect/>
              </a:stretch>
            </a:blipFill>
            <a:ln w="25400" cap="flat" cmpd="sng" algn="ctr">
              <a:noFill/>
              <a:prstDash val="solid"/>
            </a:ln>
            <a:effectLst/>
          </p:spPr>
          <p:txBody>
            <a:bodyPr rtlCol="0" anchor="ctr"/>
            <a:lstStyle/>
            <a:p>
              <a:pPr algn="ctr" fontAlgn="auto">
                <a:spcBef>
                  <a:spcPts val="0"/>
                </a:spcBef>
                <a:spcAft>
                  <a:spcPts val="0"/>
                </a:spcAft>
                <a:defRPr/>
              </a:pPr>
              <a:endParaRPr lang="en-US" kern="0">
                <a:solidFill>
                  <a:sysClr val="window" lastClr="FFFFFF"/>
                </a:solidFill>
                <a:latin typeface="微软雅黑"/>
                <a:ea typeface="微软雅黑"/>
              </a:endParaRPr>
            </a:p>
          </p:txBody>
        </p:sp>
      </p:grpSp>
      <p:grpSp>
        <p:nvGrpSpPr>
          <p:cNvPr id="11" name="Group 52"/>
          <p:cNvGrpSpPr/>
          <p:nvPr/>
        </p:nvGrpSpPr>
        <p:grpSpPr>
          <a:xfrm>
            <a:off x="6128013" y="2438041"/>
            <a:ext cx="5840575" cy="3525391"/>
            <a:chOff x="336947" y="1950447"/>
            <a:chExt cx="6745544" cy="4071635"/>
          </a:xfrm>
        </p:grpSpPr>
        <p:pic>
          <p:nvPicPr>
            <p:cNvPr id="12" name="Picture 53"/>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36947" y="1950447"/>
              <a:ext cx="6745544" cy="4071635"/>
            </a:xfrm>
            <a:prstGeom prst="rect">
              <a:avLst/>
            </a:prstGeom>
          </p:spPr>
        </p:pic>
        <p:sp>
          <p:nvSpPr>
            <p:cNvPr id="13" name="Rectangle 54"/>
            <p:cNvSpPr/>
            <p:nvPr/>
          </p:nvSpPr>
          <p:spPr>
            <a:xfrm>
              <a:off x="1129035" y="2160307"/>
              <a:ext cx="5184576" cy="3240361"/>
            </a:xfrm>
            <a:prstGeom prst="rect">
              <a:avLst/>
            </a:prstGeom>
            <a:blipFill>
              <a:blip r:embed="rId4" cstate="screen">
                <a:extLst>
                  <a:ext uri="{28A0092B-C50C-407E-A947-70E740481C1C}">
                    <a14:useLocalDpi xmlns:a14="http://schemas.microsoft.com/office/drawing/2010/main"/>
                  </a:ext>
                </a:extLst>
              </a:blip>
              <a:srcRect/>
              <a:stretch>
                <a:fillRect/>
              </a:stretch>
            </a:blipFill>
            <a:ln w="25400" cap="flat" cmpd="sng" algn="ctr">
              <a:noFill/>
              <a:prstDash val="solid"/>
            </a:ln>
            <a:effectLst/>
          </p:spPr>
          <p:txBody>
            <a:bodyPr rtlCol="0" anchor="ctr"/>
            <a:lstStyle/>
            <a:p>
              <a:pPr algn="ctr" fontAlgn="auto">
                <a:spcBef>
                  <a:spcPts val="0"/>
                </a:spcBef>
                <a:spcAft>
                  <a:spcPts val="0"/>
                </a:spcAft>
                <a:defRPr/>
              </a:pPr>
              <a:endParaRPr lang="en-US" kern="0">
                <a:solidFill>
                  <a:sysClr val="window" lastClr="FFFFFF"/>
                </a:solidFill>
                <a:latin typeface="微软雅黑"/>
                <a:ea typeface="微软雅黑"/>
              </a:endParaRPr>
            </a:p>
          </p:txBody>
        </p:sp>
      </p:grpSp>
      <p:sp>
        <p:nvSpPr>
          <p:cNvPr id="14" name="Rectangle 67"/>
          <p:cNvSpPr/>
          <p:nvPr/>
        </p:nvSpPr>
        <p:spPr>
          <a:xfrm>
            <a:off x="3415750" y="5424501"/>
            <a:ext cx="2209992" cy="611706"/>
          </a:xfrm>
          <a:prstGeom prst="rect">
            <a:avLst/>
          </a:prstGeom>
        </p:spPr>
        <p:txBody>
          <a:bodyPr wrap="square">
            <a:spAutoFit/>
          </a:bodyPr>
          <a:lstStyle/>
          <a:p>
            <a:pPr fontAlgn="auto">
              <a:spcBef>
                <a:spcPts val="0"/>
              </a:spcBef>
              <a:spcAft>
                <a:spcPts val="0"/>
              </a:spcAft>
              <a:defRPr/>
            </a:pPr>
            <a:r>
              <a:rPr lang="zh-CN" altLang="en-US" sz="1125"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此处添加详细文本描述，建议与标题相关并符合整体语言风格，语言描述尽量简洁生动。</a:t>
            </a:r>
            <a:endParaRPr lang="id-ID" altLang="zh-CN" sz="1125" kern="0" dirty="0">
              <a:solidFill>
                <a:prstClr val="white"/>
              </a:solidFill>
              <a:latin typeface="微软雅黑" pitchFamily="34" charset="-122"/>
              <a:ea typeface="微软雅黑" pitchFamily="34" charset="-122"/>
              <a:cs typeface="Open Sans Light" pitchFamily="34" charset="0"/>
            </a:endParaRPr>
          </a:p>
        </p:txBody>
      </p:sp>
      <p:sp>
        <p:nvSpPr>
          <p:cNvPr id="15" name="Rectangle 68"/>
          <p:cNvSpPr/>
          <p:nvPr/>
        </p:nvSpPr>
        <p:spPr>
          <a:xfrm>
            <a:off x="603033" y="5424501"/>
            <a:ext cx="2209992" cy="611706"/>
          </a:xfrm>
          <a:prstGeom prst="rect">
            <a:avLst/>
          </a:prstGeom>
        </p:spPr>
        <p:txBody>
          <a:bodyPr wrap="square">
            <a:spAutoFit/>
          </a:bodyPr>
          <a:lstStyle/>
          <a:p>
            <a:pPr fontAlgn="auto">
              <a:spcBef>
                <a:spcPts val="0"/>
              </a:spcBef>
              <a:spcAft>
                <a:spcPts val="0"/>
              </a:spcAft>
              <a:defRPr/>
            </a:pPr>
            <a:r>
              <a:rPr lang="zh-CN" altLang="en-US" sz="1125"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此处添加详细文本描述，建议与标题相关并符合整体语言风格，语言描述尽量简洁生动。</a:t>
            </a:r>
            <a:endParaRPr lang="id-ID" sz="1125" kern="0" dirty="0">
              <a:solidFill>
                <a:prstClr val="white"/>
              </a:solidFill>
              <a:latin typeface="微软雅黑" pitchFamily="34" charset="-122"/>
              <a:ea typeface="微软雅黑" pitchFamily="34" charset="-122"/>
              <a:cs typeface="Open Sans Light" pitchFamily="34" charset="0"/>
            </a:endParaRPr>
          </a:p>
        </p:txBody>
      </p:sp>
      <p:cxnSp>
        <p:nvCxnSpPr>
          <p:cNvPr id="16" name="Straight Connector 69"/>
          <p:cNvCxnSpPr/>
          <p:nvPr/>
        </p:nvCxnSpPr>
        <p:spPr>
          <a:xfrm rot="5400000">
            <a:off x="2712012" y="5738930"/>
            <a:ext cx="804750" cy="2233"/>
          </a:xfrm>
          <a:prstGeom prst="line">
            <a:avLst/>
          </a:prstGeom>
          <a:noFill/>
          <a:ln w="12700" cap="flat" cmpd="sng" algn="ctr">
            <a:solidFill>
              <a:schemeClr val="bg1">
                <a:alpha val="50000"/>
              </a:schemeClr>
            </a:solidFill>
            <a:prstDash val="sysDot"/>
          </a:ln>
          <a:effectLst/>
        </p:spPr>
      </p:cxnSp>
      <p:sp>
        <p:nvSpPr>
          <p:cNvPr id="17" name="Rectangle 71"/>
          <p:cNvSpPr/>
          <p:nvPr/>
        </p:nvSpPr>
        <p:spPr>
          <a:xfrm>
            <a:off x="603033" y="1707696"/>
            <a:ext cx="5223617" cy="741357"/>
          </a:xfrm>
          <a:prstGeom prst="rect">
            <a:avLst/>
          </a:prstGeom>
        </p:spPr>
        <p:txBody>
          <a:bodyPr wrap="square">
            <a:spAutoFit/>
          </a:bodyPr>
          <a:lstStyle/>
          <a:p>
            <a:pPr fontAlgn="auto">
              <a:spcBef>
                <a:spcPts val="0"/>
              </a:spcBef>
              <a:spcAft>
                <a:spcPts val="0"/>
              </a:spcAft>
              <a:defRPr/>
            </a:pPr>
            <a:r>
              <a:rPr lang="zh-CN" altLang="en-US" sz="1406"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此处添加详细文本描述，建议与标题相关并符合整体语言风格，语言描述尽量简洁生动。尽量将每页幻灯片的字数控制在</a:t>
            </a:r>
            <a:r>
              <a:rPr lang="en-US" altLang="zh-CN" sz="1406" kern="0" dirty="0">
                <a:solidFill>
                  <a:prstClr val="white"/>
                </a:solidFill>
                <a:latin typeface="微软雅黑" pitchFamily="34" charset="-122"/>
                <a:ea typeface="微软雅黑" pitchFamily="34" charset="-122"/>
                <a:cs typeface="Open Sans Light" pitchFamily="34" charset="0"/>
              </a:rPr>
              <a:t>200</a:t>
            </a:r>
            <a:r>
              <a:rPr lang="zh-CN" altLang="en-US" sz="1406" kern="0" dirty="0">
                <a:solidFill>
                  <a:prstClr val="white"/>
                </a:solidFill>
                <a:latin typeface="微软雅黑" pitchFamily="34" charset="-122"/>
                <a:ea typeface="微软雅黑" pitchFamily="34" charset="-122"/>
                <a:cs typeface="Open Sans Light" pitchFamily="34" charset="0"/>
              </a:rPr>
              <a:t>字以内，据统计每页幻灯片的最好控制在</a:t>
            </a:r>
            <a:r>
              <a:rPr lang="en-US" altLang="zh-CN" sz="1406" kern="0" dirty="0">
                <a:solidFill>
                  <a:prstClr val="white"/>
                </a:solidFill>
                <a:latin typeface="微软雅黑" pitchFamily="34" charset="-122"/>
                <a:ea typeface="微软雅黑" pitchFamily="34" charset="-122"/>
                <a:cs typeface="Open Sans Light" pitchFamily="34" charset="0"/>
              </a:rPr>
              <a:t>5</a:t>
            </a:r>
            <a:r>
              <a:rPr lang="zh-CN" altLang="en-US" sz="1406" kern="0" dirty="0">
                <a:solidFill>
                  <a:prstClr val="white"/>
                </a:solidFill>
                <a:latin typeface="微软雅黑" pitchFamily="34" charset="-122"/>
                <a:ea typeface="微软雅黑" pitchFamily="34" charset="-122"/>
                <a:cs typeface="Open Sans Light" pitchFamily="34" charset="0"/>
              </a:rPr>
              <a:t>分钟之内。</a:t>
            </a:r>
          </a:p>
        </p:txBody>
      </p:sp>
      <p:grpSp>
        <p:nvGrpSpPr>
          <p:cNvPr id="18" name="Group 35"/>
          <p:cNvGrpSpPr/>
          <p:nvPr/>
        </p:nvGrpSpPr>
        <p:grpSpPr>
          <a:xfrm>
            <a:off x="502578" y="2913145"/>
            <a:ext cx="1506813" cy="1976516"/>
            <a:chOff x="357158" y="2071684"/>
            <a:chExt cx="1071570" cy="1405600"/>
          </a:xfrm>
        </p:grpSpPr>
        <p:sp>
          <p:nvSpPr>
            <p:cNvPr id="19" name="Oval 61"/>
            <p:cNvSpPr/>
            <p:nvPr/>
          </p:nvSpPr>
          <p:spPr>
            <a:xfrm>
              <a:off x="633817" y="2071684"/>
              <a:ext cx="449414" cy="449414"/>
            </a:xfrm>
            <a:prstGeom prst="ellipse">
              <a:avLst/>
            </a:prstGeom>
            <a:noFill/>
            <a:ln w="25400" cap="flat" cmpd="sng" algn="ctr">
              <a:solidFill>
                <a:schemeClr val="bg1">
                  <a:alpha val="50000"/>
                </a:schemeClr>
              </a:solidFill>
              <a:prstDash val="solid"/>
            </a:ln>
            <a:effectLst/>
          </p:spPr>
          <p:txBody>
            <a:bodyPr rtlCol="0" anchor="ctr"/>
            <a:lstStyle/>
            <a:p>
              <a:pPr algn="ctr" fontAlgn="auto">
                <a:spcBef>
                  <a:spcPts val="0"/>
                </a:spcBef>
                <a:spcAft>
                  <a:spcPts val="0"/>
                </a:spcAft>
                <a:defRPr/>
              </a:pPr>
              <a:endParaRPr lang="en-US" kern="0">
                <a:solidFill>
                  <a:prstClr val="black">
                    <a:lumMod val="65000"/>
                    <a:lumOff val="35000"/>
                  </a:prstClr>
                </a:solidFill>
                <a:latin typeface="微软雅黑" pitchFamily="34" charset="-122"/>
                <a:ea typeface="微软雅黑" pitchFamily="34" charset="-122"/>
              </a:endParaRPr>
            </a:p>
          </p:txBody>
        </p:sp>
        <p:sp>
          <p:nvSpPr>
            <p:cNvPr id="20" name="Rectangle 72"/>
            <p:cNvSpPr/>
            <p:nvPr/>
          </p:nvSpPr>
          <p:spPr>
            <a:xfrm>
              <a:off x="357158" y="2857502"/>
              <a:ext cx="1071570" cy="619782"/>
            </a:xfrm>
            <a:prstGeom prst="rect">
              <a:avLst/>
            </a:prstGeom>
          </p:spPr>
          <p:txBody>
            <a:bodyPr wrap="square">
              <a:spAutoFit/>
            </a:bodyPr>
            <a:lstStyle/>
            <a:p>
              <a:pPr algn="ctr" fontAlgn="auto">
                <a:spcBef>
                  <a:spcPts val="0"/>
                </a:spcBef>
                <a:spcAft>
                  <a:spcPts val="0"/>
                </a:spcAft>
                <a:defRPr/>
              </a:pPr>
              <a:r>
                <a:rPr lang="zh-CN" altLang="en-US" sz="1266"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a:t>
              </a:r>
            </a:p>
          </p:txBody>
        </p:sp>
        <p:sp>
          <p:nvSpPr>
            <p:cNvPr id="21" name="Rectangle 73"/>
            <p:cNvSpPr/>
            <p:nvPr/>
          </p:nvSpPr>
          <p:spPr>
            <a:xfrm>
              <a:off x="555530" y="2571750"/>
              <a:ext cx="680793" cy="219514"/>
            </a:xfrm>
            <a:prstGeom prst="rect">
              <a:avLst/>
            </a:prstGeom>
          </p:spPr>
          <p:txBody>
            <a:bodyPr wrap="none">
              <a:spAutoFit/>
            </a:bodyPr>
            <a:lstStyle/>
            <a:p>
              <a:pPr algn="ctr" fontAlgn="auto">
                <a:spcBef>
                  <a:spcPts val="0"/>
                </a:spcBef>
                <a:spcAft>
                  <a:spcPts val="0"/>
                </a:spcAft>
                <a:defRPr/>
              </a:pPr>
              <a:r>
                <a:rPr lang="zh-CN" altLang="en-US" sz="1406" b="1" kern="0" dirty="0">
                  <a:solidFill>
                    <a:prstClr val="white"/>
                  </a:solidFill>
                  <a:latin typeface="微软雅黑" pitchFamily="34" charset="-122"/>
                  <a:ea typeface="微软雅黑" pitchFamily="34" charset="-122"/>
                  <a:cs typeface="Open Sans" pitchFamily="34" charset="0"/>
                </a:rPr>
                <a:t>项目名称 </a:t>
              </a:r>
              <a:endParaRPr lang="en-US" sz="1406" b="1" kern="0" dirty="0">
                <a:solidFill>
                  <a:prstClr val="white"/>
                </a:solidFill>
                <a:latin typeface="微软雅黑" pitchFamily="34" charset="-122"/>
                <a:ea typeface="微软雅黑" pitchFamily="34" charset="-122"/>
                <a:cs typeface="Open Sans" pitchFamily="34" charset="0"/>
              </a:endParaRPr>
            </a:p>
          </p:txBody>
        </p:sp>
        <p:sp>
          <p:nvSpPr>
            <p:cNvPr id="22" name="Freeform 26"/>
            <p:cNvSpPr>
              <a:spLocks/>
            </p:cNvSpPr>
            <p:nvPr/>
          </p:nvSpPr>
          <p:spPr bwMode="auto">
            <a:xfrm>
              <a:off x="78578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128580" tIns="64290" rIns="128580" bIns="64290" numCol="1" anchor="t" anchorCtr="0" compatLnSpc="1">
              <a:prstTxWarp prst="textNoShape">
                <a:avLst/>
              </a:prstTxWarp>
            </a:bodyPr>
            <a:lstStyle/>
            <a:p>
              <a:pPr fontAlgn="auto">
                <a:spcBef>
                  <a:spcPts val="0"/>
                </a:spcBef>
                <a:spcAft>
                  <a:spcPts val="0"/>
                </a:spcAft>
                <a:defRPr/>
              </a:pPr>
              <a:endParaRPr lang="en-US" kern="0" dirty="0">
                <a:solidFill>
                  <a:prstClr val="black">
                    <a:lumMod val="65000"/>
                    <a:lumOff val="35000"/>
                  </a:prstClr>
                </a:solidFill>
                <a:latin typeface="微软雅黑" pitchFamily="34" charset="-122"/>
                <a:ea typeface="微软雅黑" pitchFamily="34" charset="-122"/>
              </a:endParaRPr>
            </a:p>
          </p:txBody>
        </p:sp>
      </p:grpSp>
      <p:grpSp>
        <p:nvGrpSpPr>
          <p:cNvPr id="23" name="Group 36"/>
          <p:cNvGrpSpPr/>
          <p:nvPr/>
        </p:nvGrpSpPr>
        <p:grpSpPr>
          <a:xfrm>
            <a:off x="2524448" y="2913145"/>
            <a:ext cx="1506813" cy="1976516"/>
            <a:chOff x="1795011" y="2071684"/>
            <a:chExt cx="1071570" cy="1405600"/>
          </a:xfrm>
        </p:grpSpPr>
        <p:sp>
          <p:nvSpPr>
            <p:cNvPr id="24" name="Oval 62"/>
            <p:cNvSpPr/>
            <p:nvPr/>
          </p:nvSpPr>
          <p:spPr>
            <a:xfrm>
              <a:off x="2071670" y="2071684"/>
              <a:ext cx="449414" cy="449414"/>
            </a:xfrm>
            <a:prstGeom prst="ellipse">
              <a:avLst/>
            </a:prstGeom>
            <a:noFill/>
            <a:ln w="25400" cap="flat" cmpd="sng" algn="ctr">
              <a:solidFill>
                <a:schemeClr val="bg1"/>
              </a:solidFill>
              <a:prstDash val="solid"/>
            </a:ln>
            <a:effectLst/>
          </p:spPr>
          <p:txBody>
            <a:bodyPr rtlCol="0" anchor="ctr"/>
            <a:lstStyle/>
            <a:p>
              <a:pPr algn="ctr" fontAlgn="auto">
                <a:spcBef>
                  <a:spcPts val="0"/>
                </a:spcBef>
                <a:spcAft>
                  <a:spcPts val="0"/>
                </a:spcAft>
                <a:defRPr/>
              </a:pPr>
              <a:endParaRPr lang="en-US" kern="0">
                <a:solidFill>
                  <a:prstClr val="black">
                    <a:lumMod val="65000"/>
                    <a:lumOff val="35000"/>
                  </a:prstClr>
                </a:solidFill>
                <a:latin typeface="微软雅黑" pitchFamily="34" charset="-122"/>
                <a:ea typeface="微软雅黑" pitchFamily="34" charset="-122"/>
              </a:endParaRPr>
            </a:p>
          </p:txBody>
        </p:sp>
        <p:sp>
          <p:nvSpPr>
            <p:cNvPr id="25" name="Rectangle 74"/>
            <p:cNvSpPr/>
            <p:nvPr/>
          </p:nvSpPr>
          <p:spPr>
            <a:xfrm>
              <a:off x="1795011" y="2857502"/>
              <a:ext cx="1071570" cy="619782"/>
            </a:xfrm>
            <a:prstGeom prst="rect">
              <a:avLst/>
            </a:prstGeom>
          </p:spPr>
          <p:txBody>
            <a:bodyPr wrap="square">
              <a:spAutoFit/>
            </a:bodyPr>
            <a:lstStyle/>
            <a:p>
              <a:pPr algn="ctr" fontAlgn="auto">
                <a:spcBef>
                  <a:spcPts val="0"/>
                </a:spcBef>
                <a:spcAft>
                  <a:spcPts val="0"/>
                </a:spcAft>
                <a:defRPr/>
              </a:pPr>
              <a:r>
                <a:rPr lang="zh-CN" altLang="en-US" sz="1266"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a:t>
              </a:r>
            </a:p>
          </p:txBody>
        </p:sp>
        <p:sp>
          <p:nvSpPr>
            <p:cNvPr id="26" name="Rectangle 27"/>
            <p:cNvSpPr/>
            <p:nvPr/>
          </p:nvSpPr>
          <p:spPr>
            <a:xfrm>
              <a:off x="1984291" y="2571750"/>
              <a:ext cx="680793" cy="219514"/>
            </a:xfrm>
            <a:prstGeom prst="rect">
              <a:avLst/>
            </a:prstGeom>
          </p:spPr>
          <p:txBody>
            <a:bodyPr wrap="none">
              <a:spAutoFit/>
            </a:bodyPr>
            <a:lstStyle/>
            <a:p>
              <a:pPr algn="ctr" fontAlgn="auto">
                <a:spcBef>
                  <a:spcPts val="0"/>
                </a:spcBef>
                <a:spcAft>
                  <a:spcPts val="0"/>
                </a:spcAft>
                <a:defRPr/>
              </a:pPr>
              <a:r>
                <a:rPr lang="zh-CN" altLang="en-US" sz="1406" b="1" kern="0" dirty="0">
                  <a:solidFill>
                    <a:prstClr val="white"/>
                  </a:solidFill>
                  <a:latin typeface="微软雅黑" pitchFamily="34" charset="-122"/>
                  <a:ea typeface="微软雅黑" pitchFamily="34" charset="-122"/>
                  <a:cs typeface="Open Sans" pitchFamily="34" charset="0"/>
                </a:rPr>
                <a:t>项目名称 </a:t>
              </a:r>
              <a:endParaRPr lang="en-US" sz="1406" b="1" kern="0" dirty="0">
                <a:solidFill>
                  <a:prstClr val="white"/>
                </a:solidFill>
                <a:latin typeface="微软雅黑" pitchFamily="34" charset="-122"/>
                <a:ea typeface="微软雅黑" pitchFamily="34" charset="-122"/>
                <a:cs typeface="Open Sans" pitchFamily="34" charset="0"/>
              </a:endParaRPr>
            </a:p>
          </p:txBody>
        </p:sp>
        <p:sp>
          <p:nvSpPr>
            <p:cNvPr id="27" name="Freeform 26"/>
            <p:cNvSpPr>
              <a:spLocks/>
            </p:cNvSpPr>
            <p:nvPr/>
          </p:nvSpPr>
          <p:spPr bwMode="auto">
            <a:xfrm>
              <a:off x="221454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128580" tIns="64290" rIns="128580" bIns="64290" numCol="1" anchor="t" anchorCtr="0" compatLnSpc="1">
              <a:prstTxWarp prst="textNoShape">
                <a:avLst/>
              </a:prstTxWarp>
            </a:bodyPr>
            <a:lstStyle/>
            <a:p>
              <a:pPr fontAlgn="auto">
                <a:spcBef>
                  <a:spcPts val="0"/>
                </a:spcBef>
                <a:spcAft>
                  <a:spcPts val="0"/>
                </a:spcAft>
                <a:defRPr/>
              </a:pPr>
              <a:endParaRPr lang="en-US" kern="0" dirty="0">
                <a:solidFill>
                  <a:prstClr val="black">
                    <a:lumMod val="65000"/>
                    <a:lumOff val="35000"/>
                  </a:prstClr>
                </a:solidFill>
                <a:latin typeface="微软雅黑" pitchFamily="34" charset="-122"/>
                <a:ea typeface="微软雅黑" pitchFamily="34" charset="-122"/>
              </a:endParaRPr>
            </a:p>
          </p:txBody>
        </p:sp>
      </p:grpSp>
      <p:grpSp>
        <p:nvGrpSpPr>
          <p:cNvPr id="28" name="Group 37"/>
          <p:cNvGrpSpPr/>
          <p:nvPr/>
        </p:nvGrpSpPr>
        <p:grpSpPr>
          <a:xfrm>
            <a:off x="4533532" y="2913145"/>
            <a:ext cx="1506813" cy="1976516"/>
            <a:chOff x="3223771" y="2071684"/>
            <a:chExt cx="1071570" cy="1405600"/>
          </a:xfrm>
        </p:grpSpPr>
        <p:sp>
          <p:nvSpPr>
            <p:cNvPr id="29" name="Oval 63"/>
            <p:cNvSpPr/>
            <p:nvPr/>
          </p:nvSpPr>
          <p:spPr>
            <a:xfrm>
              <a:off x="3500430" y="2071684"/>
              <a:ext cx="449414" cy="449414"/>
            </a:xfrm>
            <a:prstGeom prst="ellipse">
              <a:avLst/>
            </a:prstGeom>
            <a:noFill/>
            <a:ln w="25400" cap="flat" cmpd="sng" algn="ctr">
              <a:solidFill>
                <a:schemeClr val="bg1"/>
              </a:solidFill>
              <a:prstDash val="solid"/>
            </a:ln>
            <a:effectLst/>
          </p:spPr>
          <p:txBody>
            <a:bodyPr rtlCol="0" anchor="ctr"/>
            <a:lstStyle/>
            <a:p>
              <a:pPr algn="ctr" fontAlgn="auto">
                <a:spcBef>
                  <a:spcPts val="0"/>
                </a:spcBef>
                <a:spcAft>
                  <a:spcPts val="0"/>
                </a:spcAft>
                <a:defRPr/>
              </a:pPr>
              <a:endParaRPr lang="en-US" kern="0">
                <a:solidFill>
                  <a:prstClr val="black">
                    <a:lumMod val="65000"/>
                    <a:lumOff val="35000"/>
                  </a:prstClr>
                </a:solidFill>
                <a:latin typeface="微软雅黑" pitchFamily="34" charset="-122"/>
                <a:ea typeface="微软雅黑" pitchFamily="34" charset="-122"/>
              </a:endParaRPr>
            </a:p>
          </p:txBody>
        </p:sp>
        <p:sp>
          <p:nvSpPr>
            <p:cNvPr id="30" name="Rectangle 76"/>
            <p:cNvSpPr/>
            <p:nvPr/>
          </p:nvSpPr>
          <p:spPr>
            <a:xfrm>
              <a:off x="3223771" y="2857502"/>
              <a:ext cx="1071570" cy="619782"/>
            </a:xfrm>
            <a:prstGeom prst="rect">
              <a:avLst/>
            </a:prstGeom>
          </p:spPr>
          <p:txBody>
            <a:bodyPr wrap="square">
              <a:spAutoFit/>
            </a:bodyPr>
            <a:lstStyle/>
            <a:p>
              <a:pPr algn="ctr" fontAlgn="auto">
                <a:spcBef>
                  <a:spcPts val="0"/>
                </a:spcBef>
                <a:spcAft>
                  <a:spcPts val="0"/>
                </a:spcAft>
                <a:defRPr/>
              </a:pPr>
              <a:r>
                <a:rPr lang="zh-CN" altLang="en-US" sz="1266" kern="0" dirty="0">
                  <a:solidFill>
                    <a:prstClr val="white"/>
                  </a:solidFill>
                  <a:latin typeface="微软雅黑" pitchFamily="34" charset="-122"/>
                  <a:ea typeface="微软雅黑" pitchFamily="34" charset="-122"/>
                  <a:cs typeface="Open Sans Light" pitchFamily="34" charset="0"/>
                </a:rPr>
                <a:t>此处添加详细文本描述，建议与标题相关并符合整体语言风格</a:t>
              </a:r>
            </a:p>
          </p:txBody>
        </p:sp>
        <p:sp>
          <p:nvSpPr>
            <p:cNvPr id="31" name="Rectangle 28"/>
            <p:cNvSpPr/>
            <p:nvPr/>
          </p:nvSpPr>
          <p:spPr>
            <a:xfrm>
              <a:off x="3413051" y="2571750"/>
              <a:ext cx="680793" cy="219514"/>
            </a:xfrm>
            <a:prstGeom prst="rect">
              <a:avLst/>
            </a:prstGeom>
          </p:spPr>
          <p:txBody>
            <a:bodyPr wrap="none">
              <a:spAutoFit/>
            </a:bodyPr>
            <a:lstStyle/>
            <a:p>
              <a:pPr algn="ctr" fontAlgn="auto">
                <a:spcBef>
                  <a:spcPts val="0"/>
                </a:spcBef>
                <a:spcAft>
                  <a:spcPts val="0"/>
                </a:spcAft>
                <a:defRPr/>
              </a:pPr>
              <a:r>
                <a:rPr lang="zh-CN" altLang="en-US" sz="1406" b="1" kern="0" dirty="0">
                  <a:solidFill>
                    <a:prstClr val="white"/>
                  </a:solidFill>
                  <a:latin typeface="微软雅黑" pitchFamily="34" charset="-122"/>
                  <a:ea typeface="微软雅黑" pitchFamily="34" charset="-122"/>
                  <a:cs typeface="Open Sans" pitchFamily="34" charset="0"/>
                </a:rPr>
                <a:t>项目名称 </a:t>
              </a:r>
              <a:endParaRPr lang="en-US" sz="1406" b="1" kern="0" dirty="0">
                <a:solidFill>
                  <a:prstClr val="white"/>
                </a:solidFill>
                <a:latin typeface="微软雅黑" pitchFamily="34" charset="-122"/>
                <a:ea typeface="微软雅黑" pitchFamily="34" charset="-122"/>
                <a:cs typeface="Open Sans" pitchFamily="34" charset="0"/>
              </a:endParaRPr>
            </a:p>
          </p:txBody>
        </p:sp>
        <p:sp>
          <p:nvSpPr>
            <p:cNvPr id="32" name="Freeform 26"/>
            <p:cNvSpPr>
              <a:spLocks/>
            </p:cNvSpPr>
            <p:nvPr/>
          </p:nvSpPr>
          <p:spPr bwMode="auto">
            <a:xfrm>
              <a:off x="364330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128580" tIns="64290" rIns="128580" bIns="64290" numCol="1" anchor="t" anchorCtr="0" compatLnSpc="1">
              <a:prstTxWarp prst="textNoShape">
                <a:avLst/>
              </a:prstTxWarp>
            </a:bodyPr>
            <a:lstStyle/>
            <a:p>
              <a:pPr fontAlgn="auto">
                <a:spcBef>
                  <a:spcPts val="0"/>
                </a:spcBef>
                <a:spcAft>
                  <a:spcPts val="0"/>
                </a:spcAft>
                <a:defRPr/>
              </a:pPr>
              <a:endParaRPr lang="en-US" kern="0" dirty="0">
                <a:solidFill>
                  <a:prstClr val="black">
                    <a:lumMod val="65000"/>
                    <a:lumOff val="35000"/>
                  </a:prstClr>
                </a:solidFill>
                <a:latin typeface="微软雅黑" pitchFamily="34" charset="-122"/>
                <a:ea typeface="微软雅黑" pitchFamily="34" charset="-122"/>
              </a:endParaRPr>
            </a:p>
          </p:txBody>
        </p:sp>
      </p:grpSp>
    </p:spTree>
    <p:extLst>
      <p:ext uri="{BB962C8B-B14F-4D97-AF65-F5344CB8AC3E}">
        <p14:creationId xmlns:p14="http://schemas.microsoft.com/office/powerpoint/2010/main" val="1644018280"/>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par>
                          <p:cTn id="14" fill="hold">
                            <p:stCondLst>
                              <p:cond delay="500"/>
                            </p:stCondLst>
                            <p:childTnLst>
                              <p:par>
                                <p:cTn id="15" presetID="12" presetClass="entr" presetSubtype="2"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slide(fromRight)">
                                      <p:cBhvr>
                                        <p:cTn id="17" dur="500"/>
                                        <p:tgtEl>
                                          <p:spTgt spid="8"/>
                                        </p:tgtEl>
                                      </p:cBhvr>
                                    </p:animEffect>
                                  </p:childTnLst>
                                </p:cTn>
                              </p:par>
                            </p:childTnLst>
                          </p:cTn>
                        </p:par>
                        <p:par>
                          <p:cTn id="18" fill="hold">
                            <p:stCondLst>
                              <p:cond delay="1000"/>
                            </p:stCondLst>
                            <p:childTnLst>
                              <p:par>
                                <p:cTn id="19" presetID="12" presetClass="entr" presetSubtype="2"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slide(fromRight)">
                                      <p:cBhvr>
                                        <p:cTn id="21" dur="500"/>
                                        <p:tgtEl>
                                          <p:spTgt spid="11"/>
                                        </p:tgtEl>
                                      </p:cBhvr>
                                    </p:animEffect>
                                  </p:childTnLst>
                                </p:cTn>
                              </p:par>
                            </p:childTnLst>
                          </p:cTn>
                        </p:par>
                        <p:par>
                          <p:cTn id="22" fill="hold">
                            <p:stCondLst>
                              <p:cond delay="1500"/>
                            </p:stCondLst>
                            <p:childTnLst>
                              <p:par>
                                <p:cTn id="23" presetID="12" presetClass="entr" presetSubtype="1"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slide(fromTop)">
                                      <p:cBhvr>
                                        <p:cTn id="25" dur="500"/>
                                        <p:tgtEl>
                                          <p:spTgt spid="17"/>
                                        </p:tgtEl>
                                      </p:cBhvr>
                                    </p:animEffect>
                                  </p:childTnLst>
                                </p:cTn>
                              </p:par>
                            </p:childTnLst>
                          </p:cTn>
                        </p:par>
                        <p:par>
                          <p:cTn id="26" fill="hold">
                            <p:stCondLst>
                              <p:cond delay="2000"/>
                            </p:stCondLst>
                            <p:childTnLst>
                              <p:par>
                                <p:cTn id="27" presetID="12" presetClass="entr" presetSubtype="1" fill="hold" nodeType="after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slide(fromTop)">
                                      <p:cBhvr>
                                        <p:cTn id="29" dur="500"/>
                                        <p:tgtEl>
                                          <p:spTgt spid="18"/>
                                        </p:tgtEl>
                                      </p:cBhvr>
                                    </p:animEffect>
                                  </p:childTnLst>
                                </p:cTn>
                              </p:par>
                            </p:childTnLst>
                          </p:cTn>
                        </p:par>
                        <p:par>
                          <p:cTn id="30" fill="hold">
                            <p:stCondLst>
                              <p:cond delay="2500"/>
                            </p:stCondLst>
                            <p:childTnLst>
                              <p:par>
                                <p:cTn id="31" presetID="12" presetClass="entr" presetSubtype="1" fill="hold"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slide(fromTop)">
                                      <p:cBhvr>
                                        <p:cTn id="33" dur="500"/>
                                        <p:tgtEl>
                                          <p:spTgt spid="23"/>
                                        </p:tgtEl>
                                      </p:cBhvr>
                                    </p:animEffect>
                                  </p:childTnLst>
                                </p:cTn>
                              </p:par>
                            </p:childTnLst>
                          </p:cTn>
                        </p:par>
                        <p:par>
                          <p:cTn id="34" fill="hold">
                            <p:stCondLst>
                              <p:cond delay="3000"/>
                            </p:stCondLst>
                            <p:childTnLst>
                              <p:par>
                                <p:cTn id="35" presetID="12" presetClass="entr" presetSubtype="1" fill="hold" nodeType="after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slide(fromTop)">
                                      <p:cBhvr>
                                        <p:cTn id="37" dur="500"/>
                                        <p:tgtEl>
                                          <p:spTgt spid="28"/>
                                        </p:tgtEl>
                                      </p:cBhvr>
                                    </p:animEffect>
                                  </p:childTnLst>
                                </p:cTn>
                              </p:par>
                            </p:childTnLst>
                          </p:cTn>
                        </p:par>
                        <p:par>
                          <p:cTn id="38" fill="hold">
                            <p:stCondLst>
                              <p:cond delay="3500"/>
                            </p:stCondLst>
                            <p:childTnLst>
                              <p:par>
                                <p:cTn id="39" presetID="12" presetClass="entr" presetSubtype="1"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slide(fromTop)">
                                      <p:cBhvr>
                                        <p:cTn id="41" dur="500"/>
                                        <p:tgtEl>
                                          <p:spTgt spid="15"/>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slide(fromTop)">
                                      <p:cBhvr>
                                        <p:cTn id="45" dur="500"/>
                                        <p:tgtEl>
                                          <p:spTgt spid="16"/>
                                        </p:tgtEl>
                                      </p:cBhvr>
                                    </p:animEffect>
                                  </p:childTnLst>
                                </p:cTn>
                              </p:par>
                            </p:childTnLst>
                          </p:cTn>
                        </p:par>
                        <p:par>
                          <p:cTn id="46" fill="hold">
                            <p:stCondLst>
                              <p:cond delay="4500"/>
                            </p:stCondLst>
                            <p:childTnLst>
                              <p:par>
                                <p:cTn id="47" presetID="12" presetClass="entr" presetSubtype="1" fill="hold" grpId="0" nodeType="after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slide(fromTop)">
                                      <p:cBhvr>
                                        <p:cTn id="4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P spid="15" grpId="0"/>
      <p:bldP spid="17"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
        <p:nvSpPr>
          <p:cNvPr id="8" name="文本框 7"/>
          <p:cNvSpPr txBox="1"/>
          <p:nvPr/>
        </p:nvSpPr>
        <p:spPr>
          <a:xfrm>
            <a:off x="2002587" y="3409839"/>
            <a:ext cx="1757276" cy="421954"/>
          </a:xfrm>
          <a:prstGeom prst="rect">
            <a:avLst/>
          </a:prstGeom>
          <a:noFill/>
        </p:spPr>
        <p:txBody>
          <a:bodyPr wrap="square" lIns="96435" tIns="48218" rIns="96435" bIns="48218"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9" name="文本框 8"/>
          <p:cNvSpPr txBox="1"/>
          <p:nvPr/>
        </p:nvSpPr>
        <p:spPr>
          <a:xfrm>
            <a:off x="4372828" y="4312237"/>
            <a:ext cx="1757276" cy="421954"/>
          </a:xfrm>
          <a:prstGeom prst="rect">
            <a:avLst/>
          </a:prstGeom>
          <a:noFill/>
        </p:spPr>
        <p:txBody>
          <a:bodyPr wrap="square" lIns="96435" tIns="48218" rIns="96435" bIns="48218"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10" name="文本框 9"/>
          <p:cNvSpPr txBox="1"/>
          <p:nvPr/>
        </p:nvSpPr>
        <p:spPr>
          <a:xfrm>
            <a:off x="6698112" y="3409839"/>
            <a:ext cx="1757276" cy="421954"/>
          </a:xfrm>
          <a:prstGeom prst="rect">
            <a:avLst/>
          </a:prstGeom>
          <a:noFill/>
        </p:spPr>
        <p:txBody>
          <a:bodyPr wrap="square" lIns="96435" tIns="48218" rIns="96435" bIns="48218"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11" name="文本框 10"/>
          <p:cNvSpPr txBox="1"/>
          <p:nvPr/>
        </p:nvSpPr>
        <p:spPr>
          <a:xfrm>
            <a:off x="8906235" y="4312237"/>
            <a:ext cx="1757276" cy="421954"/>
          </a:xfrm>
          <a:prstGeom prst="rect">
            <a:avLst/>
          </a:prstGeom>
          <a:noFill/>
        </p:spPr>
        <p:txBody>
          <a:bodyPr wrap="square" lIns="96435" tIns="48218" rIns="96435" bIns="48218"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grpSp>
        <p:nvGrpSpPr>
          <p:cNvPr id="12" name="组合 11"/>
          <p:cNvGrpSpPr/>
          <p:nvPr/>
        </p:nvGrpSpPr>
        <p:grpSpPr>
          <a:xfrm>
            <a:off x="4551627" y="2872458"/>
            <a:ext cx="1261628" cy="1261627"/>
            <a:chOff x="4315518" y="2723665"/>
            <a:chExt cx="1196276" cy="1196274"/>
          </a:xfrm>
        </p:grpSpPr>
        <p:sp>
          <p:nvSpPr>
            <p:cNvPr id="13" name="Teardrop 40"/>
            <p:cNvSpPr/>
            <p:nvPr/>
          </p:nvSpPr>
          <p:spPr>
            <a:xfrm>
              <a:off x="4315518" y="2723665"/>
              <a:ext cx="1196276" cy="1196274"/>
            </a:xfrm>
            <a:prstGeom prst="teardrop">
              <a:avLst/>
            </a:pr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GB" sz="1898">
                <a:solidFill>
                  <a:prstClr val="white"/>
                </a:solidFill>
              </a:endParaRPr>
            </a:p>
          </p:txBody>
        </p:sp>
        <p:grpSp>
          <p:nvGrpSpPr>
            <p:cNvPr id="14" name="Group 80"/>
            <p:cNvGrpSpPr>
              <a:grpSpLocks noChangeAspect="1"/>
            </p:cNvGrpSpPr>
            <p:nvPr/>
          </p:nvGrpSpPr>
          <p:grpSpPr bwMode="auto">
            <a:xfrm>
              <a:off x="4674224" y="2892590"/>
              <a:ext cx="610129" cy="647440"/>
              <a:chOff x="4738" y="3130"/>
              <a:chExt cx="551" cy="590"/>
            </a:xfrm>
            <a:solidFill>
              <a:schemeClr val="bg1"/>
            </a:solidFill>
          </p:grpSpPr>
          <p:sp>
            <p:nvSpPr>
              <p:cNvPr id="15" name="Freeform 81"/>
              <p:cNvSpPr>
                <a:spLocks/>
              </p:cNvSpPr>
              <p:nvPr/>
            </p:nvSpPr>
            <p:spPr bwMode="auto">
              <a:xfrm>
                <a:off x="4738" y="3376"/>
                <a:ext cx="307" cy="344"/>
              </a:xfrm>
              <a:custGeom>
                <a:avLst/>
                <a:gdLst>
                  <a:gd name="T0" fmla="*/ 106 w 128"/>
                  <a:gd name="T1" fmla="*/ 144 h 144"/>
                  <a:gd name="T2" fmla="*/ 12 w 128"/>
                  <a:gd name="T3" fmla="*/ 144 h 144"/>
                  <a:gd name="T4" fmla="*/ 12 w 128"/>
                  <a:gd name="T5" fmla="*/ 14 h 144"/>
                  <a:gd name="T6" fmla="*/ 0 w 128"/>
                  <a:gd name="T7" fmla="*/ 14 h 144"/>
                  <a:gd name="T8" fmla="*/ 0 w 128"/>
                  <a:gd name="T9" fmla="*/ 0 h 144"/>
                  <a:gd name="T10" fmla="*/ 128 w 128"/>
                  <a:gd name="T11" fmla="*/ 0 h 144"/>
                  <a:gd name="T12" fmla="*/ 128 w 128"/>
                  <a:gd name="T13" fmla="*/ 14 h 144"/>
                  <a:gd name="T14" fmla="*/ 106 w 128"/>
                  <a:gd name="T15" fmla="*/ 14 h 144"/>
                  <a:gd name="T16" fmla="*/ 106 w 128"/>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44">
                    <a:moveTo>
                      <a:pt x="106" y="144"/>
                    </a:moveTo>
                    <a:cubicBezTo>
                      <a:pt x="74" y="144"/>
                      <a:pt x="43" y="144"/>
                      <a:pt x="12" y="144"/>
                    </a:cubicBezTo>
                    <a:cubicBezTo>
                      <a:pt x="12" y="100"/>
                      <a:pt x="12" y="57"/>
                      <a:pt x="12" y="14"/>
                    </a:cubicBezTo>
                    <a:cubicBezTo>
                      <a:pt x="8" y="14"/>
                      <a:pt x="4" y="14"/>
                      <a:pt x="0" y="14"/>
                    </a:cubicBezTo>
                    <a:cubicBezTo>
                      <a:pt x="0" y="9"/>
                      <a:pt x="0" y="4"/>
                      <a:pt x="0" y="0"/>
                    </a:cubicBezTo>
                    <a:cubicBezTo>
                      <a:pt x="43" y="0"/>
                      <a:pt x="85" y="0"/>
                      <a:pt x="128" y="0"/>
                    </a:cubicBezTo>
                    <a:cubicBezTo>
                      <a:pt x="128" y="4"/>
                      <a:pt x="128" y="9"/>
                      <a:pt x="128" y="14"/>
                    </a:cubicBezTo>
                    <a:cubicBezTo>
                      <a:pt x="121" y="14"/>
                      <a:pt x="114" y="14"/>
                      <a:pt x="106" y="14"/>
                    </a:cubicBezTo>
                    <a:cubicBezTo>
                      <a:pt x="106" y="57"/>
                      <a:pt x="106" y="100"/>
                      <a:pt x="106" y="144"/>
                    </a:cubicBezTo>
                    <a:close/>
                  </a:path>
                </a:pathLst>
              </a:custGeom>
              <a:grpFill/>
              <a:ln w="9525">
                <a:solidFill>
                  <a:srgbClr val="000000"/>
                </a:solid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16" name="Freeform 82"/>
              <p:cNvSpPr>
                <a:spLocks/>
              </p:cNvSpPr>
              <p:nvPr/>
            </p:nvSpPr>
            <p:spPr bwMode="auto">
              <a:xfrm>
                <a:off x="4940" y="3216"/>
                <a:ext cx="313" cy="504"/>
              </a:xfrm>
              <a:custGeom>
                <a:avLst/>
                <a:gdLst>
                  <a:gd name="T0" fmla="*/ 0 w 131"/>
                  <a:gd name="T1" fmla="*/ 19 h 211"/>
                  <a:gd name="T2" fmla="*/ 18 w 131"/>
                  <a:gd name="T3" fmla="*/ 0 h 211"/>
                  <a:gd name="T4" fmla="*/ 51 w 131"/>
                  <a:gd name="T5" fmla="*/ 30 h 211"/>
                  <a:gd name="T6" fmla="*/ 48 w 131"/>
                  <a:gd name="T7" fmla="*/ 33 h 211"/>
                  <a:gd name="T8" fmla="*/ 50 w 131"/>
                  <a:gd name="T9" fmla="*/ 36 h 211"/>
                  <a:gd name="T10" fmla="*/ 46 w 131"/>
                  <a:gd name="T11" fmla="*/ 39 h 211"/>
                  <a:gd name="T12" fmla="*/ 60 w 131"/>
                  <a:gd name="T13" fmla="*/ 41 h 211"/>
                  <a:gd name="T14" fmla="*/ 89 w 131"/>
                  <a:gd name="T15" fmla="*/ 35 h 211"/>
                  <a:gd name="T16" fmla="*/ 96 w 131"/>
                  <a:gd name="T17" fmla="*/ 26 h 211"/>
                  <a:gd name="T18" fmla="*/ 115 w 131"/>
                  <a:gd name="T19" fmla="*/ 15 h 211"/>
                  <a:gd name="T20" fmla="*/ 131 w 131"/>
                  <a:gd name="T21" fmla="*/ 30 h 211"/>
                  <a:gd name="T22" fmla="*/ 131 w 131"/>
                  <a:gd name="T23" fmla="*/ 33 h 211"/>
                  <a:gd name="T24" fmla="*/ 122 w 131"/>
                  <a:gd name="T25" fmla="*/ 109 h 211"/>
                  <a:gd name="T26" fmla="*/ 119 w 131"/>
                  <a:gd name="T27" fmla="*/ 122 h 211"/>
                  <a:gd name="T28" fmla="*/ 110 w 131"/>
                  <a:gd name="T29" fmla="*/ 132 h 211"/>
                  <a:gd name="T30" fmla="*/ 57 w 131"/>
                  <a:gd name="T31" fmla="*/ 140 h 211"/>
                  <a:gd name="T32" fmla="*/ 56 w 131"/>
                  <a:gd name="T33" fmla="*/ 140 h 211"/>
                  <a:gd name="T34" fmla="*/ 55 w 131"/>
                  <a:gd name="T35" fmla="*/ 140 h 211"/>
                  <a:gd name="T36" fmla="*/ 55 w 131"/>
                  <a:gd name="T37" fmla="*/ 145 h 211"/>
                  <a:gd name="T38" fmla="*/ 55 w 131"/>
                  <a:gd name="T39" fmla="*/ 195 h 211"/>
                  <a:gd name="T40" fmla="*/ 46 w 131"/>
                  <a:gd name="T41" fmla="*/ 209 h 211"/>
                  <a:gd name="T42" fmla="*/ 31 w 131"/>
                  <a:gd name="T43" fmla="*/ 200 h 211"/>
                  <a:gd name="T44" fmla="*/ 29 w 131"/>
                  <a:gd name="T45" fmla="*/ 170 h 211"/>
                  <a:gd name="T46" fmla="*/ 31 w 131"/>
                  <a:gd name="T47" fmla="*/ 138 h 211"/>
                  <a:gd name="T48" fmla="*/ 34 w 131"/>
                  <a:gd name="T49" fmla="*/ 130 h 211"/>
                  <a:gd name="T50" fmla="*/ 52 w 131"/>
                  <a:gd name="T51" fmla="*/ 116 h 211"/>
                  <a:gd name="T52" fmla="*/ 80 w 131"/>
                  <a:gd name="T53" fmla="*/ 111 h 211"/>
                  <a:gd name="T54" fmla="*/ 85 w 131"/>
                  <a:gd name="T55" fmla="*/ 107 h 211"/>
                  <a:gd name="T56" fmla="*/ 92 w 131"/>
                  <a:gd name="T57" fmla="*/ 62 h 211"/>
                  <a:gd name="T58" fmla="*/ 92 w 131"/>
                  <a:gd name="T59" fmla="*/ 60 h 211"/>
                  <a:gd name="T60" fmla="*/ 82 w 131"/>
                  <a:gd name="T61" fmla="*/ 63 h 211"/>
                  <a:gd name="T62" fmla="*/ 53 w 131"/>
                  <a:gd name="T63" fmla="*/ 63 h 211"/>
                  <a:gd name="T64" fmla="*/ 36 w 131"/>
                  <a:gd name="T65" fmla="*/ 60 h 211"/>
                  <a:gd name="T66" fmla="*/ 27 w 131"/>
                  <a:gd name="T67" fmla="*/ 46 h 211"/>
                  <a:gd name="T68" fmla="*/ 26 w 131"/>
                  <a:gd name="T69" fmla="*/ 43 h 211"/>
                  <a:gd name="T70" fmla="*/ 2 w 131"/>
                  <a:gd name="T71" fmla="*/ 21 h 211"/>
                  <a:gd name="T72" fmla="*/ 0 w 131"/>
                  <a:gd name="T73" fmla="*/ 1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1" h="211">
                    <a:moveTo>
                      <a:pt x="0" y="19"/>
                    </a:moveTo>
                    <a:cubicBezTo>
                      <a:pt x="6" y="12"/>
                      <a:pt x="12" y="6"/>
                      <a:pt x="18" y="0"/>
                    </a:cubicBezTo>
                    <a:cubicBezTo>
                      <a:pt x="29" y="10"/>
                      <a:pt x="40" y="20"/>
                      <a:pt x="51" y="30"/>
                    </a:cubicBezTo>
                    <a:cubicBezTo>
                      <a:pt x="50" y="31"/>
                      <a:pt x="49" y="32"/>
                      <a:pt x="48" y="33"/>
                    </a:cubicBezTo>
                    <a:cubicBezTo>
                      <a:pt x="49" y="34"/>
                      <a:pt x="49" y="35"/>
                      <a:pt x="50" y="36"/>
                    </a:cubicBezTo>
                    <a:cubicBezTo>
                      <a:pt x="49" y="37"/>
                      <a:pt x="48" y="37"/>
                      <a:pt x="46" y="39"/>
                    </a:cubicBezTo>
                    <a:cubicBezTo>
                      <a:pt x="51" y="39"/>
                      <a:pt x="55" y="40"/>
                      <a:pt x="60" y="41"/>
                    </a:cubicBezTo>
                    <a:cubicBezTo>
                      <a:pt x="70" y="42"/>
                      <a:pt x="80" y="41"/>
                      <a:pt x="89" y="35"/>
                    </a:cubicBezTo>
                    <a:cubicBezTo>
                      <a:pt x="92" y="32"/>
                      <a:pt x="95" y="30"/>
                      <a:pt x="96" y="26"/>
                    </a:cubicBezTo>
                    <a:cubicBezTo>
                      <a:pt x="100" y="18"/>
                      <a:pt x="107" y="15"/>
                      <a:pt x="115" y="15"/>
                    </a:cubicBezTo>
                    <a:cubicBezTo>
                      <a:pt x="122" y="16"/>
                      <a:pt x="129" y="23"/>
                      <a:pt x="131" y="30"/>
                    </a:cubicBezTo>
                    <a:cubicBezTo>
                      <a:pt x="131" y="31"/>
                      <a:pt x="131" y="32"/>
                      <a:pt x="131" y="33"/>
                    </a:cubicBezTo>
                    <a:cubicBezTo>
                      <a:pt x="129" y="59"/>
                      <a:pt x="128" y="84"/>
                      <a:pt x="122" y="109"/>
                    </a:cubicBezTo>
                    <a:cubicBezTo>
                      <a:pt x="121" y="114"/>
                      <a:pt x="120" y="118"/>
                      <a:pt x="119" y="122"/>
                    </a:cubicBezTo>
                    <a:cubicBezTo>
                      <a:pt x="118" y="127"/>
                      <a:pt x="114" y="130"/>
                      <a:pt x="110" y="132"/>
                    </a:cubicBezTo>
                    <a:cubicBezTo>
                      <a:pt x="93" y="140"/>
                      <a:pt x="75" y="142"/>
                      <a:pt x="57" y="140"/>
                    </a:cubicBezTo>
                    <a:cubicBezTo>
                      <a:pt x="57" y="140"/>
                      <a:pt x="56" y="140"/>
                      <a:pt x="56" y="140"/>
                    </a:cubicBezTo>
                    <a:cubicBezTo>
                      <a:pt x="56" y="140"/>
                      <a:pt x="56" y="140"/>
                      <a:pt x="55" y="140"/>
                    </a:cubicBezTo>
                    <a:cubicBezTo>
                      <a:pt x="55" y="142"/>
                      <a:pt x="55" y="144"/>
                      <a:pt x="55" y="145"/>
                    </a:cubicBezTo>
                    <a:cubicBezTo>
                      <a:pt x="53" y="162"/>
                      <a:pt x="53" y="178"/>
                      <a:pt x="55" y="195"/>
                    </a:cubicBezTo>
                    <a:cubicBezTo>
                      <a:pt x="56" y="202"/>
                      <a:pt x="52" y="208"/>
                      <a:pt x="46" y="209"/>
                    </a:cubicBezTo>
                    <a:cubicBezTo>
                      <a:pt x="39" y="211"/>
                      <a:pt x="32" y="207"/>
                      <a:pt x="31" y="200"/>
                    </a:cubicBezTo>
                    <a:cubicBezTo>
                      <a:pt x="30" y="190"/>
                      <a:pt x="29" y="180"/>
                      <a:pt x="29" y="170"/>
                    </a:cubicBezTo>
                    <a:cubicBezTo>
                      <a:pt x="28" y="159"/>
                      <a:pt x="29" y="148"/>
                      <a:pt x="31" y="138"/>
                    </a:cubicBezTo>
                    <a:cubicBezTo>
                      <a:pt x="32" y="135"/>
                      <a:pt x="33" y="133"/>
                      <a:pt x="34" y="130"/>
                    </a:cubicBezTo>
                    <a:cubicBezTo>
                      <a:pt x="37" y="122"/>
                      <a:pt x="44" y="118"/>
                      <a:pt x="52" y="116"/>
                    </a:cubicBezTo>
                    <a:cubicBezTo>
                      <a:pt x="61" y="113"/>
                      <a:pt x="71" y="112"/>
                      <a:pt x="80" y="111"/>
                    </a:cubicBezTo>
                    <a:cubicBezTo>
                      <a:pt x="84" y="111"/>
                      <a:pt x="84" y="111"/>
                      <a:pt x="85" y="107"/>
                    </a:cubicBezTo>
                    <a:cubicBezTo>
                      <a:pt x="88" y="92"/>
                      <a:pt x="90" y="77"/>
                      <a:pt x="92" y="62"/>
                    </a:cubicBezTo>
                    <a:cubicBezTo>
                      <a:pt x="92" y="61"/>
                      <a:pt x="92" y="61"/>
                      <a:pt x="92" y="60"/>
                    </a:cubicBezTo>
                    <a:cubicBezTo>
                      <a:pt x="88" y="61"/>
                      <a:pt x="85" y="62"/>
                      <a:pt x="82" y="63"/>
                    </a:cubicBezTo>
                    <a:cubicBezTo>
                      <a:pt x="72" y="65"/>
                      <a:pt x="63" y="65"/>
                      <a:pt x="53" y="63"/>
                    </a:cubicBezTo>
                    <a:cubicBezTo>
                      <a:pt x="47" y="63"/>
                      <a:pt x="42" y="62"/>
                      <a:pt x="36" y="60"/>
                    </a:cubicBezTo>
                    <a:cubicBezTo>
                      <a:pt x="28" y="59"/>
                      <a:pt x="25" y="54"/>
                      <a:pt x="27" y="46"/>
                    </a:cubicBezTo>
                    <a:cubicBezTo>
                      <a:pt x="27" y="45"/>
                      <a:pt x="27" y="44"/>
                      <a:pt x="26" y="43"/>
                    </a:cubicBezTo>
                    <a:cubicBezTo>
                      <a:pt x="18" y="36"/>
                      <a:pt x="10" y="28"/>
                      <a:pt x="2" y="21"/>
                    </a:cubicBezTo>
                    <a:cubicBezTo>
                      <a:pt x="1" y="20"/>
                      <a:pt x="1" y="20"/>
                      <a:pt x="0" y="19"/>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17" name="Freeform 83"/>
              <p:cNvSpPr>
                <a:spLocks/>
              </p:cNvSpPr>
              <p:nvPr/>
            </p:nvSpPr>
            <p:spPr bwMode="auto">
              <a:xfrm>
                <a:off x="5081" y="3412"/>
                <a:ext cx="208" cy="298"/>
              </a:xfrm>
              <a:custGeom>
                <a:avLst/>
                <a:gdLst>
                  <a:gd name="T0" fmla="*/ 39 w 87"/>
                  <a:gd name="T1" fmla="*/ 108 h 125"/>
                  <a:gd name="T2" fmla="*/ 48 w 87"/>
                  <a:gd name="T3" fmla="*/ 111 h 125"/>
                  <a:gd name="T4" fmla="*/ 52 w 87"/>
                  <a:gd name="T5" fmla="*/ 118 h 125"/>
                  <a:gd name="T6" fmla="*/ 50 w 87"/>
                  <a:gd name="T7" fmla="*/ 119 h 125"/>
                  <a:gd name="T8" fmla="*/ 46 w 87"/>
                  <a:gd name="T9" fmla="*/ 118 h 125"/>
                  <a:gd name="T10" fmla="*/ 45 w 87"/>
                  <a:gd name="T11" fmla="*/ 118 h 125"/>
                  <a:gd name="T12" fmla="*/ 44 w 87"/>
                  <a:gd name="T13" fmla="*/ 125 h 125"/>
                  <a:gd name="T14" fmla="*/ 34 w 87"/>
                  <a:gd name="T15" fmla="*/ 114 h 125"/>
                  <a:gd name="T16" fmla="*/ 20 w 87"/>
                  <a:gd name="T17" fmla="*/ 125 h 125"/>
                  <a:gd name="T18" fmla="*/ 22 w 87"/>
                  <a:gd name="T19" fmla="*/ 115 h 125"/>
                  <a:gd name="T20" fmla="*/ 31 w 87"/>
                  <a:gd name="T21" fmla="*/ 109 h 125"/>
                  <a:gd name="T22" fmla="*/ 33 w 87"/>
                  <a:gd name="T23" fmla="*/ 107 h 125"/>
                  <a:gd name="T24" fmla="*/ 33 w 87"/>
                  <a:gd name="T25" fmla="*/ 81 h 125"/>
                  <a:gd name="T26" fmla="*/ 33 w 87"/>
                  <a:gd name="T27" fmla="*/ 80 h 125"/>
                  <a:gd name="T28" fmla="*/ 27 w 87"/>
                  <a:gd name="T29" fmla="*/ 81 h 125"/>
                  <a:gd name="T30" fmla="*/ 7 w 87"/>
                  <a:gd name="T31" fmla="*/ 81 h 125"/>
                  <a:gd name="T32" fmla="*/ 1 w 87"/>
                  <a:gd name="T33" fmla="*/ 73 h 125"/>
                  <a:gd name="T34" fmla="*/ 12 w 87"/>
                  <a:gd name="T35" fmla="*/ 65 h 125"/>
                  <a:gd name="T36" fmla="*/ 43 w 87"/>
                  <a:gd name="T37" fmla="*/ 62 h 125"/>
                  <a:gd name="T38" fmla="*/ 70 w 87"/>
                  <a:gd name="T39" fmla="*/ 31 h 125"/>
                  <a:gd name="T40" fmla="*/ 73 w 87"/>
                  <a:gd name="T41" fmla="*/ 11 h 125"/>
                  <a:gd name="T42" fmla="*/ 81 w 87"/>
                  <a:gd name="T43" fmla="*/ 1 h 125"/>
                  <a:gd name="T44" fmla="*/ 87 w 87"/>
                  <a:gd name="T45" fmla="*/ 5 h 125"/>
                  <a:gd name="T46" fmla="*/ 86 w 87"/>
                  <a:gd name="T47" fmla="*/ 23 h 125"/>
                  <a:gd name="T48" fmla="*/ 72 w 87"/>
                  <a:gd name="T49" fmla="*/ 58 h 125"/>
                  <a:gd name="T50" fmla="*/ 52 w 87"/>
                  <a:gd name="T51" fmla="*/ 73 h 125"/>
                  <a:gd name="T52" fmla="*/ 41 w 87"/>
                  <a:gd name="T53" fmla="*/ 77 h 125"/>
                  <a:gd name="T54" fmla="*/ 39 w 87"/>
                  <a:gd name="T55" fmla="*/ 79 h 125"/>
                  <a:gd name="T56" fmla="*/ 39 w 87"/>
                  <a:gd name="T57" fmla="*/ 10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125">
                    <a:moveTo>
                      <a:pt x="39" y="108"/>
                    </a:moveTo>
                    <a:cubicBezTo>
                      <a:pt x="43" y="109"/>
                      <a:pt x="46" y="110"/>
                      <a:pt x="48" y="111"/>
                    </a:cubicBezTo>
                    <a:cubicBezTo>
                      <a:pt x="52" y="112"/>
                      <a:pt x="53" y="115"/>
                      <a:pt x="52" y="118"/>
                    </a:cubicBezTo>
                    <a:cubicBezTo>
                      <a:pt x="52" y="120"/>
                      <a:pt x="51" y="120"/>
                      <a:pt x="50" y="119"/>
                    </a:cubicBezTo>
                    <a:cubicBezTo>
                      <a:pt x="48" y="119"/>
                      <a:pt x="47" y="119"/>
                      <a:pt x="46" y="118"/>
                    </a:cubicBezTo>
                    <a:cubicBezTo>
                      <a:pt x="46" y="118"/>
                      <a:pt x="45" y="118"/>
                      <a:pt x="45" y="118"/>
                    </a:cubicBezTo>
                    <a:cubicBezTo>
                      <a:pt x="45" y="120"/>
                      <a:pt x="44" y="123"/>
                      <a:pt x="44" y="125"/>
                    </a:cubicBezTo>
                    <a:cubicBezTo>
                      <a:pt x="38" y="122"/>
                      <a:pt x="36" y="120"/>
                      <a:pt x="34" y="114"/>
                    </a:cubicBezTo>
                    <a:cubicBezTo>
                      <a:pt x="30" y="119"/>
                      <a:pt x="26" y="123"/>
                      <a:pt x="20" y="125"/>
                    </a:cubicBezTo>
                    <a:cubicBezTo>
                      <a:pt x="18" y="122"/>
                      <a:pt x="19" y="117"/>
                      <a:pt x="22" y="115"/>
                    </a:cubicBezTo>
                    <a:cubicBezTo>
                      <a:pt x="25" y="113"/>
                      <a:pt x="28" y="111"/>
                      <a:pt x="31" y="109"/>
                    </a:cubicBezTo>
                    <a:cubicBezTo>
                      <a:pt x="32" y="109"/>
                      <a:pt x="33" y="108"/>
                      <a:pt x="33" y="107"/>
                    </a:cubicBezTo>
                    <a:cubicBezTo>
                      <a:pt x="33" y="99"/>
                      <a:pt x="33" y="90"/>
                      <a:pt x="33" y="81"/>
                    </a:cubicBezTo>
                    <a:cubicBezTo>
                      <a:pt x="33" y="81"/>
                      <a:pt x="33" y="81"/>
                      <a:pt x="33" y="80"/>
                    </a:cubicBezTo>
                    <a:cubicBezTo>
                      <a:pt x="31" y="81"/>
                      <a:pt x="29" y="81"/>
                      <a:pt x="27" y="81"/>
                    </a:cubicBezTo>
                    <a:cubicBezTo>
                      <a:pt x="20" y="81"/>
                      <a:pt x="13" y="81"/>
                      <a:pt x="7" y="81"/>
                    </a:cubicBezTo>
                    <a:cubicBezTo>
                      <a:pt x="2" y="81"/>
                      <a:pt x="0" y="78"/>
                      <a:pt x="1" y="73"/>
                    </a:cubicBezTo>
                    <a:cubicBezTo>
                      <a:pt x="3" y="68"/>
                      <a:pt x="7" y="65"/>
                      <a:pt x="12" y="65"/>
                    </a:cubicBezTo>
                    <a:cubicBezTo>
                      <a:pt x="23" y="66"/>
                      <a:pt x="33" y="65"/>
                      <a:pt x="43" y="62"/>
                    </a:cubicBezTo>
                    <a:cubicBezTo>
                      <a:pt x="58" y="57"/>
                      <a:pt x="67" y="46"/>
                      <a:pt x="70" y="31"/>
                    </a:cubicBezTo>
                    <a:cubicBezTo>
                      <a:pt x="72" y="24"/>
                      <a:pt x="72" y="18"/>
                      <a:pt x="73" y="11"/>
                    </a:cubicBezTo>
                    <a:cubicBezTo>
                      <a:pt x="73" y="6"/>
                      <a:pt x="76" y="2"/>
                      <a:pt x="81" y="1"/>
                    </a:cubicBezTo>
                    <a:cubicBezTo>
                      <a:pt x="84" y="0"/>
                      <a:pt x="87" y="2"/>
                      <a:pt x="87" y="5"/>
                    </a:cubicBezTo>
                    <a:cubicBezTo>
                      <a:pt x="87" y="11"/>
                      <a:pt x="87" y="17"/>
                      <a:pt x="86" y="23"/>
                    </a:cubicBezTo>
                    <a:cubicBezTo>
                      <a:pt x="84" y="36"/>
                      <a:pt x="80" y="48"/>
                      <a:pt x="72" y="58"/>
                    </a:cubicBezTo>
                    <a:cubicBezTo>
                      <a:pt x="66" y="64"/>
                      <a:pt x="59" y="69"/>
                      <a:pt x="52" y="73"/>
                    </a:cubicBezTo>
                    <a:cubicBezTo>
                      <a:pt x="48" y="74"/>
                      <a:pt x="45" y="76"/>
                      <a:pt x="41" y="77"/>
                    </a:cubicBezTo>
                    <a:cubicBezTo>
                      <a:pt x="40" y="78"/>
                      <a:pt x="39" y="79"/>
                      <a:pt x="39" y="79"/>
                    </a:cubicBezTo>
                    <a:cubicBezTo>
                      <a:pt x="39" y="89"/>
                      <a:pt x="39" y="99"/>
                      <a:pt x="39" y="108"/>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18" name="Freeform 84"/>
              <p:cNvSpPr>
                <a:spLocks/>
              </p:cNvSpPr>
              <p:nvPr/>
            </p:nvSpPr>
            <p:spPr bwMode="auto">
              <a:xfrm>
                <a:off x="5129" y="3130"/>
                <a:ext cx="102" cy="102"/>
              </a:xfrm>
              <a:custGeom>
                <a:avLst/>
                <a:gdLst>
                  <a:gd name="T0" fmla="*/ 22 w 43"/>
                  <a:gd name="T1" fmla="*/ 1 h 43"/>
                  <a:gd name="T2" fmla="*/ 43 w 43"/>
                  <a:gd name="T3" fmla="*/ 22 h 43"/>
                  <a:gd name="T4" fmla="*/ 22 w 43"/>
                  <a:gd name="T5" fmla="*/ 43 h 43"/>
                  <a:gd name="T6" fmla="*/ 1 w 43"/>
                  <a:gd name="T7" fmla="*/ 21 h 43"/>
                  <a:gd name="T8" fmla="*/ 22 w 43"/>
                  <a:gd name="T9" fmla="*/ 1 h 43"/>
                </a:gdLst>
                <a:ahLst/>
                <a:cxnLst>
                  <a:cxn ang="0">
                    <a:pos x="T0" y="T1"/>
                  </a:cxn>
                  <a:cxn ang="0">
                    <a:pos x="T2" y="T3"/>
                  </a:cxn>
                  <a:cxn ang="0">
                    <a:pos x="T4" y="T5"/>
                  </a:cxn>
                  <a:cxn ang="0">
                    <a:pos x="T6" y="T7"/>
                  </a:cxn>
                  <a:cxn ang="0">
                    <a:pos x="T8" y="T9"/>
                  </a:cxn>
                </a:cxnLst>
                <a:rect l="0" t="0" r="r" b="b"/>
                <a:pathLst>
                  <a:path w="43" h="43">
                    <a:moveTo>
                      <a:pt x="22" y="1"/>
                    </a:moveTo>
                    <a:cubicBezTo>
                      <a:pt x="34" y="1"/>
                      <a:pt x="43" y="10"/>
                      <a:pt x="43" y="22"/>
                    </a:cubicBezTo>
                    <a:cubicBezTo>
                      <a:pt x="42" y="34"/>
                      <a:pt x="33" y="43"/>
                      <a:pt x="22" y="43"/>
                    </a:cubicBezTo>
                    <a:cubicBezTo>
                      <a:pt x="10" y="42"/>
                      <a:pt x="0" y="33"/>
                      <a:pt x="1" y="21"/>
                    </a:cubicBezTo>
                    <a:cubicBezTo>
                      <a:pt x="1" y="10"/>
                      <a:pt x="11" y="0"/>
                      <a:pt x="22" y="1"/>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grpSp>
      </p:grpSp>
      <p:grpSp>
        <p:nvGrpSpPr>
          <p:cNvPr id="19" name="组合 18"/>
          <p:cNvGrpSpPr/>
          <p:nvPr/>
        </p:nvGrpSpPr>
        <p:grpSpPr>
          <a:xfrm>
            <a:off x="2250411" y="1970059"/>
            <a:ext cx="1261628" cy="1261627"/>
            <a:chOff x="2133505" y="1868011"/>
            <a:chExt cx="1196276" cy="1196274"/>
          </a:xfrm>
        </p:grpSpPr>
        <p:sp>
          <p:nvSpPr>
            <p:cNvPr id="20" name="Teardrop 40"/>
            <p:cNvSpPr/>
            <p:nvPr/>
          </p:nvSpPr>
          <p:spPr>
            <a:xfrm>
              <a:off x="2133505" y="1868011"/>
              <a:ext cx="1196276" cy="1196274"/>
            </a:xfrm>
            <a:prstGeom prst="teardrop">
              <a:avLst/>
            </a:pr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GB" sz="1898">
                <a:solidFill>
                  <a:prstClr val="white"/>
                </a:solidFill>
              </a:endParaRPr>
            </a:p>
          </p:txBody>
        </p:sp>
        <p:grpSp>
          <p:nvGrpSpPr>
            <p:cNvPr id="21" name="组合 20"/>
            <p:cNvGrpSpPr/>
            <p:nvPr/>
          </p:nvGrpSpPr>
          <p:grpSpPr>
            <a:xfrm>
              <a:off x="2594152" y="2091252"/>
              <a:ext cx="489277" cy="684119"/>
              <a:chOff x="9451975" y="2613025"/>
              <a:chExt cx="538163" cy="752475"/>
            </a:xfrm>
            <a:solidFill>
              <a:schemeClr val="bg1"/>
            </a:solidFill>
          </p:grpSpPr>
          <p:sp>
            <p:nvSpPr>
              <p:cNvPr id="22" name="Freeform 10"/>
              <p:cNvSpPr>
                <a:spLocks/>
              </p:cNvSpPr>
              <p:nvPr/>
            </p:nvSpPr>
            <p:spPr bwMode="auto">
              <a:xfrm>
                <a:off x="9526588" y="2651125"/>
                <a:ext cx="142875" cy="153987"/>
              </a:xfrm>
              <a:custGeom>
                <a:avLst/>
                <a:gdLst>
                  <a:gd name="T0" fmla="*/ 4 w 38"/>
                  <a:gd name="T1" fmla="*/ 26 h 41"/>
                  <a:gd name="T2" fmla="*/ 19 w 38"/>
                  <a:gd name="T3" fmla="*/ 41 h 41"/>
                  <a:gd name="T4" fmla="*/ 34 w 38"/>
                  <a:gd name="T5" fmla="*/ 26 h 41"/>
                  <a:gd name="T6" fmla="*/ 37 w 38"/>
                  <a:gd name="T7" fmla="*/ 20 h 41"/>
                  <a:gd name="T8" fmla="*/ 35 w 38"/>
                  <a:gd name="T9" fmla="*/ 17 h 41"/>
                  <a:gd name="T10" fmla="*/ 19 w 38"/>
                  <a:gd name="T11" fmla="*/ 0 h 41"/>
                  <a:gd name="T12" fmla="*/ 3 w 38"/>
                  <a:gd name="T13" fmla="*/ 17 h 41"/>
                  <a:gd name="T14" fmla="*/ 0 w 38"/>
                  <a:gd name="T15" fmla="*/ 20 h 41"/>
                  <a:gd name="T16" fmla="*/ 4 w 38"/>
                  <a:gd name="T17" fmla="*/ 2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1">
                    <a:moveTo>
                      <a:pt x="4" y="26"/>
                    </a:moveTo>
                    <a:cubicBezTo>
                      <a:pt x="6" y="34"/>
                      <a:pt x="11" y="41"/>
                      <a:pt x="19" y="41"/>
                    </a:cubicBezTo>
                    <a:cubicBezTo>
                      <a:pt x="27" y="41"/>
                      <a:pt x="32" y="34"/>
                      <a:pt x="34" y="26"/>
                    </a:cubicBezTo>
                    <a:cubicBezTo>
                      <a:pt x="36" y="25"/>
                      <a:pt x="38" y="22"/>
                      <a:pt x="37" y="20"/>
                    </a:cubicBezTo>
                    <a:cubicBezTo>
                      <a:pt x="37" y="18"/>
                      <a:pt x="36" y="17"/>
                      <a:pt x="35" y="17"/>
                    </a:cubicBezTo>
                    <a:cubicBezTo>
                      <a:pt x="35" y="7"/>
                      <a:pt x="28" y="0"/>
                      <a:pt x="19" y="0"/>
                    </a:cubicBezTo>
                    <a:cubicBezTo>
                      <a:pt x="10" y="0"/>
                      <a:pt x="3" y="7"/>
                      <a:pt x="3" y="17"/>
                    </a:cubicBezTo>
                    <a:cubicBezTo>
                      <a:pt x="1" y="17"/>
                      <a:pt x="0" y="18"/>
                      <a:pt x="0" y="20"/>
                    </a:cubicBezTo>
                    <a:cubicBezTo>
                      <a:pt x="0" y="22"/>
                      <a:pt x="1" y="26"/>
                      <a:pt x="4" y="26"/>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23" name="Freeform 11"/>
              <p:cNvSpPr>
                <a:spLocks/>
              </p:cNvSpPr>
              <p:nvPr/>
            </p:nvSpPr>
            <p:spPr bwMode="auto">
              <a:xfrm>
                <a:off x="9451975" y="2813050"/>
                <a:ext cx="398463" cy="552450"/>
              </a:xfrm>
              <a:custGeom>
                <a:avLst/>
                <a:gdLst>
                  <a:gd name="T0" fmla="*/ 97 w 106"/>
                  <a:gd name="T1" fmla="*/ 36 h 147"/>
                  <a:gd name="T2" fmla="*/ 82 w 106"/>
                  <a:gd name="T3" fmla="*/ 38 h 147"/>
                  <a:gd name="T4" fmla="*/ 79 w 106"/>
                  <a:gd name="T5" fmla="*/ 37 h 147"/>
                  <a:gd name="T6" fmla="*/ 67 w 106"/>
                  <a:gd name="T7" fmla="*/ 11 h 147"/>
                  <a:gd name="T8" fmla="*/ 66 w 106"/>
                  <a:gd name="T9" fmla="*/ 8 h 147"/>
                  <a:gd name="T10" fmla="*/ 54 w 106"/>
                  <a:gd name="T11" fmla="*/ 2 h 147"/>
                  <a:gd name="T12" fmla="*/ 49 w 106"/>
                  <a:gd name="T13" fmla="*/ 0 h 147"/>
                  <a:gd name="T14" fmla="*/ 43 w 106"/>
                  <a:gd name="T15" fmla="*/ 22 h 147"/>
                  <a:gd name="T16" fmla="*/ 43 w 106"/>
                  <a:gd name="T17" fmla="*/ 5 h 147"/>
                  <a:gd name="T18" fmla="*/ 38 w 106"/>
                  <a:gd name="T19" fmla="*/ 2 h 147"/>
                  <a:gd name="T20" fmla="*/ 37 w 106"/>
                  <a:gd name="T21" fmla="*/ 9 h 147"/>
                  <a:gd name="T22" fmla="*/ 28 w 106"/>
                  <a:gd name="T23" fmla="*/ 0 h 147"/>
                  <a:gd name="T24" fmla="*/ 28 w 106"/>
                  <a:gd name="T25" fmla="*/ 0 h 147"/>
                  <a:gd name="T26" fmla="*/ 10 w 106"/>
                  <a:gd name="T27" fmla="*/ 7 h 147"/>
                  <a:gd name="T28" fmla="*/ 1 w 106"/>
                  <a:gd name="T29" fmla="*/ 69 h 147"/>
                  <a:gd name="T30" fmla="*/ 14 w 106"/>
                  <a:gd name="T31" fmla="*/ 70 h 147"/>
                  <a:gd name="T32" fmla="*/ 18 w 106"/>
                  <a:gd name="T33" fmla="*/ 23 h 147"/>
                  <a:gd name="T34" fmla="*/ 18 w 106"/>
                  <a:gd name="T35" fmla="*/ 65 h 147"/>
                  <a:gd name="T36" fmla="*/ 18 w 106"/>
                  <a:gd name="T37" fmla="*/ 138 h 147"/>
                  <a:gd name="T38" fmla="*/ 27 w 106"/>
                  <a:gd name="T39" fmla="*/ 147 h 147"/>
                  <a:gd name="T40" fmla="*/ 36 w 106"/>
                  <a:gd name="T41" fmla="*/ 138 h 147"/>
                  <a:gd name="T42" fmla="*/ 41 w 106"/>
                  <a:gd name="T43" fmla="*/ 77 h 147"/>
                  <a:gd name="T44" fmla="*/ 50 w 106"/>
                  <a:gd name="T45" fmla="*/ 147 h 147"/>
                  <a:gd name="T46" fmla="*/ 50 w 106"/>
                  <a:gd name="T47" fmla="*/ 147 h 147"/>
                  <a:gd name="T48" fmla="*/ 59 w 106"/>
                  <a:gd name="T49" fmla="*/ 70 h 147"/>
                  <a:gd name="T50" fmla="*/ 60 w 106"/>
                  <a:gd name="T51" fmla="*/ 29 h 147"/>
                  <a:gd name="T52" fmla="*/ 67 w 106"/>
                  <a:gd name="T53" fmla="*/ 43 h 147"/>
                  <a:gd name="T54" fmla="*/ 71 w 106"/>
                  <a:gd name="T55" fmla="*/ 50 h 147"/>
                  <a:gd name="T56" fmla="*/ 75 w 106"/>
                  <a:gd name="T57" fmla="*/ 52 h 147"/>
                  <a:gd name="T58" fmla="*/ 77 w 106"/>
                  <a:gd name="T59" fmla="*/ 52 h 147"/>
                  <a:gd name="T60" fmla="*/ 81 w 106"/>
                  <a:gd name="T61" fmla="*/ 52 h 147"/>
                  <a:gd name="T62" fmla="*/ 100 w 106"/>
                  <a:gd name="T63" fmla="*/ 49 h 147"/>
                  <a:gd name="T64" fmla="*/ 97 w 106"/>
                  <a:gd name="T65" fmla="*/ 3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47">
                    <a:moveTo>
                      <a:pt x="97" y="36"/>
                    </a:moveTo>
                    <a:cubicBezTo>
                      <a:pt x="97" y="36"/>
                      <a:pt x="97" y="36"/>
                      <a:pt x="97" y="36"/>
                    </a:cubicBezTo>
                    <a:cubicBezTo>
                      <a:pt x="95" y="36"/>
                      <a:pt x="91" y="37"/>
                      <a:pt x="87" y="37"/>
                    </a:cubicBezTo>
                    <a:cubicBezTo>
                      <a:pt x="85" y="38"/>
                      <a:pt x="83" y="38"/>
                      <a:pt x="82" y="38"/>
                    </a:cubicBezTo>
                    <a:cubicBezTo>
                      <a:pt x="81" y="38"/>
                      <a:pt x="81" y="38"/>
                      <a:pt x="80" y="38"/>
                    </a:cubicBezTo>
                    <a:cubicBezTo>
                      <a:pt x="80" y="38"/>
                      <a:pt x="80" y="37"/>
                      <a:pt x="79" y="37"/>
                    </a:cubicBezTo>
                    <a:cubicBezTo>
                      <a:pt x="77" y="32"/>
                      <a:pt x="73" y="25"/>
                      <a:pt x="71" y="19"/>
                    </a:cubicBezTo>
                    <a:cubicBezTo>
                      <a:pt x="69" y="16"/>
                      <a:pt x="68" y="13"/>
                      <a:pt x="67" y="11"/>
                    </a:cubicBezTo>
                    <a:cubicBezTo>
                      <a:pt x="67" y="10"/>
                      <a:pt x="66" y="10"/>
                      <a:pt x="66" y="9"/>
                    </a:cubicBezTo>
                    <a:cubicBezTo>
                      <a:pt x="66" y="8"/>
                      <a:pt x="66" y="8"/>
                      <a:pt x="66" y="8"/>
                    </a:cubicBezTo>
                    <a:cubicBezTo>
                      <a:pt x="65" y="7"/>
                      <a:pt x="65" y="6"/>
                      <a:pt x="64" y="6"/>
                    </a:cubicBezTo>
                    <a:cubicBezTo>
                      <a:pt x="63" y="5"/>
                      <a:pt x="61" y="3"/>
                      <a:pt x="54" y="2"/>
                    </a:cubicBezTo>
                    <a:cubicBezTo>
                      <a:pt x="52" y="1"/>
                      <a:pt x="51" y="0"/>
                      <a:pt x="49" y="0"/>
                    </a:cubicBezTo>
                    <a:cubicBezTo>
                      <a:pt x="49" y="0"/>
                      <a:pt x="49" y="0"/>
                      <a:pt x="49" y="0"/>
                    </a:cubicBezTo>
                    <a:cubicBezTo>
                      <a:pt x="49" y="0"/>
                      <a:pt x="49" y="0"/>
                      <a:pt x="49" y="0"/>
                    </a:cubicBezTo>
                    <a:cubicBezTo>
                      <a:pt x="49" y="4"/>
                      <a:pt x="48" y="12"/>
                      <a:pt x="43" y="22"/>
                    </a:cubicBezTo>
                    <a:cubicBezTo>
                      <a:pt x="42" y="15"/>
                      <a:pt x="41" y="9"/>
                      <a:pt x="41" y="9"/>
                    </a:cubicBezTo>
                    <a:cubicBezTo>
                      <a:pt x="43" y="5"/>
                      <a:pt x="43" y="5"/>
                      <a:pt x="43" y="5"/>
                    </a:cubicBezTo>
                    <a:cubicBezTo>
                      <a:pt x="40" y="2"/>
                      <a:pt x="40" y="2"/>
                      <a:pt x="40" y="2"/>
                    </a:cubicBezTo>
                    <a:cubicBezTo>
                      <a:pt x="38" y="2"/>
                      <a:pt x="38" y="2"/>
                      <a:pt x="38" y="2"/>
                    </a:cubicBezTo>
                    <a:cubicBezTo>
                      <a:pt x="35" y="5"/>
                      <a:pt x="35" y="5"/>
                      <a:pt x="35" y="5"/>
                    </a:cubicBezTo>
                    <a:cubicBezTo>
                      <a:pt x="37" y="9"/>
                      <a:pt x="37" y="9"/>
                      <a:pt x="37" y="9"/>
                    </a:cubicBezTo>
                    <a:cubicBezTo>
                      <a:pt x="36" y="9"/>
                      <a:pt x="35" y="15"/>
                      <a:pt x="35" y="22"/>
                    </a:cubicBezTo>
                    <a:cubicBezTo>
                      <a:pt x="30" y="12"/>
                      <a:pt x="28" y="4"/>
                      <a:pt x="28" y="0"/>
                    </a:cubicBezTo>
                    <a:cubicBezTo>
                      <a:pt x="28" y="0"/>
                      <a:pt x="28" y="0"/>
                      <a:pt x="28" y="0"/>
                    </a:cubicBezTo>
                    <a:cubicBezTo>
                      <a:pt x="28" y="0"/>
                      <a:pt x="28" y="0"/>
                      <a:pt x="28" y="0"/>
                    </a:cubicBezTo>
                    <a:cubicBezTo>
                      <a:pt x="27" y="0"/>
                      <a:pt x="25" y="1"/>
                      <a:pt x="24" y="2"/>
                    </a:cubicBezTo>
                    <a:cubicBezTo>
                      <a:pt x="20" y="3"/>
                      <a:pt x="14" y="5"/>
                      <a:pt x="10" y="7"/>
                    </a:cubicBezTo>
                    <a:cubicBezTo>
                      <a:pt x="8" y="9"/>
                      <a:pt x="2" y="17"/>
                      <a:pt x="0" y="44"/>
                    </a:cubicBezTo>
                    <a:cubicBezTo>
                      <a:pt x="0" y="53"/>
                      <a:pt x="1" y="69"/>
                      <a:pt x="1" y="69"/>
                    </a:cubicBezTo>
                    <a:cubicBezTo>
                      <a:pt x="2" y="73"/>
                      <a:pt x="3" y="77"/>
                      <a:pt x="7" y="77"/>
                    </a:cubicBezTo>
                    <a:cubicBezTo>
                      <a:pt x="12" y="77"/>
                      <a:pt x="14" y="74"/>
                      <a:pt x="14" y="70"/>
                    </a:cubicBezTo>
                    <a:cubicBezTo>
                      <a:pt x="14" y="70"/>
                      <a:pt x="13" y="56"/>
                      <a:pt x="14" y="45"/>
                    </a:cubicBezTo>
                    <a:cubicBezTo>
                      <a:pt x="14" y="36"/>
                      <a:pt x="16" y="23"/>
                      <a:pt x="18" y="23"/>
                    </a:cubicBezTo>
                    <a:cubicBezTo>
                      <a:pt x="18" y="23"/>
                      <a:pt x="18" y="23"/>
                      <a:pt x="18" y="23"/>
                    </a:cubicBezTo>
                    <a:cubicBezTo>
                      <a:pt x="18" y="65"/>
                      <a:pt x="18" y="65"/>
                      <a:pt x="18" y="65"/>
                    </a:cubicBezTo>
                    <a:cubicBezTo>
                      <a:pt x="18" y="67"/>
                      <a:pt x="18" y="69"/>
                      <a:pt x="18" y="70"/>
                    </a:cubicBezTo>
                    <a:cubicBezTo>
                      <a:pt x="18" y="138"/>
                      <a:pt x="18" y="138"/>
                      <a:pt x="18" y="138"/>
                    </a:cubicBezTo>
                    <a:cubicBezTo>
                      <a:pt x="18" y="143"/>
                      <a:pt x="22" y="147"/>
                      <a:pt x="27" y="147"/>
                    </a:cubicBezTo>
                    <a:cubicBezTo>
                      <a:pt x="27" y="147"/>
                      <a:pt x="27" y="147"/>
                      <a:pt x="27" y="147"/>
                    </a:cubicBezTo>
                    <a:cubicBezTo>
                      <a:pt x="27" y="147"/>
                      <a:pt x="27" y="147"/>
                      <a:pt x="27" y="147"/>
                    </a:cubicBezTo>
                    <a:cubicBezTo>
                      <a:pt x="32" y="147"/>
                      <a:pt x="36" y="143"/>
                      <a:pt x="36" y="138"/>
                    </a:cubicBezTo>
                    <a:cubicBezTo>
                      <a:pt x="36" y="77"/>
                      <a:pt x="36" y="77"/>
                      <a:pt x="36" y="77"/>
                    </a:cubicBezTo>
                    <a:cubicBezTo>
                      <a:pt x="41" y="77"/>
                      <a:pt x="41" y="77"/>
                      <a:pt x="41" y="77"/>
                    </a:cubicBezTo>
                    <a:cubicBezTo>
                      <a:pt x="41" y="138"/>
                      <a:pt x="41" y="138"/>
                      <a:pt x="41" y="138"/>
                    </a:cubicBezTo>
                    <a:cubicBezTo>
                      <a:pt x="41" y="143"/>
                      <a:pt x="45" y="147"/>
                      <a:pt x="50" y="147"/>
                    </a:cubicBezTo>
                    <a:cubicBezTo>
                      <a:pt x="50" y="147"/>
                      <a:pt x="50" y="147"/>
                      <a:pt x="50" y="147"/>
                    </a:cubicBezTo>
                    <a:cubicBezTo>
                      <a:pt x="50" y="147"/>
                      <a:pt x="50" y="147"/>
                      <a:pt x="50" y="147"/>
                    </a:cubicBezTo>
                    <a:cubicBezTo>
                      <a:pt x="55" y="147"/>
                      <a:pt x="59" y="143"/>
                      <a:pt x="59" y="138"/>
                    </a:cubicBezTo>
                    <a:cubicBezTo>
                      <a:pt x="59" y="70"/>
                      <a:pt x="59" y="70"/>
                      <a:pt x="59" y="70"/>
                    </a:cubicBezTo>
                    <a:cubicBezTo>
                      <a:pt x="60" y="69"/>
                      <a:pt x="60" y="67"/>
                      <a:pt x="60" y="65"/>
                    </a:cubicBezTo>
                    <a:cubicBezTo>
                      <a:pt x="60" y="29"/>
                      <a:pt x="60" y="29"/>
                      <a:pt x="60" y="29"/>
                    </a:cubicBezTo>
                    <a:cubicBezTo>
                      <a:pt x="60" y="29"/>
                      <a:pt x="60" y="30"/>
                      <a:pt x="61" y="31"/>
                    </a:cubicBezTo>
                    <a:cubicBezTo>
                      <a:pt x="63" y="35"/>
                      <a:pt x="65" y="40"/>
                      <a:pt x="67" y="43"/>
                    </a:cubicBezTo>
                    <a:cubicBezTo>
                      <a:pt x="68" y="45"/>
                      <a:pt x="69" y="46"/>
                      <a:pt x="70" y="48"/>
                    </a:cubicBezTo>
                    <a:cubicBezTo>
                      <a:pt x="70" y="48"/>
                      <a:pt x="71" y="49"/>
                      <a:pt x="71" y="50"/>
                    </a:cubicBezTo>
                    <a:cubicBezTo>
                      <a:pt x="71" y="50"/>
                      <a:pt x="72" y="50"/>
                      <a:pt x="72" y="51"/>
                    </a:cubicBezTo>
                    <a:cubicBezTo>
                      <a:pt x="73" y="51"/>
                      <a:pt x="74" y="52"/>
                      <a:pt x="75" y="52"/>
                    </a:cubicBezTo>
                    <a:cubicBezTo>
                      <a:pt x="75" y="52"/>
                      <a:pt x="75" y="52"/>
                      <a:pt x="75" y="52"/>
                    </a:cubicBezTo>
                    <a:cubicBezTo>
                      <a:pt x="76" y="52"/>
                      <a:pt x="76" y="52"/>
                      <a:pt x="77" y="52"/>
                    </a:cubicBezTo>
                    <a:cubicBezTo>
                      <a:pt x="77" y="53"/>
                      <a:pt x="78" y="53"/>
                      <a:pt x="78" y="53"/>
                    </a:cubicBezTo>
                    <a:cubicBezTo>
                      <a:pt x="79" y="53"/>
                      <a:pt x="80" y="52"/>
                      <a:pt x="81" y="52"/>
                    </a:cubicBezTo>
                    <a:cubicBezTo>
                      <a:pt x="85" y="52"/>
                      <a:pt x="89" y="51"/>
                      <a:pt x="93" y="51"/>
                    </a:cubicBezTo>
                    <a:cubicBezTo>
                      <a:pt x="97" y="50"/>
                      <a:pt x="100" y="49"/>
                      <a:pt x="100" y="49"/>
                    </a:cubicBezTo>
                    <a:cubicBezTo>
                      <a:pt x="104" y="48"/>
                      <a:pt x="106" y="45"/>
                      <a:pt x="106" y="41"/>
                    </a:cubicBezTo>
                    <a:cubicBezTo>
                      <a:pt x="105" y="37"/>
                      <a:pt x="101" y="35"/>
                      <a:pt x="97" y="36"/>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24" name="Freeform 12"/>
              <p:cNvSpPr>
                <a:spLocks/>
              </p:cNvSpPr>
              <p:nvPr/>
            </p:nvSpPr>
            <p:spPr bwMode="auto">
              <a:xfrm>
                <a:off x="9771063" y="2613025"/>
                <a:ext cx="219075" cy="339725"/>
              </a:xfrm>
              <a:custGeom>
                <a:avLst/>
                <a:gdLst>
                  <a:gd name="T0" fmla="*/ 33 w 58"/>
                  <a:gd name="T1" fmla="*/ 41 h 90"/>
                  <a:gd name="T2" fmla="*/ 32 w 58"/>
                  <a:gd name="T3" fmla="*/ 40 h 90"/>
                  <a:gd name="T4" fmla="*/ 24 w 58"/>
                  <a:gd name="T5" fmla="*/ 37 h 90"/>
                  <a:gd name="T6" fmla="*/ 23 w 58"/>
                  <a:gd name="T7" fmla="*/ 36 h 90"/>
                  <a:gd name="T8" fmla="*/ 17 w 58"/>
                  <a:gd name="T9" fmla="*/ 32 h 90"/>
                  <a:gd name="T10" fmla="*/ 18 w 58"/>
                  <a:gd name="T11" fmla="*/ 24 h 90"/>
                  <a:gd name="T12" fmla="*/ 28 w 58"/>
                  <a:gd name="T13" fmla="*/ 20 h 90"/>
                  <a:gd name="T14" fmla="*/ 48 w 58"/>
                  <a:gd name="T15" fmla="*/ 27 h 90"/>
                  <a:gd name="T16" fmla="*/ 56 w 58"/>
                  <a:gd name="T17" fmla="*/ 24 h 90"/>
                  <a:gd name="T18" fmla="*/ 56 w 58"/>
                  <a:gd name="T19" fmla="*/ 18 h 90"/>
                  <a:gd name="T20" fmla="*/ 38 w 58"/>
                  <a:gd name="T21" fmla="*/ 10 h 90"/>
                  <a:gd name="T22" fmla="*/ 33 w 58"/>
                  <a:gd name="T23" fmla="*/ 9 h 90"/>
                  <a:gd name="T24" fmla="*/ 33 w 58"/>
                  <a:gd name="T25" fmla="*/ 2 h 90"/>
                  <a:gd name="T26" fmla="*/ 31 w 58"/>
                  <a:gd name="T27" fmla="*/ 0 h 90"/>
                  <a:gd name="T28" fmla="*/ 25 w 58"/>
                  <a:gd name="T29" fmla="*/ 0 h 90"/>
                  <a:gd name="T30" fmla="*/ 23 w 58"/>
                  <a:gd name="T31" fmla="*/ 2 h 90"/>
                  <a:gd name="T32" fmla="*/ 23 w 58"/>
                  <a:gd name="T33" fmla="*/ 9 h 90"/>
                  <a:gd name="T34" fmla="*/ 8 w 58"/>
                  <a:gd name="T35" fmla="*/ 15 h 90"/>
                  <a:gd name="T36" fmla="*/ 4 w 58"/>
                  <a:gd name="T37" fmla="*/ 37 h 90"/>
                  <a:gd name="T38" fmla="*/ 11 w 58"/>
                  <a:gd name="T39" fmla="*/ 45 h 90"/>
                  <a:gd name="T40" fmla="*/ 32 w 58"/>
                  <a:gd name="T41" fmla="*/ 54 h 90"/>
                  <a:gd name="T42" fmla="*/ 35 w 58"/>
                  <a:gd name="T43" fmla="*/ 56 h 90"/>
                  <a:gd name="T44" fmla="*/ 40 w 58"/>
                  <a:gd name="T45" fmla="*/ 60 h 90"/>
                  <a:gd name="T46" fmla="*/ 39 w 58"/>
                  <a:gd name="T47" fmla="*/ 68 h 90"/>
                  <a:gd name="T48" fmla="*/ 30 w 58"/>
                  <a:gd name="T49" fmla="*/ 71 h 90"/>
                  <a:gd name="T50" fmla="*/ 20 w 58"/>
                  <a:gd name="T51" fmla="*/ 69 h 90"/>
                  <a:gd name="T52" fmla="*/ 14 w 58"/>
                  <a:gd name="T53" fmla="*/ 65 h 90"/>
                  <a:gd name="T54" fmla="*/ 13 w 58"/>
                  <a:gd name="T55" fmla="*/ 64 h 90"/>
                  <a:gd name="T56" fmla="*/ 13 w 58"/>
                  <a:gd name="T57" fmla="*/ 64 h 90"/>
                  <a:gd name="T58" fmla="*/ 13 w 58"/>
                  <a:gd name="T59" fmla="*/ 64 h 90"/>
                  <a:gd name="T60" fmla="*/ 13 w 58"/>
                  <a:gd name="T61" fmla="*/ 64 h 90"/>
                  <a:gd name="T62" fmla="*/ 9 w 58"/>
                  <a:gd name="T63" fmla="*/ 62 h 90"/>
                  <a:gd name="T64" fmla="*/ 2 w 58"/>
                  <a:gd name="T65" fmla="*/ 66 h 90"/>
                  <a:gd name="T66" fmla="*/ 2 w 58"/>
                  <a:gd name="T67" fmla="*/ 71 h 90"/>
                  <a:gd name="T68" fmla="*/ 23 w 58"/>
                  <a:gd name="T69" fmla="*/ 82 h 90"/>
                  <a:gd name="T70" fmla="*/ 23 w 58"/>
                  <a:gd name="T71" fmla="*/ 89 h 90"/>
                  <a:gd name="T72" fmla="*/ 25 w 58"/>
                  <a:gd name="T73" fmla="*/ 90 h 90"/>
                  <a:gd name="T74" fmla="*/ 31 w 58"/>
                  <a:gd name="T75" fmla="*/ 90 h 90"/>
                  <a:gd name="T76" fmla="*/ 33 w 58"/>
                  <a:gd name="T77" fmla="*/ 89 h 90"/>
                  <a:gd name="T78" fmla="*/ 33 w 58"/>
                  <a:gd name="T79" fmla="*/ 82 h 90"/>
                  <a:gd name="T80" fmla="*/ 49 w 58"/>
                  <a:gd name="T81" fmla="*/ 77 h 90"/>
                  <a:gd name="T82" fmla="*/ 55 w 58"/>
                  <a:gd name="T83" fmla="*/ 56 h 90"/>
                  <a:gd name="T84" fmla="*/ 33 w 58"/>
                  <a:gd name="T85" fmla="*/ 4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 h="90">
                    <a:moveTo>
                      <a:pt x="33" y="41"/>
                    </a:moveTo>
                    <a:cubicBezTo>
                      <a:pt x="32" y="40"/>
                      <a:pt x="32" y="40"/>
                      <a:pt x="32" y="40"/>
                    </a:cubicBezTo>
                    <a:cubicBezTo>
                      <a:pt x="29" y="39"/>
                      <a:pt x="25" y="37"/>
                      <a:pt x="24" y="37"/>
                    </a:cubicBezTo>
                    <a:cubicBezTo>
                      <a:pt x="24" y="37"/>
                      <a:pt x="23" y="36"/>
                      <a:pt x="23" y="36"/>
                    </a:cubicBezTo>
                    <a:cubicBezTo>
                      <a:pt x="20" y="35"/>
                      <a:pt x="19" y="34"/>
                      <a:pt x="17" y="32"/>
                    </a:cubicBezTo>
                    <a:cubicBezTo>
                      <a:pt x="15" y="29"/>
                      <a:pt x="16" y="26"/>
                      <a:pt x="18" y="24"/>
                    </a:cubicBezTo>
                    <a:cubicBezTo>
                      <a:pt x="21" y="21"/>
                      <a:pt x="25" y="20"/>
                      <a:pt x="28" y="20"/>
                    </a:cubicBezTo>
                    <a:cubicBezTo>
                      <a:pt x="30" y="20"/>
                      <a:pt x="38" y="19"/>
                      <a:pt x="48" y="27"/>
                    </a:cubicBezTo>
                    <a:cubicBezTo>
                      <a:pt x="50" y="29"/>
                      <a:pt x="54" y="26"/>
                      <a:pt x="56" y="24"/>
                    </a:cubicBezTo>
                    <a:cubicBezTo>
                      <a:pt x="57" y="22"/>
                      <a:pt x="57" y="20"/>
                      <a:pt x="56" y="18"/>
                    </a:cubicBezTo>
                    <a:cubicBezTo>
                      <a:pt x="53" y="14"/>
                      <a:pt x="43" y="11"/>
                      <a:pt x="38" y="10"/>
                    </a:cubicBezTo>
                    <a:cubicBezTo>
                      <a:pt x="37" y="9"/>
                      <a:pt x="35" y="9"/>
                      <a:pt x="33" y="9"/>
                    </a:cubicBezTo>
                    <a:cubicBezTo>
                      <a:pt x="33" y="2"/>
                      <a:pt x="33" y="2"/>
                      <a:pt x="33" y="2"/>
                    </a:cubicBezTo>
                    <a:cubicBezTo>
                      <a:pt x="33" y="1"/>
                      <a:pt x="32" y="0"/>
                      <a:pt x="31" y="0"/>
                    </a:cubicBezTo>
                    <a:cubicBezTo>
                      <a:pt x="25" y="0"/>
                      <a:pt x="25" y="0"/>
                      <a:pt x="25" y="0"/>
                    </a:cubicBezTo>
                    <a:cubicBezTo>
                      <a:pt x="24" y="0"/>
                      <a:pt x="23" y="1"/>
                      <a:pt x="23" y="2"/>
                    </a:cubicBezTo>
                    <a:cubicBezTo>
                      <a:pt x="23" y="9"/>
                      <a:pt x="23" y="9"/>
                      <a:pt x="23" y="9"/>
                    </a:cubicBezTo>
                    <a:cubicBezTo>
                      <a:pt x="17" y="10"/>
                      <a:pt x="12" y="12"/>
                      <a:pt x="8" y="15"/>
                    </a:cubicBezTo>
                    <a:cubicBezTo>
                      <a:pt x="2" y="21"/>
                      <a:pt x="0" y="30"/>
                      <a:pt x="4" y="37"/>
                    </a:cubicBezTo>
                    <a:cubicBezTo>
                      <a:pt x="5" y="40"/>
                      <a:pt x="8" y="43"/>
                      <a:pt x="11" y="45"/>
                    </a:cubicBezTo>
                    <a:cubicBezTo>
                      <a:pt x="14" y="46"/>
                      <a:pt x="26" y="52"/>
                      <a:pt x="32" y="54"/>
                    </a:cubicBezTo>
                    <a:cubicBezTo>
                      <a:pt x="35" y="56"/>
                      <a:pt x="35" y="56"/>
                      <a:pt x="35" y="56"/>
                    </a:cubicBezTo>
                    <a:cubicBezTo>
                      <a:pt x="37" y="57"/>
                      <a:pt x="39" y="58"/>
                      <a:pt x="40" y="60"/>
                    </a:cubicBezTo>
                    <a:cubicBezTo>
                      <a:pt x="42" y="63"/>
                      <a:pt x="41" y="66"/>
                      <a:pt x="39" y="68"/>
                    </a:cubicBezTo>
                    <a:cubicBezTo>
                      <a:pt x="37" y="70"/>
                      <a:pt x="34" y="71"/>
                      <a:pt x="30" y="71"/>
                    </a:cubicBezTo>
                    <a:cubicBezTo>
                      <a:pt x="27" y="71"/>
                      <a:pt x="24" y="70"/>
                      <a:pt x="20" y="69"/>
                    </a:cubicBezTo>
                    <a:cubicBezTo>
                      <a:pt x="18" y="68"/>
                      <a:pt x="16" y="67"/>
                      <a:pt x="14" y="65"/>
                    </a:cubicBezTo>
                    <a:cubicBezTo>
                      <a:pt x="14" y="65"/>
                      <a:pt x="13" y="65"/>
                      <a:pt x="13" y="64"/>
                    </a:cubicBezTo>
                    <a:cubicBezTo>
                      <a:pt x="13" y="64"/>
                      <a:pt x="13" y="64"/>
                      <a:pt x="13" y="64"/>
                    </a:cubicBezTo>
                    <a:cubicBezTo>
                      <a:pt x="13" y="64"/>
                      <a:pt x="13" y="64"/>
                      <a:pt x="13" y="64"/>
                    </a:cubicBezTo>
                    <a:cubicBezTo>
                      <a:pt x="13" y="64"/>
                      <a:pt x="13" y="64"/>
                      <a:pt x="13" y="64"/>
                    </a:cubicBezTo>
                    <a:cubicBezTo>
                      <a:pt x="12" y="62"/>
                      <a:pt x="10" y="62"/>
                      <a:pt x="9" y="62"/>
                    </a:cubicBezTo>
                    <a:cubicBezTo>
                      <a:pt x="6" y="62"/>
                      <a:pt x="3" y="64"/>
                      <a:pt x="2" y="66"/>
                    </a:cubicBezTo>
                    <a:cubicBezTo>
                      <a:pt x="1" y="68"/>
                      <a:pt x="1" y="70"/>
                      <a:pt x="2" y="71"/>
                    </a:cubicBezTo>
                    <a:cubicBezTo>
                      <a:pt x="6" y="77"/>
                      <a:pt x="14" y="81"/>
                      <a:pt x="23" y="82"/>
                    </a:cubicBezTo>
                    <a:cubicBezTo>
                      <a:pt x="23" y="89"/>
                      <a:pt x="23" y="89"/>
                      <a:pt x="23" y="89"/>
                    </a:cubicBezTo>
                    <a:cubicBezTo>
                      <a:pt x="23" y="90"/>
                      <a:pt x="24" y="90"/>
                      <a:pt x="25" y="90"/>
                    </a:cubicBezTo>
                    <a:cubicBezTo>
                      <a:pt x="31" y="90"/>
                      <a:pt x="31" y="90"/>
                      <a:pt x="31" y="90"/>
                    </a:cubicBezTo>
                    <a:cubicBezTo>
                      <a:pt x="32" y="90"/>
                      <a:pt x="33" y="90"/>
                      <a:pt x="33" y="89"/>
                    </a:cubicBezTo>
                    <a:cubicBezTo>
                      <a:pt x="33" y="82"/>
                      <a:pt x="33" y="82"/>
                      <a:pt x="33" y="82"/>
                    </a:cubicBezTo>
                    <a:cubicBezTo>
                      <a:pt x="40" y="82"/>
                      <a:pt x="46" y="80"/>
                      <a:pt x="49" y="77"/>
                    </a:cubicBezTo>
                    <a:cubicBezTo>
                      <a:pt x="55" y="72"/>
                      <a:pt x="58" y="63"/>
                      <a:pt x="55" y="56"/>
                    </a:cubicBezTo>
                    <a:cubicBezTo>
                      <a:pt x="52" y="48"/>
                      <a:pt x="41" y="44"/>
                      <a:pt x="33" y="41"/>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grpSp>
      </p:grpSp>
      <p:grpSp>
        <p:nvGrpSpPr>
          <p:cNvPr id="25" name="组合 24"/>
          <p:cNvGrpSpPr/>
          <p:nvPr/>
        </p:nvGrpSpPr>
        <p:grpSpPr>
          <a:xfrm>
            <a:off x="6852842" y="1970059"/>
            <a:ext cx="1261628" cy="1261627"/>
            <a:chOff x="6497531" y="1868011"/>
            <a:chExt cx="1196276" cy="1196274"/>
          </a:xfrm>
        </p:grpSpPr>
        <p:sp>
          <p:nvSpPr>
            <p:cNvPr id="26" name="Teardrop 40"/>
            <p:cNvSpPr/>
            <p:nvPr/>
          </p:nvSpPr>
          <p:spPr>
            <a:xfrm>
              <a:off x="6497531" y="1868011"/>
              <a:ext cx="1196276" cy="1196274"/>
            </a:xfrm>
            <a:prstGeom prst="teardrop">
              <a:avLst/>
            </a:pr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GB" sz="1898">
                <a:solidFill>
                  <a:prstClr val="white"/>
                </a:solidFill>
              </a:endParaRPr>
            </a:p>
          </p:txBody>
        </p:sp>
        <p:grpSp>
          <p:nvGrpSpPr>
            <p:cNvPr id="27" name="Group 30"/>
            <p:cNvGrpSpPr>
              <a:grpSpLocks noChangeAspect="1"/>
            </p:cNvGrpSpPr>
            <p:nvPr/>
          </p:nvGrpSpPr>
          <p:grpSpPr bwMode="auto">
            <a:xfrm>
              <a:off x="6803608" y="2159197"/>
              <a:ext cx="671337" cy="481838"/>
              <a:chOff x="3670" y="2036"/>
              <a:chExt cx="581" cy="417"/>
            </a:xfrm>
          </p:grpSpPr>
          <p:sp>
            <p:nvSpPr>
              <p:cNvPr id="28" name="Oval 31"/>
              <p:cNvSpPr>
                <a:spLocks noChangeArrowheads="1"/>
              </p:cNvSpPr>
              <p:nvPr/>
            </p:nvSpPr>
            <p:spPr bwMode="auto">
              <a:xfrm>
                <a:off x="3919" y="2251"/>
                <a:ext cx="82" cy="82"/>
              </a:xfrm>
              <a:prstGeom prst="ellipse">
                <a:avLst/>
              </a:pr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29" name="Freeform 32"/>
              <p:cNvSpPr>
                <a:spLocks/>
              </p:cNvSpPr>
              <p:nvPr/>
            </p:nvSpPr>
            <p:spPr bwMode="auto">
              <a:xfrm>
                <a:off x="3887" y="2337"/>
                <a:ext cx="147" cy="116"/>
              </a:xfrm>
              <a:custGeom>
                <a:avLst/>
                <a:gdLst>
                  <a:gd name="T0" fmla="*/ 27 w 36"/>
                  <a:gd name="T1" fmla="*/ 0 h 28"/>
                  <a:gd name="T2" fmla="*/ 18 w 36"/>
                  <a:gd name="T3" fmla="*/ 11 h 28"/>
                  <a:gd name="T4" fmla="*/ 9 w 36"/>
                  <a:gd name="T5" fmla="*/ 0 h 28"/>
                  <a:gd name="T6" fmla="*/ 0 w 36"/>
                  <a:gd name="T7" fmla="*/ 18 h 28"/>
                  <a:gd name="T8" fmla="*/ 1 w 36"/>
                  <a:gd name="T9" fmla="*/ 26 h 28"/>
                  <a:gd name="T10" fmla="*/ 18 w 36"/>
                  <a:gd name="T11" fmla="*/ 28 h 28"/>
                  <a:gd name="T12" fmla="*/ 35 w 36"/>
                  <a:gd name="T13" fmla="*/ 26 h 28"/>
                  <a:gd name="T14" fmla="*/ 36 w 36"/>
                  <a:gd name="T15" fmla="*/ 18 h 28"/>
                  <a:gd name="T16" fmla="*/ 27 w 3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8">
                    <a:moveTo>
                      <a:pt x="27" y="0"/>
                    </a:moveTo>
                    <a:cubicBezTo>
                      <a:pt x="18" y="11"/>
                      <a:pt x="18" y="11"/>
                      <a:pt x="18" y="11"/>
                    </a:cubicBezTo>
                    <a:cubicBezTo>
                      <a:pt x="9" y="0"/>
                      <a:pt x="9" y="0"/>
                      <a:pt x="9" y="0"/>
                    </a:cubicBezTo>
                    <a:cubicBezTo>
                      <a:pt x="3" y="4"/>
                      <a:pt x="0" y="11"/>
                      <a:pt x="0" y="18"/>
                    </a:cubicBezTo>
                    <a:cubicBezTo>
                      <a:pt x="0" y="21"/>
                      <a:pt x="0" y="23"/>
                      <a:pt x="1" y="26"/>
                    </a:cubicBezTo>
                    <a:cubicBezTo>
                      <a:pt x="6" y="27"/>
                      <a:pt x="12" y="28"/>
                      <a:pt x="18" y="28"/>
                    </a:cubicBezTo>
                    <a:cubicBezTo>
                      <a:pt x="24" y="28"/>
                      <a:pt x="30" y="27"/>
                      <a:pt x="35" y="26"/>
                    </a:cubicBezTo>
                    <a:cubicBezTo>
                      <a:pt x="36" y="23"/>
                      <a:pt x="36" y="21"/>
                      <a:pt x="36" y="18"/>
                    </a:cubicBezTo>
                    <a:cubicBezTo>
                      <a:pt x="36" y="11"/>
                      <a:pt x="33" y="4"/>
                      <a:pt x="27" y="0"/>
                    </a:cubicBezTo>
                    <a:close/>
                  </a:path>
                </a:pathLst>
              </a:cu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0" name="Oval 33"/>
              <p:cNvSpPr>
                <a:spLocks noChangeArrowheads="1"/>
              </p:cNvSpPr>
              <p:nvPr/>
            </p:nvSpPr>
            <p:spPr bwMode="auto">
              <a:xfrm>
                <a:off x="3707" y="2251"/>
                <a:ext cx="77" cy="82"/>
              </a:xfrm>
              <a:prstGeom prst="ellipse">
                <a:avLst/>
              </a:pr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1" name="Freeform 34"/>
              <p:cNvSpPr>
                <a:spLocks/>
              </p:cNvSpPr>
              <p:nvPr/>
            </p:nvSpPr>
            <p:spPr bwMode="auto">
              <a:xfrm>
                <a:off x="3670" y="2337"/>
                <a:ext cx="151" cy="116"/>
              </a:xfrm>
              <a:custGeom>
                <a:avLst/>
                <a:gdLst>
                  <a:gd name="T0" fmla="*/ 28 w 37"/>
                  <a:gd name="T1" fmla="*/ 0 h 28"/>
                  <a:gd name="T2" fmla="*/ 19 w 37"/>
                  <a:gd name="T3" fmla="*/ 11 h 28"/>
                  <a:gd name="T4" fmla="*/ 9 w 37"/>
                  <a:gd name="T5" fmla="*/ 0 h 28"/>
                  <a:gd name="T6" fmla="*/ 0 w 37"/>
                  <a:gd name="T7" fmla="*/ 18 h 28"/>
                  <a:gd name="T8" fmla="*/ 1 w 37"/>
                  <a:gd name="T9" fmla="*/ 26 h 28"/>
                  <a:gd name="T10" fmla="*/ 19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9" y="11"/>
                      <a:pt x="19" y="11"/>
                      <a:pt x="19" y="11"/>
                    </a:cubicBezTo>
                    <a:cubicBezTo>
                      <a:pt x="9" y="0"/>
                      <a:pt x="9" y="0"/>
                      <a:pt x="9" y="0"/>
                    </a:cubicBezTo>
                    <a:cubicBezTo>
                      <a:pt x="4" y="4"/>
                      <a:pt x="0" y="11"/>
                      <a:pt x="0" y="18"/>
                    </a:cubicBezTo>
                    <a:cubicBezTo>
                      <a:pt x="0" y="21"/>
                      <a:pt x="1" y="23"/>
                      <a:pt x="1" y="26"/>
                    </a:cubicBezTo>
                    <a:cubicBezTo>
                      <a:pt x="7" y="27"/>
                      <a:pt x="12" y="28"/>
                      <a:pt x="19" y="28"/>
                    </a:cubicBezTo>
                    <a:cubicBezTo>
                      <a:pt x="25" y="28"/>
                      <a:pt x="31" y="27"/>
                      <a:pt x="36" y="26"/>
                    </a:cubicBezTo>
                    <a:cubicBezTo>
                      <a:pt x="37" y="23"/>
                      <a:pt x="37" y="21"/>
                      <a:pt x="37" y="18"/>
                    </a:cubicBezTo>
                    <a:cubicBezTo>
                      <a:pt x="37" y="11"/>
                      <a:pt x="33" y="4"/>
                      <a:pt x="28" y="0"/>
                    </a:cubicBezTo>
                    <a:close/>
                  </a:path>
                </a:pathLst>
              </a:cu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2" name="Oval 35"/>
              <p:cNvSpPr>
                <a:spLocks noChangeArrowheads="1"/>
              </p:cNvSpPr>
              <p:nvPr/>
            </p:nvSpPr>
            <p:spPr bwMode="auto">
              <a:xfrm>
                <a:off x="4136" y="2251"/>
                <a:ext cx="78" cy="82"/>
              </a:xfrm>
              <a:prstGeom prst="ellipse">
                <a:avLst/>
              </a:pr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3" name="Freeform 36"/>
              <p:cNvSpPr>
                <a:spLocks/>
              </p:cNvSpPr>
              <p:nvPr/>
            </p:nvSpPr>
            <p:spPr bwMode="auto">
              <a:xfrm>
                <a:off x="4099" y="2337"/>
                <a:ext cx="152" cy="116"/>
              </a:xfrm>
              <a:custGeom>
                <a:avLst/>
                <a:gdLst>
                  <a:gd name="T0" fmla="*/ 28 w 37"/>
                  <a:gd name="T1" fmla="*/ 0 h 28"/>
                  <a:gd name="T2" fmla="*/ 18 w 37"/>
                  <a:gd name="T3" fmla="*/ 11 h 28"/>
                  <a:gd name="T4" fmla="*/ 9 w 37"/>
                  <a:gd name="T5" fmla="*/ 0 h 28"/>
                  <a:gd name="T6" fmla="*/ 0 w 37"/>
                  <a:gd name="T7" fmla="*/ 18 h 28"/>
                  <a:gd name="T8" fmla="*/ 1 w 37"/>
                  <a:gd name="T9" fmla="*/ 26 h 28"/>
                  <a:gd name="T10" fmla="*/ 18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8" y="11"/>
                      <a:pt x="18" y="11"/>
                      <a:pt x="18" y="11"/>
                    </a:cubicBezTo>
                    <a:cubicBezTo>
                      <a:pt x="9" y="0"/>
                      <a:pt x="9" y="0"/>
                      <a:pt x="9" y="0"/>
                    </a:cubicBezTo>
                    <a:cubicBezTo>
                      <a:pt x="4" y="4"/>
                      <a:pt x="0" y="11"/>
                      <a:pt x="0" y="18"/>
                    </a:cubicBezTo>
                    <a:cubicBezTo>
                      <a:pt x="0" y="21"/>
                      <a:pt x="0" y="23"/>
                      <a:pt x="1" y="26"/>
                    </a:cubicBezTo>
                    <a:cubicBezTo>
                      <a:pt x="6" y="27"/>
                      <a:pt x="12" y="28"/>
                      <a:pt x="18" y="28"/>
                    </a:cubicBezTo>
                    <a:cubicBezTo>
                      <a:pt x="25" y="28"/>
                      <a:pt x="30" y="27"/>
                      <a:pt x="36" y="26"/>
                    </a:cubicBezTo>
                    <a:cubicBezTo>
                      <a:pt x="36" y="23"/>
                      <a:pt x="37" y="21"/>
                      <a:pt x="37" y="18"/>
                    </a:cubicBezTo>
                    <a:cubicBezTo>
                      <a:pt x="37" y="11"/>
                      <a:pt x="33" y="4"/>
                      <a:pt x="28" y="0"/>
                    </a:cubicBezTo>
                    <a:close/>
                  </a:path>
                </a:pathLst>
              </a:cu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4" name="Oval 37"/>
              <p:cNvSpPr>
                <a:spLocks noChangeArrowheads="1"/>
              </p:cNvSpPr>
              <p:nvPr/>
            </p:nvSpPr>
            <p:spPr bwMode="auto">
              <a:xfrm>
                <a:off x="3813" y="2036"/>
                <a:ext cx="82" cy="82"/>
              </a:xfrm>
              <a:prstGeom prst="ellipse">
                <a:avLst/>
              </a:pr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5" name="Freeform 38"/>
              <p:cNvSpPr>
                <a:spLocks/>
              </p:cNvSpPr>
              <p:nvPr/>
            </p:nvSpPr>
            <p:spPr bwMode="auto">
              <a:xfrm>
                <a:off x="3776" y="2123"/>
                <a:ext cx="152" cy="115"/>
              </a:xfrm>
              <a:custGeom>
                <a:avLst/>
                <a:gdLst>
                  <a:gd name="T0" fmla="*/ 28 w 37"/>
                  <a:gd name="T1" fmla="*/ 0 h 28"/>
                  <a:gd name="T2" fmla="*/ 19 w 37"/>
                  <a:gd name="T3" fmla="*/ 11 h 28"/>
                  <a:gd name="T4" fmla="*/ 9 w 37"/>
                  <a:gd name="T5" fmla="*/ 0 h 28"/>
                  <a:gd name="T6" fmla="*/ 0 w 37"/>
                  <a:gd name="T7" fmla="*/ 18 h 28"/>
                  <a:gd name="T8" fmla="*/ 2 w 37"/>
                  <a:gd name="T9" fmla="*/ 26 h 28"/>
                  <a:gd name="T10" fmla="*/ 19 w 37"/>
                  <a:gd name="T11" fmla="*/ 28 h 28"/>
                  <a:gd name="T12" fmla="*/ 36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9" y="11"/>
                      <a:pt x="19" y="11"/>
                      <a:pt x="19" y="11"/>
                    </a:cubicBezTo>
                    <a:cubicBezTo>
                      <a:pt x="9" y="0"/>
                      <a:pt x="9" y="0"/>
                      <a:pt x="9" y="0"/>
                    </a:cubicBezTo>
                    <a:cubicBezTo>
                      <a:pt x="4" y="4"/>
                      <a:pt x="0" y="11"/>
                      <a:pt x="0" y="18"/>
                    </a:cubicBezTo>
                    <a:cubicBezTo>
                      <a:pt x="0" y="21"/>
                      <a:pt x="1" y="23"/>
                      <a:pt x="2" y="26"/>
                    </a:cubicBezTo>
                    <a:cubicBezTo>
                      <a:pt x="7" y="27"/>
                      <a:pt x="13" y="28"/>
                      <a:pt x="19" y="28"/>
                    </a:cubicBezTo>
                    <a:cubicBezTo>
                      <a:pt x="25" y="28"/>
                      <a:pt x="31" y="27"/>
                      <a:pt x="36" y="26"/>
                    </a:cubicBezTo>
                    <a:cubicBezTo>
                      <a:pt x="37" y="23"/>
                      <a:pt x="37" y="21"/>
                      <a:pt x="37" y="18"/>
                    </a:cubicBezTo>
                    <a:cubicBezTo>
                      <a:pt x="37" y="11"/>
                      <a:pt x="34" y="4"/>
                      <a:pt x="28" y="0"/>
                    </a:cubicBezTo>
                    <a:close/>
                  </a:path>
                </a:pathLst>
              </a:cu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6" name="Oval 39"/>
              <p:cNvSpPr>
                <a:spLocks noChangeArrowheads="1"/>
              </p:cNvSpPr>
              <p:nvPr/>
            </p:nvSpPr>
            <p:spPr bwMode="auto">
              <a:xfrm>
                <a:off x="4026" y="2036"/>
                <a:ext cx="82" cy="82"/>
              </a:xfrm>
              <a:prstGeom prst="ellipse">
                <a:avLst/>
              </a:pr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37" name="Freeform 40"/>
              <p:cNvSpPr>
                <a:spLocks/>
              </p:cNvSpPr>
              <p:nvPr/>
            </p:nvSpPr>
            <p:spPr bwMode="auto">
              <a:xfrm>
                <a:off x="3993" y="2123"/>
                <a:ext cx="151" cy="115"/>
              </a:xfrm>
              <a:custGeom>
                <a:avLst/>
                <a:gdLst>
                  <a:gd name="T0" fmla="*/ 28 w 37"/>
                  <a:gd name="T1" fmla="*/ 0 h 28"/>
                  <a:gd name="T2" fmla="*/ 18 w 37"/>
                  <a:gd name="T3" fmla="*/ 11 h 28"/>
                  <a:gd name="T4" fmla="*/ 9 w 37"/>
                  <a:gd name="T5" fmla="*/ 0 h 28"/>
                  <a:gd name="T6" fmla="*/ 0 w 37"/>
                  <a:gd name="T7" fmla="*/ 18 h 28"/>
                  <a:gd name="T8" fmla="*/ 1 w 37"/>
                  <a:gd name="T9" fmla="*/ 26 h 28"/>
                  <a:gd name="T10" fmla="*/ 18 w 37"/>
                  <a:gd name="T11" fmla="*/ 28 h 28"/>
                  <a:gd name="T12" fmla="*/ 35 w 37"/>
                  <a:gd name="T13" fmla="*/ 26 h 28"/>
                  <a:gd name="T14" fmla="*/ 37 w 37"/>
                  <a:gd name="T15" fmla="*/ 18 h 28"/>
                  <a:gd name="T16" fmla="*/ 28 w 3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8">
                    <a:moveTo>
                      <a:pt x="28" y="0"/>
                    </a:moveTo>
                    <a:cubicBezTo>
                      <a:pt x="18" y="11"/>
                      <a:pt x="18" y="11"/>
                      <a:pt x="18" y="11"/>
                    </a:cubicBezTo>
                    <a:cubicBezTo>
                      <a:pt x="9" y="0"/>
                      <a:pt x="9" y="0"/>
                      <a:pt x="9" y="0"/>
                    </a:cubicBezTo>
                    <a:cubicBezTo>
                      <a:pt x="3" y="4"/>
                      <a:pt x="0" y="11"/>
                      <a:pt x="0" y="18"/>
                    </a:cubicBezTo>
                    <a:cubicBezTo>
                      <a:pt x="0" y="21"/>
                      <a:pt x="0" y="23"/>
                      <a:pt x="1" y="26"/>
                    </a:cubicBezTo>
                    <a:cubicBezTo>
                      <a:pt x="6" y="27"/>
                      <a:pt x="12" y="28"/>
                      <a:pt x="18" y="28"/>
                    </a:cubicBezTo>
                    <a:cubicBezTo>
                      <a:pt x="24" y="28"/>
                      <a:pt x="30" y="27"/>
                      <a:pt x="35" y="26"/>
                    </a:cubicBezTo>
                    <a:cubicBezTo>
                      <a:pt x="36" y="23"/>
                      <a:pt x="37" y="21"/>
                      <a:pt x="37" y="18"/>
                    </a:cubicBezTo>
                    <a:cubicBezTo>
                      <a:pt x="37" y="11"/>
                      <a:pt x="33" y="4"/>
                      <a:pt x="28" y="0"/>
                    </a:cubicBezTo>
                    <a:close/>
                  </a:path>
                </a:pathLst>
              </a:custGeom>
              <a:solidFill>
                <a:srgbClr val="FFFFFF"/>
              </a:solid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grpSp>
      </p:grpSp>
      <p:grpSp>
        <p:nvGrpSpPr>
          <p:cNvPr id="38" name="组合 37"/>
          <p:cNvGrpSpPr/>
          <p:nvPr/>
        </p:nvGrpSpPr>
        <p:grpSpPr>
          <a:xfrm>
            <a:off x="9154059" y="2872458"/>
            <a:ext cx="1261628" cy="1261627"/>
            <a:chOff x="8679545" y="2723665"/>
            <a:chExt cx="1196276" cy="1196274"/>
          </a:xfrm>
        </p:grpSpPr>
        <p:sp>
          <p:nvSpPr>
            <p:cNvPr id="39" name="Teardrop 40"/>
            <p:cNvSpPr/>
            <p:nvPr/>
          </p:nvSpPr>
          <p:spPr>
            <a:xfrm>
              <a:off x="8679545" y="2723665"/>
              <a:ext cx="1196276" cy="1196274"/>
            </a:xfrm>
            <a:prstGeom prst="teardrop">
              <a:avLst/>
            </a:prstGeom>
            <a:no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GB" sz="1898">
                <a:solidFill>
                  <a:prstClr val="white"/>
                </a:solidFill>
              </a:endParaRPr>
            </a:p>
          </p:txBody>
        </p:sp>
        <p:grpSp>
          <p:nvGrpSpPr>
            <p:cNvPr id="40" name="组合 39"/>
            <p:cNvGrpSpPr/>
            <p:nvPr/>
          </p:nvGrpSpPr>
          <p:grpSpPr>
            <a:xfrm>
              <a:off x="9098807" y="3037776"/>
              <a:ext cx="433949" cy="491850"/>
              <a:chOff x="2471074" y="6170447"/>
              <a:chExt cx="1106488" cy="1254125"/>
            </a:xfrm>
            <a:solidFill>
              <a:schemeClr val="bg1"/>
            </a:solidFill>
          </p:grpSpPr>
          <p:sp>
            <p:nvSpPr>
              <p:cNvPr id="41" name="Freeform 11"/>
              <p:cNvSpPr>
                <a:spLocks/>
              </p:cNvSpPr>
              <p:nvPr/>
            </p:nvSpPr>
            <p:spPr bwMode="auto">
              <a:xfrm>
                <a:off x="2471074" y="6843547"/>
                <a:ext cx="1106488" cy="581025"/>
              </a:xfrm>
              <a:custGeom>
                <a:avLst/>
                <a:gdLst>
                  <a:gd name="T0" fmla="*/ 0 w 38"/>
                  <a:gd name="T1" fmla="*/ 9 h 19"/>
                  <a:gd name="T2" fmla="*/ 4 w 38"/>
                  <a:gd name="T3" fmla="*/ 2 h 19"/>
                  <a:gd name="T4" fmla="*/ 12 w 38"/>
                  <a:gd name="T5" fmla="*/ 0 h 19"/>
                  <a:gd name="T6" fmla="*/ 19 w 38"/>
                  <a:gd name="T7" fmla="*/ 17 h 19"/>
                  <a:gd name="T8" fmla="*/ 26 w 38"/>
                  <a:gd name="T9" fmla="*/ 0 h 19"/>
                  <a:gd name="T10" fmla="*/ 34 w 38"/>
                  <a:gd name="T11" fmla="*/ 2 h 19"/>
                  <a:gd name="T12" fmla="*/ 38 w 38"/>
                  <a:gd name="T13" fmla="*/ 9 h 19"/>
                  <a:gd name="T14" fmla="*/ 38 w 38"/>
                  <a:gd name="T15" fmla="*/ 19 h 19"/>
                  <a:gd name="T16" fmla="*/ 19 w 38"/>
                  <a:gd name="T17" fmla="*/ 19 h 19"/>
                  <a:gd name="T18" fmla="*/ 0 w 38"/>
                  <a:gd name="T19" fmla="*/ 19 h 19"/>
                  <a:gd name="T20" fmla="*/ 0 w 3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9">
                    <a:moveTo>
                      <a:pt x="0" y="9"/>
                    </a:moveTo>
                    <a:cubicBezTo>
                      <a:pt x="0" y="6"/>
                      <a:pt x="1" y="3"/>
                      <a:pt x="4" y="2"/>
                    </a:cubicBezTo>
                    <a:cubicBezTo>
                      <a:pt x="12" y="0"/>
                      <a:pt x="12" y="0"/>
                      <a:pt x="12" y="0"/>
                    </a:cubicBezTo>
                    <a:cubicBezTo>
                      <a:pt x="19" y="17"/>
                      <a:pt x="19" y="17"/>
                      <a:pt x="19" y="17"/>
                    </a:cubicBezTo>
                    <a:cubicBezTo>
                      <a:pt x="26" y="0"/>
                      <a:pt x="26" y="0"/>
                      <a:pt x="26" y="0"/>
                    </a:cubicBezTo>
                    <a:cubicBezTo>
                      <a:pt x="34" y="2"/>
                      <a:pt x="34" y="2"/>
                      <a:pt x="34" y="2"/>
                    </a:cubicBezTo>
                    <a:cubicBezTo>
                      <a:pt x="36" y="3"/>
                      <a:pt x="38" y="6"/>
                      <a:pt x="38" y="9"/>
                    </a:cubicBezTo>
                    <a:cubicBezTo>
                      <a:pt x="38" y="19"/>
                      <a:pt x="38" y="19"/>
                      <a:pt x="38" y="19"/>
                    </a:cubicBezTo>
                    <a:cubicBezTo>
                      <a:pt x="19" y="19"/>
                      <a:pt x="19" y="19"/>
                      <a:pt x="19" y="19"/>
                    </a:cubicBezTo>
                    <a:cubicBezTo>
                      <a:pt x="0" y="19"/>
                      <a:pt x="0" y="19"/>
                      <a:pt x="0" y="19"/>
                    </a:cubicBezTo>
                    <a:cubicBezTo>
                      <a:pt x="0" y="9"/>
                      <a:pt x="0" y="9"/>
                      <a:pt x="0" y="9"/>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42" name="Freeform 12"/>
              <p:cNvSpPr>
                <a:spLocks/>
              </p:cNvSpPr>
              <p:nvPr/>
            </p:nvSpPr>
            <p:spPr bwMode="auto">
              <a:xfrm>
                <a:off x="2761587" y="6170447"/>
                <a:ext cx="495300" cy="611188"/>
              </a:xfrm>
              <a:custGeom>
                <a:avLst/>
                <a:gdLst>
                  <a:gd name="T0" fmla="*/ 9 w 17"/>
                  <a:gd name="T1" fmla="*/ 20 h 20"/>
                  <a:gd name="T2" fmla="*/ 3 w 17"/>
                  <a:gd name="T3" fmla="*/ 16 h 20"/>
                  <a:gd name="T4" fmla="*/ 1 w 17"/>
                  <a:gd name="T5" fmla="*/ 6 h 20"/>
                  <a:gd name="T6" fmla="*/ 9 w 17"/>
                  <a:gd name="T7" fmla="*/ 0 h 20"/>
                  <a:gd name="T8" fmla="*/ 16 w 17"/>
                  <a:gd name="T9" fmla="*/ 6 h 20"/>
                  <a:gd name="T10" fmla="*/ 15 w 17"/>
                  <a:gd name="T11" fmla="*/ 16 h 20"/>
                  <a:gd name="T12" fmla="*/ 9 w 1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9" y="20"/>
                    </a:moveTo>
                    <a:cubicBezTo>
                      <a:pt x="6" y="20"/>
                      <a:pt x="4" y="18"/>
                      <a:pt x="3" y="16"/>
                    </a:cubicBezTo>
                    <a:cubicBezTo>
                      <a:pt x="1" y="13"/>
                      <a:pt x="0" y="9"/>
                      <a:pt x="1" y="6"/>
                    </a:cubicBezTo>
                    <a:cubicBezTo>
                      <a:pt x="2" y="3"/>
                      <a:pt x="4" y="0"/>
                      <a:pt x="9" y="0"/>
                    </a:cubicBezTo>
                    <a:cubicBezTo>
                      <a:pt x="13" y="0"/>
                      <a:pt x="16" y="3"/>
                      <a:pt x="16" y="6"/>
                    </a:cubicBezTo>
                    <a:cubicBezTo>
                      <a:pt x="17" y="9"/>
                      <a:pt x="16" y="13"/>
                      <a:pt x="15" y="16"/>
                    </a:cubicBezTo>
                    <a:cubicBezTo>
                      <a:pt x="13" y="18"/>
                      <a:pt x="11" y="20"/>
                      <a:pt x="9" y="20"/>
                    </a:cubicBezTo>
                    <a:close/>
                  </a:path>
                </a:pathLst>
              </a:custGeom>
              <a:grpFill/>
              <a:ln w="9525">
                <a:no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43" name="Freeform 13"/>
              <p:cNvSpPr>
                <a:spLocks/>
              </p:cNvSpPr>
              <p:nvPr/>
            </p:nvSpPr>
            <p:spPr bwMode="auto">
              <a:xfrm>
                <a:off x="2936212" y="6965785"/>
                <a:ext cx="174625" cy="396875"/>
              </a:xfrm>
              <a:custGeom>
                <a:avLst/>
                <a:gdLst>
                  <a:gd name="T0" fmla="*/ 37 w 110"/>
                  <a:gd name="T1" fmla="*/ 0 h 250"/>
                  <a:gd name="T2" fmla="*/ 74 w 110"/>
                  <a:gd name="T3" fmla="*/ 0 h 250"/>
                  <a:gd name="T4" fmla="*/ 110 w 110"/>
                  <a:gd name="T5" fmla="*/ 250 h 250"/>
                  <a:gd name="T6" fmla="*/ 0 w 110"/>
                  <a:gd name="T7" fmla="*/ 250 h 250"/>
                  <a:gd name="T8" fmla="*/ 37 w 110"/>
                  <a:gd name="T9" fmla="*/ 0 h 250"/>
                  <a:gd name="T10" fmla="*/ 37 w 110"/>
                  <a:gd name="T11" fmla="*/ 0 h 250"/>
                </a:gdLst>
                <a:ahLst/>
                <a:cxnLst>
                  <a:cxn ang="0">
                    <a:pos x="T0" y="T1"/>
                  </a:cxn>
                  <a:cxn ang="0">
                    <a:pos x="T2" y="T3"/>
                  </a:cxn>
                  <a:cxn ang="0">
                    <a:pos x="T4" y="T5"/>
                  </a:cxn>
                  <a:cxn ang="0">
                    <a:pos x="T6" y="T7"/>
                  </a:cxn>
                  <a:cxn ang="0">
                    <a:pos x="T8" y="T9"/>
                  </a:cxn>
                  <a:cxn ang="0">
                    <a:pos x="T10" y="T11"/>
                  </a:cxn>
                </a:cxnLst>
                <a:rect l="0" t="0" r="r" b="b"/>
                <a:pathLst>
                  <a:path w="110" h="250">
                    <a:moveTo>
                      <a:pt x="37" y="0"/>
                    </a:moveTo>
                    <a:lnTo>
                      <a:pt x="74" y="0"/>
                    </a:lnTo>
                    <a:lnTo>
                      <a:pt x="110" y="250"/>
                    </a:lnTo>
                    <a:lnTo>
                      <a:pt x="0" y="250"/>
                    </a:lnTo>
                    <a:lnTo>
                      <a:pt x="37" y="0"/>
                    </a:lnTo>
                    <a:lnTo>
                      <a:pt x="37" y="0"/>
                    </a:lnTo>
                    <a:close/>
                  </a:path>
                </a:pathLst>
              </a:custGeom>
              <a:grpFill/>
              <a:ln w="9525">
                <a:solidFill>
                  <a:schemeClr val="bg1"/>
                </a:solid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sp>
            <p:nvSpPr>
              <p:cNvPr id="44" name="Oval 14"/>
              <p:cNvSpPr>
                <a:spLocks noChangeArrowheads="1"/>
              </p:cNvSpPr>
              <p:nvPr/>
            </p:nvSpPr>
            <p:spPr bwMode="auto">
              <a:xfrm>
                <a:off x="2936212" y="6843547"/>
                <a:ext cx="146050" cy="152400"/>
              </a:xfrm>
              <a:prstGeom prst="ellipse">
                <a:avLst/>
              </a:prstGeom>
              <a:grpFill/>
              <a:ln w="9525">
                <a:solidFill>
                  <a:schemeClr val="bg1"/>
                </a:solidFill>
                <a:round/>
                <a:headEnd/>
                <a:tailEnd/>
              </a:ln>
            </p:spPr>
            <p:txBody>
              <a:bodyPr vert="horz" wrap="square" lIns="128580" tIns="64290" rIns="128580" bIns="64290" numCol="1" anchor="t" anchorCtr="0" compatLnSpc="1">
                <a:prstTxWarp prst="textNoShape">
                  <a:avLst/>
                </a:prstTxWarp>
              </a:bodyPr>
              <a:lstStyle/>
              <a:p>
                <a:pPr defTabSz="964372" fontAlgn="auto">
                  <a:spcBef>
                    <a:spcPts val="0"/>
                  </a:spcBef>
                  <a:spcAft>
                    <a:spcPts val="0"/>
                  </a:spcAft>
                </a:pPr>
                <a:endParaRPr lang="zh-CN" altLang="en-US" sz="1898">
                  <a:solidFill>
                    <a:prstClr val="black"/>
                  </a:solidFill>
                  <a:latin typeface="Calibri" panose="020F0502020204030204"/>
                </a:endParaRPr>
              </a:p>
            </p:txBody>
          </p:sp>
        </p:grpSp>
      </p:grpSp>
      <p:sp>
        <p:nvSpPr>
          <p:cNvPr id="45" name="文本框 44"/>
          <p:cNvSpPr txBox="1"/>
          <p:nvPr/>
        </p:nvSpPr>
        <p:spPr>
          <a:xfrm>
            <a:off x="1908706" y="3831807"/>
            <a:ext cx="1798117" cy="720497"/>
          </a:xfrm>
          <a:prstGeom prst="rect">
            <a:avLst/>
          </a:prstGeom>
          <a:noFill/>
        </p:spPr>
        <p:txBody>
          <a:bodyPr wrap="square" lIns="96435" tIns="48218" rIns="96435" bIns="48218" rtlCol="0">
            <a:spAutoFit/>
          </a:bodyPr>
          <a:lstStyle/>
          <a:p>
            <a:pPr algn="just" defTabSz="964372" fontAlgn="auto">
              <a:lnSpc>
                <a:spcPct val="12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a:t>
            </a:r>
          </a:p>
        </p:txBody>
      </p:sp>
      <p:sp>
        <p:nvSpPr>
          <p:cNvPr id="46" name="文本框 45"/>
          <p:cNvSpPr txBox="1"/>
          <p:nvPr/>
        </p:nvSpPr>
        <p:spPr>
          <a:xfrm>
            <a:off x="6614591" y="3831807"/>
            <a:ext cx="1798117" cy="720497"/>
          </a:xfrm>
          <a:prstGeom prst="rect">
            <a:avLst/>
          </a:prstGeom>
          <a:noFill/>
        </p:spPr>
        <p:txBody>
          <a:bodyPr wrap="square" lIns="96435" tIns="48218" rIns="96435" bIns="48218" rtlCol="0">
            <a:spAutoFit/>
          </a:bodyPr>
          <a:lstStyle/>
          <a:p>
            <a:pPr algn="just" defTabSz="964372" fontAlgn="auto">
              <a:lnSpc>
                <a:spcPct val="12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a:t>
            </a:r>
          </a:p>
        </p:txBody>
      </p:sp>
      <p:sp>
        <p:nvSpPr>
          <p:cNvPr id="47" name="文本框 46"/>
          <p:cNvSpPr txBox="1"/>
          <p:nvPr/>
        </p:nvSpPr>
        <p:spPr>
          <a:xfrm>
            <a:off x="4269376" y="4734206"/>
            <a:ext cx="1798117" cy="720497"/>
          </a:xfrm>
          <a:prstGeom prst="rect">
            <a:avLst/>
          </a:prstGeom>
          <a:noFill/>
        </p:spPr>
        <p:txBody>
          <a:bodyPr wrap="square" lIns="96435" tIns="48218" rIns="96435" bIns="48218" rtlCol="0">
            <a:spAutoFit/>
          </a:bodyPr>
          <a:lstStyle/>
          <a:p>
            <a:pPr algn="just" defTabSz="964372" fontAlgn="auto">
              <a:lnSpc>
                <a:spcPct val="12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a:t>
            </a:r>
          </a:p>
        </p:txBody>
      </p:sp>
      <p:sp>
        <p:nvSpPr>
          <p:cNvPr id="48" name="文本框 47"/>
          <p:cNvSpPr txBox="1"/>
          <p:nvPr/>
        </p:nvSpPr>
        <p:spPr>
          <a:xfrm>
            <a:off x="8862336" y="4734206"/>
            <a:ext cx="1798117" cy="720497"/>
          </a:xfrm>
          <a:prstGeom prst="rect">
            <a:avLst/>
          </a:prstGeom>
          <a:noFill/>
        </p:spPr>
        <p:txBody>
          <a:bodyPr wrap="square" lIns="96435" tIns="48218" rIns="96435" bIns="48218" rtlCol="0">
            <a:spAutoFit/>
          </a:bodyPr>
          <a:lstStyle/>
          <a:p>
            <a:pPr algn="just" defTabSz="964372" fontAlgn="auto">
              <a:lnSpc>
                <a:spcPct val="12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a:t>
            </a:r>
          </a:p>
        </p:txBody>
      </p:sp>
    </p:spTree>
    <p:extLst>
      <p:ext uri="{BB962C8B-B14F-4D97-AF65-F5344CB8AC3E}">
        <p14:creationId xmlns:p14="http://schemas.microsoft.com/office/powerpoint/2010/main" val="4169425387"/>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25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500" fill="hold"/>
                                        <p:tgtEl>
                                          <p:spTgt spid="8"/>
                                        </p:tgtEl>
                                        <p:attrNameLst>
                                          <p:attrName>ppt_x</p:attrName>
                                        </p:attrNameLst>
                                      </p:cBhvr>
                                      <p:tavLst>
                                        <p:tav tm="0">
                                          <p:val>
                                            <p:strVal val="#ppt_x"/>
                                          </p:val>
                                        </p:tav>
                                        <p:tav tm="100000">
                                          <p:val>
                                            <p:strVal val="#ppt_x"/>
                                          </p:val>
                                        </p:tav>
                                      </p:tavLst>
                                    </p:anim>
                                    <p:anim calcmode="lin" valueType="num">
                                      <p:cBhvr additive="base">
                                        <p:cTn id="21" dur="500" fill="hold"/>
                                        <p:tgtEl>
                                          <p:spTgt spid="8"/>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250"/>
                                  </p:stCondLst>
                                  <p:childTnLst>
                                    <p:set>
                                      <p:cBhvr>
                                        <p:cTn id="23" dur="1" fill="hold">
                                          <p:stCondLst>
                                            <p:cond delay="0"/>
                                          </p:stCondLst>
                                        </p:cTn>
                                        <p:tgtEl>
                                          <p:spTgt spid="45"/>
                                        </p:tgtEl>
                                        <p:attrNameLst>
                                          <p:attrName>style.visibility</p:attrName>
                                        </p:attrNameLst>
                                      </p:cBhvr>
                                      <p:to>
                                        <p:strVal val="visible"/>
                                      </p:to>
                                    </p:set>
                                    <p:anim calcmode="lin" valueType="num">
                                      <p:cBhvr additive="base">
                                        <p:cTn id="24" dur="500" fill="hold"/>
                                        <p:tgtEl>
                                          <p:spTgt spid="45"/>
                                        </p:tgtEl>
                                        <p:attrNameLst>
                                          <p:attrName>ppt_x</p:attrName>
                                        </p:attrNameLst>
                                      </p:cBhvr>
                                      <p:tavLst>
                                        <p:tav tm="0">
                                          <p:val>
                                            <p:strVal val="#ppt_x"/>
                                          </p:val>
                                        </p:tav>
                                        <p:tav tm="100000">
                                          <p:val>
                                            <p:strVal val="#ppt_x"/>
                                          </p:val>
                                        </p:tav>
                                      </p:tavLst>
                                    </p:anim>
                                    <p:anim calcmode="lin" valueType="num">
                                      <p:cBhvr additive="base">
                                        <p:cTn id="25" dur="500" fill="hold"/>
                                        <p:tgtEl>
                                          <p:spTgt spid="45"/>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500"/>
                                  </p:stCondLst>
                                  <p:childTnLst>
                                    <p:set>
                                      <p:cBhvr>
                                        <p:cTn id="27" dur="1" fill="hold">
                                          <p:stCondLst>
                                            <p:cond delay="0"/>
                                          </p:stCondLst>
                                        </p:cTn>
                                        <p:tgtEl>
                                          <p:spTgt spid="12"/>
                                        </p:tgtEl>
                                        <p:attrNameLst>
                                          <p:attrName>style.visibility</p:attrName>
                                        </p:attrNameLst>
                                      </p:cBhvr>
                                      <p:to>
                                        <p:strVal val="visible"/>
                                      </p:to>
                                    </p:set>
                                    <p:anim calcmode="lin" valueType="num">
                                      <p:cBhvr additive="base">
                                        <p:cTn id="28" dur="500" fill="hold"/>
                                        <p:tgtEl>
                                          <p:spTgt spid="12"/>
                                        </p:tgtEl>
                                        <p:attrNameLst>
                                          <p:attrName>ppt_x</p:attrName>
                                        </p:attrNameLst>
                                      </p:cBhvr>
                                      <p:tavLst>
                                        <p:tav tm="0">
                                          <p:val>
                                            <p:strVal val="#ppt_x"/>
                                          </p:val>
                                        </p:tav>
                                        <p:tav tm="100000">
                                          <p:val>
                                            <p:strVal val="#ppt_x"/>
                                          </p:val>
                                        </p:tav>
                                      </p:tavLst>
                                    </p:anim>
                                    <p:anim calcmode="lin" valueType="num">
                                      <p:cBhvr additive="base">
                                        <p:cTn id="29" dur="500" fill="hold"/>
                                        <p:tgtEl>
                                          <p:spTgt spid="12"/>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750"/>
                                  </p:stCondLst>
                                  <p:childTnLst>
                                    <p:set>
                                      <p:cBhvr>
                                        <p:cTn id="31" dur="1" fill="hold">
                                          <p:stCondLst>
                                            <p:cond delay="0"/>
                                          </p:stCondLst>
                                        </p:cTn>
                                        <p:tgtEl>
                                          <p:spTgt spid="9"/>
                                        </p:tgtEl>
                                        <p:attrNameLst>
                                          <p:attrName>style.visibility</p:attrName>
                                        </p:attrNameLst>
                                      </p:cBhvr>
                                      <p:to>
                                        <p:strVal val="visible"/>
                                      </p:to>
                                    </p:set>
                                    <p:anim calcmode="lin" valueType="num">
                                      <p:cBhvr additive="base">
                                        <p:cTn id="32" dur="500" fill="hold"/>
                                        <p:tgtEl>
                                          <p:spTgt spid="9"/>
                                        </p:tgtEl>
                                        <p:attrNameLst>
                                          <p:attrName>ppt_x</p:attrName>
                                        </p:attrNameLst>
                                      </p:cBhvr>
                                      <p:tavLst>
                                        <p:tav tm="0">
                                          <p:val>
                                            <p:strVal val="#ppt_x"/>
                                          </p:val>
                                        </p:tav>
                                        <p:tav tm="100000">
                                          <p:val>
                                            <p:strVal val="#ppt_x"/>
                                          </p:val>
                                        </p:tav>
                                      </p:tavLst>
                                    </p:anim>
                                    <p:anim calcmode="lin" valueType="num">
                                      <p:cBhvr additive="base">
                                        <p:cTn id="33" dur="500" fill="hold"/>
                                        <p:tgtEl>
                                          <p:spTgt spid="9"/>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750"/>
                                  </p:stCondLst>
                                  <p:childTnLst>
                                    <p:set>
                                      <p:cBhvr>
                                        <p:cTn id="35" dur="1" fill="hold">
                                          <p:stCondLst>
                                            <p:cond delay="0"/>
                                          </p:stCondLst>
                                        </p:cTn>
                                        <p:tgtEl>
                                          <p:spTgt spid="47"/>
                                        </p:tgtEl>
                                        <p:attrNameLst>
                                          <p:attrName>style.visibility</p:attrName>
                                        </p:attrNameLst>
                                      </p:cBhvr>
                                      <p:to>
                                        <p:strVal val="visible"/>
                                      </p:to>
                                    </p:set>
                                    <p:anim calcmode="lin" valueType="num">
                                      <p:cBhvr additive="base">
                                        <p:cTn id="36" dur="500" fill="hold"/>
                                        <p:tgtEl>
                                          <p:spTgt spid="47"/>
                                        </p:tgtEl>
                                        <p:attrNameLst>
                                          <p:attrName>ppt_x</p:attrName>
                                        </p:attrNameLst>
                                      </p:cBhvr>
                                      <p:tavLst>
                                        <p:tav tm="0">
                                          <p:val>
                                            <p:strVal val="#ppt_x"/>
                                          </p:val>
                                        </p:tav>
                                        <p:tav tm="100000">
                                          <p:val>
                                            <p:strVal val="#ppt_x"/>
                                          </p:val>
                                        </p:tav>
                                      </p:tavLst>
                                    </p:anim>
                                    <p:anim calcmode="lin" valueType="num">
                                      <p:cBhvr additive="base">
                                        <p:cTn id="37" dur="500" fill="hold"/>
                                        <p:tgtEl>
                                          <p:spTgt spid="47"/>
                                        </p:tgtEl>
                                        <p:attrNameLst>
                                          <p:attrName>ppt_y</p:attrName>
                                        </p:attrNameLst>
                                      </p:cBhvr>
                                      <p:tavLst>
                                        <p:tav tm="0">
                                          <p:val>
                                            <p:strVal val="1+#ppt_h/2"/>
                                          </p:val>
                                        </p:tav>
                                        <p:tav tm="100000">
                                          <p:val>
                                            <p:strVal val="#ppt_y"/>
                                          </p:val>
                                        </p:tav>
                                      </p:tavLst>
                                    </p:anim>
                                  </p:childTnLst>
                                </p:cTn>
                              </p:par>
                              <p:par>
                                <p:cTn id="38" presetID="2" presetClass="entr" presetSubtype="4" fill="hold" nodeType="withEffect">
                                  <p:stCondLst>
                                    <p:cond delay="100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500" fill="hold"/>
                                        <p:tgtEl>
                                          <p:spTgt spid="25"/>
                                        </p:tgtEl>
                                        <p:attrNameLst>
                                          <p:attrName>ppt_x</p:attrName>
                                        </p:attrNameLst>
                                      </p:cBhvr>
                                      <p:tavLst>
                                        <p:tav tm="0">
                                          <p:val>
                                            <p:strVal val="#ppt_x"/>
                                          </p:val>
                                        </p:tav>
                                        <p:tav tm="100000">
                                          <p:val>
                                            <p:strVal val="#ppt_x"/>
                                          </p:val>
                                        </p:tav>
                                      </p:tavLst>
                                    </p:anim>
                                    <p:anim calcmode="lin" valueType="num">
                                      <p:cBhvr additive="base">
                                        <p:cTn id="41" dur="500" fill="hold"/>
                                        <p:tgtEl>
                                          <p:spTgt spid="25"/>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250"/>
                                  </p:stCondLst>
                                  <p:childTnLst>
                                    <p:set>
                                      <p:cBhvr>
                                        <p:cTn id="43" dur="1" fill="hold">
                                          <p:stCondLst>
                                            <p:cond delay="0"/>
                                          </p:stCondLst>
                                        </p:cTn>
                                        <p:tgtEl>
                                          <p:spTgt spid="10"/>
                                        </p:tgtEl>
                                        <p:attrNameLst>
                                          <p:attrName>style.visibility</p:attrName>
                                        </p:attrNameLst>
                                      </p:cBhvr>
                                      <p:to>
                                        <p:strVal val="visible"/>
                                      </p:to>
                                    </p:set>
                                    <p:anim calcmode="lin" valueType="num">
                                      <p:cBhvr additive="base">
                                        <p:cTn id="44" dur="500" fill="hold"/>
                                        <p:tgtEl>
                                          <p:spTgt spid="10"/>
                                        </p:tgtEl>
                                        <p:attrNameLst>
                                          <p:attrName>ppt_x</p:attrName>
                                        </p:attrNameLst>
                                      </p:cBhvr>
                                      <p:tavLst>
                                        <p:tav tm="0">
                                          <p:val>
                                            <p:strVal val="#ppt_x"/>
                                          </p:val>
                                        </p:tav>
                                        <p:tav tm="100000">
                                          <p:val>
                                            <p:strVal val="#ppt_x"/>
                                          </p:val>
                                        </p:tav>
                                      </p:tavLst>
                                    </p:anim>
                                    <p:anim calcmode="lin" valueType="num">
                                      <p:cBhvr additive="base">
                                        <p:cTn id="45" dur="500" fill="hold"/>
                                        <p:tgtEl>
                                          <p:spTgt spid="10"/>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1250"/>
                                  </p:stCondLst>
                                  <p:childTnLst>
                                    <p:set>
                                      <p:cBhvr>
                                        <p:cTn id="47" dur="1" fill="hold">
                                          <p:stCondLst>
                                            <p:cond delay="0"/>
                                          </p:stCondLst>
                                        </p:cTn>
                                        <p:tgtEl>
                                          <p:spTgt spid="46"/>
                                        </p:tgtEl>
                                        <p:attrNameLst>
                                          <p:attrName>style.visibility</p:attrName>
                                        </p:attrNameLst>
                                      </p:cBhvr>
                                      <p:to>
                                        <p:strVal val="visible"/>
                                      </p:to>
                                    </p:set>
                                    <p:anim calcmode="lin" valueType="num">
                                      <p:cBhvr additive="base">
                                        <p:cTn id="48" dur="500" fill="hold"/>
                                        <p:tgtEl>
                                          <p:spTgt spid="46"/>
                                        </p:tgtEl>
                                        <p:attrNameLst>
                                          <p:attrName>ppt_x</p:attrName>
                                        </p:attrNameLst>
                                      </p:cBhvr>
                                      <p:tavLst>
                                        <p:tav tm="0">
                                          <p:val>
                                            <p:strVal val="#ppt_x"/>
                                          </p:val>
                                        </p:tav>
                                        <p:tav tm="100000">
                                          <p:val>
                                            <p:strVal val="#ppt_x"/>
                                          </p:val>
                                        </p:tav>
                                      </p:tavLst>
                                    </p:anim>
                                    <p:anim calcmode="lin" valueType="num">
                                      <p:cBhvr additive="base">
                                        <p:cTn id="49" dur="500" fill="hold"/>
                                        <p:tgtEl>
                                          <p:spTgt spid="46"/>
                                        </p:tgtEl>
                                        <p:attrNameLst>
                                          <p:attrName>ppt_y</p:attrName>
                                        </p:attrNameLst>
                                      </p:cBhvr>
                                      <p:tavLst>
                                        <p:tav tm="0">
                                          <p:val>
                                            <p:strVal val="1+#ppt_h/2"/>
                                          </p:val>
                                        </p:tav>
                                        <p:tav tm="100000">
                                          <p:val>
                                            <p:strVal val="#ppt_y"/>
                                          </p:val>
                                        </p:tav>
                                      </p:tavLst>
                                    </p:anim>
                                  </p:childTnLst>
                                </p:cTn>
                              </p:par>
                              <p:par>
                                <p:cTn id="50" presetID="2" presetClass="entr" presetSubtype="4" fill="hold" nodeType="withEffect">
                                  <p:stCondLst>
                                    <p:cond delay="1500"/>
                                  </p:stCondLst>
                                  <p:childTnLst>
                                    <p:set>
                                      <p:cBhvr>
                                        <p:cTn id="51" dur="1" fill="hold">
                                          <p:stCondLst>
                                            <p:cond delay="0"/>
                                          </p:stCondLst>
                                        </p:cTn>
                                        <p:tgtEl>
                                          <p:spTgt spid="38"/>
                                        </p:tgtEl>
                                        <p:attrNameLst>
                                          <p:attrName>style.visibility</p:attrName>
                                        </p:attrNameLst>
                                      </p:cBhvr>
                                      <p:to>
                                        <p:strVal val="visible"/>
                                      </p:to>
                                    </p:set>
                                    <p:anim calcmode="lin" valueType="num">
                                      <p:cBhvr additive="base">
                                        <p:cTn id="52" dur="500" fill="hold"/>
                                        <p:tgtEl>
                                          <p:spTgt spid="38"/>
                                        </p:tgtEl>
                                        <p:attrNameLst>
                                          <p:attrName>ppt_x</p:attrName>
                                        </p:attrNameLst>
                                      </p:cBhvr>
                                      <p:tavLst>
                                        <p:tav tm="0">
                                          <p:val>
                                            <p:strVal val="#ppt_x"/>
                                          </p:val>
                                        </p:tav>
                                        <p:tav tm="100000">
                                          <p:val>
                                            <p:strVal val="#ppt_x"/>
                                          </p:val>
                                        </p:tav>
                                      </p:tavLst>
                                    </p:anim>
                                    <p:anim calcmode="lin" valueType="num">
                                      <p:cBhvr additive="base">
                                        <p:cTn id="53" dur="500" fill="hold"/>
                                        <p:tgtEl>
                                          <p:spTgt spid="38"/>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stCondLst>
                                    <p:cond delay="1750"/>
                                  </p:stCondLst>
                                  <p:childTnLst>
                                    <p:set>
                                      <p:cBhvr>
                                        <p:cTn id="55" dur="1" fill="hold">
                                          <p:stCondLst>
                                            <p:cond delay="0"/>
                                          </p:stCondLst>
                                        </p:cTn>
                                        <p:tgtEl>
                                          <p:spTgt spid="11"/>
                                        </p:tgtEl>
                                        <p:attrNameLst>
                                          <p:attrName>style.visibility</p:attrName>
                                        </p:attrNameLst>
                                      </p:cBhvr>
                                      <p:to>
                                        <p:strVal val="visible"/>
                                      </p:to>
                                    </p:set>
                                    <p:anim calcmode="lin" valueType="num">
                                      <p:cBhvr additive="base">
                                        <p:cTn id="56" dur="500" fill="hold"/>
                                        <p:tgtEl>
                                          <p:spTgt spid="11"/>
                                        </p:tgtEl>
                                        <p:attrNameLst>
                                          <p:attrName>ppt_x</p:attrName>
                                        </p:attrNameLst>
                                      </p:cBhvr>
                                      <p:tavLst>
                                        <p:tav tm="0">
                                          <p:val>
                                            <p:strVal val="#ppt_x"/>
                                          </p:val>
                                        </p:tav>
                                        <p:tav tm="100000">
                                          <p:val>
                                            <p:strVal val="#ppt_x"/>
                                          </p:val>
                                        </p:tav>
                                      </p:tavLst>
                                    </p:anim>
                                    <p:anim calcmode="lin" valueType="num">
                                      <p:cBhvr additive="base">
                                        <p:cTn id="57" dur="500" fill="hold"/>
                                        <p:tgtEl>
                                          <p:spTgt spid="11"/>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1750"/>
                                  </p:stCondLst>
                                  <p:childTnLst>
                                    <p:set>
                                      <p:cBhvr>
                                        <p:cTn id="59" dur="1" fill="hold">
                                          <p:stCondLst>
                                            <p:cond delay="0"/>
                                          </p:stCondLst>
                                        </p:cTn>
                                        <p:tgtEl>
                                          <p:spTgt spid="48"/>
                                        </p:tgtEl>
                                        <p:attrNameLst>
                                          <p:attrName>style.visibility</p:attrName>
                                        </p:attrNameLst>
                                      </p:cBhvr>
                                      <p:to>
                                        <p:strVal val="visible"/>
                                      </p:to>
                                    </p:set>
                                    <p:anim calcmode="lin" valueType="num">
                                      <p:cBhvr additive="base">
                                        <p:cTn id="60" dur="500" fill="hold"/>
                                        <p:tgtEl>
                                          <p:spTgt spid="48"/>
                                        </p:tgtEl>
                                        <p:attrNameLst>
                                          <p:attrName>ppt_x</p:attrName>
                                        </p:attrNameLst>
                                      </p:cBhvr>
                                      <p:tavLst>
                                        <p:tav tm="0">
                                          <p:val>
                                            <p:strVal val="#ppt_x"/>
                                          </p:val>
                                        </p:tav>
                                        <p:tav tm="100000">
                                          <p:val>
                                            <p:strVal val="#ppt_x"/>
                                          </p:val>
                                        </p:tav>
                                      </p:tavLst>
                                    </p:anim>
                                    <p:anim calcmode="lin" valueType="num">
                                      <p:cBhvr additive="base">
                                        <p:cTn id="61"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45" grpId="0"/>
      <p:bldP spid="46" grpId="0"/>
      <p:bldP spid="47" grpId="0"/>
      <p:bldP spid="48"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grpSp>
        <p:nvGrpSpPr>
          <p:cNvPr id="8" name="组合 7"/>
          <p:cNvGrpSpPr/>
          <p:nvPr/>
        </p:nvGrpSpPr>
        <p:grpSpPr>
          <a:xfrm>
            <a:off x="806657" y="1714408"/>
            <a:ext cx="1080162" cy="996404"/>
            <a:chOff x="764534" y="1625600"/>
            <a:chExt cx="1024209" cy="944788"/>
          </a:xfrm>
        </p:grpSpPr>
        <p:grpSp>
          <p:nvGrpSpPr>
            <p:cNvPr id="9" name="组合 8"/>
            <p:cNvGrpSpPr/>
            <p:nvPr/>
          </p:nvGrpSpPr>
          <p:grpSpPr>
            <a:xfrm rot="16200000">
              <a:off x="804245" y="1585889"/>
              <a:ext cx="944788" cy="1024209"/>
              <a:chOff x="764788" y="1059582"/>
              <a:chExt cx="1558144" cy="1689124"/>
            </a:xfrm>
            <a:effectLst>
              <a:outerShdw blurRad="228600" dist="101600" dir="8400000" sx="105000" sy="105000" algn="tr" rotWithShape="0">
                <a:prstClr val="black">
                  <a:alpha val="40000"/>
                </a:prstClr>
              </a:outerShdw>
            </a:effectLst>
          </p:grpSpPr>
          <p:sp>
            <p:nvSpPr>
              <p:cNvPr id="11" name="椭圆 8"/>
              <p:cNvSpPr/>
              <p:nvPr/>
            </p:nvSpPr>
            <p:spPr>
              <a:xfrm>
                <a:off x="834850" y="1135533"/>
                <a:ext cx="1418020" cy="1537222"/>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sp>
            <p:nvSpPr>
              <p:cNvPr id="12" name="椭圆 8"/>
              <p:cNvSpPr/>
              <p:nvPr/>
            </p:nvSpPr>
            <p:spPr>
              <a:xfrm>
                <a:off x="764788" y="1059582"/>
                <a:ext cx="1558144" cy="1689124"/>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grpSp>
        <p:sp>
          <p:nvSpPr>
            <p:cNvPr id="10" name="文本框 9"/>
            <p:cNvSpPr txBox="1"/>
            <p:nvPr/>
          </p:nvSpPr>
          <p:spPr>
            <a:xfrm>
              <a:off x="1024649" y="1774826"/>
              <a:ext cx="409175" cy="641608"/>
            </a:xfrm>
            <a:prstGeom prst="rect">
              <a:avLst/>
            </a:prstGeom>
            <a:noFill/>
          </p:spPr>
          <p:txBody>
            <a:bodyPr wrap="none" rtlCol="0">
              <a:spAutoFit/>
            </a:bodyPr>
            <a:lstStyle/>
            <a:p>
              <a:pPr defTabSz="964372" fontAlgn="auto">
                <a:spcBef>
                  <a:spcPts val="0"/>
                </a:spcBef>
                <a:spcAft>
                  <a:spcPts val="0"/>
                </a:spcAft>
              </a:pPr>
              <a:r>
                <a:rPr lang="en-US" altLang="zh-CN" sz="3797" dirty="0">
                  <a:solidFill>
                    <a:prstClr val="white"/>
                  </a:solidFill>
                  <a:latin typeface="Calibri" panose="020F0502020204030204"/>
                </a:rPr>
                <a:t>1</a:t>
              </a:r>
              <a:endParaRPr lang="zh-CN" altLang="en-US" sz="3797" dirty="0">
                <a:solidFill>
                  <a:prstClr val="white"/>
                </a:solidFill>
                <a:latin typeface="Calibri" panose="020F0502020204030204"/>
              </a:endParaRPr>
            </a:p>
          </p:txBody>
        </p:sp>
      </p:grpSp>
      <p:grpSp>
        <p:nvGrpSpPr>
          <p:cNvPr id="13" name="组合 12"/>
          <p:cNvGrpSpPr/>
          <p:nvPr/>
        </p:nvGrpSpPr>
        <p:grpSpPr>
          <a:xfrm>
            <a:off x="1522559" y="2831992"/>
            <a:ext cx="1080162" cy="996402"/>
            <a:chOff x="1443353" y="2685293"/>
            <a:chExt cx="1024209" cy="944788"/>
          </a:xfrm>
        </p:grpSpPr>
        <p:grpSp>
          <p:nvGrpSpPr>
            <p:cNvPr id="14" name="组合 13"/>
            <p:cNvGrpSpPr/>
            <p:nvPr/>
          </p:nvGrpSpPr>
          <p:grpSpPr>
            <a:xfrm rot="16200000">
              <a:off x="1483064" y="2645582"/>
              <a:ext cx="944788" cy="1024209"/>
              <a:chOff x="764788" y="1059582"/>
              <a:chExt cx="1558144" cy="1689124"/>
            </a:xfrm>
            <a:effectLst>
              <a:outerShdw blurRad="228600" dist="101600" dir="8400000" sx="105000" sy="105000" algn="tr" rotWithShape="0">
                <a:prstClr val="black">
                  <a:alpha val="40000"/>
                </a:prstClr>
              </a:outerShdw>
            </a:effectLst>
          </p:grpSpPr>
          <p:sp>
            <p:nvSpPr>
              <p:cNvPr id="16" name="椭圆 8"/>
              <p:cNvSpPr/>
              <p:nvPr/>
            </p:nvSpPr>
            <p:spPr>
              <a:xfrm>
                <a:off x="834850" y="1135533"/>
                <a:ext cx="1418020" cy="1537222"/>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sp>
            <p:nvSpPr>
              <p:cNvPr id="17" name="椭圆 8"/>
              <p:cNvSpPr/>
              <p:nvPr/>
            </p:nvSpPr>
            <p:spPr>
              <a:xfrm>
                <a:off x="764788" y="1059582"/>
                <a:ext cx="1558144" cy="1689124"/>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grpSp>
        <p:sp>
          <p:nvSpPr>
            <p:cNvPr id="15" name="文本框 14"/>
            <p:cNvSpPr txBox="1"/>
            <p:nvPr/>
          </p:nvSpPr>
          <p:spPr>
            <a:xfrm>
              <a:off x="1734048" y="2845229"/>
              <a:ext cx="409175" cy="641609"/>
            </a:xfrm>
            <a:prstGeom prst="rect">
              <a:avLst/>
            </a:prstGeom>
            <a:noFill/>
          </p:spPr>
          <p:txBody>
            <a:bodyPr wrap="none" rtlCol="0">
              <a:spAutoFit/>
            </a:bodyPr>
            <a:lstStyle/>
            <a:p>
              <a:pPr defTabSz="964372" fontAlgn="auto">
                <a:spcBef>
                  <a:spcPts val="0"/>
                </a:spcBef>
                <a:spcAft>
                  <a:spcPts val="0"/>
                </a:spcAft>
              </a:pPr>
              <a:r>
                <a:rPr lang="en-US" altLang="zh-CN" sz="3797" dirty="0">
                  <a:solidFill>
                    <a:prstClr val="white"/>
                  </a:solidFill>
                  <a:latin typeface="Calibri" panose="020F0502020204030204"/>
                </a:rPr>
                <a:t>2</a:t>
              </a:r>
              <a:endParaRPr lang="zh-CN" altLang="en-US" sz="3797" dirty="0">
                <a:solidFill>
                  <a:prstClr val="white"/>
                </a:solidFill>
                <a:latin typeface="Calibri" panose="020F0502020204030204"/>
              </a:endParaRPr>
            </a:p>
          </p:txBody>
        </p:sp>
      </p:grpSp>
      <p:grpSp>
        <p:nvGrpSpPr>
          <p:cNvPr id="18" name="组合 17"/>
          <p:cNvGrpSpPr/>
          <p:nvPr/>
        </p:nvGrpSpPr>
        <p:grpSpPr>
          <a:xfrm>
            <a:off x="2253412" y="3987849"/>
            <a:ext cx="1080162" cy="996404"/>
            <a:chOff x="2136347" y="3781272"/>
            <a:chExt cx="1024209" cy="944788"/>
          </a:xfrm>
        </p:grpSpPr>
        <p:grpSp>
          <p:nvGrpSpPr>
            <p:cNvPr id="19" name="组合 18"/>
            <p:cNvGrpSpPr/>
            <p:nvPr/>
          </p:nvGrpSpPr>
          <p:grpSpPr>
            <a:xfrm rot="16200000">
              <a:off x="2176058" y="3741561"/>
              <a:ext cx="944788" cy="1024209"/>
              <a:chOff x="764788" y="1059582"/>
              <a:chExt cx="1558144" cy="1689124"/>
            </a:xfrm>
            <a:effectLst>
              <a:outerShdw blurRad="228600" dist="101600" dir="8400000" sx="105000" sy="105000" algn="tr" rotWithShape="0">
                <a:prstClr val="black">
                  <a:alpha val="40000"/>
                </a:prstClr>
              </a:outerShdw>
            </a:effectLst>
          </p:grpSpPr>
          <p:sp>
            <p:nvSpPr>
              <p:cNvPr id="21" name="椭圆 8"/>
              <p:cNvSpPr/>
              <p:nvPr/>
            </p:nvSpPr>
            <p:spPr>
              <a:xfrm>
                <a:off x="834850" y="1135533"/>
                <a:ext cx="1418020" cy="1537222"/>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sp>
            <p:nvSpPr>
              <p:cNvPr id="22" name="椭圆 8"/>
              <p:cNvSpPr/>
              <p:nvPr/>
            </p:nvSpPr>
            <p:spPr>
              <a:xfrm>
                <a:off x="764788" y="1059582"/>
                <a:ext cx="1558144" cy="1689124"/>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grpSp>
        <p:sp>
          <p:nvSpPr>
            <p:cNvPr id="20" name="文本框 19"/>
            <p:cNvSpPr txBox="1"/>
            <p:nvPr/>
          </p:nvSpPr>
          <p:spPr>
            <a:xfrm>
              <a:off x="2439099" y="3930498"/>
              <a:ext cx="409175" cy="641608"/>
            </a:xfrm>
            <a:prstGeom prst="rect">
              <a:avLst/>
            </a:prstGeom>
            <a:noFill/>
          </p:spPr>
          <p:txBody>
            <a:bodyPr wrap="none" rtlCol="0">
              <a:spAutoFit/>
            </a:bodyPr>
            <a:lstStyle/>
            <a:p>
              <a:pPr defTabSz="964372" fontAlgn="auto">
                <a:spcBef>
                  <a:spcPts val="0"/>
                </a:spcBef>
                <a:spcAft>
                  <a:spcPts val="0"/>
                </a:spcAft>
              </a:pPr>
              <a:r>
                <a:rPr lang="en-US" altLang="zh-CN" sz="3797" dirty="0">
                  <a:solidFill>
                    <a:prstClr val="white"/>
                  </a:solidFill>
                  <a:latin typeface="Calibri" panose="020F0502020204030204"/>
                </a:rPr>
                <a:t>3</a:t>
              </a:r>
              <a:endParaRPr lang="zh-CN" altLang="en-US" sz="3797" dirty="0">
                <a:solidFill>
                  <a:prstClr val="white"/>
                </a:solidFill>
                <a:latin typeface="Calibri" panose="020F0502020204030204"/>
              </a:endParaRPr>
            </a:p>
          </p:txBody>
        </p:sp>
      </p:grpSp>
      <p:grpSp>
        <p:nvGrpSpPr>
          <p:cNvPr id="23" name="组合 22"/>
          <p:cNvGrpSpPr/>
          <p:nvPr/>
        </p:nvGrpSpPr>
        <p:grpSpPr>
          <a:xfrm>
            <a:off x="2920280" y="5143700"/>
            <a:ext cx="1080162" cy="996404"/>
            <a:chOff x="2768671" y="4877250"/>
            <a:chExt cx="1024209" cy="944788"/>
          </a:xfrm>
        </p:grpSpPr>
        <p:grpSp>
          <p:nvGrpSpPr>
            <p:cNvPr id="24" name="组合 23"/>
            <p:cNvGrpSpPr/>
            <p:nvPr/>
          </p:nvGrpSpPr>
          <p:grpSpPr>
            <a:xfrm rot="16200000">
              <a:off x="2808382" y="4837539"/>
              <a:ext cx="944788" cy="1024209"/>
              <a:chOff x="764788" y="1059582"/>
              <a:chExt cx="1558144" cy="1689124"/>
            </a:xfrm>
            <a:effectLst>
              <a:outerShdw blurRad="228600" dist="101600" dir="8400000" sx="105000" sy="105000" algn="tr" rotWithShape="0">
                <a:prstClr val="black">
                  <a:alpha val="40000"/>
                </a:prstClr>
              </a:outerShdw>
            </a:effectLst>
          </p:grpSpPr>
          <p:sp>
            <p:nvSpPr>
              <p:cNvPr id="26" name="椭圆 8"/>
              <p:cNvSpPr/>
              <p:nvPr/>
            </p:nvSpPr>
            <p:spPr>
              <a:xfrm>
                <a:off x="834850" y="1135533"/>
                <a:ext cx="1418020" cy="1537222"/>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sp>
            <p:nvSpPr>
              <p:cNvPr id="27" name="椭圆 8"/>
              <p:cNvSpPr/>
              <p:nvPr/>
            </p:nvSpPr>
            <p:spPr>
              <a:xfrm>
                <a:off x="764788" y="1059582"/>
                <a:ext cx="1558144" cy="1689124"/>
              </a:xfrm>
              <a:custGeom>
                <a:avLst/>
                <a:gdLst/>
                <a:ahLst/>
                <a:cxnLst/>
                <a:rect l="l" t="t" r="r" b="b"/>
                <a:pathLst>
                  <a:path w="1296144" h="1405101">
                    <a:moveTo>
                      <a:pt x="648072" y="0"/>
                    </a:moveTo>
                    <a:cubicBezTo>
                      <a:pt x="1005992" y="0"/>
                      <a:pt x="1296144" y="290152"/>
                      <a:pt x="1296144" y="648072"/>
                    </a:cubicBezTo>
                    <a:cubicBezTo>
                      <a:pt x="1296144" y="970275"/>
                      <a:pt x="1061011" y="1237560"/>
                      <a:pt x="752636" y="1285603"/>
                    </a:cubicBezTo>
                    <a:lnTo>
                      <a:pt x="648072" y="1405101"/>
                    </a:lnTo>
                    <a:lnTo>
                      <a:pt x="543508" y="1285603"/>
                    </a:lnTo>
                    <a:cubicBezTo>
                      <a:pt x="235133" y="1237560"/>
                      <a:pt x="0" y="970275"/>
                      <a:pt x="0" y="648072"/>
                    </a:cubicBezTo>
                    <a:cubicBezTo>
                      <a:pt x="0" y="290152"/>
                      <a:pt x="290152" y="0"/>
                      <a:pt x="648072" y="0"/>
                    </a:cubicBezTo>
                    <a:close/>
                  </a:path>
                </a:pathLst>
              </a:cu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zh-CN" altLang="en-US" sz="1424" dirty="0">
                  <a:solidFill>
                    <a:prstClr val="white"/>
                  </a:solidFill>
                  <a:ea typeface="微软雅黑" pitchFamily="34" charset="-122"/>
                </a:endParaRPr>
              </a:p>
            </p:txBody>
          </p:sp>
        </p:grpSp>
        <p:sp>
          <p:nvSpPr>
            <p:cNvPr id="25" name="文本框 24"/>
            <p:cNvSpPr txBox="1"/>
            <p:nvPr/>
          </p:nvSpPr>
          <p:spPr>
            <a:xfrm>
              <a:off x="2990076" y="5026476"/>
              <a:ext cx="409175" cy="641608"/>
            </a:xfrm>
            <a:prstGeom prst="rect">
              <a:avLst/>
            </a:prstGeom>
            <a:noFill/>
          </p:spPr>
          <p:txBody>
            <a:bodyPr wrap="none" rtlCol="0">
              <a:spAutoFit/>
            </a:bodyPr>
            <a:lstStyle/>
            <a:p>
              <a:pPr defTabSz="964372" fontAlgn="auto">
                <a:spcBef>
                  <a:spcPts val="0"/>
                </a:spcBef>
                <a:spcAft>
                  <a:spcPts val="0"/>
                </a:spcAft>
              </a:pPr>
              <a:r>
                <a:rPr lang="en-US" altLang="zh-CN" sz="3797" dirty="0">
                  <a:solidFill>
                    <a:prstClr val="white"/>
                  </a:solidFill>
                  <a:latin typeface="Calibri" panose="020F0502020204030204"/>
                </a:rPr>
                <a:t>4</a:t>
              </a:r>
              <a:endParaRPr lang="zh-CN" altLang="en-US" sz="3797" dirty="0">
                <a:solidFill>
                  <a:prstClr val="white"/>
                </a:solidFill>
                <a:latin typeface="Calibri" panose="020F0502020204030204"/>
              </a:endParaRPr>
            </a:p>
          </p:txBody>
        </p:sp>
      </p:grpSp>
      <p:sp>
        <p:nvSpPr>
          <p:cNvPr id="28" name="TextBox 5"/>
          <p:cNvSpPr txBox="1"/>
          <p:nvPr/>
        </p:nvSpPr>
        <p:spPr>
          <a:xfrm>
            <a:off x="2098703" y="1878246"/>
            <a:ext cx="7610184" cy="611578"/>
          </a:xfrm>
          <a:prstGeom prst="rect">
            <a:avLst/>
          </a:prstGeom>
          <a:noFill/>
        </p:spPr>
        <p:txBody>
          <a:bodyPr wrap="square" rtlCol="0">
            <a:spAutoFit/>
          </a:bodyPr>
          <a:lstStyle/>
          <a:p>
            <a:pPr defTabSz="964372" fontAlgn="auto">
              <a:spcBef>
                <a:spcPts val="0"/>
              </a:spcBef>
              <a:spcAft>
                <a:spcPts val="0"/>
              </a:spcAft>
            </a:pPr>
            <a:r>
              <a:rPr lang="zh-CN" altLang="en-US" sz="1687" dirty="0">
                <a:solidFill>
                  <a:prstClr val="white"/>
                </a:solidFill>
                <a:latin typeface="微软雅黑" pitchFamily="34" charset="-122"/>
                <a:ea typeface="微软雅黑" pitchFamily="34" charset="-122"/>
              </a:rPr>
              <a:t>点击输入简要文字内容，文字内容需概括精炼，不用多余的文字修饰。点击输入简要文字内容，文字内容需概括精炼，不用多余的文字修饰。</a:t>
            </a:r>
            <a:endParaRPr lang="en-US" altLang="zh-CN" sz="1687" dirty="0">
              <a:solidFill>
                <a:prstClr val="white"/>
              </a:solidFill>
              <a:latin typeface="微软雅黑" pitchFamily="34" charset="-122"/>
              <a:ea typeface="微软雅黑" pitchFamily="34" charset="-122"/>
            </a:endParaRPr>
          </a:p>
        </p:txBody>
      </p:sp>
      <p:sp>
        <p:nvSpPr>
          <p:cNvPr id="29" name="TextBox 5"/>
          <p:cNvSpPr txBox="1"/>
          <p:nvPr/>
        </p:nvSpPr>
        <p:spPr>
          <a:xfrm>
            <a:off x="2788996" y="2995471"/>
            <a:ext cx="7610184" cy="611578"/>
          </a:xfrm>
          <a:prstGeom prst="rect">
            <a:avLst/>
          </a:prstGeom>
          <a:noFill/>
        </p:spPr>
        <p:txBody>
          <a:bodyPr wrap="square" rtlCol="0">
            <a:spAutoFit/>
          </a:bodyPr>
          <a:lstStyle/>
          <a:p>
            <a:pPr defTabSz="964372" fontAlgn="auto">
              <a:spcBef>
                <a:spcPts val="0"/>
              </a:spcBef>
              <a:spcAft>
                <a:spcPts val="0"/>
              </a:spcAft>
            </a:pPr>
            <a:r>
              <a:rPr lang="zh-CN" altLang="en-US" sz="1687" dirty="0">
                <a:solidFill>
                  <a:prstClr val="white"/>
                </a:solidFill>
                <a:latin typeface="微软雅黑" pitchFamily="34" charset="-122"/>
                <a:ea typeface="微软雅黑" pitchFamily="34" charset="-122"/>
              </a:rPr>
              <a:t>点击输入简要文字内容，文字内容需概括精炼，不用多余的文字修饰。点击输入简要文字内容，文字内容需概括精炼，不用多余的文字修饰。</a:t>
            </a:r>
            <a:endParaRPr lang="en-US" altLang="zh-CN" sz="1687" dirty="0">
              <a:solidFill>
                <a:prstClr val="white"/>
              </a:solidFill>
              <a:latin typeface="微软雅黑" pitchFamily="34" charset="-122"/>
              <a:ea typeface="微软雅黑" pitchFamily="34" charset="-122"/>
            </a:endParaRPr>
          </a:p>
        </p:txBody>
      </p:sp>
      <p:sp>
        <p:nvSpPr>
          <p:cNvPr id="30" name="TextBox 5"/>
          <p:cNvSpPr txBox="1"/>
          <p:nvPr/>
        </p:nvSpPr>
        <p:spPr>
          <a:xfrm>
            <a:off x="3479290" y="4112696"/>
            <a:ext cx="7610184" cy="611578"/>
          </a:xfrm>
          <a:prstGeom prst="rect">
            <a:avLst/>
          </a:prstGeom>
          <a:noFill/>
        </p:spPr>
        <p:txBody>
          <a:bodyPr wrap="square" rtlCol="0">
            <a:spAutoFit/>
          </a:bodyPr>
          <a:lstStyle/>
          <a:p>
            <a:pPr defTabSz="964372" fontAlgn="auto">
              <a:spcBef>
                <a:spcPts val="0"/>
              </a:spcBef>
              <a:spcAft>
                <a:spcPts val="0"/>
              </a:spcAft>
            </a:pPr>
            <a:r>
              <a:rPr lang="zh-CN" altLang="en-US" sz="1687" dirty="0">
                <a:solidFill>
                  <a:prstClr val="white"/>
                </a:solidFill>
                <a:latin typeface="微软雅黑" pitchFamily="34" charset="-122"/>
                <a:ea typeface="微软雅黑" pitchFamily="34" charset="-122"/>
              </a:rPr>
              <a:t>点击输入简要文字内容，文字内容需概括精炼，不用多余的文字修饰。点击输入简要文字内容，文字内容需概括精炼，不用多余的文字修饰。</a:t>
            </a:r>
            <a:endParaRPr lang="en-US" altLang="zh-CN" sz="1687" dirty="0">
              <a:solidFill>
                <a:prstClr val="white"/>
              </a:solidFill>
              <a:latin typeface="微软雅黑" pitchFamily="34" charset="-122"/>
              <a:ea typeface="微软雅黑" pitchFamily="34" charset="-122"/>
            </a:endParaRPr>
          </a:p>
        </p:txBody>
      </p:sp>
      <p:sp>
        <p:nvSpPr>
          <p:cNvPr id="31" name="TextBox 5"/>
          <p:cNvSpPr txBox="1"/>
          <p:nvPr/>
        </p:nvSpPr>
        <p:spPr>
          <a:xfrm>
            <a:off x="4169583" y="5229920"/>
            <a:ext cx="7610184" cy="611578"/>
          </a:xfrm>
          <a:prstGeom prst="rect">
            <a:avLst/>
          </a:prstGeom>
          <a:noFill/>
        </p:spPr>
        <p:txBody>
          <a:bodyPr wrap="square" rtlCol="0">
            <a:spAutoFit/>
          </a:bodyPr>
          <a:lstStyle/>
          <a:p>
            <a:pPr defTabSz="964372" fontAlgn="auto">
              <a:spcBef>
                <a:spcPts val="0"/>
              </a:spcBef>
              <a:spcAft>
                <a:spcPts val="0"/>
              </a:spcAft>
            </a:pPr>
            <a:r>
              <a:rPr lang="zh-CN" altLang="en-US" sz="1687" dirty="0">
                <a:solidFill>
                  <a:prstClr val="white"/>
                </a:solidFill>
                <a:latin typeface="微软雅黑" pitchFamily="34" charset="-122"/>
                <a:ea typeface="微软雅黑" pitchFamily="34" charset="-122"/>
              </a:rPr>
              <a:t>点击输入简要文字内容，文字内容需概括精炼，不用多余的文字修饰。点击输入简要文字内容，文字内容需概括精炼，不用多余的文字修饰。</a:t>
            </a:r>
            <a:endParaRPr lang="en-US" altLang="zh-CN" sz="1687" dirty="0">
              <a:solidFill>
                <a:prstClr val="white"/>
              </a:solidFill>
              <a:latin typeface="微软雅黑" pitchFamily="34" charset="-122"/>
              <a:ea typeface="微软雅黑" pitchFamily="34" charset="-122"/>
            </a:endParaRPr>
          </a:p>
        </p:txBody>
      </p:sp>
    </p:spTree>
    <p:extLst>
      <p:ext uri="{BB962C8B-B14F-4D97-AF65-F5344CB8AC3E}">
        <p14:creationId xmlns:p14="http://schemas.microsoft.com/office/powerpoint/2010/main" val="625483246"/>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47" presetClass="entr" presetSubtype="0"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1000"/>
                                        <p:tgtEl>
                                          <p:spTgt spid="8"/>
                                        </p:tgtEl>
                                      </p:cBhvr>
                                    </p:animEffect>
                                    <p:anim calcmode="lin" valueType="num">
                                      <p:cBhvr>
                                        <p:cTn id="19" dur="1000" fill="hold"/>
                                        <p:tgtEl>
                                          <p:spTgt spid="8"/>
                                        </p:tgtEl>
                                        <p:attrNameLst>
                                          <p:attrName>ppt_x</p:attrName>
                                        </p:attrNameLst>
                                      </p:cBhvr>
                                      <p:tavLst>
                                        <p:tav tm="0">
                                          <p:val>
                                            <p:strVal val="#ppt_x"/>
                                          </p:val>
                                        </p:tav>
                                        <p:tav tm="100000">
                                          <p:val>
                                            <p:strVal val="#ppt_x"/>
                                          </p:val>
                                        </p:tav>
                                      </p:tavLst>
                                    </p:anim>
                                    <p:anim calcmode="lin" valueType="num">
                                      <p:cBhvr>
                                        <p:cTn id="20" dur="1000" fill="hold"/>
                                        <p:tgtEl>
                                          <p:spTgt spid="8"/>
                                        </p:tgtEl>
                                        <p:attrNameLst>
                                          <p:attrName>ppt_y</p:attrName>
                                        </p:attrNameLst>
                                      </p:cBhvr>
                                      <p:tavLst>
                                        <p:tav tm="0">
                                          <p:val>
                                            <p:strVal val="#ppt_y-.1"/>
                                          </p:val>
                                        </p:tav>
                                        <p:tav tm="100000">
                                          <p:val>
                                            <p:strVal val="#ppt_y"/>
                                          </p:val>
                                        </p:tav>
                                      </p:tavLst>
                                    </p:anim>
                                  </p:childTnLst>
                                </p:cTn>
                              </p:par>
                            </p:childTnLst>
                          </p:cTn>
                        </p:par>
                        <p:par>
                          <p:cTn id="21" fill="hold">
                            <p:stCondLst>
                              <p:cond delay="1000"/>
                            </p:stCondLst>
                            <p:childTnLst>
                              <p:par>
                                <p:cTn id="22" presetID="12" presetClass="entr" presetSubtype="8" fill="hold" grpId="0" nodeType="after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additive="base">
                                        <p:cTn id="24" dur="1000"/>
                                        <p:tgtEl>
                                          <p:spTgt spid="28"/>
                                        </p:tgtEl>
                                        <p:attrNameLst>
                                          <p:attrName>ppt_x</p:attrName>
                                        </p:attrNameLst>
                                      </p:cBhvr>
                                      <p:tavLst>
                                        <p:tav tm="0">
                                          <p:val>
                                            <p:strVal val="#ppt_x-#ppt_w*1.125000"/>
                                          </p:val>
                                        </p:tav>
                                        <p:tav tm="100000">
                                          <p:val>
                                            <p:strVal val="#ppt_x"/>
                                          </p:val>
                                        </p:tav>
                                      </p:tavLst>
                                    </p:anim>
                                    <p:animEffect transition="in" filter="wipe(right)">
                                      <p:cBhvr>
                                        <p:cTn id="25" dur="10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47" presetClass="entr" presetSubtype="0"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1000"/>
                                        <p:tgtEl>
                                          <p:spTgt spid="13"/>
                                        </p:tgtEl>
                                      </p:cBhvr>
                                    </p:animEffect>
                                    <p:anim calcmode="lin" valueType="num">
                                      <p:cBhvr>
                                        <p:cTn id="31" dur="1000" fill="hold"/>
                                        <p:tgtEl>
                                          <p:spTgt spid="13"/>
                                        </p:tgtEl>
                                        <p:attrNameLst>
                                          <p:attrName>ppt_x</p:attrName>
                                        </p:attrNameLst>
                                      </p:cBhvr>
                                      <p:tavLst>
                                        <p:tav tm="0">
                                          <p:val>
                                            <p:strVal val="#ppt_x"/>
                                          </p:val>
                                        </p:tav>
                                        <p:tav tm="100000">
                                          <p:val>
                                            <p:strVal val="#ppt_x"/>
                                          </p:val>
                                        </p:tav>
                                      </p:tavLst>
                                    </p:anim>
                                    <p:anim calcmode="lin" valueType="num">
                                      <p:cBhvr>
                                        <p:cTn id="32" dur="1000" fill="hold"/>
                                        <p:tgtEl>
                                          <p:spTgt spid="13"/>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12" presetClass="entr" presetSubtype="8" fill="hold" grpId="0" nodeType="afterEffect">
                                  <p:stCondLst>
                                    <p:cond delay="0"/>
                                  </p:stCondLst>
                                  <p:childTnLst>
                                    <p:set>
                                      <p:cBhvr>
                                        <p:cTn id="35" dur="1" fill="hold">
                                          <p:stCondLst>
                                            <p:cond delay="0"/>
                                          </p:stCondLst>
                                        </p:cTn>
                                        <p:tgtEl>
                                          <p:spTgt spid="29"/>
                                        </p:tgtEl>
                                        <p:attrNameLst>
                                          <p:attrName>style.visibility</p:attrName>
                                        </p:attrNameLst>
                                      </p:cBhvr>
                                      <p:to>
                                        <p:strVal val="visible"/>
                                      </p:to>
                                    </p:set>
                                    <p:anim calcmode="lin" valueType="num">
                                      <p:cBhvr additive="base">
                                        <p:cTn id="36" dur="750"/>
                                        <p:tgtEl>
                                          <p:spTgt spid="29"/>
                                        </p:tgtEl>
                                        <p:attrNameLst>
                                          <p:attrName>ppt_x</p:attrName>
                                        </p:attrNameLst>
                                      </p:cBhvr>
                                      <p:tavLst>
                                        <p:tav tm="0">
                                          <p:val>
                                            <p:strVal val="#ppt_x-#ppt_w*1.125000"/>
                                          </p:val>
                                        </p:tav>
                                        <p:tav tm="100000">
                                          <p:val>
                                            <p:strVal val="#ppt_x"/>
                                          </p:val>
                                        </p:tav>
                                      </p:tavLst>
                                    </p:anim>
                                    <p:animEffect transition="in" filter="wipe(right)">
                                      <p:cBhvr>
                                        <p:cTn id="37" dur="75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47" presetClass="entr" presetSubtype="0" fill="hold"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1000"/>
                                        <p:tgtEl>
                                          <p:spTgt spid="18"/>
                                        </p:tgtEl>
                                      </p:cBhvr>
                                    </p:animEffect>
                                    <p:anim calcmode="lin" valueType="num">
                                      <p:cBhvr>
                                        <p:cTn id="43" dur="1000" fill="hold"/>
                                        <p:tgtEl>
                                          <p:spTgt spid="18"/>
                                        </p:tgtEl>
                                        <p:attrNameLst>
                                          <p:attrName>ppt_x</p:attrName>
                                        </p:attrNameLst>
                                      </p:cBhvr>
                                      <p:tavLst>
                                        <p:tav tm="0">
                                          <p:val>
                                            <p:strVal val="#ppt_x"/>
                                          </p:val>
                                        </p:tav>
                                        <p:tav tm="100000">
                                          <p:val>
                                            <p:strVal val="#ppt_x"/>
                                          </p:val>
                                        </p:tav>
                                      </p:tavLst>
                                    </p:anim>
                                    <p:anim calcmode="lin" valueType="num">
                                      <p:cBhvr>
                                        <p:cTn id="44" dur="1000" fill="hold"/>
                                        <p:tgtEl>
                                          <p:spTgt spid="18"/>
                                        </p:tgtEl>
                                        <p:attrNameLst>
                                          <p:attrName>ppt_y</p:attrName>
                                        </p:attrNameLst>
                                      </p:cBhvr>
                                      <p:tavLst>
                                        <p:tav tm="0">
                                          <p:val>
                                            <p:strVal val="#ppt_y-.1"/>
                                          </p:val>
                                        </p:tav>
                                        <p:tav tm="100000">
                                          <p:val>
                                            <p:strVal val="#ppt_y"/>
                                          </p:val>
                                        </p:tav>
                                      </p:tavLst>
                                    </p:anim>
                                  </p:childTnLst>
                                </p:cTn>
                              </p:par>
                            </p:childTnLst>
                          </p:cTn>
                        </p:par>
                        <p:par>
                          <p:cTn id="45" fill="hold">
                            <p:stCondLst>
                              <p:cond delay="1000"/>
                            </p:stCondLst>
                            <p:childTnLst>
                              <p:par>
                                <p:cTn id="46" presetID="12" presetClass="entr" presetSubtype="8" fill="hold" grpId="0"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750"/>
                                        <p:tgtEl>
                                          <p:spTgt spid="30"/>
                                        </p:tgtEl>
                                        <p:attrNameLst>
                                          <p:attrName>ppt_x</p:attrName>
                                        </p:attrNameLst>
                                      </p:cBhvr>
                                      <p:tavLst>
                                        <p:tav tm="0">
                                          <p:val>
                                            <p:strVal val="#ppt_x-#ppt_w*1.125000"/>
                                          </p:val>
                                        </p:tav>
                                        <p:tav tm="100000">
                                          <p:val>
                                            <p:strVal val="#ppt_x"/>
                                          </p:val>
                                        </p:tav>
                                      </p:tavLst>
                                    </p:anim>
                                    <p:animEffect transition="in" filter="wipe(right)">
                                      <p:cBhvr>
                                        <p:cTn id="49" dur="750"/>
                                        <p:tgtEl>
                                          <p:spTgt spid="30"/>
                                        </p:tgtEl>
                                      </p:cBhvr>
                                    </p:animEffect>
                                  </p:childTnLst>
                                </p:cTn>
                              </p:par>
                            </p:childTnLst>
                          </p:cTn>
                        </p:par>
                      </p:childTnLst>
                    </p:cTn>
                  </p:par>
                  <p:par>
                    <p:cTn id="50" fill="hold">
                      <p:stCondLst>
                        <p:cond delay="indefinite"/>
                      </p:stCondLst>
                      <p:childTnLst>
                        <p:par>
                          <p:cTn id="51" fill="hold">
                            <p:stCondLst>
                              <p:cond delay="0"/>
                            </p:stCondLst>
                            <p:childTnLst>
                              <p:par>
                                <p:cTn id="52" presetID="47" presetClass="entr" presetSubtype="0" fill="hold" nodeType="click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1000"/>
                                        <p:tgtEl>
                                          <p:spTgt spid="23"/>
                                        </p:tgtEl>
                                      </p:cBhvr>
                                    </p:animEffect>
                                    <p:anim calcmode="lin" valueType="num">
                                      <p:cBhvr>
                                        <p:cTn id="55" dur="1000" fill="hold"/>
                                        <p:tgtEl>
                                          <p:spTgt spid="23"/>
                                        </p:tgtEl>
                                        <p:attrNameLst>
                                          <p:attrName>ppt_x</p:attrName>
                                        </p:attrNameLst>
                                      </p:cBhvr>
                                      <p:tavLst>
                                        <p:tav tm="0">
                                          <p:val>
                                            <p:strVal val="#ppt_x"/>
                                          </p:val>
                                        </p:tav>
                                        <p:tav tm="100000">
                                          <p:val>
                                            <p:strVal val="#ppt_x"/>
                                          </p:val>
                                        </p:tav>
                                      </p:tavLst>
                                    </p:anim>
                                    <p:anim calcmode="lin" valueType="num">
                                      <p:cBhvr>
                                        <p:cTn id="56" dur="1000" fill="hold"/>
                                        <p:tgtEl>
                                          <p:spTgt spid="23"/>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2" presetClass="entr" presetSubtype="8" fill="hold" grpId="0" nodeType="afterEffect">
                                  <p:stCondLst>
                                    <p:cond delay="0"/>
                                  </p:stCondLst>
                                  <p:childTnLst>
                                    <p:set>
                                      <p:cBhvr>
                                        <p:cTn id="59" dur="1" fill="hold">
                                          <p:stCondLst>
                                            <p:cond delay="0"/>
                                          </p:stCondLst>
                                        </p:cTn>
                                        <p:tgtEl>
                                          <p:spTgt spid="31"/>
                                        </p:tgtEl>
                                        <p:attrNameLst>
                                          <p:attrName>style.visibility</p:attrName>
                                        </p:attrNameLst>
                                      </p:cBhvr>
                                      <p:to>
                                        <p:strVal val="visible"/>
                                      </p:to>
                                    </p:set>
                                    <p:anim calcmode="lin" valueType="num">
                                      <p:cBhvr additive="base">
                                        <p:cTn id="60" dur="750"/>
                                        <p:tgtEl>
                                          <p:spTgt spid="31"/>
                                        </p:tgtEl>
                                        <p:attrNameLst>
                                          <p:attrName>ppt_x</p:attrName>
                                        </p:attrNameLst>
                                      </p:cBhvr>
                                      <p:tavLst>
                                        <p:tav tm="0">
                                          <p:val>
                                            <p:strVal val="#ppt_x-#ppt_w*1.125000"/>
                                          </p:val>
                                        </p:tav>
                                        <p:tav tm="100000">
                                          <p:val>
                                            <p:strVal val="#ppt_x"/>
                                          </p:val>
                                        </p:tav>
                                      </p:tavLst>
                                    </p:anim>
                                    <p:animEffect transition="in" filter="wipe(right)">
                                      <p:cBhvr>
                                        <p:cTn id="61" dur="7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8" grpId="0"/>
      <p:bldP spid="29" grpId="0"/>
      <p:bldP spid="30" grpId="0"/>
      <p:bldP spid="31"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
        <p:nvSpPr>
          <p:cNvPr id="32" name="椭圆 31"/>
          <p:cNvSpPr/>
          <p:nvPr/>
        </p:nvSpPr>
        <p:spPr>
          <a:xfrm>
            <a:off x="2342902" y="5179414"/>
            <a:ext cx="303593" cy="303593"/>
          </a:xfrm>
          <a:prstGeom prst="ellipse">
            <a:avLst/>
          </a:prstGeom>
          <a:solidFill>
            <a:schemeClr val="bg1"/>
          </a:solidFill>
          <a:ln>
            <a:noFill/>
          </a:ln>
          <a:effectLst>
            <a:outerShdw blurRad="50800" dist="508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a:solidFill>
                <a:prstClr val="white"/>
              </a:solidFill>
            </a:endParaRPr>
          </a:p>
        </p:txBody>
      </p:sp>
      <p:sp>
        <p:nvSpPr>
          <p:cNvPr id="33" name="TextBox 34"/>
          <p:cNvSpPr txBox="1"/>
          <p:nvPr/>
        </p:nvSpPr>
        <p:spPr>
          <a:xfrm>
            <a:off x="1496859" y="5517352"/>
            <a:ext cx="1995676" cy="741357"/>
          </a:xfrm>
          <a:prstGeom prst="rect">
            <a:avLst/>
          </a:prstGeom>
          <a:noFill/>
        </p:spPr>
        <p:txBody>
          <a:bodyPr>
            <a:spAutoFit/>
          </a:bodyPr>
          <a:lstStyle/>
          <a:p>
            <a:pPr defTabSz="964372" fontAlgn="auto">
              <a:spcBef>
                <a:spcPts val="0"/>
              </a:spcBef>
              <a:spcAft>
                <a:spcPts val="0"/>
              </a:spcAft>
              <a:defRPr/>
            </a:pPr>
            <a:r>
              <a:rPr lang="zh-CN" altLang="en-US" sz="1406" dirty="0">
                <a:solidFill>
                  <a:prstClr val="white"/>
                </a:solidFill>
                <a:latin typeface="微软雅黑" pitchFamily="34" charset="-122"/>
                <a:ea typeface="微软雅黑" pitchFamily="34" charset="-122"/>
              </a:rPr>
              <a:t>点击输入本栏的具体文字，请根据您的具体内容酌情修改。</a:t>
            </a:r>
            <a:endParaRPr lang="zh-CN" altLang="en-US" sz="1406" dirty="0">
              <a:solidFill>
                <a:prstClr val="white"/>
              </a:solidFill>
              <a:latin typeface="Calibri" panose="020F0502020204030204"/>
            </a:endParaRPr>
          </a:p>
        </p:txBody>
      </p:sp>
      <p:grpSp>
        <p:nvGrpSpPr>
          <p:cNvPr id="34" name="组合 33"/>
          <p:cNvGrpSpPr/>
          <p:nvPr/>
        </p:nvGrpSpPr>
        <p:grpSpPr>
          <a:xfrm>
            <a:off x="1803392" y="3430200"/>
            <a:ext cx="1395189" cy="1613952"/>
            <a:chOff x="1798024" y="2281555"/>
            <a:chExt cx="1322917" cy="1530349"/>
          </a:xfrm>
        </p:grpSpPr>
        <p:sp>
          <p:nvSpPr>
            <p:cNvPr id="35" name="等腰三角形 2"/>
            <p:cNvSpPr/>
            <p:nvPr/>
          </p:nvSpPr>
          <p:spPr bwMode="auto">
            <a:xfrm rot="10825742">
              <a:off x="1798024" y="2281555"/>
              <a:ext cx="1322917" cy="1530349"/>
            </a:xfrm>
            <a:custGeom>
              <a:avLst/>
              <a:gdLst/>
              <a:ahLst/>
              <a:cxnLst/>
              <a:rect l="l" t="t" r="r" b="b"/>
              <a:pathLst>
                <a:path w="1152128" h="1333073">
                  <a:moveTo>
                    <a:pt x="576064" y="0"/>
                  </a:moveTo>
                  <a:lnTo>
                    <a:pt x="687529" y="192182"/>
                  </a:lnTo>
                  <a:cubicBezTo>
                    <a:pt x="952381" y="243689"/>
                    <a:pt x="1152128" y="477023"/>
                    <a:pt x="1152128" y="757009"/>
                  </a:cubicBezTo>
                  <a:cubicBezTo>
                    <a:pt x="1152128" y="1075160"/>
                    <a:pt x="894215" y="1333073"/>
                    <a:pt x="576064" y="1333073"/>
                  </a:cubicBezTo>
                  <a:cubicBezTo>
                    <a:pt x="257913" y="1333073"/>
                    <a:pt x="0" y="1075160"/>
                    <a:pt x="0" y="757009"/>
                  </a:cubicBezTo>
                  <a:cubicBezTo>
                    <a:pt x="0" y="477023"/>
                    <a:pt x="199747" y="243689"/>
                    <a:pt x="464599" y="192182"/>
                  </a:cubicBezTo>
                  <a:close/>
                </a:path>
              </a:pathLst>
            </a:custGeom>
            <a:noFill/>
            <a:ln w="63500">
              <a:solidFill>
                <a:schemeClr val="bg1"/>
              </a:solidFill>
            </a:ln>
            <a:effectLst/>
          </p:spPr>
          <p:txBody>
            <a:bodyPr wrap="none" lIns="96435" tIns="48218" rIns="96435" bIns="48218" anchor="ctr"/>
            <a:lstStyle/>
            <a:p>
              <a:pPr algn="ctr" defTabSz="964372" fontAlgn="auto">
                <a:spcBef>
                  <a:spcPts val="0"/>
                </a:spcBef>
                <a:spcAft>
                  <a:spcPts val="0"/>
                </a:spcAft>
                <a:defRPr/>
              </a:pPr>
              <a:endParaRPr lang="zh-CN" altLang="en-US" sz="1547" kern="0" dirty="0">
                <a:solidFill>
                  <a:srgbClr val="FFFFFF"/>
                </a:solidFill>
                <a:latin typeface="微软雅黑" pitchFamily="34" charset="-122"/>
                <a:ea typeface="微软雅黑" pitchFamily="34" charset="-122"/>
              </a:endParaRPr>
            </a:p>
          </p:txBody>
        </p:sp>
        <p:sp>
          <p:nvSpPr>
            <p:cNvPr id="36" name="文本框 35"/>
            <p:cNvSpPr txBox="1"/>
            <p:nvPr/>
          </p:nvSpPr>
          <p:spPr>
            <a:xfrm>
              <a:off x="1971849" y="2651047"/>
              <a:ext cx="1008042" cy="580020"/>
            </a:xfrm>
            <a:prstGeom prst="rect">
              <a:avLst/>
            </a:prstGeom>
            <a:noFill/>
          </p:spPr>
          <p:txBody>
            <a:bodyPr wrap="none" rtlCol="0">
              <a:spAutoFit/>
            </a:bodyPr>
            <a:lstStyle/>
            <a:p>
              <a:pPr defTabSz="964372" fontAlgn="auto">
                <a:spcBef>
                  <a:spcPts val="0"/>
                </a:spcBef>
                <a:spcAft>
                  <a:spcPts val="0"/>
                </a:spcAft>
              </a:pPr>
              <a:r>
                <a:rPr lang="en-US" altLang="zh-CN" sz="3375" b="1" dirty="0">
                  <a:solidFill>
                    <a:prstClr val="white"/>
                  </a:solidFill>
                  <a:latin typeface="Calibri" panose="020F0502020204030204"/>
                </a:rPr>
                <a:t>2012</a:t>
              </a:r>
              <a:endParaRPr lang="zh-CN" altLang="en-US" sz="3375" b="1" dirty="0">
                <a:solidFill>
                  <a:prstClr val="white"/>
                </a:solidFill>
                <a:latin typeface="Calibri" panose="020F0502020204030204"/>
              </a:endParaRPr>
            </a:p>
          </p:txBody>
        </p:sp>
      </p:grpSp>
      <p:sp>
        <p:nvSpPr>
          <p:cNvPr id="37" name="椭圆 36"/>
          <p:cNvSpPr/>
          <p:nvPr/>
        </p:nvSpPr>
        <p:spPr>
          <a:xfrm>
            <a:off x="4373262" y="4573647"/>
            <a:ext cx="303593" cy="303593"/>
          </a:xfrm>
          <a:prstGeom prst="ellipse">
            <a:avLst/>
          </a:prstGeom>
          <a:solidFill>
            <a:schemeClr val="bg1"/>
          </a:solidFill>
          <a:ln>
            <a:noFill/>
          </a:ln>
          <a:effectLst>
            <a:outerShdw blurRad="50800" dist="508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a:solidFill>
                <a:prstClr val="white"/>
              </a:solidFill>
            </a:endParaRPr>
          </a:p>
        </p:txBody>
      </p:sp>
      <p:sp>
        <p:nvSpPr>
          <p:cNvPr id="38" name="TextBox 34"/>
          <p:cNvSpPr txBox="1"/>
          <p:nvPr/>
        </p:nvSpPr>
        <p:spPr>
          <a:xfrm>
            <a:off x="3527219" y="4911585"/>
            <a:ext cx="1995676" cy="741357"/>
          </a:xfrm>
          <a:prstGeom prst="rect">
            <a:avLst/>
          </a:prstGeom>
          <a:noFill/>
        </p:spPr>
        <p:txBody>
          <a:bodyPr>
            <a:spAutoFit/>
          </a:bodyPr>
          <a:lstStyle/>
          <a:p>
            <a:pPr defTabSz="964372" fontAlgn="auto">
              <a:spcBef>
                <a:spcPts val="0"/>
              </a:spcBef>
              <a:spcAft>
                <a:spcPts val="0"/>
              </a:spcAft>
              <a:defRPr/>
            </a:pPr>
            <a:r>
              <a:rPr lang="zh-CN" altLang="en-US" sz="1406" dirty="0">
                <a:solidFill>
                  <a:prstClr val="white"/>
                </a:solidFill>
                <a:latin typeface="微软雅黑" pitchFamily="34" charset="-122"/>
                <a:ea typeface="微软雅黑" pitchFamily="34" charset="-122"/>
              </a:rPr>
              <a:t>点击输入本栏的具体文字，请根据您的具体内容酌情修改。</a:t>
            </a:r>
            <a:endParaRPr lang="zh-CN" altLang="en-US" sz="1406" dirty="0">
              <a:solidFill>
                <a:prstClr val="white"/>
              </a:solidFill>
              <a:latin typeface="Calibri" panose="020F0502020204030204"/>
            </a:endParaRPr>
          </a:p>
        </p:txBody>
      </p:sp>
      <p:grpSp>
        <p:nvGrpSpPr>
          <p:cNvPr id="39" name="组合 38"/>
          <p:cNvGrpSpPr/>
          <p:nvPr/>
        </p:nvGrpSpPr>
        <p:grpSpPr>
          <a:xfrm>
            <a:off x="3833752" y="2824433"/>
            <a:ext cx="1395189" cy="1613952"/>
            <a:chOff x="1798024" y="2281555"/>
            <a:chExt cx="1322917" cy="1530349"/>
          </a:xfrm>
        </p:grpSpPr>
        <p:sp>
          <p:nvSpPr>
            <p:cNvPr id="40" name="等腰三角形 2"/>
            <p:cNvSpPr/>
            <p:nvPr/>
          </p:nvSpPr>
          <p:spPr bwMode="auto">
            <a:xfrm rot="10825742">
              <a:off x="1798024" y="2281555"/>
              <a:ext cx="1322917" cy="1530349"/>
            </a:xfrm>
            <a:custGeom>
              <a:avLst/>
              <a:gdLst/>
              <a:ahLst/>
              <a:cxnLst/>
              <a:rect l="l" t="t" r="r" b="b"/>
              <a:pathLst>
                <a:path w="1152128" h="1333073">
                  <a:moveTo>
                    <a:pt x="576064" y="0"/>
                  </a:moveTo>
                  <a:lnTo>
                    <a:pt x="687529" y="192182"/>
                  </a:lnTo>
                  <a:cubicBezTo>
                    <a:pt x="952381" y="243689"/>
                    <a:pt x="1152128" y="477023"/>
                    <a:pt x="1152128" y="757009"/>
                  </a:cubicBezTo>
                  <a:cubicBezTo>
                    <a:pt x="1152128" y="1075160"/>
                    <a:pt x="894215" y="1333073"/>
                    <a:pt x="576064" y="1333073"/>
                  </a:cubicBezTo>
                  <a:cubicBezTo>
                    <a:pt x="257913" y="1333073"/>
                    <a:pt x="0" y="1075160"/>
                    <a:pt x="0" y="757009"/>
                  </a:cubicBezTo>
                  <a:cubicBezTo>
                    <a:pt x="0" y="477023"/>
                    <a:pt x="199747" y="243689"/>
                    <a:pt x="464599" y="192182"/>
                  </a:cubicBezTo>
                  <a:close/>
                </a:path>
              </a:pathLst>
            </a:custGeom>
            <a:noFill/>
            <a:ln w="63500">
              <a:solidFill>
                <a:schemeClr val="bg1"/>
              </a:solidFill>
            </a:ln>
            <a:effectLst/>
          </p:spPr>
          <p:txBody>
            <a:bodyPr wrap="none" lIns="96435" tIns="48218" rIns="96435" bIns="48218" anchor="ctr"/>
            <a:lstStyle/>
            <a:p>
              <a:pPr algn="ctr" defTabSz="964372" fontAlgn="auto">
                <a:spcBef>
                  <a:spcPts val="0"/>
                </a:spcBef>
                <a:spcAft>
                  <a:spcPts val="0"/>
                </a:spcAft>
                <a:defRPr/>
              </a:pPr>
              <a:endParaRPr lang="zh-CN" altLang="en-US" sz="1547" kern="0" dirty="0">
                <a:solidFill>
                  <a:srgbClr val="FFFFFF"/>
                </a:solidFill>
                <a:latin typeface="微软雅黑" pitchFamily="34" charset="-122"/>
                <a:ea typeface="微软雅黑" pitchFamily="34" charset="-122"/>
              </a:endParaRPr>
            </a:p>
          </p:txBody>
        </p:sp>
        <p:sp>
          <p:nvSpPr>
            <p:cNvPr id="41" name="文本框 40"/>
            <p:cNvSpPr txBox="1"/>
            <p:nvPr/>
          </p:nvSpPr>
          <p:spPr>
            <a:xfrm>
              <a:off x="1971849" y="2651047"/>
              <a:ext cx="1008042" cy="580020"/>
            </a:xfrm>
            <a:prstGeom prst="rect">
              <a:avLst/>
            </a:prstGeom>
            <a:noFill/>
          </p:spPr>
          <p:txBody>
            <a:bodyPr wrap="none" rtlCol="0">
              <a:spAutoFit/>
            </a:bodyPr>
            <a:lstStyle/>
            <a:p>
              <a:pPr defTabSz="964372" fontAlgn="auto">
                <a:spcBef>
                  <a:spcPts val="0"/>
                </a:spcBef>
                <a:spcAft>
                  <a:spcPts val="0"/>
                </a:spcAft>
              </a:pPr>
              <a:r>
                <a:rPr lang="en-US" altLang="zh-CN" sz="3375" b="1" dirty="0">
                  <a:solidFill>
                    <a:prstClr val="white"/>
                  </a:solidFill>
                  <a:latin typeface="Calibri" panose="020F0502020204030204"/>
                </a:rPr>
                <a:t>2013</a:t>
              </a:r>
              <a:endParaRPr lang="zh-CN" altLang="en-US" sz="3375" b="1" dirty="0">
                <a:solidFill>
                  <a:prstClr val="white"/>
                </a:solidFill>
                <a:latin typeface="Calibri" panose="020F0502020204030204"/>
              </a:endParaRPr>
            </a:p>
          </p:txBody>
        </p:sp>
      </p:grpSp>
      <p:sp>
        <p:nvSpPr>
          <p:cNvPr id="42" name="椭圆 41"/>
          <p:cNvSpPr/>
          <p:nvPr/>
        </p:nvSpPr>
        <p:spPr>
          <a:xfrm>
            <a:off x="6368938" y="4008788"/>
            <a:ext cx="303593" cy="303593"/>
          </a:xfrm>
          <a:prstGeom prst="ellipse">
            <a:avLst/>
          </a:prstGeom>
          <a:solidFill>
            <a:schemeClr val="bg1"/>
          </a:solidFill>
          <a:ln>
            <a:noFill/>
          </a:ln>
          <a:effectLst>
            <a:outerShdw blurRad="50800" dist="508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a:solidFill>
                <a:prstClr val="white"/>
              </a:solidFill>
            </a:endParaRPr>
          </a:p>
        </p:txBody>
      </p:sp>
      <p:sp>
        <p:nvSpPr>
          <p:cNvPr id="43" name="TextBox 34"/>
          <p:cNvSpPr txBox="1"/>
          <p:nvPr/>
        </p:nvSpPr>
        <p:spPr>
          <a:xfrm>
            <a:off x="5522895" y="4346724"/>
            <a:ext cx="1995676" cy="741357"/>
          </a:xfrm>
          <a:prstGeom prst="rect">
            <a:avLst/>
          </a:prstGeom>
          <a:noFill/>
        </p:spPr>
        <p:txBody>
          <a:bodyPr>
            <a:spAutoFit/>
          </a:bodyPr>
          <a:lstStyle/>
          <a:p>
            <a:pPr defTabSz="964372" fontAlgn="auto">
              <a:spcBef>
                <a:spcPts val="0"/>
              </a:spcBef>
              <a:spcAft>
                <a:spcPts val="0"/>
              </a:spcAft>
              <a:defRPr/>
            </a:pPr>
            <a:r>
              <a:rPr lang="zh-CN" altLang="en-US" sz="1406" dirty="0">
                <a:solidFill>
                  <a:prstClr val="white"/>
                </a:solidFill>
                <a:latin typeface="微软雅黑" pitchFamily="34" charset="-122"/>
                <a:ea typeface="微软雅黑" pitchFamily="34" charset="-122"/>
              </a:rPr>
              <a:t>点击输入本栏的具体文字，请根据您的具体内容酌情修改。</a:t>
            </a:r>
            <a:endParaRPr lang="zh-CN" altLang="en-US" sz="1406" dirty="0">
              <a:solidFill>
                <a:prstClr val="white"/>
              </a:solidFill>
              <a:latin typeface="Calibri" panose="020F0502020204030204"/>
            </a:endParaRPr>
          </a:p>
        </p:txBody>
      </p:sp>
      <p:grpSp>
        <p:nvGrpSpPr>
          <p:cNvPr id="44" name="组合 43"/>
          <p:cNvGrpSpPr/>
          <p:nvPr/>
        </p:nvGrpSpPr>
        <p:grpSpPr>
          <a:xfrm>
            <a:off x="5829428" y="2259573"/>
            <a:ext cx="1395189" cy="1613952"/>
            <a:chOff x="1798024" y="2281555"/>
            <a:chExt cx="1322917" cy="1530349"/>
          </a:xfrm>
        </p:grpSpPr>
        <p:sp>
          <p:nvSpPr>
            <p:cNvPr id="45" name="等腰三角形 2"/>
            <p:cNvSpPr/>
            <p:nvPr/>
          </p:nvSpPr>
          <p:spPr bwMode="auto">
            <a:xfrm rot="10825742">
              <a:off x="1798024" y="2281555"/>
              <a:ext cx="1322917" cy="1530349"/>
            </a:xfrm>
            <a:custGeom>
              <a:avLst/>
              <a:gdLst/>
              <a:ahLst/>
              <a:cxnLst/>
              <a:rect l="l" t="t" r="r" b="b"/>
              <a:pathLst>
                <a:path w="1152128" h="1333073">
                  <a:moveTo>
                    <a:pt x="576064" y="0"/>
                  </a:moveTo>
                  <a:lnTo>
                    <a:pt x="687529" y="192182"/>
                  </a:lnTo>
                  <a:cubicBezTo>
                    <a:pt x="952381" y="243689"/>
                    <a:pt x="1152128" y="477023"/>
                    <a:pt x="1152128" y="757009"/>
                  </a:cubicBezTo>
                  <a:cubicBezTo>
                    <a:pt x="1152128" y="1075160"/>
                    <a:pt x="894215" y="1333073"/>
                    <a:pt x="576064" y="1333073"/>
                  </a:cubicBezTo>
                  <a:cubicBezTo>
                    <a:pt x="257913" y="1333073"/>
                    <a:pt x="0" y="1075160"/>
                    <a:pt x="0" y="757009"/>
                  </a:cubicBezTo>
                  <a:cubicBezTo>
                    <a:pt x="0" y="477023"/>
                    <a:pt x="199747" y="243689"/>
                    <a:pt x="464599" y="192182"/>
                  </a:cubicBezTo>
                  <a:close/>
                </a:path>
              </a:pathLst>
            </a:custGeom>
            <a:noFill/>
            <a:ln w="63500">
              <a:solidFill>
                <a:schemeClr val="bg1"/>
              </a:solidFill>
            </a:ln>
            <a:effectLst/>
          </p:spPr>
          <p:txBody>
            <a:bodyPr wrap="none" lIns="96435" tIns="48218" rIns="96435" bIns="48218" anchor="ctr"/>
            <a:lstStyle/>
            <a:p>
              <a:pPr algn="ctr" defTabSz="964372" fontAlgn="auto">
                <a:spcBef>
                  <a:spcPts val="0"/>
                </a:spcBef>
                <a:spcAft>
                  <a:spcPts val="0"/>
                </a:spcAft>
                <a:defRPr/>
              </a:pPr>
              <a:endParaRPr lang="zh-CN" altLang="en-US" sz="1547" kern="0" dirty="0">
                <a:solidFill>
                  <a:srgbClr val="FFFFFF"/>
                </a:solidFill>
                <a:latin typeface="微软雅黑" pitchFamily="34" charset="-122"/>
                <a:ea typeface="微软雅黑" pitchFamily="34" charset="-122"/>
              </a:endParaRPr>
            </a:p>
          </p:txBody>
        </p:sp>
        <p:sp>
          <p:nvSpPr>
            <p:cNvPr id="46" name="文本框 45"/>
            <p:cNvSpPr txBox="1"/>
            <p:nvPr/>
          </p:nvSpPr>
          <p:spPr>
            <a:xfrm>
              <a:off x="1971849" y="2651047"/>
              <a:ext cx="1008042" cy="580020"/>
            </a:xfrm>
            <a:prstGeom prst="rect">
              <a:avLst/>
            </a:prstGeom>
            <a:noFill/>
          </p:spPr>
          <p:txBody>
            <a:bodyPr wrap="none" rtlCol="0">
              <a:spAutoFit/>
            </a:bodyPr>
            <a:lstStyle/>
            <a:p>
              <a:pPr defTabSz="964372" fontAlgn="auto">
                <a:spcBef>
                  <a:spcPts val="0"/>
                </a:spcBef>
                <a:spcAft>
                  <a:spcPts val="0"/>
                </a:spcAft>
              </a:pPr>
              <a:r>
                <a:rPr lang="en-US" altLang="zh-CN" sz="3375" b="1" dirty="0">
                  <a:solidFill>
                    <a:prstClr val="white"/>
                  </a:solidFill>
                  <a:latin typeface="Calibri" panose="020F0502020204030204"/>
                </a:rPr>
                <a:t>2014</a:t>
              </a:r>
              <a:endParaRPr lang="zh-CN" altLang="en-US" sz="3375" b="1" dirty="0">
                <a:solidFill>
                  <a:prstClr val="white"/>
                </a:solidFill>
                <a:latin typeface="Calibri" panose="020F0502020204030204"/>
              </a:endParaRPr>
            </a:p>
          </p:txBody>
        </p:sp>
      </p:grpSp>
      <p:sp>
        <p:nvSpPr>
          <p:cNvPr id="47" name="椭圆 46"/>
          <p:cNvSpPr/>
          <p:nvPr/>
        </p:nvSpPr>
        <p:spPr>
          <a:xfrm>
            <a:off x="8358589" y="3432724"/>
            <a:ext cx="303593" cy="303593"/>
          </a:xfrm>
          <a:prstGeom prst="ellipse">
            <a:avLst/>
          </a:prstGeom>
          <a:solidFill>
            <a:schemeClr val="bg1"/>
          </a:solidFill>
          <a:ln>
            <a:noFill/>
          </a:ln>
          <a:effectLst>
            <a:outerShdw blurRad="50800" dist="508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a:solidFill>
                <a:prstClr val="white"/>
              </a:solidFill>
            </a:endParaRPr>
          </a:p>
        </p:txBody>
      </p:sp>
      <p:sp>
        <p:nvSpPr>
          <p:cNvPr id="48" name="TextBox 34"/>
          <p:cNvSpPr txBox="1"/>
          <p:nvPr/>
        </p:nvSpPr>
        <p:spPr>
          <a:xfrm>
            <a:off x="7512546" y="3770661"/>
            <a:ext cx="1995676" cy="741357"/>
          </a:xfrm>
          <a:prstGeom prst="rect">
            <a:avLst/>
          </a:prstGeom>
          <a:noFill/>
        </p:spPr>
        <p:txBody>
          <a:bodyPr>
            <a:spAutoFit/>
          </a:bodyPr>
          <a:lstStyle/>
          <a:p>
            <a:pPr defTabSz="964372" fontAlgn="auto">
              <a:spcBef>
                <a:spcPts val="0"/>
              </a:spcBef>
              <a:spcAft>
                <a:spcPts val="0"/>
              </a:spcAft>
              <a:defRPr/>
            </a:pPr>
            <a:r>
              <a:rPr lang="zh-CN" altLang="en-US" sz="1406" dirty="0">
                <a:solidFill>
                  <a:prstClr val="white"/>
                </a:solidFill>
                <a:latin typeface="微软雅黑" pitchFamily="34" charset="-122"/>
                <a:ea typeface="微软雅黑" pitchFamily="34" charset="-122"/>
              </a:rPr>
              <a:t>点击输入本栏的具体文字，请根据您的具体内容酌情修改。</a:t>
            </a:r>
            <a:endParaRPr lang="zh-CN" altLang="en-US" sz="1406" dirty="0">
              <a:solidFill>
                <a:prstClr val="white"/>
              </a:solidFill>
              <a:latin typeface="Calibri" panose="020F0502020204030204"/>
            </a:endParaRPr>
          </a:p>
        </p:txBody>
      </p:sp>
      <p:grpSp>
        <p:nvGrpSpPr>
          <p:cNvPr id="49" name="组合 48"/>
          <p:cNvGrpSpPr/>
          <p:nvPr/>
        </p:nvGrpSpPr>
        <p:grpSpPr>
          <a:xfrm>
            <a:off x="7819079" y="1683509"/>
            <a:ext cx="1395189" cy="1613952"/>
            <a:chOff x="1798024" y="2281555"/>
            <a:chExt cx="1322917" cy="1530349"/>
          </a:xfrm>
        </p:grpSpPr>
        <p:sp>
          <p:nvSpPr>
            <p:cNvPr id="50" name="等腰三角形 2"/>
            <p:cNvSpPr/>
            <p:nvPr/>
          </p:nvSpPr>
          <p:spPr bwMode="auto">
            <a:xfrm rot="10825742">
              <a:off x="1798024" y="2281555"/>
              <a:ext cx="1322917" cy="1530349"/>
            </a:xfrm>
            <a:custGeom>
              <a:avLst/>
              <a:gdLst/>
              <a:ahLst/>
              <a:cxnLst/>
              <a:rect l="l" t="t" r="r" b="b"/>
              <a:pathLst>
                <a:path w="1152128" h="1333073">
                  <a:moveTo>
                    <a:pt x="576064" y="0"/>
                  </a:moveTo>
                  <a:lnTo>
                    <a:pt x="687529" y="192182"/>
                  </a:lnTo>
                  <a:cubicBezTo>
                    <a:pt x="952381" y="243689"/>
                    <a:pt x="1152128" y="477023"/>
                    <a:pt x="1152128" y="757009"/>
                  </a:cubicBezTo>
                  <a:cubicBezTo>
                    <a:pt x="1152128" y="1075160"/>
                    <a:pt x="894215" y="1333073"/>
                    <a:pt x="576064" y="1333073"/>
                  </a:cubicBezTo>
                  <a:cubicBezTo>
                    <a:pt x="257913" y="1333073"/>
                    <a:pt x="0" y="1075160"/>
                    <a:pt x="0" y="757009"/>
                  </a:cubicBezTo>
                  <a:cubicBezTo>
                    <a:pt x="0" y="477023"/>
                    <a:pt x="199747" y="243689"/>
                    <a:pt x="464599" y="192182"/>
                  </a:cubicBezTo>
                  <a:close/>
                </a:path>
              </a:pathLst>
            </a:custGeom>
            <a:noFill/>
            <a:ln w="63500">
              <a:solidFill>
                <a:schemeClr val="bg1"/>
              </a:solidFill>
            </a:ln>
            <a:effectLst/>
          </p:spPr>
          <p:txBody>
            <a:bodyPr wrap="none" lIns="96435" tIns="48218" rIns="96435" bIns="48218" anchor="ctr"/>
            <a:lstStyle/>
            <a:p>
              <a:pPr algn="ctr" defTabSz="964372" fontAlgn="auto">
                <a:spcBef>
                  <a:spcPts val="0"/>
                </a:spcBef>
                <a:spcAft>
                  <a:spcPts val="0"/>
                </a:spcAft>
                <a:defRPr/>
              </a:pPr>
              <a:endParaRPr lang="zh-CN" altLang="en-US" sz="1547" kern="0" dirty="0">
                <a:solidFill>
                  <a:srgbClr val="FFFFFF"/>
                </a:solidFill>
                <a:latin typeface="微软雅黑" pitchFamily="34" charset="-122"/>
                <a:ea typeface="微软雅黑" pitchFamily="34" charset="-122"/>
              </a:endParaRPr>
            </a:p>
          </p:txBody>
        </p:sp>
        <p:sp>
          <p:nvSpPr>
            <p:cNvPr id="51" name="文本框 50"/>
            <p:cNvSpPr txBox="1"/>
            <p:nvPr/>
          </p:nvSpPr>
          <p:spPr>
            <a:xfrm>
              <a:off x="1971849" y="2651047"/>
              <a:ext cx="1008042" cy="580020"/>
            </a:xfrm>
            <a:prstGeom prst="rect">
              <a:avLst/>
            </a:prstGeom>
            <a:noFill/>
          </p:spPr>
          <p:txBody>
            <a:bodyPr wrap="none" rtlCol="0">
              <a:spAutoFit/>
            </a:bodyPr>
            <a:lstStyle/>
            <a:p>
              <a:pPr defTabSz="964372" fontAlgn="auto">
                <a:spcBef>
                  <a:spcPts val="0"/>
                </a:spcBef>
                <a:spcAft>
                  <a:spcPts val="0"/>
                </a:spcAft>
              </a:pPr>
              <a:r>
                <a:rPr lang="en-US" altLang="zh-CN" sz="3375" b="1" dirty="0">
                  <a:solidFill>
                    <a:prstClr val="white"/>
                  </a:solidFill>
                  <a:latin typeface="Calibri" panose="020F0502020204030204"/>
                </a:rPr>
                <a:t>2015</a:t>
              </a:r>
              <a:endParaRPr lang="zh-CN" altLang="en-US" sz="3375" b="1" dirty="0">
                <a:solidFill>
                  <a:prstClr val="white"/>
                </a:solidFill>
                <a:latin typeface="Calibri" panose="020F0502020204030204"/>
              </a:endParaRPr>
            </a:p>
          </p:txBody>
        </p:sp>
      </p:grpSp>
      <p:sp>
        <p:nvSpPr>
          <p:cNvPr id="52" name="椭圆 51"/>
          <p:cNvSpPr/>
          <p:nvPr/>
        </p:nvSpPr>
        <p:spPr>
          <a:xfrm>
            <a:off x="10255678" y="2801165"/>
            <a:ext cx="303593" cy="303593"/>
          </a:xfrm>
          <a:prstGeom prst="ellipse">
            <a:avLst/>
          </a:prstGeom>
          <a:solidFill>
            <a:schemeClr val="bg1"/>
          </a:solidFill>
          <a:ln>
            <a:noFill/>
          </a:ln>
          <a:effectLst>
            <a:outerShdw blurRad="50800" dist="50800" dir="5400000" algn="t"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a:solidFill>
                <a:prstClr val="white"/>
              </a:solidFill>
            </a:endParaRPr>
          </a:p>
        </p:txBody>
      </p:sp>
      <p:sp>
        <p:nvSpPr>
          <p:cNvPr id="53" name="TextBox 34"/>
          <p:cNvSpPr txBox="1"/>
          <p:nvPr/>
        </p:nvSpPr>
        <p:spPr>
          <a:xfrm>
            <a:off x="9409635" y="3139101"/>
            <a:ext cx="1995676" cy="741357"/>
          </a:xfrm>
          <a:prstGeom prst="rect">
            <a:avLst/>
          </a:prstGeom>
          <a:noFill/>
        </p:spPr>
        <p:txBody>
          <a:bodyPr>
            <a:spAutoFit/>
          </a:bodyPr>
          <a:lstStyle/>
          <a:p>
            <a:pPr defTabSz="964372" fontAlgn="auto">
              <a:spcBef>
                <a:spcPts val="0"/>
              </a:spcBef>
              <a:spcAft>
                <a:spcPts val="0"/>
              </a:spcAft>
              <a:defRPr/>
            </a:pPr>
            <a:r>
              <a:rPr lang="zh-CN" altLang="en-US" sz="1406" dirty="0">
                <a:solidFill>
                  <a:prstClr val="white"/>
                </a:solidFill>
                <a:latin typeface="微软雅黑" pitchFamily="34" charset="-122"/>
                <a:ea typeface="微软雅黑" pitchFamily="34" charset="-122"/>
              </a:rPr>
              <a:t>点击输入本栏的具体文字，请根据您的具体内容酌情修改。</a:t>
            </a:r>
            <a:endParaRPr lang="zh-CN" altLang="en-US" sz="1406" dirty="0">
              <a:solidFill>
                <a:prstClr val="white"/>
              </a:solidFill>
              <a:latin typeface="Calibri" panose="020F0502020204030204"/>
            </a:endParaRPr>
          </a:p>
        </p:txBody>
      </p:sp>
      <p:grpSp>
        <p:nvGrpSpPr>
          <p:cNvPr id="54" name="组合 53"/>
          <p:cNvGrpSpPr/>
          <p:nvPr/>
        </p:nvGrpSpPr>
        <p:grpSpPr>
          <a:xfrm>
            <a:off x="9716168" y="1051951"/>
            <a:ext cx="1395189" cy="1613952"/>
            <a:chOff x="1798024" y="2281555"/>
            <a:chExt cx="1322917" cy="1530349"/>
          </a:xfrm>
        </p:grpSpPr>
        <p:sp>
          <p:nvSpPr>
            <p:cNvPr id="55" name="等腰三角形 2"/>
            <p:cNvSpPr/>
            <p:nvPr/>
          </p:nvSpPr>
          <p:spPr bwMode="auto">
            <a:xfrm rot="10825742">
              <a:off x="1798024" y="2281555"/>
              <a:ext cx="1322917" cy="1530349"/>
            </a:xfrm>
            <a:custGeom>
              <a:avLst/>
              <a:gdLst/>
              <a:ahLst/>
              <a:cxnLst/>
              <a:rect l="l" t="t" r="r" b="b"/>
              <a:pathLst>
                <a:path w="1152128" h="1333073">
                  <a:moveTo>
                    <a:pt x="576064" y="0"/>
                  </a:moveTo>
                  <a:lnTo>
                    <a:pt x="687529" y="192182"/>
                  </a:lnTo>
                  <a:cubicBezTo>
                    <a:pt x="952381" y="243689"/>
                    <a:pt x="1152128" y="477023"/>
                    <a:pt x="1152128" y="757009"/>
                  </a:cubicBezTo>
                  <a:cubicBezTo>
                    <a:pt x="1152128" y="1075160"/>
                    <a:pt x="894215" y="1333073"/>
                    <a:pt x="576064" y="1333073"/>
                  </a:cubicBezTo>
                  <a:cubicBezTo>
                    <a:pt x="257913" y="1333073"/>
                    <a:pt x="0" y="1075160"/>
                    <a:pt x="0" y="757009"/>
                  </a:cubicBezTo>
                  <a:cubicBezTo>
                    <a:pt x="0" y="477023"/>
                    <a:pt x="199747" y="243689"/>
                    <a:pt x="464599" y="192182"/>
                  </a:cubicBezTo>
                  <a:close/>
                </a:path>
              </a:pathLst>
            </a:custGeom>
            <a:noFill/>
            <a:ln w="63500">
              <a:solidFill>
                <a:schemeClr val="bg1"/>
              </a:solidFill>
            </a:ln>
            <a:effectLst/>
          </p:spPr>
          <p:txBody>
            <a:bodyPr wrap="none" lIns="96435" tIns="48218" rIns="96435" bIns="48218" anchor="ctr"/>
            <a:lstStyle/>
            <a:p>
              <a:pPr algn="ctr" defTabSz="964372" fontAlgn="auto">
                <a:spcBef>
                  <a:spcPts val="0"/>
                </a:spcBef>
                <a:spcAft>
                  <a:spcPts val="0"/>
                </a:spcAft>
                <a:defRPr/>
              </a:pPr>
              <a:endParaRPr lang="zh-CN" altLang="en-US" sz="1547" kern="0" dirty="0">
                <a:solidFill>
                  <a:srgbClr val="FFFFFF"/>
                </a:solidFill>
                <a:latin typeface="微软雅黑" pitchFamily="34" charset="-122"/>
                <a:ea typeface="微软雅黑" pitchFamily="34" charset="-122"/>
              </a:endParaRPr>
            </a:p>
          </p:txBody>
        </p:sp>
        <p:sp>
          <p:nvSpPr>
            <p:cNvPr id="56" name="文本框 55"/>
            <p:cNvSpPr txBox="1"/>
            <p:nvPr/>
          </p:nvSpPr>
          <p:spPr>
            <a:xfrm>
              <a:off x="1971849" y="2651047"/>
              <a:ext cx="1008042" cy="580020"/>
            </a:xfrm>
            <a:prstGeom prst="rect">
              <a:avLst/>
            </a:prstGeom>
            <a:noFill/>
          </p:spPr>
          <p:txBody>
            <a:bodyPr wrap="none" rtlCol="0">
              <a:spAutoFit/>
            </a:bodyPr>
            <a:lstStyle/>
            <a:p>
              <a:pPr defTabSz="964372" fontAlgn="auto">
                <a:spcBef>
                  <a:spcPts val="0"/>
                </a:spcBef>
                <a:spcAft>
                  <a:spcPts val="0"/>
                </a:spcAft>
              </a:pPr>
              <a:r>
                <a:rPr lang="en-US" altLang="zh-CN" sz="3375" b="1" dirty="0">
                  <a:solidFill>
                    <a:prstClr val="white"/>
                  </a:solidFill>
                  <a:latin typeface="Calibri" panose="020F0502020204030204"/>
                </a:rPr>
                <a:t>2016</a:t>
              </a:r>
              <a:endParaRPr lang="zh-CN" altLang="en-US" sz="3375" b="1" dirty="0">
                <a:solidFill>
                  <a:prstClr val="white"/>
                </a:solidFill>
                <a:latin typeface="Calibri" panose="020F0502020204030204"/>
              </a:endParaRPr>
            </a:p>
          </p:txBody>
        </p:sp>
      </p:grpSp>
    </p:spTree>
    <p:extLst>
      <p:ext uri="{BB962C8B-B14F-4D97-AF65-F5344CB8AC3E}">
        <p14:creationId xmlns:p14="http://schemas.microsoft.com/office/powerpoint/2010/main" val="1912486800"/>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47" presetClass="entr" presetSubtype="0" fill="hold" nodeType="click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1000"/>
                                        <p:tgtEl>
                                          <p:spTgt spid="34"/>
                                        </p:tgtEl>
                                      </p:cBhvr>
                                    </p:animEffect>
                                    <p:anim calcmode="lin" valueType="num">
                                      <p:cBhvr>
                                        <p:cTn id="19" dur="1000" fill="hold"/>
                                        <p:tgtEl>
                                          <p:spTgt spid="34"/>
                                        </p:tgtEl>
                                        <p:attrNameLst>
                                          <p:attrName>ppt_x</p:attrName>
                                        </p:attrNameLst>
                                      </p:cBhvr>
                                      <p:tavLst>
                                        <p:tav tm="0">
                                          <p:val>
                                            <p:strVal val="#ppt_x"/>
                                          </p:val>
                                        </p:tav>
                                        <p:tav tm="100000">
                                          <p:val>
                                            <p:strVal val="#ppt_x"/>
                                          </p:val>
                                        </p:tav>
                                      </p:tavLst>
                                    </p:anim>
                                    <p:anim calcmode="lin" valueType="num">
                                      <p:cBhvr>
                                        <p:cTn id="20" dur="1000" fill="hold"/>
                                        <p:tgtEl>
                                          <p:spTgt spid="34"/>
                                        </p:tgtEl>
                                        <p:attrNameLst>
                                          <p:attrName>ppt_y</p:attrName>
                                        </p:attrNameLst>
                                      </p:cBhvr>
                                      <p:tavLst>
                                        <p:tav tm="0">
                                          <p:val>
                                            <p:strVal val="#ppt_y-.1"/>
                                          </p:val>
                                        </p:tav>
                                        <p:tav tm="100000">
                                          <p:val>
                                            <p:strVal val="#ppt_y"/>
                                          </p:val>
                                        </p:tav>
                                      </p:tavLst>
                                    </p:anim>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32"/>
                                        </p:tgtEl>
                                        <p:attrNameLst>
                                          <p:attrName>style.visibility</p:attrName>
                                        </p:attrNameLst>
                                      </p:cBhvr>
                                      <p:to>
                                        <p:strVal val="visible"/>
                                      </p:to>
                                    </p:set>
                                    <p:animEffect transition="in" filter="fade">
                                      <p:cBhvr>
                                        <p:cTn id="24" dur="500"/>
                                        <p:tgtEl>
                                          <p:spTgt spid="32"/>
                                        </p:tgtEl>
                                      </p:cBhvr>
                                    </p:animEffect>
                                  </p:childTnLst>
                                </p:cTn>
                              </p:par>
                            </p:childTnLst>
                          </p:cTn>
                        </p:par>
                        <p:par>
                          <p:cTn id="25" fill="hold">
                            <p:stCondLst>
                              <p:cond delay="1500"/>
                            </p:stCondLst>
                            <p:childTnLst>
                              <p:par>
                                <p:cTn id="26" presetID="22" presetClass="entr" presetSubtype="8" fill="hold" grpId="0" nodeType="after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wipe(left)">
                                      <p:cBhvr>
                                        <p:cTn id="28" dur="750"/>
                                        <p:tgtEl>
                                          <p:spTgt spid="33"/>
                                        </p:tgtEl>
                                      </p:cBhvr>
                                    </p:animEffect>
                                  </p:childTnLst>
                                </p:cTn>
                              </p:par>
                            </p:childTnLst>
                          </p:cTn>
                        </p:par>
                      </p:childTnLst>
                    </p:cTn>
                  </p:par>
                  <p:par>
                    <p:cTn id="29" fill="hold">
                      <p:stCondLst>
                        <p:cond delay="indefinite"/>
                      </p:stCondLst>
                      <p:childTnLst>
                        <p:par>
                          <p:cTn id="30" fill="hold">
                            <p:stCondLst>
                              <p:cond delay="0"/>
                            </p:stCondLst>
                            <p:childTnLst>
                              <p:par>
                                <p:cTn id="31" presetID="47" presetClass="entr" presetSubtype="0" fill="hold"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1000"/>
                                        <p:tgtEl>
                                          <p:spTgt spid="39"/>
                                        </p:tgtEl>
                                      </p:cBhvr>
                                    </p:animEffect>
                                    <p:anim calcmode="lin" valueType="num">
                                      <p:cBhvr>
                                        <p:cTn id="34" dur="1000" fill="hold"/>
                                        <p:tgtEl>
                                          <p:spTgt spid="39"/>
                                        </p:tgtEl>
                                        <p:attrNameLst>
                                          <p:attrName>ppt_x</p:attrName>
                                        </p:attrNameLst>
                                      </p:cBhvr>
                                      <p:tavLst>
                                        <p:tav tm="0">
                                          <p:val>
                                            <p:strVal val="#ppt_x"/>
                                          </p:val>
                                        </p:tav>
                                        <p:tav tm="100000">
                                          <p:val>
                                            <p:strVal val="#ppt_x"/>
                                          </p:val>
                                        </p:tav>
                                      </p:tavLst>
                                    </p:anim>
                                    <p:anim calcmode="lin" valueType="num">
                                      <p:cBhvr>
                                        <p:cTn id="35" dur="1000" fill="hold"/>
                                        <p:tgtEl>
                                          <p:spTgt spid="39"/>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grpId="0" nodeType="after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par>
                          <p:cTn id="40" fill="hold">
                            <p:stCondLst>
                              <p:cond delay="1500"/>
                            </p:stCondLst>
                            <p:childTnLst>
                              <p:par>
                                <p:cTn id="41" presetID="22" presetClass="entr" presetSubtype="8" fill="hold" grpId="0" nodeType="afterEffect">
                                  <p:stCondLst>
                                    <p:cond delay="0"/>
                                  </p:stCondLst>
                                  <p:childTnLst>
                                    <p:set>
                                      <p:cBhvr>
                                        <p:cTn id="42" dur="1" fill="hold">
                                          <p:stCondLst>
                                            <p:cond delay="0"/>
                                          </p:stCondLst>
                                        </p:cTn>
                                        <p:tgtEl>
                                          <p:spTgt spid="38"/>
                                        </p:tgtEl>
                                        <p:attrNameLst>
                                          <p:attrName>style.visibility</p:attrName>
                                        </p:attrNameLst>
                                      </p:cBhvr>
                                      <p:to>
                                        <p:strVal val="visible"/>
                                      </p:to>
                                    </p:set>
                                    <p:animEffect transition="in" filter="wipe(left)">
                                      <p:cBhvr>
                                        <p:cTn id="43" dur="750"/>
                                        <p:tgtEl>
                                          <p:spTgt spid="38"/>
                                        </p:tgtEl>
                                      </p:cBhvr>
                                    </p:animEffect>
                                  </p:childTnLst>
                                </p:cTn>
                              </p:par>
                            </p:childTnLst>
                          </p:cTn>
                        </p:par>
                      </p:childTnLst>
                    </p:cTn>
                  </p:par>
                  <p:par>
                    <p:cTn id="44" fill="hold">
                      <p:stCondLst>
                        <p:cond delay="indefinite"/>
                      </p:stCondLst>
                      <p:childTnLst>
                        <p:par>
                          <p:cTn id="45" fill="hold">
                            <p:stCondLst>
                              <p:cond delay="0"/>
                            </p:stCondLst>
                            <p:childTnLst>
                              <p:par>
                                <p:cTn id="46" presetID="47" presetClass="entr" presetSubtype="0" fill="hold" nodeType="clickEffect">
                                  <p:stCondLst>
                                    <p:cond delay="0"/>
                                  </p:stCondLst>
                                  <p:childTnLst>
                                    <p:set>
                                      <p:cBhvr>
                                        <p:cTn id="47" dur="1" fill="hold">
                                          <p:stCondLst>
                                            <p:cond delay="0"/>
                                          </p:stCondLst>
                                        </p:cTn>
                                        <p:tgtEl>
                                          <p:spTgt spid="44"/>
                                        </p:tgtEl>
                                        <p:attrNameLst>
                                          <p:attrName>style.visibility</p:attrName>
                                        </p:attrNameLst>
                                      </p:cBhvr>
                                      <p:to>
                                        <p:strVal val="visible"/>
                                      </p:to>
                                    </p:set>
                                    <p:animEffect transition="in" filter="fade">
                                      <p:cBhvr>
                                        <p:cTn id="48" dur="1000"/>
                                        <p:tgtEl>
                                          <p:spTgt spid="44"/>
                                        </p:tgtEl>
                                      </p:cBhvr>
                                    </p:animEffect>
                                    <p:anim calcmode="lin" valueType="num">
                                      <p:cBhvr>
                                        <p:cTn id="49" dur="1000" fill="hold"/>
                                        <p:tgtEl>
                                          <p:spTgt spid="44"/>
                                        </p:tgtEl>
                                        <p:attrNameLst>
                                          <p:attrName>ppt_x</p:attrName>
                                        </p:attrNameLst>
                                      </p:cBhvr>
                                      <p:tavLst>
                                        <p:tav tm="0">
                                          <p:val>
                                            <p:strVal val="#ppt_x"/>
                                          </p:val>
                                        </p:tav>
                                        <p:tav tm="100000">
                                          <p:val>
                                            <p:strVal val="#ppt_x"/>
                                          </p:val>
                                        </p:tav>
                                      </p:tavLst>
                                    </p:anim>
                                    <p:anim calcmode="lin" valueType="num">
                                      <p:cBhvr>
                                        <p:cTn id="50" dur="1000" fill="hold"/>
                                        <p:tgtEl>
                                          <p:spTgt spid="44"/>
                                        </p:tgtEl>
                                        <p:attrNameLst>
                                          <p:attrName>ppt_y</p:attrName>
                                        </p:attrNameLst>
                                      </p:cBhvr>
                                      <p:tavLst>
                                        <p:tav tm="0">
                                          <p:val>
                                            <p:strVal val="#ppt_y-.1"/>
                                          </p:val>
                                        </p:tav>
                                        <p:tav tm="100000">
                                          <p:val>
                                            <p:strVal val="#ppt_y"/>
                                          </p:val>
                                        </p:tav>
                                      </p:tavLst>
                                    </p:anim>
                                  </p:childTnLst>
                                </p:cTn>
                              </p:par>
                            </p:childTnLst>
                          </p:cTn>
                        </p:par>
                        <p:par>
                          <p:cTn id="51"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42"/>
                                        </p:tgtEl>
                                        <p:attrNameLst>
                                          <p:attrName>style.visibility</p:attrName>
                                        </p:attrNameLst>
                                      </p:cBhvr>
                                      <p:to>
                                        <p:strVal val="visible"/>
                                      </p:to>
                                    </p:set>
                                    <p:animEffect transition="in" filter="fade">
                                      <p:cBhvr>
                                        <p:cTn id="54" dur="500"/>
                                        <p:tgtEl>
                                          <p:spTgt spid="42"/>
                                        </p:tgtEl>
                                      </p:cBhvr>
                                    </p:animEffect>
                                  </p:childTnLst>
                                </p:cTn>
                              </p:par>
                            </p:childTnLst>
                          </p:cTn>
                        </p:par>
                        <p:par>
                          <p:cTn id="55" fill="hold">
                            <p:stCondLst>
                              <p:cond delay="1500"/>
                            </p:stCondLst>
                            <p:childTnLst>
                              <p:par>
                                <p:cTn id="56" presetID="22" presetClass="entr" presetSubtype="8" fill="hold" grpId="0"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wipe(left)">
                                      <p:cBhvr>
                                        <p:cTn id="58" dur="750"/>
                                        <p:tgtEl>
                                          <p:spTgt spid="43"/>
                                        </p:tgtEl>
                                      </p:cBhvr>
                                    </p:animEffect>
                                  </p:childTnLst>
                                </p:cTn>
                              </p:par>
                            </p:childTnLst>
                          </p:cTn>
                        </p:par>
                      </p:childTnLst>
                    </p:cTn>
                  </p:par>
                  <p:par>
                    <p:cTn id="59" fill="hold">
                      <p:stCondLst>
                        <p:cond delay="indefinite"/>
                      </p:stCondLst>
                      <p:childTnLst>
                        <p:par>
                          <p:cTn id="60" fill="hold">
                            <p:stCondLst>
                              <p:cond delay="0"/>
                            </p:stCondLst>
                            <p:childTnLst>
                              <p:par>
                                <p:cTn id="61" presetID="47" presetClass="entr" presetSubtype="0" fill="hold" nodeType="clickEffect">
                                  <p:stCondLst>
                                    <p:cond delay="0"/>
                                  </p:stCondLst>
                                  <p:childTnLst>
                                    <p:set>
                                      <p:cBhvr>
                                        <p:cTn id="62" dur="1" fill="hold">
                                          <p:stCondLst>
                                            <p:cond delay="0"/>
                                          </p:stCondLst>
                                        </p:cTn>
                                        <p:tgtEl>
                                          <p:spTgt spid="49"/>
                                        </p:tgtEl>
                                        <p:attrNameLst>
                                          <p:attrName>style.visibility</p:attrName>
                                        </p:attrNameLst>
                                      </p:cBhvr>
                                      <p:to>
                                        <p:strVal val="visible"/>
                                      </p:to>
                                    </p:set>
                                    <p:animEffect transition="in" filter="fade">
                                      <p:cBhvr>
                                        <p:cTn id="63" dur="1000"/>
                                        <p:tgtEl>
                                          <p:spTgt spid="49"/>
                                        </p:tgtEl>
                                      </p:cBhvr>
                                    </p:animEffect>
                                    <p:anim calcmode="lin" valueType="num">
                                      <p:cBhvr>
                                        <p:cTn id="64" dur="1000" fill="hold"/>
                                        <p:tgtEl>
                                          <p:spTgt spid="49"/>
                                        </p:tgtEl>
                                        <p:attrNameLst>
                                          <p:attrName>ppt_x</p:attrName>
                                        </p:attrNameLst>
                                      </p:cBhvr>
                                      <p:tavLst>
                                        <p:tav tm="0">
                                          <p:val>
                                            <p:strVal val="#ppt_x"/>
                                          </p:val>
                                        </p:tav>
                                        <p:tav tm="100000">
                                          <p:val>
                                            <p:strVal val="#ppt_x"/>
                                          </p:val>
                                        </p:tav>
                                      </p:tavLst>
                                    </p:anim>
                                    <p:anim calcmode="lin" valueType="num">
                                      <p:cBhvr>
                                        <p:cTn id="65" dur="1000" fill="hold"/>
                                        <p:tgtEl>
                                          <p:spTgt spid="49"/>
                                        </p:tgtEl>
                                        <p:attrNameLst>
                                          <p:attrName>ppt_y</p:attrName>
                                        </p:attrNameLst>
                                      </p:cBhvr>
                                      <p:tavLst>
                                        <p:tav tm="0">
                                          <p:val>
                                            <p:strVal val="#ppt_y-.1"/>
                                          </p:val>
                                        </p:tav>
                                        <p:tav tm="100000">
                                          <p:val>
                                            <p:strVal val="#ppt_y"/>
                                          </p:val>
                                        </p:tav>
                                      </p:tavLst>
                                    </p:anim>
                                  </p:childTnLst>
                                </p:cTn>
                              </p:par>
                            </p:childTnLst>
                          </p:cTn>
                        </p:par>
                        <p:par>
                          <p:cTn id="66" fill="hold">
                            <p:stCondLst>
                              <p:cond delay="1000"/>
                            </p:stCondLst>
                            <p:childTnLst>
                              <p:par>
                                <p:cTn id="67" presetID="10" presetClass="entr" presetSubtype="0" fill="hold" grpId="0" nodeType="afterEffect">
                                  <p:stCondLst>
                                    <p:cond delay="0"/>
                                  </p:stCondLst>
                                  <p:childTnLst>
                                    <p:set>
                                      <p:cBhvr>
                                        <p:cTn id="68" dur="1" fill="hold">
                                          <p:stCondLst>
                                            <p:cond delay="0"/>
                                          </p:stCondLst>
                                        </p:cTn>
                                        <p:tgtEl>
                                          <p:spTgt spid="47"/>
                                        </p:tgtEl>
                                        <p:attrNameLst>
                                          <p:attrName>style.visibility</p:attrName>
                                        </p:attrNameLst>
                                      </p:cBhvr>
                                      <p:to>
                                        <p:strVal val="visible"/>
                                      </p:to>
                                    </p:set>
                                    <p:animEffect transition="in" filter="fade">
                                      <p:cBhvr>
                                        <p:cTn id="69" dur="500"/>
                                        <p:tgtEl>
                                          <p:spTgt spid="47"/>
                                        </p:tgtEl>
                                      </p:cBhvr>
                                    </p:animEffect>
                                  </p:childTnLst>
                                </p:cTn>
                              </p:par>
                            </p:childTnLst>
                          </p:cTn>
                        </p:par>
                        <p:par>
                          <p:cTn id="70" fill="hold">
                            <p:stCondLst>
                              <p:cond delay="1500"/>
                            </p:stCondLst>
                            <p:childTnLst>
                              <p:par>
                                <p:cTn id="71" presetID="22" presetClass="entr" presetSubtype="8" fill="hold" grpId="0" nodeType="afterEffect">
                                  <p:stCondLst>
                                    <p:cond delay="0"/>
                                  </p:stCondLst>
                                  <p:childTnLst>
                                    <p:set>
                                      <p:cBhvr>
                                        <p:cTn id="72" dur="1" fill="hold">
                                          <p:stCondLst>
                                            <p:cond delay="0"/>
                                          </p:stCondLst>
                                        </p:cTn>
                                        <p:tgtEl>
                                          <p:spTgt spid="48"/>
                                        </p:tgtEl>
                                        <p:attrNameLst>
                                          <p:attrName>style.visibility</p:attrName>
                                        </p:attrNameLst>
                                      </p:cBhvr>
                                      <p:to>
                                        <p:strVal val="visible"/>
                                      </p:to>
                                    </p:set>
                                    <p:animEffect transition="in" filter="wipe(left)">
                                      <p:cBhvr>
                                        <p:cTn id="73" dur="750"/>
                                        <p:tgtEl>
                                          <p:spTgt spid="48"/>
                                        </p:tgtEl>
                                      </p:cBhvr>
                                    </p:animEffect>
                                  </p:childTnLst>
                                </p:cTn>
                              </p:par>
                            </p:childTnLst>
                          </p:cTn>
                        </p:par>
                      </p:childTnLst>
                    </p:cTn>
                  </p:par>
                  <p:par>
                    <p:cTn id="74" fill="hold">
                      <p:stCondLst>
                        <p:cond delay="indefinite"/>
                      </p:stCondLst>
                      <p:childTnLst>
                        <p:par>
                          <p:cTn id="75" fill="hold">
                            <p:stCondLst>
                              <p:cond delay="0"/>
                            </p:stCondLst>
                            <p:childTnLst>
                              <p:par>
                                <p:cTn id="76" presetID="47" presetClass="entr" presetSubtype="0" fill="hold" nodeType="clickEffect">
                                  <p:stCondLst>
                                    <p:cond delay="0"/>
                                  </p:stCondLst>
                                  <p:childTnLst>
                                    <p:set>
                                      <p:cBhvr>
                                        <p:cTn id="77" dur="1" fill="hold">
                                          <p:stCondLst>
                                            <p:cond delay="0"/>
                                          </p:stCondLst>
                                        </p:cTn>
                                        <p:tgtEl>
                                          <p:spTgt spid="54"/>
                                        </p:tgtEl>
                                        <p:attrNameLst>
                                          <p:attrName>style.visibility</p:attrName>
                                        </p:attrNameLst>
                                      </p:cBhvr>
                                      <p:to>
                                        <p:strVal val="visible"/>
                                      </p:to>
                                    </p:set>
                                    <p:animEffect transition="in" filter="fade">
                                      <p:cBhvr>
                                        <p:cTn id="78" dur="1000"/>
                                        <p:tgtEl>
                                          <p:spTgt spid="54"/>
                                        </p:tgtEl>
                                      </p:cBhvr>
                                    </p:animEffect>
                                    <p:anim calcmode="lin" valueType="num">
                                      <p:cBhvr>
                                        <p:cTn id="79" dur="1000" fill="hold"/>
                                        <p:tgtEl>
                                          <p:spTgt spid="54"/>
                                        </p:tgtEl>
                                        <p:attrNameLst>
                                          <p:attrName>ppt_x</p:attrName>
                                        </p:attrNameLst>
                                      </p:cBhvr>
                                      <p:tavLst>
                                        <p:tav tm="0">
                                          <p:val>
                                            <p:strVal val="#ppt_x"/>
                                          </p:val>
                                        </p:tav>
                                        <p:tav tm="100000">
                                          <p:val>
                                            <p:strVal val="#ppt_x"/>
                                          </p:val>
                                        </p:tav>
                                      </p:tavLst>
                                    </p:anim>
                                    <p:anim calcmode="lin" valueType="num">
                                      <p:cBhvr>
                                        <p:cTn id="80" dur="1000" fill="hold"/>
                                        <p:tgtEl>
                                          <p:spTgt spid="54"/>
                                        </p:tgtEl>
                                        <p:attrNameLst>
                                          <p:attrName>ppt_y</p:attrName>
                                        </p:attrNameLst>
                                      </p:cBhvr>
                                      <p:tavLst>
                                        <p:tav tm="0">
                                          <p:val>
                                            <p:strVal val="#ppt_y-.1"/>
                                          </p:val>
                                        </p:tav>
                                        <p:tav tm="100000">
                                          <p:val>
                                            <p:strVal val="#ppt_y"/>
                                          </p:val>
                                        </p:tav>
                                      </p:tavLst>
                                    </p:anim>
                                  </p:childTnLst>
                                </p:cTn>
                              </p:par>
                            </p:childTnLst>
                          </p:cTn>
                        </p:par>
                        <p:par>
                          <p:cTn id="81" fill="hold">
                            <p:stCondLst>
                              <p:cond delay="1000"/>
                            </p:stCondLst>
                            <p:childTnLst>
                              <p:par>
                                <p:cTn id="82" presetID="10" presetClass="entr" presetSubtype="0" fill="hold" grpId="0" nodeType="after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fade">
                                      <p:cBhvr>
                                        <p:cTn id="84" dur="500"/>
                                        <p:tgtEl>
                                          <p:spTgt spid="52"/>
                                        </p:tgtEl>
                                      </p:cBhvr>
                                    </p:animEffect>
                                  </p:childTnLst>
                                </p:cTn>
                              </p:par>
                            </p:childTnLst>
                          </p:cTn>
                        </p:par>
                        <p:par>
                          <p:cTn id="85" fill="hold">
                            <p:stCondLst>
                              <p:cond delay="1500"/>
                            </p:stCondLst>
                            <p:childTnLst>
                              <p:par>
                                <p:cTn id="86" presetID="22" presetClass="entr" presetSubtype="8" fill="hold" grpId="0" nodeType="afterEffect">
                                  <p:stCondLst>
                                    <p:cond delay="0"/>
                                  </p:stCondLst>
                                  <p:childTnLst>
                                    <p:set>
                                      <p:cBhvr>
                                        <p:cTn id="87" dur="1" fill="hold">
                                          <p:stCondLst>
                                            <p:cond delay="0"/>
                                          </p:stCondLst>
                                        </p:cTn>
                                        <p:tgtEl>
                                          <p:spTgt spid="53"/>
                                        </p:tgtEl>
                                        <p:attrNameLst>
                                          <p:attrName>style.visibility</p:attrName>
                                        </p:attrNameLst>
                                      </p:cBhvr>
                                      <p:to>
                                        <p:strVal val="visible"/>
                                      </p:to>
                                    </p:set>
                                    <p:animEffect transition="in" filter="wipe(left)">
                                      <p:cBhvr>
                                        <p:cTn id="88" dur="75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2" grpId="0" animBg="1"/>
      <p:bldP spid="33" grpId="0"/>
      <p:bldP spid="37" grpId="0" animBg="1"/>
      <p:bldP spid="38" grpId="0"/>
      <p:bldP spid="42" grpId="0" animBg="1"/>
      <p:bldP spid="43" grpId="0"/>
      <p:bldP spid="47" grpId="0" animBg="1"/>
      <p:bldP spid="48" grpId="0"/>
      <p:bldP spid="52" grpId="0" animBg="1"/>
      <p:bldP spid="53"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grpSp>
        <p:nvGrpSpPr>
          <p:cNvPr id="8" name="组合 7"/>
          <p:cNvGrpSpPr/>
          <p:nvPr/>
        </p:nvGrpSpPr>
        <p:grpSpPr>
          <a:xfrm>
            <a:off x="1660743" y="1996234"/>
            <a:ext cx="3015010" cy="1514556"/>
            <a:chOff x="1180786" y="1419622"/>
            <a:chExt cx="2144125" cy="1077077"/>
          </a:xfrm>
        </p:grpSpPr>
        <p:sp>
          <p:nvSpPr>
            <p:cNvPr id="9" name="Freeform 7"/>
            <p:cNvSpPr>
              <a:spLocks/>
            </p:cNvSpPr>
            <p:nvPr/>
          </p:nvSpPr>
          <p:spPr bwMode="auto">
            <a:xfrm>
              <a:off x="1180786" y="1419622"/>
              <a:ext cx="2144125" cy="1077077"/>
            </a:xfrm>
            <a:custGeom>
              <a:avLst/>
              <a:gdLst/>
              <a:ahLst/>
              <a:cxnLst>
                <a:cxn ang="0">
                  <a:pos x="233" y="0"/>
                </a:cxn>
                <a:cxn ang="0">
                  <a:pos x="0" y="233"/>
                </a:cxn>
                <a:cxn ang="0">
                  <a:pos x="465" y="233"/>
                </a:cxn>
                <a:cxn ang="0">
                  <a:pos x="233" y="0"/>
                </a:cxn>
              </a:cxnLst>
              <a:rect l="0" t="0" r="r" b="b"/>
              <a:pathLst>
                <a:path w="465" h="233">
                  <a:moveTo>
                    <a:pt x="233" y="0"/>
                  </a:moveTo>
                  <a:cubicBezTo>
                    <a:pt x="104" y="0"/>
                    <a:pt x="0" y="104"/>
                    <a:pt x="0" y="233"/>
                  </a:cubicBezTo>
                  <a:cubicBezTo>
                    <a:pt x="465" y="233"/>
                    <a:pt x="465" y="233"/>
                    <a:pt x="465" y="233"/>
                  </a:cubicBezTo>
                  <a:cubicBezTo>
                    <a:pt x="465" y="104"/>
                    <a:pt x="361" y="0"/>
                    <a:pt x="233" y="0"/>
                  </a:cubicBezTo>
                  <a:close/>
                </a:path>
              </a:pathLst>
            </a:cu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pPr>
              <a:endParaRPr lang="en-US" sz="1898">
                <a:solidFill>
                  <a:prstClr val="white"/>
                </a:solidFill>
              </a:endParaRPr>
            </a:p>
          </p:txBody>
        </p:sp>
        <p:sp>
          <p:nvSpPr>
            <p:cNvPr id="10" name="TextBox 41"/>
            <p:cNvSpPr txBox="1"/>
            <p:nvPr/>
          </p:nvSpPr>
          <p:spPr>
            <a:xfrm>
              <a:off x="1857960" y="1540557"/>
              <a:ext cx="981508" cy="804367"/>
            </a:xfrm>
            <a:prstGeom prst="rect">
              <a:avLst/>
            </a:prstGeom>
            <a:noFill/>
          </p:spPr>
          <p:txBody>
            <a:bodyPr wrap="square" rtlCol="0">
              <a:spAutoFit/>
            </a:bodyPr>
            <a:lstStyle/>
            <a:p>
              <a:pPr defTabSz="1313731" fontAlgn="auto">
                <a:spcBef>
                  <a:spcPts val="0"/>
                </a:spcBef>
                <a:spcAft>
                  <a:spcPts val="0"/>
                </a:spcAft>
              </a:pPr>
              <a:r>
                <a:rPr lang="id-ID" sz="6750" spc="-422" dirty="0">
                  <a:solidFill>
                    <a:prstClr val="white"/>
                  </a:solidFill>
                  <a:latin typeface="微软雅黑" panose="020B0503020204020204" pitchFamily="34" charset="-122"/>
                  <a:ea typeface="微软雅黑" panose="020B0503020204020204" pitchFamily="34" charset="-122"/>
                </a:rPr>
                <a:t>01</a:t>
              </a:r>
              <a:endParaRPr lang="en-US" sz="6750" spc="-422" dirty="0">
                <a:solidFill>
                  <a:prstClr val="white"/>
                </a:solidFill>
                <a:latin typeface="微软雅黑" panose="020B0503020204020204" pitchFamily="34" charset="-122"/>
                <a:ea typeface="微软雅黑" panose="020B0503020204020204" pitchFamily="34" charset="-122"/>
              </a:endParaRPr>
            </a:p>
          </p:txBody>
        </p:sp>
      </p:grpSp>
      <p:grpSp>
        <p:nvGrpSpPr>
          <p:cNvPr id="11" name="组合 10"/>
          <p:cNvGrpSpPr/>
          <p:nvPr/>
        </p:nvGrpSpPr>
        <p:grpSpPr>
          <a:xfrm>
            <a:off x="5026270" y="3510789"/>
            <a:ext cx="3012271" cy="1509079"/>
            <a:chOff x="3574181" y="2496698"/>
            <a:chExt cx="2142177" cy="1073182"/>
          </a:xfrm>
        </p:grpSpPr>
        <p:sp>
          <p:nvSpPr>
            <p:cNvPr id="12" name="Freeform 9"/>
            <p:cNvSpPr>
              <a:spLocks/>
            </p:cNvSpPr>
            <p:nvPr/>
          </p:nvSpPr>
          <p:spPr bwMode="auto">
            <a:xfrm>
              <a:off x="3574181" y="2496698"/>
              <a:ext cx="2142177" cy="1073182"/>
            </a:xfrm>
            <a:custGeom>
              <a:avLst/>
              <a:gdLst/>
              <a:ahLst/>
              <a:cxnLst>
                <a:cxn ang="0">
                  <a:pos x="233" y="232"/>
                </a:cxn>
                <a:cxn ang="0">
                  <a:pos x="465" y="0"/>
                </a:cxn>
                <a:cxn ang="0">
                  <a:pos x="0" y="0"/>
                </a:cxn>
                <a:cxn ang="0">
                  <a:pos x="233" y="232"/>
                </a:cxn>
              </a:cxnLst>
              <a:rect l="0" t="0" r="r" b="b"/>
              <a:pathLst>
                <a:path w="465" h="232">
                  <a:moveTo>
                    <a:pt x="233" y="232"/>
                  </a:moveTo>
                  <a:cubicBezTo>
                    <a:pt x="361" y="232"/>
                    <a:pt x="465" y="128"/>
                    <a:pt x="465" y="0"/>
                  </a:cubicBezTo>
                  <a:cubicBezTo>
                    <a:pt x="0" y="0"/>
                    <a:pt x="0" y="0"/>
                    <a:pt x="0" y="0"/>
                  </a:cubicBezTo>
                  <a:cubicBezTo>
                    <a:pt x="0" y="128"/>
                    <a:pt x="104" y="232"/>
                    <a:pt x="233" y="232"/>
                  </a:cubicBezTo>
                  <a:close/>
                </a:path>
              </a:pathLst>
            </a:cu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pPr>
              <a:endParaRPr lang="en-US" sz="1898">
                <a:solidFill>
                  <a:prstClr val="white"/>
                </a:solidFill>
              </a:endParaRPr>
            </a:p>
          </p:txBody>
        </p:sp>
        <p:sp>
          <p:nvSpPr>
            <p:cNvPr id="13" name="TextBox 42"/>
            <p:cNvSpPr txBox="1"/>
            <p:nvPr/>
          </p:nvSpPr>
          <p:spPr>
            <a:xfrm>
              <a:off x="4254367" y="2496698"/>
              <a:ext cx="981508" cy="804367"/>
            </a:xfrm>
            <a:prstGeom prst="rect">
              <a:avLst/>
            </a:prstGeom>
            <a:noFill/>
          </p:spPr>
          <p:txBody>
            <a:bodyPr wrap="square" rtlCol="0">
              <a:spAutoFit/>
            </a:bodyPr>
            <a:lstStyle/>
            <a:p>
              <a:pPr defTabSz="1313731" fontAlgn="auto">
                <a:spcBef>
                  <a:spcPts val="0"/>
                </a:spcBef>
                <a:spcAft>
                  <a:spcPts val="0"/>
                </a:spcAft>
              </a:pPr>
              <a:r>
                <a:rPr lang="id-ID" sz="6750" dirty="0">
                  <a:solidFill>
                    <a:prstClr val="white"/>
                  </a:solidFill>
                  <a:latin typeface="微软雅黑" panose="020B0503020204020204" pitchFamily="34" charset="-122"/>
                  <a:ea typeface="微软雅黑" panose="020B0503020204020204" pitchFamily="34" charset="-122"/>
                </a:rPr>
                <a:t>02</a:t>
              </a:r>
              <a:endParaRPr lang="en-US" sz="6750" dirty="0">
                <a:solidFill>
                  <a:prstClr val="white"/>
                </a:solidFill>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8394535" y="1996234"/>
            <a:ext cx="3009533" cy="1514556"/>
            <a:chOff x="5969524" y="1419622"/>
            <a:chExt cx="2140230" cy="1077077"/>
          </a:xfrm>
        </p:grpSpPr>
        <p:sp>
          <p:nvSpPr>
            <p:cNvPr id="15" name="Freeform 8"/>
            <p:cNvSpPr>
              <a:spLocks/>
            </p:cNvSpPr>
            <p:nvPr/>
          </p:nvSpPr>
          <p:spPr bwMode="auto">
            <a:xfrm>
              <a:off x="5969524" y="1419622"/>
              <a:ext cx="2140230" cy="1077077"/>
            </a:xfrm>
            <a:custGeom>
              <a:avLst/>
              <a:gdLst/>
              <a:ahLst/>
              <a:cxnLst>
                <a:cxn ang="0">
                  <a:pos x="232" y="0"/>
                </a:cxn>
                <a:cxn ang="0">
                  <a:pos x="0" y="233"/>
                </a:cxn>
                <a:cxn ang="0">
                  <a:pos x="464" y="233"/>
                </a:cxn>
                <a:cxn ang="0">
                  <a:pos x="232" y="0"/>
                </a:cxn>
              </a:cxnLst>
              <a:rect l="0" t="0" r="r" b="b"/>
              <a:pathLst>
                <a:path w="464" h="233">
                  <a:moveTo>
                    <a:pt x="232" y="0"/>
                  </a:moveTo>
                  <a:cubicBezTo>
                    <a:pt x="104" y="0"/>
                    <a:pt x="0" y="104"/>
                    <a:pt x="0" y="233"/>
                  </a:cubicBezTo>
                  <a:cubicBezTo>
                    <a:pt x="464" y="233"/>
                    <a:pt x="464" y="233"/>
                    <a:pt x="464" y="233"/>
                  </a:cubicBezTo>
                  <a:cubicBezTo>
                    <a:pt x="464" y="104"/>
                    <a:pt x="360" y="0"/>
                    <a:pt x="232" y="0"/>
                  </a:cubicBezTo>
                  <a:close/>
                </a:path>
              </a:pathLst>
            </a:cu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pPr>
              <a:endParaRPr lang="en-US" sz="1898">
                <a:solidFill>
                  <a:prstClr val="white"/>
                </a:solidFill>
              </a:endParaRPr>
            </a:p>
          </p:txBody>
        </p:sp>
        <p:sp>
          <p:nvSpPr>
            <p:cNvPr id="16" name="TextBox 43"/>
            <p:cNvSpPr txBox="1"/>
            <p:nvPr/>
          </p:nvSpPr>
          <p:spPr>
            <a:xfrm>
              <a:off x="6633776" y="1519309"/>
              <a:ext cx="981508" cy="804367"/>
            </a:xfrm>
            <a:prstGeom prst="rect">
              <a:avLst/>
            </a:prstGeom>
            <a:noFill/>
          </p:spPr>
          <p:txBody>
            <a:bodyPr wrap="square" rtlCol="0">
              <a:spAutoFit/>
            </a:bodyPr>
            <a:lstStyle/>
            <a:p>
              <a:pPr defTabSz="1313731" fontAlgn="auto">
                <a:spcBef>
                  <a:spcPts val="0"/>
                </a:spcBef>
                <a:spcAft>
                  <a:spcPts val="0"/>
                </a:spcAft>
              </a:pPr>
              <a:r>
                <a:rPr lang="id-ID" sz="6750" dirty="0">
                  <a:solidFill>
                    <a:prstClr val="white"/>
                  </a:solidFill>
                  <a:latin typeface="微软雅黑" panose="020B0503020204020204" pitchFamily="34" charset="-122"/>
                  <a:ea typeface="微软雅黑" panose="020B0503020204020204" pitchFamily="34" charset="-122"/>
                </a:rPr>
                <a:t>03</a:t>
              </a:r>
              <a:endParaRPr lang="en-US" sz="6750" dirty="0">
                <a:solidFill>
                  <a:prstClr val="white"/>
                </a:solidFill>
                <a:latin typeface="微软雅黑" panose="020B0503020204020204" pitchFamily="34" charset="-122"/>
                <a:ea typeface="微软雅黑" panose="020B0503020204020204" pitchFamily="34" charset="-122"/>
              </a:endParaRPr>
            </a:p>
          </p:txBody>
        </p:sp>
      </p:grpSp>
      <p:sp>
        <p:nvSpPr>
          <p:cNvPr id="17" name="Content Placeholder 2"/>
          <p:cNvSpPr txBox="1">
            <a:spLocks/>
          </p:cNvSpPr>
          <p:nvPr/>
        </p:nvSpPr>
        <p:spPr>
          <a:xfrm>
            <a:off x="1668958" y="3642252"/>
            <a:ext cx="2906091" cy="1285003"/>
          </a:xfrm>
          <a:prstGeom prst="rect">
            <a:avLst/>
          </a:prstGeom>
        </p:spPr>
        <p:txBody>
          <a:bodyPr vert="horz" lIns="128580" tIns="64290" rIns="128580" bIns="6429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zh-CN" altLang="en-US" sz="1687" b="1" dirty="0">
                <a:solidFill>
                  <a:srgbClr val="FFFFFF"/>
                </a:solidFill>
                <a:latin typeface="微软雅黑" panose="020B0503020204020204" pitchFamily="34" charset="-122"/>
                <a:ea typeface="微软雅黑" panose="020B0503020204020204" pitchFamily="34" charset="-122"/>
              </a:rPr>
              <a:t>添加标题</a:t>
            </a:r>
            <a:endParaRPr lang="en-US" altLang="zh-CN" sz="1687" b="1" dirty="0">
              <a:solidFill>
                <a:srgbClr val="FFFFFF"/>
              </a:solidFill>
              <a:latin typeface="微软雅黑" panose="020B0503020204020204" pitchFamily="34" charset="-122"/>
              <a:ea typeface="微软雅黑" panose="020B0503020204020204" pitchFamily="34" charset="-122"/>
            </a:endParaRPr>
          </a:p>
          <a:p>
            <a:pPr marL="0" indent="0" algn="ctr" fontAlgn="auto">
              <a:spcAft>
                <a:spcPts val="0"/>
              </a:spcAft>
              <a:buNone/>
            </a:pPr>
            <a:r>
              <a:rPr lang="zh-CN" altLang="en-US" sz="1266" dirty="0">
                <a:solidFill>
                  <a:srgbClr val="FFFFFF"/>
                </a:solidFill>
                <a:latin typeface="微软雅黑" panose="020B0503020204020204" pitchFamily="34" charset="-122"/>
                <a:ea typeface="微软雅黑" panose="020B0503020204020204" pitchFamily="34" charset="-122"/>
              </a:rPr>
              <a:t>此处添加详细文本描述，建议与标题相关并符合整体语言风格，语言描述尽量简洁生动。</a:t>
            </a:r>
            <a:endParaRPr lang="en-US" sz="1266" dirty="0">
              <a:solidFill>
                <a:srgbClr val="FFFFFF"/>
              </a:solidFill>
              <a:latin typeface="微软雅黑" panose="020B0503020204020204" pitchFamily="34" charset="-122"/>
              <a:ea typeface="微软雅黑" panose="020B0503020204020204" pitchFamily="34" charset="-122"/>
            </a:endParaRPr>
          </a:p>
        </p:txBody>
      </p:sp>
      <p:sp>
        <p:nvSpPr>
          <p:cNvPr id="18" name="Content Placeholder 2"/>
          <p:cNvSpPr txBox="1">
            <a:spLocks/>
          </p:cNvSpPr>
          <p:nvPr/>
        </p:nvSpPr>
        <p:spPr>
          <a:xfrm>
            <a:off x="5086516" y="2064703"/>
            <a:ext cx="2906091" cy="1285003"/>
          </a:xfrm>
          <a:prstGeom prst="rect">
            <a:avLst/>
          </a:prstGeom>
        </p:spPr>
        <p:txBody>
          <a:bodyPr vert="horz" lIns="128580" tIns="64290" rIns="128580" bIns="6429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zh-CN" altLang="en-US" sz="1687" b="1" dirty="0">
                <a:solidFill>
                  <a:srgbClr val="FFFFFF"/>
                </a:solidFill>
                <a:latin typeface="微软雅黑" panose="020B0503020204020204" pitchFamily="34" charset="-122"/>
                <a:ea typeface="微软雅黑" panose="020B0503020204020204" pitchFamily="34" charset="-122"/>
              </a:rPr>
              <a:t>添加标题</a:t>
            </a:r>
            <a:endParaRPr lang="en-US" altLang="zh-CN" sz="1687" b="1" dirty="0">
              <a:solidFill>
                <a:srgbClr val="FFFFFF"/>
              </a:solidFill>
              <a:latin typeface="微软雅黑" panose="020B0503020204020204" pitchFamily="34" charset="-122"/>
              <a:ea typeface="微软雅黑" panose="020B0503020204020204" pitchFamily="34" charset="-122"/>
            </a:endParaRPr>
          </a:p>
          <a:p>
            <a:pPr marL="0" indent="0" algn="ctr" fontAlgn="auto">
              <a:spcAft>
                <a:spcPts val="0"/>
              </a:spcAft>
              <a:buNone/>
            </a:pPr>
            <a:r>
              <a:rPr lang="zh-CN" altLang="en-US" sz="1266" dirty="0">
                <a:solidFill>
                  <a:srgbClr val="FFFFFF"/>
                </a:solidFill>
                <a:latin typeface="微软雅黑" panose="020B0503020204020204" pitchFamily="34" charset="-122"/>
                <a:ea typeface="微软雅黑" panose="020B0503020204020204" pitchFamily="34" charset="-122"/>
              </a:rPr>
              <a:t>此处添加详细文本描述，建议与标题相关并符合整体语言风格，语言描述尽量简洁生动。</a:t>
            </a:r>
            <a:endParaRPr lang="en-US" sz="1266" dirty="0">
              <a:solidFill>
                <a:srgbClr val="FFFFFF"/>
              </a:solidFill>
              <a:latin typeface="微软雅黑" panose="020B0503020204020204" pitchFamily="34" charset="-122"/>
              <a:ea typeface="微软雅黑" panose="020B0503020204020204" pitchFamily="34" charset="-122"/>
            </a:endParaRPr>
          </a:p>
        </p:txBody>
      </p:sp>
      <p:sp>
        <p:nvSpPr>
          <p:cNvPr id="19" name="Content Placeholder 2"/>
          <p:cNvSpPr txBox="1">
            <a:spLocks/>
          </p:cNvSpPr>
          <p:nvPr/>
        </p:nvSpPr>
        <p:spPr>
          <a:xfrm>
            <a:off x="8372629" y="3642252"/>
            <a:ext cx="2906091" cy="1285003"/>
          </a:xfrm>
          <a:prstGeom prst="rect">
            <a:avLst/>
          </a:prstGeom>
        </p:spPr>
        <p:txBody>
          <a:bodyPr vert="horz" lIns="128580" tIns="64290" rIns="128580" bIns="6429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zh-CN" altLang="en-US" sz="1687" b="1" dirty="0">
                <a:solidFill>
                  <a:srgbClr val="FFFFFF"/>
                </a:solidFill>
                <a:latin typeface="微软雅黑" panose="020B0503020204020204" pitchFamily="34" charset="-122"/>
                <a:ea typeface="微软雅黑" panose="020B0503020204020204" pitchFamily="34" charset="-122"/>
              </a:rPr>
              <a:t>添加标题</a:t>
            </a:r>
            <a:endParaRPr lang="en-US" altLang="zh-CN" sz="1687" b="1" dirty="0">
              <a:solidFill>
                <a:srgbClr val="FFFFFF"/>
              </a:solidFill>
              <a:latin typeface="微软雅黑" panose="020B0503020204020204" pitchFamily="34" charset="-122"/>
              <a:ea typeface="微软雅黑" panose="020B0503020204020204" pitchFamily="34" charset="-122"/>
            </a:endParaRPr>
          </a:p>
          <a:p>
            <a:pPr marL="0" indent="0" algn="ctr" fontAlgn="auto">
              <a:spcAft>
                <a:spcPts val="0"/>
              </a:spcAft>
              <a:buNone/>
            </a:pPr>
            <a:r>
              <a:rPr lang="zh-CN" altLang="en-US" sz="1266" dirty="0">
                <a:solidFill>
                  <a:srgbClr val="FFFFFF"/>
                </a:solidFill>
                <a:latin typeface="微软雅黑" panose="020B0503020204020204" pitchFamily="34" charset="-122"/>
                <a:ea typeface="微软雅黑" panose="020B0503020204020204" pitchFamily="34" charset="-122"/>
              </a:rPr>
              <a:t>此处添加详细文本描述，建议与标题相关并符合整体语言风格，语言描述尽量简洁生动。</a:t>
            </a:r>
            <a:endParaRPr lang="en-US" sz="1266" dirty="0">
              <a:solidFill>
                <a:srgbClr val="FFFFFF"/>
              </a:solidFill>
              <a:latin typeface="微软雅黑" panose="020B0503020204020204" pitchFamily="34" charset="-122"/>
              <a:ea typeface="微软雅黑" panose="020B0503020204020204" pitchFamily="34" charset="-122"/>
            </a:endParaRPr>
          </a:p>
        </p:txBody>
      </p:sp>
      <p:sp>
        <p:nvSpPr>
          <p:cNvPr id="20" name="Content Placeholder 2"/>
          <p:cNvSpPr txBox="1">
            <a:spLocks/>
          </p:cNvSpPr>
          <p:nvPr/>
        </p:nvSpPr>
        <p:spPr>
          <a:xfrm>
            <a:off x="959616" y="5424855"/>
            <a:ext cx="11241334" cy="858768"/>
          </a:xfrm>
          <a:prstGeom prst="rect">
            <a:avLst/>
          </a:prstGeom>
        </p:spPr>
        <p:txBody>
          <a:bodyPr vert="horz" lIns="128604" tIns="64301" rIns="128604" bIns="6430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spcAft>
                <a:spcPts val="0"/>
              </a:spcAft>
              <a:buNone/>
            </a:pPr>
            <a:r>
              <a:rPr lang="zh-CN" altLang="en-US" sz="1687" dirty="0">
                <a:solidFill>
                  <a:srgbClr val="FFFFFF"/>
                </a:solidFill>
                <a:latin typeface="微软雅黑" panose="020B0503020204020204" pitchFamily="34" charset="-122"/>
                <a:ea typeface="微软雅黑" panose="020B0503020204020204" pitchFamily="34" charset="-122"/>
              </a:rPr>
              <a:t>此处添加详细文本描述，建议与标题相关并符合整体语言风格，语言描述尽量简洁生动。尽量将每页幻灯片的字数控制在</a:t>
            </a:r>
            <a:r>
              <a:rPr lang="en-US" altLang="zh-CN" sz="1687" dirty="0">
                <a:solidFill>
                  <a:srgbClr val="FFFFFF"/>
                </a:solidFill>
                <a:latin typeface="微软雅黑" panose="020B0503020204020204" pitchFamily="34" charset="-122"/>
                <a:ea typeface="微软雅黑" panose="020B0503020204020204" pitchFamily="34" charset="-122"/>
              </a:rPr>
              <a:t>200</a:t>
            </a:r>
            <a:r>
              <a:rPr lang="zh-CN" altLang="en-US" sz="1687" dirty="0">
                <a:solidFill>
                  <a:srgbClr val="FFFFFF"/>
                </a:solidFill>
                <a:latin typeface="微软雅黑" panose="020B0503020204020204" pitchFamily="34" charset="-122"/>
                <a:ea typeface="微软雅黑" panose="020B0503020204020204" pitchFamily="34" charset="-122"/>
              </a:rPr>
              <a:t>字以内，据统计每页幻灯片的最好控制在</a:t>
            </a:r>
            <a:r>
              <a:rPr lang="en-US" altLang="zh-CN" sz="1687" dirty="0">
                <a:solidFill>
                  <a:srgbClr val="FFFFFF"/>
                </a:solidFill>
                <a:latin typeface="微软雅黑" panose="020B0503020204020204" pitchFamily="34" charset="-122"/>
                <a:ea typeface="微软雅黑" panose="020B0503020204020204" pitchFamily="34" charset="-122"/>
              </a:rPr>
              <a:t>5</a:t>
            </a:r>
            <a:r>
              <a:rPr lang="zh-CN" altLang="en-US" sz="1687" dirty="0">
                <a:solidFill>
                  <a:srgbClr val="FFFFFF"/>
                </a:solidFill>
                <a:latin typeface="微软雅黑" panose="020B0503020204020204" pitchFamily="34" charset="-122"/>
                <a:ea typeface="微软雅黑" panose="020B0503020204020204" pitchFamily="34" charset="-122"/>
              </a:rPr>
              <a:t>分钟之内。</a:t>
            </a:r>
          </a:p>
        </p:txBody>
      </p:sp>
    </p:spTree>
    <p:extLst>
      <p:ext uri="{BB962C8B-B14F-4D97-AF65-F5344CB8AC3E}">
        <p14:creationId xmlns:p14="http://schemas.microsoft.com/office/powerpoint/2010/main" val="3854326371"/>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42"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1000"/>
                                        <p:tgtEl>
                                          <p:spTgt spid="8"/>
                                        </p:tgtEl>
                                      </p:cBhvr>
                                    </p:animEffect>
                                    <p:anim calcmode="lin" valueType="num">
                                      <p:cBhvr>
                                        <p:cTn id="17" dur="1000" fill="hold"/>
                                        <p:tgtEl>
                                          <p:spTgt spid="8"/>
                                        </p:tgtEl>
                                        <p:attrNameLst>
                                          <p:attrName>ppt_x</p:attrName>
                                        </p:attrNameLst>
                                      </p:cBhvr>
                                      <p:tavLst>
                                        <p:tav tm="0">
                                          <p:val>
                                            <p:strVal val="#ppt_x"/>
                                          </p:val>
                                        </p:tav>
                                        <p:tav tm="100000">
                                          <p:val>
                                            <p:strVal val="#ppt_x"/>
                                          </p:val>
                                        </p:tav>
                                      </p:tavLst>
                                    </p:anim>
                                    <p:anim calcmode="lin" valueType="num">
                                      <p:cBhvr>
                                        <p:cTn id="18" dur="1000" fill="hold"/>
                                        <p:tgtEl>
                                          <p:spTgt spid="8"/>
                                        </p:tgtEl>
                                        <p:attrNameLst>
                                          <p:attrName>ppt_y</p:attrName>
                                        </p:attrNameLst>
                                      </p:cBhvr>
                                      <p:tavLst>
                                        <p:tav tm="0">
                                          <p:val>
                                            <p:strVal val="#ppt_y+.1"/>
                                          </p:val>
                                        </p:tav>
                                        <p:tav tm="100000">
                                          <p:val>
                                            <p:strVal val="#ppt_y"/>
                                          </p:val>
                                        </p:tav>
                                      </p:tavLst>
                                    </p:anim>
                                  </p:childTnLst>
                                </p:cTn>
                              </p:par>
                              <p:par>
                                <p:cTn id="19" presetID="47"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1000"/>
                                        <p:tgtEl>
                                          <p:spTgt spid="17"/>
                                        </p:tgtEl>
                                      </p:cBhvr>
                                    </p:animEffect>
                                    <p:anim calcmode="lin" valueType="num">
                                      <p:cBhvr>
                                        <p:cTn id="22" dur="1000" fill="hold"/>
                                        <p:tgtEl>
                                          <p:spTgt spid="17"/>
                                        </p:tgtEl>
                                        <p:attrNameLst>
                                          <p:attrName>ppt_x</p:attrName>
                                        </p:attrNameLst>
                                      </p:cBhvr>
                                      <p:tavLst>
                                        <p:tav tm="0">
                                          <p:val>
                                            <p:strVal val="#ppt_x"/>
                                          </p:val>
                                        </p:tav>
                                        <p:tav tm="100000">
                                          <p:val>
                                            <p:strVal val="#ppt_x"/>
                                          </p:val>
                                        </p:tav>
                                      </p:tavLst>
                                    </p:anim>
                                    <p:anim calcmode="lin" valueType="num">
                                      <p:cBhvr>
                                        <p:cTn id="23" dur="1000" fill="hold"/>
                                        <p:tgtEl>
                                          <p:spTgt spid="17"/>
                                        </p:tgtEl>
                                        <p:attrNameLst>
                                          <p:attrName>ppt_y</p:attrName>
                                        </p:attrNameLst>
                                      </p:cBhvr>
                                      <p:tavLst>
                                        <p:tav tm="0">
                                          <p:val>
                                            <p:strVal val="#ppt_y-.1"/>
                                          </p:val>
                                        </p:tav>
                                        <p:tav tm="100000">
                                          <p:val>
                                            <p:strVal val="#ppt_y"/>
                                          </p:val>
                                        </p:tav>
                                      </p:tavLst>
                                    </p:anim>
                                  </p:childTnLst>
                                </p:cTn>
                              </p:par>
                            </p:childTnLst>
                          </p:cTn>
                        </p:par>
                        <p:par>
                          <p:cTn id="24" fill="hold">
                            <p:stCondLst>
                              <p:cond delay="1000"/>
                            </p:stCondLst>
                            <p:childTnLst>
                              <p:par>
                                <p:cTn id="25" presetID="42"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1000"/>
                                        <p:tgtEl>
                                          <p:spTgt spid="18"/>
                                        </p:tgtEl>
                                      </p:cBhvr>
                                    </p:animEffect>
                                    <p:anim calcmode="lin" valueType="num">
                                      <p:cBhvr>
                                        <p:cTn id="28" dur="1000" fill="hold"/>
                                        <p:tgtEl>
                                          <p:spTgt spid="18"/>
                                        </p:tgtEl>
                                        <p:attrNameLst>
                                          <p:attrName>ppt_x</p:attrName>
                                        </p:attrNameLst>
                                      </p:cBhvr>
                                      <p:tavLst>
                                        <p:tav tm="0">
                                          <p:val>
                                            <p:strVal val="#ppt_x"/>
                                          </p:val>
                                        </p:tav>
                                        <p:tav tm="100000">
                                          <p:val>
                                            <p:strVal val="#ppt_x"/>
                                          </p:val>
                                        </p:tav>
                                      </p:tavLst>
                                    </p:anim>
                                    <p:anim calcmode="lin" valueType="num">
                                      <p:cBhvr>
                                        <p:cTn id="29" dur="1000" fill="hold"/>
                                        <p:tgtEl>
                                          <p:spTgt spid="18"/>
                                        </p:tgtEl>
                                        <p:attrNameLst>
                                          <p:attrName>ppt_y</p:attrName>
                                        </p:attrNameLst>
                                      </p:cBhvr>
                                      <p:tavLst>
                                        <p:tav tm="0">
                                          <p:val>
                                            <p:strVal val="#ppt_y+.1"/>
                                          </p:val>
                                        </p:tav>
                                        <p:tav tm="100000">
                                          <p:val>
                                            <p:strVal val="#ppt_y"/>
                                          </p:val>
                                        </p:tav>
                                      </p:tavLst>
                                    </p:anim>
                                  </p:childTnLst>
                                </p:cTn>
                              </p:par>
                              <p:par>
                                <p:cTn id="30" presetID="47" presetClass="entr" presetSubtype="0" fill="hold" nodeType="with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1000"/>
                                        <p:tgtEl>
                                          <p:spTgt spid="11"/>
                                        </p:tgtEl>
                                      </p:cBhvr>
                                    </p:animEffect>
                                    <p:anim calcmode="lin" valueType="num">
                                      <p:cBhvr>
                                        <p:cTn id="33" dur="1000" fill="hold"/>
                                        <p:tgtEl>
                                          <p:spTgt spid="11"/>
                                        </p:tgtEl>
                                        <p:attrNameLst>
                                          <p:attrName>ppt_x</p:attrName>
                                        </p:attrNameLst>
                                      </p:cBhvr>
                                      <p:tavLst>
                                        <p:tav tm="0">
                                          <p:val>
                                            <p:strVal val="#ppt_x"/>
                                          </p:val>
                                        </p:tav>
                                        <p:tav tm="100000">
                                          <p:val>
                                            <p:strVal val="#ppt_x"/>
                                          </p:val>
                                        </p:tav>
                                      </p:tavLst>
                                    </p:anim>
                                    <p:anim calcmode="lin" valueType="num">
                                      <p:cBhvr>
                                        <p:cTn id="34" dur="1000" fill="hold"/>
                                        <p:tgtEl>
                                          <p:spTgt spid="11"/>
                                        </p:tgtEl>
                                        <p:attrNameLst>
                                          <p:attrName>ppt_y</p:attrName>
                                        </p:attrNameLst>
                                      </p:cBhvr>
                                      <p:tavLst>
                                        <p:tav tm="0">
                                          <p:val>
                                            <p:strVal val="#ppt_y-.1"/>
                                          </p:val>
                                        </p:tav>
                                        <p:tav tm="100000">
                                          <p:val>
                                            <p:strVal val="#ppt_y"/>
                                          </p:val>
                                        </p:tav>
                                      </p:tavLst>
                                    </p:anim>
                                  </p:childTnLst>
                                </p:cTn>
                              </p:par>
                            </p:childTnLst>
                          </p:cTn>
                        </p:par>
                        <p:par>
                          <p:cTn id="35" fill="hold">
                            <p:stCondLst>
                              <p:cond delay="2000"/>
                            </p:stCondLst>
                            <p:childTnLst>
                              <p:par>
                                <p:cTn id="36" presetID="42" presetClass="entr" presetSubtype="0" fill="hold"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1000"/>
                                        <p:tgtEl>
                                          <p:spTgt spid="14"/>
                                        </p:tgtEl>
                                      </p:cBhvr>
                                    </p:animEffect>
                                    <p:anim calcmode="lin" valueType="num">
                                      <p:cBhvr>
                                        <p:cTn id="39" dur="1000" fill="hold"/>
                                        <p:tgtEl>
                                          <p:spTgt spid="14"/>
                                        </p:tgtEl>
                                        <p:attrNameLst>
                                          <p:attrName>ppt_x</p:attrName>
                                        </p:attrNameLst>
                                      </p:cBhvr>
                                      <p:tavLst>
                                        <p:tav tm="0">
                                          <p:val>
                                            <p:strVal val="#ppt_x"/>
                                          </p:val>
                                        </p:tav>
                                        <p:tav tm="100000">
                                          <p:val>
                                            <p:strVal val="#ppt_x"/>
                                          </p:val>
                                        </p:tav>
                                      </p:tavLst>
                                    </p:anim>
                                    <p:anim calcmode="lin" valueType="num">
                                      <p:cBhvr>
                                        <p:cTn id="40" dur="1000" fill="hold"/>
                                        <p:tgtEl>
                                          <p:spTgt spid="14"/>
                                        </p:tgtEl>
                                        <p:attrNameLst>
                                          <p:attrName>ppt_y</p:attrName>
                                        </p:attrNameLst>
                                      </p:cBhvr>
                                      <p:tavLst>
                                        <p:tav tm="0">
                                          <p:val>
                                            <p:strVal val="#ppt_y+.1"/>
                                          </p:val>
                                        </p:tav>
                                        <p:tav tm="100000">
                                          <p:val>
                                            <p:strVal val="#ppt_y"/>
                                          </p:val>
                                        </p:tav>
                                      </p:tavLst>
                                    </p:anim>
                                  </p:childTnLst>
                                </p:cTn>
                              </p:par>
                              <p:par>
                                <p:cTn id="41" presetID="47"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1000"/>
                                        <p:tgtEl>
                                          <p:spTgt spid="19"/>
                                        </p:tgtEl>
                                      </p:cBhvr>
                                    </p:animEffect>
                                    <p:anim calcmode="lin" valueType="num">
                                      <p:cBhvr>
                                        <p:cTn id="44" dur="1000" fill="hold"/>
                                        <p:tgtEl>
                                          <p:spTgt spid="19"/>
                                        </p:tgtEl>
                                        <p:attrNameLst>
                                          <p:attrName>ppt_x</p:attrName>
                                        </p:attrNameLst>
                                      </p:cBhvr>
                                      <p:tavLst>
                                        <p:tav tm="0">
                                          <p:val>
                                            <p:strVal val="#ppt_x"/>
                                          </p:val>
                                        </p:tav>
                                        <p:tav tm="100000">
                                          <p:val>
                                            <p:strVal val="#ppt_x"/>
                                          </p:val>
                                        </p:tav>
                                      </p:tavLst>
                                    </p:anim>
                                    <p:anim calcmode="lin" valueType="num">
                                      <p:cBhvr>
                                        <p:cTn id="45" dur="1000" fill="hold"/>
                                        <p:tgtEl>
                                          <p:spTgt spid="19"/>
                                        </p:tgtEl>
                                        <p:attrNameLst>
                                          <p:attrName>ppt_y</p:attrName>
                                        </p:attrNameLst>
                                      </p:cBhvr>
                                      <p:tavLst>
                                        <p:tav tm="0">
                                          <p:val>
                                            <p:strVal val="#ppt_y-.1"/>
                                          </p:val>
                                        </p:tav>
                                        <p:tav tm="100000">
                                          <p:val>
                                            <p:strVal val="#ppt_y"/>
                                          </p:val>
                                        </p:tav>
                                      </p:tavLst>
                                    </p:anim>
                                  </p:childTnLst>
                                </p:cTn>
                              </p:par>
                            </p:childTnLst>
                          </p:cTn>
                        </p:par>
                        <p:par>
                          <p:cTn id="46" fill="hold">
                            <p:stCondLst>
                              <p:cond delay="3000"/>
                            </p:stCondLst>
                            <p:childTnLst>
                              <p:par>
                                <p:cTn id="47" presetID="22" presetClass="entr" presetSubtype="8"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wipe(left)">
                                      <p:cBhvr>
                                        <p:cTn id="49" dur="14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p:bldP spid="18" grpId="0"/>
      <p:bldP spid="19" grpId="0"/>
      <p:bldP spid="20"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27"/>
          <p:cNvGrpSpPr>
            <a:grpSpLocks/>
          </p:cNvGrpSpPr>
          <p:nvPr/>
        </p:nvGrpSpPr>
        <p:grpSpPr bwMode="auto">
          <a:xfrm>
            <a:off x="-480963" y="-140564"/>
            <a:ext cx="962631" cy="898249"/>
            <a:chOff x="-10192639" y="-2912579"/>
            <a:chExt cx="11867819" cy="11075571"/>
          </a:xfrm>
        </p:grpSpPr>
        <p:sp>
          <p:nvSpPr>
            <p:cNvPr id="5" name="任意多边形 4"/>
            <p:cNvSpPr/>
            <p:nvPr/>
          </p:nvSpPr>
          <p:spPr>
            <a:xfrm rot="3600000">
              <a:off x="-9703588" y="-3401630"/>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FEFDC0">
                <a:alpha val="7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sp>
          <p:nvSpPr>
            <p:cNvPr id="6" name="任意多边形 5"/>
            <p:cNvSpPr/>
            <p:nvPr/>
          </p:nvSpPr>
          <p:spPr>
            <a:xfrm rot="3600000">
              <a:off x="-8982883" y="-2495072"/>
              <a:ext cx="10169013" cy="11147114"/>
            </a:xfrm>
            <a:custGeom>
              <a:avLst/>
              <a:gdLst>
                <a:gd name="connsiteX0" fmla="*/ 0 w 4462121"/>
                <a:gd name="connsiteY0" fmla="*/ 7728619 h 9532927"/>
                <a:gd name="connsiteX1" fmla="*/ 4462121 w 4462121"/>
                <a:gd name="connsiteY1" fmla="*/ 0 h 9532927"/>
                <a:gd name="connsiteX2" fmla="*/ 4462121 w 4462121"/>
                <a:gd name="connsiteY2" fmla="*/ 7217229 h 9532927"/>
                <a:gd name="connsiteX3" fmla="*/ 3125153 w 4462121"/>
                <a:gd name="connsiteY3" fmla="*/ 9532927 h 9532927"/>
                <a:gd name="connsiteX4" fmla="*/ 0 w 4462121"/>
                <a:gd name="connsiteY4" fmla="*/ 7728619 h 9532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121" h="9532927">
                  <a:moveTo>
                    <a:pt x="0" y="7728619"/>
                  </a:moveTo>
                  <a:lnTo>
                    <a:pt x="4462121" y="0"/>
                  </a:lnTo>
                  <a:lnTo>
                    <a:pt x="4462121" y="7217229"/>
                  </a:lnTo>
                  <a:lnTo>
                    <a:pt x="3125153" y="9532927"/>
                  </a:lnTo>
                  <a:lnTo>
                    <a:pt x="0" y="7728619"/>
                  </a:lnTo>
                  <a:close/>
                </a:path>
              </a:pathLst>
            </a:custGeom>
            <a:solidFill>
              <a:srgbClr val="B3296D">
                <a:alpha val="59000"/>
              </a:srgbClr>
            </a:solidFill>
            <a:ln>
              <a:solidFill>
                <a:srgbClr val="FFFDF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64372" fontAlgn="auto">
                <a:spcBef>
                  <a:spcPts val="0"/>
                </a:spcBef>
                <a:spcAft>
                  <a:spcPts val="0"/>
                </a:spcAft>
                <a:defRPr/>
              </a:pPr>
              <a:endParaRPr lang="zh-CN" altLang="en-US" sz="1898">
                <a:solidFill>
                  <a:prstClr val="white"/>
                </a:solidFill>
              </a:endParaRPr>
            </a:p>
          </p:txBody>
        </p:sp>
      </p:grpSp>
      <p:sp>
        <p:nvSpPr>
          <p:cNvPr id="7" name="文本框 6"/>
          <p:cNvSpPr txBox="1"/>
          <p:nvPr/>
        </p:nvSpPr>
        <p:spPr>
          <a:xfrm>
            <a:off x="755651" y="271799"/>
            <a:ext cx="2769425" cy="438582"/>
          </a:xfrm>
          <a:prstGeom prst="rect">
            <a:avLst/>
          </a:prstGeom>
          <a:noFill/>
        </p:spPr>
        <p:txBody>
          <a:bodyPr wrap="square" rtlCol="0">
            <a:spAutoFit/>
          </a:bodyPr>
          <a:lstStyle/>
          <a:p>
            <a:pPr defTabSz="964372" fontAlgn="auto">
              <a:spcBef>
                <a:spcPts val="0"/>
              </a:spcBef>
              <a:spcAft>
                <a:spcPts val="0"/>
              </a:spcAft>
            </a:pPr>
            <a:r>
              <a:rPr lang="zh-CN" altLang="en-US" sz="2250" dirty="0">
                <a:solidFill>
                  <a:prstClr val="white"/>
                </a:solidFill>
                <a:latin typeface="微软雅黑" panose="020B0503020204020204" pitchFamily="34" charset="-122"/>
                <a:ea typeface="微软雅黑" panose="020B0503020204020204" pitchFamily="34" charset="-122"/>
              </a:rPr>
              <a:t>单击添加标题</a:t>
            </a:r>
          </a:p>
        </p:txBody>
      </p:sp>
      <p:sp>
        <p:nvSpPr>
          <p:cNvPr id="8" name="Teardrop 7"/>
          <p:cNvSpPr/>
          <p:nvPr/>
        </p:nvSpPr>
        <p:spPr>
          <a:xfrm rot="16200000">
            <a:off x="3369110" y="3777257"/>
            <a:ext cx="2062437" cy="2062438"/>
          </a:xfrm>
          <a:prstGeom prst="teardrop">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 lIns="37967" tIns="37967" rIns="113900" bIns="48218" rtlCol="0" anchor="ctr"/>
          <a:lstStyle/>
          <a:p>
            <a:pPr algn="ctr" defTabSz="964372" fontAlgn="auto">
              <a:spcBef>
                <a:spcPts val="0"/>
              </a:spcBef>
              <a:spcAft>
                <a:spcPts val="0"/>
              </a:spcAft>
            </a:pPr>
            <a:endParaRPr lang="th-TH" sz="3797" dirty="0">
              <a:solidFill>
                <a:prstClr val="white"/>
              </a:solidFill>
            </a:endParaRPr>
          </a:p>
        </p:txBody>
      </p:sp>
      <p:sp>
        <p:nvSpPr>
          <p:cNvPr id="9" name="Teardrop 10"/>
          <p:cNvSpPr/>
          <p:nvPr/>
        </p:nvSpPr>
        <p:spPr>
          <a:xfrm rot="10800000">
            <a:off x="3369109" y="2237070"/>
            <a:ext cx="1467528" cy="1467528"/>
          </a:xfrm>
          <a:prstGeom prst="teardrop">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96435" tIns="37967" rIns="37967" bIns="48218" rtlCol="0" anchor="ctr"/>
          <a:lstStyle/>
          <a:p>
            <a:pPr algn="ctr" defTabSz="964372" fontAlgn="auto">
              <a:spcBef>
                <a:spcPts val="0"/>
              </a:spcBef>
              <a:spcAft>
                <a:spcPts val="0"/>
              </a:spcAft>
            </a:pPr>
            <a:endParaRPr lang="th-TH" sz="4219" dirty="0">
              <a:solidFill>
                <a:prstClr val="white"/>
              </a:solidFill>
            </a:endParaRPr>
          </a:p>
        </p:txBody>
      </p:sp>
      <p:sp>
        <p:nvSpPr>
          <p:cNvPr id="10" name="Teardrop 6"/>
          <p:cNvSpPr/>
          <p:nvPr/>
        </p:nvSpPr>
        <p:spPr>
          <a:xfrm>
            <a:off x="1829884" y="3777257"/>
            <a:ext cx="1467528" cy="1467528"/>
          </a:xfrm>
          <a:prstGeom prst="teardrop">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6435" tIns="75933" rIns="113900" bIns="48218" rtlCol="0" anchor="ctr"/>
          <a:lstStyle/>
          <a:p>
            <a:pPr algn="ctr" defTabSz="964372" fontAlgn="auto">
              <a:spcBef>
                <a:spcPts val="0"/>
              </a:spcBef>
              <a:spcAft>
                <a:spcPts val="0"/>
              </a:spcAft>
            </a:pPr>
            <a:endParaRPr lang="th-TH" sz="3797" dirty="0">
              <a:solidFill>
                <a:prstClr val="white"/>
              </a:solidFill>
            </a:endParaRPr>
          </a:p>
        </p:txBody>
      </p:sp>
      <p:sp>
        <p:nvSpPr>
          <p:cNvPr id="11" name="Teardrop 8"/>
          <p:cNvSpPr/>
          <p:nvPr/>
        </p:nvSpPr>
        <p:spPr>
          <a:xfrm rot="5400000">
            <a:off x="1821911" y="2251873"/>
            <a:ext cx="1467528" cy="1467528"/>
          </a:xfrm>
          <a:prstGeom prst="teardrop">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113900" tIns="37967" rIns="0" bIns="48218" rtlCol="0" anchor="ctr"/>
          <a:lstStyle/>
          <a:p>
            <a:pPr algn="ctr" defTabSz="964372" fontAlgn="auto">
              <a:spcBef>
                <a:spcPts val="0"/>
              </a:spcBef>
              <a:spcAft>
                <a:spcPts val="0"/>
              </a:spcAft>
            </a:pPr>
            <a:endParaRPr lang="th-TH" sz="3797" dirty="0">
              <a:solidFill>
                <a:prstClr val="white"/>
              </a:solidFill>
            </a:endParaRPr>
          </a:p>
        </p:txBody>
      </p:sp>
      <p:sp>
        <p:nvSpPr>
          <p:cNvPr id="12" name="Freeform 52"/>
          <p:cNvSpPr>
            <a:spLocks noEditPoints="1"/>
          </p:cNvSpPr>
          <p:nvPr/>
        </p:nvSpPr>
        <p:spPr bwMode="auto">
          <a:xfrm>
            <a:off x="2262171" y="4148434"/>
            <a:ext cx="602951" cy="648689"/>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en-US" sz="1898">
              <a:solidFill>
                <a:prstClr val="black"/>
              </a:solidFill>
              <a:latin typeface="Calibri" panose="020F0502020204030204"/>
              <a:ea typeface="+mn-ea"/>
            </a:endParaRPr>
          </a:p>
        </p:txBody>
      </p:sp>
      <p:sp>
        <p:nvSpPr>
          <p:cNvPr id="13" name="Freeform 42"/>
          <p:cNvSpPr>
            <a:spLocks noEditPoints="1"/>
          </p:cNvSpPr>
          <p:nvPr/>
        </p:nvSpPr>
        <p:spPr bwMode="auto">
          <a:xfrm>
            <a:off x="4071824" y="4472779"/>
            <a:ext cx="657008" cy="565525"/>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en-US" sz="1898">
              <a:solidFill>
                <a:prstClr val="black"/>
              </a:solidFill>
              <a:latin typeface="Calibri" panose="020F0502020204030204"/>
              <a:ea typeface="+mn-ea"/>
            </a:endParaRPr>
          </a:p>
        </p:txBody>
      </p:sp>
      <p:sp>
        <p:nvSpPr>
          <p:cNvPr id="14" name="Freeform 178"/>
          <p:cNvSpPr>
            <a:spLocks noEditPoints="1"/>
          </p:cNvSpPr>
          <p:nvPr/>
        </p:nvSpPr>
        <p:spPr bwMode="auto">
          <a:xfrm>
            <a:off x="3774368" y="2738218"/>
            <a:ext cx="657008" cy="494835"/>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en-US" sz="1898">
              <a:solidFill>
                <a:prstClr val="black"/>
              </a:solidFill>
              <a:latin typeface="Calibri" panose="020F0502020204030204"/>
              <a:ea typeface="+mn-ea"/>
            </a:endParaRPr>
          </a:p>
        </p:txBody>
      </p:sp>
      <p:sp>
        <p:nvSpPr>
          <p:cNvPr id="15" name="Freeform 86"/>
          <p:cNvSpPr>
            <a:spLocks noEditPoints="1"/>
          </p:cNvSpPr>
          <p:nvPr/>
        </p:nvSpPr>
        <p:spPr bwMode="auto">
          <a:xfrm>
            <a:off x="2338681" y="2637741"/>
            <a:ext cx="449930" cy="757020"/>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96435" tIns="48218" rIns="96435" bIns="48218" numCol="1" anchor="t" anchorCtr="0" compatLnSpc="1">
            <a:prstTxWarp prst="textNoShape">
              <a:avLst/>
            </a:prstTxWarp>
          </a:bodyPr>
          <a:lstStyle/>
          <a:p>
            <a:pPr defTabSz="964372" fontAlgn="auto">
              <a:spcBef>
                <a:spcPts val="0"/>
              </a:spcBef>
              <a:spcAft>
                <a:spcPts val="0"/>
              </a:spcAft>
            </a:pPr>
            <a:endParaRPr lang="en-US" sz="1898">
              <a:solidFill>
                <a:prstClr val="black"/>
              </a:solidFill>
              <a:latin typeface="Calibri" panose="020F0502020204030204"/>
              <a:ea typeface="+mn-ea"/>
            </a:endParaRPr>
          </a:p>
        </p:txBody>
      </p:sp>
      <p:grpSp>
        <p:nvGrpSpPr>
          <p:cNvPr id="16" name="组合 15"/>
          <p:cNvGrpSpPr/>
          <p:nvPr/>
        </p:nvGrpSpPr>
        <p:grpSpPr>
          <a:xfrm>
            <a:off x="6504283" y="2251872"/>
            <a:ext cx="2189886" cy="1516736"/>
            <a:chOff x="6167028" y="2135225"/>
            <a:chExt cx="2076450" cy="1438168"/>
          </a:xfrm>
        </p:grpSpPr>
        <p:sp>
          <p:nvSpPr>
            <p:cNvPr id="17" name="Rounded Rectangle 72"/>
            <p:cNvSpPr/>
            <p:nvPr/>
          </p:nvSpPr>
          <p:spPr>
            <a:xfrm>
              <a:off x="6167028" y="2167575"/>
              <a:ext cx="1712307" cy="333530"/>
            </a:xfrm>
            <a:prstGeom prst="roundRect">
              <a:avLst>
                <a:gd name="adj" fmla="val 2111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US" sz="1898" dirty="0">
                <a:solidFill>
                  <a:prstClr val="white"/>
                </a:solidFill>
              </a:endParaRPr>
            </a:p>
          </p:txBody>
        </p:sp>
        <p:sp>
          <p:nvSpPr>
            <p:cNvPr id="18" name="文本框 17"/>
            <p:cNvSpPr txBox="1"/>
            <p:nvPr/>
          </p:nvSpPr>
          <p:spPr>
            <a:xfrm>
              <a:off x="6253049" y="2135225"/>
              <a:ext cx="1540264" cy="395313"/>
            </a:xfrm>
            <a:prstGeom prst="rect">
              <a:avLst/>
            </a:prstGeom>
            <a:noFill/>
          </p:spPr>
          <p:txBody>
            <a:bodyPr wrap="square"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19" name="文本框 18"/>
            <p:cNvSpPr txBox="1"/>
            <p:nvPr/>
          </p:nvSpPr>
          <p:spPr>
            <a:xfrm>
              <a:off x="6167028" y="2525710"/>
              <a:ext cx="2076450" cy="1047683"/>
            </a:xfrm>
            <a:prstGeom prst="rect">
              <a:avLst/>
            </a:prstGeom>
            <a:noFill/>
          </p:spPr>
          <p:txBody>
            <a:bodyPr wrap="square" rtlCol="0">
              <a:spAutoFit/>
            </a:bodyPr>
            <a:lstStyle/>
            <a:p>
              <a:pPr defTabSz="964372" fontAlgn="auto">
                <a:lnSpc>
                  <a:spcPct val="13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请在此添加相关文字内容请在此添加相关文字内容</a:t>
              </a:r>
            </a:p>
          </p:txBody>
        </p:sp>
      </p:grpSp>
      <p:grpSp>
        <p:nvGrpSpPr>
          <p:cNvPr id="20" name="组合 19"/>
          <p:cNvGrpSpPr/>
          <p:nvPr/>
        </p:nvGrpSpPr>
        <p:grpSpPr>
          <a:xfrm>
            <a:off x="9196436" y="2251872"/>
            <a:ext cx="2189886" cy="1516736"/>
            <a:chOff x="8719728" y="2135225"/>
            <a:chExt cx="2076450" cy="1438168"/>
          </a:xfrm>
        </p:grpSpPr>
        <p:sp>
          <p:nvSpPr>
            <p:cNvPr id="21" name="Rounded Rectangle 72"/>
            <p:cNvSpPr/>
            <p:nvPr/>
          </p:nvSpPr>
          <p:spPr>
            <a:xfrm>
              <a:off x="8786403" y="2167575"/>
              <a:ext cx="1712307" cy="333530"/>
            </a:xfrm>
            <a:prstGeom prst="roundRect">
              <a:avLst>
                <a:gd name="adj" fmla="val 2111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US" sz="1898" dirty="0">
                <a:solidFill>
                  <a:prstClr val="white"/>
                </a:solidFill>
              </a:endParaRPr>
            </a:p>
          </p:txBody>
        </p:sp>
        <p:sp>
          <p:nvSpPr>
            <p:cNvPr id="22" name="文本框 21"/>
            <p:cNvSpPr txBox="1"/>
            <p:nvPr/>
          </p:nvSpPr>
          <p:spPr>
            <a:xfrm>
              <a:off x="8872424" y="2135225"/>
              <a:ext cx="1540264" cy="395313"/>
            </a:xfrm>
            <a:prstGeom prst="rect">
              <a:avLst/>
            </a:prstGeom>
            <a:noFill/>
          </p:spPr>
          <p:txBody>
            <a:bodyPr wrap="square"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23" name="文本框 22"/>
            <p:cNvSpPr txBox="1"/>
            <p:nvPr/>
          </p:nvSpPr>
          <p:spPr>
            <a:xfrm>
              <a:off x="8719728" y="2525710"/>
              <a:ext cx="2076450" cy="1047683"/>
            </a:xfrm>
            <a:prstGeom prst="rect">
              <a:avLst/>
            </a:prstGeom>
            <a:noFill/>
          </p:spPr>
          <p:txBody>
            <a:bodyPr wrap="square" rtlCol="0">
              <a:spAutoFit/>
            </a:bodyPr>
            <a:lstStyle/>
            <a:p>
              <a:pPr defTabSz="964372" fontAlgn="auto">
                <a:lnSpc>
                  <a:spcPct val="13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请在此添加相关文字内容请在此添加相关文字内容</a:t>
              </a:r>
            </a:p>
          </p:txBody>
        </p:sp>
      </p:grpSp>
      <p:grpSp>
        <p:nvGrpSpPr>
          <p:cNvPr id="24" name="组合 23"/>
          <p:cNvGrpSpPr/>
          <p:nvPr/>
        </p:nvGrpSpPr>
        <p:grpSpPr>
          <a:xfrm>
            <a:off x="6504283" y="4148439"/>
            <a:ext cx="2189886" cy="1516736"/>
            <a:chOff x="6167028" y="3933546"/>
            <a:chExt cx="2076450" cy="1438168"/>
          </a:xfrm>
        </p:grpSpPr>
        <p:sp>
          <p:nvSpPr>
            <p:cNvPr id="25" name="Rounded Rectangle 72"/>
            <p:cNvSpPr/>
            <p:nvPr/>
          </p:nvSpPr>
          <p:spPr>
            <a:xfrm>
              <a:off x="6167028" y="3965896"/>
              <a:ext cx="1712307" cy="333530"/>
            </a:xfrm>
            <a:prstGeom prst="roundRect">
              <a:avLst>
                <a:gd name="adj" fmla="val 2111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US" sz="1898" dirty="0">
                <a:solidFill>
                  <a:prstClr val="white"/>
                </a:solidFill>
              </a:endParaRPr>
            </a:p>
          </p:txBody>
        </p:sp>
        <p:sp>
          <p:nvSpPr>
            <p:cNvPr id="26" name="文本框 25"/>
            <p:cNvSpPr txBox="1"/>
            <p:nvPr/>
          </p:nvSpPr>
          <p:spPr>
            <a:xfrm>
              <a:off x="6253049" y="3933546"/>
              <a:ext cx="1540264" cy="395313"/>
            </a:xfrm>
            <a:prstGeom prst="rect">
              <a:avLst/>
            </a:prstGeom>
            <a:noFill/>
          </p:spPr>
          <p:txBody>
            <a:bodyPr wrap="square"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27" name="文本框 26"/>
            <p:cNvSpPr txBox="1"/>
            <p:nvPr/>
          </p:nvSpPr>
          <p:spPr>
            <a:xfrm>
              <a:off x="6167028" y="4324031"/>
              <a:ext cx="2076450" cy="1047683"/>
            </a:xfrm>
            <a:prstGeom prst="rect">
              <a:avLst/>
            </a:prstGeom>
            <a:noFill/>
          </p:spPr>
          <p:txBody>
            <a:bodyPr wrap="square" rtlCol="0">
              <a:spAutoFit/>
            </a:bodyPr>
            <a:lstStyle/>
            <a:p>
              <a:pPr defTabSz="964372" fontAlgn="auto">
                <a:lnSpc>
                  <a:spcPct val="13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请在此添加相关文字内容请在此添加相关文字内容</a:t>
              </a:r>
            </a:p>
          </p:txBody>
        </p:sp>
      </p:grpSp>
      <p:grpSp>
        <p:nvGrpSpPr>
          <p:cNvPr id="28" name="组合 27"/>
          <p:cNvGrpSpPr/>
          <p:nvPr/>
        </p:nvGrpSpPr>
        <p:grpSpPr>
          <a:xfrm>
            <a:off x="9196436" y="4148439"/>
            <a:ext cx="2189886" cy="1516736"/>
            <a:chOff x="8719728" y="3933546"/>
            <a:chExt cx="2076450" cy="1438168"/>
          </a:xfrm>
        </p:grpSpPr>
        <p:sp>
          <p:nvSpPr>
            <p:cNvPr id="29" name="Rounded Rectangle 72"/>
            <p:cNvSpPr/>
            <p:nvPr/>
          </p:nvSpPr>
          <p:spPr>
            <a:xfrm>
              <a:off x="8786403" y="3965896"/>
              <a:ext cx="1712307" cy="333530"/>
            </a:xfrm>
            <a:prstGeom prst="roundRect">
              <a:avLst>
                <a:gd name="adj" fmla="val 2111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64372" fontAlgn="auto">
                <a:spcBef>
                  <a:spcPts val="0"/>
                </a:spcBef>
                <a:spcAft>
                  <a:spcPts val="0"/>
                </a:spcAft>
              </a:pPr>
              <a:endParaRPr lang="en-US" sz="1898" dirty="0">
                <a:solidFill>
                  <a:prstClr val="white"/>
                </a:solidFill>
              </a:endParaRPr>
            </a:p>
          </p:txBody>
        </p:sp>
        <p:sp>
          <p:nvSpPr>
            <p:cNvPr id="30" name="文本框 29"/>
            <p:cNvSpPr txBox="1"/>
            <p:nvPr/>
          </p:nvSpPr>
          <p:spPr>
            <a:xfrm>
              <a:off x="8872424" y="3933546"/>
              <a:ext cx="1540264" cy="395313"/>
            </a:xfrm>
            <a:prstGeom prst="rect">
              <a:avLst/>
            </a:prstGeom>
            <a:noFill/>
          </p:spPr>
          <p:txBody>
            <a:bodyPr wrap="square" rtlCol="0">
              <a:spAutoFit/>
            </a:bodyPr>
            <a:lstStyle/>
            <a:p>
              <a:pPr defTabSz="964372" fontAlgn="auto">
                <a:spcBef>
                  <a:spcPts val="0"/>
                </a:spcBef>
                <a:spcAft>
                  <a:spcPts val="0"/>
                </a:spcAft>
              </a:pPr>
              <a:r>
                <a:rPr lang="zh-CN" altLang="en-US" sz="2109" b="1" dirty="0">
                  <a:solidFill>
                    <a:prstClr val="white"/>
                  </a:solidFill>
                  <a:latin typeface="微软雅黑" panose="020B0503020204020204" pitchFamily="34" charset="-122"/>
                  <a:ea typeface="微软雅黑" panose="020B0503020204020204" pitchFamily="34" charset="-122"/>
                </a:rPr>
                <a:t>请输入标题</a:t>
              </a:r>
            </a:p>
          </p:txBody>
        </p:sp>
        <p:sp>
          <p:nvSpPr>
            <p:cNvPr id="31" name="文本框 30"/>
            <p:cNvSpPr txBox="1"/>
            <p:nvPr/>
          </p:nvSpPr>
          <p:spPr>
            <a:xfrm>
              <a:off x="8719728" y="4324031"/>
              <a:ext cx="2076450" cy="1047683"/>
            </a:xfrm>
            <a:prstGeom prst="rect">
              <a:avLst/>
            </a:prstGeom>
            <a:noFill/>
          </p:spPr>
          <p:txBody>
            <a:bodyPr wrap="square" rtlCol="0">
              <a:spAutoFit/>
            </a:bodyPr>
            <a:lstStyle/>
            <a:p>
              <a:pPr defTabSz="964372" fontAlgn="auto">
                <a:lnSpc>
                  <a:spcPct val="130000"/>
                </a:lnSpc>
                <a:spcBef>
                  <a:spcPts val="0"/>
                </a:spcBef>
                <a:spcAft>
                  <a:spcPts val="0"/>
                </a:spcAft>
              </a:pPr>
              <a:r>
                <a:rPr lang="zh-CN" altLang="en-US" sz="1687" dirty="0">
                  <a:solidFill>
                    <a:prstClr val="white"/>
                  </a:solidFill>
                  <a:latin typeface="微软雅黑" panose="020B0503020204020204" pitchFamily="34" charset="-122"/>
                  <a:ea typeface="微软雅黑" panose="020B0503020204020204" pitchFamily="34" charset="-122"/>
                </a:rPr>
                <a:t>请在此添加相关文字内容请在此添加相关文字内容</a:t>
              </a:r>
            </a:p>
          </p:txBody>
        </p:sp>
      </p:grpSp>
    </p:spTree>
    <p:extLst>
      <p:ext uri="{BB962C8B-B14F-4D97-AF65-F5344CB8AC3E}">
        <p14:creationId xmlns:p14="http://schemas.microsoft.com/office/powerpoint/2010/main" val="867563524"/>
      </p:ext>
    </p:extLst>
  </p:cSld>
  <p:clrMapOvr>
    <a:masterClrMapping/>
  </p:clrMapOvr>
  <mc:AlternateContent xmlns:mc="http://schemas.openxmlformats.org/markup-compatibility/2006" xmlns:p14="http://schemas.microsoft.com/office/powerpoint/2010/main">
    <mc:Choice Requires="p14">
      <p:transition spd="slow" p14:dur="1200" advTm="0">
        <p14:prism/>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42"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750"/>
                                        <p:tgtEl>
                                          <p:spTgt spid="8"/>
                                        </p:tgtEl>
                                      </p:cBhvr>
                                    </p:animEffect>
                                    <p:anim calcmode="lin" valueType="num">
                                      <p:cBhvr>
                                        <p:cTn id="17" dur="750" fill="hold"/>
                                        <p:tgtEl>
                                          <p:spTgt spid="8"/>
                                        </p:tgtEl>
                                        <p:attrNameLst>
                                          <p:attrName>ppt_x</p:attrName>
                                        </p:attrNameLst>
                                      </p:cBhvr>
                                      <p:tavLst>
                                        <p:tav tm="0">
                                          <p:val>
                                            <p:strVal val="#ppt_x"/>
                                          </p:val>
                                        </p:tav>
                                        <p:tav tm="100000">
                                          <p:val>
                                            <p:strVal val="#ppt_x"/>
                                          </p:val>
                                        </p:tav>
                                      </p:tavLst>
                                    </p:anim>
                                    <p:anim calcmode="lin" valueType="num">
                                      <p:cBhvr>
                                        <p:cTn id="18" dur="750" fill="hold"/>
                                        <p:tgtEl>
                                          <p:spTgt spid="8"/>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750"/>
                                        <p:tgtEl>
                                          <p:spTgt spid="13"/>
                                        </p:tgtEl>
                                      </p:cBhvr>
                                    </p:animEffect>
                                    <p:anim calcmode="lin" valueType="num">
                                      <p:cBhvr>
                                        <p:cTn id="22" dur="750" fill="hold"/>
                                        <p:tgtEl>
                                          <p:spTgt spid="13"/>
                                        </p:tgtEl>
                                        <p:attrNameLst>
                                          <p:attrName>ppt_x</p:attrName>
                                        </p:attrNameLst>
                                      </p:cBhvr>
                                      <p:tavLst>
                                        <p:tav tm="0">
                                          <p:val>
                                            <p:strVal val="#ppt_x"/>
                                          </p:val>
                                        </p:tav>
                                        <p:tav tm="100000">
                                          <p:val>
                                            <p:strVal val="#ppt_x"/>
                                          </p:val>
                                        </p:tav>
                                      </p:tavLst>
                                    </p:anim>
                                    <p:anim calcmode="lin" valueType="num">
                                      <p:cBhvr>
                                        <p:cTn id="23" dur="75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25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750"/>
                                        <p:tgtEl>
                                          <p:spTgt spid="9"/>
                                        </p:tgtEl>
                                      </p:cBhvr>
                                    </p:animEffect>
                                    <p:anim calcmode="lin" valueType="num">
                                      <p:cBhvr>
                                        <p:cTn id="27" dur="750" fill="hold"/>
                                        <p:tgtEl>
                                          <p:spTgt spid="9"/>
                                        </p:tgtEl>
                                        <p:attrNameLst>
                                          <p:attrName>ppt_x</p:attrName>
                                        </p:attrNameLst>
                                      </p:cBhvr>
                                      <p:tavLst>
                                        <p:tav tm="0">
                                          <p:val>
                                            <p:strVal val="#ppt_x"/>
                                          </p:val>
                                        </p:tav>
                                        <p:tav tm="100000">
                                          <p:val>
                                            <p:strVal val="#ppt_x"/>
                                          </p:val>
                                        </p:tav>
                                      </p:tavLst>
                                    </p:anim>
                                    <p:anim calcmode="lin" valueType="num">
                                      <p:cBhvr>
                                        <p:cTn id="28" dur="750" fill="hold"/>
                                        <p:tgtEl>
                                          <p:spTgt spid="9"/>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750"/>
                                        <p:tgtEl>
                                          <p:spTgt spid="14"/>
                                        </p:tgtEl>
                                      </p:cBhvr>
                                    </p:animEffect>
                                    <p:anim calcmode="lin" valueType="num">
                                      <p:cBhvr>
                                        <p:cTn id="32" dur="750" fill="hold"/>
                                        <p:tgtEl>
                                          <p:spTgt spid="14"/>
                                        </p:tgtEl>
                                        <p:attrNameLst>
                                          <p:attrName>ppt_x</p:attrName>
                                        </p:attrNameLst>
                                      </p:cBhvr>
                                      <p:tavLst>
                                        <p:tav tm="0">
                                          <p:val>
                                            <p:strVal val="#ppt_x"/>
                                          </p:val>
                                        </p:tav>
                                        <p:tav tm="100000">
                                          <p:val>
                                            <p:strVal val="#ppt_x"/>
                                          </p:val>
                                        </p:tav>
                                      </p:tavLst>
                                    </p:anim>
                                    <p:anim calcmode="lin" valueType="num">
                                      <p:cBhvr>
                                        <p:cTn id="33" dur="750" fill="hold"/>
                                        <p:tgtEl>
                                          <p:spTgt spid="14"/>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50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750"/>
                                        <p:tgtEl>
                                          <p:spTgt spid="11"/>
                                        </p:tgtEl>
                                      </p:cBhvr>
                                    </p:animEffect>
                                    <p:anim calcmode="lin" valueType="num">
                                      <p:cBhvr>
                                        <p:cTn id="37" dur="750" fill="hold"/>
                                        <p:tgtEl>
                                          <p:spTgt spid="11"/>
                                        </p:tgtEl>
                                        <p:attrNameLst>
                                          <p:attrName>ppt_x</p:attrName>
                                        </p:attrNameLst>
                                      </p:cBhvr>
                                      <p:tavLst>
                                        <p:tav tm="0">
                                          <p:val>
                                            <p:strVal val="#ppt_x"/>
                                          </p:val>
                                        </p:tav>
                                        <p:tav tm="100000">
                                          <p:val>
                                            <p:strVal val="#ppt_x"/>
                                          </p:val>
                                        </p:tav>
                                      </p:tavLst>
                                    </p:anim>
                                    <p:anim calcmode="lin" valueType="num">
                                      <p:cBhvr>
                                        <p:cTn id="38" dur="750" fill="hold"/>
                                        <p:tgtEl>
                                          <p:spTgt spid="11"/>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50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750"/>
                                        <p:tgtEl>
                                          <p:spTgt spid="15"/>
                                        </p:tgtEl>
                                      </p:cBhvr>
                                    </p:animEffect>
                                    <p:anim calcmode="lin" valueType="num">
                                      <p:cBhvr>
                                        <p:cTn id="42" dur="750" fill="hold"/>
                                        <p:tgtEl>
                                          <p:spTgt spid="15"/>
                                        </p:tgtEl>
                                        <p:attrNameLst>
                                          <p:attrName>ppt_x</p:attrName>
                                        </p:attrNameLst>
                                      </p:cBhvr>
                                      <p:tavLst>
                                        <p:tav tm="0">
                                          <p:val>
                                            <p:strVal val="#ppt_x"/>
                                          </p:val>
                                        </p:tav>
                                        <p:tav tm="100000">
                                          <p:val>
                                            <p:strVal val="#ppt_x"/>
                                          </p:val>
                                        </p:tav>
                                      </p:tavLst>
                                    </p:anim>
                                    <p:anim calcmode="lin" valueType="num">
                                      <p:cBhvr>
                                        <p:cTn id="43" dur="750" fill="hold"/>
                                        <p:tgtEl>
                                          <p:spTgt spid="15"/>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500"/>
                                  </p:stCondLst>
                                  <p:childTnLst>
                                    <p:set>
                                      <p:cBhvr>
                                        <p:cTn id="45" dur="1" fill="hold">
                                          <p:stCondLst>
                                            <p:cond delay="0"/>
                                          </p:stCondLst>
                                        </p:cTn>
                                        <p:tgtEl>
                                          <p:spTgt spid="10"/>
                                        </p:tgtEl>
                                        <p:attrNameLst>
                                          <p:attrName>style.visibility</p:attrName>
                                        </p:attrNameLst>
                                      </p:cBhvr>
                                      <p:to>
                                        <p:strVal val="visible"/>
                                      </p:to>
                                    </p:set>
                                    <p:animEffect transition="in" filter="fade">
                                      <p:cBhvr>
                                        <p:cTn id="46" dur="1000"/>
                                        <p:tgtEl>
                                          <p:spTgt spid="10"/>
                                        </p:tgtEl>
                                      </p:cBhvr>
                                    </p:animEffect>
                                    <p:anim calcmode="lin" valueType="num">
                                      <p:cBhvr>
                                        <p:cTn id="47" dur="1000" fill="hold"/>
                                        <p:tgtEl>
                                          <p:spTgt spid="10"/>
                                        </p:tgtEl>
                                        <p:attrNameLst>
                                          <p:attrName>ppt_x</p:attrName>
                                        </p:attrNameLst>
                                      </p:cBhvr>
                                      <p:tavLst>
                                        <p:tav tm="0">
                                          <p:val>
                                            <p:strVal val="#ppt_x"/>
                                          </p:val>
                                        </p:tav>
                                        <p:tav tm="100000">
                                          <p:val>
                                            <p:strVal val="#ppt_x"/>
                                          </p:val>
                                        </p:tav>
                                      </p:tavLst>
                                    </p:anim>
                                    <p:anim calcmode="lin" valueType="num">
                                      <p:cBhvr>
                                        <p:cTn id="48" dur="1000" fill="hold"/>
                                        <p:tgtEl>
                                          <p:spTgt spid="10"/>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50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2" presetClass="entr" presetSubtype="4" fill="hold" nodeType="withEffect">
                                  <p:stCondLst>
                                    <p:cond delay="1000"/>
                                  </p:stCondLst>
                                  <p:childTnLst>
                                    <p:set>
                                      <p:cBhvr>
                                        <p:cTn id="55" dur="1" fill="hold">
                                          <p:stCondLst>
                                            <p:cond delay="0"/>
                                          </p:stCondLst>
                                        </p:cTn>
                                        <p:tgtEl>
                                          <p:spTgt spid="16"/>
                                        </p:tgtEl>
                                        <p:attrNameLst>
                                          <p:attrName>style.visibility</p:attrName>
                                        </p:attrNameLst>
                                      </p:cBhvr>
                                      <p:to>
                                        <p:strVal val="visible"/>
                                      </p:to>
                                    </p:set>
                                    <p:anim calcmode="lin" valueType="num">
                                      <p:cBhvr additive="base">
                                        <p:cTn id="56" dur="500" fill="hold"/>
                                        <p:tgtEl>
                                          <p:spTgt spid="16"/>
                                        </p:tgtEl>
                                        <p:attrNameLst>
                                          <p:attrName>ppt_x</p:attrName>
                                        </p:attrNameLst>
                                      </p:cBhvr>
                                      <p:tavLst>
                                        <p:tav tm="0">
                                          <p:val>
                                            <p:strVal val="#ppt_x"/>
                                          </p:val>
                                        </p:tav>
                                        <p:tav tm="100000">
                                          <p:val>
                                            <p:strVal val="#ppt_x"/>
                                          </p:val>
                                        </p:tav>
                                      </p:tavLst>
                                    </p:anim>
                                    <p:anim calcmode="lin" valueType="num">
                                      <p:cBhvr additive="base">
                                        <p:cTn id="57" dur="500" fill="hold"/>
                                        <p:tgtEl>
                                          <p:spTgt spid="16"/>
                                        </p:tgtEl>
                                        <p:attrNameLst>
                                          <p:attrName>ppt_y</p:attrName>
                                        </p:attrNameLst>
                                      </p:cBhvr>
                                      <p:tavLst>
                                        <p:tav tm="0">
                                          <p:val>
                                            <p:strVal val="1+#ppt_h/2"/>
                                          </p:val>
                                        </p:tav>
                                        <p:tav tm="100000">
                                          <p:val>
                                            <p:strVal val="#ppt_y"/>
                                          </p:val>
                                        </p:tav>
                                      </p:tavLst>
                                    </p:anim>
                                  </p:childTnLst>
                                </p:cTn>
                              </p:par>
                              <p:par>
                                <p:cTn id="58" presetID="2" presetClass="entr" presetSubtype="4" fill="hold" nodeType="withEffect">
                                  <p:stCondLst>
                                    <p:cond delay="1000"/>
                                  </p:stCondLst>
                                  <p:childTnLst>
                                    <p:set>
                                      <p:cBhvr>
                                        <p:cTn id="59" dur="1" fill="hold">
                                          <p:stCondLst>
                                            <p:cond delay="0"/>
                                          </p:stCondLst>
                                        </p:cTn>
                                        <p:tgtEl>
                                          <p:spTgt spid="20"/>
                                        </p:tgtEl>
                                        <p:attrNameLst>
                                          <p:attrName>style.visibility</p:attrName>
                                        </p:attrNameLst>
                                      </p:cBhvr>
                                      <p:to>
                                        <p:strVal val="visible"/>
                                      </p:to>
                                    </p:set>
                                    <p:anim calcmode="lin" valueType="num">
                                      <p:cBhvr additive="base">
                                        <p:cTn id="60" dur="500" fill="hold"/>
                                        <p:tgtEl>
                                          <p:spTgt spid="20"/>
                                        </p:tgtEl>
                                        <p:attrNameLst>
                                          <p:attrName>ppt_x</p:attrName>
                                        </p:attrNameLst>
                                      </p:cBhvr>
                                      <p:tavLst>
                                        <p:tav tm="0">
                                          <p:val>
                                            <p:strVal val="#ppt_x"/>
                                          </p:val>
                                        </p:tav>
                                        <p:tav tm="100000">
                                          <p:val>
                                            <p:strVal val="#ppt_x"/>
                                          </p:val>
                                        </p:tav>
                                      </p:tavLst>
                                    </p:anim>
                                    <p:anim calcmode="lin" valueType="num">
                                      <p:cBhvr additive="base">
                                        <p:cTn id="61" dur="500" fill="hold"/>
                                        <p:tgtEl>
                                          <p:spTgt spid="20"/>
                                        </p:tgtEl>
                                        <p:attrNameLst>
                                          <p:attrName>ppt_y</p:attrName>
                                        </p:attrNameLst>
                                      </p:cBhvr>
                                      <p:tavLst>
                                        <p:tav tm="0">
                                          <p:val>
                                            <p:strVal val="1+#ppt_h/2"/>
                                          </p:val>
                                        </p:tav>
                                        <p:tav tm="100000">
                                          <p:val>
                                            <p:strVal val="#ppt_y"/>
                                          </p:val>
                                        </p:tav>
                                      </p:tavLst>
                                    </p:anim>
                                  </p:childTnLst>
                                </p:cTn>
                              </p:par>
                              <p:par>
                                <p:cTn id="62" presetID="2" presetClass="entr" presetSubtype="4" fill="hold" nodeType="withEffect">
                                  <p:stCondLst>
                                    <p:cond delay="1000"/>
                                  </p:stCondLst>
                                  <p:childTnLst>
                                    <p:set>
                                      <p:cBhvr>
                                        <p:cTn id="63" dur="1" fill="hold">
                                          <p:stCondLst>
                                            <p:cond delay="0"/>
                                          </p:stCondLst>
                                        </p:cTn>
                                        <p:tgtEl>
                                          <p:spTgt spid="24"/>
                                        </p:tgtEl>
                                        <p:attrNameLst>
                                          <p:attrName>style.visibility</p:attrName>
                                        </p:attrNameLst>
                                      </p:cBhvr>
                                      <p:to>
                                        <p:strVal val="visible"/>
                                      </p:to>
                                    </p:set>
                                    <p:anim calcmode="lin" valueType="num">
                                      <p:cBhvr additive="base">
                                        <p:cTn id="64" dur="500" fill="hold"/>
                                        <p:tgtEl>
                                          <p:spTgt spid="24"/>
                                        </p:tgtEl>
                                        <p:attrNameLst>
                                          <p:attrName>ppt_x</p:attrName>
                                        </p:attrNameLst>
                                      </p:cBhvr>
                                      <p:tavLst>
                                        <p:tav tm="0">
                                          <p:val>
                                            <p:strVal val="#ppt_x"/>
                                          </p:val>
                                        </p:tav>
                                        <p:tav tm="100000">
                                          <p:val>
                                            <p:strVal val="#ppt_x"/>
                                          </p:val>
                                        </p:tav>
                                      </p:tavLst>
                                    </p:anim>
                                    <p:anim calcmode="lin" valueType="num">
                                      <p:cBhvr additive="base">
                                        <p:cTn id="65" dur="500" fill="hold"/>
                                        <p:tgtEl>
                                          <p:spTgt spid="24"/>
                                        </p:tgtEl>
                                        <p:attrNameLst>
                                          <p:attrName>ppt_y</p:attrName>
                                        </p:attrNameLst>
                                      </p:cBhvr>
                                      <p:tavLst>
                                        <p:tav tm="0">
                                          <p:val>
                                            <p:strVal val="1+#ppt_h/2"/>
                                          </p:val>
                                        </p:tav>
                                        <p:tav tm="100000">
                                          <p:val>
                                            <p:strVal val="#ppt_y"/>
                                          </p:val>
                                        </p:tav>
                                      </p:tavLst>
                                    </p:anim>
                                  </p:childTnLst>
                                </p:cTn>
                              </p:par>
                              <p:par>
                                <p:cTn id="66" presetID="2" presetClass="entr" presetSubtype="4" fill="hold" nodeType="withEffect">
                                  <p:stCondLst>
                                    <p:cond delay="1000"/>
                                  </p:stCondLst>
                                  <p:childTnLst>
                                    <p:set>
                                      <p:cBhvr>
                                        <p:cTn id="67" dur="1" fill="hold">
                                          <p:stCondLst>
                                            <p:cond delay="0"/>
                                          </p:stCondLst>
                                        </p:cTn>
                                        <p:tgtEl>
                                          <p:spTgt spid="28"/>
                                        </p:tgtEl>
                                        <p:attrNameLst>
                                          <p:attrName>style.visibility</p:attrName>
                                        </p:attrNameLst>
                                      </p:cBhvr>
                                      <p:to>
                                        <p:strVal val="visible"/>
                                      </p:to>
                                    </p:set>
                                    <p:anim calcmode="lin" valueType="num">
                                      <p:cBhvr additive="base">
                                        <p:cTn id="68" dur="500" fill="hold"/>
                                        <p:tgtEl>
                                          <p:spTgt spid="28"/>
                                        </p:tgtEl>
                                        <p:attrNameLst>
                                          <p:attrName>ppt_x</p:attrName>
                                        </p:attrNameLst>
                                      </p:cBhvr>
                                      <p:tavLst>
                                        <p:tav tm="0">
                                          <p:val>
                                            <p:strVal val="#ppt_x"/>
                                          </p:val>
                                        </p:tav>
                                        <p:tav tm="100000">
                                          <p:val>
                                            <p:strVal val="#ppt_x"/>
                                          </p:val>
                                        </p:tav>
                                      </p:tavLst>
                                    </p:anim>
                                    <p:anim calcmode="lin" valueType="num">
                                      <p:cBhvr additive="base">
                                        <p:cTn id="69"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animBg="1"/>
      <p:bldP spid="11" grpId="0" animBg="1"/>
      <p:bldP spid="12" grpId="0" animBg="1"/>
      <p:bldP spid="13" grpId="0" animBg="1"/>
      <p:bldP spid="14" grpId="0" animBg="1"/>
      <p:bldP spid="1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组合 36"/>
          <p:cNvGrpSpPr/>
          <p:nvPr/>
        </p:nvGrpSpPr>
        <p:grpSpPr>
          <a:xfrm>
            <a:off x="-37317" y="1990607"/>
            <a:ext cx="4434189" cy="5175051"/>
            <a:chOff x="-36513" y="1887493"/>
            <a:chExt cx="4204499" cy="4906984"/>
          </a:xfrm>
        </p:grpSpPr>
        <p:sp>
          <p:nvSpPr>
            <p:cNvPr id="6" name="Line 29"/>
            <p:cNvSpPr>
              <a:spLocks noChangeShapeType="1"/>
            </p:cNvSpPr>
            <p:nvPr/>
          </p:nvSpPr>
          <p:spPr bwMode="gray">
            <a:xfrm flipH="1">
              <a:off x="2814" y="6365566"/>
              <a:ext cx="3036678" cy="246217"/>
            </a:xfrm>
            <a:prstGeom prst="line">
              <a:avLst/>
            </a:prstGeom>
            <a:noFill/>
            <a:ln w="9525">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7" name="Line 30"/>
            <p:cNvSpPr>
              <a:spLocks noChangeShapeType="1"/>
            </p:cNvSpPr>
            <p:nvPr/>
          </p:nvSpPr>
          <p:spPr bwMode="gray">
            <a:xfrm flipH="1">
              <a:off x="2814" y="3739251"/>
              <a:ext cx="656579" cy="2872533"/>
            </a:xfrm>
            <a:prstGeom prst="line">
              <a:avLst/>
            </a:prstGeom>
            <a:noFill/>
            <a:ln w="9525">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1" name="Line 34"/>
            <p:cNvSpPr>
              <a:spLocks noChangeShapeType="1"/>
            </p:cNvSpPr>
            <p:nvPr/>
          </p:nvSpPr>
          <p:spPr bwMode="gray">
            <a:xfrm flipH="1">
              <a:off x="2814" y="3511842"/>
              <a:ext cx="1793624" cy="3099940"/>
            </a:xfrm>
            <a:prstGeom prst="line">
              <a:avLst/>
            </a:prstGeom>
            <a:noFill/>
            <a:ln w="9525">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2" name="Line 35"/>
            <p:cNvSpPr>
              <a:spLocks noChangeShapeType="1"/>
            </p:cNvSpPr>
            <p:nvPr/>
          </p:nvSpPr>
          <p:spPr bwMode="gray">
            <a:xfrm flipH="1">
              <a:off x="2814" y="5375568"/>
              <a:ext cx="3118750" cy="1236215"/>
            </a:xfrm>
            <a:prstGeom prst="line">
              <a:avLst/>
            </a:prstGeom>
            <a:noFill/>
            <a:ln w="9525">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3" name="Line 36"/>
            <p:cNvSpPr>
              <a:spLocks noChangeShapeType="1"/>
            </p:cNvSpPr>
            <p:nvPr/>
          </p:nvSpPr>
          <p:spPr bwMode="gray">
            <a:xfrm flipH="1">
              <a:off x="2814" y="1887493"/>
              <a:ext cx="2010772" cy="4724290"/>
            </a:xfrm>
            <a:prstGeom prst="line">
              <a:avLst/>
            </a:prstGeom>
            <a:noFill/>
            <a:ln w="19050">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4" name="Line 37"/>
            <p:cNvSpPr>
              <a:spLocks noChangeShapeType="1"/>
            </p:cNvSpPr>
            <p:nvPr/>
          </p:nvSpPr>
          <p:spPr bwMode="gray">
            <a:xfrm flipH="1">
              <a:off x="2814" y="3316921"/>
              <a:ext cx="2487819" cy="3294862"/>
            </a:xfrm>
            <a:prstGeom prst="line">
              <a:avLst/>
            </a:prstGeom>
            <a:noFill/>
            <a:ln w="19050">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5" name="Line 38"/>
            <p:cNvSpPr>
              <a:spLocks noChangeShapeType="1"/>
            </p:cNvSpPr>
            <p:nvPr/>
          </p:nvSpPr>
          <p:spPr bwMode="gray">
            <a:xfrm flipH="1">
              <a:off x="2814" y="4681373"/>
              <a:ext cx="3065745" cy="1930410"/>
            </a:xfrm>
            <a:prstGeom prst="line">
              <a:avLst/>
            </a:prstGeom>
            <a:noFill/>
            <a:ln w="19050">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6" name="Line 39"/>
            <p:cNvSpPr>
              <a:spLocks noChangeShapeType="1"/>
            </p:cNvSpPr>
            <p:nvPr/>
          </p:nvSpPr>
          <p:spPr bwMode="gray">
            <a:xfrm flipH="1">
              <a:off x="2814" y="5808158"/>
              <a:ext cx="4165172" cy="803625"/>
            </a:xfrm>
            <a:prstGeom prst="line">
              <a:avLst/>
            </a:prstGeom>
            <a:noFill/>
            <a:ln w="19050">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33" name="Line 42"/>
            <p:cNvSpPr>
              <a:spLocks noChangeShapeType="1"/>
            </p:cNvSpPr>
            <p:nvPr/>
          </p:nvSpPr>
          <p:spPr bwMode="gray">
            <a:xfrm flipH="1">
              <a:off x="-36513" y="4250234"/>
              <a:ext cx="2708447" cy="2544243"/>
            </a:xfrm>
            <a:prstGeom prst="line">
              <a:avLst/>
            </a:prstGeom>
            <a:noFill/>
            <a:ln w="9525">
              <a:solidFill>
                <a:srgbClr val="2B2939"/>
              </a:solidFill>
              <a:round/>
              <a:headEnd/>
              <a:tailEnd/>
            </a:ln>
            <a:effectLst/>
          </p:spPr>
          <p:txBody>
            <a:bodyP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grpSp>
      <p:sp>
        <p:nvSpPr>
          <p:cNvPr id="8" name="AutoShape 31"/>
          <p:cNvSpPr>
            <a:spLocks noChangeArrowheads="1"/>
          </p:cNvSpPr>
          <p:nvPr/>
        </p:nvSpPr>
        <p:spPr bwMode="gray">
          <a:xfrm>
            <a:off x="1895767" y="3467468"/>
            <a:ext cx="259668" cy="259668"/>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3"/>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9" name="AutoShape 32"/>
          <p:cNvSpPr>
            <a:spLocks noChangeArrowheads="1"/>
          </p:cNvSpPr>
          <p:nvPr/>
        </p:nvSpPr>
        <p:spPr bwMode="gray">
          <a:xfrm>
            <a:off x="2773948" y="4289748"/>
            <a:ext cx="259668" cy="259668"/>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10" name="AutoShape 33"/>
          <p:cNvSpPr>
            <a:spLocks noChangeArrowheads="1"/>
          </p:cNvSpPr>
          <p:nvPr/>
        </p:nvSpPr>
        <p:spPr bwMode="gray">
          <a:xfrm>
            <a:off x="3307710" y="5497925"/>
            <a:ext cx="259668" cy="259668"/>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4"/>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grpSp>
        <p:nvGrpSpPr>
          <p:cNvPr id="38" name="组合 37"/>
          <p:cNvGrpSpPr/>
          <p:nvPr/>
        </p:nvGrpSpPr>
        <p:grpSpPr>
          <a:xfrm>
            <a:off x="3952" y="4799758"/>
            <a:ext cx="2479621" cy="2432893"/>
            <a:chOff x="2617" y="4551130"/>
            <a:chExt cx="2351177" cy="2306870"/>
          </a:xfrm>
          <a:solidFill>
            <a:srgbClr val="0170C1"/>
          </a:solidFill>
        </p:grpSpPr>
        <p:sp>
          <p:nvSpPr>
            <p:cNvPr id="34" name="Arc 43"/>
            <p:cNvSpPr>
              <a:spLocks/>
            </p:cNvSpPr>
            <p:nvPr/>
          </p:nvSpPr>
          <p:spPr bwMode="gray">
            <a:xfrm>
              <a:off x="2617" y="4551130"/>
              <a:ext cx="2351177" cy="230687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chemeClr val="accent3"/>
            </a:solidFill>
            <a:ln w="76200">
              <a:solidFill>
                <a:srgbClr val="E8E8E6"/>
              </a:solidFill>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36" name="Text Box 45"/>
            <p:cNvSpPr txBox="1">
              <a:spLocks noChangeArrowheads="1"/>
            </p:cNvSpPr>
            <p:nvPr/>
          </p:nvSpPr>
          <p:spPr bwMode="gray">
            <a:xfrm>
              <a:off x="102992" y="5646057"/>
              <a:ext cx="1401860" cy="787952"/>
            </a:xfrm>
            <a:prstGeom prst="rect">
              <a:avLst/>
            </a:prstGeom>
            <a:noFill/>
            <a:ln>
              <a:noFill/>
            </a:ln>
            <a:effectLst/>
          </p:spPr>
          <p:txBody>
            <a:bodyPr>
              <a:spAutoFit/>
            </a:bodyPr>
            <a:lstStyle/>
            <a:p>
              <a:pPr algn="ctr" fontAlgn="auto">
                <a:spcBef>
                  <a:spcPts val="0"/>
                </a:spcBef>
                <a:spcAft>
                  <a:spcPts val="0"/>
                </a:spcAft>
                <a:defRPr/>
              </a:pPr>
              <a:r>
                <a:rPr lang="en-US" altLang="zh-CN" sz="2400" b="1" dirty="0">
                  <a:solidFill>
                    <a:prstClr val="white"/>
                  </a:solidFill>
                  <a:latin typeface="Franklin Gothic Book" panose="020B0503020102020204" pitchFamily="34" charset="0"/>
                  <a:ea typeface="Segoe UI Emoji" panose="020B0502040204020203" pitchFamily="34" charset="0"/>
                </a:rPr>
                <a:t>YOUR TITLE</a:t>
              </a:r>
              <a:endParaRPr lang="zh-CN" altLang="en-US" sz="2400" b="1" dirty="0">
                <a:solidFill>
                  <a:prstClr val="white"/>
                </a:solidFill>
                <a:latin typeface="Franklin Gothic Book" panose="020B0503020102020204" pitchFamily="34" charset="0"/>
              </a:endParaRPr>
            </a:p>
          </p:txBody>
        </p:sp>
      </p:grpSp>
      <p:sp>
        <p:nvSpPr>
          <p:cNvPr id="22" name="AutoShape 50"/>
          <p:cNvSpPr>
            <a:spLocks noChangeArrowheads="1"/>
          </p:cNvSpPr>
          <p:nvPr/>
        </p:nvSpPr>
        <p:spPr bwMode="gray">
          <a:xfrm>
            <a:off x="4349988" y="5681857"/>
            <a:ext cx="746545" cy="746545"/>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3"/>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26" name="AutoShape 55"/>
          <p:cNvSpPr>
            <a:spLocks noChangeArrowheads="1"/>
          </p:cNvSpPr>
          <p:nvPr/>
        </p:nvSpPr>
        <p:spPr bwMode="gray">
          <a:xfrm>
            <a:off x="1930029" y="1381109"/>
            <a:ext cx="746545" cy="746545"/>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2"/>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27" name="AutoShape 56"/>
          <p:cNvSpPr>
            <a:spLocks noChangeArrowheads="1"/>
          </p:cNvSpPr>
          <p:nvPr/>
        </p:nvSpPr>
        <p:spPr bwMode="gray">
          <a:xfrm>
            <a:off x="2481822" y="2931903"/>
            <a:ext cx="746545" cy="746545"/>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BBF09"/>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28" name="AutoShape 57"/>
          <p:cNvSpPr>
            <a:spLocks noChangeArrowheads="1"/>
          </p:cNvSpPr>
          <p:nvPr/>
        </p:nvSpPr>
        <p:spPr bwMode="gray">
          <a:xfrm>
            <a:off x="3158041" y="4421386"/>
            <a:ext cx="746545" cy="746545"/>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2"/>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29" name="AutoShape 58"/>
          <p:cNvSpPr>
            <a:spLocks noChangeArrowheads="1"/>
          </p:cNvSpPr>
          <p:nvPr/>
        </p:nvSpPr>
        <p:spPr bwMode="gray">
          <a:xfrm>
            <a:off x="669559" y="3682054"/>
            <a:ext cx="259668" cy="259668"/>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30" name="AutoShape 59"/>
          <p:cNvSpPr>
            <a:spLocks noChangeArrowheads="1"/>
          </p:cNvSpPr>
          <p:nvPr/>
        </p:nvSpPr>
        <p:spPr bwMode="gray">
          <a:xfrm>
            <a:off x="3233777" y="6597907"/>
            <a:ext cx="259668" cy="259668"/>
          </a:xfrm>
          <a:custGeom>
            <a:avLst/>
            <a:gdLst>
              <a:gd name="G0" fmla="+- 5400 0 0"/>
              <a:gd name="G1" fmla="+- 21600 0 5400"/>
              <a:gd name="G2" fmla="+- 21600 0 54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4"/>
          </a:solidFill>
          <a:ln w="9525">
            <a:noFill/>
            <a:round/>
            <a:headEnd/>
            <a:tailEnd/>
          </a:ln>
          <a:effectLst/>
        </p:spPr>
        <p:txBody>
          <a:bodyPr wrap="none" anchor="ctr"/>
          <a:lstStyle/>
          <a:p>
            <a:pPr fontAlgn="auto">
              <a:spcBef>
                <a:spcPts val="0"/>
              </a:spcBef>
              <a:spcAft>
                <a:spcPts val="0"/>
              </a:spcAft>
              <a:defRPr/>
            </a:pPr>
            <a:endParaRPr lang="zh-CN" altLang="en-US" kern="0" dirty="0">
              <a:solidFill>
                <a:sysClr val="windowText" lastClr="000000"/>
              </a:solidFill>
              <a:latin typeface="Calibri" panose="020F0502020204030204"/>
              <a:ea typeface="微软雅黑" pitchFamily="34" charset="-122"/>
            </a:endParaRPr>
          </a:p>
        </p:txBody>
      </p:sp>
      <p:sp>
        <p:nvSpPr>
          <p:cNvPr id="39" name="TextBox 38"/>
          <p:cNvSpPr txBox="1"/>
          <p:nvPr/>
        </p:nvSpPr>
        <p:spPr>
          <a:xfrm>
            <a:off x="2855094" y="1215764"/>
            <a:ext cx="5950546"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40" name="TextBox 39"/>
          <p:cNvSpPr txBox="1"/>
          <p:nvPr/>
        </p:nvSpPr>
        <p:spPr>
          <a:xfrm>
            <a:off x="3437544" y="2766558"/>
            <a:ext cx="5950546"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41" name="TextBox 40"/>
          <p:cNvSpPr txBox="1"/>
          <p:nvPr/>
        </p:nvSpPr>
        <p:spPr>
          <a:xfrm>
            <a:off x="4151123" y="4256041"/>
            <a:ext cx="5950546"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42" name="TextBox 41"/>
          <p:cNvSpPr txBox="1"/>
          <p:nvPr/>
        </p:nvSpPr>
        <p:spPr>
          <a:xfrm>
            <a:off x="5326831" y="5626867"/>
            <a:ext cx="5950546"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1" name="TextBox 170"/>
          <p:cNvSpPr txBox="1"/>
          <p:nvPr/>
        </p:nvSpPr>
        <p:spPr>
          <a:xfrm>
            <a:off x="2855094" y="961715"/>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TextBox 170"/>
          <p:cNvSpPr txBox="1"/>
          <p:nvPr/>
        </p:nvSpPr>
        <p:spPr>
          <a:xfrm>
            <a:off x="3437544" y="2461903"/>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TextBox 170"/>
          <p:cNvSpPr txBox="1"/>
          <p:nvPr/>
        </p:nvSpPr>
        <p:spPr>
          <a:xfrm>
            <a:off x="4151123" y="3919229"/>
            <a:ext cx="2430227" cy="312815"/>
          </a:xfrm>
          <a:prstGeom prst="rect">
            <a:avLst/>
          </a:prstGeom>
          <a:noFill/>
        </p:spPr>
        <p:txBody>
          <a:bodyPr wrap="square" lIns="96431" tIns="48215" rIns="96431" bIns="48215" rtlCol="0">
            <a:spAutoFit/>
          </a:bodyPr>
          <a:lstStyle/>
          <a:p>
            <a:pPr fontAlgn="auto">
              <a:spcBef>
                <a:spcPts val="0"/>
              </a:spcBef>
              <a:spcAft>
                <a:spcPts val="0"/>
              </a:spcAft>
              <a:defRPr/>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TextBox 170"/>
          <p:cNvSpPr txBox="1"/>
          <p:nvPr/>
        </p:nvSpPr>
        <p:spPr>
          <a:xfrm>
            <a:off x="5326831" y="5333690"/>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1199594521"/>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childTnLst>
                          </p:cTn>
                        </p:par>
                        <p:par>
                          <p:cTn id="8" fill="hold">
                            <p:stCondLst>
                              <p:cond delay="500"/>
                            </p:stCondLst>
                            <p:childTnLst>
                              <p:par>
                                <p:cTn id="9" presetID="8" presetClass="entr" presetSubtype="32"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diamond(out)">
                                      <p:cBhvr>
                                        <p:cTn id="11" dur="2000"/>
                                        <p:tgtEl>
                                          <p:spTgt spid="37"/>
                                        </p:tgtEl>
                                      </p:cBhvr>
                                    </p:animEffect>
                                  </p:childTnLst>
                                </p:cTn>
                              </p:par>
                            </p:childTnLst>
                          </p:cTn>
                        </p:par>
                        <p:par>
                          <p:cTn id="12" fill="hold">
                            <p:stCondLst>
                              <p:cond delay="2500"/>
                            </p:stCondLst>
                            <p:childTnLst>
                              <p:par>
                                <p:cTn id="13" presetID="6" presetClass="entr" presetSubtype="16"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circle(in)">
                                      <p:cBhvr>
                                        <p:cTn id="15" dur="2000"/>
                                        <p:tgtEl>
                                          <p:spTgt spid="29"/>
                                        </p:tgtEl>
                                      </p:cBhvr>
                                    </p:animEffect>
                                  </p:childTnLst>
                                </p:cTn>
                              </p:par>
                              <p:par>
                                <p:cTn id="16" presetID="6" presetClass="entr" presetSubtype="16" fill="hold" grpId="0" nodeType="withEffect">
                                  <p:stCondLst>
                                    <p:cond delay="400"/>
                                  </p:stCondLst>
                                  <p:childTnLst>
                                    <p:set>
                                      <p:cBhvr>
                                        <p:cTn id="17" dur="1" fill="hold">
                                          <p:stCondLst>
                                            <p:cond delay="0"/>
                                          </p:stCondLst>
                                        </p:cTn>
                                        <p:tgtEl>
                                          <p:spTgt spid="8"/>
                                        </p:tgtEl>
                                        <p:attrNameLst>
                                          <p:attrName>style.visibility</p:attrName>
                                        </p:attrNameLst>
                                      </p:cBhvr>
                                      <p:to>
                                        <p:strVal val="visible"/>
                                      </p:to>
                                    </p:set>
                                    <p:animEffect transition="in" filter="circle(in)">
                                      <p:cBhvr>
                                        <p:cTn id="18" dur="2000"/>
                                        <p:tgtEl>
                                          <p:spTgt spid="8"/>
                                        </p:tgtEl>
                                      </p:cBhvr>
                                    </p:animEffect>
                                  </p:childTnLst>
                                </p:cTn>
                              </p:par>
                              <p:par>
                                <p:cTn id="19" presetID="6" presetClass="entr" presetSubtype="16" fill="hold" grpId="0" nodeType="withEffect">
                                  <p:stCondLst>
                                    <p:cond delay="200"/>
                                  </p:stCondLst>
                                  <p:childTnLst>
                                    <p:set>
                                      <p:cBhvr>
                                        <p:cTn id="20" dur="1" fill="hold">
                                          <p:stCondLst>
                                            <p:cond delay="0"/>
                                          </p:stCondLst>
                                        </p:cTn>
                                        <p:tgtEl>
                                          <p:spTgt spid="9"/>
                                        </p:tgtEl>
                                        <p:attrNameLst>
                                          <p:attrName>style.visibility</p:attrName>
                                        </p:attrNameLst>
                                      </p:cBhvr>
                                      <p:to>
                                        <p:strVal val="visible"/>
                                      </p:to>
                                    </p:set>
                                    <p:animEffect transition="in" filter="circle(in)">
                                      <p:cBhvr>
                                        <p:cTn id="21" dur="2000"/>
                                        <p:tgtEl>
                                          <p:spTgt spid="9"/>
                                        </p:tgtEl>
                                      </p:cBhvr>
                                    </p:animEffect>
                                  </p:childTnLst>
                                </p:cTn>
                              </p:par>
                              <p:par>
                                <p:cTn id="22" presetID="6" presetClass="entr" presetSubtype="16" fill="hold" grpId="0" nodeType="withEffect">
                                  <p:stCondLst>
                                    <p:cond delay="800"/>
                                  </p:stCondLst>
                                  <p:childTnLst>
                                    <p:set>
                                      <p:cBhvr>
                                        <p:cTn id="23" dur="1" fill="hold">
                                          <p:stCondLst>
                                            <p:cond delay="0"/>
                                          </p:stCondLst>
                                        </p:cTn>
                                        <p:tgtEl>
                                          <p:spTgt spid="10"/>
                                        </p:tgtEl>
                                        <p:attrNameLst>
                                          <p:attrName>style.visibility</p:attrName>
                                        </p:attrNameLst>
                                      </p:cBhvr>
                                      <p:to>
                                        <p:strVal val="visible"/>
                                      </p:to>
                                    </p:set>
                                    <p:animEffect transition="in" filter="circle(in)">
                                      <p:cBhvr>
                                        <p:cTn id="24" dur="2000"/>
                                        <p:tgtEl>
                                          <p:spTgt spid="10"/>
                                        </p:tgtEl>
                                      </p:cBhvr>
                                    </p:animEffect>
                                  </p:childTnLst>
                                </p:cTn>
                              </p:par>
                              <p:par>
                                <p:cTn id="25" presetID="6" presetClass="entr" presetSubtype="16" fill="hold" grpId="0" nodeType="withEffect">
                                  <p:stCondLst>
                                    <p:cond delay="100"/>
                                  </p:stCondLst>
                                  <p:childTnLst>
                                    <p:set>
                                      <p:cBhvr>
                                        <p:cTn id="26" dur="1" fill="hold">
                                          <p:stCondLst>
                                            <p:cond delay="0"/>
                                          </p:stCondLst>
                                        </p:cTn>
                                        <p:tgtEl>
                                          <p:spTgt spid="30"/>
                                        </p:tgtEl>
                                        <p:attrNameLst>
                                          <p:attrName>style.visibility</p:attrName>
                                        </p:attrNameLst>
                                      </p:cBhvr>
                                      <p:to>
                                        <p:strVal val="visible"/>
                                      </p:to>
                                    </p:set>
                                    <p:animEffect transition="in" filter="circle(in)">
                                      <p:cBhvr>
                                        <p:cTn id="27" dur="2000"/>
                                        <p:tgtEl>
                                          <p:spTgt spid="30"/>
                                        </p:tgtEl>
                                      </p:cBhvr>
                                    </p:animEffect>
                                  </p:childTnLst>
                                </p:cTn>
                              </p:par>
                              <p:par>
                                <p:cTn id="28" presetID="6" presetClass="entr" presetSubtype="16" fill="hold" grpId="0" nodeType="withEffect">
                                  <p:stCondLst>
                                    <p:cond delay="700"/>
                                  </p:stCondLst>
                                  <p:childTnLst>
                                    <p:set>
                                      <p:cBhvr>
                                        <p:cTn id="29" dur="1" fill="hold">
                                          <p:stCondLst>
                                            <p:cond delay="0"/>
                                          </p:stCondLst>
                                        </p:cTn>
                                        <p:tgtEl>
                                          <p:spTgt spid="22"/>
                                        </p:tgtEl>
                                        <p:attrNameLst>
                                          <p:attrName>style.visibility</p:attrName>
                                        </p:attrNameLst>
                                      </p:cBhvr>
                                      <p:to>
                                        <p:strVal val="visible"/>
                                      </p:to>
                                    </p:set>
                                    <p:animEffect transition="in" filter="circle(in)">
                                      <p:cBhvr>
                                        <p:cTn id="30" dur="2000"/>
                                        <p:tgtEl>
                                          <p:spTgt spid="22"/>
                                        </p:tgtEl>
                                      </p:cBhvr>
                                    </p:animEffect>
                                  </p:childTnLst>
                                </p:cTn>
                              </p:par>
                              <p:par>
                                <p:cTn id="31" presetID="6" presetClass="entr" presetSubtype="16" fill="hold" grpId="0" nodeType="withEffect">
                                  <p:stCondLst>
                                    <p:cond delay="500"/>
                                  </p:stCondLst>
                                  <p:childTnLst>
                                    <p:set>
                                      <p:cBhvr>
                                        <p:cTn id="32" dur="1" fill="hold">
                                          <p:stCondLst>
                                            <p:cond delay="0"/>
                                          </p:stCondLst>
                                        </p:cTn>
                                        <p:tgtEl>
                                          <p:spTgt spid="28"/>
                                        </p:tgtEl>
                                        <p:attrNameLst>
                                          <p:attrName>style.visibility</p:attrName>
                                        </p:attrNameLst>
                                      </p:cBhvr>
                                      <p:to>
                                        <p:strVal val="visible"/>
                                      </p:to>
                                    </p:set>
                                    <p:animEffect transition="in" filter="circle(in)">
                                      <p:cBhvr>
                                        <p:cTn id="33" dur="2000"/>
                                        <p:tgtEl>
                                          <p:spTgt spid="28"/>
                                        </p:tgtEl>
                                      </p:cBhvr>
                                    </p:animEffect>
                                  </p:childTnLst>
                                </p:cTn>
                              </p:par>
                              <p:par>
                                <p:cTn id="34" presetID="6" presetClass="entr" presetSubtype="16" fill="hold" grpId="0" nodeType="withEffect">
                                  <p:stCondLst>
                                    <p:cond delay="300"/>
                                  </p:stCondLst>
                                  <p:childTnLst>
                                    <p:set>
                                      <p:cBhvr>
                                        <p:cTn id="35" dur="1" fill="hold">
                                          <p:stCondLst>
                                            <p:cond delay="0"/>
                                          </p:stCondLst>
                                        </p:cTn>
                                        <p:tgtEl>
                                          <p:spTgt spid="27"/>
                                        </p:tgtEl>
                                        <p:attrNameLst>
                                          <p:attrName>style.visibility</p:attrName>
                                        </p:attrNameLst>
                                      </p:cBhvr>
                                      <p:to>
                                        <p:strVal val="visible"/>
                                      </p:to>
                                    </p:set>
                                    <p:animEffect transition="in" filter="circle(in)">
                                      <p:cBhvr>
                                        <p:cTn id="36" dur="2000"/>
                                        <p:tgtEl>
                                          <p:spTgt spid="27"/>
                                        </p:tgtEl>
                                      </p:cBhvr>
                                    </p:animEffect>
                                  </p:childTnLst>
                                </p:cTn>
                              </p:par>
                              <p:par>
                                <p:cTn id="37" presetID="6" presetClass="entr" presetSubtype="16" fill="hold" grpId="0" nodeType="withEffect">
                                  <p:stCondLst>
                                    <p:cond delay="600"/>
                                  </p:stCondLst>
                                  <p:childTnLst>
                                    <p:set>
                                      <p:cBhvr>
                                        <p:cTn id="38" dur="1" fill="hold">
                                          <p:stCondLst>
                                            <p:cond delay="0"/>
                                          </p:stCondLst>
                                        </p:cTn>
                                        <p:tgtEl>
                                          <p:spTgt spid="26"/>
                                        </p:tgtEl>
                                        <p:attrNameLst>
                                          <p:attrName>style.visibility</p:attrName>
                                        </p:attrNameLst>
                                      </p:cBhvr>
                                      <p:to>
                                        <p:strVal val="visible"/>
                                      </p:to>
                                    </p:set>
                                    <p:animEffect transition="in" filter="circle(in)">
                                      <p:cBhvr>
                                        <p:cTn id="39" dur="2000"/>
                                        <p:tgtEl>
                                          <p:spTgt spid="26"/>
                                        </p:tgtEl>
                                      </p:cBhvr>
                                    </p:animEffect>
                                  </p:childTnLst>
                                </p:cTn>
                              </p:par>
                            </p:childTnLst>
                          </p:cTn>
                        </p:par>
                        <p:par>
                          <p:cTn id="40" fill="hold">
                            <p:stCondLst>
                              <p:cond delay="5300"/>
                            </p:stCondLst>
                            <p:childTnLst>
                              <p:par>
                                <p:cTn id="41" presetID="12" presetClass="entr" presetSubtype="2"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500"/>
                                        <p:tgtEl>
                                          <p:spTgt spid="31"/>
                                        </p:tgtEl>
                                        <p:attrNameLst>
                                          <p:attrName>ppt_x</p:attrName>
                                        </p:attrNameLst>
                                      </p:cBhvr>
                                      <p:tavLst>
                                        <p:tav tm="0">
                                          <p:val>
                                            <p:strVal val="#ppt_x+#ppt_w*1.125000"/>
                                          </p:val>
                                        </p:tav>
                                        <p:tav tm="100000">
                                          <p:val>
                                            <p:strVal val="#ppt_x"/>
                                          </p:val>
                                        </p:tav>
                                      </p:tavLst>
                                    </p:anim>
                                    <p:animEffect transition="in" filter="wipe(left)">
                                      <p:cBhvr>
                                        <p:cTn id="44" dur="500"/>
                                        <p:tgtEl>
                                          <p:spTgt spid="31"/>
                                        </p:tgtEl>
                                      </p:cBhvr>
                                    </p:animEffect>
                                  </p:childTnLst>
                                </p:cTn>
                              </p:par>
                            </p:childTnLst>
                          </p:cTn>
                        </p:par>
                        <p:par>
                          <p:cTn id="45" fill="hold">
                            <p:stCondLst>
                              <p:cond delay="5800"/>
                            </p:stCondLst>
                            <p:childTnLst>
                              <p:par>
                                <p:cTn id="46" presetID="22" presetClass="entr" presetSubtype="8" fill="hold" grpId="0" nodeType="afterEffect">
                                  <p:stCondLst>
                                    <p:cond delay="0"/>
                                  </p:stCondLst>
                                  <p:iterate type="lt">
                                    <p:tmPct val="0"/>
                                  </p:iterate>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childTnLst>
                          </p:cTn>
                        </p:par>
                        <p:par>
                          <p:cTn id="49" fill="hold">
                            <p:stCondLst>
                              <p:cond delay="6300"/>
                            </p:stCondLst>
                            <p:childTnLst>
                              <p:par>
                                <p:cTn id="50" presetID="12" presetClass="entr" presetSubtype="2"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p:tgtEl>
                                          <p:spTgt spid="32"/>
                                        </p:tgtEl>
                                        <p:attrNameLst>
                                          <p:attrName>ppt_x</p:attrName>
                                        </p:attrNameLst>
                                      </p:cBhvr>
                                      <p:tavLst>
                                        <p:tav tm="0">
                                          <p:val>
                                            <p:strVal val="#ppt_x+#ppt_w*1.125000"/>
                                          </p:val>
                                        </p:tav>
                                        <p:tav tm="100000">
                                          <p:val>
                                            <p:strVal val="#ppt_x"/>
                                          </p:val>
                                        </p:tav>
                                      </p:tavLst>
                                    </p:anim>
                                    <p:animEffect transition="in" filter="wipe(left)">
                                      <p:cBhvr>
                                        <p:cTn id="53" dur="500"/>
                                        <p:tgtEl>
                                          <p:spTgt spid="32"/>
                                        </p:tgtEl>
                                      </p:cBhvr>
                                    </p:animEffect>
                                  </p:childTnLst>
                                </p:cTn>
                              </p:par>
                            </p:childTnLst>
                          </p:cTn>
                        </p:par>
                        <p:par>
                          <p:cTn id="54" fill="hold">
                            <p:stCondLst>
                              <p:cond delay="6800"/>
                            </p:stCondLst>
                            <p:childTnLst>
                              <p:par>
                                <p:cTn id="55" presetID="22" presetClass="entr" presetSubtype="8" fill="hold" grpId="0" nodeType="afterEffect">
                                  <p:stCondLst>
                                    <p:cond delay="0"/>
                                  </p:stCondLst>
                                  <p:iterate type="lt">
                                    <p:tmPct val="0"/>
                                  </p:iterate>
                                  <p:childTnLst>
                                    <p:set>
                                      <p:cBhvr>
                                        <p:cTn id="56" dur="1" fill="hold">
                                          <p:stCondLst>
                                            <p:cond delay="0"/>
                                          </p:stCondLst>
                                        </p:cTn>
                                        <p:tgtEl>
                                          <p:spTgt spid="40"/>
                                        </p:tgtEl>
                                        <p:attrNameLst>
                                          <p:attrName>style.visibility</p:attrName>
                                        </p:attrNameLst>
                                      </p:cBhvr>
                                      <p:to>
                                        <p:strVal val="visible"/>
                                      </p:to>
                                    </p:set>
                                    <p:animEffect transition="in" filter="wipe(left)">
                                      <p:cBhvr>
                                        <p:cTn id="57" dur="500"/>
                                        <p:tgtEl>
                                          <p:spTgt spid="40"/>
                                        </p:tgtEl>
                                      </p:cBhvr>
                                    </p:animEffect>
                                  </p:childTnLst>
                                </p:cTn>
                              </p:par>
                            </p:childTnLst>
                          </p:cTn>
                        </p:par>
                        <p:par>
                          <p:cTn id="58" fill="hold">
                            <p:stCondLst>
                              <p:cond delay="7300"/>
                            </p:stCondLst>
                            <p:childTnLst>
                              <p:par>
                                <p:cTn id="59" presetID="12" presetClass="entr" presetSubtype="2" fill="hold" grpId="0" nodeType="afterEffect">
                                  <p:stCondLst>
                                    <p:cond delay="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500"/>
                                        <p:tgtEl>
                                          <p:spTgt spid="35"/>
                                        </p:tgtEl>
                                        <p:attrNameLst>
                                          <p:attrName>ppt_x</p:attrName>
                                        </p:attrNameLst>
                                      </p:cBhvr>
                                      <p:tavLst>
                                        <p:tav tm="0">
                                          <p:val>
                                            <p:strVal val="#ppt_x+#ppt_w*1.125000"/>
                                          </p:val>
                                        </p:tav>
                                        <p:tav tm="100000">
                                          <p:val>
                                            <p:strVal val="#ppt_x"/>
                                          </p:val>
                                        </p:tav>
                                      </p:tavLst>
                                    </p:anim>
                                    <p:animEffect transition="in" filter="wipe(left)">
                                      <p:cBhvr>
                                        <p:cTn id="62" dur="500"/>
                                        <p:tgtEl>
                                          <p:spTgt spid="35"/>
                                        </p:tgtEl>
                                      </p:cBhvr>
                                    </p:animEffect>
                                  </p:childTnLst>
                                </p:cTn>
                              </p:par>
                            </p:childTnLst>
                          </p:cTn>
                        </p:par>
                        <p:par>
                          <p:cTn id="63" fill="hold">
                            <p:stCondLst>
                              <p:cond delay="7800"/>
                            </p:stCondLst>
                            <p:childTnLst>
                              <p:par>
                                <p:cTn id="64" presetID="22" presetClass="entr" presetSubtype="8" fill="hold" grpId="0" nodeType="afterEffect">
                                  <p:stCondLst>
                                    <p:cond delay="0"/>
                                  </p:stCondLst>
                                  <p:iterate type="lt">
                                    <p:tmPct val="0"/>
                                  </p:iterate>
                                  <p:childTnLst>
                                    <p:set>
                                      <p:cBhvr>
                                        <p:cTn id="65" dur="1" fill="hold">
                                          <p:stCondLst>
                                            <p:cond delay="0"/>
                                          </p:stCondLst>
                                        </p:cTn>
                                        <p:tgtEl>
                                          <p:spTgt spid="41"/>
                                        </p:tgtEl>
                                        <p:attrNameLst>
                                          <p:attrName>style.visibility</p:attrName>
                                        </p:attrNameLst>
                                      </p:cBhvr>
                                      <p:to>
                                        <p:strVal val="visible"/>
                                      </p:to>
                                    </p:set>
                                    <p:animEffect transition="in" filter="wipe(left)">
                                      <p:cBhvr>
                                        <p:cTn id="66" dur="500"/>
                                        <p:tgtEl>
                                          <p:spTgt spid="41"/>
                                        </p:tgtEl>
                                      </p:cBhvr>
                                    </p:animEffect>
                                  </p:childTnLst>
                                </p:cTn>
                              </p:par>
                            </p:childTnLst>
                          </p:cTn>
                        </p:par>
                        <p:par>
                          <p:cTn id="67" fill="hold">
                            <p:stCondLst>
                              <p:cond delay="8300"/>
                            </p:stCondLst>
                            <p:childTnLst>
                              <p:par>
                                <p:cTn id="68" presetID="12" presetClass="entr" presetSubtype="2" fill="hold" grpId="0" nodeType="afterEffect">
                                  <p:stCondLst>
                                    <p:cond delay="0"/>
                                  </p:stCondLst>
                                  <p:childTnLst>
                                    <p:set>
                                      <p:cBhvr>
                                        <p:cTn id="69" dur="1" fill="hold">
                                          <p:stCondLst>
                                            <p:cond delay="0"/>
                                          </p:stCondLst>
                                        </p:cTn>
                                        <p:tgtEl>
                                          <p:spTgt spid="43"/>
                                        </p:tgtEl>
                                        <p:attrNameLst>
                                          <p:attrName>style.visibility</p:attrName>
                                        </p:attrNameLst>
                                      </p:cBhvr>
                                      <p:to>
                                        <p:strVal val="visible"/>
                                      </p:to>
                                    </p:set>
                                    <p:anim calcmode="lin" valueType="num">
                                      <p:cBhvr additive="base">
                                        <p:cTn id="70" dur="500"/>
                                        <p:tgtEl>
                                          <p:spTgt spid="43"/>
                                        </p:tgtEl>
                                        <p:attrNameLst>
                                          <p:attrName>ppt_x</p:attrName>
                                        </p:attrNameLst>
                                      </p:cBhvr>
                                      <p:tavLst>
                                        <p:tav tm="0">
                                          <p:val>
                                            <p:strVal val="#ppt_x+#ppt_w*1.125000"/>
                                          </p:val>
                                        </p:tav>
                                        <p:tav tm="100000">
                                          <p:val>
                                            <p:strVal val="#ppt_x"/>
                                          </p:val>
                                        </p:tav>
                                      </p:tavLst>
                                    </p:anim>
                                    <p:animEffect transition="in" filter="wipe(left)">
                                      <p:cBhvr>
                                        <p:cTn id="71" dur="500"/>
                                        <p:tgtEl>
                                          <p:spTgt spid="43"/>
                                        </p:tgtEl>
                                      </p:cBhvr>
                                    </p:animEffect>
                                  </p:childTnLst>
                                </p:cTn>
                              </p:par>
                            </p:childTnLst>
                          </p:cTn>
                        </p:par>
                        <p:par>
                          <p:cTn id="72" fill="hold">
                            <p:stCondLst>
                              <p:cond delay="8800"/>
                            </p:stCondLst>
                            <p:childTnLst>
                              <p:par>
                                <p:cTn id="73" presetID="22" presetClass="entr" presetSubtype="8" fill="hold" grpId="0" nodeType="afterEffect">
                                  <p:stCondLst>
                                    <p:cond delay="0"/>
                                  </p:stCondLst>
                                  <p:iterate type="lt">
                                    <p:tmPct val="0"/>
                                  </p:iterate>
                                  <p:childTnLst>
                                    <p:set>
                                      <p:cBhvr>
                                        <p:cTn id="74" dur="1" fill="hold">
                                          <p:stCondLst>
                                            <p:cond delay="0"/>
                                          </p:stCondLst>
                                        </p:cTn>
                                        <p:tgtEl>
                                          <p:spTgt spid="42"/>
                                        </p:tgtEl>
                                        <p:attrNameLst>
                                          <p:attrName>style.visibility</p:attrName>
                                        </p:attrNameLst>
                                      </p:cBhvr>
                                      <p:to>
                                        <p:strVal val="visible"/>
                                      </p:to>
                                    </p:set>
                                    <p:animEffect transition="in" filter="wipe(left)">
                                      <p:cBhvr>
                                        <p:cTn id="7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22" grpId="0" animBg="1"/>
      <p:bldP spid="26" grpId="0" animBg="1"/>
      <p:bldP spid="27" grpId="0" animBg="1"/>
      <p:bldP spid="28" grpId="0" animBg="1"/>
      <p:bldP spid="29" grpId="0" animBg="1"/>
      <p:bldP spid="30" grpId="0" animBg="1"/>
      <p:bldP spid="39" grpId="0"/>
      <p:bldP spid="40" grpId="0"/>
      <p:bldP spid="41" grpId="0"/>
      <p:bldP spid="42" grpId="0"/>
      <p:bldP spid="31" grpId="0"/>
      <p:bldP spid="32" grpId="0"/>
      <p:bldP spid="35" grpId="0"/>
      <p:bldP spid="43"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161637" y="1636642"/>
            <a:ext cx="10601085" cy="4639360"/>
            <a:chOff x="1100786" y="1551735"/>
            <a:chExt cx="10052640" cy="4399344"/>
          </a:xfrm>
        </p:grpSpPr>
        <p:sp>
          <p:nvSpPr>
            <p:cNvPr id="22" name="Freeform 21"/>
            <p:cNvSpPr/>
            <p:nvPr/>
          </p:nvSpPr>
          <p:spPr>
            <a:xfrm rot="19805282">
              <a:off x="1456384" y="1551735"/>
              <a:ext cx="9350488" cy="4399344"/>
            </a:xfrm>
            <a:custGeom>
              <a:avLst/>
              <a:gdLst>
                <a:gd name="connsiteX0" fmla="*/ 9210674 w 9350488"/>
                <a:gd name="connsiteY0" fmla="*/ 3819266 h 4399344"/>
                <a:gd name="connsiteX1" fmla="*/ 9350488 w 9350488"/>
                <a:gd name="connsiteY1" fmla="*/ 4082226 h 4399344"/>
                <a:gd name="connsiteX2" fmla="*/ 9033370 w 9350488"/>
                <a:gd name="connsiteY2" fmla="*/ 4399344 h 4399344"/>
                <a:gd name="connsiteX3" fmla="*/ 6852320 w 9350488"/>
                <a:gd name="connsiteY3" fmla="*/ 4399344 h 4399344"/>
                <a:gd name="connsiteX4" fmla="*/ 6844759 w 9350488"/>
                <a:gd name="connsiteY4" fmla="*/ 4398581 h 4399344"/>
                <a:gd name="connsiteX5" fmla="*/ 6831730 w 9350488"/>
                <a:gd name="connsiteY5" fmla="*/ 4398964 h 4399344"/>
                <a:gd name="connsiteX6" fmla="*/ 6805150 w 9350488"/>
                <a:gd name="connsiteY6" fmla="*/ 4394589 h 4399344"/>
                <a:gd name="connsiteX7" fmla="*/ 6788410 w 9350488"/>
                <a:gd name="connsiteY7" fmla="*/ 4392901 h 4399344"/>
                <a:gd name="connsiteX8" fmla="*/ 6781081 w 9350488"/>
                <a:gd name="connsiteY8" fmla="*/ 4390626 h 4399344"/>
                <a:gd name="connsiteX9" fmla="*/ 6771692 w 9350488"/>
                <a:gd name="connsiteY9" fmla="*/ 4389080 h 4399344"/>
                <a:gd name="connsiteX10" fmla="*/ 6748678 w 9350488"/>
                <a:gd name="connsiteY10" fmla="*/ 4380567 h 4399344"/>
                <a:gd name="connsiteX11" fmla="*/ 6728884 w 9350488"/>
                <a:gd name="connsiteY11" fmla="*/ 4374423 h 4399344"/>
                <a:gd name="connsiteX12" fmla="*/ 6722076 w 9350488"/>
                <a:gd name="connsiteY12" fmla="*/ 4370728 h 4399344"/>
                <a:gd name="connsiteX13" fmla="*/ 6714626 w 9350488"/>
                <a:gd name="connsiteY13" fmla="*/ 4367972 h 4399344"/>
                <a:gd name="connsiteX14" fmla="*/ 6695104 w 9350488"/>
                <a:gd name="connsiteY14" fmla="*/ 4356088 h 4399344"/>
                <a:gd name="connsiteX15" fmla="*/ 6675017 w 9350488"/>
                <a:gd name="connsiteY15" fmla="*/ 4345185 h 4399344"/>
                <a:gd name="connsiteX16" fmla="*/ 6668890 w 9350488"/>
                <a:gd name="connsiteY16" fmla="*/ 4340130 h 4399344"/>
                <a:gd name="connsiteX17" fmla="*/ 6662274 w 9350488"/>
                <a:gd name="connsiteY17" fmla="*/ 4336102 h 4399344"/>
                <a:gd name="connsiteX18" fmla="*/ 6647012 w 9350488"/>
                <a:gd name="connsiteY18" fmla="*/ 4322079 h 4399344"/>
                <a:gd name="connsiteX19" fmla="*/ 6628085 w 9350488"/>
                <a:gd name="connsiteY19" fmla="*/ 4306462 h 4399344"/>
                <a:gd name="connsiteX20" fmla="*/ 6622029 w 9350488"/>
                <a:gd name="connsiteY20" fmla="*/ 4299122 h 4399344"/>
                <a:gd name="connsiteX21" fmla="*/ 6616378 w 9350488"/>
                <a:gd name="connsiteY21" fmla="*/ 4293931 h 4399344"/>
                <a:gd name="connsiteX22" fmla="*/ 6606505 w 9350488"/>
                <a:gd name="connsiteY22" fmla="*/ 4280307 h 4399344"/>
                <a:gd name="connsiteX23" fmla="*/ 6589361 w 9350488"/>
                <a:gd name="connsiteY23" fmla="*/ 4259529 h 4399344"/>
                <a:gd name="connsiteX24" fmla="*/ 6583143 w 9350488"/>
                <a:gd name="connsiteY24" fmla="*/ 4248073 h 4399344"/>
                <a:gd name="connsiteX25" fmla="*/ 6578683 w 9350488"/>
                <a:gd name="connsiteY25" fmla="*/ 4241920 h 4399344"/>
                <a:gd name="connsiteX26" fmla="*/ 5577164 w 9350488"/>
                <a:gd name="connsiteY26" fmla="*/ 2519482 h 4399344"/>
                <a:gd name="connsiteX27" fmla="*/ 3584720 w 9350488"/>
                <a:gd name="connsiteY27" fmla="*/ 2519482 h 4399344"/>
                <a:gd name="connsiteX28" fmla="*/ 3577151 w 9350488"/>
                <a:gd name="connsiteY28" fmla="*/ 2518719 h 4399344"/>
                <a:gd name="connsiteX29" fmla="*/ 3564128 w 9350488"/>
                <a:gd name="connsiteY29" fmla="*/ 2519102 h 4399344"/>
                <a:gd name="connsiteX30" fmla="*/ 3537559 w 9350488"/>
                <a:gd name="connsiteY30" fmla="*/ 2514728 h 4399344"/>
                <a:gd name="connsiteX31" fmla="*/ 3520810 w 9350488"/>
                <a:gd name="connsiteY31" fmla="*/ 2513039 h 4399344"/>
                <a:gd name="connsiteX32" fmla="*/ 3513476 w 9350488"/>
                <a:gd name="connsiteY32" fmla="*/ 2510763 h 4399344"/>
                <a:gd name="connsiteX33" fmla="*/ 3504091 w 9350488"/>
                <a:gd name="connsiteY33" fmla="*/ 2509217 h 4399344"/>
                <a:gd name="connsiteX34" fmla="*/ 3481082 w 9350488"/>
                <a:gd name="connsiteY34" fmla="*/ 2500707 h 4399344"/>
                <a:gd name="connsiteX35" fmla="*/ 3461284 w 9350488"/>
                <a:gd name="connsiteY35" fmla="*/ 2494561 h 4399344"/>
                <a:gd name="connsiteX36" fmla="*/ 3454474 w 9350488"/>
                <a:gd name="connsiteY36" fmla="*/ 2490865 h 4399344"/>
                <a:gd name="connsiteX37" fmla="*/ 3447024 w 9350488"/>
                <a:gd name="connsiteY37" fmla="*/ 2488109 h 4399344"/>
                <a:gd name="connsiteX38" fmla="*/ 3427503 w 9350488"/>
                <a:gd name="connsiteY38" fmla="*/ 2476226 h 4399344"/>
                <a:gd name="connsiteX39" fmla="*/ 3407416 w 9350488"/>
                <a:gd name="connsiteY39" fmla="*/ 2465323 h 4399344"/>
                <a:gd name="connsiteX40" fmla="*/ 3401290 w 9350488"/>
                <a:gd name="connsiteY40" fmla="*/ 2460268 h 4399344"/>
                <a:gd name="connsiteX41" fmla="*/ 3394672 w 9350488"/>
                <a:gd name="connsiteY41" fmla="*/ 2456239 h 4399344"/>
                <a:gd name="connsiteX42" fmla="*/ 3379407 w 9350488"/>
                <a:gd name="connsiteY42" fmla="*/ 2442213 h 4399344"/>
                <a:gd name="connsiteX43" fmla="*/ 3360484 w 9350488"/>
                <a:gd name="connsiteY43" fmla="*/ 2426600 h 4399344"/>
                <a:gd name="connsiteX44" fmla="*/ 3354430 w 9350488"/>
                <a:gd name="connsiteY44" fmla="*/ 2419263 h 4399344"/>
                <a:gd name="connsiteX45" fmla="*/ 3348776 w 9350488"/>
                <a:gd name="connsiteY45" fmla="*/ 2414068 h 4399344"/>
                <a:gd name="connsiteX46" fmla="*/ 3338897 w 9350488"/>
                <a:gd name="connsiteY46" fmla="*/ 2400437 h 4399344"/>
                <a:gd name="connsiteX47" fmla="*/ 3321761 w 9350488"/>
                <a:gd name="connsiteY47" fmla="*/ 2379667 h 4399344"/>
                <a:gd name="connsiteX48" fmla="*/ 3315545 w 9350488"/>
                <a:gd name="connsiteY48" fmla="*/ 2368216 h 4399344"/>
                <a:gd name="connsiteX49" fmla="*/ 3311081 w 9350488"/>
                <a:gd name="connsiteY49" fmla="*/ 2362057 h 4399344"/>
                <a:gd name="connsiteX50" fmla="*/ 2309562 w 9350488"/>
                <a:gd name="connsiteY50" fmla="*/ 639619 h 4399344"/>
                <a:gd name="connsiteX51" fmla="*/ 317118 w 9350488"/>
                <a:gd name="connsiteY51" fmla="*/ 639619 h 4399344"/>
                <a:gd name="connsiteX52" fmla="*/ 1 w 9350488"/>
                <a:gd name="connsiteY52" fmla="*/ 322501 h 4399344"/>
                <a:gd name="connsiteX53" fmla="*/ 317119 w 9350488"/>
                <a:gd name="connsiteY53" fmla="*/ 5383 h 4399344"/>
                <a:gd name="connsiteX54" fmla="*/ 2436279 w 9350488"/>
                <a:gd name="connsiteY54" fmla="*/ 5383 h 4399344"/>
                <a:gd name="connsiteX55" fmla="*/ 2448735 w 9350488"/>
                <a:gd name="connsiteY55" fmla="*/ 2523 h 4399344"/>
                <a:gd name="connsiteX56" fmla="*/ 2627103 w 9350488"/>
                <a:gd name="connsiteY56" fmla="*/ 31715 h 4399344"/>
                <a:gd name="connsiteX57" fmla="*/ 2650943 w 9350488"/>
                <a:gd name="connsiteY57" fmla="*/ 46228 h 4399344"/>
                <a:gd name="connsiteX58" fmla="*/ 2675472 w 9350488"/>
                <a:gd name="connsiteY58" fmla="*/ 59542 h 4399344"/>
                <a:gd name="connsiteX59" fmla="*/ 2790366 w 9350488"/>
                <a:gd name="connsiteY59" fmla="*/ 199065 h 4399344"/>
                <a:gd name="connsiteX60" fmla="*/ 2794154 w 9350488"/>
                <a:gd name="connsiteY60" fmla="*/ 211270 h 4399344"/>
                <a:gd name="connsiteX61" fmla="*/ 3767495 w 9350488"/>
                <a:gd name="connsiteY61" fmla="*/ 1885246 h 4399344"/>
                <a:gd name="connsiteX62" fmla="*/ 5703881 w 9350488"/>
                <a:gd name="connsiteY62" fmla="*/ 1885246 h 4399344"/>
                <a:gd name="connsiteX63" fmla="*/ 5716337 w 9350488"/>
                <a:gd name="connsiteY63" fmla="*/ 1882386 h 4399344"/>
                <a:gd name="connsiteX64" fmla="*/ 5894704 w 9350488"/>
                <a:gd name="connsiteY64" fmla="*/ 1911577 h 4399344"/>
                <a:gd name="connsiteX65" fmla="*/ 5930433 w 9350488"/>
                <a:gd name="connsiteY65" fmla="*/ 1933328 h 4399344"/>
                <a:gd name="connsiteX66" fmla="*/ 5943074 w 9350488"/>
                <a:gd name="connsiteY66" fmla="*/ 1939405 h 4399344"/>
                <a:gd name="connsiteX67" fmla="*/ 6044613 w 9350488"/>
                <a:gd name="connsiteY67" fmla="*/ 2051207 h 4399344"/>
                <a:gd name="connsiteX68" fmla="*/ 6057322 w 9350488"/>
                <a:gd name="connsiteY68" fmla="*/ 2083506 h 4399344"/>
                <a:gd name="connsiteX69" fmla="*/ 7035096 w 9350488"/>
                <a:gd name="connsiteY69" fmla="*/ 3765107 h 4399344"/>
                <a:gd name="connsiteX70" fmla="*/ 9033370 w 9350488"/>
                <a:gd name="connsiteY70" fmla="*/ 3765107 h 4399344"/>
                <a:gd name="connsiteX71" fmla="*/ 9210674 w 9350488"/>
                <a:gd name="connsiteY71" fmla="*/ 3819266 h 439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350488" h="4399344">
                  <a:moveTo>
                    <a:pt x="9210674" y="3819266"/>
                  </a:moveTo>
                  <a:cubicBezTo>
                    <a:pt x="9295028" y="3876255"/>
                    <a:pt x="9350488" y="3972763"/>
                    <a:pt x="9350488" y="4082226"/>
                  </a:cubicBezTo>
                  <a:cubicBezTo>
                    <a:pt x="9350488" y="4257365"/>
                    <a:pt x="9208509" y="4399344"/>
                    <a:pt x="9033370" y="4399344"/>
                  </a:cubicBezTo>
                  <a:lnTo>
                    <a:pt x="6852320" y="4399344"/>
                  </a:lnTo>
                  <a:lnTo>
                    <a:pt x="6844759" y="4398581"/>
                  </a:lnTo>
                  <a:lnTo>
                    <a:pt x="6831730" y="4398964"/>
                  </a:lnTo>
                  <a:lnTo>
                    <a:pt x="6805150" y="4394589"/>
                  </a:lnTo>
                  <a:lnTo>
                    <a:pt x="6788410" y="4392901"/>
                  </a:lnTo>
                  <a:lnTo>
                    <a:pt x="6781081" y="4390626"/>
                  </a:lnTo>
                  <a:lnTo>
                    <a:pt x="6771692" y="4389080"/>
                  </a:lnTo>
                  <a:lnTo>
                    <a:pt x="6748678" y="4380567"/>
                  </a:lnTo>
                  <a:lnTo>
                    <a:pt x="6728884" y="4374423"/>
                  </a:lnTo>
                  <a:lnTo>
                    <a:pt x="6722076" y="4370728"/>
                  </a:lnTo>
                  <a:lnTo>
                    <a:pt x="6714626" y="4367972"/>
                  </a:lnTo>
                  <a:lnTo>
                    <a:pt x="6695104" y="4356088"/>
                  </a:lnTo>
                  <a:lnTo>
                    <a:pt x="6675017" y="4345185"/>
                  </a:lnTo>
                  <a:lnTo>
                    <a:pt x="6668890" y="4340130"/>
                  </a:lnTo>
                  <a:lnTo>
                    <a:pt x="6662274" y="4336102"/>
                  </a:lnTo>
                  <a:lnTo>
                    <a:pt x="6647012" y="4322079"/>
                  </a:lnTo>
                  <a:lnTo>
                    <a:pt x="6628085" y="4306462"/>
                  </a:lnTo>
                  <a:lnTo>
                    <a:pt x="6622029" y="4299122"/>
                  </a:lnTo>
                  <a:lnTo>
                    <a:pt x="6616378" y="4293931"/>
                  </a:lnTo>
                  <a:lnTo>
                    <a:pt x="6606505" y="4280307"/>
                  </a:lnTo>
                  <a:lnTo>
                    <a:pt x="6589361" y="4259529"/>
                  </a:lnTo>
                  <a:lnTo>
                    <a:pt x="6583143" y="4248073"/>
                  </a:lnTo>
                  <a:lnTo>
                    <a:pt x="6578683" y="4241920"/>
                  </a:lnTo>
                  <a:lnTo>
                    <a:pt x="5577164" y="2519482"/>
                  </a:lnTo>
                  <a:lnTo>
                    <a:pt x="3584720" y="2519482"/>
                  </a:lnTo>
                  <a:lnTo>
                    <a:pt x="3577151" y="2518719"/>
                  </a:lnTo>
                  <a:lnTo>
                    <a:pt x="3564128" y="2519102"/>
                  </a:lnTo>
                  <a:lnTo>
                    <a:pt x="3537559" y="2514728"/>
                  </a:lnTo>
                  <a:lnTo>
                    <a:pt x="3520810" y="2513039"/>
                  </a:lnTo>
                  <a:lnTo>
                    <a:pt x="3513476" y="2510763"/>
                  </a:lnTo>
                  <a:lnTo>
                    <a:pt x="3504091" y="2509217"/>
                  </a:lnTo>
                  <a:lnTo>
                    <a:pt x="3481082" y="2500707"/>
                  </a:lnTo>
                  <a:lnTo>
                    <a:pt x="3461284" y="2494561"/>
                  </a:lnTo>
                  <a:lnTo>
                    <a:pt x="3454474" y="2490865"/>
                  </a:lnTo>
                  <a:lnTo>
                    <a:pt x="3447024" y="2488109"/>
                  </a:lnTo>
                  <a:lnTo>
                    <a:pt x="3427503" y="2476226"/>
                  </a:lnTo>
                  <a:lnTo>
                    <a:pt x="3407416" y="2465323"/>
                  </a:lnTo>
                  <a:lnTo>
                    <a:pt x="3401290" y="2460268"/>
                  </a:lnTo>
                  <a:lnTo>
                    <a:pt x="3394672" y="2456239"/>
                  </a:lnTo>
                  <a:lnTo>
                    <a:pt x="3379407" y="2442213"/>
                  </a:lnTo>
                  <a:lnTo>
                    <a:pt x="3360484" y="2426600"/>
                  </a:lnTo>
                  <a:lnTo>
                    <a:pt x="3354430" y="2419263"/>
                  </a:lnTo>
                  <a:lnTo>
                    <a:pt x="3348776" y="2414068"/>
                  </a:lnTo>
                  <a:lnTo>
                    <a:pt x="3338897" y="2400437"/>
                  </a:lnTo>
                  <a:lnTo>
                    <a:pt x="3321761" y="2379667"/>
                  </a:lnTo>
                  <a:lnTo>
                    <a:pt x="3315545" y="2368216"/>
                  </a:lnTo>
                  <a:lnTo>
                    <a:pt x="3311081" y="2362057"/>
                  </a:lnTo>
                  <a:lnTo>
                    <a:pt x="2309562" y="639619"/>
                  </a:lnTo>
                  <a:lnTo>
                    <a:pt x="317118" y="639619"/>
                  </a:lnTo>
                  <a:cubicBezTo>
                    <a:pt x="141979" y="639619"/>
                    <a:pt x="0" y="497640"/>
                    <a:pt x="1" y="322501"/>
                  </a:cubicBezTo>
                  <a:cubicBezTo>
                    <a:pt x="0" y="147362"/>
                    <a:pt x="141979" y="5383"/>
                    <a:pt x="317119" y="5383"/>
                  </a:cubicBezTo>
                  <a:lnTo>
                    <a:pt x="2436279" y="5383"/>
                  </a:lnTo>
                  <a:lnTo>
                    <a:pt x="2448735" y="2523"/>
                  </a:lnTo>
                  <a:cubicBezTo>
                    <a:pt x="2510031" y="-5274"/>
                    <a:pt x="2572102" y="5149"/>
                    <a:pt x="2627103" y="31715"/>
                  </a:cubicBezTo>
                  <a:lnTo>
                    <a:pt x="2650943" y="46228"/>
                  </a:lnTo>
                  <a:lnTo>
                    <a:pt x="2675472" y="59542"/>
                  </a:lnTo>
                  <a:cubicBezTo>
                    <a:pt x="2726084" y="93735"/>
                    <a:pt x="2766295" y="142156"/>
                    <a:pt x="2790366" y="199065"/>
                  </a:cubicBezTo>
                  <a:lnTo>
                    <a:pt x="2794154" y="211270"/>
                  </a:lnTo>
                  <a:lnTo>
                    <a:pt x="3767495" y="1885246"/>
                  </a:lnTo>
                  <a:lnTo>
                    <a:pt x="5703881" y="1885246"/>
                  </a:lnTo>
                  <a:lnTo>
                    <a:pt x="5716337" y="1882386"/>
                  </a:lnTo>
                  <a:cubicBezTo>
                    <a:pt x="5777633" y="1874589"/>
                    <a:pt x="5839704" y="1885011"/>
                    <a:pt x="5894704" y="1911577"/>
                  </a:cubicBezTo>
                  <a:lnTo>
                    <a:pt x="5930433" y="1933328"/>
                  </a:lnTo>
                  <a:lnTo>
                    <a:pt x="5943074" y="1939405"/>
                  </a:lnTo>
                  <a:cubicBezTo>
                    <a:pt x="5985251" y="1967899"/>
                    <a:pt x="6020204" y="2006273"/>
                    <a:pt x="6044613" y="2051207"/>
                  </a:cubicBezTo>
                  <a:lnTo>
                    <a:pt x="6057322" y="2083506"/>
                  </a:lnTo>
                  <a:lnTo>
                    <a:pt x="7035096" y="3765107"/>
                  </a:lnTo>
                  <a:lnTo>
                    <a:pt x="9033370" y="3765107"/>
                  </a:lnTo>
                  <a:cubicBezTo>
                    <a:pt x="9099047" y="3765107"/>
                    <a:pt x="9160061" y="3785073"/>
                    <a:pt x="9210674" y="3819266"/>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5" name="Rounded Rectangle 4"/>
            <p:cNvSpPr/>
            <p:nvPr/>
          </p:nvSpPr>
          <p:spPr>
            <a:xfrm rot="19805282">
              <a:off x="1100786" y="3962064"/>
              <a:ext cx="634909" cy="6342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8" name="Rounded Rectangle 17"/>
            <p:cNvSpPr/>
            <p:nvPr/>
          </p:nvSpPr>
          <p:spPr>
            <a:xfrm rot="19805282">
              <a:off x="2976655" y="2907046"/>
              <a:ext cx="634909" cy="63423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9" name="Rounded Rectangle 18"/>
            <p:cNvSpPr/>
            <p:nvPr/>
          </p:nvSpPr>
          <p:spPr>
            <a:xfrm rot="19805282">
              <a:off x="4856481" y="3966200"/>
              <a:ext cx="634909" cy="63423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0" name="Rounded Rectangle 19"/>
            <p:cNvSpPr/>
            <p:nvPr/>
          </p:nvSpPr>
          <p:spPr>
            <a:xfrm rot="19805282">
              <a:off x="6750373" y="2907049"/>
              <a:ext cx="634909" cy="634236"/>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1" name="Rounded Rectangle 20"/>
            <p:cNvSpPr/>
            <p:nvPr/>
          </p:nvSpPr>
          <p:spPr>
            <a:xfrm rot="19805282">
              <a:off x="10518517" y="2907047"/>
              <a:ext cx="634909" cy="63423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3" name="Rounded Rectangle 22"/>
            <p:cNvSpPr/>
            <p:nvPr/>
          </p:nvSpPr>
          <p:spPr>
            <a:xfrm rot="19805282">
              <a:off x="8614859" y="3962065"/>
              <a:ext cx="634909" cy="6342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4" name="Freeform 23"/>
            <p:cNvSpPr>
              <a:spLocks noEditPoints="1"/>
            </p:cNvSpPr>
            <p:nvPr/>
          </p:nvSpPr>
          <p:spPr bwMode="auto">
            <a:xfrm>
              <a:off x="3100417" y="3031426"/>
              <a:ext cx="387383" cy="385476"/>
            </a:xfrm>
            <a:custGeom>
              <a:avLst/>
              <a:gdLst>
                <a:gd name="T0" fmla="*/ 6 w 94"/>
                <a:gd name="T1" fmla="*/ 28 h 94"/>
                <a:gd name="T2" fmla="*/ 32 w 94"/>
                <a:gd name="T3" fmla="*/ 4 h 94"/>
                <a:gd name="T4" fmla="*/ 67 w 94"/>
                <a:gd name="T5" fmla="*/ 6 h 94"/>
                <a:gd name="T6" fmla="*/ 90 w 94"/>
                <a:gd name="T7" fmla="*/ 32 h 94"/>
                <a:gd name="T8" fmla="*/ 88 w 94"/>
                <a:gd name="T9" fmla="*/ 67 h 94"/>
                <a:gd name="T10" fmla="*/ 88 w 94"/>
                <a:gd name="T11" fmla="*/ 67 h 94"/>
                <a:gd name="T12" fmla="*/ 62 w 94"/>
                <a:gd name="T13" fmla="*/ 90 h 94"/>
                <a:gd name="T14" fmla="*/ 27 w 94"/>
                <a:gd name="T15" fmla="*/ 89 h 94"/>
                <a:gd name="T16" fmla="*/ 27 w 94"/>
                <a:gd name="T17" fmla="*/ 89 h 94"/>
                <a:gd name="T18" fmla="*/ 4 w 94"/>
                <a:gd name="T19" fmla="*/ 62 h 94"/>
                <a:gd name="T20" fmla="*/ 6 w 94"/>
                <a:gd name="T21" fmla="*/ 28 h 94"/>
                <a:gd name="T22" fmla="*/ 6 w 94"/>
                <a:gd name="T23" fmla="*/ 28 h 94"/>
                <a:gd name="T24" fmla="*/ 20 w 94"/>
                <a:gd name="T25" fmla="*/ 27 h 94"/>
                <a:gd name="T26" fmla="*/ 16 w 94"/>
                <a:gd name="T27" fmla="*/ 32 h 94"/>
                <a:gd name="T28" fmla="*/ 16 w 94"/>
                <a:gd name="T29" fmla="*/ 32 h 94"/>
                <a:gd name="T30" fmla="*/ 15 w 94"/>
                <a:gd name="T31" fmla="*/ 35 h 94"/>
                <a:gd name="T32" fmla="*/ 36 w 94"/>
                <a:gd name="T33" fmla="*/ 37 h 94"/>
                <a:gd name="T34" fmla="*/ 34 w 94"/>
                <a:gd name="T35" fmla="*/ 40 h 94"/>
                <a:gd name="T36" fmla="*/ 32 w 94"/>
                <a:gd name="T37" fmla="*/ 45 h 94"/>
                <a:gd name="T38" fmla="*/ 13 w 94"/>
                <a:gd name="T39" fmla="*/ 53 h 94"/>
                <a:gd name="T40" fmla="*/ 15 w 94"/>
                <a:gd name="T41" fmla="*/ 59 h 94"/>
                <a:gd name="T42" fmla="*/ 15 w 94"/>
                <a:gd name="T43" fmla="*/ 59 h 94"/>
                <a:gd name="T44" fmla="*/ 16 w 94"/>
                <a:gd name="T45" fmla="*/ 60 h 94"/>
                <a:gd name="T46" fmla="*/ 29 w 94"/>
                <a:gd name="T47" fmla="*/ 54 h 94"/>
                <a:gd name="T48" fmla="*/ 26 w 94"/>
                <a:gd name="T49" fmla="*/ 74 h 94"/>
                <a:gd name="T50" fmla="*/ 32 w 94"/>
                <a:gd name="T51" fmla="*/ 78 h 94"/>
                <a:gd name="T52" fmla="*/ 32 w 94"/>
                <a:gd name="T53" fmla="*/ 78 h 94"/>
                <a:gd name="T54" fmla="*/ 33 w 94"/>
                <a:gd name="T55" fmla="*/ 79 h 94"/>
                <a:gd name="T56" fmla="*/ 34 w 94"/>
                <a:gd name="T57" fmla="*/ 78 h 94"/>
                <a:gd name="T58" fmla="*/ 36 w 94"/>
                <a:gd name="T59" fmla="*/ 55 h 94"/>
                <a:gd name="T60" fmla="*/ 48 w 94"/>
                <a:gd name="T61" fmla="*/ 67 h 94"/>
                <a:gd name="T62" fmla="*/ 60 w 94"/>
                <a:gd name="T63" fmla="*/ 79 h 94"/>
                <a:gd name="T64" fmla="*/ 65 w 94"/>
                <a:gd name="T65" fmla="*/ 77 h 94"/>
                <a:gd name="T66" fmla="*/ 66 w 94"/>
                <a:gd name="T67" fmla="*/ 74 h 94"/>
                <a:gd name="T68" fmla="*/ 54 w 94"/>
                <a:gd name="T69" fmla="*/ 62 h 94"/>
                <a:gd name="T70" fmla="*/ 39 w 94"/>
                <a:gd name="T71" fmla="*/ 48 h 94"/>
                <a:gd name="T72" fmla="*/ 41 w 94"/>
                <a:gd name="T73" fmla="*/ 43 h 94"/>
                <a:gd name="T74" fmla="*/ 43 w 94"/>
                <a:gd name="T75" fmla="*/ 39 h 94"/>
                <a:gd name="T76" fmla="*/ 49 w 94"/>
                <a:gd name="T77" fmla="*/ 42 h 94"/>
                <a:gd name="T78" fmla="*/ 77 w 94"/>
                <a:gd name="T79" fmla="*/ 64 h 94"/>
                <a:gd name="T80" fmla="*/ 78 w 94"/>
                <a:gd name="T81" fmla="*/ 62 h 94"/>
                <a:gd name="T82" fmla="*/ 78 w 94"/>
                <a:gd name="T83" fmla="*/ 62 h 94"/>
                <a:gd name="T84" fmla="*/ 80 w 94"/>
                <a:gd name="T85" fmla="*/ 56 h 94"/>
                <a:gd name="T86" fmla="*/ 53 w 94"/>
                <a:gd name="T87" fmla="*/ 35 h 94"/>
                <a:gd name="T88" fmla="*/ 47 w 94"/>
                <a:gd name="T89" fmla="*/ 32 h 94"/>
                <a:gd name="T90" fmla="*/ 50 w 94"/>
                <a:gd name="T91" fmla="*/ 28 h 94"/>
                <a:gd name="T92" fmla="*/ 56 w 94"/>
                <a:gd name="T93" fmla="*/ 30 h 94"/>
                <a:gd name="T94" fmla="*/ 74 w 94"/>
                <a:gd name="T95" fmla="*/ 28 h 94"/>
                <a:gd name="T96" fmla="*/ 71 w 94"/>
                <a:gd name="T97" fmla="*/ 23 h 94"/>
                <a:gd name="T98" fmla="*/ 70 w 94"/>
                <a:gd name="T99" fmla="*/ 22 h 94"/>
                <a:gd name="T100" fmla="*/ 58 w 94"/>
                <a:gd name="T101" fmla="*/ 23 h 94"/>
                <a:gd name="T102" fmla="*/ 55 w 94"/>
                <a:gd name="T103" fmla="*/ 22 h 94"/>
                <a:gd name="T104" fmla="*/ 62 w 94"/>
                <a:gd name="T105" fmla="*/ 16 h 94"/>
                <a:gd name="T106" fmla="*/ 53 w 94"/>
                <a:gd name="T107" fmla="*/ 14 h 94"/>
                <a:gd name="T108" fmla="*/ 49 w 94"/>
                <a:gd name="T109" fmla="*/ 18 h 94"/>
                <a:gd name="T110" fmla="*/ 43 w 94"/>
                <a:gd name="T111" fmla="*/ 13 h 94"/>
                <a:gd name="T112" fmla="*/ 37 w 94"/>
                <a:gd name="T113" fmla="*/ 15 h 94"/>
                <a:gd name="T114" fmla="*/ 35 w 94"/>
                <a:gd name="T115" fmla="*/ 16 h 94"/>
                <a:gd name="T116" fmla="*/ 44 w 94"/>
                <a:gd name="T117" fmla="*/ 24 h 94"/>
                <a:gd name="T118" fmla="*/ 40 w 94"/>
                <a:gd name="T119" fmla="*/ 30 h 94"/>
                <a:gd name="T120" fmla="*/ 20 w 94"/>
                <a:gd name="T121" fmla="*/ 2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 h="94">
                  <a:moveTo>
                    <a:pt x="6" y="28"/>
                  </a:moveTo>
                  <a:cubicBezTo>
                    <a:pt x="11" y="16"/>
                    <a:pt x="21" y="8"/>
                    <a:pt x="32" y="4"/>
                  </a:cubicBezTo>
                  <a:cubicBezTo>
                    <a:pt x="43" y="0"/>
                    <a:pt x="56" y="1"/>
                    <a:pt x="67" y="6"/>
                  </a:cubicBezTo>
                  <a:cubicBezTo>
                    <a:pt x="78" y="12"/>
                    <a:pt x="86" y="21"/>
                    <a:pt x="90" y="32"/>
                  </a:cubicBezTo>
                  <a:cubicBezTo>
                    <a:pt x="94" y="43"/>
                    <a:pt x="94" y="56"/>
                    <a:pt x="88" y="67"/>
                  </a:cubicBezTo>
                  <a:cubicBezTo>
                    <a:pt x="88" y="67"/>
                    <a:pt x="88" y="67"/>
                    <a:pt x="88" y="67"/>
                  </a:cubicBezTo>
                  <a:cubicBezTo>
                    <a:pt x="83" y="78"/>
                    <a:pt x="73" y="87"/>
                    <a:pt x="62" y="90"/>
                  </a:cubicBezTo>
                  <a:cubicBezTo>
                    <a:pt x="51" y="94"/>
                    <a:pt x="39" y="94"/>
                    <a:pt x="27" y="89"/>
                  </a:cubicBezTo>
                  <a:cubicBezTo>
                    <a:pt x="27" y="89"/>
                    <a:pt x="27" y="89"/>
                    <a:pt x="27" y="89"/>
                  </a:cubicBezTo>
                  <a:cubicBezTo>
                    <a:pt x="16" y="83"/>
                    <a:pt x="8" y="73"/>
                    <a:pt x="4" y="62"/>
                  </a:cubicBezTo>
                  <a:cubicBezTo>
                    <a:pt x="0" y="51"/>
                    <a:pt x="1" y="39"/>
                    <a:pt x="6" y="28"/>
                  </a:cubicBezTo>
                  <a:cubicBezTo>
                    <a:pt x="6" y="28"/>
                    <a:pt x="6" y="28"/>
                    <a:pt x="6" y="28"/>
                  </a:cubicBezTo>
                  <a:close/>
                  <a:moveTo>
                    <a:pt x="20" y="27"/>
                  </a:moveTo>
                  <a:cubicBezTo>
                    <a:pt x="18" y="29"/>
                    <a:pt x="17" y="30"/>
                    <a:pt x="16" y="32"/>
                  </a:cubicBezTo>
                  <a:cubicBezTo>
                    <a:pt x="16" y="32"/>
                    <a:pt x="16" y="32"/>
                    <a:pt x="16" y="32"/>
                  </a:cubicBezTo>
                  <a:cubicBezTo>
                    <a:pt x="16" y="33"/>
                    <a:pt x="15" y="34"/>
                    <a:pt x="15" y="35"/>
                  </a:cubicBezTo>
                  <a:cubicBezTo>
                    <a:pt x="21" y="34"/>
                    <a:pt x="28" y="34"/>
                    <a:pt x="36" y="37"/>
                  </a:cubicBezTo>
                  <a:cubicBezTo>
                    <a:pt x="35" y="38"/>
                    <a:pt x="35" y="39"/>
                    <a:pt x="34" y="40"/>
                  </a:cubicBezTo>
                  <a:cubicBezTo>
                    <a:pt x="33" y="42"/>
                    <a:pt x="32" y="43"/>
                    <a:pt x="32" y="45"/>
                  </a:cubicBezTo>
                  <a:cubicBezTo>
                    <a:pt x="26" y="45"/>
                    <a:pt x="20" y="47"/>
                    <a:pt x="13" y="53"/>
                  </a:cubicBezTo>
                  <a:cubicBezTo>
                    <a:pt x="14" y="55"/>
                    <a:pt x="14" y="57"/>
                    <a:pt x="15" y="59"/>
                  </a:cubicBezTo>
                  <a:cubicBezTo>
                    <a:pt x="15" y="59"/>
                    <a:pt x="15" y="59"/>
                    <a:pt x="15" y="59"/>
                  </a:cubicBezTo>
                  <a:cubicBezTo>
                    <a:pt x="16" y="60"/>
                    <a:pt x="16" y="60"/>
                    <a:pt x="16" y="60"/>
                  </a:cubicBezTo>
                  <a:cubicBezTo>
                    <a:pt x="21" y="56"/>
                    <a:pt x="25" y="54"/>
                    <a:pt x="29" y="54"/>
                  </a:cubicBezTo>
                  <a:cubicBezTo>
                    <a:pt x="27" y="61"/>
                    <a:pt x="26" y="68"/>
                    <a:pt x="26" y="74"/>
                  </a:cubicBezTo>
                  <a:cubicBezTo>
                    <a:pt x="28" y="76"/>
                    <a:pt x="30" y="77"/>
                    <a:pt x="32" y="78"/>
                  </a:cubicBezTo>
                  <a:cubicBezTo>
                    <a:pt x="32" y="78"/>
                    <a:pt x="32" y="78"/>
                    <a:pt x="32" y="78"/>
                  </a:cubicBezTo>
                  <a:cubicBezTo>
                    <a:pt x="33" y="78"/>
                    <a:pt x="33" y="78"/>
                    <a:pt x="33" y="79"/>
                  </a:cubicBezTo>
                  <a:cubicBezTo>
                    <a:pt x="34" y="78"/>
                    <a:pt x="34" y="78"/>
                    <a:pt x="34" y="78"/>
                  </a:cubicBezTo>
                  <a:cubicBezTo>
                    <a:pt x="33" y="72"/>
                    <a:pt x="34" y="64"/>
                    <a:pt x="36" y="55"/>
                  </a:cubicBezTo>
                  <a:cubicBezTo>
                    <a:pt x="41" y="58"/>
                    <a:pt x="44" y="62"/>
                    <a:pt x="48" y="67"/>
                  </a:cubicBezTo>
                  <a:cubicBezTo>
                    <a:pt x="52" y="71"/>
                    <a:pt x="56" y="76"/>
                    <a:pt x="60" y="79"/>
                  </a:cubicBezTo>
                  <a:cubicBezTo>
                    <a:pt x="62" y="78"/>
                    <a:pt x="63" y="78"/>
                    <a:pt x="65" y="77"/>
                  </a:cubicBezTo>
                  <a:cubicBezTo>
                    <a:pt x="66" y="74"/>
                    <a:pt x="66" y="74"/>
                    <a:pt x="66" y="74"/>
                  </a:cubicBezTo>
                  <a:cubicBezTo>
                    <a:pt x="62" y="71"/>
                    <a:pt x="58" y="67"/>
                    <a:pt x="54" y="62"/>
                  </a:cubicBezTo>
                  <a:cubicBezTo>
                    <a:pt x="49" y="56"/>
                    <a:pt x="44" y="51"/>
                    <a:pt x="39" y="48"/>
                  </a:cubicBezTo>
                  <a:cubicBezTo>
                    <a:pt x="40" y="46"/>
                    <a:pt x="40" y="45"/>
                    <a:pt x="41" y="43"/>
                  </a:cubicBezTo>
                  <a:cubicBezTo>
                    <a:pt x="42" y="42"/>
                    <a:pt x="42" y="40"/>
                    <a:pt x="43" y="39"/>
                  </a:cubicBezTo>
                  <a:cubicBezTo>
                    <a:pt x="45" y="40"/>
                    <a:pt x="47" y="41"/>
                    <a:pt x="49" y="42"/>
                  </a:cubicBezTo>
                  <a:cubicBezTo>
                    <a:pt x="61" y="47"/>
                    <a:pt x="71" y="55"/>
                    <a:pt x="77" y="64"/>
                  </a:cubicBezTo>
                  <a:cubicBezTo>
                    <a:pt x="77" y="63"/>
                    <a:pt x="78" y="63"/>
                    <a:pt x="78" y="62"/>
                  </a:cubicBezTo>
                  <a:cubicBezTo>
                    <a:pt x="78" y="62"/>
                    <a:pt x="78" y="62"/>
                    <a:pt x="78" y="62"/>
                  </a:cubicBezTo>
                  <a:cubicBezTo>
                    <a:pt x="79" y="60"/>
                    <a:pt x="80" y="58"/>
                    <a:pt x="80" y="56"/>
                  </a:cubicBezTo>
                  <a:cubicBezTo>
                    <a:pt x="74" y="47"/>
                    <a:pt x="63" y="40"/>
                    <a:pt x="53" y="35"/>
                  </a:cubicBezTo>
                  <a:cubicBezTo>
                    <a:pt x="51" y="34"/>
                    <a:pt x="49" y="33"/>
                    <a:pt x="47" y="32"/>
                  </a:cubicBezTo>
                  <a:cubicBezTo>
                    <a:pt x="48" y="31"/>
                    <a:pt x="49" y="29"/>
                    <a:pt x="50" y="28"/>
                  </a:cubicBezTo>
                  <a:cubicBezTo>
                    <a:pt x="52" y="29"/>
                    <a:pt x="54" y="30"/>
                    <a:pt x="56" y="30"/>
                  </a:cubicBezTo>
                  <a:cubicBezTo>
                    <a:pt x="66" y="32"/>
                    <a:pt x="73" y="28"/>
                    <a:pt x="74" y="28"/>
                  </a:cubicBezTo>
                  <a:cubicBezTo>
                    <a:pt x="71" y="23"/>
                    <a:pt x="71" y="23"/>
                    <a:pt x="71" y="23"/>
                  </a:cubicBezTo>
                  <a:cubicBezTo>
                    <a:pt x="71" y="22"/>
                    <a:pt x="70" y="22"/>
                    <a:pt x="70" y="22"/>
                  </a:cubicBezTo>
                  <a:cubicBezTo>
                    <a:pt x="68" y="22"/>
                    <a:pt x="63" y="24"/>
                    <a:pt x="58" y="23"/>
                  </a:cubicBezTo>
                  <a:cubicBezTo>
                    <a:pt x="57" y="23"/>
                    <a:pt x="56" y="22"/>
                    <a:pt x="55" y="22"/>
                  </a:cubicBezTo>
                  <a:cubicBezTo>
                    <a:pt x="57" y="20"/>
                    <a:pt x="60" y="18"/>
                    <a:pt x="62" y="16"/>
                  </a:cubicBezTo>
                  <a:cubicBezTo>
                    <a:pt x="59" y="15"/>
                    <a:pt x="56" y="14"/>
                    <a:pt x="53" y="14"/>
                  </a:cubicBezTo>
                  <a:cubicBezTo>
                    <a:pt x="52" y="15"/>
                    <a:pt x="50" y="16"/>
                    <a:pt x="49" y="18"/>
                  </a:cubicBezTo>
                  <a:cubicBezTo>
                    <a:pt x="47" y="16"/>
                    <a:pt x="45" y="15"/>
                    <a:pt x="43" y="13"/>
                  </a:cubicBezTo>
                  <a:cubicBezTo>
                    <a:pt x="41" y="14"/>
                    <a:pt x="39" y="14"/>
                    <a:pt x="37" y="15"/>
                  </a:cubicBezTo>
                  <a:cubicBezTo>
                    <a:pt x="35" y="16"/>
                    <a:pt x="35" y="16"/>
                    <a:pt x="35" y="16"/>
                  </a:cubicBezTo>
                  <a:cubicBezTo>
                    <a:pt x="35" y="16"/>
                    <a:pt x="39" y="20"/>
                    <a:pt x="44" y="24"/>
                  </a:cubicBezTo>
                  <a:cubicBezTo>
                    <a:pt x="42" y="26"/>
                    <a:pt x="41" y="28"/>
                    <a:pt x="40" y="30"/>
                  </a:cubicBezTo>
                  <a:cubicBezTo>
                    <a:pt x="33" y="28"/>
                    <a:pt x="26" y="27"/>
                    <a:pt x="20" y="27"/>
                  </a:cubicBezTo>
                  <a:close/>
                </a:path>
              </a:pathLst>
            </a:custGeom>
            <a:solidFill>
              <a:schemeClr val="bg1"/>
            </a:solidFill>
            <a:ln>
              <a:noFill/>
            </a:ln>
          </p:spPr>
          <p:txBody>
            <a:bodyPr vert="horz" wrap="square" lIns="96429" tIns="48214" rIns="96429" bIns="48214"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1898">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5" name="Freeform 24"/>
            <p:cNvSpPr>
              <a:spLocks noEditPoints="1"/>
            </p:cNvSpPr>
            <p:nvPr/>
          </p:nvSpPr>
          <p:spPr bwMode="auto">
            <a:xfrm>
              <a:off x="6878905" y="3031426"/>
              <a:ext cx="377843" cy="362576"/>
            </a:xfrm>
            <a:custGeom>
              <a:avLst/>
              <a:gdLst>
                <a:gd name="T0" fmla="*/ 80 w 198"/>
                <a:gd name="T1" fmla="*/ 39 h 190"/>
                <a:gd name="T2" fmla="*/ 32 w 198"/>
                <a:gd name="T3" fmla="*/ 39 h 190"/>
                <a:gd name="T4" fmla="*/ 24 w 198"/>
                <a:gd name="T5" fmla="*/ 52 h 190"/>
                <a:gd name="T6" fmla="*/ 32 w 198"/>
                <a:gd name="T7" fmla="*/ 65 h 190"/>
                <a:gd name="T8" fmla="*/ 80 w 198"/>
                <a:gd name="T9" fmla="*/ 65 h 190"/>
                <a:gd name="T10" fmla="*/ 80 w 198"/>
                <a:gd name="T11" fmla="*/ 39 h 190"/>
                <a:gd name="T12" fmla="*/ 80 w 198"/>
                <a:gd name="T13" fmla="*/ 39 h 190"/>
                <a:gd name="T14" fmla="*/ 114 w 198"/>
                <a:gd name="T15" fmla="*/ 65 h 190"/>
                <a:gd name="T16" fmla="*/ 170 w 198"/>
                <a:gd name="T17" fmla="*/ 65 h 190"/>
                <a:gd name="T18" fmla="*/ 177 w 198"/>
                <a:gd name="T19" fmla="*/ 65 h 190"/>
                <a:gd name="T20" fmla="*/ 179 w 198"/>
                <a:gd name="T21" fmla="*/ 69 h 190"/>
                <a:gd name="T22" fmla="*/ 194 w 198"/>
                <a:gd name="T23" fmla="*/ 93 h 190"/>
                <a:gd name="T24" fmla="*/ 198 w 198"/>
                <a:gd name="T25" fmla="*/ 99 h 190"/>
                <a:gd name="T26" fmla="*/ 194 w 198"/>
                <a:gd name="T27" fmla="*/ 103 h 190"/>
                <a:gd name="T28" fmla="*/ 179 w 198"/>
                <a:gd name="T29" fmla="*/ 127 h 190"/>
                <a:gd name="T30" fmla="*/ 177 w 198"/>
                <a:gd name="T31" fmla="*/ 134 h 190"/>
                <a:gd name="T32" fmla="*/ 170 w 198"/>
                <a:gd name="T33" fmla="*/ 134 h 190"/>
                <a:gd name="T34" fmla="*/ 114 w 198"/>
                <a:gd name="T35" fmla="*/ 134 h 190"/>
                <a:gd name="T36" fmla="*/ 114 w 198"/>
                <a:gd name="T37" fmla="*/ 164 h 190"/>
                <a:gd name="T38" fmla="*/ 164 w 198"/>
                <a:gd name="T39" fmla="*/ 164 h 190"/>
                <a:gd name="T40" fmla="*/ 164 w 198"/>
                <a:gd name="T41" fmla="*/ 190 h 190"/>
                <a:gd name="T42" fmla="*/ 37 w 198"/>
                <a:gd name="T43" fmla="*/ 190 h 190"/>
                <a:gd name="T44" fmla="*/ 37 w 198"/>
                <a:gd name="T45" fmla="*/ 164 h 190"/>
                <a:gd name="T46" fmla="*/ 82 w 198"/>
                <a:gd name="T47" fmla="*/ 164 h 190"/>
                <a:gd name="T48" fmla="*/ 82 w 198"/>
                <a:gd name="T49" fmla="*/ 86 h 190"/>
                <a:gd name="T50" fmla="*/ 26 w 198"/>
                <a:gd name="T51" fmla="*/ 86 h 190"/>
                <a:gd name="T52" fmla="*/ 19 w 198"/>
                <a:gd name="T53" fmla="*/ 86 h 190"/>
                <a:gd name="T54" fmla="*/ 17 w 198"/>
                <a:gd name="T55" fmla="*/ 80 h 190"/>
                <a:gd name="T56" fmla="*/ 2 w 198"/>
                <a:gd name="T57" fmla="*/ 56 h 190"/>
                <a:gd name="T58" fmla="*/ 0 w 198"/>
                <a:gd name="T59" fmla="*/ 52 h 190"/>
                <a:gd name="T60" fmla="*/ 2 w 198"/>
                <a:gd name="T61" fmla="*/ 45 h 190"/>
                <a:gd name="T62" fmla="*/ 17 w 198"/>
                <a:gd name="T63" fmla="*/ 21 h 190"/>
                <a:gd name="T64" fmla="*/ 19 w 198"/>
                <a:gd name="T65" fmla="*/ 17 h 190"/>
                <a:gd name="T66" fmla="*/ 26 w 198"/>
                <a:gd name="T67" fmla="*/ 17 h 190"/>
                <a:gd name="T68" fmla="*/ 82 w 198"/>
                <a:gd name="T69" fmla="*/ 17 h 190"/>
                <a:gd name="T70" fmla="*/ 82 w 198"/>
                <a:gd name="T71" fmla="*/ 13 h 190"/>
                <a:gd name="T72" fmla="*/ 99 w 198"/>
                <a:gd name="T73" fmla="*/ 0 h 190"/>
                <a:gd name="T74" fmla="*/ 114 w 198"/>
                <a:gd name="T75" fmla="*/ 13 h 190"/>
                <a:gd name="T76" fmla="*/ 114 w 198"/>
                <a:gd name="T77" fmla="*/ 65 h 190"/>
                <a:gd name="T78" fmla="*/ 114 w 198"/>
                <a:gd name="T79" fmla="*/ 65 h 190"/>
                <a:gd name="T80" fmla="*/ 166 w 198"/>
                <a:gd name="T81" fmla="*/ 84 h 190"/>
                <a:gd name="T82" fmla="*/ 116 w 198"/>
                <a:gd name="T83" fmla="*/ 84 h 190"/>
                <a:gd name="T84" fmla="*/ 116 w 198"/>
                <a:gd name="T85" fmla="*/ 112 h 190"/>
                <a:gd name="T86" fmla="*/ 166 w 198"/>
                <a:gd name="T87" fmla="*/ 112 h 190"/>
                <a:gd name="T88" fmla="*/ 175 w 198"/>
                <a:gd name="T89" fmla="*/ 99 h 190"/>
                <a:gd name="T90" fmla="*/ 166 w 198"/>
                <a:gd name="T91" fmla="*/ 8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0">
                  <a:moveTo>
                    <a:pt x="80" y="39"/>
                  </a:moveTo>
                  <a:lnTo>
                    <a:pt x="32" y="39"/>
                  </a:lnTo>
                  <a:lnTo>
                    <a:pt x="24" y="52"/>
                  </a:lnTo>
                  <a:lnTo>
                    <a:pt x="32" y="65"/>
                  </a:lnTo>
                  <a:lnTo>
                    <a:pt x="80" y="65"/>
                  </a:lnTo>
                  <a:lnTo>
                    <a:pt x="80" y="39"/>
                  </a:lnTo>
                  <a:lnTo>
                    <a:pt x="80" y="39"/>
                  </a:lnTo>
                  <a:close/>
                  <a:moveTo>
                    <a:pt x="114" y="65"/>
                  </a:moveTo>
                  <a:lnTo>
                    <a:pt x="170" y="65"/>
                  </a:lnTo>
                  <a:lnTo>
                    <a:pt x="177" y="65"/>
                  </a:lnTo>
                  <a:lnTo>
                    <a:pt x="179" y="69"/>
                  </a:lnTo>
                  <a:lnTo>
                    <a:pt x="194" y="93"/>
                  </a:lnTo>
                  <a:lnTo>
                    <a:pt x="198" y="99"/>
                  </a:lnTo>
                  <a:lnTo>
                    <a:pt x="194" y="103"/>
                  </a:lnTo>
                  <a:lnTo>
                    <a:pt x="179" y="127"/>
                  </a:lnTo>
                  <a:lnTo>
                    <a:pt x="177" y="134"/>
                  </a:lnTo>
                  <a:lnTo>
                    <a:pt x="170" y="134"/>
                  </a:lnTo>
                  <a:lnTo>
                    <a:pt x="114" y="134"/>
                  </a:lnTo>
                  <a:lnTo>
                    <a:pt x="114" y="164"/>
                  </a:lnTo>
                  <a:lnTo>
                    <a:pt x="164" y="164"/>
                  </a:lnTo>
                  <a:lnTo>
                    <a:pt x="164" y="190"/>
                  </a:lnTo>
                  <a:lnTo>
                    <a:pt x="37" y="190"/>
                  </a:lnTo>
                  <a:lnTo>
                    <a:pt x="37" y="164"/>
                  </a:lnTo>
                  <a:lnTo>
                    <a:pt x="82" y="164"/>
                  </a:lnTo>
                  <a:lnTo>
                    <a:pt x="82" y="86"/>
                  </a:lnTo>
                  <a:lnTo>
                    <a:pt x="26" y="86"/>
                  </a:lnTo>
                  <a:lnTo>
                    <a:pt x="19" y="86"/>
                  </a:lnTo>
                  <a:lnTo>
                    <a:pt x="17" y="80"/>
                  </a:lnTo>
                  <a:lnTo>
                    <a:pt x="2" y="56"/>
                  </a:lnTo>
                  <a:lnTo>
                    <a:pt x="0" y="52"/>
                  </a:lnTo>
                  <a:lnTo>
                    <a:pt x="2" y="45"/>
                  </a:lnTo>
                  <a:lnTo>
                    <a:pt x="17" y="21"/>
                  </a:lnTo>
                  <a:lnTo>
                    <a:pt x="19" y="17"/>
                  </a:lnTo>
                  <a:lnTo>
                    <a:pt x="26" y="17"/>
                  </a:lnTo>
                  <a:lnTo>
                    <a:pt x="82" y="17"/>
                  </a:lnTo>
                  <a:lnTo>
                    <a:pt x="82" y="13"/>
                  </a:lnTo>
                  <a:lnTo>
                    <a:pt x="99" y="0"/>
                  </a:lnTo>
                  <a:lnTo>
                    <a:pt x="114" y="13"/>
                  </a:lnTo>
                  <a:lnTo>
                    <a:pt x="114" y="65"/>
                  </a:lnTo>
                  <a:lnTo>
                    <a:pt x="114" y="65"/>
                  </a:lnTo>
                  <a:close/>
                  <a:moveTo>
                    <a:pt x="166" y="84"/>
                  </a:moveTo>
                  <a:lnTo>
                    <a:pt x="116" y="84"/>
                  </a:lnTo>
                  <a:lnTo>
                    <a:pt x="116" y="112"/>
                  </a:lnTo>
                  <a:lnTo>
                    <a:pt x="166" y="112"/>
                  </a:lnTo>
                  <a:lnTo>
                    <a:pt x="175" y="99"/>
                  </a:lnTo>
                  <a:lnTo>
                    <a:pt x="166" y="84"/>
                  </a:lnTo>
                  <a:close/>
                </a:path>
              </a:pathLst>
            </a:custGeom>
            <a:solidFill>
              <a:schemeClr val="bg1"/>
            </a:solidFill>
            <a:ln>
              <a:noFill/>
            </a:ln>
          </p:spPr>
          <p:txBody>
            <a:bodyPr vert="horz" wrap="square" lIns="96429" tIns="48214" rIns="96429" bIns="48214"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1898">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6" name="Freeform 25"/>
            <p:cNvSpPr>
              <a:spLocks noEditPoints="1"/>
            </p:cNvSpPr>
            <p:nvPr/>
          </p:nvSpPr>
          <p:spPr bwMode="auto">
            <a:xfrm>
              <a:off x="5005051" y="4114114"/>
              <a:ext cx="337768" cy="330136"/>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solidFill>
              <a:schemeClr val="bg1"/>
            </a:solidFill>
            <a:ln>
              <a:noFill/>
            </a:ln>
          </p:spPr>
          <p:txBody>
            <a:bodyPr vert="horz" wrap="square" lIns="96429" tIns="48214" rIns="96429" bIns="48214"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1898">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7" name="Freeform 26"/>
            <p:cNvSpPr>
              <a:spLocks noEditPoints="1"/>
            </p:cNvSpPr>
            <p:nvPr/>
          </p:nvSpPr>
          <p:spPr bwMode="auto">
            <a:xfrm>
              <a:off x="8773924" y="4087398"/>
              <a:ext cx="316777" cy="38356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p:spPr>
          <p:txBody>
            <a:bodyPr vert="horz" wrap="square" lIns="96429" tIns="48214" rIns="96429" bIns="48214"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1898">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cxnSp>
        <p:nvCxnSpPr>
          <p:cNvPr id="38" name="Straight Arrow Connector 37"/>
          <p:cNvCxnSpPr/>
          <p:nvPr/>
        </p:nvCxnSpPr>
        <p:spPr>
          <a:xfrm>
            <a:off x="3474619" y="3956323"/>
            <a:ext cx="0" cy="1013383"/>
          </a:xfrm>
          <a:prstGeom prst="straightConnector1">
            <a:avLst/>
          </a:prstGeom>
          <a:ln w="2540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7454221" y="3956323"/>
            <a:ext cx="0" cy="1013383"/>
          </a:xfrm>
          <a:prstGeom prst="straightConnector1">
            <a:avLst/>
          </a:prstGeom>
          <a:ln w="25400">
            <a:solidFill>
              <a:schemeClr val="accent4"/>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flipV="1">
            <a:off x="9440717" y="2943501"/>
            <a:ext cx="0" cy="1013383"/>
          </a:xfrm>
          <a:prstGeom prst="straightConnector1">
            <a:avLst/>
          </a:prstGeom>
          <a:ln w="2540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flipV="1">
            <a:off x="5476584" y="2943501"/>
            <a:ext cx="0" cy="1013383"/>
          </a:xfrm>
          <a:prstGeom prst="straightConnector1">
            <a:avLst/>
          </a:prstGeom>
          <a:ln w="25400">
            <a:solidFill>
              <a:schemeClr val="accent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 name="TextBox 41"/>
          <p:cNvSpPr txBox="1"/>
          <p:nvPr/>
        </p:nvSpPr>
        <p:spPr>
          <a:xfrm>
            <a:off x="2280570" y="5545620"/>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1" name="TextBox 170"/>
          <p:cNvSpPr txBox="1"/>
          <p:nvPr/>
        </p:nvSpPr>
        <p:spPr>
          <a:xfrm>
            <a:off x="2259506" y="5239346"/>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TextBox 41"/>
          <p:cNvSpPr txBox="1"/>
          <p:nvPr/>
        </p:nvSpPr>
        <p:spPr>
          <a:xfrm>
            <a:off x="4237957" y="2122877"/>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3" name="TextBox 170"/>
          <p:cNvSpPr txBox="1"/>
          <p:nvPr/>
        </p:nvSpPr>
        <p:spPr>
          <a:xfrm>
            <a:off x="4216893" y="1816603"/>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TextBox 41"/>
          <p:cNvSpPr txBox="1"/>
          <p:nvPr/>
        </p:nvSpPr>
        <p:spPr>
          <a:xfrm>
            <a:off x="6352507" y="5545620"/>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5" name="TextBox 170"/>
          <p:cNvSpPr txBox="1"/>
          <p:nvPr/>
        </p:nvSpPr>
        <p:spPr>
          <a:xfrm>
            <a:off x="6331443" y="5239346"/>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TextBox 41"/>
          <p:cNvSpPr txBox="1"/>
          <p:nvPr/>
        </p:nvSpPr>
        <p:spPr>
          <a:xfrm>
            <a:off x="8245968" y="2122877"/>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7" name="TextBox 170"/>
          <p:cNvSpPr txBox="1"/>
          <p:nvPr/>
        </p:nvSpPr>
        <p:spPr>
          <a:xfrm>
            <a:off x="8245968" y="1816603"/>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214964809"/>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wipe(up)">
                                      <p:cBhvr>
                                        <p:cTn id="11" dur="500"/>
                                        <p:tgtEl>
                                          <p:spTgt spid="38"/>
                                        </p:tgtEl>
                                      </p:cBhvr>
                                    </p:animEffect>
                                  </p:childTnLst>
                                </p:cTn>
                              </p:par>
                            </p:childTnLst>
                          </p:cTn>
                        </p:par>
                        <p:par>
                          <p:cTn id="12" fill="hold">
                            <p:stCondLst>
                              <p:cond delay="1000"/>
                            </p:stCondLst>
                            <p:childTnLst>
                              <p:par>
                                <p:cTn id="13" presetID="47"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anim calcmode="lin" valueType="num">
                                      <p:cBhvr>
                                        <p:cTn id="16" dur="500" fill="hold"/>
                                        <p:tgtEl>
                                          <p:spTgt spid="31"/>
                                        </p:tgtEl>
                                        <p:attrNameLst>
                                          <p:attrName>ppt_x</p:attrName>
                                        </p:attrNameLst>
                                      </p:cBhvr>
                                      <p:tavLst>
                                        <p:tav tm="0">
                                          <p:val>
                                            <p:strVal val="#ppt_x"/>
                                          </p:val>
                                        </p:tav>
                                        <p:tav tm="100000">
                                          <p:val>
                                            <p:strVal val="#ppt_x"/>
                                          </p:val>
                                        </p:tav>
                                      </p:tavLst>
                                    </p:anim>
                                    <p:anim calcmode="lin" valueType="num">
                                      <p:cBhvr>
                                        <p:cTn id="17" dur="500" fill="hold"/>
                                        <p:tgtEl>
                                          <p:spTgt spid="31"/>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fade">
                                      <p:cBhvr>
                                        <p:cTn id="20" dur="500"/>
                                        <p:tgtEl>
                                          <p:spTgt spid="30"/>
                                        </p:tgtEl>
                                      </p:cBhvr>
                                    </p:animEffect>
                                    <p:anim calcmode="lin" valueType="num">
                                      <p:cBhvr>
                                        <p:cTn id="21" dur="500" fill="hold"/>
                                        <p:tgtEl>
                                          <p:spTgt spid="30"/>
                                        </p:tgtEl>
                                        <p:attrNameLst>
                                          <p:attrName>ppt_x</p:attrName>
                                        </p:attrNameLst>
                                      </p:cBhvr>
                                      <p:tavLst>
                                        <p:tav tm="0">
                                          <p:val>
                                            <p:strVal val="#ppt_x"/>
                                          </p:val>
                                        </p:tav>
                                        <p:tav tm="100000">
                                          <p:val>
                                            <p:strVal val="#ppt_x"/>
                                          </p:val>
                                        </p:tav>
                                      </p:tavLst>
                                    </p:anim>
                                    <p:anim calcmode="lin" valueType="num">
                                      <p:cBhvr>
                                        <p:cTn id="22" dur="500" fill="hold"/>
                                        <p:tgtEl>
                                          <p:spTgt spid="30"/>
                                        </p:tgtEl>
                                        <p:attrNameLst>
                                          <p:attrName>ppt_y</p:attrName>
                                        </p:attrNameLst>
                                      </p:cBhvr>
                                      <p:tavLst>
                                        <p:tav tm="0">
                                          <p:val>
                                            <p:strVal val="#ppt_y+.1"/>
                                          </p:val>
                                        </p:tav>
                                        <p:tav tm="100000">
                                          <p:val>
                                            <p:strVal val="#ppt_y"/>
                                          </p:val>
                                        </p:tav>
                                      </p:tavLst>
                                    </p:anim>
                                  </p:childTnLst>
                                </p:cTn>
                              </p:par>
                            </p:childTnLst>
                          </p:cTn>
                        </p:par>
                        <p:par>
                          <p:cTn id="23" fill="hold">
                            <p:stCondLst>
                              <p:cond delay="1500"/>
                            </p:stCondLst>
                            <p:childTnLst>
                              <p:par>
                                <p:cTn id="24" presetID="22" presetClass="entr" presetSubtype="4" fill="hold" nodeType="afterEffect">
                                  <p:stCondLst>
                                    <p:cond delay="0"/>
                                  </p:stCondLst>
                                  <p:childTnLst>
                                    <p:set>
                                      <p:cBhvr>
                                        <p:cTn id="25" dur="1" fill="hold">
                                          <p:stCondLst>
                                            <p:cond delay="0"/>
                                          </p:stCondLst>
                                        </p:cTn>
                                        <p:tgtEl>
                                          <p:spTgt spid="43"/>
                                        </p:tgtEl>
                                        <p:attrNameLst>
                                          <p:attrName>style.visibility</p:attrName>
                                        </p:attrNameLst>
                                      </p:cBhvr>
                                      <p:to>
                                        <p:strVal val="visible"/>
                                      </p:to>
                                    </p:set>
                                    <p:animEffect transition="in" filter="wipe(down)">
                                      <p:cBhvr>
                                        <p:cTn id="26" dur="500"/>
                                        <p:tgtEl>
                                          <p:spTgt spid="43"/>
                                        </p:tgtEl>
                                      </p:cBhvr>
                                    </p:animEffect>
                                  </p:childTnLst>
                                </p:cTn>
                              </p:par>
                            </p:childTnLst>
                          </p:cTn>
                        </p:par>
                        <p:par>
                          <p:cTn id="27" fill="hold">
                            <p:stCondLst>
                              <p:cond delay="2000"/>
                            </p:stCondLst>
                            <p:childTnLst>
                              <p:par>
                                <p:cTn id="28" presetID="47" presetClass="entr" presetSubtype="0" fill="hold" grpId="0"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anim calcmode="lin" valueType="num">
                                      <p:cBhvr>
                                        <p:cTn id="31" dur="500" fill="hold"/>
                                        <p:tgtEl>
                                          <p:spTgt spid="33"/>
                                        </p:tgtEl>
                                        <p:attrNameLst>
                                          <p:attrName>ppt_x</p:attrName>
                                        </p:attrNameLst>
                                      </p:cBhvr>
                                      <p:tavLst>
                                        <p:tav tm="0">
                                          <p:val>
                                            <p:strVal val="#ppt_x"/>
                                          </p:val>
                                        </p:tav>
                                        <p:tav tm="100000">
                                          <p:val>
                                            <p:strVal val="#ppt_x"/>
                                          </p:val>
                                        </p:tav>
                                      </p:tavLst>
                                    </p:anim>
                                    <p:anim calcmode="lin" valueType="num">
                                      <p:cBhvr>
                                        <p:cTn id="32" dur="500" fill="hold"/>
                                        <p:tgtEl>
                                          <p:spTgt spid="33"/>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32"/>
                                        </p:tgtEl>
                                        <p:attrNameLst>
                                          <p:attrName>style.visibility</p:attrName>
                                        </p:attrNameLst>
                                      </p:cBhvr>
                                      <p:to>
                                        <p:strVal val="visible"/>
                                      </p:to>
                                    </p:set>
                                    <p:animEffect transition="in" filter="fade">
                                      <p:cBhvr>
                                        <p:cTn id="35" dur="500"/>
                                        <p:tgtEl>
                                          <p:spTgt spid="32"/>
                                        </p:tgtEl>
                                      </p:cBhvr>
                                    </p:animEffect>
                                    <p:anim calcmode="lin" valueType="num">
                                      <p:cBhvr>
                                        <p:cTn id="36" dur="500" fill="hold"/>
                                        <p:tgtEl>
                                          <p:spTgt spid="32"/>
                                        </p:tgtEl>
                                        <p:attrNameLst>
                                          <p:attrName>ppt_x</p:attrName>
                                        </p:attrNameLst>
                                      </p:cBhvr>
                                      <p:tavLst>
                                        <p:tav tm="0">
                                          <p:val>
                                            <p:strVal val="#ppt_x"/>
                                          </p:val>
                                        </p:tav>
                                        <p:tav tm="100000">
                                          <p:val>
                                            <p:strVal val="#ppt_x"/>
                                          </p:val>
                                        </p:tav>
                                      </p:tavLst>
                                    </p:anim>
                                    <p:anim calcmode="lin" valueType="num">
                                      <p:cBhvr>
                                        <p:cTn id="37" dur="500" fill="hold"/>
                                        <p:tgtEl>
                                          <p:spTgt spid="32"/>
                                        </p:tgtEl>
                                        <p:attrNameLst>
                                          <p:attrName>ppt_y</p:attrName>
                                        </p:attrNameLst>
                                      </p:cBhvr>
                                      <p:tavLst>
                                        <p:tav tm="0">
                                          <p:val>
                                            <p:strVal val="#ppt_y+.1"/>
                                          </p:val>
                                        </p:tav>
                                        <p:tav tm="100000">
                                          <p:val>
                                            <p:strVal val="#ppt_y"/>
                                          </p:val>
                                        </p:tav>
                                      </p:tavLst>
                                    </p:anim>
                                  </p:childTnLst>
                                </p:cTn>
                              </p:par>
                            </p:childTnLst>
                          </p:cTn>
                        </p:par>
                        <p:par>
                          <p:cTn id="38" fill="hold">
                            <p:stCondLst>
                              <p:cond delay="2500"/>
                            </p:stCondLst>
                            <p:childTnLst>
                              <p:par>
                                <p:cTn id="39" presetID="22" presetClass="entr" presetSubtype="1" fill="hold" nodeType="after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wipe(up)">
                                      <p:cBhvr>
                                        <p:cTn id="41" dur="500"/>
                                        <p:tgtEl>
                                          <p:spTgt spid="41"/>
                                        </p:tgtEl>
                                      </p:cBhvr>
                                    </p:animEffect>
                                  </p:childTnLst>
                                </p:cTn>
                              </p:par>
                            </p:childTnLst>
                          </p:cTn>
                        </p:par>
                        <p:par>
                          <p:cTn id="42" fill="hold">
                            <p:stCondLst>
                              <p:cond delay="3000"/>
                            </p:stCondLst>
                            <p:childTnLst>
                              <p:par>
                                <p:cTn id="43" presetID="47" presetClass="entr" presetSubtype="0" fill="hold" grpId="0" nodeType="after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500"/>
                                        <p:tgtEl>
                                          <p:spTgt spid="35"/>
                                        </p:tgtEl>
                                      </p:cBhvr>
                                    </p:animEffect>
                                    <p:anim calcmode="lin" valueType="num">
                                      <p:cBhvr>
                                        <p:cTn id="46" dur="500" fill="hold"/>
                                        <p:tgtEl>
                                          <p:spTgt spid="35"/>
                                        </p:tgtEl>
                                        <p:attrNameLst>
                                          <p:attrName>ppt_x</p:attrName>
                                        </p:attrNameLst>
                                      </p:cBhvr>
                                      <p:tavLst>
                                        <p:tav tm="0">
                                          <p:val>
                                            <p:strVal val="#ppt_x"/>
                                          </p:val>
                                        </p:tav>
                                        <p:tav tm="100000">
                                          <p:val>
                                            <p:strVal val="#ppt_x"/>
                                          </p:val>
                                        </p:tav>
                                      </p:tavLst>
                                    </p:anim>
                                    <p:anim calcmode="lin" valueType="num">
                                      <p:cBhvr>
                                        <p:cTn id="47" dur="500" fill="hold"/>
                                        <p:tgtEl>
                                          <p:spTgt spid="35"/>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fade">
                                      <p:cBhvr>
                                        <p:cTn id="50" dur="500"/>
                                        <p:tgtEl>
                                          <p:spTgt spid="34"/>
                                        </p:tgtEl>
                                      </p:cBhvr>
                                    </p:animEffect>
                                    <p:anim calcmode="lin" valueType="num">
                                      <p:cBhvr>
                                        <p:cTn id="51" dur="500" fill="hold"/>
                                        <p:tgtEl>
                                          <p:spTgt spid="34"/>
                                        </p:tgtEl>
                                        <p:attrNameLst>
                                          <p:attrName>ppt_x</p:attrName>
                                        </p:attrNameLst>
                                      </p:cBhvr>
                                      <p:tavLst>
                                        <p:tav tm="0">
                                          <p:val>
                                            <p:strVal val="#ppt_x"/>
                                          </p:val>
                                        </p:tav>
                                        <p:tav tm="100000">
                                          <p:val>
                                            <p:strVal val="#ppt_x"/>
                                          </p:val>
                                        </p:tav>
                                      </p:tavLst>
                                    </p:anim>
                                    <p:anim calcmode="lin" valueType="num">
                                      <p:cBhvr>
                                        <p:cTn id="52" dur="500" fill="hold"/>
                                        <p:tgtEl>
                                          <p:spTgt spid="34"/>
                                        </p:tgtEl>
                                        <p:attrNameLst>
                                          <p:attrName>ppt_y</p:attrName>
                                        </p:attrNameLst>
                                      </p:cBhvr>
                                      <p:tavLst>
                                        <p:tav tm="0">
                                          <p:val>
                                            <p:strVal val="#ppt_y+.1"/>
                                          </p:val>
                                        </p:tav>
                                        <p:tav tm="100000">
                                          <p:val>
                                            <p:strVal val="#ppt_y"/>
                                          </p:val>
                                        </p:tav>
                                      </p:tavLst>
                                    </p:anim>
                                  </p:childTnLst>
                                </p:cTn>
                              </p:par>
                            </p:childTnLst>
                          </p:cTn>
                        </p:par>
                        <p:par>
                          <p:cTn id="53" fill="hold">
                            <p:stCondLst>
                              <p:cond delay="3500"/>
                            </p:stCondLst>
                            <p:childTnLst>
                              <p:par>
                                <p:cTn id="54" presetID="22" presetClass="entr" presetSubtype="4" fill="hold" nodeType="afterEffect">
                                  <p:stCondLst>
                                    <p:cond delay="0"/>
                                  </p:stCondLst>
                                  <p:childTnLst>
                                    <p:set>
                                      <p:cBhvr>
                                        <p:cTn id="55" dur="1" fill="hold">
                                          <p:stCondLst>
                                            <p:cond delay="0"/>
                                          </p:stCondLst>
                                        </p:cTn>
                                        <p:tgtEl>
                                          <p:spTgt spid="42"/>
                                        </p:tgtEl>
                                        <p:attrNameLst>
                                          <p:attrName>style.visibility</p:attrName>
                                        </p:attrNameLst>
                                      </p:cBhvr>
                                      <p:to>
                                        <p:strVal val="visible"/>
                                      </p:to>
                                    </p:set>
                                    <p:animEffect transition="in" filter="wipe(down)">
                                      <p:cBhvr>
                                        <p:cTn id="56" dur="500"/>
                                        <p:tgtEl>
                                          <p:spTgt spid="42"/>
                                        </p:tgtEl>
                                      </p:cBhvr>
                                    </p:animEffect>
                                  </p:childTnLst>
                                </p:cTn>
                              </p:par>
                            </p:childTnLst>
                          </p:cTn>
                        </p:par>
                        <p:par>
                          <p:cTn id="57" fill="hold">
                            <p:stCondLst>
                              <p:cond delay="4000"/>
                            </p:stCondLst>
                            <p:childTnLst>
                              <p:par>
                                <p:cTn id="58" presetID="47" presetClass="entr" presetSubtype="0" fill="hold" grpId="0" nodeType="afterEffect">
                                  <p:stCondLst>
                                    <p:cond delay="0"/>
                                  </p:stCondLst>
                                  <p:childTnLst>
                                    <p:set>
                                      <p:cBhvr>
                                        <p:cTn id="59" dur="1" fill="hold">
                                          <p:stCondLst>
                                            <p:cond delay="0"/>
                                          </p:stCondLst>
                                        </p:cTn>
                                        <p:tgtEl>
                                          <p:spTgt spid="37"/>
                                        </p:tgtEl>
                                        <p:attrNameLst>
                                          <p:attrName>style.visibility</p:attrName>
                                        </p:attrNameLst>
                                      </p:cBhvr>
                                      <p:to>
                                        <p:strVal val="visible"/>
                                      </p:to>
                                    </p:set>
                                    <p:animEffect transition="in" filter="fade">
                                      <p:cBhvr>
                                        <p:cTn id="60" dur="500"/>
                                        <p:tgtEl>
                                          <p:spTgt spid="37"/>
                                        </p:tgtEl>
                                      </p:cBhvr>
                                    </p:animEffect>
                                    <p:anim calcmode="lin" valueType="num">
                                      <p:cBhvr>
                                        <p:cTn id="61" dur="500" fill="hold"/>
                                        <p:tgtEl>
                                          <p:spTgt spid="37"/>
                                        </p:tgtEl>
                                        <p:attrNameLst>
                                          <p:attrName>ppt_x</p:attrName>
                                        </p:attrNameLst>
                                      </p:cBhvr>
                                      <p:tavLst>
                                        <p:tav tm="0">
                                          <p:val>
                                            <p:strVal val="#ppt_x"/>
                                          </p:val>
                                        </p:tav>
                                        <p:tav tm="100000">
                                          <p:val>
                                            <p:strVal val="#ppt_x"/>
                                          </p:val>
                                        </p:tav>
                                      </p:tavLst>
                                    </p:anim>
                                    <p:anim calcmode="lin" valueType="num">
                                      <p:cBhvr>
                                        <p:cTn id="62" dur="500" fill="hold"/>
                                        <p:tgtEl>
                                          <p:spTgt spid="37"/>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500"/>
                                        <p:tgtEl>
                                          <p:spTgt spid="36"/>
                                        </p:tgtEl>
                                      </p:cBhvr>
                                    </p:animEffect>
                                    <p:anim calcmode="lin" valueType="num">
                                      <p:cBhvr>
                                        <p:cTn id="66" dur="500" fill="hold"/>
                                        <p:tgtEl>
                                          <p:spTgt spid="36"/>
                                        </p:tgtEl>
                                        <p:attrNameLst>
                                          <p:attrName>ppt_x</p:attrName>
                                        </p:attrNameLst>
                                      </p:cBhvr>
                                      <p:tavLst>
                                        <p:tav tm="0">
                                          <p:val>
                                            <p:strVal val="#ppt_x"/>
                                          </p:val>
                                        </p:tav>
                                        <p:tav tm="100000">
                                          <p:val>
                                            <p:strVal val="#ppt_x"/>
                                          </p:val>
                                        </p:tav>
                                      </p:tavLst>
                                    </p:anim>
                                    <p:anim calcmode="lin" valueType="num">
                                      <p:cBhvr>
                                        <p:cTn id="67"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P spid="34" grpId="0"/>
      <p:bldP spid="35" grpId="0"/>
      <p:bldP spid="36" grpId="0"/>
      <p:bldP spid="37"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794" y="4715474"/>
            <a:ext cx="12857163" cy="25169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1" name="Oval 20"/>
          <p:cNvSpPr/>
          <p:nvPr/>
        </p:nvSpPr>
        <p:spPr>
          <a:xfrm>
            <a:off x="2732339" y="4561847"/>
            <a:ext cx="307252" cy="3072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2" name="Oval 21"/>
          <p:cNvSpPr/>
          <p:nvPr/>
        </p:nvSpPr>
        <p:spPr>
          <a:xfrm>
            <a:off x="6290929" y="4561847"/>
            <a:ext cx="307252" cy="3072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3" name="Oval 22"/>
          <p:cNvSpPr/>
          <p:nvPr/>
        </p:nvSpPr>
        <p:spPr>
          <a:xfrm>
            <a:off x="9854790" y="4561847"/>
            <a:ext cx="307252" cy="30725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7" name="Group 6"/>
          <p:cNvGrpSpPr/>
          <p:nvPr/>
        </p:nvGrpSpPr>
        <p:grpSpPr>
          <a:xfrm>
            <a:off x="944007" y="1565059"/>
            <a:ext cx="10674027" cy="2793907"/>
            <a:chOff x="894415" y="1483855"/>
            <a:chExt cx="10121809" cy="2649365"/>
          </a:xfrm>
        </p:grpSpPr>
        <p:sp>
          <p:nvSpPr>
            <p:cNvPr id="4" name="Oval 3"/>
            <p:cNvSpPr/>
            <p:nvPr/>
          </p:nvSpPr>
          <p:spPr>
            <a:xfrm>
              <a:off x="10101824" y="2729424"/>
              <a:ext cx="914400" cy="914400"/>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6" name="Oval 5"/>
            <p:cNvSpPr/>
            <p:nvPr/>
          </p:nvSpPr>
          <p:spPr>
            <a:xfrm>
              <a:off x="7643389" y="2578091"/>
              <a:ext cx="1217066" cy="1217066"/>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5" name="Oval 4"/>
            <p:cNvSpPr/>
            <p:nvPr/>
          </p:nvSpPr>
          <p:spPr>
            <a:xfrm>
              <a:off x="8598927" y="2295670"/>
              <a:ext cx="1781907" cy="178190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9" name="Oval 8"/>
            <p:cNvSpPr/>
            <p:nvPr/>
          </p:nvSpPr>
          <p:spPr>
            <a:xfrm>
              <a:off x="6725685" y="2729423"/>
              <a:ext cx="914400" cy="914400"/>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0" name="Oval 9"/>
            <p:cNvSpPr/>
            <p:nvPr/>
          </p:nvSpPr>
          <p:spPr>
            <a:xfrm>
              <a:off x="4267250" y="2578090"/>
              <a:ext cx="1217066" cy="121706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1" name="Oval 10"/>
            <p:cNvSpPr/>
            <p:nvPr/>
          </p:nvSpPr>
          <p:spPr>
            <a:xfrm>
              <a:off x="5222788" y="2295669"/>
              <a:ext cx="1781907" cy="178190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3" name="Oval 12"/>
            <p:cNvSpPr/>
            <p:nvPr/>
          </p:nvSpPr>
          <p:spPr>
            <a:xfrm>
              <a:off x="3352850" y="2729424"/>
              <a:ext cx="914400" cy="914400"/>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4" name="Oval 13"/>
            <p:cNvSpPr/>
            <p:nvPr/>
          </p:nvSpPr>
          <p:spPr>
            <a:xfrm>
              <a:off x="894415" y="2578091"/>
              <a:ext cx="1217066" cy="1217066"/>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5" name="Oval 14"/>
            <p:cNvSpPr/>
            <p:nvPr/>
          </p:nvSpPr>
          <p:spPr>
            <a:xfrm>
              <a:off x="1849953" y="2351313"/>
              <a:ext cx="1781907" cy="17819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7" name="Oval 16"/>
            <p:cNvSpPr/>
            <p:nvPr/>
          </p:nvSpPr>
          <p:spPr>
            <a:xfrm>
              <a:off x="3859822" y="2683701"/>
              <a:ext cx="1005840" cy="100584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18" name="Oval 17"/>
            <p:cNvSpPr/>
            <p:nvPr/>
          </p:nvSpPr>
          <p:spPr>
            <a:xfrm>
              <a:off x="7229898" y="2683701"/>
              <a:ext cx="1005840" cy="10058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8" name="Freeform 6"/>
            <p:cNvSpPr>
              <a:spLocks/>
            </p:cNvSpPr>
            <p:nvPr/>
          </p:nvSpPr>
          <p:spPr bwMode="auto">
            <a:xfrm>
              <a:off x="4176615" y="3002513"/>
              <a:ext cx="351924" cy="368215"/>
            </a:xfrm>
            <a:custGeom>
              <a:avLst/>
              <a:gdLst>
                <a:gd name="T0" fmla="*/ 174 w 181"/>
                <a:gd name="T1" fmla="*/ 78 h 190"/>
                <a:gd name="T2" fmla="*/ 105 w 181"/>
                <a:gd name="T3" fmla="*/ 9 h 190"/>
                <a:gd name="T4" fmla="*/ 73 w 181"/>
                <a:gd name="T5" fmla="*/ 9 h 190"/>
                <a:gd name="T6" fmla="*/ 73 w 181"/>
                <a:gd name="T7" fmla="*/ 41 h 190"/>
                <a:gd name="T8" fmla="*/ 100 w 181"/>
                <a:gd name="T9" fmla="*/ 68 h 190"/>
                <a:gd name="T10" fmla="*/ 26 w 181"/>
                <a:gd name="T11" fmla="*/ 68 h 190"/>
                <a:gd name="T12" fmla="*/ 0 w 181"/>
                <a:gd name="T13" fmla="*/ 92 h 190"/>
                <a:gd name="T14" fmla="*/ 26 w 181"/>
                <a:gd name="T15" fmla="*/ 116 h 190"/>
                <a:gd name="T16" fmla="*/ 104 w 181"/>
                <a:gd name="T17" fmla="*/ 116 h 190"/>
                <a:gd name="T18" fmla="*/ 73 w 181"/>
                <a:gd name="T19" fmla="*/ 148 h 190"/>
                <a:gd name="T20" fmla="*/ 73 w 181"/>
                <a:gd name="T21" fmla="*/ 181 h 190"/>
                <a:gd name="T22" fmla="*/ 105 w 181"/>
                <a:gd name="T23" fmla="*/ 181 h 190"/>
                <a:gd name="T24" fmla="*/ 174 w 181"/>
                <a:gd name="T25" fmla="*/ 112 h 190"/>
                <a:gd name="T26" fmla="*/ 181 w 181"/>
                <a:gd name="T27" fmla="*/ 95 h 190"/>
                <a:gd name="T28" fmla="*/ 174 w 181"/>
                <a:gd name="T29" fmla="*/ 7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1" h="190">
                  <a:moveTo>
                    <a:pt x="174" y="78"/>
                  </a:moveTo>
                  <a:cubicBezTo>
                    <a:pt x="105" y="9"/>
                    <a:pt x="105" y="9"/>
                    <a:pt x="105" y="9"/>
                  </a:cubicBezTo>
                  <a:cubicBezTo>
                    <a:pt x="96" y="0"/>
                    <a:pt x="82" y="0"/>
                    <a:pt x="73" y="9"/>
                  </a:cubicBezTo>
                  <a:cubicBezTo>
                    <a:pt x="64" y="18"/>
                    <a:pt x="64" y="32"/>
                    <a:pt x="73" y="41"/>
                  </a:cubicBezTo>
                  <a:cubicBezTo>
                    <a:pt x="100" y="68"/>
                    <a:pt x="100" y="68"/>
                    <a:pt x="100" y="68"/>
                  </a:cubicBezTo>
                  <a:cubicBezTo>
                    <a:pt x="26" y="68"/>
                    <a:pt x="26" y="68"/>
                    <a:pt x="26" y="68"/>
                  </a:cubicBezTo>
                  <a:cubicBezTo>
                    <a:pt x="12" y="68"/>
                    <a:pt x="0" y="78"/>
                    <a:pt x="0" y="92"/>
                  </a:cubicBezTo>
                  <a:cubicBezTo>
                    <a:pt x="0" y="106"/>
                    <a:pt x="12" y="116"/>
                    <a:pt x="26" y="116"/>
                  </a:cubicBezTo>
                  <a:cubicBezTo>
                    <a:pt x="104" y="116"/>
                    <a:pt x="104" y="116"/>
                    <a:pt x="104" y="116"/>
                  </a:cubicBezTo>
                  <a:cubicBezTo>
                    <a:pt x="73" y="148"/>
                    <a:pt x="73" y="148"/>
                    <a:pt x="73" y="148"/>
                  </a:cubicBezTo>
                  <a:cubicBezTo>
                    <a:pt x="64" y="157"/>
                    <a:pt x="64" y="172"/>
                    <a:pt x="73" y="181"/>
                  </a:cubicBezTo>
                  <a:cubicBezTo>
                    <a:pt x="82" y="190"/>
                    <a:pt x="96" y="190"/>
                    <a:pt x="105" y="181"/>
                  </a:cubicBezTo>
                  <a:cubicBezTo>
                    <a:pt x="174" y="112"/>
                    <a:pt x="174" y="112"/>
                    <a:pt x="174" y="112"/>
                  </a:cubicBezTo>
                  <a:cubicBezTo>
                    <a:pt x="179" y="107"/>
                    <a:pt x="181" y="101"/>
                    <a:pt x="181" y="95"/>
                  </a:cubicBezTo>
                  <a:cubicBezTo>
                    <a:pt x="181" y="89"/>
                    <a:pt x="179" y="83"/>
                    <a:pt x="174"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9" tIns="48214" rIns="96429" bIns="48214" numCol="1" anchor="t" anchorCtr="0" compatLnSpc="1">
              <a:prstTxWarp prst="textNoShape">
                <a:avLst/>
              </a:prstTxWarp>
            </a:bodyPr>
            <a:lstStyle/>
            <a:p>
              <a:endParaRPr lang="en-GB">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29" name="Freeform 6"/>
            <p:cNvSpPr>
              <a:spLocks/>
            </p:cNvSpPr>
            <p:nvPr/>
          </p:nvSpPr>
          <p:spPr bwMode="auto">
            <a:xfrm>
              <a:off x="7550112" y="3002513"/>
              <a:ext cx="351924" cy="368215"/>
            </a:xfrm>
            <a:custGeom>
              <a:avLst/>
              <a:gdLst>
                <a:gd name="T0" fmla="*/ 174 w 181"/>
                <a:gd name="T1" fmla="*/ 78 h 190"/>
                <a:gd name="T2" fmla="*/ 105 w 181"/>
                <a:gd name="T3" fmla="*/ 9 h 190"/>
                <a:gd name="T4" fmla="*/ 73 w 181"/>
                <a:gd name="T5" fmla="*/ 9 h 190"/>
                <a:gd name="T6" fmla="*/ 73 w 181"/>
                <a:gd name="T7" fmla="*/ 41 h 190"/>
                <a:gd name="T8" fmla="*/ 100 w 181"/>
                <a:gd name="T9" fmla="*/ 68 h 190"/>
                <a:gd name="T10" fmla="*/ 26 w 181"/>
                <a:gd name="T11" fmla="*/ 68 h 190"/>
                <a:gd name="T12" fmla="*/ 0 w 181"/>
                <a:gd name="T13" fmla="*/ 92 h 190"/>
                <a:gd name="T14" fmla="*/ 26 w 181"/>
                <a:gd name="T15" fmla="*/ 116 h 190"/>
                <a:gd name="T16" fmla="*/ 104 w 181"/>
                <a:gd name="T17" fmla="*/ 116 h 190"/>
                <a:gd name="T18" fmla="*/ 73 w 181"/>
                <a:gd name="T19" fmla="*/ 148 h 190"/>
                <a:gd name="T20" fmla="*/ 73 w 181"/>
                <a:gd name="T21" fmla="*/ 181 h 190"/>
                <a:gd name="T22" fmla="*/ 105 w 181"/>
                <a:gd name="T23" fmla="*/ 181 h 190"/>
                <a:gd name="T24" fmla="*/ 174 w 181"/>
                <a:gd name="T25" fmla="*/ 112 h 190"/>
                <a:gd name="T26" fmla="*/ 181 w 181"/>
                <a:gd name="T27" fmla="*/ 95 h 190"/>
                <a:gd name="T28" fmla="*/ 174 w 181"/>
                <a:gd name="T29" fmla="*/ 7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1" h="190">
                  <a:moveTo>
                    <a:pt x="174" y="78"/>
                  </a:moveTo>
                  <a:cubicBezTo>
                    <a:pt x="105" y="9"/>
                    <a:pt x="105" y="9"/>
                    <a:pt x="105" y="9"/>
                  </a:cubicBezTo>
                  <a:cubicBezTo>
                    <a:pt x="96" y="0"/>
                    <a:pt x="82" y="0"/>
                    <a:pt x="73" y="9"/>
                  </a:cubicBezTo>
                  <a:cubicBezTo>
                    <a:pt x="64" y="18"/>
                    <a:pt x="64" y="32"/>
                    <a:pt x="73" y="41"/>
                  </a:cubicBezTo>
                  <a:cubicBezTo>
                    <a:pt x="100" y="68"/>
                    <a:pt x="100" y="68"/>
                    <a:pt x="100" y="68"/>
                  </a:cubicBezTo>
                  <a:cubicBezTo>
                    <a:pt x="26" y="68"/>
                    <a:pt x="26" y="68"/>
                    <a:pt x="26" y="68"/>
                  </a:cubicBezTo>
                  <a:cubicBezTo>
                    <a:pt x="12" y="68"/>
                    <a:pt x="0" y="78"/>
                    <a:pt x="0" y="92"/>
                  </a:cubicBezTo>
                  <a:cubicBezTo>
                    <a:pt x="0" y="106"/>
                    <a:pt x="12" y="116"/>
                    <a:pt x="26" y="116"/>
                  </a:cubicBezTo>
                  <a:cubicBezTo>
                    <a:pt x="104" y="116"/>
                    <a:pt x="104" y="116"/>
                    <a:pt x="104" y="116"/>
                  </a:cubicBezTo>
                  <a:cubicBezTo>
                    <a:pt x="73" y="148"/>
                    <a:pt x="73" y="148"/>
                    <a:pt x="73" y="148"/>
                  </a:cubicBezTo>
                  <a:cubicBezTo>
                    <a:pt x="64" y="157"/>
                    <a:pt x="64" y="172"/>
                    <a:pt x="73" y="181"/>
                  </a:cubicBezTo>
                  <a:cubicBezTo>
                    <a:pt x="82" y="190"/>
                    <a:pt x="96" y="190"/>
                    <a:pt x="105" y="181"/>
                  </a:cubicBezTo>
                  <a:cubicBezTo>
                    <a:pt x="174" y="112"/>
                    <a:pt x="174" y="112"/>
                    <a:pt x="174" y="112"/>
                  </a:cubicBezTo>
                  <a:cubicBezTo>
                    <a:pt x="179" y="107"/>
                    <a:pt x="181" y="101"/>
                    <a:pt x="181" y="95"/>
                  </a:cubicBezTo>
                  <a:cubicBezTo>
                    <a:pt x="181" y="89"/>
                    <a:pt x="179" y="83"/>
                    <a:pt x="174"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9" tIns="48214" rIns="96429" bIns="48214" numCol="1" anchor="t" anchorCtr="0" compatLnSpc="1">
              <a:prstTxWarp prst="textNoShape">
                <a:avLst/>
              </a:prstTxWarp>
            </a:bodyPr>
            <a:lstStyle/>
            <a:p>
              <a:endParaRPr lang="en-GB">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30" name="Freeform 29"/>
            <p:cNvSpPr>
              <a:spLocks noChangeAspect="1" noChangeArrowheads="1"/>
            </p:cNvSpPr>
            <p:nvPr/>
          </p:nvSpPr>
          <p:spPr bwMode="auto">
            <a:xfrm>
              <a:off x="5945027" y="2832647"/>
              <a:ext cx="423005" cy="383365"/>
            </a:xfrm>
            <a:custGeom>
              <a:avLst/>
              <a:gdLst>
                <a:gd name="connsiteX0" fmla="*/ 496512 w 622984"/>
                <a:gd name="connsiteY0" fmla="*/ 492841 h 564606"/>
                <a:gd name="connsiteX1" fmla="*/ 473955 w 622984"/>
                <a:gd name="connsiteY1" fmla="*/ 515853 h 564606"/>
                <a:gd name="connsiteX2" fmla="*/ 496512 w 622984"/>
                <a:gd name="connsiteY2" fmla="*/ 535354 h 564606"/>
                <a:gd name="connsiteX3" fmla="*/ 519457 w 622984"/>
                <a:gd name="connsiteY3" fmla="*/ 515853 h 564606"/>
                <a:gd name="connsiteX4" fmla="*/ 496512 w 622984"/>
                <a:gd name="connsiteY4" fmla="*/ 492841 h 564606"/>
                <a:gd name="connsiteX5" fmla="*/ 249694 w 622984"/>
                <a:gd name="connsiteY5" fmla="*/ 352049 h 564606"/>
                <a:gd name="connsiteX6" fmla="*/ 272741 w 622984"/>
                <a:gd name="connsiteY6" fmla="*/ 374570 h 564606"/>
                <a:gd name="connsiteX7" fmla="*/ 171569 w 622984"/>
                <a:gd name="connsiteY7" fmla="*/ 475137 h 564606"/>
                <a:gd name="connsiteX8" fmla="*/ 177819 w 622984"/>
                <a:gd name="connsiteY8" fmla="*/ 481738 h 564606"/>
                <a:gd name="connsiteX9" fmla="*/ 155163 w 622984"/>
                <a:gd name="connsiteY9" fmla="*/ 510860 h 564606"/>
                <a:gd name="connsiteX10" fmla="*/ 73522 w 622984"/>
                <a:gd name="connsiteY10" fmla="*/ 562891 h 564606"/>
                <a:gd name="connsiteX11" fmla="*/ 60241 w 622984"/>
                <a:gd name="connsiteY11" fmla="*/ 550077 h 564606"/>
                <a:gd name="connsiteX12" fmla="*/ 112585 w 622984"/>
                <a:gd name="connsiteY12" fmla="*/ 468925 h 564606"/>
                <a:gd name="connsiteX13" fmla="*/ 141882 w 622984"/>
                <a:gd name="connsiteY13" fmla="*/ 446015 h 564606"/>
                <a:gd name="connsiteX14" fmla="*/ 148522 w 622984"/>
                <a:gd name="connsiteY14" fmla="*/ 452616 h 564606"/>
                <a:gd name="connsiteX15" fmla="*/ 122234 w 622984"/>
                <a:gd name="connsiteY15" fmla="*/ 15041 h 564606"/>
                <a:gd name="connsiteX16" fmla="*/ 210667 w 622984"/>
                <a:gd name="connsiteY16" fmla="*/ 52502 h 564606"/>
                <a:gd name="connsiteX17" fmla="*/ 242946 w 622984"/>
                <a:gd name="connsiteY17" fmla="*/ 173410 h 564606"/>
                <a:gd name="connsiteX18" fmla="*/ 532291 w 622984"/>
                <a:gd name="connsiteY18" fmla="*/ 463589 h 564606"/>
                <a:gd name="connsiteX19" fmla="*/ 532291 w 622984"/>
                <a:gd name="connsiteY19" fmla="*/ 545105 h 564606"/>
                <a:gd name="connsiteX20" fmla="*/ 493400 w 622984"/>
                <a:gd name="connsiteY20" fmla="*/ 564606 h 564606"/>
                <a:gd name="connsiteX21" fmla="*/ 451010 w 622984"/>
                <a:gd name="connsiteY21" fmla="*/ 545105 h 564606"/>
                <a:gd name="connsiteX22" fmla="*/ 161665 w 622984"/>
                <a:gd name="connsiteY22" fmla="*/ 258046 h 564606"/>
                <a:gd name="connsiteX23" fmla="*/ 34882 w 622984"/>
                <a:gd name="connsiteY23" fmla="*/ 225674 h 564606"/>
                <a:gd name="connsiteX24" fmla="*/ 5715 w 622984"/>
                <a:gd name="connsiteY24" fmla="*/ 104766 h 564606"/>
                <a:gd name="connsiteX25" fmla="*/ 74162 w 622984"/>
                <a:gd name="connsiteY25" fmla="*/ 176530 h 564606"/>
                <a:gd name="connsiteX26" fmla="*/ 142220 w 622984"/>
                <a:gd name="connsiteY26" fmla="*/ 157029 h 564606"/>
                <a:gd name="connsiteX27" fmla="*/ 161665 w 622984"/>
                <a:gd name="connsiteY27" fmla="*/ 88385 h 564606"/>
                <a:gd name="connsiteX28" fmla="*/ 90107 w 622984"/>
                <a:gd name="connsiteY28" fmla="*/ 20130 h 564606"/>
                <a:gd name="connsiteX29" fmla="*/ 122234 w 622984"/>
                <a:gd name="connsiteY29" fmla="*/ 15041 h 564606"/>
                <a:gd name="connsiteX30" fmla="*/ 531841 w 622984"/>
                <a:gd name="connsiteY30" fmla="*/ 0 h 564606"/>
                <a:gd name="connsiteX31" fmla="*/ 622984 w 622984"/>
                <a:gd name="connsiteY31" fmla="*/ 87684 h 564606"/>
                <a:gd name="connsiteX32" fmla="*/ 463289 w 622984"/>
                <a:gd name="connsiteY32" fmla="*/ 247465 h 564606"/>
                <a:gd name="connsiteX33" fmla="*/ 424339 w 622984"/>
                <a:gd name="connsiteY33" fmla="*/ 257207 h 564606"/>
                <a:gd name="connsiteX34" fmla="*/ 362409 w 622984"/>
                <a:gd name="connsiteY34" fmla="*/ 198751 h 564606"/>
                <a:gd name="connsiteX35" fmla="*/ 375263 w 622984"/>
                <a:gd name="connsiteY35" fmla="*/ 159391 h 564606"/>
                <a:gd name="connsiteX36" fmla="*/ 531841 w 622984"/>
                <a:gd name="connsiteY36" fmla="*/ 0 h 564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22984" h="564606">
                  <a:moveTo>
                    <a:pt x="496512" y="492841"/>
                  </a:moveTo>
                  <a:cubicBezTo>
                    <a:pt x="483678" y="492841"/>
                    <a:pt x="473955" y="502592"/>
                    <a:pt x="473955" y="515853"/>
                  </a:cubicBezTo>
                  <a:cubicBezTo>
                    <a:pt x="473955" y="525604"/>
                    <a:pt x="483678" y="535354"/>
                    <a:pt x="496512" y="535354"/>
                  </a:cubicBezTo>
                  <a:cubicBezTo>
                    <a:pt x="509734" y="535354"/>
                    <a:pt x="519457" y="525604"/>
                    <a:pt x="519457" y="515853"/>
                  </a:cubicBezTo>
                  <a:cubicBezTo>
                    <a:pt x="519457" y="502592"/>
                    <a:pt x="509734" y="492841"/>
                    <a:pt x="496512" y="492841"/>
                  </a:cubicBezTo>
                  <a:close/>
                  <a:moveTo>
                    <a:pt x="249694" y="352049"/>
                  </a:moveTo>
                  <a:lnTo>
                    <a:pt x="272741" y="374570"/>
                  </a:lnTo>
                  <a:lnTo>
                    <a:pt x="171569" y="475137"/>
                  </a:lnTo>
                  <a:lnTo>
                    <a:pt x="177819" y="481738"/>
                  </a:lnTo>
                  <a:lnTo>
                    <a:pt x="155163" y="510860"/>
                  </a:lnTo>
                  <a:lnTo>
                    <a:pt x="73522" y="562891"/>
                  </a:lnTo>
                  <a:lnTo>
                    <a:pt x="60241" y="550077"/>
                  </a:lnTo>
                  <a:lnTo>
                    <a:pt x="112585" y="468925"/>
                  </a:lnTo>
                  <a:lnTo>
                    <a:pt x="141882" y="446015"/>
                  </a:lnTo>
                  <a:lnTo>
                    <a:pt x="148522" y="452616"/>
                  </a:lnTo>
                  <a:close/>
                  <a:moveTo>
                    <a:pt x="122234" y="15041"/>
                  </a:moveTo>
                  <a:cubicBezTo>
                    <a:pt x="154446" y="14694"/>
                    <a:pt x="186166" y="28223"/>
                    <a:pt x="210667" y="52502"/>
                  </a:cubicBezTo>
                  <a:cubicBezTo>
                    <a:pt x="242946" y="85264"/>
                    <a:pt x="256169" y="130897"/>
                    <a:pt x="242946" y="173410"/>
                  </a:cubicBezTo>
                  <a:lnTo>
                    <a:pt x="532291" y="463589"/>
                  </a:lnTo>
                  <a:cubicBezTo>
                    <a:pt x="555236" y="486211"/>
                    <a:pt x="555236" y="522093"/>
                    <a:pt x="532291" y="545105"/>
                  </a:cubicBezTo>
                  <a:cubicBezTo>
                    <a:pt x="522568" y="557976"/>
                    <a:pt x="506234" y="564606"/>
                    <a:pt x="493400" y="564606"/>
                  </a:cubicBezTo>
                  <a:cubicBezTo>
                    <a:pt x="477066" y="564606"/>
                    <a:pt x="460733" y="557976"/>
                    <a:pt x="451010" y="545105"/>
                  </a:cubicBezTo>
                  <a:cubicBezTo>
                    <a:pt x="451010" y="545105"/>
                    <a:pt x="451010" y="545105"/>
                    <a:pt x="161665" y="258046"/>
                  </a:cubicBezTo>
                  <a:cubicBezTo>
                    <a:pt x="119275" y="270917"/>
                    <a:pt x="70662" y="261556"/>
                    <a:pt x="34882" y="225674"/>
                  </a:cubicBezTo>
                  <a:cubicBezTo>
                    <a:pt x="2215" y="192911"/>
                    <a:pt x="-7508" y="147278"/>
                    <a:pt x="5715" y="104766"/>
                  </a:cubicBezTo>
                  <a:cubicBezTo>
                    <a:pt x="5715" y="104766"/>
                    <a:pt x="5715" y="104766"/>
                    <a:pt x="74162" y="176530"/>
                  </a:cubicBezTo>
                  <a:cubicBezTo>
                    <a:pt x="74162" y="176530"/>
                    <a:pt x="74162" y="176530"/>
                    <a:pt x="142220" y="157029"/>
                  </a:cubicBezTo>
                  <a:cubicBezTo>
                    <a:pt x="142220" y="157029"/>
                    <a:pt x="142220" y="157029"/>
                    <a:pt x="161665" y="88385"/>
                  </a:cubicBezTo>
                  <a:cubicBezTo>
                    <a:pt x="161665" y="88385"/>
                    <a:pt x="161665" y="88385"/>
                    <a:pt x="90107" y="20130"/>
                  </a:cubicBezTo>
                  <a:cubicBezTo>
                    <a:pt x="100704" y="16815"/>
                    <a:pt x="111497" y="15157"/>
                    <a:pt x="122234" y="15041"/>
                  </a:cubicBezTo>
                  <a:close/>
                  <a:moveTo>
                    <a:pt x="531841" y="0"/>
                  </a:moveTo>
                  <a:cubicBezTo>
                    <a:pt x="531841" y="0"/>
                    <a:pt x="531841" y="0"/>
                    <a:pt x="622984" y="87684"/>
                  </a:cubicBezTo>
                  <a:cubicBezTo>
                    <a:pt x="622984" y="87684"/>
                    <a:pt x="622984" y="87684"/>
                    <a:pt x="463289" y="247465"/>
                  </a:cubicBezTo>
                  <a:cubicBezTo>
                    <a:pt x="450436" y="247465"/>
                    <a:pt x="434077" y="250582"/>
                    <a:pt x="424339" y="257207"/>
                  </a:cubicBezTo>
                  <a:lnTo>
                    <a:pt x="362409" y="198751"/>
                  </a:lnTo>
                  <a:cubicBezTo>
                    <a:pt x="372147" y="189009"/>
                    <a:pt x="375263" y="172641"/>
                    <a:pt x="375263" y="159391"/>
                  </a:cubicBezTo>
                  <a:cubicBezTo>
                    <a:pt x="375263" y="159391"/>
                    <a:pt x="375263" y="159391"/>
                    <a:pt x="531841"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square" anchor="ctr">
              <a:noAutofit/>
            </a:bodyPr>
            <a:lstStyle/>
            <a:p>
              <a:pPr>
                <a:defRPr/>
              </a:pPr>
              <a:endParaRPr lang="en-US" sz="1107" dirty="0">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31" name="AutoShape 19"/>
            <p:cNvSpPr>
              <a:spLocks noChangeAspect="1"/>
            </p:cNvSpPr>
            <p:nvPr/>
          </p:nvSpPr>
          <p:spPr bwMode="auto">
            <a:xfrm>
              <a:off x="9319630" y="2848657"/>
              <a:ext cx="393506" cy="393609"/>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p:spPr>
          <p:txBody>
            <a:bodyPr lIns="53560" tIns="53560" rIns="53560" bIns="53560" anchor="ctr"/>
            <a:lstStyle/>
            <a:p>
              <a:pPr defTabSz="482056">
                <a:defRPr/>
              </a:pPr>
              <a:endParaRPr lang="es-ES" sz="3797" dirty="0">
                <a:solidFill>
                  <a:prstClr val="white"/>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2" name="Freeform 31"/>
            <p:cNvSpPr>
              <a:spLocks noChangeAspect="1" noChangeArrowheads="1"/>
            </p:cNvSpPr>
            <p:nvPr/>
          </p:nvSpPr>
          <p:spPr bwMode="auto">
            <a:xfrm>
              <a:off x="2550053" y="2830913"/>
              <a:ext cx="371709" cy="444880"/>
            </a:xfrm>
            <a:custGeom>
              <a:avLst/>
              <a:gdLst>
                <a:gd name="connsiteX0" fmla="*/ 206367 w 449768"/>
                <a:gd name="connsiteY0" fmla="*/ 423375 h 538305"/>
                <a:gd name="connsiteX1" fmla="*/ 208536 w 449768"/>
                <a:gd name="connsiteY1" fmla="*/ 434347 h 538305"/>
                <a:gd name="connsiteX2" fmla="*/ 136133 w 449768"/>
                <a:gd name="connsiteY2" fmla="*/ 527584 h 538305"/>
                <a:gd name="connsiteX3" fmla="*/ 120760 w 449768"/>
                <a:gd name="connsiteY3" fmla="*/ 517169 h 538305"/>
                <a:gd name="connsiteX4" fmla="*/ 192667 w 449768"/>
                <a:gd name="connsiteY4" fmla="*/ 423933 h 538305"/>
                <a:gd name="connsiteX5" fmla="*/ 206367 w 449768"/>
                <a:gd name="connsiteY5" fmla="*/ 423375 h 538305"/>
                <a:gd name="connsiteX6" fmla="*/ 158371 w 449768"/>
                <a:gd name="connsiteY6" fmla="*/ 386315 h 538305"/>
                <a:gd name="connsiteX7" fmla="*/ 160292 w 449768"/>
                <a:gd name="connsiteY7" fmla="*/ 397002 h 538305"/>
                <a:gd name="connsiteX8" fmla="*/ 51725 w 449768"/>
                <a:gd name="connsiteY8" fmla="*/ 536376 h 538305"/>
                <a:gd name="connsiteX9" fmla="*/ 41315 w 449768"/>
                <a:gd name="connsiteY9" fmla="*/ 525997 h 538305"/>
                <a:gd name="connsiteX10" fmla="*/ 144924 w 449768"/>
                <a:gd name="connsiteY10" fmla="*/ 387118 h 538305"/>
                <a:gd name="connsiteX11" fmla="*/ 158371 w 449768"/>
                <a:gd name="connsiteY11" fmla="*/ 386315 h 538305"/>
                <a:gd name="connsiteX12" fmla="*/ 112005 w 449768"/>
                <a:gd name="connsiteY12" fmla="*/ 349971 h 538305"/>
                <a:gd name="connsiteX13" fmla="*/ 113740 w 449768"/>
                <a:gd name="connsiteY13" fmla="*/ 362927 h 538305"/>
                <a:gd name="connsiteX14" fmla="*/ 41338 w 449768"/>
                <a:gd name="connsiteY14" fmla="*/ 455221 h 538305"/>
                <a:gd name="connsiteX15" fmla="*/ 25965 w 449768"/>
                <a:gd name="connsiteY15" fmla="*/ 444857 h 538305"/>
                <a:gd name="connsiteX16" fmla="*/ 98367 w 449768"/>
                <a:gd name="connsiteY16" fmla="*/ 352562 h 538305"/>
                <a:gd name="connsiteX17" fmla="*/ 112005 w 449768"/>
                <a:gd name="connsiteY17" fmla="*/ 349971 h 538305"/>
                <a:gd name="connsiteX18" fmla="*/ 287508 w 449768"/>
                <a:gd name="connsiteY18" fmla="*/ 153269 h 538305"/>
                <a:gd name="connsiteX19" fmla="*/ 261020 w 449768"/>
                <a:gd name="connsiteY19" fmla="*/ 165441 h 538305"/>
                <a:gd name="connsiteX20" fmla="*/ 255548 w 449768"/>
                <a:gd name="connsiteY20" fmla="*/ 175874 h 538305"/>
                <a:gd name="connsiteX21" fmla="*/ 276441 w 449768"/>
                <a:gd name="connsiteY21" fmla="*/ 232511 h 538305"/>
                <a:gd name="connsiteX22" fmla="*/ 328174 w 449768"/>
                <a:gd name="connsiteY22" fmla="*/ 227543 h 538305"/>
                <a:gd name="connsiteX23" fmla="*/ 333645 w 449768"/>
                <a:gd name="connsiteY23" fmla="*/ 217110 h 538305"/>
                <a:gd name="connsiteX24" fmla="*/ 317727 w 449768"/>
                <a:gd name="connsiteY24" fmla="*/ 160472 h 538305"/>
                <a:gd name="connsiteX25" fmla="*/ 287508 w 449768"/>
                <a:gd name="connsiteY25" fmla="*/ 153269 h 538305"/>
                <a:gd name="connsiteX26" fmla="*/ 437111 w 449768"/>
                <a:gd name="connsiteY26" fmla="*/ 0 h 538305"/>
                <a:gd name="connsiteX27" fmla="*/ 442086 w 449768"/>
                <a:gd name="connsiteY27" fmla="*/ 0 h 538305"/>
                <a:gd name="connsiteX28" fmla="*/ 447557 w 449768"/>
                <a:gd name="connsiteY28" fmla="*/ 4968 h 538305"/>
                <a:gd name="connsiteX29" fmla="*/ 447557 w 449768"/>
                <a:gd name="connsiteY29" fmla="*/ 9937 h 538305"/>
                <a:gd name="connsiteX30" fmla="*/ 447557 w 449768"/>
                <a:gd name="connsiteY30" fmla="*/ 20370 h 538305"/>
                <a:gd name="connsiteX31" fmla="*/ 447557 w 449768"/>
                <a:gd name="connsiteY31" fmla="*/ 46204 h 538305"/>
                <a:gd name="connsiteX32" fmla="*/ 442086 w 449768"/>
                <a:gd name="connsiteY32" fmla="*/ 103338 h 538305"/>
                <a:gd name="connsiteX33" fmla="*/ 442086 w 449768"/>
                <a:gd name="connsiteY33" fmla="*/ 113771 h 538305"/>
                <a:gd name="connsiteX34" fmla="*/ 437111 w 449768"/>
                <a:gd name="connsiteY34" fmla="*/ 134141 h 538305"/>
                <a:gd name="connsiteX35" fmla="*/ 421194 w 449768"/>
                <a:gd name="connsiteY35" fmla="*/ 175874 h 538305"/>
                <a:gd name="connsiteX36" fmla="*/ 354040 w 449768"/>
                <a:gd name="connsiteY36" fmla="*/ 289645 h 538305"/>
                <a:gd name="connsiteX37" fmla="*/ 344091 w 449768"/>
                <a:gd name="connsiteY37" fmla="*/ 325913 h 538305"/>
                <a:gd name="connsiteX38" fmla="*/ 276441 w 449768"/>
                <a:gd name="connsiteY38" fmla="*/ 506754 h 538305"/>
                <a:gd name="connsiteX39" fmla="*/ 261020 w 449768"/>
                <a:gd name="connsiteY39" fmla="*/ 496321 h 538305"/>
                <a:gd name="connsiteX40" fmla="*/ 17278 w 449768"/>
                <a:gd name="connsiteY40" fmla="*/ 310511 h 538305"/>
                <a:gd name="connsiteX41" fmla="*/ 1858 w 449768"/>
                <a:gd name="connsiteY41" fmla="*/ 289645 h 538305"/>
                <a:gd name="connsiteX42" fmla="*/ 162528 w 449768"/>
                <a:gd name="connsiteY42" fmla="*/ 186307 h 538305"/>
                <a:gd name="connsiteX43" fmla="*/ 193369 w 449768"/>
                <a:gd name="connsiteY43" fmla="*/ 165441 h 538305"/>
                <a:gd name="connsiteX44" fmla="*/ 312753 w 449768"/>
                <a:gd name="connsiteY44" fmla="*/ 51669 h 538305"/>
                <a:gd name="connsiteX45" fmla="*/ 400799 w 449768"/>
                <a:gd name="connsiteY45" fmla="*/ 9937 h 538305"/>
                <a:gd name="connsiteX46" fmla="*/ 426665 w 449768"/>
                <a:gd name="connsiteY46" fmla="*/ 4968 h 538305"/>
                <a:gd name="connsiteX47" fmla="*/ 437111 w 449768"/>
                <a:gd name="connsiteY47" fmla="*/ 0 h 53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49768" h="538305">
                  <a:moveTo>
                    <a:pt x="206367" y="423375"/>
                  </a:moveTo>
                  <a:cubicBezTo>
                    <a:pt x="209652" y="425297"/>
                    <a:pt x="211016" y="429140"/>
                    <a:pt x="208536" y="434347"/>
                  </a:cubicBezTo>
                  <a:cubicBezTo>
                    <a:pt x="198122" y="460136"/>
                    <a:pt x="172335" y="506754"/>
                    <a:pt x="136133" y="527584"/>
                  </a:cubicBezTo>
                  <a:cubicBezTo>
                    <a:pt x="125719" y="532543"/>
                    <a:pt x="115305" y="527584"/>
                    <a:pt x="120760" y="517169"/>
                  </a:cubicBezTo>
                  <a:cubicBezTo>
                    <a:pt x="130678" y="491380"/>
                    <a:pt x="151507" y="450217"/>
                    <a:pt x="192667" y="423933"/>
                  </a:cubicBezTo>
                  <a:cubicBezTo>
                    <a:pt x="197874" y="421453"/>
                    <a:pt x="203081" y="421453"/>
                    <a:pt x="206367" y="423375"/>
                  </a:cubicBezTo>
                  <a:close/>
                  <a:moveTo>
                    <a:pt x="158371" y="386315"/>
                  </a:moveTo>
                  <a:cubicBezTo>
                    <a:pt x="161532" y="388230"/>
                    <a:pt x="162771" y="392060"/>
                    <a:pt x="160292" y="397002"/>
                  </a:cubicBezTo>
                  <a:cubicBezTo>
                    <a:pt x="144924" y="433081"/>
                    <a:pt x="113693" y="500297"/>
                    <a:pt x="51725" y="536376"/>
                  </a:cubicBezTo>
                  <a:cubicBezTo>
                    <a:pt x="41315" y="541318"/>
                    <a:pt x="36357" y="536376"/>
                    <a:pt x="41315" y="525997"/>
                  </a:cubicBezTo>
                  <a:cubicBezTo>
                    <a:pt x="51725" y="489918"/>
                    <a:pt x="82957" y="422702"/>
                    <a:pt x="144924" y="387118"/>
                  </a:cubicBezTo>
                  <a:cubicBezTo>
                    <a:pt x="150130" y="384399"/>
                    <a:pt x="155211" y="384399"/>
                    <a:pt x="158371" y="386315"/>
                  </a:cubicBezTo>
                  <a:close/>
                  <a:moveTo>
                    <a:pt x="112005" y="349971"/>
                  </a:moveTo>
                  <a:cubicBezTo>
                    <a:pt x="115228" y="352562"/>
                    <a:pt x="116468" y="357744"/>
                    <a:pt x="113740" y="362927"/>
                  </a:cubicBezTo>
                  <a:cubicBezTo>
                    <a:pt x="103326" y="388591"/>
                    <a:pt x="77539" y="429556"/>
                    <a:pt x="41338" y="455221"/>
                  </a:cubicBezTo>
                  <a:cubicBezTo>
                    <a:pt x="25965" y="460157"/>
                    <a:pt x="21006" y="455221"/>
                    <a:pt x="25965" y="444857"/>
                  </a:cubicBezTo>
                  <a:cubicBezTo>
                    <a:pt x="36379" y="419192"/>
                    <a:pt x="57207" y="378227"/>
                    <a:pt x="98367" y="352562"/>
                  </a:cubicBezTo>
                  <a:cubicBezTo>
                    <a:pt x="103574" y="347380"/>
                    <a:pt x="108781" y="347380"/>
                    <a:pt x="112005" y="349971"/>
                  </a:cubicBezTo>
                  <a:close/>
                  <a:moveTo>
                    <a:pt x="287508" y="153269"/>
                  </a:moveTo>
                  <a:cubicBezTo>
                    <a:pt x="277809" y="153890"/>
                    <a:pt x="268730" y="157740"/>
                    <a:pt x="261020" y="165441"/>
                  </a:cubicBezTo>
                  <a:cubicBezTo>
                    <a:pt x="261020" y="170409"/>
                    <a:pt x="261020" y="170409"/>
                    <a:pt x="255548" y="175874"/>
                  </a:cubicBezTo>
                  <a:cubicBezTo>
                    <a:pt x="245600" y="196243"/>
                    <a:pt x="250574" y="222575"/>
                    <a:pt x="276441" y="232511"/>
                  </a:cubicBezTo>
                  <a:cubicBezTo>
                    <a:pt x="291861" y="242944"/>
                    <a:pt x="317727" y="242944"/>
                    <a:pt x="328174" y="227543"/>
                  </a:cubicBezTo>
                  <a:cubicBezTo>
                    <a:pt x="333645" y="222575"/>
                    <a:pt x="333645" y="222575"/>
                    <a:pt x="333645" y="217110"/>
                  </a:cubicBezTo>
                  <a:cubicBezTo>
                    <a:pt x="349066" y="196243"/>
                    <a:pt x="338620" y="170409"/>
                    <a:pt x="317727" y="160472"/>
                  </a:cubicBezTo>
                  <a:cubicBezTo>
                    <a:pt x="307530" y="155256"/>
                    <a:pt x="297208" y="152648"/>
                    <a:pt x="287508" y="153269"/>
                  </a:cubicBezTo>
                  <a:close/>
                  <a:moveTo>
                    <a:pt x="437111" y="0"/>
                  </a:moveTo>
                  <a:lnTo>
                    <a:pt x="442086" y="0"/>
                  </a:lnTo>
                  <a:cubicBezTo>
                    <a:pt x="447557" y="0"/>
                    <a:pt x="452532" y="0"/>
                    <a:pt x="447557" y="4968"/>
                  </a:cubicBezTo>
                  <a:lnTo>
                    <a:pt x="447557" y="9937"/>
                  </a:lnTo>
                  <a:cubicBezTo>
                    <a:pt x="452532" y="15402"/>
                    <a:pt x="447557" y="15402"/>
                    <a:pt x="447557" y="20370"/>
                  </a:cubicBezTo>
                  <a:cubicBezTo>
                    <a:pt x="447557" y="25835"/>
                    <a:pt x="447557" y="36268"/>
                    <a:pt x="447557" y="46204"/>
                  </a:cubicBezTo>
                  <a:cubicBezTo>
                    <a:pt x="447557" y="62102"/>
                    <a:pt x="447557" y="82472"/>
                    <a:pt x="442086" y="103338"/>
                  </a:cubicBezTo>
                  <a:cubicBezTo>
                    <a:pt x="442086" y="108306"/>
                    <a:pt x="442086" y="108306"/>
                    <a:pt x="442086" y="113771"/>
                  </a:cubicBezTo>
                  <a:cubicBezTo>
                    <a:pt x="437111" y="124205"/>
                    <a:pt x="437111" y="129173"/>
                    <a:pt x="437111" y="134141"/>
                  </a:cubicBezTo>
                  <a:cubicBezTo>
                    <a:pt x="431640" y="150039"/>
                    <a:pt x="426665" y="165441"/>
                    <a:pt x="421194" y="175874"/>
                  </a:cubicBezTo>
                  <a:cubicBezTo>
                    <a:pt x="406271" y="212141"/>
                    <a:pt x="385378" y="248409"/>
                    <a:pt x="354040" y="289645"/>
                  </a:cubicBezTo>
                  <a:cubicBezTo>
                    <a:pt x="349066" y="294613"/>
                    <a:pt x="344091" y="315479"/>
                    <a:pt x="344091" y="325913"/>
                  </a:cubicBezTo>
                  <a:cubicBezTo>
                    <a:pt x="354040" y="367148"/>
                    <a:pt x="359512" y="460053"/>
                    <a:pt x="276441" y="506754"/>
                  </a:cubicBezTo>
                  <a:cubicBezTo>
                    <a:pt x="265994" y="517187"/>
                    <a:pt x="255548" y="512219"/>
                    <a:pt x="261020" y="496321"/>
                  </a:cubicBezTo>
                  <a:cubicBezTo>
                    <a:pt x="261020" y="439684"/>
                    <a:pt x="240128" y="305046"/>
                    <a:pt x="17278" y="310511"/>
                  </a:cubicBezTo>
                  <a:cubicBezTo>
                    <a:pt x="1858" y="310511"/>
                    <a:pt x="-3117" y="300078"/>
                    <a:pt x="1858" y="289645"/>
                  </a:cubicBezTo>
                  <a:cubicBezTo>
                    <a:pt x="17278" y="253377"/>
                    <a:pt x="59062" y="180842"/>
                    <a:pt x="162528" y="186307"/>
                  </a:cubicBezTo>
                  <a:cubicBezTo>
                    <a:pt x="172975" y="186307"/>
                    <a:pt x="188395" y="175874"/>
                    <a:pt x="193369" y="165441"/>
                  </a:cubicBezTo>
                  <a:cubicBezTo>
                    <a:pt x="214261" y="139606"/>
                    <a:pt x="250574" y="87937"/>
                    <a:pt x="312753" y="51669"/>
                  </a:cubicBezTo>
                  <a:cubicBezTo>
                    <a:pt x="349066" y="25835"/>
                    <a:pt x="379907" y="15402"/>
                    <a:pt x="400799" y="9937"/>
                  </a:cubicBezTo>
                  <a:cubicBezTo>
                    <a:pt x="416219" y="9937"/>
                    <a:pt x="426665" y="9937"/>
                    <a:pt x="426665" y="4968"/>
                  </a:cubicBezTo>
                  <a:cubicBezTo>
                    <a:pt x="431640" y="4968"/>
                    <a:pt x="431640" y="0"/>
                    <a:pt x="437111"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square" anchor="ctr">
              <a:noAutofit/>
            </a:bodyPr>
            <a:lstStyle/>
            <a:p>
              <a:pPr>
                <a:defRPr/>
              </a:pPr>
              <a:endParaRPr lang="en-US" sz="2531" dirty="0">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33" name="Rectangle 32"/>
            <p:cNvSpPr/>
            <p:nvPr/>
          </p:nvSpPr>
          <p:spPr>
            <a:xfrm>
              <a:off x="2028510" y="3405624"/>
              <a:ext cx="1425585" cy="332713"/>
            </a:xfrm>
            <a:prstGeom prst="rect">
              <a:avLst/>
            </a:prstGeom>
          </p:spPr>
          <p:txBody>
            <a:bodyPr wrap="square">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Rectangle 33"/>
            <p:cNvSpPr/>
            <p:nvPr/>
          </p:nvSpPr>
          <p:spPr>
            <a:xfrm>
              <a:off x="5392208" y="3362393"/>
              <a:ext cx="1425585" cy="332713"/>
            </a:xfrm>
            <a:prstGeom prst="rect">
              <a:avLst/>
            </a:prstGeom>
          </p:spPr>
          <p:txBody>
            <a:bodyPr wrap="square">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Rectangle 34"/>
            <p:cNvSpPr/>
            <p:nvPr/>
          </p:nvSpPr>
          <p:spPr>
            <a:xfrm>
              <a:off x="8803590" y="3333307"/>
              <a:ext cx="1425585" cy="332713"/>
            </a:xfrm>
            <a:prstGeom prst="rect">
              <a:avLst/>
            </a:prstGeom>
          </p:spPr>
          <p:txBody>
            <a:bodyPr wrap="square">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37" name="Straight Connector 36"/>
            <p:cNvCxnSpPr>
              <a:stCxn id="17" idx="0"/>
              <a:endCxn id="38" idx="4"/>
            </p:cNvCxnSpPr>
            <p:nvPr/>
          </p:nvCxnSpPr>
          <p:spPr>
            <a:xfrm flipV="1">
              <a:off x="4362742" y="2240783"/>
              <a:ext cx="1" cy="442918"/>
            </a:xfrm>
            <a:prstGeom prst="line">
              <a:avLst/>
            </a:prstGeom>
            <a:ln>
              <a:solidFill>
                <a:schemeClr val="tx2">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8" name="Oval 37"/>
            <p:cNvSpPr/>
            <p:nvPr/>
          </p:nvSpPr>
          <p:spPr>
            <a:xfrm>
              <a:off x="3984891" y="1485080"/>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66">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41" name="Oval 40"/>
            <p:cNvSpPr/>
            <p:nvPr/>
          </p:nvSpPr>
          <p:spPr>
            <a:xfrm>
              <a:off x="7354967" y="1483855"/>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cxnSp>
          <p:nvCxnSpPr>
            <p:cNvPr id="42" name="Straight Connector 41"/>
            <p:cNvCxnSpPr>
              <a:stCxn id="18" idx="0"/>
              <a:endCxn id="41" idx="4"/>
            </p:cNvCxnSpPr>
            <p:nvPr/>
          </p:nvCxnSpPr>
          <p:spPr>
            <a:xfrm flipV="1">
              <a:off x="7732818" y="2239558"/>
              <a:ext cx="1" cy="444143"/>
            </a:xfrm>
            <a:prstGeom prst="line">
              <a:avLst/>
            </a:prstGeom>
            <a:ln>
              <a:solidFill>
                <a:schemeClr val="tx2">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4027413" y="1742325"/>
              <a:ext cx="670657" cy="350225"/>
            </a:xfrm>
            <a:prstGeom prst="rect">
              <a:avLst/>
            </a:prstGeom>
            <a:noFill/>
          </p:spPr>
          <p:txBody>
            <a:bodyPr wrap="none" rtlCol="0">
              <a:spAutoFit/>
            </a:bodyPr>
            <a:lstStyle/>
            <a:p>
              <a:pPr algn="ctr" fontAlgn="auto">
                <a:spcBef>
                  <a:spcPts val="0"/>
                </a:spcBef>
                <a:spcAft>
                  <a:spcPts val="0"/>
                </a:spcAft>
                <a:defRPr/>
              </a:pPr>
              <a:r>
                <a:rPr lang="en-US" altLang="zh-CN" b="1" dirty="0">
                  <a:solidFill>
                    <a:prstClr val="white"/>
                  </a:solidFill>
                  <a:latin typeface="Franklin Gothic Book" panose="020B0503020102020204" pitchFamily="34" charset="0"/>
                  <a:ea typeface="Segoe UI Emoji" panose="020B0502040204020203" pitchFamily="34" charset="0"/>
                </a:rPr>
                <a:t>TITLE</a:t>
              </a:r>
              <a:endParaRPr lang="zh-CN" altLang="en-US" b="1" dirty="0">
                <a:solidFill>
                  <a:prstClr val="white"/>
                </a:solidFill>
                <a:latin typeface="Franklin Gothic Book" panose="020B0503020102020204" pitchFamily="34" charset="0"/>
              </a:endParaRPr>
            </a:p>
          </p:txBody>
        </p:sp>
        <p:sp>
          <p:nvSpPr>
            <p:cNvPr id="52" name="TextBox 51"/>
            <p:cNvSpPr txBox="1"/>
            <p:nvPr/>
          </p:nvSpPr>
          <p:spPr>
            <a:xfrm>
              <a:off x="7397488" y="1742325"/>
              <a:ext cx="670657" cy="350225"/>
            </a:xfrm>
            <a:prstGeom prst="rect">
              <a:avLst/>
            </a:prstGeom>
            <a:noFill/>
          </p:spPr>
          <p:txBody>
            <a:bodyPr wrap="none" rtlCol="0">
              <a:spAutoFit/>
            </a:bodyPr>
            <a:lstStyle/>
            <a:p>
              <a:pPr algn="ctr" fontAlgn="auto">
                <a:spcBef>
                  <a:spcPts val="0"/>
                </a:spcBef>
                <a:spcAft>
                  <a:spcPts val="0"/>
                </a:spcAft>
                <a:defRPr/>
              </a:pPr>
              <a:r>
                <a:rPr lang="en-US" altLang="zh-CN" b="1" dirty="0">
                  <a:solidFill>
                    <a:prstClr val="white"/>
                  </a:solidFill>
                  <a:latin typeface="Franklin Gothic Book" panose="020B0503020102020204" pitchFamily="34" charset="0"/>
                  <a:ea typeface="Segoe UI Emoji" panose="020B0502040204020203" pitchFamily="34" charset="0"/>
                </a:rPr>
                <a:t>TITLE</a:t>
              </a:r>
              <a:endParaRPr lang="zh-CN" altLang="en-US" b="1" dirty="0">
                <a:solidFill>
                  <a:prstClr val="white"/>
                </a:solidFill>
                <a:latin typeface="Franklin Gothic Book" panose="020B0503020102020204" pitchFamily="34" charset="0"/>
              </a:endParaRPr>
            </a:p>
          </p:txBody>
        </p:sp>
      </p:grpSp>
      <p:sp>
        <p:nvSpPr>
          <p:cNvPr id="53" name="Rectangle 52"/>
          <p:cNvSpPr/>
          <p:nvPr/>
        </p:nvSpPr>
        <p:spPr>
          <a:xfrm>
            <a:off x="1428333" y="5579887"/>
            <a:ext cx="2914268" cy="646331"/>
          </a:xfrm>
          <a:prstGeom prst="rect">
            <a:avLst/>
          </a:prstGeom>
        </p:spPr>
        <p:txBody>
          <a:bodyPr wrap="square">
            <a:spAutoFit/>
          </a:bodyPr>
          <a:lstStyle/>
          <a:p>
            <a:pPr>
              <a:lnSpc>
                <a:spcPct val="150000"/>
              </a:lnSpc>
            </a:pPr>
            <a:r>
              <a:rPr lang="zh-CN" altLang="en-US" sz="800" dirty="0">
                <a:solidFill>
                  <a:prstClr val="white"/>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solidFill>
              <a:latin typeface="微软雅黑" panose="020B0503020204020204" pitchFamily="34" charset="-122"/>
              <a:ea typeface="微软雅黑" panose="020B0503020204020204" pitchFamily="34" charset="-122"/>
              <a:cs typeface="+mn-ea"/>
              <a:sym typeface="+mn-lt"/>
            </a:endParaRPr>
          </a:p>
        </p:txBody>
      </p:sp>
      <p:sp>
        <p:nvSpPr>
          <p:cNvPr id="54" name="TextBox 53"/>
          <p:cNvSpPr txBox="1"/>
          <p:nvPr/>
        </p:nvSpPr>
        <p:spPr>
          <a:xfrm>
            <a:off x="1428333" y="5278806"/>
            <a:ext cx="1441420" cy="350865"/>
          </a:xfrm>
          <a:prstGeom prst="rect">
            <a:avLst/>
          </a:prstGeom>
          <a:noFill/>
        </p:spPr>
        <p:txBody>
          <a:bodyPr wrap="none" rtlCol="0">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Rectangle 54"/>
          <p:cNvSpPr/>
          <p:nvPr/>
        </p:nvSpPr>
        <p:spPr>
          <a:xfrm>
            <a:off x="8579230" y="5579887"/>
            <a:ext cx="2914268" cy="646331"/>
          </a:xfrm>
          <a:prstGeom prst="rect">
            <a:avLst/>
          </a:prstGeom>
        </p:spPr>
        <p:txBody>
          <a:bodyPr wrap="square">
            <a:spAutoFit/>
          </a:bodyPr>
          <a:lstStyle/>
          <a:p>
            <a:pPr>
              <a:lnSpc>
                <a:spcPct val="150000"/>
              </a:lnSpc>
            </a:pPr>
            <a:r>
              <a:rPr lang="zh-CN" altLang="en-US" sz="800" dirty="0">
                <a:solidFill>
                  <a:prstClr val="white"/>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solidFill>
              <a:latin typeface="微软雅黑" panose="020B0503020204020204" pitchFamily="34" charset="-122"/>
              <a:ea typeface="微软雅黑" panose="020B0503020204020204" pitchFamily="34" charset="-122"/>
              <a:cs typeface="+mn-ea"/>
              <a:sym typeface="+mn-lt"/>
            </a:endParaRPr>
          </a:p>
        </p:txBody>
      </p:sp>
      <p:sp>
        <p:nvSpPr>
          <p:cNvPr id="56" name="Rectangle 55"/>
          <p:cNvSpPr/>
          <p:nvPr/>
        </p:nvSpPr>
        <p:spPr>
          <a:xfrm>
            <a:off x="4990950" y="5579887"/>
            <a:ext cx="2914268" cy="646331"/>
          </a:xfrm>
          <a:prstGeom prst="rect">
            <a:avLst/>
          </a:prstGeom>
        </p:spPr>
        <p:txBody>
          <a:bodyPr wrap="square">
            <a:spAutoFit/>
          </a:bodyPr>
          <a:lstStyle/>
          <a:p>
            <a:pPr>
              <a:lnSpc>
                <a:spcPct val="150000"/>
              </a:lnSpc>
            </a:pPr>
            <a:r>
              <a:rPr lang="zh-CN" altLang="en-US" sz="800" dirty="0">
                <a:solidFill>
                  <a:prstClr val="white"/>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solidFill>
              <a:latin typeface="微软雅黑" panose="020B0503020204020204" pitchFamily="34" charset="-122"/>
              <a:ea typeface="微软雅黑" panose="020B0503020204020204" pitchFamily="34" charset="-122"/>
              <a:cs typeface="+mn-ea"/>
              <a:sym typeface="+mn-lt"/>
            </a:endParaRPr>
          </a:p>
        </p:txBody>
      </p:sp>
      <p:sp>
        <p:nvSpPr>
          <p:cNvPr id="57" name="TextBox 56"/>
          <p:cNvSpPr txBox="1"/>
          <p:nvPr/>
        </p:nvSpPr>
        <p:spPr>
          <a:xfrm>
            <a:off x="4990950" y="5278806"/>
            <a:ext cx="1441420" cy="350865"/>
          </a:xfrm>
          <a:prstGeom prst="rect">
            <a:avLst/>
          </a:prstGeom>
          <a:noFill/>
        </p:spPr>
        <p:txBody>
          <a:bodyPr wrap="none" rtlCol="0">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TextBox 57"/>
          <p:cNvSpPr txBox="1"/>
          <p:nvPr/>
        </p:nvSpPr>
        <p:spPr>
          <a:xfrm>
            <a:off x="8579230" y="5278806"/>
            <a:ext cx="1441420" cy="350865"/>
          </a:xfrm>
          <a:prstGeom prst="rect">
            <a:avLst/>
          </a:prstGeom>
          <a:noFill/>
        </p:spPr>
        <p:txBody>
          <a:bodyPr wrap="none" rtlCol="0">
            <a:spAutoFit/>
          </a:bodyPr>
          <a:lstStyle/>
          <a:p>
            <a:pPr>
              <a:lnSpc>
                <a:spcPct val="120000"/>
              </a:lnSpc>
            </a:pPr>
            <a:r>
              <a:rPr lang="zh-CN" altLang="en-US"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1879052226"/>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4" fill="hold" grpId="0" nodeType="after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down)">
                                      <p:cBhvr>
                                        <p:cTn id="13" dur="500"/>
                                        <p:tgtEl>
                                          <p:spTgt spid="19"/>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p:cTn id="17" dur="500" fill="hold"/>
                                        <p:tgtEl>
                                          <p:spTgt spid="21"/>
                                        </p:tgtEl>
                                        <p:attrNameLst>
                                          <p:attrName>ppt_w</p:attrName>
                                        </p:attrNameLst>
                                      </p:cBhvr>
                                      <p:tavLst>
                                        <p:tav tm="0">
                                          <p:val>
                                            <p:fltVal val="0"/>
                                          </p:val>
                                        </p:tav>
                                        <p:tav tm="100000">
                                          <p:val>
                                            <p:strVal val="#ppt_w"/>
                                          </p:val>
                                        </p:tav>
                                      </p:tavLst>
                                    </p:anim>
                                    <p:anim calcmode="lin" valueType="num">
                                      <p:cBhvr>
                                        <p:cTn id="18" dur="500" fill="hold"/>
                                        <p:tgtEl>
                                          <p:spTgt spid="21"/>
                                        </p:tgtEl>
                                        <p:attrNameLst>
                                          <p:attrName>ppt_h</p:attrName>
                                        </p:attrNameLst>
                                      </p:cBhvr>
                                      <p:tavLst>
                                        <p:tav tm="0">
                                          <p:val>
                                            <p:fltVal val="0"/>
                                          </p:val>
                                        </p:tav>
                                        <p:tav tm="100000">
                                          <p:val>
                                            <p:strVal val="#ppt_h"/>
                                          </p:val>
                                        </p:tav>
                                      </p:tavLst>
                                    </p:anim>
                                    <p:animEffect transition="in" filter="fade">
                                      <p:cBhvr>
                                        <p:cTn id="19" dur="500"/>
                                        <p:tgtEl>
                                          <p:spTgt spid="2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500"/>
                                        <p:tgtEl>
                                          <p:spTgt spid="5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par>
                          <p:cTn id="28" fill="hold">
                            <p:stCondLst>
                              <p:cond delay="3000"/>
                            </p:stCondLst>
                            <p:childTnLst>
                              <p:par>
                                <p:cTn id="29" presetID="53" presetClass="entr" presetSubtype="16"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p:cTn id="31" dur="500" fill="hold"/>
                                        <p:tgtEl>
                                          <p:spTgt spid="22"/>
                                        </p:tgtEl>
                                        <p:attrNameLst>
                                          <p:attrName>ppt_w</p:attrName>
                                        </p:attrNameLst>
                                      </p:cBhvr>
                                      <p:tavLst>
                                        <p:tav tm="0">
                                          <p:val>
                                            <p:fltVal val="0"/>
                                          </p:val>
                                        </p:tav>
                                        <p:tav tm="100000">
                                          <p:val>
                                            <p:strVal val="#ppt_w"/>
                                          </p:val>
                                        </p:tav>
                                      </p:tavLst>
                                    </p:anim>
                                    <p:anim calcmode="lin" valueType="num">
                                      <p:cBhvr>
                                        <p:cTn id="32" dur="500" fill="hold"/>
                                        <p:tgtEl>
                                          <p:spTgt spid="22"/>
                                        </p:tgtEl>
                                        <p:attrNameLst>
                                          <p:attrName>ppt_h</p:attrName>
                                        </p:attrNameLst>
                                      </p:cBhvr>
                                      <p:tavLst>
                                        <p:tav tm="0">
                                          <p:val>
                                            <p:fltVal val="0"/>
                                          </p:val>
                                        </p:tav>
                                        <p:tav tm="100000">
                                          <p:val>
                                            <p:strVal val="#ppt_h"/>
                                          </p:val>
                                        </p:tav>
                                      </p:tavLst>
                                    </p:anim>
                                    <p:animEffect transition="in" filter="fade">
                                      <p:cBhvr>
                                        <p:cTn id="33" dur="500"/>
                                        <p:tgtEl>
                                          <p:spTgt spid="22"/>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fade">
                                      <p:cBhvr>
                                        <p:cTn id="41" dur="500"/>
                                        <p:tgtEl>
                                          <p:spTgt spid="56"/>
                                        </p:tgtEl>
                                      </p:cBhvr>
                                    </p:animEffect>
                                  </p:childTnLst>
                                </p:cTn>
                              </p:par>
                            </p:childTnLst>
                          </p:cTn>
                        </p:par>
                        <p:par>
                          <p:cTn id="42" fill="hold">
                            <p:stCondLst>
                              <p:cond delay="4500"/>
                            </p:stCondLst>
                            <p:childTnLst>
                              <p:par>
                                <p:cTn id="43" presetID="53" presetClass="entr" presetSubtype="16"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Effect transition="in" filter="fade">
                                      <p:cBhvr>
                                        <p:cTn id="47" dur="500"/>
                                        <p:tgtEl>
                                          <p:spTgt spid="23"/>
                                        </p:tgtEl>
                                      </p:cBhvr>
                                    </p:animEffect>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55"/>
                                        </p:tgtEl>
                                        <p:attrNameLst>
                                          <p:attrName>style.visibility</p:attrName>
                                        </p:attrNameLst>
                                      </p:cBhvr>
                                      <p:to>
                                        <p:strVal val="visible"/>
                                      </p:to>
                                    </p:set>
                                    <p:animEffect transition="in" filter="fade">
                                      <p:cBhvr>
                                        <p:cTn id="55"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2" grpId="0" animBg="1"/>
      <p:bldP spid="23" grpId="0" animBg="1"/>
      <p:bldP spid="53" grpId="0"/>
      <p:bldP spid="54" grpId="0"/>
      <p:bldP spid="55" grpId="0"/>
      <p:bldP spid="56" grpId="0"/>
      <p:bldP spid="57" grpId="0"/>
      <p:bldP spid="58"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矩形 59"/>
          <p:cNvSpPr/>
          <p:nvPr/>
        </p:nvSpPr>
        <p:spPr>
          <a:xfrm>
            <a:off x="1491792" y="2705307"/>
            <a:ext cx="3449860" cy="3278593"/>
          </a:xfrm>
          <a:prstGeom prst="rect">
            <a:avLst/>
          </a:prstGeom>
          <a:solidFill>
            <a:schemeClr val="accent5"/>
          </a:solidFill>
          <a:ln w="12700">
            <a:noFill/>
          </a:ln>
          <a:effectLst>
            <a:outerShdw blurRad="368300" dist="38100" dir="8100000" algn="tr" rotWithShape="0">
              <a:prstClr val="black">
                <a:alpha val="90000"/>
              </a:prstClr>
            </a:outerShdw>
          </a:effectLst>
          <a:scene3d>
            <a:camera prst="orthographicFront">
              <a:rot lat="17916175" lon="2729084" rev="18779825"/>
            </a:camera>
            <a:lightRig rig="balanced" dir="t">
              <a:rot lat="0" lon="0" rev="600000"/>
            </a:lightRig>
          </a:scene3d>
          <a:sp3d prstMaterial="flat">
            <a:bevelT w="444500" h="1041400" prst="angle"/>
            <a:extrusionClr>
              <a:srgbClr val="0070C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1" name="矩形 60"/>
          <p:cNvSpPr/>
          <p:nvPr/>
        </p:nvSpPr>
        <p:spPr>
          <a:xfrm>
            <a:off x="1996931" y="2377656"/>
            <a:ext cx="2410640" cy="2286081"/>
          </a:xfrm>
          <a:prstGeom prst="rect">
            <a:avLst/>
          </a:prstGeom>
          <a:solidFill>
            <a:schemeClr val="accent4"/>
          </a:solidFill>
          <a:ln>
            <a:noFill/>
          </a:ln>
          <a:scene3d>
            <a:camera prst="orthographicFront">
              <a:rot lat="17916175" lon="2729084" rev="18779825"/>
            </a:camera>
            <a:lightRig rig="balanced" dir="t">
              <a:rot lat="0" lon="0" rev="600000"/>
            </a:lightRig>
          </a:scene3d>
          <a:sp3d prstMaterial="flat">
            <a:bevelT w="311150" h="730250" prst="angle"/>
            <a:extrusionClr>
              <a:srgbClr val="00B05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2" name="矩形 61"/>
          <p:cNvSpPr/>
          <p:nvPr/>
        </p:nvSpPr>
        <p:spPr>
          <a:xfrm>
            <a:off x="2349953" y="2152199"/>
            <a:ext cx="1702330" cy="1623150"/>
          </a:xfrm>
          <a:prstGeom prst="rect">
            <a:avLst/>
          </a:prstGeom>
          <a:solidFill>
            <a:schemeClr val="accent3"/>
          </a:solidFill>
          <a:ln>
            <a:noFill/>
          </a:ln>
          <a:scene3d>
            <a:camera prst="orthographicFront">
              <a:rot lat="17916175" lon="2729084" rev="18779825"/>
            </a:camera>
            <a:lightRig rig="balanced" dir="t">
              <a:rot lat="0" lon="0" rev="600000"/>
            </a:lightRig>
          </a:scene3d>
          <a:sp3d prstMaterial="flat">
            <a:bevelT w="215900" h="501650" prst="angle"/>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3" name="矩形 62"/>
          <p:cNvSpPr/>
          <p:nvPr/>
        </p:nvSpPr>
        <p:spPr>
          <a:xfrm>
            <a:off x="2611133" y="1800685"/>
            <a:ext cx="1157265" cy="1139000"/>
          </a:xfrm>
          <a:prstGeom prst="rect">
            <a:avLst/>
          </a:prstGeom>
          <a:solidFill>
            <a:schemeClr val="accent2"/>
          </a:solidFill>
          <a:ln>
            <a:noFill/>
          </a:ln>
          <a:scene3d>
            <a:camera prst="orthographicFront">
              <a:rot lat="17709539" lon="2246828" rev="19210350"/>
            </a:camera>
            <a:lightRig rig="balanced" dir="t">
              <a:rot lat="0" lon="0" rev="600000"/>
            </a:lightRig>
          </a:scene3d>
          <a:sp3d prstMaterial="flat">
            <a:bevelT w="234950" h="520700" prst="angle"/>
            <a:extrusionClr>
              <a:srgbClr val="7030A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4" name="矩形 63"/>
          <p:cNvSpPr/>
          <p:nvPr/>
        </p:nvSpPr>
        <p:spPr>
          <a:xfrm>
            <a:off x="2900112" y="1256098"/>
            <a:ext cx="569500" cy="569500"/>
          </a:xfrm>
          <a:prstGeom prst="rect">
            <a:avLst/>
          </a:prstGeom>
          <a:solidFill>
            <a:schemeClr val="accent1"/>
          </a:solidFill>
          <a:ln>
            <a:noFill/>
          </a:ln>
          <a:scene3d>
            <a:camera prst="orthographicFront">
              <a:rot lat="17916175" lon="2729084" rev="18779825"/>
            </a:camera>
            <a:lightRig rig="balanced" dir="t">
              <a:rot lat="0" lon="0" rev="600000"/>
            </a:lightRig>
          </a:scene3d>
          <a:sp3d prstMaterial="flat">
            <a:bevelT w="336550" h="7556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cxnSp>
        <p:nvCxnSpPr>
          <p:cNvPr id="76" name="直接连接符 75"/>
          <p:cNvCxnSpPr/>
          <p:nvPr/>
        </p:nvCxnSpPr>
        <p:spPr>
          <a:xfrm>
            <a:off x="3315763" y="1953498"/>
            <a:ext cx="4000114" cy="0"/>
          </a:xfrm>
          <a:prstGeom prst="line">
            <a:avLst/>
          </a:prstGeom>
          <a:noFill/>
          <a:ln w="9525">
            <a:solidFill>
              <a:srgbClr val="414455"/>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77" name="直接连接符 76"/>
          <p:cNvCxnSpPr/>
          <p:nvPr/>
        </p:nvCxnSpPr>
        <p:spPr>
          <a:xfrm>
            <a:off x="3517115" y="2620307"/>
            <a:ext cx="3798762" cy="0"/>
          </a:xfrm>
          <a:prstGeom prst="line">
            <a:avLst/>
          </a:prstGeom>
          <a:noFill/>
          <a:ln w="9525">
            <a:solidFill>
              <a:srgbClr val="414455"/>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78" name="直接连接符 77"/>
          <p:cNvCxnSpPr/>
          <p:nvPr/>
        </p:nvCxnSpPr>
        <p:spPr>
          <a:xfrm>
            <a:off x="3847355" y="3312124"/>
            <a:ext cx="3468522" cy="0"/>
          </a:xfrm>
          <a:prstGeom prst="line">
            <a:avLst/>
          </a:prstGeom>
          <a:noFill/>
          <a:ln w="9525">
            <a:solidFill>
              <a:srgbClr val="414455"/>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79" name="直接连接符 78"/>
          <p:cNvCxnSpPr/>
          <p:nvPr/>
        </p:nvCxnSpPr>
        <p:spPr>
          <a:xfrm>
            <a:off x="4378949" y="4324552"/>
            <a:ext cx="2936929" cy="0"/>
          </a:xfrm>
          <a:prstGeom prst="line">
            <a:avLst/>
          </a:prstGeom>
          <a:noFill/>
          <a:ln w="9525">
            <a:solidFill>
              <a:srgbClr val="414455"/>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80" name="直接连接符 79"/>
          <p:cNvCxnSpPr/>
          <p:nvPr/>
        </p:nvCxnSpPr>
        <p:spPr>
          <a:xfrm>
            <a:off x="4758657" y="5326894"/>
            <a:ext cx="2557221" cy="0"/>
          </a:xfrm>
          <a:prstGeom prst="line">
            <a:avLst/>
          </a:prstGeom>
          <a:noFill/>
          <a:ln w="9525">
            <a:solidFill>
              <a:srgbClr val="414455"/>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sp>
        <p:nvSpPr>
          <p:cNvPr id="81" name="TextBox 80"/>
          <p:cNvSpPr txBox="1"/>
          <p:nvPr/>
        </p:nvSpPr>
        <p:spPr>
          <a:xfrm>
            <a:off x="7766153" y="5144182"/>
            <a:ext cx="3271734"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82" name="TextBox 81"/>
          <p:cNvSpPr txBox="1"/>
          <p:nvPr/>
        </p:nvSpPr>
        <p:spPr>
          <a:xfrm>
            <a:off x="5722886" y="4995411"/>
            <a:ext cx="1441420" cy="350865"/>
          </a:xfrm>
          <a:prstGeom prst="rect">
            <a:avLst/>
          </a:prstGeom>
          <a:noFill/>
        </p:spPr>
        <p:txBody>
          <a:bodyPr wrap="none"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TextBox 82"/>
          <p:cNvSpPr txBox="1"/>
          <p:nvPr/>
        </p:nvSpPr>
        <p:spPr>
          <a:xfrm>
            <a:off x="7766153" y="4147919"/>
            <a:ext cx="3271734"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84" name="TextBox 83"/>
          <p:cNvSpPr txBox="1"/>
          <p:nvPr/>
        </p:nvSpPr>
        <p:spPr>
          <a:xfrm>
            <a:off x="5722886" y="4008168"/>
            <a:ext cx="1441420" cy="350865"/>
          </a:xfrm>
          <a:prstGeom prst="rect">
            <a:avLst/>
          </a:prstGeom>
          <a:noFill/>
        </p:spPr>
        <p:txBody>
          <a:bodyPr wrap="none"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TextBox 84"/>
          <p:cNvSpPr txBox="1"/>
          <p:nvPr/>
        </p:nvSpPr>
        <p:spPr>
          <a:xfrm>
            <a:off x="7766153" y="3175563"/>
            <a:ext cx="3271734"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86" name="TextBox 85"/>
          <p:cNvSpPr txBox="1"/>
          <p:nvPr/>
        </p:nvSpPr>
        <p:spPr>
          <a:xfrm>
            <a:off x="5722886" y="3005672"/>
            <a:ext cx="1441420" cy="350865"/>
          </a:xfrm>
          <a:prstGeom prst="rect">
            <a:avLst/>
          </a:prstGeom>
          <a:noFill/>
        </p:spPr>
        <p:txBody>
          <a:bodyPr wrap="none"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TextBox 86"/>
          <p:cNvSpPr txBox="1"/>
          <p:nvPr/>
        </p:nvSpPr>
        <p:spPr>
          <a:xfrm>
            <a:off x="7766153" y="2438972"/>
            <a:ext cx="3271734"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88" name="TextBox 87"/>
          <p:cNvSpPr txBox="1"/>
          <p:nvPr/>
        </p:nvSpPr>
        <p:spPr>
          <a:xfrm>
            <a:off x="5722886" y="2324541"/>
            <a:ext cx="1441420" cy="350865"/>
          </a:xfrm>
          <a:prstGeom prst="rect">
            <a:avLst/>
          </a:prstGeom>
          <a:noFill/>
        </p:spPr>
        <p:txBody>
          <a:bodyPr wrap="none"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TextBox 88"/>
          <p:cNvSpPr txBox="1"/>
          <p:nvPr/>
        </p:nvSpPr>
        <p:spPr>
          <a:xfrm>
            <a:off x="7766153" y="1750841"/>
            <a:ext cx="3271734" cy="461665"/>
          </a:xfrm>
          <a:prstGeom prst="rect">
            <a:avLst/>
          </a:prstGeom>
          <a:noFill/>
        </p:spPr>
        <p:txBody>
          <a:bodyPr wrap="square"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90" name="TextBox 89"/>
          <p:cNvSpPr txBox="1"/>
          <p:nvPr/>
        </p:nvSpPr>
        <p:spPr>
          <a:xfrm>
            <a:off x="5722886" y="1636410"/>
            <a:ext cx="1441420" cy="350865"/>
          </a:xfrm>
          <a:prstGeom prst="rect">
            <a:avLst/>
          </a:prstGeom>
          <a:noFill/>
        </p:spPr>
        <p:txBody>
          <a:bodyPr wrap="none"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1804714169"/>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14:presetBounceEnd="64000">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14:bounceEnd="64000">
                                          <p:cBhvr additive="base">
                                            <p:cTn id="7" dur="1000" fill="hold"/>
                                            <p:tgtEl>
                                              <p:spTgt spid="60"/>
                                            </p:tgtEl>
                                            <p:attrNameLst>
                                              <p:attrName>ppt_x</p:attrName>
                                            </p:attrNameLst>
                                          </p:cBhvr>
                                          <p:tavLst>
                                            <p:tav tm="0">
                                              <p:val>
                                                <p:strVal val="#ppt_x"/>
                                              </p:val>
                                            </p:tav>
                                            <p:tav tm="100000">
                                              <p:val>
                                                <p:strVal val="#ppt_x"/>
                                              </p:val>
                                            </p:tav>
                                          </p:tavLst>
                                        </p:anim>
                                        <p:anim calcmode="lin" valueType="num" p14:bounceEnd="64000">
                                          <p:cBhvr additive="base">
                                            <p:cTn id="8" dur="1000" fill="hold"/>
                                            <p:tgtEl>
                                              <p:spTgt spid="6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4000">
                                      <p:stCondLst>
                                        <p:cond delay="100"/>
                                      </p:stCondLst>
                                      <p:childTnLst>
                                        <p:set>
                                          <p:cBhvr>
                                            <p:cTn id="10" dur="1" fill="hold">
                                              <p:stCondLst>
                                                <p:cond delay="0"/>
                                              </p:stCondLst>
                                            </p:cTn>
                                            <p:tgtEl>
                                              <p:spTgt spid="61"/>
                                            </p:tgtEl>
                                            <p:attrNameLst>
                                              <p:attrName>style.visibility</p:attrName>
                                            </p:attrNameLst>
                                          </p:cBhvr>
                                          <p:to>
                                            <p:strVal val="visible"/>
                                          </p:to>
                                        </p:set>
                                        <p:anim calcmode="lin" valueType="num" p14:bounceEnd="64000">
                                          <p:cBhvr additive="base">
                                            <p:cTn id="11" dur="1000" fill="hold"/>
                                            <p:tgtEl>
                                              <p:spTgt spid="61"/>
                                            </p:tgtEl>
                                            <p:attrNameLst>
                                              <p:attrName>ppt_x</p:attrName>
                                            </p:attrNameLst>
                                          </p:cBhvr>
                                          <p:tavLst>
                                            <p:tav tm="0">
                                              <p:val>
                                                <p:strVal val="#ppt_x"/>
                                              </p:val>
                                            </p:tav>
                                            <p:tav tm="100000">
                                              <p:val>
                                                <p:strVal val="#ppt_x"/>
                                              </p:val>
                                            </p:tav>
                                          </p:tavLst>
                                        </p:anim>
                                        <p:anim calcmode="lin" valueType="num" p14:bounceEnd="64000">
                                          <p:cBhvr additive="base">
                                            <p:cTn id="12" dur="1000" fill="hold"/>
                                            <p:tgtEl>
                                              <p:spTgt spid="61"/>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4000">
                                      <p:stCondLst>
                                        <p:cond delay="300"/>
                                      </p:stCondLst>
                                      <p:childTnLst>
                                        <p:set>
                                          <p:cBhvr>
                                            <p:cTn id="14" dur="1" fill="hold">
                                              <p:stCondLst>
                                                <p:cond delay="0"/>
                                              </p:stCondLst>
                                            </p:cTn>
                                            <p:tgtEl>
                                              <p:spTgt spid="62"/>
                                            </p:tgtEl>
                                            <p:attrNameLst>
                                              <p:attrName>style.visibility</p:attrName>
                                            </p:attrNameLst>
                                          </p:cBhvr>
                                          <p:to>
                                            <p:strVal val="visible"/>
                                          </p:to>
                                        </p:set>
                                        <p:anim calcmode="lin" valueType="num" p14:bounceEnd="64000">
                                          <p:cBhvr additive="base">
                                            <p:cTn id="15" dur="1000" fill="hold"/>
                                            <p:tgtEl>
                                              <p:spTgt spid="62"/>
                                            </p:tgtEl>
                                            <p:attrNameLst>
                                              <p:attrName>ppt_x</p:attrName>
                                            </p:attrNameLst>
                                          </p:cBhvr>
                                          <p:tavLst>
                                            <p:tav tm="0">
                                              <p:val>
                                                <p:strVal val="#ppt_x"/>
                                              </p:val>
                                            </p:tav>
                                            <p:tav tm="100000">
                                              <p:val>
                                                <p:strVal val="#ppt_x"/>
                                              </p:val>
                                            </p:tav>
                                          </p:tavLst>
                                        </p:anim>
                                        <p:anim calcmode="lin" valueType="num" p14:bounceEnd="64000">
                                          <p:cBhvr additive="base">
                                            <p:cTn id="16" dur="1000" fill="hold"/>
                                            <p:tgtEl>
                                              <p:spTgt spid="62"/>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4000">
                                      <p:stCondLst>
                                        <p:cond delay="500"/>
                                      </p:stCondLst>
                                      <p:childTnLst>
                                        <p:set>
                                          <p:cBhvr>
                                            <p:cTn id="18" dur="1" fill="hold">
                                              <p:stCondLst>
                                                <p:cond delay="0"/>
                                              </p:stCondLst>
                                            </p:cTn>
                                            <p:tgtEl>
                                              <p:spTgt spid="63"/>
                                            </p:tgtEl>
                                            <p:attrNameLst>
                                              <p:attrName>style.visibility</p:attrName>
                                            </p:attrNameLst>
                                          </p:cBhvr>
                                          <p:to>
                                            <p:strVal val="visible"/>
                                          </p:to>
                                        </p:set>
                                        <p:anim calcmode="lin" valueType="num" p14:bounceEnd="64000">
                                          <p:cBhvr additive="base">
                                            <p:cTn id="19" dur="1000" fill="hold"/>
                                            <p:tgtEl>
                                              <p:spTgt spid="63"/>
                                            </p:tgtEl>
                                            <p:attrNameLst>
                                              <p:attrName>ppt_x</p:attrName>
                                            </p:attrNameLst>
                                          </p:cBhvr>
                                          <p:tavLst>
                                            <p:tav tm="0">
                                              <p:val>
                                                <p:strVal val="#ppt_x"/>
                                              </p:val>
                                            </p:tav>
                                            <p:tav tm="100000">
                                              <p:val>
                                                <p:strVal val="#ppt_x"/>
                                              </p:val>
                                            </p:tav>
                                          </p:tavLst>
                                        </p:anim>
                                        <p:anim calcmode="lin" valueType="num" p14:bounceEnd="64000">
                                          <p:cBhvr additive="base">
                                            <p:cTn id="20" dur="1000" fill="hold"/>
                                            <p:tgtEl>
                                              <p:spTgt spid="6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64000">
                                      <p:stCondLst>
                                        <p:cond delay="600"/>
                                      </p:stCondLst>
                                      <p:childTnLst>
                                        <p:set>
                                          <p:cBhvr>
                                            <p:cTn id="22" dur="1" fill="hold">
                                              <p:stCondLst>
                                                <p:cond delay="0"/>
                                              </p:stCondLst>
                                            </p:cTn>
                                            <p:tgtEl>
                                              <p:spTgt spid="64"/>
                                            </p:tgtEl>
                                            <p:attrNameLst>
                                              <p:attrName>style.visibility</p:attrName>
                                            </p:attrNameLst>
                                          </p:cBhvr>
                                          <p:to>
                                            <p:strVal val="visible"/>
                                          </p:to>
                                        </p:set>
                                        <p:anim calcmode="lin" valueType="num" p14:bounceEnd="64000">
                                          <p:cBhvr additive="base">
                                            <p:cTn id="23" dur="1000" fill="hold"/>
                                            <p:tgtEl>
                                              <p:spTgt spid="64"/>
                                            </p:tgtEl>
                                            <p:attrNameLst>
                                              <p:attrName>ppt_x</p:attrName>
                                            </p:attrNameLst>
                                          </p:cBhvr>
                                          <p:tavLst>
                                            <p:tav tm="0">
                                              <p:val>
                                                <p:strVal val="#ppt_x"/>
                                              </p:val>
                                            </p:tav>
                                            <p:tav tm="100000">
                                              <p:val>
                                                <p:strVal val="#ppt_x"/>
                                              </p:val>
                                            </p:tav>
                                          </p:tavLst>
                                        </p:anim>
                                        <p:anim calcmode="lin" valueType="num" p14:bounceEnd="64000">
                                          <p:cBhvr additive="base">
                                            <p:cTn id="24" dur="1000" fill="hold"/>
                                            <p:tgtEl>
                                              <p:spTgt spid="64"/>
                                            </p:tgtEl>
                                            <p:attrNameLst>
                                              <p:attrName>ppt_y</p:attrName>
                                            </p:attrNameLst>
                                          </p:cBhvr>
                                          <p:tavLst>
                                            <p:tav tm="0">
                                              <p:val>
                                                <p:strVal val="0-#ppt_h/2"/>
                                              </p:val>
                                            </p:tav>
                                            <p:tav tm="100000">
                                              <p:val>
                                                <p:strVal val="#ppt_y"/>
                                              </p:val>
                                            </p:tav>
                                          </p:tavLst>
                                        </p:anim>
                                      </p:childTnLst>
                                    </p:cTn>
                                  </p:par>
                                </p:childTnLst>
                              </p:cTn>
                            </p:par>
                            <p:par>
                              <p:cTn id="25" fill="hold">
                                <p:stCondLst>
                                  <p:cond delay="1600"/>
                                </p:stCondLst>
                                <p:childTnLst>
                                  <p:par>
                                    <p:cTn id="26" presetID="22" presetClass="entr" presetSubtype="8" fill="hold" nodeType="afterEffect">
                                      <p:stCondLst>
                                        <p:cond delay="0"/>
                                      </p:stCondLst>
                                      <p:childTnLst>
                                        <p:set>
                                          <p:cBhvr>
                                            <p:cTn id="27" dur="1" fill="hold">
                                              <p:stCondLst>
                                                <p:cond delay="0"/>
                                              </p:stCondLst>
                                            </p:cTn>
                                            <p:tgtEl>
                                              <p:spTgt spid="76"/>
                                            </p:tgtEl>
                                            <p:attrNameLst>
                                              <p:attrName>style.visibility</p:attrName>
                                            </p:attrNameLst>
                                          </p:cBhvr>
                                          <p:to>
                                            <p:strVal val="visible"/>
                                          </p:to>
                                        </p:set>
                                        <p:animEffect transition="in" filter="wipe(left)">
                                          <p:cBhvr>
                                            <p:cTn id="28" dur="500"/>
                                            <p:tgtEl>
                                              <p:spTgt spid="76"/>
                                            </p:tgtEl>
                                          </p:cBhvr>
                                        </p:animEffect>
                                      </p:childTnLst>
                                    </p:cTn>
                                  </p:par>
                                  <p:par>
                                    <p:cTn id="29" presetID="22" presetClass="entr" presetSubtype="8" fill="hold" nodeType="with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wipe(left)">
                                          <p:cBhvr>
                                            <p:cTn id="31" dur="500"/>
                                            <p:tgtEl>
                                              <p:spTgt spid="77"/>
                                            </p:tgtEl>
                                          </p:cBhvr>
                                        </p:animEffect>
                                      </p:childTnLst>
                                    </p:cTn>
                                  </p:par>
                                  <p:par>
                                    <p:cTn id="32" presetID="22" presetClass="entr" presetSubtype="8" fill="hold" nodeType="withEffect">
                                      <p:stCondLst>
                                        <p:cond delay="0"/>
                                      </p:stCondLst>
                                      <p:childTnLst>
                                        <p:set>
                                          <p:cBhvr>
                                            <p:cTn id="33" dur="1" fill="hold">
                                              <p:stCondLst>
                                                <p:cond delay="0"/>
                                              </p:stCondLst>
                                            </p:cTn>
                                            <p:tgtEl>
                                              <p:spTgt spid="78"/>
                                            </p:tgtEl>
                                            <p:attrNameLst>
                                              <p:attrName>style.visibility</p:attrName>
                                            </p:attrNameLst>
                                          </p:cBhvr>
                                          <p:to>
                                            <p:strVal val="visible"/>
                                          </p:to>
                                        </p:set>
                                        <p:animEffect transition="in" filter="wipe(left)">
                                          <p:cBhvr>
                                            <p:cTn id="34" dur="500"/>
                                            <p:tgtEl>
                                              <p:spTgt spid="78"/>
                                            </p:tgtEl>
                                          </p:cBhvr>
                                        </p:animEffect>
                                      </p:childTnLst>
                                    </p:cTn>
                                  </p:par>
                                  <p:par>
                                    <p:cTn id="35" presetID="22" presetClass="entr" presetSubtype="8" fill="hold" nodeType="withEffect">
                                      <p:stCondLst>
                                        <p:cond delay="0"/>
                                      </p:stCondLst>
                                      <p:childTnLst>
                                        <p:set>
                                          <p:cBhvr>
                                            <p:cTn id="36" dur="1" fill="hold">
                                              <p:stCondLst>
                                                <p:cond delay="0"/>
                                              </p:stCondLst>
                                            </p:cTn>
                                            <p:tgtEl>
                                              <p:spTgt spid="79"/>
                                            </p:tgtEl>
                                            <p:attrNameLst>
                                              <p:attrName>style.visibility</p:attrName>
                                            </p:attrNameLst>
                                          </p:cBhvr>
                                          <p:to>
                                            <p:strVal val="visible"/>
                                          </p:to>
                                        </p:set>
                                        <p:animEffect transition="in" filter="wipe(left)">
                                          <p:cBhvr>
                                            <p:cTn id="37" dur="500"/>
                                            <p:tgtEl>
                                              <p:spTgt spid="79"/>
                                            </p:tgtEl>
                                          </p:cBhvr>
                                        </p:animEffect>
                                      </p:childTnLst>
                                    </p:cTn>
                                  </p:par>
                                  <p:par>
                                    <p:cTn id="38" presetID="22" presetClass="entr" presetSubtype="8" fill="hold" nodeType="withEffect">
                                      <p:stCondLst>
                                        <p:cond delay="0"/>
                                      </p:stCondLst>
                                      <p:childTnLst>
                                        <p:set>
                                          <p:cBhvr>
                                            <p:cTn id="39" dur="1" fill="hold">
                                              <p:stCondLst>
                                                <p:cond delay="0"/>
                                              </p:stCondLst>
                                            </p:cTn>
                                            <p:tgtEl>
                                              <p:spTgt spid="80"/>
                                            </p:tgtEl>
                                            <p:attrNameLst>
                                              <p:attrName>style.visibility</p:attrName>
                                            </p:attrNameLst>
                                          </p:cBhvr>
                                          <p:to>
                                            <p:strVal val="visible"/>
                                          </p:to>
                                        </p:set>
                                        <p:animEffect transition="in" filter="wipe(left)">
                                          <p:cBhvr>
                                            <p:cTn id="40" dur="500"/>
                                            <p:tgtEl>
                                              <p:spTgt spid="80"/>
                                            </p:tgtEl>
                                          </p:cBhvr>
                                        </p:animEffect>
                                      </p:childTnLst>
                                    </p:cTn>
                                  </p:par>
                                </p:childTnLst>
                              </p:cTn>
                            </p:par>
                            <p:par>
                              <p:cTn id="41" fill="hold">
                                <p:stCondLst>
                                  <p:cond delay="2100"/>
                                </p:stCondLst>
                                <p:childTnLst>
                                  <p:par>
                                    <p:cTn id="42" presetID="42" presetClass="entr" presetSubtype="0" fill="hold" grpId="0" nodeType="afterEffect">
                                      <p:stCondLst>
                                        <p:cond delay="0"/>
                                      </p:stCondLst>
                                      <p:childTnLst>
                                        <p:set>
                                          <p:cBhvr>
                                            <p:cTn id="43" dur="1" fill="hold">
                                              <p:stCondLst>
                                                <p:cond delay="0"/>
                                              </p:stCondLst>
                                            </p:cTn>
                                            <p:tgtEl>
                                              <p:spTgt spid="90"/>
                                            </p:tgtEl>
                                            <p:attrNameLst>
                                              <p:attrName>style.visibility</p:attrName>
                                            </p:attrNameLst>
                                          </p:cBhvr>
                                          <p:to>
                                            <p:strVal val="visible"/>
                                          </p:to>
                                        </p:set>
                                        <p:animEffect transition="in" filter="fade">
                                          <p:cBhvr>
                                            <p:cTn id="44" dur="500"/>
                                            <p:tgtEl>
                                              <p:spTgt spid="90"/>
                                            </p:tgtEl>
                                          </p:cBhvr>
                                        </p:animEffect>
                                        <p:anim calcmode="lin" valueType="num">
                                          <p:cBhvr>
                                            <p:cTn id="45" dur="500" fill="hold"/>
                                            <p:tgtEl>
                                              <p:spTgt spid="90"/>
                                            </p:tgtEl>
                                            <p:attrNameLst>
                                              <p:attrName>ppt_x</p:attrName>
                                            </p:attrNameLst>
                                          </p:cBhvr>
                                          <p:tavLst>
                                            <p:tav tm="0">
                                              <p:val>
                                                <p:strVal val="#ppt_x"/>
                                              </p:val>
                                            </p:tav>
                                            <p:tav tm="100000">
                                              <p:val>
                                                <p:strVal val="#ppt_x"/>
                                              </p:val>
                                            </p:tav>
                                          </p:tavLst>
                                        </p:anim>
                                        <p:anim calcmode="lin" valueType="num">
                                          <p:cBhvr>
                                            <p:cTn id="46" dur="500" fill="hold"/>
                                            <p:tgtEl>
                                              <p:spTgt spid="90"/>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88"/>
                                            </p:tgtEl>
                                            <p:attrNameLst>
                                              <p:attrName>style.visibility</p:attrName>
                                            </p:attrNameLst>
                                          </p:cBhvr>
                                          <p:to>
                                            <p:strVal val="visible"/>
                                          </p:to>
                                        </p:set>
                                        <p:animEffect transition="in" filter="fade">
                                          <p:cBhvr>
                                            <p:cTn id="49" dur="500"/>
                                            <p:tgtEl>
                                              <p:spTgt spid="88"/>
                                            </p:tgtEl>
                                          </p:cBhvr>
                                        </p:animEffect>
                                        <p:anim calcmode="lin" valueType="num">
                                          <p:cBhvr>
                                            <p:cTn id="50" dur="500" fill="hold"/>
                                            <p:tgtEl>
                                              <p:spTgt spid="88"/>
                                            </p:tgtEl>
                                            <p:attrNameLst>
                                              <p:attrName>ppt_x</p:attrName>
                                            </p:attrNameLst>
                                          </p:cBhvr>
                                          <p:tavLst>
                                            <p:tav tm="0">
                                              <p:val>
                                                <p:strVal val="#ppt_x"/>
                                              </p:val>
                                            </p:tav>
                                            <p:tav tm="100000">
                                              <p:val>
                                                <p:strVal val="#ppt_x"/>
                                              </p:val>
                                            </p:tav>
                                          </p:tavLst>
                                        </p:anim>
                                        <p:anim calcmode="lin" valueType="num">
                                          <p:cBhvr>
                                            <p:cTn id="51" dur="500" fill="hold"/>
                                            <p:tgtEl>
                                              <p:spTgt spid="88"/>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86"/>
                                            </p:tgtEl>
                                            <p:attrNameLst>
                                              <p:attrName>style.visibility</p:attrName>
                                            </p:attrNameLst>
                                          </p:cBhvr>
                                          <p:to>
                                            <p:strVal val="visible"/>
                                          </p:to>
                                        </p:set>
                                        <p:animEffect transition="in" filter="fade">
                                          <p:cBhvr>
                                            <p:cTn id="54" dur="500"/>
                                            <p:tgtEl>
                                              <p:spTgt spid="86"/>
                                            </p:tgtEl>
                                          </p:cBhvr>
                                        </p:animEffect>
                                        <p:anim calcmode="lin" valueType="num">
                                          <p:cBhvr>
                                            <p:cTn id="55" dur="500" fill="hold"/>
                                            <p:tgtEl>
                                              <p:spTgt spid="86"/>
                                            </p:tgtEl>
                                            <p:attrNameLst>
                                              <p:attrName>ppt_x</p:attrName>
                                            </p:attrNameLst>
                                          </p:cBhvr>
                                          <p:tavLst>
                                            <p:tav tm="0">
                                              <p:val>
                                                <p:strVal val="#ppt_x"/>
                                              </p:val>
                                            </p:tav>
                                            <p:tav tm="100000">
                                              <p:val>
                                                <p:strVal val="#ppt_x"/>
                                              </p:val>
                                            </p:tav>
                                          </p:tavLst>
                                        </p:anim>
                                        <p:anim calcmode="lin" valueType="num">
                                          <p:cBhvr>
                                            <p:cTn id="56" dur="500" fill="hold"/>
                                            <p:tgtEl>
                                              <p:spTgt spid="86"/>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84"/>
                                            </p:tgtEl>
                                            <p:attrNameLst>
                                              <p:attrName>style.visibility</p:attrName>
                                            </p:attrNameLst>
                                          </p:cBhvr>
                                          <p:to>
                                            <p:strVal val="visible"/>
                                          </p:to>
                                        </p:set>
                                        <p:animEffect transition="in" filter="fade">
                                          <p:cBhvr>
                                            <p:cTn id="59" dur="500"/>
                                            <p:tgtEl>
                                              <p:spTgt spid="84"/>
                                            </p:tgtEl>
                                          </p:cBhvr>
                                        </p:animEffect>
                                        <p:anim calcmode="lin" valueType="num">
                                          <p:cBhvr>
                                            <p:cTn id="60" dur="500" fill="hold"/>
                                            <p:tgtEl>
                                              <p:spTgt spid="84"/>
                                            </p:tgtEl>
                                            <p:attrNameLst>
                                              <p:attrName>ppt_x</p:attrName>
                                            </p:attrNameLst>
                                          </p:cBhvr>
                                          <p:tavLst>
                                            <p:tav tm="0">
                                              <p:val>
                                                <p:strVal val="#ppt_x"/>
                                              </p:val>
                                            </p:tav>
                                            <p:tav tm="100000">
                                              <p:val>
                                                <p:strVal val="#ppt_x"/>
                                              </p:val>
                                            </p:tav>
                                          </p:tavLst>
                                        </p:anim>
                                        <p:anim calcmode="lin" valueType="num">
                                          <p:cBhvr>
                                            <p:cTn id="61" dur="500" fill="hold"/>
                                            <p:tgtEl>
                                              <p:spTgt spid="84"/>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82"/>
                                            </p:tgtEl>
                                            <p:attrNameLst>
                                              <p:attrName>style.visibility</p:attrName>
                                            </p:attrNameLst>
                                          </p:cBhvr>
                                          <p:to>
                                            <p:strVal val="visible"/>
                                          </p:to>
                                        </p:set>
                                        <p:animEffect transition="in" filter="fade">
                                          <p:cBhvr>
                                            <p:cTn id="64" dur="500"/>
                                            <p:tgtEl>
                                              <p:spTgt spid="82"/>
                                            </p:tgtEl>
                                          </p:cBhvr>
                                        </p:animEffect>
                                        <p:anim calcmode="lin" valueType="num">
                                          <p:cBhvr>
                                            <p:cTn id="65" dur="500" fill="hold"/>
                                            <p:tgtEl>
                                              <p:spTgt spid="82"/>
                                            </p:tgtEl>
                                            <p:attrNameLst>
                                              <p:attrName>ppt_x</p:attrName>
                                            </p:attrNameLst>
                                          </p:cBhvr>
                                          <p:tavLst>
                                            <p:tav tm="0">
                                              <p:val>
                                                <p:strVal val="#ppt_x"/>
                                              </p:val>
                                            </p:tav>
                                            <p:tav tm="100000">
                                              <p:val>
                                                <p:strVal val="#ppt_x"/>
                                              </p:val>
                                            </p:tav>
                                          </p:tavLst>
                                        </p:anim>
                                        <p:anim calcmode="lin" valueType="num">
                                          <p:cBhvr>
                                            <p:cTn id="66" dur="500" fill="hold"/>
                                            <p:tgtEl>
                                              <p:spTgt spid="82"/>
                                            </p:tgtEl>
                                            <p:attrNameLst>
                                              <p:attrName>ppt_y</p:attrName>
                                            </p:attrNameLst>
                                          </p:cBhvr>
                                          <p:tavLst>
                                            <p:tav tm="0">
                                              <p:val>
                                                <p:strVal val="#ppt_y+.1"/>
                                              </p:val>
                                            </p:tav>
                                            <p:tav tm="100000">
                                              <p:val>
                                                <p:strVal val="#ppt_y"/>
                                              </p:val>
                                            </p:tav>
                                          </p:tavLst>
                                        </p:anim>
                                      </p:childTnLst>
                                    </p:cTn>
                                  </p:par>
                                </p:childTnLst>
                              </p:cTn>
                            </p:par>
                            <p:par>
                              <p:cTn id="67" fill="hold">
                                <p:stCondLst>
                                  <p:cond delay="2600"/>
                                </p:stCondLst>
                                <p:childTnLst>
                                  <p:par>
                                    <p:cTn id="68" presetID="22" presetClass="entr" presetSubtype="8" fill="hold" grpId="0" nodeType="afterEffect">
                                      <p:stCondLst>
                                        <p:cond delay="0"/>
                                      </p:stCondLst>
                                      <p:childTnLst>
                                        <p:set>
                                          <p:cBhvr>
                                            <p:cTn id="69" dur="1" fill="hold">
                                              <p:stCondLst>
                                                <p:cond delay="0"/>
                                              </p:stCondLst>
                                            </p:cTn>
                                            <p:tgtEl>
                                              <p:spTgt spid="89"/>
                                            </p:tgtEl>
                                            <p:attrNameLst>
                                              <p:attrName>style.visibility</p:attrName>
                                            </p:attrNameLst>
                                          </p:cBhvr>
                                          <p:to>
                                            <p:strVal val="visible"/>
                                          </p:to>
                                        </p:set>
                                        <p:animEffect transition="in" filter="wipe(left)">
                                          <p:cBhvr>
                                            <p:cTn id="70" dur="500"/>
                                            <p:tgtEl>
                                              <p:spTgt spid="89"/>
                                            </p:tgtEl>
                                          </p:cBhvr>
                                        </p:animEffect>
                                      </p:childTnLst>
                                    </p:cTn>
                                  </p:par>
                                  <p:par>
                                    <p:cTn id="71" presetID="22" presetClass="entr" presetSubtype="8" fill="hold" grpId="0" nodeType="withEffect">
                                      <p:stCondLst>
                                        <p:cond delay="200"/>
                                      </p:stCondLst>
                                      <p:childTnLst>
                                        <p:set>
                                          <p:cBhvr>
                                            <p:cTn id="72" dur="1" fill="hold">
                                              <p:stCondLst>
                                                <p:cond delay="0"/>
                                              </p:stCondLst>
                                            </p:cTn>
                                            <p:tgtEl>
                                              <p:spTgt spid="87"/>
                                            </p:tgtEl>
                                            <p:attrNameLst>
                                              <p:attrName>style.visibility</p:attrName>
                                            </p:attrNameLst>
                                          </p:cBhvr>
                                          <p:to>
                                            <p:strVal val="visible"/>
                                          </p:to>
                                        </p:set>
                                        <p:animEffect transition="in" filter="wipe(left)">
                                          <p:cBhvr>
                                            <p:cTn id="73" dur="500"/>
                                            <p:tgtEl>
                                              <p:spTgt spid="87"/>
                                            </p:tgtEl>
                                          </p:cBhvr>
                                        </p:animEffect>
                                      </p:childTnLst>
                                    </p:cTn>
                                  </p:par>
                                  <p:par>
                                    <p:cTn id="74" presetID="22" presetClass="entr" presetSubtype="8" fill="hold" grpId="0" nodeType="withEffect">
                                      <p:stCondLst>
                                        <p:cond delay="400"/>
                                      </p:stCondLst>
                                      <p:childTnLst>
                                        <p:set>
                                          <p:cBhvr>
                                            <p:cTn id="75" dur="1" fill="hold">
                                              <p:stCondLst>
                                                <p:cond delay="0"/>
                                              </p:stCondLst>
                                            </p:cTn>
                                            <p:tgtEl>
                                              <p:spTgt spid="85"/>
                                            </p:tgtEl>
                                            <p:attrNameLst>
                                              <p:attrName>style.visibility</p:attrName>
                                            </p:attrNameLst>
                                          </p:cBhvr>
                                          <p:to>
                                            <p:strVal val="visible"/>
                                          </p:to>
                                        </p:set>
                                        <p:animEffect transition="in" filter="wipe(left)">
                                          <p:cBhvr>
                                            <p:cTn id="76" dur="500"/>
                                            <p:tgtEl>
                                              <p:spTgt spid="85"/>
                                            </p:tgtEl>
                                          </p:cBhvr>
                                        </p:animEffect>
                                      </p:childTnLst>
                                    </p:cTn>
                                  </p:par>
                                  <p:par>
                                    <p:cTn id="77" presetID="22" presetClass="entr" presetSubtype="8" fill="hold" grpId="0" nodeType="withEffect">
                                      <p:stCondLst>
                                        <p:cond delay="600"/>
                                      </p:stCondLst>
                                      <p:childTnLst>
                                        <p:set>
                                          <p:cBhvr>
                                            <p:cTn id="78" dur="1" fill="hold">
                                              <p:stCondLst>
                                                <p:cond delay="0"/>
                                              </p:stCondLst>
                                            </p:cTn>
                                            <p:tgtEl>
                                              <p:spTgt spid="83"/>
                                            </p:tgtEl>
                                            <p:attrNameLst>
                                              <p:attrName>style.visibility</p:attrName>
                                            </p:attrNameLst>
                                          </p:cBhvr>
                                          <p:to>
                                            <p:strVal val="visible"/>
                                          </p:to>
                                        </p:set>
                                        <p:animEffect transition="in" filter="wipe(left)">
                                          <p:cBhvr>
                                            <p:cTn id="79" dur="500"/>
                                            <p:tgtEl>
                                              <p:spTgt spid="83"/>
                                            </p:tgtEl>
                                          </p:cBhvr>
                                        </p:animEffect>
                                      </p:childTnLst>
                                    </p:cTn>
                                  </p:par>
                                  <p:par>
                                    <p:cTn id="80" presetID="22" presetClass="entr" presetSubtype="8" fill="hold" grpId="0" nodeType="withEffect">
                                      <p:stCondLst>
                                        <p:cond delay="800"/>
                                      </p:stCondLst>
                                      <p:childTnLst>
                                        <p:set>
                                          <p:cBhvr>
                                            <p:cTn id="81" dur="1" fill="hold">
                                              <p:stCondLst>
                                                <p:cond delay="0"/>
                                              </p:stCondLst>
                                            </p:cTn>
                                            <p:tgtEl>
                                              <p:spTgt spid="81"/>
                                            </p:tgtEl>
                                            <p:attrNameLst>
                                              <p:attrName>style.visibility</p:attrName>
                                            </p:attrNameLst>
                                          </p:cBhvr>
                                          <p:to>
                                            <p:strVal val="visible"/>
                                          </p:to>
                                        </p:set>
                                        <p:animEffect transition="in" filter="wipe(left)">
                                          <p:cBhvr>
                                            <p:cTn id="8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P spid="63" grpId="0" animBg="1"/>
          <p:bldP spid="64" grpId="0" animBg="1"/>
          <p:bldP spid="81" grpId="0"/>
          <p:bldP spid="82" grpId="0"/>
          <p:bldP spid="83" grpId="0"/>
          <p:bldP spid="84" grpId="0"/>
          <p:bldP spid="85" grpId="0"/>
          <p:bldP spid="86" grpId="0"/>
          <p:bldP spid="87" grpId="0"/>
          <p:bldP spid="88" grpId="0"/>
          <p:bldP spid="89" grpId="0"/>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1000" fill="hold"/>
                                            <p:tgtEl>
                                              <p:spTgt spid="60"/>
                                            </p:tgtEl>
                                            <p:attrNameLst>
                                              <p:attrName>ppt_x</p:attrName>
                                            </p:attrNameLst>
                                          </p:cBhvr>
                                          <p:tavLst>
                                            <p:tav tm="0">
                                              <p:val>
                                                <p:strVal val="#ppt_x"/>
                                              </p:val>
                                            </p:tav>
                                            <p:tav tm="100000">
                                              <p:val>
                                                <p:strVal val="#ppt_x"/>
                                              </p:val>
                                            </p:tav>
                                          </p:tavLst>
                                        </p:anim>
                                        <p:anim calcmode="lin" valueType="num">
                                          <p:cBhvr additive="base">
                                            <p:cTn id="8" dur="1000" fill="hold"/>
                                            <p:tgtEl>
                                              <p:spTgt spid="6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1000" fill="hold"/>
                                            <p:tgtEl>
                                              <p:spTgt spid="61"/>
                                            </p:tgtEl>
                                            <p:attrNameLst>
                                              <p:attrName>ppt_x</p:attrName>
                                            </p:attrNameLst>
                                          </p:cBhvr>
                                          <p:tavLst>
                                            <p:tav tm="0">
                                              <p:val>
                                                <p:strVal val="#ppt_x"/>
                                              </p:val>
                                            </p:tav>
                                            <p:tav tm="100000">
                                              <p:val>
                                                <p:strVal val="#ppt_x"/>
                                              </p:val>
                                            </p:tav>
                                          </p:tavLst>
                                        </p:anim>
                                        <p:anim calcmode="lin" valueType="num">
                                          <p:cBhvr additive="base">
                                            <p:cTn id="12" dur="1000" fill="hold"/>
                                            <p:tgtEl>
                                              <p:spTgt spid="61"/>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300"/>
                                      </p:stCondLst>
                                      <p:childTnLst>
                                        <p:set>
                                          <p:cBhvr>
                                            <p:cTn id="14" dur="1" fill="hold">
                                              <p:stCondLst>
                                                <p:cond delay="0"/>
                                              </p:stCondLst>
                                            </p:cTn>
                                            <p:tgtEl>
                                              <p:spTgt spid="62"/>
                                            </p:tgtEl>
                                            <p:attrNameLst>
                                              <p:attrName>style.visibility</p:attrName>
                                            </p:attrNameLst>
                                          </p:cBhvr>
                                          <p:to>
                                            <p:strVal val="visible"/>
                                          </p:to>
                                        </p:set>
                                        <p:anim calcmode="lin" valueType="num">
                                          <p:cBhvr additive="base">
                                            <p:cTn id="15" dur="1000" fill="hold"/>
                                            <p:tgtEl>
                                              <p:spTgt spid="62"/>
                                            </p:tgtEl>
                                            <p:attrNameLst>
                                              <p:attrName>ppt_x</p:attrName>
                                            </p:attrNameLst>
                                          </p:cBhvr>
                                          <p:tavLst>
                                            <p:tav tm="0">
                                              <p:val>
                                                <p:strVal val="#ppt_x"/>
                                              </p:val>
                                            </p:tav>
                                            <p:tav tm="100000">
                                              <p:val>
                                                <p:strVal val="#ppt_x"/>
                                              </p:val>
                                            </p:tav>
                                          </p:tavLst>
                                        </p:anim>
                                        <p:anim calcmode="lin" valueType="num">
                                          <p:cBhvr additive="base">
                                            <p:cTn id="16" dur="1000" fill="hold"/>
                                            <p:tgtEl>
                                              <p:spTgt spid="62"/>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500"/>
                                      </p:stCondLst>
                                      <p:childTnLst>
                                        <p:set>
                                          <p:cBhvr>
                                            <p:cTn id="18" dur="1" fill="hold">
                                              <p:stCondLst>
                                                <p:cond delay="0"/>
                                              </p:stCondLst>
                                            </p:cTn>
                                            <p:tgtEl>
                                              <p:spTgt spid="63"/>
                                            </p:tgtEl>
                                            <p:attrNameLst>
                                              <p:attrName>style.visibility</p:attrName>
                                            </p:attrNameLst>
                                          </p:cBhvr>
                                          <p:to>
                                            <p:strVal val="visible"/>
                                          </p:to>
                                        </p:set>
                                        <p:anim calcmode="lin" valueType="num">
                                          <p:cBhvr additive="base">
                                            <p:cTn id="19" dur="1000" fill="hold"/>
                                            <p:tgtEl>
                                              <p:spTgt spid="63"/>
                                            </p:tgtEl>
                                            <p:attrNameLst>
                                              <p:attrName>ppt_x</p:attrName>
                                            </p:attrNameLst>
                                          </p:cBhvr>
                                          <p:tavLst>
                                            <p:tav tm="0">
                                              <p:val>
                                                <p:strVal val="#ppt_x"/>
                                              </p:val>
                                            </p:tav>
                                            <p:tav tm="100000">
                                              <p:val>
                                                <p:strVal val="#ppt_x"/>
                                              </p:val>
                                            </p:tav>
                                          </p:tavLst>
                                        </p:anim>
                                        <p:anim calcmode="lin" valueType="num">
                                          <p:cBhvr additive="base">
                                            <p:cTn id="20" dur="1000" fill="hold"/>
                                            <p:tgtEl>
                                              <p:spTgt spid="6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600"/>
                                      </p:stCondLst>
                                      <p:childTnLst>
                                        <p:set>
                                          <p:cBhvr>
                                            <p:cTn id="22" dur="1" fill="hold">
                                              <p:stCondLst>
                                                <p:cond delay="0"/>
                                              </p:stCondLst>
                                            </p:cTn>
                                            <p:tgtEl>
                                              <p:spTgt spid="64"/>
                                            </p:tgtEl>
                                            <p:attrNameLst>
                                              <p:attrName>style.visibility</p:attrName>
                                            </p:attrNameLst>
                                          </p:cBhvr>
                                          <p:to>
                                            <p:strVal val="visible"/>
                                          </p:to>
                                        </p:set>
                                        <p:anim calcmode="lin" valueType="num">
                                          <p:cBhvr additive="base">
                                            <p:cTn id="23" dur="1000" fill="hold"/>
                                            <p:tgtEl>
                                              <p:spTgt spid="64"/>
                                            </p:tgtEl>
                                            <p:attrNameLst>
                                              <p:attrName>ppt_x</p:attrName>
                                            </p:attrNameLst>
                                          </p:cBhvr>
                                          <p:tavLst>
                                            <p:tav tm="0">
                                              <p:val>
                                                <p:strVal val="#ppt_x"/>
                                              </p:val>
                                            </p:tav>
                                            <p:tav tm="100000">
                                              <p:val>
                                                <p:strVal val="#ppt_x"/>
                                              </p:val>
                                            </p:tav>
                                          </p:tavLst>
                                        </p:anim>
                                        <p:anim calcmode="lin" valueType="num">
                                          <p:cBhvr additive="base">
                                            <p:cTn id="24" dur="1000" fill="hold"/>
                                            <p:tgtEl>
                                              <p:spTgt spid="64"/>
                                            </p:tgtEl>
                                            <p:attrNameLst>
                                              <p:attrName>ppt_y</p:attrName>
                                            </p:attrNameLst>
                                          </p:cBhvr>
                                          <p:tavLst>
                                            <p:tav tm="0">
                                              <p:val>
                                                <p:strVal val="0-#ppt_h/2"/>
                                              </p:val>
                                            </p:tav>
                                            <p:tav tm="100000">
                                              <p:val>
                                                <p:strVal val="#ppt_y"/>
                                              </p:val>
                                            </p:tav>
                                          </p:tavLst>
                                        </p:anim>
                                      </p:childTnLst>
                                    </p:cTn>
                                  </p:par>
                                </p:childTnLst>
                              </p:cTn>
                            </p:par>
                            <p:par>
                              <p:cTn id="25" fill="hold">
                                <p:stCondLst>
                                  <p:cond delay="1600"/>
                                </p:stCondLst>
                                <p:childTnLst>
                                  <p:par>
                                    <p:cTn id="26" presetID="22" presetClass="entr" presetSubtype="8" fill="hold" nodeType="afterEffect">
                                      <p:stCondLst>
                                        <p:cond delay="0"/>
                                      </p:stCondLst>
                                      <p:childTnLst>
                                        <p:set>
                                          <p:cBhvr>
                                            <p:cTn id="27" dur="1" fill="hold">
                                              <p:stCondLst>
                                                <p:cond delay="0"/>
                                              </p:stCondLst>
                                            </p:cTn>
                                            <p:tgtEl>
                                              <p:spTgt spid="76"/>
                                            </p:tgtEl>
                                            <p:attrNameLst>
                                              <p:attrName>style.visibility</p:attrName>
                                            </p:attrNameLst>
                                          </p:cBhvr>
                                          <p:to>
                                            <p:strVal val="visible"/>
                                          </p:to>
                                        </p:set>
                                        <p:animEffect transition="in" filter="wipe(left)">
                                          <p:cBhvr>
                                            <p:cTn id="28" dur="500"/>
                                            <p:tgtEl>
                                              <p:spTgt spid="76"/>
                                            </p:tgtEl>
                                          </p:cBhvr>
                                        </p:animEffect>
                                      </p:childTnLst>
                                    </p:cTn>
                                  </p:par>
                                  <p:par>
                                    <p:cTn id="29" presetID="22" presetClass="entr" presetSubtype="8" fill="hold" nodeType="with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wipe(left)">
                                          <p:cBhvr>
                                            <p:cTn id="31" dur="500"/>
                                            <p:tgtEl>
                                              <p:spTgt spid="77"/>
                                            </p:tgtEl>
                                          </p:cBhvr>
                                        </p:animEffect>
                                      </p:childTnLst>
                                    </p:cTn>
                                  </p:par>
                                  <p:par>
                                    <p:cTn id="32" presetID="22" presetClass="entr" presetSubtype="8" fill="hold" nodeType="withEffect">
                                      <p:stCondLst>
                                        <p:cond delay="0"/>
                                      </p:stCondLst>
                                      <p:childTnLst>
                                        <p:set>
                                          <p:cBhvr>
                                            <p:cTn id="33" dur="1" fill="hold">
                                              <p:stCondLst>
                                                <p:cond delay="0"/>
                                              </p:stCondLst>
                                            </p:cTn>
                                            <p:tgtEl>
                                              <p:spTgt spid="78"/>
                                            </p:tgtEl>
                                            <p:attrNameLst>
                                              <p:attrName>style.visibility</p:attrName>
                                            </p:attrNameLst>
                                          </p:cBhvr>
                                          <p:to>
                                            <p:strVal val="visible"/>
                                          </p:to>
                                        </p:set>
                                        <p:animEffect transition="in" filter="wipe(left)">
                                          <p:cBhvr>
                                            <p:cTn id="34" dur="500"/>
                                            <p:tgtEl>
                                              <p:spTgt spid="78"/>
                                            </p:tgtEl>
                                          </p:cBhvr>
                                        </p:animEffect>
                                      </p:childTnLst>
                                    </p:cTn>
                                  </p:par>
                                  <p:par>
                                    <p:cTn id="35" presetID="22" presetClass="entr" presetSubtype="8" fill="hold" nodeType="withEffect">
                                      <p:stCondLst>
                                        <p:cond delay="0"/>
                                      </p:stCondLst>
                                      <p:childTnLst>
                                        <p:set>
                                          <p:cBhvr>
                                            <p:cTn id="36" dur="1" fill="hold">
                                              <p:stCondLst>
                                                <p:cond delay="0"/>
                                              </p:stCondLst>
                                            </p:cTn>
                                            <p:tgtEl>
                                              <p:spTgt spid="79"/>
                                            </p:tgtEl>
                                            <p:attrNameLst>
                                              <p:attrName>style.visibility</p:attrName>
                                            </p:attrNameLst>
                                          </p:cBhvr>
                                          <p:to>
                                            <p:strVal val="visible"/>
                                          </p:to>
                                        </p:set>
                                        <p:animEffect transition="in" filter="wipe(left)">
                                          <p:cBhvr>
                                            <p:cTn id="37" dur="500"/>
                                            <p:tgtEl>
                                              <p:spTgt spid="79"/>
                                            </p:tgtEl>
                                          </p:cBhvr>
                                        </p:animEffect>
                                      </p:childTnLst>
                                    </p:cTn>
                                  </p:par>
                                  <p:par>
                                    <p:cTn id="38" presetID="22" presetClass="entr" presetSubtype="8" fill="hold" nodeType="withEffect">
                                      <p:stCondLst>
                                        <p:cond delay="0"/>
                                      </p:stCondLst>
                                      <p:childTnLst>
                                        <p:set>
                                          <p:cBhvr>
                                            <p:cTn id="39" dur="1" fill="hold">
                                              <p:stCondLst>
                                                <p:cond delay="0"/>
                                              </p:stCondLst>
                                            </p:cTn>
                                            <p:tgtEl>
                                              <p:spTgt spid="80"/>
                                            </p:tgtEl>
                                            <p:attrNameLst>
                                              <p:attrName>style.visibility</p:attrName>
                                            </p:attrNameLst>
                                          </p:cBhvr>
                                          <p:to>
                                            <p:strVal val="visible"/>
                                          </p:to>
                                        </p:set>
                                        <p:animEffect transition="in" filter="wipe(left)">
                                          <p:cBhvr>
                                            <p:cTn id="40" dur="500"/>
                                            <p:tgtEl>
                                              <p:spTgt spid="80"/>
                                            </p:tgtEl>
                                          </p:cBhvr>
                                        </p:animEffect>
                                      </p:childTnLst>
                                    </p:cTn>
                                  </p:par>
                                </p:childTnLst>
                              </p:cTn>
                            </p:par>
                            <p:par>
                              <p:cTn id="41" fill="hold">
                                <p:stCondLst>
                                  <p:cond delay="2100"/>
                                </p:stCondLst>
                                <p:childTnLst>
                                  <p:par>
                                    <p:cTn id="42" presetID="42" presetClass="entr" presetSubtype="0" fill="hold" grpId="0" nodeType="afterEffect">
                                      <p:stCondLst>
                                        <p:cond delay="0"/>
                                      </p:stCondLst>
                                      <p:childTnLst>
                                        <p:set>
                                          <p:cBhvr>
                                            <p:cTn id="43" dur="1" fill="hold">
                                              <p:stCondLst>
                                                <p:cond delay="0"/>
                                              </p:stCondLst>
                                            </p:cTn>
                                            <p:tgtEl>
                                              <p:spTgt spid="90"/>
                                            </p:tgtEl>
                                            <p:attrNameLst>
                                              <p:attrName>style.visibility</p:attrName>
                                            </p:attrNameLst>
                                          </p:cBhvr>
                                          <p:to>
                                            <p:strVal val="visible"/>
                                          </p:to>
                                        </p:set>
                                        <p:animEffect transition="in" filter="fade">
                                          <p:cBhvr>
                                            <p:cTn id="44" dur="500"/>
                                            <p:tgtEl>
                                              <p:spTgt spid="90"/>
                                            </p:tgtEl>
                                          </p:cBhvr>
                                        </p:animEffect>
                                        <p:anim calcmode="lin" valueType="num">
                                          <p:cBhvr>
                                            <p:cTn id="45" dur="500" fill="hold"/>
                                            <p:tgtEl>
                                              <p:spTgt spid="90"/>
                                            </p:tgtEl>
                                            <p:attrNameLst>
                                              <p:attrName>ppt_x</p:attrName>
                                            </p:attrNameLst>
                                          </p:cBhvr>
                                          <p:tavLst>
                                            <p:tav tm="0">
                                              <p:val>
                                                <p:strVal val="#ppt_x"/>
                                              </p:val>
                                            </p:tav>
                                            <p:tav tm="100000">
                                              <p:val>
                                                <p:strVal val="#ppt_x"/>
                                              </p:val>
                                            </p:tav>
                                          </p:tavLst>
                                        </p:anim>
                                        <p:anim calcmode="lin" valueType="num">
                                          <p:cBhvr>
                                            <p:cTn id="46" dur="500" fill="hold"/>
                                            <p:tgtEl>
                                              <p:spTgt spid="90"/>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88"/>
                                            </p:tgtEl>
                                            <p:attrNameLst>
                                              <p:attrName>style.visibility</p:attrName>
                                            </p:attrNameLst>
                                          </p:cBhvr>
                                          <p:to>
                                            <p:strVal val="visible"/>
                                          </p:to>
                                        </p:set>
                                        <p:animEffect transition="in" filter="fade">
                                          <p:cBhvr>
                                            <p:cTn id="49" dur="500"/>
                                            <p:tgtEl>
                                              <p:spTgt spid="88"/>
                                            </p:tgtEl>
                                          </p:cBhvr>
                                        </p:animEffect>
                                        <p:anim calcmode="lin" valueType="num">
                                          <p:cBhvr>
                                            <p:cTn id="50" dur="500" fill="hold"/>
                                            <p:tgtEl>
                                              <p:spTgt spid="88"/>
                                            </p:tgtEl>
                                            <p:attrNameLst>
                                              <p:attrName>ppt_x</p:attrName>
                                            </p:attrNameLst>
                                          </p:cBhvr>
                                          <p:tavLst>
                                            <p:tav tm="0">
                                              <p:val>
                                                <p:strVal val="#ppt_x"/>
                                              </p:val>
                                            </p:tav>
                                            <p:tav tm="100000">
                                              <p:val>
                                                <p:strVal val="#ppt_x"/>
                                              </p:val>
                                            </p:tav>
                                          </p:tavLst>
                                        </p:anim>
                                        <p:anim calcmode="lin" valueType="num">
                                          <p:cBhvr>
                                            <p:cTn id="51" dur="500" fill="hold"/>
                                            <p:tgtEl>
                                              <p:spTgt spid="88"/>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86"/>
                                            </p:tgtEl>
                                            <p:attrNameLst>
                                              <p:attrName>style.visibility</p:attrName>
                                            </p:attrNameLst>
                                          </p:cBhvr>
                                          <p:to>
                                            <p:strVal val="visible"/>
                                          </p:to>
                                        </p:set>
                                        <p:animEffect transition="in" filter="fade">
                                          <p:cBhvr>
                                            <p:cTn id="54" dur="500"/>
                                            <p:tgtEl>
                                              <p:spTgt spid="86"/>
                                            </p:tgtEl>
                                          </p:cBhvr>
                                        </p:animEffect>
                                        <p:anim calcmode="lin" valueType="num">
                                          <p:cBhvr>
                                            <p:cTn id="55" dur="500" fill="hold"/>
                                            <p:tgtEl>
                                              <p:spTgt spid="86"/>
                                            </p:tgtEl>
                                            <p:attrNameLst>
                                              <p:attrName>ppt_x</p:attrName>
                                            </p:attrNameLst>
                                          </p:cBhvr>
                                          <p:tavLst>
                                            <p:tav tm="0">
                                              <p:val>
                                                <p:strVal val="#ppt_x"/>
                                              </p:val>
                                            </p:tav>
                                            <p:tav tm="100000">
                                              <p:val>
                                                <p:strVal val="#ppt_x"/>
                                              </p:val>
                                            </p:tav>
                                          </p:tavLst>
                                        </p:anim>
                                        <p:anim calcmode="lin" valueType="num">
                                          <p:cBhvr>
                                            <p:cTn id="56" dur="500" fill="hold"/>
                                            <p:tgtEl>
                                              <p:spTgt spid="86"/>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84"/>
                                            </p:tgtEl>
                                            <p:attrNameLst>
                                              <p:attrName>style.visibility</p:attrName>
                                            </p:attrNameLst>
                                          </p:cBhvr>
                                          <p:to>
                                            <p:strVal val="visible"/>
                                          </p:to>
                                        </p:set>
                                        <p:animEffect transition="in" filter="fade">
                                          <p:cBhvr>
                                            <p:cTn id="59" dur="500"/>
                                            <p:tgtEl>
                                              <p:spTgt spid="84"/>
                                            </p:tgtEl>
                                          </p:cBhvr>
                                        </p:animEffect>
                                        <p:anim calcmode="lin" valueType="num">
                                          <p:cBhvr>
                                            <p:cTn id="60" dur="500" fill="hold"/>
                                            <p:tgtEl>
                                              <p:spTgt spid="84"/>
                                            </p:tgtEl>
                                            <p:attrNameLst>
                                              <p:attrName>ppt_x</p:attrName>
                                            </p:attrNameLst>
                                          </p:cBhvr>
                                          <p:tavLst>
                                            <p:tav tm="0">
                                              <p:val>
                                                <p:strVal val="#ppt_x"/>
                                              </p:val>
                                            </p:tav>
                                            <p:tav tm="100000">
                                              <p:val>
                                                <p:strVal val="#ppt_x"/>
                                              </p:val>
                                            </p:tav>
                                          </p:tavLst>
                                        </p:anim>
                                        <p:anim calcmode="lin" valueType="num">
                                          <p:cBhvr>
                                            <p:cTn id="61" dur="500" fill="hold"/>
                                            <p:tgtEl>
                                              <p:spTgt spid="84"/>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82"/>
                                            </p:tgtEl>
                                            <p:attrNameLst>
                                              <p:attrName>style.visibility</p:attrName>
                                            </p:attrNameLst>
                                          </p:cBhvr>
                                          <p:to>
                                            <p:strVal val="visible"/>
                                          </p:to>
                                        </p:set>
                                        <p:animEffect transition="in" filter="fade">
                                          <p:cBhvr>
                                            <p:cTn id="64" dur="500"/>
                                            <p:tgtEl>
                                              <p:spTgt spid="82"/>
                                            </p:tgtEl>
                                          </p:cBhvr>
                                        </p:animEffect>
                                        <p:anim calcmode="lin" valueType="num">
                                          <p:cBhvr>
                                            <p:cTn id="65" dur="500" fill="hold"/>
                                            <p:tgtEl>
                                              <p:spTgt spid="82"/>
                                            </p:tgtEl>
                                            <p:attrNameLst>
                                              <p:attrName>ppt_x</p:attrName>
                                            </p:attrNameLst>
                                          </p:cBhvr>
                                          <p:tavLst>
                                            <p:tav tm="0">
                                              <p:val>
                                                <p:strVal val="#ppt_x"/>
                                              </p:val>
                                            </p:tav>
                                            <p:tav tm="100000">
                                              <p:val>
                                                <p:strVal val="#ppt_x"/>
                                              </p:val>
                                            </p:tav>
                                          </p:tavLst>
                                        </p:anim>
                                        <p:anim calcmode="lin" valueType="num">
                                          <p:cBhvr>
                                            <p:cTn id="66" dur="500" fill="hold"/>
                                            <p:tgtEl>
                                              <p:spTgt spid="82"/>
                                            </p:tgtEl>
                                            <p:attrNameLst>
                                              <p:attrName>ppt_y</p:attrName>
                                            </p:attrNameLst>
                                          </p:cBhvr>
                                          <p:tavLst>
                                            <p:tav tm="0">
                                              <p:val>
                                                <p:strVal val="#ppt_y+.1"/>
                                              </p:val>
                                            </p:tav>
                                            <p:tav tm="100000">
                                              <p:val>
                                                <p:strVal val="#ppt_y"/>
                                              </p:val>
                                            </p:tav>
                                          </p:tavLst>
                                        </p:anim>
                                      </p:childTnLst>
                                    </p:cTn>
                                  </p:par>
                                </p:childTnLst>
                              </p:cTn>
                            </p:par>
                            <p:par>
                              <p:cTn id="67" fill="hold">
                                <p:stCondLst>
                                  <p:cond delay="2600"/>
                                </p:stCondLst>
                                <p:childTnLst>
                                  <p:par>
                                    <p:cTn id="68" presetID="22" presetClass="entr" presetSubtype="8" fill="hold" grpId="0" nodeType="afterEffect">
                                      <p:stCondLst>
                                        <p:cond delay="0"/>
                                      </p:stCondLst>
                                      <p:childTnLst>
                                        <p:set>
                                          <p:cBhvr>
                                            <p:cTn id="69" dur="1" fill="hold">
                                              <p:stCondLst>
                                                <p:cond delay="0"/>
                                              </p:stCondLst>
                                            </p:cTn>
                                            <p:tgtEl>
                                              <p:spTgt spid="89"/>
                                            </p:tgtEl>
                                            <p:attrNameLst>
                                              <p:attrName>style.visibility</p:attrName>
                                            </p:attrNameLst>
                                          </p:cBhvr>
                                          <p:to>
                                            <p:strVal val="visible"/>
                                          </p:to>
                                        </p:set>
                                        <p:animEffect transition="in" filter="wipe(left)">
                                          <p:cBhvr>
                                            <p:cTn id="70" dur="500"/>
                                            <p:tgtEl>
                                              <p:spTgt spid="89"/>
                                            </p:tgtEl>
                                          </p:cBhvr>
                                        </p:animEffect>
                                      </p:childTnLst>
                                    </p:cTn>
                                  </p:par>
                                  <p:par>
                                    <p:cTn id="71" presetID="22" presetClass="entr" presetSubtype="8" fill="hold" grpId="0" nodeType="withEffect">
                                      <p:stCondLst>
                                        <p:cond delay="200"/>
                                      </p:stCondLst>
                                      <p:childTnLst>
                                        <p:set>
                                          <p:cBhvr>
                                            <p:cTn id="72" dur="1" fill="hold">
                                              <p:stCondLst>
                                                <p:cond delay="0"/>
                                              </p:stCondLst>
                                            </p:cTn>
                                            <p:tgtEl>
                                              <p:spTgt spid="87"/>
                                            </p:tgtEl>
                                            <p:attrNameLst>
                                              <p:attrName>style.visibility</p:attrName>
                                            </p:attrNameLst>
                                          </p:cBhvr>
                                          <p:to>
                                            <p:strVal val="visible"/>
                                          </p:to>
                                        </p:set>
                                        <p:animEffect transition="in" filter="wipe(left)">
                                          <p:cBhvr>
                                            <p:cTn id="73" dur="500"/>
                                            <p:tgtEl>
                                              <p:spTgt spid="87"/>
                                            </p:tgtEl>
                                          </p:cBhvr>
                                        </p:animEffect>
                                      </p:childTnLst>
                                    </p:cTn>
                                  </p:par>
                                  <p:par>
                                    <p:cTn id="74" presetID="22" presetClass="entr" presetSubtype="8" fill="hold" grpId="0" nodeType="withEffect">
                                      <p:stCondLst>
                                        <p:cond delay="400"/>
                                      </p:stCondLst>
                                      <p:childTnLst>
                                        <p:set>
                                          <p:cBhvr>
                                            <p:cTn id="75" dur="1" fill="hold">
                                              <p:stCondLst>
                                                <p:cond delay="0"/>
                                              </p:stCondLst>
                                            </p:cTn>
                                            <p:tgtEl>
                                              <p:spTgt spid="85"/>
                                            </p:tgtEl>
                                            <p:attrNameLst>
                                              <p:attrName>style.visibility</p:attrName>
                                            </p:attrNameLst>
                                          </p:cBhvr>
                                          <p:to>
                                            <p:strVal val="visible"/>
                                          </p:to>
                                        </p:set>
                                        <p:animEffect transition="in" filter="wipe(left)">
                                          <p:cBhvr>
                                            <p:cTn id="76" dur="500"/>
                                            <p:tgtEl>
                                              <p:spTgt spid="85"/>
                                            </p:tgtEl>
                                          </p:cBhvr>
                                        </p:animEffect>
                                      </p:childTnLst>
                                    </p:cTn>
                                  </p:par>
                                  <p:par>
                                    <p:cTn id="77" presetID="22" presetClass="entr" presetSubtype="8" fill="hold" grpId="0" nodeType="withEffect">
                                      <p:stCondLst>
                                        <p:cond delay="600"/>
                                      </p:stCondLst>
                                      <p:childTnLst>
                                        <p:set>
                                          <p:cBhvr>
                                            <p:cTn id="78" dur="1" fill="hold">
                                              <p:stCondLst>
                                                <p:cond delay="0"/>
                                              </p:stCondLst>
                                            </p:cTn>
                                            <p:tgtEl>
                                              <p:spTgt spid="83"/>
                                            </p:tgtEl>
                                            <p:attrNameLst>
                                              <p:attrName>style.visibility</p:attrName>
                                            </p:attrNameLst>
                                          </p:cBhvr>
                                          <p:to>
                                            <p:strVal val="visible"/>
                                          </p:to>
                                        </p:set>
                                        <p:animEffect transition="in" filter="wipe(left)">
                                          <p:cBhvr>
                                            <p:cTn id="79" dur="500"/>
                                            <p:tgtEl>
                                              <p:spTgt spid="83"/>
                                            </p:tgtEl>
                                          </p:cBhvr>
                                        </p:animEffect>
                                      </p:childTnLst>
                                    </p:cTn>
                                  </p:par>
                                  <p:par>
                                    <p:cTn id="80" presetID="22" presetClass="entr" presetSubtype="8" fill="hold" grpId="0" nodeType="withEffect">
                                      <p:stCondLst>
                                        <p:cond delay="800"/>
                                      </p:stCondLst>
                                      <p:childTnLst>
                                        <p:set>
                                          <p:cBhvr>
                                            <p:cTn id="81" dur="1" fill="hold">
                                              <p:stCondLst>
                                                <p:cond delay="0"/>
                                              </p:stCondLst>
                                            </p:cTn>
                                            <p:tgtEl>
                                              <p:spTgt spid="81"/>
                                            </p:tgtEl>
                                            <p:attrNameLst>
                                              <p:attrName>style.visibility</p:attrName>
                                            </p:attrNameLst>
                                          </p:cBhvr>
                                          <p:to>
                                            <p:strVal val="visible"/>
                                          </p:to>
                                        </p:set>
                                        <p:animEffect transition="in" filter="wipe(left)">
                                          <p:cBhvr>
                                            <p:cTn id="8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P spid="63" grpId="0" animBg="1"/>
          <p:bldP spid="64" grpId="0" animBg="1"/>
          <p:bldP spid="81" grpId="0"/>
          <p:bldP spid="82" grpId="0"/>
          <p:bldP spid="83" grpId="0"/>
          <p:bldP spid="84" grpId="0"/>
          <p:bldP spid="85" grpId="0"/>
          <p:bldP spid="86" grpId="0"/>
          <p:bldP spid="87" grpId="0"/>
          <p:bldP spid="88" grpId="0"/>
          <p:bldP spid="89" grpId="0"/>
          <p:bldP spid="90" grpId="0"/>
        </p:bldLst>
      </p:timing>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7298364" y="3546890"/>
            <a:ext cx="1411813" cy="1411813"/>
            <a:chOff x="6920031" y="3363156"/>
            <a:chExt cx="1338773" cy="1338773"/>
          </a:xfrm>
        </p:grpSpPr>
        <p:sp>
          <p:nvSpPr>
            <p:cNvPr id="8" name="Oval 7"/>
            <p:cNvSpPr/>
            <p:nvPr/>
          </p:nvSpPr>
          <p:spPr>
            <a:xfrm>
              <a:off x="6920031" y="3363156"/>
              <a:ext cx="1338773" cy="1338773"/>
            </a:xfrm>
            <a:prstGeom prst="ellipse">
              <a:avLst/>
            </a:prstGeom>
            <a:solidFill>
              <a:schemeClr val="accent1">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21" name="Group 20"/>
            <p:cNvGrpSpPr/>
            <p:nvPr/>
          </p:nvGrpSpPr>
          <p:grpSpPr>
            <a:xfrm>
              <a:off x="7357245" y="3796320"/>
              <a:ext cx="464344" cy="465138"/>
              <a:chOff x="7287419" y="3505994"/>
              <a:chExt cx="464344" cy="465138"/>
            </a:xfrm>
            <a:solidFill>
              <a:schemeClr val="bg2"/>
            </a:solidFill>
          </p:grpSpPr>
          <p:sp>
            <p:nvSpPr>
              <p:cNvPr id="22" name="AutoShape 37"/>
              <p:cNvSpPr>
                <a:spLocks/>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23" name="AutoShape 38"/>
              <p:cNvSpPr>
                <a:spLocks/>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24" name="AutoShape 39"/>
              <p:cNvSpPr>
                <a:spLocks/>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25" name="AutoShape 40"/>
              <p:cNvSpPr>
                <a:spLocks/>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26" name="AutoShape 41"/>
              <p:cNvSpPr>
                <a:spLocks/>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27" name="AutoShape 42"/>
              <p:cNvSpPr>
                <a:spLocks/>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a:solidFill>
                    <a:prstClr val="black"/>
                  </a:solidFill>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grpSp>
      </p:grpSp>
      <p:grpSp>
        <p:nvGrpSpPr>
          <p:cNvPr id="12" name="Group 11"/>
          <p:cNvGrpSpPr/>
          <p:nvPr/>
        </p:nvGrpSpPr>
        <p:grpSpPr>
          <a:xfrm>
            <a:off x="6429376" y="2707173"/>
            <a:ext cx="1411813" cy="1411813"/>
            <a:chOff x="6096000" y="2566881"/>
            <a:chExt cx="1338773" cy="1338773"/>
          </a:xfrm>
        </p:grpSpPr>
        <p:sp>
          <p:nvSpPr>
            <p:cNvPr id="7" name="Oval 6"/>
            <p:cNvSpPr/>
            <p:nvPr/>
          </p:nvSpPr>
          <p:spPr>
            <a:xfrm>
              <a:off x="6096000" y="2566881"/>
              <a:ext cx="1338773" cy="1338773"/>
            </a:xfrm>
            <a:prstGeom prst="ellipse">
              <a:avLst/>
            </a:prstGeom>
            <a:solidFill>
              <a:schemeClr val="accent4">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28" name="Group 27"/>
            <p:cNvGrpSpPr/>
            <p:nvPr/>
          </p:nvGrpSpPr>
          <p:grpSpPr>
            <a:xfrm>
              <a:off x="6551978" y="3004095"/>
              <a:ext cx="434975" cy="464344"/>
              <a:chOff x="9159875" y="1647825"/>
              <a:chExt cx="434975" cy="464344"/>
            </a:xfrm>
            <a:solidFill>
              <a:schemeClr val="bg2"/>
            </a:solidFill>
          </p:grpSpPr>
          <p:sp>
            <p:nvSpPr>
              <p:cNvPr id="29" name="AutoShape 78"/>
              <p:cNvSpPr>
                <a:spLocks/>
              </p:cNvSpPr>
              <p:nvPr/>
            </p:nvSpPr>
            <p:spPr bwMode="auto">
              <a:xfrm>
                <a:off x="9159875" y="1647825"/>
                <a:ext cx="434975"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0" name="AutoShape 79"/>
              <p:cNvSpPr>
                <a:spLocks/>
              </p:cNvSpPr>
              <p:nvPr/>
            </p:nvSpPr>
            <p:spPr bwMode="auto">
              <a:xfrm>
                <a:off x="9217819" y="1705769"/>
                <a:ext cx="319088" cy="290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1" name="AutoShape 80"/>
              <p:cNvSpPr>
                <a:spLocks/>
              </p:cNvSpPr>
              <p:nvPr/>
            </p:nvSpPr>
            <p:spPr bwMode="auto">
              <a:xfrm>
                <a:off x="9391650" y="1749425"/>
                <a:ext cx="87313"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grpSp>
      </p:grpSp>
      <p:grpSp>
        <p:nvGrpSpPr>
          <p:cNvPr id="13" name="Group 12"/>
          <p:cNvGrpSpPr/>
          <p:nvPr/>
        </p:nvGrpSpPr>
        <p:grpSpPr>
          <a:xfrm>
            <a:off x="4600935" y="1873754"/>
            <a:ext cx="2067036" cy="2067036"/>
            <a:chOff x="4362154" y="1776581"/>
            <a:chExt cx="1960098" cy="1960098"/>
          </a:xfrm>
        </p:grpSpPr>
        <p:sp>
          <p:nvSpPr>
            <p:cNvPr id="6" name="Oval 5"/>
            <p:cNvSpPr/>
            <p:nvPr/>
          </p:nvSpPr>
          <p:spPr>
            <a:xfrm>
              <a:off x="4362154" y="1776581"/>
              <a:ext cx="1960098" cy="1960098"/>
            </a:xfrm>
            <a:prstGeom prst="ellipse">
              <a:avLst/>
            </a:prstGeom>
            <a:solidFill>
              <a:schemeClr val="accent3">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44" name="Freeform 43"/>
            <p:cNvSpPr>
              <a:spLocks noEditPoints="1"/>
            </p:cNvSpPr>
            <p:nvPr/>
          </p:nvSpPr>
          <p:spPr bwMode="auto">
            <a:xfrm>
              <a:off x="4899621" y="2488223"/>
              <a:ext cx="904951" cy="528990"/>
            </a:xfrm>
            <a:custGeom>
              <a:avLst/>
              <a:gdLst>
                <a:gd name="T0" fmla="*/ 232 w 316"/>
                <a:gd name="T1" fmla="*/ 27 h 172"/>
                <a:gd name="T2" fmla="*/ 221 w 316"/>
                <a:gd name="T3" fmla="*/ 20 h 172"/>
                <a:gd name="T4" fmla="*/ 157 w 316"/>
                <a:gd name="T5" fmla="*/ 10 h 172"/>
                <a:gd name="T6" fmla="*/ 92 w 316"/>
                <a:gd name="T7" fmla="*/ 9 h 172"/>
                <a:gd name="T8" fmla="*/ 84 w 316"/>
                <a:gd name="T9" fmla="*/ 13 h 172"/>
                <a:gd name="T10" fmla="*/ 0 w 316"/>
                <a:gd name="T11" fmla="*/ 121 h 172"/>
                <a:gd name="T12" fmla="*/ 78 w 316"/>
                <a:gd name="T13" fmla="*/ 109 h 172"/>
                <a:gd name="T14" fmla="*/ 84 w 316"/>
                <a:gd name="T15" fmla="*/ 113 h 172"/>
                <a:gd name="T16" fmla="*/ 120 w 316"/>
                <a:gd name="T17" fmla="*/ 142 h 172"/>
                <a:gd name="T18" fmla="*/ 159 w 316"/>
                <a:gd name="T19" fmla="*/ 163 h 172"/>
                <a:gd name="T20" fmla="*/ 163 w 316"/>
                <a:gd name="T21" fmla="*/ 165 h 172"/>
                <a:gd name="T22" fmla="*/ 190 w 316"/>
                <a:gd name="T23" fmla="*/ 164 h 172"/>
                <a:gd name="T24" fmla="*/ 217 w 316"/>
                <a:gd name="T25" fmla="*/ 153 h 172"/>
                <a:gd name="T26" fmla="*/ 233 w 316"/>
                <a:gd name="T27" fmla="*/ 146 h 172"/>
                <a:gd name="T28" fmla="*/ 265 w 316"/>
                <a:gd name="T29" fmla="*/ 162 h 172"/>
                <a:gd name="T30" fmla="*/ 288 w 316"/>
                <a:gd name="T31" fmla="*/ 14 h 172"/>
                <a:gd name="T32" fmla="*/ 225 w 316"/>
                <a:gd name="T33" fmla="*/ 129 h 172"/>
                <a:gd name="T34" fmla="*/ 225 w 316"/>
                <a:gd name="T35" fmla="*/ 139 h 172"/>
                <a:gd name="T36" fmla="*/ 216 w 316"/>
                <a:gd name="T37" fmla="*/ 142 h 172"/>
                <a:gd name="T38" fmla="*/ 207 w 316"/>
                <a:gd name="T39" fmla="*/ 142 h 172"/>
                <a:gd name="T40" fmla="*/ 189 w 316"/>
                <a:gd name="T41" fmla="*/ 153 h 172"/>
                <a:gd name="T42" fmla="*/ 185 w 316"/>
                <a:gd name="T43" fmla="*/ 153 h 172"/>
                <a:gd name="T44" fmla="*/ 180 w 316"/>
                <a:gd name="T45" fmla="*/ 156 h 172"/>
                <a:gd name="T46" fmla="*/ 157 w 316"/>
                <a:gd name="T47" fmla="*/ 149 h 172"/>
                <a:gd name="T48" fmla="*/ 130 w 316"/>
                <a:gd name="T49" fmla="*/ 128 h 172"/>
                <a:gd name="T50" fmla="*/ 88 w 316"/>
                <a:gd name="T51" fmla="*/ 103 h 172"/>
                <a:gd name="T52" fmla="*/ 71 w 316"/>
                <a:gd name="T53" fmla="*/ 91 h 172"/>
                <a:gd name="T54" fmla="*/ 71 w 316"/>
                <a:gd name="T55" fmla="*/ 90 h 172"/>
                <a:gd name="T56" fmla="*/ 72 w 316"/>
                <a:gd name="T57" fmla="*/ 88 h 172"/>
                <a:gd name="T58" fmla="*/ 93 w 316"/>
                <a:gd name="T59" fmla="*/ 20 h 172"/>
                <a:gd name="T60" fmla="*/ 132 w 316"/>
                <a:gd name="T61" fmla="*/ 24 h 172"/>
                <a:gd name="T62" fmla="*/ 127 w 316"/>
                <a:gd name="T63" fmla="*/ 72 h 172"/>
                <a:gd name="T64" fmla="*/ 185 w 316"/>
                <a:gd name="T65" fmla="*/ 54 h 172"/>
                <a:gd name="T66" fmla="*/ 241 w 316"/>
                <a:gd name="T67" fmla="*/ 11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6" h="172">
                  <a:moveTo>
                    <a:pt x="288" y="14"/>
                  </a:moveTo>
                  <a:cubicBezTo>
                    <a:pt x="232" y="27"/>
                    <a:pt x="232" y="27"/>
                    <a:pt x="232" y="27"/>
                  </a:cubicBezTo>
                  <a:cubicBezTo>
                    <a:pt x="233" y="31"/>
                    <a:pt x="233" y="31"/>
                    <a:pt x="233" y="31"/>
                  </a:cubicBezTo>
                  <a:cubicBezTo>
                    <a:pt x="228" y="22"/>
                    <a:pt x="221" y="20"/>
                    <a:pt x="221" y="20"/>
                  </a:cubicBezTo>
                  <a:cubicBezTo>
                    <a:pt x="178" y="7"/>
                    <a:pt x="178" y="7"/>
                    <a:pt x="178" y="7"/>
                  </a:cubicBezTo>
                  <a:cubicBezTo>
                    <a:pt x="173" y="5"/>
                    <a:pt x="165" y="7"/>
                    <a:pt x="157" y="10"/>
                  </a:cubicBezTo>
                  <a:cubicBezTo>
                    <a:pt x="156" y="9"/>
                    <a:pt x="156" y="9"/>
                    <a:pt x="156" y="9"/>
                  </a:cubicBezTo>
                  <a:cubicBezTo>
                    <a:pt x="92" y="9"/>
                    <a:pt x="92" y="9"/>
                    <a:pt x="92" y="9"/>
                  </a:cubicBezTo>
                  <a:cubicBezTo>
                    <a:pt x="92" y="9"/>
                    <a:pt x="92" y="9"/>
                    <a:pt x="92" y="9"/>
                  </a:cubicBezTo>
                  <a:cubicBezTo>
                    <a:pt x="91" y="9"/>
                    <a:pt x="87" y="10"/>
                    <a:pt x="84" y="13"/>
                  </a:cubicBezTo>
                  <a:cubicBezTo>
                    <a:pt x="50" y="0"/>
                    <a:pt x="50" y="0"/>
                    <a:pt x="50" y="0"/>
                  </a:cubicBezTo>
                  <a:cubicBezTo>
                    <a:pt x="0" y="121"/>
                    <a:pt x="0" y="121"/>
                    <a:pt x="0" y="121"/>
                  </a:cubicBezTo>
                  <a:cubicBezTo>
                    <a:pt x="54" y="148"/>
                    <a:pt x="54" y="148"/>
                    <a:pt x="54" y="148"/>
                  </a:cubicBezTo>
                  <a:cubicBezTo>
                    <a:pt x="69" y="144"/>
                    <a:pt x="76" y="120"/>
                    <a:pt x="78" y="109"/>
                  </a:cubicBezTo>
                  <a:cubicBezTo>
                    <a:pt x="82" y="112"/>
                    <a:pt x="82" y="112"/>
                    <a:pt x="82" y="112"/>
                  </a:cubicBezTo>
                  <a:cubicBezTo>
                    <a:pt x="84" y="113"/>
                    <a:pt x="84" y="113"/>
                    <a:pt x="84" y="113"/>
                  </a:cubicBezTo>
                  <a:cubicBezTo>
                    <a:pt x="84" y="120"/>
                    <a:pt x="85" y="130"/>
                    <a:pt x="99" y="127"/>
                  </a:cubicBezTo>
                  <a:cubicBezTo>
                    <a:pt x="99" y="127"/>
                    <a:pt x="100" y="157"/>
                    <a:pt x="120" y="142"/>
                  </a:cubicBezTo>
                  <a:cubicBezTo>
                    <a:pt x="120" y="142"/>
                    <a:pt x="120" y="161"/>
                    <a:pt x="138" y="155"/>
                  </a:cubicBezTo>
                  <a:cubicBezTo>
                    <a:pt x="138" y="155"/>
                    <a:pt x="141" y="172"/>
                    <a:pt x="159" y="163"/>
                  </a:cubicBezTo>
                  <a:cubicBezTo>
                    <a:pt x="162" y="165"/>
                    <a:pt x="162" y="165"/>
                    <a:pt x="162" y="165"/>
                  </a:cubicBezTo>
                  <a:cubicBezTo>
                    <a:pt x="163" y="165"/>
                    <a:pt x="163" y="165"/>
                    <a:pt x="163" y="165"/>
                  </a:cubicBezTo>
                  <a:cubicBezTo>
                    <a:pt x="164" y="165"/>
                    <a:pt x="173" y="168"/>
                    <a:pt x="181" y="167"/>
                  </a:cubicBezTo>
                  <a:cubicBezTo>
                    <a:pt x="185" y="167"/>
                    <a:pt x="188" y="166"/>
                    <a:pt x="190" y="164"/>
                  </a:cubicBezTo>
                  <a:cubicBezTo>
                    <a:pt x="196" y="163"/>
                    <a:pt x="208" y="161"/>
                    <a:pt x="214" y="153"/>
                  </a:cubicBezTo>
                  <a:cubicBezTo>
                    <a:pt x="215" y="153"/>
                    <a:pt x="216" y="153"/>
                    <a:pt x="217" y="153"/>
                  </a:cubicBezTo>
                  <a:cubicBezTo>
                    <a:pt x="217" y="153"/>
                    <a:pt x="217" y="153"/>
                    <a:pt x="217" y="153"/>
                  </a:cubicBezTo>
                  <a:cubicBezTo>
                    <a:pt x="224" y="153"/>
                    <a:pt x="230" y="150"/>
                    <a:pt x="233" y="146"/>
                  </a:cubicBezTo>
                  <a:cubicBezTo>
                    <a:pt x="235" y="143"/>
                    <a:pt x="236" y="140"/>
                    <a:pt x="236" y="136"/>
                  </a:cubicBezTo>
                  <a:cubicBezTo>
                    <a:pt x="236" y="136"/>
                    <a:pt x="248" y="160"/>
                    <a:pt x="265" y="162"/>
                  </a:cubicBezTo>
                  <a:cubicBezTo>
                    <a:pt x="316" y="137"/>
                    <a:pt x="316" y="137"/>
                    <a:pt x="316" y="137"/>
                  </a:cubicBezTo>
                  <a:lnTo>
                    <a:pt x="288" y="14"/>
                  </a:lnTo>
                  <a:close/>
                  <a:moveTo>
                    <a:pt x="230" y="127"/>
                  </a:moveTo>
                  <a:cubicBezTo>
                    <a:pt x="225" y="129"/>
                    <a:pt x="225" y="129"/>
                    <a:pt x="225" y="129"/>
                  </a:cubicBezTo>
                  <a:cubicBezTo>
                    <a:pt x="226" y="133"/>
                    <a:pt x="226" y="133"/>
                    <a:pt x="226" y="133"/>
                  </a:cubicBezTo>
                  <a:cubicBezTo>
                    <a:pt x="226" y="137"/>
                    <a:pt x="225" y="139"/>
                    <a:pt x="225" y="139"/>
                  </a:cubicBezTo>
                  <a:cubicBezTo>
                    <a:pt x="223" y="141"/>
                    <a:pt x="220" y="142"/>
                    <a:pt x="216" y="142"/>
                  </a:cubicBezTo>
                  <a:cubicBezTo>
                    <a:pt x="216" y="142"/>
                    <a:pt x="216" y="142"/>
                    <a:pt x="216" y="142"/>
                  </a:cubicBezTo>
                  <a:cubicBezTo>
                    <a:pt x="214" y="143"/>
                    <a:pt x="212" y="142"/>
                    <a:pt x="211" y="142"/>
                  </a:cubicBezTo>
                  <a:cubicBezTo>
                    <a:pt x="207" y="142"/>
                    <a:pt x="207" y="142"/>
                    <a:pt x="207" y="142"/>
                  </a:cubicBezTo>
                  <a:cubicBezTo>
                    <a:pt x="206" y="146"/>
                    <a:pt x="206" y="146"/>
                    <a:pt x="206" y="146"/>
                  </a:cubicBezTo>
                  <a:cubicBezTo>
                    <a:pt x="204" y="150"/>
                    <a:pt x="196" y="153"/>
                    <a:pt x="189" y="153"/>
                  </a:cubicBezTo>
                  <a:cubicBezTo>
                    <a:pt x="188" y="153"/>
                    <a:pt x="188" y="153"/>
                    <a:pt x="188" y="153"/>
                  </a:cubicBezTo>
                  <a:cubicBezTo>
                    <a:pt x="185" y="153"/>
                    <a:pt x="185" y="153"/>
                    <a:pt x="185" y="153"/>
                  </a:cubicBezTo>
                  <a:cubicBezTo>
                    <a:pt x="184" y="155"/>
                    <a:pt x="184" y="155"/>
                    <a:pt x="184" y="155"/>
                  </a:cubicBezTo>
                  <a:cubicBezTo>
                    <a:pt x="183" y="156"/>
                    <a:pt x="182" y="156"/>
                    <a:pt x="180" y="156"/>
                  </a:cubicBezTo>
                  <a:cubicBezTo>
                    <a:pt x="175" y="157"/>
                    <a:pt x="169" y="155"/>
                    <a:pt x="167" y="155"/>
                  </a:cubicBezTo>
                  <a:cubicBezTo>
                    <a:pt x="157" y="149"/>
                    <a:pt x="157" y="149"/>
                    <a:pt x="157" y="149"/>
                  </a:cubicBezTo>
                  <a:cubicBezTo>
                    <a:pt x="156" y="144"/>
                    <a:pt x="154" y="140"/>
                    <a:pt x="149" y="140"/>
                  </a:cubicBezTo>
                  <a:cubicBezTo>
                    <a:pt x="149" y="140"/>
                    <a:pt x="147" y="116"/>
                    <a:pt x="130" y="128"/>
                  </a:cubicBezTo>
                  <a:cubicBezTo>
                    <a:pt x="130" y="128"/>
                    <a:pt x="125" y="108"/>
                    <a:pt x="109" y="117"/>
                  </a:cubicBezTo>
                  <a:cubicBezTo>
                    <a:pt x="88" y="103"/>
                    <a:pt x="88" y="103"/>
                    <a:pt x="88" y="103"/>
                  </a:cubicBezTo>
                  <a:cubicBezTo>
                    <a:pt x="72" y="91"/>
                    <a:pt x="72" y="91"/>
                    <a:pt x="72" y="91"/>
                  </a:cubicBezTo>
                  <a:cubicBezTo>
                    <a:pt x="71" y="91"/>
                    <a:pt x="71" y="91"/>
                    <a:pt x="71" y="91"/>
                  </a:cubicBezTo>
                  <a:cubicBezTo>
                    <a:pt x="71" y="91"/>
                    <a:pt x="71" y="91"/>
                    <a:pt x="71" y="91"/>
                  </a:cubicBezTo>
                  <a:cubicBezTo>
                    <a:pt x="71" y="90"/>
                    <a:pt x="71" y="90"/>
                    <a:pt x="71" y="90"/>
                  </a:cubicBezTo>
                  <a:cubicBezTo>
                    <a:pt x="72" y="89"/>
                    <a:pt x="72" y="89"/>
                    <a:pt x="72" y="89"/>
                  </a:cubicBezTo>
                  <a:cubicBezTo>
                    <a:pt x="72" y="88"/>
                    <a:pt x="72" y="88"/>
                    <a:pt x="72" y="88"/>
                  </a:cubicBezTo>
                  <a:cubicBezTo>
                    <a:pt x="72" y="87"/>
                    <a:pt x="90" y="26"/>
                    <a:pt x="91" y="21"/>
                  </a:cubicBezTo>
                  <a:cubicBezTo>
                    <a:pt x="91" y="21"/>
                    <a:pt x="93" y="20"/>
                    <a:pt x="93" y="20"/>
                  </a:cubicBezTo>
                  <a:cubicBezTo>
                    <a:pt x="138" y="20"/>
                    <a:pt x="138" y="20"/>
                    <a:pt x="138" y="20"/>
                  </a:cubicBezTo>
                  <a:cubicBezTo>
                    <a:pt x="134" y="22"/>
                    <a:pt x="132" y="24"/>
                    <a:pt x="132" y="24"/>
                  </a:cubicBezTo>
                  <a:cubicBezTo>
                    <a:pt x="125" y="30"/>
                    <a:pt x="122" y="60"/>
                    <a:pt x="122" y="60"/>
                  </a:cubicBezTo>
                  <a:cubicBezTo>
                    <a:pt x="119" y="67"/>
                    <a:pt x="127" y="72"/>
                    <a:pt x="127" y="72"/>
                  </a:cubicBezTo>
                  <a:cubicBezTo>
                    <a:pt x="140" y="81"/>
                    <a:pt x="154" y="47"/>
                    <a:pt x="154" y="47"/>
                  </a:cubicBezTo>
                  <a:cubicBezTo>
                    <a:pt x="161" y="41"/>
                    <a:pt x="172" y="45"/>
                    <a:pt x="185" y="54"/>
                  </a:cubicBezTo>
                  <a:cubicBezTo>
                    <a:pt x="206" y="76"/>
                    <a:pt x="232" y="102"/>
                    <a:pt x="239" y="111"/>
                  </a:cubicBezTo>
                  <a:cubicBezTo>
                    <a:pt x="241" y="114"/>
                    <a:pt x="242" y="117"/>
                    <a:pt x="241" y="119"/>
                  </a:cubicBezTo>
                  <a:cubicBezTo>
                    <a:pt x="240" y="123"/>
                    <a:pt x="233" y="126"/>
                    <a:pt x="230" y="127"/>
                  </a:cubicBezTo>
                  <a:close/>
                </a:path>
              </a:pathLst>
            </a:custGeom>
            <a:solidFill>
              <a:schemeClr val="bg1"/>
            </a:solidFill>
            <a:ln>
              <a:noFill/>
            </a:ln>
          </p:spPr>
          <p:txBody>
            <a:bodyPr vert="horz" wrap="square" lIns="96429" tIns="48214" rIns="96429" bIns="48214" numCol="1" anchor="t" anchorCtr="0" compatLnSpc="1">
              <a:prstTxWarp prst="textNoShape">
                <a:avLst/>
              </a:prstTxWarp>
            </a:bodyPr>
            <a:lstStyle/>
            <a:p>
              <a:endParaRPr lang="en-GB">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grpSp>
        <p:nvGrpSpPr>
          <p:cNvPr id="10" name="Group 9"/>
          <p:cNvGrpSpPr/>
          <p:nvPr/>
        </p:nvGrpSpPr>
        <p:grpSpPr>
          <a:xfrm>
            <a:off x="6429377" y="4640692"/>
            <a:ext cx="1879123" cy="1879123"/>
            <a:chOff x="6096000" y="4400370"/>
            <a:chExt cx="1781907" cy="1781907"/>
          </a:xfrm>
        </p:grpSpPr>
        <p:sp>
          <p:nvSpPr>
            <p:cNvPr id="9" name="Oval 8"/>
            <p:cNvSpPr/>
            <p:nvPr/>
          </p:nvSpPr>
          <p:spPr>
            <a:xfrm>
              <a:off x="6096000" y="4400370"/>
              <a:ext cx="1781907" cy="1781907"/>
            </a:xfrm>
            <a:prstGeom prst="ellipse">
              <a:avLst/>
            </a:prstGeom>
            <a:solidFill>
              <a:schemeClr val="accent2">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45" name="Group 44"/>
            <p:cNvGrpSpPr/>
            <p:nvPr/>
          </p:nvGrpSpPr>
          <p:grpSpPr>
            <a:xfrm>
              <a:off x="6612822" y="4917650"/>
              <a:ext cx="632375" cy="747345"/>
              <a:chOff x="1325323" y="3586519"/>
              <a:chExt cx="632375" cy="747345"/>
            </a:xfrm>
            <a:solidFill>
              <a:schemeClr val="bg2"/>
            </a:solidFill>
          </p:grpSpPr>
          <p:sp>
            <p:nvSpPr>
              <p:cNvPr id="46" name="Freeform 45"/>
              <p:cNvSpPr>
                <a:spLocks noEditPoints="1"/>
              </p:cNvSpPr>
              <p:nvPr/>
            </p:nvSpPr>
            <p:spPr bwMode="auto">
              <a:xfrm>
                <a:off x="1325323" y="3586519"/>
                <a:ext cx="632375" cy="747345"/>
              </a:xfrm>
              <a:custGeom>
                <a:avLst/>
                <a:gdLst>
                  <a:gd name="T0" fmla="*/ 215 w 221"/>
                  <a:gd name="T1" fmla="*/ 212 h 243"/>
                  <a:gd name="T2" fmla="*/ 174 w 221"/>
                  <a:gd name="T3" fmla="*/ 157 h 243"/>
                  <a:gd name="T4" fmla="*/ 179 w 221"/>
                  <a:gd name="T5" fmla="*/ 37 h 243"/>
                  <a:gd name="T6" fmla="*/ 105 w 221"/>
                  <a:gd name="T7" fmla="*/ 0 h 243"/>
                  <a:gd name="T8" fmla="*/ 49 w 221"/>
                  <a:gd name="T9" fmla="*/ 19 h 243"/>
                  <a:gd name="T10" fmla="*/ 31 w 221"/>
                  <a:gd name="T11" fmla="*/ 151 h 243"/>
                  <a:gd name="T12" fmla="*/ 105 w 221"/>
                  <a:gd name="T13" fmla="*/ 188 h 243"/>
                  <a:gd name="T14" fmla="*/ 143 w 221"/>
                  <a:gd name="T15" fmla="*/ 180 h 243"/>
                  <a:gd name="T16" fmla="*/ 185 w 221"/>
                  <a:gd name="T17" fmla="*/ 235 h 243"/>
                  <a:gd name="T18" fmla="*/ 200 w 221"/>
                  <a:gd name="T19" fmla="*/ 243 h 243"/>
                  <a:gd name="T20" fmla="*/ 200 w 221"/>
                  <a:gd name="T21" fmla="*/ 243 h 243"/>
                  <a:gd name="T22" fmla="*/ 211 w 221"/>
                  <a:gd name="T23" fmla="*/ 239 h 243"/>
                  <a:gd name="T24" fmla="*/ 215 w 221"/>
                  <a:gd name="T25" fmla="*/ 212 h 243"/>
                  <a:gd name="T26" fmla="*/ 144 w 221"/>
                  <a:gd name="T27" fmla="*/ 146 h 243"/>
                  <a:gd name="T28" fmla="*/ 105 w 221"/>
                  <a:gd name="T29" fmla="*/ 159 h 243"/>
                  <a:gd name="T30" fmla="*/ 54 w 221"/>
                  <a:gd name="T31" fmla="*/ 133 h 243"/>
                  <a:gd name="T32" fmla="*/ 66 w 221"/>
                  <a:gd name="T33" fmla="*/ 42 h 243"/>
                  <a:gd name="T34" fmla="*/ 105 w 221"/>
                  <a:gd name="T35" fmla="*/ 29 h 243"/>
                  <a:gd name="T36" fmla="*/ 156 w 221"/>
                  <a:gd name="T37" fmla="*/ 54 h 243"/>
                  <a:gd name="T38" fmla="*/ 144 w 221"/>
                  <a:gd name="T39" fmla="*/ 1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1" h="243">
                    <a:moveTo>
                      <a:pt x="215" y="212"/>
                    </a:moveTo>
                    <a:cubicBezTo>
                      <a:pt x="174" y="157"/>
                      <a:pt x="174" y="157"/>
                      <a:pt x="174" y="157"/>
                    </a:cubicBezTo>
                    <a:cubicBezTo>
                      <a:pt x="204" y="124"/>
                      <a:pt x="206" y="73"/>
                      <a:pt x="179" y="37"/>
                    </a:cubicBezTo>
                    <a:cubicBezTo>
                      <a:pt x="161" y="13"/>
                      <a:pt x="134" y="0"/>
                      <a:pt x="105" y="0"/>
                    </a:cubicBezTo>
                    <a:cubicBezTo>
                      <a:pt x="85" y="0"/>
                      <a:pt x="65" y="7"/>
                      <a:pt x="49" y="19"/>
                    </a:cubicBezTo>
                    <a:cubicBezTo>
                      <a:pt x="8" y="51"/>
                      <a:pt x="0" y="110"/>
                      <a:pt x="31" y="151"/>
                    </a:cubicBezTo>
                    <a:cubicBezTo>
                      <a:pt x="49" y="174"/>
                      <a:pt x="76" y="188"/>
                      <a:pt x="105" y="188"/>
                    </a:cubicBezTo>
                    <a:cubicBezTo>
                      <a:pt x="118" y="188"/>
                      <a:pt x="131" y="185"/>
                      <a:pt x="143" y="180"/>
                    </a:cubicBezTo>
                    <a:cubicBezTo>
                      <a:pt x="185" y="235"/>
                      <a:pt x="185" y="235"/>
                      <a:pt x="185" y="235"/>
                    </a:cubicBezTo>
                    <a:cubicBezTo>
                      <a:pt x="189" y="240"/>
                      <a:pt x="194" y="243"/>
                      <a:pt x="200" y="243"/>
                    </a:cubicBezTo>
                    <a:cubicBezTo>
                      <a:pt x="200" y="243"/>
                      <a:pt x="200" y="243"/>
                      <a:pt x="200" y="243"/>
                    </a:cubicBezTo>
                    <a:cubicBezTo>
                      <a:pt x="204" y="243"/>
                      <a:pt x="208" y="241"/>
                      <a:pt x="211" y="239"/>
                    </a:cubicBezTo>
                    <a:cubicBezTo>
                      <a:pt x="220" y="232"/>
                      <a:pt x="221" y="220"/>
                      <a:pt x="215" y="212"/>
                    </a:cubicBezTo>
                    <a:close/>
                    <a:moveTo>
                      <a:pt x="144" y="146"/>
                    </a:moveTo>
                    <a:cubicBezTo>
                      <a:pt x="133" y="154"/>
                      <a:pt x="119" y="159"/>
                      <a:pt x="105" y="159"/>
                    </a:cubicBezTo>
                    <a:cubicBezTo>
                      <a:pt x="85" y="159"/>
                      <a:pt x="66" y="150"/>
                      <a:pt x="54" y="133"/>
                    </a:cubicBezTo>
                    <a:cubicBezTo>
                      <a:pt x="33" y="105"/>
                      <a:pt x="38" y="64"/>
                      <a:pt x="66" y="42"/>
                    </a:cubicBezTo>
                    <a:cubicBezTo>
                      <a:pt x="78" y="33"/>
                      <a:pt x="91" y="29"/>
                      <a:pt x="105" y="29"/>
                    </a:cubicBezTo>
                    <a:cubicBezTo>
                      <a:pt x="125" y="29"/>
                      <a:pt x="144" y="38"/>
                      <a:pt x="156" y="54"/>
                    </a:cubicBezTo>
                    <a:cubicBezTo>
                      <a:pt x="178" y="83"/>
                      <a:pt x="172" y="124"/>
                      <a:pt x="144" y="14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9" tIns="48214" rIns="96429" bIns="48214" numCol="1" anchor="t" anchorCtr="0" compatLnSpc="1">
                <a:prstTxWarp prst="textNoShape">
                  <a:avLst/>
                </a:prstTxWarp>
              </a:bodyPr>
              <a:lstStyle/>
              <a:p>
                <a:endParaRPr lang="en-GB">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sp>
            <p:nvSpPr>
              <p:cNvPr id="47" name="Freeform 46"/>
              <p:cNvSpPr>
                <a:spLocks/>
              </p:cNvSpPr>
              <p:nvPr/>
            </p:nvSpPr>
            <p:spPr bwMode="auto">
              <a:xfrm>
                <a:off x="1503405" y="3752885"/>
                <a:ext cx="248347" cy="223554"/>
              </a:xfrm>
              <a:custGeom>
                <a:avLst/>
                <a:gdLst>
                  <a:gd name="T0" fmla="*/ 86 w 87"/>
                  <a:gd name="T1" fmla="*/ 33 h 73"/>
                  <a:gd name="T2" fmla="*/ 45 w 87"/>
                  <a:gd name="T3" fmla="*/ 1 h 73"/>
                  <a:gd name="T4" fmla="*/ 40 w 87"/>
                  <a:gd name="T5" fmla="*/ 1 h 73"/>
                  <a:gd name="T6" fmla="*/ 24 w 87"/>
                  <a:gd name="T7" fmla="*/ 14 h 73"/>
                  <a:gd name="T8" fmla="*/ 24 w 87"/>
                  <a:gd name="T9" fmla="*/ 1 h 73"/>
                  <a:gd name="T10" fmla="*/ 15 w 87"/>
                  <a:gd name="T11" fmla="*/ 1 h 73"/>
                  <a:gd name="T12" fmla="*/ 15 w 87"/>
                  <a:gd name="T13" fmla="*/ 22 h 73"/>
                  <a:gd name="T14" fmla="*/ 8 w 87"/>
                  <a:gd name="T15" fmla="*/ 27 h 73"/>
                  <a:gd name="T16" fmla="*/ 1 w 87"/>
                  <a:gd name="T17" fmla="*/ 33 h 73"/>
                  <a:gd name="T18" fmla="*/ 1 w 87"/>
                  <a:gd name="T19" fmla="*/ 35 h 73"/>
                  <a:gd name="T20" fmla="*/ 8 w 87"/>
                  <a:gd name="T21" fmla="*/ 35 h 73"/>
                  <a:gd name="T22" fmla="*/ 8 w 87"/>
                  <a:gd name="T23" fmla="*/ 73 h 73"/>
                  <a:gd name="T24" fmla="*/ 32 w 87"/>
                  <a:gd name="T25" fmla="*/ 73 h 73"/>
                  <a:gd name="T26" fmla="*/ 32 w 87"/>
                  <a:gd name="T27" fmla="*/ 72 h 73"/>
                  <a:gd name="T28" fmla="*/ 32 w 87"/>
                  <a:gd name="T29" fmla="*/ 55 h 73"/>
                  <a:gd name="T30" fmla="*/ 41 w 87"/>
                  <a:gd name="T31" fmla="*/ 42 h 73"/>
                  <a:gd name="T32" fmla="*/ 52 w 87"/>
                  <a:gd name="T33" fmla="*/ 54 h 73"/>
                  <a:gd name="T34" fmla="*/ 52 w 87"/>
                  <a:gd name="T35" fmla="*/ 73 h 73"/>
                  <a:gd name="T36" fmla="*/ 77 w 87"/>
                  <a:gd name="T37" fmla="*/ 73 h 73"/>
                  <a:gd name="T38" fmla="*/ 77 w 87"/>
                  <a:gd name="T39" fmla="*/ 35 h 73"/>
                  <a:gd name="T40" fmla="*/ 85 w 87"/>
                  <a:gd name="T41" fmla="*/ 35 h 73"/>
                  <a:gd name="T42" fmla="*/ 86 w 87"/>
                  <a:gd name="T43" fmla="*/ 3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73">
                    <a:moveTo>
                      <a:pt x="86" y="33"/>
                    </a:moveTo>
                    <a:cubicBezTo>
                      <a:pt x="45" y="1"/>
                      <a:pt x="45" y="1"/>
                      <a:pt x="45" y="1"/>
                    </a:cubicBezTo>
                    <a:cubicBezTo>
                      <a:pt x="44" y="0"/>
                      <a:pt x="41" y="0"/>
                      <a:pt x="40" y="1"/>
                    </a:cubicBezTo>
                    <a:cubicBezTo>
                      <a:pt x="24" y="14"/>
                      <a:pt x="24" y="14"/>
                      <a:pt x="24" y="14"/>
                    </a:cubicBezTo>
                    <a:cubicBezTo>
                      <a:pt x="24" y="1"/>
                      <a:pt x="24" y="1"/>
                      <a:pt x="24" y="1"/>
                    </a:cubicBezTo>
                    <a:cubicBezTo>
                      <a:pt x="15" y="1"/>
                      <a:pt x="15" y="1"/>
                      <a:pt x="15" y="1"/>
                    </a:cubicBezTo>
                    <a:cubicBezTo>
                      <a:pt x="15" y="22"/>
                      <a:pt x="15" y="22"/>
                      <a:pt x="15" y="22"/>
                    </a:cubicBezTo>
                    <a:cubicBezTo>
                      <a:pt x="8" y="27"/>
                      <a:pt x="8" y="27"/>
                      <a:pt x="8" y="27"/>
                    </a:cubicBezTo>
                    <a:cubicBezTo>
                      <a:pt x="1" y="33"/>
                      <a:pt x="1" y="33"/>
                      <a:pt x="1" y="33"/>
                    </a:cubicBezTo>
                    <a:cubicBezTo>
                      <a:pt x="0" y="34"/>
                      <a:pt x="0" y="35"/>
                      <a:pt x="1" y="35"/>
                    </a:cubicBezTo>
                    <a:cubicBezTo>
                      <a:pt x="8" y="35"/>
                      <a:pt x="8" y="35"/>
                      <a:pt x="8" y="35"/>
                    </a:cubicBezTo>
                    <a:cubicBezTo>
                      <a:pt x="8" y="73"/>
                      <a:pt x="8" y="73"/>
                      <a:pt x="8" y="73"/>
                    </a:cubicBezTo>
                    <a:cubicBezTo>
                      <a:pt x="32" y="73"/>
                      <a:pt x="32" y="73"/>
                      <a:pt x="32" y="73"/>
                    </a:cubicBezTo>
                    <a:cubicBezTo>
                      <a:pt x="32" y="72"/>
                      <a:pt x="32" y="72"/>
                      <a:pt x="32" y="72"/>
                    </a:cubicBezTo>
                    <a:cubicBezTo>
                      <a:pt x="32" y="55"/>
                      <a:pt x="32" y="55"/>
                      <a:pt x="32" y="55"/>
                    </a:cubicBezTo>
                    <a:cubicBezTo>
                      <a:pt x="32" y="55"/>
                      <a:pt x="32" y="42"/>
                      <a:pt x="41" y="42"/>
                    </a:cubicBezTo>
                    <a:cubicBezTo>
                      <a:pt x="51" y="42"/>
                      <a:pt x="52" y="54"/>
                      <a:pt x="52" y="54"/>
                    </a:cubicBezTo>
                    <a:cubicBezTo>
                      <a:pt x="52" y="73"/>
                      <a:pt x="52" y="73"/>
                      <a:pt x="52" y="73"/>
                    </a:cubicBezTo>
                    <a:cubicBezTo>
                      <a:pt x="77" y="73"/>
                      <a:pt x="77" y="73"/>
                      <a:pt x="77" y="73"/>
                    </a:cubicBezTo>
                    <a:cubicBezTo>
                      <a:pt x="77" y="35"/>
                      <a:pt x="77" y="35"/>
                      <a:pt x="77" y="35"/>
                    </a:cubicBezTo>
                    <a:cubicBezTo>
                      <a:pt x="85" y="35"/>
                      <a:pt x="85" y="35"/>
                      <a:pt x="85" y="35"/>
                    </a:cubicBezTo>
                    <a:cubicBezTo>
                      <a:pt x="87" y="35"/>
                      <a:pt x="87" y="34"/>
                      <a:pt x="86" y="3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429" tIns="48214" rIns="96429" bIns="48214" numCol="1" anchor="t" anchorCtr="0" compatLnSpc="1">
                <a:prstTxWarp prst="textNoShape">
                  <a:avLst/>
                </a:prstTxWarp>
              </a:bodyPr>
              <a:lstStyle/>
              <a:p>
                <a:endParaRPr lang="en-GB">
                  <a:solidFill>
                    <a:prstClr val="black"/>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grpSp>
      <p:grpSp>
        <p:nvGrpSpPr>
          <p:cNvPr id="14" name="Group 13"/>
          <p:cNvGrpSpPr/>
          <p:nvPr/>
        </p:nvGrpSpPr>
        <p:grpSpPr>
          <a:xfrm>
            <a:off x="4148576" y="3520020"/>
            <a:ext cx="1411813" cy="1411813"/>
            <a:chOff x="3933196" y="3337676"/>
            <a:chExt cx="1338773" cy="1338773"/>
          </a:xfrm>
        </p:grpSpPr>
        <p:sp>
          <p:nvSpPr>
            <p:cNvPr id="5" name="Oval 4"/>
            <p:cNvSpPr/>
            <p:nvPr/>
          </p:nvSpPr>
          <p:spPr>
            <a:xfrm>
              <a:off x="3933196" y="3337676"/>
              <a:ext cx="1338773" cy="1338773"/>
            </a:xfrm>
            <a:prstGeom prst="ellipse">
              <a:avLst/>
            </a:prstGeom>
            <a:solidFill>
              <a:schemeClr val="accent2">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32" name="Group 31"/>
            <p:cNvGrpSpPr/>
            <p:nvPr/>
          </p:nvGrpSpPr>
          <p:grpSpPr>
            <a:xfrm>
              <a:off x="4370013" y="3811402"/>
              <a:ext cx="465138" cy="391319"/>
              <a:chOff x="5368132" y="2625725"/>
              <a:chExt cx="465138" cy="391319"/>
            </a:xfrm>
            <a:solidFill>
              <a:schemeClr val="bg2"/>
            </a:solidFill>
          </p:grpSpPr>
          <p:sp>
            <p:nvSpPr>
              <p:cNvPr id="33"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4"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5" name="AutoShape 122"/>
              <p:cNvSpPr>
                <a:spLocks/>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grpSp>
      </p:grpSp>
      <p:grpSp>
        <p:nvGrpSpPr>
          <p:cNvPr id="15" name="Group 14"/>
          <p:cNvGrpSpPr/>
          <p:nvPr/>
        </p:nvGrpSpPr>
        <p:grpSpPr>
          <a:xfrm>
            <a:off x="4499671" y="4811474"/>
            <a:ext cx="1060716" cy="1060716"/>
            <a:chOff x="4266129" y="4562318"/>
            <a:chExt cx="1005840" cy="1005840"/>
          </a:xfrm>
        </p:grpSpPr>
        <p:sp>
          <p:nvSpPr>
            <p:cNvPr id="4" name="Oval 3"/>
            <p:cNvSpPr/>
            <p:nvPr/>
          </p:nvSpPr>
          <p:spPr>
            <a:xfrm>
              <a:off x="4266129" y="4562318"/>
              <a:ext cx="1005840" cy="1005840"/>
            </a:xfrm>
            <a:prstGeom prst="ellipse">
              <a:avLst/>
            </a:prstGeom>
            <a:solidFill>
              <a:schemeClr val="accent1">
                <a:alpha val="8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latin typeface="Franklin Gothic Medium" panose="020B0603020102020204" pitchFamily="34" charset="0"/>
                <a:ea typeface="微软雅黑" panose="020B0503020204020204" pitchFamily="34" charset="-122"/>
                <a:cs typeface="Arial" panose="020B0604020202020204" pitchFamily="34" charset="0"/>
              </a:endParaRPr>
            </a:p>
          </p:txBody>
        </p:sp>
        <p:grpSp>
          <p:nvGrpSpPr>
            <p:cNvPr id="36" name="Group 35"/>
            <p:cNvGrpSpPr/>
            <p:nvPr/>
          </p:nvGrpSpPr>
          <p:grpSpPr>
            <a:xfrm>
              <a:off x="4536877" y="4882511"/>
              <a:ext cx="464344" cy="362744"/>
              <a:chOff x="2581275" y="1710532"/>
              <a:chExt cx="464344" cy="362744"/>
            </a:xfrm>
            <a:solidFill>
              <a:schemeClr val="bg2"/>
            </a:solidFill>
          </p:grpSpPr>
          <p:sp>
            <p:nvSpPr>
              <p:cNvPr id="37"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8"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39"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40"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41"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42"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sp>
            <p:nvSpPr>
              <p:cNvPr id="43"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0089" tIns="20089" rIns="20089" bIns="20089" anchor="ctr"/>
              <a:lstStyle/>
              <a:p>
                <a:pPr algn="ctr" defTabSz="241082" hangingPunct="0"/>
                <a:endParaRPr lang="en-US" sz="1582">
                  <a:solidFill>
                    <a:srgbClr val="FFFFFF"/>
                  </a:solidFill>
                  <a:effectLst>
                    <a:outerShdw blurRad="38100" dist="38100" dir="2700000" algn="tl">
                      <a:srgbClr val="000000"/>
                    </a:outerShdw>
                  </a:effectLst>
                  <a:latin typeface="Franklin Gothic Medium" panose="020B0603020102020204" pitchFamily="34" charset="0"/>
                  <a:ea typeface="微软雅黑" panose="020B0503020204020204" pitchFamily="34" charset="-122"/>
                  <a:cs typeface="Arial" panose="020B0604020202020204" pitchFamily="34" charset="0"/>
                  <a:sym typeface="Gill Sans" charset="0"/>
                </a:endParaRPr>
              </a:p>
            </p:txBody>
          </p:sp>
        </p:grpSp>
      </p:grpSp>
      <p:sp>
        <p:nvSpPr>
          <p:cNvPr id="67" name="TextBox 41"/>
          <p:cNvSpPr txBox="1"/>
          <p:nvPr/>
        </p:nvSpPr>
        <p:spPr>
          <a:xfrm>
            <a:off x="1386000" y="5427501"/>
            <a:ext cx="2651792" cy="640502"/>
          </a:xfrm>
          <a:prstGeom prst="rect">
            <a:avLst/>
          </a:prstGeom>
          <a:noFill/>
        </p:spPr>
        <p:txBody>
          <a:bodyPr wrap="square" lIns="85667" tIns="42834" rIns="85667" bIns="42834" rtlCol="0">
            <a:spAutoFit/>
          </a:bodyPr>
          <a:lstStyle/>
          <a:p>
            <a:pPr algn="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68" name="TextBox 170"/>
          <p:cNvSpPr txBox="1"/>
          <p:nvPr/>
        </p:nvSpPr>
        <p:spPr>
          <a:xfrm>
            <a:off x="1607566" y="5140618"/>
            <a:ext cx="2430227" cy="355904"/>
          </a:xfrm>
          <a:prstGeom prst="rect">
            <a:avLst/>
          </a:prstGeom>
          <a:noFill/>
        </p:spPr>
        <p:txBody>
          <a:bodyPr wrap="square" lIns="96431" tIns="48215" rIns="96431" bIns="48215"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TextBox 41"/>
          <p:cNvSpPr txBox="1"/>
          <p:nvPr/>
        </p:nvSpPr>
        <p:spPr>
          <a:xfrm>
            <a:off x="1371713" y="3655851"/>
            <a:ext cx="2651792" cy="640502"/>
          </a:xfrm>
          <a:prstGeom prst="rect">
            <a:avLst/>
          </a:prstGeom>
          <a:noFill/>
        </p:spPr>
        <p:txBody>
          <a:bodyPr wrap="square" lIns="85667" tIns="42834" rIns="85667" bIns="42834" rtlCol="0">
            <a:spAutoFit/>
          </a:bodyPr>
          <a:lstStyle/>
          <a:p>
            <a:pPr algn="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70" name="TextBox 170"/>
          <p:cNvSpPr txBox="1"/>
          <p:nvPr/>
        </p:nvSpPr>
        <p:spPr>
          <a:xfrm>
            <a:off x="1593279" y="3368968"/>
            <a:ext cx="2430227" cy="355904"/>
          </a:xfrm>
          <a:prstGeom prst="rect">
            <a:avLst/>
          </a:prstGeom>
          <a:noFill/>
        </p:spPr>
        <p:txBody>
          <a:bodyPr wrap="square" lIns="96431" tIns="48215" rIns="96431" bIns="48215"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TextBox 41"/>
          <p:cNvSpPr txBox="1"/>
          <p:nvPr/>
        </p:nvSpPr>
        <p:spPr>
          <a:xfrm>
            <a:off x="1371713" y="1869914"/>
            <a:ext cx="2651792" cy="640502"/>
          </a:xfrm>
          <a:prstGeom prst="rect">
            <a:avLst/>
          </a:prstGeom>
          <a:noFill/>
        </p:spPr>
        <p:txBody>
          <a:bodyPr wrap="square" lIns="85667" tIns="42834" rIns="85667" bIns="42834" rtlCol="0">
            <a:spAutoFit/>
          </a:bodyPr>
          <a:lstStyle/>
          <a:p>
            <a:pPr algn="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72" name="TextBox 170"/>
          <p:cNvSpPr txBox="1"/>
          <p:nvPr/>
        </p:nvSpPr>
        <p:spPr>
          <a:xfrm>
            <a:off x="1593279" y="1583031"/>
            <a:ext cx="2430227" cy="355904"/>
          </a:xfrm>
          <a:prstGeom prst="rect">
            <a:avLst/>
          </a:prstGeom>
          <a:noFill/>
        </p:spPr>
        <p:txBody>
          <a:bodyPr wrap="square" lIns="96431" tIns="48215" rIns="96431" bIns="48215" rtlCol="0">
            <a:spAutoFit/>
          </a:bodyPr>
          <a:lstStyle/>
          <a:p>
            <a:pPr algn="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TextBox 41"/>
          <p:cNvSpPr txBox="1"/>
          <p:nvPr/>
        </p:nvSpPr>
        <p:spPr>
          <a:xfrm>
            <a:off x="8658338" y="5384639"/>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74" name="TextBox 170"/>
          <p:cNvSpPr txBox="1"/>
          <p:nvPr/>
        </p:nvSpPr>
        <p:spPr>
          <a:xfrm>
            <a:off x="8658339" y="5127653"/>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5" name="TextBox 41"/>
          <p:cNvSpPr txBox="1"/>
          <p:nvPr/>
        </p:nvSpPr>
        <p:spPr>
          <a:xfrm>
            <a:off x="8915513" y="3698714"/>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76" name="TextBox 170"/>
          <p:cNvSpPr txBox="1"/>
          <p:nvPr/>
        </p:nvSpPr>
        <p:spPr>
          <a:xfrm>
            <a:off x="8915514" y="3383298"/>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TextBox 41"/>
          <p:cNvSpPr txBox="1"/>
          <p:nvPr/>
        </p:nvSpPr>
        <p:spPr>
          <a:xfrm>
            <a:off x="7815375" y="2066153"/>
            <a:ext cx="2651792"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80" name="TextBox 170"/>
          <p:cNvSpPr txBox="1"/>
          <p:nvPr/>
        </p:nvSpPr>
        <p:spPr>
          <a:xfrm>
            <a:off x="7815376" y="1727228"/>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2614968093"/>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500" fill="hold"/>
                                        <p:tgtEl>
                                          <p:spTgt spid="11"/>
                                        </p:tgtEl>
                                        <p:attrNameLst>
                                          <p:attrName>ppt_w</p:attrName>
                                        </p:attrNameLst>
                                      </p:cBhvr>
                                      <p:tavLst>
                                        <p:tav tm="0">
                                          <p:val>
                                            <p:fltVal val="0"/>
                                          </p:val>
                                        </p:tav>
                                        <p:tav tm="100000">
                                          <p:val>
                                            <p:strVal val="#ppt_w"/>
                                          </p:val>
                                        </p:tav>
                                      </p:tavLst>
                                    </p:anim>
                                    <p:anim calcmode="lin" valueType="num">
                                      <p:cBhvr>
                                        <p:cTn id="14" dur="500" fill="hold"/>
                                        <p:tgtEl>
                                          <p:spTgt spid="11"/>
                                        </p:tgtEl>
                                        <p:attrNameLst>
                                          <p:attrName>ppt_h</p:attrName>
                                        </p:attrNameLst>
                                      </p:cBhvr>
                                      <p:tavLst>
                                        <p:tav tm="0">
                                          <p:val>
                                            <p:fltVal val="0"/>
                                          </p:val>
                                        </p:tav>
                                        <p:tav tm="100000">
                                          <p:val>
                                            <p:strVal val="#ppt_h"/>
                                          </p:val>
                                        </p:tav>
                                      </p:tavLst>
                                    </p:anim>
                                    <p:animEffect transition="in" filter="fade">
                                      <p:cBhvr>
                                        <p:cTn id="15" dur="500"/>
                                        <p:tgtEl>
                                          <p:spTgt spid="11"/>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ppt_w</p:attrName>
                                        </p:attrNameLst>
                                      </p:cBhvr>
                                      <p:tavLst>
                                        <p:tav tm="0">
                                          <p:val>
                                            <p:fltVal val="0"/>
                                          </p:val>
                                        </p:tav>
                                        <p:tav tm="100000">
                                          <p:val>
                                            <p:strVal val="#ppt_w"/>
                                          </p:val>
                                        </p:tav>
                                      </p:tavLst>
                                    </p:anim>
                                    <p:anim calcmode="lin" valueType="num">
                                      <p:cBhvr>
                                        <p:cTn id="32" dur="500" fill="hold"/>
                                        <p:tgtEl>
                                          <p:spTgt spid="14"/>
                                        </p:tgtEl>
                                        <p:attrNameLst>
                                          <p:attrName>ppt_h</p:attrName>
                                        </p:attrNameLst>
                                      </p:cBhvr>
                                      <p:tavLst>
                                        <p:tav tm="0">
                                          <p:val>
                                            <p:fltVal val="0"/>
                                          </p:val>
                                        </p:tav>
                                        <p:tav tm="100000">
                                          <p:val>
                                            <p:strVal val="#ppt_h"/>
                                          </p:val>
                                        </p:tav>
                                      </p:tavLst>
                                    </p:anim>
                                    <p:animEffect transition="in" filter="fade">
                                      <p:cBhvr>
                                        <p:cTn id="33" dur="500"/>
                                        <p:tgtEl>
                                          <p:spTgt spid="14"/>
                                        </p:tgtEl>
                                      </p:cBhvr>
                                    </p:animEffect>
                                  </p:childTnLst>
                                </p:cTn>
                              </p:par>
                            </p:childTnLst>
                          </p:cTn>
                        </p:par>
                        <p:par>
                          <p:cTn id="34" fill="hold">
                            <p:stCondLst>
                              <p:cond delay="2500"/>
                            </p:stCondLst>
                            <p:childTnLst>
                              <p:par>
                                <p:cTn id="35" presetID="53" presetClass="entr" presetSubtype="16"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p:cTn id="37" dur="500" fill="hold"/>
                                        <p:tgtEl>
                                          <p:spTgt spid="15"/>
                                        </p:tgtEl>
                                        <p:attrNameLst>
                                          <p:attrName>ppt_w</p:attrName>
                                        </p:attrNameLst>
                                      </p:cBhvr>
                                      <p:tavLst>
                                        <p:tav tm="0">
                                          <p:val>
                                            <p:fltVal val="0"/>
                                          </p:val>
                                        </p:tav>
                                        <p:tav tm="100000">
                                          <p:val>
                                            <p:strVal val="#ppt_w"/>
                                          </p:val>
                                        </p:tav>
                                      </p:tavLst>
                                    </p:anim>
                                    <p:anim calcmode="lin" valueType="num">
                                      <p:cBhvr>
                                        <p:cTn id="38" dur="500" fill="hold"/>
                                        <p:tgtEl>
                                          <p:spTgt spid="15"/>
                                        </p:tgtEl>
                                        <p:attrNameLst>
                                          <p:attrName>ppt_h</p:attrName>
                                        </p:attrNameLst>
                                      </p:cBhvr>
                                      <p:tavLst>
                                        <p:tav tm="0">
                                          <p:val>
                                            <p:fltVal val="0"/>
                                          </p:val>
                                        </p:tav>
                                        <p:tav tm="100000">
                                          <p:val>
                                            <p:strVal val="#ppt_h"/>
                                          </p:val>
                                        </p:tav>
                                      </p:tavLst>
                                    </p:anim>
                                    <p:animEffect transition="in" filter="fade">
                                      <p:cBhvr>
                                        <p:cTn id="39" dur="500"/>
                                        <p:tgtEl>
                                          <p:spTgt spid="15"/>
                                        </p:tgtEl>
                                      </p:cBhvr>
                                    </p:animEffect>
                                  </p:childTnLst>
                                </p:cTn>
                              </p:par>
                            </p:childTnLst>
                          </p:cTn>
                        </p:par>
                        <p:par>
                          <p:cTn id="40" fill="hold">
                            <p:stCondLst>
                              <p:cond delay="3000"/>
                            </p:stCondLst>
                            <p:childTnLst>
                              <p:par>
                                <p:cTn id="41" presetID="47" presetClass="entr" presetSubtype="0"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anim calcmode="lin" valueType="num">
                                      <p:cBhvr>
                                        <p:cTn id="44" dur="500" fill="hold"/>
                                        <p:tgtEl>
                                          <p:spTgt spid="74"/>
                                        </p:tgtEl>
                                        <p:attrNameLst>
                                          <p:attrName>ppt_x</p:attrName>
                                        </p:attrNameLst>
                                      </p:cBhvr>
                                      <p:tavLst>
                                        <p:tav tm="0">
                                          <p:val>
                                            <p:strVal val="#ppt_x"/>
                                          </p:val>
                                        </p:tav>
                                        <p:tav tm="100000">
                                          <p:val>
                                            <p:strVal val="#ppt_x"/>
                                          </p:val>
                                        </p:tav>
                                      </p:tavLst>
                                    </p:anim>
                                    <p:anim calcmode="lin" valueType="num">
                                      <p:cBhvr>
                                        <p:cTn id="45" dur="500" fill="hold"/>
                                        <p:tgtEl>
                                          <p:spTgt spid="74"/>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73"/>
                                        </p:tgtEl>
                                        <p:attrNameLst>
                                          <p:attrName>style.visibility</p:attrName>
                                        </p:attrNameLst>
                                      </p:cBhvr>
                                      <p:to>
                                        <p:strVal val="visible"/>
                                      </p:to>
                                    </p:set>
                                    <p:animEffect transition="in" filter="fade">
                                      <p:cBhvr>
                                        <p:cTn id="48" dur="500"/>
                                        <p:tgtEl>
                                          <p:spTgt spid="73"/>
                                        </p:tgtEl>
                                      </p:cBhvr>
                                    </p:animEffect>
                                    <p:anim calcmode="lin" valueType="num">
                                      <p:cBhvr>
                                        <p:cTn id="49" dur="500" fill="hold"/>
                                        <p:tgtEl>
                                          <p:spTgt spid="73"/>
                                        </p:tgtEl>
                                        <p:attrNameLst>
                                          <p:attrName>ppt_x</p:attrName>
                                        </p:attrNameLst>
                                      </p:cBhvr>
                                      <p:tavLst>
                                        <p:tav tm="0">
                                          <p:val>
                                            <p:strVal val="#ppt_x"/>
                                          </p:val>
                                        </p:tav>
                                        <p:tav tm="100000">
                                          <p:val>
                                            <p:strVal val="#ppt_x"/>
                                          </p:val>
                                        </p:tav>
                                      </p:tavLst>
                                    </p:anim>
                                    <p:anim calcmode="lin" valueType="num">
                                      <p:cBhvr>
                                        <p:cTn id="50" dur="500" fill="hold"/>
                                        <p:tgtEl>
                                          <p:spTgt spid="73"/>
                                        </p:tgtEl>
                                        <p:attrNameLst>
                                          <p:attrName>ppt_y</p:attrName>
                                        </p:attrNameLst>
                                      </p:cBhvr>
                                      <p:tavLst>
                                        <p:tav tm="0">
                                          <p:val>
                                            <p:strVal val="#ppt_y+.1"/>
                                          </p:val>
                                        </p:tav>
                                        <p:tav tm="100000">
                                          <p:val>
                                            <p:strVal val="#ppt_y"/>
                                          </p:val>
                                        </p:tav>
                                      </p:tavLst>
                                    </p:anim>
                                  </p:childTnLst>
                                </p:cTn>
                              </p:par>
                            </p:childTnLst>
                          </p:cTn>
                        </p:par>
                        <p:par>
                          <p:cTn id="51" fill="hold">
                            <p:stCondLst>
                              <p:cond delay="3500"/>
                            </p:stCondLst>
                            <p:childTnLst>
                              <p:par>
                                <p:cTn id="52" presetID="47" presetClass="entr" presetSubtype="0" fill="hold" grpId="0" nodeType="afterEffect">
                                  <p:stCondLst>
                                    <p:cond delay="0"/>
                                  </p:stCondLst>
                                  <p:childTnLst>
                                    <p:set>
                                      <p:cBhvr>
                                        <p:cTn id="53" dur="1" fill="hold">
                                          <p:stCondLst>
                                            <p:cond delay="0"/>
                                          </p:stCondLst>
                                        </p:cTn>
                                        <p:tgtEl>
                                          <p:spTgt spid="76"/>
                                        </p:tgtEl>
                                        <p:attrNameLst>
                                          <p:attrName>style.visibility</p:attrName>
                                        </p:attrNameLst>
                                      </p:cBhvr>
                                      <p:to>
                                        <p:strVal val="visible"/>
                                      </p:to>
                                    </p:set>
                                    <p:animEffect transition="in" filter="fade">
                                      <p:cBhvr>
                                        <p:cTn id="54" dur="500"/>
                                        <p:tgtEl>
                                          <p:spTgt spid="76"/>
                                        </p:tgtEl>
                                      </p:cBhvr>
                                    </p:animEffect>
                                    <p:anim calcmode="lin" valueType="num">
                                      <p:cBhvr>
                                        <p:cTn id="55" dur="500" fill="hold"/>
                                        <p:tgtEl>
                                          <p:spTgt spid="76"/>
                                        </p:tgtEl>
                                        <p:attrNameLst>
                                          <p:attrName>ppt_x</p:attrName>
                                        </p:attrNameLst>
                                      </p:cBhvr>
                                      <p:tavLst>
                                        <p:tav tm="0">
                                          <p:val>
                                            <p:strVal val="#ppt_x"/>
                                          </p:val>
                                        </p:tav>
                                        <p:tav tm="100000">
                                          <p:val>
                                            <p:strVal val="#ppt_x"/>
                                          </p:val>
                                        </p:tav>
                                      </p:tavLst>
                                    </p:anim>
                                    <p:anim calcmode="lin" valueType="num">
                                      <p:cBhvr>
                                        <p:cTn id="56" dur="500" fill="hold"/>
                                        <p:tgtEl>
                                          <p:spTgt spid="76"/>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75"/>
                                        </p:tgtEl>
                                        <p:attrNameLst>
                                          <p:attrName>style.visibility</p:attrName>
                                        </p:attrNameLst>
                                      </p:cBhvr>
                                      <p:to>
                                        <p:strVal val="visible"/>
                                      </p:to>
                                    </p:set>
                                    <p:animEffect transition="in" filter="fade">
                                      <p:cBhvr>
                                        <p:cTn id="59" dur="500"/>
                                        <p:tgtEl>
                                          <p:spTgt spid="75"/>
                                        </p:tgtEl>
                                      </p:cBhvr>
                                    </p:animEffect>
                                    <p:anim calcmode="lin" valueType="num">
                                      <p:cBhvr>
                                        <p:cTn id="60" dur="500" fill="hold"/>
                                        <p:tgtEl>
                                          <p:spTgt spid="75"/>
                                        </p:tgtEl>
                                        <p:attrNameLst>
                                          <p:attrName>ppt_x</p:attrName>
                                        </p:attrNameLst>
                                      </p:cBhvr>
                                      <p:tavLst>
                                        <p:tav tm="0">
                                          <p:val>
                                            <p:strVal val="#ppt_x"/>
                                          </p:val>
                                        </p:tav>
                                        <p:tav tm="100000">
                                          <p:val>
                                            <p:strVal val="#ppt_x"/>
                                          </p:val>
                                        </p:tav>
                                      </p:tavLst>
                                    </p:anim>
                                    <p:anim calcmode="lin" valueType="num">
                                      <p:cBhvr>
                                        <p:cTn id="61" dur="500" fill="hold"/>
                                        <p:tgtEl>
                                          <p:spTgt spid="75"/>
                                        </p:tgtEl>
                                        <p:attrNameLst>
                                          <p:attrName>ppt_y</p:attrName>
                                        </p:attrNameLst>
                                      </p:cBhvr>
                                      <p:tavLst>
                                        <p:tav tm="0">
                                          <p:val>
                                            <p:strVal val="#ppt_y+.1"/>
                                          </p:val>
                                        </p:tav>
                                        <p:tav tm="100000">
                                          <p:val>
                                            <p:strVal val="#ppt_y"/>
                                          </p:val>
                                        </p:tav>
                                      </p:tavLst>
                                    </p:anim>
                                  </p:childTnLst>
                                </p:cTn>
                              </p:par>
                            </p:childTnLst>
                          </p:cTn>
                        </p:par>
                        <p:par>
                          <p:cTn id="62" fill="hold">
                            <p:stCondLst>
                              <p:cond delay="4000"/>
                            </p:stCondLst>
                            <p:childTnLst>
                              <p:par>
                                <p:cTn id="63" presetID="47" presetClass="entr" presetSubtype="0" fill="hold" grpId="0" nodeType="afterEffect">
                                  <p:stCondLst>
                                    <p:cond delay="0"/>
                                  </p:stCondLst>
                                  <p:childTnLst>
                                    <p:set>
                                      <p:cBhvr>
                                        <p:cTn id="64" dur="1" fill="hold">
                                          <p:stCondLst>
                                            <p:cond delay="0"/>
                                          </p:stCondLst>
                                        </p:cTn>
                                        <p:tgtEl>
                                          <p:spTgt spid="80"/>
                                        </p:tgtEl>
                                        <p:attrNameLst>
                                          <p:attrName>style.visibility</p:attrName>
                                        </p:attrNameLst>
                                      </p:cBhvr>
                                      <p:to>
                                        <p:strVal val="visible"/>
                                      </p:to>
                                    </p:set>
                                    <p:animEffect transition="in" filter="fade">
                                      <p:cBhvr>
                                        <p:cTn id="65" dur="500"/>
                                        <p:tgtEl>
                                          <p:spTgt spid="80"/>
                                        </p:tgtEl>
                                      </p:cBhvr>
                                    </p:animEffect>
                                    <p:anim calcmode="lin" valueType="num">
                                      <p:cBhvr>
                                        <p:cTn id="66" dur="500" fill="hold"/>
                                        <p:tgtEl>
                                          <p:spTgt spid="80"/>
                                        </p:tgtEl>
                                        <p:attrNameLst>
                                          <p:attrName>ppt_x</p:attrName>
                                        </p:attrNameLst>
                                      </p:cBhvr>
                                      <p:tavLst>
                                        <p:tav tm="0">
                                          <p:val>
                                            <p:strVal val="#ppt_x"/>
                                          </p:val>
                                        </p:tav>
                                        <p:tav tm="100000">
                                          <p:val>
                                            <p:strVal val="#ppt_x"/>
                                          </p:val>
                                        </p:tav>
                                      </p:tavLst>
                                    </p:anim>
                                    <p:anim calcmode="lin" valueType="num">
                                      <p:cBhvr>
                                        <p:cTn id="67" dur="500" fill="hold"/>
                                        <p:tgtEl>
                                          <p:spTgt spid="80"/>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Effect transition="in" filter="fade">
                                      <p:cBhvr>
                                        <p:cTn id="70" dur="500"/>
                                        <p:tgtEl>
                                          <p:spTgt spid="79"/>
                                        </p:tgtEl>
                                      </p:cBhvr>
                                    </p:animEffect>
                                    <p:anim calcmode="lin" valueType="num">
                                      <p:cBhvr>
                                        <p:cTn id="71" dur="500" fill="hold"/>
                                        <p:tgtEl>
                                          <p:spTgt spid="79"/>
                                        </p:tgtEl>
                                        <p:attrNameLst>
                                          <p:attrName>ppt_x</p:attrName>
                                        </p:attrNameLst>
                                      </p:cBhvr>
                                      <p:tavLst>
                                        <p:tav tm="0">
                                          <p:val>
                                            <p:strVal val="#ppt_x"/>
                                          </p:val>
                                        </p:tav>
                                        <p:tav tm="100000">
                                          <p:val>
                                            <p:strVal val="#ppt_x"/>
                                          </p:val>
                                        </p:tav>
                                      </p:tavLst>
                                    </p:anim>
                                    <p:anim calcmode="lin" valueType="num">
                                      <p:cBhvr>
                                        <p:cTn id="72" dur="500" fill="hold"/>
                                        <p:tgtEl>
                                          <p:spTgt spid="79"/>
                                        </p:tgtEl>
                                        <p:attrNameLst>
                                          <p:attrName>ppt_y</p:attrName>
                                        </p:attrNameLst>
                                      </p:cBhvr>
                                      <p:tavLst>
                                        <p:tav tm="0">
                                          <p:val>
                                            <p:strVal val="#ppt_y+.1"/>
                                          </p:val>
                                        </p:tav>
                                        <p:tav tm="100000">
                                          <p:val>
                                            <p:strVal val="#ppt_y"/>
                                          </p:val>
                                        </p:tav>
                                      </p:tavLst>
                                    </p:anim>
                                  </p:childTnLst>
                                </p:cTn>
                              </p:par>
                            </p:childTnLst>
                          </p:cTn>
                        </p:par>
                        <p:par>
                          <p:cTn id="73" fill="hold">
                            <p:stCondLst>
                              <p:cond delay="4500"/>
                            </p:stCondLst>
                            <p:childTnLst>
                              <p:par>
                                <p:cTn id="74" presetID="47" presetClass="entr" presetSubtype="0" fill="hold" grpId="0" nodeType="afterEffect">
                                  <p:stCondLst>
                                    <p:cond delay="0"/>
                                  </p:stCondLst>
                                  <p:childTnLst>
                                    <p:set>
                                      <p:cBhvr>
                                        <p:cTn id="75" dur="1" fill="hold">
                                          <p:stCondLst>
                                            <p:cond delay="0"/>
                                          </p:stCondLst>
                                        </p:cTn>
                                        <p:tgtEl>
                                          <p:spTgt spid="72"/>
                                        </p:tgtEl>
                                        <p:attrNameLst>
                                          <p:attrName>style.visibility</p:attrName>
                                        </p:attrNameLst>
                                      </p:cBhvr>
                                      <p:to>
                                        <p:strVal val="visible"/>
                                      </p:to>
                                    </p:set>
                                    <p:animEffect transition="in" filter="fade">
                                      <p:cBhvr>
                                        <p:cTn id="76" dur="500"/>
                                        <p:tgtEl>
                                          <p:spTgt spid="72"/>
                                        </p:tgtEl>
                                      </p:cBhvr>
                                    </p:animEffect>
                                    <p:anim calcmode="lin" valueType="num">
                                      <p:cBhvr>
                                        <p:cTn id="77" dur="500" fill="hold"/>
                                        <p:tgtEl>
                                          <p:spTgt spid="72"/>
                                        </p:tgtEl>
                                        <p:attrNameLst>
                                          <p:attrName>ppt_x</p:attrName>
                                        </p:attrNameLst>
                                      </p:cBhvr>
                                      <p:tavLst>
                                        <p:tav tm="0">
                                          <p:val>
                                            <p:strVal val="#ppt_x"/>
                                          </p:val>
                                        </p:tav>
                                        <p:tav tm="100000">
                                          <p:val>
                                            <p:strVal val="#ppt_x"/>
                                          </p:val>
                                        </p:tav>
                                      </p:tavLst>
                                    </p:anim>
                                    <p:anim calcmode="lin" valueType="num">
                                      <p:cBhvr>
                                        <p:cTn id="78" dur="500" fill="hold"/>
                                        <p:tgtEl>
                                          <p:spTgt spid="72"/>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71"/>
                                        </p:tgtEl>
                                        <p:attrNameLst>
                                          <p:attrName>style.visibility</p:attrName>
                                        </p:attrNameLst>
                                      </p:cBhvr>
                                      <p:to>
                                        <p:strVal val="visible"/>
                                      </p:to>
                                    </p:set>
                                    <p:animEffect transition="in" filter="fade">
                                      <p:cBhvr>
                                        <p:cTn id="81" dur="500"/>
                                        <p:tgtEl>
                                          <p:spTgt spid="71"/>
                                        </p:tgtEl>
                                      </p:cBhvr>
                                    </p:animEffect>
                                    <p:anim calcmode="lin" valueType="num">
                                      <p:cBhvr>
                                        <p:cTn id="82" dur="500" fill="hold"/>
                                        <p:tgtEl>
                                          <p:spTgt spid="71"/>
                                        </p:tgtEl>
                                        <p:attrNameLst>
                                          <p:attrName>ppt_x</p:attrName>
                                        </p:attrNameLst>
                                      </p:cBhvr>
                                      <p:tavLst>
                                        <p:tav tm="0">
                                          <p:val>
                                            <p:strVal val="#ppt_x"/>
                                          </p:val>
                                        </p:tav>
                                        <p:tav tm="100000">
                                          <p:val>
                                            <p:strVal val="#ppt_x"/>
                                          </p:val>
                                        </p:tav>
                                      </p:tavLst>
                                    </p:anim>
                                    <p:anim calcmode="lin" valueType="num">
                                      <p:cBhvr>
                                        <p:cTn id="83" dur="500" fill="hold"/>
                                        <p:tgtEl>
                                          <p:spTgt spid="71"/>
                                        </p:tgtEl>
                                        <p:attrNameLst>
                                          <p:attrName>ppt_y</p:attrName>
                                        </p:attrNameLst>
                                      </p:cBhvr>
                                      <p:tavLst>
                                        <p:tav tm="0">
                                          <p:val>
                                            <p:strVal val="#ppt_y+.1"/>
                                          </p:val>
                                        </p:tav>
                                        <p:tav tm="100000">
                                          <p:val>
                                            <p:strVal val="#ppt_y"/>
                                          </p:val>
                                        </p:tav>
                                      </p:tavLst>
                                    </p:anim>
                                  </p:childTnLst>
                                </p:cTn>
                              </p:par>
                            </p:childTnLst>
                          </p:cTn>
                        </p:par>
                        <p:par>
                          <p:cTn id="84" fill="hold">
                            <p:stCondLst>
                              <p:cond delay="5000"/>
                            </p:stCondLst>
                            <p:childTnLst>
                              <p:par>
                                <p:cTn id="85" presetID="47" presetClass="entr" presetSubtype="0" fill="hold" grpId="0" nodeType="afterEffect">
                                  <p:stCondLst>
                                    <p:cond delay="0"/>
                                  </p:stCondLst>
                                  <p:childTnLst>
                                    <p:set>
                                      <p:cBhvr>
                                        <p:cTn id="86" dur="1" fill="hold">
                                          <p:stCondLst>
                                            <p:cond delay="0"/>
                                          </p:stCondLst>
                                        </p:cTn>
                                        <p:tgtEl>
                                          <p:spTgt spid="70"/>
                                        </p:tgtEl>
                                        <p:attrNameLst>
                                          <p:attrName>style.visibility</p:attrName>
                                        </p:attrNameLst>
                                      </p:cBhvr>
                                      <p:to>
                                        <p:strVal val="visible"/>
                                      </p:to>
                                    </p:set>
                                    <p:animEffect transition="in" filter="fade">
                                      <p:cBhvr>
                                        <p:cTn id="87" dur="500"/>
                                        <p:tgtEl>
                                          <p:spTgt spid="70"/>
                                        </p:tgtEl>
                                      </p:cBhvr>
                                    </p:animEffect>
                                    <p:anim calcmode="lin" valueType="num">
                                      <p:cBhvr>
                                        <p:cTn id="88" dur="500" fill="hold"/>
                                        <p:tgtEl>
                                          <p:spTgt spid="70"/>
                                        </p:tgtEl>
                                        <p:attrNameLst>
                                          <p:attrName>ppt_x</p:attrName>
                                        </p:attrNameLst>
                                      </p:cBhvr>
                                      <p:tavLst>
                                        <p:tav tm="0">
                                          <p:val>
                                            <p:strVal val="#ppt_x"/>
                                          </p:val>
                                        </p:tav>
                                        <p:tav tm="100000">
                                          <p:val>
                                            <p:strVal val="#ppt_x"/>
                                          </p:val>
                                        </p:tav>
                                      </p:tavLst>
                                    </p:anim>
                                    <p:anim calcmode="lin" valueType="num">
                                      <p:cBhvr>
                                        <p:cTn id="89" dur="500" fill="hold"/>
                                        <p:tgtEl>
                                          <p:spTgt spid="70"/>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69"/>
                                        </p:tgtEl>
                                        <p:attrNameLst>
                                          <p:attrName>style.visibility</p:attrName>
                                        </p:attrNameLst>
                                      </p:cBhvr>
                                      <p:to>
                                        <p:strVal val="visible"/>
                                      </p:to>
                                    </p:set>
                                    <p:animEffect transition="in" filter="fade">
                                      <p:cBhvr>
                                        <p:cTn id="92" dur="500"/>
                                        <p:tgtEl>
                                          <p:spTgt spid="69"/>
                                        </p:tgtEl>
                                      </p:cBhvr>
                                    </p:animEffect>
                                    <p:anim calcmode="lin" valueType="num">
                                      <p:cBhvr>
                                        <p:cTn id="93" dur="500" fill="hold"/>
                                        <p:tgtEl>
                                          <p:spTgt spid="69"/>
                                        </p:tgtEl>
                                        <p:attrNameLst>
                                          <p:attrName>ppt_x</p:attrName>
                                        </p:attrNameLst>
                                      </p:cBhvr>
                                      <p:tavLst>
                                        <p:tav tm="0">
                                          <p:val>
                                            <p:strVal val="#ppt_x"/>
                                          </p:val>
                                        </p:tav>
                                        <p:tav tm="100000">
                                          <p:val>
                                            <p:strVal val="#ppt_x"/>
                                          </p:val>
                                        </p:tav>
                                      </p:tavLst>
                                    </p:anim>
                                    <p:anim calcmode="lin" valueType="num">
                                      <p:cBhvr>
                                        <p:cTn id="94" dur="500" fill="hold"/>
                                        <p:tgtEl>
                                          <p:spTgt spid="69"/>
                                        </p:tgtEl>
                                        <p:attrNameLst>
                                          <p:attrName>ppt_y</p:attrName>
                                        </p:attrNameLst>
                                      </p:cBhvr>
                                      <p:tavLst>
                                        <p:tav tm="0">
                                          <p:val>
                                            <p:strVal val="#ppt_y+.1"/>
                                          </p:val>
                                        </p:tav>
                                        <p:tav tm="100000">
                                          <p:val>
                                            <p:strVal val="#ppt_y"/>
                                          </p:val>
                                        </p:tav>
                                      </p:tavLst>
                                    </p:anim>
                                  </p:childTnLst>
                                </p:cTn>
                              </p:par>
                            </p:childTnLst>
                          </p:cTn>
                        </p:par>
                        <p:par>
                          <p:cTn id="95" fill="hold">
                            <p:stCondLst>
                              <p:cond delay="5500"/>
                            </p:stCondLst>
                            <p:childTnLst>
                              <p:par>
                                <p:cTn id="96" presetID="47" presetClass="entr" presetSubtype="0" fill="hold" grpId="0" nodeType="afterEffect">
                                  <p:stCondLst>
                                    <p:cond delay="0"/>
                                  </p:stCondLst>
                                  <p:childTnLst>
                                    <p:set>
                                      <p:cBhvr>
                                        <p:cTn id="97" dur="1" fill="hold">
                                          <p:stCondLst>
                                            <p:cond delay="0"/>
                                          </p:stCondLst>
                                        </p:cTn>
                                        <p:tgtEl>
                                          <p:spTgt spid="68"/>
                                        </p:tgtEl>
                                        <p:attrNameLst>
                                          <p:attrName>style.visibility</p:attrName>
                                        </p:attrNameLst>
                                      </p:cBhvr>
                                      <p:to>
                                        <p:strVal val="visible"/>
                                      </p:to>
                                    </p:set>
                                    <p:animEffect transition="in" filter="fade">
                                      <p:cBhvr>
                                        <p:cTn id="98" dur="500"/>
                                        <p:tgtEl>
                                          <p:spTgt spid="68"/>
                                        </p:tgtEl>
                                      </p:cBhvr>
                                    </p:animEffect>
                                    <p:anim calcmode="lin" valueType="num">
                                      <p:cBhvr>
                                        <p:cTn id="99" dur="500" fill="hold"/>
                                        <p:tgtEl>
                                          <p:spTgt spid="68"/>
                                        </p:tgtEl>
                                        <p:attrNameLst>
                                          <p:attrName>ppt_x</p:attrName>
                                        </p:attrNameLst>
                                      </p:cBhvr>
                                      <p:tavLst>
                                        <p:tav tm="0">
                                          <p:val>
                                            <p:strVal val="#ppt_x"/>
                                          </p:val>
                                        </p:tav>
                                        <p:tav tm="100000">
                                          <p:val>
                                            <p:strVal val="#ppt_x"/>
                                          </p:val>
                                        </p:tav>
                                      </p:tavLst>
                                    </p:anim>
                                    <p:anim calcmode="lin" valueType="num">
                                      <p:cBhvr>
                                        <p:cTn id="100" dur="500" fill="hold"/>
                                        <p:tgtEl>
                                          <p:spTgt spid="68"/>
                                        </p:tgtEl>
                                        <p:attrNameLst>
                                          <p:attrName>ppt_y</p:attrName>
                                        </p:attrNameLst>
                                      </p:cBhvr>
                                      <p:tavLst>
                                        <p:tav tm="0">
                                          <p:val>
                                            <p:strVal val="#ppt_y-.1"/>
                                          </p:val>
                                        </p:tav>
                                        <p:tav tm="100000">
                                          <p:val>
                                            <p:strVal val="#ppt_y"/>
                                          </p:val>
                                        </p:tav>
                                      </p:tavLst>
                                    </p:anim>
                                  </p:childTnLst>
                                </p:cTn>
                              </p:par>
                              <p:par>
                                <p:cTn id="101" presetID="42" presetClass="entr" presetSubtype="0" fill="hold" grpId="0" nodeType="withEffect">
                                  <p:stCondLst>
                                    <p:cond delay="0"/>
                                  </p:stCondLst>
                                  <p:childTnLst>
                                    <p:set>
                                      <p:cBhvr>
                                        <p:cTn id="102" dur="1" fill="hold">
                                          <p:stCondLst>
                                            <p:cond delay="0"/>
                                          </p:stCondLst>
                                        </p:cTn>
                                        <p:tgtEl>
                                          <p:spTgt spid="67"/>
                                        </p:tgtEl>
                                        <p:attrNameLst>
                                          <p:attrName>style.visibility</p:attrName>
                                        </p:attrNameLst>
                                      </p:cBhvr>
                                      <p:to>
                                        <p:strVal val="visible"/>
                                      </p:to>
                                    </p:set>
                                    <p:animEffect transition="in" filter="fade">
                                      <p:cBhvr>
                                        <p:cTn id="103" dur="500"/>
                                        <p:tgtEl>
                                          <p:spTgt spid="67"/>
                                        </p:tgtEl>
                                      </p:cBhvr>
                                    </p:animEffect>
                                    <p:anim calcmode="lin" valueType="num">
                                      <p:cBhvr>
                                        <p:cTn id="104" dur="500" fill="hold"/>
                                        <p:tgtEl>
                                          <p:spTgt spid="67"/>
                                        </p:tgtEl>
                                        <p:attrNameLst>
                                          <p:attrName>ppt_x</p:attrName>
                                        </p:attrNameLst>
                                      </p:cBhvr>
                                      <p:tavLst>
                                        <p:tav tm="0">
                                          <p:val>
                                            <p:strVal val="#ppt_x"/>
                                          </p:val>
                                        </p:tav>
                                        <p:tav tm="100000">
                                          <p:val>
                                            <p:strVal val="#ppt_x"/>
                                          </p:val>
                                        </p:tav>
                                      </p:tavLst>
                                    </p:anim>
                                    <p:anim calcmode="lin" valueType="num">
                                      <p:cBhvr>
                                        <p:cTn id="105" dur="500" fill="hold"/>
                                        <p:tgtEl>
                                          <p:spTgt spid="6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68" grpId="0"/>
      <p:bldP spid="69" grpId="0"/>
      <p:bldP spid="70" grpId="0"/>
      <p:bldP spid="71" grpId="0"/>
      <p:bldP spid="72" grpId="0"/>
      <p:bldP spid="73" grpId="0"/>
      <p:bldP spid="74" grpId="0"/>
      <p:bldP spid="75" grpId="0"/>
      <p:bldP spid="76" grpId="0"/>
      <p:bldP spid="79" grpId="0"/>
      <p:bldP spid="80"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flipV="1">
            <a:off x="5747093" y="4249720"/>
            <a:ext cx="0" cy="1577592"/>
          </a:xfrm>
          <a:prstGeom prst="line">
            <a:avLst/>
          </a:prstGeom>
          <a:ln w="9525">
            <a:solidFill>
              <a:schemeClr val="bg1">
                <a:lumMod val="6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8169813" y="3458297"/>
            <a:ext cx="0" cy="2019010"/>
          </a:xfrm>
          <a:prstGeom prst="line">
            <a:avLst/>
          </a:prstGeom>
          <a:ln w="9525">
            <a:solidFill>
              <a:schemeClr val="bg1">
                <a:lumMod val="6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4" name="Text Placeholder 8"/>
          <p:cNvSpPr>
            <a:spLocks noGrp="1"/>
          </p:cNvSpPr>
          <p:nvPr>
            <p:ph type="body" sz="quarter" idx="4294967295"/>
          </p:nvPr>
        </p:nvSpPr>
        <p:spPr>
          <a:xfrm>
            <a:off x="10233959" y="2374900"/>
            <a:ext cx="1266825" cy="257175"/>
          </a:xfrm>
          <a:prstGeom prst="rect">
            <a:avLst/>
          </a:prstGeom>
        </p:spPr>
        <p:txBody>
          <a:bodyPr vert="horz" lIns="0" tIns="0" rIns="0" bIns="0" rtlCol="0">
            <a:spAutoFit/>
          </a:bodyPr>
          <a:lstStyle/>
          <a:p>
            <a:pPr marL="0" indent="0" algn="r">
              <a:lnSpc>
                <a:spcPct val="120000"/>
              </a:lnSpc>
              <a:spcBef>
                <a:spcPts val="0"/>
              </a:spcBef>
              <a:buNone/>
            </a:pPr>
            <a:r>
              <a:rPr lang="zh-CN" altLang="en-US"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endParaRPr lang="en-AU" altLang="zh-CN"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25" name="Text Placeholder 9"/>
          <p:cNvSpPr>
            <a:spLocks noGrp="1"/>
          </p:cNvSpPr>
          <p:nvPr>
            <p:ph type="body" sz="quarter" idx="4294967295"/>
          </p:nvPr>
        </p:nvSpPr>
        <p:spPr>
          <a:xfrm>
            <a:off x="9983134" y="2689225"/>
            <a:ext cx="1517650" cy="442913"/>
          </a:xfrm>
          <a:prstGeom prst="rect">
            <a:avLst/>
          </a:prstGeom>
        </p:spPr>
        <p:txBody>
          <a:bodyPr vert="horz" lIns="0" tIns="0" rIns="0" bIns="0" rtlCol="0">
            <a:spAutoFit/>
          </a:bodyPr>
          <a:lstStyle/>
          <a:p>
            <a:pPr marL="0" indent="0" algn="r">
              <a:lnSpc>
                <a:spcPct val="120000"/>
              </a:lnSpc>
              <a:spcBef>
                <a:spcPts val="0"/>
              </a:spcBef>
              <a:buNone/>
            </a:pPr>
            <a:r>
              <a:rPr lang="zh-CN" altLang="en-US"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请替换文字内容，点击添加相关标题文字，修改文字内容，也可以直接复制你的内容到此。</a:t>
            </a:r>
            <a:endParaRPr lang="en-AU"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33" name="Text Placeholder 8"/>
          <p:cNvSpPr>
            <a:spLocks noGrp="1"/>
          </p:cNvSpPr>
          <p:nvPr>
            <p:ph type="body" sz="quarter" idx="4294967295"/>
          </p:nvPr>
        </p:nvSpPr>
        <p:spPr>
          <a:xfrm>
            <a:off x="8131679" y="2700338"/>
            <a:ext cx="1265237" cy="258762"/>
          </a:xfrm>
          <a:prstGeom prst="rect">
            <a:avLst/>
          </a:prstGeom>
        </p:spPr>
        <p:txBody>
          <a:bodyPr vert="horz" lIns="0" tIns="0" rIns="0" bIns="0" rtlCol="0">
            <a:spAutoFit/>
          </a:bodyPr>
          <a:lstStyle/>
          <a:p>
            <a:pPr marL="0" indent="0" algn="r">
              <a:lnSpc>
                <a:spcPct val="120000"/>
              </a:lnSpc>
              <a:spcBef>
                <a:spcPts val="0"/>
              </a:spcBef>
              <a:buNone/>
            </a:pPr>
            <a:r>
              <a:rPr lang="zh-CN" altLang="en-US" sz="140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endParaRPr lang="en-AU" altLang="zh-CN"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34" name="Text Placeholder 9"/>
          <p:cNvSpPr>
            <a:spLocks noGrp="1"/>
          </p:cNvSpPr>
          <p:nvPr>
            <p:ph type="body" sz="quarter" idx="4294967295"/>
          </p:nvPr>
        </p:nvSpPr>
        <p:spPr>
          <a:xfrm>
            <a:off x="7880854" y="3014663"/>
            <a:ext cx="1516062" cy="442912"/>
          </a:xfrm>
          <a:prstGeom prst="rect">
            <a:avLst/>
          </a:prstGeom>
        </p:spPr>
        <p:txBody>
          <a:bodyPr vert="horz" lIns="0" tIns="0" rIns="0" bIns="0" rtlCol="0">
            <a:spAutoFit/>
          </a:bodyPr>
          <a:lstStyle/>
          <a:p>
            <a:pPr marL="0" indent="0" algn="r">
              <a:lnSpc>
                <a:spcPct val="120000"/>
              </a:lnSpc>
              <a:spcBef>
                <a:spcPts val="0"/>
              </a:spcBef>
              <a:buNone/>
            </a:pPr>
            <a:r>
              <a:rPr lang="zh-CN" altLang="en-US" sz="80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r>
              <a:rPr lang="zh-CN" altLang="en-US"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，点击添加相关标题文字，修改文字内容，也可以直接复制你的内容到此。</a:t>
            </a:r>
            <a:endParaRPr lang="en-AU"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2" name="Text Placeholder 8"/>
          <p:cNvSpPr>
            <a:spLocks noGrp="1"/>
          </p:cNvSpPr>
          <p:nvPr>
            <p:ph type="body" sz="quarter" idx="4294967295"/>
          </p:nvPr>
        </p:nvSpPr>
        <p:spPr>
          <a:xfrm>
            <a:off x="976056" y="2781300"/>
            <a:ext cx="1536700" cy="258763"/>
          </a:xfrm>
          <a:prstGeom prst="rect">
            <a:avLst/>
          </a:prstGeom>
        </p:spPr>
        <p:txBody>
          <a:bodyPr vert="horz" lIns="0" tIns="0" rIns="0" bIns="0" rtlCol="0">
            <a:spAutoFit/>
          </a:bodyPr>
          <a:lstStyle/>
          <a:p>
            <a:pPr marL="0" indent="0">
              <a:lnSpc>
                <a:spcPct val="120000"/>
              </a:lnSpc>
              <a:spcBef>
                <a:spcPts val="0"/>
              </a:spcBef>
              <a:buNone/>
            </a:pPr>
            <a:r>
              <a:rPr lang="zh-CN" altLang="en-US"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endParaRPr lang="en-AU"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3" name="Text Placeholder 9"/>
          <p:cNvSpPr>
            <a:spLocks noGrp="1"/>
          </p:cNvSpPr>
          <p:nvPr>
            <p:ph type="body" sz="quarter" idx="4294967295"/>
          </p:nvPr>
        </p:nvSpPr>
        <p:spPr>
          <a:xfrm>
            <a:off x="976056" y="3057525"/>
            <a:ext cx="2078038" cy="295275"/>
          </a:xfrm>
          <a:prstGeom prst="rect">
            <a:avLst/>
          </a:prstGeom>
        </p:spPr>
        <p:txBody>
          <a:bodyPr vert="horz" wrap="square" lIns="0" tIns="0" rIns="0" bIns="0" rtlCol="0">
            <a:spAutoFit/>
          </a:bodyPr>
          <a:lstStyle/>
          <a:p>
            <a:pPr marL="0" indent="0" algn="just">
              <a:lnSpc>
                <a:spcPct val="120000"/>
              </a:lnSpc>
              <a:spcBef>
                <a:spcPts val="0"/>
              </a:spcBef>
              <a:buNone/>
            </a:pPr>
            <a:r>
              <a:rPr lang="zh-CN" altLang="en-US"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请替换文字内容，点击添加相关标题文字，修改文字内容，也可以直接复制你的内容到此。</a:t>
            </a:r>
            <a:endParaRPr lang="en-AU"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5" name="Text Placeholder 8"/>
          <p:cNvSpPr>
            <a:spLocks noGrp="1"/>
          </p:cNvSpPr>
          <p:nvPr>
            <p:ph type="body" sz="quarter" idx="4294967295"/>
          </p:nvPr>
        </p:nvSpPr>
        <p:spPr>
          <a:xfrm>
            <a:off x="976056" y="3908425"/>
            <a:ext cx="1536700" cy="258763"/>
          </a:xfrm>
          <a:prstGeom prst="rect">
            <a:avLst/>
          </a:prstGeom>
        </p:spPr>
        <p:txBody>
          <a:bodyPr vert="horz" lIns="0" tIns="0" rIns="0" bIns="0" rtlCol="0">
            <a:spAutoFit/>
          </a:bodyPr>
          <a:lstStyle/>
          <a:p>
            <a:pPr marL="0" indent="0">
              <a:lnSpc>
                <a:spcPct val="120000"/>
              </a:lnSpc>
              <a:spcBef>
                <a:spcPts val="0"/>
              </a:spcBef>
              <a:buNone/>
            </a:pPr>
            <a:r>
              <a:rPr lang="zh-CN" altLang="en-US"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endParaRPr lang="en-AU" altLang="zh-CN"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6" name="Text Placeholder 9"/>
          <p:cNvSpPr>
            <a:spLocks noGrp="1"/>
          </p:cNvSpPr>
          <p:nvPr>
            <p:ph type="body" sz="quarter" idx="4294967295"/>
          </p:nvPr>
        </p:nvSpPr>
        <p:spPr>
          <a:xfrm>
            <a:off x="976056" y="4186238"/>
            <a:ext cx="2078038" cy="295275"/>
          </a:xfrm>
          <a:prstGeom prst="rect">
            <a:avLst/>
          </a:prstGeom>
        </p:spPr>
        <p:txBody>
          <a:bodyPr vert="horz" wrap="square" lIns="0" tIns="0" rIns="0" bIns="0" rtlCol="0">
            <a:spAutoFit/>
          </a:bodyPr>
          <a:lstStyle/>
          <a:p>
            <a:pPr marL="0" indent="0" algn="just">
              <a:lnSpc>
                <a:spcPct val="120000"/>
              </a:lnSpc>
              <a:spcBef>
                <a:spcPts val="0"/>
              </a:spcBef>
              <a:buNone/>
            </a:pPr>
            <a:r>
              <a:rPr lang="zh-CN" altLang="en-US"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请替换文字内容，点击添加相关标题文字，修改文字内容，也可以直接复制你的内容到此。</a:t>
            </a:r>
            <a:endParaRPr lang="en-AU"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7" name="Text Placeholder 8"/>
          <p:cNvSpPr>
            <a:spLocks noGrp="1"/>
          </p:cNvSpPr>
          <p:nvPr>
            <p:ph type="body" sz="quarter" idx="4294967295"/>
          </p:nvPr>
        </p:nvSpPr>
        <p:spPr>
          <a:xfrm>
            <a:off x="976056" y="5053013"/>
            <a:ext cx="1536700" cy="258762"/>
          </a:xfrm>
          <a:prstGeom prst="rect">
            <a:avLst/>
          </a:prstGeom>
        </p:spPr>
        <p:txBody>
          <a:bodyPr vert="horz" lIns="0" tIns="0" rIns="0" bIns="0" rtlCol="0">
            <a:spAutoFit/>
          </a:bodyPr>
          <a:lstStyle/>
          <a:p>
            <a:pPr marL="0" indent="0">
              <a:lnSpc>
                <a:spcPct val="120000"/>
              </a:lnSpc>
              <a:spcBef>
                <a:spcPts val="0"/>
              </a:spcBef>
              <a:buNone/>
            </a:pPr>
            <a:r>
              <a:rPr lang="zh-CN" altLang="en-US" sz="140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endParaRPr lang="en-AU" altLang="zh-CN" sz="14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8" name="Text Placeholder 9"/>
          <p:cNvSpPr>
            <a:spLocks noGrp="1"/>
          </p:cNvSpPr>
          <p:nvPr>
            <p:ph type="body" sz="quarter" idx="4294967295"/>
          </p:nvPr>
        </p:nvSpPr>
        <p:spPr>
          <a:xfrm>
            <a:off x="976056" y="5329238"/>
            <a:ext cx="2078038" cy="295275"/>
          </a:xfrm>
          <a:prstGeom prst="rect">
            <a:avLst/>
          </a:prstGeom>
        </p:spPr>
        <p:txBody>
          <a:bodyPr vert="horz" wrap="square" lIns="0" tIns="0" rIns="0" bIns="0" rtlCol="0">
            <a:spAutoFit/>
          </a:bodyPr>
          <a:lstStyle/>
          <a:p>
            <a:pPr marL="0" indent="0" algn="just">
              <a:lnSpc>
                <a:spcPct val="120000"/>
              </a:lnSpc>
              <a:spcBef>
                <a:spcPts val="0"/>
              </a:spcBef>
              <a:buNone/>
            </a:pPr>
            <a:r>
              <a:rPr lang="zh-CN" altLang="en-US" sz="80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请替换文字内容</a:t>
            </a:r>
            <a:r>
              <a:rPr lang="zh-CN" altLang="en-US"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，点击添加相关标题文字，修改文字内容，也可以直接复制你的内容到此。</a:t>
            </a:r>
            <a:endParaRPr lang="en-AU" sz="800" dirty="0">
              <a:solidFill>
                <a:schemeClr val="bg1">
                  <a:lumMod val="6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grpSp>
        <p:nvGrpSpPr>
          <p:cNvPr id="12" name="Group 11"/>
          <p:cNvGrpSpPr>
            <a:grpSpLocks noChangeAspect="1"/>
          </p:cNvGrpSpPr>
          <p:nvPr/>
        </p:nvGrpSpPr>
        <p:grpSpPr>
          <a:xfrm>
            <a:off x="5520769" y="4119971"/>
            <a:ext cx="5722047" cy="2372556"/>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1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7"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solidFill>
              <a:schemeClr val="accent3"/>
            </a:solid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grpSp>
      <p:sp>
        <p:nvSpPr>
          <p:cNvPr id="13" name="Freeform 210"/>
          <p:cNvSpPr>
            <a:spLocks/>
          </p:cNvSpPr>
          <p:nvPr/>
        </p:nvSpPr>
        <p:spPr bwMode="auto">
          <a:xfrm flipH="1" flipV="1">
            <a:off x="5734969" y="3975091"/>
            <a:ext cx="4998972" cy="194838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solidFill>
            <a:schemeClr val="accent2">
              <a:alpha val="89804"/>
            </a:schemeClr>
          </a:solid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4" name="Freeform 210"/>
          <p:cNvSpPr>
            <a:spLocks/>
          </p:cNvSpPr>
          <p:nvPr/>
        </p:nvSpPr>
        <p:spPr bwMode="auto">
          <a:xfrm flipH="1" flipV="1">
            <a:off x="5648727" y="3629211"/>
            <a:ext cx="4998972" cy="194838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solidFill>
            <a:schemeClr val="accent1">
              <a:alpha val="89804"/>
            </a:schemeClr>
          </a:solidFill>
          <a:ln w="9525">
            <a:noFill/>
            <a:round/>
            <a:headEnd/>
            <a:tailEnd/>
          </a:ln>
        </p:spPr>
        <p:txBody>
          <a:bodyPr vert="horz" wrap="square" lIns="111650" tIns="55825" rIns="111650" bIns="55825" numCol="1" anchor="t" anchorCtr="0" compatLnSpc="1">
            <a:prstTxWarp prst="textNoShape">
              <a:avLst/>
            </a:prstTxWarp>
          </a:bodyPr>
          <a:lstStyle/>
          <a:p>
            <a:pPr algn="just">
              <a:lnSpc>
                <a:spcPct val="120000"/>
              </a:lnSpc>
            </a:pPr>
            <a:endParaRPr lang="en-US"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cxnSp>
        <p:nvCxnSpPr>
          <p:cNvPr id="32" name="Straight Connector 31"/>
          <p:cNvCxnSpPr/>
          <p:nvPr/>
        </p:nvCxnSpPr>
        <p:spPr>
          <a:xfrm flipV="1">
            <a:off x="10592532" y="3675673"/>
            <a:ext cx="0" cy="1335201"/>
          </a:xfrm>
          <a:prstGeom prst="line">
            <a:avLst/>
          </a:prstGeom>
          <a:ln w="9525">
            <a:solidFill>
              <a:schemeClr val="bg1">
                <a:lumMod val="6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Oval 43"/>
          <p:cNvSpPr/>
          <p:nvPr/>
        </p:nvSpPr>
        <p:spPr>
          <a:xfrm>
            <a:off x="3677981" y="2752567"/>
            <a:ext cx="778959" cy="7789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20000"/>
              </a:lnSpc>
            </a:pPr>
            <a:endParaRPr lang="en-US" sz="8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49" name="Oval 48"/>
          <p:cNvSpPr/>
          <p:nvPr/>
        </p:nvSpPr>
        <p:spPr>
          <a:xfrm>
            <a:off x="3677981" y="3873034"/>
            <a:ext cx="778959" cy="7789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20000"/>
              </a:lnSpc>
            </a:pPr>
            <a:endParaRPr lang="en-US" sz="8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0" name="Oval 49"/>
          <p:cNvSpPr/>
          <p:nvPr/>
        </p:nvSpPr>
        <p:spPr>
          <a:xfrm>
            <a:off x="3682887" y="5022784"/>
            <a:ext cx="778959" cy="7789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20000"/>
              </a:lnSpc>
            </a:pPr>
            <a:endParaRPr lang="en-US" sz="800">
              <a:solidFill>
                <a:prstClr val="white"/>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1" name="Shape 56"/>
          <p:cNvSpPr/>
          <p:nvPr/>
        </p:nvSpPr>
        <p:spPr>
          <a:xfrm>
            <a:off x="3921314" y="4131452"/>
            <a:ext cx="267759" cy="238012"/>
          </a:xfrm>
          <a:custGeom>
            <a:avLst/>
            <a:gdLst/>
            <a:ahLst/>
            <a:cxnLst>
              <a:cxn ang="0">
                <a:pos x="wd2" y="hd2"/>
              </a:cxn>
              <a:cxn ang="5400000">
                <a:pos x="wd2" y="hd2"/>
              </a:cxn>
              <a:cxn ang="10800000">
                <a:pos x="wd2" y="hd2"/>
              </a:cxn>
              <a:cxn ang="16200000">
                <a:pos x="wd2" y="hd2"/>
              </a:cxn>
            </a:cxnLst>
            <a:rect l="0" t="0" r="r" b="b"/>
            <a:pathLst>
              <a:path w="21600" h="21600" extrusionOk="0">
                <a:moveTo>
                  <a:pt x="21504" y="6075"/>
                </a:moveTo>
                <a:lnTo>
                  <a:pt x="19439" y="0"/>
                </a:lnTo>
                <a:lnTo>
                  <a:pt x="14503" y="0"/>
                </a:lnTo>
                <a:lnTo>
                  <a:pt x="15451" y="7077"/>
                </a:lnTo>
                <a:cubicBezTo>
                  <a:pt x="15636" y="8413"/>
                  <a:pt x="16936" y="9450"/>
                  <a:pt x="18515" y="9450"/>
                </a:cubicBezTo>
                <a:cubicBezTo>
                  <a:pt x="20219" y="9450"/>
                  <a:pt x="21600" y="8240"/>
                  <a:pt x="21600" y="6750"/>
                </a:cubicBezTo>
                <a:cubicBezTo>
                  <a:pt x="21600" y="6515"/>
                  <a:pt x="21566" y="6291"/>
                  <a:pt x="21504" y="6075"/>
                </a:cubicBezTo>
                <a:close/>
                <a:moveTo>
                  <a:pt x="16800" y="10862"/>
                </a:moveTo>
                <a:lnTo>
                  <a:pt x="16800" y="16200"/>
                </a:lnTo>
                <a:lnTo>
                  <a:pt x="4800" y="16200"/>
                </a:lnTo>
                <a:lnTo>
                  <a:pt x="4800" y="10870"/>
                </a:lnTo>
                <a:cubicBezTo>
                  <a:pt x="4274" y="11083"/>
                  <a:pt x="3696" y="11205"/>
                  <a:pt x="3085" y="11205"/>
                </a:cubicBezTo>
                <a:cubicBezTo>
                  <a:pt x="2851" y="11205"/>
                  <a:pt x="2624" y="11174"/>
                  <a:pt x="2400" y="11139"/>
                </a:cubicBezTo>
                <a:lnTo>
                  <a:pt x="2400" y="19710"/>
                </a:lnTo>
                <a:cubicBezTo>
                  <a:pt x="2400" y="20749"/>
                  <a:pt x="3155" y="21600"/>
                  <a:pt x="4078" y="21600"/>
                </a:cubicBezTo>
                <a:lnTo>
                  <a:pt x="17520" y="21600"/>
                </a:lnTo>
                <a:cubicBezTo>
                  <a:pt x="18444" y="21600"/>
                  <a:pt x="19200" y="20748"/>
                  <a:pt x="19200" y="19710"/>
                </a:cubicBezTo>
                <a:lnTo>
                  <a:pt x="19200" y="11140"/>
                </a:lnTo>
                <a:cubicBezTo>
                  <a:pt x="18974" y="11174"/>
                  <a:pt x="18749" y="11206"/>
                  <a:pt x="18515" y="11206"/>
                </a:cubicBezTo>
                <a:cubicBezTo>
                  <a:pt x="17907" y="11205"/>
                  <a:pt x="17327" y="11081"/>
                  <a:pt x="16800" y="10862"/>
                </a:cubicBezTo>
                <a:close/>
                <a:moveTo>
                  <a:pt x="10800" y="9450"/>
                </a:moveTo>
                <a:cubicBezTo>
                  <a:pt x="12504" y="9450"/>
                  <a:pt x="13885" y="8240"/>
                  <a:pt x="13885" y="6750"/>
                </a:cubicBezTo>
                <a:cubicBezTo>
                  <a:pt x="13885" y="6695"/>
                  <a:pt x="13882" y="6639"/>
                  <a:pt x="13879" y="6587"/>
                </a:cubicBezTo>
                <a:lnTo>
                  <a:pt x="13268" y="0"/>
                </a:lnTo>
                <a:lnTo>
                  <a:pt x="8332" y="0"/>
                </a:lnTo>
                <a:lnTo>
                  <a:pt x="7720" y="6581"/>
                </a:lnTo>
                <a:cubicBezTo>
                  <a:pt x="7717" y="6637"/>
                  <a:pt x="7715" y="6692"/>
                  <a:pt x="7715" y="6750"/>
                </a:cubicBezTo>
                <a:cubicBezTo>
                  <a:pt x="7715" y="8240"/>
                  <a:pt x="9096" y="9450"/>
                  <a:pt x="10800" y="9450"/>
                </a:cubicBezTo>
                <a:close/>
                <a:moveTo>
                  <a:pt x="6148" y="7087"/>
                </a:moveTo>
                <a:lnTo>
                  <a:pt x="7097" y="0"/>
                </a:lnTo>
                <a:lnTo>
                  <a:pt x="2160" y="0"/>
                </a:lnTo>
                <a:lnTo>
                  <a:pt x="97" y="6075"/>
                </a:lnTo>
                <a:cubicBezTo>
                  <a:pt x="34" y="6291"/>
                  <a:pt x="0" y="6515"/>
                  <a:pt x="0" y="6750"/>
                </a:cubicBezTo>
                <a:cubicBezTo>
                  <a:pt x="0" y="8240"/>
                  <a:pt x="1380" y="9450"/>
                  <a:pt x="3085" y="9450"/>
                </a:cubicBezTo>
                <a:cubicBezTo>
                  <a:pt x="4657" y="9450"/>
                  <a:pt x="5957" y="8418"/>
                  <a:pt x="6148" y="7087"/>
                </a:cubicBezTo>
                <a:close/>
              </a:path>
            </a:pathLst>
          </a:custGeom>
          <a:solidFill>
            <a:srgbClr val="FFFFFF"/>
          </a:solidFill>
          <a:ln w="12700" cap="flat">
            <a:noFill/>
            <a:miter lim="400000"/>
          </a:ln>
          <a:effectLst/>
        </p:spPr>
        <p:txBody>
          <a:bodyPr wrap="square" lIns="39978" tIns="39978" rIns="39978" bIns="39978" numCol="1" anchor="ctr">
            <a:noAutofit/>
          </a:bodyPr>
          <a:lstStyle/>
          <a:p>
            <a:pPr>
              <a:lnSpc>
                <a:spcPct val="120000"/>
              </a:lnSpc>
              <a:defRPr sz="3200">
                <a:latin typeface="+mn-lt"/>
                <a:ea typeface="+mn-ea"/>
                <a:cs typeface="+mn-cs"/>
                <a:sym typeface="Helvetica Light"/>
              </a:defRPr>
            </a:pPr>
            <a:endParaRPr sz="800">
              <a:solidFill>
                <a:prstClr val="black"/>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2" name="Shape 268"/>
          <p:cNvSpPr/>
          <p:nvPr/>
        </p:nvSpPr>
        <p:spPr>
          <a:xfrm>
            <a:off x="3907934" y="3009596"/>
            <a:ext cx="294521" cy="235615"/>
          </a:xfrm>
          <a:custGeom>
            <a:avLst/>
            <a:gdLst/>
            <a:ahLst/>
            <a:cxnLst>
              <a:cxn ang="0">
                <a:pos x="wd2" y="hd2"/>
              </a:cxn>
              <a:cxn ang="5400000">
                <a:pos x="wd2" y="hd2"/>
              </a:cxn>
              <a:cxn ang="10800000">
                <a:pos x="wd2" y="hd2"/>
              </a:cxn>
              <a:cxn ang="16200000">
                <a:pos x="wd2" y="hd2"/>
              </a:cxn>
            </a:cxnLst>
            <a:rect l="0" t="0" r="r" b="b"/>
            <a:pathLst>
              <a:path w="21600" h="21600" extrusionOk="0">
                <a:moveTo>
                  <a:pt x="17280" y="13500"/>
                </a:moveTo>
                <a:lnTo>
                  <a:pt x="4320" y="13500"/>
                </a:lnTo>
                <a:lnTo>
                  <a:pt x="4320" y="2700"/>
                </a:lnTo>
                <a:lnTo>
                  <a:pt x="17280" y="2700"/>
                </a:lnTo>
                <a:cubicBezTo>
                  <a:pt x="17280" y="2700"/>
                  <a:pt x="17280" y="13500"/>
                  <a:pt x="17280" y="13500"/>
                </a:cubicBezTo>
                <a:close/>
                <a:moveTo>
                  <a:pt x="7560" y="18900"/>
                </a:moveTo>
                <a:lnTo>
                  <a:pt x="8208" y="17550"/>
                </a:lnTo>
                <a:lnTo>
                  <a:pt x="13392" y="17550"/>
                </a:lnTo>
                <a:lnTo>
                  <a:pt x="14040" y="18900"/>
                </a:lnTo>
                <a:cubicBezTo>
                  <a:pt x="14040" y="18900"/>
                  <a:pt x="7560" y="18900"/>
                  <a:pt x="7560" y="18900"/>
                </a:cubicBezTo>
                <a:close/>
                <a:moveTo>
                  <a:pt x="21334" y="18402"/>
                </a:moveTo>
                <a:cubicBezTo>
                  <a:pt x="21068" y="17901"/>
                  <a:pt x="19440" y="14850"/>
                  <a:pt x="19440" y="14850"/>
                </a:cubicBezTo>
                <a:lnTo>
                  <a:pt x="19440" y="2700"/>
                </a:lnTo>
                <a:cubicBezTo>
                  <a:pt x="19440" y="1212"/>
                  <a:pt x="18468" y="0"/>
                  <a:pt x="17280" y="0"/>
                </a:cubicBezTo>
                <a:lnTo>
                  <a:pt x="4320" y="0"/>
                </a:lnTo>
                <a:cubicBezTo>
                  <a:pt x="3131" y="0"/>
                  <a:pt x="2160" y="1212"/>
                  <a:pt x="2160" y="2700"/>
                </a:cubicBezTo>
                <a:lnTo>
                  <a:pt x="2160" y="14850"/>
                </a:lnTo>
                <a:cubicBezTo>
                  <a:pt x="2160" y="14850"/>
                  <a:pt x="532" y="17901"/>
                  <a:pt x="266" y="18402"/>
                </a:cubicBezTo>
                <a:cubicBezTo>
                  <a:pt x="0" y="18900"/>
                  <a:pt x="0" y="19188"/>
                  <a:pt x="0" y="19575"/>
                </a:cubicBezTo>
                <a:lnTo>
                  <a:pt x="0" y="20250"/>
                </a:lnTo>
                <a:cubicBezTo>
                  <a:pt x="0" y="20925"/>
                  <a:pt x="540" y="21600"/>
                  <a:pt x="1079" y="21600"/>
                </a:cubicBezTo>
                <a:lnTo>
                  <a:pt x="20521" y="21600"/>
                </a:lnTo>
                <a:cubicBezTo>
                  <a:pt x="21060" y="21600"/>
                  <a:pt x="21600" y="20925"/>
                  <a:pt x="21600" y="20250"/>
                </a:cubicBezTo>
                <a:lnTo>
                  <a:pt x="21600" y="19575"/>
                </a:lnTo>
                <a:cubicBezTo>
                  <a:pt x="21600" y="19188"/>
                  <a:pt x="21600" y="18900"/>
                  <a:pt x="21334" y="18402"/>
                </a:cubicBezTo>
                <a:close/>
              </a:path>
            </a:pathLst>
          </a:custGeom>
          <a:solidFill>
            <a:srgbClr val="FFFFFF"/>
          </a:solidFill>
          <a:ln w="12700" cap="flat">
            <a:noFill/>
            <a:miter lim="400000"/>
          </a:ln>
          <a:effectLst/>
        </p:spPr>
        <p:txBody>
          <a:bodyPr wrap="square" lIns="39978" tIns="39978" rIns="39978" bIns="39978" numCol="1" anchor="ctr">
            <a:noAutofit/>
          </a:bodyPr>
          <a:lstStyle/>
          <a:p>
            <a:pPr>
              <a:lnSpc>
                <a:spcPct val="120000"/>
              </a:lnSpc>
              <a:defRPr sz="3200">
                <a:solidFill>
                  <a:srgbClr val="FFFFFF"/>
                </a:solidFill>
                <a:latin typeface="+mn-lt"/>
                <a:ea typeface="+mn-ea"/>
                <a:cs typeface="+mn-cs"/>
                <a:sym typeface="Helvetica Light"/>
              </a:defRPr>
            </a:pPr>
            <a:endParaRPr sz="800">
              <a:solidFill>
                <a:srgbClr val="FFFFF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53" name="Shape 671"/>
          <p:cNvSpPr/>
          <p:nvPr/>
        </p:nvSpPr>
        <p:spPr>
          <a:xfrm>
            <a:off x="3949627" y="5285855"/>
            <a:ext cx="252827" cy="252817"/>
          </a:xfrm>
          <a:custGeom>
            <a:avLst/>
            <a:gdLst/>
            <a:ahLst/>
            <a:cxnLst>
              <a:cxn ang="0">
                <a:pos x="wd2" y="hd2"/>
              </a:cxn>
              <a:cxn ang="5400000">
                <a:pos x="wd2" y="hd2"/>
              </a:cxn>
              <a:cxn ang="10800000">
                <a:pos x="wd2" y="hd2"/>
              </a:cxn>
              <a:cxn ang="16200000">
                <a:pos x="wd2" y="hd2"/>
              </a:cxn>
            </a:cxnLst>
            <a:rect l="0" t="0" r="r" b="b"/>
            <a:pathLst>
              <a:path w="21600" h="21600" extrusionOk="0">
                <a:moveTo>
                  <a:pt x="14895" y="15576"/>
                </a:moveTo>
                <a:cubicBezTo>
                  <a:pt x="12143" y="16865"/>
                  <a:pt x="9843" y="18851"/>
                  <a:pt x="8177" y="21277"/>
                </a:cubicBezTo>
                <a:cubicBezTo>
                  <a:pt x="9016" y="21487"/>
                  <a:pt x="9894" y="21600"/>
                  <a:pt x="10799" y="21600"/>
                </a:cubicBezTo>
                <a:cubicBezTo>
                  <a:pt x="12428" y="21600"/>
                  <a:pt x="13971" y="21237"/>
                  <a:pt x="15356" y="20591"/>
                </a:cubicBezTo>
                <a:cubicBezTo>
                  <a:pt x="15579" y="19502"/>
                  <a:pt x="15697" y="18376"/>
                  <a:pt x="15697" y="17223"/>
                </a:cubicBezTo>
                <a:cubicBezTo>
                  <a:pt x="15697" y="16807"/>
                  <a:pt x="15678" y="16393"/>
                  <a:pt x="15646" y="15985"/>
                </a:cubicBezTo>
                <a:cubicBezTo>
                  <a:pt x="15369" y="15896"/>
                  <a:pt x="15114" y="15759"/>
                  <a:pt x="14895" y="15576"/>
                </a:cubicBezTo>
                <a:close/>
                <a:moveTo>
                  <a:pt x="18049" y="2795"/>
                </a:moveTo>
                <a:cubicBezTo>
                  <a:pt x="16317" y="2963"/>
                  <a:pt x="14665" y="3399"/>
                  <a:pt x="13127" y="4049"/>
                </a:cubicBezTo>
                <a:cubicBezTo>
                  <a:pt x="13134" y="4126"/>
                  <a:pt x="13139" y="4202"/>
                  <a:pt x="13139" y="4280"/>
                </a:cubicBezTo>
                <a:cubicBezTo>
                  <a:pt x="13139" y="4643"/>
                  <a:pt x="13052" y="4984"/>
                  <a:pt x="12903" y="5288"/>
                </a:cubicBezTo>
                <a:cubicBezTo>
                  <a:pt x="14442" y="7095"/>
                  <a:pt x="15635" y="9197"/>
                  <a:pt x="16388" y="11500"/>
                </a:cubicBezTo>
                <a:cubicBezTo>
                  <a:pt x="17324" y="11518"/>
                  <a:pt x="18122" y="12089"/>
                  <a:pt x="18466" y="12902"/>
                </a:cubicBezTo>
                <a:cubicBezTo>
                  <a:pt x="19506" y="12797"/>
                  <a:pt x="20518" y="12597"/>
                  <a:pt x="21492" y="12311"/>
                </a:cubicBezTo>
                <a:cubicBezTo>
                  <a:pt x="21563" y="11818"/>
                  <a:pt x="21600" y="11313"/>
                  <a:pt x="21600" y="10800"/>
                </a:cubicBezTo>
                <a:cubicBezTo>
                  <a:pt x="21599" y="7626"/>
                  <a:pt x="20230" y="4770"/>
                  <a:pt x="18049" y="2795"/>
                </a:cubicBezTo>
                <a:close/>
                <a:moveTo>
                  <a:pt x="13739" y="14350"/>
                </a:moveTo>
                <a:cubicBezTo>
                  <a:pt x="11072" y="13907"/>
                  <a:pt x="8601" y="12889"/>
                  <a:pt x="6449" y="11434"/>
                </a:cubicBezTo>
                <a:cubicBezTo>
                  <a:pt x="6099" y="11648"/>
                  <a:pt x="5689" y="11773"/>
                  <a:pt x="5251" y="11773"/>
                </a:cubicBezTo>
                <a:cubicBezTo>
                  <a:pt x="5087" y="11773"/>
                  <a:pt x="4931" y="11756"/>
                  <a:pt x="4779" y="11725"/>
                </a:cubicBezTo>
                <a:cubicBezTo>
                  <a:pt x="3749" y="13676"/>
                  <a:pt x="3091" y="15853"/>
                  <a:pt x="2902" y="18163"/>
                </a:cubicBezTo>
                <a:cubicBezTo>
                  <a:pt x="3930" y="19266"/>
                  <a:pt x="5183" y="20154"/>
                  <a:pt x="6593" y="20751"/>
                </a:cubicBezTo>
                <a:cubicBezTo>
                  <a:pt x="8345" y="18059"/>
                  <a:pt x="10791" y="15834"/>
                  <a:pt x="13739" y="14350"/>
                </a:cubicBezTo>
                <a:close/>
                <a:moveTo>
                  <a:pt x="17257" y="15907"/>
                </a:moveTo>
                <a:cubicBezTo>
                  <a:pt x="17287" y="16343"/>
                  <a:pt x="17305" y="16781"/>
                  <a:pt x="17305" y="17223"/>
                </a:cubicBezTo>
                <a:cubicBezTo>
                  <a:pt x="17305" y="18003"/>
                  <a:pt x="17255" y="18771"/>
                  <a:pt x="17162" y="19525"/>
                </a:cubicBezTo>
                <a:cubicBezTo>
                  <a:pt x="18993" y="18189"/>
                  <a:pt x="20388" y="16288"/>
                  <a:pt x="21091" y="14080"/>
                </a:cubicBezTo>
                <a:cubicBezTo>
                  <a:pt x="20257" y="14282"/>
                  <a:pt x="19403" y="14426"/>
                  <a:pt x="18530" y="14508"/>
                </a:cubicBezTo>
                <a:cubicBezTo>
                  <a:pt x="18327" y="15139"/>
                  <a:pt x="17859" y="15646"/>
                  <a:pt x="17257" y="15907"/>
                </a:cubicBezTo>
                <a:close/>
                <a:moveTo>
                  <a:pt x="14276" y="12805"/>
                </a:moveTo>
                <a:cubicBezTo>
                  <a:pt x="14419" y="12507"/>
                  <a:pt x="14622" y="12243"/>
                  <a:pt x="14874" y="12035"/>
                </a:cubicBezTo>
                <a:cubicBezTo>
                  <a:pt x="14195" y="9949"/>
                  <a:pt x="13121" y="8039"/>
                  <a:pt x="11737" y="6396"/>
                </a:cubicBezTo>
                <a:cubicBezTo>
                  <a:pt x="11463" y="6514"/>
                  <a:pt x="11160" y="6577"/>
                  <a:pt x="10841" y="6577"/>
                </a:cubicBezTo>
                <a:cubicBezTo>
                  <a:pt x="10342" y="6577"/>
                  <a:pt x="9882" y="6417"/>
                  <a:pt x="9506" y="6149"/>
                </a:cubicBezTo>
                <a:cubicBezTo>
                  <a:pt x="8672" y="6781"/>
                  <a:pt x="7901" y="7491"/>
                  <a:pt x="7200" y="8265"/>
                </a:cubicBezTo>
                <a:cubicBezTo>
                  <a:pt x="7421" y="8616"/>
                  <a:pt x="7549" y="9031"/>
                  <a:pt x="7549" y="9475"/>
                </a:cubicBezTo>
                <a:cubicBezTo>
                  <a:pt x="7549" y="9714"/>
                  <a:pt x="7512" y="9945"/>
                  <a:pt x="7444" y="10163"/>
                </a:cubicBezTo>
                <a:cubicBezTo>
                  <a:pt x="9459" y="11509"/>
                  <a:pt x="11779" y="12434"/>
                  <a:pt x="14276" y="12805"/>
                </a:cubicBezTo>
                <a:close/>
                <a:moveTo>
                  <a:pt x="10842" y="1983"/>
                </a:moveTo>
                <a:cubicBezTo>
                  <a:pt x="11448" y="1983"/>
                  <a:pt x="11998" y="2218"/>
                  <a:pt x="12410" y="2604"/>
                </a:cubicBezTo>
                <a:cubicBezTo>
                  <a:pt x="13609" y="2088"/>
                  <a:pt x="14870" y="1691"/>
                  <a:pt x="16184" y="1439"/>
                </a:cubicBezTo>
                <a:cubicBezTo>
                  <a:pt x="14598" y="525"/>
                  <a:pt x="12760" y="0"/>
                  <a:pt x="10799" y="0"/>
                </a:cubicBezTo>
                <a:cubicBezTo>
                  <a:pt x="9463" y="0"/>
                  <a:pt x="8183" y="245"/>
                  <a:pt x="7001" y="690"/>
                </a:cubicBezTo>
                <a:cubicBezTo>
                  <a:pt x="7938" y="1154"/>
                  <a:pt x="8833" y="1694"/>
                  <a:pt x="9673" y="2304"/>
                </a:cubicBezTo>
                <a:cubicBezTo>
                  <a:pt x="10017" y="2100"/>
                  <a:pt x="10415" y="1983"/>
                  <a:pt x="10842" y="1983"/>
                </a:cubicBezTo>
                <a:close/>
                <a:moveTo>
                  <a:pt x="2953" y="9475"/>
                </a:moveTo>
                <a:cubicBezTo>
                  <a:pt x="2953" y="9153"/>
                  <a:pt x="3021" y="8845"/>
                  <a:pt x="3140" y="8568"/>
                </a:cubicBezTo>
                <a:cubicBezTo>
                  <a:pt x="2402" y="7756"/>
                  <a:pt x="1735" y="6882"/>
                  <a:pt x="1150" y="5952"/>
                </a:cubicBezTo>
                <a:cubicBezTo>
                  <a:pt x="417" y="7409"/>
                  <a:pt x="0" y="9057"/>
                  <a:pt x="0" y="10801"/>
                </a:cubicBezTo>
                <a:cubicBezTo>
                  <a:pt x="0" y="12819"/>
                  <a:pt x="556" y="14708"/>
                  <a:pt x="1520" y="16324"/>
                </a:cubicBezTo>
                <a:cubicBezTo>
                  <a:pt x="1865" y="14382"/>
                  <a:pt x="2519" y="12546"/>
                  <a:pt x="3421" y="10863"/>
                </a:cubicBezTo>
                <a:cubicBezTo>
                  <a:pt x="3128" y="10478"/>
                  <a:pt x="2953" y="9996"/>
                  <a:pt x="2953" y="9475"/>
                </a:cubicBezTo>
                <a:close/>
                <a:moveTo>
                  <a:pt x="5252" y="7178"/>
                </a:moveTo>
                <a:cubicBezTo>
                  <a:pt x="5486" y="7178"/>
                  <a:pt x="5714" y="7212"/>
                  <a:pt x="5928" y="7279"/>
                </a:cubicBezTo>
                <a:cubicBezTo>
                  <a:pt x="6738" y="6372"/>
                  <a:pt x="7636" y="5546"/>
                  <a:pt x="8608" y="4814"/>
                </a:cubicBezTo>
                <a:cubicBezTo>
                  <a:pt x="8567" y="4643"/>
                  <a:pt x="8545" y="4463"/>
                  <a:pt x="8545" y="4280"/>
                </a:cubicBezTo>
                <a:cubicBezTo>
                  <a:pt x="8545" y="4025"/>
                  <a:pt x="8587" y="3780"/>
                  <a:pt x="8664" y="3551"/>
                </a:cubicBezTo>
                <a:cubicBezTo>
                  <a:pt x="7574" y="2771"/>
                  <a:pt x="6390" y="2115"/>
                  <a:pt x="5130" y="1609"/>
                </a:cubicBezTo>
                <a:cubicBezTo>
                  <a:pt x="3950" y="2339"/>
                  <a:pt x="2920" y="3289"/>
                  <a:pt x="2099" y="4404"/>
                </a:cubicBezTo>
                <a:cubicBezTo>
                  <a:pt x="2708" y="5484"/>
                  <a:pt x="3432" y="6490"/>
                  <a:pt x="4256" y="7406"/>
                </a:cubicBezTo>
                <a:cubicBezTo>
                  <a:pt x="4557" y="7261"/>
                  <a:pt x="4893" y="7178"/>
                  <a:pt x="5252" y="7178"/>
                </a:cubicBezTo>
                <a:close/>
              </a:path>
            </a:pathLst>
          </a:custGeom>
          <a:solidFill>
            <a:srgbClr val="FFFFFF"/>
          </a:solidFill>
          <a:ln w="12700" cap="flat">
            <a:noFill/>
            <a:miter lim="400000"/>
          </a:ln>
          <a:effectLst/>
        </p:spPr>
        <p:txBody>
          <a:bodyPr wrap="square" lIns="39978" tIns="39978" rIns="39978" bIns="39978" numCol="1" anchor="ctr">
            <a:noAutofit/>
          </a:bodyPr>
          <a:lstStyle/>
          <a:p>
            <a:pPr>
              <a:lnSpc>
                <a:spcPct val="120000"/>
              </a:lnSpc>
              <a:defRPr sz="3200">
                <a:solidFill>
                  <a:srgbClr val="FFFFFF"/>
                </a:solidFill>
                <a:latin typeface="+mn-lt"/>
                <a:ea typeface="+mn-ea"/>
                <a:cs typeface="+mn-cs"/>
                <a:sym typeface="Helvetica Light"/>
              </a:defRPr>
            </a:pPr>
            <a:endParaRPr sz="800">
              <a:solidFill>
                <a:srgbClr val="FFFFF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35"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1882662068"/>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down)">
                                      <p:cBhvr>
                                        <p:cTn id="12" dur="500"/>
                                        <p:tgtEl>
                                          <p:spTgt spid="13"/>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500"/>
                                        <p:tgtEl>
                                          <p:spTgt spid="14"/>
                                        </p:tgtEl>
                                      </p:cBhvr>
                                    </p:animEffect>
                                  </p:childTnLst>
                                </p:cTn>
                              </p:par>
                            </p:childTnLst>
                          </p:cTn>
                        </p:par>
                        <p:par>
                          <p:cTn id="17" fill="hold">
                            <p:stCondLst>
                              <p:cond delay="1500"/>
                            </p:stCondLst>
                            <p:childTnLst>
                              <p:par>
                                <p:cTn id="18" presetID="22" presetClass="entr" presetSubtype="4" fill="hold"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down)">
                                      <p:cBhvr>
                                        <p:cTn id="20" dur="500"/>
                                        <p:tgtEl>
                                          <p:spTgt spid="2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44"/>
                                        </p:tgtEl>
                                        <p:attrNameLst>
                                          <p:attrName>style.visibility</p:attrName>
                                        </p:attrNameLst>
                                      </p:cBhvr>
                                      <p:to>
                                        <p:strVal val="visible"/>
                                      </p:to>
                                    </p:set>
                                    <p:animEffect transition="in" filter="fade">
                                      <p:cBhvr>
                                        <p:cTn id="24" dur="100"/>
                                        <p:tgtEl>
                                          <p:spTgt spid="44"/>
                                        </p:tgtEl>
                                      </p:cBhvr>
                                    </p:animEffect>
                                  </p:childTnLst>
                                </p:cTn>
                              </p:par>
                            </p:childTnLst>
                          </p:cTn>
                        </p:par>
                        <p:par>
                          <p:cTn id="25" fill="hold">
                            <p:stCondLst>
                              <p:cond delay="2100"/>
                            </p:stCondLst>
                            <p:childTnLst>
                              <p:par>
                                <p:cTn id="26" presetID="49" presetClass="entr" presetSubtype="0" decel="100000" fill="hold" grpId="0" nodeType="afterEffect">
                                  <p:stCondLst>
                                    <p:cond delay="0"/>
                                  </p:stCondLst>
                                  <p:childTnLst>
                                    <p:set>
                                      <p:cBhvr>
                                        <p:cTn id="27" dur="1" fill="hold">
                                          <p:stCondLst>
                                            <p:cond delay="0"/>
                                          </p:stCondLst>
                                        </p:cTn>
                                        <p:tgtEl>
                                          <p:spTgt spid="52"/>
                                        </p:tgtEl>
                                        <p:attrNameLst>
                                          <p:attrName>style.visibility</p:attrName>
                                        </p:attrNameLst>
                                      </p:cBhvr>
                                      <p:to>
                                        <p:strVal val="visible"/>
                                      </p:to>
                                    </p:set>
                                    <p:anim calcmode="lin" valueType="num">
                                      <p:cBhvr>
                                        <p:cTn id="28" dur="500" fill="hold"/>
                                        <p:tgtEl>
                                          <p:spTgt spid="52"/>
                                        </p:tgtEl>
                                        <p:attrNameLst>
                                          <p:attrName>ppt_w</p:attrName>
                                        </p:attrNameLst>
                                      </p:cBhvr>
                                      <p:tavLst>
                                        <p:tav tm="0">
                                          <p:val>
                                            <p:fltVal val="0"/>
                                          </p:val>
                                        </p:tav>
                                        <p:tav tm="100000">
                                          <p:val>
                                            <p:strVal val="#ppt_w"/>
                                          </p:val>
                                        </p:tav>
                                      </p:tavLst>
                                    </p:anim>
                                    <p:anim calcmode="lin" valueType="num">
                                      <p:cBhvr>
                                        <p:cTn id="29" dur="500" fill="hold"/>
                                        <p:tgtEl>
                                          <p:spTgt spid="52"/>
                                        </p:tgtEl>
                                        <p:attrNameLst>
                                          <p:attrName>ppt_h</p:attrName>
                                        </p:attrNameLst>
                                      </p:cBhvr>
                                      <p:tavLst>
                                        <p:tav tm="0">
                                          <p:val>
                                            <p:fltVal val="0"/>
                                          </p:val>
                                        </p:tav>
                                        <p:tav tm="100000">
                                          <p:val>
                                            <p:strVal val="#ppt_h"/>
                                          </p:val>
                                        </p:tav>
                                      </p:tavLst>
                                    </p:anim>
                                    <p:anim calcmode="lin" valueType="num">
                                      <p:cBhvr>
                                        <p:cTn id="30" dur="500" fill="hold"/>
                                        <p:tgtEl>
                                          <p:spTgt spid="52"/>
                                        </p:tgtEl>
                                        <p:attrNameLst>
                                          <p:attrName>style.rotation</p:attrName>
                                        </p:attrNameLst>
                                      </p:cBhvr>
                                      <p:tavLst>
                                        <p:tav tm="0">
                                          <p:val>
                                            <p:fltVal val="360"/>
                                          </p:val>
                                        </p:tav>
                                        <p:tav tm="100000">
                                          <p:val>
                                            <p:fltVal val="0"/>
                                          </p:val>
                                        </p:tav>
                                      </p:tavLst>
                                    </p:anim>
                                    <p:animEffect transition="in" filter="fade">
                                      <p:cBhvr>
                                        <p:cTn id="31" dur="500"/>
                                        <p:tgtEl>
                                          <p:spTgt spid="52"/>
                                        </p:tgtEl>
                                      </p:cBhvr>
                                    </p:animEffect>
                                  </p:childTnLst>
                                </p:cTn>
                              </p:par>
                            </p:childTnLst>
                          </p:cTn>
                        </p:par>
                        <p:par>
                          <p:cTn id="32" fill="hold">
                            <p:stCondLst>
                              <p:cond delay="2600"/>
                            </p:stCondLst>
                            <p:childTnLst>
                              <p:par>
                                <p:cTn id="33" presetID="53" presetClass="entr" presetSubtype="16" fill="hold" grpId="0" nodeType="afterEffect">
                                  <p:stCondLst>
                                    <p:cond delay="0"/>
                                  </p:stCondLst>
                                  <p:childTnLst>
                                    <p:set>
                                      <p:cBhvr>
                                        <p:cTn id="34" dur="1" fill="hold">
                                          <p:stCondLst>
                                            <p:cond delay="0"/>
                                          </p:stCondLst>
                                        </p:cTn>
                                        <p:tgtEl>
                                          <p:spTgt spid="42">
                                            <p:txEl>
                                              <p:pRg st="0" end="0"/>
                                            </p:txEl>
                                          </p:spTgt>
                                        </p:tgtEl>
                                        <p:attrNameLst>
                                          <p:attrName>style.visibility</p:attrName>
                                        </p:attrNameLst>
                                      </p:cBhvr>
                                      <p:to>
                                        <p:strVal val="visible"/>
                                      </p:to>
                                    </p:set>
                                    <p:anim calcmode="lin" valueType="num">
                                      <p:cBhvr>
                                        <p:cTn id="35" dur="500" fill="hold"/>
                                        <p:tgtEl>
                                          <p:spTgt spid="42">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2">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2">
                                            <p:txEl>
                                              <p:pRg st="0" end="0"/>
                                            </p:txEl>
                                          </p:spTgt>
                                        </p:tgtEl>
                                      </p:cBhvr>
                                    </p:animEffect>
                                  </p:childTnLst>
                                </p:cTn>
                              </p:par>
                            </p:childTnLst>
                          </p:cTn>
                        </p:par>
                        <p:par>
                          <p:cTn id="38" fill="hold">
                            <p:stCondLst>
                              <p:cond delay="3100"/>
                            </p:stCondLst>
                            <p:childTnLst>
                              <p:par>
                                <p:cTn id="39" presetID="22" presetClass="entr" presetSubtype="4" fill="hold" grpId="0" nodeType="afterEffect">
                                  <p:stCondLst>
                                    <p:cond delay="0"/>
                                  </p:stCondLst>
                                  <p:childTnLst>
                                    <p:set>
                                      <p:cBhvr>
                                        <p:cTn id="40" dur="1" fill="hold">
                                          <p:stCondLst>
                                            <p:cond delay="0"/>
                                          </p:stCondLst>
                                        </p:cTn>
                                        <p:tgtEl>
                                          <p:spTgt spid="43">
                                            <p:txEl>
                                              <p:pRg st="0" end="0"/>
                                            </p:txEl>
                                          </p:spTgt>
                                        </p:tgtEl>
                                        <p:attrNameLst>
                                          <p:attrName>style.visibility</p:attrName>
                                        </p:attrNameLst>
                                      </p:cBhvr>
                                      <p:to>
                                        <p:strVal val="visible"/>
                                      </p:to>
                                    </p:set>
                                    <p:animEffect transition="in" filter="wipe(down)">
                                      <p:cBhvr>
                                        <p:cTn id="41" dur="500"/>
                                        <p:tgtEl>
                                          <p:spTgt spid="43">
                                            <p:txEl>
                                              <p:pRg st="0" end="0"/>
                                            </p:txEl>
                                          </p:spTgt>
                                        </p:tgtEl>
                                      </p:cBhvr>
                                    </p:animEffect>
                                  </p:childTnLst>
                                </p:cTn>
                              </p:par>
                            </p:childTnLst>
                          </p:cTn>
                        </p:par>
                        <p:par>
                          <p:cTn id="42" fill="hold">
                            <p:stCondLst>
                              <p:cond delay="3600"/>
                            </p:stCondLst>
                            <p:childTnLst>
                              <p:par>
                                <p:cTn id="43" presetID="22" presetClass="entr" presetSubtype="4"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down)">
                                      <p:cBhvr>
                                        <p:cTn id="45" dur="500"/>
                                        <p:tgtEl>
                                          <p:spTgt spid="23"/>
                                        </p:tgtEl>
                                      </p:cBhvr>
                                    </p:animEffect>
                                  </p:childTnLst>
                                </p:cTn>
                              </p:par>
                            </p:childTnLst>
                          </p:cTn>
                        </p:par>
                        <p:par>
                          <p:cTn id="46" fill="hold">
                            <p:stCondLst>
                              <p:cond delay="4100"/>
                            </p:stCondLst>
                            <p:childTnLst>
                              <p:par>
                                <p:cTn id="47" presetID="10" presetClass="entr" presetSubtype="0" fill="hold" grpId="0" nodeType="afterEffect">
                                  <p:stCondLst>
                                    <p:cond delay="0"/>
                                  </p:stCondLst>
                                  <p:childTnLst>
                                    <p:set>
                                      <p:cBhvr>
                                        <p:cTn id="48" dur="1" fill="hold">
                                          <p:stCondLst>
                                            <p:cond delay="0"/>
                                          </p:stCondLst>
                                        </p:cTn>
                                        <p:tgtEl>
                                          <p:spTgt spid="24">
                                            <p:txEl>
                                              <p:pRg st="0" end="0"/>
                                            </p:txEl>
                                          </p:spTgt>
                                        </p:tgtEl>
                                        <p:attrNameLst>
                                          <p:attrName>style.visibility</p:attrName>
                                        </p:attrNameLst>
                                      </p:cBhvr>
                                      <p:to>
                                        <p:strVal val="visible"/>
                                      </p:to>
                                    </p:set>
                                    <p:animEffect transition="in" filter="fade">
                                      <p:cBhvr>
                                        <p:cTn id="49" dur="500"/>
                                        <p:tgtEl>
                                          <p:spTgt spid="24">
                                            <p:txEl>
                                              <p:pRg st="0" end="0"/>
                                            </p:txEl>
                                          </p:spTgt>
                                        </p:tgtEl>
                                      </p:cBhvr>
                                    </p:animEffect>
                                  </p:childTnLst>
                                </p:cTn>
                              </p:par>
                            </p:childTnLst>
                          </p:cTn>
                        </p:par>
                        <p:par>
                          <p:cTn id="50" fill="hold">
                            <p:stCondLst>
                              <p:cond delay="4600"/>
                            </p:stCondLst>
                            <p:childTnLst>
                              <p:par>
                                <p:cTn id="51" presetID="10" presetClass="entr" presetSubtype="0" fill="hold" grpId="0" nodeType="afterEffect">
                                  <p:stCondLst>
                                    <p:cond delay="0"/>
                                  </p:stCondLst>
                                  <p:childTnLst>
                                    <p:set>
                                      <p:cBhvr>
                                        <p:cTn id="52" dur="1" fill="hold">
                                          <p:stCondLst>
                                            <p:cond delay="0"/>
                                          </p:stCondLst>
                                        </p:cTn>
                                        <p:tgtEl>
                                          <p:spTgt spid="25">
                                            <p:txEl>
                                              <p:pRg st="0" end="0"/>
                                            </p:txEl>
                                          </p:spTgt>
                                        </p:tgtEl>
                                        <p:attrNameLst>
                                          <p:attrName>style.visibility</p:attrName>
                                        </p:attrNameLst>
                                      </p:cBhvr>
                                      <p:to>
                                        <p:strVal val="visible"/>
                                      </p:to>
                                    </p:set>
                                    <p:animEffect transition="in" filter="fade">
                                      <p:cBhvr>
                                        <p:cTn id="53" dur="500"/>
                                        <p:tgtEl>
                                          <p:spTgt spid="25">
                                            <p:txEl>
                                              <p:pRg st="0" end="0"/>
                                            </p:txEl>
                                          </p:spTgt>
                                        </p:tgtEl>
                                      </p:cBhvr>
                                    </p:animEffect>
                                  </p:childTnLst>
                                </p:cTn>
                              </p:par>
                            </p:childTnLst>
                          </p:cTn>
                        </p:par>
                        <p:par>
                          <p:cTn id="54" fill="hold">
                            <p:stCondLst>
                              <p:cond delay="5100"/>
                            </p:stCondLst>
                            <p:childTnLst>
                              <p:par>
                                <p:cTn id="55" presetID="2" presetClass="entr" presetSubtype="4"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 calcmode="lin" valueType="num">
                                      <p:cBhvr additive="base">
                                        <p:cTn id="57" dur="500" fill="hold"/>
                                        <p:tgtEl>
                                          <p:spTgt spid="49"/>
                                        </p:tgtEl>
                                        <p:attrNameLst>
                                          <p:attrName>ppt_x</p:attrName>
                                        </p:attrNameLst>
                                      </p:cBhvr>
                                      <p:tavLst>
                                        <p:tav tm="0">
                                          <p:val>
                                            <p:strVal val="#ppt_x"/>
                                          </p:val>
                                        </p:tav>
                                        <p:tav tm="100000">
                                          <p:val>
                                            <p:strVal val="#ppt_x"/>
                                          </p:val>
                                        </p:tav>
                                      </p:tavLst>
                                    </p:anim>
                                    <p:anim calcmode="lin" valueType="num">
                                      <p:cBhvr additive="base">
                                        <p:cTn id="58" dur="500" fill="hold"/>
                                        <p:tgtEl>
                                          <p:spTgt spid="49"/>
                                        </p:tgtEl>
                                        <p:attrNameLst>
                                          <p:attrName>ppt_y</p:attrName>
                                        </p:attrNameLst>
                                      </p:cBhvr>
                                      <p:tavLst>
                                        <p:tav tm="0">
                                          <p:val>
                                            <p:strVal val="1+#ppt_h/2"/>
                                          </p:val>
                                        </p:tav>
                                        <p:tav tm="100000">
                                          <p:val>
                                            <p:strVal val="#ppt_y"/>
                                          </p:val>
                                        </p:tav>
                                      </p:tavLst>
                                    </p:anim>
                                  </p:childTnLst>
                                </p:cTn>
                              </p:par>
                            </p:childTnLst>
                          </p:cTn>
                        </p:par>
                        <p:par>
                          <p:cTn id="59" fill="hold">
                            <p:stCondLst>
                              <p:cond delay="5600"/>
                            </p:stCondLst>
                            <p:childTnLst>
                              <p:par>
                                <p:cTn id="60" presetID="49" presetClass="entr" presetSubtype="0" decel="100000" fill="hold" grpId="0" nodeType="afterEffect">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cBhvr>
                                        <p:cTn id="62" dur="500" fill="hold"/>
                                        <p:tgtEl>
                                          <p:spTgt spid="51"/>
                                        </p:tgtEl>
                                        <p:attrNameLst>
                                          <p:attrName>ppt_w</p:attrName>
                                        </p:attrNameLst>
                                      </p:cBhvr>
                                      <p:tavLst>
                                        <p:tav tm="0">
                                          <p:val>
                                            <p:fltVal val="0"/>
                                          </p:val>
                                        </p:tav>
                                        <p:tav tm="100000">
                                          <p:val>
                                            <p:strVal val="#ppt_w"/>
                                          </p:val>
                                        </p:tav>
                                      </p:tavLst>
                                    </p:anim>
                                    <p:anim calcmode="lin" valueType="num">
                                      <p:cBhvr>
                                        <p:cTn id="63" dur="500" fill="hold"/>
                                        <p:tgtEl>
                                          <p:spTgt spid="51"/>
                                        </p:tgtEl>
                                        <p:attrNameLst>
                                          <p:attrName>ppt_h</p:attrName>
                                        </p:attrNameLst>
                                      </p:cBhvr>
                                      <p:tavLst>
                                        <p:tav tm="0">
                                          <p:val>
                                            <p:fltVal val="0"/>
                                          </p:val>
                                        </p:tav>
                                        <p:tav tm="100000">
                                          <p:val>
                                            <p:strVal val="#ppt_h"/>
                                          </p:val>
                                        </p:tav>
                                      </p:tavLst>
                                    </p:anim>
                                    <p:anim calcmode="lin" valueType="num">
                                      <p:cBhvr>
                                        <p:cTn id="64" dur="500" fill="hold"/>
                                        <p:tgtEl>
                                          <p:spTgt spid="51"/>
                                        </p:tgtEl>
                                        <p:attrNameLst>
                                          <p:attrName>style.rotation</p:attrName>
                                        </p:attrNameLst>
                                      </p:cBhvr>
                                      <p:tavLst>
                                        <p:tav tm="0">
                                          <p:val>
                                            <p:fltVal val="360"/>
                                          </p:val>
                                        </p:tav>
                                        <p:tav tm="100000">
                                          <p:val>
                                            <p:fltVal val="0"/>
                                          </p:val>
                                        </p:tav>
                                      </p:tavLst>
                                    </p:anim>
                                    <p:animEffect transition="in" filter="fade">
                                      <p:cBhvr>
                                        <p:cTn id="65" dur="500"/>
                                        <p:tgtEl>
                                          <p:spTgt spid="51"/>
                                        </p:tgtEl>
                                      </p:cBhvr>
                                    </p:animEffect>
                                  </p:childTnLst>
                                </p:cTn>
                              </p:par>
                            </p:childTnLst>
                          </p:cTn>
                        </p:par>
                        <p:par>
                          <p:cTn id="66" fill="hold">
                            <p:stCondLst>
                              <p:cond delay="6100"/>
                            </p:stCondLst>
                            <p:childTnLst>
                              <p:par>
                                <p:cTn id="67" presetID="10" presetClass="entr" presetSubtype="0" fill="hold" grpId="0" nodeType="afterEffect">
                                  <p:stCondLst>
                                    <p:cond delay="0"/>
                                  </p:stCondLst>
                                  <p:childTnLst>
                                    <p:set>
                                      <p:cBhvr>
                                        <p:cTn id="68" dur="1" fill="hold">
                                          <p:stCondLst>
                                            <p:cond delay="0"/>
                                          </p:stCondLst>
                                        </p:cTn>
                                        <p:tgtEl>
                                          <p:spTgt spid="45">
                                            <p:txEl>
                                              <p:pRg st="0" end="0"/>
                                            </p:txEl>
                                          </p:spTgt>
                                        </p:tgtEl>
                                        <p:attrNameLst>
                                          <p:attrName>style.visibility</p:attrName>
                                        </p:attrNameLst>
                                      </p:cBhvr>
                                      <p:to>
                                        <p:strVal val="visible"/>
                                      </p:to>
                                    </p:set>
                                    <p:animEffect transition="in" filter="fade">
                                      <p:cBhvr>
                                        <p:cTn id="69" dur="500"/>
                                        <p:tgtEl>
                                          <p:spTgt spid="45">
                                            <p:txEl>
                                              <p:pRg st="0" end="0"/>
                                            </p:txEl>
                                          </p:spTgt>
                                        </p:tgtEl>
                                      </p:cBhvr>
                                    </p:animEffect>
                                  </p:childTnLst>
                                </p:cTn>
                              </p:par>
                            </p:childTnLst>
                          </p:cTn>
                        </p:par>
                        <p:par>
                          <p:cTn id="70" fill="hold">
                            <p:stCondLst>
                              <p:cond delay="6600"/>
                            </p:stCondLst>
                            <p:childTnLst>
                              <p:par>
                                <p:cTn id="71" presetID="10" presetClass="entr" presetSubtype="0" fill="hold" grpId="0" nodeType="afterEffect">
                                  <p:stCondLst>
                                    <p:cond delay="0"/>
                                  </p:stCondLst>
                                  <p:childTnLst>
                                    <p:set>
                                      <p:cBhvr>
                                        <p:cTn id="72" dur="1" fill="hold">
                                          <p:stCondLst>
                                            <p:cond delay="0"/>
                                          </p:stCondLst>
                                        </p:cTn>
                                        <p:tgtEl>
                                          <p:spTgt spid="46">
                                            <p:txEl>
                                              <p:pRg st="0" end="0"/>
                                            </p:txEl>
                                          </p:spTgt>
                                        </p:tgtEl>
                                        <p:attrNameLst>
                                          <p:attrName>style.visibility</p:attrName>
                                        </p:attrNameLst>
                                      </p:cBhvr>
                                      <p:to>
                                        <p:strVal val="visible"/>
                                      </p:to>
                                    </p:set>
                                    <p:animEffect transition="in" filter="fade">
                                      <p:cBhvr>
                                        <p:cTn id="73" dur="500"/>
                                        <p:tgtEl>
                                          <p:spTgt spid="46">
                                            <p:txEl>
                                              <p:pRg st="0" end="0"/>
                                            </p:txEl>
                                          </p:spTgt>
                                        </p:tgtEl>
                                      </p:cBhvr>
                                    </p:animEffect>
                                  </p:childTnLst>
                                </p:cTn>
                              </p:par>
                            </p:childTnLst>
                          </p:cTn>
                        </p:par>
                        <p:par>
                          <p:cTn id="74" fill="hold">
                            <p:stCondLst>
                              <p:cond delay="7100"/>
                            </p:stCondLst>
                            <p:childTnLst>
                              <p:par>
                                <p:cTn id="75" presetID="22" presetClass="entr" presetSubtype="4" fill="hold" nodeType="after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wipe(down)">
                                      <p:cBhvr>
                                        <p:cTn id="77" dur="500"/>
                                        <p:tgtEl>
                                          <p:spTgt spid="32"/>
                                        </p:tgtEl>
                                      </p:cBhvr>
                                    </p:animEffect>
                                  </p:childTnLst>
                                </p:cTn>
                              </p:par>
                            </p:childTnLst>
                          </p:cTn>
                        </p:par>
                        <p:par>
                          <p:cTn id="78" fill="hold">
                            <p:stCondLst>
                              <p:cond delay="7600"/>
                            </p:stCondLst>
                            <p:childTnLst>
                              <p:par>
                                <p:cTn id="79" presetID="10" presetClass="entr" presetSubtype="0" fill="hold" grpId="0" nodeType="afterEffect">
                                  <p:stCondLst>
                                    <p:cond delay="0"/>
                                  </p:stCondLst>
                                  <p:childTnLst>
                                    <p:set>
                                      <p:cBhvr>
                                        <p:cTn id="80" dur="1" fill="hold">
                                          <p:stCondLst>
                                            <p:cond delay="0"/>
                                          </p:stCondLst>
                                        </p:cTn>
                                        <p:tgtEl>
                                          <p:spTgt spid="33">
                                            <p:txEl>
                                              <p:pRg st="0" end="0"/>
                                            </p:txEl>
                                          </p:spTgt>
                                        </p:tgtEl>
                                        <p:attrNameLst>
                                          <p:attrName>style.visibility</p:attrName>
                                        </p:attrNameLst>
                                      </p:cBhvr>
                                      <p:to>
                                        <p:strVal val="visible"/>
                                      </p:to>
                                    </p:set>
                                    <p:animEffect transition="in" filter="fade">
                                      <p:cBhvr>
                                        <p:cTn id="81" dur="500"/>
                                        <p:tgtEl>
                                          <p:spTgt spid="33">
                                            <p:txEl>
                                              <p:pRg st="0" end="0"/>
                                            </p:txEl>
                                          </p:spTgt>
                                        </p:tgtEl>
                                      </p:cBhvr>
                                    </p:animEffect>
                                  </p:childTnLst>
                                </p:cTn>
                              </p:par>
                            </p:childTnLst>
                          </p:cTn>
                        </p:par>
                        <p:par>
                          <p:cTn id="82" fill="hold">
                            <p:stCondLst>
                              <p:cond delay="8100"/>
                            </p:stCondLst>
                            <p:childTnLst>
                              <p:par>
                                <p:cTn id="83" presetID="10" presetClass="entr" presetSubtype="0" fill="hold" grpId="0" nodeType="afterEffect">
                                  <p:stCondLst>
                                    <p:cond delay="0"/>
                                  </p:stCondLst>
                                  <p:childTnLst>
                                    <p:set>
                                      <p:cBhvr>
                                        <p:cTn id="84" dur="1" fill="hold">
                                          <p:stCondLst>
                                            <p:cond delay="0"/>
                                          </p:stCondLst>
                                        </p:cTn>
                                        <p:tgtEl>
                                          <p:spTgt spid="34">
                                            <p:txEl>
                                              <p:pRg st="0" end="0"/>
                                            </p:txEl>
                                          </p:spTgt>
                                        </p:tgtEl>
                                        <p:attrNameLst>
                                          <p:attrName>style.visibility</p:attrName>
                                        </p:attrNameLst>
                                      </p:cBhvr>
                                      <p:to>
                                        <p:strVal val="visible"/>
                                      </p:to>
                                    </p:set>
                                    <p:animEffect transition="in" filter="fade">
                                      <p:cBhvr>
                                        <p:cTn id="85" dur="500"/>
                                        <p:tgtEl>
                                          <p:spTgt spid="34">
                                            <p:txEl>
                                              <p:pRg st="0" end="0"/>
                                            </p:txEl>
                                          </p:spTgt>
                                        </p:tgtEl>
                                      </p:cBhvr>
                                    </p:animEffect>
                                  </p:childTnLst>
                                </p:cTn>
                              </p:par>
                            </p:childTnLst>
                          </p:cTn>
                        </p:par>
                        <p:par>
                          <p:cTn id="86" fill="hold">
                            <p:stCondLst>
                              <p:cond delay="8600"/>
                            </p:stCondLst>
                            <p:childTnLst>
                              <p:par>
                                <p:cTn id="87" presetID="2" presetClass="entr" presetSubtype="4" fill="hold" grpId="0" nodeType="afterEffect">
                                  <p:stCondLst>
                                    <p:cond delay="0"/>
                                  </p:stCondLst>
                                  <p:childTnLst>
                                    <p:set>
                                      <p:cBhvr>
                                        <p:cTn id="88" dur="1" fill="hold">
                                          <p:stCondLst>
                                            <p:cond delay="0"/>
                                          </p:stCondLst>
                                        </p:cTn>
                                        <p:tgtEl>
                                          <p:spTgt spid="50"/>
                                        </p:tgtEl>
                                        <p:attrNameLst>
                                          <p:attrName>style.visibility</p:attrName>
                                        </p:attrNameLst>
                                      </p:cBhvr>
                                      <p:to>
                                        <p:strVal val="visible"/>
                                      </p:to>
                                    </p:set>
                                    <p:anim calcmode="lin" valueType="num">
                                      <p:cBhvr additive="base">
                                        <p:cTn id="89" dur="500" fill="hold"/>
                                        <p:tgtEl>
                                          <p:spTgt spid="50"/>
                                        </p:tgtEl>
                                        <p:attrNameLst>
                                          <p:attrName>ppt_x</p:attrName>
                                        </p:attrNameLst>
                                      </p:cBhvr>
                                      <p:tavLst>
                                        <p:tav tm="0">
                                          <p:val>
                                            <p:strVal val="#ppt_x"/>
                                          </p:val>
                                        </p:tav>
                                        <p:tav tm="100000">
                                          <p:val>
                                            <p:strVal val="#ppt_x"/>
                                          </p:val>
                                        </p:tav>
                                      </p:tavLst>
                                    </p:anim>
                                    <p:anim calcmode="lin" valueType="num">
                                      <p:cBhvr additive="base">
                                        <p:cTn id="90" dur="500" fill="hold"/>
                                        <p:tgtEl>
                                          <p:spTgt spid="50"/>
                                        </p:tgtEl>
                                        <p:attrNameLst>
                                          <p:attrName>ppt_y</p:attrName>
                                        </p:attrNameLst>
                                      </p:cBhvr>
                                      <p:tavLst>
                                        <p:tav tm="0">
                                          <p:val>
                                            <p:strVal val="1+#ppt_h/2"/>
                                          </p:val>
                                        </p:tav>
                                        <p:tav tm="100000">
                                          <p:val>
                                            <p:strVal val="#ppt_y"/>
                                          </p:val>
                                        </p:tav>
                                      </p:tavLst>
                                    </p:anim>
                                  </p:childTnLst>
                                </p:cTn>
                              </p:par>
                            </p:childTnLst>
                          </p:cTn>
                        </p:par>
                        <p:par>
                          <p:cTn id="91" fill="hold">
                            <p:stCondLst>
                              <p:cond delay="9100"/>
                            </p:stCondLst>
                            <p:childTnLst>
                              <p:par>
                                <p:cTn id="92" presetID="49" presetClass="entr" presetSubtype="0" decel="100000" fill="hold" grpId="0" nodeType="after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p:cTn id="94" dur="500" fill="hold"/>
                                        <p:tgtEl>
                                          <p:spTgt spid="53"/>
                                        </p:tgtEl>
                                        <p:attrNameLst>
                                          <p:attrName>ppt_w</p:attrName>
                                        </p:attrNameLst>
                                      </p:cBhvr>
                                      <p:tavLst>
                                        <p:tav tm="0">
                                          <p:val>
                                            <p:fltVal val="0"/>
                                          </p:val>
                                        </p:tav>
                                        <p:tav tm="100000">
                                          <p:val>
                                            <p:strVal val="#ppt_w"/>
                                          </p:val>
                                        </p:tav>
                                      </p:tavLst>
                                    </p:anim>
                                    <p:anim calcmode="lin" valueType="num">
                                      <p:cBhvr>
                                        <p:cTn id="95" dur="500" fill="hold"/>
                                        <p:tgtEl>
                                          <p:spTgt spid="53"/>
                                        </p:tgtEl>
                                        <p:attrNameLst>
                                          <p:attrName>ppt_h</p:attrName>
                                        </p:attrNameLst>
                                      </p:cBhvr>
                                      <p:tavLst>
                                        <p:tav tm="0">
                                          <p:val>
                                            <p:fltVal val="0"/>
                                          </p:val>
                                        </p:tav>
                                        <p:tav tm="100000">
                                          <p:val>
                                            <p:strVal val="#ppt_h"/>
                                          </p:val>
                                        </p:tav>
                                      </p:tavLst>
                                    </p:anim>
                                    <p:anim calcmode="lin" valueType="num">
                                      <p:cBhvr>
                                        <p:cTn id="96" dur="500" fill="hold"/>
                                        <p:tgtEl>
                                          <p:spTgt spid="53"/>
                                        </p:tgtEl>
                                        <p:attrNameLst>
                                          <p:attrName>style.rotation</p:attrName>
                                        </p:attrNameLst>
                                      </p:cBhvr>
                                      <p:tavLst>
                                        <p:tav tm="0">
                                          <p:val>
                                            <p:fltVal val="360"/>
                                          </p:val>
                                        </p:tav>
                                        <p:tav tm="100000">
                                          <p:val>
                                            <p:fltVal val="0"/>
                                          </p:val>
                                        </p:tav>
                                      </p:tavLst>
                                    </p:anim>
                                    <p:animEffect transition="in" filter="fade">
                                      <p:cBhvr>
                                        <p:cTn id="97" dur="500"/>
                                        <p:tgtEl>
                                          <p:spTgt spid="53"/>
                                        </p:tgtEl>
                                      </p:cBhvr>
                                    </p:animEffect>
                                  </p:childTnLst>
                                </p:cTn>
                              </p:par>
                            </p:childTnLst>
                          </p:cTn>
                        </p:par>
                        <p:par>
                          <p:cTn id="98" fill="hold">
                            <p:stCondLst>
                              <p:cond delay="9600"/>
                            </p:stCondLst>
                            <p:childTnLst>
                              <p:par>
                                <p:cTn id="99" presetID="10" presetClass="entr" presetSubtype="0" fill="hold" grpId="0" nodeType="afterEffect">
                                  <p:stCondLst>
                                    <p:cond delay="0"/>
                                  </p:stCondLst>
                                  <p:childTnLst>
                                    <p:set>
                                      <p:cBhvr>
                                        <p:cTn id="100" dur="1" fill="hold">
                                          <p:stCondLst>
                                            <p:cond delay="0"/>
                                          </p:stCondLst>
                                        </p:cTn>
                                        <p:tgtEl>
                                          <p:spTgt spid="47">
                                            <p:txEl>
                                              <p:pRg st="0" end="0"/>
                                            </p:txEl>
                                          </p:spTgt>
                                        </p:tgtEl>
                                        <p:attrNameLst>
                                          <p:attrName>style.visibility</p:attrName>
                                        </p:attrNameLst>
                                      </p:cBhvr>
                                      <p:to>
                                        <p:strVal val="visible"/>
                                      </p:to>
                                    </p:set>
                                    <p:animEffect transition="in" filter="fade">
                                      <p:cBhvr>
                                        <p:cTn id="101" dur="500"/>
                                        <p:tgtEl>
                                          <p:spTgt spid="47">
                                            <p:txEl>
                                              <p:pRg st="0" end="0"/>
                                            </p:txEl>
                                          </p:spTgt>
                                        </p:tgtEl>
                                      </p:cBhvr>
                                    </p:animEffect>
                                  </p:childTnLst>
                                </p:cTn>
                              </p:par>
                            </p:childTnLst>
                          </p:cTn>
                        </p:par>
                        <p:par>
                          <p:cTn id="102" fill="hold">
                            <p:stCondLst>
                              <p:cond delay="10100"/>
                            </p:stCondLst>
                            <p:childTnLst>
                              <p:par>
                                <p:cTn id="103" presetID="10" presetClass="entr" presetSubtype="0" fill="hold" grpId="0" nodeType="afterEffect">
                                  <p:stCondLst>
                                    <p:cond delay="0"/>
                                  </p:stCondLst>
                                  <p:childTnLst>
                                    <p:set>
                                      <p:cBhvr>
                                        <p:cTn id="104" dur="1" fill="hold">
                                          <p:stCondLst>
                                            <p:cond delay="0"/>
                                          </p:stCondLst>
                                        </p:cTn>
                                        <p:tgtEl>
                                          <p:spTgt spid="48">
                                            <p:txEl>
                                              <p:pRg st="0" end="0"/>
                                            </p:txEl>
                                          </p:spTgt>
                                        </p:tgtEl>
                                        <p:attrNameLst>
                                          <p:attrName>style.visibility</p:attrName>
                                        </p:attrNameLst>
                                      </p:cBhvr>
                                      <p:to>
                                        <p:strVal val="visible"/>
                                      </p:to>
                                    </p:set>
                                    <p:animEffect transition="in" filter="fade">
                                      <p:cBhvr>
                                        <p:cTn id="105"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build="p"/>
      <p:bldP spid="25" grpId="0" build="p"/>
      <p:bldP spid="33" grpId="0" build="p"/>
      <p:bldP spid="34" grpId="0" build="p"/>
      <p:bldP spid="42" grpId="0" build="p"/>
      <p:bldP spid="43" grpId="0" build="p"/>
      <p:bldP spid="45" grpId="0" build="p"/>
      <p:bldP spid="46" grpId="0" build="p"/>
      <p:bldP spid="47" grpId="0" build="p"/>
      <p:bldP spid="48" grpId="0" build="p"/>
      <p:bldP spid="13" grpId="0" animBg="1"/>
      <p:bldP spid="14" grpId="0" animBg="1"/>
      <p:bldP spid="44" grpId="0" animBg="1"/>
      <p:bldP spid="49" grpId="0" animBg="1"/>
      <p:bldP spid="50" grpId="0" animBg="1"/>
      <p:bldP spid="51" grpId="0" animBg="1"/>
      <p:bldP spid="52" grpId="0" animBg="1"/>
      <p:bldP spid="5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肘形连接符 43"/>
          <p:cNvSpPr>
            <a:spLocks noChangeShapeType="1"/>
          </p:cNvSpPr>
          <p:nvPr/>
        </p:nvSpPr>
        <p:spPr bwMode="auto">
          <a:xfrm rot="10800000" flipH="1">
            <a:off x="8165779" y="2072139"/>
            <a:ext cx="97574" cy="1919283"/>
          </a:xfrm>
          <a:prstGeom prst="bentConnector2">
            <a:avLst/>
          </a:prstGeom>
          <a:noFill/>
          <a:ln w="9525" cap="flat" cmpd="sng">
            <a:solidFill>
              <a:schemeClr val="bg1">
                <a:lumMod val="65000"/>
              </a:schemeClr>
            </a:solidFill>
            <a:prstDash val="sysDash"/>
            <a:bevel/>
            <a:headEnd type="oval" w="med" len="med"/>
            <a:tailEnd type="oval" w="med" len="med"/>
          </a:ln>
          <a:extLst>
            <a:ext uri="{909E8E84-426E-40DD-AFC4-6F175D3DCCD1}">
              <a14:hiddenFill xmlns:a14="http://schemas.microsoft.com/office/drawing/2010/main">
                <a:noFill/>
              </a14:hiddenFill>
            </a:ext>
          </a:extLst>
        </p:spPr>
        <p:txBody>
          <a:bodyPr/>
          <a:lstStyle/>
          <a:p>
            <a:pPr algn="just">
              <a:lnSpc>
                <a:spcPct val="120000"/>
              </a:lnSpc>
            </a:pPr>
            <a:endParaRPr lang="en-GB"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肘形连接符 17"/>
          <p:cNvSpPr>
            <a:spLocks noChangeShapeType="1"/>
          </p:cNvSpPr>
          <p:nvPr/>
        </p:nvSpPr>
        <p:spPr bwMode="auto">
          <a:xfrm rot="16200000" flipH="1">
            <a:off x="8040440" y="4212666"/>
            <a:ext cx="339879" cy="3566007"/>
          </a:xfrm>
          <a:prstGeom prst="bentConnector2">
            <a:avLst/>
          </a:prstGeom>
          <a:noFill/>
          <a:ln w="9525" cap="flat" cmpd="sng">
            <a:solidFill>
              <a:schemeClr val="bg1">
                <a:lumMod val="65000"/>
              </a:schemeClr>
            </a:solidFill>
            <a:prstDash val="sysDash"/>
            <a:bevel/>
            <a:headEnd type="oval" w="med" len="med"/>
            <a:tailEnd type="oval" w="med" len="med"/>
          </a:ln>
          <a:extLst>
            <a:ext uri="{909E8E84-426E-40DD-AFC4-6F175D3DCCD1}">
              <a14:hiddenFill xmlns:a14="http://schemas.microsoft.com/office/drawing/2010/main">
                <a:noFill/>
              </a14:hiddenFill>
            </a:ext>
          </a:extLst>
        </p:spPr>
        <p:txBody>
          <a:bodyPr/>
          <a:lstStyle/>
          <a:p>
            <a:pPr algn="just">
              <a:lnSpc>
                <a:spcPct val="120000"/>
              </a:lnSpc>
            </a:pPr>
            <a:endParaRPr lang="en-GB"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肘形连接符 46"/>
          <p:cNvSpPr>
            <a:spLocks noChangeShapeType="1"/>
          </p:cNvSpPr>
          <p:nvPr/>
        </p:nvSpPr>
        <p:spPr bwMode="auto">
          <a:xfrm rot="10800000" flipV="1">
            <a:off x="4403563" y="4157349"/>
            <a:ext cx="189833" cy="806937"/>
          </a:xfrm>
          <a:prstGeom prst="bentConnector2">
            <a:avLst/>
          </a:prstGeom>
          <a:noFill/>
          <a:ln w="9525" cap="flat" cmpd="sng">
            <a:solidFill>
              <a:schemeClr val="bg1">
                <a:lumMod val="65000"/>
              </a:schemeClr>
            </a:solidFill>
            <a:prstDash val="sysDash"/>
            <a:bevel/>
            <a:headEnd type="oval" w="med" len="med"/>
            <a:tailEnd type="oval" w="med" len="med"/>
          </a:ln>
          <a:extLst>
            <a:ext uri="{909E8E84-426E-40DD-AFC4-6F175D3DCCD1}">
              <a14:hiddenFill xmlns:a14="http://schemas.microsoft.com/office/drawing/2010/main">
                <a:noFill/>
              </a14:hiddenFill>
            </a:ext>
          </a:extLst>
        </p:spPr>
        <p:txBody>
          <a:bodyPr/>
          <a:lstStyle/>
          <a:p>
            <a:pPr algn="just">
              <a:lnSpc>
                <a:spcPct val="120000"/>
              </a:lnSpc>
            </a:pPr>
            <a:endParaRPr lang="en-GB"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肘形连接符 51"/>
          <p:cNvSpPr>
            <a:spLocks noChangeShapeType="1"/>
          </p:cNvSpPr>
          <p:nvPr/>
        </p:nvSpPr>
        <p:spPr bwMode="auto">
          <a:xfrm rot="16200000" flipV="1">
            <a:off x="5415645" y="1493698"/>
            <a:ext cx="128132" cy="1904086"/>
          </a:xfrm>
          <a:prstGeom prst="bentConnector2">
            <a:avLst/>
          </a:prstGeom>
          <a:noFill/>
          <a:ln w="9525" cap="flat" cmpd="sng">
            <a:solidFill>
              <a:schemeClr val="bg1">
                <a:lumMod val="65000"/>
              </a:schemeClr>
            </a:solidFill>
            <a:prstDash val="sysDash"/>
            <a:bevel/>
            <a:headEnd type="oval" w="med" len="med"/>
            <a:tailEnd type="oval" w="med" len="med"/>
          </a:ln>
          <a:extLst>
            <a:ext uri="{909E8E84-426E-40DD-AFC4-6F175D3DCCD1}">
              <a14:hiddenFill xmlns:a14="http://schemas.microsoft.com/office/drawing/2010/main">
                <a:noFill/>
              </a14:hiddenFill>
            </a:ext>
          </a:extLst>
        </p:spPr>
        <p:txBody>
          <a:bodyPr/>
          <a:lstStyle/>
          <a:p>
            <a:pPr algn="just">
              <a:lnSpc>
                <a:spcPct val="120000"/>
              </a:lnSpc>
            </a:pPr>
            <a:endParaRPr lang="en-GB"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4" name="Group 3"/>
          <p:cNvGrpSpPr/>
          <p:nvPr/>
        </p:nvGrpSpPr>
        <p:grpSpPr>
          <a:xfrm>
            <a:off x="4689910" y="2653888"/>
            <a:ext cx="3494611" cy="3239562"/>
            <a:chOff x="3898426" y="1805124"/>
            <a:chExt cx="4494140" cy="4166144"/>
          </a:xfrm>
        </p:grpSpPr>
        <p:sp>
          <p:nvSpPr>
            <p:cNvPr id="37" name="椭圆 12"/>
            <p:cNvSpPr>
              <a:spLocks noChangeArrowheads="1"/>
            </p:cNvSpPr>
            <p:nvPr/>
          </p:nvSpPr>
          <p:spPr bwMode="auto">
            <a:xfrm flipH="1">
              <a:off x="5881907" y="1805124"/>
              <a:ext cx="515252" cy="515252"/>
            </a:xfrm>
            <a:prstGeom prst="ellipse">
              <a:avLst/>
            </a:prstGeom>
            <a:solidFill>
              <a:schemeClr val="bg1"/>
            </a:solidFill>
            <a:ln w="76200" cap="flat" cmpd="sng">
              <a:solidFill>
                <a:schemeClr val="accent1"/>
              </a:solidFill>
              <a:bevel/>
              <a:headEnd/>
              <a:tailEnd/>
            </a:ln>
          </p:spPr>
          <p:txBody>
            <a:bodyPr anchor="ctr"/>
            <a:lstStyle/>
            <a:p>
              <a:pPr algn="just">
                <a:lnSpc>
                  <a:spcPct val="120000"/>
                </a:lnSpc>
              </a:pPr>
              <a:endParaRPr lang="en-US" altLang="en-US" sz="80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椭圆 10"/>
            <p:cNvSpPr>
              <a:spLocks noChangeArrowheads="1"/>
            </p:cNvSpPr>
            <p:nvPr/>
          </p:nvSpPr>
          <p:spPr bwMode="auto">
            <a:xfrm flipH="1">
              <a:off x="7771164" y="3503547"/>
              <a:ext cx="516444" cy="516444"/>
            </a:xfrm>
            <a:prstGeom prst="ellipse">
              <a:avLst/>
            </a:prstGeom>
            <a:solidFill>
              <a:schemeClr val="bg1"/>
            </a:solidFill>
            <a:ln w="76200" cap="flat" cmpd="sng">
              <a:solidFill>
                <a:schemeClr val="accent4"/>
              </a:solidFill>
              <a:bevel/>
              <a:headEnd/>
              <a:tailEnd/>
            </a:ln>
          </p:spPr>
          <p:txBody>
            <a:bodyPr anchor="ctr"/>
            <a:lstStyle/>
            <a:p>
              <a:pPr algn="just">
                <a:lnSpc>
                  <a:spcPct val="120000"/>
                </a:lnSpc>
              </a:pPr>
              <a:endParaRPr lang="en-US" altLang="en-US" sz="80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39" name="椭圆 11"/>
            <p:cNvSpPr>
              <a:spLocks noChangeArrowheads="1"/>
            </p:cNvSpPr>
            <p:nvPr/>
          </p:nvSpPr>
          <p:spPr bwMode="auto">
            <a:xfrm flipH="1">
              <a:off x="5881907" y="5241328"/>
              <a:ext cx="515252" cy="516445"/>
            </a:xfrm>
            <a:prstGeom prst="ellipse">
              <a:avLst/>
            </a:prstGeom>
            <a:solidFill>
              <a:schemeClr val="bg1"/>
            </a:solidFill>
            <a:ln w="76200" cap="flat" cmpd="sng">
              <a:solidFill>
                <a:schemeClr val="accent4"/>
              </a:solidFill>
              <a:bevel/>
              <a:headEnd/>
              <a:tailEnd/>
            </a:ln>
          </p:spPr>
          <p:txBody>
            <a:bodyPr anchor="ctr"/>
            <a:lstStyle/>
            <a:p>
              <a:pPr algn="just">
                <a:lnSpc>
                  <a:spcPct val="120000"/>
                </a:lnSpc>
              </a:pPr>
              <a:endParaRPr lang="en-US" altLang="en-US" sz="80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椭圆 44"/>
            <p:cNvSpPr>
              <a:spLocks noChangeArrowheads="1"/>
            </p:cNvSpPr>
            <p:nvPr/>
          </p:nvSpPr>
          <p:spPr bwMode="auto">
            <a:xfrm flipH="1">
              <a:off x="4010541" y="3503547"/>
              <a:ext cx="515252" cy="515252"/>
            </a:xfrm>
            <a:prstGeom prst="ellipse">
              <a:avLst/>
            </a:prstGeom>
            <a:solidFill>
              <a:schemeClr val="bg1"/>
            </a:solidFill>
            <a:ln w="76200" cap="flat" cmpd="sng">
              <a:solidFill>
                <a:schemeClr val="accent1"/>
              </a:solidFill>
              <a:bevel/>
              <a:headEnd/>
              <a:tailEnd/>
            </a:ln>
          </p:spPr>
          <p:txBody>
            <a:bodyPr anchor="ctr"/>
            <a:lstStyle/>
            <a:p>
              <a:pPr algn="just">
                <a:lnSpc>
                  <a:spcPct val="120000"/>
                </a:lnSpc>
              </a:pPr>
              <a:endParaRPr lang="en-US" altLang="en-US" sz="80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46" name="左弧形箭头 1"/>
            <p:cNvSpPr>
              <a:spLocks noChangeArrowheads="1"/>
            </p:cNvSpPr>
            <p:nvPr/>
          </p:nvSpPr>
          <p:spPr bwMode="auto">
            <a:xfrm>
              <a:off x="3898426" y="1805124"/>
              <a:ext cx="1892835" cy="4166144"/>
            </a:xfrm>
            <a:prstGeom prst="curvedRightArrow">
              <a:avLst>
                <a:gd name="adj1" fmla="val 24996"/>
                <a:gd name="adj2" fmla="val 50022"/>
                <a:gd name="adj3" fmla="val 25000"/>
              </a:avLst>
            </a:prstGeom>
            <a:solidFill>
              <a:schemeClr val="accent1"/>
            </a:solidFill>
            <a:ln>
              <a:noFill/>
            </a:ln>
            <a:extLst>
              <a:ext uri="{91240B29-F687-4F45-9708-019B960494DF}">
                <a14:hiddenLine xmlns:a14="http://schemas.microsoft.com/office/drawing/2010/main" w="25400" cap="flat" cmpd="sng">
                  <a:solidFill>
                    <a:srgbClr val="395E8A"/>
                  </a:solidFill>
                  <a:bevel/>
                  <a:headEnd/>
                  <a:tailEnd/>
                </a14:hiddenLine>
              </a:ext>
            </a:extLst>
          </p:spPr>
          <p:txBody>
            <a:bodyPr anchor="ctr"/>
            <a:lstStyle/>
            <a:p>
              <a:pPr algn="just">
                <a:lnSpc>
                  <a:spcPct val="120000"/>
                </a:lnSpc>
              </a:pPr>
              <a:endParaRPr lang="en-US" alt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左弧形箭头 39"/>
            <p:cNvSpPr>
              <a:spLocks noChangeArrowheads="1"/>
            </p:cNvSpPr>
            <p:nvPr/>
          </p:nvSpPr>
          <p:spPr bwMode="auto">
            <a:xfrm flipH="1">
              <a:off x="6498539" y="1805124"/>
              <a:ext cx="1894027" cy="4166144"/>
            </a:xfrm>
            <a:prstGeom prst="curvedRightArrow">
              <a:avLst>
                <a:gd name="adj1" fmla="val 24980"/>
                <a:gd name="adj2" fmla="val 49990"/>
                <a:gd name="adj3" fmla="val 25000"/>
              </a:avLst>
            </a:prstGeom>
            <a:solidFill>
              <a:schemeClr val="accent4"/>
            </a:solidFill>
            <a:ln>
              <a:noFill/>
            </a:ln>
            <a:extLst>
              <a:ext uri="{91240B29-F687-4F45-9708-019B960494DF}">
                <a14:hiddenLine xmlns:a14="http://schemas.microsoft.com/office/drawing/2010/main" w="25400" cap="flat" cmpd="sng">
                  <a:solidFill>
                    <a:srgbClr val="395E8A"/>
                  </a:solidFill>
                  <a:bevel/>
                  <a:headEnd/>
                  <a:tailEnd/>
                </a14:hiddenLine>
              </a:ext>
            </a:extLst>
          </p:spPr>
          <p:txBody>
            <a:bodyPr anchor="ctr"/>
            <a:lstStyle/>
            <a:p>
              <a:pPr algn="just">
                <a:lnSpc>
                  <a:spcPct val="120000"/>
                </a:lnSpc>
              </a:pPr>
              <a:endParaRPr lang="en-US" alt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TextBox 52"/>
            <p:cNvSpPr txBox="1"/>
            <p:nvPr/>
          </p:nvSpPr>
          <p:spPr>
            <a:xfrm>
              <a:off x="5169266" y="3278560"/>
              <a:ext cx="1853468" cy="451164"/>
            </a:xfrm>
            <a:prstGeom prst="rect">
              <a:avLst/>
            </a:prstGeom>
            <a:noFill/>
          </p:spPr>
          <p:txBody>
            <a:bodyPr wrap="none" rtlCol="0">
              <a:spAutoFit/>
            </a:bodyPr>
            <a:lstStyle/>
            <a:p>
              <a:pPr algn="ctr">
                <a:lnSpc>
                  <a:spcPct val="120000"/>
                </a:lnSpc>
              </a:pPr>
              <a:r>
                <a:rPr lang="zh-CN" altLang="en-US" sz="14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Rectangle 68"/>
            <p:cNvSpPr/>
            <p:nvPr/>
          </p:nvSpPr>
          <p:spPr>
            <a:xfrm>
              <a:off x="4872491" y="3651941"/>
              <a:ext cx="2447020" cy="688619"/>
            </a:xfrm>
            <a:prstGeom prst="rect">
              <a:avLst/>
            </a:prstGeom>
          </p:spPr>
          <p:txBody>
            <a:bodyPr wrap="square">
              <a:spAutoFit/>
            </a:bodyPr>
            <a:lstStyle/>
            <a:p>
              <a:pPr algn="just">
                <a:lnSpc>
                  <a:spcPct val="120000"/>
                </a:lnSpc>
              </a:pPr>
              <a:r>
                <a:rPr lang="zh-CN" altLang="en-US" sz="8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r>
                <a:rPr lang="zh-CN" altLang="en-US"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，点击添加相关标题文字，修改文字内容，也可以直接复制你的内容到此。</a:t>
              </a:r>
              <a:endParaRPr lang="en-GB" sz="80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70" name="Group 69"/>
            <p:cNvGrpSpPr/>
            <p:nvPr/>
          </p:nvGrpSpPr>
          <p:grpSpPr>
            <a:xfrm>
              <a:off x="5981606" y="5340706"/>
              <a:ext cx="317153" cy="317695"/>
              <a:chOff x="9145588" y="4435471"/>
              <a:chExt cx="464344" cy="465137"/>
            </a:xfrm>
          </p:grpSpPr>
          <p:sp>
            <p:nvSpPr>
              <p:cNvPr id="71" name="AutoShape 7"/>
              <p:cNvSpPr>
                <a:spLocks/>
              </p:cNvSpPr>
              <p:nvPr/>
            </p:nvSpPr>
            <p:spPr bwMode="auto">
              <a:xfrm>
                <a:off x="9145588" y="4435471"/>
                <a:ext cx="464344" cy="465137"/>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2"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3"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4"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5"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6"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7"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8"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9"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0" name="Group 79"/>
            <p:cNvGrpSpPr/>
            <p:nvPr/>
          </p:nvGrpSpPr>
          <p:grpSpPr>
            <a:xfrm>
              <a:off x="7864358" y="3622124"/>
              <a:ext cx="317153" cy="317695"/>
              <a:chOff x="7287419" y="3505994"/>
              <a:chExt cx="464344" cy="465138"/>
            </a:xfrm>
          </p:grpSpPr>
          <p:sp>
            <p:nvSpPr>
              <p:cNvPr id="81" name="AutoShape 37"/>
              <p:cNvSpPr>
                <a:spLocks/>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2" name="AutoShape 38"/>
              <p:cNvSpPr>
                <a:spLocks/>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3" name="AutoShape 39"/>
              <p:cNvSpPr>
                <a:spLocks/>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4" name="AutoShape 40"/>
              <p:cNvSpPr>
                <a:spLocks/>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5" name="AutoShape 41"/>
              <p:cNvSpPr>
                <a:spLocks/>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6" name="AutoShape 42"/>
              <p:cNvSpPr>
                <a:spLocks/>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7" name="Group 86"/>
            <p:cNvGrpSpPr/>
            <p:nvPr/>
          </p:nvGrpSpPr>
          <p:grpSpPr>
            <a:xfrm>
              <a:off x="4146264" y="3609536"/>
              <a:ext cx="238000" cy="317695"/>
              <a:chOff x="2639220" y="3510754"/>
              <a:chExt cx="348456" cy="465137"/>
            </a:xfrm>
          </p:grpSpPr>
          <p:sp>
            <p:nvSpPr>
              <p:cNvPr id="88" name="AutoShape 115"/>
              <p:cNvSpPr>
                <a:spLocks/>
              </p:cNvSpPr>
              <p:nvPr/>
            </p:nvSpPr>
            <p:spPr bwMode="auto">
              <a:xfrm>
                <a:off x="2639220" y="3510754"/>
                <a:ext cx="348456" cy="4651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srgbClr val="FFFFFF"/>
                  </a:solidFill>
                  <a:effectLst>
                    <a:outerShdw blurRad="38100" dist="38100" dir="2700000" algn="tl">
                      <a:srgbClr val="000000"/>
                    </a:outerShdw>
                  </a:effectLst>
                  <a:latin typeface="Arial" panose="020B0604020202020204" pitchFamily="34" charset="0"/>
                  <a:ea typeface="微软雅黑" panose="020B0503020204020204" pitchFamily="34" charset="-122"/>
                  <a:sym typeface="Arial" panose="020B0604020202020204" pitchFamily="34" charset="0"/>
                </a:endParaRPr>
              </a:p>
            </p:txBody>
          </p:sp>
          <p:sp>
            <p:nvSpPr>
              <p:cNvPr id="89"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srgbClr val="FFFFFF"/>
                  </a:solidFill>
                  <a:effectLst>
                    <a:outerShdw blurRad="38100" dist="38100" dir="2700000" algn="tl">
                      <a:srgbClr val="000000"/>
                    </a:outerShdw>
                  </a:effectLst>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0" name="Group 89"/>
            <p:cNvGrpSpPr/>
            <p:nvPr/>
          </p:nvGrpSpPr>
          <p:grpSpPr>
            <a:xfrm>
              <a:off x="5992775" y="1913195"/>
              <a:ext cx="317153" cy="317153"/>
              <a:chOff x="4439444" y="1652588"/>
              <a:chExt cx="464344" cy="464344"/>
            </a:xfrm>
          </p:grpSpPr>
          <p:sp>
            <p:nvSpPr>
              <p:cNvPr id="91"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2"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3"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p>
                <a:pPr algn="just" defTabSz="209348" hangingPunct="0">
                  <a:lnSpc>
                    <a:spcPct val="120000"/>
                  </a:lnSpc>
                </a:pPr>
                <a:endParaRPr lang="en-US" sz="80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98" name="Group 97"/>
          <p:cNvGrpSpPr/>
          <p:nvPr/>
        </p:nvGrpSpPr>
        <p:grpSpPr>
          <a:xfrm>
            <a:off x="2372805" y="2072139"/>
            <a:ext cx="2097240" cy="897466"/>
            <a:chOff x="773723" y="1924636"/>
            <a:chExt cx="2945744" cy="980021"/>
          </a:xfrm>
        </p:grpSpPr>
        <p:sp>
          <p:nvSpPr>
            <p:cNvPr id="96" name="TextBox 95"/>
            <p:cNvSpPr txBox="1"/>
            <p:nvPr/>
          </p:nvSpPr>
          <p:spPr>
            <a:xfrm>
              <a:off x="1954472" y="1924636"/>
              <a:ext cx="1764995" cy="282278"/>
            </a:xfrm>
            <a:prstGeom prst="rect">
              <a:avLst/>
            </a:prstGeom>
            <a:noFill/>
          </p:spPr>
          <p:txBody>
            <a:bodyPr wrap="none" lIns="0" tIns="0" rIns="0" bIns="0" rtlCol="0">
              <a:spAutoFit/>
            </a:bodyPr>
            <a:lstStyle/>
            <a:p>
              <a:pPr algn="r">
                <a:lnSpc>
                  <a:spcPct val="120000"/>
                </a:lnSpc>
              </a:pPr>
              <a:r>
                <a:rPr lang="zh-CN" altLang="en-US" sz="14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7" name="Rectangle 96"/>
            <p:cNvSpPr/>
            <p:nvPr/>
          </p:nvSpPr>
          <p:spPr>
            <a:xfrm>
              <a:off x="773723" y="2259448"/>
              <a:ext cx="2945200" cy="645209"/>
            </a:xfrm>
            <a:prstGeom prst="rect">
              <a:avLst/>
            </a:prstGeom>
          </p:spPr>
          <p:txBody>
            <a:bodyPr wrap="square" lIns="0" tIns="0" rIns="0" bIns="0">
              <a:spAutoFit/>
            </a:bodyPr>
            <a:lstStyle/>
            <a:p>
              <a:pPr algn="r">
                <a:lnSpc>
                  <a:spcPct val="120000"/>
                </a:lnSpc>
              </a:pPr>
              <a:r>
                <a:rPr lang="zh-CN" altLang="en-US" sz="8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r>
                <a:rPr lang="zh-CN" altLang="en-US"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，点击添加相关标题文字，修改文字内容，也可以直接复制你的内容到此。，点击添加相关标题文字，修改文字内容，也可以直接复制你的内容到此。</a:t>
              </a:r>
              <a:endParaRPr lang="en-GB" altLang="zh-CN"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9" name="Group 98"/>
          <p:cNvGrpSpPr/>
          <p:nvPr/>
        </p:nvGrpSpPr>
        <p:grpSpPr>
          <a:xfrm>
            <a:off x="2390197" y="5081253"/>
            <a:ext cx="2157996" cy="897467"/>
            <a:chOff x="773723" y="1924636"/>
            <a:chExt cx="3031080" cy="980022"/>
          </a:xfrm>
        </p:grpSpPr>
        <p:sp>
          <p:nvSpPr>
            <p:cNvPr id="100" name="TextBox 99"/>
            <p:cNvSpPr txBox="1"/>
            <p:nvPr/>
          </p:nvSpPr>
          <p:spPr>
            <a:xfrm>
              <a:off x="2039808" y="1924636"/>
              <a:ext cx="1764995" cy="282278"/>
            </a:xfrm>
            <a:prstGeom prst="rect">
              <a:avLst/>
            </a:prstGeom>
            <a:noFill/>
          </p:spPr>
          <p:txBody>
            <a:bodyPr wrap="none" lIns="0" tIns="0" rIns="0" bIns="0" rtlCol="0">
              <a:spAutoFit/>
            </a:bodyPr>
            <a:lstStyle/>
            <a:p>
              <a:pPr algn="r">
                <a:lnSpc>
                  <a:spcPct val="120000"/>
                </a:lnSpc>
              </a:pPr>
              <a:r>
                <a:rPr lang="zh-CN" altLang="en-US" sz="14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1" name="Rectangle 100"/>
            <p:cNvSpPr/>
            <p:nvPr/>
          </p:nvSpPr>
          <p:spPr>
            <a:xfrm>
              <a:off x="773723" y="2259449"/>
              <a:ext cx="2945199" cy="645209"/>
            </a:xfrm>
            <a:prstGeom prst="rect">
              <a:avLst/>
            </a:prstGeom>
          </p:spPr>
          <p:txBody>
            <a:bodyPr wrap="square" lIns="0" tIns="0" rIns="0" bIns="0">
              <a:spAutoFit/>
            </a:bodyPr>
            <a:lstStyle/>
            <a:p>
              <a:pPr algn="r">
                <a:lnSpc>
                  <a:spcPct val="120000"/>
                </a:lnSpc>
              </a:pPr>
              <a:r>
                <a:rPr lang="zh-CN" altLang="en-US" sz="8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r>
                <a:rPr lang="zh-CN" altLang="en-US"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，点击添加相关标题文字，修改文字内容，也可以直接复制你的内容到此。，点击添加相关标题文字，修改文字内容，也可以直接复制你的内容到此。</a:t>
              </a:r>
              <a:endParaRPr lang="en-GB" altLang="zh-CN"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2" name="Group 101"/>
          <p:cNvGrpSpPr/>
          <p:nvPr/>
        </p:nvGrpSpPr>
        <p:grpSpPr>
          <a:xfrm>
            <a:off x="8305401" y="2043200"/>
            <a:ext cx="2271819" cy="897466"/>
            <a:chOff x="773723" y="1924636"/>
            <a:chExt cx="2945200" cy="980020"/>
          </a:xfrm>
        </p:grpSpPr>
        <p:sp>
          <p:nvSpPr>
            <p:cNvPr id="103" name="TextBox 102"/>
            <p:cNvSpPr txBox="1"/>
            <p:nvPr/>
          </p:nvSpPr>
          <p:spPr>
            <a:xfrm>
              <a:off x="776761" y="1924636"/>
              <a:ext cx="1629062" cy="282278"/>
            </a:xfrm>
            <a:prstGeom prst="rect">
              <a:avLst/>
            </a:prstGeom>
            <a:noFill/>
          </p:spPr>
          <p:txBody>
            <a:bodyPr wrap="none" lIns="0" tIns="0" rIns="0" bIns="0" rtlCol="0">
              <a:spAutoFit/>
            </a:bodyPr>
            <a:lstStyle/>
            <a:p>
              <a:pPr>
                <a:lnSpc>
                  <a:spcPct val="120000"/>
                </a:lnSpc>
              </a:pPr>
              <a:r>
                <a:rPr lang="zh-CN" altLang="en-US" sz="14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4" name="Rectangle 103"/>
            <p:cNvSpPr/>
            <p:nvPr/>
          </p:nvSpPr>
          <p:spPr>
            <a:xfrm>
              <a:off x="773723" y="2259448"/>
              <a:ext cx="2945200" cy="645208"/>
            </a:xfrm>
            <a:prstGeom prst="rect">
              <a:avLst/>
            </a:prstGeom>
          </p:spPr>
          <p:txBody>
            <a:bodyPr wrap="square" lIns="0" tIns="0" rIns="0" bIns="0">
              <a:spAutoFit/>
            </a:bodyPr>
            <a:lstStyle/>
            <a:p>
              <a:pPr>
                <a:lnSpc>
                  <a:spcPct val="120000"/>
                </a:lnSpc>
              </a:pPr>
              <a:r>
                <a:rPr lang="zh-CN" altLang="en-US" sz="8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r>
                <a:rPr lang="zh-CN" altLang="en-US"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，点击添加相关标题文字，修改文字内容，也可以直接复制你的内容到此。，点击添加相关标题文字，修改文字内容，也可以直接复制你的内容到此。</a:t>
              </a:r>
              <a:endParaRPr lang="en-GB" altLang="zh-CN"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8" name="Group 107"/>
          <p:cNvGrpSpPr/>
          <p:nvPr/>
        </p:nvGrpSpPr>
        <p:grpSpPr>
          <a:xfrm>
            <a:off x="7920074" y="5158916"/>
            <a:ext cx="2288820" cy="873036"/>
            <a:chOff x="751684" y="1951314"/>
            <a:chExt cx="2967239" cy="953342"/>
          </a:xfrm>
        </p:grpSpPr>
        <p:sp>
          <p:nvSpPr>
            <p:cNvPr id="109" name="TextBox 108"/>
            <p:cNvSpPr txBox="1"/>
            <p:nvPr/>
          </p:nvSpPr>
          <p:spPr>
            <a:xfrm>
              <a:off x="751684" y="1951314"/>
              <a:ext cx="1629061" cy="282278"/>
            </a:xfrm>
            <a:prstGeom prst="rect">
              <a:avLst/>
            </a:prstGeom>
            <a:noFill/>
          </p:spPr>
          <p:txBody>
            <a:bodyPr wrap="none" lIns="0" tIns="0" rIns="0" bIns="0" rtlCol="0">
              <a:spAutoFit/>
            </a:bodyPr>
            <a:lstStyle/>
            <a:p>
              <a:pPr>
                <a:lnSpc>
                  <a:spcPct val="120000"/>
                </a:lnSpc>
              </a:pPr>
              <a:r>
                <a:rPr lang="zh-CN" altLang="en-US" sz="140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GB" sz="140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10" name="Rectangle 109"/>
            <p:cNvSpPr/>
            <p:nvPr/>
          </p:nvSpPr>
          <p:spPr>
            <a:xfrm>
              <a:off x="773723" y="2259448"/>
              <a:ext cx="2945200" cy="645208"/>
            </a:xfrm>
            <a:prstGeom prst="rect">
              <a:avLst/>
            </a:prstGeom>
          </p:spPr>
          <p:txBody>
            <a:bodyPr wrap="square" lIns="0" tIns="0" rIns="0" bIns="0">
              <a:spAutoFit/>
            </a:bodyPr>
            <a:lstStyle/>
            <a:p>
              <a:pPr>
                <a:lnSpc>
                  <a:spcPct val="120000"/>
                </a:lnSpc>
              </a:pPr>
              <a:r>
                <a:rPr lang="zh-CN" altLang="en-US"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请替换文字内容，点击添加相关标题文字，修改文字内容，也可以直接复制你的内容到此。，点击添加相关标题文字，修改文字内容，也可以直接复制你的内容到此。</a:t>
              </a:r>
              <a:endParaRPr lang="en-GB" altLang="zh-CN" sz="8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57"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4165818361"/>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wipe(right)">
                                      <p:cBhvr>
                                        <p:cTn id="11" dur="500"/>
                                        <p:tgtEl>
                                          <p:spTgt spid="5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98"/>
                                        </p:tgtEl>
                                        <p:attrNameLst>
                                          <p:attrName>style.visibility</p:attrName>
                                        </p:attrNameLst>
                                      </p:cBhvr>
                                      <p:to>
                                        <p:strVal val="visible"/>
                                      </p:to>
                                    </p:set>
                                    <p:animEffect transition="in" filter="fade">
                                      <p:cBhvr>
                                        <p:cTn id="15" dur="500"/>
                                        <p:tgtEl>
                                          <p:spTgt spid="98"/>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up)">
                                      <p:cBhvr>
                                        <p:cTn id="19" dur="500"/>
                                        <p:tgtEl>
                                          <p:spTgt spid="49"/>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99"/>
                                        </p:tgtEl>
                                        <p:attrNameLst>
                                          <p:attrName>style.visibility</p:attrName>
                                        </p:attrNameLst>
                                      </p:cBhvr>
                                      <p:to>
                                        <p:strVal val="visible"/>
                                      </p:to>
                                    </p:set>
                                    <p:animEffect transition="in" filter="fade">
                                      <p:cBhvr>
                                        <p:cTn id="23" dur="500"/>
                                        <p:tgtEl>
                                          <p:spTgt spid="99"/>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wipe(down)">
                                      <p:cBhvr>
                                        <p:cTn id="27" dur="500"/>
                                        <p:tgtEl>
                                          <p:spTgt spid="48"/>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102"/>
                                        </p:tgtEl>
                                        <p:attrNameLst>
                                          <p:attrName>style.visibility</p:attrName>
                                        </p:attrNameLst>
                                      </p:cBhvr>
                                      <p:to>
                                        <p:strVal val="visible"/>
                                      </p:to>
                                    </p:set>
                                    <p:animEffect transition="in" filter="fade">
                                      <p:cBhvr>
                                        <p:cTn id="31" dur="500"/>
                                        <p:tgtEl>
                                          <p:spTgt spid="102"/>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wipe(left)">
                                      <p:cBhvr>
                                        <p:cTn id="35" dur="500"/>
                                        <p:tgtEl>
                                          <p:spTgt spid="50"/>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0" grpId="0" animBg="1"/>
      <p:bldP spid="49" grpId="0" animBg="1"/>
      <p:bldP spid="5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1941666" y="1205443"/>
            <a:ext cx="8907663" cy="3957867"/>
            <a:chOff x="1447800" y="2628900"/>
            <a:chExt cx="5745163" cy="2552700"/>
          </a:xfrm>
        </p:grpSpPr>
        <p:sp>
          <p:nvSpPr>
            <p:cNvPr id="6184" name="Freeform 40"/>
            <p:cNvSpPr>
              <a:spLocks/>
            </p:cNvSpPr>
            <p:nvPr/>
          </p:nvSpPr>
          <p:spPr bwMode="auto">
            <a:xfrm>
              <a:off x="1447800" y="2713037"/>
              <a:ext cx="5745163" cy="2468563"/>
            </a:xfrm>
            <a:custGeom>
              <a:avLst/>
              <a:gdLst/>
              <a:ahLst/>
              <a:cxnLst>
                <a:cxn ang="0">
                  <a:pos x="1532" y="272"/>
                </a:cxn>
                <a:cxn ang="0">
                  <a:pos x="984" y="0"/>
                </a:cxn>
                <a:cxn ang="0">
                  <a:pos x="984" y="162"/>
                </a:cxn>
                <a:cxn ang="0">
                  <a:pos x="0" y="658"/>
                </a:cxn>
                <a:cxn ang="0">
                  <a:pos x="984" y="388"/>
                </a:cxn>
                <a:cxn ang="0">
                  <a:pos x="984" y="385"/>
                </a:cxn>
                <a:cxn ang="0">
                  <a:pos x="984" y="533"/>
                </a:cxn>
                <a:cxn ang="0">
                  <a:pos x="1532" y="272"/>
                </a:cxn>
              </a:cxnLst>
              <a:rect l="0" t="0" r="r" b="b"/>
              <a:pathLst>
                <a:path w="1532" h="658">
                  <a:moveTo>
                    <a:pt x="1532" y="272"/>
                  </a:moveTo>
                  <a:cubicBezTo>
                    <a:pt x="984" y="0"/>
                    <a:pt x="984" y="0"/>
                    <a:pt x="984" y="0"/>
                  </a:cubicBezTo>
                  <a:cubicBezTo>
                    <a:pt x="984" y="162"/>
                    <a:pt x="984" y="162"/>
                    <a:pt x="984" y="162"/>
                  </a:cubicBezTo>
                  <a:cubicBezTo>
                    <a:pt x="914" y="167"/>
                    <a:pt x="243" y="222"/>
                    <a:pt x="0" y="658"/>
                  </a:cubicBezTo>
                  <a:cubicBezTo>
                    <a:pt x="0" y="658"/>
                    <a:pt x="302" y="350"/>
                    <a:pt x="984" y="388"/>
                  </a:cubicBezTo>
                  <a:cubicBezTo>
                    <a:pt x="984" y="385"/>
                    <a:pt x="984" y="385"/>
                    <a:pt x="984" y="385"/>
                  </a:cubicBezTo>
                  <a:cubicBezTo>
                    <a:pt x="984" y="533"/>
                    <a:pt x="984" y="533"/>
                    <a:pt x="984" y="533"/>
                  </a:cubicBezTo>
                  <a:lnTo>
                    <a:pt x="1532" y="272"/>
                  </a:lnTo>
                  <a:close/>
                </a:path>
              </a:pathLst>
            </a:custGeom>
            <a:solidFill>
              <a:srgbClr val="2B2939"/>
            </a:solidFill>
            <a:ln w="9525">
              <a:noFill/>
              <a:round/>
              <a:headEnd/>
              <a:tailEnd/>
            </a:ln>
          </p:spPr>
          <p:txBody>
            <a:bodyPr vert="horz" wrap="square" lIns="96435" tIns="48218" rIns="96435" bIns="48218" numCol="1" anchor="t" anchorCtr="0" compatLnSpc="1">
              <a:prstTxWarp prst="textNoShape">
                <a:avLst/>
              </a:prstTxWarp>
            </a:bodyPr>
            <a:lstStyle/>
            <a:p>
              <a:endParaRPr lang="en-US">
                <a:solidFill>
                  <a:prstClr val="black"/>
                </a:solidFill>
              </a:endParaRPr>
            </a:p>
          </p:txBody>
        </p:sp>
        <p:sp>
          <p:nvSpPr>
            <p:cNvPr id="6" name="Freeform 40"/>
            <p:cNvSpPr>
              <a:spLocks/>
            </p:cNvSpPr>
            <p:nvPr/>
          </p:nvSpPr>
          <p:spPr bwMode="auto">
            <a:xfrm>
              <a:off x="1447800" y="2628900"/>
              <a:ext cx="5745163" cy="2468563"/>
            </a:xfrm>
            <a:custGeom>
              <a:avLst/>
              <a:gdLst/>
              <a:ahLst/>
              <a:cxnLst>
                <a:cxn ang="0">
                  <a:pos x="1532" y="272"/>
                </a:cxn>
                <a:cxn ang="0">
                  <a:pos x="984" y="0"/>
                </a:cxn>
                <a:cxn ang="0">
                  <a:pos x="984" y="162"/>
                </a:cxn>
                <a:cxn ang="0">
                  <a:pos x="0" y="658"/>
                </a:cxn>
                <a:cxn ang="0">
                  <a:pos x="984" y="388"/>
                </a:cxn>
                <a:cxn ang="0">
                  <a:pos x="984" y="385"/>
                </a:cxn>
                <a:cxn ang="0">
                  <a:pos x="984" y="533"/>
                </a:cxn>
                <a:cxn ang="0">
                  <a:pos x="1532" y="272"/>
                </a:cxn>
              </a:cxnLst>
              <a:rect l="0" t="0" r="r" b="b"/>
              <a:pathLst>
                <a:path w="1532" h="658">
                  <a:moveTo>
                    <a:pt x="1532" y="272"/>
                  </a:moveTo>
                  <a:cubicBezTo>
                    <a:pt x="984" y="0"/>
                    <a:pt x="984" y="0"/>
                    <a:pt x="984" y="0"/>
                  </a:cubicBezTo>
                  <a:cubicBezTo>
                    <a:pt x="984" y="162"/>
                    <a:pt x="984" y="162"/>
                    <a:pt x="984" y="162"/>
                  </a:cubicBezTo>
                  <a:cubicBezTo>
                    <a:pt x="914" y="167"/>
                    <a:pt x="243" y="222"/>
                    <a:pt x="0" y="658"/>
                  </a:cubicBezTo>
                  <a:cubicBezTo>
                    <a:pt x="0" y="658"/>
                    <a:pt x="302" y="350"/>
                    <a:pt x="984" y="388"/>
                  </a:cubicBezTo>
                  <a:cubicBezTo>
                    <a:pt x="984" y="385"/>
                    <a:pt x="984" y="385"/>
                    <a:pt x="984" y="385"/>
                  </a:cubicBezTo>
                  <a:cubicBezTo>
                    <a:pt x="984" y="533"/>
                    <a:pt x="984" y="533"/>
                    <a:pt x="984" y="533"/>
                  </a:cubicBezTo>
                  <a:lnTo>
                    <a:pt x="1532" y="272"/>
                  </a:lnTo>
                  <a:close/>
                </a:path>
              </a:pathLst>
            </a:custGeom>
            <a:solidFill>
              <a:schemeClr val="accent1"/>
            </a:solidFill>
            <a:ln w="9525">
              <a:noFill/>
              <a:round/>
              <a:headEnd/>
              <a:tailEnd/>
            </a:ln>
          </p:spPr>
          <p:txBody>
            <a:bodyPr vert="horz" wrap="square" lIns="96435" tIns="48218" rIns="96435" bIns="48218" numCol="1" anchor="t" anchorCtr="0" compatLnSpc="1">
              <a:prstTxWarp prst="textNoShape">
                <a:avLst/>
              </a:prstTxWarp>
            </a:bodyPr>
            <a:lstStyle/>
            <a:p>
              <a:endParaRPr lang="en-US">
                <a:solidFill>
                  <a:prstClr val="black"/>
                </a:solidFill>
              </a:endParaRPr>
            </a:p>
          </p:txBody>
        </p:sp>
      </p:grpSp>
      <p:cxnSp>
        <p:nvCxnSpPr>
          <p:cNvPr id="27" name="Straight Connector 26"/>
          <p:cNvCxnSpPr/>
          <p:nvPr/>
        </p:nvCxnSpPr>
        <p:spPr>
          <a:xfrm rot="5400000">
            <a:off x="3024002" y="5514897"/>
            <a:ext cx="2310430" cy="1675"/>
          </a:xfrm>
          <a:prstGeom prst="line">
            <a:avLst/>
          </a:prstGeom>
          <a:ln>
            <a:solidFill>
              <a:schemeClr val="tx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5400000">
            <a:off x="5007541" y="5343288"/>
            <a:ext cx="2812697" cy="1675"/>
          </a:xfrm>
          <a:prstGeom prst="line">
            <a:avLst/>
          </a:prstGeom>
          <a:ln>
            <a:solidFill>
              <a:schemeClr val="tx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3175273" y="3544317"/>
            <a:ext cx="539560" cy="539560"/>
            <a:chOff x="3237545" y="4561747"/>
            <a:chExt cx="1146960" cy="1146960"/>
          </a:xfrm>
        </p:grpSpPr>
        <p:sp>
          <p:nvSpPr>
            <p:cNvPr id="25" name="圆角矩形 24"/>
            <p:cNvSpPr/>
            <p:nvPr/>
          </p:nvSpPr>
          <p:spPr>
            <a:xfrm>
              <a:off x="3237545" y="4561747"/>
              <a:ext cx="1146960" cy="1146960"/>
            </a:xfrm>
            <a:prstGeom prst="roundRect">
              <a:avLst>
                <a:gd name="adj" fmla="val 50000"/>
              </a:avLst>
            </a:prstGeom>
            <a:solidFill>
              <a:schemeClr val="accent4"/>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4">
                <a:solidFill>
                  <a:srgbClr val="FFFFFF"/>
                </a:solidFill>
                <a:cs typeface="+mn-ea"/>
                <a:sym typeface="+mn-lt"/>
              </a:endParaRPr>
            </a:p>
          </p:txBody>
        </p:sp>
        <p:sp>
          <p:nvSpPr>
            <p:cNvPr id="26" name="圆角矩形 25"/>
            <p:cNvSpPr/>
            <p:nvPr/>
          </p:nvSpPr>
          <p:spPr>
            <a:xfrm>
              <a:off x="3351015" y="4675219"/>
              <a:ext cx="920024" cy="920024"/>
            </a:xfrm>
            <a:prstGeom prst="roundRect">
              <a:avLst>
                <a:gd name="adj" fmla="val 50000"/>
              </a:avLst>
            </a:prstGeom>
            <a:solidFill>
              <a:schemeClr val="bg1">
                <a:lumMod val="95000"/>
              </a:schemeClr>
            </a:solidFill>
            <a:ln w="50800">
              <a:noFill/>
            </a:ln>
            <a:effectLst>
              <a:outerShdw blurRad="76200" dist="38100" dir="2700000" algn="tl" rotWithShape="0">
                <a:schemeClr val="tx1">
                  <a:lumMod val="65000"/>
                  <a:lumOff val="35000"/>
                  <a:alpha val="64000"/>
                </a:schemeClr>
              </a:outerShdw>
            </a:effectLst>
            <a:scene3d>
              <a:camera prst="orthographicFront"/>
              <a:lightRig rig="threePt" dir="t"/>
            </a:scene3d>
            <a:sp3d prstMaterial="softEdge">
              <a:bevelT w="31750" h="63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solidFill>
                    <a:srgbClr val="2B2939"/>
                  </a:solidFill>
                  <a:cs typeface="+mn-ea"/>
                  <a:sym typeface="+mn-lt"/>
                </a:rPr>
                <a:t>1</a:t>
              </a:r>
              <a:endParaRPr lang="zh-CN" altLang="en-US" sz="3200" b="1" dirty="0">
                <a:solidFill>
                  <a:srgbClr val="2B2939"/>
                </a:solidFill>
                <a:cs typeface="+mn-ea"/>
                <a:sym typeface="+mn-lt"/>
              </a:endParaRPr>
            </a:p>
          </p:txBody>
        </p:sp>
      </p:grpSp>
      <p:grpSp>
        <p:nvGrpSpPr>
          <p:cNvPr id="29" name="组合 28"/>
          <p:cNvGrpSpPr/>
          <p:nvPr/>
        </p:nvGrpSpPr>
        <p:grpSpPr>
          <a:xfrm>
            <a:off x="4558507" y="2827288"/>
            <a:ext cx="802042" cy="802042"/>
            <a:chOff x="3237545" y="4561747"/>
            <a:chExt cx="1146960" cy="1146960"/>
          </a:xfrm>
        </p:grpSpPr>
        <p:sp>
          <p:nvSpPr>
            <p:cNvPr id="30" name="圆角矩形 29"/>
            <p:cNvSpPr/>
            <p:nvPr/>
          </p:nvSpPr>
          <p:spPr>
            <a:xfrm>
              <a:off x="3237545" y="4561747"/>
              <a:ext cx="1146960" cy="1146960"/>
            </a:xfrm>
            <a:prstGeom prst="roundRect">
              <a:avLst>
                <a:gd name="adj" fmla="val 50000"/>
              </a:avLst>
            </a:prstGeom>
            <a:solidFill>
              <a:schemeClr val="accent3"/>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4">
                <a:solidFill>
                  <a:srgbClr val="FFFFFF"/>
                </a:solidFill>
                <a:cs typeface="+mn-ea"/>
                <a:sym typeface="+mn-lt"/>
              </a:endParaRPr>
            </a:p>
          </p:txBody>
        </p:sp>
        <p:sp>
          <p:nvSpPr>
            <p:cNvPr id="31" name="圆角矩形 30"/>
            <p:cNvSpPr/>
            <p:nvPr/>
          </p:nvSpPr>
          <p:spPr>
            <a:xfrm>
              <a:off x="3351015" y="4675219"/>
              <a:ext cx="920024" cy="920024"/>
            </a:xfrm>
            <a:prstGeom prst="roundRect">
              <a:avLst>
                <a:gd name="adj" fmla="val 50000"/>
              </a:avLst>
            </a:prstGeom>
            <a:solidFill>
              <a:schemeClr val="bg1">
                <a:lumMod val="95000"/>
              </a:schemeClr>
            </a:solidFill>
            <a:ln w="50800">
              <a:noFill/>
            </a:ln>
            <a:effectLst>
              <a:outerShdw blurRad="76200" dist="38100" dir="2700000" algn="tl" rotWithShape="0">
                <a:schemeClr val="tx1">
                  <a:lumMod val="65000"/>
                  <a:lumOff val="35000"/>
                  <a:alpha val="64000"/>
                </a:schemeClr>
              </a:outerShdw>
            </a:effectLst>
            <a:scene3d>
              <a:camera prst="orthographicFront"/>
              <a:lightRig rig="threePt" dir="t"/>
            </a:scene3d>
            <a:sp3d prstMaterial="softEdge">
              <a:bevelT w="31750" h="63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solidFill>
                    <a:srgbClr val="2B2939"/>
                  </a:solidFill>
                  <a:cs typeface="+mn-ea"/>
                  <a:sym typeface="+mn-lt"/>
                </a:rPr>
                <a:t>2</a:t>
              </a:r>
              <a:endParaRPr lang="zh-CN" altLang="en-US" sz="3200" b="1" dirty="0">
                <a:solidFill>
                  <a:srgbClr val="2B2939"/>
                </a:solidFill>
                <a:cs typeface="+mn-ea"/>
                <a:sym typeface="+mn-lt"/>
              </a:endParaRPr>
            </a:p>
          </p:txBody>
        </p:sp>
      </p:grpSp>
      <p:grpSp>
        <p:nvGrpSpPr>
          <p:cNvPr id="32" name="组合 31"/>
          <p:cNvGrpSpPr/>
          <p:nvPr/>
        </p:nvGrpSpPr>
        <p:grpSpPr>
          <a:xfrm>
            <a:off x="6572101" y="2284058"/>
            <a:ext cx="1141668" cy="1141668"/>
            <a:chOff x="3237545" y="4561747"/>
            <a:chExt cx="1146960" cy="1146960"/>
          </a:xfrm>
        </p:grpSpPr>
        <p:sp>
          <p:nvSpPr>
            <p:cNvPr id="33" name="圆角矩形 32"/>
            <p:cNvSpPr/>
            <p:nvPr/>
          </p:nvSpPr>
          <p:spPr>
            <a:xfrm>
              <a:off x="3237545" y="4561747"/>
              <a:ext cx="1146960" cy="1146960"/>
            </a:xfrm>
            <a:prstGeom prst="roundRect">
              <a:avLst>
                <a:gd name="adj" fmla="val 50000"/>
              </a:avLst>
            </a:prstGeom>
            <a:solidFill>
              <a:schemeClr val="accent2"/>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24">
                <a:solidFill>
                  <a:srgbClr val="FFFFFF"/>
                </a:solidFill>
                <a:cs typeface="+mn-ea"/>
                <a:sym typeface="+mn-lt"/>
              </a:endParaRPr>
            </a:p>
          </p:txBody>
        </p:sp>
        <p:sp>
          <p:nvSpPr>
            <p:cNvPr id="34" name="圆角矩形 33"/>
            <p:cNvSpPr/>
            <p:nvPr/>
          </p:nvSpPr>
          <p:spPr>
            <a:xfrm>
              <a:off x="3351015" y="4675219"/>
              <a:ext cx="920024" cy="920024"/>
            </a:xfrm>
            <a:prstGeom prst="roundRect">
              <a:avLst>
                <a:gd name="adj" fmla="val 50000"/>
              </a:avLst>
            </a:prstGeom>
            <a:solidFill>
              <a:schemeClr val="bg1">
                <a:lumMod val="95000"/>
              </a:schemeClr>
            </a:solidFill>
            <a:ln w="50800">
              <a:noFill/>
            </a:ln>
            <a:effectLst>
              <a:outerShdw blurRad="76200" dist="38100" dir="2700000" algn="tl" rotWithShape="0">
                <a:schemeClr val="tx1">
                  <a:lumMod val="65000"/>
                  <a:lumOff val="35000"/>
                  <a:alpha val="64000"/>
                </a:schemeClr>
              </a:outerShdw>
            </a:effectLst>
            <a:scene3d>
              <a:camera prst="orthographicFront"/>
              <a:lightRig rig="threePt" dir="t"/>
            </a:scene3d>
            <a:sp3d prstMaterial="softEdge">
              <a:bevelT w="31750" h="63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200" b="1" dirty="0">
                  <a:solidFill>
                    <a:srgbClr val="2B2939"/>
                  </a:solidFill>
                  <a:cs typeface="+mn-ea"/>
                  <a:sym typeface="+mn-lt"/>
                </a:rPr>
                <a:t>3</a:t>
              </a:r>
              <a:endParaRPr lang="zh-CN" altLang="en-US" sz="3200" b="1" dirty="0">
                <a:solidFill>
                  <a:srgbClr val="2B2939"/>
                </a:solidFill>
                <a:cs typeface="+mn-ea"/>
                <a:sym typeface="+mn-lt"/>
              </a:endParaRPr>
            </a:p>
          </p:txBody>
        </p:sp>
      </p:grpSp>
      <p:sp>
        <p:nvSpPr>
          <p:cNvPr id="35" name="TextBox 41"/>
          <p:cNvSpPr txBox="1"/>
          <p:nvPr/>
        </p:nvSpPr>
        <p:spPr>
          <a:xfrm>
            <a:off x="1677339" y="5614497"/>
            <a:ext cx="2303765"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6" name="TextBox 170"/>
          <p:cNvSpPr txBox="1"/>
          <p:nvPr/>
        </p:nvSpPr>
        <p:spPr>
          <a:xfrm>
            <a:off x="1677338" y="5315748"/>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TextBox 41"/>
          <p:cNvSpPr txBox="1"/>
          <p:nvPr/>
        </p:nvSpPr>
        <p:spPr>
          <a:xfrm>
            <a:off x="4191939" y="5384854"/>
            <a:ext cx="2303765"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38" name="TextBox 170"/>
          <p:cNvSpPr txBox="1"/>
          <p:nvPr/>
        </p:nvSpPr>
        <p:spPr>
          <a:xfrm>
            <a:off x="4191938" y="5086105"/>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TextBox 41"/>
          <p:cNvSpPr txBox="1"/>
          <p:nvPr/>
        </p:nvSpPr>
        <p:spPr>
          <a:xfrm>
            <a:off x="6506514" y="5042997"/>
            <a:ext cx="2303765" cy="640502"/>
          </a:xfrm>
          <a:prstGeom prst="rect">
            <a:avLst/>
          </a:prstGeom>
          <a:noFill/>
        </p:spPr>
        <p:txBody>
          <a:bodyPr wrap="square" lIns="85667" tIns="42834" rIns="85667" bIns="42834" rtlCol="0">
            <a:spAutoFit/>
          </a:bodyPr>
          <a:lstStyle/>
          <a:p>
            <a:pPr>
              <a:lnSpc>
                <a:spcPct val="150000"/>
              </a:lnSpc>
            </a:pPr>
            <a:r>
              <a:rPr lang="zh-CN" altLang="en-US" sz="800" dirty="0">
                <a:solidFill>
                  <a:prstClr val="white">
                    <a:lumMod val="65000"/>
                  </a:prstClr>
                </a:solidFill>
                <a:latin typeface="微软雅黑" panose="020B0503020204020204" pitchFamily="34" charset="-122"/>
                <a:ea typeface="微软雅黑" panose="020B0503020204020204" pitchFamily="34" charset="-122"/>
                <a:cs typeface="+mn-ea"/>
                <a:sym typeface="+mn-lt"/>
              </a:rPr>
              <a:t>点击添加相关标题文字，点击添加相关标题文字，点击添加相关标题文字，点击添加相关标题文字，点击添加相关标题文字。</a:t>
            </a:r>
            <a:endParaRPr lang="en-GB" altLang="zh-CN" sz="800" dirty="0">
              <a:solidFill>
                <a:prstClr val="white">
                  <a:lumMod val="65000"/>
                </a:prstClr>
              </a:solidFill>
              <a:latin typeface="微软雅黑" panose="020B0503020204020204" pitchFamily="34" charset="-122"/>
              <a:ea typeface="微软雅黑" panose="020B0503020204020204" pitchFamily="34" charset="-122"/>
              <a:cs typeface="+mn-ea"/>
              <a:sym typeface="+mn-lt"/>
            </a:endParaRPr>
          </a:p>
        </p:txBody>
      </p:sp>
      <p:sp>
        <p:nvSpPr>
          <p:cNvPr id="40" name="TextBox 170"/>
          <p:cNvSpPr txBox="1"/>
          <p:nvPr/>
        </p:nvSpPr>
        <p:spPr>
          <a:xfrm>
            <a:off x="6506513" y="4744248"/>
            <a:ext cx="2430227" cy="355904"/>
          </a:xfrm>
          <a:prstGeom prst="rect">
            <a:avLst/>
          </a:prstGeom>
          <a:noFill/>
        </p:spPr>
        <p:txBody>
          <a:bodyPr wrap="square" lIns="96431" tIns="48215" rIns="96431" bIns="48215" rtlCol="0">
            <a:spAutoFit/>
          </a:bodyPr>
          <a:lstStyle/>
          <a:p>
            <a:pPr>
              <a:lnSpc>
                <a:spcPct val="120000"/>
              </a:lnSpc>
            </a:pPr>
            <a:r>
              <a:rPr lang="zh-CN" altLang="en-US"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altLang="zh-CN" sz="14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38233989"/>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1000"/>
                            </p:stCondLst>
                            <p:childTnLst>
                              <p:par>
                                <p:cTn id="9" presetID="23" presetClass="entr" presetSubtype="3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p:cTn id="11" dur="500" fill="hold"/>
                                        <p:tgtEl>
                                          <p:spTgt spid="24"/>
                                        </p:tgtEl>
                                        <p:attrNameLst>
                                          <p:attrName>ppt_w</p:attrName>
                                        </p:attrNameLst>
                                      </p:cBhvr>
                                      <p:tavLst>
                                        <p:tav tm="0">
                                          <p:val>
                                            <p:strVal val="4*#ppt_w"/>
                                          </p:val>
                                        </p:tav>
                                        <p:tav tm="100000">
                                          <p:val>
                                            <p:strVal val="#ppt_w"/>
                                          </p:val>
                                        </p:tav>
                                      </p:tavLst>
                                    </p:anim>
                                    <p:anim calcmode="lin" valueType="num">
                                      <p:cBhvr>
                                        <p:cTn id="12" dur="500" fill="hold"/>
                                        <p:tgtEl>
                                          <p:spTgt spid="24"/>
                                        </p:tgtEl>
                                        <p:attrNameLst>
                                          <p:attrName>ppt_h</p:attrName>
                                        </p:attrNameLst>
                                      </p:cBhvr>
                                      <p:tavLst>
                                        <p:tav tm="0">
                                          <p:val>
                                            <p:strVal val="4*#ppt_h"/>
                                          </p:val>
                                        </p:tav>
                                        <p:tav tm="100000">
                                          <p:val>
                                            <p:strVal val="#ppt_h"/>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fade">
                                      <p:cBhvr>
                                        <p:cTn id="15" dur="500"/>
                                        <p:tgtEl>
                                          <p:spTgt spid="36"/>
                                        </p:tgtEl>
                                      </p:cBhvr>
                                    </p:animEffect>
                                    <p:anim calcmode="lin" valueType="num">
                                      <p:cBhvr>
                                        <p:cTn id="16" dur="500" fill="hold"/>
                                        <p:tgtEl>
                                          <p:spTgt spid="36"/>
                                        </p:tgtEl>
                                        <p:attrNameLst>
                                          <p:attrName>ppt_x</p:attrName>
                                        </p:attrNameLst>
                                      </p:cBhvr>
                                      <p:tavLst>
                                        <p:tav tm="0">
                                          <p:val>
                                            <p:strVal val="#ppt_x"/>
                                          </p:val>
                                        </p:tav>
                                        <p:tav tm="100000">
                                          <p:val>
                                            <p:strVal val="#ppt_x"/>
                                          </p:val>
                                        </p:tav>
                                      </p:tavLst>
                                    </p:anim>
                                    <p:anim calcmode="lin" valueType="num">
                                      <p:cBhvr>
                                        <p:cTn id="17" dur="500" fill="hold"/>
                                        <p:tgtEl>
                                          <p:spTgt spid="36"/>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Effect transition="in" filter="fade">
                                      <p:cBhvr>
                                        <p:cTn id="20" dur="500"/>
                                        <p:tgtEl>
                                          <p:spTgt spid="35"/>
                                        </p:tgtEl>
                                      </p:cBhvr>
                                    </p:animEffect>
                                    <p:anim calcmode="lin" valueType="num">
                                      <p:cBhvr>
                                        <p:cTn id="21" dur="500" fill="hold"/>
                                        <p:tgtEl>
                                          <p:spTgt spid="35"/>
                                        </p:tgtEl>
                                        <p:attrNameLst>
                                          <p:attrName>ppt_x</p:attrName>
                                        </p:attrNameLst>
                                      </p:cBhvr>
                                      <p:tavLst>
                                        <p:tav tm="0">
                                          <p:val>
                                            <p:strVal val="#ppt_x"/>
                                          </p:val>
                                        </p:tav>
                                        <p:tav tm="100000">
                                          <p:val>
                                            <p:strVal val="#ppt_x"/>
                                          </p:val>
                                        </p:tav>
                                      </p:tavLst>
                                    </p:anim>
                                    <p:anim calcmode="lin" valueType="num">
                                      <p:cBhvr>
                                        <p:cTn id="22" dur="500" fill="hold"/>
                                        <p:tgtEl>
                                          <p:spTgt spid="35"/>
                                        </p:tgtEl>
                                        <p:attrNameLst>
                                          <p:attrName>ppt_y</p:attrName>
                                        </p:attrNameLst>
                                      </p:cBhvr>
                                      <p:tavLst>
                                        <p:tav tm="0">
                                          <p:val>
                                            <p:strVal val="#ppt_y+.1"/>
                                          </p:val>
                                        </p:tav>
                                        <p:tav tm="100000">
                                          <p:val>
                                            <p:strVal val="#ppt_y"/>
                                          </p:val>
                                        </p:tav>
                                      </p:tavLst>
                                    </p:anim>
                                  </p:childTnLst>
                                </p:cTn>
                              </p:par>
                            </p:childTnLst>
                          </p:cTn>
                        </p:par>
                        <p:par>
                          <p:cTn id="23" fill="hold">
                            <p:stCondLst>
                              <p:cond delay="1500"/>
                            </p:stCondLst>
                            <p:childTnLst>
                              <p:par>
                                <p:cTn id="24" presetID="22" presetClass="entr" presetSubtype="1" fill="hold" nodeType="after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up)">
                                      <p:cBhvr>
                                        <p:cTn id="26" dur="500"/>
                                        <p:tgtEl>
                                          <p:spTgt spid="27"/>
                                        </p:tgtEl>
                                      </p:cBhvr>
                                    </p:animEffect>
                                  </p:childTnLst>
                                </p:cTn>
                              </p:par>
                            </p:childTnLst>
                          </p:cTn>
                        </p:par>
                        <p:par>
                          <p:cTn id="27" fill="hold">
                            <p:stCondLst>
                              <p:cond delay="2000"/>
                            </p:stCondLst>
                            <p:childTnLst>
                              <p:par>
                                <p:cTn id="28" presetID="23" presetClass="entr" presetSubtype="32" fill="hold"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strVal val="4*#ppt_w"/>
                                          </p:val>
                                        </p:tav>
                                        <p:tav tm="100000">
                                          <p:val>
                                            <p:strVal val="#ppt_w"/>
                                          </p:val>
                                        </p:tav>
                                      </p:tavLst>
                                    </p:anim>
                                    <p:anim calcmode="lin" valueType="num">
                                      <p:cBhvr>
                                        <p:cTn id="31" dur="500" fill="hold"/>
                                        <p:tgtEl>
                                          <p:spTgt spid="29"/>
                                        </p:tgtEl>
                                        <p:attrNameLst>
                                          <p:attrName>ppt_h</p:attrName>
                                        </p:attrNameLst>
                                      </p:cBhvr>
                                      <p:tavLst>
                                        <p:tav tm="0">
                                          <p:val>
                                            <p:strVal val="4*#ppt_h"/>
                                          </p:val>
                                        </p:tav>
                                        <p:tav tm="100000">
                                          <p:val>
                                            <p:strVal val="#ppt_h"/>
                                          </p:val>
                                        </p:tav>
                                      </p:tavLst>
                                    </p:anim>
                                  </p:childTnLst>
                                </p:cTn>
                              </p:par>
                              <p:par>
                                <p:cTn id="32" presetID="47" presetClass="entr" presetSubtype="0" fill="hold" grpId="0" nodeType="withEffect">
                                  <p:stCondLst>
                                    <p:cond delay="0"/>
                                  </p:stCondLst>
                                  <p:childTnLst>
                                    <p:set>
                                      <p:cBhvr>
                                        <p:cTn id="33" dur="1" fill="hold">
                                          <p:stCondLst>
                                            <p:cond delay="0"/>
                                          </p:stCondLst>
                                        </p:cTn>
                                        <p:tgtEl>
                                          <p:spTgt spid="38"/>
                                        </p:tgtEl>
                                        <p:attrNameLst>
                                          <p:attrName>style.visibility</p:attrName>
                                        </p:attrNameLst>
                                      </p:cBhvr>
                                      <p:to>
                                        <p:strVal val="visible"/>
                                      </p:to>
                                    </p:set>
                                    <p:animEffect transition="in" filter="fade">
                                      <p:cBhvr>
                                        <p:cTn id="34" dur="500"/>
                                        <p:tgtEl>
                                          <p:spTgt spid="38"/>
                                        </p:tgtEl>
                                      </p:cBhvr>
                                    </p:animEffect>
                                    <p:anim calcmode="lin" valueType="num">
                                      <p:cBhvr>
                                        <p:cTn id="35" dur="500" fill="hold"/>
                                        <p:tgtEl>
                                          <p:spTgt spid="38"/>
                                        </p:tgtEl>
                                        <p:attrNameLst>
                                          <p:attrName>ppt_x</p:attrName>
                                        </p:attrNameLst>
                                      </p:cBhvr>
                                      <p:tavLst>
                                        <p:tav tm="0">
                                          <p:val>
                                            <p:strVal val="#ppt_x"/>
                                          </p:val>
                                        </p:tav>
                                        <p:tav tm="100000">
                                          <p:val>
                                            <p:strVal val="#ppt_x"/>
                                          </p:val>
                                        </p:tav>
                                      </p:tavLst>
                                    </p:anim>
                                    <p:anim calcmode="lin" valueType="num">
                                      <p:cBhvr>
                                        <p:cTn id="36" dur="500" fill="hold"/>
                                        <p:tgtEl>
                                          <p:spTgt spid="38"/>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anim calcmode="lin" valueType="num">
                                      <p:cBhvr>
                                        <p:cTn id="40" dur="500" fill="hold"/>
                                        <p:tgtEl>
                                          <p:spTgt spid="37"/>
                                        </p:tgtEl>
                                        <p:attrNameLst>
                                          <p:attrName>ppt_x</p:attrName>
                                        </p:attrNameLst>
                                      </p:cBhvr>
                                      <p:tavLst>
                                        <p:tav tm="0">
                                          <p:val>
                                            <p:strVal val="#ppt_x"/>
                                          </p:val>
                                        </p:tav>
                                        <p:tav tm="100000">
                                          <p:val>
                                            <p:strVal val="#ppt_x"/>
                                          </p:val>
                                        </p:tav>
                                      </p:tavLst>
                                    </p:anim>
                                    <p:anim calcmode="lin" valueType="num">
                                      <p:cBhvr>
                                        <p:cTn id="41" dur="500" fill="hold"/>
                                        <p:tgtEl>
                                          <p:spTgt spid="37"/>
                                        </p:tgtEl>
                                        <p:attrNameLst>
                                          <p:attrName>ppt_y</p:attrName>
                                        </p:attrNameLst>
                                      </p:cBhvr>
                                      <p:tavLst>
                                        <p:tav tm="0">
                                          <p:val>
                                            <p:strVal val="#ppt_y+.1"/>
                                          </p:val>
                                        </p:tav>
                                        <p:tav tm="100000">
                                          <p:val>
                                            <p:strVal val="#ppt_y"/>
                                          </p:val>
                                        </p:tav>
                                      </p:tavLst>
                                    </p:anim>
                                  </p:childTnLst>
                                </p:cTn>
                              </p:par>
                            </p:childTnLst>
                          </p:cTn>
                        </p:par>
                        <p:par>
                          <p:cTn id="42" fill="hold">
                            <p:stCondLst>
                              <p:cond delay="2500"/>
                            </p:stCondLst>
                            <p:childTnLst>
                              <p:par>
                                <p:cTn id="43" presetID="22" presetClass="entr" presetSubtype="1"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wipe(up)">
                                      <p:cBhvr>
                                        <p:cTn id="45" dur="500"/>
                                        <p:tgtEl>
                                          <p:spTgt spid="28"/>
                                        </p:tgtEl>
                                      </p:cBhvr>
                                    </p:animEffect>
                                  </p:childTnLst>
                                </p:cTn>
                              </p:par>
                            </p:childTnLst>
                          </p:cTn>
                        </p:par>
                        <p:par>
                          <p:cTn id="46" fill="hold">
                            <p:stCondLst>
                              <p:cond delay="3000"/>
                            </p:stCondLst>
                            <p:childTnLst>
                              <p:par>
                                <p:cTn id="47" presetID="23" presetClass="entr" presetSubtype="32" fill="hold" nodeType="after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p:cTn id="49" dur="500" fill="hold"/>
                                        <p:tgtEl>
                                          <p:spTgt spid="32"/>
                                        </p:tgtEl>
                                        <p:attrNameLst>
                                          <p:attrName>ppt_w</p:attrName>
                                        </p:attrNameLst>
                                      </p:cBhvr>
                                      <p:tavLst>
                                        <p:tav tm="0">
                                          <p:val>
                                            <p:strVal val="4*#ppt_w"/>
                                          </p:val>
                                        </p:tav>
                                        <p:tav tm="100000">
                                          <p:val>
                                            <p:strVal val="#ppt_w"/>
                                          </p:val>
                                        </p:tav>
                                      </p:tavLst>
                                    </p:anim>
                                    <p:anim calcmode="lin" valueType="num">
                                      <p:cBhvr>
                                        <p:cTn id="50" dur="500" fill="hold"/>
                                        <p:tgtEl>
                                          <p:spTgt spid="32"/>
                                        </p:tgtEl>
                                        <p:attrNameLst>
                                          <p:attrName>ppt_h</p:attrName>
                                        </p:attrNameLst>
                                      </p:cBhvr>
                                      <p:tavLst>
                                        <p:tav tm="0">
                                          <p:val>
                                            <p:strVal val="4*#ppt_h"/>
                                          </p:val>
                                        </p:tav>
                                        <p:tav tm="100000">
                                          <p:val>
                                            <p:strVal val="#ppt_h"/>
                                          </p:val>
                                        </p:tav>
                                      </p:tavLst>
                                    </p:anim>
                                  </p:childTnLst>
                                </p:cTn>
                              </p:par>
                              <p:par>
                                <p:cTn id="51" presetID="47" presetClass="entr" presetSubtype="0" fill="hold" grpId="0" nodeType="with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anim calcmode="lin" valueType="num">
                                      <p:cBhvr>
                                        <p:cTn id="54" dur="500" fill="hold"/>
                                        <p:tgtEl>
                                          <p:spTgt spid="40"/>
                                        </p:tgtEl>
                                        <p:attrNameLst>
                                          <p:attrName>ppt_x</p:attrName>
                                        </p:attrNameLst>
                                      </p:cBhvr>
                                      <p:tavLst>
                                        <p:tav tm="0">
                                          <p:val>
                                            <p:strVal val="#ppt_x"/>
                                          </p:val>
                                        </p:tav>
                                        <p:tav tm="100000">
                                          <p:val>
                                            <p:strVal val="#ppt_x"/>
                                          </p:val>
                                        </p:tav>
                                      </p:tavLst>
                                    </p:anim>
                                    <p:anim calcmode="lin" valueType="num">
                                      <p:cBhvr>
                                        <p:cTn id="55" dur="500" fill="hold"/>
                                        <p:tgtEl>
                                          <p:spTgt spid="40"/>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500"/>
                                        <p:tgtEl>
                                          <p:spTgt spid="39"/>
                                        </p:tgtEl>
                                      </p:cBhvr>
                                    </p:animEffect>
                                    <p:anim calcmode="lin" valueType="num">
                                      <p:cBhvr>
                                        <p:cTn id="59" dur="500" fill="hold"/>
                                        <p:tgtEl>
                                          <p:spTgt spid="39"/>
                                        </p:tgtEl>
                                        <p:attrNameLst>
                                          <p:attrName>ppt_x</p:attrName>
                                        </p:attrNameLst>
                                      </p:cBhvr>
                                      <p:tavLst>
                                        <p:tav tm="0">
                                          <p:val>
                                            <p:strVal val="#ppt_x"/>
                                          </p:val>
                                        </p:tav>
                                        <p:tav tm="100000">
                                          <p:val>
                                            <p:strVal val="#ppt_x"/>
                                          </p:val>
                                        </p:tav>
                                      </p:tavLst>
                                    </p:anim>
                                    <p:anim calcmode="lin" valueType="num">
                                      <p:cBhvr>
                                        <p:cTn id="60" dur="5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P spid="38" grpId="0"/>
      <p:bldP spid="39" grpId="0"/>
      <p:bldP spid="40"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793" name="Group 1"/>
          <p:cNvGrpSpPr>
            <a:grpSpLocks/>
          </p:cNvGrpSpPr>
          <p:nvPr/>
        </p:nvGrpSpPr>
        <p:grpSpPr bwMode="auto">
          <a:xfrm>
            <a:off x="4868574" y="2302117"/>
            <a:ext cx="3092174" cy="3089266"/>
            <a:chOff x="0" y="0"/>
            <a:chExt cx="6753151" cy="6746917"/>
          </a:xfrm>
          <a:effectLst/>
        </p:grpSpPr>
        <p:sp>
          <p:nvSpPr>
            <p:cNvPr id="33794" name="AutoShape 2"/>
            <p:cNvSpPr>
              <a:spLocks/>
            </p:cNvSpPr>
            <p:nvPr/>
          </p:nvSpPr>
          <p:spPr bwMode="auto">
            <a:xfrm>
              <a:off x="0" y="0"/>
              <a:ext cx="6753151" cy="6746917"/>
            </a:xfrm>
            <a:custGeom>
              <a:avLst/>
              <a:gdLst>
                <a:gd name="T0" fmla="*/ 3376405 w 19777"/>
                <a:gd name="T1" fmla="*/ 3680572 h 19739"/>
                <a:gd name="T2" fmla="*/ 3376405 w 19777"/>
                <a:gd name="T3" fmla="*/ 3680572 h 19739"/>
                <a:gd name="T4" fmla="*/ 3376405 w 19777"/>
                <a:gd name="T5" fmla="*/ 3680572 h 19739"/>
                <a:gd name="T6" fmla="*/ 3376405 w 19777"/>
                <a:gd name="T7" fmla="*/ 3680572 h 197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777" h="19739">
                  <a:moveTo>
                    <a:pt x="17933" y="-1"/>
                  </a:moveTo>
                  <a:lnTo>
                    <a:pt x="15856" y="2079"/>
                  </a:lnTo>
                  <a:cubicBezTo>
                    <a:pt x="11992" y="-899"/>
                    <a:pt x="6427" y="-621"/>
                    <a:pt x="2885" y="2921"/>
                  </a:cubicBezTo>
                  <a:cubicBezTo>
                    <a:pt x="-962" y="6768"/>
                    <a:pt x="-962" y="13006"/>
                    <a:pt x="2885" y="16853"/>
                  </a:cubicBezTo>
                  <a:cubicBezTo>
                    <a:pt x="6733" y="20700"/>
                    <a:pt x="12971" y="20701"/>
                    <a:pt x="16819" y="16853"/>
                  </a:cubicBezTo>
                  <a:cubicBezTo>
                    <a:pt x="20348" y="13324"/>
                    <a:pt x="20637" y="7786"/>
                    <a:pt x="17693" y="3924"/>
                  </a:cubicBezTo>
                  <a:lnTo>
                    <a:pt x="19777" y="1836"/>
                  </a:lnTo>
                  <a:lnTo>
                    <a:pt x="19694" y="76"/>
                  </a:lnTo>
                  <a:lnTo>
                    <a:pt x="17933" y="-1"/>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795" name="AutoShape 3"/>
            <p:cNvSpPr>
              <a:spLocks/>
            </p:cNvSpPr>
            <p:nvPr/>
          </p:nvSpPr>
          <p:spPr bwMode="auto">
            <a:xfrm>
              <a:off x="244472" y="255591"/>
              <a:ext cx="6251505" cy="6251614"/>
            </a:xfrm>
            <a:custGeom>
              <a:avLst/>
              <a:gdLst>
                <a:gd name="T0" fmla="*/ 3125594 w 19679"/>
                <a:gd name="T1" fmla="*/ 3430938 h 19679"/>
                <a:gd name="T2" fmla="*/ 3125594 w 19679"/>
                <a:gd name="T3" fmla="*/ 3430938 h 19679"/>
                <a:gd name="T4" fmla="*/ 3125594 w 19679"/>
                <a:gd name="T5" fmla="*/ 3430938 h 19679"/>
                <a:gd name="T6" fmla="*/ 3125594 w 19679"/>
                <a:gd name="T7" fmla="*/ 34309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796" name="Line 4"/>
            <p:cNvSpPr>
              <a:spLocks noChangeShapeType="1"/>
            </p:cNvSpPr>
            <p:nvPr/>
          </p:nvSpPr>
          <p:spPr bwMode="auto">
            <a:xfrm flipH="1">
              <a:off x="5526027" y="346077"/>
              <a:ext cx="871527" cy="871543"/>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797" name="Group 5"/>
          <p:cNvGrpSpPr>
            <a:grpSpLocks/>
          </p:cNvGrpSpPr>
          <p:nvPr/>
        </p:nvGrpSpPr>
        <p:grpSpPr bwMode="auto">
          <a:xfrm>
            <a:off x="5106994" y="2547077"/>
            <a:ext cx="3483239" cy="2605886"/>
            <a:chOff x="-1" y="0"/>
            <a:chExt cx="7608239" cy="5691704"/>
          </a:xfrm>
          <a:effectLst/>
        </p:grpSpPr>
        <p:sp>
          <p:nvSpPr>
            <p:cNvPr id="33798" name="AutoShape 6"/>
            <p:cNvSpPr>
              <a:spLocks/>
            </p:cNvSpPr>
            <p:nvPr/>
          </p:nvSpPr>
          <p:spPr bwMode="auto">
            <a:xfrm>
              <a:off x="-1" y="0"/>
              <a:ext cx="7608239" cy="5691704"/>
            </a:xfrm>
            <a:custGeom>
              <a:avLst/>
              <a:gdLst>
                <a:gd name="T0" fmla="*/ 3804119 w 20840"/>
                <a:gd name="T1" fmla="*/ 2845714 h 20595"/>
                <a:gd name="T2" fmla="*/ 3804119 w 20840"/>
                <a:gd name="T3" fmla="*/ 2845714 h 20595"/>
                <a:gd name="T4" fmla="*/ 3804119 w 20840"/>
                <a:gd name="T5" fmla="*/ 2845714 h 20595"/>
                <a:gd name="T6" fmla="*/ 3804119 w 20840"/>
                <a:gd name="T7" fmla="*/ 2845714 h 20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840" h="20595">
                  <a:moveTo>
                    <a:pt x="7788" y="0"/>
                  </a:moveTo>
                  <a:cubicBezTo>
                    <a:pt x="5795" y="0"/>
                    <a:pt x="3802" y="1004"/>
                    <a:pt x="2281" y="3015"/>
                  </a:cubicBezTo>
                  <a:cubicBezTo>
                    <a:pt x="-760" y="7037"/>
                    <a:pt x="-760" y="13557"/>
                    <a:pt x="2281" y="17578"/>
                  </a:cubicBezTo>
                  <a:cubicBezTo>
                    <a:pt x="5322" y="21600"/>
                    <a:pt x="10254" y="21599"/>
                    <a:pt x="13295" y="17578"/>
                  </a:cubicBezTo>
                  <a:cubicBezTo>
                    <a:pt x="14526" y="15951"/>
                    <a:pt x="15257" y="13915"/>
                    <a:pt x="15492" y="11801"/>
                  </a:cubicBezTo>
                  <a:lnTo>
                    <a:pt x="19726" y="11801"/>
                  </a:lnTo>
                  <a:lnTo>
                    <a:pt x="20839" y="10192"/>
                  </a:lnTo>
                  <a:lnTo>
                    <a:pt x="19726" y="8584"/>
                  </a:lnTo>
                  <a:lnTo>
                    <a:pt x="15466" y="8584"/>
                  </a:lnTo>
                  <a:cubicBezTo>
                    <a:pt x="15207" y="6545"/>
                    <a:pt x="14485" y="4589"/>
                    <a:pt x="13295" y="3015"/>
                  </a:cubicBezTo>
                  <a:cubicBezTo>
                    <a:pt x="11774" y="1004"/>
                    <a:pt x="9781" y="0"/>
                    <a:pt x="7788" y="0"/>
                  </a:cubicBezTo>
                  <a:close/>
                </a:path>
              </a:pathLst>
            </a:custGeom>
            <a:solidFill>
              <a:schemeClr val="accent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799" name="AutoShape 7"/>
            <p:cNvSpPr>
              <a:spLocks/>
            </p:cNvSpPr>
            <p:nvPr/>
          </p:nvSpPr>
          <p:spPr bwMode="auto">
            <a:xfrm>
              <a:off x="201637" y="222270"/>
              <a:ext cx="5258449" cy="5258278"/>
            </a:xfrm>
            <a:custGeom>
              <a:avLst/>
              <a:gdLst>
                <a:gd name="T0" fmla="*/ 2629091 w 19679"/>
                <a:gd name="T1" fmla="*/ 2885787 h 19679"/>
                <a:gd name="T2" fmla="*/ 2629091 w 19679"/>
                <a:gd name="T3" fmla="*/ 2885787 h 19679"/>
                <a:gd name="T4" fmla="*/ 2629091 w 19679"/>
                <a:gd name="T5" fmla="*/ 2885787 h 19679"/>
                <a:gd name="T6" fmla="*/ 2629091 w 19679"/>
                <a:gd name="T7" fmla="*/ 288578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5">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00" name="Line 8"/>
            <p:cNvSpPr>
              <a:spLocks noChangeShapeType="1"/>
            </p:cNvSpPr>
            <p:nvPr/>
          </p:nvSpPr>
          <p:spPr bwMode="auto">
            <a:xfrm flipH="1" flipV="1">
              <a:off x="5418806" y="2806955"/>
              <a:ext cx="1595634" cy="0"/>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801" name="Group 9"/>
          <p:cNvGrpSpPr>
            <a:grpSpLocks/>
          </p:cNvGrpSpPr>
          <p:nvPr/>
        </p:nvGrpSpPr>
        <p:grpSpPr bwMode="auto">
          <a:xfrm>
            <a:off x="5317065" y="2757148"/>
            <a:ext cx="2638597" cy="2749811"/>
            <a:chOff x="0" y="0"/>
            <a:chExt cx="5763342" cy="6005116"/>
          </a:xfrm>
          <a:effectLst/>
        </p:grpSpPr>
        <p:sp>
          <p:nvSpPr>
            <p:cNvPr id="33802" name="AutoShape 10"/>
            <p:cNvSpPr>
              <a:spLocks/>
            </p:cNvSpPr>
            <p:nvPr/>
          </p:nvSpPr>
          <p:spPr bwMode="auto">
            <a:xfrm>
              <a:off x="0" y="0"/>
              <a:ext cx="5763342" cy="6005116"/>
            </a:xfrm>
            <a:custGeom>
              <a:avLst/>
              <a:gdLst>
                <a:gd name="T0" fmla="*/ 2881532 w 20761"/>
                <a:gd name="T1" fmla="*/ 3002558 h 21600"/>
                <a:gd name="T2" fmla="*/ 2881532 w 20761"/>
                <a:gd name="T3" fmla="*/ 3002558 h 21600"/>
                <a:gd name="T4" fmla="*/ 2881532 w 20761"/>
                <a:gd name="T5" fmla="*/ 3002558 h 21600"/>
                <a:gd name="T6" fmla="*/ 2881532 w 20761"/>
                <a:gd name="T7" fmla="*/ 30025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761" h="21600">
                  <a:moveTo>
                    <a:pt x="8590" y="0"/>
                  </a:moveTo>
                  <a:cubicBezTo>
                    <a:pt x="6391" y="0"/>
                    <a:pt x="4192" y="837"/>
                    <a:pt x="2515" y="2513"/>
                  </a:cubicBezTo>
                  <a:cubicBezTo>
                    <a:pt x="-839" y="5866"/>
                    <a:pt x="-839" y="11302"/>
                    <a:pt x="2515" y="14655"/>
                  </a:cubicBezTo>
                  <a:cubicBezTo>
                    <a:pt x="5245" y="17383"/>
                    <a:pt x="9356" y="17890"/>
                    <a:pt x="12600" y="16178"/>
                  </a:cubicBezTo>
                  <a:lnTo>
                    <a:pt x="18602" y="21600"/>
                  </a:lnTo>
                  <a:lnTo>
                    <a:pt x="20761" y="21395"/>
                  </a:lnTo>
                  <a:lnTo>
                    <a:pt x="20750" y="19230"/>
                  </a:lnTo>
                  <a:lnTo>
                    <a:pt x="15123" y="14145"/>
                  </a:lnTo>
                  <a:cubicBezTo>
                    <a:pt x="18003" y="10772"/>
                    <a:pt x="17854" y="5703"/>
                    <a:pt x="14663" y="2513"/>
                  </a:cubicBezTo>
                  <a:cubicBezTo>
                    <a:pt x="12986" y="837"/>
                    <a:pt x="10788" y="0"/>
                    <a:pt x="8590" y="0"/>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03" name="AutoShape 11"/>
            <p:cNvSpPr>
              <a:spLocks/>
            </p:cNvSpPr>
            <p:nvPr/>
          </p:nvSpPr>
          <p:spPr bwMode="auto">
            <a:xfrm>
              <a:off x="180998" y="225410"/>
              <a:ext cx="4382045" cy="4382798"/>
            </a:xfrm>
            <a:custGeom>
              <a:avLst/>
              <a:gdLst>
                <a:gd name="T0" fmla="*/ 2190911 w 19679"/>
                <a:gd name="T1" fmla="*/ 2405316 h 19679"/>
                <a:gd name="T2" fmla="*/ 2190911 w 19679"/>
                <a:gd name="T3" fmla="*/ 2405316 h 19679"/>
                <a:gd name="T4" fmla="*/ 2190911 w 19679"/>
                <a:gd name="T5" fmla="*/ 2405316 h 19679"/>
                <a:gd name="T6" fmla="*/ 2190911 w 19679"/>
                <a:gd name="T7" fmla="*/ 240531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04" name="Line 12"/>
            <p:cNvSpPr>
              <a:spLocks noChangeShapeType="1"/>
            </p:cNvSpPr>
            <p:nvPr/>
          </p:nvSpPr>
          <p:spPr bwMode="auto">
            <a:xfrm flipH="1" flipV="1">
              <a:off x="3735852" y="4101829"/>
              <a:ext cx="1579760" cy="1406432"/>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805" name="Group 13"/>
          <p:cNvGrpSpPr>
            <a:grpSpLocks/>
          </p:cNvGrpSpPr>
          <p:nvPr/>
        </p:nvGrpSpPr>
        <p:grpSpPr bwMode="auto">
          <a:xfrm>
            <a:off x="4883840" y="2967217"/>
            <a:ext cx="2454695" cy="2538287"/>
            <a:chOff x="0" y="0"/>
            <a:chExt cx="5362063" cy="5542360"/>
          </a:xfrm>
          <a:effectLst/>
        </p:grpSpPr>
        <p:sp>
          <p:nvSpPr>
            <p:cNvPr id="33806" name="AutoShape 14"/>
            <p:cNvSpPr>
              <a:spLocks/>
            </p:cNvSpPr>
            <p:nvPr/>
          </p:nvSpPr>
          <p:spPr bwMode="auto">
            <a:xfrm>
              <a:off x="0" y="0"/>
              <a:ext cx="5362063" cy="5542360"/>
            </a:xfrm>
            <a:custGeom>
              <a:avLst/>
              <a:gdLst>
                <a:gd name="T0" fmla="*/ 2680903 w 20853"/>
                <a:gd name="T1" fmla="*/ 2771180 h 21600"/>
                <a:gd name="T2" fmla="*/ 2680903 w 20853"/>
                <a:gd name="T3" fmla="*/ 2771180 h 21600"/>
                <a:gd name="T4" fmla="*/ 2680903 w 20853"/>
                <a:gd name="T5" fmla="*/ 2771180 h 21600"/>
                <a:gd name="T6" fmla="*/ 2680903 w 20853"/>
                <a:gd name="T7" fmla="*/ 2771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853" h="21600">
                  <a:moveTo>
                    <a:pt x="13197" y="0"/>
                  </a:moveTo>
                  <a:cubicBezTo>
                    <a:pt x="11238" y="0"/>
                    <a:pt x="9279" y="749"/>
                    <a:pt x="7784" y="2248"/>
                  </a:cubicBezTo>
                  <a:cubicBezTo>
                    <a:pt x="5095" y="4946"/>
                    <a:pt x="4835" y="9149"/>
                    <a:pt x="6985" y="12149"/>
                  </a:cubicBezTo>
                  <a:lnTo>
                    <a:pt x="0" y="19149"/>
                  </a:lnTo>
                  <a:lnTo>
                    <a:pt x="104" y="21493"/>
                  </a:lnTo>
                  <a:lnTo>
                    <a:pt x="2444" y="21600"/>
                  </a:lnTo>
                  <a:lnTo>
                    <a:pt x="9583" y="14446"/>
                  </a:lnTo>
                  <a:cubicBezTo>
                    <a:pt x="12480" y="16005"/>
                    <a:pt x="16165" y="15560"/>
                    <a:pt x="18610" y="13108"/>
                  </a:cubicBezTo>
                  <a:cubicBezTo>
                    <a:pt x="21599" y="10109"/>
                    <a:pt x="21599" y="5247"/>
                    <a:pt x="18610" y="2248"/>
                  </a:cubicBezTo>
                  <a:cubicBezTo>
                    <a:pt x="17115" y="749"/>
                    <a:pt x="15156" y="0"/>
                    <a:pt x="13197" y="0"/>
                  </a:cubicBezTo>
                  <a:close/>
                </a:path>
              </a:pathLst>
            </a:cu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07" name="AutoShape 15"/>
            <p:cNvSpPr>
              <a:spLocks/>
            </p:cNvSpPr>
            <p:nvPr/>
          </p:nvSpPr>
          <p:spPr bwMode="auto">
            <a:xfrm>
              <a:off x="1611636" y="193632"/>
              <a:ext cx="3536074" cy="3536191"/>
            </a:xfrm>
            <a:custGeom>
              <a:avLst/>
              <a:gdLst>
                <a:gd name="T0" fmla="*/ 1767947 w 19679"/>
                <a:gd name="T1" fmla="*/ 1940691 h 19679"/>
                <a:gd name="T2" fmla="*/ 1767947 w 19679"/>
                <a:gd name="T3" fmla="*/ 1940691 h 19679"/>
                <a:gd name="T4" fmla="*/ 1767947 w 19679"/>
                <a:gd name="T5" fmla="*/ 1940691 h 19679"/>
                <a:gd name="T6" fmla="*/ 1767947 w 19679"/>
                <a:gd name="T7" fmla="*/ 194069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3">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08" name="Line 16"/>
            <p:cNvSpPr>
              <a:spLocks noChangeShapeType="1"/>
            </p:cNvSpPr>
            <p:nvPr/>
          </p:nvSpPr>
          <p:spPr bwMode="auto">
            <a:xfrm flipV="1">
              <a:off x="369961" y="3271135"/>
              <a:ext cx="1906971" cy="1906179"/>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809" name="Group 17"/>
          <p:cNvGrpSpPr>
            <a:grpSpLocks/>
          </p:cNvGrpSpPr>
          <p:nvPr/>
        </p:nvGrpSpPr>
        <p:grpSpPr bwMode="auto">
          <a:xfrm>
            <a:off x="4242728" y="3182377"/>
            <a:ext cx="2881377" cy="1374541"/>
            <a:chOff x="0" y="-1"/>
            <a:chExt cx="6292395" cy="3002312"/>
          </a:xfrm>
        </p:grpSpPr>
        <p:sp>
          <p:nvSpPr>
            <p:cNvPr id="33810" name="AutoShape 18"/>
            <p:cNvSpPr>
              <a:spLocks/>
            </p:cNvSpPr>
            <p:nvPr/>
          </p:nvSpPr>
          <p:spPr bwMode="auto">
            <a:xfrm>
              <a:off x="0" y="-1"/>
              <a:ext cx="6292395" cy="3002312"/>
            </a:xfrm>
            <a:custGeom>
              <a:avLst/>
              <a:gdLst>
                <a:gd name="T0" fmla="*/ 3146048 w 21109"/>
                <a:gd name="T1" fmla="*/ 1501083 h 20595"/>
                <a:gd name="T2" fmla="*/ 3146048 w 21109"/>
                <a:gd name="T3" fmla="*/ 1501083 h 20595"/>
                <a:gd name="T4" fmla="*/ 3146048 w 21109"/>
                <a:gd name="T5" fmla="*/ 1501083 h 20595"/>
                <a:gd name="T6" fmla="*/ 3146048 w 21109"/>
                <a:gd name="T7" fmla="*/ 1501083 h 20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09" h="20595">
                  <a:moveTo>
                    <a:pt x="16077" y="0"/>
                  </a:moveTo>
                  <a:cubicBezTo>
                    <a:pt x="14790" y="0"/>
                    <a:pt x="13502" y="1005"/>
                    <a:pt x="12520" y="3016"/>
                  </a:cubicBezTo>
                  <a:cubicBezTo>
                    <a:pt x="11895" y="4295"/>
                    <a:pt x="11470" y="5826"/>
                    <a:pt x="11243" y="7451"/>
                  </a:cubicBezTo>
                  <a:lnTo>
                    <a:pt x="1363" y="7451"/>
                  </a:lnTo>
                  <a:lnTo>
                    <a:pt x="0" y="10500"/>
                  </a:lnTo>
                  <a:lnTo>
                    <a:pt x="1363" y="13549"/>
                  </a:lnTo>
                  <a:lnTo>
                    <a:pt x="11308" y="13549"/>
                  </a:lnTo>
                  <a:cubicBezTo>
                    <a:pt x="11547" y="15021"/>
                    <a:pt x="11947" y="16407"/>
                    <a:pt x="12520" y="17578"/>
                  </a:cubicBezTo>
                  <a:cubicBezTo>
                    <a:pt x="14485" y="21599"/>
                    <a:pt x="17670" y="21599"/>
                    <a:pt x="19635" y="17578"/>
                  </a:cubicBezTo>
                  <a:cubicBezTo>
                    <a:pt x="21599" y="13557"/>
                    <a:pt x="21600" y="7037"/>
                    <a:pt x="19635" y="3016"/>
                  </a:cubicBezTo>
                  <a:cubicBezTo>
                    <a:pt x="18652" y="1005"/>
                    <a:pt x="17365" y="0"/>
                    <a:pt x="16077" y="0"/>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11" name="AutoShape 19"/>
            <p:cNvSpPr>
              <a:spLocks/>
            </p:cNvSpPr>
            <p:nvPr/>
          </p:nvSpPr>
          <p:spPr bwMode="auto">
            <a:xfrm>
              <a:off x="3562093" y="263555"/>
              <a:ext cx="2481082" cy="2481551"/>
            </a:xfrm>
            <a:custGeom>
              <a:avLst/>
              <a:gdLst>
                <a:gd name="T0" fmla="*/ 1240478 w 19679"/>
                <a:gd name="T1" fmla="*/ 1361896 h 19679"/>
                <a:gd name="T2" fmla="*/ 1240478 w 19679"/>
                <a:gd name="T3" fmla="*/ 1361896 h 19679"/>
                <a:gd name="T4" fmla="*/ 1240478 w 19679"/>
                <a:gd name="T5" fmla="*/ 1361896 h 19679"/>
                <a:gd name="T6" fmla="*/ 1240478 w 19679"/>
                <a:gd name="T7" fmla="*/ 1361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2">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12" name="Line 20"/>
            <p:cNvSpPr>
              <a:spLocks noChangeShapeType="1"/>
            </p:cNvSpPr>
            <p:nvPr/>
          </p:nvSpPr>
          <p:spPr bwMode="auto">
            <a:xfrm>
              <a:off x="541298" y="1522588"/>
              <a:ext cx="3131912" cy="0"/>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3813" name="Group 21"/>
          <p:cNvGrpSpPr>
            <a:grpSpLocks/>
          </p:cNvGrpSpPr>
          <p:nvPr/>
        </p:nvGrpSpPr>
        <p:grpSpPr bwMode="auto">
          <a:xfrm>
            <a:off x="4883114" y="2298482"/>
            <a:ext cx="2030193" cy="2046911"/>
            <a:chOff x="0" y="0"/>
            <a:chExt cx="4433297" cy="4470884"/>
          </a:xfrm>
          <a:effectLst/>
        </p:grpSpPr>
        <p:sp>
          <p:nvSpPr>
            <p:cNvPr id="33814" name="AutoShape 22"/>
            <p:cNvSpPr>
              <a:spLocks/>
            </p:cNvSpPr>
            <p:nvPr/>
          </p:nvSpPr>
          <p:spPr bwMode="auto">
            <a:xfrm>
              <a:off x="0" y="0"/>
              <a:ext cx="4433297" cy="4470884"/>
            </a:xfrm>
            <a:custGeom>
              <a:avLst/>
              <a:gdLst>
                <a:gd name="T0" fmla="*/ 2216544 w 21117"/>
                <a:gd name="T1" fmla="*/ 2235336 h 21121"/>
                <a:gd name="T2" fmla="*/ 2216544 w 21117"/>
                <a:gd name="T3" fmla="*/ 2235336 h 21121"/>
                <a:gd name="T4" fmla="*/ 2216544 w 21117"/>
                <a:gd name="T5" fmla="*/ 2235336 h 21121"/>
                <a:gd name="T6" fmla="*/ 2216544 w 21117"/>
                <a:gd name="T7" fmla="*/ 2235336 h 211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17" h="21121">
                  <a:moveTo>
                    <a:pt x="2994" y="0"/>
                  </a:moveTo>
                  <a:lnTo>
                    <a:pt x="128" y="127"/>
                  </a:lnTo>
                  <a:lnTo>
                    <a:pt x="0" y="2969"/>
                  </a:lnTo>
                  <a:lnTo>
                    <a:pt x="11559" y="14434"/>
                  </a:lnTo>
                  <a:cubicBezTo>
                    <a:pt x="10874" y="16192"/>
                    <a:pt x="11241" y="18263"/>
                    <a:pt x="12671" y="19682"/>
                  </a:cubicBezTo>
                  <a:cubicBezTo>
                    <a:pt x="14603" y="21600"/>
                    <a:pt x="17735" y="21599"/>
                    <a:pt x="19667" y="19682"/>
                  </a:cubicBezTo>
                  <a:cubicBezTo>
                    <a:pt x="21600" y="17764"/>
                    <a:pt x="21599" y="14653"/>
                    <a:pt x="19667" y="12735"/>
                  </a:cubicBezTo>
                  <a:cubicBezTo>
                    <a:pt x="18305" y="11383"/>
                    <a:pt x="16347" y="10989"/>
                    <a:pt x="14633" y="11543"/>
                  </a:cubicBezTo>
                  <a:lnTo>
                    <a:pt x="2994" y="0"/>
                  </a:lnTo>
                  <a:close/>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20933" tIns="20933" rIns="20933" bIns="20933"/>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15" name="AutoShape 23"/>
            <p:cNvSpPr>
              <a:spLocks/>
            </p:cNvSpPr>
            <p:nvPr/>
          </p:nvSpPr>
          <p:spPr bwMode="auto">
            <a:xfrm>
              <a:off x="2771406" y="2835582"/>
              <a:ext cx="1196815" cy="1197105"/>
            </a:xfrm>
            <a:custGeom>
              <a:avLst/>
              <a:gdLst>
                <a:gd name="T0" fmla="*/ 598377 w 19679"/>
                <a:gd name="T1" fmla="*/ 656981 h 19679"/>
                <a:gd name="T2" fmla="*/ 598377 w 19679"/>
                <a:gd name="T3" fmla="*/ 656981 h 19679"/>
                <a:gd name="T4" fmla="*/ 598377 w 19679"/>
                <a:gd name="T5" fmla="*/ 656981 h 19679"/>
                <a:gd name="T6" fmla="*/ 598377 w 19679"/>
                <a:gd name="T7" fmla="*/ 65698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1">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Lst>
          </p:spPr>
          <p:txBody>
            <a:bodyPr lIns="0" tIns="0" rIns="0" bIns="0" anchor="ctr"/>
            <a:lstStyle/>
            <a:p>
              <a:pPr>
                <a:lnSpc>
                  <a:spcPct val="120000"/>
                </a:lnSpc>
              </a:pPr>
              <a:endParaRPr lang="zh-CN" altLang="en-US" sz="1563">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16" name="Line 24"/>
            <p:cNvSpPr>
              <a:spLocks noChangeShapeType="1"/>
            </p:cNvSpPr>
            <p:nvPr/>
          </p:nvSpPr>
          <p:spPr bwMode="auto">
            <a:xfrm flipH="1" flipV="1">
              <a:off x="430156" y="446134"/>
              <a:ext cx="2963466" cy="2962597"/>
            </a:xfrm>
            <a:prstGeom prst="line">
              <a:avLst/>
            </a:prstGeom>
            <a:noFill/>
            <a:ln w="63500" cap="flat" cmpd="sng">
              <a:solidFill>
                <a:schemeClr val="bg1"/>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09348">
                <a:defRPr/>
              </a:pPr>
              <a:endParaRPr lang="es-ES" sz="55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3821" name="AutoShape 29"/>
          <p:cNvSpPr>
            <a:spLocks/>
          </p:cNvSpPr>
          <p:nvPr/>
        </p:nvSpPr>
        <p:spPr bwMode="auto">
          <a:xfrm>
            <a:off x="8451397" y="2555798"/>
            <a:ext cx="1433473" cy="438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2" name="AutoShape 30"/>
          <p:cNvSpPr>
            <a:spLocks/>
          </p:cNvSpPr>
          <p:nvPr/>
        </p:nvSpPr>
        <p:spPr bwMode="auto">
          <a:xfrm>
            <a:off x="8445582" y="2296301"/>
            <a:ext cx="1189182" cy="2340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3" name="AutoShape 31"/>
          <p:cNvSpPr>
            <a:spLocks/>
          </p:cNvSpPr>
          <p:nvPr/>
        </p:nvSpPr>
        <p:spPr bwMode="auto">
          <a:xfrm>
            <a:off x="8196987" y="2332646"/>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6"/>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215">
              <a:solidFill>
                <a:prstClr val="white">
                  <a:lumMod val="65000"/>
                </a:prstClr>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33824" name="AutoShape 32"/>
          <p:cNvSpPr>
            <a:spLocks/>
          </p:cNvSpPr>
          <p:nvPr/>
        </p:nvSpPr>
        <p:spPr bwMode="auto">
          <a:xfrm>
            <a:off x="8945679" y="3963050"/>
            <a:ext cx="1432882" cy="438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5" name="AutoShape 33"/>
          <p:cNvSpPr>
            <a:spLocks/>
          </p:cNvSpPr>
          <p:nvPr/>
        </p:nvSpPr>
        <p:spPr bwMode="auto">
          <a:xfrm>
            <a:off x="8939136" y="3703552"/>
            <a:ext cx="1189183" cy="2340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6" name="AutoShape 34"/>
          <p:cNvSpPr>
            <a:spLocks/>
          </p:cNvSpPr>
          <p:nvPr/>
        </p:nvSpPr>
        <p:spPr bwMode="auto">
          <a:xfrm>
            <a:off x="8690542" y="3739898"/>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5"/>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215">
              <a:solidFill>
                <a:prstClr val="white">
                  <a:lumMod val="65000"/>
                </a:prstClr>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33827" name="AutoShape 35"/>
          <p:cNvSpPr>
            <a:spLocks/>
          </p:cNvSpPr>
          <p:nvPr/>
        </p:nvSpPr>
        <p:spPr bwMode="auto">
          <a:xfrm>
            <a:off x="8300205" y="5402285"/>
            <a:ext cx="1433473" cy="438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8" name="AutoShape 36"/>
          <p:cNvSpPr>
            <a:spLocks/>
          </p:cNvSpPr>
          <p:nvPr/>
        </p:nvSpPr>
        <p:spPr bwMode="auto">
          <a:xfrm>
            <a:off x="8293662" y="5142786"/>
            <a:ext cx="1189960" cy="2340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29" name="AutoShape 37"/>
          <p:cNvSpPr>
            <a:spLocks/>
          </p:cNvSpPr>
          <p:nvPr/>
        </p:nvSpPr>
        <p:spPr bwMode="auto">
          <a:xfrm>
            <a:off x="8045069" y="5179132"/>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832">
              <a:solidFill>
                <a:srgbClr val="F1F2F1"/>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33830" name="AutoShape 38"/>
          <p:cNvSpPr>
            <a:spLocks/>
          </p:cNvSpPr>
          <p:nvPr/>
        </p:nvSpPr>
        <p:spPr bwMode="auto">
          <a:xfrm>
            <a:off x="2944611" y="5458982"/>
            <a:ext cx="1483472" cy="3816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1" name="AutoShape 39"/>
          <p:cNvSpPr>
            <a:spLocks/>
          </p:cNvSpPr>
          <p:nvPr/>
        </p:nvSpPr>
        <p:spPr bwMode="auto">
          <a:xfrm>
            <a:off x="3191648" y="5198758"/>
            <a:ext cx="1229893" cy="2035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2" name="AutoShape 40"/>
          <p:cNvSpPr>
            <a:spLocks/>
          </p:cNvSpPr>
          <p:nvPr/>
        </p:nvSpPr>
        <p:spPr bwMode="auto">
          <a:xfrm>
            <a:off x="4505860" y="5235829"/>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3"/>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215">
              <a:solidFill>
                <a:prstClr val="white">
                  <a:lumMod val="65000"/>
                </a:prstClr>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33833" name="AutoShape 41"/>
          <p:cNvSpPr>
            <a:spLocks/>
          </p:cNvSpPr>
          <p:nvPr/>
        </p:nvSpPr>
        <p:spPr bwMode="auto">
          <a:xfrm>
            <a:off x="2389997" y="4012479"/>
            <a:ext cx="1483472" cy="3816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4" name="AutoShape 42"/>
          <p:cNvSpPr>
            <a:spLocks/>
          </p:cNvSpPr>
          <p:nvPr/>
        </p:nvSpPr>
        <p:spPr bwMode="auto">
          <a:xfrm>
            <a:off x="2637033" y="3752254"/>
            <a:ext cx="1229892" cy="2035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5" name="AutoShape 43"/>
          <p:cNvSpPr>
            <a:spLocks/>
          </p:cNvSpPr>
          <p:nvPr/>
        </p:nvSpPr>
        <p:spPr bwMode="auto">
          <a:xfrm>
            <a:off x="3927985" y="3789326"/>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2"/>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215">
              <a:solidFill>
                <a:prstClr val="white">
                  <a:lumMod val="65000"/>
                </a:prstClr>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33836" name="AutoShape 44"/>
          <p:cNvSpPr>
            <a:spLocks/>
          </p:cNvSpPr>
          <p:nvPr/>
        </p:nvSpPr>
        <p:spPr bwMode="auto">
          <a:xfrm>
            <a:off x="2948971" y="2561614"/>
            <a:ext cx="1483472" cy="3816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spcBef>
                <a:spcPts val="779"/>
              </a:spcBef>
            </a:pPr>
            <a:r>
              <a:rPr lang="zh-CN" altLang="en-US" sz="69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r>
              <a:rPr lang="zh-CN" altLang="en-US" sz="69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，点击添加相关标题文字，修改文字内容，也可以直接复制你的内容到此。</a:t>
            </a:r>
            <a:endParaRPr lang="es-ES" altLang="zh-CN" sz="868"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7" name="AutoShape 45"/>
          <p:cNvSpPr>
            <a:spLocks/>
          </p:cNvSpPr>
          <p:nvPr/>
        </p:nvSpPr>
        <p:spPr bwMode="auto">
          <a:xfrm>
            <a:off x="3197923" y="2302116"/>
            <a:ext cx="1235973" cy="2035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7445" tIns="17445" rIns="17445" bIns="17445"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r" eaLnBrk="1">
              <a:lnSpc>
                <a:spcPct val="120000"/>
              </a:lnSpc>
            </a:pPr>
            <a:r>
              <a:rPr lang="zh-CN" altLang="en-US" sz="1215"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15"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3838" name="AutoShape 46"/>
          <p:cNvSpPr>
            <a:spLocks/>
          </p:cNvSpPr>
          <p:nvPr/>
        </p:nvSpPr>
        <p:spPr bwMode="auto">
          <a:xfrm>
            <a:off x="4510221" y="2338461"/>
            <a:ext cx="197713" cy="197713"/>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3" y="20639"/>
                  <a:pt x="2881" y="16796"/>
                </a:cubicBezTo>
                <a:cubicBezTo>
                  <a:pt x="-961" y="12953"/>
                  <a:pt x="-961" y="6724"/>
                  <a:pt x="2881" y="2881"/>
                </a:cubicBezTo>
                <a:cubicBezTo>
                  <a:pt x="6723" y="-961"/>
                  <a:pt x="12953" y="-961"/>
                  <a:pt x="16796" y="2881"/>
                </a:cubicBezTo>
              </a:path>
            </a:pathLst>
          </a:custGeom>
          <a:solidFill>
            <a:schemeClr val="accent1"/>
          </a:solidFill>
          <a:ln w="25400" cap="flat" cmpd="sng">
            <a:solidFill>
              <a:srgbClr val="000000">
                <a:alpha val="0"/>
              </a:srgbClr>
            </a:solidFill>
            <a:prstDash val="solid"/>
            <a:miter lim="0"/>
            <a:headEnd/>
            <a:tailEnd/>
          </a:ln>
          <a:effectLst/>
        </p:spPr>
        <p:txBody>
          <a:bodyPr lIns="0" tIns="0" rIns="0" bIns="0" anchor="ctr"/>
          <a:lstStyle/>
          <a:p>
            <a:pPr defTabSz="267500">
              <a:lnSpc>
                <a:spcPct val="120000"/>
              </a:lnSpc>
              <a:defRPr/>
            </a:pPr>
            <a:endParaRPr lang="es-ES" sz="1215">
              <a:solidFill>
                <a:prstClr val="white">
                  <a:lumMod val="65000"/>
                </a:prstClr>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44" name="Content Placeholder 2"/>
          <p:cNvSpPr txBox="1">
            <a:spLocks/>
          </p:cNvSpPr>
          <p:nvPr/>
        </p:nvSpPr>
        <p:spPr>
          <a:xfrm>
            <a:off x="361950" y="269589"/>
            <a:ext cx="3067050" cy="378111"/>
          </a:xfrm>
          <a:prstGeom prst="rect">
            <a:avLst/>
          </a:prstGeom>
        </p:spPr>
        <p:txBody>
          <a:bodyPr vert="horz" lIns="96435" tIns="48218" rIns="96435" bIns="48218"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517FFE">
                  <a:lumMod val="75000"/>
                </a:srgbClr>
              </a:buClr>
            </a:pPr>
            <a:r>
              <a:rPr lang="zh-CN" altLang="en-US" sz="2000" dirty="0">
                <a:solidFill>
                  <a:prstClr val="white">
                    <a:lumMod val="50000"/>
                  </a:prstClr>
                </a:solidFill>
                <a:latin typeface="微软雅黑" panose="020B0503020204020204" pitchFamily="34" charset="-122"/>
                <a:ea typeface="微软雅黑" panose="020B0503020204020204" pitchFamily="34" charset="-122"/>
                <a:cs typeface="+mn-ea"/>
                <a:sym typeface="+mn-lt"/>
              </a:rPr>
              <a:t>点击添加相关标题文字</a:t>
            </a:r>
            <a:endParaRPr lang="en-US" sz="2000" dirty="0">
              <a:solidFill>
                <a:prstClr val="white">
                  <a:lumMod val="50000"/>
                </a:prstClr>
              </a:solidFill>
              <a:latin typeface="微软雅黑" panose="020B0503020204020204" pitchFamily="34" charset="-122"/>
              <a:ea typeface="微软雅黑" panose="020B0503020204020204" pitchFamily="34" charset="-122"/>
              <a:sym typeface="+mn-lt"/>
            </a:endParaRPr>
          </a:p>
        </p:txBody>
      </p:sp>
    </p:spTree>
    <p:extLst>
      <p:ext uri="{BB962C8B-B14F-4D97-AF65-F5344CB8AC3E}">
        <p14:creationId xmlns:p14="http://schemas.microsoft.com/office/powerpoint/2010/main" val="4022982472"/>
      </p:ext>
    </p:extLst>
  </p:cSld>
  <p:clrMapOvr>
    <a:masterClrMapping/>
  </p:clrMapOvr>
  <mc:AlternateContent xmlns:mc="http://schemas.openxmlformats.org/markup-compatibility/2006" xmlns:p14="http://schemas.microsoft.com/office/powerpoint/2010/main">
    <mc:Choice Requires="p14">
      <p:transition spd="slow" p14:dur="1250" advTm="0">
        <p14:flip dir="r"/>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nodeType="afterEffect">
                                  <p:stCondLst>
                                    <p:cond delay="0"/>
                                  </p:stCondLst>
                                  <p:childTnLst>
                                    <p:set>
                                      <p:cBhvr>
                                        <p:cTn id="6" dur="1" fill="hold">
                                          <p:stCondLst>
                                            <p:cond delay="0"/>
                                          </p:stCondLst>
                                        </p:cTn>
                                        <p:tgtEl>
                                          <p:spTgt spid="33793"/>
                                        </p:tgtEl>
                                        <p:attrNameLst>
                                          <p:attrName>style.visibility</p:attrName>
                                        </p:attrNameLst>
                                      </p:cBhvr>
                                      <p:to>
                                        <p:strVal val="visible"/>
                                      </p:to>
                                    </p:set>
                                    <p:anim calcmode="lin" valueType="num">
                                      <p:cBhvr>
                                        <p:cTn id="7" dur="500" fill="hold"/>
                                        <p:tgtEl>
                                          <p:spTgt spid="33793"/>
                                        </p:tgtEl>
                                        <p:attrNameLst>
                                          <p:attrName>ppt_w</p:attrName>
                                        </p:attrNameLst>
                                      </p:cBhvr>
                                      <p:tavLst>
                                        <p:tav tm="0">
                                          <p:val>
                                            <p:fltVal val="0"/>
                                          </p:val>
                                        </p:tav>
                                        <p:tav tm="100000">
                                          <p:val>
                                            <p:strVal val="#ppt_w"/>
                                          </p:val>
                                        </p:tav>
                                      </p:tavLst>
                                    </p:anim>
                                    <p:anim calcmode="lin" valueType="num">
                                      <p:cBhvr>
                                        <p:cTn id="8" dur="500" fill="hold"/>
                                        <p:tgtEl>
                                          <p:spTgt spid="33793"/>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300"/>
                                  </p:stCondLst>
                                  <p:childTnLst>
                                    <p:set>
                                      <p:cBhvr>
                                        <p:cTn id="11" dur="1" fill="hold">
                                          <p:stCondLst>
                                            <p:cond delay="0"/>
                                          </p:stCondLst>
                                        </p:cTn>
                                        <p:tgtEl>
                                          <p:spTgt spid="33797"/>
                                        </p:tgtEl>
                                        <p:attrNameLst>
                                          <p:attrName>style.visibility</p:attrName>
                                        </p:attrNameLst>
                                      </p:cBhvr>
                                      <p:to>
                                        <p:strVal val="visible"/>
                                      </p:to>
                                    </p:set>
                                    <p:anim calcmode="lin" valueType="num">
                                      <p:cBhvr>
                                        <p:cTn id="12" dur="500" fill="hold"/>
                                        <p:tgtEl>
                                          <p:spTgt spid="33797"/>
                                        </p:tgtEl>
                                        <p:attrNameLst>
                                          <p:attrName>ppt_w</p:attrName>
                                        </p:attrNameLst>
                                      </p:cBhvr>
                                      <p:tavLst>
                                        <p:tav tm="0">
                                          <p:val>
                                            <p:fltVal val="0"/>
                                          </p:val>
                                        </p:tav>
                                        <p:tav tm="100000">
                                          <p:val>
                                            <p:strVal val="#ppt_w"/>
                                          </p:val>
                                        </p:tav>
                                      </p:tavLst>
                                    </p:anim>
                                    <p:anim calcmode="lin" valueType="num">
                                      <p:cBhvr>
                                        <p:cTn id="13" dur="500" fill="hold"/>
                                        <p:tgtEl>
                                          <p:spTgt spid="3379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300"/>
                            </p:stCondLst>
                            <p:childTnLst>
                              <p:par>
                                <p:cTn id="15" presetID="23" presetClass="entr" presetSubtype="16" fill="hold" nodeType="afterEffect">
                                  <p:stCondLst>
                                    <p:cond delay="300"/>
                                  </p:stCondLst>
                                  <p:childTnLst>
                                    <p:set>
                                      <p:cBhvr>
                                        <p:cTn id="16" dur="1" fill="hold">
                                          <p:stCondLst>
                                            <p:cond delay="0"/>
                                          </p:stCondLst>
                                        </p:cTn>
                                        <p:tgtEl>
                                          <p:spTgt spid="33801"/>
                                        </p:tgtEl>
                                        <p:attrNameLst>
                                          <p:attrName>style.visibility</p:attrName>
                                        </p:attrNameLst>
                                      </p:cBhvr>
                                      <p:to>
                                        <p:strVal val="visible"/>
                                      </p:to>
                                    </p:set>
                                    <p:anim calcmode="lin" valueType="num">
                                      <p:cBhvr>
                                        <p:cTn id="17" dur="500" fill="hold"/>
                                        <p:tgtEl>
                                          <p:spTgt spid="33801"/>
                                        </p:tgtEl>
                                        <p:attrNameLst>
                                          <p:attrName>ppt_w</p:attrName>
                                        </p:attrNameLst>
                                      </p:cBhvr>
                                      <p:tavLst>
                                        <p:tav tm="0">
                                          <p:val>
                                            <p:fltVal val="0"/>
                                          </p:val>
                                        </p:tav>
                                        <p:tav tm="100000">
                                          <p:val>
                                            <p:strVal val="#ppt_w"/>
                                          </p:val>
                                        </p:tav>
                                      </p:tavLst>
                                    </p:anim>
                                    <p:anim calcmode="lin" valueType="num">
                                      <p:cBhvr>
                                        <p:cTn id="18" dur="500" fill="hold"/>
                                        <p:tgtEl>
                                          <p:spTgt spid="33801"/>
                                        </p:tgtEl>
                                        <p:attrNameLst>
                                          <p:attrName>ppt_h</p:attrName>
                                        </p:attrNameLst>
                                      </p:cBhvr>
                                      <p:tavLst>
                                        <p:tav tm="0">
                                          <p:val>
                                            <p:fltVal val="0"/>
                                          </p:val>
                                        </p:tav>
                                        <p:tav tm="100000">
                                          <p:val>
                                            <p:strVal val="#ppt_h"/>
                                          </p:val>
                                        </p:tav>
                                      </p:tavLst>
                                    </p:anim>
                                  </p:childTnLst>
                                </p:cTn>
                              </p:par>
                            </p:childTnLst>
                          </p:cTn>
                        </p:par>
                        <p:par>
                          <p:cTn id="19" fill="hold" nodeType="afterGroup">
                            <p:stCondLst>
                              <p:cond delay="2100"/>
                            </p:stCondLst>
                            <p:childTnLst>
                              <p:par>
                                <p:cTn id="20" presetID="23" presetClass="entr" presetSubtype="16" fill="hold" nodeType="afterEffect">
                                  <p:stCondLst>
                                    <p:cond delay="300"/>
                                  </p:stCondLst>
                                  <p:childTnLst>
                                    <p:set>
                                      <p:cBhvr>
                                        <p:cTn id="21" dur="1" fill="hold">
                                          <p:stCondLst>
                                            <p:cond delay="0"/>
                                          </p:stCondLst>
                                        </p:cTn>
                                        <p:tgtEl>
                                          <p:spTgt spid="33805"/>
                                        </p:tgtEl>
                                        <p:attrNameLst>
                                          <p:attrName>style.visibility</p:attrName>
                                        </p:attrNameLst>
                                      </p:cBhvr>
                                      <p:to>
                                        <p:strVal val="visible"/>
                                      </p:to>
                                    </p:set>
                                    <p:anim calcmode="lin" valueType="num">
                                      <p:cBhvr>
                                        <p:cTn id="22" dur="500" fill="hold"/>
                                        <p:tgtEl>
                                          <p:spTgt spid="33805"/>
                                        </p:tgtEl>
                                        <p:attrNameLst>
                                          <p:attrName>ppt_w</p:attrName>
                                        </p:attrNameLst>
                                      </p:cBhvr>
                                      <p:tavLst>
                                        <p:tav tm="0">
                                          <p:val>
                                            <p:fltVal val="0"/>
                                          </p:val>
                                        </p:tav>
                                        <p:tav tm="100000">
                                          <p:val>
                                            <p:strVal val="#ppt_w"/>
                                          </p:val>
                                        </p:tav>
                                      </p:tavLst>
                                    </p:anim>
                                    <p:anim calcmode="lin" valueType="num">
                                      <p:cBhvr>
                                        <p:cTn id="23" dur="500" fill="hold"/>
                                        <p:tgtEl>
                                          <p:spTgt spid="33805"/>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900"/>
                            </p:stCondLst>
                            <p:childTnLst>
                              <p:par>
                                <p:cTn id="25" presetID="23" presetClass="entr" presetSubtype="16" fill="hold" nodeType="afterEffect">
                                  <p:stCondLst>
                                    <p:cond delay="300"/>
                                  </p:stCondLst>
                                  <p:childTnLst>
                                    <p:set>
                                      <p:cBhvr>
                                        <p:cTn id="26" dur="1" fill="hold">
                                          <p:stCondLst>
                                            <p:cond delay="0"/>
                                          </p:stCondLst>
                                        </p:cTn>
                                        <p:tgtEl>
                                          <p:spTgt spid="33809"/>
                                        </p:tgtEl>
                                        <p:attrNameLst>
                                          <p:attrName>style.visibility</p:attrName>
                                        </p:attrNameLst>
                                      </p:cBhvr>
                                      <p:to>
                                        <p:strVal val="visible"/>
                                      </p:to>
                                    </p:set>
                                    <p:anim calcmode="lin" valueType="num">
                                      <p:cBhvr>
                                        <p:cTn id="27" dur="500" fill="hold"/>
                                        <p:tgtEl>
                                          <p:spTgt spid="33809"/>
                                        </p:tgtEl>
                                        <p:attrNameLst>
                                          <p:attrName>ppt_w</p:attrName>
                                        </p:attrNameLst>
                                      </p:cBhvr>
                                      <p:tavLst>
                                        <p:tav tm="0">
                                          <p:val>
                                            <p:fltVal val="0"/>
                                          </p:val>
                                        </p:tav>
                                        <p:tav tm="100000">
                                          <p:val>
                                            <p:strVal val="#ppt_w"/>
                                          </p:val>
                                        </p:tav>
                                      </p:tavLst>
                                    </p:anim>
                                    <p:anim calcmode="lin" valueType="num">
                                      <p:cBhvr>
                                        <p:cTn id="28" dur="500" fill="hold"/>
                                        <p:tgtEl>
                                          <p:spTgt spid="33809"/>
                                        </p:tgtEl>
                                        <p:attrNameLst>
                                          <p:attrName>ppt_h</p:attrName>
                                        </p:attrNameLst>
                                      </p:cBhvr>
                                      <p:tavLst>
                                        <p:tav tm="0">
                                          <p:val>
                                            <p:fltVal val="0"/>
                                          </p:val>
                                        </p:tav>
                                        <p:tav tm="100000">
                                          <p:val>
                                            <p:strVal val="#ppt_h"/>
                                          </p:val>
                                        </p:tav>
                                      </p:tavLst>
                                    </p:anim>
                                  </p:childTnLst>
                                </p:cTn>
                              </p:par>
                            </p:childTnLst>
                          </p:cTn>
                        </p:par>
                        <p:par>
                          <p:cTn id="29" fill="hold" nodeType="afterGroup">
                            <p:stCondLst>
                              <p:cond delay="3700"/>
                            </p:stCondLst>
                            <p:childTnLst>
                              <p:par>
                                <p:cTn id="30" presetID="23" presetClass="entr" presetSubtype="16" fill="hold" nodeType="afterEffect">
                                  <p:stCondLst>
                                    <p:cond delay="300"/>
                                  </p:stCondLst>
                                  <p:childTnLst>
                                    <p:set>
                                      <p:cBhvr>
                                        <p:cTn id="31" dur="1" fill="hold">
                                          <p:stCondLst>
                                            <p:cond delay="0"/>
                                          </p:stCondLst>
                                        </p:cTn>
                                        <p:tgtEl>
                                          <p:spTgt spid="33813"/>
                                        </p:tgtEl>
                                        <p:attrNameLst>
                                          <p:attrName>style.visibility</p:attrName>
                                        </p:attrNameLst>
                                      </p:cBhvr>
                                      <p:to>
                                        <p:strVal val="visible"/>
                                      </p:to>
                                    </p:set>
                                    <p:anim calcmode="lin" valueType="num">
                                      <p:cBhvr>
                                        <p:cTn id="32" dur="500" fill="hold"/>
                                        <p:tgtEl>
                                          <p:spTgt spid="33813"/>
                                        </p:tgtEl>
                                        <p:attrNameLst>
                                          <p:attrName>ppt_w</p:attrName>
                                        </p:attrNameLst>
                                      </p:cBhvr>
                                      <p:tavLst>
                                        <p:tav tm="0">
                                          <p:val>
                                            <p:fltVal val="0"/>
                                          </p:val>
                                        </p:tav>
                                        <p:tav tm="100000">
                                          <p:val>
                                            <p:strVal val="#ppt_w"/>
                                          </p:val>
                                        </p:tav>
                                      </p:tavLst>
                                    </p:anim>
                                    <p:anim calcmode="lin" valueType="num">
                                      <p:cBhvr>
                                        <p:cTn id="33" dur="500" fill="hold"/>
                                        <p:tgtEl>
                                          <p:spTgt spid="33813"/>
                                        </p:tgtEl>
                                        <p:attrNameLst>
                                          <p:attrName>ppt_h</p:attrName>
                                        </p:attrNameLst>
                                      </p:cBhvr>
                                      <p:tavLst>
                                        <p:tav tm="0">
                                          <p:val>
                                            <p:fltVal val="0"/>
                                          </p:val>
                                        </p:tav>
                                        <p:tav tm="100000">
                                          <p:val>
                                            <p:strVal val="#ppt_h"/>
                                          </p:val>
                                        </p:tav>
                                      </p:tavLst>
                                    </p:anim>
                                  </p:childTnLst>
                                </p:cTn>
                              </p:par>
                            </p:childTnLst>
                          </p:cTn>
                        </p:par>
                        <p:par>
                          <p:cTn id="34" fill="hold" nodeType="afterGroup">
                            <p:stCondLst>
                              <p:cond delay="4500"/>
                            </p:stCondLst>
                            <p:childTnLst>
                              <p:par>
                                <p:cTn id="35" presetID="2" presetClass="entr" presetSubtype="2" fill="hold" grpId="0" nodeType="afterEffect">
                                  <p:stCondLst>
                                    <p:cond delay="100"/>
                                  </p:stCondLst>
                                  <p:childTnLst>
                                    <p:set>
                                      <p:cBhvr>
                                        <p:cTn id="36" dur="1" fill="hold">
                                          <p:stCondLst>
                                            <p:cond delay="0"/>
                                          </p:stCondLst>
                                        </p:cTn>
                                        <p:tgtEl>
                                          <p:spTgt spid="33822"/>
                                        </p:tgtEl>
                                        <p:attrNameLst>
                                          <p:attrName>style.visibility</p:attrName>
                                        </p:attrNameLst>
                                      </p:cBhvr>
                                      <p:to>
                                        <p:strVal val="visible"/>
                                      </p:to>
                                    </p:set>
                                    <p:anim calcmode="lin" valueType="num">
                                      <p:cBhvr additive="base">
                                        <p:cTn id="37" dur="500" fill="hold"/>
                                        <p:tgtEl>
                                          <p:spTgt spid="33822"/>
                                        </p:tgtEl>
                                        <p:attrNameLst>
                                          <p:attrName>ppt_x</p:attrName>
                                        </p:attrNameLst>
                                      </p:cBhvr>
                                      <p:tavLst>
                                        <p:tav tm="0">
                                          <p:val>
                                            <p:strVal val="1+#ppt_w/2"/>
                                          </p:val>
                                        </p:tav>
                                        <p:tav tm="100000">
                                          <p:val>
                                            <p:strVal val="#ppt_x"/>
                                          </p:val>
                                        </p:tav>
                                      </p:tavLst>
                                    </p:anim>
                                    <p:anim calcmode="lin" valueType="num">
                                      <p:cBhvr additive="base">
                                        <p:cTn id="38" dur="500" fill="hold"/>
                                        <p:tgtEl>
                                          <p:spTgt spid="33822"/>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5100"/>
                            </p:stCondLst>
                            <p:childTnLst>
                              <p:par>
                                <p:cTn id="40" presetID="2" presetClass="entr" presetSubtype="2" fill="hold" grpId="0" nodeType="afterEffect">
                                  <p:stCondLst>
                                    <p:cond delay="0"/>
                                  </p:stCondLst>
                                  <p:childTnLst>
                                    <p:set>
                                      <p:cBhvr>
                                        <p:cTn id="41" dur="1" fill="hold">
                                          <p:stCondLst>
                                            <p:cond delay="0"/>
                                          </p:stCondLst>
                                        </p:cTn>
                                        <p:tgtEl>
                                          <p:spTgt spid="33821"/>
                                        </p:tgtEl>
                                        <p:attrNameLst>
                                          <p:attrName>style.visibility</p:attrName>
                                        </p:attrNameLst>
                                      </p:cBhvr>
                                      <p:to>
                                        <p:strVal val="visible"/>
                                      </p:to>
                                    </p:set>
                                    <p:anim calcmode="lin" valueType="num">
                                      <p:cBhvr additive="base">
                                        <p:cTn id="42" dur="500" fill="hold"/>
                                        <p:tgtEl>
                                          <p:spTgt spid="33821"/>
                                        </p:tgtEl>
                                        <p:attrNameLst>
                                          <p:attrName>ppt_x</p:attrName>
                                        </p:attrNameLst>
                                      </p:cBhvr>
                                      <p:tavLst>
                                        <p:tav tm="0">
                                          <p:val>
                                            <p:strVal val="1+#ppt_w/2"/>
                                          </p:val>
                                        </p:tav>
                                        <p:tav tm="100000">
                                          <p:val>
                                            <p:strVal val="#ppt_x"/>
                                          </p:val>
                                        </p:tav>
                                      </p:tavLst>
                                    </p:anim>
                                    <p:anim calcmode="lin" valueType="num">
                                      <p:cBhvr additive="base">
                                        <p:cTn id="43" dur="500" fill="hold"/>
                                        <p:tgtEl>
                                          <p:spTgt spid="33821"/>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5600"/>
                            </p:stCondLst>
                            <p:childTnLst>
                              <p:par>
                                <p:cTn id="45" presetID="9" presetClass="entr" presetSubtype="0" fill="hold" nodeType="afterEffect">
                                  <p:stCondLst>
                                    <p:cond delay="100"/>
                                  </p:stCondLst>
                                  <p:childTnLst>
                                    <p:set>
                                      <p:cBhvr>
                                        <p:cTn id="46" dur="1" fill="hold">
                                          <p:stCondLst>
                                            <p:cond delay="0"/>
                                          </p:stCondLst>
                                        </p:cTn>
                                        <p:tgtEl>
                                          <p:spTgt spid="33823"/>
                                        </p:tgtEl>
                                        <p:attrNameLst>
                                          <p:attrName>style.visibility</p:attrName>
                                        </p:attrNameLst>
                                      </p:cBhvr>
                                      <p:to>
                                        <p:strVal val="visible"/>
                                      </p:to>
                                    </p:set>
                                    <p:animEffect transition="in" filter="dissolve">
                                      <p:cBhvr>
                                        <p:cTn id="47" dur="500"/>
                                        <p:tgtEl>
                                          <p:spTgt spid="33823"/>
                                        </p:tgtEl>
                                      </p:cBhvr>
                                    </p:animEffect>
                                  </p:childTnLst>
                                </p:cTn>
                              </p:par>
                            </p:childTnLst>
                          </p:cTn>
                        </p:par>
                        <p:par>
                          <p:cTn id="48" fill="hold" nodeType="afterGroup">
                            <p:stCondLst>
                              <p:cond delay="6200"/>
                            </p:stCondLst>
                            <p:childTnLst>
                              <p:par>
                                <p:cTn id="49" presetID="2" presetClass="entr" presetSubtype="2" fill="hold" grpId="0" nodeType="afterEffect">
                                  <p:stCondLst>
                                    <p:cond delay="100"/>
                                  </p:stCondLst>
                                  <p:childTnLst>
                                    <p:set>
                                      <p:cBhvr>
                                        <p:cTn id="50" dur="1" fill="hold">
                                          <p:stCondLst>
                                            <p:cond delay="0"/>
                                          </p:stCondLst>
                                        </p:cTn>
                                        <p:tgtEl>
                                          <p:spTgt spid="33825"/>
                                        </p:tgtEl>
                                        <p:attrNameLst>
                                          <p:attrName>style.visibility</p:attrName>
                                        </p:attrNameLst>
                                      </p:cBhvr>
                                      <p:to>
                                        <p:strVal val="visible"/>
                                      </p:to>
                                    </p:set>
                                    <p:anim calcmode="lin" valueType="num">
                                      <p:cBhvr additive="base">
                                        <p:cTn id="51" dur="500" fill="hold"/>
                                        <p:tgtEl>
                                          <p:spTgt spid="33825"/>
                                        </p:tgtEl>
                                        <p:attrNameLst>
                                          <p:attrName>ppt_x</p:attrName>
                                        </p:attrNameLst>
                                      </p:cBhvr>
                                      <p:tavLst>
                                        <p:tav tm="0">
                                          <p:val>
                                            <p:strVal val="1+#ppt_w/2"/>
                                          </p:val>
                                        </p:tav>
                                        <p:tav tm="100000">
                                          <p:val>
                                            <p:strVal val="#ppt_x"/>
                                          </p:val>
                                        </p:tav>
                                      </p:tavLst>
                                    </p:anim>
                                    <p:anim calcmode="lin" valueType="num">
                                      <p:cBhvr additive="base">
                                        <p:cTn id="52" dur="500" fill="hold"/>
                                        <p:tgtEl>
                                          <p:spTgt spid="33825"/>
                                        </p:tgtEl>
                                        <p:attrNameLst>
                                          <p:attrName>ppt_y</p:attrName>
                                        </p:attrNameLst>
                                      </p:cBhvr>
                                      <p:tavLst>
                                        <p:tav tm="0">
                                          <p:val>
                                            <p:strVal val="#ppt_y"/>
                                          </p:val>
                                        </p:tav>
                                        <p:tav tm="100000">
                                          <p:val>
                                            <p:strVal val="#ppt_y"/>
                                          </p:val>
                                        </p:tav>
                                      </p:tavLst>
                                    </p:anim>
                                  </p:childTnLst>
                                </p:cTn>
                              </p:par>
                            </p:childTnLst>
                          </p:cTn>
                        </p:par>
                        <p:par>
                          <p:cTn id="53" fill="hold" nodeType="afterGroup">
                            <p:stCondLst>
                              <p:cond delay="6800"/>
                            </p:stCondLst>
                            <p:childTnLst>
                              <p:par>
                                <p:cTn id="54" presetID="2" presetClass="entr" presetSubtype="2" fill="hold" grpId="0" nodeType="afterEffect">
                                  <p:stCondLst>
                                    <p:cond delay="0"/>
                                  </p:stCondLst>
                                  <p:childTnLst>
                                    <p:set>
                                      <p:cBhvr>
                                        <p:cTn id="55" dur="1" fill="hold">
                                          <p:stCondLst>
                                            <p:cond delay="0"/>
                                          </p:stCondLst>
                                        </p:cTn>
                                        <p:tgtEl>
                                          <p:spTgt spid="33824"/>
                                        </p:tgtEl>
                                        <p:attrNameLst>
                                          <p:attrName>style.visibility</p:attrName>
                                        </p:attrNameLst>
                                      </p:cBhvr>
                                      <p:to>
                                        <p:strVal val="visible"/>
                                      </p:to>
                                    </p:set>
                                    <p:anim calcmode="lin" valueType="num">
                                      <p:cBhvr additive="base">
                                        <p:cTn id="56" dur="500" fill="hold"/>
                                        <p:tgtEl>
                                          <p:spTgt spid="33824"/>
                                        </p:tgtEl>
                                        <p:attrNameLst>
                                          <p:attrName>ppt_x</p:attrName>
                                        </p:attrNameLst>
                                      </p:cBhvr>
                                      <p:tavLst>
                                        <p:tav tm="0">
                                          <p:val>
                                            <p:strVal val="1+#ppt_w/2"/>
                                          </p:val>
                                        </p:tav>
                                        <p:tav tm="100000">
                                          <p:val>
                                            <p:strVal val="#ppt_x"/>
                                          </p:val>
                                        </p:tav>
                                      </p:tavLst>
                                    </p:anim>
                                    <p:anim calcmode="lin" valueType="num">
                                      <p:cBhvr additive="base">
                                        <p:cTn id="57" dur="500" fill="hold"/>
                                        <p:tgtEl>
                                          <p:spTgt spid="33824"/>
                                        </p:tgtEl>
                                        <p:attrNameLst>
                                          <p:attrName>ppt_y</p:attrName>
                                        </p:attrNameLst>
                                      </p:cBhvr>
                                      <p:tavLst>
                                        <p:tav tm="0">
                                          <p:val>
                                            <p:strVal val="#ppt_y"/>
                                          </p:val>
                                        </p:tav>
                                        <p:tav tm="100000">
                                          <p:val>
                                            <p:strVal val="#ppt_y"/>
                                          </p:val>
                                        </p:tav>
                                      </p:tavLst>
                                    </p:anim>
                                  </p:childTnLst>
                                </p:cTn>
                              </p:par>
                            </p:childTnLst>
                          </p:cTn>
                        </p:par>
                        <p:par>
                          <p:cTn id="58" fill="hold" nodeType="afterGroup">
                            <p:stCondLst>
                              <p:cond delay="7300"/>
                            </p:stCondLst>
                            <p:childTnLst>
                              <p:par>
                                <p:cTn id="59" presetID="9" presetClass="entr" presetSubtype="0" fill="hold" nodeType="afterEffect">
                                  <p:stCondLst>
                                    <p:cond delay="100"/>
                                  </p:stCondLst>
                                  <p:childTnLst>
                                    <p:set>
                                      <p:cBhvr>
                                        <p:cTn id="60" dur="1" fill="hold">
                                          <p:stCondLst>
                                            <p:cond delay="0"/>
                                          </p:stCondLst>
                                        </p:cTn>
                                        <p:tgtEl>
                                          <p:spTgt spid="33826"/>
                                        </p:tgtEl>
                                        <p:attrNameLst>
                                          <p:attrName>style.visibility</p:attrName>
                                        </p:attrNameLst>
                                      </p:cBhvr>
                                      <p:to>
                                        <p:strVal val="visible"/>
                                      </p:to>
                                    </p:set>
                                    <p:animEffect transition="in" filter="dissolve">
                                      <p:cBhvr>
                                        <p:cTn id="61" dur="500"/>
                                        <p:tgtEl>
                                          <p:spTgt spid="33826"/>
                                        </p:tgtEl>
                                      </p:cBhvr>
                                    </p:animEffect>
                                  </p:childTnLst>
                                </p:cTn>
                              </p:par>
                            </p:childTnLst>
                          </p:cTn>
                        </p:par>
                        <p:par>
                          <p:cTn id="62" fill="hold" nodeType="afterGroup">
                            <p:stCondLst>
                              <p:cond delay="7900"/>
                            </p:stCondLst>
                            <p:childTnLst>
                              <p:par>
                                <p:cTn id="63" presetID="2" presetClass="entr" presetSubtype="2" fill="hold" grpId="0" nodeType="afterEffect">
                                  <p:stCondLst>
                                    <p:cond delay="100"/>
                                  </p:stCondLst>
                                  <p:childTnLst>
                                    <p:set>
                                      <p:cBhvr>
                                        <p:cTn id="64" dur="1" fill="hold">
                                          <p:stCondLst>
                                            <p:cond delay="0"/>
                                          </p:stCondLst>
                                        </p:cTn>
                                        <p:tgtEl>
                                          <p:spTgt spid="33828"/>
                                        </p:tgtEl>
                                        <p:attrNameLst>
                                          <p:attrName>style.visibility</p:attrName>
                                        </p:attrNameLst>
                                      </p:cBhvr>
                                      <p:to>
                                        <p:strVal val="visible"/>
                                      </p:to>
                                    </p:set>
                                    <p:anim calcmode="lin" valueType="num">
                                      <p:cBhvr additive="base">
                                        <p:cTn id="65" dur="500" fill="hold"/>
                                        <p:tgtEl>
                                          <p:spTgt spid="33828"/>
                                        </p:tgtEl>
                                        <p:attrNameLst>
                                          <p:attrName>ppt_x</p:attrName>
                                        </p:attrNameLst>
                                      </p:cBhvr>
                                      <p:tavLst>
                                        <p:tav tm="0">
                                          <p:val>
                                            <p:strVal val="1+#ppt_w/2"/>
                                          </p:val>
                                        </p:tav>
                                        <p:tav tm="100000">
                                          <p:val>
                                            <p:strVal val="#ppt_x"/>
                                          </p:val>
                                        </p:tav>
                                      </p:tavLst>
                                    </p:anim>
                                    <p:anim calcmode="lin" valueType="num">
                                      <p:cBhvr additive="base">
                                        <p:cTn id="66" dur="500" fill="hold"/>
                                        <p:tgtEl>
                                          <p:spTgt spid="33828"/>
                                        </p:tgtEl>
                                        <p:attrNameLst>
                                          <p:attrName>ppt_y</p:attrName>
                                        </p:attrNameLst>
                                      </p:cBhvr>
                                      <p:tavLst>
                                        <p:tav tm="0">
                                          <p:val>
                                            <p:strVal val="#ppt_y"/>
                                          </p:val>
                                        </p:tav>
                                        <p:tav tm="100000">
                                          <p:val>
                                            <p:strVal val="#ppt_y"/>
                                          </p:val>
                                        </p:tav>
                                      </p:tavLst>
                                    </p:anim>
                                  </p:childTnLst>
                                </p:cTn>
                              </p:par>
                            </p:childTnLst>
                          </p:cTn>
                        </p:par>
                        <p:par>
                          <p:cTn id="67" fill="hold" nodeType="afterGroup">
                            <p:stCondLst>
                              <p:cond delay="8500"/>
                            </p:stCondLst>
                            <p:childTnLst>
                              <p:par>
                                <p:cTn id="68" presetID="2" presetClass="entr" presetSubtype="2" fill="hold" grpId="0" nodeType="afterEffect">
                                  <p:stCondLst>
                                    <p:cond delay="0"/>
                                  </p:stCondLst>
                                  <p:childTnLst>
                                    <p:set>
                                      <p:cBhvr>
                                        <p:cTn id="69" dur="1" fill="hold">
                                          <p:stCondLst>
                                            <p:cond delay="0"/>
                                          </p:stCondLst>
                                        </p:cTn>
                                        <p:tgtEl>
                                          <p:spTgt spid="33827"/>
                                        </p:tgtEl>
                                        <p:attrNameLst>
                                          <p:attrName>style.visibility</p:attrName>
                                        </p:attrNameLst>
                                      </p:cBhvr>
                                      <p:to>
                                        <p:strVal val="visible"/>
                                      </p:to>
                                    </p:set>
                                    <p:anim calcmode="lin" valueType="num">
                                      <p:cBhvr additive="base">
                                        <p:cTn id="70" dur="500" fill="hold"/>
                                        <p:tgtEl>
                                          <p:spTgt spid="33827"/>
                                        </p:tgtEl>
                                        <p:attrNameLst>
                                          <p:attrName>ppt_x</p:attrName>
                                        </p:attrNameLst>
                                      </p:cBhvr>
                                      <p:tavLst>
                                        <p:tav tm="0">
                                          <p:val>
                                            <p:strVal val="1+#ppt_w/2"/>
                                          </p:val>
                                        </p:tav>
                                        <p:tav tm="100000">
                                          <p:val>
                                            <p:strVal val="#ppt_x"/>
                                          </p:val>
                                        </p:tav>
                                      </p:tavLst>
                                    </p:anim>
                                    <p:anim calcmode="lin" valueType="num">
                                      <p:cBhvr additive="base">
                                        <p:cTn id="71" dur="500" fill="hold"/>
                                        <p:tgtEl>
                                          <p:spTgt spid="33827"/>
                                        </p:tgtEl>
                                        <p:attrNameLst>
                                          <p:attrName>ppt_y</p:attrName>
                                        </p:attrNameLst>
                                      </p:cBhvr>
                                      <p:tavLst>
                                        <p:tav tm="0">
                                          <p:val>
                                            <p:strVal val="#ppt_y"/>
                                          </p:val>
                                        </p:tav>
                                        <p:tav tm="100000">
                                          <p:val>
                                            <p:strVal val="#ppt_y"/>
                                          </p:val>
                                        </p:tav>
                                      </p:tavLst>
                                    </p:anim>
                                  </p:childTnLst>
                                </p:cTn>
                              </p:par>
                            </p:childTnLst>
                          </p:cTn>
                        </p:par>
                        <p:par>
                          <p:cTn id="72" fill="hold" nodeType="afterGroup">
                            <p:stCondLst>
                              <p:cond delay="9000"/>
                            </p:stCondLst>
                            <p:childTnLst>
                              <p:par>
                                <p:cTn id="73" presetID="9" presetClass="entr" presetSubtype="0" fill="hold" nodeType="afterEffect">
                                  <p:stCondLst>
                                    <p:cond delay="100"/>
                                  </p:stCondLst>
                                  <p:childTnLst>
                                    <p:set>
                                      <p:cBhvr>
                                        <p:cTn id="74" dur="1" fill="hold">
                                          <p:stCondLst>
                                            <p:cond delay="0"/>
                                          </p:stCondLst>
                                        </p:cTn>
                                        <p:tgtEl>
                                          <p:spTgt spid="33829"/>
                                        </p:tgtEl>
                                        <p:attrNameLst>
                                          <p:attrName>style.visibility</p:attrName>
                                        </p:attrNameLst>
                                      </p:cBhvr>
                                      <p:to>
                                        <p:strVal val="visible"/>
                                      </p:to>
                                    </p:set>
                                    <p:animEffect transition="in" filter="dissolve">
                                      <p:cBhvr>
                                        <p:cTn id="75" dur="500"/>
                                        <p:tgtEl>
                                          <p:spTgt spid="33829"/>
                                        </p:tgtEl>
                                      </p:cBhvr>
                                    </p:animEffect>
                                  </p:childTnLst>
                                </p:cTn>
                              </p:par>
                            </p:childTnLst>
                          </p:cTn>
                        </p:par>
                        <p:par>
                          <p:cTn id="76" fill="hold" nodeType="afterGroup">
                            <p:stCondLst>
                              <p:cond delay="9600"/>
                            </p:stCondLst>
                            <p:childTnLst>
                              <p:par>
                                <p:cTn id="77" presetID="2" presetClass="entr" presetSubtype="8" fill="hold" grpId="0" nodeType="afterEffect">
                                  <p:stCondLst>
                                    <p:cond delay="100"/>
                                  </p:stCondLst>
                                  <p:childTnLst>
                                    <p:set>
                                      <p:cBhvr>
                                        <p:cTn id="78" dur="1" fill="hold">
                                          <p:stCondLst>
                                            <p:cond delay="0"/>
                                          </p:stCondLst>
                                        </p:cTn>
                                        <p:tgtEl>
                                          <p:spTgt spid="33831"/>
                                        </p:tgtEl>
                                        <p:attrNameLst>
                                          <p:attrName>style.visibility</p:attrName>
                                        </p:attrNameLst>
                                      </p:cBhvr>
                                      <p:to>
                                        <p:strVal val="visible"/>
                                      </p:to>
                                    </p:set>
                                    <p:anim calcmode="lin" valueType="num">
                                      <p:cBhvr additive="base">
                                        <p:cTn id="79" dur="500" fill="hold"/>
                                        <p:tgtEl>
                                          <p:spTgt spid="33831"/>
                                        </p:tgtEl>
                                        <p:attrNameLst>
                                          <p:attrName>ppt_x</p:attrName>
                                        </p:attrNameLst>
                                      </p:cBhvr>
                                      <p:tavLst>
                                        <p:tav tm="0">
                                          <p:val>
                                            <p:strVal val="0-#ppt_w/2"/>
                                          </p:val>
                                        </p:tav>
                                        <p:tav tm="100000">
                                          <p:val>
                                            <p:strVal val="#ppt_x"/>
                                          </p:val>
                                        </p:tav>
                                      </p:tavLst>
                                    </p:anim>
                                    <p:anim calcmode="lin" valueType="num">
                                      <p:cBhvr additive="base">
                                        <p:cTn id="80" dur="500" fill="hold"/>
                                        <p:tgtEl>
                                          <p:spTgt spid="33831"/>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10200"/>
                            </p:stCondLst>
                            <p:childTnLst>
                              <p:par>
                                <p:cTn id="82" presetID="2" presetClass="entr" presetSubtype="8" fill="hold" grpId="0" nodeType="afterEffect">
                                  <p:stCondLst>
                                    <p:cond delay="0"/>
                                  </p:stCondLst>
                                  <p:childTnLst>
                                    <p:set>
                                      <p:cBhvr>
                                        <p:cTn id="83" dur="1" fill="hold">
                                          <p:stCondLst>
                                            <p:cond delay="0"/>
                                          </p:stCondLst>
                                        </p:cTn>
                                        <p:tgtEl>
                                          <p:spTgt spid="33830"/>
                                        </p:tgtEl>
                                        <p:attrNameLst>
                                          <p:attrName>style.visibility</p:attrName>
                                        </p:attrNameLst>
                                      </p:cBhvr>
                                      <p:to>
                                        <p:strVal val="visible"/>
                                      </p:to>
                                    </p:set>
                                    <p:anim calcmode="lin" valueType="num">
                                      <p:cBhvr additive="base">
                                        <p:cTn id="84" dur="500" fill="hold"/>
                                        <p:tgtEl>
                                          <p:spTgt spid="33830"/>
                                        </p:tgtEl>
                                        <p:attrNameLst>
                                          <p:attrName>ppt_x</p:attrName>
                                        </p:attrNameLst>
                                      </p:cBhvr>
                                      <p:tavLst>
                                        <p:tav tm="0">
                                          <p:val>
                                            <p:strVal val="0-#ppt_w/2"/>
                                          </p:val>
                                        </p:tav>
                                        <p:tav tm="100000">
                                          <p:val>
                                            <p:strVal val="#ppt_x"/>
                                          </p:val>
                                        </p:tav>
                                      </p:tavLst>
                                    </p:anim>
                                    <p:anim calcmode="lin" valueType="num">
                                      <p:cBhvr additive="base">
                                        <p:cTn id="85" dur="500" fill="hold"/>
                                        <p:tgtEl>
                                          <p:spTgt spid="33830"/>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0700"/>
                            </p:stCondLst>
                            <p:childTnLst>
                              <p:par>
                                <p:cTn id="87" presetID="9" presetClass="entr" presetSubtype="0" fill="hold" nodeType="afterEffect">
                                  <p:stCondLst>
                                    <p:cond delay="100"/>
                                  </p:stCondLst>
                                  <p:childTnLst>
                                    <p:set>
                                      <p:cBhvr>
                                        <p:cTn id="88" dur="1" fill="hold">
                                          <p:stCondLst>
                                            <p:cond delay="0"/>
                                          </p:stCondLst>
                                        </p:cTn>
                                        <p:tgtEl>
                                          <p:spTgt spid="33832"/>
                                        </p:tgtEl>
                                        <p:attrNameLst>
                                          <p:attrName>style.visibility</p:attrName>
                                        </p:attrNameLst>
                                      </p:cBhvr>
                                      <p:to>
                                        <p:strVal val="visible"/>
                                      </p:to>
                                    </p:set>
                                    <p:animEffect transition="in" filter="dissolve">
                                      <p:cBhvr>
                                        <p:cTn id="89" dur="500"/>
                                        <p:tgtEl>
                                          <p:spTgt spid="33832"/>
                                        </p:tgtEl>
                                      </p:cBhvr>
                                    </p:animEffect>
                                  </p:childTnLst>
                                </p:cTn>
                              </p:par>
                            </p:childTnLst>
                          </p:cTn>
                        </p:par>
                        <p:par>
                          <p:cTn id="90" fill="hold" nodeType="afterGroup">
                            <p:stCondLst>
                              <p:cond delay="11300"/>
                            </p:stCondLst>
                            <p:childTnLst>
                              <p:par>
                                <p:cTn id="91" presetID="2" presetClass="entr" presetSubtype="8" fill="hold" grpId="0" nodeType="afterEffect">
                                  <p:stCondLst>
                                    <p:cond delay="100"/>
                                  </p:stCondLst>
                                  <p:childTnLst>
                                    <p:set>
                                      <p:cBhvr>
                                        <p:cTn id="92" dur="1" fill="hold">
                                          <p:stCondLst>
                                            <p:cond delay="0"/>
                                          </p:stCondLst>
                                        </p:cTn>
                                        <p:tgtEl>
                                          <p:spTgt spid="33834"/>
                                        </p:tgtEl>
                                        <p:attrNameLst>
                                          <p:attrName>style.visibility</p:attrName>
                                        </p:attrNameLst>
                                      </p:cBhvr>
                                      <p:to>
                                        <p:strVal val="visible"/>
                                      </p:to>
                                    </p:set>
                                    <p:anim calcmode="lin" valueType="num">
                                      <p:cBhvr additive="base">
                                        <p:cTn id="93" dur="500" fill="hold"/>
                                        <p:tgtEl>
                                          <p:spTgt spid="33834"/>
                                        </p:tgtEl>
                                        <p:attrNameLst>
                                          <p:attrName>ppt_x</p:attrName>
                                        </p:attrNameLst>
                                      </p:cBhvr>
                                      <p:tavLst>
                                        <p:tav tm="0">
                                          <p:val>
                                            <p:strVal val="0-#ppt_w/2"/>
                                          </p:val>
                                        </p:tav>
                                        <p:tav tm="100000">
                                          <p:val>
                                            <p:strVal val="#ppt_x"/>
                                          </p:val>
                                        </p:tav>
                                      </p:tavLst>
                                    </p:anim>
                                    <p:anim calcmode="lin" valueType="num">
                                      <p:cBhvr additive="base">
                                        <p:cTn id="94" dur="500" fill="hold"/>
                                        <p:tgtEl>
                                          <p:spTgt spid="33834"/>
                                        </p:tgtEl>
                                        <p:attrNameLst>
                                          <p:attrName>ppt_y</p:attrName>
                                        </p:attrNameLst>
                                      </p:cBhvr>
                                      <p:tavLst>
                                        <p:tav tm="0">
                                          <p:val>
                                            <p:strVal val="#ppt_y"/>
                                          </p:val>
                                        </p:tav>
                                        <p:tav tm="100000">
                                          <p:val>
                                            <p:strVal val="#ppt_y"/>
                                          </p:val>
                                        </p:tav>
                                      </p:tavLst>
                                    </p:anim>
                                  </p:childTnLst>
                                </p:cTn>
                              </p:par>
                            </p:childTnLst>
                          </p:cTn>
                        </p:par>
                        <p:par>
                          <p:cTn id="95" fill="hold" nodeType="afterGroup">
                            <p:stCondLst>
                              <p:cond delay="11900"/>
                            </p:stCondLst>
                            <p:childTnLst>
                              <p:par>
                                <p:cTn id="96" presetID="2" presetClass="entr" presetSubtype="8" fill="hold" grpId="0" nodeType="afterEffect">
                                  <p:stCondLst>
                                    <p:cond delay="0"/>
                                  </p:stCondLst>
                                  <p:childTnLst>
                                    <p:set>
                                      <p:cBhvr>
                                        <p:cTn id="97" dur="1" fill="hold">
                                          <p:stCondLst>
                                            <p:cond delay="0"/>
                                          </p:stCondLst>
                                        </p:cTn>
                                        <p:tgtEl>
                                          <p:spTgt spid="33833"/>
                                        </p:tgtEl>
                                        <p:attrNameLst>
                                          <p:attrName>style.visibility</p:attrName>
                                        </p:attrNameLst>
                                      </p:cBhvr>
                                      <p:to>
                                        <p:strVal val="visible"/>
                                      </p:to>
                                    </p:set>
                                    <p:anim calcmode="lin" valueType="num">
                                      <p:cBhvr additive="base">
                                        <p:cTn id="98" dur="500" fill="hold"/>
                                        <p:tgtEl>
                                          <p:spTgt spid="33833"/>
                                        </p:tgtEl>
                                        <p:attrNameLst>
                                          <p:attrName>ppt_x</p:attrName>
                                        </p:attrNameLst>
                                      </p:cBhvr>
                                      <p:tavLst>
                                        <p:tav tm="0">
                                          <p:val>
                                            <p:strVal val="0-#ppt_w/2"/>
                                          </p:val>
                                        </p:tav>
                                        <p:tav tm="100000">
                                          <p:val>
                                            <p:strVal val="#ppt_x"/>
                                          </p:val>
                                        </p:tav>
                                      </p:tavLst>
                                    </p:anim>
                                    <p:anim calcmode="lin" valueType="num">
                                      <p:cBhvr additive="base">
                                        <p:cTn id="99" dur="500" fill="hold"/>
                                        <p:tgtEl>
                                          <p:spTgt spid="33833"/>
                                        </p:tgtEl>
                                        <p:attrNameLst>
                                          <p:attrName>ppt_y</p:attrName>
                                        </p:attrNameLst>
                                      </p:cBhvr>
                                      <p:tavLst>
                                        <p:tav tm="0">
                                          <p:val>
                                            <p:strVal val="#ppt_y"/>
                                          </p:val>
                                        </p:tav>
                                        <p:tav tm="100000">
                                          <p:val>
                                            <p:strVal val="#ppt_y"/>
                                          </p:val>
                                        </p:tav>
                                      </p:tavLst>
                                    </p:anim>
                                  </p:childTnLst>
                                </p:cTn>
                              </p:par>
                            </p:childTnLst>
                          </p:cTn>
                        </p:par>
                        <p:par>
                          <p:cTn id="100" fill="hold" nodeType="afterGroup">
                            <p:stCondLst>
                              <p:cond delay="12400"/>
                            </p:stCondLst>
                            <p:childTnLst>
                              <p:par>
                                <p:cTn id="101" presetID="9" presetClass="entr" presetSubtype="0" fill="hold" nodeType="afterEffect">
                                  <p:stCondLst>
                                    <p:cond delay="100"/>
                                  </p:stCondLst>
                                  <p:childTnLst>
                                    <p:set>
                                      <p:cBhvr>
                                        <p:cTn id="102" dur="1" fill="hold">
                                          <p:stCondLst>
                                            <p:cond delay="0"/>
                                          </p:stCondLst>
                                        </p:cTn>
                                        <p:tgtEl>
                                          <p:spTgt spid="33835"/>
                                        </p:tgtEl>
                                        <p:attrNameLst>
                                          <p:attrName>style.visibility</p:attrName>
                                        </p:attrNameLst>
                                      </p:cBhvr>
                                      <p:to>
                                        <p:strVal val="visible"/>
                                      </p:to>
                                    </p:set>
                                    <p:animEffect transition="in" filter="dissolve">
                                      <p:cBhvr>
                                        <p:cTn id="103" dur="500"/>
                                        <p:tgtEl>
                                          <p:spTgt spid="33835"/>
                                        </p:tgtEl>
                                      </p:cBhvr>
                                    </p:animEffect>
                                  </p:childTnLst>
                                </p:cTn>
                              </p:par>
                            </p:childTnLst>
                          </p:cTn>
                        </p:par>
                        <p:par>
                          <p:cTn id="104" fill="hold" nodeType="afterGroup">
                            <p:stCondLst>
                              <p:cond delay="13000"/>
                            </p:stCondLst>
                            <p:childTnLst>
                              <p:par>
                                <p:cTn id="105" presetID="2" presetClass="entr" presetSubtype="8" fill="hold" grpId="0" nodeType="afterEffect">
                                  <p:stCondLst>
                                    <p:cond delay="100"/>
                                  </p:stCondLst>
                                  <p:childTnLst>
                                    <p:set>
                                      <p:cBhvr>
                                        <p:cTn id="106" dur="1" fill="hold">
                                          <p:stCondLst>
                                            <p:cond delay="0"/>
                                          </p:stCondLst>
                                        </p:cTn>
                                        <p:tgtEl>
                                          <p:spTgt spid="33837"/>
                                        </p:tgtEl>
                                        <p:attrNameLst>
                                          <p:attrName>style.visibility</p:attrName>
                                        </p:attrNameLst>
                                      </p:cBhvr>
                                      <p:to>
                                        <p:strVal val="visible"/>
                                      </p:to>
                                    </p:set>
                                    <p:anim calcmode="lin" valueType="num">
                                      <p:cBhvr additive="base">
                                        <p:cTn id="107" dur="500" fill="hold"/>
                                        <p:tgtEl>
                                          <p:spTgt spid="33837"/>
                                        </p:tgtEl>
                                        <p:attrNameLst>
                                          <p:attrName>ppt_x</p:attrName>
                                        </p:attrNameLst>
                                      </p:cBhvr>
                                      <p:tavLst>
                                        <p:tav tm="0">
                                          <p:val>
                                            <p:strVal val="0-#ppt_w/2"/>
                                          </p:val>
                                        </p:tav>
                                        <p:tav tm="100000">
                                          <p:val>
                                            <p:strVal val="#ppt_x"/>
                                          </p:val>
                                        </p:tav>
                                      </p:tavLst>
                                    </p:anim>
                                    <p:anim calcmode="lin" valueType="num">
                                      <p:cBhvr additive="base">
                                        <p:cTn id="108" dur="500" fill="hold"/>
                                        <p:tgtEl>
                                          <p:spTgt spid="33837"/>
                                        </p:tgtEl>
                                        <p:attrNameLst>
                                          <p:attrName>ppt_y</p:attrName>
                                        </p:attrNameLst>
                                      </p:cBhvr>
                                      <p:tavLst>
                                        <p:tav tm="0">
                                          <p:val>
                                            <p:strVal val="#ppt_y"/>
                                          </p:val>
                                        </p:tav>
                                        <p:tav tm="100000">
                                          <p:val>
                                            <p:strVal val="#ppt_y"/>
                                          </p:val>
                                        </p:tav>
                                      </p:tavLst>
                                    </p:anim>
                                  </p:childTnLst>
                                </p:cTn>
                              </p:par>
                            </p:childTnLst>
                          </p:cTn>
                        </p:par>
                        <p:par>
                          <p:cTn id="109" fill="hold" nodeType="afterGroup">
                            <p:stCondLst>
                              <p:cond delay="13600"/>
                            </p:stCondLst>
                            <p:childTnLst>
                              <p:par>
                                <p:cTn id="110" presetID="2" presetClass="entr" presetSubtype="8" fill="hold" grpId="0" nodeType="afterEffect">
                                  <p:stCondLst>
                                    <p:cond delay="0"/>
                                  </p:stCondLst>
                                  <p:childTnLst>
                                    <p:set>
                                      <p:cBhvr>
                                        <p:cTn id="111" dur="1" fill="hold">
                                          <p:stCondLst>
                                            <p:cond delay="0"/>
                                          </p:stCondLst>
                                        </p:cTn>
                                        <p:tgtEl>
                                          <p:spTgt spid="33836"/>
                                        </p:tgtEl>
                                        <p:attrNameLst>
                                          <p:attrName>style.visibility</p:attrName>
                                        </p:attrNameLst>
                                      </p:cBhvr>
                                      <p:to>
                                        <p:strVal val="visible"/>
                                      </p:to>
                                    </p:set>
                                    <p:anim calcmode="lin" valueType="num">
                                      <p:cBhvr additive="base">
                                        <p:cTn id="112" dur="500" fill="hold"/>
                                        <p:tgtEl>
                                          <p:spTgt spid="33836"/>
                                        </p:tgtEl>
                                        <p:attrNameLst>
                                          <p:attrName>ppt_x</p:attrName>
                                        </p:attrNameLst>
                                      </p:cBhvr>
                                      <p:tavLst>
                                        <p:tav tm="0">
                                          <p:val>
                                            <p:strVal val="0-#ppt_w/2"/>
                                          </p:val>
                                        </p:tav>
                                        <p:tav tm="100000">
                                          <p:val>
                                            <p:strVal val="#ppt_x"/>
                                          </p:val>
                                        </p:tav>
                                      </p:tavLst>
                                    </p:anim>
                                    <p:anim calcmode="lin" valueType="num">
                                      <p:cBhvr additive="base">
                                        <p:cTn id="113" dur="500" fill="hold"/>
                                        <p:tgtEl>
                                          <p:spTgt spid="33836"/>
                                        </p:tgtEl>
                                        <p:attrNameLst>
                                          <p:attrName>ppt_y</p:attrName>
                                        </p:attrNameLst>
                                      </p:cBhvr>
                                      <p:tavLst>
                                        <p:tav tm="0">
                                          <p:val>
                                            <p:strVal val="#ppt_y"/>
                                          </p:val>
                                        </p:tav>
                                        <p:tav tm="100000">
                                          <p:val>
                                            <p:strVal val="#ppt_y"/>
                                          </p:val>
                                        </p:tav>
                                      </p:tavLst>
                                    </p:anim>
                                  </p:childTnLst>
                                </p:cTn>
                              </p:par>
                            </p:childTnLst>
                          </p:cTn>
                        </p:par>
                        <p:par>
                          <p:cTn id="114" fill="hold" nodeType="afterGroup">
                            <p:stCondLst>
                              <p:cond delay="14100"/>
                            </p:stCondLst>
                            <p:childTnLst>
                              <p:par>
                                <p:cTn id="115" presetID="9" presetClass="entr" presetSubtype="0" fill="hold" nodeType="afterEffect">
                                  <p:stCondLst>
                                    <p:cond delay="100"/>
                                  </p:stCondLst>
                                  <p:childTnLst>
                                    <p:set>
                                      <p:cBhvr>
                                        <p:cTn id="116" dur="1" fill="hold">
                                          <p:stCondLst>
                                            <p:cond delay="0"/>
                                          </p:stCondLst>
                                        </p:cTn>
                                        <p:tgtEl>
                                          <p:spTgt spid="33838"/>
                                        </p:tgtEl>
                                        <p:attrNameLst>
                                          <p:attrName>style.visibility</p:attrName>
                                        </p:attrNameLst>
                                      </p:cBhvr>
                                      <p:to>
                                        <p:strVal val="visible"/>
                                      </p:to>
                                    </p:set>
                                    <p:animEffect transition="in" filter="dissolve">
                                      <p:cBhvr>
                                        <p:cTn id="117" dur="500"/>
                                        <p:tgtEl>
                                          <p:spTgt spid="33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21" grpId="0" autoUpdateAnimBg="0"/>
      <p:bldP spid="33822" grpId="0" autoUpdateAnimBg="0"/>
      <p:bldP spid="33824" grpId="0" autoUpdateAnimBg="0"/>
      <p:bldP spid="33825" grpId="0" autoUpdateAnimBg="0"/>
      <p:bldP spid="33827" grpId="0" autoUpdateAnimBg="0"/>
      <p:bldP spid="33828" grpId="0" autoUpdateAnimBg="0"/>
      <p:bldP spid="33830" grpId="0" autoUpdateAnimBg="0"/>
      <p:bldP spid="33831" grpId="0" autoUpdateAnimBg="0"/>
      <p:bldP spid="33833" grpId="0" autoUpdateAnimBg="0"/>
      <p:bldP spid="33834" grpId="0" autoUpdateAnimBg="0"/>
      <p:bldP spid="33836" grpId="0" autoUpdateAnimBg="0"/>
      <p:bldP spid="33837" grpId="0" autoUpdateAnimBg="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85" name="AutoShape 5"/>
          <p:cNvSpPr>
            <a:spLocks/>
          </p:cNvSpPr>
          <p:nvPr/>
        </p:nvSpPr>
        <p:spPr bwMode="auto">
          <a:xfrm>
            <a:off x="1420618" y="3468390"/>
            <a:ext cx="2366798" cy="87086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846" y="0"/>
                </a:moveTo>
                <a:lnTo>
                  <a:pt x="2625" y="4984"/>
                </a:lnTo>
                <a:lnTo>
                  <a:pt x="305" y="4984"/>
                </a:lnTo>
                <a:cubicBezTo>
                  <a:pt x="136" y="4984"/>
                  <a:pt x="0" y="5356"/>
                  <a:pt x="0" y="5815"/>
                </a:cubicBezTo>
                <a:lnTo>
                  <a:pt x="0" y="20769"/>
                </a:lnTo>
                <a:cubicBezTo>
                  <a:pt x="0" y="21228"/>
                  <a:pt x="136" y="21599"/>
                  <a:pt x="305" y="21599"/>
                </a:cubicBezTo>
                <a:lnTo>
                  <a:pt x="21294" y="21599"/>
                </a:lnTo>
                <a:cubicBezTo>
                  <a:pt x="21463" y="21599"/>
                  <a:pt x="21599" y="21228"/>
                  <a:pt x="21599" y="20769"/>
                </a:cubicBezTo>
                <a:lnTo>
                  <a:pt x="21599" y="5815"/>
                </a:lnTo>
                <a:cubicBezTo>
                  <a:pt x="21600" y="5356"/>
                  <a:pt x="21463" y="4984"/>
                  <a:pt x="21294" y="4984"/>
                </a:cubicBezTo>
                <a:lnTo>
                  <a:pt x="5068" y="4984"/>
                </a:lnTo>
                <a:lnTo>
                  <a:pt x="3846" y="0"/>
                </a:lnTo>
                <a:close/>
              </a:path>
            </a:pathLst>
          </a:custGeom>
          <a:solidFill>
            <a:srgbClr val="77A9D3"/>
          </a:solidFill>
          <a:ln>
            <a:noFill/>
          </a:ln>
        </p:spPr>
        <p:txBody>
          <a:bodyPr lIns="0" tIns="0" rIns="0" bIns="0" anchor="ctr"/>
          <a:lstStyle/>
          <a:p>
            <a:pPr fontAlgn="auto">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86" name="Group 6"/>
          <p:cNvGrpSpPr>
            <a:grpSpLocks/>
          </p:cNvGrpSpPr>
          <p:nvPr/>
        </p:nvGrpSpPr>
        <p:grpSpPr bwMode="auto">
          <a:xfrm>
            <a:off x="1420618" y="2495367"/>
            <a:ext cx="838886" cy="839045"/>
            <a:chOff x="0" y="0"/>
            <a:chExt cx="1591420" cy="1591420"/>
          </a:xfrm>
        </p:grpSpPr>
        <p:sp>
          <p:nvSpPr>
            <p:cNvPr id="87" name="AutoShape 7"/>
            <p:cNvSpPr>
              <a:spLocks/>
            </p:cNvSpPr>
            <p:nvPr/>
          </p:nvSpPr>
          <p:spPr bwMode="auto">
            <a:xfrm>
              <a:off x="0" y="0"/>
              <a:ext cx="1591420" cy="1591420"/>
            </a:xfrm>
            <a:custGeom>
              <a:avLst/>
              <a:gdLst>
                <a:gd name="T0" fmla="*/ 795670 w 19679"/>
                <a:gd name="T1" fmla="*/ 873385 h 19679"/>
                <a:gd name="T2" fmla="*/ 795670 w 19679"/>
                <a:gd name="T3" fmla="*/ 873385 h 19679"/>
                <a:gd name="T4" fmla="*/ 795670 w 19679"/>
                <a:gd name="T5" fmla="*/ 873385 h 19679"/>
                <a:gd name="T6" fmla="*/ 795670 w 19679"/>
                <a:gd name="T7" fmla="*/ 8733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77A9D3"/>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gn="ctr" fontAlgn="auto">
                <a:spcBef>
                  <a:spcPts val="0"/>
                </a:spcBef>
                <a:spcAft>
                  <a:spcPts val="0"/>
                </a:spcAft>
              </a:pPr>
              <a:endParaRPr lang="zh-CN" altLang="en-US" sz="1406">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88" name="AutoShape 8"/>
            <p:cNvSpPr>
              <a:spLocks/>
            </p:cNvSpPr>
            <p:nvPr/>
          </p:nvSpPr>
          <p:spPr bwMode="auto">
            <a:xfrm>
              <a:off x="0" y="547945"/>
              <a:ext cx="1591420" cy="4955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7669" tIns="37669" rIns="37669" bIns="37669"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lnSpc>
                  <a:spcPct val="120000"/>
                </a:lnSpc>
                <a:spcBef>
                  <a:spcPts val="0"/>
                </a:spcBef>
                <a:spcAft>
                  <a:spcPts val="0"/>
                </a:spcAft>
              </a:pPr>
              <a:r>
                <a:rPr lang="es-ES" altLang="zh-CN" sz="1406" b="0" dirty="0">
                  <a:solidFill>
                    <a:prstClr val="white"/>
                  </a:solidFill>
                  <a:latin typeface="Arial" panose="020B0604020202020204" pitchFamily="34" charset="0"/>
                  <a:ea typeface="微软雅黑" panose="020B0503020204020204" pitchFamily="34" charset="-122"/>
                  <a:sym typeface="Arial" panose="020B0604020202020204" pitchFamily="34" charset="0"/>
                </a:rPr>
                <a:t>2012</a:t>
              </a:r>
            </a:p>
          </p:txBody>
        </p:sp>
      </p:grpSp>
      <p:sp>
        <p:nvSpPr>
          <p:cNvPr id="89" name="AutoShape 9"/>
          <p:cNvSpPr>
            <a:spLocks/>
          </p:cNvSpPr>
          <p:nvPr/>
        </p:nvSpPr>
        <p:spPr bwMode="auto">
          <a:xfrm>
            <a:off x="1737083" y="3873743"/>
            <a:ext cx="1676099" cy="2380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defTabSz="471291" eaLnBrk="1" fontAlgn="auto">
              <a:spcBef>
                <a:spcPts val="0"/>
              </a:spcBef>
              <a:spcAft>
                <a:spcPts val="0"/>
              </a:spcAft>
            </a:pPr>
            <a:r>
              <a:rPr lang="zh-CN" altLang="en-US" sz="1547" b="0" dirty="0">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66" b="0" dirty="0">
              <a:latin typeface="Arial" panose="020B0604020202020204" pitchFamily="34" charset="0"/>
              <a:ea typeface="微软雅黑" panose="020B0503020204020204" pitchFamily="34" charset="-122"/>
              <a:sym typeface="Arial" panose="020B0604020202020204" pitchFamily="34" charset="0"/>
            </a:endParaRPr>
          </a:p>
        </p:txBody>
      </p:sp>
      <p:sp>
        <p:nvSpPr>
          <p:cNvPr id="90" name="AutoShape 10"/>
          <p:cNvSpPr>
            <a:spLocks/>
          </p:cNvSpPr>
          <p:nvPr/>
        </p:nvSpPr>
        <p:spPr bwMode="auto">
          <a:xfrm>
            <a:off x="3954860" y="3662660"/>
            <a:ext cx="2367634" cy="87086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05" y="0"/>
                </a:moveTo>
                <a:cubicBezTo>
                  <a:pt x="136" y="0"/>
                  <a:pt x="0" y="371"/>
                  <a:pt x="0" y="830"/>
                </a:cubicBezTo>
                <a:lnTo>
                  <a:pt x="0" y="15784"/>
                </a:lnTo>
                <a:cubicBezTo>
                  <a:pt x="0" y="16243"/>
                  <a:pt x="136" y="16615"/>
                  <a:pt x="305" y="16615"/>
                </a:cubicBezTo>
                <a:lnTo>
                  <a:pt x="2627" y="16615"/>
                </a:lnTo>
                <a:lnTo>
                  <a:pt x="3849" y="21599"/>
                </a:lnTo>
                <a:lnTo>
                  <a:pt x="5072" y="16615"/>
                </a:lnTo>
                <a:lnTo>
                  <a:pt x="21294" y="16615"/>
                </a:lnTo>
                <a:cubicBezTo>
                  <a:pt x="21463" y="16615"/>
                  <a:pt x="21599" y="16243"/>
                  <a:pt x="21599" y="15784"/>
                </a:cubicBezTo>
                <a:lnTo>
                  <a:pt x="21599" y="830"/>
                </a:lnTo>
                <a:cubicBezTo>
                  <a:pt x="21600" y="371"/>
                  <a:pt x="21463" y="0"/>
                  <a:pt x="21294" y="0"/>
                </a:cubicBezTo>
                <a:lnTo>
                  <a:pt x="305" y="0"/>
                </a:lnTo>
                <a:close/>
              </a:path>
            </a:pathLst>
          </a:custGeom>
          <a:solidFill>
            <a:srgbClr val="A491BB"/>
          </a:solidFill>
          <a:ln>
            <a:noFill/>
          </a:ln>
        </p:spPr>
        <p:txBody>
          <a:bodyPr lIns="0" tIns="0" rIns="0" bIns="0" anchor="ctr"/>
          <a:lstStyle/>
          <a:p>
            <a:pPr fontAlgn="auto">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91" name="Group 11"/>
          <p:cNvGrpSpPr>
            <a:grpSpLocks/>
          </p:cNvGrpSpPr>
          <p:nvPr/>
        </p:nvGrpSpPr>
        <p:grpSpPr bwMode="auto">
          <a:xfrm>
            <a:off x="3954859" y="4667507"/>
            <a:ext cx="839723" cy="839883"/>
            <a:chOff x="0" y="0"/>
            <a:chExt cx="1591420" cy="1591420"/>
          </a:xfrm>
        </p:grpSpPr>
        <p:sp>
          <p:nvSpPr>
            <p:cNvPr id="92" name="AutoShape 12"/>
            <p:cNvSpPr>
              <a:spLocks/>
            </p:cNvSpPr>
            <p:nvPr/>
          </p:nvSpPr>
          <p:spPr bwMode="auto">
            <a:xfrm>
              <a:off x="0" y="0"/>
              <a:ext cx="1591420" cy="1591420"/>
            </a:xfrm>
            <a:custGeom>
              <a:avLst/>
              <a:gdLst>
                <a:gd name="T0" fmla="*/ 795670 w 19679"/>
                <a:gd name="T1" fmla="*/ 873385 h 19679"/>
                <a:gd name="T2" fmla="*/ 795670 w 19679"/>
                <a:gd name="T3" fmla="*/ 873385 h 19679"/>
                <a:gd name="T4" fmla="*/ 795670 w 19679"/>
                <a:gd name="T5" fmla="*/ 873385 h 19679"/>
                <a:gd name="T6" fmla="*/ 795670 w 19679"/>
                <a:gd name="T7" fmla="*/ 8733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A491B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gn="ctr" fontAlgn="auto">
                <a:spcBef>
                  <a:spcPts val="0"/>
                </a:spcBef>
                <a:spcAft>
                  <a:spcPts val="0"/>
                </a:spcAft>
              </a:pPr>
              <a:endParaRPr lang="zh-CN" altLang="en-US" sz="1406">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3" name="AutoShape 13"/>
            <p:cNvSpPr>
              <a:spLocks/>
            </p:cNvSpPr>
            <p:nvPr/>
          </p:nvSpPr>
          <p:spPr bwMode="auto">
            <a:xfrm>
              <a:off x="0" y="553745"/>
              <a:ext cx="1591420" cy="4839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7669" tIns="37669" rIns="37669" bIns="37669" anchor="ctr"/>
            <a:lstStyle/>
            <a:p>
              <a:pPr algn="ctr" fontAlgn="auto">
                <a:lnSpc>
                  <a:spcPct val="120000"/>
                </a:lnSpc>
                <a:spcBef>
                  <a:spcPts val="0"/>
                </a:spcBef>
                <a:spcAft>
                  <a:spcPts val="0"/>
                </a:spcAft>
                <a:defRPr/>
              </a:pPr>
              <a:r>
                <a:rPr lang="es-ES" sz="1406">
                  <a:solidFill>
                    <a:prstClr val="white"/>
                  </a:solidFill>
                  <a:latin typeface="Arial" panose="020B0604020202020204" pitchFamily="34" charset="0"/>
                  <a:ea typeface="微软雅黑" panose="020B0503020204020204" pitchFamily="34" charset="-122"/>
                  <a:cs typeface="Lato" charset="0"/>
                  <a:sym typeface="Arial" panose="020B0604020202020204" pitchFamily="34" charset="0"/>
                </a:rPr>
                <a:t>2013</a:t>
              </a:r>
            </a:p>
          </p:txBody>
        </p:sp>
      </p:grpSp>
      <p:sp>
        <p:nvSpPr>
          <p:cNvPr id="94" name="AutoShape 14"/>
          <p:cNvSpPr>
            <a:spLocks/>
          </p:cNvSpPr>
          <p:nvPr/>
        </p:nvSpPr>
        <p:spPr bwMode="auto">
          <a:xfrm>
            <a:off x="4287230" y="3873743"/>
            <a:ext cx="1676099" cy="2380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defTabSz="471291" eaLnBrk="1" fontAlgn="auto">
              <a:spcBef>
                <a:spcPts val="0"/>
              </a:spcBef>
              <a:spcAft>
                <a:spcPts val="0"/>
              </a:spcAft>
            </a:pPr>
            <a:r>
              <a:rPr lang="zh-CN" altLang="en-US" sz="1547" b="0" dirty="0">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66" b="0" dirty="0">
              <a:latin typeface="Arial" panose="020B0604020202020204" pitchFamily="34" charset="0"/>
              <a:ea typeface="微软雅黑" panose="020B0503020204020204" pitchFamily="34" charset="-122"/>
              <a:sym typeface="Arial" panose="020B0604020202020204" pitchFamily="34" charset="0"/>
            </a:endParaRPr>
          </a:p>
        </p:txBody>
      </p:sp>
      <p:sp>
        <p:nvSpPr>
          <p:cNvPr id="95" name="AutoShape 15"/>
          <p:cNvSpPr>
            <a:spLocks/>
          </p:cNvSpPr>
          <p:nvPr/>
        </p:nvSpPr>
        <p:spPr bwMode="auto">
          <a:xfrm>
            <a:off x="6463144" y="3468390"/>
            <a:ext cx="2366797" cy="870865"/>
          </a:xfrm>
          <a:custGeom>
            <a:avLst/>
            <a:gdLst>
              <a:gd name="T0" fmla="*/ 2243931 w 21600"/>
              <a:gd name="T1" fmla="*/ 825500 h 21600"/>
              <a:gd name="T2" fmla="*/ 2243931 w 21600"/>
              <a:gd name="T3" fmla="*/ 825500 h 21600"/>
              <a:gd name="T4" fmla="*/ 2243931 w 21600"/>
              <a:gd name="T5" fmla="*/ 825500 h 21600"/>
              <a:gd name="T6" fmla="*/ 2243931 w 21600"/>
              <a:gd name="T7" fmla="*/ 825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846" y="0"/>
                </a:moveTo>
                <a:lnTo>
                  <a:pt x="2625" y="4984"/>
                </a:lnTo>
                <a:lnTo>
                  <a:pt x="305" y="4984"/>
                </a:lnTo>
                <a:cubicBezTo>
                  <a:pt x="136" y="4984"/>
                  <a:pt x="0" y="5356"/>
                  <a:pt x="0" y="5815"/>
                </a:cubicBezTo>
                <a:lnTo>
                  <a:pt x="0" y="20769"/>
                </a:lnTo>
                <a:cubicBezTo>
                  <a:pt x="0" y="21228"/>
                  <a:pt x="136" y="21599"/>
                  <a:pt x="305" y="21599"/>
                </a:cubicBezTo>
                <a:lnTo>
                  <a:pt x="21294" y="21599"/>
                </a:lnTo>
                <a:cubicBezTo>
                  <a:pt x="21463" y="21599"/>
                  <a:pt x="21599" y="21228"/>
                  <a:pt x="21599" y="20769"/>
                </a:cubicBezTo>
                <a:lnTo>
                  <a:pt x="21599" y="5815"/>
                </a:lnTo>
                <a:cubicBezTo>
                  <a:pt x="21600" y="5356"/>
                  <a:pt x="21463" y="4984"/>
                  <a:pt x="21294" y="4984"/>
                </a:cubicBezTo>
                <a:lnTo>
                  <a:pt x="5068" y="4984"/>
                </a:lnTo>
                <a:lnTo>
                  <a:pt x="3846" y="0"/>
                </a:lnTo>
                <a:close/>
              </a:path>
            </a:pathLst>
          </a:custGeom>
          <a:solidFill>
            <a:srgbClr val="77A9D3"/>
          </a:solidFill>
          <a:ln>
            <a:noFill/>
          </a:ln>
        </p:spPr>
        <p:txBody>
          <a:bodyPr lIns="0" tIns="0" rIns="0" bIns="0" anchor="ctr"/>
          <a:lstStyle/>
          <a:p>
            <a:pPr fontAlgn="auto">
              <a:spcBef>
                <a:spcPts val="0"/>
              </a:spcBef>
              <a:spcAft>
                <a:spcPts val="0"/>
              </a:spcAft>
              <a:defRPr/>
            </a:pPr>
            <a:endParaRPr lang="es-ES">
              <a:solidFill>
                <a:prstClr val="black"/>
              </a:solidFill>
              <a:latin typeface="Arial" panose="020B0604020202020204" pitchFamily="34" charset="0"/>
              <a:ea typeface="微软雅黑" panose="020B0503020204020204" pitchFamily="34" charset="-122"/>
              <a:cs typeface="ＭＳ Ｐゴシック" charset="0"/>
              <a:sym typeface="Arial" panose="020B0604020202020204" pitchFamily="34" charset="0"/>
            </a:endParaRPr>
          </a:p>
        </p:txBody>
      </p:sp>
      <p:grpSp>
        <p:nvGrpSpPr>
          <p:cNvPr id="96" name="Group 16"/>
          <p:cNvGrpSpPr>
            <a:grpSpLocks/>
          </p:cNvGrpSpPr>
          <p:nvPr/>
        </p:nvGrpSpPr>
        <p:grpSpPr bwMode="auto">
          <a:xfrm>
            <a:off x="6463144" y="2495367"/>
            <a:ext cx="838886" cy="839045"/>
            <a:chOff x="0" y="0"/>
            <a:chExt cx="1591420" cy="1591420"/>
          </a:xfrm>
        </p:grpSpPr>
        <p:sp>
          <p:nvSpPr>
            <p:cNvPr id="97" name="AutoShape 17"/>
            <p:cNvSpPr>
              <a:spLocks/>
            </p:cNvSpPr>
            <p:nvPr/>
          </p:nvSpPr>
          <p:spPr bwMode="auto">
            <a:xfrm>
              <a:off x="0" y="0"/>
              <a:ext cx="1591420" cy="1591420"/>
            </a:xfrm>
            <a:custGeom>
              <a:avLst/>
              <a:gdLst>
                <a:gd name="T0" fmla="*/ 795670 w 19679"/>
                <a:gd name="T1" fmla="*/ 873385 h 19679"/>
                <a:gd name="T2" fmla="*/ 795670 w 19679"/>
                <a:gd name="T3" fmla="*/ 873385 h 19679"/>
                <a:gd name="T4" fmla="*/ 795670 w 19679"/>
                <a:gd name="T5" fmla="*/ 873385 h 19679"/>
                <a:gd name="T6" fmla="*/ 795670 w 19679"/>
                <a:gd name="T7" fmla="*/ 8733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77A9D3"/>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gn="ctr" fontAlgn="auto">
                <a:spcBef>
                  <a:spcPts val="0"/>
                </a:spcBef>
                <a:spcAft>
                  <a:spcPts val="0"/>
                </a:spcAft>
              </a:pPr>
              <a:endParaRPr lang="zh-CN" altLang="en-US" sz="1406">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8" name="AutoShape 18"/>
            <p:cNvSpPr>
              <a:spLocks/>
            </p:cNvSpPr>
            <p:nvPr/>
          </p:nvSpPr>
          <p:spPr bwMode="auto">
            <a:xfrm>
              <a:off x="0" y="554297"/>
              <a:ext cx="1591420" cy="4828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7669" tIns="37669" rIns="37669" bIns="37669" anchor="ctr"/>
            <a:lstStyle/>
            <a:p>
              <a:pPr algn="ctr" fontAlgn="auto">
                <a:lnSpc>
                  <a:spcPct val="120000"/>
                </a:lnSpc>
                <a:spcBef>
                  <a:spcPts val="0"/>
                </a:spcBef>
                <a:spcAft>
                  <a:spcPts val="0"/>
                </a:spcAft>
                <a:defRPr/>
              </a:pPr>
              <a:r>
                <a:rPr lang="es-ES" sz="1406">
                  <a:solidFill>
                    <a:prstClr val="white"/>
                  </a:solidFill>
                  <a:latin typeface="Arial" panose="020B0604020202020204" pitchFamily="34" charset="0"/>
                  <a:ea typeface="微软雅黑" panose="020B0503020204020204" pitchFamily="34" charset="-122"/>
                  <a:cs typeface="Lato" charset="0"/>
                  <a:sym typeface="Arial" panose="020B0604020202020204" pitchFamily="34" charset="0"/>
                </a:rPr>
                <a:t>2014</a:t>
              </a:r>
            </a:p>
          </p:txBody>
        </p:sp>
      </p:grpSp>
      <p:sp>
        <p:nvSpPr>
          <p:cNvPr id="99" name="AutoShape 19"/>
          <p:cNvSpPr>
            <a:spLocks/>
          </p:cNvSpPr>
          <p:nvPr/>
        </p:nvSpPr>
        <p:spPr bwMode="auto">
          <a:xfrm>
            <a:off x="6822306" y="3881924"/>
            <a:ext cx="1675261" cy="216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defTabSz="876300" eaLnBrk="0">
              <a:defRPr sz="2500" b="1">
                <a:solidFill>
                  <a:srgbClr val="FFFFFF"/>
                </a:solidFill>
                <a:latin typeface="Lato" charset="0"/>
                <a:ea typeface="MS PGothic" panose="020B0600070205080204" pitchFamily="34" charset="-128"/>
                <a:sym typeface="Lato" charset="0"/>
              </a:defRPr>
            </a:lvl1pPr>
            <a:lvl2pPr marL="742950" indent="-285750" defTabSz="876300" eaLnBrk="0">
              <a:defRPr sz="2500" b="1">
                <a:solidFill>
                  <a:srgbClr val="FFFFFF"/>
                </a:solidFill>
                <a:latin typeface="Lato" charset="0"/>
                <a:ea typeface="MS PGothic" panose="020B0600070205080204" pitchFamily="34" charset="-128"/>
                <a:sym typeface="Lato" charset="0"/>
              </a:defRPr>
            </a:lvl2pPr>
            <a:lvl3pPr marL="1143000" indent="-228600" defTabSz="876300" eaLnBrk="0">
              <a:defRPr sz="2500" b="1">
                <a:solidFill>
                  <a:srgbClr val="FFFFFF"/>
                </a:solidFill>
                <a:latin typeface="Lato" charset="0"/>
                <a:ea typeface="MS PGothic" panose="020B0600070205080204" pitchFamily="34" charset="-128"/>
                <a:sym typeface="Lato" charset="0"/>
              </a:defRPr>
            </a:lvl3pPr>
            <a:lvl4pPr marL="1600200" indent="-228600" defTabSz="876300" eaLnBrk="0">
              <a:defRPr sz="2500" b="1">
                <a:solidFill>
                  <a:srgbClr val="FFFFFF"/>
                </a:solidFill>
                <a:latin typeface="Lato" charset="0"/>
                <a:ea typeface="MS PGothic" panose="020B0600070205080204" pitchFamily="34" charset="-128"/>
                <a:sym typeface="Lato" charset="0"/>
              </a:defRPr>
            </a:lvl4pPr>
            <a:lvl5pPr marL="2057400" indent="-228600" defTabSz="876300" eaLnBrk="0">
              <a:defRPr sz="2500" b="1">
                <a:solidFill>
                  <a:srgbClr val="FFFFFF"/>
                </a:solidFill>
                <a:latin typeface="Lato" charset="0"/>
                <a:ea typeface="MS PGothic" panose="020B0600070205080204" pitchFamily="34" charset="-128"/>
                <a:sym typeface="Lato" charset="0"/>
              </a:defRPr>
            </a:lvl5pPr>
            <a:lvl6pPr marL="2514600" indent="-228600" algn="ctr" defTabSz="8763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763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763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763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zh-CN" altLang="en-US" sz="1406" b="0" dirty="0">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66" b="0" dirty="0">
              <a:latin typeface="Arial" panose="020B0604020202020204" pitchFamily="34" charset="0"/>
              <a:ea typeface="微软雅黑" panose="020B0503020204020204" pitchFamily="34" charset="-122"/>
              <a:sym typeface="Arial" panose="020B0604020202020204" pitchFamily="34" charset="0"/>
            </a:endParaRPr>
          </a:p>
        </p:txBody>
      </p:sp>
      <p:sp>
        <p:nvSpPr>
          <p:cNvPr id="100" name="AutoShape 20"/>
          <p:cNvSpPr>
            <a:spLocks/>
          </p:cNvSpPr>
          <p:nvPr/>
        </p:nvSpPr>
        <p:spPr bwMode="auto">
          <a:xfrm>
            <a:off x="8997385" y="3662660"/>
            <a:ext cx="2367634" cy="870865"/>
          </a:xfrm>
          <a:custGeom>
            <a:avLst/>
            <a:gdLst>
              <a:gd name="T0" fmla="*/ 2244725 w 21600"/>
              <a:gd name="T1" fmla="*/ 825500 h 21600"/>
              <a:gd name="T2" fmla="*/ 2244725 w 21600"/>
              <a:gd name="T3" fmla="*/ 825500 h 21600"/>
              <a:gd name="T4" fmla="*/ 2244725 w 21600"/>
              <a:gd name="T5" fmla="*/ 825500 h 21600"/>
              <a:gd name="T6" fmla="*/ 2244725 w 21600"/>
              <a:gd name="T7" fmla="*/ 825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05" y="0"/>
                </a:moveTo>
                <a:cubicBezTo>
                  <a:pt x="136" y="0"/>
                  <a:pt x="0" y="371"/>
                  <a:pt x="0" y="830"/>
                </a:cubicBezTo>
                <a:lnTo>
                  <a:pt x="0" y="15784"/>
                </a:lnTo>
                <a:cubicBezTo>
                  <a:pt x="0" y="16243"/>
                  <a:pt x="136" y="16615"/>
                  <a:pt x="305" y="16615"/>
                </a:cubicBezTo>
                <a:lnTo>
                  <a:pt x="2627" y="16615"/>
                </a:lnTo>
                <a:lnTo>
                  <a:pt x="3849" y="21599"/>
                </a:lnTo>
                <a:lnTo>
                  <a:pt x="5072" y="16615"/>
                </a:lnTo>
                <a:lnTo>
                  <a:pt x="21294" y="16615"/>
                </a:lnTo>
                <a:cubicBezTo>
                  <a:pt x="21463" y="16615"/>
                  <a:pt x="21599" y="16243"/>
                  <a:pt x="21599" y="15784"/>
                </a:cubicBezTo>
                <a:lnTo>
                  <a:pt x="21599" y="830"/>
                </a:lnTo>
                <a:cubicBezTo>
                  <a:pt x="21600" y="371"/>
                  <a:pt x="21463" y="0"/>
                  <a:pt x="21294" y="0"/>
                </a:cubicBezTo>
                <a:lnTo>
                  <a:pt x="305" y="0"/>
                </a:lnTo>
                <a:close/>
              </a:path>
            </a:pathLst>
          </a:custGeom>
          <a:solidFill>
            <a:srgbClr val="A491BB"/>
          </a:solidFill>
          <a:ln>
            <a:noFill/>
          </a:ln>
        </p:spPr>
        <p:txBody>
          <a:bodyPr lIns="0" tIns="0" rIns="0" bIns="0" anchor="ctr"/>
          <a:lstStyle/>
          <a:p>
            <a:pPr fontAlgn="auto">
              <a:spcBef>
                <a:spcPts val="0"/>
              </a:spcBef>
              <a:spcAft>
                <a:spcPts val="0"/>
              </a:spcAft>
              <a:defRPr/>
            </a:pPr>
            <a:endParaRPr lang="es-ES">
              <a:solidFill>
                <a:prstClr val="black"/>
              </a:solidFill>
              <a:latin typeface="Arial" panose="020B0604020202020204" pitchFamily="34" charset="0"/>
              <a:ea typeface="微软雅黑" panose="020B0503020204020204" pitchFamily="34" charset="-122"/>
              <a:cs typeface="ＭＳ Ｐゴシック" charset="0"/>
              <a:sym typeface="Arial" panose="020B0604020202020204" pitchFamily="34" charset="0"/>
            </a:endParaRPr>
          </a:p>
        </p:txBody>
      </p:sp>
      <p:grpSp>
        <p:nvGrpSpPr>
          <p:cNvPr id="101" name="Group 21"/>
          <p:cNvGrpSpPr>
            <a:grpSpLocks/>
          </p:cNvGrpSpPr>
          <p:nvPr/>
        </p:nvGrpSpPr>
        <p:grpSpPr bwMode="auto">
          <a:xfrm>
            <a:off x="8997383" y="4667507"/>
            <a:ext cx="838886" cy="839883"/>
            <a:chOff x="0" y="0"/>
            <a:chExt cx="1591420" cy="1591420"/>
          </a:xfrm>
        </p:grpSpPr>
        <p:sp>
          <p:nvSpPr>
            <p:cNvPr id="102" name="AutoShape 22"/>
            <p:cNvSpPr>
              <a:spLocks/>
            </p:cNvSpPr>
            <p:nvPr/>
          </p:nvSpPr>
          <p:spPr bwMode="auto">
            <a:xfrm>
              <a:off x="0" y="0"/>
              <a:ext cx="1591420" cy="1591420"/>
            </a:xfrm>
            <a:custGeom>
              <a:avLst/>
              <a:gdLst>
                <a:gd name="T0" fmla="*/ 795670 w 19679"/>
                <a:gd name="T1" fmla="*/ 873385 h 19679"/>
                <a:gd name="T2" fmla="*/ 795670 w 19679"/>
                <a:gd name="T3" fmla="*/ 873385 h 19679"/>
                <a:gd name="T4" fmla="*/ 795670 w 19679"/>
                <a:gd name="T5" fmla="*/ 873385 h 19679"/>
                <a:gd name="T6" fmla="*/ 795670 w 19679"/>
                <a:gd name="T7" fmla="*/ 8733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A491B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algn="ctr" fontAlgn="auto">
                <a:spcBef>
                  <a:spcPts val="0"/>
                </a:spcBef>
                <a:spcAft>
                  <a:spcPts val="0"/>
                </a:spcAft>
              </a:pPr>
              <a:endParaRPr lang="zh-CN" altLang="en-US" sz="1406">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103" name="AutoShape 23"/>
            <p:cNvSpPr>
              <a:spLocks/>
            </p:cNvSpPr>
            <p:nvPr/>
          </p:nvSpPr>
          <p:spPr bwMode="auto">
            <a:xfrm>
              <a:off x="0" y="553745"/>
              <a:ext cx="1591420" cy="4839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7669" tIns="37669" rIns="37669" bIns="37669" anchor="ctr"/>
            <a:lstStyle/>
            <a:p>
              <a:pPr algn="ctr" fontAlgn="auto">
                <a:lnSpc>
                  <a:spcPct val="120000"/>
                </a:lnSpc>
                <a:spcBef>
                  <a:spcPts val="0"/>
                </a:spcBef>
                <a:spcAft>
                  <a:spcPts val="0"/>
                </a:spcAft>
                <a:defRPr/>
              </a:pPr>
              <a:r>
                <a:rPr lang="es-ES" sz="1406" dirty="0">
                  <a:solidFill>
                    <a:prstClr val="white"/>
                  </a:solidFill>
                  <a:latin typeface="Arial" panose="020B0604020202020204" pitchFamily="34" charset="0"/>
                  <a:ea typeface="微软雅黑" panose="020B0503020204020204" pitchFamily="34" charset="-122"/>
                  <a:cs typeface="Lato" charset="0"/>
                  <a:sym typeface="Arial" panose="020B0604020202020204" pitchFamily="34" charset="0"/>
                </a:rPr>
                <a:t>201N</a:t>
              </a:r>
            </a:p>
          </p:txBody>
        </p:sp>
      </p:grpSp>
      <p:sp>
        <p:nvSpPr>
          <p:cNvPr id="104" name="AutoShape 24"/>
          <p:cNvSpPr>
            <a:spLocks/>
          </p:cNvSpPr>
          <p:nvPr/>
        </p:nvSpPr>
        <p:spPr bwMode="auto">
          <a:xfrm>
            <a:off x="9356546" y="3873743"/>
            <a:ext cx="1676099" cy="2380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defTabSz="471291" eaLnBrk="1" fontAlgn="auto">
              <a:spcBef>
                <a:spcPts val="0"/>
              </a:spcBef>
              <a:spcAft>
                <a:spcPts val="0"/>
              </a:spcAft>
            </a:pPr>
            <a:r>
              <a:rPr lang="zh-CN" altLang="en-US" sz="1547" b="0" dirty="0">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266" b="0" dirty="0">
              <a:latin typeface="Arial" panose="020B0604020202020204" pitchFamily="34" charset="0"/>
              <a:ea typeface="微软雅黑" panose="020B0503020204020204" pitchFamily="34" charset="-122"/>
              <a:sym typeface="Arial" panose="020B0604020202020204" pitchFamily="34" charset="0"/>
            </a:endParaRPr>
          </a:p>
        </p:txBody>
      </p:sp>
      <p:sp>
        <p:nvSpPr>
          <p:cNvPr id="105" name="AutoShape 25"/>
          <p:cNvSpPr>
            <a:spLocks/>
          </p:cNvSpPr>
          <p:nvPr/>
        </p:nvSpPr>
        <p:spPr bwMode="auto">
          <a:xfrm>
            <a:off x="1496804" y="4552671"/>
            <a:ext cx="1280097" cy="216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fontAlgn="auto">
              <a:spcBef>
                <a:spcPts val="0"/>
              </a:spcBef>
              <a:spcAft>
                <a:spcPts val="0"/>
              </a:spcAft>
            </a:pPr>
            <a:r>
              <a:rPr lang="zh-CN" altLang="en-US"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6" name="AutoShape 26"/>
          <p:cNvSpPr>
            <a:spLocks/>
          </p:cNvSpPr>
          <p:nvPr/>
        </p:nvSpPr>
        <p:spPr bwMode="auto">
          <a:xfrm>
            <a:off x="1512710" y="4820744"/>
            <a:ext cx="2247914" cy="5845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107" name="AutoShape 27"/>
          <p:cNvSpPr>
            <a:spLocks/>
          </p:cNvSpPr>
          <p:nvPr/>
        </p:nvSpPr>
        <p:spPr bwMode="auto">
          <a:xfrm>
            <a:off x="4017647" y="2748138"/>
            <a:ext cx="1280098" cy="216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fontAlgn="auto">
              <a:spcBef>
                <a:spcPts val="0"/>
              </a:spcBef>
              <a:spcAft>
                <a:spcPts val="0"/>
              </a:spcAft>
            </a:pPr>
            <a:r>
              <a:rPr lang="zh-CN" altLang="en-US" sz="1406" b="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8" name="AutoShape 28"/>
          <p:cNvSpPr>
            <a:spLocks/>
          </p:cNvSpPr>
          <p:nvPr/>
        </p:nvSpPr>
        <p:spPr bwMode="auto">
          <a:xfrm>
            <a:off x="4033557" y="2981880"/>
            <a:ext cx="2248750" cy="5845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109" name="AutoShape 29"/>
          <p:cNvSpPr>
            <a:spLocks/>
          </p:cNvSpPr>
          <p:nvPr/>
        </p:nvSpPr>
        <p:spPr bwMode="auto">
          <a:xfrm>
            <a:off x="6633097" y="4600402"/>
            <a:ext cx="1280098" cy="216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fontAlgn="auto">
              <a:spcBef>
                <a:spcPts val="0"/>
              </a:spcBef>
              <a:spcAft>
                <a:spcPts val="0"/>
              </a:spcAft>
            </a:pPr>
            <a:r>
              <a:rPr lang="zh-CN" altLang="en-US" sz="1406" b="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10" name="AutoShape 30"/>
          <p:cNvSpPr>
            <a:spLocks/>
          </p:cNvSpPr>
          <p:nvPr/>
        </p:nvSpPr>
        <p:spPr bwMode="auto">
          <a:xfrm>
            <a:off x="6649005" y="4862613"/>
            <a:ext cx="2087168" cy="5845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111" name="AutoShape 31"/>
          <p:cNvSpPr>
            <a:spLocks/>
          </p:cNvSpPr>
          <p:nvPr/>
        </p:nvSpPr>
        <p:spPr bwMode="auto">
          <a:xfrm>
            <a:off x="9124640" y="2731389"/>
            <a:ext cx="2087168" cy="216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eaLnBrk="1" fontAlgn="auto">
              <a:spcBef>
                <a:spcPts val="0"/>
              </a:spcBef>
              <a:spcAft>
                <a:spcPts val="0"/>
              </a:spcAft>
            </a:pPr>
            <a:r>
              <a:rPr lang="zh-CN" altLang="en-US"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 altLang="zh-CN" sz="1406" b="0" dirty="0">
              <a:solidFill>
                <a:prstClr val="white">
                  <a:lumMod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12" name="AutoShape 32"/>
          <p:cNvSpPr>
            <a:spLocks/>
          </p:cNvSpPr>
          <p:nvPr/>
        </p:nvSpPr>
        <p:spPr bwMode="auto">
          <a:xfrm>
            <a:off x="9128828" y="2995278"/>
            <a:ext cx="2087168" cy="5845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t" anchorCtr="0">
            <a:spAutoFit/>
          </a:bodyPr>
          <a:lstStyle>
            <a:lvl1pPr defTabSz="647700" eaLnBrk="0">
              <a:defRPr sz="2500" b="1">
                <a:solidFill>
                  <a:srgbClr val="FFFFFF"/>
                </a:solidFill>
                <a:latin typeface="Lato" charset="0"/>
                <a:ea typeface="MS PGothic" panose="020B0600070205080204" pitchFamily="34" charset="-128"/>
                <a:sym typeface="Lato" charset="0"/>
              </a:defRPr>
            </a:lvl1pPr>
            <a:lvl2pPr marL="742950" indent="-285750" defTabSz="647700" eaLnBrk="0">
              <a:defRPr sz="2500" b="1">
                <a:solidFill>
                  <a:srgbClr val="FFFFFF"/>
                </a:solidFill>
                <a:latin typeface="Lato" charset="0"/>
                <a:ea typeface="MS PGothic" panose="020B0600070205080204" pitchFamily="34" charset="-128"/>
                <a:sym typeface="Lato" charset="0"/>
              </a:defRPr>
            </a:lvl2pPr>
            <a:lvl3pPr marL="1143000" indent="-228600" defTabSz="647700" eaLnBrk="0">
              <a:defRPr sz="2500" b="1">
                <a:solidFill>
                  <a:srgbClr val="FFFFFF"/>
                </a:solidFill>
                <a:latin typeface="Lato" charset="0"/>
                <a:ea typeface="MS PGothic" panose="020B0600070205080204" pitchFamily="34" charset="-128"/>
                <a:sym typeface="Lato" charset="0"/>
              </a:defRPr>
            </a:lvl3pPr>
            <a:lvl4pPr marL="1600200" indent="-228600" defTabSz="647700" eaLnBrk="0">
              <a:defRPr sz="2500" b="1">
                <a:solidFill>
                  <a:srgbClr val="FFFFFF"/>
                </a:solidFill>
                <a:latin typeface="Lato" charset="0"/>
                <a:ea typeface="MS PGothic" panose="020B0600070205080204" pitchFamily="34" charset="-128"/>
                <a:sym typeface="Lato" charset="0"/>
              </a:defRPr>
            </a:lvl4pPr>
            <a:lvl5pPr marL="2057400" indent="-228600" defTabSz="647700" eaLnBrk="0">
              <a:defRPr sz="2500" b="1">
                <a:solidFill>
                  <a:srgbClr val="FFFFFF"/>
                </a:solidFill>
                <a:latin typeface="Lato" charset="0"/>
                <a:ea typeface="MS PGothic" panose="020B0600070205080204" pitchFamily="34" charset="-128"/>
                <a:sym typeface="Lato" charset="0"/>
              </a:defRPr>
            </a:lvl5pPr>
            <a:lvl6pPr marL="25146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477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194938728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6"/>
                                        </p:tgtEl>
                                        <p:attrNameLst>
                                          <p:attrName>ppt_y</p:attrName>
                                        </p:attrNameLst>
                                      </p:cBhvr>
                                      <p:tavLst>
                                        <p:tav tm="0">
                                          <p:val>
                                            <p:strVal val="#ppt_y"/>
                                          </p:val>
                                        </p:tav>
                                        <p:tav tm="100000">
                                          <p:val>
                                            <p:strVal val="#ppt_y"/>
                                          </p:val>
                                        </p:tav>
                                      </p:tavLst>
                                    </p:anim>
                                    <p:anim calcmode="lin" valueType="num">
                                      <p:cBhvr>
                                        <p:cTn id="9" dur="500" fill="hold"/>
                                        <p:tgtEl>
                                          <p:spTgt spid="2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6"/>
                                        </p:tgtEl>
                                      </p:cBhvr>
                                    </p:animEffect>
                                  </p:childTnLst>
                                </p:cTn>
                              </p:par>
                            </p:childTnLst>
                          </p:cTn>
                        </p:par>
                        <p:par>
                          <p:cTn id="12" fill="hold">
                            <p:stCondLst>
                              <p:cond delay="850"/>
                            </p:stCondLst>
                            <p:childTnLst>
                              <p:par>
                                <p:cTn id="13" presetID="9" presetClass="entr" presetSubtype="0" fill="hold" grpId="0" nodeType="afterEffect">
                                  <p:stCondLst>
                                    <p:cond delay="100"/>
                                  </p:stCondLst>
                                  <p:childTnLst>
                                    <p:set>
                                      <p:cBhvr>
                                        <p:cTn id="14" dur="1" fill="hold">
                                          <p:stCondLst>
                                            <p:cond delay="0"/>
                                          </p:stCondLst>
                                        </p:cTn>
                                        <p:tgtEl>
                                          <p:spTgt spid="89"/>
                                        </p:tgtEl>
                                        <p:attrNameLst>
                                          <p:attrName>style.visibility</p:attrName>
                                        </p:attrNameLst>
                                      </p:cBhvr>
                                      <p:to>
                                        <p:strVal val="visible"/>
                                      </p:to>
                                    </p:set>
                                    <p:animEffect transition="in" filter="dissolve">
                                      <p:cBhvr>
                                        <p:cTn id="15" dur="500"/>
                                        <p:tgtEl>
                                          <p:spTgt spid="89"/>
                                        </p:tgtEl>
                                      </p:cBhvr>
                                    </p:animEffect>
                                  </p:childTnLst>
                                </p:cTn>
                              </p:par>
                            </p:childTnLst>
                          </p:cTn>
                        </p:par>
                        <p:par>
                          <p:cTn id="16" fill="hold">
                            <p:stCondLst>
                              <p:cond delay="1450"/>
                            </p:stCondLst>
                            <p:childTnLst>
                              <p:par>
                                <p:cTn id="17" presetID="23" presetClass="entr" presetSubtype="16" fill="hold" nodeType="afterEffect">
                                  <p:stCondLst>
                                    <p:cond delay="100"/>
                                  </p:stCondLst>
                                  <p:childTnLst>
                                    <p:set>
                                      <p:cBhvr>
                                        <p:cTn id="18" dur="1" fill="hold">
                                          <p:stCondLst>
                                            <p:cond delay="0"/>
                                          </p:stCondLst>
                                        </p:cTn>
                                        <p:tgtEl>
                                          <p:spTgt spid="86"/>
                                        </p:tgtEl>
                                        <p:attrNameLst>
                                          <p:attrName>style.visibility</p:attrName>
                                        </p:attrNameLst>
                                      </p:cBhvr>
                                      <p:to>
                                        <p:strVal val="visible"/>
                                      </p:to>
                                    </p:set>
                                    <p:anim calcmode="lin" valueType="num">
                                      <p:cBhvr>
                                        <p:cTn id="19" dur="500" fill="hold"/>
                                        <p:tgtEl>
                                          <p:spTgt spid="86"/>
                                        </p:tgtEl>
                                        <p:attrNameLst>
                                          <p:attrName>ppt_w</p:attrName>
                                        </p:attrNameLst>
                                      </p:cBhvr>
                                      <p:tavLst>
                                        <p:tav tm="0">
                                          <p:val>
                                            <p:fltVal val="0"/>
                                          </p:val>
                                        </p:tav>
                                        <p:tav tm="100000">
                                          <p:val>
                                            <p:strVal val="#ppt_w"/>
                                          </p:val>
                                        </p:tav>
                                      </p:tavLst>
                                    </p:anim>
                                    <p:anim calcmode="lin" valueType="num">
                                      <p:cBhvr>
                                        <p:cTn id="20" dur="500" fill="hold"/>
                                        <p:tgtEl>
                                          <p:spTgt spid="86"/>
                                        </p:tgtEl>
                                        <p:attrNameLst>
                                          <p:attrName>ppt_h</p:attrName>
                                        </p:attrNameLst>
                                      </p:cBhvr>
                                      <p:tavLst>
                                        <p:tav tm="0">
                                          <p:val>
                                            <p:fltVal val="0"/>
                                          </p:val>
                                        </p:tav>
                                        <p:tav tm="100000">
                                          <p:val>
                                            <p:strVal val="#ppt_h"/>
                                          </p:val>
                                        </p:tav>
                                      </p:tavLst>
                                    </p:anim>
                                  </p:childTnLst>
                                </p:cTn>
                              </p:par>
                            </p:childTnLst>
                          </p:cTn>
                        </p:par>
                        <p:par>
                          <p:cTn id="21" fill="hold">
                            <p:stCondLst>
                              <p:cond delay="2050"/>
                            </p:stCondLst>
                            <p:childTnLst>
                              <p:par>
                                <p:cTn id="22" presetID="9" presetClass="entr" presetSubtype="0" fill="hold" grpId="0" nodeType="afterEffect">
                                  <p:stCondLst>
                                    <p:cond delay="100"/>
                                  </p:stCondLst>
                                  <p:childTnLst>
                                    <p:set>
                                      <p:cBhvr>
                                        <p:cTn id="23" dur="1" fill="hold">
                                          <p:stCondLst>
                                            <p:cond delay="0"/>
                                          </p:stCondLst>
                                        </p:cTn>
                                        <p:tgtEl>
                                          <p:spTgt spid="85"/>
                                        </p:tgtEl>
                                        <p:attrNameLst>
                                          <p:attrName>style.visibility</p:attrName>
                                        </p:attrNameLst>
                                      </p:cBhvr>
                                      <p:to>
                                        <p:strVal val="visible"/>
                                      </p:to>
                                    </p:set>
                                    <p:animEffect transition="in" filter="dissolve">
                                      <p:cBhvr>
                                        <p:cTn id="24" dur="500"/>
                                        <p:tgtEl>
                                          <p:spTgt spid="85"/>
                                        </p:tgtEl>
                                      </p:cBhvr>
                                    </p:animEffect>
                                  </p:childTnLst>
                                </p:cTn>
                              </p:par>
                            </p:childTnLst>
                          </p:cTn>
                        </p:par>
                        <p:par>
                          <p:cTn id="25" fill="hold">
                            <p:stCondLst>
                              <p:cond delay="2650"/>
                            </p:stCondLst>
                            <p:childTnLst>
                              <p:par>
                                <p:cTn id="26" presetID="9" presetClass="entr" presetSubtype="0" fill="hold" grpId="0" nodeType="afterEffect">
                                  <p:stCondLst>
                                    <p:cond delay="100"/>
                                  </p:stCondLst>
                                  <p:childTnLst>
                                    <p:set>
                                      <p:cBhvr>
                                        <p:cTn id="27" dur="1" fill="hold">
                                          <p:stCondLst>
                                            <p:cond delay="0"/>
                                          </p:stCondLst>
                                        </p:cTn>
                                        <p:tgtEl>
                                          <p:spTgt spid="94"/>
                                        </p:tgtEl>
                                        <p:attrNameLst>
                                          <p:attrName>style.visibility</p:attrName>
                                        </p:attrNameLst>
                                      </p:cBhvr>
                                      <p:to>
                                        <p:strVal val="visible"/>
                                      </p:to>
                                    </p:set>
                                    <p:animEffect transition="in" filter="dissolve">
                                      <p:cBhvr>
                                        <p:cTn id="28" dur="500"/>
                                        <p:tgtEl>
                                          <p:spTgt spid="94"/>
                                        </p:tgtEl>
                                      </p:cBhvr>
                                    </p:animEffect>
                                  </p:childTnLst>
                                </p:cTn>
                              </p:par>
                            </p:childTnLst>
                          </p:cTn>
                        </p:par>
                        <p:par>
                          <p:cTn id="29" fill="hold">
                            <p:stCondLst>
                              <p:cond delay="3250"/>
                            </p:stCondLst>
                            <p:childTnLst>
                              <p:par>
                                <p:cTn id="30" presetID="23" presetClass="entr" presetSubtype="16" fill="hold" nodeType="afterEffect">
                                  <p:stCondLst>
                                    <p:cond delay="100"/>
                                  </p:stCondLst>
                                  <p:childTnLst>
                                    <p:set>
                                      <p:cBhvr>
                                        <p:cTn id="31" dur="1" fill="hold">
                                          <p:stCondLst>
                                            <p:cond delay="0"/>
                                          </p:stCondLst>
                                        </p:cTn>
                                        <p:tgtEl>
                                          <p:spTgt spid="91"/>
                                        </p:tgtEl>
                                        <p:attrNameLst>
                                          <p:attrName>style.visibility</p:attrName>
                                        </p:attrNameLst>
                                      </p:cBhvr>
                                      <p:to>
                                        <p:strVal val="visible"/>
                                      </p:to>
                                    </p:set>
                                    <p:anim calcmode="lin" valueType="num">
                                      <p:cBhvr>
                                        <p:cTn id="32" dur="500" fill="hold"/>
                                        <p:tgtEl>
                                          <p:spTgt spid="91"/>
                                        </p:tgtEl>
                                        <p:attrNameLst>
                                          <p:attrName>ppt_w</p:attrName>
                                        </p:attrNameLst>
                                      </p:cBhvr>
                                      <p:tavLst>
                                        <p:tav tm="0">
                                          <p:val>
                                            <p:fltVal val="0"/>
                                          </p:val>
                                        </p:tav>
                                        <p:tav tm="100000">
                                          <p:val>
                                            <p:strVal val="#ppt_w"/>
                                          </p:val>
                                        </p:tav>
                                      </p:tavLst>
                                    </p:anim>
                                    <p:anim calcmode="lin" valueType="num">
                                      <p:cBhvr>
                                        <p:cTn id="33" dur="500" fill="hold"/>
                                        <p:tgtEl>
                                          <p:spTgt spid="91"/>
                                        </p:tgtEl>
                                        <p:attrNameLst>
                                          <p:attrName>ppt_h</p:attrName>
                                        </p:attrNameLst>
                                      </p:cBhvr>
                                      <p:tavLst>
                                        <p:tav tm="0">
                                          <p:val>
                                            <p:fltVal val="0"/>
                                          </p:val>
                                        </p:tav>
                                        <p:tav tm="100000">
                                          <p:val>
                                            <p:strVal val="#ppt_h"/>
                                          </p:val>
                                        </p:tav>
                                      </p:tavLst>
                                    </p:anim>
                                  </p:childTnLst>
                                </p:cTn>
                              </p:par>
                            </p:childTnLst>
                          </p:cTn>
                        </p:par>
                        <p:par>
                          <p:cTn id="34" fill="hold">
                            <p:stCondLst>
                              <p:cond delay="3850"/>
                            </p:stCondLst>
                            <p:childTnLst>
                              <p:par>
                                <p:cTn id="35" presetID="9" presetClass="entr" presetSubtype="0" fill="hold" grpId="0" nodeType="afterEffect">
                                  <p:stCondLst>
                                    <p:cond delay="100"/>
                                  </p:stCondLst>
                                  <p:childTnLst>
                                    <p:set>
                                      <p:cBhvr>
                                        <p:cTn id="36" dur="1" fill="hold">
                                          <p:stCondLst>
                                            <p:cond delay="0"/>
                                          </p:stCondLst>
                                        </p:cTn>
                                        <p:tgtEl>
                                          <p:spTgt spid="90"/>
                                        </p:tgtEl>
                                        <p:attrNameLst>
                                          <p:attrName>style.visibility</p:attrName>
                                        </p:attrNameLst>
                                      </p:cBhvr>
                                      <p:to>
                                        <p:strVal val="visible"/>
                                      </p:to>
                                    </p:set>
                                    <p:animEffect transition="in" filter="dissolve">
                                      <p:cBhvr>
                                        <p:cTn id="37" dur="500"/>
                                        <p:tgtEl>
                                          <p:spTgt spid="90"/>
                                        </p:tgtEl>
                                      </p:cBhvr>
                                    </p:animEffect>
                                  </p:childTnLst>
                                </p:cTn>
                              </p:par>
                            </p:childTnLst>
                          </p:cTn>
                        </p:par>
                        <p:par>
                          <p:cTn id="38" fill="hold">
                            <p:stCondLst>
                              <p:cond delay="4450"/>
                            </p:stCondLst>
                            <p:childTnLst>
                              <p:par>
                                <p:cTn id="39" presetID="9" presetClass="entr" presetSubtype="0" fill="hold" grpId="0" nodeType="afterEffect">
                                  <p:stCondLst>
                                    <p:cond delay="100"/>
                                  </p:stCondLst>
                                  <p:childTnLst>
                                    <p:set>
                                      <p:cBhvr>
                                        <p:cTn id="40" dur="1" fill="hold">
                                          <p:stCondLst>
                                            <p:cond delay="0"/>
                                          </p:stCondLst>
                                        </p:cTn>
                                        <p:tgtEl>
                                          <p:spTgt spid="99"/>
                                        </p:tgtEl>
                                        <p:attrNameLst>
                                          <p:attrName>style.visibility</p:attrName>
                                        </p:attrNameLst>
                                      </p:cBhvr>
                                      <p:to>
                                        <p:strVal val="visible"/>
                                      </p:to>
                                    </p:set>
                                    <p:animEffect transition="in" filter="dissolve">
                                      <p:cBhvr>
                                        <p:cTn id="41" dur="500"/>
                                        <p:tgtEl>
                                          <p:spTgt spid="99"/>
                                        </p:tgtEl>
                                      </p:cBhvr>
                                    </p:animEffect>
                                  </p:childTnLst>
                                </p:cTn>
                              </p:par>
                            </p:childTnLst>
                          </p:cTn>
                        </p:par>
                        <p:par>
                          <p:cTn id="42" fill="hold">
                            <p:stCondLst>
                              <p:cond delay="5050"/>
                            </p:stCondLst>
                            <p:childTnLst>
                              <p:par>
                                <p:cTn id="43" presetID="23" presetClass="entr" presetSubtype="16" fill="hold" nodeType="afterEffect">
                                  <p:stCondLst>
                                    <p:cond delay="100"/>
                                  </p:stCondLst>
                                  <p:childTnLst>
                                    <p:set>
                                      <p:cBhvr>
                                        <p:cTn id="44" dur="1" fill="hold">
                                          <p:stCondLst>
                                            <p:cond delay="0"/>
                                          </p:stCondLst>
                                        </p:cTn>
                                        <p:tgtEl>
                                          <p:spTgt spid="96"/>
                                        </p:tgtEl>
                                        <p:attrNameLst>
                                          <p:attrName>style.visibility</p:attrName>
                                        </p:attrNameLst>
                                      </p:cBhvr>
                                      <p:to>
                                        <p:strVal val="visible"/>
                                      </p:to>
                                    </p:set>
                                    <p:anim calcmode="lin" valueType="num">
                                      <p:cBhvr>
                                        <p:cTn id="45" dur="500" fill="hold"/>
                                        <p:tgtEl>
                                          <p:spTgt spid="96"/>
                                        </p:tgtEl>
                                        <p:attrNameLst>
                                          <p:attrName>ppt_w</p:attrName>
                                        </p:attrNameLst>
                                      </p:cBhvr>
                                      <p:tavLst>
                                        <p:tav tm="0">
                                          <p:val>
                                            <p:fltVal val="0"/>
                                          </p:val>
                                        </p:tav>
                                        <p:tav tm="100000">
                                          <p:val>
                                            <p:strVal val="#ppt_w"/>
                                          </p:val>
                                        </p:tav>
                                      </p:tavLst>
                                    </p:anim>
                                    <p:anim calcmode="lin" valueType="num">
                                      <p:cBhvr>
                                        <p:cTn id="46" dur="500" fill="hold"/>
                                        <p:tgtEl>
                                          <p:spTgt spid="96"/>
                                        </p:tgtEl>
                                        <p:attrNameLst>
                                          <p:attrName>ppt_h</p:attrName>
                                        </p:attrNameLst>
                                      </p:cBhvr>
                                      <p:tavLst>
                                        <p:tav tm="0">
                                          <p:val>
                                            <p:fltVal val="0"/>
                                          </p:val>
                                        </p:tav>
                                        <p:tav tm="100000">
                                          <p:val>
                                            <p:strVal val="#ppt_h"/>
                                          </p:val>
                                        </p:tav>
                                      </p:tavLst>
                                    </p:anim>
                                  </p:childTnLst>
                                </p:cTn>
                              </p:par>
                            </p:childTnLst>
                          </p:cTn>
                        </p:par>
                        <p:par>
                          <p:cTn id="47" fill="hold">
                            <p:stCondLst>
                              <p:cond delay="5650"/>
                            </p:stCondLst>
                            <p:childTnLst>
                              <p:par>
                                <p:cTn id="48" presetID="9" presetClass="entr" presetSubtype="0" fill="hold" nodeType="afterEffect">
                                  <p:stCondLst>
                                    <p:cond delay="100"/>
                                  </p:stCondLst>
                                  <p:childTnLst>
                                    <p:set>
                                      <p:cBhvr>
                                        <p:cTn id="49" dur="1" fill="hold">
                                          <p:stCondLst>
                                            <p:cond delay="0"/>
                                          </p:stCondLst>
                                        </p:cTn>
                                        <p:tgtEl>
                                          <p:spTgt spid="95"/>
                                        </p:tgtEl>
                                        <p:attrNameLst>
                                          <p:attrName>style.visibility</p:attrName>
                                        </p:attrNameLst>
                                      </p:cBhvr>
                                      <p:to>
                                        <p:strVal val="visible"/>
                                      </p:to>
                                    </p:set>
                                    <p:animEffect transition="in" filter="dissolve">
                                      <p:cBhvr>
                                        <p:cTn id="50" dur="500"/>
                                        <p:tgtEl>
                                          <p:spTgt spid="95"/>
                                        </p:tgtEl>
                                      </p:cBhvr>
                                    </p:animEffect>
                                  </p:childTnLst>
                                </p:cTn>
                              </p:par>
                            </p:childTnLst>
                          </p:cTn>
                        </p:par>
                        <p:par>
                          <p:cTn id="51" fill="hold">
                            <p:stCondLst>
                              <p:cond delay="6250"/>
                            </p:stCondLst>
                            <p:childTnLst>
                              <p:par>
                                <p:cTn id="52" presetID="9" presetClass="entr" presetSubtype="0" fill="hold" grpId="0" nodeType="afterEffect">
                                  <p:stCondLst>
                                    <p:cond delay="100"/>
                                  </p:stCondLst>
                                  <p:childTnLst>
                                    <p:set>
                                      <p:cBhvr>
                                        <p:cTn id="53" dur="1" fill="hold">
                                          <p:stCondLst>
                                            <p:cond delay="0"/>
                                          </p:stCondLst>
                                        </p:cTn>
                                        <p:tgtEl>
                                          <p:spTgt spid="104"/>
                                        </p:tgtEl>
                                        <p:attrNameLst>
                                          <p:attrName>style.visibility</p:attrName>
                                        </p:attrNameLst>
                                      </p:cBhvr>
                                      <p:to>
                                        <p:strVal val="visible"/>
                                      </p:to>
                                    </p:set>
                                    <p:animEffect transition="in" filter="dissolve">
                                      <p:cBhvr>
                                        <p:cTn id="54" dur="500"/>
                                        <p:tgtEl>
                                          <p:spTgt spid="104"/>
                                        </p:tgtEl>
                                      </p:cBhvr>
                                    </p:animEffect>
                                  </p:childTnLst>
                                </p:cTn>
                              </p:par>
                            </p:childTnLst>
                          </p:cTn>
                        </p:par>
                        <p:par>
                          <p:cTn id="55" fill="hold">
                            <p:stCondLst>
                              <p:cond delay="6850"/>
                            </p:stCondLst>
                            <p:childTnLst>
                              <p:par>
                                <p:cTn id="56" presetID="23" presetClass="entr" presetSubtype="16" fill="hold" nodeType="afterEffect">
                                  <p:stCondLst>
                                    <p:cond delay="100"/>
                                  </p:stCondLst>
                                  <p:childTnLst>
                                    <p:set>
                                      <p:cBhvr>
                                        <p:cTn id="57" dur="1" fill="hold">
                                          <p:stCondLst>
                                            <p:cond delay="0"/>
                                          </p:stCondLst>
                                        </p:cTn>
                                        <p:tgtEl>
                                          <p:spTgt spid="101"/>
                                        </p:tgtEl>
                                        <p:attrNameLst>
                                          <p:attrName>style.visibility</p:attrName>
                                        </p:attrNameLst>
                                      </p:cBhvr>
                                      <p:to>
                                        <p:strVal val="visible"/>
                                      </p:to>
                                    </p:set>
                                    <p:anim calcmode="lin" valueType="num">
                                      <p:cBhvr>
                                        <p:cTn id="58" dur="500" fill="hold"/>
                                        <p:tgtEl>
                                          <p:spTgt spid="101"/>
                                        </p:tgtEl>
                                        <p:attrNameLst>
                                          <p:attrName>ppt_w</p:attrName>
                                        </p:attrNameLst>
                                      </p:cBhvr>
                                      <p:tavLst>
                                        <p:tav tm="0">
                                          <p:val>
                                            <p:fltVal val="0"/>
                                          </p:val>
                                        </p:tav>
                                        <p:tav tm="100000">
                                          <p:val>
                                            <p:strVal val="#ppt_w"/>
                                          </p:val>
                                        </p:tav>
                                      </p:tavLst>
                                    </p:anim>
                                    <p:anim calcmode="lin" valueType="num">
                                      <p:cBhvr>
                                        <p:cTn id="59" dur="500" fill="hold"/>
                                        <p:tgtEl>
                                          <p:spTgt spid="101"/>
                                        </p:tgtEl>
                                        <p:attrNameLst>
                                          <p:attrName>ppt_h</p:attrName>
                                        </p:attrNameLst>
                                      </p:cBhvr>
                                      <p:tavLst>
                                        <p:tav tm="0">
                                          <p:val>
                                            <p:fltVal val="0"/>
                                          </p:val>
                                        </p:tav>
                                        <p:tav tm="100000">
                                          <p:val>
                                            <p:strVal val="#ppt_h"/>
                                          </p:val>
                                        </p:tav>
                                      </p:tavLst>
                                    </p:anim>
                                  </p:childTnLst>
                                </p:cTn>
                              </p:par>
                            </p:childTnLst>
                          </p:cTn>
                        </p:par>
                        <p:par>
                          <p:cTn id="60" fill="hold">
                            <p:stCondLst>
                              <p:cond delay="7450"/>
                            </p:stCondLst>
                            <p:childTnLst>
                              <p:par>
                                <p:cTn id="61" presetID="9" presetClass="entr" presetSubtype="0" fill="hold" nodeType="afterEffect">
                                  <p:stCondLst>
                                    <p:cond delay="100"/>
                                  </p:stCondLst>
                                  <p:childTnLst>
                                    <p:set>
                                      <p:cBhvr>
                                        <p:cTn id="62" dur="1" fill="hold">
                                          <p:stCondLst>
                                            <p:cond delay="0"/>
                                          </p:stCondLst>
                                        </p:cTn>
                                        <p:tgtEl>
                                          <p:spTgt spid="100"/>
                                        </p:tgtEl>
                                        <p:attrNameLst>
                                          <p:attrName>style.visibility</p:attrName>
                                        </p:attrNameLst>
                                      </p:cBhvr>
                                      <p:to>
                                        <p:strVal val="visible"/>
                                      </p:to>
                                    </p:set>
                                    <p:animEffect transition="in" filter="dissolve">
                                      <p:cBhvr>
                                        <p:cTn id="63" dur="500"/>
                                        <p:tgtEl>
                                          <p:spTgt spid="100"/>
                                        </p:tgtEl>
                                      </p:cBhvr>
                                    </p:animEffect>
                                  </p:childTnLst>
                                </p:cTn>
                              </p:par>
                            </p:childTnLst>
                          </p:cTn>
                        </p:par>
                        <p:par>
                          <p:cTn id="64" fill="hold">
                            <p:stCondLst>
                              <p:cond delay="8050"/>
                            </p:stCondLst>
                            <p:childTnLst>
                              <p:par>
                                <p:cTn id="65" presetID="9" presetClass="entr" presetSubtype="0" fill="hold" grpId="0" nodeType="afterEffect">
                                  <p:stCondLst>
                                    <p:cond delay="100"/>
                                  </p:stCondLst>
                                  <p:childTnLst>
                                    <p:set>
                                      <p:cBhvr>
                                        <p:cTn id="66" dur="1" fill="hold">
                                          <p:stCondLst>
                                            <p:cond delay="0"/>
                                          </p:stCondLst>
                                        </p:cTn>
                                        <p:tgtEl>
                                          <p:spTgt spid="105"/>
                                        </p:tgtEl>
                                        <p:attrNameLst>
                                          <p:attrName>style.visibility</p:attrName>
                                        </p:attrNameLst>
                                      </p:cBhvr>
                                      <p:to>
                                        <p:strVal val="visible"/>
                                      </p:to>
                                    </p:set>
                                    <p:animEffect transition="in" filter="dissolve">
                                      <p:cBhvr>
                                        <p:cTn id="67" dur="500"/>
                                        <p:tgtEl>
                                          <p:spTgt spid="105"/>
                                        </p:tgtEl>
                                      </p:cBhvr>
                                    </p:animEffect>
                                  </p:childTnLst>
                                </p:cTn>
                              </p:par>
                            </p:childTnLst>
                          </p:cTn>
                        </p:par>
                        <p:par>
                          <p:cTn id="68" fill="hold">
                            <p:stCondLst>
                              <p:cond delay="8650"/>
                            </p:stCondLst>
                            <p:childTnLst>
                              <p:par>
                                <p:cTn id="69" presetID="9" presetClass="entr" presetSubtype="0" fill="hold" grpId="0" nodeType="afterEffect">
                                  <p:stCondLst>
                                    <p:cond delay="100"/>
                                  </p:stCondLst>
                                  <p:childTnLst>
                                    <p:set>
                                      <p:cBhvr>
                                        <p:cTn id="70" dur="1" fill="hold">
                                          <p:stCondLst>
                                            <p:cond delay="0"/>
                                          </p:stCondLst>
                                        </p:cTn>
                                        <p:tgtEl>
                                          <p:spTgt spid="106"/>
                                        </p:tgtEl>
                                        <p:attrNameLst>
                                          <p:attrName>style.visibility</p:attrName>
                                        </p:attrNameLst>
                                      </p:cBhvr>
                                      <p:to>
                                        <p:strVal val="visible"/>
                                      </p:to>
                                    </p:set>
                                    <p:animEffect transition="in" filter="dissolve">
                                      <p:cBhvr>
                                        <p:cTn id="71" dur="500"/>
                                        <p:tgtEl>
                                          <p:spTgt spid="106"/>
                                        </p:tgtEl>
                                      </p:cBhvr>
                                    </p:animEffect>
                                  </p:childTnLst>
                                </p:cTn>
                              </p:par>
                            </p:childTnLst>
                          </p:cTn>
                        </p:par>
                        <p:par>
                          <p:cTn id="72" fill="hold">
                            <p:stCondLst>
                              <p:cond delay="9250"/>
                            </p:stCondLst>
                            <p:childTnLst>
                              <p:par>
                                <p:cTn id="73" presetID="9" presetClass="entr" presetSubtype="0" fill="hold" grpId="0" nodeType="afterEffect">
                                  <p:stCondLst>
                                    <p:cond delay="100"/>
                                  </p:stCondLst>
                                  <p:childTnLst>
                                    <p:set>
                                      <p:cBhvr>
                                        <p:cTn id="74" dur="1" fill="hold">
                                          <p:stCondLst>
                                            <p:cond delay="0"/>
                                          </p:stCondLst>
                                        </p:cTn>
                                        <p:tgtEl>
                                          <p:spTgt spid="107"/>
                                        </p:tgtEl>
                                        <p:attrNameLst>
                                          <p:attrName>style.visibility</p:attrName>
                                        </p:attrNameLst>
                                      </p:cBhvr>
                                      <p:to>
                                        <p:strVal val="visible"/>
                                      </p:to>
                                    </p:set>
                                    <p:animEffect transition="in" filter="dissolve">
                                      <p:cBhvr>
                                        <p:cTn id="75" dur="500"/>
                                        <p:tgtEl>
                                          <p:spTgt spid="107"/>
                                        </p:tgtEl>
                                      </p:cBhvr>
                                    </p:animEffect>
                                  </p:childTnLst>
                                </p:cTn>
                              </p:par>
                            </p:childTnLst>
                          </p:cTn>
                        </p:par>
                        <p:par>
                          <p:cTn id="76" fill="hold">
                            <p:stCondLst>
                              <p:cond delay="9850"/>
                            </p:stCondLst>
                            <p:childTnLst>
                              <p:par>
                                <p:cTn id="77" presetID="9" presetClass="entr" presetSubtype="0" fill="hold" grpId="0" nodeType="afterEffect">
                                  <p:stCondLst>
                                    <p:cond delay="100"/>
                                  </p:stCondLst>
                                  <p:childTnLst>
                                    <p:set>
                                      <p:cBhvr>
                                        <p:cTn id="78" dur="1" fill="hold">
                                          <p:stCondLst>
                                            <p:cond delay="0"/>
                                          </p:stCondLst>
                                        </p:cTn>
                                        <p:tgtEl>
                                          <p:spTgt spid="108"/>
                                        </p:tgtEl>
                                        <p:attrNameLst>
                                          <p:attrName>style.visibility</p:attrName>
                                        </p:attrNameLst>
                                      </p:cBhvr>
                                      <p:to>
                                        <p:strVal val="visible"/>
                                      </p:to>
                                    </p:set>
                                    <p:animEffect transition="in" filter="dissolve">
                                      <p:cBhvr>
                                        <p:cTn id="79" dur="500"/>
                                        <p:tgtEl>
                                          <p:spTgt spid="108"/>
                                        </p:tgtEl>
                                      </p:cBhvr>
                                    </p:animEffect>
                                  </p:childTnLst>
                                </p:cTn>
                              </p:par>
                            </p:childTnLst>
                          </p:cTn>
                        </p:par>
                        <p:par>
                          <p:cTn id="80" fill="hold">
                            <p:stCondLst>
                              <p:cond delay="10450"/>
                            </p:stCondLst>
                            <p:childTnLst>
                              <p:par>
                                <p:cTn id="81" presetID="9" presetClass="entr" presetSubtype="0" fill="hold" grpId="0" nodeType="afterEffect">
                                  <p:stCondLst>
                                    <p:cond delay="100"/>
                                  </p:stCondLst>
                                  <p:childTnLst>
                                    <p:set>
                                      <p:cBhvr>
                                        <p:cTn id="82" dur="1" fill="hold">
                                          <p:stCondLst>
                                            <p:cond delay="0"/>
                                          </p:stCondLst>
                                        </p:cTn>
                                        <p:tgtEl>
                                          <p:spTgt spid="109"/>
                                        </p:tgtEl>
                                        <p:attrNameLst>
                                          <p:attrName>style.visibility</p:attrName>
                                        </p:attrNameLst>
                                      </p:cBhvr>
                                      <p:to>
                                        <p:strVal val="visible"/>
                                      </p:to>
                                    </p:set>
                                    <p:animEffect transition="in" filter="dissolve">
                                      <p:cBhvr>
                                        <p:cTn id="83" dur="500"/>
                                        <p:tgtEl>
                                          <p:spTgt spid="109"/>
                                        </p:tgtEl>
                                      </p:cBhvr>
                                    </p:animEffect>
                                  </p:childTnLst>
                                </p:cTn>
                              </p:par>
                            </p:childTnLst>
                          </p:cTn>
                        </p:par>
                        <p:par>
                          <p:cTn id="84" fill="hold">
                            <p:stCondLst>
                              <p:cond delay="11050"/>
                            </p:stCondLst>
                            <p:childTnLst>
                              <p:par>
                                <p:cTn id="85" presetID="9" presetClass="entr" presetSubtype="0" fill="hold" grpId="0" nodeType="afterEffect">
                                  <p:stCondLst>
                                    <p:cond delay="100"/>
                                  </p:stCondLst>
                                  <p:childTnLst>
                                    <p:set>
                                      <p:cBhvr>
                                        <p:cTn id="86" dur="1" fill="hold">
                                          <p:stCondLst>
                                            <p:cond delay="0"/>
                                          </p:stCondLst>
                                        </p:cTn>
                                        <p:tgtEl>
                                          <p:spTgt spid="110"/>
                                        </p:tgtEl>
                                        <p:attrNameLst>
                                          <p:attrName>style.visibility</p:attrName>
                                        </p:attrNameLst>
                                      </p:cBhvr>
                                      <p:to>
                                        <p:strVal val="visible"/>
                                      </p:to>
                                    </p:set>
                                    <p:animEffect transition="in" filter="dissolve">
                                      <p:cBhvr>
                                        <p:cTn id="87" dur="500"/>
                                        <p:tgtEl>
                                          <p:spTgt spid="110"/>
                                        </p:tgtEl>
                                      </p:cBhvr>
                                    </p:animEffect>
                                  </p:childTnLst>
                                </p:cTn>
                              </p:par>
                            </p:childTnLst>
                          </p:cTn>
                        </p:par>
                        <p:par>
                          <p:cTn id="88" fill="hold">
                            <p:stCondLst>
                              <p:cond delay="11650"/>
                            </p:stCondLst>
                            <p:childTnLst>
                              <p:par>
                                <p:cTn id="89" presetID="9" presetClass="entr" presetSubtype="0" fill="hold" grpId="0" nodeType="afterEffect">
                                  <p:stCondLst>
                                    <p:cond delay="100"/>
                                  </p:stCondLst>
                                  <p:childTnLst>
                                    <p:set>
                                      <p:cBhvr>
                                        <p:cTn id="90" dur="1" fill="hold">
                                          <p:stCondLst>
                                            <p:cond delay="0"/>
                                          </p:stCondLst>
                                        </p:cTn>
                                        <p:tgtEl>
                                          <p:spTgt spid="111"/>
                                        </p:tgtEl>
                                        <p:attrNameLst>
                                          <p:attrName>style.visibility</p:attrName>
                                        </p:attrNameLst>
                                      </p:cBhvr>
                                      <p:to>
                                        <p:strVal val="visible"/>
                                      </p:to>
                                    </p:set>
                                    <p:animEffect transition="in" filter="dissolve">
                                      <p:cBhvr>
                                        <p:cTn id="91" dur="500"/>
                                        <p:tgtEl>
                                          <p:spTgt spid="111"/>
                                        </p:tgtEl>
                                      </p:cBhvr>
                                    </p:animEffect>
                                  </p:childTnLst>
                                </p:cTn>
                              </p:par>
                            </p:childTnLst>
                          </p:cTn>
                        </p:par>
                        <p:par>
                          <p:cTn id="92" fill="hold">
                            <p:stCondLst>
                              <p:cond delay="12250"/>
                            </p:stCondLst>
                            <p:childTnLst>
                              <p:par>
                                <p:cTn id="93" presetID="9" presetClass="entr" presetSubtype="0" fill="hold" grpId="0" nodeType="afterEffect">
                                  <p:stCondLst>
                                    <p:cond delay="100"/>
                                  </p:stCondLst>
                                  <p:childTnLst>
                                    <p:set>
                                      <p:cBhvr>
                                        <p:cTn id="94" dur="1" fill="hold">
                                          <p:stCondLst>
                                            <p:cond delay="0"/>
                                          </p:stCondLst>
                                        </p:cTn>
                                        <p:tgtEl>
                                          <p:spTgt spid="112"/>
                                        </p:tgtEl>
                                        <p:attrNameLst>
                                          <p:attrName>style.visibility</p:attrName>
                                        </p:attrNameLst>
                                      </p:cBhvr>
                                      <p:to>
                                        <p:strVal val="visible"/>
                                      </p:to>
                                    </p:set>
                                    <p:animEffect transition="in" filter="dissolve">
                                      <p:cBhvr>
                                        <p:cTn id="95"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85" grpId="0" animBg="1"/>
      <p:bldP spid="89" grpId="0" autoUpdateAnimBg="0"/>
      <p:bldP spid="90" grpId="0" animBg="1"/>
      <p:bldP spid="94" grpId="0" autoUpdateAnimBg="0"/>
      <p:bldP spid="99" grpId="0" autoUpdateAnimBg="0"/>
      <p:bldP spid="104" grpId="0" autoUpdateAnimBg="0"/>
      <p:bldP spid="105" grpId="0" autoUpdateAnimBg="0"/>
      <p:bldP spid="106" grpId="0" autoUpdateAnimBg="0"/>
      <p:bldP spid="107" grpId="0" autoUpdateAnimBg="0"/>
      <p:bldP spid="108" grpId="0" autoUpdateAnimBg="0"/>
      <p:bldP spid="109" grpId="0" autoUpdateAnimBg="0"/>
      <p:bldP spid="110" grpId="0" autoUpdateAnimBg="0"/>
      <p:bldP spid="111" grpId="0" autoUpdateAnimBg="0"/>
      <p:bldP spid="112" grpId="0" autoUpdateAnimBg="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grpSp>
        <p:nvGrpSpPr>
          <p:cNvPr id="15" name="Group 62"/>
          <p:cNvGrpSpPr/>
          <p:nvPr/>
        </p:nvGrpSpPr>
        <p:grpSpPr>
          <a:xfrm>
            <a:off x="7614043" y="1843469"/>
            <a:ext cx="1983216" cy="2403824"/>
            <a:chOff x="9683156" y="2245342"/>
            <a:chExt cx="1880262" cy="2278603"/>
          </a:xfrm>
          <a:effectLst>
            <a:outerShdw blurRad="368300" dir="13500000" sy="23000" kx="1200000" algn="br" rotWithShape="0">
              <a:prstClr val="black">
                <a:alpha val="25000"/>
              </a:prstClr>
            </a:outerShdw>
          </a:effectLst>
        </p:grpSpPr>
        <p:sp>
          <p:nvSpPr>
            <p:cNvPr id="16" name="Freeform 63"/>
            <p:cNvSpPr>
              <a:spLocks/>
            </p:cNvSpPr>
            <p:nvPr/>
          </p:nvSpPr>
          <p:spPr bwMode="auto">
            <a:xfrm>
              <a:off x="9697382" y="2584406"/>
              <a:ext cx="1851810" cy="1939539"/>
            </a:xfrm>
            <a:custGeom>
              <a:avLst/>
              <a:gdLst>
                <a:gd name="T0" fmla="*/ 1516 w 1562"/>
                <a:gd name="T1" fmla="*/ 0 h 1636"/>
                <a:gd name="T2" fmla="*/ 1562 w 1562"/>
                <a:gd name="T3" fmla="*/ 11 h 1636"/>
                <a:gd name="T4" fmla="*/ 781 w 1562"/>
                <a:gd name="T5" fmla="*/ 1636 h 1636"/>
                <a:gd name="T6" fmla="*/ 0 w 1562"/>
                <a:gd name="T7" fmla="*/ 11 h 1636"/>
                <a:gd name="T8" fmla="*/ 57 w 1562"/>
                <a:gd name="T9" fmla="*/ 0 h 1636"/>
                <a:gd name="T10" fmla="*/ 1516 w 1562"/>
                <a:gd name="T11" fmla="*/ 0 h 1636"/>
              </a:gdLst>
              <a:ahLst/>
              <a:cxnLst>
                <a:cxn ang="0">
                  <a:pos x="T0" y="T1"/>
                </a:cxn>
                <a:cxn ang="0">
                  <a:pos x="T2" y="T3"/>
                </a:cxn>
                <a:cxn ang="0">
                  <a:pos x="T4" y="T5"/>
                </a:cxn>
                <a:cxn ang="0">
                  <a:pos x="T6" y="T7"/>
                </a:cxn>
                <a:cxn ang="0">
                  <a:pos x="T8" y="T9"/>
                </a:cxn>
                <a:cxn ang="0">
                  <a:pos x="T10" y="T11"/>
                </a:cxn>
              </a:cxnLst>
              <a:rect l="0" t="0" r="r" b="b"/>
              <a:pathLst>
                <a:path w="1562" h="1636">
                  <a:moveTo>
                    <a:pt x="1516" y="0"/>
                  </a:moveTo>
                  <a:lnTo>
                    <a:pt x="1562" y="11"/>
                  </a:lnTo>
                  <a:lnTo>
                    <a:pt x="781" y="1636"/>
                  </a:lnTo>
                  <a:lnTo>
                    <a:pt x="0" y="11"/>
                  </a:lnTo>
                  <a:lnTo>
                    <a:pt x="57" y="0"/>
                  </a:lnTo>
                  <a:lnTo>
                    <a:pt x="1516" y="0"/>
                  </a:lnTo>
                  <a:close/>
                </a:path>
              </a:pathLst>
            </a:custGeom>
            <a:solidFill>
              <a:srgbClr val="77A9D3"/>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Oval 6"/>
            <p:cNvSpPr>
              <a:spLocks noChangeArrowheads="1"/>
            </p:cNvSpPr>
            <p:nvPr/>
          </p:nvSpPr>
          <p:spPr bwMode="auto">
            <a:xfrm>
              <a:off x="9683156" y="2245342"/>
              <a:ext cx="1880262" cy="610552"/>
            </a:xfrm>
            <a:prstGeom prst="ellipse">
              <a:avLst/>
            </a:prstGeom>
            <a:gradFill>
              <a:gsLst>
                <a:gs pos="0">
                  <a:schemeClr val="bg1"/>
                </a:gs>
                <a:gs pos="53000">
                  <a:schemeClr val="bg1">
                    <a:lumMod val="95000"/>
                  </a:schemeClr>
                </a:gs>
                <a:gs pos="100000">
                  <a:schemeClr val="bg1">
                    <a:lumMod val="85000"/>
                  </a:schemeClr>
                </a:gs>
              </a:gsLst>
              <a:lin ang="16800000" scaled="0"/>
            </a:gra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8" name="Group 65"/>
          <p:cNvGrpSpPr/>
          <p:nvPr/>
        </p:nvGrpSpPr>
        <p:grpSpPr>
          <a:xfrm>
            <a:off x="4901181" y="2258072"/>
            <a:ext cx="1983216" cy="2403824"/>
            <a:chOff x="4666657" y="2245342"/>
            <a:chExt cx="1880262" cy="2278603"/>
          </a:xfrm>
          <a:effectLst>
            <a:outerShdw blurRad="368300" dir="13500000" sy="23000" kx="1200000" algn="br" rotWithShape="0">
              <a:prstClr val="black">
                <a:alpha val="25000"/>
              </a:prstClr>
            </a:outerShdw>
          </a:effectLst>
        </p:grpSpPr>
        <p:sp>
          <p:nvSpPr>
            <p:cNvPr id="19" name="Freeform 66"/>
            <p:cNvSpPr>
              <a:spLocks/>
            </p:cNvSpPr>
            <p:nvPr/>
          </p:nvSpPr>
          <p:spPr bwMode="auto">
            <a:xfrm>
              <a:off x="4680883" y="2584406"/>
              <a:ext cx="1851810" cy="1939539"/>
            </a:xfrm>
            <a:custGeom>
              <a:avLst/>
              <a:gdLst>
                <a:gd name="T0" fmla="*/ 1516 w 1562"/>
                <a:gd name="T1" fmla="*/ 0 h 1636"/>
                <a:gd name="T2" fmla="*/ 1562 w 1562"/>
                <a:gd name="T3" fmla="*/ 11 h 1636"/>
                <a:gd name="T4" fmla="*/ 781 w 1562"/>
                <a:gd name="T5" fmla="*/ 1636 h 1636"/>
                <a:gd name="T6" fmla="*/ 0 w 1562"/>
                <a:gd name="T7" fmla="*/ 11 h 1636"/>
                <a:gd name="T8" fmla="*/ 57 w 1562"/>
                <a:gd name="T9" fmla="*/ 0 h 1636"/>
                <a:gd name="T10" fmla="*/ 1516 w 1562"/>
                <a:gd name="T11" fmla="*/ 0 h 1636"/>
              </a:gdLst>
              <a:ahLst/>
              <a:cxnLst>
                <a:cxn ang="0">
                  <a:pos x="T0" y="T1"/>
                </a:cxn>
                <a:cxn ang="0">
                  <a:pos x="T2" y="T3"/>
                </a:cxn>
                <a:cxn ang="0">
                  <a:pos x="T4" y="T5"/>
                </a:cxn>
                <a:cxn ang="0">
                  <a:pos x="T6" y="T7"/>
                </a:cxn>
                <a:cxn ang="0">
                  <a:pos x="T8" y="T9"/>
                </a:cxn>
                <a:cxn ang="0">
                  <a:pos x="T10" y="T11"/>
                </a:cxn>
              </a:cxnLst>
              <a:rect l="0" t="0" r="r" b="b"/>
              <a:pathLst>
                <a:path w="1562" h="1636">
                  <a:moveTo>
                    <a:pt x="1516" y="0"/>
                  </a:moveTo>
                  <a:lnTo>
                    <a:pt x="1562" y="11"/>
                  </a:lnTo>
                  <a:lnTo>
                    <a:pt x="781" y="1636"/>
                  </a:lnTo>
                  <a:lnTo>
                    <a:pt x="0" y="11"/>
                  </a:lnTo>
                  <a:lnTo>
                    <a:pt x="57" y="0"/>
                  </a:lnTo>
                  <a:lnTo>
                    <a:pt x="1516" y="0"/>
                  </a:ln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Oval 6"/>
            <p:cNvSpPr>
              <a:spLocks noChangeArrowheads="1"/>
            </p:cNvSpPr>
            <p:nvPr/>
          </p:nvSpPr>
          <p:spPr bwMode="auto">
            <a:xfrm>
              <a:off x="4666657" y="2245342"/>
              <a:ext cx="1880262" cy="610552"/>
            </a:xfrm>
            <a:prstGeom prst="ellipse">
              <a:avLst/>
            </a:prstGeom>
            <a:gradFill>
              <a:gsLst>
                <a:gs pos="0">
                  <a:schemeClr val="bg1"/>
                </a:gs>
                <a:gs pos="53000">
                  <a:schemeClr val="bg1">
                    <a:lumMod val="95000"/>
                  </a:schemeClr>
                </a:gs>
                <a:gs pos="100000">
                  <a:schemeClr val="bg1">
                    <a:lumMod val="85000"/>
                  </a:schemeClr>
                </a:gs>
              </a:gsLst>
              <a:lin ang="16800000" scaled="0"/>
            </a:gra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129"/>
          <p:cNvGrpSpPr/>
          <p:nvPr/>
        </p:nvGrpSpPr>
        <p:grpSpPr>
          <a:xfrm>
            <a:off x="2108549" y="2723328"/>
            <a:ext cx="1983216" cy="2403824"/>
            <a:chOff x="7146332" y="2245342"/>
            <a:chExt cx="1880262" cy="2278603"/>
          </a:xfrm>
          <a:effectLst>
            <a:outerShdw blurRad="368300" dir="13500000" sy="23000" kx="1200000" algn="br" rotWithShape="0">
              <a:prstClr val="black">
                <a:alpha val="25000"/>
              </a:prstClr>
            </a:outerShdw>
          </a:effectLst>
        </p:grpSpPr>
        <p:sp>
          <p:nvSpPr>
            <p:cNvPr id="22" name="Freeform 130"/>
            <p:cNvSpPr>
              <a:spLocks/>
            </p:cNvSpPr>
            <p:nvPr/>
          </p:nvSpPr>
          <p:spPr bwMode="auto">
            <a:xfrm>
              <a:off x="7160558" y="2584406"/>
              <a:ext cx="1851810" cy="1939539"/>
            </a:xfrm>
            <a:custGeom>
              <a:avLst/>
              <a:gdLst>
                <a:gd name="T0" fmla="*/ 1516 w 1562"/>
                <a:gd name="T1" fmla="*/ 0 h 1636"/>
                <a:gd name="T2" fmla="*/ 1562 w 1562"/>
                <a:gd name="T3" fmla="*/ 11 h 1636"/>
                <a:gd name="T4" fmla="*/ 781 w 1562"/>
                <a:gd name="T5" fmla="*/ 1636 h 1636"/>
                <a:gd name="T6" fmla="*/ 0 w 1562"/>
                <a:gd name="T7" fmla="*/ 11 h 1636"/>
                <a:gd name="T8" fmla="*/ 57 w 1562"/>
                <a:gd name="T9" fmla="*/ 0 h 1636"/>
                <a:gd name="T10" fmla="*/ 1516 w 1562"/>
                <a:gd name="T11" fmla="*/ 0 h 1636"/>
              </a:gdLst>
              <a:ahLst/>
              <a:cxnLst>
                <a:cxn ang="0">
                  <a:pos x="T0" y="T1"/>
                </a:cxn>
                <a:cxn ang="0">
                  <a:pos x="T2" y="T3"/>
                </a:cxn>
                <a:cxn ang="0">
                  <a:pos x="T4" y="T5"/>
                </a:cxn>
                <a:cxn ang="0">
                  <a:pos x="T6" y="T7"/>
                </a:cxn>
                <a:cxn ang="0">
                  <a:pos x="T8" y="T9"/>
                </a:cxn>
                <a:cxn ang="0">
                  <a:pos x="T10" y="T11"/>
                </a:cxn>
              </a:cxnLst>
              <a:rect l="0" t="0" r="r" b="b"/>
              <a:pathLst>
                <a:path w="1562" h="1636">
                  <a:moveTo>
                    <a:pt x="1516" y="0"/>
                  </a:moveTo>
                  <a:lnTo>
                    <a:pt x="1562" y="11"/>
                  </a:lnTo>
                  <a:lnTo>
                    <a:pt x="781" y="1636"/>
                  </a:lnTo>
                  <a:lnTo>
                    <a:pt x="0" y="11"/>
                  </a:lnTo>
                  <a:lnTo>
                    <a:pt x="57" y="0"/>
                  </a:lnTo>
                  <a:lnTo>
                    <a:pt x="1516" y="0"/>
                  </a:lnTo>
                  <a:close/>
                </a:path>
              </a:pathLst>
            </a:custGeom>
            <a:solidFill>
              <a:srgbClr val="77A9D3"/>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3" name="Oval 6"/>
            <p:cNvSpPr>
              <a:spLocks noChangeArrowheads="1"/>
            </p:cNvSpPr>
            <p:nvPr/>
          </p:nvSpPr>
          <p:spPr bwMode="auto">
            <a:xfrm>
              <a:off x="7146332" y="2245342"/>
              <a:ext cx="1880262" cy="610552"/>
            </a:xfrm>
            <a:prstGeom prst="ellipse">
              <a:avLst/>
            </a:prstGeom>
            <a:gradFill>
              <a:gsLst>
                <a:gs pos="0">
                  <a:schemeClr val="bg1"/>
                </a:gs>
                <a:gs pos="53000">
                  <a:schemeClr val="bg1">
                    <a:lumMod val="95000"/>
                  </a:schemeClr>
                </a:gs>
                <a:gs pos="100000">
                  <a:schemeClr val="bg1">
                    <a:lumMod val="85000"/>
                  </a:schemeClr>
                </a:gs>
              </a:gsLst>
              <a:lin ang="16800000" scaled="0"/>
            </a:gra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24" name="TextBox 23"/>
          <p:cNvSpPr txBox="1"/>
          <p:nvPr/>
        </p:nvSpPr>
        <p:spPr>
          <a:xfrm>
            <a:off x="2882720" y="2654129"/>
            <a:ext cx="520334" cy="531780"/>
          </a:xfrm>
          <a:prstGeom prst="rect">
            <a:avLst/>
          </a:prstGeom>
          <a:noFill/>
          <a:effectLst/>
        </p:spPr>
        <p:txBody>
          <a:bodyPr wrap="none" lIns="89376" tIns="44688" rIns="89376" bIns="44688" rtlCol="0">
            <a:spAutoFit/>
          </a:bodyPr>
          <a:lstStyle/>
          <a:p>
            <a:pPr algn="ctr" fontAlgn="auto">
              <a:lnSpc>
                <a:spcPct val="120000"/>
              </a:lnSpc>
              <a:spcBef>
                <a:spcPts val="0"/>
              </a:spcBef>
              <a:spcAft>
                <a:spcPts val="0"/>
              </a:spcAft>
            </a:pPr>
            <a:r>
              <a:rPr lang="id-ID" sz="2391" b="1" dirty="0">
                <a:solidFill>
                  <a:prstClr val="black">
                    <a:lumMod val="65000"/>
                    <a:lumOff val="35000"/>
                  </a:prstClr>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25" name="TextBox 24"/>
          <p:cNvSpPr txBox="1"/>
          <p:nvPr/>
        </p:nvSpPr>
        <p:spPr>
          <a:xfrm>
            <a:off x="5600418" y="2189269"/>
            <a:ext cx="520334" cy="531780"/>
          </a:xfrm>
          <a:prstGeom prst="rect">
            <a:avLst/>
          </a:prstGeom>
          <a:noFill/>
          <a:effectLst/>
        </p:spPr>
        <p:txBody>
          <a:bodyPr wrap="none" lIns="89376" tIns="44688" rIns="89376" bIns="44688" rtlCol="0">
            <a:spAutoFit/>
          </a:bodyPr>
          <a:lstStyle/>
          <a:p>
            <a:pPr algn="ctr" fontAlgn="auto">
              <a:lnSpc>
                <a:spcPct val="120000"/>
              </a:lnSpc>
              <a:spcBef>
                <a:spcPts val="0"/>
              </a:spcBef>
              <a:spcAft>
                <a:spcPts val="0"/>
              </a:spcAft>
            </a:pPr>
            <a:r>
              <a:rPr lang="id-ID" sz="2391" b="1" dirty="0">
                <a:solidFill>
                  <a:prstClr val="black">
                    <a:lumMod val="65000"/>
                    <a:lumOff val="35000"/>
                  </a:prstClr>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28" name="TextBox 27"/>
          <p:cNvSpPr txBox="1"/>
          <p:nvPr/>
        </p:nvSpPr>
        <p:spPr>
          <a:xfrm>
            <a:off x="8314078" y="1804038"/>
            <a:ext cx="520334" cy="531780"/>
          </a:xfrm>
          <a:prstGeom prst="rect">
            <a:avLst/>
          </a:prstGeom>
          <a:noFill/>
          <a:effectLst/>
        </p:spPr>
        <p:txBody>
          <a:bodyPr wrap="none" lIns="89376" tIns="44688" rIns="89376" bIns="44688" rtlCol="0">
            <a:spAutoFit/>
          </a:bodyPr>
          <a:lstStyle/>
          <a:p>
            <a:pPr algn="ctr" fontAlgn="auto">
              <a:lnSpc>
                <a:spcPct val="120000"/>
              </a:lnSpc>
              <a:spcBef>
                <a:spcPts val="0"/>
              </a:spcBef>
              <a:spcAft>
                <a:spcPts val="0"/>
              </a:spcAft>
            </a:pPr>
            <a:r>
              <a:rPr lang="id-ID" sz="2391" b="1" dirty="0">
                <a:solidFill>
                  <a:prstClr val="black">
                    <a:lumMod val="65000"/>
                    <a:lumOff val="35000"/>
                  </a:prstClr>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29" name="Freeform 135"/>
          <p:cNvSpPr>
            <a:spLocks noEditPoints="1"/>
          </p:cNvSpPr>
          <p:nvPr/>
        </p:nvSpPr>
        <p:spPr bwMode="auto">
          <a:xfrm>
            <a:off x="8443276" y="3030373"/>
            <a:ext cx="345041" cy="242877"/>
          </a:xfrm>
          <a:custGeom>
            <a:avLst/>
            <a:gdLst>
              <a:gd name="T0" fmla="*/ 0 w 530"/>
              <a:gd name="T1" fmla="*/ 373 h 373"/>
              <a:gd name="T2" fmla="*/ 530 w 530"/>
              <a:gd name="T3" fmla="*/ 373 h 373"/>
              <a:gd name="T4" fmla="*/ 530 w 530"/>
              <a:gd name="T5" fmla="*/ 0 h 373"/>
              <a:gd name="T6" fmla="*/ 0 w 530"/>
              <a:gd name="T7" fmla="*/ 0 h 373"/>
              <a:gd name="T8" fmla="*/ 0 w 530"/>
              <a:gd name="T9" fmla="*/ 373 h 373"/>
              <a:gd name="T10" fmla="*/ 510 w 530"/>
              <a:gd name="T11" fmla="*/ 36 h 373"/>
              <a:gd name="T12" fmla="*/ 343 w 530"/>
              <a:gd name="T13" fmla="*/ 183 h 373"/>
              <a:gd name="T14" fmla="*/ 510 w 530"/>
              <a:gd name="T15" fmla="*/ 337 h 373"/>
              <a:gd name="T16" fmla="*/ 510 w 530"/>
              <a:gd name="T17" fmla="*/ 354 h 373"/>
              <a:gd name="T18" fmla="*/ 321 w 530"/>
              <a:gd name="T19" fmla="*/ 200 h 373"/>
              <a:gd name="T20" fmla="*/ 264 w 530"/>
              <a:gd name="T21" fmla="*/ 248 h 373"/>
              <a:gd name="T22" fmla="*/ 206 w 530"/>
              <a:gd name="T23" fmla="*/ 200 h 373"/>
              <a:gd name="T24" fmla="*/ 17 w 530"/>
              <a:gd name="T25" fmla="*/ 354 h 373"/>
              <a:gd name="T26" fmla="*/ 17 w 530"/>
              <a:gd name="T27" fmla="*/ 337 h 373"/>
              <a:gd name="T28" fmla="*/ 187 w 530"/>
              <a:gd name="T29" fmla="*/ 183 h 373"/>
              <a:gd name="T30" fmla="*/ 17 w 530"/>
              <a:gd name="T31" fmla="*/ 36 h 373"/>
              <a:gd name="T32" fmla="*/ 17 w 530"/>
              <a:gd name="T33" fmla="*/ 19 h 373"/>
              <a:gd name="T34" fmla="*/ 264 w 530"/>
              <a:gd name="T35" fmla="*/ 195 h 373"/>
              <a:gd name="T36" fmla="*/ 510 w 530"/>
              <a:gd name="T37" fmla="*/ 19 h 373"/>
              <a:gd name="T38" fmla="*/ 510 w 530"/>
              <a:gd name="T39" fmla="*/ 3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0" h="373">
                <a:moveTo>
                  <a:pt x="0" y="373"/>
                </a:moveTo>
                <a:lnTo>
                  <a:pt x="530" y="373"/>
                </a:lnTo>
                <a:lnTo>
                  <a:pt x="530" y="0"/>
                </a:lnTo>
                <a:lnTo>
                  <a:pt x="0" y="0"/>
                </a:lnTo>
                <a:lnTo>
                  <a:pt x="0" y="373"/>
                </a:lnTo>
                <a:close/>
                <a:moveTo>
                  <a:pt x="510" y="36"/>
                </a:moveTo>
                <a:lnTo>
                  <a:pt x="343" y="183"/>
                </a:lnTo>
                <a:lnTo>
                  <a:pt x="510" y="337"/>
                </a:lnTo>
                <a:lnTo>
                  <a:pt x="510" y="354"/>
                </a:lnTo>
                <a:lnTo>
                  <a:pt x="321" y="200"/>
                </a:lnTo>
                <a:lnTo>
                  <a:pt x="264" y="248"/>
                </a:lnTo>
                <a:lnTo>
                  <a:pt x="206" y="200"/>
                </a:lnTo>
                <a:lnTo>
                  <a:pt x="17" y="354"/>
                </a:lnTo>
                <a:lnTo>
                  <a:pt x="17" y="337"/>
                </a:lnTo>
                <a:lnTo>
                  <a:pt x="187" y="183"/>
                </a:lnTo>
                <a:lnTo>
                  <a:pt x="17" y="36"/>
                </a:lnTo>
                <a:lnTo>
                  <a:pt x="17" y="19"/>
                </a:lnTo>
                <a:lnTo>
                  <a:pt x="264" y="195"/>
                </a:lnTo>
                <a:lnTo>
                  <a:pt x="510" y="19"/>
                </a:lnTo>
                <a:lnTo>
                  <a:pt x="510" y="36"/>
                </a:lnTo>
                <a:close/>
              </a:path>
            </a:pathLst>
          </a:custGeom>
          <a:solidFill>
            <a:schemeClr val="bg1"/>
          </a:solidFill>
          <a:ln>
            <a:noFill/>
          </a:ln>
        </p:spPr>
        <p:txBody>
          <a:bodyPr vert="horz" wrap="square" lIns="94259" tIns="47129" rIns="94259" bIns="47129"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0" name="Freeform 136"/>
          <p:cNvSpPr>
            <a:spLocks noEditPoints="1"/>
          </p:cNvSpPr>
          <p:nvPr/>
        </p:nvSpPr>
        <p:spPr bwMode="auto">
          <a:xfrm>
            <a:off x="5763874" y="3361307"/>
            <a:ext cx="327133" cy="326586"/>
          </a:xfrm>
          <a:custGeom>
            <a:avLst/>
            <a:gdLst>
              <a:gd name="T0" fmla="*/ 120 w 223"/>
              <a:gd name="T1" fmla="*/ 86 h 223"/>
              <a:gd name="T2" fmla="*/ 120 w 223"/>
              <a:gd name="T3" fmla="*/ 69 h 223"/>
              <a:gd name="T4" fmla="*/ 163 w 223"/>
              <a:gd name="T5" fmla="*/ 69 h 223"/>
              <a:gd name="T6" fmla="*/ 163 w 223"/>
              <a:gd name="T7" fmla="*/ 0 h 223"/>
              <a:gd name="T8" fmla="*/ 60 w 223"/>
              <a:gd name="T9" fmla="*/ 0 h 223"/>
              <a:gd name="T10" fmla="*/ 60 w 223"/>
              <a:gd name="T11" fmla="*/ 69 h 223"/>
              <a:gd name="T12" fmla="*/ 103 w 223"/>
              <a:gd name="T13" fmla="*/ 69 h 223"/>
              <a:gd name="T14" fmla="*/ 103 w 223"/>
              <a:gd name="T15" fmla="*/ 86 h 223"/>
              <a:gd name="T16" fmla="*/ 43 w 223"/>
              <a:gd name="T17" fmla="*/ 86 h 223"/>
              <a:gd name="T18" fmla="*/ 43 w 223"/>
              <a:gd name="T19" fmla="*/ 78 h 223"/>
              <a:gd name="T20" fmla="*/ 18 w 223"/>
              <a:gd name="T21" fmla="*/ 78 h 223"/>
              <a:gd name="T22" fmla="*/ 18 w 223"/>
              <a:gd name="T23" fmla="*/ 86 h 223"/>
              <a:gd name="T24" fmla="*/ 0 w 223"/>
              <a:gd name="T25" fmla="*/ 86 h 223"/>
              <a:gd name="T26" fmla="*/ 0 w 223"/>
              <a:gd name="T27" fmla="*/ 223 h 223"/>
              <a:gd name="T28" fmla="*/ 223 w 223"/>
              <a:gd name="T29" fmla="*/ 223 h 223"/>
              <a:gd name="T30" fmla="*/ 223 w 223"/>
              <a:gd name="T31" fmla="*/ 86 h 223"/>
              <a:gd name="T32" fmla="*/ 120 w 223"/>
              <a:gd name="T33" fmla="*/ 86 h 223"/>
              <a:gd name="T34" fmla="*/ 69 w 223"/>
              <a:gd name="T35" fmla="*/ 9 h 223"/>
              <a:gd name="T36" fmla="*/ 155 w 223"/>
              <a:gd name="T37" fmla="*/ 9 h 223"/>
              <a:gd name="T38" fmla="*/ 155 w 223"/>
              <a:gd name="T39" fmla="*/ 60 h 223"/>
              <a:gd name="T40" fmla="*/ 69 w 223"/>
              <a:gd name="T41" fmla="*/ 60 h 223"/>
              <a:gd name="T42" fmla="*/ 69 w 223"/>
              <a:gd name="T43" fmla="*/ 9 h 223"/>
              <a:gd name="T44" fmla="*/ 112 w 223"/>
              <a:gd name="T45" fmla="*/ 198 h 223"/>
              <a:gd name="T46" fmla="*/ 69 w 223"/>
              <a:gd name="T47" fmla="*/ 155 h 223"/>
              <a:gd name="T48" fmla="*/ 112 w 223"/>
              <a:gd name="T49" fmla="*/ 112 h 223"/>
              <a:gd name="T50" fmla="*/ 155 w 223"/>
              <a:gd name="T51" fmla="*/ 155 h 223"/>
              <a:gd name="T52" fmla="*/ 112 w 223"/>
              <a:gd name="T53" fmla="*/ 198 h 223"/>
              <a:gd name="T54" fmla="*/ 206 w 223"/>
              <a:gd name="T55" fmla="*/ 112 h 223"/>
              <a:gd name="T56" fmla="*/ 180 w 223"/>
              <a:gd name="T57" fmla="*/ 112 h 223"/>
              <a:gd name="T58" fmla="*/ 180 w 223"/>
              <a:gd name="T59" fmla="*/ 103 h 223"/>
              <a:gd name="T60" fmla="*/ 206 w 223"/>
              <a:gd name="T61" fmla="*/ 103 h 223"/>
              <a:gd name="T62" fmla="*/ 206 w 223"/>
              <a:gd name="T63" fmla="*/ 11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3" h="223">
                <a:moveTo>
                  <a:pt x="120" y="86"/>
                </a:moveTo>
                <a:cubicBezTo>
                  <a:pt x="120" y="69"/>
                  <a:pt x="120" y="69"/>
                  <a:pt x="120" y="69"/>
                </a:cubicBezTo>
                <a:cubicBezTo>
                  <a:pt x="163" y="69"/>
                  <a:pt x="163" y="69"/>
                  <a:pt x="163" y="69"/>
                </a:cubicBezTo>
                <a:cubicBezTo>
                  <a:pt x="163" y="0"/>
                  <a:pt x="163" y="0"/>
                  <a:pt x="163" y="0"/>
                </a:cubicBezTo>
                <a:cubicBezTo>
                  <a:pt x="60" y="0"/>
                  <a:pt x="60" y="0"/>
                  <a:pt x="60" y="0"/>
                </a:cubicBezTo>
                <a:cubicBezTo>
                  <a:pt x="60" y="69"/>
                  <a:pt x="60" y="69"/>
                  <a:pt x="60" y="69"/>
                </a:cubicBezTo>
                <a:cubicBezTo>
                  <a:pt x="103" y="69"/>
                  <a:pt x="103" y="69"/>
                  <a:pt x="103" y="69"/>
                </a:cubicBezTo>
                <a:cubicBezTo>
                  <a:pt x="103" y="86"/>
                  <a:pt x="103" y="86"/>
                  <a:pt x="103" y="86"/>
                </a:cubicBezTo>
                <a:cubicBezTo>
                  <a:pt x="43" y="86"/>
                  <a:pt x="43" y="86"/>
                  <a:pt x="43" y="86"/>
                </a:cubicBezTo>
                <a:cubicBezTo>
                  <a:pt x="43" y="78"/>
                  <a:pt x="43" y="78"/>
                  <a:pt x="43" y="78"/>
                </a:cubicBezTo>
                <a:cubicBezTo>
                  <a:pt x="18" y="78"/>
                  <a:pt x="18" y="78"/>
                  <a:pt x="18" y="78"/>
                </a:cubicBezTo>
                <a:cubicBezTo>
                  <a:pt x="18" y="86"/>
                  <a:pt x="18" y="86"/>
                  <a:pt x="18" y="86"/>
                </a:cubicBezTo>
                <a:cubicBezTo>
                  <a:pt x="0" y="86"/>
                  <a:pt x="0" y="86"/>
                  <a:pt x="0" y="86"/>
                </a:cubicBezTo>
                <a:cubicBezTo>
                  <a:pt x="0" y="223"/>
                  <a:pt x="0" y="223"/>
                  <a:pt x="0" y="223"/>
                </a:cubicBezTo>
                <a:cubicBezTo>
                  <a:pt x="223" y="223"/>
                  <a:pt x="223" y="223"/>
                  <a:pt x="223" y="223"/>
                </a:cubicBezTo>
                <a:cubicBezTo>
                  <a:pt x="223" y="86"/>
                  <a:pt x="223" y="86"/>
                  <a:pt x="223" y="86"/>
                </a:cubicBezTo>
                <a:cubicBezTo>
                  <a:pt x="120" y="86"/>
                  <a:pt x="120" y="86"/>
                  <a:pt x="120" y="86"/>
                </a:cubicBezTo>
                <a:moveTo>
                  <a:pt x="69" y="9"/>
                </a:moveTo>
                <a:cubicBezTo>
                  <a:pt x="155" y="9"/>
                  <a:pt x="155" y="9"/>
                  <a:pt x="155" y="9"/>
                </a:cubicBezTo>
                <a:cubicBezTo>
                  <a:pt x="155" y="60"/>
                  <a:pt x="155" y="60"/>
                  <a:pt x="155" y="60"/>
                </a:cubicBezTo>
                <a:cubicBezTo>
                  <a:pt x="69" y="60"/>
                  <a:pt x="69" y="60"/>
                  <a:pt x="69" y="60"/>
                </a:cubicBezTo>
                <a:lnTo>
                  <a:pt x="69" y="9"/>
                </a:lnTo>
                <a:close/>
                <a:moveTo>
                  <a:pt x="112" y="198"/>
                </a:moveTo>
                <a:cubicBezTo>
                  <a:pt x="88" y="198"/>
                  <a:pt x="69" y="178"/>
                  <a:pt x="69" y="155"/>
                </a:cubicBezTo>
                <a:cubicBezTo>
                  <a:pt x="69" y="131"/>
                  <a:pt x="88" y="112"/>
                  <a:pt x="112" y="112"/>
                </a:cubicBezTo>
                <a:cubicBezTo>
                  <a:pt x="136" y="112"/>
                  <a:pt x="155" y="131"/>
                  <a:pt x="155" y="155"/>
                </a:cubicBezTo>
                <a:cubicBezTo>
                  <a:pt x="155" y="178"/>
                  <a:pt x="136" y="198"/>
                  <a:pt x="112" y="198"/>
                </a:cubicBezTo>
                <a:moveTo>
                  <a:pt x="206" y="112"/>
                </a:moveTo>
                <a:cubicBezTo>
                  <a:pt x="180" y="112"/>
                  <a:pt x="180" y="112"/>
                  <a:pt x="180" y="112"/>
                </a:cubicBezTo>
                <a:cubicBezTo>
                  <a:pt x="180" y="103"/>
                  <a:pt x="180" y="103"/>
                  <a:pt x="180" y="103"/>
                </a:cubicBezTo>
                <a:cubicBezTo>
                  <a:pt x="206" y="103"/>
                  <a:pt x="206" y="103"/>
                  <a:pt x="206" y="103"/>
                </a:cubicBezTo>
                <a:lnTo>
                  <a:pt x="206" y="112"/>
                </a:lnTo>
                <a:close/>
              </a:path>
            </a:pathLst>
          </a:custGeom>
          <a:solidFill>
            <a:schemeClr val="bg1"/>
          </a:solidFill>
          <a:ln>
            <a:noFill/>
          </a:ln>
        </p:spPr>
        <p:txBody>
          <a:bodyPr vert="horz" wrap="square" lIns="94259" tIns="47129" rIns="94259" bIns="47129"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31" name="Group 137"/>
          <p:cNvGrpSpPr/>
          <p:nvPr/>
        </p:nvGrpSpPr>
        <p:grpSpPr>
          <a:xfrm flipH="1">
            <a:off x="2868076" y="3826417"/>
            <a:ext cx="414903" cy="420876"/>
            <a:chOff x="1909763" y="950913"/>
            <a:chExt cx="782637" cy="793750"/>
          </a:xfrm>
          <a:solidFill>
            <a:schemeClr val="bg1"/>
          </a:solidFill>
        </p:grpSpPr>
        <p:sp>
          <p:nvSpPr>
            <p:cNvPr id="32" name="Freeform 59"/>
            <p:cNvSpPr>
              <a:spLocks noEditPoints="1"/>
            </p:cNvSpPr>
            <p:nvPr/>
          </p:nvSpPr>
          <p:spPr bwMode="auto">
            <a:xfrm>
              <a:off x="1909763" y="1204913"/>
              <a:ext cx="539750" cy="539750"/>
            </a:xfrm>
            <a:custGeom>
              <a:avLst/>
              <a:gdLst>
                <a:gd name="T0" fmla="*/ 0 w 340"/>
                <a:gd name="T1" fmla="*/ 340 h 340"/>
                <a:gd name="T2" fmla="*/ 340 w 340"/>
                <a:gd name="T3" fmla="*/ 340 h 340"/>
                <a:gd name="T4" fmla="*/ 340 w 340"/>
                <a:gd name="T5" fmla="*/ 0 h 340"/>
                <a:gd name="T6" fmla="*/ 0 w 340"/>
                <a:gd name="T7" fmla="*/ 0 h 340"/>
                <a:gd name="T8" fmla="*/ 0 w 340"/>
                <a:gd name="T9" fmla="*/ 340 h 340"/>
                <a:gd name="T10" fmla="*/ 304 w 340"/>
                <a:gd name="T11" fmla="*/ 251 h 340"/>
                <a:gd name="T12" fmla="*/ 35 w 340"/>
                <a:gd name="T13" fmla="*/ 251 h 340"/>
                <a:gd name="T14" fmla="*/ 35 w 340"/>
                <a:gd name="T15" fmla="*/ 36 h 340"/>
                <a:gd name="T16" fmla="*/ 304 w 340"/>
                <a:gd name="T17" fmla="*/ 36 h 340"/>
                <a:gd name="T18" fmla="*/ 304 w 340"/>
                <a:gd name="T19" fmla="*/ 25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40">
                  <a:moveTo>
                    <a:pt x="0" y="340"/>
                  </a:moveTo>
                  <a:lnTo>
                    <a:pt x="340" y="340"/>
                  </a:lnTo>
                  <a:lnTo>
                    <a:pt x="340" y="0"/>
                  </a:lnTo>
                  <a:lnTo>
                    <a:pt x="0" y="0"/>
                  </a:lnTo>
                  <a:lnTo>
                    <a:pt x="0" y="340"/>
                  </a:lnTo>
                  <a:close/>
                  <a:moveTo>
                    <a:pt x="304" y="251"/>
                  </a:moveTo>
                  <a:lnTo>
                    <a:pt x="35" y="251"/>
                  </a:lnTo>
                  <a:lnTo>
                    <a:pt x="35" y="36"/>
                  </a:lnTo>
                  <a:lnTo>
                    <a:pt x="304" y="36"/>
                  </a:lnTo>
                  <a:lnTo>
                    <a:pt x="304"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60"/>
            <p:cNvSpPr>
              <a:spLocks/>
            </p:cNvSpPr>
            <p:nvPr/>
          </p:nvSpPr>
          <p:spPr bwMode="auto">
            <a:xfrm>
              <a:off x="2060575" y="950913"/>
              <a:ext cx="631825" cy="569913"/>
            </a:xfrm>
            <a:custGeom>
              <a:avLst/>
              <a:gdLst>
                <a:gd name="T0" fmla="*/ 334 w 398"/>
                <a:gd name="T1" fmla="*/ 0 h 359"/>
                <a:gd name="T2" fmla="*/ 0 w 398"/>
                <a:gd name="T3" fmla="*/ 64 h 359"/>
                <a:gd name="T4" fmla="*/ 15 w 398"/>
                <a:gd name="T5" fmla="*/ 143 h 359"/>
                <a:gd name="T6" fmla="*/ 51 w 398"/>
                <a:gd name="T7" fmla="*/ 143 h 359"/>
                <a:gd name="T8" fmla="*/ 41 w 398"/>
                <a:gd name="T9" fmla="*/ 93 h 359"/>
                <a:gd name="T10" fmla="*/ 305 w 398"/>
                <a:gd name="T11" fmla="*/ 40 h 359"/>
                <a:gd name="T12" fmla="*/ 346 w 398"/>
                <a:gd name="T13" fmla="*/ 251 h 359"/>
                <a:gd name="T14" fmla="*/ 262 w 398"/>
                <a:gd name="T15" fmla="*/ 268 h 359"/>
                <a:gd name="T16" fmla="*/ 262 w 398"/>
                <a:gd name="T17" fmla="*/ 359 h 359"/>
                <a:gd name="T18" fmla="*/ 398 w 398"/>
                <a:gd name="T19" fmla="*/ 332 h 359"/>
                <a:gd name="T20" fmla="*/ 334 w 398"/>
                <a:gd name="T21"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8" h="359">
                  <a:moveTo>
                    <a:pt x="334" y="0"/>
                  </a:moveTo>
                  <a:lnTo>
                    <a:pt x="0" y="64"/>
                  </a:lnTo>
                  <a:lnTo>
                    <a:pt x="15" y="143"/>
                  </a:lnTo>
                  <a:lnTo>
                    <a:pt x="51" y="143"/>
                  </a:lnTo>
                  <a:lnTo>
                    <a:pt x="41" y="93"/>
                  </a:lnTo>
                  <a:lnTo>
                    <a:pt x="305" y="40"/>
                  </a:lnTo>
                  <a:lnTo>
                    <a:pt x="346" y="251"/>
                  </a:lnTo>
                  <a:lnTo>
                    <a:pt x="262" y="268"/>
                  </a:lnTo>
                  <a:lnTo>
                    <a:pt x="262" y="359"/>
                  </a:lnTo>
                  <a:lnTo>
                    <a:pt x="398" y="332"/>
                  </a:lnTo>
                  <a:lnTo>
                    <a:pt x="3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id-ID"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cxnSp>
        <p:nvCxnSpPr>
          <p:cNvPr id="34" name="Straight Connector 143"/>
          <p:cNvCxnSpPr/>
          <p:nvPr/>
        </p:nvCxnSpPr>
        <p:spPr>
          <a:xfrm>
            <a:off x="3516847" y="6037063"/>
            <a:ext cx="1783144" cy="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02751" y="5040426"/>
            <a:ext cx="1538707" cy="349872"/>
          </a:xfrm>
          <a:prstGeom prst="rect">
            <a:avLst/>
          </a:prstGeom>
          <a:noFill/>
        </p:spPr>
        <p:txBody>
          <a:bodyPr wrap="square" lIns="89376" tIns="44688" rIns="89376" bIns="44688" rtlCol="0">
            <a:spAutoFit/>
          </a:bodyPr>
          <a:lstStyle/>
          <a:p>
            <a:pPr fontAlgn="auto">
              <a:lnSpc>
                <a:spcPct val="120000"/>
              </a:lnSpc>
              <a:spcBef>
                <a:spcPts val="0"/>
              </a:spcBef>
              <a:spcAft>
                <a:spcPts val="0"/>
              </a:spcAft>
            </a:pPr>
            <a:r>
              <a:rPr lang="zh-CN" altLang="en-US" sz="1406" b="1"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id-ID" sz="1406"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TextBox 35"/>
          <p:cNvSpPr txBox="1"/>
          <p:nvPr/>
        </p:nvSpPr>
        <p:spPr>
          <a:xfrm>
            <a:off x="3602754" y="5383796"/>
            <a:ext cx="1811575" cy="674832"/>
          </a:xfrm>
          <a:prstGeom prst="rect">
            <a:avLst/>
          </a:prstGeom>
          <a:noFill/>
        </p:spPr>
        <p:txBody>
          <a:bodyPr wrap="square" lIns="89376" tIns="44688" rIns="89376" bIns="44688"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cxnSp>
        <p:nvCxnSpPr>
          <p:cNvPr id="37" name="Straight Connector 146"/>
          <p:cNvCxnSpPr/>
          <p:nvPr/>
        </p:nvCxnSpPr>
        <p:spPr>
          <a:xfrm flipH="1" flipV="1">
            <a:off x="3516845" y="4807866"/>
            <a:ext cx="0" cy="122689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147"/>
          <p:cNvCxnSpPr/>
          <p:nvPr/>
        </p:nvCxnSpPr>
        <p:spPr>
          <a:xfrm>
            <a:off x="6429094" y="5503000"/>
            <a:ext cx="1783144" cy="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6466921" y="4506364"/>
            <a:ext cx="1538707" cy="349872"/>
          </a:xfrm>
          <a:prstGeom prst="rect">
            <a:avLst/>
          </a:prstGeom>
          <a:noFill/>
        </p:spPr>
        <p:txBody>
          <a:bodyPr wrap="square" lIns="89376" tIns="44688" rIns="89376" bIns="44688" rtlCol="0">
            <a:spAutoFit/>
          </a:bodyPr>
          <a:lstStyle/>
          <a:p>
            <a:pPr fontAlgn="auto">
              <a:lnSpc>
                <a:spcPct val="120000"/>
              </a:lnSpc>
              <a:spcBef>
                <a:spcPts val="0"/>
              </a:spcBef>
              <a:spcAft>
                <a:spcPts val="0"/>
              </a:spcAft>
            </a:pPr>
            <a:r>
              <a:rPr lang="zh-CN" altLang="en-US" sz="1406" b="1">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id-ID" sz="1406"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TextBox 50"/>
          <p:cNvSpPr txBox="1"/>
          <p:nvPr/>
        </p:nvSpPr>
        <p:spPr>
          <a:xfrm>
            <a:off x="6466923" y="4849733"/>
            <a:ext cx="1811575" cy="674832"/>
          </a:xfrm>
          <a:prstGeom prst="rect">
            <a:avLst/>
          </a:prstGeom>
          <a:noFill/>
        </p:spPr>
        <p:txBody>
          <a:bodyPr wrap="square" lIns="89376" tIns="44688" rIns="89376" bIns="44688"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cxnSp>
        <p:nvCxnSpPr>
          <p:cNvPr id="52" name="Straight Connector 150"/>
          <p:cNvCxnSpPr/>
          <p:nvPr/>
        </p:nvCxnSpPr>
        <p:spPr>
          <a:xfrm flipH="1" flipV="1">
            <a:off x="6429092" y="4273802"/>
            <a:ext cx="0" cy="122689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53" name="Straight Connector 151"/>
          <p:cNvCxnSpPr/>
          <p:nvPr/>
        </p:nvCxnSpPr>
        <p:spPr>
          <a:xfrm>
            <a:off x="9162242" y="5024405"/>
            <a:ext cx="1783144" cy="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9200070" y="4027771"/>
            <a:ext cx="1538707" cy="349872"/>
          </a:xfrm>
          <a:prstGeom prst="rect">
            <a:avLst/>
          </a:prstGeom>
          <a:noFill/>
        </p:spPr>
        <p:txBody>
          <a:bodyPr wrap="square" lIns="89376" tIns="44688" rIns="89376" bIns="44688" rtlCol="0">
            <a:spAutoFit/>
          </a:bodyPr>
          <a:lstStyle/>
          <a:p>
            <a:pPr fontAlgn="auto">
              <a:lnSpc>
                <a:spcPct val="120000"/>
              </a:lnSpc>
              <a:spcBef>
                <a:spcPts val="0"/>
              </a:spcBef>
              <a:spcAft>
                <a:spcPts val="0"/>
              </a:spcAft>
            </a:pPr>
            <a:r>
              <a:rPr lang="zh-CN" altLang="en-US" sz="1406" b="1">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id-ID" sz="1406"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5" name="TextBox 54"/>
          <p:cNvSpPr txBox="1"/>
          <p:nvPr/>
        </p:nvSpPr>
        <p:spPr>
          <a:xfrm>
            <a:off x="9200073" y="4371139"/>
            <a:ext cx="1811575" cy="674832"/>
          </a:xfrm>
          <a:prstGeom prst="rect">
            <a:avLst/>
          </a:prstGeom>
          <a:noFill/>
        </p:spPr>
        <p:txBody>
          <a:bodyPr wrap="square" lIns="89376" tIns="44688" rIns="89376" bIns="44688"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cxnSp>
        <p:nvCxnSpPr>
          <p:cNvPr id="56" name="Straight Connector 154"/>
          <p:cNvCxnSpPr/>
          <p:nvPr/>
        </p:nvCxnSpPr>
        <p:spPr>
          <a:xfrm flipH="1" flipV="1">
            <a:off x="9162240" y="3795208"/>
            <a:ext cx="0" cy="1226890"/>
          </a:xfrm>
          <a:prstGeom prst="line">
            <a:avLst/>
          </a:prstGeom>
          <a:ln w="6350">
            <a:solidFill>
              <a:schemeClr val="bg1">
                <a:lumMod val="65000"/>
              </a:schemeClr>
            </a:solidFill>
            <a:prstDash val="sysDot"/>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164392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6"/>
                                        </p:tgtEl>
                                        <p:attrNameLst>
                                          <p:attrName>ppt_y</p:attrName>
                                        </p:attrNameLst>
                                      </p:cBhvr>
                                      <p:tavLst>
                                        <p:tav tm="0">
                                          <p:val>
                                            <p:strVal val="#ppt_y"/>
                                          </p:val>
                                        </p:tav>
                                        <p:tav tm="100000">
                                          <p:val>
                                            <p:strVal val="#ppt_y"/>
                                          </p:val>
                                        </p:tav>
                                      </p:tavLst>
                                    </p:anim>
                                    <p:anim calcmode="lin" valueType="num">
                                      <p:cBhvr>
                                        <p:cTn id="9" dur="500" fill="hold"/>
                                        <p:tgtEl>
                                          <p:spTgt spid="2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6"/>
                                        </p:tgtEl>
                                      </p:cBhvr>
                                    </p:animEffect>
                                  </p:childTnLst>
                                </p:cTn>
                              </p:par>
                              <p:par>
                                <p:cTn id="12" presetID="47" presetClass="entr" presetSubtype="0" fill="hold" nodeType="with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anim calcmode="lin" valueType="num">
                                      <p:cBhvr>
                                        <p:cTn id="15" dur="500" fill="hold"/>
                                        <p:tgtEl>
                                          <p:spTgt spid="21"/>
                                        </p:tgtEl>
                                        <p:attrNameLst>
                                          <p:attrName>ppt_x</p:attrName>
                                        </p:attrNameLst>
                                      </p:cBhvr>
                                      <p:tavLst>
                                        <p:tav tm="0">
                                          <p:val>
                                            <p:strVal val="#ppt_x"/>
                                          </p:val>
                                        </p:tav>
                                        <p:tav tm="100000">
                                          <p:val>
                                            <p:strVal val="#ppt_x"/>
                                          </p:val>
                                        </p:tav>
                                      </p:tavLst>
                                    </p:anim>
                                    <p:anim calcmode="lin" valueType="num">
                                      <p:cBhvr>
                                        <p:cTn id="16" dur="500" fill="hold"/>
                                        <p:tgtEl>
                                          <p:spTgt spid="21"/>
                                        </p:tgtEl>
                                        <p:attrNameLst>
                                          <p:attrName>ppt_y</p:attrName>
                                        </p:attrNameLst>
                                      </p:cBhvr>
                                      <p:tavLst>
                                        <p:tav tm="0">
                                          <p:val>
                                            <p:strVal val="#ppt_y-.1"/>
                                          </p:val>
                                        </p:tav>
                                        <p:tav tm="100000">
                                          <p:val>
                                            <p:strVal val="#ppt_y"/>
                                          </p:val>
                                        </p:tav>
                                      </p:tavLst>
                                    </p:anim>
                                  </p:childTnLst>
                                </p:cTn>
                              </p:par>
                            </p:childTnLst>
                          </p:cTn>
                        </p:par>
                        <p:par>
                          <p:cTn id="17" fill="hold">
                            <p:stCondLst>
                              <p:cond delay="850"/>
                            </p:stCondLst>
                            <p:childTnLst>
                              <p:par>
                                <p:cTn id="18" presetID="10" presetClass="entr" presetSubtype="0" fill="hold" grpId="0"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500"/>
                                        <p:tgtEl>
                                          <p:spTgt spid="24"/>
                                        </p:tgtEl>
                                      </p:cBhvr>
                                    </p:animEffect>
                                  </p:childTnLst>
                                </p:cTn>
                              </p:par>
                              <p:par>
                                <p:cTn id="21" presetID="53" presetClass="entr" presetSubtype="16"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p:cTn id="23" dur="500" fill="hold"/>
                                        <p:tgtEl>
                                          <p:spTgt spid="31"/>
                                        </p:tgtEl>
                                        <p:attrNameLst>
                                          <p:attrName>ppt_w</p:attrName>
                                        </p:attrNameLst>
                                      </p:cBhvr>
                                      <p:tavLst>
                                        <p:tav tm="0">
                                          <p:val>
                                            <p:fltVal val="0"/>
                                          </p:val>
                                        </p:tav>
                                        <p:tav tm="100000">
                                          <p:val>
                                            <p:strVal val="#ppt_w"/>
                                          </p:val>
                                        </p:tav>
                                      </p:tavLst>
                                    </p:anim>
                                    <p:anim calcmode="lin" valueType="num">
                                      <p:cBhvr>
                                        <p:cTn id="24" dur="500" fill="hold"/>
                                        <p:tgtEl>
                                          <p:spTgt spid="31"/>
                                        </p:tgtEl>
                                        <p:attrNameLst>
                                          <p:attrName>ppt_h</p:attrName>
                                        </p:attrNameLst>
                                      </p:cBhvr>
                                      <p:tavLst>
                                        <p:tav tm="0">
                                          <p:val>
                                            <p:fltVal val="0"/>
                                          </p:val>
                                        </p:tav>
                                        <p:tav tm="100000">
                                          <p:val>
                                            <p:strVal val="#ppt_h"/>
                                          </p:val>
                                        </p:tav>
                                      </p:tavLst>
                                    </p:anim>
                                    <p:animEffect transition="in" filter="fade">
                                      <p:cBhvr>
                                        <p:cTn id="25" dur="500"/>
                                        <p:tgtEl>
                                          <p:spTgt spid="31"/>
                                        </p:tgtEl>
                                      </p:cBhvr>
                                    </p:animEffect>
                                  </p:childTnLst>
                                </p:cTn>
                              </p:par>
                            </p:childTnLst>
                          </p:cTn>
                        </p:par>
                        <p:par>
                          <p:cTn id="26" fill="hold">
                            <p:stCondLst>
                              <p:cond delay="1350"/>
                            </p:stCondLst>
                            <p:childTnLst>
                              <p:par>
                                <p:cTn id="27" presetID="22" presetClass="entr" presetSubtype="1" fill="hold" nodeType="afterEffect">
                                  <p:stCondLst>
                                    <p:cond delay="0"/>
                                  </p:stCondLst>
                                  <p:childTnLst>
                                    <p:set>
                                      <p:cBhvr>
                                        <p:cTn id="28" dur="1" fill="hold">
                                          <p:stCondLst>
                                            <p:cond delay="0"/>
                                          </p:stCondLst>
                                        </p:cTn>
                                        <p:tgtEl>
                                          <p:spTgt spid="37"/>
                                        </p:tgtEl>
                                        <p:attrNameLst>
                                          <p:attrName>style.visibility</p:attrName>
                                        </p:attrNameLst>
                                      </p:cBhvr>
                                      <p:to>
                                        <p:strVal val="visible"/>
                                      </p:to>
                                    </p:set>
                                    <p:animEffect transition="in" filter="wipe(up)">
                                      <p:cBhvr>
                                        <p:cTn id="29" dur="500"/>
                                        <p:tgtEl>
                                          <p:spTgt spid="37"/>
                                        </p:tgtEl>
                                      </p:cBhvr>
                                    </p:animEffect>
                                  </p:childTnLst>
                                </p:cTn>
                              </p:par>
                            </p:childTnLst>
                          </p:cTn>
                        </p:par>
                        <p:par>
                          <p:cTn id="30" fill="hold">
                            <p:stCondLst>
                              <p:cond delay="1850"/>
                            </p:stCondLst>
                            <p:childTnLst>
                              <p:par>
                                <p:cTn id="31" presetID="22" presetClass="entr" presetSubtype="8" fill="hold"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childTnLst>
                          </p:cTn>
                        </p:par>
                        <p:par>
                          <p:cTn id="34" fill="hold">
                            <p:stCondLst>
                              <p:cond delay="2350"/>
                            </p:stCondLst>
                            <p:childTnLst>
                              <p:par>
                                <p:cTn id="35" presetID="10" presetClass="entr" presetSubtype="0" fill="hold" grpId="0" nodeType="after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fade">
                                      <p:cBhvr>
                                        <p:cTn id="37" dur="500"/>
                                        <p:tgtEl>
                                          <p:spTgt spid="3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6"/>
                                        </p:tgtEl>
                                        <p:attrNameLst>
                                          <p:attrName>style.visibility</p:attrName>
                                        </p:attrNameLst>
                                      </p:cBhvr>
                                      <p:to>
                                        <p:strVal val="visible"/>
                                      </p:to>
                                    </p:set>
                                    <p:animEffect transition="in" filter="fade">
                                      <p:cBhvr>
                                        <p:cTn id="40" dur="500"/>
                                        <p:tgtEl>
                                          <p:spTgt spid="36"/>
                                        </p:tgtEl>
                                      </p:cBhvr>
                                    </p:animEffect>
                                  </p:childTnLst>
                                </p:cTn>
                              </p:par>
                            </p:childTnLst>
                          </p:cTn>
                        </p:par>
                        <p:par>
                          <p:cTn id="41" fill="hold">
                            <p:stCondLst>
                              <p:cond delay="2850"/>
                            </p:stCondLst>
                            <p:childTnLst>
                              <p:par>
                                <p:cTn id="42" presetID="47" presetClass="entr" presetSubtype="0" fill="hold" nodeType="after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anim calcmode="lin" valueType="num">
                                      <p:cBhvr>
                                        <p:cTn id="45" dur="500" fill="hold"/>
                                        <p:tgtEl>
                                          <p:spTgt spid="18"/>
                                        </p:tgtEl>
                                        <p:attrNameLst>
                                          <p:attrName>ppt_x</p:attrName>
                                        </p:attrNameLst>
                                      </p:cBhvr>
                                      <p:tavLst>
                                        <p:tav tm="0">
                                          <p:val>
                                            <p:strVal val="#ppt_x"/>
                                          </p:val>
                                        </p:tav>
                                        <p:tav tm="100000">
                                          <p:val>
                                            <p:strVal val="#ppt_x"/>
                                          </p:val>
                                        </p:tav>
                                      </p:tavLst>
                                    </p:anim>
                                    <p:anim calcmode="lin" valueType="num">
                                      <p:cBhvr>
                                        <p:cTn id="46" dur="500" fill="hold"/>
                                        <p:tgtEl>
                                          <p:spTgt spid="18"/>
                                        </p:tgtEl>
                                        <p:attrNameLst>
                                          <p:attrName>ppt_y</p:attrName>
                                        </p:attrNameLst>
                                      </p:cBhvr>
                                      <p:tavLst>
                                        <p:tav tm="0">
                                          <p:val>
                                            <p:strVal val="#ppt_y-.1"/>
                                          </p:val>
                                        </p:tav>
                                        <p:tav tm="100000">
                                          <p:val>
                                            <p:strVal val="#ppt_y"/>
                                          </p:val>
                                        </p:tav>
                                      </p:tavLst>
                                    </p:anim>
                                  </p:childTnLst>
                                </p:cTn>
                              </p:par>
                            </p:childTnLst>
                          </p:cTn>
                        </p:par>
                        <p:par>
                          <p:cTn id="47" fill="hold">
                            <p:stCondLst>
                              <p:cond delay="3350"/>
                            </p:stCondLst>
                            <p:childTnLst>
                              <p:par>
                                <p:cTn id="48" presetID="10" presetClass="entr" presetSubtype="0" fill="hold" grpId="0" nodeType="after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p:cTn id="53" dur="500" fill="hold"/>
                                        <p:tgtEl>
                                          <p:spTgt spid="30"/>
                                        </p:tgtEl>
                                        <p:attrNameLst>
                                          <p:attrName>ppt_w</p:attrName>
                                        </p:attrNameLst>
                                      </p:cBhvr>
                                      <p:tavLst>
                                        <p:tav tm="0">
                                          <p:val>
                                            <p:fltVal val="0"/>
                                          </p:val>
                                        </p:tav>
                                        <p:tav tm="100000">
                                          <p:val>
                                            <p:strVal val="#ppt_w"/>
                                          </p:val>
                                        </p:tav>
                                      </p:tavLst>
                                    </p:anim>
                                    <p:anim calcmode="lin" valueType="num">
                                      <p:cBhvr>
                                        <p:cTn id="54" dur="500" fill="hold"/>
                                        <p:tgtEl>
                                          <p:spTgt spid="30"/>
                                        </p:tgtEl>
                                        <p:attrNameLst>
                                          <p:attrName>ppt_h</p:attrName>
                                        </p:attrNameLst>
                                      </p:cBhvr>
                                      <p:tavLst>
                                        <p:tav tm="0">
                                          <p:val>
                                            <p:fltVal val="0"/>
                                          </p:val>
                                        </p:tav>
                                        <p:tav tm="100000">
                                          <p:val>
                                            <p:strVal val="#ppt_h"/>
                                          </p:val>
                                        </p:tav>
                                      </p:tavLst>
                                    </p:anim>
                                    <p:animEffect transition="in" filter="fade">
                                      <p:cBhvr>
                                        <p:cTn id="55" dur="500"/>
                                        <p:tgtEl>
                                          <p:spTgt spid="30"/>
                                        </p:tgtEl>
                                      </p:cBhvr>
                                    </p:animEffect>
                                  </p:childTnLst>
                                </p:cTn>
                              </p:par>
                            </p:childTnLst>
                          </p:cTn>
                        </p:par>
                        <p:par>
                          <p:cTn id="56" fill="hold">
                            <p:stCondLst>
                              <p:cond delay="3850"/>
                            </p:stCondLst>
                            <p:childTnLst>
                              <p:par>
                                <p:cTn id="57" presetID="22" presetClass="entr" presetSubtype="1" fill="hold" nodeType="afterEffect">
                                  <p:stCondLst>
                                    <p:cond delay="0"/>
                                  </p:stCondLst>
                                  <p:childTnLst>
                                    <p:set>
                                      <p:cBhvr>
                                        <p:cTn id="58" dur="1" fill="hold">
                                          <p:stCondLst>
                                            <p:cond delay="0"/>
                                          </p:stCondLst>
                                        </p:cTn>
                                        <p:tgtEl>
                                          <p:spTgt spid="52"/>
                                        </p:tgtEl>
                                        <p:attrNameLst>
                                          <p:attrName>style.visibility</p:attrName>
                                        </p:attrNameLst>
                                      </p:cBhvr>
                                      <p:to>
                                        <p:strVal val="visible"/>
                                      </p:to>
                                    </p:set>
                                    <p:animEffect transition="in" filter="wipe(up)">
                                      <p:cBhvr>
                                        <p:cTn id="59" dur="500"/>
                                        <p:tgtEl>
                                          <p:spTgt spid="52"/>
                                        </p:tgtEl>
                                      </p:cBhvr>
                                    </p:animEffect>
                                  </p:childTnLst>
                                </p:cTn>
                              </p:par>
                            </p:childTnLst>
                          </p:cTn>
                        </p:par>
                        <p:par>
                          <p:cTn id="60" fill="hold">
                            <p:stCondLst>
                              <p:cond delay="4350"/>
                            </p:stCondLst>
                            <p:childTnLst>
                              <p:par>
                                <p:cTn id="61" presetID="22" presetClass="entr" presetSubtype="8" fill="hold" nodeType="afterEffect">
                                  <p:stCondLst>
                                    <p:cond delay="0"/>
                                  </p:stCondLst>
                                  <p:childTnLst>
                                    <p:set>
                                      <p:cBhvr>
                                        <p:cTn id="62" dur="1" fill="hold">
                                          <p:stCondLst>
                                            <p:cond delay="0"/>
                                          </p:stCondLst>
                                        </p:cTn>
                                        <p:tgtEl>
                                          <p:spTgt spid="38"/>
                                        </p:tgtEl>
                                        <p:attrNameLst>
                                          <p:attrName>style.visibility</p:attrName>
                                        </p:attrNameLst>
                                      </p:cBhvr>
                                      <p:to>
                                        <p:strVal val="visible"/>
                                      </p:to>
                                    </p:set>
                                    <p:animEffect transition="in" filter="wipe(left)">
                                      <p:cBhvr>
                                        <p:cTn id="63" dur="500"/>
                                        <p:tgtEl>
                                          <p:spTgt spid="38"/>
                                        </p:tgtEl>
                                      </p:cBhvr>
                                    </p:animEffect>
                                  </p:childTnLst>
                                </p:cTn>
                              </p:par>
                            </p:childTnLst>
                          </p:cTn>
                        </p:par>
                        <p:par>
                          <p:cTn id="64" fill="hold">
                            <p:stCondLst>
                              <p:cond delay="4850"/>
                            </p:stCondLst>
                            <p:childTnLst>
                              <p:par>
                                <p:cTn id="65" presetID="10" presetClass="entr" presetSubtype="0"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fade">
                                      <p:cBhvr>
                                        <p:cTn id="67" dur="500"/>
                                        <p:tgtEl>
                                          <p:spTgt spid="5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childTnLst>
                          </p:cTn>
                        </p:par>
                        <p:par>
                          <p:cTn id="71" fill="hold">
                            <p:stCondLst>
                              <p:cond delay="5350"/>
                            </p:stCondLst>
                            <p:childTnLst>
                              <p:par>
                                <p:cTn id="72" presetID="47" presetClass="entr" presetSubtype="0" fill="hold" nodeType="after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500"/>
                                        <p:tgtEl>
                                          <p:spTgt spid="15"/>
                                        </p:tgtEl>
                                      </p:cBhvr>
                                    </p:animEffect>
                                    <p:anim calcmode="lin" valueType="num">
                                      <p:cBhvr>
                                        <p:cTn id="75" dur="500" fill="hold"/>
                                        <p:tgtEl>
                                          <p:spTgt spid="15"/>
                                        </p:tgtEl>
                                        <p:attrNameLst>
                                          <p:attrName>ppt_x</p:attrName>
                                        </p:attrNameLst>
                                      </p:cBhvr>
                                      <p:tavLst>
                                        <p:tav tm="0">
                                          <p:val>
                                            <p:strVal val="#ppt_x"/>
                                          </p:val>
                                        </p:tav>
                                        <p:tav tm="100000">
                                          <p:val>
                                            <p:strVal val="#ppt_x"/>
                                          </p:val>
                                        </p:tav>
                                      </p:tavLst>
                                    </p:anim>
                                    <p:anim calcmode="lin" valueType="num">
                                      <p:cBhvr>
                                        <p:cTn id="76" dur="500" fill="hold"/>
                                        <p:tgtEl>
                                          <p:spTgt spid="15"/>
                                        </p:tgtEl>
                                        <p:attrNameLst>
                                          <p:attrName>ppt_y</p:attrName>
                                        </p:attrNameLst>
                                      </p:cBhvr>
                                      <p:tavLst>
                                        <p:tav tm="0">
                                          <p:val>
                                            <p:strVal val="#ppt_y-.1"/>
                                          </p:val>
                                        </p:tav>
                                        <p:tav tm="100000">
                                          <p:val>
                                            <p:strVal val="#ppt_y"/>
                                          </p:val>
                                        </p:tav>
                                      </p:tavLst>
                                    </p:anim>
                                  </p:childTnLst>
                                </p:cTn>
                              </p:par>
                            </p:childTnLst>
                          </p:cTn>
                        </p:par>
                        <p:par>
                          <p:cTn id="77" fill="hold">
                            <p:stCondLst>
                              <p:cond delay="5850"/>
                            </p:stCondLst>
                            <p:childTnLst>
                              <p:par>
                                <p:cTn id="78" presetID="10" presetClass="entr" presetSubtype="0" fill="hold" grpId="0" nodeType="after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par>
                                <p:cTn id="81" presetID="53" presetClass="entr" presetSubtype="16" fill="hold" grpId="0" nodeType="withEffect">
                                  <p:stCondLst>
                                    <p:cond delay="0"/>
                                  </p:stCondLst>
                                  <p:childTnLst>
                                    <p:set>
                                      <p:cBhvr>
                                        <p:cTn id="82" dur="1" fill="hold">
                                          <p:stCondLst>
                                            <p:cond delay="0"/>
                                          </p:stCondLst>
                                        </p:cTn>
                                        <p:tgtEl>
                                          <p:spTgt spid="29"/>
                                        </p:tgtEl>
                                        <p:attrNameLst>
                                          <p:attrName>style.visibility</p:attrName>
                                        </p:attrNameLst>
                                      </p:cBhvr>
                                      <p:to>
                                        <p:strVal val="visible"/>
                                      </p:to>
                                    </p:set>
                                    <p:anim calcmode="lin" valueType="num">
                                      <p:cBhvr>
                                        <p:cTn id="83" dur="500" fill="hold"/>
                                        <p:tgtEl>
                                          <p:spTgt spid="29"/>
                                        </p:tgtEl>
                                        <p:attrNameLst>
                                          <p:attrName>ppt_w</p:attrName>
                                        </p:attrNameLst>
                                      </p:cBhvr>
                                      <p:tavLst>
                                        <p:tav tm="0">
                                          <p:val>
                                            <p:fltVal val="0"/>
                                          </p:val>
                                        </p:tav>
                                        <p:tav tm="100000">
                                          <p:val>
                                            <p:strVal val="#ppt_w"/>
                                          </p:val>
                                        </p:tav>
                                      </p:tavLst>
                                    </p:anim>
                                    <p:anim calcmode="lin" valueType="num">
                                      <p:cBhvr>
                                        <p:cTn id="84" dur="500" fill="hold"/>
                                        <p:tgtEl>
                                          <p:spTgt spid="29"/>
                                        </p:tgtEl>
                                        <p:attrNameLst>
                                          <p:attrName>ppt_h</p:attrName>
                                        </p:attrNameLst>
                                      </p:cBhvr>
                                      <p:tavLst>
                                        <p:tav tm="0">
                                          <p:val>
                                            <p:fltVal val="0"/>
                                          </p:val>
                                        </p:tav>
                                        <p:tav tm="100000">
                                          <p:val>
                                            <p:strVal val="#ppt_h"/>
                                          </p:val>
                                        </p:tav>
                                      </p:tavLst>
                                    </p:anim>
                                    <p:animEffect transition="in" filter="fade">
                                      <p:cBhvr>
                                        <p:cTn id="85" dur="500"/>
                                        <p:tgtEl>
                                          <p:spTgt spid="29"/>
                                        </p:tgtEl>
                                      </p:cBhvr>
                                    </p:animEffect>
                                  </p:childTnLst>
                                </p:cTn>
                              </p:par>
                            </p:childTnLst>
                          </p:cTn>
                        </p:par>
                        <p:par>
                          <p:cTn id="86" fill="hold">
                            <p:stCondLst>
                              <p:cond delay="6350"/>
                            </p:stCondLst>
                            <p:childTnLst>
                              <p:par>
                                <p:cTn id="87" presetID="22" presetClass="entr" presetSubtype="1" fill="hold" nodeType="afterEffect">
                                  <p:stCondLst>
                                    <p:cond delay="0"/>
                                  </p:stCondLst>
                                  <p:childTnLst>
                                    <p:set>
                                      <p:cBhvr>
                                        <p:cTn id="88" dur="1" fill="hold">
                                          <p:stCondLst>
                                            <p:cond delay="0"/>
                                          </p:stCondLst>
                                        </p:cTn>
                                        <p:tgtEl>
                                          <p:spTgt spid="56"/>
                                        </p:tgtEl>
                                        <p:attrNameLst>
                                          <p:attrName>style.visibility</p:attrName>
                                        </p:attrNameLst>
                                      </p:cBhvr>
                                      <p:to>
                                        <p:strVal val="visible"/>
                                      </p:to>
                                    </p:set>
                                    <p:animEffect transition="in" filter="wipe(up)">
                                      <p:cBhvr>
                                        <p:cTn id="89" dur="500"/>
                                        <p:tgtEl>
                                          <p:spTgt spid="56"/>
                                        </p:tgtEl>
                                      </p:cBhvr>
                                    </p:animEffect>
                                  </p:childTnLst>
                                </p:cTn>
                              </p:par>
                            </p:childTnLst>
                          </p:cTn>
                        </p:par>
                        <p:par>
                          <p:cTn id="90" fill="hold">
                            <p:stCondLst>
                              <p:cond delay="6850"/>
                            </p:stCondLst>
                            <p:childTnLst>
                              <p:par>
                                <p:cTn id="91" presetID="22" presetClass="entr" presetSubtype="8" fill="hold" nodeType="afterEffect">
                                  <p:stCondLst>
                                    <p:cond delay="0"/>
                                  </p:stCondLst>
                                  <p:childTnLst>
                                    <p:set>
                                      <p:cBhvr>
                                        <p:cTn id="92" dur="1" fill="hold">
                                          <p:stCondLst>
                                            <p:cond delay="0"/>
                                          </p:stCondLst>
                                        </p:cTn>
                                        <p:tgtEl>
                                          <p:spTgt spid="53"/>
                                        </p:tgtEl>
                                        <p:attrNameLst>
                                          <p:attrName>style.visibility</p:attrName>
                                        </p:attrNameLst>
                                      </p:cBhvr>
                                      <p:to>
                                        <p:strVal val="visible"/>
                                      </p:to>
                                    </p:set>
                                    <p:animEffect transition="in" filter="wipe(left)">
                                      <p:cBhvr>
                                        <p:cTn id="93" dur="500"/>
                                        <p:tgtEl>
                                          <p:spTgt spid="53"/>
                                        </p:tgtEl>
                                      </p:cBhvr>
                                    </p:animEffect>
                                  </p:childTnLst>
                                </p:cTn>
                              </p:par>
                            </p:childTnLst>
                          </p:cTn>
                        </p:par>
                        <p:par>
                          <p:cTn id="94" fill="hold">
                            <p:stCondLst>
                              <p:cond delay="7350"/>
                            </p:stCondLst>
                            <p:childTnLst>
                              <p:par>
                                <p:cTn id="95" presetID="10" presetClass="entr" presetSubtype="0" fill="hold" grpId="0" nodeType="afterEffect">
                                  <p:stCondLst>
                                    <p:cond delay="0"/>
                                  </p:stCondLst>
                                  <p:childTnLst>
                                    <p:set>
                                      <p:cBhvr>
                                        <p:cTn id="96" dur="1" fill="hold">
                                          <p:stCondLst>
                                            <p:cond delay="0"/>
                                          </p:stCondLst>
                                        </p:cTn>
                                        <p:tgtEl>
                                          <p:spTgt spid="54"/>
                                        </p:tgtEl>
                                        <p:attrNameLst>
                                          <p:attrName>style.visibility</p:attrName>
                                        </p:attrNameLst>
                                      </p:cBhvr>
                                      <p:to>
                                        <p:strVal val="visible"/>
                                      </p:to>
                                    </p:set>
                                    <p:animEffect transition="in" filter="fade">
                                      <p:cBhvr>
                                        <p:cTn id="97" dur="500"/>
                                        <p:tgtEl>
                                          <p:spTgt spid="54"/>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55"/>
                                        </p:tgtEl>
                                        <p:attrNameLst>
                                          <p:attrName>style.visibility</p:attrName>
                                        </p:attrNameLst>
                                      </p:cBhvr>
                                      <p:to>
                                        <p:strVal val="visible"/>
                                      </p:to>
                                    </p:set>
                                    <p:animEffect transition="in" filter="fade">
                                      <p:cBhvr>
                                        <p:cTn id="100"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4" grpId="0"/>
      <p:bldP spid="25" grpId="0"/>
      <p:bldP spid="28" grpId="0"/>
      <p:bldP spid="29" grpId="0" animBg="1"/>
      <p:bldP spid="30" grpId="0" animBg="1"/>
      <p:bldP spid="35" grpId="0"/>
      <p:bldP spid="36" grpId="0"/>
      <p:bldP spid="50" grpId="0"/>
      <p:bldP spid="51" grpId="0"/>
      <p:bldP spid="54" grpId="0"/>
      <p:bldP spid="55"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grpSp>
        <p:nvGrpSpPr>
          <p:cNvPr id="42" name="Group 84"/>
          <p:cNvGrpSpPr/>
          <p:nvPr/>
        </p:nvGrpSpPr>
        <p:grpSpPr>
          <a:xfrm>
            <a:off x="2183197" y="4274386"/>
            <a:ext cx="866970" cy="867859"/>
            <a:chOff x="1245350" y="3178283"/>
            <a:chExt cx="843049" cy="843755"/>
          </a:xfrm>
        </p:grpSpPr>
        <p:sp>
          <p:nvSpPr>
            <p:cNvPr id="43" name="Oval 76"/>
            <p:cNvSpPr>
              <a:spLocks noChangeAspect="1"/>
            </p:cNvSpPr>
            <p:nvPr/>
          </p:nvSpPr>
          <p:spPr>
            <a:xfrm>
              <a:off x="1245350" y="3178283"/>
              <a:ext cx="843049" cy="843755"/>
            </a:xfrm>
            <a:prstGeom prst="ellipse">
              <a:avLst/>
            </a:prstGeom>
            <a:solidFill>
              <a:srgbClr val="A491B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78"/>
            <p:cNvSpPr>
              <a:spLocks noEditPoints="1"/>
            </p:cNvSpPr>
            <p:nvPr/>
          </p:nvSpPr>
          <p:spPr bwMode="auto">
            <a:xfrm>
              <a:off x="1518737" y="3383239"/>
              <a:ext cx="296640" cy="433374"/>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5" name="Group 88"/>
          <p:cNvGrpSpPr/>
          <p:nvPr/>
        </p:nvGrpSpPr>
        <p:grpSpPr>
          <a:xfrm>
            <a:off x="4975118" y="4086175"/>
            <a:ext cx="1242995" cy="1244275"/>
            <a:chOff x="3584844" y="2915264"/>
            <a:chExt cx="843049" cy="843755"/>
          </a:xfrm>
        </p:grpSpPr>
        <p:sp>
          <p:nvSpPr>
            <p:cNvPr id="46" name="Oval 57"/>
            <p:cNvSpPr>
              <a:spLocks noChangeAspect="1"/>
            </p:cNvSpPr>
            <p:nvPr/>
          </p:nvSpPr>
          <p:spPr>
            <a:xfrm>
              <a:off x="3584844" y="2915264"/>
              <a:ext cx="843049" cy="843755"/>
            </a:xfrm>
            <a:prstGeom prst="ellipse">
              <a:avLst/>
            </a:prstGeom>
            <a:solidFill>
              <a:srgbClr val="A491B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Freeform 83"/>
            <p:cNvSpPr>
              <a:spLocks noEditPoints="1"/>
            </p:cNvSpPr>
            <p:nvPr/>
          </p:nvSpPr>
          <p:spPr bwMode="auto">
            <a:xfrm>
              <a:off x="3907109" y="3188253"/>
              <a:ext cx="198518" cy="297777"/>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8" name="Group 90"/>
          <p:cNvGrpSpPr/>
          <p:nvPr/>
        </p:nvGrpSpPr>
        <p:grpSpPr>
          <a:xfrm>
            <a:off x="9947372" y="2988560"/>
            <a:ext cx="881350" cy="882255"/>
            <a:chOff x="7203324" y="1921403"/>
            <a:chExt cx="843049" cy="843755"/>
          </a:xfrm>
        </p:grpSpPr>
        <p:sp>
          <p:nvSpPr>
            <p:cNvPr id="49" name="Oval 73"/>
            <p:cNvSpPr>
              <a:spLocks noChangeAspect="1"/>
            </p:cNvSpPr>
            <p:nvPr/>
          </p:nvSpPr>
          <p:spPr>
            <a:xfrm>
              <a:off x="7203324" y="1921403"/>
              <a:ext cx="843049" cy="843755"/>
            </a:xfrm>
            <a:prstGeom prst="ellipse">
              <a:avLst/>
            </a:prstGeom>
            <a:solidFill>
              <a:srgbClr val="77A9D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Freeform 137"/>
            <p:cNvSpPr>
              <a:spLocks noEditPoints="1"/>
            </p:cNvSpPr>
            <p:nvPr/>
          </p:nvSpPr>
          <p:spPr bwMode="auto">
            <a:xfrm>
              <a:off x="7460025" y="2174501"/>
              <a:ext cx="329647" cy="337558"/>
            </a:xfrm>
            <a:custGeom>
              <a:avLst/>
              <a:gdLst/>
              <a:ahLst/>
              <a:cxnLst>
                <a:cxn ang="0">
                  <a:pos x="46" y="30"/>
                </a:cxn>
                <a:cxn ang="0">
                  <a:pos x="39" y="36"/>
                </a:cxn>
                <a:cxn ang="0">
                  <a:pos x="39" y="50"/>
                </a:cxn>
                <a:cxn ang="0">
                  <a:pos x="38" y="50"/>
                </a:cxn>
                <a:cxn ang="0">
                  <a:pos x="24" y="58"/>
                </a:cxn>
                <a:cxn ang="0">
                  <a:pos x="24" y="59"/>
                </a:cxn>
                <a:cxn ang="0">
                  <a:pos x="23" y="58"/>
                </a:cxn>
                <a:cxn ang="0">
                  <a:pos x="21" y="56"/>
                </a:cxn>
                <a:cxn ang="0">
                  <a:pos x="21" y="55"/>
                </a:cxn>
                <a:cxn ang="0">
                  <a:pos x="24" y="45"/>
                </a:cxn>
                <a:cxn ang="0">
                  <a:pos x="14" y="35"/>
                </a:cxn>
                <a:cxn ang="0">
                  <a:pos x="4" y="38"/>
                </a:cxn>
                <a:cxn ang="0">
                  <a:pos x="3" y="38"/>
                </a:cxn>
                <a:cxn ang="0">
                  <a:pos x="3" y="38"/>
                </a:cxn>
                <a:cxn ang="0">
                  <a:pos x="0" y="35"/>
                </a:cxn>
                <a:cxn ang="0">
                  <a:pos x="0" y="34"/>
                </a:cxn>
                <a:cxn ang="0">
                  <a:pos x="8" y="20"/>
                </a:cxn>
                <a:cxn ang="0">
                  <a:pos x="9" y="20"/>
                </a:cxn>
                <a:cxn ang="0">
                  <a:pos x="23" y="19"/>
                </a:cxn>
                <a:cxn ang="0">
                  <a:pos x="29" y="12"/>
                </a:cxn>
                <a:cxn ang="0">
                  <a:pos x="57" y="0"/>
                </a:cxn>
                <a:cxn ang="0">
                  <a:pos x="58" y="1"/>
                </a:cxn>
                <a:cxn ang="0">
                  <a:pos x="46" y="30"/>
                </a:cxn>
                <a:cxn ang="0">
                  <a:pos x="47" y="8"/>
                </a:cxn>
                <a:cxn ang="0">
                  <a:pos x="43" y="12"/>
                </a:cxn>
                <a:cxn ang="0">
                  <a:pos x="47" y="15"/>
                </a:cxn>
                <a:cxn ang="0">
                  <a:pos x="50" y="12"/>
                </a:cxn>
                <a:cxn ang="0">
                  <a:pos x="47" y="8"/>
                </a:cxn>
              </a:cxnLst>
              <a:rect l="0" t="0" r="r" b="b"/>
              <a:pathLst>
                <a:path w="58" h="59">
                  <a:moveTo>
                    <a:pt x="46" y="30"/>
                  </a:moveTo>
                  <a:cubicBezTo>
                    <a:pt x="44" y="32"/>
                    <a:pt x="42" y="34"/>
                    <a:pt x="39" y="36"/>
                  </a:cubicBezTo>
                  <a:cubicBezTo>
                    <a:pt x="39" y="50"/>
                    <a:pt x="39" y="50"/>
                    <a:pt x="39" y="50"/>
                  </a:cubicBezTo>
                  <a:cubicBezTo>
                    <a:pt x="39" y="50"/>
                    <a:pt x="39" y="50"/>
                    <a:pt x="38" y="50"/>
                  </a:cubicBezTo>
                  <a:cubicBezTo>
                    <a:pt x="24" y="58"/>
                    <a:pt x="24" y="58"/>
                    <a:pt x="24" y="58"/>
                  </a:cubicBezTo>
                  <a:cubicBezTo>
                    <a:pt x="24" y="59"/>
                    <a:pt x="24" y="59"/>
                    <a:pt x="24" y="59"/>
                  </a:cubicBezTo>
                  <a:cubicBezTo>
                    <a:pt x="24" y="59"/>
                    <a:pt x="23" y="58"/>
                    <a:pt x="23" y="58"/>
                  </a:cubicBezTo>
                  <a:cubicBezTo>
                    <a:pt x="21" y="56"/>
                    <a:pt x="21" y="56"/>
                    <a:pt x="21" y="56"/>
                  </a:cubicBezTo>
                  <a:cubicBezTo>
                    <a:pt x="21" y="56"/>
                    <a:pt x="20" y="55"/>
                    <a:pt x="21" y="55"/>
                  </a:cubicBezTo>
                  <a:cubicBezTo>
                    <a:pt x="24" y="45"/>
                    <a:pt x="24" y="45"/>
                    <a:pt x="24" y="45"/>
                  </a:cubicBezTo>
                  <a:cubicBezTo>
                    <a:pt x="14" y="35"/>
                    <a:pt x="14" y="35"/>
                    <a:pt x="14" y="35"/>
                  </a:cubicBezTo>
                  <a:cubicBezTo>
                    <a:pt x="4" y="38"/>
                    <a:pt x="4" y="38"/>
                    <a:pt x="4" y="38"/>
                  </a:cubicBezTo>
                  <a:cubicBezTo>
                    <a:pt x="4" y="38"/>
                    <a:pt x="3" y="38"/>
                    <a:pt x="3" y="38"/>
                  </a:cubicBezTo>
                  <a:cubicBezTo>
                    <a:pt x="3" y="38"/>
                    <a:pt x="3" y="38"/>
                    <a:pt x="3" y="38"/>
                  </a:cubicBezTo>
                  <a:cubicBezTo>
                    <a:pt x="0" y="35"/>
                    <a:pt x="0" y="35"/>
                    <a:pt x="0" y="35"/>
                  </a:cubicBezTo>
                  <a:cubicBezTo>
                    <a:pt x="0" y="35"/>
                    <a:pt x="0" y="34"/>
                    <a:pt x="0" y="34"/>
                  </a:cubicBezTo>
                  <a:cubicBezTo>
                    <a:pt x="8" y="20"/>
                    <a:pt x="8" y="20"/>
                    <a:pt x="8" y="20"/>
                  </a:cubicBezTo>
                  <a:cubicBezTo>
                    <a:pt x="8" y="20"/>
                    <a:pt x="9" y="20"/>
                    <a:pt x="9" y="20"/>
                  </a:cubicBezTo>
                  <a:cubicBezTo>
                    <a:pt x="23" y="19"/>
                    <a:pt x="23" y="19"/>
                    <a:pt x="23" y="19"/>
                  </a:cubicBezTo>
                  <a:cubicBezTo>
                    <a:pt x="25" y="17"/>
                    <a:pt x="27" y="14"/>
                    <a:pt x="29" y="12"/>
                  </a:cubicBezTo>
                  <a:cubicBezTo>
                    <a:pt x="38" y="3"/>
                    <a:pt x="45" y="0"/>
                    <a:pt x="57" y="0"/>
                  </a:cubicBezTo>
                  <a:cubicBezTo>
                    <a:pt x="58" y="0"/>
                    <a:pt x="58" y="1"/>
                    <a:pt x="58" y="1"/>
                  </a:cubicBezTo>
                  <a:cubicBezTo>
                    <a:pt x="58" y="13"/>
                    <a:pt x="55" y="21"/>
                    <a:pt x="46" y="30"/>
                  </a:cubicBezTo>
                  <a:close/>
                  <a:moveTo>
                    <a:pt x="47" y="8"/>
                  </a:moveTo>
                  <a:cubicBezTo>
                    <a:pt x="45" y="8"/>
                    <a:pt x="43" y="10"/>
                    <a:pt x="43" y="12"/>
                  </a:cubicBezTo>
                  <a:cubicBezTo>
                    <a:pt x="43" y="14"/>
                    <a:pt x="45" y="15"/>
                    <a:pt x="47" y="15"/>
                  </a:cubicBezTo>
                  <a:cubicBezTo>
                    <a:pt x="49" y="15"/>
                    <a:pt x="50" y="14"/>
                    <a:pt x="50" y="12"/>
                  </a:cubicBezTo>
                  <a:cubicBezTo>
                    <a:pt x="50" y="10"/>
                    <a:pt x="49" y="8"/>
                    <a:pt x="47" y="8"/>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1" name="Group 87"/>
          <p:cNvGrpSpPr/>
          <p:nvPr/>
        </p:nvGrpSpPr>
        <p:grpSpPr>
          <a:xfrm>
            <a:off x="6639919" y="2891433"/>
            <a:ext cx="1323242" cy="1324601"/>
            <a:chOff x="4592738" y="1758620"/>
            <a:chExt cx="843049" cy="843755"/>
          </a:xfrm>
        </p:grpSpPr>
        <p:sp>
          <p:nvSpPr>
            <p:cNvPr id="52" name="Oval 64"/>
            <p:cNvSpPr>
              <a:spLocks noChangeAspect="1"/>
            </p:cNvSpPr>
            <p:nvPr/>
          </p:nvSpPr>
          <p:spPr>
            <a:xfrm>
              <a:off x="4592738" y="1758620"/>
              <a:ext cx="843049" cy="843755"/>
            </a:xfrm>
            <a:prstGeom prst="ellipse">
              <a:avLst/>
            </a:prstGeom>
            <a:solidFill>
              <a:srgbClr val="77A9D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Freeform 53"/>
            <p:cNvSpPr>
              <a:spLocks/>
            </p:cNvSpPr>
            <p:nvPr/>
          </p:nvSpPr>
          <p:spPr bwMode="auto">
            <a:xfrm>
              <a:off x="4838943" y="2032612"/>
              <a:ext cx="350639" cy="259998"/>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Lst>
              <a:rect l="0" t="0" r="r" b="b"/>
              <a:pathLst>
                <a:path w="68" h="50">
                  <a:moveTo>
                    <a:pt x="55" y="50"/>
                  </a:moveTo>
                  <a:cubicBezTo>
                    <a:pt x="16" y="50"/>
                    <a:pt x="16" y="50"/>
                    <a:pt x="16" y="50"/>
                  </a:cubicBezTo>
                  <a:cubicBezTo>
                    <a:pt x="7" y="50"/>
                    <a:pt x="0" y="43"/>
                    <a:pt x="0" y="34"/>
                  </a:cubicBezTo>
                  <a:cubicBezTo>
                    <a:pt x="0" y="28"/>
                    <a:pt x="4" y="22"/>
                    <a:pt x="9" y="20"/>
                  </a:cubicBezTo>
                  <a:cubicBezTo>
                    <a:pt x="9" y="19"/>
                    <a:pt x="9" y="19"/>
                    <a:pt x="9" y="18"/>
                  </a:cubicBezTo>
                  <a:cubicBezTo>
                    <a:pt x="9" y="8"/>
                    <a:pt x="17" y="0"/>
                    <a:pt x="27" y="0"/>
                  </a:cubicBezTo>
                  <a:cubicBezTo>
                    <a:pt x="35" y="0"/>
                    <a:pt x="41" y="5"/>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4" name="Group 89"/>
          <p:cNvGrpSpPr/>
          <p:nvPr/>
        </p:nvGrpSpPr>
        <p:grpSpPr>
          <a:xfrm>
            <a:off x="8426223" y="4086196"/>
            <a:ext cx="1242953" cy="1244230"/>
            <a:chOff x="5696894" y="2915264"/>
            <a:chExt cx="843049" cy="843755"/>
          </a:xfrm>
        </p:grpSpPr>
        <p:sp>
          <p:nvSpPr>
            <p:cNvPr id="55" name="Oval 69"/>
            <p:cNvSpPr>
              <a:spLocks noChangeAspect="1"/>
            </p:cNvSpPr>
            <p:nvPr/>
          </p:nvSpPr>
          <p:spPr>
            <a:xfrm>
              <a:off x="5696894" y="2915264"/>
              <a:ext cx="843049" cy="843755"/>
            </a:xfrm>
            <a:prstGeom prst="ellipse">
              <a:avLst/>
            </a:prstGeom>
            <a:solidFill>
              <a:srgbClr val="A491B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6" name="Freeform 57"/>
            <p:cNvSpPr>
              <a:spLocks noEditPoints="1"/>
            </p:cNvSpPr>
            <p:nvPr/>
          </p:nvSpPr>
          <p:spPr bwMode="auto">
            <a:xfrm>
              <a:off x="5972842" y="3208084"/>
              <a:ext cx="291152" cy="258114"/>
            </a:xfrm>
            <a:custGeom>
              <a:avLst/>
              <a:gdLst/>
              <a:ahLst/>
              <a:cxnLst>
                <a:cxn ang="0">
                  <a:pos x="7" y="9"/>
                </a:cxn>
                <a:cxn ang="0">
                  <a:pos x="7" y="57"/>
                </a:cxn>
                <a:cxn ang="0">
                  <a:pos x="6" y="58"/>
                </a:cxn>
                <a:cxn ang="0">
                  <a:pos x="4" y="58"/>
                </a:cxn>
                <a:cxn ang="0">
                  <a:pos x="2" y="57"/>
                </a:cxn>
                <a:cxn ang="0">
                  <a:pos x="2" y="9"/>
                </a:cxn>
                <a:cxn ang="0">
                  <a:pos x="0" y="4"/>
                </a:cxn>
                <a:cxn ang="0">
                  <a:pos x="5" y="0"/>
                </a:cxn>
                <a:cxn ang="0">
                  <a:pos x="10" y="4"/>
                </a:cxn>
                <a:cxn ang="0">
                  <a:pos x="7" y="9"/>
                </a:cxn>
                <a:cxn ang="0">
                  <a:pos x="65" y="36"/>
                </a:cxn>
                <a:cxn ang="0">
                  <a:pos x="63" y="38"/>
                </a:cxn>
                <a:cxn ang="0">
                  <a:pos x="49" y="43"/>
                </a:cxn>
                <a:cxn ang="0">
                  <a:pos x="31" y="37"/>
                </a:cxn>
                <a:cxn ang="0">
                  <a:pos x="13" y="43"/>
                </a:cxn>
                <a:cxn ang="0">
                  <a:pos x="12" y="43"/>
                </a:cxn>
                <a:cxn ang="0">
                  <a:pos x="10" y="41"/>
                </a:cxn>
                <a:cxn ang="0">
                  <a:pos x="10" y="13"/>
                </a:cxn>
                <a:cxn ang="0">
                  <a:pos x="11" y="11"/>
                </a:cxn>
                <a:cxn ang="0">
                  <a:pos x="14" y="9"/>
                </a:cxn>
                <a:cxn ang="0">
                  <a:pos x="30" y="4"/>
                </a:cxn>
                <a:cxn ang="0">
                  <a:pos x="46" y="9"/>
                </a:cxn>
                <a:cxn ang="0">
                  <a:pos x="49" y="10"/>
                </a:cxn>
                <a:cxn ang="0">
                  <a:pos x="63" y="4"/>
                </a:cxn>
                <a:cxn ang="0">
                  <a:pos x="65" y="7"/>
                </a:cxn>
                <a:cxn ang="0">
                  <a:pos x="65" y="36"/>
                </a:cxn>
              </a:cxnLst>
              <a:rect l="0" t="0" r="r" b="b"/>
              <a:pathLst>
                <a:path w="65" h="58">
                  <a:moveTo>
                    <a:pt x="7" y="9"/>
                  </a:moveTo>
                  <a:cubicBezTo>
                    <a:pt x="7" y="57"/>
                    <a:pt x="7" y="57"/>
                    <a:pt x="7" y="57"/>
                  </a:cubicBezTo>
                  <a:cubicBezTo>
                    <a:pt x="7" y="57"/>
                    <a:pt x="7" y="58"/>
                    <a:pt x="6" y="58"/>
                  </a:cubicBezTo>
                  <a:cubicBezTo>
                    <a:pt x="4" y="58"/>
                    <a:pt x="4" y="58"/>
                    <a:pt x="4" y="58"/>
                  </a:cubicBezTo>
                  <a:cubicBezTo>
                    <a:pt x="3" y="58"/>
                    <a:pt x="2" y="57"/>
                    <a:pt x="2" y="57"/>
                  </a:cubicBezTo>
                  <a:cubicBezTo>
                    <a:pt x="2" y="9"/>
                    <a:pt x="2" y="9"/>
                    <a:pt x="2" y="9"/>
                  </a:cubicBezTo>
                  <a:cubicBezTo>
                    <a:pt x="1" y="8"/>
                    <a:pt x="0" y="6"/>
                    <a:pt x="0" y="4"/>
                  </a:cubicBezTo>
                  <a:cubicBezTo>
                    <a:pt x="0" y="2"/>
                    <a:pt x="2" y="0"/>
                    <a:pt x="5" y="0"/>
                  </a:cubicBezTo>
                  <a:cubicBezTo>
                    <a:pt x="7" y="0"/>
                    <a:pt x="10" y="2"/>
                    <a:pt x="10" y="4"/>
                  </a:cubicBezTo>
                  <a:cubicBezTo>
                    <a:pt x="10" y="6"/>
                    <a:pt x="9" y="8"/>
                    <a:pt x="7" y="9"/>
                  </a:cubicBezTo>
                  <a:close/>
                  <a:moveTo>
                    <a:pt x="65" y="36"/>
                  </a:moveTo>
                  <a:cubicBezTo>
                    <a:pt x="65" y="37"/>
                    <a:pt x="65" y="38"/>
                    <a:pt x="63" y="38"/>
                  </a:cubicBezTo>
                  <a:cubicBezTo>
                    <a:pt x="59" y="41"/>
                    <a:pt x="54" y="43"/>
                    <a:pt x="49" y="43"/>
                  </a:cubicBezTo>
                  <a:cubicBezTo>
                    <a:pt x="43" y="43"/>
                    <a:pt x="39" y="37"/>
                    <a:pt x="31" y="37"/>
                  </a:cubicBezTo>
                  <a:cubicBezTo>
                    <a:pt x="25" y="37"/>
                    <a:pt x="19" y="40"/>
                    <a:pt x="13" y="43"/>
                  </a:cubicBezTo>
                  <a:cubicBezTo>
                    <a:pt x="13" y="43"/>
                    <a:pt x="12" y="43"/>
                    <a:pt x="12" y="43"/>
                  </a:cubicBezTo>
                  <a:cubicBezTo>
                    <a:pt x="11" y="43"/>
                    <a:pt x="10" y="42"/>
                    <a:pt x="10" y="41"/>
                  </a:cubicBezTo>
                  <a:cubicBezTo>
                    <a:pt x="10" y="13"/>
                    <a:pt x="10" y="13"/>
                    <a:pt x="10" y="13"/>
                  </a:cubicBezTo>
                  <a:cubicBezTo>
                    <a:pt x="10" y="12"/>
                    <a:pt x="10" y="11"/>
                    <a:pt x="11" y="11"/>
                  </a:cubicBezTo>
                  <a:cubicBezTo>
                    <a:pt x="12" y="10"/>
                    <a:pt x="13" y="9"/>
                    <a:pt x="14" y="9"/>
                  </a:cubicBezTo>
                  <a:cubicBezTo>
                    <a:pt x="19" y="7"/>
                    <a:pt x="24" y="4"/>
                    <a:pt x="30" y="4"/>
                  </a:cubicBezTo>
                  <a:cubicBezTo>
                    <a:pt x="36" y="4"/>
                    <a:pt x="40" y="6"/>
                    <a:pt x="46" y="9"/>
                  </a:cubicBezTo>
                  <a:cubicBezTo>
                    <a:pt x="47" y="9"/>
                    <a:pt x="48" y="10"/>
                    <a:pt x="49" y="10"/>
                  </a:cubicBezTo>
                  <a:cubicBezTo>
                    <a:pt x="55" y="10"/>
                    <a:pt x="61" y="4"/>
                    <a:pt x="63" y="4"/>
                  </a:cubicBezTo>
                  <a:cubicBezTo>
                    <a:pt x="64" y="4"/>
                    <a:pt x="65" y="6"/>
                    <a:pt x="65" y="7"/>
                  </a:cubicBezTo>
                  <a:lnTo>
                    <a:pt x="65" y="36"/>
                  </a:ln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7" name="Group 85"/>
          <p:cNvGrpSpPr/>
          <p:nvPr/>
        </p:nvGrpSpPr>
        <p:grpSpPr>
          <a:xfrm>
            <a:off x="3495950" y="2891433"/>
            <a:ext cx="1029626" cy="1030683"/>
            <a:chOff x="2347176" y="2092666"/>
            <a:chExt cx="843049" cy="843755"/>
          </a:xfrm>
        </p:grpSpPr>
        <p:sp>
          <p:nvSpPr>
            <p:cNvPr id="58" name="Oval 48"/>
            <p:cNvSpPr>
              <a:spLocks noChangeAspect="1"/>
            </p:cNvSpPr>
            <p:nvPr/>
          </p:nvSpPr>
          <p:spPr>
            <a:xfrm>
              <a:off x="2347176" y="2092666"/>
              <a:ext cx="843049" cy="843755"/>
            </a:xfrm>
            <a:prstGeom prst="ellipse">
              <a:avLst/>
            </a:prstGeom>
            <a:solidFill>
              <a:srgbClr val="77A9D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65"/>
            <p:cNvSpPr>
              <a:spLocks noEditPoints="1"/>
            </p:cNvSpPr>
            <p:nvPr/>
          </p:nvSpPr>
          <p:spPr bwMode="auto">
            <a:xfrm>
              <a:off x="2585919" y="2347985"/>
              <a:ext cx="365563" cy="333116"/>
            </a:xfrm>
            <a:custGeom>
              <a:avLst/>
              <a:gdLst/>
              <a:ahLst/>
              <a:cxnLst>
                <a:cxn ang="0">
                  <a:pos x="45" y="41"/>
                </a:cxn>
                <a:cxn ang="0">
                  <a:pos x="47" y="50"/>
                </a:cxn>
                <a:cxn ang="0">
                  <a:pos x="40" y="56"/>
                </a:cxn>
                <a:cxn ang="0">
                  <a:pos x="31" y="60"/>
                </a:cxn>
                <a:cxn ang="0">
                  <a:pos x="21" y="60"/>
                </a:cxn>
                <a:cxn ang="0">
                  <a:pos x="13" y="56"/>
                </a:cxn>
                <a:cxn ang="0">
                  <a:pos x="5" y="50"/>
                </a:cxn>
                <a:cxn ang="0">
                  <a:pos x="8" y="41"/>
                </a:cxn>
                <a:cxn ang="0">
                  <a:pos x="0" y="32"/>
                </a:cxn>
                <a:cxn ang="0">
                  <a:pos x="9" y="26"/>
                </a:cxn>
                <a:cxn ang="0">
                  <a:pos x="5" y="20"/>
                </a:cxn>
                <a:cxn ang="0">
                  <a:pos x="17" y="18"/>
                </a:cxn>
                <a:cxn ang="0">
                  <a:pos x="22" y="10"/>
                </a:cxn>
                <a:cxn ang="0">
                  <a:pos x="32" y="17"/>
                </a:cxn>
                <a:cxn ang="0">
                  <a:pos x="41" y="14"/>
                </a:cxn>
                <a:cxn ang="0">
                  <a:pos x="47" y="22"/>
                </a:cxn>
                <a:cxn ang="0">
                  <a:pos x="51" y="30"/>
                </a:cxn>
                <a:cxn ang="0">
                  <a:pos x="26" y="25"/>
                </a:cxn>
                <a:cxn ang="0">
                  <a:pos x="36" y="35"/>
                </a:cxn>
                <a:cxn ang="0">
                  <a:pos x="72" y="19"/>
                </a:cxn>
                <a:cxn ang="0">
                  <a:pos x="72" y="27"/>
                </a:cxn>
                <a:cxn ang="0">
                  <a:pos x="62" y="25"/>
                </a:cxn>
                <a:cxn ang="0">
                  <a:pos x="52" y="27"/>
                </a:cxn>
                <a:cxn ang="0">
                  <a:pos x="53" y="19"/>
                </a:cxn>
                <a:cxn ang="0">
                  <a:pos x="53" y="11"/>
                </a:cxn>
                <a:cxn ang="0">
                  <a:pos x="52" y="3"/>
                </a:cxn>
                <a:cxn ang="0">
                  <a:pos x="62" y="4"/>
                </a:cxn>
                <a:cxn ang="0">
                  <a:pos x="67" y="0"/>
                </a:cxn>
                <a:cxn ang="0">
                  <a:pos x="70" y="9"/>
                </a:cxn>
                <a:cxn ang="0">
                  <a:pos x="78" y="18"/>
                </a:cxn>
                <a:cxn ang="0">
                  <a:pos x="70" y="62"/>
                </a:cxn>
                <a:cxn ang="0">
                  <a:pos x="67" y="71"/>
                </a:cxn>
                <a:cxn ang="0">
                  <a:pos x="61" y="66"/>
                </a:cxn>
                <a:cxn ang="0">
                  <a:pos x="52" y="68"/>
                </a:cxn>
                <a:cxn ang="0">
                  <a:pos x="47" y="59"/>
                </a:cxn>
                <a:cxn ang="0">
                  <a:pos x="54" y="50"/>
                </a:cxn>
                <a:cxn ang="0">
                  <a:pos x="57" y="41"/>
                </a:cxn>
                <a:cxn ang="0">
                  <a:pos x="63" y="46"/>
                </a:cxn>
                <a:cxn ang="0">
                  <a:pos x="72" y="44"/>
                </a:cxn>
                <a:cxn ang="0">
                  <a:pos x="72" y="52"/>
                </a:cxn>
                <a:cxn ang="0">
                  <a:pos x="62" y="10"/>
                </a:cxn>
                <a:cxn ang="0">
                  <a:pos x="67" y="15"/>
                </a:cxn>
                <a:cxn ang="0">
                  <a:pos x="57" y="56"/>
                </a:cxn>
                <a:cxn ang="0">
                  <a:pos x="62" y="51"/>
                </a:cxn>
              </a:cxnLst>
              <a:rect l="0" t="0" r="r" b="b"/>
              <a:pathLst>
                <a:path w="78" h="71">
                  <a:moveTo>
                    <a:pt x="52" y="39"/>
                  </a:moveTo>
                  <a:cubicBezTo>
                    <a:pt x="52" y="40"/>
                    <a:pt x="51" y="40"/>
                    <a:pt x="51" y="40"/>
                  </a:cubicBezTo>
                  <a:cubicBezTo>
                    <a:pt x="45" y="41"/>
                    <a:pt x="45" y="41"/>
                    <a:pt x="45" y="41"/>
                  </a:cubicBezTo>
                  <a:cubicBezTo>
                    <a:pt x="44" y="42"/>
                    <a:pt x="44" y="43"/>
                    <a:pt x="43" y="44"/>
                  </a:cubicBezTo>
                  <a:cubicBezTo>
                    <a:pt x="45" y="46"/>
                    <a:pt x="46" y="47"/>
                    <a:pt x="47" y="49"/>
                  </a:cubicBezTo>
                  <a:cubicBezTo>
                    <a:pt x="47" y="49"/>
                    <a:pt x="47" y="49"/>
                    <a:pt x="47" y="50"/>
                  </a:cubicBezTo>
                  <a:cubicBezTo>
                    <a:pt x="47" y="50"/>
                    <a:pt x="47" y="50"/>
                    <a:pt x="47" y="50"/>
                  </a:cubicBezTo>
                  <a:cubicBezTo>
                    <a:pt x="46" y="52"/>
                    <a:pt x="42" y="56"/>
                    <a:pt x="41" y="56"/>
                  </a:cubicBezTo>
                  <a:cubicBezTo>
                    <a:pt x="40" y="56"/>
                    <a:pt x="40" y="56"/>
                    <a:pt x="40" y="56"/>
                  </a:cubicBezTo>
                  <a:cubicBezTo>
                    <a:pt x="35" y="53"/>
                    <a:pt x="35" y="53"/>
                    <a:pt x="35" y="53"/>
                  </a:cubicBezTo>
                  <a:cubicBezTo>
                    <a:pt x="34" y="53"/>
                    <a:pt x="33" y="53"/>
                    <a:pt x="32" y="54"/>
                  </a:cubicBezTo>
                  <a:cubicBezTo>
                    <a:pt x="32" y="56"/>
                    <a:pt x="32" y="58"/>
                    <a:pt x="31" y="60"/>
                  </a:cubicBezTo>
                  <a:cubicBezTo>
                    <a:pt x="31" y="61"/>
                    <a:pt x="30" y="61"/>
                    <a:pt x="30" y="61"/>
                  </a:cubicBezTo>
                  <a:cubicBezTo>
                    <a:pt x="22" y="61"/>
                    <a:pt x="22" y="61"/>
                    <a:pt x="22" y="61"/>
                  </a:cubicBezTo>
                  <a:cubicBezTo>
                    <a:pt x="22" y="61"/>
                    <a:pt x="21" y="61"/>
                    <a:pt x="21" y="60"/>
                  </a:cubicBezTo>
                  <a:cubicBezTo>
                    <a:pt x="20" y="54"/>
                    <a:pt x="20" y="54"/>
                    <a:pt x="20" y="54"/>
                  </a:cubicBezTo>
                  <a:cubicBezTo>
                    <a:pt x="19" y="54"/>
                    <a:pt x="18" y="53"/>
                    <a:pt x="17" y="53"/>
                  </a:cubicBezTo>
                  <a:cubicBezTo>
                    <a:pt x="13" y="56"/>
                    <a:pt x="13" y="56"/>
                    <a:pt x="13" y="56"/>
                  </a:cubicBezTo>
                  <a:cubicBezTo>
                    <a:pt x="12" y="56"/>
                    <a:pt x="12" y="56"/>
                    <a:pt x="12" y="56"/>
                  </a:cubicBezTo>
                  <a:cubicBezTo>
                    <a:pt x="11" y="56"/>
                    <a:pt x="11" y="56"/>
                    <a:pt x="11" y="56"/>
                  </a:cubicBezTo>
                  <a:cubicBezTo>
                    <a:pt x="10" y="55"/>
                    <a:pt x="5" y="51"/>
                    <a:pt x="5" y="50"/>
                  </a:cubicBezTo>
                  <a:cubicBezTo>
                    <a:pt x="5" y="49"/>
                    <a:pt x="5" y="49"/>
                    <a:pt x="5" y="49"/>
                  </a:cubicBezTo>
                  <a:cubicBezTo>
                    <a:pt x="7" y="47"/>
                    <a:pt x="8" y="46"/>
                    <a:pt x="9" y="44"/>
                  </a:cubicBezTo>
                  <a:cubicBezTo>
                    <a:pt x="8" y="43"/>
                    <a:pt x="8" y="42"/>
                    <a:pt x="8" y="41"/>
                  </a:cubicBezTo>
                  <a:cubicBezTo>
                    <a:pt x="1" y="40"/>
                    <a:pt x="1" y="40"/>
                    <a:pt x="1" y="40"/>
                  </a:cubicBezTo>
                  <a:cubicBezTo>
                    <a:pt x="1" y="40"/>
                    <a:pt x="0" y="40"/>
                    <a:pt x="0" y="39"/>
                  </a:cubicBezTo>
                  <a:cubicBezTo>
                    <a:pt x="0" y="32"/>
                    <a:pt x="0" y="32"/>
                    <a:pt x="0" y="32"/>
                  </a:cubicBezTo>
                  <a:cubicBezTo>
                    <a:pt x="0" y="31"/>
                    <a:pt x="1" y="30"/>
                    <a:pt x="1" y="30"/>
                  </a:cubicBezTo>
                  <a:cubicBezTo>
                    <a:pt x="8" y="29"/>
                    <a:pt x="8" y="29"/>
                    <a:pt x="8" y="29"/>
                  </a:cubicBezTo>
                  <a:cubicBezTo>
                    <a:pt x="8" y="28"/>
                    <a:pt x="8" y="27"/>
                    <a:pt x="9" y="26"/>
                  </a:cubicBezTo>
                  <a:cubicBezTo>
                    <a:pt x="8" y="25"/>
                    <a:pt x="7" y="23"/>
                    <a:pt x="5" y="22"/>
                  </a:cubicBezTo>
                  <a:cubicBezTo>
                    <a:pt x="5" y="21"/>
                    <a:pt x="5" y="21"/>
                    <a:pt x="5" y="21"/>
                  </a:cubicBezTo>
                  <a:cubicBezTo>
                    <a:pt x="5" y="21"/>
                    <a:pt x="5" y="20"/>
                    <a:pt x="5" y="20"/>
                  </a:cubicBezTo>
                  <a:cubicBezTo>
                    <a:pt x="6" y="19"/>
                    <a:pt x="11" y="14"/>
                    <a:pt x="12" y="14"/>
                  </a:cubicBezTo>
                  <a:cubicBezTo>
                    <a:pt x="12" y="14"/>
                    <a:pt x="12" y="14"/>
                    <a:pt x="13" y="14"/>
                  </a:cubicBezTo>
                  <a:cubicBezTo>
                    <a:pt x="17" y="18"/>
                    <a:pt x="17" y="18"/>
                    <a:pt x="17" y="18"/>
                  </a:cubicBezTo>
                  <a:cubicBezTo>
                    <a:pt x="18" y="18"/>
                    <a:pt x="19" y="17"/>
                    <a:pt x="20" y="17"/>
                  </a:cubicBezTo>
                  <a:cubicBezTo>
                    <a:pt x="21" y="15"/>
                    <a:pt x="21" y="13"/>
                    <a:pt x="21" y="11"/>
                  </a:cubicBezTo>
                  <a:cubicBezTo>
                    <a:pt x="21" y="10"/>
                    <a:pt x="22" y="10"/>
                    <a:pt x="22" y="10"/>
                  </a:cubicBezTo>
                  <a:cubicBezTo>
                    <a:pt x="30" y="10"/>
                    <a:pt x="30" y="10"/>
                    <a:pt x="30" y="10"/>
                  </a:cubicBezTo>
                  <a:cubicBezTo>
                    <a:pt x="30" y="10"/>
                    <a:pt x="31" y="10"/>
                    <a:pt x="31" y="11"/>
                  </a:cubicBezTo>
                  <a:cubicBezTo>
                    <a:pt x="32" y="17"/>
                    <a:pt x="32" y="17"/>
                    <a:pt x="32" y="17"/>
                  </a:cubicBezTo>
                  <a:cubicBezTo>
                    <a:pt x="33" y="17"/>
                    <a:pt x="34" y="18"/>
                    <a:pt x="35" y="18"/>
                  </a:cubicBezTo>
                  <a:cubicBezTo>
                    <a:pt x="40" y="14"/>
                    <a:pt x="40" y="14"/>
                    <a:pt x="40" y="14"/>
                  </a:cubicBezTo>
                  <a:cubicBezTo>
                    <a:pt x="40" y="14"/>
                    <a:pt x="40" y="14"/>
                    <a:pt x="41" y="14"/>
                  </a:cubicBezTo>
                  <a:cubicBezTo>
                    <a:pt x="41" y="14"/>
                    <a:pt x="41" y="14"/>
                    <a:pt x="41" y="14"/>
                  </a:cubicBezTo>
                  <a:cubicBezTo>
                    <a:pt x="42" y="15"/>
                    <a:pt x="47" y="20"/>
                    <a:pt x="47" y="21"/>
                  </a:cubicBezTo>
                  <a:cubicBezTo>
                    <a:pt x="47" y="21"/>
                    <a:pt x="47" y="21"/>
                    <a:pt x="47" y="22"/>
                  </a:cubicBezTo>
                  <a:cubicBezTo>
                    <a:pt x="46" y="23"/>
                    <a:pt x="45" y="25"/>
                    <a:pt x="43" y="26"/>
                  </a:cubicBezTo>
                  <a:cubicBezTo>
                    <a:pt x="44" y="27"/>
                    <a:pt x="44" y="28"/>
                    <a:pt x="45" y="30"/>
                  </a:cubicBezTo>
                  <a:cubicBezTo>
                    <a:pt x="51" y="30"/>
                    <a:pt x="51" y="30"/>
                    <a:pt x="51" y="30"/>
                  </a:cubicBezTo>
                  <a:cubicBezTo>
                    <a:pt x="51" y="31"/>
                    <a:pt x="52" y="31"/>
                    <a:pt x="52" y="32"/>
                  </a:cubicBezTo>
                  <a:lnTo>
                    <a:pt x="52" y="39"/>
                  </a:lnTo>
                  <a:close/>
                  <a:moveTo>
                    <a:pt x="26" y="25"/>
                  </a:moveTo>
                  <a:cubicBezTo>
                    <a:pt x="21" y="25"/>
                    <a:pt x="16" y="30"/>
                    <a:pt x="16" y="35"/>
                  </a:cubicBezTo>
                  <a:cubicBezTo>
                    <a:pt x="16" y="41"/>
                    <a:pt x="21" y="46"/>
                    <a:pt x="26" y="46"/>
                  </a:cubicBezTo>
                  <a:cubicBezTo>
                    <a:pt x="32" y="46"/>
                    <a:pt x="36" y="41"/>
                    <a:pt x="36" y="35"/>
                  </a:cubicBezTo>
                  <a:cubicBezTo>
                    <a:pt x="36" y="30"/>
                    <a:pt x="32" y="25"/>
                    <a:pt x="26" y="25"/>
                  </a:cubicBezTo>
                  <a:close/>
                  <a:moveTo>
                    <a:pt x="78" y="18"/>
                  </a:moveTo>
                  <a:cubicBezTo>
                    <a:pt x="78" y="18"/>
                    <a:pt x="72" y="19"/>
                    <a:pt x="72" y="19"/>
                  </a:cubicBezTo>
                  <a:cubicBezTo>
                    <a:pt x="71" y="20"/>
                    <a:pt x="71" y="20"/>
                    <a:pt x="70" y="21"/>
                  </a:cubicBezTo>
                  <a:cubicBezTo>
                    <a:pt x="71" y="22"/>
                    <a:pt x="72" y="26"/>
                    <a:pt x="72" y="26"/>
                  </a:cubicBezTo>
                  <a:cubicBezTo>
                    <a:pt x="72" y="27"/>
                    <a:pt x="72" y="27"/>
                    <a:pt x="72" y="27"/>
                  </a:cubicBezTo>
                  <a:cubicBezTo>
                    <a:pt x="72" y="27"/>
                    <a:pt x="68" y="30"/>
                    <a:pt x="67" y="30"/>
                  </a:cubicBezTo>
                  <a:cubicBezTo>
                    <a:pt x="67" y="30"/>
                    <a:pt x="64" y="26"/>
                    <a:pt x="63" y="25"/>
                  </a:cubicBezTo>
                  <a:cubicBezTo>
                    <a:pt x="63" y="25"/>
                    <a:pt x="63" y="25"/>
                    <a:pt x="62" y="25"/>
                  </a:cubicBezTo>
                  <a:cubicBezTo>
                    <a:pt x="62" y="25"/>
                    <a:pt x="61" y="25"/>
                    <a:pt x="61" y="25"/>
                  </a:cubicBezTo>
                  <a:cubicBezTo>
                    <a:pt x="61" y="26"/>
                    <a:pt x="58" y="30"/>
                    <a:pt x="57" y="30"/>
                  </a:cubicBezTo>
                  <a:cubicBezTo>
                    <a:pt x="57" y="30"/>
                    <a:pt x="53" y="27"/>
                    <a:pt x="52" y="27"/>
                  </a:cubicBezTo>
                  <a:cubicBezTo>
                    <a:pt x="52" y="27"/>
                    <a:pt x="52" y="27"/>
                    <a:pt x="52" y="26"/>
                  </a:cubicBezTo>
                  <a:cubicBezTo>
                    <a:pt x="52" y="26"/>
                    <a:pt x="54" y="22"/>
                    <a:pt x="54" y="21"/>
                  </a:cubicBezTo>
                  <a:cubicBezTo>
                    <a:pt x="53" y="20"/>
                    <a:pt x="53" y="20"/>
                    <a:pt x="53" y="19"/>
                  </a:cubicBezTo>
                  <a:cubicBezTo>
                    <a:pt x="52" y="19"/>
                    <a:pt x="47" y="18"/>
                    <a:pt x="47" y="18"/>
                  </a:cubicBezTo>
                  <a:cubicBezTo>
                    <a:pt x="47" y="12"/>
                    <a:pt x="47" y="12"/>
                    <a:pt x="47" y="12"/>
                  </a:cubicBezTo>
                  <a:cubicBezTo>
                    <a:pt x="47" y="11"/>
                    <a:pt x="52" y="11"/>
                    <a:pt x="53" y="11"/>
                  </a:cubicBezTo>
                  <a:cubicBezTo>
                    <a:pt x="53" y="10"/>
                    <a:pt x="53" y="9"/>
                    <a:pt x="54" y="9"/>
                  </a:cubicBezTo>
                  <a:cubicBezTo>
                    <a:pt x="54" y="8"/>
                    <a:pt x="52" y="4"/>
                    <a:pt x="52" y="3"/>
                  </a:cubicBezTo>
                  <a:cubicBezTo>
                    <a:pt x="52" y="3"/>
                    <a:pt x="52" y="3"/>
                    <a:pt x="52" y="3"/>
                  </a:cubicBezTo>
                  <a:cubicBezTo>
                    <a:pt x="53" y="3"/>
                    <a:pt x="57" y="0"/>
                    <a:pt x="57" y="0"/>
                  </a:cubicBezTo>
                  <a:cubicBezTo>
                    <a:pt x="58" y="0"/>
                    <a:pt x="61" y="4"/>
                    <a:pt x="61" y="5"/>
                  </a:cubicBezTo>
                  <a:cubicBezTo>
                    <a:pt x="61" y="4"/>
                    <a:pt x="62" y="4"/>
                    <a:pt x="62" y="4"/>
                  </a:cubicBezTo>
                  <a:cubicBezTo>
                    <a:pt x="63" y="4"/>
                    <a:pt x="63" y="4"/>
                    <a:pt x="63" y="5"/>
                  </a:cubicBezTo>
                  <a:cubicBezTo>
                    <a:pt x="64" y="3"/>
                    <a:pt x="66" y="1"/>
                    <a:pt x="67" y="0"/>
                  </a:cubicBezTo>
                  <a:cubicBezTo>
                    <a:pt x="67" y="0"/>
                    <a:pt x="67" y="0"/>
                    <a:pt x="67" y="0"/>
                  </a:cubicBezTo>
                  <a:cubicBezTo>
                    <a:pt x="68" y="0"/>
                    <a:pt x="72" y="2"/>
                    <a:pt x="72" y="3"/>
                  </a:cubicBezTo>
                  <a:cubicBezTo>
                    <a:pt x="72" y="3"/>
                    <a:pt x="72" y="3"/>
                    <a:pt x="72" y="3"/>
                  </a:cubicBezTo>
                  <a:cubicBezTo>
                    <a:pt x="72" y="4"/>
                    <a:pt x="71" y="8"/>
                    <a:pt x="70" y="9"/>
                  </a:cubicBezTo>
                  <a:cubicBezTo>
                    <a:pt x="71" y="9"/>
                    <a:pt x="71" y="10"/>
                    <a:pt x="72" y="11"/>
                  </a:cubicBezTo>
                  <a:cubicBezTo>
                    <a:pt x="72" y="11"/>
                    <a:pt x="78" y="11"/>
                    <a:pt x="78" y="12"/>
                  </a:cubicBezTo>
                  <a:lnTo>
                    <a:pt x="78" y="18"/>
                  </a:lnTo>
                  <a:close/>
                  <a:moveTo>
                    <a:pt x="78" y="59"/>
                  </a:moveTo>
                  <a:cubicBezTo>
                    <a:pt x="78" y="59"/>
                    <a:pt x="72" y="60"/>
                    <a:pt x="72" y="60"/>
                  </a:cubicBezTo>
                  <a:cubicBezTo>
                    <a:pt x="71" y="61"/>
                    <a:pt x="71" y="61"/>
                    <a:pt x="70" y="62"/>
                  </a:cubicBezTo>
                  <a:cubicBezTo>
                    <a:pt x="71" y="63"/>
                    <a:pt x="72" y="67"/>
                    <a:pt x="72" y="68"/>
                  </a:cubicBezTo>
                  <a:cubicBezTo>
                    <a:pt x="72" y="68"/>
                    <a:pt x="72" y="68"/>
                    <a:pt x="72" y="68"/>
                  </a:cubicBezTo>
                  <a:cubicBezTo>
                    <a:pt x="72" y="68"/>
                    <a:pt x="68" y="71"/>
                    <a:pt x="67" y="71"/>
                  </a:cubicBezTo>
                  <a:cubicBezTo>
                    <a:pt x="67" y="71"/>
                    <a:pt x="64" y="67"/>
                    <a:pt x="63" y="66"/>
                  </a:cubicBezTo>
                  <a:cubicBezTo>
                    <a:pt x="63" y="66"/>
                    <a:pt x="63" y="66"/>
                    <a:pt x="62" y="66"/>
                  </a:cubicBezTo>
                  <a:cubicBezTo>
                    <a:pt x="62" y="66"/>
                    <a:pt x="61" y="66"/>
                    <a:pt x="61" y="66"/>
                  </a:cubicBezTo>
                  <a:cubicBezTo>
                    <a:pt x="61" y="67"/>
                    <a:pt x="58" y="71"/>
                    <a:pt x="57" y="71"/>
                  </a:cubicBezTo>
                  <a:cubicBezTo>
                    <a:pt x="57" y="71"/>
                    <a:pt x="53" y="68"/>
                    <a:pt x="52" y="68"/>
                  </a:cubicBezTo>
                  <a:cubicBezTo>
                    <a:pt x="52" y="68"/>
                    <a:pt x="52" y="68"/>
                    <a:pt x="52" y="68"/>
                  </a:cubicBezTo>
                  <a:cubicBezTo>
                    <a:pt x="52" y="67"/>
                    <a:pt x="54" y="63"/>
                    <a:pt x="54" y="62"/>
                  </a:cubicBezTo>
                  <a:cubicBezTo>
                    <a:pt x="53" y="61"/>
                    <a:pt x="53" y="61"/>
                    <a:pt x="53" y="60"/>
                  </a:cubicBezTo>
                  <a:cubicBezTo>
                    <a:pt x="52" y="60"/>
                    <a:pt x="47" y="59"/>
                    <a:pt x="47" y="59"/>
                  </a:cubicBezTo>
                  <a:cubicBezTo>
                    <a:pt x="47" y="53"/>
                    <a:pt x="47" y="53"/>
                    <a:pt x="47" y="53"/>
                  </a:cubicBezTo>
                  <a:cubicBezTo>
                    <a:pt x="47" y="52"/>
                    <a:pt x="52" y="52"/>
                    <a:pt x="53" y="52"/>
                  </a:cubicBezTo>
                  <a:cubicBezTo>
                    <a:pt x="53" y="51"/>
                    <a:pt x="53" y="50"/>
                    <a:pt x="54" y="50"/>
                  </a:cubicBezTo>
                  <a:cubicBezTo>
                    <a:pt x="54" y="49"/>
                    <a:pt x="52" y="45"/>
                    <a:pt x="52" y="44"/>
                  </a:cubicBezTo>
                  <a:cubicBezTo>
                    <a:pt x="52" y="44"/>
                    <a:pt x="52" y="44"/>
                    <a:pt x="52" y="44"/>
                  </a:cubicBezTo>
                  <a:cubicBezTo>
                    <a:pt x="53" y="44"/>
                    <a:pt x="57" y="41"/>
                    <a:pt x="57" y="41"/>
                  </a:cubicBezTo>
                  <a:cubicBezTo>
                    <a:pt x="58" y="41"/>
                    <a:pt x="61" y="45"/>
                    <a:pt x="61" y="46"/>
                  </a:cubicBezTo>
                  <a:cubicBezTo>
                    <a:pt x="61" y="46"/>
                    <a:pt x="62" y="46"/>
                    <a:pt x="62" y="46"/>
                  </a:cubicBezTo>
                  <a:cubicBezTo>
                    <a:pt x="63" y="46"/>
                    <a:pt x="63" y="46"/>
                    <a:pt x="63" y="46"/>
                  </a:cubicBezTo>
                  <a:cubicBezTo>
                    <a:pt x="64" y="44"/>
                    <a:pt x="66" y="43"/>
                    <a:pt x="67" y="41"/>
                  </a:cubicBezTo>
                  <a:cubicBezTo>
                    <a:pt x="67" y="41"/>
                    <a:pt x="67" y="41"/>
                    <a:pt x="67" y="41"/>
                  </a:cubicBezTo>
                  <a:cubicBezTo>
                    <a:pt x="68" y="41"/>
                    <a:pt x="72" y="44"/>
                    <a:pt x="72" y="44"/>
                  </a:cubicBezTo>
                  <a:cubicBezTo>
                    <a:pt x="72" y="44"/>
                    <a:pt x="72" y="44"/>
                    <a:pt x="72" y="44"/>
                  </a:cubicBezTo>
                  <a:cubicBezTo>
                    <a:pt x="72" y="45"/>
                    <a:pt x="71" y="49"/>
                    <a:pt x="70" y="50"/>
                  </a:cubicBezTo>
                  <a:cubicBezTo>
                    <a:pt x="71" y="50"/>
                    <a:pt x="71" y="51"/>
                    <a:pt x="72" y="52"/>
                  </a:cubicBezTo>
                  <a:cubicBezTo>
                    <a:pt x="72" y="52"/>
                    <a:pt x="78" y="52"/>
                    <a:pt x="78" y="53"/>
                  </a:cubicBezTo>
                  <a:lnTo>
                    <a:pt x="78" y="59"/>
                  </a:lnTo>
                  <a:close/>
                  <a:moveTo>
                    <a:pt x="62" y="10"/>
                  </a:moveTo>
                  <a:cubicBezTo>
                    <a:pt x="59" y="10"/>
                    <a:pt x="57" y="12"/>
                    <a:pt x="57" y="15"/>
                  </a:cubicBezTo>
                  <a:cubicBezTo>
                    <a:pt x="57" y="18"/>
                    <a:pt x="59" y="20"/>
                    <a:pt x="62" y="20"/>
                  </a:cubicBezTo>
                  <a:cubicBezTo>
                    <a:pt x="65" y="20"/>
                    <a:pt x="67" y="18"/>
                    <a:pt x="67" y="15"/>
                  </a:cubicBezTo>
                  <a:cubicBezTo>
                    <a:pt x="67" y="12"/>
                    <a:pt x="65" y="10"/>
                    <a:pt x="62" y="10"/>
                  </a:cubicBezTo>
                  <a:close/>
                  <a:moveTo>
                    <a:pt x="62" y="51"/>
                  </a:moveTo>
                  <a:cubicBezTo>
                    <a:pt x="59" y="51"/>
                    <a:pt x="57" y="53"/>
                    <a:pt x="57" y="56"/>
                  </a:cubicBezTo>
                  <a:cubicBezTo>
                    <a:pt x="57" y="59"/>
                    <a:pt x="59" y="61"/>
                    <a:pt x="62" y="61"/>
                  </a:cubicBezTo>
                  <a:cubicBezTo>
                    <a:pt x="65" y="61"/>
                    <a:pt x="67" y="59"/>
                    <a:pt x="67" y="56"/>
                  </a:cubicBezTo>
                  <a:cubicBezTo>
                    <a:pt x="67" y="53"/>
                    <a:pt x="65" y="51"/>
                    <a:pt x="62" y="51"/>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cxnSp>
        <p:nvCxnSpPr>
          <p:cNvPr id="60" name="Straight Connector 109"/>
          <p:cNvCxnSpPr/>
          <p:nvPr/>
        </p:nvCxnSpPr>
        <p:spPr>
          <a:xfrm rot="5400000" flipH="1" flipV="1">
            <a:off x="3050710" y="3861273"/>
            <a:ext cx="447166" cy="443313"/>
          </a:xfrm>
          <a:prstGeom prst="line">
            <a:avLst/>
          </a:prstGeom>
          <a:ln w="63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61" name="Straight Connector 111"/>
          <p:cNvCxnSpPr/>
          <p:nvPr/>
        </p:nvCxnSpPr>
        <p:spPr>
          <a:xfrm rot="5400000" flipH="1" flipV="1">
            <a:off x="6175891" y="3861273"/>
            <a:ext cx="447166" cy="443313"/>
          </a:xfrm>
          <a:prstGeom prst="line">
            <a:avLst/>
          </a:prstGeom>
          <a:ln w="63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Straight Connector 112"/>
          <p:cNvCxnSpPr/>
          <p:nvPr/>
        </p:nvCxnSpPr>
        <p:spPr>
          <a:xfrm rot="5400000" flipH="1" flipV="1">
            <a:off x="9602553" y="3812710"/>
            <a:ext cx="447166" cy="443313"/>
          </a:xfrm>
          <a:prstGeom prst="line">
            <a:avLst/>
          </a:prstGeom>
          <a:ln w="63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63" name="Straight Connector 113"/>
          <p:cNvCxnSpPr/>
          <p:nvPr/>
        </p:nvCxnSpPr>
        <p:spPr>
          <a:xfrm rot="16200000" flipH="1">
            <a:off x="8028035" y="3861275"/>
            <a:ext cx="447166" cy="443313"/>
          </a:xfrm>
          <a:prstGeom prst="line">
            <a:avLst/>
          </a:prstGeom>
          <a:ln w="63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64" name="Straight Connector 114"/>
          <p:cNvCxnSpPr/>
          <p:nvPr/>
        </p:nvCxnSpPr>
        <p:spPr>
          <a:xfrm rot="16200000" flipH="1">
            <a:off x="4506019" y="3861275"/>
            <a:ext cx="447166" cy="443313"/>
          </a:xfrm>
          <a:prstGeom prst="line">
            <a:avLst/>
          </a:prstGeom>
          <a:ln w="6350" cap="rnd">
            <a:solidFill>
              <a:schemeClr val="bg1">
                <a:lumMod val="6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65" name="Footer Text"/>
          <p:cNvSpPr txBox="1"/>
          <p:nvPr/>
        </p:nvSpPr>
        <p:spPr>
          <a:xfrm>
            <a:off x="1823595" y="5470109"/>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6" name="Footer Text"/>
          <p:cNvSpPr txBox="1"/>
          <p:nvPr/>
        </p:nvSpPr>
        <p:spPr>
          <a:xfrm>
            <a:off x="3206084" y="2127334"/>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7" name="Footer Text"/>
          <p:cNvSpPr txBox="1"/>
          <p:nvPr/>
        </p:nvSpPr>
        <p:spPr>
          <a:xfrm>
            <a:off x="6524015" y="2127334"/>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8" name="Footer Text"/>
          <p:cNvSpPr txBox="1"/>
          <p:nvPr/>
        </p:nvSpPr>
        <p:spPr>
          <a:xfrm>
            <a:off x="9595127" y="2127334"/>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9" name="Footer Text"/>
          <p:cNvSpPr txBox="1"/>
          <p:nvPr/>
        </p:nvSpPr>
        <p:spPr>
          <a:xfrm>
            <a:off x="8259861" y="5470109"/>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70" name="Footer Text"/>
          <p:cNvSpPr txBox="1"/>
          <p:nvPr/>
        </p:nvSpPr>
        <p:spPr>
          <a:xfrm>
            <a:off x="4812449" y="5470109"/>
            <a:ext cx="1575684" cy="584584"/>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4091256491"/>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5"/>
                                        </p:tgtEl>
                                        <p:attrNameLst>
                                          <p:attrName>ppt_y</p:attrName>
                                        </p:attrNameLst>
                                      </p:cBhvr>
                                      <p:tavLst>
                                        <p:tav tm="0">
                                          <p:val>
                                            <p:strVal val="#ppt_y"/>
                                          </p:val>
                                        </p:tav>
                                        <p:tav tm="100000">
                                          <p:val>
                                            <p:strVal val="#ppt_y"/>
                                          </p:val>
                                        </p:tav>
                                      </p:tavLst>
                                    </p:anim>
                                    <p:anim calcmode="lin" valueType="num">
                                      <p:cBhvr>
                                        <p:cTn id="9" dur="500" fill="hold"/>
                                        <p:tgtEl>
                                          <p:spTgt spid="3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5"/>
                                        </p:tgtEl>
                                      </p:cBhvr>
                                    </p:animEffect>
                                  </p:childTnLst>
                                </p:cTn>
                              </p:par>
                            </p:childTnLst>
                          </p:cTn>
                        </p:par>
                        <p:par>
                          <p:cTn id="12" fill="hold">
                            <p:stCondLst>
                              <p:cond delay="850"/>
                            </p:stCondLst>
                            <p:childTnLst>
                              <p:par>
                                <p:cTn id="13" presetID="53" presetClass="entr" presetSubtype="0"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p:cTn id="15" dur="500" fill="hold"/>
                                        <p:tgtEl>
                                          <p:spTgt spid="42"/>
                                        </p:tgtEl>
                                        <p:attrNameLst>
                                          <p:attrName>ppt_w</p:attrName>
                                        </p:attrNameLst>
                                      </p:cBhvr>
                                      <p:tavLst>
                                        <p:tav tm="0">
                                          <p:val>
                                            <p:fltVal val="0"/>
                                          </p:val>
                                        </p:tav>
                                        <p:tav tm="100000">
                                          <p:val>
                                            <p:strVal val="#ppt_w"/>
                                          </p:val>
                                        </p:tav>
                                      </p:tavLst>
                                    </p:anim>
                                    <p:anim calcmode="lin" valueType="num">
                                      <p:cBhvr>
                                        <p:cTn id="16" dur="500" fill="hold"/>
                                        <p:tgtEl>
                                          <p:spTgt spid="42"/>
                                        </p:tgtEl>
                                        <p:attrNameLst>
                                          <p:attrName>ppt_h</p:attrName>
                                        </p:attrNameLst>
                                      </p:cBhvr>
                                      <p:tavLst>
                                        <p:tav tm="0">
                                          <p:val>
                                            <p:fltVal val="0"/>
                                          </p:val>
                                        </p:tav>
                                        <p:tav tm="100000">
                                          <p:val>
                                            <p:strVal val="#ppt_h"/>
                                          </p:val>
                                        </p:tav>
                                      </p:tavLst>
                                    </p:anim>
                                    <p:animEffect transition="in" filter="fade">
                                      <p:cBhvr>
                                        <p:cTn id="17" dur="500"/>
                                        <p:tgtEl>
                                          <p:spTgt spid="42"/>
                                        </p:tgtEl>
                                      </p:cBhvr>
                                    </p:animEffect>
                                  </p:childTnLst>
                                </p:cTn>
                              </p:par>
                            </p:childTnLst>
                          </p:cTn>
                        </p:par>
                        <p:par>
                          <p:cTn id="18" fill="hold">
                            <p:stCondLst>
                              <p:cond delay="1350"/>
                            </p:stCondLst>
                            <p:childTnLst>
                              <p:par>
                                <p:cTn id="19" presetID="12" presetClass="entr" presetSubtype="4" fill="hold" grpId="0" nodeType="afterEffect">
                                  <p:stCondLst>
                                    <p:cond delay="0"/>
                                  </p:stCondLst>
                                  <p:childTnLst>
                                    <p:set>
                                      <p:cBhvr>
                                        <p:cTn id="20" dur="1" fill="hold">
                                          <p:stCondLst>
                                            <p:cond delay="0"/>
                                          </p:stCondLst>
                                        </p:cTn>
                                        <p:tgtEl>
                                          <p:spTgt spid="65"/>
                                        </p:tgtEl>
                                        <p:attrNameLst>
                                          <p:attrName>style.visibility</p:attrName>
                                        </p:attrNameLst>
                                      </p:cBhvr>
                                      <p:to>
                                        <p:strVal val="visible"/>
                                      </p:to>
                                    </p:set>
                                    <p:animEffect transition="in" filter="slide(fromBottom)">
                                      <p:cBhvr>
                                        <p:cTn id="21" dur="500"/>
                                        <p:tgtEl>
                                          <p:spTgt spid="65"/>
                                        </p:tgtEl>
                                      </p:cBhvr>
                                    </p:animEffect>
                                  </p:childTnLst>
                                </p:cTn>
                              </p:par>
                            </p:childTnLst>
                          </p:cTn>
                        </p:par>
                        <p:par>
                          <p:cTn id="22" fill="hold">
                            <p:stCondLst>
                              <p:cond delay="1850"/>
                            </p:stCondLst>
                            <p:childTnLst>
                              <p:par>
                                <p:cTn id="23" presetID="18" presetClass="entr" presetSubtype="3" fill="hold" nodeType="afterEffect">
                                  <p:stCondLst>
                                    <p:cond delay="0"/>
                                  </p:stCondLst>
                                  <p:childTnLst>
                                    <p:set>
                                      <p:cBhvr>
                                        <p:cTn id="24" dur="1" fill="hold">
                                          <p:stCondLst>
                                            <p:cond delay="0"/>
                                          </p:stCondLst>
                                        </p:cTn>
                                        <p:tgtEl>
                                          <p:spTgt spid="60"/>
                                        </p:tgtEl>
                                        <p:attrNameLst>
                                          <p:attrName>style.visibility</p:attrName>
                                        </p:attrNameLst>
                                      </p:cBhvr>
                                      <p:to>
                                        <p:strVal val="visible"/>
                                      </p:to>
                                    </p:set>
                                    <p:animEffect transition="in" filter="strips(upRight)">
                                      <p:cBhvr>
                                        <p:cTn id="25" dur="500"/>
                                        <p:tgtEl>
                                          <p:spTgt spid="60"/>
                                        </p:tgtEl>
                                      </p:cBhvr>
                                    </p:animEffect>
                                  </p:childTnLst>
                                </p:cTn>
                              </p:par>
                            </p:childTnLst>
                          </p:cTn>
                        </p:par>
                        <p:par>
                          <p:cTn id="26" fill="hold">
                            <p:stCondLst>
                              <p:cond delay="2350"/>
                            </p:stCondLst>
                            <p:childTnLst>
                              <p:par>
                                <p:cTn id="27" presetID="53" presetClass="entr" presetSubtype="0" fill="hold" nodeType="afterEffect">
                                  <p:stCondLst>
                                    <p:cond delay="0"/>
                                  </p:stCondLst>
                                  <p:childTnLst>
                                    <p:set>
                                      <p:cBhvr>
                                        <p:cTn id="28" dur="1" fill="hold">
                                          <p:stCondLst>
                                            <p:cond delay="0"/>
                                          </p:stCondLst>
                                        </p:cTn>
                                        <p:tgtEl>
                                          <p:spTgt spid="57"/>
                                        </p:tgtEl>
                                        <p:attrNameLst>
                                          <p:attrName>style.visibility</p:attrName>
                                        </p:attrNameLst>
                                      </p:cBhvr>
                                      <p:to>
                                        <p:strVal val="visible"/>
                                      </p:to>
                                    </p:set>
                                    <p:anim calcmode="lin" valueType="num">
                                      <p:cBhvr>
                                        <p:cTn id="29" dur="500" fill="hold"/>
                                        <p:tgtEl>
                                          <p:spTgt spid="57"/>
                                        </p:tgtEl>
                                        <p:attrNameLst>
                                          <p:attrName>ppt_w</p:attrName>
                                        </p:attrNameLst>
                                      </p:cBhvr>
                                      <p:tavLst>
                                        <p:tav tm="0">
                                          <p:val>
                                            <p:fltVal val="0"/>
                                          </p:val>
                                        </p:tav>
                                        <p:tav tm="100000">
                                          <p:val>
                                            <p:strVal val="#ppt_w"/>
                                          </p:val>
                                        </p:tav>
                                      </p:tavLst>
                                    </p:anim>
                                    <p:anim calcmode="lin" valueType="num">
                                      <p:cBhvr>
                                        <p:cTn id="30" dur="500" fill="hold"/>
                                        <p:tgtEl>
                                          <p:spTgt spid="57"/>
                                        </p:tgtEl>
                                        <p:attrNameLst>
                                          <p:attrName>ppt_h</p:attrName>
                                        </p:attrNameLst>
                                      </p:cBhvr>
                                      <p:tavLst>
                                        <p:tav tm="0">
                                          <p:val>
                                            <p:fltVal val="0"/>
                                          </p:val>
                                        </p:tav>
                                        <p:tav tm="100000">
                                          <p:val>
                                            <p:strVal val="#ppt_h"/>
                                          </p:val>
                                        </p:tav>
                                      </p:tavLst>
                                    </p:anim>
                                    <p:animEffect transition="in" filter="fade">
                                      <p:cBhvr>
                                        <p:cTn id="31" dur="500"/>
                                        <p:tgtEl>
                                          <p:spTgt spid="57"/>
                                        </p:tgtEl>
                                      </p:cBhvr>
                                    </p:animEffect>
                                  </p:childTnLst>
                                </p:cTn>
                              </p:par>
                            </p:childTnLst>
                          </p:cTn>
                        </p:par>
                        <p:par>
                          <p:cTn id="32" fill="hold">
                            <p:stCondLst>
                              <p:cond delay="2850"/>
                            </p:stCondLst>
                            <p:childTnLst>
                              <p:par>
                                <p:cTn id="33" presetID="12" presetClass="entr" presetSubtype="4" fill="hold" grpId="0" nodeType="afterEffect">
                                  <p:stCondLst>
                                    <p:cond delay="0"/>
                                  </p:stCondLst>
                                  <p:childTnLst>
                                    <p:set>
                                      <p:cBhvr>
                                        <p:cTn id="34" dur="1" fill="hold">
                                          <p:stCondLst>
                                            <p:cond delay="0"/>
                                          </p:stCondLst>
                                        </p:cTn>
                                        <p:tgtEl>
                                          <p:spTgt spid="66"/>
                                        </p:tgtEl>
                                        <p:attrNameLst>
                                          <p:attrName>style.visibility</p:attrName>
                                        </p:attrNameLst>
                                      </p:cBhvr>
                                      <p:to>
                                        <p:strVal val="visible"/>
                                      </p:to>
                                    </p:set>
                                    <p:animEffect transition="in" filter="slide(fromBottom)">
                                      <p:cBhvr>
                                        <p:cTn id="35" dur="500"/>
                                        <p:tgtEl>
                                          <p:spTgt spid="66"/>
                                        </p:tgtEl>
                                      </p:cBhvr>
                                    </p:animEffect>
                                  </p:childTnLst>
                                </p:cTn>
                              </p:par>
                            </p:childTnLst>
                          </p:cTn>
                        </p:par>
                        <p:par>
                          <p:cTn id="36" fill="hold">
                            <p:stCondLst>
                              <p:cond delay="3350"/>
                            </p:stCondLst>
                            <p:childTnLst>
                              <p:par>
                                <p:cTn id="37" presetID="18" presetClass="entr" presetSubtype="6" fill="hold" nodeType="after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strips(downRight)">
                                      <p:cBhvr>
                                        <p:cTn id="39" dur="500"/>
                                        <p:tgtEl>
                                          <p:spTgt spid="64"/>
                                        </p:tgtEl>
                                      </p:cBhvr>
                                    </p:animEffect>
                                  </p:childTnLst>
                                </p:cTn>
                              </p:par>
                            </p:childTnLst>
                          </p:cTn>
                        </p:par>
                        <p:par>
                          <p:cTn id="40" fill="hold">
                            <p:stCondLst>
                              <p:cond delay="3850"/>
                            </p:stCondLst>
                            <p:childTnLst>
                              <p:par>
                                <p:cTn id="41" presetID="53" presetClass="entr" presetSubtype="0" fill="hold" nodeType="after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p:cTn id="43" dur="500" fill="hold"/>
                                        <p:tgtEl>
                                          <p:spTgt spid="45"/>
                                        </p:tgtEl>
                                        <p:attrNameLst>
                                          <p:attrName>ppt_w</p:attrName>
                                        </p:attrNameLst>
                                      </p:cBhvr>
                                      <p:tavLst>
                                        <p:tav tm="0">
                                          <p:val>
                                            <p:fltVal val="0"/>
                                          </p:val>
                                        </p:tav>
                                        <p:tav tm="100000">
                                          <p:val>
                                            <p:strVal val="#ppt_w"/>
                                          </p:val>
                                        </p:tav>
                                      </p:tavLst>
                                    </p:anim>
                                    <p:anim calcmode="lin" valueType="num">
                                      <p:cBhvr>
                                        <p:cTn id="44" dur="500" fill="hold"/>
                                        <p:tgtEl>
                                          <p:spTgt spid="45"/>
                                        </p:tgtEl>
                                        <p:attrNameLst>
                                          <p:attrName>ppt_h</p:attrName>
                                        </p:attrNameLst>
                                      </p:cBhvr>
                                      <p:tavLst>
                                        <p:tav tm="0">
                                          <p:val>
                                            <p:fltVal val="0"/>
                                          </p:val>
                                        </p:tav>
                                        <p:tav tm="100000">
                                          <p:val>
                                            <p:strVal val="#ppt_h"/>
                                          </p:val>
                                        </p:tav>
                                      </p:tavLst>
                                    </p:anim>
                                    <p:animEffect transition="in" filter="fade">
                                      <p:cBhvr>
                                        <p:cTn id="45" dur="500"/>
                                        <p:tgtEl>
                                          <p:spTgt spid="45"/>
                                        </p:tgtEl>
                                      </p:cBhvr>
                                    </p:animEffect>
                                  </p:childTnLst>
                                </p:cTn>
                              </p:par>
                            </p:childTnLst>
                          </p:cTn>
                        </p:par>
                        <p:par>
                          <p:cTn id="46" fill="hold">
                            <p:stCondLst>
                              <p:cond delay="4350"/>
                            </p:stCondLst>
                            <p:childTnLst>
                              <p:par>
                                <p:cTn id="47" presetID="12" presetClass="entr" presetSubtype="4" fill="hold" grpId="0" nodeType="afterEffect">
                                  <p:stCondLst>
                                    <p:cond delay="0"/>
                                  </p:stCondLst>
                                  <p:childTnLst>
                                    <p:set>
                                      <p:cBhvr>
                                        <p:cTn id="48" dur="1" fill="hold">
                                          <p:stCondLst>
                                            <p:cond delay="0"/>
                                          </p:stCondLst>
                                        </p:cTn>
                                        <p:tgtEl>
                                          <p:spTgt spid="70"/>
                                        </p:tgtEl>
                                        <p:attrNameLst>
                                          <p:attrName>style.visibility</p:attrName>
                                        </p:attrNameLst>
                                      </p:cBhvr>
                                      <p:to>
                                        <p:strVal val="visible"/>
                                      </p:to>
                                    </p:set>
                                    <p:animEffect transition="in" filter="slide(fromBottom)">
                                      <p:cBhvr>
                                        <p:cTn id="49" dur="500"/>
                                        <p:tgtEl>
                                          <p:spTgt spid="70"/>
                                        </p:tgtEl>
                                      </p:cBhvr>
                                    </p:animEffect>
                                  </p:childTnLst>
                                </p:cTn>
                              </p:par>
                            </p:childTnLst>
                          </p:cTn>
                        </p:par>
                        <p:par>
                          <p:cTn id="50" fill="hold">
                            <p:stCondLst>
                              <p:cond delay="4850"/>
                            </p:stCondLst>
                            <p:childTnLst>
                              <p:par>
                                <p:cTn id="51" presetID="18" presetClass="entr" presetSubtype="3" fill="hold" nodeType="afterEffect">
                                  <p:stCondLst>
                                    <p:cond delay="0"/>
                                  </p:stCondLst>
                                  <p:childTnLst>
                                    <p:set>
                                      <p:cBhvr>
                                        <p:cTn id="52" dur="1" fill="hold">
                                          <p:stCondLst>
                                            <p:cond delay="0"/>
                                          </p:stCondLst>
                                        </p:cTn>
                                        <p:tgtEl>
                                          <p:spTgt spid="61"/>
                                        </p:tgtEl>
                                        <p:attrNameLst>
                                          <p:attrName>style.visibility</p:attrName>
                                        </p:attrNameLst>
                                      </p:cBhvr>
                                      <p:to>
                                        <p:strVal val="visible"/>
                                      </p:to>
                                    </p:set>
                                    <p:animEffect transition="in" filter="strips(upRight)">
                                      <p:cBhvr>
                                        <p:cTn id="53" dur="500"/>
                                        <p:tgtEl>
                                          <p:spTgt spid="61"/>
                                        </p:tgtEl>
                                      </p:cBhvr>
                                    </p:animEffect>
                                  </p:childTnLst>
                                </p:cTn>
                              </p:par>
                            </p:childTnLst>
                          </p:cTn>
                        </p:par>
                        <p:par>
                          <p:cTn id="54" fill="hold">
                            <p:stCondLst>
                              <p:cond delay="5350"/>
                            </p:stCondLst>
                            <p:childTnLst>
                              <p:par>
                                <p:cTn id="55" presetID="53" presetClass="entr" presetSubtype="0" fill="hold" nodeType="afterEffect">
                                  <p:stCondLst>
                                    <p:cond delay="0"/>
                                  </p:stCondLst>
                                  <p:childTnLst>
                                    <p:set>
                                      <p:cBhvr>
                                        <p:cTn id="56" dur="1" fill="hold">
                                          <p:stCondLst>
                                            <p:cond delay="0"/>
                                          </p:stCondLst>
                                        </p:cTn>
                                        <p:tgtEl>
                                          <p:spTgt spid="51"/>
                                        </p:tgtEl>
                                        <p:attrNameLst>
                                          <p:attrName>style.visibility</p:attrName>
                                        </p:attrNameLst>
                                      </p:cBhvr>
                                      <p:to>
                                        <p:strVal val="visible"/>
                                      </p:to>
                                    </p:set>
                                    <p:anim calcmode="lin" valueType="num">
                                      <p:cBhvr>
                                        <p:cTn id="57" dur="500" fill="hold"/>
                                        <p:tgtEl>
                                          <p:spTgt spid="51"/>
                                        </p:tgtEl>
                                        <p:attrNameLst>
                                          <p:attrName>ppt_w</p:attrName>
                                        </p:attrNameLst>
                                      </p:cBhvr>
                                      <p:tavLst>
                                        <p:tav tm="0">
                                          <p:val>
                                            <p:fltVal val="0"/>
                                          </p:val>
                                        </p:tav>
                                        <p:tav tm="100000">
                                          <p:val>
                                            <p:strVal val="#ppt_w"/>
                                          </p:val>
                                        </p:tav>
                                      </p:tavLst>
                                    </p:anim>
                                    <p:anim calcmode="lin" valueType="num">
                                      <p:cBhvr>
                                        <p:cTn id="58" dur="500" fill="hold"/>
                                        <p:tgtEl>
                                          <p:spTgt spid="51"/>
                                        </p:tgtEl>
                                        <p:attrNameLst>
                                          <p:attrName>ppt_h</p:attrName>
                                        </p:attrNameLst>
                                      </p:cBhvr>
                                      <p:tavLst>
                                        <p:tav tm="0">
                                          <p:val>
                                            <p:fltVal val="0"/>
                                          </p:val>
                                        </p:tav>
                                        <p:tav tm="100000">
                                          <p:val>
                                            <p:strVal val="#ppt_h"/>
                                          </p:val>
                                        </p:tav>
                                      </p:tavLst>
                                    </p:anim>
                                    <p:animEffect transition="in" filter="fade">
                                      <p:cBhvr>
                                        <p:cTn id="59" dur="500"/>
                                        <p:tgtEl>
                                          <p:spTgt spid="51"/>
                                        </p:tgtEl>
                                      </p:cBhvr>
                                    </p:animEffect>
                                  </p:childTnLst>
                                </p:cTn>
                              </p:par>
                            </p:childTnLst>
                          </p:cTn>
                        </p:par>
                        <p:par>
                          <p:cTn id="60" fill="hold">
                            <p:stCondLst>
                              <p:cond delay="5850"/>
                            </p:stCondLst>
                            <p:childTnLst>
                              <p:par>
                                <p:cTn id="61" presetID="12" presetClass="entr" presetSubtype="4" fill="hold" grpId="0" nodeType="afterEffect">
                                  <p:stCondLst>
                                    <p:cond delay="0"/>
                                  </p:stCondLst>
                                  <p:childTnLst>
                                    <p:set>
                                      <p:cBhvr>
                                        <p:cTn id="62" dur="1" fill="hold">
                                          <p:stCondLst>
                                            <p:cond delay="0"/>
                                          </p:stCondLst>
                                        </p:cTn>
                                        <p:tgtEl>
                                          <p:spTgt spid="67"/>
                                        </p:tgtEl>
                                        <p:attrNameLst>
                                          <p:attrName>style.visibility</p:attrName>
                                        </p:attrNameLst>
                                      </p:cBhvr>
                                      <p:to>
                                        <p:strVal val="visible"/>
                                      </p:to>
                                    </p:set>
                                    <p:animEffect transition="in" filter="slide(fromBottom)">
                                      <p:cBhvr>
                                        <p:cTn id="63" dur="500"/>
                                        <p:tgtEl>
                                          <p:spTgt spid="67"/>
                                        </p:tgtEl>
                                      </p:cBhvr>
                                    </p:animEffect>
                                  </p:childTnLst>
                                </p:cTn>
                              </p:par>
                            </p:childTnLst>
                          </p:cTn>
                        </p:par>
                        <p:par>
                          <p:cTn id="64" fill="hold">
                            <p:stCondLst>
                              <p:cond delay="6350"/>
                            </p:stCondLst>
                            <p:childTnLst>
                              <p:par>
                                <p:cTn id="65" presetID="18" presetClass="entr" presetSubtype="6" fill="hold" nodeType="afterEffect">
                                  <p:stCondLst>
                                    <p:cond delay="0"/>
                                  </p:stCondLst>
                                  <p:childTnLst>
                                    <p:set>
                                      <p:cBhvr>
                                        <p:cTn id="66" dur="1" fill="hold">
                                          <p:stCondLst>
                                            <p:cond delay="0"/>
                                          </p:stCondLst>
                                        </p:cTn>
                                        <p:tgtEl>
                                          <p:spTgt spid="63"/>
                                        </p:tgtEl>
                                        <p:attrNameLst>
                                          <p:attrName>style.visibility</p:attrName>
                                        </p:attrNameLst>
                                      </p:cBhvr>
                                      <p:to>
                                        <p:strVal val="visible"/>
                                      </p:to>
                                    </p:set>
                                    <p:animEffect transition="in" filter="strips(downRight)">
                                      <p:cBhvr>
                                        <p:cTn id="67" dur="500"/>
                                        <p:tgtEl>
                                          <p:spTgt spid="63"/>
                                        </p:tgtEl>
                                      </p:cBhvr>
                                    </p:animEffect>
                                  </p:childTnLst>
                                </p:cTn>
                              </p:par>
                            </p:childTnLst>
                          </p:cTn>
                        </p:par>
                        <p:par>
                          <p:cTn id="68" fill="hold">
                            <p:stCondLst>
                              <p:cond delay="6850"/>
                            </p:stCondLst>
                            <p:childTnLst>
                              <p:par>
                                <p:cTn id="69" presetID="53" presetClass="entr" presetSubtype="0" fill="hold" nodeType="afterEffect">
                                  <p:stCondLst>
                                    <p:cond delay="0"/>
                                  </p:stCondLst>
                                  <p:childTnLst>
                                    <p:set>
                                      <p:cBhvr>
                                        <p:cTn id="70" dur="1" fill="hold">
                                          <p:stCondLst>
                                            <p:cond delay="0"/>
                                          </p:stCondLst>
                                        </p:cTn>
                                        <p:tgtEl>
                                          <p:spTgt spid="54"/>
                                        </p:tgtEl>
                                        <p:attrNameLst>
                                          <p:attrName>style.visibility</p:attrName>
                                        </p:attrNameLst>
                                      </p:cBhvr>
                                      <p:to>
                                        <p:strVal val="visible"/>
                                      </p:to>
                                    </p:set>
                                    <p:anim calcmode="lin" valueType="num">
                                      <p:cBhvr>
                                        <p:cTn id="71" dur="500" fill="hold"/>
                                        <p:tgtEl>
                                          <p:spTgt spid="54"/>
                                        </p:tgtEl>
                                        <p:attrNameLst>
                                          <p:attrName>ppt_w</p:attrName>
                                        </p:attrNameLst>
                                      </p:cBhvr>
                                      <p:tavLst>
                                        <p:tav tm="0">
                                          <p:val>
                                            <p:fltVal val="0"/>
                                          </p:val>
                                        </p:tav>
                                        <p:tav tm="100000">
                                          <p:val>
                                            <p:strVal val="#ppt_w"/>
                                          </p:val>
                                        </p:tav>
                                      </p:tavLst>
                                    </p:anim>
                                    <p:anim calcmode="lin" valueType="num">
                                      <p:cBhvr>
                                        <p:cTn id="72" dur="500" fill="hold"/>
                                        <p:tgtEl>
                                          <p:spTgt spid="54"/>
                                        </p:tgtEl>
                                        <p:attrNameLst>
                                          <p:attrName>ppt_h</p:attrName>
                                        </p:attrNameLst>
                                      </p:cBhvr>
                                      <p:tavLst>
                                        <p:tav tm="0">
                                          <p:val>
                                            <p:fltVal val="0"/>
                                          </p:val>
                                        </p:tav>
                                        <p:tav tm="100000">
                                          <p:val>
                                            <p:strVal val="#ppt_h"/>
                                          </p:val>
                                        </p:tav>
                                      </p:tavLst>
                                    </p:anim>
                                    <p:animEffect transition="in" filter="fade">
                                      <p:cBhvr>
                                        <p:cTn id="73" dur="500"/>
                                        <p:tgtEl>
                                          <p:spTgt spid="54"/>
                                        </p:tgtEl>
                                      </p:cBhvr>
                                    </p:animEffect>
                                  </p:childTnLst>
                                </p:cTn>
                              </p:par>
                            </p:childTnLst>
                          </p:cTn>
                        </p:par>
                        <p:par>
                          <p:cTn id="74" fill="hold">
                            <p:stCondLst>
                              <p:cond delay="7350"/>
                            </p:stCondLst>
                            <p:childTnLst>
                              <p:par>
                                <p:cTn id="75" presetID="12" presetClass="entr" presetSubtype="4" fill="hold" grpId="0" nodeType="afterEffect">
                                  <p:stCondLst>
                                    <p:cond delay="0"/>
                                  </p:stCondLst>
                                  <p:childTnLst>
                                    <p:set>
                                      <p:cBhvr>
                                        <p:cTn id="76" dur="1" fill="hold">
                                          <p:stCondLst>
                                            <p:cond delay="0"/>
                                          </p:stCondLst>
                                        </p:cTn>
                                        <p:tgtEl>
                                          <p:spTgt spid="69"/>
                                        </p:tgtEl>
                                        <p:attrNameLst>
                                          <p:attrName>style.visibility</p:attrName>
                                        </p:attrNameLst>
                                      </p:cBhvr>
                                      <p:to>
                                        <p:strVal val="visible"/>
                                      </p:to>
                                    </p:set>
                                    <p:animEffect transition="in" filter="slide(fromBottom)">
                                      <p:cBhvr>
                                        <p:cTn id="77" dur="500"/>
                                        <p:tgtEl>
                                          <p:spTgt spid="69"/>
                                        </p:tgtEl>
                                      </p:cBhvr>
                                    </p:animEffect>
                                  </p:childTnLst>
                                </p:cTn>
                              </p:par>
                            </p:childTnLst>
                          </p:cTn>
                        </p:par>
                        <p:par>
                          <p:cTn id="78" fill="hold">
                            <p:stCondLst>
                              <p:cond delay="7850"/>
                            </p:stCondLst>
                            <p:childTnLst>
                              <p:par>
                                <p:cTn id="79" presetID="18" presetClass="entr" presetSubtype="3" fill="hold" nodeType="afterEffect">
                                  <p:stCondLst>
                                    <p:cond delay="0"/>
                                  </p:stCondLst>
                                  <p:childTnLst>
                                    <p:set>
                                      <p:cBhvr>
                                        <p:cTn id="80" dur="1" fill="hold">
                                          <p:stCondLst>
                                            <p:cond delay="0"/>
                                          </p:stCondLst>
                                        </p:cTn>
                                        <p:tgtEl>
                                          <p:spTgt spid="62"/>
                                        </p:tgtEl>
                                        <p:attrNameLst>
                                          <p:attrName>style.visibility</p:attrName>
                                        </p:attrNameLst>
                                      </p:cBhvr>
                                      <p:to>
                                        <p:strVal val="visible"/>
                                      </p:to>
                                    </p:set>
                                    <p:animEffect transition="in" filter="strips(upRight)">
                                      <p:cBhvr>
                                        <p:cTn id="81" dur="500"/>
                                        <p:tgtEl>
                                          <p:spTgt spid="62"/>
                                        </p:tgtEl>
                                      </p:cBhvr>
                                    </p:animEffect>
                                  </p:childTnLst>
                                </p:cTn>
                              </p:par>
                            </p:childTnLst>
                          </p:cTn>
                        </p:par>
                        <p:par>
                          <p:cTn id="82" fill="hold">
                            <p:stCondLst>
                              <p:cond delay="8350"/>
                            </p:stCondLst>
                            <p:childTnLst>
                              <p:par>
                                <p:cTn id="83" presetID="53" presetClass="entr" presetSubtype="0" fill="hold" nodeType="afterEffect">
                                  <p:stCondLst>
                                    <p:cond delay="0"/>
                                  </p:stCondLst>
                                  <p:childTnLst>
                                    <p:set>
                                      <p:cBhvr>
                                        <p:cTn id="84" dur="1" fill="hold">
                                          <p:stCondLst>
                                            <p:cond delay="0"/>
                                          </p:stCondLst>
                                        </p:cTn>
                                        <p:tgtEl>
                                          <p:spTgt spid="48"/>
                                        </p:tgtEl>
                                        <p:attrNameLst>
                                          <p:attrName>style.visibility</p:attrName>
                                        </p:attrNameLst>
                                      </p:cBhvr>
                                      <p:to>
                                        <p:strVal val="visible"/>
                                      </p:to>
                                    </p:set>
                                    <p:anim calcmode="lin" valueType="num">
                                      <p:cBhvr>
                                        <p:cTn id="85" dur="500" fill="hold"/>
                                        <p:tgtEl>
                                          <p:spTgt spid="48"/>
                                        </p:tgtEl>
                                        <p:attrNameLst>
                                          <p:attrName>ppt_w</p:attrName>
                                        </p:attrNameLst>
                                      </p:cBhvr>
                                      <p:tavLst>
                                        <p:tav tm="0">
                                          <p:val>
                                            <p:fltVal val="0"/>
                                          </p:val>
                                        </p:tav>
                                        <p:tav tm="100000">
                                          <p:val>
                                            <p:strVal val="#ppt_w"/>
                                          </p:val>
                                        </p:tav>
                                      </p:tavLst>
                                    </p:anim>
                                    <p:anim calcmode="lin" valueType="num">
                                      <p:cBhvr>
                                        <p:cTn id="86" dur="500" fill="hold"/>
                                        <p:tgtEl>
                                          <p:spTgt spid="48"/>
                                        </p:tgtEl>
                                        <p:attrNameLst>
                                          <p:attrName>ppt_h</p:attrName>
                                        </p:attrNameLst>
                                      </p:cBhvr>
                                      <p:tavLst>
                                        <p:tav tm="0">
                                          <p:val>
                                            <p:fltVal val="0"/>
                                          </p:val>
                                        </p:tav>
                                        <p:tav tm="100000">
                                          <p:val>
                                            <p:strVal val="#ppt_h"/>
                                          </p:val>
                                        </p:tav>
                                      </p:tavLst>
                                    </p:anim>
                                    <p:animEffect transition="in" filter="fade">
                                      <p:cBhvr>
                                        <p:cTn id="87" dur="500"/>
                                        <p:tgtEl>
                                          <p:spTgt spid="48"/>
                                        </p:tgtEl>
                                      </p:cBhvr>
                                    </p:animEffect>
                                  </p:childTnLst>
                                </p:cTn>
                              </p:par>
                            </p:childTnLst>
                          </p:cTn>
                        </p:par>
                        <p:par>
                          <p:cTn id="88" fill="hold">
                            <p:stCondLst>
                              <p:cond delay="8850"/>
                            </p:stCondLst>
                            <p:childTnLst>
                              <p:par>
                                <p:cTn id="89" presetID="12" presetClass="entr" presetSubtype="4" fill="hold" grpId="0" nodeType="afterEffect">
                                  <p:stCondLst>
                                    <p:cond delay="0"/>
                                  </p:stCondLst>
                                  <p:childTnLst>
                                    <p:set>
                                      <p:cBhvr>
                                        <p:cTn id="90" dur="1" fill="hold">
                                          <p:stCondLst>
                                            <p:cond delay="0"/>
                                          </p:stCondLst>
                                        </p:cTn>
                                        <p:tgtEl>
                                          <p:spTgt spid="68"/>
                                        </p:tgtEl>
                                        <p:attrNameLst>
                                          <p:attrName>style.visibility</p:attrName>
                                        </p:attrNameLst>
                                      </p:cBhvr>
                                      <p:to>
                                        <p:strVal val="visible"/>
                                      </p:to>
                                    </p:set>
                                    <p:animEffect transition="in" filter="slide(fromBottom)">
                                      <p:cBhvr>
                                        <p:cTn id="9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65" grpId="0"/>
      <p:bldP spid="66" grpId="0"/>
      <p:bldP spid="67" grpId="0"/>
      <p:bldP spid="68" grpId="0"/>
      <p:bldP spid="69" grpId="0"/>
      <p:bldP spid="70"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17" name="Shape 1875"/>
          <p:cNvSpPr/>
          <p:nvPr/>
        </p:nvSpPr>
        <p:spPr>
          <a:xfrm>
            <a:off x="7702122" y="2137622"/>
            <a:ext cx="1870339" cy="584584"/>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l">
              <a:lnSpc>
                <a:spcPct val="120000"/>
              </a:lnSpc>
              <a:spcBef>
                <a:spcPts val="1500"/>
              </a:spcBef>
              <a:defRPr sz="2000">
                <a:solidFill>
                  <a:srgbClr val="53585F"/>
                </a:solidFill>
                <a:latin typeface="Source Sans Pro"/>
                <a:ea typeface="Source Sans Pro"/>
                <a:cs typeface="Source Sans Pro"/>
                <a:sym typeface="Source Sans Pro"/>
              </a:defRPr>
            </a:lvl1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18" name="Shape 1877"/>
          <p:cNvSpPr/>
          <p:nvPr/>
        </p:nvSpPr>
        <p:spPr>
          <a:xfrm>
            <a:off x="5476322" y="2137622"/>
            <a:ext cx="1829407" cy="182975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491BB"/>
          </a:solidFill>
          <a:ln w="12700" cap="flat">
            <a:noFill/>
            <a:miter lim="400000"/>
          </a:ln>
          <a:effectLst/>
        </p:spPr>
        <p:txBody>
          <a:bodyPr wrap="square" lIns="26183" tIns="26183" rIns="26183" bIns="26183" numCol="1" anchor="ctr">
            <a:noAutofit/>
          </a:bodyPr>
          <a:lstStyle/>
          <a:p>
            <a:pPr fontAlgn="auto">
              <a:lnSpc>
                <a:spcPct val="120000"/>
              </a:lnSpc>
              <a:spcBef>
                <a:spcPts val="0"/>
              </a:spcBef>
              <a:spcAft>
                <a:spcPts val="0"/>
              </a:spcAft>
            </a:pPr>
            <a:endParaRPr sz="1828">
              <a:solidFill>
                <a:srgbClr val="53585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9" name="Shape 1879"/>
          <p:cNvSpPr/>
          <p:nvPr/>
        </p:nvSpPr>
        <p:spPr>
          <a:xfrm>
            <a:off x="6519942" y="3181441"/>
            <a:ext cx="1829407" cy="182975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77A9D3"/>
          </a:solidFill>
          <a:ln w="12700" cap="flat">
            <a:noFill/>
            <a:miter lim="400000"/>
          </a:ln>
          <a:effectLst/>
        </p:spPr>
        <p:txBody>
          <a:bodyPr wrap="square" lIns="26183" tIns="26183" rIns="26183" bIns="26183" numCol="1" anchor="ctr">
            <a:noAutofit/>
          </a:bodyPr>
          <a:lstStyle/>
          <a:p>
            <a:pPr fontAlgn="auto">
              <a:lnSpc>
                <a:spcPct val="120000"/>
              </a:lnSpc>
              <a:spcBef>
                <a:spcPts val="0"/>
              </a:spcBef>
              <a:spcAft>
                <a:spcPts val="0"/>
              </a:spcAft>
            </a:pPr>
            <a:endParaRPr sz="1828">
              <a:solidFill>
                <a:srgbClr val="53585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0" name="Shape 1883"/>
          <p:cNvSpPr/>
          <p:nvPr/>
        </p:nvSpPr>
        <p:spPr>
          <a:xfrm>
            <a:off x="4432700" y="3181441"/>
            <a:ext cx="1829407" cy="182975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solidFill>
          <a:ln w="12700" cap="flat">
            <a:noFill/>
            <a:miter lim="400000"/>
          </a:ln>
          <a:effectLst/>
        </p:spPr>
        <p:txBody>
          <a:bodyPr wrap="square" lIns="26183" tIns="26183" rIns="26183" bIns="26183" numCol="1" anchor="ctr">
            <a:noAutofit/>
          </a:bodyPr>
          <a:lstStyle/>
          <a:p>
            <a:pPr fontAlgn="auto">
              <a:lnSpc>
                <a:spcPct val="120000"/>
              </a:lnSpc>
              <a:spcBef>
                <a:spcPts val="0"/>
              </a:spcBef>
              <a:spcAft>
                <a:spcPts val="0"/>
              </a:spcAft>
            </a:pPr>
            <a:endParaRPr sz="1828">
              <a:solidFill>
                <a:srgbClr val="53585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1" name="Shape 1886"/>
          <p:cNvSpPr/>
          <p:nvPr/>
        </p:nvSpPr>
        <p:spPr>
          <a:xfrm>
            <a:off x="8737113" y="4311229"/>
            <a:ext cx="1870339" cy="584584"/>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l">
              <a:lnSpc>
                <a:spcPct val="120000"/>
              </a:lnSpc>
              <a:spcBef>
                <a:spcPts val="1500"/>
              </a:spcBef>
              <a:defRPr sz="2000">
                <a:solidFill>
                  <a:srgbClr val="53585F"/>
                </a:solidFill>
                <a:latin typeface="Source Sans Pro"/>
                <a:ea typeface="Source Sans Pro"/>
                <a:cs typeface="Source Sans Pro"/>
                <a:sym typeface="Source Sans Pro"/>
              </a:defRPr>
            </a:lvl1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2" name="Shape 1887"/>
          <p:cNvSpPr/>
          <p:nvPr/>
        </p:nvSpPr>
        <p:spPr>
          <a:xfrm>
            <a:off x="8747159" y="4055721"/>
            <a:ext cx="1624722" cy="259623"/>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l">
              <a:lnSpc>
                <a:spcPct val="120000"/>
              </a:lnSpc>
              <a:defRPr sz="3500">
                <a:solidFill>
                  <a:srgbClr val="53585F"/>
                </a:solidFill>
              </a:defRPr>
            </a:lvl1pPr>
          </a:lstStyle>
          <a:p>
            <a:pPr fontAlgn="auto">
              <a:spcBef>
                <a:spcPts val="0"/>
              </a:spcBef>
              <a:spcAft>
                <a:spcPts val="0"/>
              </a:spcAft>
              <a:defRPr sz="1800">
                <a:solidFill>
                  <a:srgbClr val="000000"/>
                </a:solidFill>
              </a:defRPr>
            </a:pPr>
            <a:r>
              <a:rPr lang="zh-CN" altLang="en-US"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rPr>
              <a:t>请替换文字内容</a:t>
            </a:r>
            <a:endParaRPr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endParaRPr>
          </a:p>
        </p:txBody>
      </p:sp>
      <p:sp>
        <p:nvSpPr>
          <p:cNvPr id="23" name="Shape 1888"/>
          <p:cNvSpPr/>
          <p:nvPr/>
        </p:nvSpPr>
        <p:spPr>
          <a:xfrm>
            <a:off x="2170691" y="3452929"/>
            <a:ext cx="1883093" cy="584584"/>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r">
              <a:lnSpc>
                <a:spcPct val="120000"/>
              </a:lnSpc>
              <a:spcBef>
                <a:spcPts val="4500"/>
              </a:spcBef>
              <a:defRPr sz="2000">
                <a:solidFill>
                  <a:srgbClr val="53585F"/>
                </a:solidFill>
                <a:latin typeface="Source Sans Pro"/>
                <a:ea typeface="Source Sans Pro"/>
                <a:cs typeface="Source Sans Pro"/>
                <a:sym typeface="Source Sans Pro"/>
              </a:defRPr>
            </a:lvl1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4" name="Shape 1889"/>
          <p:cNvSpPr/>
          <p:nvPr/>
        </p:nvSpPr>
        <p:spPr>
          <a:xfrm>
            <a:off x="2430917" y="3174115"/>
            <a:ext cx="1624723" cy="259623"/>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r">
              <a:defRPr sz="3500">
                <a:solidFill>
                  <a:srgbClr val="53585F"/>
                </a:solidFill>
              </a:defRPr>
            </a:lvl1pPr>
          </a:lstStyle>
          <a:p>
            <a:pPr fontAlgn="auto">
              <a:lnSpc>
                <a:spcPct val="120000"/>
              </a:lnSpc>
              <a:spcBef>
                <a:spcPts val="0"/>
              </a:spcBef>
              <a:spcAft>
                <a:spcPts val="0"/>
              </a:spcAft>
              <a:defRPr sz="1800">
                <a:solidFill>
                  <a:srgbClr val="000000"/>
                </a:solidFill>
              </a:defRPr>
            </a:pPr>
            <a:r>
              <a:rPr lang="zh-CN" altLang="en-US"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rPr>
              <a:t>请替换文字内容</a:t>
            </a:r>
            <a:endParaRPr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endParaRPr>
          </a:p>
        </p:txBody>
      </p:sp>
      <p:sp>
        <p:nvSpPr>
          <p:cNvPr id="25" name="Shape 1891"/>
          <p:cNvSpPr/>
          <p:nvPr/>
        </p:nvSpPr>
        <p:spPr>
          <a:xfrm>
            <a:off x="3374386" y="5185778"/>
            <a:ext cx="1624723" cy="259623"/>
          </a:xfrm>
          <a:prstGeom prst="rect">
            <a:avLst/>
          </a:prstGeom>
          <a:ln w="12700">
            <a:miter lim="400000"/>
          </a:ln>
          <a:extLst>
            <a:ext uri="{C572A759-6A51-4108-AA02-DFA0A04FC94B}">
              <ma14:wrappingTextBoxFlag xmlns:ma14="http://schemas.microsoft.com/office/mac/drawingml/2011/main" xmlns="" val="1"/>
            </a:ext>
          </a:extLst>
        </p:spPr>
        <p:txBody>
          <a:bodyPr lIns="0" tIns="0" rIns="0" bIns="0" anchor="t" anchorCtr="0">
            <a:spAutoFit/>
          </a:bodyPr>
          <a:lstStyle>
            <a:lvl1pPr algn="r">
              <a:defRPr sz="3500">
                <a:solidFill>
                  <a:srgbClr val="53585F"/>
                </a:solidFill>
              </a:defRPr>
            </a:lvl1pPr>
          </a:lstStyle>
          <a:p>
            <a:pPr fontAlgn="auto">
              <a:lnSpc>
                <a:spcPct val="120000"/>
              </a:lnSpc>
              <a:spcBef>
                <a:spcPts val="0"/>
              </a:spcBef>
              <a:spcAft>
                <a:spcPts val="0"/>
              </a:spcAft>
              <a:defRPr sz="1800">
                <a:solidFill>
                  <a:srgbClr val="000000"/>
                </a:solidFill>
              </a:defRPr>
            </a:pPr>
            <a:r>
              <a:rPr lang="zh-CN" altLang="en-US"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rPr>
              <a:t>请替换文字内容</a:t>
            </a:r>
            <a:endParaRPr sz="1406" dirty="0">
              <a:solidFill>
                <a:prstClr val="white">
                  <a:lumMod val="65000"/>
                </a:prstClr>
              </a:solidFill>
              <a:latin typeface="微软雅黑" panose="020B0503020204020204" pitchFamily="34" charset="-122"/>
              <a:ea typeface="微软雅黑" panose="020B0503020204020204" pitchFamily="34" charset="-122"/>
              <a:cs typeface="Open Sans" panose="020B0606030504020204" pitchFamily="34" charset="0"/>
              <a:sym typeface="Arial" panose="020B0604020202020204" pitchFamily="34" charset="0"/>
            </a:endParaRPr>
          </a:p>
        </p:txBody>
      </p:sp>
      <p:sp>
        <p:nvSpPr>
          <p:cNvPr id="26" name="Text Placeholder 3"/>
          <p:cNvSpPr txBox="1">
            <a:spLocks/>
          </p:cNvSpPr>
          <p:nvPr/>
        </p:nvSpPr>
        <p:spPr>
          <a:xfrm>
            <a:off x="7702122" y="1834129"/>
            <a:ext cx="2294209" cy="259623"/>
          </a:xfrm>
          <a:prstGeom prst="rect">
            <a:avLst/>
          </a:prstGeom>
        </p:spPr>
        <p:txBody>
          <a:bodyPr vert="horz" lIns="0" tIns="0" rIns="0" bIns="0" rtlCol="0" anchor="t" anchorCtr="0">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lnSpc>
                <a:spcPct val="120000"/>
              </a:lnSpc>
              <a:spcAft>
                <a:spcPts val="0"/>
              </a:spcAft>
              <a:buNone/>
            </a:pPr>
            <a:r>
              <a:rPr lang="zh-CN" altLang="en-US" sz="1406">
                <a:solidFill>
                  <a:prstClr val="white">
                    <a:lumMod val="65000"/>
                  </a:prstClr>
                </a:solidFill>
                <a:latin typeface="微软雅黑" panose="020B0503020204020204" pitchFamily="34" charset="-122"/>
                <a:ea typeface="微软雅黑" panose="020B0503020204020204" pitchFamily="34" charset="-122"/>
                <a:sym typeface="Arial" panose="020B0604020202020204" pitchFamily="34" charset="0"/>
              </a:rPr>
              <a:t>请替换文字内容</a:t>
            </a:r>
            <a:endParaRPr lang="id-ID" sz="1406" dirty="0">
              <a:solidFill>
                <a:prstClr val="white">
                  <a:lumMod val="65000"/>
                </a:prstClr>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27" name="Text Placeholder 4"/>
          <p:cNvSpPr txBox="1">
            <a:spLocks/>
          </p:cNvSpPr>
          <p:nvPr/>
        </p:nvSpPr>
        <p:spPr>
          <a:xfrm>
            <a:off x="3135307" y="5459511"/>
            <a:ext cx="1836957" cy="779444"/>
          </a:xfrm>
          <a:prstGeom prst="rect">
            <a:avLst/>
          </a:prstGeom>
        </p:spPr>
        <p:txBody>
          <a:bodyPr vert="horz" wrap="square" lIns="0" tIns="0" rIns="0" bIns="0" rtlCol="0" anchor="t" anchorCtr="0">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8" name="Text Placeholder 3"/>
          <p:cNvSpPr txBox="1">
            <a:spLocks/>
          </p:cNvSpPr>
          <p:nvPr/>
        </p:nvSpPr>
        <p:spPr>
          <a:xfrm>
            <a:off x="5957638" y="2760148"/>
            <a:ext cx="866772" cy="642783"/>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lnSpc>
                <a:spcPct val="120000"/>
              </a:lnSpc>
              <a:spcAft>
                <a:spcPts val="0"/>
              </a:spcAft>
            </a:pPr>
            <a:r>
              <a:rPr lang="zh-CN" altLang="en-US"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rPr>
              <a:t>请替换文字内容</a:t>
            </a:r>
            <a:endParaRPr lang="id-ID"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endParaRPr>
          </a:p>
        </p:txBody>
      </p:sp>
      <p:sp>
        <p:nvSpPr>
          <p:cNvPr id="29" name="Shape 1881"/>
          <p:cNvSpPr/>
          <p:nvPr/>
        </p:nvSpPr>
        <p:spPr>
          <a:xfrm>
            <a:off x="5476322" y="4225262"/>
            <a:ext cx="1829407" cy="182975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491BB"/>
          </a:solidFill>
          <a:ln w="12700" cap="flat">
            <a:noFill/>
            <a:miter lim="400000"/>
          </a:ln>
          <a:effectLst/>
        </p:spPr>
        <p:txBody>
          <a:bodyPr wrap="square" lIns="26183" tIns="26183" rIns="26183" bIns="26183" numCol="1" anchor="ctr">
            <a:noAutofit/>
          </a:bodyPr>
          <a:lstStyle/>
          <a:p>
            <a:pPr fontAlgn="auto">
              <a:lnSpc>
                <a:spcPct val="120000"/>
              </a:lnSpc>
              <a:spcBef>
                <a:spcPts val="0"/>
              </a:spcBef>
              <a:spcAft>
                <a:spcPts val="0"/>
              </a:spcAft>
            </a:pPr>
            <a:endParaRPr sz="1828">
              <a:solidFill>
                <a:srgbClr val="53585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30" name="Text Placeholder 3"/>
          <p:cNvSpPr txBox="1">
            <a:spLocks/>
          </p:cNvSpPr>
          <p:nvPr/>
        </p:nvSpPr>
        <p:spPr>
          <a:xfrm>
            <a:off x="7001259" y="3803965"/>
            <a:ext cx="866772" cy="642783"/>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lnSpc>
                <a:spcPct val="120000"/>
              </a:lnSpc>
              <a:spcAft>
                <a:spcPts val="0"/>
              </a:spcAft>
            </a:pPr>
            <a:r>
              <a:rPr lang="zh-CN" altLang="en-US"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rPr>
              <a:t>请替换文字内容</a:t>
            </a:r>
            <a:endParaRPr lang="id-ID"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endParaRPr>
          </a:p>
        </p:txBody>
      </p:sp>
      <p:sp>
        <p:nvSpPr>
          <p:cNvPr id="31" name="Text Placeholder 3"/>
          <p:cNvSpPr txBox="1">
            <a:spLocks/>
          </p:cNvSpPr>
          <p:nvPr/>
        </p:nvSpPr>
        <p:spPr>
          <a:xfrm>
            <a:off x="5957638" y="4847786"/>
            <a:ext cx="866772" cy="642783"/>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lnSpc>
                <a:spcPct val="120000"/>
              </a:lnSpc>
              <a:spcAft>
                <a:spcPts val="0"/>
              </a:spcAft>
            </a:pPr>
            <a:r>
              <a:rPr lang="zh-CN" altLang="en-US"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rPr>
              <a:t>请替换文字内容</a:t>
            </a:r>
            <a:endParaRPr lang="id-ID"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endParaRPr>
          </a:p>
        </p:txBody>
      </p:sp>
      <p:sp>
        <p:nvSpPr>
          <p:cNvPr id="32" name="Shape 1883"/>
          <p:cNvSpPr/>
          <p:nvPr/>
        </p:nvSpPr>
        <p:spPr>
          <a:xfrm>
            <a:off x="4430913" y="3181441"/>
            <a:ext cx="1829407" cy="182975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77A9D3"/>
          </a:solidFill>
          <a:ln w="12700" cap="flat">
            <a:noFill/>
            <a:miter lim="400000"/>
          </a:ln>
          <a:effectLst/>
        </p:spPr>
        <p:txBody>
          <a:bodyPr wrap="square" lIns="26183" tIns="26183" rIns="26183" bIns="26183" numCol="1" anchor="ctr">
            <a:noAutofit/>
          </a:bodyPr>
          <a:lstStyle/>
          <a:p>
            <a:pPr fontAlgn="auto">
              <a:lnSpc>
                <a:spcPct val="120000"/>
              </a:lnSpc>
              <a:spcBef>
                <a:spcPts val="0"/>
              </a:spcBef>
              <a:spcAft>
                <a:spcPts val="0"/>
              </a:spcAft>
            </a:pPr>
            <a:endParaRPr sz="1828">
              <a:solidFill>
                <a:srgbClr val="53585F"/>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33" name="Text Placeholder 3"/>
          <p:cNvSpPr txBox="1">
            <a:spLocks/>
          </p:cNvSpPr>
          <p:nvPr/>
        </p:nvSpPr>
        <p:spPr>
          <a:xfrm>
            <a:off x="4914018" y="3803965"/>
            <a:ext cx="866772" cy="642783"/>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7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Open Sans "/>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Open Sans "/>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Open Sans "/>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lnSpc>
                <a:spcPct val="120000"/>
              </a:lnSpc>
              <a:spcAft>
                <a:spcPts val="0"/>
              </a:spcAft>
            </a:pPr>
            <a:r>
              <a:rPr lang="zh-CN" altLang="en-US"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rPr>
              <a:t>请替换文字内容</a:t>
            </a:r>
            <a:endParaRPr lang="id-ID" sz="1406" dirty="0">
              <a:solidFill>
                <a:srgbClr val="FCFCFC"/>
              </a:solidFill>
              <a:latin typeface="微软雅黑" panose="020B0503020204020204" pitchFamily="34" charset="-122"/>
              <a:ea typeface="微软雅黑" panose="020B0503020204020204" pitchFamily="34" charset="-122"/>
              <a:cs typeface="Open Sans Light" panose="020B0306030504020204" pitchFamily="34" charset="0"/>
              <a:sym typeface="Arial" panose="020B0604020202020204" pitchFamily="34" charset="0"/>
            </a:endParaRPr>
          </a:p>
        </p:txBody>
      </p:sp>
    </p:spTree>
    <p:extLst>
      <p:ext uri="{BB962C8B-B14F-4D97-AF65-F5344CB8AC3E}">
        <p14:creationId xmlns:p14="http://schemas.microsoft.com/office/powerpoint/2010/main" val="3642814433"/>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16"/>
                                        </p:tgtEl>
                                        <p:attrNameLst>
                                          <p:attrName>ppt_y</p:attrName>
                                        </p:attrNameLst>
                                      </p:cBhvr>
                                      <p:tavLst>
                                        <p:tav tm="0">
                                          <p:val>
                                            <p:strVal val="#ppt_y"/>
                                          </p:val>
                                        </p:tav>
                                        <p:tav tm="100000">
                                          <p:val>
                                            <p:strVal val="#ppt_y"/>
                                          </p:val>
                                        </p:tav>
                                      </p:tavLst>
                                    </p:anim>
                                    <p:anim calcmode="lin" valueType="num">
                                      <p:cBhvr>
                                        <p:cTn id="9"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16"/>
                                        </p:tgtEl>
                                      </p:cBhvr>
                                    </p:animEffect>
                                  </p:childTnLst>
                                </p:cTn>
                              </p:par>
                            </p:childTnLst>
                          </p:cTn>
                        </p:par>
                        <p:par>
                          <p:cTn id="12" fill="hold">
                            <p:stCondLst>
                              <p:cond delay="850"/>
                            </p:stCondLst>
                            <p:childTnLst>
                              <p:par>
                                <p:cTn id="13" presetID="10" presetClass="entr" presetSubtype="0"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par>
                          <p:cTn id="16" fill="hold">
                            <p:stCondLst>
                              <p:cond delay="1350"/>
                            </p:stCondLst>
                            <p:childTnLst>
                              <p:par>
                                <p:cTn id="17" presetID="10" presetClass="entr" presetSubtype="0"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par>
                          <p:cTn id="20" fill="hold">
                            <p:stCondLst>
                              <p:cond delay="1850"/>
                            </p:stCondLst>
                            <p:childTnLst>
                              <p:par>
                                <p:cTn id="21" presetID="22" presetClass="entr" presetSubtype="8" fill="hold" grpId="0" nodeType="afterEffect">
                                  <p:stCondLst>
                                    <p:cond delay="0"/>
                                  </p:stCondLst>
                                  <p:childTnLst>
                                    <p:set>
                                      <p:cBhvr>
                                        <p:cTn id="22" dur="1" fill="hold">
                                          <p:stCondLst>
                                            <p:cond delay="0"/>
                                          </p:stCondLst>
                                        </p:cTn>
                                        <p:tgtEl>
                                          <p:spTgt spid="26">
                                            <p:txEl>
                                              <p:pRg st="0" end="0"/>
                                            </p:txEl>
                                          </p:spTgt>
                                        </p:tgtEl>
                                        <p:attrNameLst>
                                          <p:attrName>style.visibility</p:attrName>
                                        </p:attrNameLst>
                                      </p:cBhvr>
                                      <p:to>
                                        <p:strVal val="visible"/>
                                      </p:to>
                                    </p:set>
                                    <p:animEffect transition="in" filter="wipe(left)">
                                      <p:cBhvr>
                                        <p:cTn id="23" dur="500"/>
                                        <p:tgtEl>
                                          <p:spTgt spid="26">
                                            <p:txEl>
                                              <p:pRg st="0" end="0"/>
                                            </p:txEl>
                                          </p:spTgt>
                                        </p:tgtEl>
                                      </p:cBhvr>
                                    </p:animEffect>
                                  </p:childTnLst>
                                </p:cTn>
                              </p:par>
                            </p:childTnLst>
                          </p:cTn>
                        </p:par>
                        <p:par>
                          <p:cTn id="24" fill="hold">
                            <p:stCondLst>
                              <p:cond delay="2350"/>
                            </p:stCondLst>
                            <p:childTnLst>
                              <p:par>
                                <p:cTn id="25" presetID="18" presetClass="entr" presetSubtype="6"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strips(downRight)">
                                      <p:cBhvr>
                                        <p:cTn id="27" dur="500"/>
                                        <p:tgtEl>
                                          <p:spTgt spid="17"/>
                                        </p:tgtEl>
                                      </p:cBhvr>
                                    </p:animEffect>
                                  </p:childTnLst>
                                </p:cTn>
                              </p:par>
                            </p:childTnLst>
                          </p:cTn>
                        </p:par>
                        <p:par>
                          <p:cTn id="28" fill="hold">
                            <p:stCondLst>
                              <p:cond delay="2850"/>
                            </p:stCondLst>
                            <p:childTnLst>
                              <p:par>
                                <p:cTn id="29" presetID="10" presetClass="entr" presetSubtype="0" fill="hold" grpId="0"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335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3850"/>
                            </p:stCondLst>
                            <p:childTnLst>
                              <p:par>
                                <p:cTn id="37" presetID="22" presetClass="entr" presetSubtype="8" fill="hold" grpId="0"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350"/>
                            </p:stCondLst>
                            <p:childTnLst>
                              <p:par>
                                <p:cTn id="41" presetID="18" presetClass="entr" presetSubtype="6" fill="hold" grpId="0"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strips(downRight)">
                                      <p:cBhvr>
                                        <p:cTn id="43" dur="500"/>
                                        <p:tgtEl>
                                          <p:spTgt spid="21"/>
                                        </p:tgtEl>
                                      </p:cBhvr>
                                    </p:animEffect>
                                  </p:childTnLst>
                                </p:cTn>
                              </p:par>
                            </p:childTnLst>
                          </p:cTn>
                        </p:par>
                        <p:par>
                          <p:cTn id="44" fill="hold">
                            <p:stCondLst>
                              <p:cond delay="4850"/>
                            </p:stCondLst>
                            <p:childTnLst>
                              <p:par>
                                <p:cTn id="45" presetID="10" presetClass="entr" presetSubtype="0"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par>
                          <p:cTn id="48" fill="hold">
                            <p:stCondLst>
                              <p:cond delay="5350"/>
                            </p:stCondLst>
                            <p:childTnLst>
                              <p:par>
                                <p:cTn id="49" presetID="10" presetClass="entr" presetSubtype="0" fill="hold" grpId="0" nodeType="after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fade">
                                      <p:cBhvr>
                                        <p:cTn id="51" dur="500"/>
                                        <p:tgtEl>
                                          <p:spTgt spid="31"/>
                                        </p:tgtEl>
                                      </p:cBhvr>
                                    </p:animEffect>
                                  </p:childTnLst>
                                </p:cTn>
                              </p:par>
                            </p:childTnLst>
                          </p:cTn>
                        </p:par>
                        <p:par>
                          <p:cTn id="52" fill="hold">
                            <p:stCondLst>
                              <p:cond delay="5850"/>
                            </p:stCondLst>
                            <p:childTnLst>
                              <p:par>
                                <p:cTn id="53" presetID="22" presetClass="entr" presetSubtype="2" fill="hold" grpId="0" nodeType="after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wipe(right)">
                                      <p:cBhvr>
                                        <p:cTn id="55" dur="500"/>
                                        <p:tgtEl>
                                          <p:spTgt spid="25"/>
                                        </p:tgtEl>
                                      </p:cBhvr>
                                    </p:animEffect>
                                  </p:childTnLst>
                                </p:cTn>
                              </p:par>
                            </p:childTnLst>
                          </p:cTn>
                        </p:par>
                        <p:par>
                          <p:cTn id="56" fill="hold">
                            <p:stCondLst>
                              <p:cond delay="6350"/>
                            </p:stCondLst>
                            <p:childTnLst>
                              <p:par>
                                <p:cTn id="57" presetID="18" presetClass="entr" presetSubtype="12" fill="hold" grpId="0" nodeType="afterEffect">
                                  <p:stCondLst>
                                    <p:cond delay="0"/>
                                  </p:stCondLst>
                                  <p:childTnLst>
                                    <p:set>
                                      <p:cBhvr>
                                        <p:cTn id="58" dur="1" fill="hold">
                                          <p:stCondLst>
                                            <p:cond delay="0"/>
                                          </p:stCondLst>
                                        </p:cTn>
                                        <p:tgtEl>
                                          <p:spTgt spid="27">
                                            <p:txEl>
                                              <p:pRg st="0" end="0"/>
                                            </p:txEl>
                                          </p:spTgt>
                                        </p:tgtEl>
                                        <p:attrNameLst>
                                          <p:attrName>style.visibility</p:attrName>
                                        </p:attrNameLst>
                                      </p:cBhvr>
                                      <p:to>
                                        <p:strVal val="visible"/>
                                      </p:to>
                                    </p:set>
                                    <p:animEffect transition="in" filter="strips(downLeft)">
                                      <p:cBhvr>
                                        <p:cTn id="59" dur="500"/>
                                        <p:tgtEl>
                                          <p:spTgt spid="27">
                                            <p:txEl>
                                              <p:pRg st="0" end="0"/>
                                            </p:txEl>
                                          </p:spTgt>
                                        </p:tgtEl>
                                      </p:cBhvr>
                                    </p:animEffect>
                                  </p:childTnLst>
                                </p:cTn>
                              </p:par>
                            </p:childTnLst>
                          </p:cTn>
                        </p:par>
                        <p:par>
                          <p:cTn id="60" fill="hold">
                            <p:stCondLst>
                              <p:cond delay="6850"/>
                            </p:stCondLst>
                            <p:childTnLst>
                              <p:par>
                                <p:cTn id="61" presetID="10" presetClass="entr" presetSubtype="0" fill="hold" grpId="0"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childTnLst>
                                </p:cTn>
                              </p:par>
                            </p:childTnLst>
                          </p:cTn>
                        </p:par>
                        <p:par>
                          <p:cTn id="64" fill="hold">
                            <p:stCondLst>
                              <p:cond delay="7350"/>
                            </p:stCondLst>
                            <p:childTnLst>
                              <p:par>
                                <p:cTn id="65" presetID="10" presetClass="entr" presetSubtype="0" fill="hold" grpId="0" nodeType="after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childTnLst>
                          </p:cTn>
                        </p:par>
                        <p:par>
                          <p:cTn id="68" fill="hold">
                            <p:stCondLst>
                              <p:cond delay="7850"/>
                            </p:stCondLst>
                            <p:childTnLst>
                              <p:par>
                                <p:cTn id="69" presetID="22" presetClass="entr" presetSubtype="2" fill="hold" grpId="0" nodeType="after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wipe(right)">
                                      <p:cBhvr>
                                        <p:cTn id="71" dur="500"/>
                                        <p:tgtEl>
                                          <p:spTgt spid="24"/>
                                        </p:tgtEl>
                                      </p:cBhvr>
                                    </p:animEffect>
                                  </p:childTnLst>
                                </p:cTn>
                              </p:par>
                            </p:childTnLst>
                          </p:cTn>
                        </p:par>
                        <p:par>
                          <p:cTn id="72" fill="hold">
                            <p:stCondLst>
                              <p:cond delay="8350"/>
                            </p:stCondLst>
                            <p:childTnLst>
                              <p:par>
                                <p:cTn id="73" presetID="18" presetClass="entr" presetSubtype="12" fill="hold" grpId="0" nodeType="after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strips(downLeft)">
                                      <p:cBhvr>
                                        <p:cTn id="75" dur="500"/>
                                        <p:tgtEl>
                                          <p:spTgt spid="23"/>
                                        </p:tgtEl>
                                      </p:cBhvr>
                                    </p:animEffect>
                                  </p:childTnLst>
                                </p:cTn>
                              </p:par>
                              <p:par>
                                <p:cTn id="76" presetID="1" presetClass="entr" presetSubtype="0" fill="hold" grpId="0" nodeType="withEffect">
                                  <p:stCondLst>
                                    <p:cond delay="0"/>
                                  </p:stCondLst>
                                  <p:childTnLst>
                                    <p:set>
                                      <p:cBhvr>
                                        <p:cTn id="77" dur="1" fill="hold">
                                          <p:stCondLst>
                                            <p:cond delay="0"/>
                                          </p:stCondLst>
                                        </p:cTn>
                                        <p:tgtEl>
                                          <p:spTgt spid="32"/>
                                        </p:tgtEl>
                                        <p:attrNameLst>
                                          <p:attrName>style.visibility</p:attrName>
                                        </p:attrNameLst>
                                      </p:cBhvr>
                                      <p:to>
                                        <p:strVal val="visible"/>
                                      </p:to>
                                    </p:set>
                                  </p:childTnLst>
                                </p:cTn>
                              </p:par>
                              <p:par>
                                <p:cTn id="78" presetID="27" presetClass="emph" presetSubtype="0" fill="remove" grpId="1" nodeType="withEffect">
                                  <p:stCondLst>
                                    <p:cond delay="0"/>
                                  </p:stCondLst>
                                  <p:childTnLst>
                                    <p:animClr clrSpc="rgb" dir="cw">
                                      <p:cBhvr override="childStyle">
                                        <p:cTn id="79" dur="250" autoRev="1" fill="remove"/>
                                        <p:tgtEl>
                                          <p:spTgt spid="32"/>
                                        </p:tgtEl>
                                        <p:attrNameLst>
                                          <p:attrName>style.color</p:attrName>
                                        </p:attrNameLst>
                                      </p:cBhvr>
                                      <p:to>
                                        <a:schemeClr val="bg1"/>
                                      </p:to>
                                    </p:animClr>
                                    <p:animClr clrSpc="rgb" dir="cw">
                                      <p:cBhvr>
                                        <p:cTn id="80" dur="250" autoRev="1" fill="remove"/>
                                        <p:tgtEl>
                                          <p:spTgt spid="32"/>
                                        </p:tgtEl>
                                        <p:attrNameLst>
                                          <p:attrName>fillcolor</p:attrName>
                                        </p:attrNameLst>
                                      </p:cBhvr>
                                      <p:to>
                                        <a:schemeClr val="bg1"/>
                                      </p:to>
                                    </p:animClr>
                                    <p:set>
                                      <p:cBhvr>
                                        <p:cTn id="81" dur="250" autoRev="1" fill="remove"/>
                                        <p:tgtEl>
                                          <p:spTgt spid="32"/>
                                        </p:tgtEl>
                                        <p:attrNameLst>
                                          <p:attrName>fill.type</p:attrName>
                                        </p:attrNameLst>
                                      </p:cBhvr>
                                      <p:to>
                                        <p:strVal val="solid"/>
                                      </p:to>
                                    </p:set>
                                    <p:set>
                                      <p:cBhvr>
                                        <p:cTn id="82" dur="250" autoRev="1" fill="remove"/>
                                        <p:tgtEl>
                                          <p:spTgt spid="32"/>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P spid="18" grpId="0" animBg="1"/>
      <p:bldP spid="19" grpId="0" animBg="1"/>
      <p:bldP spid="20" grpId="0" animBg="1"/>
      <p:bldP spid="21" grpId="0" animBg="1"/>
      <p:bldP spid="22" grpId="0" animBg="1"/>
      <p:bldP spid="23" grpId="0" animBg="1"/>
      <p:bldP spid="24" grpId="0" animBg="1"/>
      <p:bldP spid="25" grpId="0" animBg="1"/>
      <p:bldP spid="26" grpId="0" build="p"/>
      <p:bldP spid="27" grpId="0" build="p"/>
      <p:bldP spid="28" grpId="0"/>
      <p:bldP spid="29" grpId="0" animBg="1"/>
      <p:bldP spid="30" grpId="0"/>
      <p:bldP spid="31" grpId="0"/>
      <p:bldP spid="32" grpId="0" animBg="1"/>
      <p:bldP spid="32" grpId="1" animBg="1"/>
      <p:bldP spid="33"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88" name="Round Same Side Corner Rectangle 112"/>
          <p:cNvSpPr/>
          <p:nvPr/>
        </p:nvSpPr>
        <p:spPr>
          <a:xfrm rot="16200000">
            <a:off x="6418843" y="-2835310"/>
            <a:ext cx="2033108" cy="10829727"/>
          </a:xfrm>
          <a:prstGeom prst="round2SameRect">
            <a:avLst>
              <a:gd name="adj1" fmla="val 5000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89" name="Round Same Side Corner Rectangle 114"/>
          <p:cNvSpPr/>
          <p:nvPr/>
        </p:nvSpPr>
        <p:spPr>
          <a:xfrm rot="10800000">
            <a:off x="3514514" y="1576456"/>
            <a:ext cx="1146188" cy="988279"/>
          </a:xfrm>
          <a:prstGeom prst="round2SameRect">
            <a:avLst/>
          </a:prstGeom>
          <a:solidFill>
            <a:srgbClr val="A491BB"/>
          </a:solidFill>
          <a:ln>
            <a:noFill/>
          </a:ln>
          <a:effectLst/>
        </p:spPr>
        <p:style>
          <a:lnRef idx="1">
            <a:schemeClr val="accent1"/>
          </a:lnRef>
          <a:fillRef idx="3">
            <a:schemeClr val="accent1"/>
          </a:fillRef>
          <a:effectRef idx="2">
            <a:schemeClr val="accent1"/>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0" name="Round Same Side Corner Rectangle 115"/>
          <p:cNvSpPr/>
          <p:nvPr/>
        </p:nvSpPr>
        <p:spPr>
          <a:xfrm rot="10800000">
            <a:off x="7256593" y="1576456"/>
            <a:ext cx="1146188" cy="1241935"/>
          </a:xfrm>
          <a:prstGeom prst="round2SameRect">
            <a:avLst/>
          </a:prstGeom>
          <a:solidFill>
            <a:srgbClr val="A491BB"/>
          </a:solidFill>
          <a:ln>
            <a:noFill/>
          </a:ln>
          <a:effectLst/>
        </p:spPr>
        <p:style>
          <a:lnRef idx="1">
            <a:schemeClr val="accent3"/>
          </a:lnRef>
          <a:fillRef idx="3">
            <a:schemeClr val="accent3"/>
          </a:fillRef>
          <a:effectRef idx="2">
            <a:schemeClr val="accent3"/>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1" name="Round Same Side Corner Rectangle 116"/>
          <p:cNvSpPr/>
          <p:nvPr/>
        </p:nvSpPr>
        <p:spPr>
          <a:xfrm rot="10800000">
            <a:off x="5384909" y="1576456"/>
            <a:ext cx="1146188" cy="1528539"/>
          </a:xfrm>
          <a:prstGeom prst="round2SameRect">
            <a:avLst/>
          </a:prstGeom>
          <a:solidFill>
            <a:srgbClr val="77A9D3"/>
          </a:solidFill>
          <a:ln>
            <a:noFill/>
          </a:ln>
          <a:effectLst/>
        </p:spPr>
        <p:style>
          <a:lnRef idx="1">
            <a:schemeClr val="accent2"/>
          </a:lnRef>
          <a:fillRef idx="3">
            <a:schemeClr val="accent2"/>
          </a:fillRef>
          <a:effectRef idx="2">
            <a:schemeClr val="accent2"/>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2" name="Round Same Side Corner Rectangle 117"/>
          <p:cNvSpPr/>
          <p:nvPr/>
        </p:nvSpPr>
        <p:spPr>
          <a:xfrm rot="10800000">
            <a:off x="9035345" y="1576453"/>
            <a:ext cx="1146188" cy="1528541"/>
          </a:xfrm>
          <a:prstGeom prst="round2SameRect">
            <a:avLst/>
          </a:prstGeom>
          <a:solidFill>
            <a:srgbClr val="77A9D3"/>
          </a:solidFill>
          <a:ln>
            <a:noFill/>
          </a:ln>
          <a:effectLst/>
        </p:spPr>
        <p:style>
          <a:lnRef idx="1">
            <a:schemeClr val="accent4"/>
          </a:lnRef>
          <a:fillRef idx="3">
            <a:schemeClr val="accent4"/>
          </a:fillRef>
          <a:effectRef idx="2">
            <a:schemeClr val="accent4"/>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3" name="Round Same Side Corner Rectangle 118"/>
          <p:cNvSpPr/>
          <p:nvPr/>
        </p:nvSpPr>
        <p:spPr>
          <a:xfrm rot="10800000">
            <a:off x="10786566" y="1576456"/>
            <a:ext cx="1146188" cy="988279"/>
          </a:xfrm>
          <a:prstGeom prst="round2SameRect">
            <a:avLst/>
          </a:prstGeom>
          <a:solidFill>
            <a:srgbClr val="A491BB"/>
          </a:solidFill>
          <a:ln>
            <a:noFill/>
          </a:ln>
          <a:effectLst/>
        </p:spPr>
        <p:style>
          <a:lnRef idx="1">
            <a:schemeClr val="accent5"/>
          </a:lnRef>
          <a:fillRef idx="3">
            <a:schemeClr val="accent5"/>
          </a:fillRef>
          <a:effectRef idx="2">
            <a:schemeClr val="accent5"/>
          </a:effectRef>
          <a:fontRef idx="minor">
            <a:schemeClr val="lt1"/>
          </a:fontRef>
        </p:style>
        <p:txBody>
          <a:bodyPr wrap="square" lIns="89376" tIns="44688" rIns="89376" bIns="44688" rtlCol="0" anchor="ctr">
            <a:noAutofit/>
          </a:bodyPr>
          <a:lstStyle/>
          <a:p>
            <a:pPr algn="ctr" fontAlgn="auto">
              <a:lnSpc>
                <a:spcPct val="120000"/>
              </a:lnSpc>
              <a:spcBef>
                <a:spcPts val="0"/>
              </a:spcBef>
              <a:spcAft>
                <a:spcPts val="0"/>
              </a:spcAft>
            </a:pPr>
            <a:endParaRPr lang="en-US" sz="1547"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4" name="Freeform 103"/>
          <p:cNvSpPr>
            <a:spLocks noEditPoints="1"/>
          </p:cNvSpPr>
          <p:nvPr/>
        </p:nvSpPr>
        <p:spPr bwMode="auto">
          <a:xfrm>
            <a:off x="3886693" y="1774684"/>
            <a:ext cx="401832" cy="591823"/>
          </a:xfrm>
          <a:custGeom>
            <a:avLst/>
            <a:gdLst/>
            <a:ahLst/>
            <a:cxnLst>
              <a:cxn ang="0">
                <a:pos x="37" y="29"/>
              </a:cxn>
              <a:cxn ang="0">
                <a:pos x="31" y="41"/>
              </a:cxn>
              <a:cxn ang="0">
                <a:pos x="33" y="44"/>
              </a:cxn>
              <a:cxn ang="0">
                <a:pos x="32" y="47"/>
              </a:cxn>
              <a:cxn ang="0">
                <a:pos x="33" y="49"/>
              </a:cxn>
              <a:cxn ang="0">
                <a:pos x="31" y="53"/>
              </a:cxn>
              <a:cxn ang="0">
                <a:pos x="31" y="54"/>
              </a:cxn>
              <a:cxn ang="0">
                <a:pos x="27" y="58"/>
              </a:cxn>
              <a:cxn ang="0">
                <a:pos x="21" y="62"/>
              </a:cxn>
              <a:cxn ang="0">
                <a:pos x="15" y="58"/>
              </a:cxn>
              <a:cxn ang="0">
                <a:pos x="11" y="54"/>
              </a:cxn>
              <a:cxn ang="0">
                <a:pos x="11" y="53"/>
              </a:cxn>
              <a:cxn ang="0">
                <a:pos x="9" y="49"/>
              </a:cxn>
              <a:cxn ang="0">
                <a:pos x="10" y="47"/>
              </a:cxn>
              <a:cxn ang="0">
                <a:pos x="9" y="44"/>
              </a:cxn>
              <a:cxn ang="0">
                <a:pos x="11" y="41"/>
              </a:cxn>
              <a:cxn ang="0">
                <a:pos x="5" y="29"/>
              </a:cxn>
              <a:cxn ang="0">
                <a:pos x="0" y="18"/>
              </a:cxn>
              <a:cxn ang="0">
                <a:pos x="21" y="0"/>
              </a:cxn>
              <a:cxn ang="0">
                <a:pos x="42" y="18"/>
              </a:cxn>
              <a:cxn ang="0">
                <a:pos x="37" y="29"/>
              </a:cxn>
              <a:cxn ang="0">
                <a:pos x="21" y="6"/>
              </a:cxn>
              <a:cxn ang="0">
                <a:pos x="6" y="18"/>
              </a:cxn>
              <a:cxn ang="0">
                <a:pos x="8" y="26"/>
              </a:cxn>
              <a:cxn ang="0">
                <a:pos x="11" y="28"/>
              </a:cxn>
              <a:cxn ang="0">
                <a:pos x="16" y="40"/>
              </a:cxn>
              <a:cxn ang="0">
                <a:pos x="26" y="40"/>
              </a:cxn>
              <a:cxn ang="0">
                <a:pos x="31" y="28"/>
              </a:cxn>
              <a:cxn ang="0">
                <a:pos x="34" y="26"/>
              </a:cxn>
              <a:cxn ang="0">
                <a:pos x="36" y="18"/>
              </a:cxn>
              <a:cxn ang="0">
                <a:pos x="21" y="6"/>
              </a:cxn>
              <a:cxn ang="0">
                <a:pos x="29" y="20"/>
              </a:cxn>
              <a:cxn ang="0">
                <a:pos x="27" y="18"/>
              </a:cxn>
              <a:cxn ang="0">
                <a:pos x="21" y="15"/>
              </a:cxn>
              <a:cxn ang="0">
                <a:pos x="20" y="13"/>
              </a:cxn>
              <a:cxn ang="0">
                <a:pos x="21" y="12"/>
              </a:cxn>
              <a:cxn ang="0">
                <a:pos x="30" y="18"/>
              </a:cxn>
              <a:cxn ang="0">
                <a:pos x="29" y="20"/>
              </a:cxn>
            </a:cxnLst>
            <a:rect l="0" t="0" r="r" b="b"/>
            <a:pathLst>
              <a:path w="42" h="62">
                <a:moveTo>
                  <a:pt x="37" y="29"/>
                </a:moveTo>
                <a:cubicBezTo>
                  <a:pt x="35" y="32"/>
                  <a:pt x="31" y="37"/>
                  <a:pt x="31" y="41"/>
                </a:cubicBezTo>
                <a:cubicBezTo>
                  <a:pt x="32" y="42"/>
                  <a:pt x="33" y="43"/>
                  <a:pt x="33" y="44"/>
                </a:cubicBezTo>
                <a:cubicBezTo>
                  <a:pt x="33" y="45"/>
                  <a:pt x="32" y="46"/>
                  <a:pt x="32" y="47"/>
                </a:cubicBezTo>
                <a:cubicBezTo>
                  <a:pt x="32" y="47"/>
                  <a:pt x="33" y="48"/>
                  <a:pt x="33" y="49"/>
                </a:cubicBezTo>
                <a:cubicBezTo>
                  <a:pt x="33" y="51"/>
                  <a:pt x="32" y="52"/>
                  <a:pt x="31" y="53"/>
                </a:cubicBezTo>
                <a:cubicBezTo>
                  <a:pt x="31" y="53"/>
                  <a:pt x="31" y="54"/>
                  <a:pt x="31" y="54"/>
                </a:cubicBezTo>
                <a:cubicBezTo>
                  <a:pt x="31" y="57"/>
                  <a:pt x="29" y="58"/>
                  <a:pt x="27" y="58"/>
                </a:cubicBezTo>
                <a:cubicBezTo>
                  <a:pt x="26" y="61"/>
                  <a:pt x="24" y="62"/>
                  <a:pt x="21" y="62"/>
                </a:cubicBezTo>
                <a:cubicBezTo>
                  <a:pt x="19" y="62"/>
                  <a:pt x="16" y="61"/>
                  <a:pt x="15" y="58"/>
                </a:cubicBezTo>
                <a:cubicBezTo>
                  <a:pt x="13" y="58"/>
                  <a:pt x="11" y="57"/>
                  <a:pt x="11" y="54"/>
                </a:cubicBezTo>
                <a:cubicBezTo>
                  <a:pt x="11" y="54"/>
                  <a:pt x="11" y="53"/>
                  <a:pt x="11" y="53"/>
                </a:cubicBezTo>
                <a:cubicBezTo>
                  <a:pt x="10" y="52"/>
                  <a:pt x="9" y="51"/>
                  <a:pt x="9" y="49"/>
                </a:cubicBezTo>
                <a:cubicBezTo>
                  <a:pt x="9" y="48"/>
                  <a:pt x="10" y="47"/>
                  <a:pt x="10" y="47"/>
                </a:cubicBezTo>
                <a:cubicBezTo>
                  <a:pt x="10" y="46"/>
                  <a:pt x="9" y="45"/>
                  <a:pt x="9" y="44"/>
                </a:cubicBezTo>
                <a:cubicBezTo>
                  <a:pt x="9" y="43"/>
                  <a:pt x="10" y="42"/>
                  <a:pt x="11" y="41"/>
                </a:cubicBezTo>
                <a:cubicBezTo>
                  <a:pt x="11" y="37"/>
                  <a:pt x="7" y="32"/>
                  <a:pt x="5" y="29"/>
                </a:cubicBezTo>
                <a:cubicBezTo>
                  <a:pt x="2" y="26"/>
                  <a:pt x="0" y="23"/>
                  <a:pt x="0" y="18"/>
                </a:cubicBezTo>
                <a:cubicBezTo>
                  <a:pt x="0" y="8"/>
                  <a:pt x="11" y="0"/>
                  <a:pt x="21" y="0"/>
                </a:cubicBezTo>
                <a:cubicBezTo>
                  <a:pt x="31" y="0"/>
                  <a:pt x="42" y="8"/>
                  <a:pt x="42" y="18"/>
                </a:cubicBezTo>
                <a:cubicBezTo>
                  <a:pt x="42" y="23"/>
                  <a:pt x="40" y="26"/>
                  <a:pt x="37" y="29"/>
                </a:cubicBezTo>
                <a:close/>
                <a:moveTo>
                  <a:pt x="21" y="6"/>
                </a:moveTo>
                <a:cubicBezTo>
                  <a:pt x="14" y="6"/>
                  <a:pt x="6" y="10"/>
                  <a:pt x="6" y="18"/>
                </a:cubicBezTo>
                <a:cubicBezTo>
                  <a:pt x="6" y="21"/>
                  <a:pt x="7" y="24"/>
                  <a:pt x="8" y="26"/>
                </a:cubicBezTo>
                <a:cubicBezTo>
                  <a:pt x="9" y="27"/>
                  <a:pt x="10" y="27"/>
                  <a:pt x="11" y="28"/>
                </a:cubicBezTo>
                <a:cubicBezTo>
                  <a:pt x="14" y="32"/>
                  <a:pt x="16" y="36"/>
                  <a:pt x="16" y="40"/>
                </a:cubicBezTo>
                <a:cubicBezTo>
                  <a:pt x="26" y="40"/>
                  <a:pt x="26" y="40"/>
                  <a:pt x="26" y="40"/>
                </a:cubicBezTo>
                <a:cubicBezTo>
                  <a:pt x="26" y="36"/>
                  <a:pt x="28" y="32"/>
                  <a:pt x="31" y="28"/>
                </a:cubicBezTo>
                <a:cubicBezTo>
                  <a:pt x="32" y="27"/>
                  <a:pt x="33" y="27"/>
                  <a:pt x="34" y="26"/>
                </a:cubicBezTo>
                <a:cubicBezTo>
                  <a:pt x="35" y="24"/>
                  <a:pt x="36" y="21"/>
                  <a:pt x="36" y="18"/>
                </a:cubicBezTo>
                <a:cubicBezTo>
                  <a:pt x="36" y="10"/>
                  <a:pt x="28" y="6"/>
                  <a:pt x="21" y="6"/>
                </a:cubicBezTo>
                <a:close/>
                <a:moveTo>
                  <a:pt x="29" y="20"/>
                </a:moveTo>
                <a:cubicBezTo>
                  <a:pt x="28" y="20"/>
                  <a:pt x="27" y="19"/>
                  <a:pt x="27" y="18"/>
                </a:cubicBezTo>
                <a:cubicBezTo>
                  <a:pt x="27" y="16"/>
                  <a:pt x="23" y="15"/>
                  <a:pt x="21" y="15"/>
                </a:cubicBezTo>
                <a:cubicBezTo>
                  <a:pt x="20" y="15"/>
                  <a:pt x="20" y="14"/>
                  <a:pt x="20" y="13"/>
                </a:cubicBezTo>
                <a:cubicBezTo>
                  <a:pt x="20" y="13"/>
                  <a:pt x="20" y="12"/>
                  <a:pt x="21" y="12"/>
                </a:cubicBezTo>
                <a:cubicBezTo>
                  <a:pt x="25" y="12"/>
                  <a:pt x="30" y="14"/>
                  <a:pt x="30" y="18"/>
                </a:cubicBezTo>
                <a:cubicBezTo>
                  <a:pt x="30" y="19"/>
                  <a:pt x="29" y="20"/>
                  <a:pt x="29" y="20"/>
                </a:cubicBezTo>
                <a:close/>
              </a:path>
            </a:pathLst>
          </a:custGeom>
          <a:solidFill>
            <a:schemeClr val="bg1"/>
          </a:solidFill>
          <a:ln w="9525">
            <a:noFill/>
            <a:round/>
            <a:headEnd/>
            <a:tailEnd/>
          </a:ln>
        </p:spPr>
        <p:txBody>
          <a:bodyPr vert="horz" wrap="square" lIns="112019" tIns="56009" rIns="112019" bIns="56009" numCol="1" anchor="t" anchorCtr="0" compatLnSpc="1">
            <a:prstTxWarp prst="textNoShape">
              <a:avLst/>
            </a:prstTxWarp>
            <a:noAutofit/>
          </a:bodyPr>
          <a:lstStyle/>
          <a:p>
            <a:pPr fontAlgn="auto">
              <a:lnSpc>
                <a:spcPct val="120000"/>
              </a:lnSpc>
              <a:spcBef>
                <a:spcPts val="0"/>
              </a:spcBef>
              <a:spcAft>
                <a:spcPts val="0"/>
              </a:spcAft>
            </a:pPr>
            <a:endParaRPr lang="en-US" sz="1547"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95" name="Freeform 178"/>
          <p:cNvSpPr>
            <a:spLocks noEditPoints="1"/>
          </p:cNvSpPr>
          <p:nvPr/>
        </p:nvSpPr>
        <p:spPr bwMode="auto">
          <a:xfrm>
            <a:off x="5683013" y="2133573"/>
            <a:ext cx="549980" cy="414301"/>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12019" tIns="56009" rIns="112019" bIns="56009" numCol="1" anchor="t" anchorCtr="0" compatLnSpc="1">
            <a:prstTxWarp prst="textNoShape">
              <a:avLst/>
            </a:prstTxWarp>
            <a:noAutofit/>
          </a:bodyPr>
          <a:lstStyle/>
          <a:p>
            <a:pPr fontAlgn="auto">
              <a:lnSpc>
                <a:spcPct val="120000"/>
              </a:lnSpc>
              <a:spcBef>
                <a:spcPts val="0"/>
              </a:spcBef>
              <a:spcAft>
                <a:spcPts val="0"/>
              </a:spcAft>
            </a:pPr>
            <a:endParaRPr lang="en-US" sz="1547"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6" name="Freeform 83"/>
          <p:cNvSpPr>
            <a:spLocks noEditPoints="1"/>
          </p:cNvSpPr>
          <p:nvPr/>
        </p:nvSpPr>
        <p:spPr bwMode="auto">
          <a:xfrm>
            <a:off x="7638355" y="1910362"/>
            <a:ext cx="382667" cy="574118"/>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112019" tIns="56009" rIns="112019" bIns="56009" numCol="1" anchor="t" anchorCtr="0" compatLnSpc="1">
            <a:prstTxWarp prst="textNoShape">
              <a:avLst/>
            </a:prstTxWarp>
            <a:noAutofit/>
          </a:bodyPr>
          <a:lstStyle/>
          <a:p>
            <a:pPr fontAlgn="auto">
              <a:lnSpc>
                <a:spcPct val="120000"/>
              </a:lnSpc>
              <a:spcBef>
                <a:spcPts val="0"/>
              </a:spcBef>
              <a:spcAft>
                <a:spcPts val="0"/>
              </a:spcAft>
            </a:pPr>
            <a:endParaRPr lang="en-US" sz="1547"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7" name="Freeform 62"/>
          <p:cNvSpPr>
            <a:spLocks noEditPoints="1"/>
          </p:cNvSpPr>
          <p:nvPr/>
        </p:nvSpPr>
        <p:spPr bwMode="auto">
          <a:xfrm>
            <a:off x="9337456" y="2067520"/>
            <a:ext cx="541970" cy="546405"/>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112019" tIns="56009" rIns="112019" bIns="56009" numCol="1" anchor="t" anchorCtr="0" compatLnSpc="1">
            <a:prstTxWarp prst="textNoShape">
              <a:avLst/>
            </a:prstTxWarp>
            <a:noAutofit/>
          </a:bodyPr>
          <a:lstStyle/>
          <a:p>
            <a:pPr fontAlgn="auto">
              <a:lnSpc>
                <a:spcPct val="120000"/>
              </a:lnSpc>
              <a:spcBef>
                <a:spcPts val="0"/>
              </a:spcBef>
              <a:spcAft>
                <a:spcPts val="0"/>
              </a:spcAft>
            </a:pPr>
            <a:endParaRPr lang="en-US" sz="1547"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8" name="Freeform 228"/>
          <p:cNvSpPr>
            <a:spLocks/>
          </p:cNvSpPr>
          <p:nvPr/>
        </p:nvSpPr>
        <p:spPr bwMode="auto">
          <a:xfrm>
            <a:off x="11122752" y="1794115"/>
            <a:ext cx="473823" cy="477134"/>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12019" tIns="56009" rIns="112019" bIns="56009" numCol="1" anchor="t" anchorCtr="0" compatLnSpc="1">
            <a:prstTxWarp prst="textNoShape">
              <a:avLst/>
            </a:prstTxWarp>
            <a:noAutofit/>
          </a:bodyPr>
          <a:lstStyle/>
          <a:p>
            <a:pPr fontAlgn="auto">
              <a:lnSpc>
                <a:spcPct val="120000"/>
              </a:lnSpc>
              <a:spcBef>
                <a:spcPts val="0"/>
              </a:spcBef>
              <a:spcAft>
                <a:spcPts val="0"/>
              </a:spcAft>
            </a:pPr>
            <a:endParaRPr lang="en-US" sz="1547">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99" name="Group 151"/>
          <p:cNvGrpSpPr/>
          <p:nvPr/>
        </p:nvGrpSpPr>
        <p:grpSpPr>
          <a:xfrm>
            <a:off x="3962146" y="2627329"/>
            <a:ext cx="250927" cy="1643210"/>
            <a:chOff x="4067062" y="2800350"/>
            <a:chExt cx="200183" cy="1310663"/>
          </a:xfrm>
        </p:grpSpPr>
        <p:sp>
          <p:nvSpPr>
            <p:cNvPr id="100" name="Oval 125"/>
            <p:cNvSpPr>
              <a:spLocks noChangeAspect="1"/>
            </p:cNvSpPr>
            <p:nvPr/>
          </p:nvSpPr>
          <p:spPr>
            <a:xfrm>
              <a:off x="4067062" y="2800350"/>
              <a:ext cx="200183" cy="194452"/>
            </a:xfrm>
            <a:prstGeom prst="ellipse">
              <a:avLst/>
            </a:prstGeom>
            <a:solidFill>
              <a:srgbClr val="A491BB">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lnSpc>
                  <a:spcPct val="120000"/>
                </a:lnSpc>
                <a:spcBef>
                  <a:spcPts val="0"/>
                </a:spcBef>
                <a:spcAft>
                  <a:spcPts val="0"/>
                </a:spcAft>
              </a:pPr>
              <a:endParaRPr lang="en-US" sz="2250"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1" name="TextBox 100"/>
            <p:cNvSpPr txBox="1"/>
            <p:nvPr/>
          </p:nvSpPr>
          <p:spPr>
            <a:xfrm>
              <a:off x="4172188" y="3926473"/>
              <a:ext cx="46" cy="184540"/>
            </a:xfrm>
            <a:prstGeom prst="rect">
              <a:avLst/>
            </a:prstGeom>
            <a:noFill/>
          </p:spPr>
          <p:txBody>
            <a:bodyPr wrap="square" lIns="0" tIns="0" rIns="0" bIns="0" rtlCol="0" anchor="t">
              <a:noAutofit/>
            </a:bodyPr>
            <a:lstStyle/>
            <a:p>
              <a:pPr algn="ctr" fontAlgn="auto">
                <a:lnSpc>
                  <a:spcPct val="120000"/>
                </a:lnSpc>
                <a:spcBef>
                  <a:spcPts val="0"/>
                </a:spcBef>
                <a:spcAft>
                  <a:spcPts val="0"/>
                </a:spcAft>
              </a:pPr>
              <a:endParaRPr lang="en-US" sz="1406" b="1"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102" name="Straight Connector 128"/>
            <p:cNvCxnSpPr/>
            <p:nvPr/>
          </p:nvCxnSpPr>
          <p:spPr>
            <a:xfrm rot="16200000" flipH="1">
              <a:off x="3761109" y="3454873"/>
              <a:ext cx="812091" cy="2"/>
            </a:xfrm>
            <a:prstGeom prst="line">
              <a:avLst/>
            </a:prstGeom>
            <a:ln w="12700">
              <a:solidFill>
                <a:srgbClr val="A491BB"/>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03" name="Group 155"/>
          <p:cNvGrpSpPr/>
          <p:nvPr/>
        </p:nvGrpSpPr>
        <p:grpSpPr>
          <a:xfrm>
            <a:off x="5826206" y="3143210"/>
            <a:ext cx="250927" cy="1643210"/>
            <a:chOff x="4067062" y="2800350"/>
            <a:chExt cx="200183" cy="1310663"/>
          </a:xfrm>
          <a:solidFill>
            <a:srgbClr val="77A9D3"/>
          </a:solidFill>
        </p:grpSpPr>
        <p:sp>
          <p:nvSpPr>
            <p:cNvPr id="104" name="Oval 156"/>
            <p:cNvSpPr>
              <a:spLocks noChangeAspect="1"/>
            </p:cNvSpPr>
            <p:nvPr/>
          </p:nvSpPr>
          <p:spPr>
            <a:xfrm>
              <a:off x="4067062" y="2800350"/>
              <a:ext cx="200183" cy="19445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lnSpc>
                  <a:spcPct val="120000"/>
                </a:lnSpc>
                <a:spcBef>
                  <a:spcPts val="0"/>
                </a:spcBef>
                <a:spcAft>
                  <a:spcPts val="0"/>
                </a:spcAft>
              </a:pPr>
              <a:endParaRPr lang="en-US" sz="2250"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5" name="TextBox 104"/>
            <p:cNvSpPr txBox="1"/>
            <p:nvPr/>
          </p:nvSpPr>
          <p:spPr>
            <a:xfrm>
              <a:off x="4172188" y="3926473"/>
              <a:ext cx="46" cy="184540"/>
            </a:xfrm>
            <a:prstGeom prst="rect">
              <a:avLst/>
            </a:prstGeom>
            <a:grpFill/>
          </p:spPr>
          <p:txBody>
            <a:bodyPr wrap="square" lIns="0" tIns="0" rIns="0" bIns="0" rtlCol="0" anchor="t">
              <a:noAutofit/>
            </a:bodyPr>
            <a:lstStyle/>
            <a:p>
              <a:pPr algn="ctr" fontAlgn="auto">
                <a:lnSpc>
                  <a:spcPct val="120000"/>
                </a:lnSpc>
                <a:spcBef>
                  <a:spcPts val="0"/>
                </a:spcBef>
                <a:spcAft>
                  <a:spcPts val="0"/>
                </a:spcAft>
              </a:pPr>
              <a:endParaRPr lang="en-US" sz="1406" b="1"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106" name="Straight Connector 158"/>
            <p:cNvCxnSpPr/>
            <p:nvPr/>
          </p:nvCxnSpPr>
          <p:spPr>
            <a:xfrm rot="16200000" flipH="1">
              <a:off x="3761109" y="3454873"/>
              <a:ext cx="812091" cy="2"/>
            </a:xfrm>
            <a:prstGeom prst="line">
              <a:avLst/>
            </a:prstGeom>
            <a:grpFill/>
            <a:ln w="12700">
              <a:solidFill>
                <a:srgbClr val="77A9D3"/>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07" name="Group 159"/>
          <p:cNvGrpSpPr/>
          <p:nvPr/>
        </p:nvGrpSpPr>
        <p:grpSpPr>
          <a:xfrm>
            <a:off x="7744533" y="2866162"/>
            <a:ext cx="250927" cy="1643210"/>
            <a:chOff x="4067062" y="2800350"/>
            <a:chExt cx="200183" cy="1310663"/>
          </a:xfrm>
        </p:grpSpPr>
        <p:sp>
          <p:nvSpPr>
            <p:cNvPr id="108" name="Oval 160"/>
            <p:cNvSpPr>
              <a:spLocks noChangeAspect="1"/>
            </p:cNvSpPr>
            <p:nvPr/>
          </p:nvSpPr>
          <p:spPr>
            <a:xfrm>
              <a:off x="4067062" y="2800350"/>
              <a:ext cx="200183" cy="194452"/>
            </a:xfrm>
            <a:prstGeom prst="ellipse">
              <a:avLst/>
            </a:prstGeom>
            <a:solidFill>
              <a:srgbClr val="A491BB">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lnSpc>
                  <a:spcPct val="120000"/>
                </a:lnSpc>
                <a:spcBef>
                  <a:spcPts val="0"/>
                </a:spcBef>
                <a:spcAft>
                  <a:spcPts val="0"/>
                </a:spcAft>
              </a:pPr>
              <a:endParaRPr lang="en-US" sz="2250"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9" name="TextBox 108"/>
            <p:cNvSpPr txBox="1"/>
            <p:nvPr/>
          </p:nvSpPr>
          <p:spPr>
            <a:xfrm>
              <a:off x="4172188" y="3926473"/>
              <a:ext cx="46" cy="184540"/>
            </a:xfrm>
            <a:prstGeom prst="rect">
              <a:avLst/>
            </a:prstGeom>
            <a:noFill/>
          </p:spPr>
          <p:txBody>
            <a:bodyPr wrap="square" lIns="0" tIns="0" rIns="0" bIns="0" rtlCol="0" anchor="t">
              <a:noAutofit/>
            </a:bodyPr>
            <a:lstStyle/>
            <a:p>
              <a:pPr algn="ctr" fontAlgn="auto">
                <a:lnSpc>
                  <a:spcPct val="120000"/>
                </a:lnSpc>
                <a:spcBef>
                  <a:spcPts val="0"/>
                </a:spcBef>
                <a:spcAft>
                  <a:spcPts val="0"/>
                </a:spcAft>
              </a:pPr>
              <a:endParaRPr lang="en-US" sz="1406" b="1"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110" name="Straight Connector 162"/>
            <p:cNvCxnSpPr/>
            <p:nvPr/>
          </p:nvCxnSpPr>
          <p:spPr>
            <a:xfrm rot="16200000" flipH="1">
              <a:off x="3761109" y="3454873"/>
              <a:ext cx="812091" cy="2"/>
            </a:xfrm>
            <a:prstGeom prst="line">
              <a:avLst/>
            </a:prstGeom>
            <a:ln w="12700">
              <a:solidFill>
                <a:srgbClr val="A491BB"/>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11" name="Group 163"/>
          <p:cNvGrpSpPr/>
          <p:nvPr/>
        </p:nvGrpSpPr>
        <p:grpSpPr>
          <a:xfrm>
            <a:off x="9482976" y="3143210"/>
            <a:ext cx="250927" cy="1643210"/>
            <a:chOff x="4067062" y="2800350"/>
            <a:chExt cx="200183" cy="1310663"/>
          </a:xfrm>
        </p:grpSpPr>
        <p:sp>
          <p:nvSpPr>
            <p:cNvPr id="112" name="Oval 164"/>
            <p:cNvSpPr>
              <a:spLocks noChangeAspect="1"/>
            </p:cNvSpPr>
            <p:nvPr/>
          </p:nvSpPr>
          <p:spPr>
            <a:xfrm>
              <a:off x="4067062" y="2800350"/>
              <a:ext cx="200183" cy="194452"/>
            </a:xfrm>
            <a:prstGeom prst="ellipse">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lnSpc>
                  <a:spcPct val="120000"/>
                </a:lnSpc>
                <a:spcBef>
                  <a:spcPts val="0"/>
                </a:spcBef>
                <a:spcAft>
                  <a:spcPts val="0"/>
                </a:spcAft>
              </a:pPr>
              <a:endParaRPr lang="en-US" sz="2250"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13" name="TextBox 112"/>
            <p:cNvSpPr txBox="1"/>
            <p:nvPr/>
          </p:nvSpPr>
          <p:spPr>
            <a:xfrm>
              <a:off x="4172188" y="3926473"/>
              <a:ext cx="46" cy="184540"/>
            </a:xfrm>
            <a:prstGeom prst="rect">
              <a:avLst/>
            </a:prstGeom>
            <a:noFill/>
          </p:spPr>
          <p:txBody>
            <a:bodyPr wrap="square" lIns="0" tIns="0" rIns="0" bIns="0" rtlCol="0" anchor="t">
              <a:noAutofit/>
            </a:bodyPr>
            <a:lstStyle/>
            <a:p>
              <a:pPr algn="ctr" fontAlgn="auto">
                <a:lnSpc>
                  <a:spcPct val="120000"/>
                </a:lnSpc>
                <a:spcBef>
                  <a:spcPts val="0"/>
                </a:spcBef>
                <a:spcAft>
                  <a:spcPts val="0"/>
                </a:spcAft>
              </a:pPr>
              <a:endParaRPr lang="en-US" sz="1406" b="1"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114" name="Straight Connector 166"/>
            <p:cNvCxnSpPr/>
            <p:nvPr/>
          </p:nvCxnSpPr>
          <p:spPr>
            <a:xfrm rot="16200000" flipH="1">
              <a:off x="3761109" y="3454873"/>
              <a:ext cx="812091" cy="2"/>
            </a:xfrm>
            <a:prstGeom prst="line">
              <a:avLst/>
            </a:prstGeom>
            <a:ln w="12700">
              <a:solidFill>
                <a:srgbClr val="77A9D3"/>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15" name="Group 167"/>
          <p:cNvGrpSpPr/>
          <p:nvPr/>
        </p:nvGrpSpPr>
        <p:grpSpPr>
          <a:xfrm>
            <a:off x="11234198" y="2639269"/>
            <a:ext cx="250927" cy="1643210"/>
            <a:chOff x="4067062" y="2800350"/>
            <a:chExt cx="200183" cy="1310663"/>
          </a:xfrm>
        </p:grpSpPr>
        <p:sp>
          <p:nvSpPr>
            <p:cNvPr id="116" name="Oval 168"/>
            <p:cNvSpPr>
              <a:spLocks noChangeAspect="1"/>
            </p:cNvSpPr>
            <p:nvPr/>
          </p:nvSpPr>
          <p:spPr>
            <a:xfrm>
              <a:off x="4067062" y="2800350"/>
              <a:ext cx="200183" cy="194452"/>
            </a:xfrm>
            <a:prstGeom prst="ellipse">
              <a:avLst/>
            </a:prstGeom>
            <a:solidFill>
              <a:srgbClr val="A491BB">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fontAlgn="auto">
                <a:lnSpc>
                  <a:spcPct val="120000"/>
                </a:lnSpc>
                <a:spcBef>
                  <a:spcPts val="0"/>
                </a:spcBef>
                <a:spcAft>
                  <a:spcPts val="0"/>
                </a:spcAft>
              </a:pPr>
              <a:endParaRPr lang="en-US" sz="2250"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17" name="TextBox 116"/>
            <p:cNvSpPr txBox="1"/>
            <p:nvPr/>
          </p:nvSpPr>
          <p:spPr>
            <a:xfrm>
              <a:off x="4172188" y="3926473"/>
              <a:ext cx="46" cy="184540"/>
            </a:xfrm>
            <a:prstGeom prst="rect">
              <a:avLst/>
            </a:prstGeom>
            <a:noFill/>
          </p:spPr>
          <p:txBody>
            <a:bodyPr wrap="square" lIns="0" tIns="0" rIns="0" bIns="0" rtlCol="0" anchor="t">
              <a:noAutofit/>
            </a:bodyPr>
            <a:lstStyle/>
            <a:p>
              <a:pPr algn="ctr" fontAlgn="auto">
                <a:lnSpc>
                  <a:spcPct val="120000"/>
                </a:lnSpc>
                <a:spcBef>
                  <a:spcPts val="0"/>
                </a:spcBef>
                <a:spcAft>
                  <a:spcPts val="0"/>
                </a:spcAft>
              </a:pPr>
              <a:endParaRPr lang="en-US" sz="1406" b="1"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cxnSp>
          <p:nvCxnSpPr>
            <p:cNvPr id="118" name="Straight Connector 170"/>
            <p:cNvCxnSpPr/>
            <p:nvPr/>
          </p:nvCxnSpPr>
          <p:spPr>
            <a:xfrm rot="16200000" flipH="1">
              <a:off x="3761109" y="3454873"/>
              <a:ext cx="812091" cy="2"/>
            </a:xfrm>
            <a:prstGeom prst="line">
              <a:avLst/>
            </a:prstGeom>
            <a:ln w="12700">
              <a:solidFill>
                <a:srgbClr val="A491BB"/>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19" name="Group 56"/>
          <p:cNvGrpSpPr/>
          <p:nvPr/>
        </p:nvGrpSpPr>
        <p:grpSpPr>
          <a:xfrm>
            <a:off x="3458931" y="4326773"/>
            <a:ext cx="1429084" cy="1106704"/>
            <a:chOff x="1315495" y="1249251"/>
            <a:chExt cx="3432321" cy="559380"/>
          </a:xfrm>
        </p:grpSpPr>
        <p:sp>
          <p:nvSpPr>
            <p:cNvPr id="120" name="Text Placeholder 3"/>
            <p:cNvSpPr txBox="1">
              <a:spLocks/>
            </p:cNvSpPr>
            <p:nvPr/>
          </p:nvSpPr>
          <p:spPr>
            <a:xfrm>
              <a:off x="1315495" y="1249251"/>
              <a:ext cx="3432319" cy="144416"/>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120225" fontAlgn="auto">
                <a:lnSpc>
                  <a:spcPct val="120000"/>
                </a:lnSpc>
                <a:spcBef>
                  <a:spcPct val="20000"/>
                </a:spcBef>
                <a:spcAft>
                  <a:spcPts val="0"/>
                </a:spcAft>
                <a:defRPr/>
              </a:pPr>
              <a:r>
                <a:rPr lang="zh-CN" alt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21" name="Text Placeholder 3"/>
            <p:cNvSpPr txBox="1">
              <a:spLocks/>
            </p:cNvSpPr>
            <p:nvPr/>
          </p:nvSpPr>
          <p:spPr>
            <a:xfrm>
              <a:off x="1315497" y="1414663"/>
              <a:ext cx="3432319" cy="39396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122" name="Group 56"/>
          <p:cNvGrpSpPr/>
          <p:nvPr/>
        </p:nvGrpSpPr>
        <p:grpSpPr>
          <a:xfrm>
            <a:off x="5313972" y="4758811"/>
            <a:ext cx="1429084" cy="1106705"/>
            <a:chOff x="1315495" y="1249250"/>
            <a:chExt cx="3432321" cy="559381"/>
          </a:xfrm>
        </p:grpSpPr>
        <p:sp>
          <p:nvSpPr>
            <p:cNvPr id="123" name="Text Placeholder 3"/>
            <p:cNvSpPr txBox="1">
              <a:spLocks/>
            </p:cNvSpPr>
            <p:nvPr/>
          </p:nvSpPr>
          <p:spPr>
            <a:xfrm>
              <a:off x="1315495" y="1249250"/>
              <a:ext cx="3432319" cy="144416"/>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120225" fontAlgn="auto">
                <a:lnSpc>
                  <a:spcPct val="120000"/>
                </a:lnSpc>
                <a:spcBef>
                  <a:spcPct val="20000"/>
                </a:spcBef>
                <a:spcAft>
                  <a:spcPts val="0"/>
                </a:spcAft>
                <a:defRPr/>
              </a:pPr>
              <a:r>
                <a:rPr lang="zh-CN" alt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24" name="Text Placeholder 3"/>
            <p:cNvSpPr txBox="1">
              <a:spLocks/>
            </p:cNvSpPr>
            <p:nvPr/>
          </p:nvSpPr>
          <p:spPr>
            <a:xfrm>
              <a:off x="1315497" y="1414663"/>
              <a:ext cx="3432319" cy="39396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125" name="Group 56"/>
          <p:cNvGrpSpPr/>
          <p:nvPr/>
        </p:nvGrpSpPr>
        <p:grpSpPr>
          <a:xfrm>
            <a:off x="7169018" y="4326769"/>
            <a:ext cx="1429084" cy="1106705"/>
            <a:chOff x="1315495" y="1249250"/>
            <a:chExt cx="3432321" cy="559381"/>
          </a:xfrm>
        </p:grpSpPr>
        <p:sp>
          <p:nvSpPr>
            <p:cNvPr id="126" name="Text Placeholder 3"/>
            <p:cNvSpPr txBox="1">
              <a:spLocks/>
            </p:cNvSpPr>
            <p:nvPr/>
          </p:nvSpPr>
          <p:spPr>
            <a:xfrm>
              <a:off x="1315495" y="1249250"/>
              <a:ext cx="3432319" cy="144416"/>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120225" fontAlgn="auto">
                <a:lnSpc>
                  <a:spcPct val="120000"/>
                </a:lnSpc>
                <a:spcBef>
                  <a:spcPct val="20000"/>
                </a:spcBef>
                <a:spcAft>
                  <a:spcPts val="0"/>
                </a:spcAft>
                <a:defRPr/>
              </a:pPr>
              <a:r>
                <a:rPr lang="zh-CN" alt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27" name="Text Placeholder 3"/>
            <p:cNvSpPr txBox="1">
              <a:spLocks/>
            </p:cNvSpPr>
            <p:nvPr/>
          </p:nvSpPr>
          <p:spPr>
            <a:xfrm>
              <a:off x="1315497" y="1414663"/>
              <a:ext cx="3432319" cy="39396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128" name="Group 56"/>
          <p:cNvGrpSpPr/>
          <p:nvPr/>
        </p:nvGrpSpPr>
        <p:grpSpPr>
          <a:xfrm>
            <a:off x="8929313" y="4758809"/>
            <a:ext cx="1429084" cy="1106707"/>
            <a:chOff x="1315495" y="1249249"/>
            <a:chExt cx="3432321" cy="559382"/>
          </a:xfrm>
        </p:grpSpPr>
        <p:sp>
          <p:nvSpPr>
            <p:cNvPr id="129" name="Text Placeholder 3"/>
            <p:cNvSpPr txBox="1">
              <a:spLocks/>
            </p:cNvSpPr>
            <p:nvPr/>
          </p:nvSpPr>
          <p:spPr>
            <a:xfrm>
              <a:off x="1315495" y="1249249"/>
              <a:ext cx="3432319" cy="144416"/>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120225" fontAlgn="auto">
                <a:lnSpc>
                  <a:spcPct val="120000"/>
                </a:lnSpc>
                <a:spcBef>
                  <a:spcPct val="20000"/>
                </a:spcBef>
                <a:spcAft>
                  <a:spcPts val="0"/>
                </a:spcAft>
                <a:defRPr/>
              </a:pPr>
              <a:r>
                <a:rPr lang="zh-CN" alt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30" name="Text Placeholder 3"/>
            <p:cNvSpPr txBox="1">
              <a:spLocks/>
            </p:cNvSpPr>
            <p:nvPr/>
          </p:nvSpPr>
          <p:spPr>
            <a:xfrm>
              <a:off x="1315497" y="1414663"/>
              <a:ext cx="3432319" cy="39396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131" name="Group 56"/>
          <p:cNvGrpSpPr/>
          <p:nvPr/>
        </p:nvGrpSpPr>
        <p:grpSpPr>
          <a:xfrm>
            <a:off x="10637779" y="4326769"/>
            <a:ext cx="1429084" cy="1106705"/>
            <a:chOff x="1315495" y="1249250"/>
            <a:chExt cx="3432321" cy="559381"/>
          </a:xfrm>
        </p:grpSpPr>
        <p:sp>
          <p:nvSpPr>
            <p:cNvPr id="132" name="Text Placeholder 3"/>
            <p:cNvSpPr txBox="1">
              <a:spLocks/>
            </p:cNvSpPr>
            <p:nvPr/>
          </p:nvSpPr>
          <p:spPr>
            <a:xfrm>
              <a:off x="1315495" y="1249250"/>
              <a:ext cx="3432319" cy="144416"/>
            </a:xfrm>
            <a:prstGeom prst="rect">
              <a:avLst/>
            </a:prstGeom>
          </p:spPr>
          <p:txBody>
            <a:bodyPr wrap="squar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1120225" fontAlgn="auto">
                <a:lnSpc>
                  <a:spcPct val="120000"/>
                </a:lnSpc>
                <a:spcBef>
                  <a:spcPct val="20000"/>
                </a:spcBef>
                <a:spcAft>
                  <a:spcPts val="0"/>
                </a:spcAft>
                <a:defRPr/>
              </a:pPr>
              <a:r>
                <a:rPr lang="zh-CN" alt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33" name="Text Placeholder 3"/>
            <p:cNvSpPr txBox="1">
              <a:spLocks/>
            </p:cNvSpPr>
            <p:nvPr/>
          </p:nvSpPr>
          <p:spPr>
            <a:xfrm>
              <a:off x="1315497" y="1414663"/>
              <a:ext cx="3432319" cy="39396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spTree>
    <p:extLst>
      <p:ext uri="{BB962C8B-B14F-4D97-AF65-F5344CB8AC3E}">
        <p14:creationId xmlns:p14="http://schemas.microsoft.com/office/powerpoint/2010/main" val="4243781003"/>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
                                        </p:tgtEl>
                                        <p:attrNameLst>
                                          <p:attrName>ppt_y</p:attrName>
                                        </p:attrNameLst>
                                      </p:cBhvr>
                                      <p:tavLst>
                                        <p:tav tm="0">
                                          <p:val>
                                            <p:strVal val="#ppt_y"/>
                                          </p:val>
                                        </p:tav>
                                        <p:tav tm="100000">
                                          <p:val>
                                            <p:strVal val="#ppt_y"/>
                                          </p:val>
                                        </p:tav>
                                      </p:tavLst>
                                    </p:anim>
                                    <p:anim calcmode="lin" valueType="num">
                                      <p:cBhvr>
                                        <p:cTn id="9" dur="500" fill="hold"/>
                                        <p:tgtEl>
                                          <p:spTgt spid="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
                                        </p:tgtEl>
                                      </p:cBhvr>
                                    </p:animEffect>
                                  </p:childTnLst>
                                </p:cTn>
                              </p:par>
                            </p:childTnLst>
                          </p:cTn>
                        </p:par>
                        <p:par>
                          <p:cTn id="12" fill="hold">
                            <p:stCondLst>
                              <p:cond delay="850"/>
                            </p:stCondLst>
                            <p:childTnLst>
                              <p:par>
                                <p:cTn id="13" presetID="22" presetClass="entr" presetSubtype="2" fill="hold" grpId="0" nodeType="afterEffect">
                                  <p:stCondLst>
                                    <p:cond delay="0"/>
                                  </p:stCondLst>
                                  <p:childTnLst>
                                    <p:set>
                                      <p:cBhvr>
                                        <p:cTn id="14" dur="1" fill="hold">
                                          <p:stCondLst>
                                            <p:cond delay="0"/>
                                          </p:stCondLst>
                                        </p:cTn>
                                        <p:tgtEl>
                                          <p:spTgt spid="88"/>
                                        </p:tgtEl>
                                        <p:attrNameLst>
                                          <p:attrName>style.visibility</p:attrName>
                                        </p:attrNameLst>
                                      </p:cBhvr>
                                      <p:to>
                                        <p:strVal val="visible"/>
                                      </p:to>
                                    </p:set>
                                    <p:animEffect transition="in" filter="wipe(right)">
                                      <p:cBhvr>
                                        <p:cTn id="15" dur="500"/>
                                        <p:tgtEl>
                                          <p:spTgt spid="88"/>
                                        </p:tgtEl>
                                      </p:cBhvr>
                                    </p:animEffect>
                                  </p:childTnLst>
                                </p:cTn>
                              </p:par>
                            </p:childTnLst>
                          </p:cTn>
                        </p:par>
                        <p:par>
                          <p:cTn id="16" fill="hold">
                            <p:stCondLst>
                              <p:cond delay="1350"/>
                            </p:stCondLst>
                            <p:childTnLst>
                              <p:par>
                                <p:cTn id="17" presetID="22" presetClass="entr" presetSubtype="1" fill="hold" grpId="0" nodeType="afterEffect">
                                  <p:stCondLst>
                                    <p:cond delay="0"/>
                                  </p:stCondLst>
                                  <p:childTnLst>
                                    <p:set>
                                      <p:cBhvr>
                                        <p:cTn id="18" dur="1" fill="hold">
                                          <p:stCondLst>
                                            <p:cond delay="0"/>
                                          </p:stCondLst>
                                        </p:cTn>
                                        <p:tgtEl>
                                          <p:spTgt spid="89"/>
                                        </p:tgtEl>
                                        <p:attrNameLst>
                                          <p:attrName>style.visibility</p:attrName>
                                        </p:attrNameLst>
                                      </p:cBhvr>
                                      <p:to>
                                        <p:strVal val="visible"/>
                                      </p:to>
                                    </p:set>
                                    <p:animEffect transition="in" filter="wipe(up)">
                                      <p:cBhvr>
                                        <p:cTn id="19" dur="500"/>
                                        <p:tgtEl>
                                          <p:spTgt spid="89"/>
                                        </p:tgtEl>
                                      </p:cBhvr>
                                    </p:animEffect>
                                  </p:childTnLst>
                                </p:cTn>
                              </p:par>
                            </p:childTnLst>
                          </p:cTn>
                        </p:par>
                        <p:par>
                          <p:cTn id="20" fill="hold">
                            <p:stCondLst>
                              <p:cond delay="1850"/>
                            </p:stCondLst>
                            <p:childTnLst>
                              <p:par>
                                <p:cTn id="21" presetID="53" presetClass="entr" presetSubtype="0" fill="hold" grpId="0" nodeType="afterEffect">
                                  <p:stCondLst>
                                    <p:cond delay="0"/>
                                  </p:stCondLst>
                                  <p:childTnLst>
                                    <p:set>
                                      <p:cBhvr>
                                        <p:cTn id="22" dur="1" fill="hold">
                                          <p:stCondLst>
                                            <p:cond delay="0"/>
                                          </p:stCondLst>
                                        </p:cTn>
                                        <p:tgtEl>
                                          <p:spTgt spid="94"/>
                                        </p:tgtEl>
                                        <p:attrNameLst>
                                          <p:attrName>style.visibility</p:attrName>
                                        </p:attrNameLst>
                                      </p:cBhvr>
                                      <p:to>
                                        <p:strVal val="visible"/>
                                      </p:to>
                                    </p:set>
                                    <p:anim calcmode="lin" valueType="num">
                                      <p:cBhvr>
                                        <p:cTn id="23" dur="500" fill="hold"/>
                                        <p:tgtEl>
                                          <p:spTgt spid="94"/>
                                        </p:tgtEl>
                                        <p:attrNameLst>
                                          <p:attrName>ppt_w</p:attrName>
                                        </p:attrNameLst>
                                      </p:cBhvr>
                                      <p:tavLst>
                                        <p:tav tm="0">
                                          <p:val>
                                            <p:fltVal val="0"/>
                                          </p:val>
                                        </p:tav>
                                        <p:tav tm="100000">
                                          <p:val>
                                            <p:strVal val="#ppt_w"/>
                                          </p:val>
                                        </p:tav>
                                      </p:tavLst>
                                    </p:anim>
                                    <p:anim calcmode="lin" valueType="num">
                                      <p:cBhvr>
                                        <p:cTn id="24" dur="500" fill="hold"/>
                                        <p:tgtEl>
                                          <p:spTgt spid="94"/>
                                        </p:tgtEl>
                                        <p:attrNameLst>
                                          <p:attrName>ppt_h</p:attrName>
                                        </p:attrNameLst>
                                      </p:cBhvr>
                                      <p:tavLst>
                                        <p:tav tm="0">
                                          <p:val>
                                            <p:fltVal val="0"/>
                                          </p:val>
                                        </p:tav>
                                        <p:tav tm="100000">
                                          <p:val>
                                            <p:strVal val="#ppt_h"/>
                                          </p:val>
                                        </p:tav>
                                      </p:tavLst>
                                    </p:anim>
                                    <p:animEffect transition="in" filter="fade">
                                      <p:cBhvr>
                                        <p:cTn id="25" dur="500"/>
                                        <p:tgtEl>
                                          <p:spTgt spid="94"/>
                                        </p:tgtEl>
                                      </p:cBhvr>
                                    </p:animEffect>
                                  </p:childTnLst>
                                </p:cTn>
                              </p:par>
                            </p:childTnLst>
                          </p:cTn>
                        </p:par>
                        <p:par>
                          <p:cTn id="26" fill="hold">
                            <p:stCondLst>
                              <p:cond delay="2350"/>
                            </p:stCondLst>
                            <p:childTnLst>
                              <p:par>
                                <p:cTn id="27" presetID="22" presetClass="entr" presetSubtype="1" fill="hold" nodeType="afterEffect">
                                  <p:stCondLst>
                                    <p:cond delay="0"/>
                                  </p:stCondLst>
                                  <p:childTnLst>
                                    <p:set>
                                      <p:cBhvr>
                                        <p:cTn id="28" dur="1" fill="hold">
                                          <p:stCondLst>
                                            <p:cond delay="0"/>
                                          </p:stCondLst>
                                        </p:cTn>
                                        <p:tgtEl>
                                          <p:spTgt spid="99"/>
                                        </p:tgtEl>
                                        <p:attrNameLst>
                                          <p:attrName>style.visibility</p:attrName>
                                        </p:attrNameLst>
                                      </p:cBhvr>
                                      <p:to>
                                        <p:strVal val="visible"/>
                                      </p:to>
                                    </p:set>
                                    <p:animEffect transition="in" filter="wipe(up)">
                                      <p:cBhvr>
                                        <p:cTn id="29" dur="500"/>
                                        <p:tgtEl>
                                          <p:spTgt spid="99"/>
                                        </p:tgtEl>
                                      </p:cBhvr>
                                    </p:animEffect>
                                  </p:childTnLst>
                                </p:cTn>
                              </p:par>
                            </p:childTnLst>
                          </p:cTn>
                        </p:par>
                        <p:par>
                          <p:cTn id="30" fill="hold">
                            <p:stCondLst>
                              <p:cond delay="2850"/>
                            </p:stCondLst>
                            <p:childTnLst>
                              <p:par>
                                <p:cTn id="31" presetID="22" presetClass="entr" presetSubtype="1" fill="hold" grpId="0" nodeType="afterEffect">
                                  <p:stCondLst>
                                    <p:cond delay="0"/>
                                  </p:stCondLst>
                                  <p:childTnLst>
                                    <p:set>
                                      <p:cBhvr>
                                        <p:cTn id="32" dur="1" fill="hold">
                                          <p:stCondLst>
                                            <p:cond delay="0"/>
                                          </p:stCondLst>
                                        </p:cTn>
                                        <p:tgtEl>
                                          <p:spTgt spid="91"/>
                                        </p:tgtEl>
                                        <p:attrNameLst>
                                          <p:attrName>style.visibility</p:attrName>
                                        </p:attrNameLst>
                                      </p:cBhvr>
                                      <p:to>
                                        <p:strVal val="visible"/>
                                      </p:to>
                                    </p:set>
                                    <p:animEffect transition="in" filter="wipe(up)">
                                      <p:cBhvr>
                                        <p:cTn id="33" dur="500"/>
                                        <p:tgtEl>
                                          <p:spTgt spid="91"/>
                                        </p:tgtEl>
                                      </p:cBhvr>
                                    </p:animEffect>
                                  </p:childTnLst>
                                </p:cTn>
                              </p:par>
                            </p:childTnLst>
                          </p:cTn>
                        </p:par>
                        <p:par>
                          <p:cTn id="34" fill="hold">
                            <p:stCondLst>
                              <p:cond delay="3350"/>
                            </p:stCondLst>
                            <p:childTnLst>
                              <p:par>
                                <p:cTn id="35" presetID="53" presetClass="entr" presetSubtype="0" fill="hold" grpId="0" nodeType="afterEffect">
                                  <p:stCondLst>
                                    <p:cond delay="0"/>
                                  </p:stCondLst>
                                  <p:childTnLst>
                                    <p:set>
                                      <p:cBhvr>
                                        <p:cTn id="36" dur="1" fill="hold">
                                          <p:stCondLst>
                                            <p:cond delay="0"/>
                                          </p:stCondLst>
                                        </p:cTn>
                                        <p:tgtEl>
                                          <p:spTgt spid="95"/>
                                        </p:tgtEl>
                                        <p:attrNameLst>
                                          <p:attrName>style.visibility</p:attrName>
                                        </p:attrNameLst>
                                      </p:cBhvr>
                                      <p:to>
                                        <p:strVal val="visible"/>
                                      </p:to>
                                    </p:set>
                                    <p:anim calcmode="lin" valueType="num">
                                      <p:cBhvr>
                                        <p:cTn id="37" dur="500" fill="hold"/>
                                        <p:tgtEl>
                                          <p:spTgt spid="95"/>
                                        </p:tgtEl>
                                        <p:attrNameLst>
                                          <p:attrName>ppt_w</p:attrName>
                                        </p:attrNameLst>
                                      </p:cBhvr>
                                      <p:tavLst>
                                        <p:tav tm="0">
                                          <p:val>
                                            <p:fltVal val="0"/>
                                          </p:val>
                                        </p:tav>
                                        <p:tav tm="100000">
                                          <p:val>
                                            <p:strVal val="#ppt_w"/>
                                          </p:val>
                                        </p:tav>
                                      </p:tavLst>
                                    </p:anim>
                                    <p:anim calcmode="lin" valueType="num">
                                      <p:cBhvr>
                                        <p:cTn id="38" dur="500" fill="hold"/>
                                        <p:tgtEl>
                                          <p:spTgt spid="95"/>
                                        </p:tgtEl>
                                        <p:attrNameLst>
                                          <p:attrName>ppt_h</p:attrName>
                                        </p:attrNameLst>
                                      </p:cBhvr>
                                      <p:tavLst>
                                        <p:tav tm="0">
                                          <p:val>
                                            <p:fltVal val="0"/>
                                          </p:val>
                                        </p:tav>
                                        <p:tav tm="100000">
                                          <p:val>
                                            <p:strVal val="#ppt_h"/>
                                          </p:val>
                                        </p:tav>
                                      </p:tavLst>
                                    </p:anim>
                                    <p:animEffect transition="in" filter="fade">
                                      <p:cBhvr>
                                        <p:cTn id="39" dur="500"/>
                                        <p:tgtEl>
                                          <p:spTgt spid="95"/>
                                        </p:tgtEl>
                                      </p:cBhvr>
                                    </p:animEffect>
                                  </p:childTnLst>
                                </p:cTn>
                              </p:par>
                            </p:childTnLst>
                          </p:cTn>
                        </p:par>
                        <p:par>
                          <p:cTn id="40" fill="hold">
                            <p:stCondLst>
                              <p:cond delay="3850"/>
                            </p:stCondLst>
                            <p:childTnLst>
                              <p:par>
                                <p:cTn id="41" presetID="22" presetClass="entr" presetSubtype="1" fill="hold" nodeType="afterEffect">
                                  <p:stCondLst>
                                    <p:cond delay="0"/>
                                  </p:stCondLst>
                                  <p:childTnLst>
                                    <p:set>
                                      <p:cBhvr>
                                        <p:cTn id="42" dur="1" fill="hold">
                                          <p:stCondLst>
                                            <p:cond delay="0"/>
                                          </p:stCondLst>
                                        </p:cTn>
                                        <p:tgtEl>
                                          <p:spTgt spid="103"/>
                                        </p:tgtEl>
                                        <p:attrNameLst>
                                          <p:attrName>style.visibility</p:attrName>
                                        </p:attrNameLst>
                                      </p:cBhvr>
                                      <p:to>
                                        <p:strVal val="visible"/>
                                      </p:to>
                                    </p:set>
                                    <p:animEffect transition="in" filter="wipe(up)">
                                      <p:cBhvr>
                                        <p:cTn id="43" dur="500"/>
                                        <p:tgtEl>
                                          <p:spTgt spid="103"/>
                                        </p:tgtEl>
                                      </p:cBhvr>
                                    </p:animEffect>
                                  </p:childTnLst>
                                </p:cTn>
                              </p:par>
                            </p:childTnLst>
                          </p:cTn>
                        </p:par>
                        <p:par>
                          <p:cTn id="44" fill="hold">
                            <p:stCondLst>
                              <p:cond delay="4350"/>
                            </p:stCondLst>
                            <p:childTnLst>
                              <p:par>
                                <p:cTn id="45" presetID="22" presetClass="entr" presetSubtype="1" fill="hold" grpId="0" nodeType="afterEffect">
                                  <p:stCondLst>
                                    <p:cond delay="0"/>
                                  </p:stCondLst>
                                  <p:childTnLst>
                                    <p:set>
                                      <p:cBhvr>
                                        <p:cTn id="46" dur="1" fill="hold">
                                          <p:stCondLst>
                                            <p:cond delay="0"/>
                                          </p:stCondLst>
                                        </p:cTn>
                                        <p:tgtEl>
                                          <p:spTgt spid="90"/>
                                        </p:tgtEl>
                                        <p:attrNameLst>
                                          <p:attrName>style.visibility</p:attrName>
                                        </p:attrNameLst>
                                      </p:cBhvr>
                                      <p:to>
                                        <p:strVal val="visible"/>
                                      </p:to>
                                    </p:set>
                                    <p:animEffect transition="in" filter="wipe(up)">
                                      <p:cBhvr>
                                        <p:cTn id="47" dur="500"/>
                                        <p:tgtEl>
                                          <p:spTgt spid="90"/>
                                        </p:tgtEl>
                                      </p:cBhvr>
                                    </p:animEffect>
                                  </p:childTnLst>
                                </p:cTn>
                              </p:par>
                            </p:childTnLst>
                          </p:cTn>
                        </p:par>
                        <p:par>
                          <p:cTn id="48" fill="hold">
                            <p:stCondLst>
                              <p:cond delay="4850"/>
                            </p:stCondLst>
                            <p:childTnLst>
                              <p:par>
                                <p:cTn id="49" presetID="53" presetClass="entr" presetSubtype="0" fill="hold" grpId="0" nodeType="afterEffect">
                                  <p:stCondLst>
                                    <p:cond delay="0"/>
                                  </p:stCondLst>
                                  <p:childTnLst>
                                    <p:set>
                                      <p:cBhvr>
                                        <p:cTn id="50" dur="1" fill="hold">
                                          <p:stCondLst>
                                            <p:cond delay="0"/>
                                          </p:stCondLst>
                                        </p:cTn>
                                        <p:tgtEl>
                                          <p:spTgt spid="96"/>
                                        </p:tgtEl>
                                        <p:attrNameLst>
                                          <p:attrName>style.visibility</p:attrName>
                                        </p:attrNameLst>
                                      </p:cBhvr>
                                      <p:to>
                                        <p:strVal val="visible"/>
                                      </p:to>
                                    </p:set>
                                    <p:anim calcmode="lin" valueType="num">
                                      <p:cBhvr>
                                        <p:cTn id="51" dur="500" fill="hold"/>
                                        <p:tgtEl>
                                          <p:spTgt spid="96"/>
                                        </p:tgtEl>
                                        <p:attrNameLst>
                                          <p:attrName>ppt_w</p:attrName>
                                        </p:attrNameLst>
                                      </p:cBhvr>
                                      <p:tavLst>
                                        <p:tav tm="0">
                                          <p:val>
                                            <p:fltVal val="0"/>
                                          </p:val>
                                        </p:tav>
                                        <p:tav tm="100000">
                                          <p:val>
                                            <p:strVal val="#ppt_w"/>
                                          </p:val>
                                        </p:tav>
                                      </p:tavLst>
                                    </p:anim>
                                    <p:anim calcmode="lin" valueType="num">
                                      <p:cBhvr>
                                        <p:cTn id="52" dur="500" fill="hold"/>
                                        <p:tgtEl>
                                          <p:spTgt spid="96"/>
                                        </p:tgtEl>
                                        <p:attrNameLst>
                                          <p:attrName>ppt_h</p:attrName>
                                        </p:attrNameLst>
                                      </p:cBhvr>
                                      <p:tavLst>
                                        <p:tav tm="0">
                                          <p:val>
                                            <p:fltVal val="0"/>
                                          </p:val>
                                        </p:tav>
                                        <p:tav tm="100000">
                                          <p:val>
                                            <p:strVal val="#ppt_h"/>
                                          </p:val>
                                        </p:tav>
                                      </p:tavLst>
                                    </p:anim>
                                    <p:animEffect transition="in" filter="fade">
                                      <p:cBhvr>
                                        <p:cTn id="53" dur="500"/>
                                        <p:tgtEl>
                                          <p:spTgt spid="96"/>
                                        </p:tgtEl>
                                      </p:cBhvr>
                                    </p:animEffect>
                                  </p:childTnLst>
                                </p:cTn>
                              </p:par>
                            </p:childTnLst>
                          </p:cTn>
                        </p:par>
                        <p:par>
                          <p:cTn id="54" fill="hold">
                            <p:stCondLst>
                              <p:cond delay="5350"/>
                            </p:stCondLst>
                            <p:childTnLst>
                              <p:par>
                                <p:cTn id="55" presetID="22" presetClass="entr" presetSubtype="1" fill="hold" nodeType="afterEffect">
                                  <p:stCondLst>
                                    <p:cond delay="0"/>
                                  </p:stCondLst>
                                  <p:childTnLst>
                                    <p:set>
                                      <p:cBhvr>
                                        <p:cTn id="56" dur="1" fill="hold">
                                          <p:stCondLst>
                                            <p:cond delay="0"/>
                                          </p:stCondLst>
                                        </p:cTn>
                                        <p:tgtEl>
                                          <p:spTgt spid="107"/>
                                        </p:tgtEl>
                                        <p:attrNameLst>
                                          <p:attrName>style.visibility</p:attrName>
                                        </p:attrNameLst>
                                      </p:cBhvr>
                                      <p:to>
                                        <p:strVal val="visible"/>
                                      </p:to>
                                    </p:set>
                                    <p:animEffect transition="in" filter="wipe(up)">
                                      <p:cBhvr>
                                        <p:cTn id="57" dur="500"/>
                                        <p:tgtEl>
                                          <p:spTgt spid="107"/>
                                        </p:tgtEl>
                                      </p:cBhvr>
                                    </p:animEffect>
                                  </p:childTnLst>
                                </p:cTn>
                              </p:par>
                            </p:childTnLst>
                          </p:cTn>
                        </p:par>
                        <p:par>
                          <p:cTn id="58" fill="hold">
                            <p:stCondLst>
                              <p:cond delay="5850"/>
                            </p:stCondLst>
                            <p:childTnLst>
                              <p:par>
                                <p:cTn id="59" presetID="22" presetClass="entr" presetSubtype="1" fill="hold" grpId="0" nodeType="afterEffect">
                                  <p:stCondLst>
                                    <p:cond delay="0"/>
                                  </p:stCondLst>
                                  <p:childTnLst>
                                    <p:set>
                                      <p:cBhvr>
                                        <p:cTn id="60" dur="1" fill="hold">
                                          <p:stCondLst>
                                            <p:cond delay="0"/>
                                          </p:stCondLst>
                                        </p:cTn>
                                        <p:tgtEl>
                                          <p:spTgt spid="92"/>
                                        </p:tgtEl>
                                        <p:attrNameLst>
                                          <p:attrName>style.visibility</p:attrName>
                                        </p:attrNameLst>
                                      </p:cBhvr>
                                      <p:to>
                                        <p:strVal val="visible"/>
                                      </p:to>
                                    </p:set>
                                    <p:animEffect transition="in" filter="wipe(up)">
                                      <p:cBhvr>
                                        <p:cTn id="61" dur="500"/>
                                        <p:tgtEl>
                                          <p:spTgt spid="92"/>
                                        </p:tgtEl>
                                      </p:cBhvr>
                                    </p:animEffect>
                                  </p:childTnLst>
                                </p:cTn>
                              </p:par>
                            </p:childTnLst>
                          </p:cTn>
                        </p:par>
                        <p:par>
                          <p:cTn id="62" fill="hold">
                            <p:stCondLst>
                              <p:cond delay="6350"/>
                            </p:stCondLst>
                            <p:childTnLst>
                              <p:par>
                                <p:cTn id="63" presetID="53" presetClass="entr" presetSubtype="0" fill="hold" grpId="0" nodeType="afterEffect">
                                  <p:stCondLst>
                                    <p:cond delay="0"/>
                                  </p:stCondLst>
                                  <p:childTnLst>
                                    <p:set>
                                      <p:cBhvr>
                                        <p:cTn id="64" dur="1" fill="hold">
                                          <p:stCondLst>
                                            <p:cond delay="0"/>
                                          </p:stCondLst>
                                        </p:cTn>
                                        <p:tgtEl>
                                          <p:spTgt spid="97"/>
                                        </p:tgtEl>
                                        <p:attrNameLst>
                                          <p:attrName>style.visibility</p:attrName>
                                        </p:attrNameLst>
                                      </p:cBhvr>
                                      <p:to>
                                        <p:strVal val="visible"/>
                                      </p:to>
                                    </p:set>
                                    <p:anim calcmode="lin" valueType="num">
                                      <p:cBhvr>
                                        <p:cTn id="65" dur="500" fill="hold"/>
                                        <p:tgtEl>
                                          <p:spTgt spid="97"/>
                                        </p:tgtEl>
                                        <p:attrNameLst>
                                          <p:attrName>ppt_w</p:attrName>
                                        </p:attrNameLst>
                                      </p:cBhvr>
                                      <p:tavLst>
                                        <p:tav tm="0">
                                          <p:val>
                                            <p:fltVal val="0"/>
                                          </p:val>
                                        </p:tav>
                                        <p:tav tm="100000">
                                          <p:val>
                                            <p:strVal val="#ppt_w"/>
                                          </p:val>
                                        </p:tav>
                                      </p:tavLst>
                                    </p:anim>
                                    <p:anim calcmode="lin" valueType="num">
                                      <p:cBhvr>
                                        <p:cTn id="66" dur="500" fill="hold"/>
                                        <p:tgtEl>
                                          <p:spTgt spid="97"/>
                                        </p:tgtEl>
                                        <p:attrNameLst>
                                          <p:attrName>ppt_h</p:attrName>
                                        </p:attrNameLst>
                                      </p:cBhvr>
                                      <p:tavLst>
                                        <p:tav tm="0">
                                          <p:val>
                                            <p:fltVal val="0"/>
                                          </p:val>
                                        </p:tav>
                                        <p:tav tm="100000">
                                          <p:val>
                                            <p:strVal val="#ppt_h"/>
                                          </p:val>
                                        </p:tav>
                                      </p:tavLst>
                                    </p:anim>
                                    <p:animEffect transition="in" filter="fade">
                                      <p:cBhvr>
                                        <p:cTn id="67" dur="500"/>
                                        <p:tgtEl>
                                          <p:spTgt spid="97"/>
                                        </p:tgtEl>
                                      </p:cBhvr>
                                    </p:animEffect>
                                  </p:childTnLst>
                                </p:cTn>
                              </p:par>
                            </p:childTnLst>
                          </p:cTn>
                        </p:par>
                        <p:par>
                          <p:cTn id="68" fill="hold">
                            <p:stCondLst>
                              <p:cond delay="6850"/>
                            </p:stCondLst>
                            <p:childTnLst>
                              <p:par>
                                <p:cTn id="69" presetID="22" presetClass="entr" presetSubtype="1" fill="hold" nodeType="afterEffect">
                                  <p:stCondLst>
                                    <p:cond delay="0"/>
                                  </p:stCondLst>
                                  <p:childTnLst>
                                    <p:set>
                                      <p:cBhvr>
                                        <p:cTn id="70" dur="1" fill="hold">
                                          <p:stCondLst>
                                            <p:cond delay="0"/>
                                          </p:stCondLst>
                                        </p:cTn>
                                        <p:tgtEl>
                                          <p:spTgt spid="111"/>
                                        </p:tgtEl>
                                        <p:attrNameLst>
                                          <p:attrName>style.visibility</p:attrName>
                                        </p:attrNameLst>
                                      </p:cBhvr>
                                      <p:to>
                                        <p:strVal val="visible"/>
                                      </p:to>
                                    </p:set>
                                    <p:animEffect transition="in" filter="wipe(up)">
                                      <p:cBhvr>
                                        <p:cTn id="71" dur="500"/>
                                        <p:tgtEl>
                                          <p:spTgt spid="111"/>
                                        </p:tgtEl>
                                      </p:cBhvr>
                                    </p:animEffect>
                                  </p:childTnLst>
                                </p:cTn>
                              </p:par>
                            </p:childTnLst>
                          </p:cTn>
                        </p:par>
                        <p:par>
                          <p:cTn id="72" fill="hold">
                            <p:stCondLst>
                              <p:cond delay="7350"/>
                            </p:stCondLst>
                            <p:childTnLst>
                              <p:par>
                                <p:cTn id="73" presetID="22" presetClass="entr" presetSubtype="1" fill="hold" grpId="0" nodeType="afterEffect">
                                  <p:stCondLst>
                                    <p:cond delay="0"/>
                                  </p:stCondLst>
                                  <p:childTnLst>
                                    <p:set>
                                      <p:cBhvr>
                                        <p:cTn id="74" dur="1" fill="hold">
                                          <p:stCondLst>
                                            <p:cond delay="0"/>
                                          </p:stCondLst>
                                        </p:cTn>
                                        <p:tgtEl>
                                          <p:spTgt spid="93"/>
                                        </p:tgtEl>
                                        <p:attrNameLst>
                                          <p:attrName>style.visibility</p:attrName>
                                        </p:attrNameLst>
                                      </p:cBhvr>
                                      <p:to>
                                        <p:strVal val="visible"/>
                                      </p:to>
                                    </p:set>
                                    <p:animEffect transition="in" filter="wipe(up)">
                                      <p:cBhvr>
                                        <p:cTn id="75" dur="500"/>
                                        <p:tgtEl>
                                          <p:spTgt spid="93"/>
                                        </p:tgtEl>
                                      </p:cBhvr>
                                    </p:animEffect>
                                  </p:childTnLst>
                                </p:cTn>
                              </p:par>
                            </p:childTnLst>
                          </p:cTn>
                        </p:par>
                        <p:par>
                          <p:cTn id="76" fill="hold">
                            <p:stCondLst>
                              <p:cond delay="7850"/>
                            </p:stCondLst>
                            <p:childTnLst>
                              <p:par>
                                <p:cTn id="77" presetID="53" presetClass="entr" presetSubtype="0" fill="hold" grpId="0" nodeType="afterEffect">
                                  <p:stCondLst>
                                    <p:cond delay="0"/>
                                  </p:stCondLst>
                                  <p:childTnLst>
                                    <p:set>
                                      <p:cBhvr>
                                        <p:cTn id="78" dur="1" fill="hold">
                                          <p:stCondLst>
                                            <p:cond delay="0"/>
                                          </p:stCondLst>
                                        </p:cTn>
                                        <p:tgtEl>
                                          <p:spTgt spid="98"/>
                                        </p:tgtEl>
                                        <p:attrNameLst>
                                          <p:attrName>style.visibility</p:attrName>
                                        </p:attrNameLst>
                                      </p:cBhvr>
                                      <p:to>
                                        <p:strVal val="visible"/>
                                      </p:to>
                                    </p:set>
                                    <p:anim calcmode="lin" valueType="num">
                                      <p:cBhvr>
                                        <p:cTn id="79" dur="500" fill="hold"/>
                                        <p:tgtEl>
                                          <p:spTgt spid="98"/>
                                        </p:tgtEl>
                                        <p:attrNameLst>
                                          <p:attrName>ppt_w</p:attrName>
                                        </p:attrNameLst>
                                      </p:cBhvr>
                                      <p:tavLst>
                                        <p:tav tm="0">
                                          <p:val>
                                            <p:fltVal val="0"/>
                                          </p:val>
                                        </p:tav>
                                        <p:tav tm="100000">
                                          <p:val>
                                            <p:strVal val="#ppt_w"/>
                                          </p:val>
                                        </p:tav>
                                      </p:tavLst>
                                    </p:anim>
                                    <p:anim calcmode="lin" valueType="num">
                                      <p:cBhvr>
                                        <p:cTn id="80" dur="500" fill="hold"/>
                                        <p:tgtEl>
                                          <p:spTgt spid="98"/>
                                        </p:tgtEl>
                                        <p:attrNameLst>
                                          <p:attrName>ppt_h</p:attrName>
                                        </p:attrNameLst>
                                      </p:cBhvr>
                                      <p:tavLst>
                                        <p:tav tm="0">
                                          <p:val>
                                            <p:fltVal val="0"/>
                                          </p:val>
                                        </p:tav>
                                        <p:tav tm="100000">
                                          <p:val>
                                            <p:strVal val="#ppt_h"/>
                                          </p:val>
                                        </p:tav>
                                      </p:tavLst>
                                    </p:anim>
                                    <p:animEffect transition="in" filter="fade">
                                      <p:cBhvr>
                                        <p:cTn id="81" dur="500"/>
                                        <p:tgtEl>
                                          <p:spTgt spid="98"/>
                                        </p:tgtEl>
                                      </p:cBhvr>
                                    </p:animEffect>
                                  </p:childTnLst>
                                </p:cTn>
                              </p:par>
                            </p:childTnLst>
                          </p:cTn>
                        </p:par>
                        <p:par>
                          <p:cTn id="82" fill="hold">
                            <p:stCondLst>
                              <p:cond delay="8350"/>
                            </p:stCondLst>
                            <p:childTnLst>
                              <p:par>
                                <p:cTn id="83" presetID="22" presetClass="entr" presetSubtype="1" fill="hold" nodeType="afterEffect">
                                  <p:stCondLst>
                                    <p:cond delay="0"/>
                                  </p:stCondLst>
                                  <p:childTnLst>
                                    <p:set>
                                      <p:cBhvr>
                                        <p:cTn id="84" dur="1" fill="hold">
                                          <p:stCondLst>
                                            <p:cond delay="0"/>
                                          </p:stCondLst>
                                        </p:cTn>
                                        <p:tgtEl>
                                          <p:spTgt spid="115"/>
                                        </p:tgtEl>
                                        <p:attrNameLst>
                                          <p:attrName>style.visibility</p:attrName>
                                        </p:attrNameLst>
                                      </p:cBhvr>
                                      <p:to>
                                        <p:strVal val="visible"/>
                                      </p:to>
                                    </p:set>
                                    <p:animEffect transition="in" filter="wipe(up)">
                                      <p:cBhvr>
                                        <p:cTn id="85" dur="500"/>
                                        <p:tgtEl>
                                          <p:spTgt spid="115"/>
                                        </p:tgtEl>
                                      </p:cBhvr>
                                    </p:animEffect>
                                  </p:childTnLst>
                                </p:cTn>
                              </p:par>
                            </p:childTnLst>
                          </p:cTn>
                        </p:par>
                        <p:par>
                          <p:cTn id="86" fill="hold">
                            <p:stCondLst>
                              <p:cond delay="8850"/>
                            </p:stCondLst>
                            <p:childTnLst>
                              <p:par>
                                <p:cTn id="87" presetID="2" presetClass="entr" presetSubtype="4" accel="50000" decel="50000" fill="hold" nodeType="afterEffect">
                                  <p:stCondLst>
                                    <p:cond delay="0"/>
                                  </p:stCondLst>
                                  <p:childTnLst>
                                    <p:set>
                                      <p:cBhvr>
                                        <p:cTn id="88" dur="1" fill="hold">
                                          <p:stCondLst>
                                            <p:cond delay="0"/>
                                          </p:stCondLst>
                                        </p:cTn>
                                        <p:tgtEl>
                                          <p:spTgt spid="119"/>
                                        </p:tgtEl>
                                        <p:attrNameLst>
                                          <p:attrName>style.visibility</p:attrName>
                                        </p:attrNameLst>
                                      </p:cBhvr>
                                      <p:to>
                                        <p:strVal val="visible"/>
                                      </p:to>
                                    </p:set>
                                    <p:anim calcmode="lin" valueType="num">
                                      <p:cBhvr additive="base">
                                        <p:cTn id="89" dur="500" fill="hold"/>
                                        <p:tgtEl>
                                          <p:spTgt spid="119"/>
                                        </p:tgtEl>
                                        <p:attrNameLst>
                                          <p:attrName>ppt_x</p:attrName>
                                        </p:attrNameLst>
                                      </p:cBhvr>
                                      <p:tavLst>
                                        <p:tav tm="0">
                                          <p:val>
                                            <p:strVal val="#ppt_x"/>
                                          </p:val>
                                        </p:tav>
                                        <p:tav tm="100000">
                                          <p:val>
                                            <p:strVal val="#ppt_x"/>
                                          </p:val>
                                        </p:tav>
                                      </p:tavLst>
                                    </p:anim>
                                    <p:anim calcmode="lin" valueType="num">
                                      <p:cBhvr additive="base">
                                        <p:cTn id="90" dur="500" fill="hold"/>
                                        <p:tgtEl>
                                          <p:spTgt spid="119"/>
                                        </p:tgtEl>
                                        <p:attrNameLst>
                                          <p:attrName>ppt_y</p:attrName>
                                        </p:attrNameLst>
                                      </p:cBhvr>
                                      <p:tavLst>
                                        <p:tav tm="0">
                                          <p:val>
                                            <p:strVal val="1+#ppt_h/2"/>
                                          </p:val>
                                        </p:tav>
                                        <p:tav tm="100000">
                                          <p:val>
                                            <p:strVal val="#ppt_y"/>
                                          </p:val>
                                        </p:tav>
                                      </p:tavLst>
                                    </p:anim>
                                  </p:childTnLst>
                                </p:cTn>
                              </p:par>
                            </p:childTnLst>
                          </p:cTn>
                        </p:par>
                        <p:par>
                          <p:cTn id="91" fill="hold">
                            <p:stCondLst>
                              <p:cond delay="9350"/>
                            </p:stCondLst>
                            <p:childTnLst>
                              <p:par>
                                <p:cTn id="92" presetID="2" presetClass="entr" presetSubtype="4" accel="50000" decel="50000" fill="hold" nodeType="afterEffect">
                                  <p:stCondLst>
                                    <p:cond delay="0"/>
                                  </p:stCondLst>
                                  <p:childTnLst>
                                    <p:set>
                                      <p:cBhvr>
                                        <p:cTn id="93" dur="1" fill="hold">
                                          <p:stCondLst>
                                            <p:cond delay="0"/>
                                          </p:stCondLst>
                                        </p:cTn>
                                        <p:tgtEl>
                                          <p:spTgt spid="122"/>
                                        </p:tgtEl>
                                        <p:attrNameLst>
                                          <p:attrName>style.visibility</p:attrName>
                                        </p:attrNameLst>
                                      </p:cBhvr>
                                      <p:to>
                                        <p:strVal val="visible"/>
                                      </p:to>
                                    </p:set>
                                    <p:anim calcmode="lin" valueType="num">
                                      <p:cBhvr additive="base">
                                        <p:cTn id="94" dur="500" fill="hold"/>
                                        <p:tgtEl>
                                          <p:spTgt spid="122"/>
                                        </p:tgtEl>
                                        <p:attrNameLst>
                                          <p:attrName>ppt_x</p:attrName>
                                        </p:attrNameLst>
                                      </p:cBhvr>
                                      <p:tavLst>
                                        <p:tav tm="0">
                                          <p:val>
                                            <p:strVal val="#ppt_x"/>
                                          </p:val>
                                        </p:tav>
                                        <p:tav tm="100000">
                                          <p:val>
                                            <p:strVal val="#ppt_x"/>
                                          </p:val>
                                        </p:tav>
                                      </p:tavLst>
                                    </p:anim>
                                    <p:anim calcmode="lin" valueType="num">
                                      <p:cBhvr additive="base">
                                        <p:cTn id="95" dur="500" fill="hold"/>
                                        <p:tgtEl>
                                          <p:spTgt spid="122"/>
                                        </p:tgtEl>
                                        <p:attrNameLst>
                                          <p:attrName>ppt_y</p:attrName>
                                        </p:attrNameLst>
                                      </p:cBhvr>
                                      <p:tavLst>
                                        <p:tav tm="0">
                                          <p:val>
                                            <p:strVal val="1+#ppt_h/2"/>
                                          </p:val>
                                        </p:tav>
                                        <p:tav tm="100000">
                                          <p:val>
                                            <p:strVal val="#ppt_y"/>
                                          </p:val>
                                        </p:tav>
                                      </p:tavLst>
                                    </p:anim>
                                  </p:childTnLst>
                                </p:cTn>
                              </p:par>
                            </p:childTnLst>
                          </p:cTn>
                        </p:par>
                        <p:par>
                          <p:cTn id="96" fill="hold">
                            <p:stCondLst>
                              <p:cond delay="9850"/>
                            </p:stCondLst>
                            <p:childTnLst>
                              <p:par>
                                <p:cTn id="97" presetID="2" presetClass="entr" presetSubtype="4" accel="50000" decel="50000" fill="hold" nodeType="afterEffect">
                                  <p:stCondLst>
                                    <p:cond delay="0"/>
                                  </p:stCondLst>
                                  <p:childTnLst>
                                    <p:set>
                                      <p:cBhvr>
                                        <p:cTn id="98" dur="1" fill="hold">
                                          <p:stCondLst>
                                            <p:cond delay="0"/>
                                          </p:stCondLst>
                                        </p:cTn>
                                        <p:tgtEl>
                                          <p:spTgt spid="125"/>
                                        </p:tgtEl>
                                        <p:attrNameLst>
                                          <p:attrName>style.visibility</p:attrName>
                                        </p:attrNameLst>
                                      </p:cBhvr>
                                      <p:to>
                                        <p:strVal val="visible"/>
                                      </p:to>
                                    </p:set>
                                    <p:anim calcmode="lin" valueType="num">
                                      <p:cBhvr additive="base">
                                        <p:cTn id="99" dur="500" fill="hold"/>
                                        <p:tgtEl>
                                          <p:spTgt spid="125"/>
                                        </p:tgtEl>
                                        <p:attrNameLst>
                                          <p:attrName>ppt_x</p:attrName>
                                        </p:attrNameLst>
                                      </p:cBhvr>
                                      <p:tavLst>
                                        <p:tav tm="0">
                                          <p:val>
                                            <p:strVal val="#ppt_x"/>
                                          </p:val>
                                        </p:tav>
                                        <p:tav tm="100000">
                                          <p:val>
                                            <p:strVal val="#ppt_x"/>
                                          </p:val>
                                        </p:tav>
                                      </p:tavLst>
                                    </p:anim>
                                    <p:anim calcmode="lin" valueType="num">
                                      <p:cBhvr additive="base">
                                        <p:cTn id="100" dur="500" fill="hold"/>
                                        <p:tgtEl>
                                          <p:spTgt spid="125"/>
                                        </p:tgtEl>
                                        <p:attrNameLst>
                                          <p:attrName>ppt_y</p:attrName>
                                        </p:attrNameLst>
                                      </p:cBhvr>
                                      <p:tavLst>
                                        <p:tav tm="0">
                                          <p:val>
                                            <p:strVal val="1+#ppt_h/2"/>
                                          </p:val>
                                        </p:tav>
                                        <p:tav tm="100000">
                                          <p:val>
                                            <p:strVal val="#ppt_y"/>
                                          </p:val>
                                        </p:tav>
                                      </p:tavLst>
                                    </p:anim>
                                  </p:childTnLst>
                                </p:cTn>
                              </p:par>
                            </p:childTnLst>
                          </p:cTn>
                        </p:par>
                        <p:par>
                          <p:cTn id="101" fill="hold">
                            <p:stCondLst>
                              <p:cond delay="10350"/>
                            </p:stCondLst>
                            <p:childTnLst>
                              <p:par>
                                <p:cTn id="102" presetID="2" presetClass="entr" presetSubtype="4" accel="50000" decel="50000" fill="hold" nodeType="afterEffect">
                                  <p:stCondLst>
                                    <p:cond delay="0"/>
                                  </p:stCondLst>
                                  <p:childTnLst>
                                    <p:set>
                                      <p:cBhvr>
                                        <p:cTn id="103" dur="1" fill="hold">
                                          <p:stCondLst>
                                            <p:cond delay="0"/>
                                          </p:stCondLst>
                                        </p:cTn>
                                        <p:tgtEl>
                                          <p:spTgt spid="128"/>
                                        </p:tgtEl>
                                        <p:attrNameLst>
                                          <p:attrName>style.visibility</p:attrName>
                                        </p:attrNameLst>
                                      </p:cBhvr>
                                      <p:to>
                                        <p:strVal val="visible"/>
                                      </p:to>
                                    </p:set>
                                    <p:anim calcmode="lin" valueType="num">
                                      <p:cBhvr additive="base">
                                        <p:cTn id="104" dur="500" fill="hold"/>
                                        <p:tgtEl>
                                          <p:spTgt spid="128"/>
                                        </p:tgtEl>
                                        <p:attrNameLst>
                                          <p:attrName>ppt_x</p:attrName>
                                        </p:attrNameLst>
                                      </p:cBhvr>
                                      <p:tavLst>
                                        <p:tav tm="0">
                                          <p:val>
                                            <p:strVal val="#ppt_x"/>
                                          </p:val>
                                        </p:tav>
                                        <p:tav tm="100000">
                                          <p:val>
                                            <p:strVal val="#ppt_x"/>
                                          </p:val>
                                        </p:tav>
                                      </p:tavLst>
                                    </p:anim>
                                    <p:anim calcmode="lin" valueType="num">
                                      <p:cBhvr additive="base">
                                        <p:cTn id="105" dur="500" fill="hold"/>
                                        <p:tgtEl>
                                          <p:spTgt spid="128"/>
                                        </p:tgtEl>
                                        <p:attrNameLst>
                                          <p:attrName>ppt_y</p:attrName>
                                        </p:attrNameLst>
                                      </p:cBhvr>
                                      <p:tavLst>
                                        <p:tav tm="0">
                                          <p:val>
                                            <p:strVal val="1+#ppt_h/2"/>
                                          </p:val>
                                        </p:tav>
                                        <p:tav tm="100000">
                                          <p:val>
                                            <p:strVal val="#ppt_y"/>
                                          </p:val>
                                        </p:tav>
                                      </p:tavLst>
                                    </p:anim>
                                  </p:childTnLst>
                                </p:cTn>
                              </p:par>
                            </p:childTnLst>
                          </p:cTn>
                        </p:par>
                        <p:par>
                          <p:cTn id="106" fill="hold">
                            <p:stCondLst>
                              <p:cond delay="10850"/>
                            </p:stCondLst>
                            <p:childTnLst>
                              <p:par>
                                <p:cTn id="107" presetID="2" presetClass="entr" presetSubtype="4" accel="50000" decel="50000" fill="hold" nodeType="afterEffect">
                                  <p:stCondLst>
                                    <p:cond delay="0"/>
                                  </p:stCondLst>
                                  <p:childTnLst>
                                    <p:set>
                                      <p:cBhvr>
                                        <p:cTn id="108" dur="1" fill="hold">
                                          <p:stCondLst>
                                            <p:cond delay="0"/>
                                          </p:stCondLst>
                                        </p:cTn>
                                        <p:tgtEl>
                                          <p:spTgt spid="131"/>
                                        </p:tgtEl>
                                        <p:attrNameLst>
                                          <p:attrName>style.visibility</p:attrName>
                                        </p:attrNameLst>
                                      </p:cBhvr>
                                      <p:to>
                                        <p:strVal val="visible"/>
                                      </p:to>
                                    </p:set>
                                    <p:anim calcmode="lin" valueType="num">
                                      <p:cBhvr additive="base">
                                        <p:cTn id="109" dur="500" fill="hold"/>
                                        <p:tgtEl>
                                          <p:spTgt spid="131"/>
                                        </p:tgtEl>
                                        <p:attrNameLst>
                                          <p:attrName>ppt_x</p:attrName>
                                        </p:attrNameLst>
                                      </p:cBhvr>
                                      <p:tavLst>
                                        <p:tav tm="0">
                                          <p:val>
                                            <p:strVal val="#ppt_x"/>
                                          </p:val>
                                        </p:tav>
                                        <p:tav tm="100000">
                                          <p:val>
                                            <p:strVal val="#ppt_x"/>
                                          </p:val>
                                        </p:tav>
                                      </p:tavLst>
                                    </p:anim>
                                    <p:anim calcmode="lin" valueType="num">
                                      <p:cBhvr additive="base">
                                        <p:cTn id="110" dur="500" fill="hold"/>
                                        <p:tgtEl>
                                          <p:spTgt spid="1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8"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29" name="Color 1"/>
          <p:cNvSpPr>
            <a:spLocks/>
          </p:cNvSpPr>
          <p:nvPr/>
        </p:nvSpPr>
        <p:spPr bwMode="auto">
          <a:xfrm>
            <a:off x="10049102" y="1755641"/>
            <a:ext cx="3549810" cy="2109508"/>
          </a:xfrm>
          <a:custGeom>
            <a:avLst/>
            <a:gdLst>
              <a:gd name="T0" fmla="*/ 766 w 766"/>
              <a:gd name="T1" fmla="*/ 0 h 453"/>
              <a:gd name="T2" fmla="*/ 670 w 766"/>
              <a:gd name="T3" fmla="*/ 85 h 453"/>
              <a:gd name="T4" fmla="*/ 470 w 766"/>
              <a:gd name="T5" fmla="*/ 390 h 453"/>
              <a:gd name="T6" fmla="*/ 337 w 766"/>
              <a:gd name="T7" fmla="*/ 453 h 453"/>
              <a:gd name="T8" fmla="*/ 0 w 766"/>
              <a:gd name="T9" fmla="*/ 453 h 453"/>
              <a:gd name="T10" fmla="*/ 133 w 766"/>
              <a:gd name="T11" fmla="*/ 390 h 453"/>
              <a:gd name="T12" fmla="*/ 333 w 766"/>
              <a:gd name="T13" fmla="*/ 85 h 453"/>
              <a:gd name="T14" fmla="*/ 429 w 766"/>
              <a:gd name="T15" fmla="*/ 0 h 453"/>
              <a:gd name="T16" fmla="*/ 766 w 766"/>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6" h="453">
                <a:moveTo>
                  <a:pt x="766" y="0"/>
                </a:moveTo>
                <a:cubicBezTo>
                  <a:pt x="766" y="0"/>
                  <a:pt x="720" y="3"/>
                  <a:pt x="670" y="85"/>
                </a:cubicBezTo>
                <a:cubicBezTo>
                  <a:pt x="623" y="161"/>
                  <a:pt x="495" y="357"/>
                  <a:pt x="470" y="390"/>
                </a:cubicBezTo>
                <a:cubicBezTo>
                  <a:pt x="442" y="428"/>
                  <a:pt x="406" y="453"/>
                  <a:pt x="337" y="453"/>
                </a:cubicBezTo>
                <a:cubicBezTo>
                  <a:pt x="0" y="453"/>
                  <a:pt x="0" y="453"/>
                  <a:pt x="0" y="453"/>
                </a:cubicBezTo>
                <a:cubicBezTo>
                  <a:pt x="69" y="453"/>
                  <a:pt x="105" y="428"/>
                  <a:pt x="133" y="390"/>
                </a:cubicBezTo>
                <a:cubicBezTo>
                  <a:pt x="158" y="357"/>
                  <a:pt x="286" y="161"/>
                  <a:pt x="333" y="85"/>
                </a:cubicBezTo>
                <a:cubicBezTo>
                  <a:pt x="383" y="3"/>
                  <a:pt x="429" y="0"/>
                  <a:pt x="429" y="0"/>
                </a:cubicBezTo>
                <a:lnTo>
                  <a:pt x="766" y="0"/>
                </a:lnTo>
                <a:close/>
              </a:path>
            </a:pathLst>
          </a:custGeom>
          <a:solidFill>
            <a:srgbClr val="A491BB"/>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0" name="Color 3"/>
          <p:cNvSpPr>
            <a:spLocks/>
          </p:cNvSpPr>
          <p:nvPr/>
        </p:nvSpPr>
        <p:spPr bwMode="auto">
          <a:xfrm>
            <a:off x="6083742" y="1755641"/>
            <a:ext cx="3547850" cy="2109508"/>
          </a:xfrm>
          <a:custGeom>
            <a:avLst/>
            <a:gdLst>
              <a:gd name="T0" fmla="*/ 766 w 766"/>
              <a:gd name="T1" fmla="*/ 0 h 453"/>
              <a:gd name="T2" fmla="*/ 669 w 766"/>
              <a:gd name="T3" fmla="*/ 85 h 453"/>
              <a:gd name="T4" fmla="*/ 470 w 766"/>
              <a:gd name="T5" fmla="*/ 390 h 453"/>
              <a:gd name="T6" fmla="*/ 337 w 766"/>
              <a:gd name="T7" fmla="*/ 453 h 453"/>
              <a:gd name="T8" fmla="*/ 0 w 766"/>
              <a:gd name="T9" fmla="*/ 453 h 453"/>
              <a:gd name="T10" fmla="*/ 133 w 766"/>
              <a:gd name="T11" fmla="*/ 390 h 453"/>
              <a:gd name="T12" fmla="*/ 332 w 766"/>
              <a:gd name="T13" fmla="*/ 85 h 453"/>
              <a:gd name="T14" fmla="*/ 429 w 766"/>
              <a:gd name="T15" fmla="*/ 0 h 453"/>
              <a:gd name="T16" fmla="*/ 766 w 766"/>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6" h="453">
                <a:moveTo>
                  <a:pt x="766" y="0"/>
                </a:moveTo>
                <a:cubicBezTo>
                  <a:pt x="766" y="0"/>
                  <a:pt x="720" y="3"/>
                  <a:pt x="669" y="85"/>
                </a:cubicBezTo>
                <a:cubicBezTo>
                  <a:pt x="622" y="161"/>
                  <a:pt x="494" y="357"/>
                  <a:pt x="470" y="390"/>
                </a:cubicBezTo>
                <a:cubicBezTo>
                  <a:pt x="441" y="428"/>
                  <a:pt x="406" y="453"/>
                  <a:pt x="337" y="453"/>
                </a:cubicBezTo>
                <a:cubicBezTo>
                  <a:pt x="0" y="453"/>
                  <a:pt x="0" y="453"/>
                  <a:pt x="0" y="453"/>
                </a:cubicBezTo>
                <a:cubicBezTo>
                  <a:pt x="69" y="453"/>
                  <a:pt x="104" y="428"/>
                  <a:pt x="133" y="390"/>
                </a:cubicBezTo>
                <a:cubicBezTo>
                  <a:pt x="157" y="357"/>
                  <a:pt x="285" y="161"/>
                  <a:pt x="332" y="85"/>
                </a:cubicBezTo>
                <a:cubicBezTo>
                  <a:pt x="383" y="3"/>
                  <a:pt x="429" y="0"/>
                  <a:pt x="429" y="0"/>
                </a:cubicBezTo>
                <a:lnTo>
                  <a:pt x="766" y="0"/>
                </a:lnTo>
                <a:close/>
              </a:path>
            </a:pathLst>
          </a:custGeom>
          <a:solidFill>
            <a:srgbClr val="A491BB"/>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1" name="Color 2"/>
          <p:cNvSpPr>
            <a:spLocks/>
          </p:cNvSpPr>
          <p:nvPr/>
        </p:nvSpPr>
        <p:spPr bwMode="auto">
          <a:xfrm>
            <a:off x="8065443" y="1755641"/>
            <a:ext cx="3545890" cy="2109508"/>
          </a:xfrm>
          <a:custGeom>
            <a:avLst/>
            <a:gdLst>
              <a:gd name="T0" fmla="*/ 0 w 765"/>
              <a:gd name="T1" fmla="*/ 0 h 453"/>
              <a:gd name="T2" fmla="*/ 96 w 765"/>
              <a:gd name="T3" fmla="*/ 85 h 453"/>
              <a:gd name="T4" fmla="*/ 295 w 765"/>
              <a:gd name="T5" fmla="*/ 390 h 453"/>
              <a:gd name="T6" fmla="*/ 428 w 765"/>
              <a:gd name="T7" fmla="*/ 453 h 453"/>
              <a:gd name="T8" fmla="*/ 765 w 765"/>
              <a:gd name="T9" fmla="*/ 453 h 453"/>
              <a:gd name="T10" fmla="*/ 632 w 765"/>
              <a:gd name="T11" fmla="*/ 390 h 453"/>
              <a:gd name="T12" fmla="*/ 433 w 765"/>
              <a:gd name="T13" fmla="*/ 85 h 453"/>
              <a:gd name="T14" fmla="*/ 337 w 765"/>
              <a:gd name="T15" fmla="*/ 0 h 453"/>
              <a:gd name="T16" fmla="*/ 0 w 765"/>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5" h="453">
                <a:moveTo>
                  <a:pt x="0" y="0"/>
                </a:moveTo>
                <a:cubicBezTo>
                  <a:pt x="0" y="0"/>
                  <a:pt x="45" y="3"/>
                  <a:pt x="96" y="85"/>
                </a:cubicBezTo>
                <a:cubicBezTo>
                  <a:pt x="143" y="161"/>
                  <a:pt x="271" y="357"/>
                  <a:pt x="295" y="390"/>
                </a:cubicBezTo>
                <a:cubicBezTo>
                  <a:pt x="324" y="428"/>
                  <a:pt x="359" y="453"/>
                  <a:pt x="428" y="453"/>
                </a:cubicBezTo>
                <a:cubicBezTo>
                  <a:pt x="765" y="453"/>
                  <a:pt x="765" y="453"/>
                  <a:pt x="765" y="453"/>
                </a:cubicBezTo>
                <a:cubicBezTo>
                  <a:pt x="696" y="453"/>
                  <a:pt x="661" y="428"/>
                  <a:pt x="632" y="390"/>
                </a:cubicBezTo>
                <a:cubicBezTo>
                  <a:pt x="608" y="357"/>
                  <a:pt x="480" y="161"/>
                  <a:pt x="433" y="85"/>
                </a:cubicBezTo>
                <a:cubicBezTo>
                  <a:pt x="383" y="3"/>
                  <a:pt x="337" y="0"/>
                  <a:pt x="337" y="0"/>
                </a:cubicBezTo>
                <a:lnTo>
                  <a:pt x="0" y="0"/>
                </a:lnTo>
                <a:close/>
              </a:path>
            </a:pathLst>
          </a:custGeom>
          <a:solidFill>
            <a:srgbClr val="77A9D3"/>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2" name="Color 5"/>
          <p:cNvSpPr>
            <a:spLocks/>
          </p:cNvSpPr>
          <p:nvPr/>
        </p:nvSpPr>
        <p:spPr bwMode="auto">
          <a:xfrm>
            <a:off x="2110542" y="1755641"/>
            <a:ext cx="3549810" cy="2109508"/>
          </a:xfrm>
          <a:custGeom>
            <a:avLst/>
            <a:gdLst>
              <a:gd name="T0" fmla="*/ 766 w 766"/>
              <a:gd name="T1" fmla="*/ 0 h 453"/>
              <a:gd name="T2" fmla="*/ 670 w 766"/>
              <a:gd name="T3" fmla="*/ 85 h 453"/>
              <a:gd name="T4" fmla="*/ 470 w 766"/>
              <a:gd name="T5" fmla="*/ 390 h 453"/>
              <a:gd name="T6" fmla="*/ 337 w 766"/>
              <a:gd name="T7" fmla="*/ 453 h 453"/>
              <a:gd name="T8" fmla="*/ 0 w 766"/>
              <a:gd name="T9" fmla="*/ 453 h 453"/>
              <a:gd name="T10" fmla="*/ 133 w 766"/>
              <a:gd name="T11" fmla="*/ 390 h 453"/>
              <a:gd name="T12" fmla="*/ 333 w 766"/>
              <a:gd name="T13" fmla="*/ 85 h 453"/>
              <a:gd name="T14" fmla="*/ 429 w 766"/>
              <a:gd name="T15" fmla="*/ 0 h 453"/>
              <a:gd name="T16" fmla="*/ 766 w 766"/>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6" h="453">
                <a:moveTo>
                  <a:pt x="766" y="0"/>
                </a:moveTo>
                <a:cubicBezTo>
                  <a:pt x="766" y="0"/>
                  <a:pt x="720" y="3"/>
                  <a:pt x="670" y="85"/>
                </a:cubicBezTo>
                <a:cubicBezTo>
                  <a:pt x="623" y="161"/>
                  <a:pt x="495" y="357"/>
                  <a:pt x="470" y="390"/>
                </a:cubicBezTo>
                <a:cubicBezTo>
                  <a:pt x="442" y="428"/>
                  <a:pt x="406" y="453"/>
                  <a:pt x="337" y="453"/>
                </a:cubicBezTo>
                <a:cubicBezTo>
                  <a:pt x="0" y="453"/>
                  <a:pt x="0" y="453"/>
                  <a:pt x="0" y="453"/>
                </a:cubicBezTo>
                <a:cubicBezTo>
                  <a:pt x="69" y="453"/>
                  <a:pt x="105" y="428"/>
                  <a:pt x="133" y="390"/>
                </a:cubicBezTo>
                <a:cubicBezTo>
                  <a:pt x="158" y="357"/>
                  <a:pt x="286" y="161"/>
                  <a:pt x="333" y="85"/>
                </a:cubicBezTo>
                <a:cubicBezTo>
                  <a:pt x="383" y="3"/>
                  <a:pt x="429" y="0"/>
                  <a:pt x="429" y="0"/>
                </a:cubicBezTo>
                <a:lnTo>
                  <a:pt x="766" y="0"/>
                </a:lnTo>
                <a:close/>
              </a:path>
            </a:pathLst>
          </a:custGeom>
          <a:solidFill>
            <a:srgbClr val="A491BB"/>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3" name="Color 4"/>
          <p:cNvSpPr>
            <a:spLocks/>
          </p:cNvSpPr>
          <p:nvPr/>
        </p:nvSpPr>
        <p:spPr bwMode="auto">
          <a:xfrm>
            <a:off x="4094203" y="1755641"/>
            <a:ext cx="3549810" cy="2109508"/>
          </a:xfrm>
          <a:custGeom>
            <a:avLst/>
            <a:gdLst>
              <a:gd name="T0" fmla="*/ 0 w 766"/>
              <a:gd name="T1" fmla="*/ 0 h 453"/>
              <a:gd name="T2" fmla="*/ 96 w 766"/>
              <a:gd name="T3" fmla="*/ 85 h 453"/>
              <a:gd name="T4" fmla="*/ 296 w 766"/>
              <a:gd name="T5" fmla="*/ 390 h 453"/>
              <a:gd name="T6" fmla="*/ 429 w 766"/>
              <a:gd name="T7" fmla="*/ 453 h 453"/>
              <a:gd name="T8" fmla="*/ 766 w 766"/>
              <a:gd name="T9" fmla="*/ 453 h 453"/>
              <a:gd name="T10" fmla="*/ 633 w 766"/>
              <a:gd name="T11" fmla="*/ 390 h 453"/>
              <a:gd name="T12" fmla="*/ 433 w 766"/>
              <a:gd name="T13" fmla="*/ 85 h 453"/>
              <a:gd name="T14" fmla="*/ 337 w 766"/>
              <a:gd name="T15" fmla="*/ 0 h 453"/>
              <a:gd name="T16" fmla="*/ 0 w 766"/>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6" h="453">
                <a:moveTo>
                  <a:pt x="0" y="0"/>
                </a:moveTo>
                <a:cubicBezTo>
                  <a:pt x="0" y="0"/>
                  <a:pt x="46" y="3"/>
                  <a:pt x="96" y="85"/>
                </a:cubicBezTo>
                <a:cubicBezTo>
                  <a:pt x="143" y="161"/>
                  <a:pt x="271" y="357"/>
                  <a:pt x="296" y="390"/>
                </a:cubicBezTo>
                <a:cubicBezTo>
                  <a:pt x="324" y="428"/>
                  <a:pt x="360" y="453"/>
                  <a:pt x="429" y="453"/>
                </a:cubicBezTo>
                <a:cubicBezTo>
                  <a:pt x="766" y="453"/>
                  <a:pt x="766" y="453"/>
                  <a:pt x="766" y="453"/>
                </a:cubicBezTo>
                <a:cubicBezTo>
                  <a:pt x="697" y="453"/>
                  <a:pt x="661" y="428"/>
                  <a:pt x="633" y="390"/>
                </a:cubicBezTo>
                <a:cubicBezTo>
                  <a:pt x="608" y="357"/>
                  <a:pt x="480" y="161"/>
                  <a:pt x="433" y="85"/>
                </a:cubicBezTo>
                <a:cubicBezTo>
                  <a:pt x="383" y="3"/>
                  <a:pt x="337" y="0"/>
                  <a:pt x="337" y="0"/>
                </a:cubicBezTo>
                <a:lnTo>
                  <a:pt x="0" y="0"/>
                </a:lnTo>
                <a:close/>
              </a:path>
            </a:pathLst>
          </a:custGeom>
          <a:solidFill>
            <a:srgbClr val="77A9D3"/>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4" name="Side Color"/>
          <p:cNvSpPr>
            <a:spLocks/>
          </p:cNvSpPr>
          <p:nvPr/>
        </p:nvSpPr>
        <p:spPr bwMode="auto">
          <a:xfrm>
            <a:off x="-1854829" y="1755626"/>
            <a:ext cx="3549810" cy="1252766"/>
          </a:xfrm>
          <a:custGeom>
            <a:avLst/>
            <a:gdLst>
              <a:gd name="T0" fmla="*/ 766 w 766"/>
              <a:gd name="T1" fmla="*/ 0 h 269"/>
              <a:gd name="T2" fmla="*/ 670 w 766"/>
              <a:gd name="T3" fmla="*/ 50 h 269"/>
              <a:gd name="T4" fmla="*/ 470 w 766"/>
              <a:gd name="T5" fmla="*/ 232 h 269"/>
              <a:gd name="T6" fmla="*/ 337 w 766"/>
              <a:gd name="T7" fmla="*/ 269 h 269"/>
              <a:gd name="T8" fmla="*/ 0 w 766"/>
              <a:gd name="T9" fmla="*/ 269 h 269"/>
              <a:gd name="T10" fmla="*/ 133 w 766"/>
              <a:gd name="T11" fmla="*/ 232 h 269"/>
              <a:gd name="T12" fmla="*/ 332 w 766"/>
              <a:gd name="T13" fmla="*/ 50 h 269"/>
              <a:gd name="T14" fmla="*/ 429 w 766"/>
              <a:gd name="T15" fmla="*/ 0 h 269"/>
              <a:gd name="T16" fmla="*/ 766 w 766"/>
              <a:gd name="T17"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6" h="269">
                <a:moveTo>
                  <a:pt x="766" y="0"/>
                </a:moveTo>
                <a:cubicBezTo>
                  <a:pt x="766" y="0"/>
                  <a:pt x="720" y="1"/>
                  <a:pt x="670" y="50"/>
                </a:cubicBezTo>
                <a:cubicBezTo>
                  <a:pt x="623" y="96"/>
                  <a:pt x="495" y="212"/>
                  <a:pt x="470" y="232"/>
                </a:cubicBezTo>
                <a:cubicBezTo>
                  <a:pt x="442" y="255"/>
                  <a:pt x="406" y="269"/>
                  <a:pt x="337" y="269"/>
                </a:cubicBezTo>
                <a:cubicBezTo>
                  <a:pt x="0" y="269"/>
                  <a:pt x="0" y="269"/>
                  <a:pt x="0" y="269"/>
                </a:cubicBezTo>
                <a:cubicBezTo>
                  <a:pt x="69" y="269"/>
                  <a:pt x="104" y="255"/>
                  <a:pt x="133" y="232"/>
                </a:cubicBezTo>
                <a:cubicBezTo>
                  <a:pt x="158" y="212"/>
                  <a:pt x="285" y="96"/>
                  <a:pt x="332" y="50"/>
                </a:cubicBezTo>
                <a:cubicBezTo>
                  <a:pt x="383" y="1"/>
                  <a:pt x="429" y="0"/>
                  <a:pt x="429" y="0"/>
                </a:cubicBezTo>
                <a:lnTo>
                  <a:pt x="766" y="0"/>
                </a:lnTo>
                <a:close/>
              </a:path>
            </a:pathLst>
          </a:custGeom>
          <a:solidFill>
            <a:srgbClr val="A491BB"/>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6" name="TextBox 35"/>
          <p:cNvSpPr txBox="1"/>
          <p:nvPr/>
        </p:nvSpPr>
        <p:spPr>
          <a:xfrm>
            <a:off x="411449" y="1406981"/>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5" name="Color 6"/>
          <p:cNvSpPr>
            <a:spLocks/>
          </p:cNvSpPr>
          <p:nvPr/>
        </p:nvSpPr>
        <p:spPr bwMode="auto">
          <a:xfrm>
            <a:off x="128839" y="1755639"/>
            <a:ext cx="3543930" cy="2109508"/>
          </a:xfrm>
          <a:custGeom>
            <a:avLst/>
            <a:gdLst>
              <a:gd name="T0" fmla="*/ 0 w 765"/>
              <a:gd name="T1" fmla="*/ 0 h 453"/>
              <a:gd name="T2" fmla="*/ 96 w 765"/>
              <a:gd name="T3" fmla="*/ 85 h 453"/>
              <a:gd name="T4" fmla="*/ 295 w 765"/>
              <a:gd name="T5" fmla="*/ 390 h 453"/>
              <a:gd name="T6" fmla="*/ 428 w 765"/>
              <a:gd name="T7" fmla="*/ 453 h 453"/>
              <a:gd name="T8" fmla="*/ 765 w 765"/>
              <a:gd name="T9" fmla="*/ 453 h 453"/>
              <a:gd name="T10" fmla="*/ 632 w 765"/>
              <a:gd name="T11" fmla="*/ 390 h 453"/>
              <a:gd name="T12" fmla="*/ 433 w 765"/>
              <a:gd name="T13" fmla="*/ 85 h 453"/>
              <a:gd name="T14" fmla="*/ 337 w 765"/>
              <a:gd name="T15" fmla="*/ 0 h 453"/>
              <a:gd name="T16" fmla="*/ 0 w 765"/>
              <a:gd name="T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5" h="453">
                <a:moveTo>
                  <a:pt x="0" y="0"/>
                </a:moveTo>
                <a:cubicBezTo>
                  <a:pt x="0" y="0"/>
                  <a:pt x="46" y="3"/>
                  <a:pt x="96" y="85"/>
                </a:cubicBezTo>
                <a:cubicBezTo>
                  <a:pt x="143" y="161"/>
                  <a:pt x="271" y="357"/>
                  <a:pt x="295" y="390"/>
                </a:cubicBezTo>
                <a:cubicBezTo>
                  <a:pt x="324" y="428"/>
                  <a:pt x="359" y="453"/>
                  <a:pt x="428" y="453"/>
                </a:cubicBezTo>
                <a:cubicBezTo>
                  <a:pt x="765" y="453"/>
                  <a:pt x="765" y="453"/>
                  <a:pt x="765" y="453"/>
                </a:cubicBezTo>
                <a:cubicBezTo>
                  <a:pt x="696" y="453"/>
                  <a:pt x="661" y="428"/>
                  <a:pt x="632" y="390"/>
                </a:cubicBezTo>
                <a:cubicBezTo>
                  <a:pt x="608" y="357"/>
                  <a:pt x="480" y="161"/>
                  <a:pt x="433" y="85"/>
                </a:cubicBezTo>
                <a:cubicBezTo>
                  <a:pt x="383" y="3"/>
                  <a:pt x="337" y="0"/>
                  <a:pt x="337" y="0"/>
                </a:cubicBezTo>
                <a:lnTo>
                  <a:pt x="0" y="0"/>
                </a:lnTo>
                <a:close/>
              </a:path>
            </a:pathLst>
          </a:custGeom>
          <a:solidFill>
            <a:srgbClr val="77A9D3"/>
          </a:solidFill>
          <a:ln>
            <a:noFill/>
          </a:ln>
        </p:spPr>
        <p:txBody>
          <a:bodyPr vert="horz" wrap="square" lIns="0" tIns="0" rIns="0" bIns="0" numCol="1" anchor="t" anchorCtr="0" compatLnSpc="1">
            <a:prstTxWarp prst="textNoShape">
              <a:avLst/>
            </a:prstTxWarp>
          </a:bodyPr>
          <a:lstStyle/>
          <a:p>
            <a:pPr fontAlgn="auto">
              <a:lnSpc>
                <a:spcPct val="120000"/>
              </a:lnSpc>
              <a:spcBef>
                <a:spcPts val="0"/>
              </a:spcBef>
              <a:spcAft>
                <a:spcPts val="0"/>
              </a:spcAft>
            </a:pPr>
            <a:endParaRPr 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7" name="TextBox 36"/>
          <p:cNvSpPr txBox="1"/>
          <p:nvPr/>
        </p:nvSpPr>
        <p:spPr>
          <a:xfrm>
            <a:off x="2388336" y="3936859"/>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8" name="TextBox 37"/>
          <p:cNvSpPr txBox="1"/>
          <p:nvPr/>
        </p:nvSpPr>
        <p:spPr>
          <a:xfrm>
            <a:off x="4342105" y="1406981"/>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39" name="TextBox 38"/>
          <p:cNvSpPr txBox="1"/>
          <p:nvPr/>
        </p:nvSpPr>
        <p:spPr>
          <a:xfrm>
            <a:off x="6372350" y="3936857"/>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40" name="TextBox 39"/>
          <p:cNvSpPr txBox="1"/>
          <p:nvPr/>
        </p:nvSpPr>
        <p:spPr>
          <a:xfrm>
            <a:off x="8269831" y="1406981"/>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41" name="TextBox 40"/>
          <p:cNvSpPr txBox="1"/>
          <p:nvPr/>
        </p:nvSpPr>
        <p:spPr>
          <a:xfrm>
            <a:off x="10104990" y="3936857"/>
            <a:ext cx="1391407" cy="285719"/>
          </a:xfrm>
          <a:prstGeom prst="rect">
            <a:avLst/>
          </a:prstGeom>
          <a:noFill/>
        </p:spPr>
        <p:txBody>
          <a:bodyPr wrap="none" lIns="0" tIns="0" rIns="0" bIns="0" rtlCol="0">
            <a:spAutoFit/>
          </a:bodyPr>
          <a:lstStyle/>
          <a:p>
            <a:pPr algn="ctr" fontAlgn="auto">
              <a:lnSpc>
                <a:spcPct val="120000"/>
              </a:lnSpc>
              <a:spcBef>
                <a:spcPts val="0"/>
              </a:spcBef>
              <a:spcAft>
                <a:spcPts val="0"/>
              </a:spcAft>
            </a:pPr>
            <a:r>
              <a:rPr lang="zh-CN" altLang="en-US" sz="1547">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rPr>
              <a:t>请替换文字内容</a:t>
            </a:r>
            <a:endParaRPr lang="en-US" sz="1547" dirty="0">
              <a:solidFill>
                <a:prstClr val="white">
                  <a:lumMod val="65000"/>
                </a:prstClr>
              </a:solidFill>
              <a:latin typeface="Arial" panose="020B0604020202020204" pitchFamily="34" charset="0"/>
              <a:ea typeface="微软雅黑" panose="020B0503020204020204" pitchFamily="34" charset="-122"/>
              <a:cs typeface="League Gothic Regular"/>
              <a:sym typeface="Arial" panose="020B0604020202020204" pitchFamily="34" charset="0"/>
            </a:endParaRPr>
          </a:p>
        </p:txBody>
      </p:sp>
      <p:sp>
        <p:nvSpPr>
          <p:cNvPr id="42" name="Text Placeholder 7"/>
          <p:cNvSpPr txBox="1">
            <a:spLocks/>
          </p:cNvSpPr>
          <p:nvPr/>
        </p:nvSpPr>
        <p:spPr>
          <a:xfrm>
            <a:off x="2640068" y="4599276"/>
            <a:ext cx="2062026" cy="259623"/>
          </a:xfrm>
          <a:prstGeom prst="rect">
            <a:avLst/>
          </a:prstGeom>
        </p:spPr>
        <p:txBody>
          <a:bodyPr vert="horz" lIns="0" tIns="0" rIns="0" bIns="0" anchor="t" anchorCtr="0">
            <a:spAutoFit/>
          </a:bodyP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Text Placeholder 2"/>
          <p:cNvSpPr txBox="1">
            <a:spLocks/>
          </p:cNvSpPr>
          <p:nvPr/>
        </p:nvSpPr>
        <p:spPr>
          <a:xfrm>
            <a:off x="2640069" y="4927785"/>
            <a:ext cx="2896490" cy="389722"/>
          </a:xfrm>
          <a:prstGeom prst="rect">
            <a:avLst/>
          </a:prstGeom>
        </p:spPr>
        <p:txBody>
          <a:bodyPr vert="horz" lIns="0" tIns="0" rIns="0" bIns="0" anchor="t" anchorCtr="0">
            <a:spAutoFit/>
          </a:bodyPr>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4" name="Rounded Rectangle 11"/>
          <p:cNvSpPr>
            <a:spLocks noChangeAspect="1"/>
          </p:cNvSpPr>
          <p:nvPr/>
        </p:nvSpPr>
        <p:spPr>
          <a:xfrm>
            <a:off x="1732351" y="4613267"/>
            <a:ext cx="759364" cy="760249"/>
          </a:xfrm>
          <a:prstGeom prst="roundRect">
            <a:avLst>
              <a:gd name="adj" fmla="val 5000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nchorCtr="0"/>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Text Placeholder 7"/>
          <p:cNvSpPr txBox="1">
            <a:spLocks/>
          </p:cNvSpPr>
          <p:nvPr/>
        </p:nvSpPr>
        <p:spPr>
          <a:xfrm>
            <a:off x="1793240" y="4709566"/>
            <a:ext cx="614706" cy="507385"/>
          </a:xfrm>
          <a:prstGeom prst="rect">
            <a:avLst/>
          </a:prstGeom>
        </p:spPr>
        <p:txBody>
          <a:bodyPr vert="horz" lIns="0" tIns="101540" rIns="0" bIns="101540" anchor="ctr" anchorCtr="0"/>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dirty="0">
                <a:solidFill>
                  <a:prstClr val="white"/>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46" name="Text Placeholder 7"/>
          <p:cNvSpPr txBox="1">
            <a:spLocks/>
          </p:cNvSpPr>
          <p:nvPr/>
        </p:nvSpPr>
        <p:spPr>
          <a:xfrm>
            <a:off x="8085474" y="4614368"/>
            <a:ext cx="2899893" cy="259623"/>
          </a:xfrm>
          <a:prstGeom prst="rect">
            <a:avLst/>
          </a:prstGeom>
        </p:spPr>
        <p:txBody>
          <a:bodyPr vert="horz" lIns="0" tIns="0" rIns="0" bIns="0" anchor="t" anchorCtr="0">
            <a:spAutoFit/>
          </a:bodyP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Text Placeholder 2"/>
          <p:cNvSpPr txBox="1">
            <a:spLocks/>
          </p:cNvSpPr>
          <p:nvPr/>
        </p:nvSpPr>
        <p:spPr>
          <a:xfrm>
            <a:off x="8085474" y="4942878"/>
            <a:ext cx="2899893" cy="389722"/>
          </a:xfrm>
          <a:prstGeom prst="rect">
            <a:avLst/>
          </a:prstGeom>
        </p:spPr>
        <p:txBody>
          <a:bodyPr vert="horz" lIns="0" tIns="0" rIns="0" bIns="0" anchor="t" anchorCtr="0">
            <a:spAutoFit/>
          </a:bodyPr>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8" name="Rounded Rectangle 23"/>
          <p:cNvSpPr>
            <a:spLocks noChangeAspect="1"/>
          </p:cNvSpPr>
          <p:nvPr/>
        </p:nvSpPr>
        <p:spPr>
          <a:xfrm>
            <a:off x="7184036" y="4628361"/>
            <a:ext cx="759364" cy="760249"/>
          </a:xfrm>
          <a:prstGeom prst="roundRect">
            <a:avLst>
              <a:gd name="adj" fmla="val 5000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nchorCtr="0"/>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Text Placeholder 7"/>
          <p:cNvSpPr txBox="1">
            <a:spLocks/>
          </p:cNvSpPr>
          <p:nvPr/>
        </p:nvSpPr>
        <p:spPr>
          <a:xfrm>
            <a:off x="7244923" y="4724661"/>
            <a:ext cx="614706" cy="507385"/>
          </a:xfrm>
          <a:prstGeom prst="rect">
            <a:avLst/>
          </a:prstGeom>
        </p:spPr>
        <p:txBody>
          <a:bodyPr vert="horz" lIns="0" tIns="101540" rIns="0" bIns="101540" anchor="ctr" anchorCtr="0"/>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dirty="0">
                <a:solidFill>
                  <a:prstClr val="white"/>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50" name="Text Placeholder 7"/>
          <p:cNvSpPr txBox="1">
            <a:spLocks/>
          </p:cNvSpPr>
          <p:nvPr/>
        </p:nvSpPr>
        <p:spPr>
          <a:xfrm>
            <a:off x="2689193" y="5918859"/>
            <a:ext cx="2896490" cy="259623"/>
          </a:xfrm>
          <a:prstGeom prst="rect">
            <a:avLst/>
          </a:prstGeom>
        </p:spPr>
        <p:txBody>
          <a:bodyPr vert="horz" lIns="0" tIns="0" rIns="0" bIns="0" anchor="t" anchorCtr="0">
            <a:spAutoFit/>
          </a:bodyP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Text Placeholder 2"/>
          <p:cNvSpPr txBox="1">
            <a:spLocks/>
          </p:cNvSpPr>
          <p:nvPr/>
        </p:nvSpPr>
        <p:spPr>
          <a:xfrm>
            <a:off x="2689193" y="6247367"/>
            <a:ext cx="2896490" cy="389722"/>
          </a:xfrm>
          <a:prstGeom prst="rect">
            <a:avLst/>
          </a:prstGeom>
        </p:spPr>
        <p:txBody>
          <a:bodyPr vert="horz" lIns="0" tIns="0" rIns="0" bIns="0" anchor="t" anchorCtr="0">
            <a:spAutoFit/>
          </a:bodyPr>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2" name="Rounded Rectangle 27"/>
          <p:cNvSpPr>
            <a:spLocks noChangeAspect="1"/>
          </p:cNvSpPr>
          <p:nvPr/>
        </p:nvSpPr>
        <p:spPr>
          <a:xfrm>
            <a:off x="1793240" y="5932850"/>
            <a:ext cx="759364" cy="760249"/>
          </a:xfrm>
          <a:prstGeom prst="roundRect">
            <a:avLst>
              <a:gd name="adj" fmla="val 5000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nchorCtr="0"/>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Text Placeholder 7"/>
          <p:cNvSpPr txBox="1">
            <a:spLocks/>
          </p:cNvSpPr>
          <p:nvPr/>
        </p:nvSpPr>
        <p:spPr>
          <a:xfrm>
            <a:off x="1854127" y="6029151"/>
            <a:ext cx="614706" cy="507385"/>
          </a:xfrm>
          <a:prstGeom prst="rect">
            <a:avLst/>
          </a:prstGeom>
        </p:spPr>
        <p:txBody>
          <a:bodyPr vert="horz" lIns="0" tIns="101540" rIns="0" bIns="101540" anchor="ctr" anchorCtr="0"/>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dirty="0">
                <a:solidFill>
                  <a:prstClr val="white"/>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54" name="Text Placeholder 7"/>
          <p:cNvSpPr txBox="1">
            <a:spLocks/>
          </p:cNvSpPr>
          <p:nvPr/>
        </p:nvSpPr>
        <p:spPr>
          <a:xfrm>
            <a:off x="8085474" y="5933953"/>
            <a:ext cx="2899893" cy="259623"/>
          </a:xfrm>
          <a:prstGeom prst="rect">
            <a:avLst/>
          </a:prstGeom>
        </p:spPr>
        <p:txBody>
          <a:bodyPr vert="horz" lIns="0" tIns="0" rIns="0" bIns="0" anchor="t" anchorCtr="0">
            <a:spAutoFit/>
          </a:bodyP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5" name="Text Placeholder 2"/>
          <p:cNvSpPr txBox="1">
            <a:spLocks/>
          </p:cNvSpPr>
          <p:nvPr/>
        </p:nvSpPr>
        <p:spPr>
          <a:xfrm>
            <a:off x="8085474" y="6262461"/>
            <a:ext cx="2899893" cy="389722"/>
          </a:xfrm>
          <a:prstGeom prst="rect">
            <a:avLst/>
          </a:prstGeom>
        </p:spPr>
        <p:txBody>
          <a:bodyPr vert="horz" lIns="0" tIns="0" rIns="0" bIns="0" anchor="t" anchorCtr="0">
            <a:spAutoFit/>
          </a:bodyPr>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6" name="Rounded Rectangle 16"/>
          <p:cNvSpPr>
            <a:spLocks noChangeAspect="1"/>
          </p:cNvSpPr>
          <p:nvPr/>
        </p:nvSpPr>
        <p:spPr>
          <a:xfrm>
            <a:off x="7189520" y="5947944"/>
            <a:ext cx="759364" cy="760249"/>
          </a:xfrm>
          <a:prstGeom prst="roundRect">
            <a:avLst>
              <a:gd name="adj" fmla="val 5000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nchorCtr="0"/>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Text Placeholder 7"/>
          <p:cNvSpPr txBox="1">
            <a:spLocks/>
          </p:cNvSpPr>
          <p:nvPr/>
        </p:nvSpPr>
        <p:spPr>
          <a:xfrm>
            <a:off x="7250407" y="6044245"/>
            <a:ext cx="614706" cy="507385"/>
          </a:xfrm>
          <a:prstGeom prst="rect">
            <a:avLst/>
          </a:prstGeom>
        </p:spPr>
        <p:txBody>
          <a:bodyPr vert="horz" lIns="0" tIns="101540" rIns="0" bIns="101540" anchor="ctr" anchorCtr="0"/>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p>
        </p:txBody>
      </p:sp>
    </p:spTree>
    <p:extLst>
      <p:ext uri="{BB962C8B-B14F-4D97-AF65-F5344CB8AC3E}">
        <p14:creationId xmlns:p14="http://schemas.microsoft.com/office/powerpoint/2010/main" val="1702727561"/>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8"/>
                                        </p:tgtEl>
                                        <p:attrNameLst>
                                          <p:attrName>ppt_y</p:attrName>
                                        </p:attrNameLst>
                                      </p:cBhvr>
                                      <p:tavLst>
                                        <p:tav tm="0">
                                          <p:val>
                                            <p:strVal val="#ppt_y"/>
                                          </p:val>
                                        </p:tav>
                                        <p:tav tm="100000">
                                          <p:val>
                                            <p:strVal val="#ppt_y"/>
                                          </p:val>
                                        </p:tav>
                                      </p:tavLst>
                                    </p:anim>
                                    <p:anim calcmode="lin" valueType="num">
                                      <p:cBhvr>
                                        <p:cTn id="9" dur="500" fill="hold"/>
                                        <p:tgtEl>
                                          <p:spTgt spid="28"/>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8"/>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left)">
                                      <p:cBhvr>
                                        <p:cTn id="16" dur="500"/>
                                        <p:tgtEl>
                                          <p:spTgt spid="3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left)">
                                      <p:cBhvr>
                                        <p:cTn id="21" dur="500"/>
                                        <p:tgtEl>
                                          <p:spTgt spid="3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left)">
                                      <p:cBhvr>
                                        <p:cTn id="26" dur="500"/>
                                        <p:tgtEl>
                                          <p:spTgt spid="3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wipe(left)">
                                      <p:cBhvr>
                                        <p:cTn id="31" dur="500"/>
                                        <p:tgtEl>
                                          <p:spTgt spid="33"/>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wipe(left)">
                                      <p:cBhvr>
                                        <p:cTn id="36" dur="500"/>
                                        <p:tgtEl>
                                          <p:spTgt spid="30"/>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wipe(left)">
                                      <p:cBhvr>
                                        <p:cTn id="41" dur="500"/>
                                        <p:tgtEl>
                                          <p:spTgt spid="31"/>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fade">
                                      <p:cBhvr>
                                        <p:cTn id="51" dur="1000"/>
                                        <p:tgtEl>
                                          <p:spTgt spid="36"/>
                                        </p:tgtEl>
                                      </p:cBhvr>
                                    </p:animEffect>
                                    <p:anim calcmode="lin" valueType="num">
                                      <p:cBhvr>
                                        <p:cTn id="52" dur="1000" fill="hold"/>
                                        <p:tgtEl>
                                          <p:spTgt spid="36"/>
                                        </p:tgtEl>
                                        <p:attrNameLst>
                                          <p:attrName>ppt_x</p:attrName>
                                        </p:attrNameLst>
                                      </p:cBhvr>
                                      <p:tavLst>
                                        <p:tav tm="0">
                                          <p:val>
                                            <p:strVal val="#ppt_x"/>
                                          </p:val>
                                        </p:tav>
                                        <p:tav tm="100000">
                                          <p:val>
                                            <p:strVal val="#ppt_x"/>
                                          </p:val>
                                        </p:tav>
                                      </p:tavLst>
                                    </p:anim>
                                    <p:anim calcmode="lin" valueType="num">
                                      <p:cBhvr>
                                        <p:cTn id="53" dur="1000" fill="hold"/>
                                        <p:tgtEl>
                                          <p:spTgt spid="36"/>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38"/>
                                        </p:tgtEl>
                                        <p:attrNameLst>
                                          <p:attrName>style.visibility</p:attrName>
                                        </p:attrNameLst>
                                      </p:cBhvr>
                                      <p:to>
                                        <p:strVal val="visible"/>
                                      </p:to>
                                    </p:set>
                                    <p:animEffect transition="in" filter="fade">
                                      <p:cBhvr>
                                        <p:cTn id="56" dur="1000"/>
                                        <p:tgtEl>
                                          <p:spTgt spid="38"/>
                                        </p:tgtEl>
                                      </p:cBhvr>
                                    </p:animEffect>
                                    <p:anim calcmode="lin" valueType="num">
                                      <p:cBhvr>
                                        <p:cTn id="57" dur="1000" fill="hold"/>
                                        <p:tgtEl>
                                          <p:spTgt spid="38"/>
                                        </p:tgtEl>
                                        <p:attrNameLst>
                                          <p:attrName>ppt_x</p:attrName>
                                        </p:attrNameLst>
                                      </p:cBhvr>
                                      <p:tavLst>
                                        <p:tav tm="0">
                                          <p:val>
                                            <p:strVal val="#ppt_x"/>
                                          </p:val>
                                        </p:tav>
                                        <p:tav tm="100000">
                                          <p:val>
                                            <p:strVal val="#ppt_x"/>
                                          </p:val>
                                        </p:tav>
                                      </p:tavLst>
                                    </p:anim>
                                    <p:anim calcmode="lin" valueType="num">
                                      <p:cBhvr>
                                        <p:cTn id="58" dur="1000" fill="hold"/>
                                        <p:tgtEl>
                                          <p:spTgt spid="38"/>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fade">
                                      <p:cBhvr>
                                        <p:cTn id="61" dur="1000"/>
                                        <p:tgtEl>
                                          <p:spTgt spid="40"/>
                                        </p:tgtEl>
                                      </p:cBhvr>
                                    </p:animEffect>
                                    <p:anim calcmode="lin" valueType="num">
                                      <p:cBhvr>
                                        <p:cTn id="62" dur="1000" fill="hold"/>
                                        <p:tgtEl>
                                          <p:spTgt spid="40"/>
                                        </p:tgtEl>
                                        <p:attrNameLst>
                                          <p:attrName>ppt_x</p:attrName>
                                        </p:attrNameLst>
                                      </p:cBhvr>
                                      <p:tavLst>
                                        <p:tav tm="0">
                                          <p:val>
                                            <p:strVal val="#ppt_x"/>
                                          </p:val>
                                        </p:tav>
                                        <p:tav tm="100000">
                                          <p:val>
                                            <p:strVal val="#ppt_x"/>
                                          </p:val>
                                        </p:tav>
                                      </p:tavLst>
                                    </p:anim>
                                    <p:anim calcmode="lin" valueType="num">
                                      <p:cBhvr>
                                        <p:cTn id="63" dur="1000" fill="hold"/>
                                        <p:tgtEl>
                                          <p:spTgt spid="40"/>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37"/>
                                        </p:tgtEl>
                                        <p:attrNameLst>
                                          <p:attrName>style.visibility</p:attrName>
                                        </p:attrNameLst>
                                      </p:cBhvr>
                                      <p:to>
                                        <p:strVal val="visible"/>
                                      </p:to>
                                    </p:set>
                                    <p:animEffect transition="in" filter="fade">
                                      <p:cBhvr>
                                        <p:cTn id="66" dur="1000"/>
                                        <p:tgtEl>
                                          <p:spTgt spid="37"/>
                                        </p:tgtEl>
                                      </p:cBhvr>
                                    </p:animEffect>
                                    <p:anim calcmode="lin" valueType="num">
                                      <p:cBhvr>
                                        <p:cTn id="67" dur="1000" fill="hold"/>
                                        <p:tgtEl>
                                          <p:spTgt spid="37"/>
                                        </p:tgtEl>
                                        <p:attrNameLst>
                                          <p:attrName>ppt_x</p:attrName>
                                        </p:attrNameLst>
                                      </p:cBhvr>
                                      <p:tavLst>
                                        <p:tav tm="0">
                                          <p:val>
                                            <p:strVal val="#ppt_x"/>
                                          </p:val>
                                        </p:tav>
                                        <p:tav tm="100000">
                                          <p:val>
                                            <p:strVal val="#ppt_x"/>
                                          </p:val>
                                        </p:tav>
                                      </p:tavLst>
                                    </p:anim>
                                    <p:anim calcmode="lin" valueType="num">
                                      <p:cBhvr>
                                        <p:cTn id="68" dur="1000" fill="hold"/>
                                        <p:tgtEl>
                                          <p:spTgt spid="37"/>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1000"/>
                                        <p:tgtEl>
                                          <p:spTgt spid="39"/>
                                        </p:tgtEl>
                                      </p:cBhvr>
                                    </p:animEffect>
                                    <p:anim calcmode="lin" valueType="num">
                                      <p:cBhvr>
                                        <p:cTn id="72" dur="1000" fill="hold"/>
                                        <p:tgtEl>
                                          <p:spTgt spid="39"/>
                                        </p:tgtEl>
                                        <p:attrNameLst>
                                          <p:attrName>ppt_x</p:attrName>
                                        </p:attrNameLst>
                                      </p:cBhvr>
                                      <p:tavLst>
                                        <p:tav tm="0">
                                          <p:val>
                                            <p:strVal val="#ppt_x"/>
                                          </p:val>
                                        </p:tav>
                                        <p:tav tm="100000">
                                          <p:val>
                                            <p:strVal val="#ppt_x"/>
                                          </p:val>
                                        </p:tav>
                                      </p:tavLst>
                                    </p:anim>
                                    <p:anim calcmode="lin" valueType="num">
                                      <p:cBhvr>
                                        <p:cTn id="73" dur="1000" fill="hold"/>
                                        <p:tgtEl>
                                          <p:spTgt spid="39"/>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41"/>
                                        </p:tgtEl>
                                        <p:attrNameLst>
                                          <p:attrName>style.visibility</p:attrName>
                                        </p:attrNameLst>
                                      </p:cBhvr>
                                      <p:to>
                                        <p:strVal val="visible"/>
                                      </p:to>
                                    </p:set>
                                    <p:animEffect transition="in" filter="fade">
                                      <p:cBhvr>
                                        <p:cTn id="76" dur="1000"/>
                                        <p:tgtEl>
                                          <p:spTgt spid="41"/>
                                        </p:tgtEl>
                                      </p:cBhvr>
                                    </p:animEffect>
                                    <p:anim calcmode="lin" valueType="num">
                                      <p:cBhvr>
                                        <p:cTn id="77" dur="1000" fill="hold"/>
                                        <p:tgtEl>
                                          <p:spTgt spid="41"/>
                                        </p:tgtEl>
                                        <p:attrNameLst>
                                          <p:attrName>ppt_x</p:attrName>
                                        </p:attrNameLst>
                                      </p:cBhvr>
                                      <p:tavLst>
                                        <p:tav tm="0">
                                          <p:val>
                                            <p:strVal val="#ppt_x"/>
                                          </p:val>
                                        </p:tav>
                                        <p:tav tm="100000">
                                          <p:val>
                                            <p:strVal val="#ppt_x"/>
                                          </p:val>
                                        </p:tav>
                                      </p:tavLst>
                                    </p:anim>
                                    <p:anim calcmode="lin" valueType="num">
                                      <p:cBhvr>
                                        <p:cTn id="78" dur="1000" fill="hold"/>
                                        <p:tgtEl>
                                          <p:spTgt spid="41"/>
                                        </p:tgtEl>
                                        <p:attrNameLst>
                                          <p:attrName>ppt_y</p:attrName>
                                        </p:attrNameLst>
                                      </p:cBhvr>
                                      <p:tavLst>
                                        <p:tav tm="0">
                                          <p:val>
                                            <p:strVal val="#ppt_y+.1"/>
                                          </p:val>
                                        </p:tav>
                                        <p:tav tm="100000">
                                          <p:val>
                                            <p:strVal val="#ppt_y"/>
                                          </p:val>
                                        </p:tav>
                                      </p:tavLst>
                                    </p:anim>
                                  </p:childTnLst>
                                </p:cTn>
                              </p:par>
                              <p:par>
                                <p:cTn id="79" presetID="53" presetClass="entr" presetSubtype="16" fill="hold" grpId="0" nodeType="withEffect">
                                  <p:stCondLst>
                                    <p:cond delay="200"/>
                                  </p:stCondLst>
                                  <p:childTnLst>
                                    <p:set>
                                      <p:cBhvr>
                                        <p:cTn id="80" dur="1" fill="hold">
                                          <p:stCondLst>
                                            <p:cond delay="0"/>
                                          </p:stCondLst>
                                        </p:cTn>
                                        <p:tgtEl>
                                          <p:spTgt spid="42">
                                            <p:txEl>
                                              <p:pRg st="0" end="0"/>
                                            </p:txEl>
                                          </p:spTgt>
                                        </p:tgtEl>
                                        <p:attrNameLst>
                                          <p:attrName>style.visibility</p:attrName>
                                        </p:attrNameLst>
                                      </p:cBhvr>
                                      <p:to>
                                        <p:strVal val="visible"/>
                                      </p:to>
                                    </p:set>
                                    <p:anim calcmode="lin" valueType="num">
                                      <p:cBhvr>
                                        <p:cTn id="81" dur="500" fill="hold"/>
                                        <p:tgtEl>
                                          <p:spTgt spid="42">
                                            <p:txEl>
                                              <p:pRg st="0" end="0"/>
                                            </p:txEl>
                                          </p:spTgt>
                                        </p:tgtEl>
                                        <p:attrNameLst>
                                          <p:attrName>ppt_w</p:attrName>
                                        </p:attrNameLst>
                                      </p:cBhvr>
                                      <p:tavLst>
                                        <p:tav tm="0">
                                          <p:val>
                                            <p:fltVal val="0"/>
                                          </p:val>
                                        </p:tav>
                                        <p:tav tm="100000">
                                          <p:val>
                                            <p:strVal val="#ppt_w"/>
                                          </p:val>
                                        </p:tav>
                                      </p:tavLst>
                                    </p:anim>
                                    <p:anim calcmode="lin" valueType="num">
                                      <p:cBhvr>
                                        <p:cTn id="82" dur="500" fill="hold"/>
                                        <p:tgtEl>
                                          <p:spTgt spid="42">
                                            <p:txEl>
                                              <p:pRg st="0" end="0"/>
                                            </p:txEl>
                                          </p:spTgt>
                                        </p:tgtEl>
                                        <p:attrNameLst>
                                          <p:attrName>ppt_h</p:attrName>
                                        </p:attrNameLst>
                                      </p:cBhvr>
                                      <p:tavLst>
                                        <p:tav tm="0">
                                          <p:val>
                                            <p:fltVal val="0"/>
                                          </p:val>
                                        </p:tav>
                                        <p:tav tm="100000">
                                          <p:val>
                                            <p:strVal val="#ppt_h"/>
                                          </p:val>
                                        </p:tav>
                                      </p:tavLst>
                                    </p:anim>
                                    <p:animEffect transition="in" filter="fade">
                                      <p:cBhvr>
                                        <p:cTn id="83" dur="500"/>
                                        <p:tgtEl>
                                          <p:spTgt spid="42">
                                            <p:txEl>
                                              <p:pRg st="0" end="0"/>
                                            </p:txEl>
                                          </p:spTgt>
                                        </p:tgtEl>
                                      </p:cBhvr>
                                    </p:animEffect>
                                  </p:childTnLst>
                                </p:cTn>
                              </p:par>
                              <p:par>
                                <p:cTn id="84" presetID="23" presetClass="entr" presetSubtype="16" fill="hold" grpId="0" nodeType="withEffect">
                                  <p:stCondLst>
                                    <p:cond delay="200"/>
                                  </p:stCondLst>
                                  <p:childTnLst>
                                    <p:set>
                                      <p:cBhvr>
                                        <p:cTn id="85" dur="1" fill="hold">
                                          <p:stCondLst>
                                            <p:cond delay="0"/>
                                          </p:stCondLst>
                                        </p:cTn>
                                        <p:tgtEl>
                                          <p:spTgt spid="43">
                                            <p:txEl>
                                              <p:pRg st="0" end="0"/>
                                            </p:txEl>
                                          </p:spTgt>
                                        </p:tgtEl>
                                        <p:attrNameLst>
                                          <p:attrName>style.visibility</p:attrName>
                                        </p:attrNameLst>
                                      </p:cBhvr>
                                      <p:to>
                                        <p:strVal val="visible"/>
                                      </p:to>
                                    </p:set>
                                    <p:anim calcmode="lin" valueType="num">
                                      <p:cBhvr>
                                        <p:cTn id="86" dur="500" fill="hold"/>
                                        <p:tgtEl>
                                          <p:spTgt spid="43">
                                            <p:txEl>
                                              <p:pRg st="0" end="0"/>
                                            </p:txEl>
                                          </p:spTgt>
                                        </p:tgtEl>
                                        <p:attrNameLst>
                                          <p:attrName>ppt_w</p:attrName>
                                        </p:attrNameLst>
                                      </p:cBhvr>
                                      <p:tavLst>
                                        <p:tav tm="0">
                                          <p:val>
                                            <p:fltVal val="0"/>
                                          </p:val>
                                        </p:tav>
                                        <p:tav tm="100000">
                                          <p:val>
                                            <p:strVal val="#ppt_w"/>
                                          </p:val>
                                        </p:tav>
                                      </p:tavLst>
                                    </p:anim>
                                    <p:anim calcmode="lin" valueType="num">
                                      <p:cBhvr>
                                        <p:cTn id="87" dur="500" fill="hold"/>
                                        <p:tgtEl>
                                          <p:spTgt spid="43">
                                            <p:txEl>
                                              <p:pRg st="0" end="0"/>
                                            </p:txEl>
                                          </p:spTgt>
                                        </p:tgtEl>
                                        <p:attrNameLst>
                                          <p:attrName>ppt_h</p:attrName>
                                        </p:attrNameLst>
                                      </p:cBhvr>
                                      <p:tavLst>
                                        <p:tav tm="0">
                                          <p:val>
                                            <p:fltVal val="0"/>
                                          </p:val>
                                        </p:tav>
                                        <p:tav tm="100000">
                                          <p:val>
                                            <p:strVal val="#ppt_h"/>
                                          </p:val>
                                        </p:tav>
                                      </p:tavLst>
                                    </p:anim>
                                  </p:childTnLst>
                                </p:cTn>
                              </p:par>
                              <p:par>
                                <p:cTn id="88" presetID="53" presetClass="entr" presetSubtype="16" fill="hold" grpId="0" nodeType="withEffect">
                                  <p:stCondLst>
                                    <p:cond delay="200"/>
                                  </p:stCondLst>
                                  <p:childTnLst>
                                    <p:set>
                                      <p:cBhvr>
                                        <p:cTn id="89" dur="1" fill="hold">
                                          <p:stCondLst>
                                            <p:cond delay="0"/>
                                          </p:stCondLst>
                                        </p:cTn>
                                        <p:tgtEl>
                                          <p:spTgt spid="44"/>
                                        </p:tgtEl>
                                        <p:attrNameLst>
                                          <p:attrName>style.visibility</p:attrName>
                                        </p:attrNameLst>
                                      </p:cBhvr>
                                      <p:to>
                                        <p:strVal val="visible"/>
                                      </p:to>
                                    </p:set>
                                    <p:anim calcmode="lin" valueType="num">
                                      <p:cBhvr>
                                        <p:cTn id="90" dur="500" fill="hold"/>
                                        <p:tgtEl>
                                          <p:spTgt spid="44"/>
                                        </p:tgtEl>
                                        <p:attrNameLst>
                                          <p:attrName>ppt_w</p:attrName>
                                        </p:attrNameLst>
                                      </p:cBhvr>
                                      <p:tavLst>
                                        <p:tav tm="0">
                                          <p:val>
                                            <p:fltVal val="0"/>
                                          </p:val>
                                        </p:tav>
                                        <p:tav tm="100000">
                                          <p:val>
                                            <p:strVal val="#ppt_w"/>
                                          </p:val>
                                        </p:tav>
                                      </p:tavLst>
                                    </p:anim>
                                    <p:anim calcmode="lin" valueType="num">
                                      <p:cBhvr>
                                        <p:cTn id="91" dur="500" fill="hold"/>
                                        <p:tgtEl>
                                          <p:spTgt spid="44"/>
                                        </p:tgtEl>
                                        <p:attrNameLst>
                                          <p:attrName>ppt_h</p:attrName>
                                        </p:attrNameLst>
                                      </p:cBhvr>
                                      <p:tavLst>
                                        <p:tav tm="0">
                                          <p:val>
                                            <p:fltVal val="0"/>
                                          </p:val>
                                        </p:tav>
                                        <p:tav tm="100000">
                                          <p:val>
                                            <p:strVal val="#ppt_h"/>
                                          </p:val>
                                        </p:tav>
                                      </p:tavLst>
                                    </p:anim>
                                    <p:animEffect transition="in" filter="fade">
                                      <p:cBhvr>
                                        <p:cTn id="92" dur="500"/>
                                        <p:tgtEl>
                                          <p:spTgt spid="44"/>
                                        </p:tgtEl>
                                      </p:cBhvr>
                                    </p:animEffect>
                                  </p:childTnLst>
                                </p:cTn>
                              </p:par>
                              <p:par>
                                <p:cTn id="93" presetID="53" presetClass="entr" presetSubtype="16" fill="hold" grpId="0" nodeType="withEffect">
                                  <p:stCondLst>
                                    <p:cond delay="200"/>
                                  </p:stCondLst>
                                  <p:childTnLst>
                                    <p:set>
                                      <p:cBhvr>
                                        <p:cTn id="94" dur="1" fill="hold">
                                          <p:stCondLst>
                                            <p:cond delay="0"/>
                                          </p:stCondLst>
                                        </p:cTn>
                                        <p:tgtEl>
                                          <p:spTgt spid="45">
                                            <p:txEl>
                                              <p:pRg st="0" end="0"/>
                                            </p:txEl>
                                          </p:spTgt>
                                        </p:tgtEl>
                                        <p:attrNameLst>
                                          <p:attrName>style.visibility</p:attrName>
                                        </p:attrNameLst>
                                      </p:cBhvr>
                                      <p:to>
                                        <p:strVal val="visible"/>
                                      </p:to>
                                    </p:set>
                                    <p:anim calcmode="lin" valueType="num">
                                      <p:cBhvr>
                                        <p:cTn id="95" dur="500" fill="hold"/>
                                        <p:tgtEl>
                                          <p:spTgt spid="4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5">
                                            <p:txEl>
                                              <p:pRg st="0" end="0"/>
                                            </p:txEl>
                                          </p:spTgt>
                                        </p:tgtEl>
                                      </p:cBhvr>
                                    </p:animEffect>
                                  </p:childTnLst>
                                </p:cTn>
                              </p:par>
                              <p:par>
                                <p:cTn id="98" presetID="53" presetClass="entr" presetSubtype="16" fill="hold" grpId="0" nodeType="withEffect">
                                  <p:stCondLst>
                                    <p:cond delay="200"/>
                                  </p:stCondLst>
                                  <p:childTnLst>
                                    <p:set>
                                      <p:cBhvr>
                                        <p:cTn id="99" dur="1" fill="hold">
                                          <p:stCondLst>
                                            <p:cond delay="0"/>
                                          </p:stCondLst>
                                        </p:cTn>
                                        <p:tgtEl>
                                          <p:spTgt spid="46">
                                            <p:txEl>
                                              <p:pRg st="0" end="0"/>
                                            </p:txEl>
                                          </p:spTgt>
                                        </p:tgtEl>
                                        <p:attrNameLst>
                                          <p:attrName>style.visibility</p:attrName>
                                        </p:attrNameLst>
                                      </p:cBhvr>
                                      <p:to>
                                        <p:strVal val="visible"/>
                                      </p:to>
                                    </p:set>
                                    <p:anim calcmode="lin" valueType="num">
                                      <p:cBhvr>
                                        <p:cTn id="100"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01"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02" dur="500"/>
                                        <p:tgtEl>
                                          <p:spTgt spid="46">
                                            <p:txEl>
                                              <p:pRg st="0" end="0"/>
                                            </p:txEl>
                                          </p:spTgt>
                                        </p:tgtEl>
                                      </p:cBhvr>
                                    </p:animEffect>
                                  </p:childTnLst>
                                </p:cTn>
                              </p:par>
                              <p:par>
                                <p:cTn id="103" presetID="23" presetClass="entr" presetSubtype="16" fill="hold" grpId="0" nodeType="withEffect">
                                  <p:stCondLst>
                                    <p:cond delay="200"/>
                                  </p:stCondLst>
                                  <p:childTnLst>
                                    <p:set>
                                      <p:cBhvr>
                                        <p:cTn id="104" dur="1" fill="hold">
                                          <p:stCondLst>
                                            <p:cond delay="0"/>
                                          </p:stCondLst>
                                        </p:cTn>
                                        <p:tgtEl>
                                          <p:spTgt spid="47">
                                            <p:txEl>
                                              <p:pRg st="0" end="0"/>
                                            </p:txEl>
                                          </p:spTgt>
                                        </p:tgtEl>
                                        <p:attrNameLst>
                                          <p:attrName>style.visibility</p:attrName>
                                        </p:attrNameLst>
                                      </p:cBhvr>
                                      <p:to>
                                        <p:strVal val="visible"/>
                                      </p:to>
                                    </p:set>
                                    <p:anim calcmode="lin" valueType="num">
                                      <p:cBhvr>
                                        <p:cTn id="105" dur="500" fill="hold"/>
                                        <p:tgtEl>
                                          <p:spTgt spid="47">
                                            <p:txEl>
                                              <p:pRg st="0" end="0"/>
                                            </p:txEl>
                                          </p:spTgt>
                                        </p:tgtEl>
                                        <p:attrNameLst>
                                          <p:attrName>ppt_w</p:attrName>
                                        </p:attrNameLst>
                                      </p:cBhvr>
                                      <p:tavLst>
                                        <p:tav tm="0">
                                          <p:val>
                                            <p:fltVal val="0"/>
                                          </p:val>
                                        </p:tav>
                                        <p:tav tm="100000">
                                          <p:val>
                                            <p:strVal val="#ppt_w"/>
                                          </p:val>
                                        </p:tav>
                                      </p:tavLst>
                                    </p:anim>
                                    <p:anim calcmode="lin" valueType="num">
                                      <p:cBhvr>
                                        <p:cTn id="106" dur="500" fill="hold"/>
                                        <p:tgtEl>
                                          <p:spTgt spid="47">
                                            <p:txEl>
                                              <p:pRg st="0" end="0"/>
                                            </p:txEl>
                                          </p:spTgt>
                                        </p:tgtEl>
                                        <p:attrNameLst>
                                          <p:attrName>ppt_h</p:attrName>
                                        </p:attrNameLst>
                                      </p:cBhvr>
                                      <p:tavLst>
                                        <p:tav tm="0">
                                          <p:val>
                                            <p:fltVal val="0"/>
                                          </p:val>
                                        </p:tav>
                                        <p:tav tm="100000">
                                          <p:val>
                                            <p:strVal val="#ppt_h"/>
                                          </p:val>
                                        </p:tav>
                                      </p:tavLst>
                                    </p:anim>
                                  </p:childTnLst>
                                </p:cTn>
                              </p:par>
                              <p:par>
                                <p:cTn id="107" presetID="53" presetClass="entr" presetSubtype="16" fill="hold" grpId="0" nodeType="withEffect">
                                  <p:stCondLst>
                                    <p:cond delay="200"/>
                                  </p:stCondLst>
                                  <p:childTnLst>
                                    <p:set>
                                      <p:cBhvr>
                                        <p:cTn id="108" dur="1" fill="hold">
                                          <p:stCondLst>
                                            <p:cond delay="0"/>
                                          </p:stCondLst>
                                        </p:cTn>
                                        <p:tgtEl>
                                          <p:spTgt spid="48"/>
                                        </p:tgtEl>
                                        <p:attrNameLst>
                                          <p:attrName>style.visibility</p:attrName>
                                        </p:attrNameLst>
                                      </p:cBhvr>
                                      <p:to>
                                        <p:strVal val="visible"/>
                                      </p:to>
                                    </p:set>
                                    <p:anim calcmode="lin" valueType="num">
                                      <p:cBhvr>
                                        <p:cTn id="109" dur="500" fill="hold"/>
                                        <p:tgtEl>
                                          <p:spTgt spid="48"/>
                                        </p:tgtEl>
                                        <p:attrNameLst>
                                          <p:attrName>ppt_w</p:attrName>
                                        </p:attrNameLst>
                                      </p:cBhvr>
                                      <p:tavLst>
                                        <p:tav tm="0">
                                          <p:val>
                                            <p:fltVal val="0"/>
                                          </p:val>
                                        </p:tav>
                                        <p:tav tm="100000">
                                          <p:val>
                                            <p:strVal val="#ppt_w"/>
                                          </p:val>
                                        </p:tav>
                                      </p:tavLst>
                                    </p:anim>
                                    <p:anim calcmode="lin" valueType="num">
                                      <p:cBhvr>
                                        <p:cTn id="110" dur="500" fill="hold"/>
                                        <p:tgtEl>
                                          <p:spTgt spid="48"/>
                                        </p:tgtEl>
                                        <p:attrNameLst>
                                          <p:attrName>ppt_h</p:attrName>
                                        </p:attrNameLst>
                                      </p:cBhvr>
                                      <p:tavLst>
                                        <p:tav tm="0">
                                          <p:val>
                                            <p:fltVal val="0"/>
                                          </p:val>
                                        </p:tav>
                                        <p:tav tm="100000">
                                          <p:val>
                                            <p:strVal val="#ppt_h"/>
                                          </p:val>
                                        </p:tav>
                                      </p:tavLst>
                                    </p:anim>
                                    <p:animEffect transition="in" filter="fade">
                                      <p:cBhvr>
                                        <p:cTn id="111" dur="500"/>
                                        <p:tgtEl>
                                          <p:spTgt spid="48"/>
                                        </p:tgtEl>
                                      </p:cBhvr>
                                    </p:animEffect>
                                  </p:childTnLst>
                                </p:cTn>
                              </p:par>
                              <p:par>
                                <p:cTn id="112" presetID="53" presetClass="entr" presetSubtype="16" fill="hold" grpId="0" nodeType="withEffect">
                                  <p:stCondLst>
                                    <p:cond delay="200"/>
                                  </p:stCondLst>
                                  <p:childTnLst>
                                    <p:set>
                                      <p:cBhvr>
                                        <p:cTn id="113" dur="1" fill="hold">
                                          <p:stCondLst>
                                            <p:cond delay="0"/>
                                          </p:stCondLst>
                                        </p:cTn>
                                        <p:tgtEl>
                                          <p:spTgt spid="49">
                                            <p:txEl>
                                              <p:pRg st="0" end="0"/>
                                            </p:txEl>
                                          </p:spTgt>
                                        </p:tgtEl>
                                        <p:attrNameLst>
                                          <p:attrName>style.visibility</p:attrName>
                                        </p:attrNameLst>
                                      </p:cBhvr>
                                      <p:to>
                                        <p:strVal val="visible"/>
                                      </p:to>
                                    </p:set>
                                    <p:anim calcmode="lin" valueType="num">
                                      <p:cBhvr>
                                        <p:cTn id="114"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15"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16" dur="500"/>
                                        <p:tgtEl>
                                          <p:spTgt spid="49">
                                            <p:txEl>
                                              <p:pRg st="0" end="0"/>
                                            </p:txEl>
                                          </p:spTgt>
                                        </p:tgtEl>
                                      </p:cBhvr>
                                    </p:animEffect>
                                  </p:childTnLst>
                                </p:cTn>
                              </p:par>
                              <p:par>
                                <p:cTn id="117" presetID="53" presetClass="entr" presetSubtype="16" fill="hold" grpId="0" nodeType="withEffect">
                                  <p:stCondLst>
                                    <p:cond delay="200"/>
                                  </p:stCondLst>
                                  <p:childTnLst>
                                    <p:set>
                                      <p:cBhvr>
                                        <p:cTn id="118" dur="1" fill="hold">
                                          <p:stCondLst>
                                            <p:cond delay="0"/>
                                          </p:stCondLst>
                                        </p:cTn>
                                        <p:tgtEl>
                                          <p:spTgt spid="50">
                                            <p:txEl>
                                              <p:pRg st="0" end="0"/>
                                            </p:txEl>
                                          </p:spTgt>
                                        </p:tgtEl>
                                        <p:attrNameLst>
                                          <p:attrName>style.visibility</p:attrName>
                                        </p:attrNameLst>
                                      </p:cBhvr>
                                      <p:to>
                                        <p:strVal val="visible"/>
                                      </p:to>
                                    </p:set>
                                    <p:anim calcmode="lin" valueType="num">
                                      <p:cBhvr>
                                        <p:cTn id="119"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0"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1" dur="500"/>
                                        <p:tgtEl>
                                          <p:spTgt spid="50">
                                            <p:txEl>
                                              <p:pRg st="0" end="0"/>
                                            </p:txEl>
                                          </p:spTgt>
                                        </p:tgtEl>
                                      </p:cBhvr>
                                    </p:animEffect>
                                  </p:childTnLst>
                                </p:cTn>
                              </p:par>
                              <p:par>
                                <p:cTn id="122" presetID="23" presetClass="entr" presetSubtype="16" fill="hold" grpId="0" nodeType="withEffect">
                                  <p:stCondLst>
                                    <p:cond delay="200"/>
                                  </p:stCondLst>
                                  <p:childTnLst>
                                    <p:set>
                                      <p:cBhvr>
                                        <p:cTn id="123" dur="1" fill="hold">
                                          <p:stCondLst>
                                            <p:cond delay="0"/>
                                          </p:stCondLst>
                                        </p:cTn>
                                        <p:tgtEl>
                                          <p:spTgt spid="51">
                                            <p:txEl>
                                              <p:pRg st="0" end="0"/>
                                            </p:txEl>
                                          </p:spTgt>
                                        </p:tgtEl>
                                        <p:attrNameLst>
                                          <p:attrName>style.visibility</p:attrName>
                                        </p:attrNameLst>
                                      </p:cBhvr>
                                      <p:to>
                                        <p:strVal val="visible"/>
                                      </p:to>
                                    </p:set>
                                    <p:anim calcmode="lin" valueType="num">
                                      <p:cBhvr>
                                        <p:cTn id="12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125" dur="500" fill="hold"/>
                                        <p:tgtEl>
                                          <p:spTgt spid="51">
                                            <p:txEl>
                                              <p:pRg st="0" end="0"/>
                                            </p:txEl>
                                          </p:spTgt>
                                        </p:tgtEl>
                                        <p:attrNameLst>
                                          <p:attrName>ppt_h</p:attrName>
                                        </p:attrNameLst>
                                      </p:cBhvr>
                                      <p:tavLst>
                                        <p:tav tm="0">
                                          <p:val>
                                            <p:fltVal val="0"/>
                                          </p:val>
                                        </p:tav>
                                        <p:tav tm="100000">
                                          <p:val>
                                            <p:strVal val="#ppt_h"/>
                                          </p:val>
                                        </p:tav>
                                      </p:tavLst>
                                    </p:anim>
                                  </p:childTnLst>
                                </p:cTn>
                              </p:par>
                              <p:par>
                                <p:cTn id="126" presetID="53" presetClass="entr" presetSubtype="16" fill="hold" grpId="0" nodeType="withEffect">
                                  <p:stCondLst>
                                    <p:cond delay="200"/>
                                  </p:stCondLst>
                                  <p:childTnLst>
                                    <p:set>
                                      <p:cBhvr>
                                        <p:cTn id="127" dur="1" fill="hold">
                                          <p:stCondLst>
                                            <p:cond delay="0"/>
                                          </p:stCondLst>
                                        </p:cTn>
                                        <p:tgtEl>
                                          <p:spTgt spid="52"/>
                                        </p:tgtEl>
                                        <p:attrNameLst>
                                          <p:attrName>style.visibility</p:attrName>
                                        </p:attrNameLst>
                                      </p:cBhvr>
                                      <p:to>
                                        <p:strVal val="visible"/>
                                      </p:to>
                                    </p:set>
                                    <p:anim calcmode="lin" valueType="num">
                                      <p:cBhvr>
                                        <p:cTn id="128" dur="500" fill="hold"/>
                                        <p:tgtEl>
                                          <p:spTgt spid="52"/>
                                        </p:tgtEl>
                                        <p:attrNameLst>
                                          <p:attrName>ppt_w</p:attrName>
                                        </p:attrNameLst>
                                      </p:cBhvr>
                                      <p:tavLst>
                                        <p:tav tm="0">
                                          <p:val>
                                            <p:fltVal val="0"/>
                                          </p:val>
                                        </p:tav>
                                        <p:tav tm="100000">
                                          <p:val>
                                            <p:strVal val="#ppt_w"/>
                                          </p:val>
                                        </p:tav>
                                      </p:tavLst>
                                    </p:anim>
                                    <p:anim calcmode="lin" valueType="num">
                                      <p:cBhvr>
                                        <p:cTn id="129" dur="500" fill="hold"/>
                                        <p:tgtEl>
                                          <p:spTgt spid="52"/>
                                        </p:tgtEl>
                                        <p:attrNameLst>
                                          <p:attrName>ppt_h</p:attrName>
                                        </p:attrNameLst>
                                      </p:cBhvr>
                                      <p:tavLst>
                                        <p:tav tm="0">
                                          <p:val>
                                            <p:fltVal val="0"/>
                                          </p:val>
                                        </p:tav>
                                        <p:tav tm="100000">
                                          <p:val>
                                            <p:strVal val="#ppt_h"/>
                                          </p:val>
                                        </p:tav>
                                      </p:tavLst>
                                    </p:anim>
                                    <p:animEffect transition="in" filter="fade">
                                      <p:cBhvr>
                                        <p:cTn id="130" dur="500"/>
                                        <p:tgtEl>
                                          <p:spTgt spid="52"/>
                                        </p:tgtEl>
                                      </p:cBhvr>
                                    </p:animEffect>
                                  </p:childTnLst>
                                </p:cTn>
                              </p:par>
                              <p:par>
                                <p:cTn id="131" presetID="53" presetClass="entr" presetSubtype="16" fill="hold" grpId="0" nodeType="withEffect">
                                  <p:stCondLst>
                                    <p:cond delay="200"/>
                                  </p:stCondLst>
                                  <p:childTnLst>
                                    <p:set>
                                      <p:cBhvr>
                                        <p:cTn id="132" dur="1" fill="hold">
                                          <p:stCondLst>
                                            <p:cond delay="0"/>
                                          </p:stCondLst>
                                        </p:cTn>
                                        <p:tgtEl>
                                          <p:spTgt spid="53">
                                            <p:txEl>
                                              <p:pRg st="0" end="0"/>
                                            </p:txEl>
                                          </p:spTgt>
                                        </p:tgtEl>
                                        <p:attrNameLst>
                                          <p:attrName>style.visibility</p:attrName>
                                        </p:attrNameLst>
                                      </p:cBhvr>
                                      <p:to>
                                        <p:strVal val="visible"/>
                                      </p:to>
                                    </p:set>
                                    <p:anim calcmode="lin" valueType="num">
                                      <p:cBhvr>
                                        <p:cTn id="133"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134"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135" dur="500"/>
                                        <p:tgtEl>
                                          <p:spTgt spid="53">
                                            <p:txEl>
                                              <p:pRg st="0" end="0"/>
                                            </p:txEl>
                                          </p:spTgt>
                                        </p:tgtEl>
                                      </p:cBhvr>
                                    </p:animEffect>
                                  </p:childTnLst>
                                </p:cTn>
                              </p:par>
                              <p:par>
                                <p:cTn id="136" presetID="53" presetClass="entr" presetSubtype="16" fill="hold" grpId="0" nodeType="withEffect">
                                  <p:stCondLst>
                                    <p:cond delay="200"/>
                                  </p:stCondLst>
                                  <p:childTnLst>
                                    <p:set>
                                      <p:cBhvr>
                                        <p:cTn id="137" dur="1" fill="hold">
                                          <p:stCondLst>
                                            <p:cond delay="0"/>
                                          </p:stCondLst>
                                        </p:cTn>
                                        <p:tgtEl>
                                          <p:spTgt spid="54">
                                            <p:txEl>
                                              <p:pRg st="0" end="0"/>
                                            </p:txEl>
                                          </p:spTgt>
                                        </p:tgtEl>
                                        <p:attrNameLst>
                                          <p:attrName>style.visibility</p:attrName>
                                        </p:attrNameLst>
                                      </p:cBhvr>
                                      <p:to>
                                        <p:strVal val="visible"/>
                                      </p:to>
                                    </p:set>
                                    <p:anim calcmode="lin" valueType="num">
                                      <p:cBhvr>
                                        <p:cTn id="138"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139"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140" dur="500"/>
                                        <p:tgtEl>
                                          <p:spTgt spid="54">
                                            <p:txEl>
                                              <p:pRg st="0" end="0"/>
                                            </p:txEl>
                                          </p:spTgt>
                                        </p:tgtEl>
                                      </p:cBhvr>
                                    </p:animEffect>
                                  </p:childTnLst>
                                </p:cTn>
                              </p:par>
                              <p:par>
                                <p:cTn id="141" presetID="23" presetClass="entr" presetSubtype="16" fill="hold" grpId="0" nodeType="withEffect">
                                  <p:stCondLst>
                                    <p:cond delay="200"/>
                                  </p:stCondLst>
                                  <p:childTnLst>
                                    <p:set>
                                      <p:cBhvr>
                                        <p:cTn id="142" dur="1" fill="hold">
                                          <p:stCondLst>
                                            <p:cond delay="0"/>
                                          </p:stCondLst>
                                        </p:cTn>
                                        <p:tgtEl>
                                          <p:spTgt spid="55">
                                            <p:txEl>
                                              <p:pRg st="0" end="0"/>
                                            </p:txEl>
                                          </p:spTgt>
                                        </p:tgtEl>
                                        <p:attrNameLst>
                                          <p:attrName>style.visibility</p:attrName>
                                        </p:attrNameLst>
                                      </p:cBhvr>
                                      <p:to>
                                        <p:strVal val="visible"/>
                                      </p:to>
                                    </p:set>
                                    <p:anim calcmode="lin" valueType="num">
                                      <p:cBhvr>
                                        <p:cTn id="143" dur="500" fill="hold"/>
                                        <p:tgtEl>
                                          <p:spTgt spid="55">
                                            <p:txEl>
                                              <p:pRg st="0" end="0"/>
                                            </p:txEl>
                                          </p:spTgt>
                                        </p:tgtEl>
                                        <p:attrNameLst>
                                          <p:attrName>ppt_w</p:attrName>
                                        </p:attrNameLst>
                                      </p:cBhvr>
                                      <p:tavLst>
                                        <p:tav tm="0">
                                          <p:val>
                                            <p:fltVal val="0"/>
                                          </p:val>
                                        </p:tav>
                                        <p:tav tm="100000">
                                          <p:val>
                                            <p:strVal val="#ppt_w"/>
                                          </p:val>
                                        </p:tav>
                                      </p:tavLst>
                                    </p:anim>
                                    <p:anim calcmode="lin" valueType="num">
                                      <p:cBhvr>
                                        <p:cTn id="144" dur="500" fill="hold"/>
                                        <p:tgtEl>
                                          <p:spTgt spid="55">
                                            <p:txEl>
                                              <p:pRg st="0" end="0"/>
                                            </p:txEl>
                                          </p:spTgt>
                                        </p:tgtEl>
                                        <p:attrNameLst>
                                          <p:attrName>ppt_h</p:attrName>
                                        </p:attrNameLst>
                                      </p:cBhvr>
                                      <p:tavLst>
                                        <p:tav tm="0">
                                          <p:val>
                                            <p:fltVal val="0"/>
                                          </p:val>
                                        </p:tav>
                                        <p:tav tm="100000">
                                          <p:val>
                                            <p:strVal val="#ppt_h"/>
                                          </p:val>
                                        </p:tav>
                                      </p:tavLst>
                                    </p:anim>
                                  </p:childTnLst>
                                </p:cTn>
                              </p:par>
                              <p:par>
                                <p:cTn id="145" presetID="53" presetClass="entr" presetSubtype="16" fill="hold" grpId="0" nodeType="withEffect">
                                  <p:stCondLst>
                                    <p:cond delay="200"/>
                                  </p:stCondLst>
                                  <p:childTnLst>
                                    <p:set>
                                      <p:cBhvr>
                                        <p:cTn id="146" dur="1" fill="hold">
                                          <p:stCondLst>
                                            <p:cond delay="0"/>
                                          </p:stCondLst>
                                        </p:cTn>
                                        <p:tgtEl>
                                          <p:spTgt spid="56"/>
                                        </p:tgtEl>
                                        <p:attrNameLst>
                                          <p:attrName>style.visibility</p:attrName>
                                        </p:attrNameLst>
                                      </p:cBhvr>
                                      <p:to>
                                        <p:strVal val="visible"/>
                                      </p:to>
                                    </p:set>
                                    <p:anim calcmode="lin" valueType="num">
                                      <p:cBhvr>
                                        <p:cTn id="147" dur="500" fill="hold"/>
                                        <p:tgtEl>
                                          <p:spTgt spid="56"/>
                                        </p:tgtEl>
                                        <p:attrNameLst>
                                          <p:attrName>ppt_w</p:attrName>
                                        </p:attrNameLst>
                                      </p:cBhvr>
                                      <p:tavLst>
                                        <p:tav tm="0">
                                          <p:val>
                                            <p:fltVal val="0"/>
                                          </p:val>
                                        </p:tav>
                                        <p:tav tm="100000">
                                          <p:val>
                                            <p:strVal val="#ppt_w"/>
                                          </p:val>
                                        </p:tav>
                                      </p:tavLst>
                                    </p:anim>
                                    <p:anim calcmode="lin" valueType="num">
                                      <p:cBhvr>
                                        <p:cTn id="148" dur="500" fill="hold"/>
                                        <p:tgtEl>
                                          <p:spTgt spid="56"/>
                                        </p:tgtEl>
                                        <p:attrNameLst>
                                          <p:attrName>ppt_h</p:attrName>
                                        </p:attrNameLst>
                                      </p:cBhvr>
                                      <p:tavLst>
                                        <p:tav tm="0">
                                          <p:val>
                                            <p:fltVal val="0"/>
                                          </p:val>
                                        </p:tav>
                                        <p:tav tm="100000">
                                          <p:val>
                                            <p:strVal val="#ppt_h"/>
                                          </p:val>
                                        </p:tav>
                                      </p:tavLst>
                                    </p:anim>
                                    <p:animEffect transition="in" filter="fade">
                                      <p:cBhvr>
                                        <p:cTn id="149" dur="500"/>
                                        <p:tgtEl>
                                          <p:spTgt spid="56"/>
                                        </p:tgtEl>
                                      </p:cBhvr>
                                    </p:animEffect>
                                  </p:childTnLst>
                                </p:cTn>
                              </p:par>
                              <p:par>
                                <p:cTn id="150" presetID="53" presetClass="entr" presetSubtype="16" fill="hold" grpId="0" nodeType="withEffect">
                                  <p:stCondLst>
                                    <p:cond delay="200"/>
                                  </p:stCondLst>
                                  <p:childTnLst>
                                    <p:set>
                                      <p:cBhvr>
                                        <p:cTn id="151" dur="1" fill="hold">
                                          <p:stCondLst>
                                            <p:cond delay="0"/>
                                          </p:stCondLst>
                                        </p:cTn>
                                        <p:tgtEl>
                                          <p:spTgt spid="57">
                                            <p:txEl>
                                              <p:pRg st="0" end="0"/>
                                            </p:txEl>
                                          </p:spTgt>
                                        </p:tgtEl>
                                        <p:attrNameLst>
                                          <p:attrName>style.visibility</p:attrName>
                                        </p:attrNameLst>
                                      </p:cBhvr>
                                      <p:to>
                                        <p:strVal val="visible"/>
                                      </p:to>
                                    </p:set>
                                    <p:anim calcmode="lin" valueType="num">
                                      <p:cBhvr>
                                        <p:cTn id="152" dur="500" fill="hold"/>
                                        <p:tgtEl>
                                          <p:spTgt spid="57">
                                            <p:txEl>
                                              <p:pRg st="0" end="0"/>
                                            </p:txEl>
                                          </p:spTgt>
                                        </p:tgtEl>
                                        <p:attrNameLst>
                                          <p:attrName>ppt_w</p:attrName>
                                        </p:attrNameLst>
                                      </p:cBhvr>
                                      <p:tavLst>
                                        <p:tav tm="0">
                                          <p:val>
                                            <p:fltVal val="0"/>
                                          </p:val>
                                        </p:tav>
                                        <p:tav tm="100000">
                                          <p:val>
                                            <p:strVal val="#ppt_w"/>
                                          </p:val>
                                        </p:tav>
                                      </p:tavLst>
                                    </p:anim>
                                    <p:anim calcmode="lin" valueType="num">
                                      <p:cBhvr>
                                        <p:cTn id="153" dur="500" fill="hold"/>
                                        <p:tgtEl>
                                          <p:spTgt spid="57">
                                            <p:txEl>
                                              <p:pRg st="0" end="0"/>
                                            </p:txEl>
                                          </p:spTgt>
                                        </p:tgtEl>
                                        <p:attrNameLst>
                                          <p:attrName>ppt_h</p:attrName>
                                        </p:attrNameLst>
                                      </p:cBhvr>
                                      <p:tavLst>
                                        <p:tav tm="0">
                                          <p:val>
                                            <p:fltVal val="0"/>
                                          </p:val>
                                        </p:tav>
                                        <p:tav tm="100000">
                                          <p:val>
                                            <p:strVal val="#ppt_h"/>
                                          </p:val>
                                        </p:tav>
                                      </p:tavLst>
                                    </p:anim>
                                    <p:animEffect transition="in" filter="fade">
                                      <p:cBhvr>
                                        <p:cTn id="154" dur="500"/>
                                        <p:tgtEl>
                                          <p:spTgt spid="5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animBg="1"/>
      <p:bldP spid="31" grpId="0" animBg="1"/>
      <p:bldP spid="32" grpId="0" animBg="1"/>
      <p:bldP spid="33" grpId="0" animBg="1"/>
      <p:bldP spid="34" grpId="0" animBg="1"/>
      <p:bldP spid="36" grpId="0"/>
      <p:bldP spid="35" grpId="0" animBg="1"/>
      <p:bldP spid="37" grpId="0"/>
      <p:bldP spid="38" grpId="0"/>
      <p:bldP spid="39" grpId="0"/>
      <p:bldP spid="40" grpId="0"/>
      <p:bldP spid="41" grpId="0"/>
      <p:bldP spid="42" grpId="0" build="p">
        <p:tmplLst>
          <p:tmpl lvl="1">
            <p:tnLst>
              <p:par>
                <p:cTn presetID="53" presetClass="entr" presetSubtype="16" fill="hold" nodeType="withEffect">
                  <p:stCondLst>
                    <p:cond delay="200"/>
                  </p:stCondLst>
                  <p:childTnLst>
                    <p:set>
                      <p:cBhvr>
                        <p:cTn dur="1" fill="hold">
                          <p:stCondLst>
                            <p:cond delay="0"/>
                          </p:stCondLst>
                        </p:cTn>
                        <p:tgtEl>
                          <p:spTgt spid="42"/>
                        </p:tgtEl>
                        <p:attrNameLst>
                          <p:attrName>style.visibility</p:attrName>
                        </p:attrNameLst>
                      </p:cBhvr>
                      <p:to>
                        <p:strVal val="visible"/>
                      </p:to>
                    </p:set>
                    <p:anim calcmode="lin" valueType="num">
                      <p:cBhvr>
                        <p:cTn dur="500" fill="hold"/>
                        <p:tgtEl>
                          <p:spTgt spid="42"/>
                        </p:tgtEl>
                        <p:attrNameLst>
                          <p:attrName>ppt_w</p:attrName>
                        </p:attrNameLst>
                      </p:cBhvr>
                      <p:tavLst>
                        <p:tav tm="0">
                          <p:val>
                            <p:fltVal val="0"/>
                          </p:val>
                        </p:tav>
                        <p:tav tm="100000">
                          <p:val>
                            <p:strVal val="#ppt_w"/>
                          </p:val>
                        </p:tav>
                      </p:tavLst>
                    </p:anim>
                    <p:anim calcmode="lin" valueType="num">
                      <p:cBhvr>
                        <p:cTn dur="500" fill="hold"/>
                        <p:tgtEl>
                          <p:spTgt spid="42"/>
                        </p:tgtEl>
                        <p:attrNameLst>
                          <p:attrName>ppt_h</p:attrName>
                        </p:attrNameLst>
                      </p:cBhvr>
                      <p:tavLst>
                        <p:tav tm="0">
                          <p:val>
                            <p:fltVal val="0"/>
                          </p:val>
                        </p:tav>
                        <p:tav tm="100000">
                          <p:val>
                            <p:strVal val="#ppt_h"/>
                          </p:val>
                        </p:tav>
                      </p:tavLst>
                    </p:anim>
                    <p:animEffect transition="in" filter="fade">
                      <p:cBhvr>
                        <p:cTn dur="500"/>
                        <p:tgtEl>
                          <p:spTgt spid="42"/>
                        </p:tgtEl>
                      </p:cBhvr>
                    </p:animEffect>
                  </p:childTnLst>
                </p:cTn>
              </p:par>
            </p:tnLst>
          </p:tmpl>
        </p:tmplLst>
      </p:bldP>
      <p:bldP spid="43" grpId="0" build="p">
        <p:tmplLst>
          <p:tmpl lvl="1">
            <p:tnLst>
              <p:par>
                <p:cTn presetID="23" presetClass="entr" presetSubtype="16" fill="hold" nodeType="withEffect">
                  <p:stCondLst>
                    <p:cond delay="200"/>
                  </p:stCondLst>
                  <p:childTnLst>
                    <p:set>
                      <p:cBhvr>
                        <p:cTn dur="1" fill="hold">
                          <p:stCondLst>
                            <p:cond delay="0"/>
                          </p:stCondLst>
                        </p:cTn>
                        <p:tgtEl>
                          <p:spTgt spid="43"/>
                        </p:tgtEl>
                        <p:attrNameLst>
                          <p:attrName>style.visibility</p:attrName>
                        </p:attrNameLst>
                      </p:cBhvr>
                      <p:to>
                        <p:strVal val="visible"/>
                      </p:to>
                    </p:set>
                    <p:anim calcmode="lin" valueType="num">
                      <p:cBhvr>
                        <p:cTn dur="500" fill="hold"/>
                        <p:tgtEl>
                          <p:spTgt spid="43"/>
                        </p:tgtEl>
                        <p:attrNameLst>
                          <p:attrName>ppt_w</p:attrName>
                        </p:attrNameLst>
                      </p:cBhvr>
                      <p:tavLst>
                        <p:tav tm="0">
                          <p:val>
                            <p:fltVal val="0"/>
                          </p:val>
                        </p:tav>
                        <p:tav tm="100000">
                          <p:val>
                            <p:strVal val="#ppt_w"/>
                          </p:val>
                        </p:tav>
                      </p:tavLst>
                    </p:anim>
                    <p:anim calcmode="lin" valueType="num">
                      <p:cBhvr>
                        <p:cTn dur="500" fill="hold"/>
                        <p:tgtEl>
                          <p:spTgt spid="43"/>
                        </p:tgtEl>
                        <p:attrNameLst>
                          <p:attrName>ppt_h</p:attrName>
                        </p:attrNameLst>
                      </p:cBhvr>
                      <p:tavLst>
                        <p:tav tm="0">
                          <p:val>
                            <p:fltVal val="0"/>
                          </p:val>
                        </p:tav>
                        <p:tav tm="100000">
                          <p:val>
                            <p:strVal val="#ppt_h"/>
                          </p:val>
                        </p:tav>
                      </p:tavLst>
                    </p:anim>
                  </p:childTnLst>
                </p:cTn>
              </p:par>
            </p:tnLst>
          </p:tmpl>
        </p:tmplLst>
      </p:bldP>
      <p:bldP spid="44" grpId="0" animBg="1"/>
      <p:bldP spid="45" grpId="0" build="p">
        <p:tmplLst>
          <p:tmpl lvl="1">
            <p:tnLst>
              <p:par>
                <p:cTn presetID="53" presetClass="entr" presetSubtype="16" fill="hold" nodeType="withEffect">
                  <p:stCondLst>
                    <p:cond delay="200"/>
                  </p:stCondLst>
                  <p:childTnLst>
                    <p:set>
                      <p:cBhvr>
                        <p:cTn dur="1" fill="hold">
                          <p:stCondLst>
                            <p:cond delay="0"/>
                          </p:stCondLst>
                        </p:cTn>
                        <p:tgtEl>
                          <p:spTgt spid="45"/>
                        </p:tgtEl>
                        <p:attrNameLst>
                          <p:attrName>style.visibility</p:attrName>
                        </p:attrNameLst>
                      </p:cBhvr>
                      <p:to>
                        <p:strVal val="visible"/>
                      </p:to>
                    </p:set>
                    <p:anim calcmode="lin" valueType="num">
                      <p:cBhvr>
                        <p:cTn dur="500" fill="hold"/>
                        <p:tgtEl>
                          <p:spTgt spid="45"/>
                        </p:tgtEl>
                        <p:attrNameLst>
                          <p:attrName>ppt_w</p:attrName>
                        </p:attrNameLst>
                      </p:cBhvr>
                      <p:tavLst>
                        <p:tav tm="0">
                          <p:val>
                            <p:fltVal val="0"/>
                          </p:val>
                        </p:tav>
                        <p:tav tm="100000">
                          <p:val>
                            <p:strVal val="#ppt_w"/>
                          </p:val>
                        </p:tav>
                      </p:tavLst>
                    </p:anim>
                    <p:anim calcmode="lin" valueType="num">
                      <p:cBhvr>
                        <p:cTn dur="500" fill="hold"/>
                        <p:tgtEl>
                          <p:spTgt spid="45"/>
                        </p:tgtEl>
                        <p:attrNameLst>
                          <p:attrName>ppt_h</p:attrName>
                        </p:attrNameLst>
                      </p:cBhvr>
                      <p:tavLst>
                        <p:tav tm="0">
                          <p:val>
                            <p:fltVal val="0"/>
                          </p:val>
                        </p:tav>
                        <p:tav tm="100000">
                          <p:val>
                            <p:strVal val="#ppt_h"/>
                          </p:val>
                        </p:tav>
                      </p:tavLst>
                    </p:anim>
                    <p:animEffect transition="in" filter="fade">
                      <p:cBhvr>
                        <p:cTn dur="500"/>
                        <p:tgtEl>
                          <p:spTgt spid="45"/>
                        </p:tgtEl>
                      </p:cBhvr>
                    </p:animEffect>
                  </p:childTnLst>
                </p:cTn>
              </p:par>
            </p:tnLst>
          </p:tmpl>
        </p:tmplLst>
      </p:bldP>
      <p:bldP spid="46" grpId="0" build="p">
        <p:tmplLst>
          <p:tmpl lvl="1">
            <p:tnLst>
              <p:par>
                <p:cTn presetID="53" presetClass="entr" presetSubtype="16" fill="hold" nodeType="withEffect">
                  <p:stCondLst>
                    <p:cond delay="200"/>
                  </p:st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23" presetClass="entr" presetSubtype="16" fill="hold" nodeType="withEffect">
                  <p:stCondLst>
                    <p:cond delay="200"/>
                  </p:stCondLst>
                  <p:childTnLst>
                    <p:set>
                      <p:cBhvr>
                        <p:cTn dur="1" fill="hold">
                          <p:stCondLst>
                            <p:cond delay="0"/>
                          </p:stCondLst>
                        </p:cTn>
                        <p:tgtEl>
                          <p:spTgt spid="47"/>
                        </p:tgtEl>
                        <p:attrNameLst>
                          <p:attrName>style.visibility</p:attrName>
                        </p:attrNameLst>
                      </p:cBhvr>
                      <p:to>
                        <p:strVal val="visible"/>
                      </p:to>
                    </p:set>
                    <p:anim calcmode="lin" valueType="num">
                      <p:cBhvr>
                        <p:cTn dur="500" fill="hold"/>
                        <p:tgtEl>
                          <p:spTgt spid="47"/>
                        </p:tgtEl>
                        <p:attrNameLst>
                          <p:attrName>ppt_w</p:attrName>
                        </p:attrNameLst>
                      </p:cBhvr>
                      <p:tavLst>
                        <p:tav tm="0">
                          <p:val>
                            <p:fltVal val="0"/>
                          </p:val>
                        </p:tav>
                        <p:tav tm="100000">
                          <p:val>
                            <p:strVal val="#ppt_w"/>
                          </p:val>
                        </p:tav>
                      </p:tavLst>
                    </p:anim>
                    <p:anim calcmode="lin" valueType="num">
                      <p:cBhvr>
                        <p:cTn dur="500" fill="hold"/>
                        <p:tgtEl>
                          <p:spTgt spid="47"/>
                        </p:tgtEl>
                        <p:attrNameLst>
                          <p:attrName>ppt_h</p:attrName>
                        </p:attrNameLst>
                      </p:cBhvr>
                      <p:tavLst>
                        <p:tav tm="0">
                          <p:val>
                            <p:fltVal val="0"/>
                          </p:val>
                        </p:tav>
                        <p:tav tm="100000">
                          <p:val>
                            <p:strVal val="#ppt_h"/>
                          </p:val>
                        </p:tav>
                      </p:tavLst>
                    </p:anim>
                  </p:childTnLst>
                </p:cTn>
              </p:par>
            </p:tnLst>
          </p:tmpl>
        </p:tmplLst>
      </p:bldP>
      <p:bldP spid="48" grpId="0" animBg="1"/>
      <p:bldP spid="49" grpId="0" build="p">
        <p:tmplLst>
          <p:tmpl lvl="1">
            <p:tnLst>
              <p:par>
                <p:cTn presetID="53" presetClass="entr" presetSubtype="16" fill="hold" nodeType="withEffect">
                  <p:stCondLst>
                    <p:cond delay="200"/>
                  </p:st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53" presetClass="entr" presetSubtype="16" fill="hold" nodeType="withEffect">
                  <p:stCondLst>
                    <p:cond delay="200"/>
                  </p:st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23" presetClass="entr" presetSubtype="16" fill="hold" nodeType="withEffect">
                  <p:stCondLst>
                    <p:cond delay="200"/>
                  </p:st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childTnLst>
                </p:cTn>
              </p:par>
            </p:tnLst>
          </p:tmpl>
        </p:tmplLst>
      </p:bldP>
      <p:bldP spid="52" grpId="0" animBg="1"/>
      <p:bldP spid="53" grpId="0" build="p">
        <p:tmplLst>
          <p:tmpl lvl="1">
            <p:tnLst>
              <p:par>
                <p:cTn presetID="53" presetClass="entr" presetSubtype="16" fill="hold" nodeType="withEffect">
                  <p:stCondLst>
                    <p:cond delay="20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withEffect">
                  <p:stCondLst>
                    <p:cond delay="200"/>
                  </p:st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P spid="55" grpId="0" build="p">
        <p:tmplLst>
          <p:tmpl lvl="1">
            <p:tnLst>
              <p:par>
                <p:cTn presetID="23" presetClass="entr" presetSubtype="16" fill="hold" nodeType="withEffect">
                  <p:stCondLst>
                    <p:cond delay="200"/>
                  </p:stCondLst>
                  <p:childTnLst>
                    <p:set>
                      <p:cBhvr>
                        <p:cTn dur="1" fill="hold">
                          <p:stCondLst>
                            <p:cond delay="0"/>
                          </p:stCondLst>
                        </p:cTn>
                        <p:tgtEl>
                          <p:spTgt spid="55"/>
                        </p:tgtEl>
                        <p:attrNameLst>
                          <p:attrName>style.visibility</p:attrName>
                        </p:attrNameLst>
                      </p:cBhvr>
                      <p:to>
                        <p:strVal val="visible"/>
                      </p:to>
                    </p:set>
                    <p:anim calcmode="lin" valueType="num">
                      <p:cBhvr>
                        <p:cTn dur="500" fill="hold"/>
                        <p:tgtEl>
                          <p:spTgt spid="55"/>
                        </p:tgtEl>
                        <p:attrNameLst>
                          <p:attrName>ppt_w</p:attrName>
                        </p:attrNameLst>
                      </p:cBhvr>
                      <p:tavLst>
                        <p:tav tm="0">
                          <p:val>
                            <p:fltVal val="0"/>
                          </p:val>
                        </p:tav>
                        <p:tav tm="100000">
                          <p:val>
                            <p:strVal val="#ppt_w"/>
                          </p:val>
                        </p:tav>
                      </p:tavLst>
                    </p:anim>
                    <p:anim calcmode="lin" valueType="num">
                      <p:cBhvr>
                        <p:cTn dur="500" fill="hold"/>
                        <p:tgtEl>
                          <p:spTgt spid="55"/>
                        </p:tgtEl>
                        <p:attrNameLst>
                          <p:attrName>ppt_h</p:attrName>
                        </p:attrNameLst>
                      </p:cBhvr>
                      <p:tavLst>
                        <p:tav tm="0">
                          <p:val>
                            <p:fltVal val="0"/>
                          </p:val>
                        </p:tav>
                        <p:tav tm="100000">
                          <p:val>
                            <p:strVal val="#ppt_h"/>
                          </p:val>
                        </p:tav>
                      </p:tavLst>
                    </p:anim>
                  </p:childTnLst>
                </p:cTn>
              </p:par>
            </p:tnLst>
          </p:tmpl>
        </p:tmplLst>
      </p:bldP>
      <p:bldP spid="56" grpId="0" animBg="1"/>
      <p:bldP spid="57" grpId="0" build="p">
        <p:tmplLst>
          <p:tmpl lvl="1">
            <p:tnLst>
              <p:par>
                <p:cTn presetID="53" presetClass="entr" presetSubtype="16" fill="hold" nodeType="withEffect">
                  <p:stCondLst>
                    <p:cond delay="200"/>
                  </p:stCondLst>
                  <p:childTnLst>
                    <p:set>
                      <p:cBhvr>
                        <p:cTn dur="1" fill="hold">
                          <p:stCondLst>
                            <p:cond delay="0"/>
                          </p:stCondLst>
                        </p:cTn>
                        <p:tgtEl>
                          <p:spTgt spid="57"/>
                        </p:tgtEl>
                        <p:attrNameLst>
                          <p:attrName>style.visibility</p:attrName>
                        </p:attrNameLst>
                      </p:cBhvr>
                      <p:to>
                        <p:strVal val="visible"/>
                      </p:to>
                    </p:set>
                    <p:anim calcmode="lin" valueType="num">
                      <p:cBhvr>
                        <p:cTn dur="500" fill="hold"/>
                        <p:tgtEl>
                          <p:spTgt spid="57"/>
                        </p:tgtEl>
                        <p:attrNameLst>
                          <p:attrName>ppt_w</p:attrName>
                        </p:attrNameLst>
                      </p:cBhvr>
                      <p:tavLst>
                        <p:tav tm="0">
                          <p:val>
                            <p:fltVal val="0"/>
                          </p:val>
                        </p:tav>
                        <p:tav tm="100000">
                          <p:val>
                            <p:strVal val="#ppt_w"/>
                          </p:val>
                        </p:tav>
                      </p:tavLst>
                    </p:anim>
                    <p:anim calcmode="lin" valueType="num">
                      <p:cBhvr>
                        <p:cTn dur="500" fill="hold"/>
                        <p:tgtEl>
                          <p:spTgt spid="57"/>
                        </p:tgtEl>
                        <p:attrNameLst>
                          <p:attrName>ppt_h</p:attrName>
                        </p:attrNameLst>
                      </p:cBhvr>
                      <p:tavLst>
                        <p:tav tm="0">
                          <p:val>
                            <p:fltVal val="0"/>
                          </p:val>
                        </p:tav>
                        <p:tav tm="100000">
                          <p:val>
                            <p:strVal val="#ppt_h"/>
                          </p:val>
                        </p:tav>
                      </p:tavLst>
                    </p:anim>
                    <p:animEffect transition="in" filter="fade">
                      <p:cBhvr>
                        <p:cTn dur="500"/>
                        <p:tgtEl>
                          <p:spTgt spid="57"/>
                        </p:tgtEl>
                      </p:cBhvr>
                    </p:animEffect>
                  </p:childTnLst>
                </p:cTn>
              </p:par>
            </p:tnLst>
          </p:tmpl>
        </p:tmplLst>
      </p:bldP>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34" name="Donut 28"/>
          <p:cNvSpPr/>
          <p:nvPr/>
        </p:nvSpPr>
        <p:spPr>
          <a:xfrm>
            <a:off x="5942355" y="1456633"/>
            <a:ext cx="1251911" cy="1252149"/>
          </a:xfrm>
          <a:prstGeom prst="donut">
            <a:avLst>
              <a:gd name="adj" fmla="val 10574"/>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5" name="Donut 27"/>
          <p:cNvSpPr/>
          <p:nvPr/>
        </p:nvSpPr>
        <p:spPr>
          <a:xfrm>
            <a:off x="6298471" y="2229168"/>
            <a:ext cx="1471726" cy="1472003"/>
          </a:xfrm>
          <a:prstGeom prst="donut">
            <a:avLst>
              <a:gd name="adj" fmla="val 10574"/>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Donut 26"/>
          <p:cNvSpPr/>
          <p:nvPr/>
        </p:nvSpPr>
        <p:spPr>
          <a:xfrm>
            <a:off x="6686101" y="3292311"/>
            <a:ext cx="1459515" cy="1459792"/>
          </a:xfrm>
          <a:prstGeom prst="donut">
            <a:avLst>
              <a:gd name="adj" fmla="val 10574"/>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74"/>
          <p:cNvSpPr>
            <a:spLocks noEditPoints="1"/>
          </p:cNvSpPr>
          <p:nvPr/>
        </p:nvSpPr>
        <p:spPr bwMode="auto">
          <a:xfrm>
            <a:off x="7129587" y="3822532"/>
            <a:ext cx="572533" cy="399342"/>
          </a:xfrm>
          <a:custGeom>
            <a:avLst/>
            <a:gdLst/>
            <a:ahLst/>
            <a:cxnLst>
              <a:cxn ang="0">
                <a:pos x="64" y="20"/>
              </a:cxn>
              <a:cxn ang="0">
                <a:pos x="35" y="9"/>
              </a:cxn>
              <a:cxn ang="0">
                <a:pos x="7" y="20"/>
              </a:cxn>
              <a:cxn ang="0">
                <a:pos x="6" y="20"/>
              </a:cxn>
              <a:cxn ang="0">
                <a:pos x="0" y="14"/>
              </a:cxn>
              <a:cxn ang="0">
                <a:pos x="1" y="13"/>
              </a:cxn>
              <a:cxn ang="0">
                <a:pos x="35" y="0"/>
              </a:cxn>
              <a:cxn ang="0">
                <a:pos x="70" y="13"/>
              </a:cxn>
              <a:cxn ang="0">
                <a:pos x="70" y="14"/>
              </a:cxn>
              <a:cxn ang="0">
                <a:pos x="64" y="20"/>
              </a:cxn>
              <a:cxn ang="0">
                <a:pos x="64" y="20"/>
              </a:cxn>
              <a:cxn ang="0">
                <a:pos x="54" y="30"/>
              </a:cxn>
              <a:cxn ang="0">
                <a:pos x="35" y="22"/>
              </a:cxn>
              <a:cxn ang="0">
                <a:pos x="16" y="30"/>
              </a:cxn>
              <a:cxn ang="0">
                <a:pos x="10" y="24"/>
              </a:cxn>
              <a:cxn ang="0">
                <a:pos x="10" y="23"/>
              </a:cxn>
              <a:cxn ang="0">
                <a:pos x="35" y="13"/>
              </a:cxn>
              <a:cxn ang="0">
                <a:pos x="60" y="23"/>
              </a:cxn>
              <a:cxn ang="0">
                <a:pos x="61" y="24"/>
              </a:cxn>
              <a:cxn ang="0">
                <a:pos x="55" y="30"/>
              </a:cxn>
              <a:cxn ang="0">
                <a:pos x="54" y="30"/>
              </a:cxn>
              <a:cxn ang="0">
                <a:pos x="35" y="36"/>
              </a:cxn>
              <a:cxn ang="0">
                <a:pos x="26" y="40"/>
              </a:cxn>
              <a:cxn ang="0">
                <a:pos x="20" y="34"/>
              </a:cxn>
              <a:cxn ang="0">
                <a:pos x="20" y="33"/>
              </a:cxn>
              <a:cxn ang="0">
                <a:pos x="35" y="27"/>
              </a:cxn>
              <a:cxn ang="0">
                <a:pos x="51" y="33"/>
              </a:cxn>
              <a:cxn ang="0">
                <a:pos x="51" y="34"/>
              </a:cxn>
              <a:cxn ang="0">
                <a:pos x="45" y="40"/>
              </a:cxn>
              <a:cxn ang="0">
                <a:pos x="35" y="36"/>
              </a:cxn>
              <a:cxn ang="0">
                <a:pos x="29" y="43"/>
              </a:cxn>
              <a:cxn ang="0">
                <a:pos x="35" y="41"/>
              </a:cxn>
              <a:cxn ang="0">
                <a:pos x="41" y="43"/>
              </a:cxn>
              <a:cxn ang="0">
                <a:pos x="35" y="49"/>
              </a:cxn>
              <a:cxn ang="0">
                <a:pos x="29" y="43"/>
              </a:cxn>
            </a:cxnLst>
            <a:rect l="0" t="0" r="r" b="b"/>
            <a:pathLst>
              <a:path w="70" h="49">
                <a:moveTo>
                  <a:pt x="64" y="20"/>
                </a:moveTo>
                <a:cubicBezTo>
                  <a:pt x="55" y="13"/>
                  <a:pt x="46" y="9"/>
                  <a:pt x="35" y="9"/>
                </a:cubicBezTo>
                <a:cubicBezTo>
                  <a:pt x="24" y="9"/>
                  <a:pt x="15" y="13"/>
                  <a:pt x="7" y="20"/>
                </a:cubicBezTo>
                <a:cubicBezTo>
                  <a:pt x="7" y="20"/>
                  <a:pt x="7" y="20"/>
                  <a:pt x="6" y="20"/>
                </a:cubicBezTo>
                <a:cubicBezTo>
                  <a:pt x="5" y="20"/>
                  <a:pt x="0" y="15"/>
                  <a:pt x="0" y="14"/>
                </a:cubicBezTo>
                <a:cubicBezTo>
                  <a:pt x="0" y="14"/>
                  <a:pt x="0" y="14"/>
                  <a:pt x="1" y="13"/>
                </a:cubicBezTo>
                <a:cubicBezTo>
                  <a:pt x="10" y="4"/>
                  <a:pt x="23" y="0"/>
                  <a:pt x="35" y="0"/>
                </a:cubicBezTo>
                <a:cubicBezTo>
                  <a:pt x="48" y="0"/>
                  <a:pt x="61" y="4"/>
                  <a:pt x="70" y="13"/>
                </a:cubicBezTo>
                <a:cubicBezTo>
                  <a:pt x="70" y="14"/>
                  <a:pt x="70" y="14"/>
                  <a:pt x="70" y="14"/>
                </a:cubicBezTo>
                <a:cubicBezTo>
                  <a:pt x="70" y="15"/>
                  <a:pt x="65" y="20"/>
                  <a:pt x="64" y="20"/>
                </a:cubicBezTo>
                <a:cubicBezTo>
                  <a:pt x="64" y="20"/>
                  <a:pt x="64" y="20"/>
                  <a:pt x="64" y="20"/>
                </a:cubicBezTo>
                <a:close/>
                <a:moveTo>
                  <a:pt x="54" y="30"/>
                </a:moveTo>
                <a:cubicBezTo>
                  <a:pt x="48" y="25"/>
                  <a:pt x="43" y="22"/>
                  <a:pt x="35" y="22"/>
                </a:cubicBezTo>
                <a:cubicBezTo>
                  <a:pt x="25" y="22"/>
                  <a:pt x="16" y="30"/>
                  <a:pt x="16" y="30"/>
                </a:cubicBezTo>
                <a:cubicBezTo>
                  <a:pt x="15" y="30"/>
                  <a:pt x="10" y="25"/>
                  <a:pt x="10" y="24"/>
                </a:cubicBezTo>
                <a:cubicBezTo>
                  <a:pt x="10" y="24"/>
                  <a:pt x="10" y="23"/>
                  <a:pt x="10" y="23"/>
                </a:cubicBezTo>
                <a:cubicBezTo>
                  <a:pt x="17" y="17"/>
                  <a:pt x="26" y="13"/>
                  <a:pt x="35" y="13"/>
                </a:cubicBezTo>
                <a:cubicBezTo>
                  <a:pt x="44" y="13"/>
                  <a:pt x="54" y="17"/>
                  <a:pt x="60" y="23"/>
                </a:cubicBezTo>
                <a:cubicBezTo>
                  <a:pt x="61" y="23"/>
                  <a:pt x="61" y="24"/>
                  <a:pt x="61" y="24"/>
                </a:cubicBezTo>
                <a:cubicBezTo>
                  <a:pt x="61" y="25"/>
                  <a:pt x="56" y="30"/>
                  <a:pt x="55" y="30"/>
                </a:cubicBezTo>
                <a:cubicBezTo>
                  <a:pt x="54" y="30"/>
                  <a:pt x="54" y="30"/>
                  <a:pt x="54" y="30"/>
                </a:cubicBezTo>
                <a:close/>
                <a:moveTo>
                  <a:pt x="35" y="36"/>
                </a:moveTo>
                <a:cubicBezTo>
                  <a:pt x="30" y="36"/>
                  <a:pt x="26" y="40"/>
                  <a:pt x="26" y="40"/>
                </a:cubicBezTo>
                <a:cubicBezTo>
                  <a:pt x="25" y="40"/>
                  <a:pt x="20" y="35"/>
                  <a:pt x="20" y="34"/>
                </a:cubicBezTo>
                <a:cubicBezTo>
                  <a:pt x="20" y="33"/>
                  <a:pt x="20" y="33"/>
                  <a:pt x="20" y="33"/>
                </a:cubicBezTo>
                <a:cubicBezTo>
                  <a:pt x="24" y="29"/>
                  <a:pt x="30" y="27"/>
                  <a:pt x="35" y="27"/>
                </a:cubicBezTo>
                <a:cubicBezTo>
                  <a:pt x="41" y="27"/>
                  <a:pt x="47" y="29"/>
                  <a:pt x="51" y="33"/>
                </a:cubicBezTo>
                <a:cubicBezTo>
                  <a:pt x="51" y="33"/>
                  <a:pt x="51" y="33"/>
                  <a:pt x="51" y="34"/>
                </a:cubicBezTo>
                <a:cubicBezTo>
                  <a:pt x="51" y="35"/>
                  <a:pt x="46" y="40"/>
                  <a:pt x="45" y="40"/>
                </a:cubicBezTo>
                <a:cubicBezTo>
                  <a:pt x="44" y="40"/>
                  <a:pt x="41" y="36"/>
                  <a:pt x="35" y="36"/>
                </a:cubicBezTo>
                <a:close/>
                <a:moveTo>
                  <a:pt x="29" y="43"/>
                </a:moveTo>
                <a:cubicBezTo>
                  <a:pt x="29" y="42"/>
                  <a:pt x="34" y="41"/>
                  <a:pt x="35" y="41"/>
                </a:cubicBezTo>
                <a:cubicBezTo>
                  <a:pt x="37" y="41"/>
                  <a:pt x="41" y="42"/>
                  <a:pt x="41" y="43"/>
                </a:cubicBezTo>
                <a:cubicBezTo>
                  <a:pt x="41" y="44"/>
                  <a:pt x="36" y="49"/>
                  <a:pt x="35" y="49"/>
                </a:cubicBezTo>
                <a:cubicBezTo>
                  <a:pt x="34" y="49"/>
                  <a:pt x="29" y="44"/>
                  <a:pt x="29" y="43"/>
                </a:cubicBezTo>
                <a:close/>
              </a:path>
            </a:pathLst>
          </a:custGeom>
          <a:solidFill>
            <a:srgbClr val="77A9D3"/>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101"/>
          <p:cNvSpPr>
            <a:spLocks noEditPoints="1"/>
          </p:cNvSpPr>
          <p:nvPr/>
        </p:nvSpPr>
        <p:spPr bwMode="auto">
          <a:xfrm>
            <a:off x="6807644" y="2789217"/>
            <a:ext cx="453375" cy="419529"/>
          </a:xfrm>
          <a:custGeom>
            <a:avLst/>
            <a:gdLst/>
            <a:ahLst/>
            <a:cxnLst>
              <a:cxn ang="0">
                <a:pos x="39" y="36"/>
              </a:cxn>
              <a:cxn ang="0">
                <a:pos x="41" y="44"/>
              </a:cxn>
              <a:cxn ang="0">
                <a:pos x="35" y="50"/>
              </a:cxn>
              <a:cxn ang="0">
                <a:pos x="27" y="53"/>
              </a:cxn>
              <a:cxn ang="0">
                <a:pos x="18" y="53"/>
              </a:cxn>
              <a:cxn ang="0">
                <a:pos x="11" y="50"/>
              </a:cxn>
              <a:cxn ang="0">
                <a:pos x="4" y="44"/>
              </a:cxn>
              <a:cxn ang="0">
                <a:pos x="6" y="36"/>
              </a:cxn>
              <a:cxn ang="0">
                <a:pos x="0" y="28"/>
              </a:cxn>
              <a:cxn ang="0">
                <a:pos x="7" y="23"/>
              </a:cxn>
              <a:cxn ang="0">
                <a:pos x="4" y="18"/>
              </a:cxn>
              <a:cxn ang="0">
                <a:pos x="15" y="16"/>
              </a:cxn>
              <a:cxn ang="0">
                <a:pos x="19" y="8"/>
              </a:cxn>
              <a:cxn ang="0">
                <a:pos x="28" y="15"/>
              </a:cxn>
              <a:cxn ang="0">
                <a:pos x="35" y="12"/>
              </a:cxn>
              <a:cxn ang="0">
                <a:pos x="41" y="19"/>
              </a:cxn>
              <a:cxn ang="0">
                <a:pos x="45" y="27"/>
              </a:cxn>
              <a:cxn ang="0">
                <a:pos x="23" y="22"/>
              </a:cxn>
              <a:cxn ang="0">
                <a:pos x="32" y="31"/>
              </a:cxn>
              <a:cxn ang="0">
                <a:pos x="63" y="16"/>
              </a:cxn>
              <a:cxn ang="0">
                <a:pos x="64" y="24"/>
              </a:cxn>
              <a:cxn ang="0">
                <a:pos x="55" y="22"/>
              </a:cxn>
              <a:cxn ang="0">
                <a:pos x="46" y="24"/>
              </a:cxn>
              <a:cxn ang="0">
                <a:pos x="46" y="16"/>
              </a:cxn>
              <a:cxn ang="0">
                <a:pos x="46" y="9"/>
              </a:cxn>
              <a:cxn ang="0">
                <a:pos x="46" y="2"/>
              </a:cxn>
              <a:cxn ang="0">
                <a:pos x="55" y="4"/>
              </a:cxn>
              <a:cxn ang="0">
                <a:pos x="59" y="0"/>
              </a:cxn>
              <a:cxn ang="0">
                <a:pos x="62" y="7"/>
              </a:cxn>
              <a:cxn ang="0">
                <a:pos x="68" y="15"/>
              </a:cxn>
              <a:cxn ang="0">
                <a:pos x="62" y="55"/>
              </a:cxn>
              <a:cxn ang="0">
                <a:pos x="59" y="63"/>
              </a:cxn>
              <a:cxn ang="0">
                <a:pos x="54" y="59"/>
              </a:cxn>
              <a:cxn ang="0">
                <a:pos x="45" y="60"/>
              </a:cxn>
              <a:cxn ang="0">
                <a:pos x="41" y="52"/>
              </a:cxn>
              <a:cxn ang="0">
                <a:pos x="47" y="44"/>
              </a:cxn>
              <a:cxn ang="0">
                <a:pos x="50" y="36"/>
              </a:cxn>
              <a:cxn ang="0">
                <a:pos x="56" y="40"/>
              </a:cxn>
              <a:cxn ang="0">
                <a:pos x="64" y="39"/>
              </a:cxn>
              <a:cxn ang="0">
                <a:pos x="63" y="46"/>
              </a:cxn>
              <a:cxn ang="0">
                <a:pos x="55" y="8"/>
              </a:cxn>
              <a:cxn ang="0">
                <a:pos x="59" y="13"/>
              </a:cxn>
              <a:cxn ang="0">
                <a:pos x="50" y="49"/>
              </a:cxn>
              <a:cxn ang="0">
                <a:pos x="55" y="45"/>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A491BB"/>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145"/>
          <p:cNvSpPr>
            <a:spLocks/>
          </p:cNvSpPr>
          <p:nvPr/>
        </p:nvSpPr>
        <p:spPr bwMode="auto">
          <a:xfrm>
            <a:off x="6371695" y="1889690"/>
            <a:ext cx="383236" cy="330529"/>
          </a:xfrm>
          <a:custGeom>
            <a:avLst/>
            <a:gdLst/>
            <a:ahLst/>
            <a:cxnLst>
              <a:cxn ang="0">
                <a:pos x="64" y="51"/>
              </a:cxn>
              <a:cxn ang="0">
                <a:pos x="60" y="55"/>
              </a:cxn>
              <a:cxn ang="0">
                <a:pos x="49" y="55"/>
              </a:cxn>
              <a:cxn ang="0">
                <a:pos x="45" y="51"/>
              </a:cxn>
              <a:cxn ang="0">
                <a:pos x="45" y="40"/>
              </a:cxn>
              <a:cxn ang="0">
                <a:pos x="49" y="36"/>
              </a:cxn>
              <a:cxn ang="0">
                <a:pos x="52" y="36"/>
              </a:cxn>
              <a:cxn ang="0">
                <a:pos x="52" y="30"/>
              </a:cxn>
              <a:cxn ang="0">
                <a:pos x="34" y="30"/>
              </a:cxn>
              <a:cxn ang="0">
                <a:pos x="34" y="36"/>
              </a:cxn>
              <a:cxn ang="0">
                <a:pos x="37" y="36"/>
              </a:cxn>
              <a:cxn ang="0">
                <a:pos x="41" y="40"/>
              </a:cxn>
              <a:cxn ang="0">
                <a:pos x="41" y="51"/>
              </a:cxn>
              <a:cxn ang="0">
                <a:pos x="37" y="55"/>
              </a:cxn>
              <a:cxn ang="0">
                <a:pos x="26" y="55"/>
              </a:cxn>
              <a:cxn ang="0">
                <a:pos x="23" y="51"/>
              </a:cxn>
              <a:cxn ang="0">
                <a:pos x="23" y="40"/>
              </a:cxn>
              <a:cxn ang="0">
                <a:pos x="26" y="36"/>
              </a:cxn>
              <a:cxn ang="0">
                <a:pos x="29" y="36"/>
              </a:cxn>
              <a:cxn ang="0">
                <a:pos x="29" y="30"/>
              </a:cxn>
              <a:cxn ang="0">
                <a:pos x="11" y="30"/>
              </a:cxn>
              <a:cxn ang="0">
                <a:pos x="11" y="36"/>
              </a:cxn>
              <a:cxn ang="0">
                <a:pos x="15" y="36"/>
              </a:cxn>
              <a:cxn ang="0">
                <a:pos x="18" y="40"/>
              </a:cxn>
              <a:cxn ang="0">
                <a:pos x="18" y="51"/>
              </a:cxn>
              <a:cxn ang="0">
                <a:pos x="15" y="55"/>
              </a:cxn>
              <a:cxn ang="0">
                <a:pos x="3" y="55"/>
              </a:cxn>
              <a:cxn ang="0">
                <a:pos x="0" y="51"/>
              </a:cxn>
              <a:cxn ang="0">
                <a:pos x="0" y="40"/>
              </a:cxn>
              <a:cxn ang="0">
                <a:pos x="3" y="36"/>
              </a:cxn>
              <a:cxn ang="0">
                <a:pos x="7" y="36"/>
              </a:cxn>
              <a:cxn ang="0">
                <a:pos x="7" y="30"/>
              </a:cxn>
              <a:cxn ang="0">
                <a:pos x="11" y="25"/>
              </a:cxn>
              <a:cxn ang="0">
                <a:pos x="29" y="25"/>
              </a:cxn>
              <a:cxn ang="0">
                <a:pos x="29" y="18"/>
              </a:cxn>
              <a:cxn ang="0">
                <a:pos x="26" y="18"/>
              </a:cxn>
              <a:cxn ang="0">
                <a:pos x="23" y="15"/>
              </a:cxn>
              <a:cxn ang="0">
                <a:pos x="23" y="3"/>
              </a:cxn>
              <a:cxn ang="0">
                <a:pos x="26" y="0"/>
              </a:cxn>
              <a:cxn ang="0">
                <a:pos x="37" y="0"/>
              </a:cxn>
              <a:cxn ang="0">
                <a:pos x="41" y="3"/>
              </a:cxn>
              <a:cxn ang="0">
                <a:pos x="41" y="15"/>
              </a:cxn>
              <a:cxn ang="0">
                <a:pos x="37" y="18"/>
              </a:cxn>
              <a:cxn ang="0">
                <a:pos x="34" y="18"/>
              </a:cxn>
              <a:cxn ang="0">
                <a:pos x="34" y="25"/>
              </a:cxn>
              <a:cxn ang="0">
                <a:pos x="52" y="25"/>
              </a:cxn>
              <a:cxn ang="0">
                <a:pos x="57" y="30"/>
              </a:cxn>
              <a:cxn ang="0">
                <a:pos x="57" y="36"/>
              </a:cxn>
              <a:cxn ang="0">
                <a:pos x="60" y="36"/>
              </a:cxn>
              <a:cxn ang="0">
                <a:pos x="64" y="40"/>
              </a:cxn>
              <a:cxn ang="0">
                <a:pos x="64" y="51"/>
              </a:cxn>
            </a:cxnLst>
            <a:rect l="0" t="0" r="r" b="b"/>
            <a:pathLst>
              <a:path w="64" h="55">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rgbClr val="77A9D3"/>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Donut 25"/>
          <p:cNvSpPr/>
          <p:nvPr/>
        </p:nvSpPr>
        <p:spPr>
          <a:xfrm>
            <a:off x="5850966" y="4049193"/>
            <a:ext cx="1672825" cy="1673145"/>
          </a:xfrm>
          <a:prstGeom prst="donut">
            <a:avLst>
              <a:gd name="adj" fmla="val 10574"/>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Donut 24"/>
          <p:cNvSpPr/>
          <p:nvPr/>
        </p:nvSpPr>
        <p:spPr>
          <a:xfrm>
            <a:off x="4503723" y="4498360"/>
            <a:ext cx="1975958" cy="1976332"/>
          </a:xfrm>
          <a:prstGeom prst="donut">
            <a:avLst>
              <a:gd name="adj" fmla="val 10574"/>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Donut 23"/>
          <p:cNvSpPr/>
          <p:nvPr/>
        </p:nvSpPr>
        <p:spPr>
          <a:xfrm>
            <a:off x="2670772" y="4318689"/>
            <a:ext cx="2335221" cy="2335664"/>
          </a:xfrm>
          <a:prstGeom prst="donut">
            <a:avLst>
              <a:gd name="adj" fmla="val 10574"/>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66"/>
          <p:cNvSpPr>
            <a:spLocks noEditPoints="1"/>
          </p:cNvSpPr>
          <p:nvPr/>
        </p:nvSpPr>
        <p:spPr bwMode="auto">
          <a:xfrm>
            <a:off x="3596707" y="5161381"/>
            <a:ext cx="556611" cy="650285"/>
          </a:xfrm>
          <a:custGeom>
            <a:avLst/>
            <a:gdLst/>
            <a:ahLst/>
            <a:cxnLst>
              <a:cxn ang="0">
                <a:pos x="55" y="9"/>
              </a:cxn>
              <a:cxn ang="0">
                <a:pos x="55" y="14"/>
              </a:cxn>
              <a:cxn ang="0">
                <a:pos x="27" y="23"/>
              </a:cxn>
              <a:cxn ang="0">
                <a:pos x="0" y="14"/>
              </a:cxn>
              <a:cxn ang="0">
                <a:pos x="0" y="9"/>
              </a:cxn>
              <a:cxn ang="0">
                <a:pos x="27" y="0"/>
              </a:cxn>
              <a:cxn ang="0">
                <a:pos x="55" y="9"/>
              </a:cxn>
              <a:cxn ang="0">
                <a:pos x="55" y="21"/>
              </a:cxn>
              <a:cxn ang="0">
                <a:pos x="55" y="27"/>
              </a:cxn>
              <a:cxn ang="0">
                <a:pos x="27" y="37"/>
              </a:cxn>
              <a:cxn ang="0">
                <a:pos x="0" y="27"/>
              </a:cxn>
              <a:cxn ang="0">
                <a:pos x="0" y="21"/>
              </a:cxn>
              <a:cxn ang="0">
                <a:pos x="27" y="27"/>
              </a:cxn>
              <a:cxn ang="0">
                <a:pos x="55" y="21"/>
              </a:cxn>
              <a:cxn ang="0">
                <a:pos x="55" y="35"/>
              </a:cxn>
              <a:cxn ang="0">
                <a:pos x="55" y="41"/>
              </a:cxn>
              <a:cxn ang="0">
                <a:pos x="27" y="50"/>
              </a:cxn>
              <a:cxn ang="0">
                <a:pos x="0" y="41"/>
              </a:cxn>
              <a:cxn ang="0">
                <a:pos x="0" y="35"/>
              </a:cxn>
              <a:cxn ang="0">
                <a:pos x="27" y="41"/>
              </a:cxn>
              <a:cxn ang="0">
                <a:pos x="55" y="35"/>
              </a:cxn>
              <a:cxn ang="0">
                <a:pos x="55" y="49"/>
              </a:cxn>
              <a:cxn ang="0">
                <a:pos x="55" y="55"/>
              </a:cxn>
              <a:cxn ang="0">
                <a:pos x="27" y="64"/>
              </a:cxn>
              <a:cxn ang="0">
                <a:pos x="0" y="55"/>
              </a:cxn>
              <a:cxn ang="0">
                <a:pos x="0" y="49"/>
              </a:cxn>
              <a:cxn ang="0">
                <a:pos x="27" y="55"/>
              </a:cxn>
              <a:cxn ang="0">
                <a:pos x="55" y="49"/>
              </a:cxn>
            </a:cxnLst>
            <a:rect l="0" t="0" r="r" b="b"/>
            <a:pathLst>
              <a:path w="55" h="64">
                <a:moveTo>
                  <a:pt x="55" y="9"/>
                </a:moveTo>
                <a:cubicBezTo>
                  <a:pt x="55" y="14"/>
                  <a:pt x="55" y="14"/>
                  <a:pt x="55" y="14"/>
                </a:cubicBezTo>
                <a:cubicBezTo>
                  <a:pt x="55" y="19"/>
                  <a:pt x="42" y="23"/>
                  <a:pt x="27" y="23"/>
                </a:cubicBezTo>
                <a:cubicBezTo>
                  <a:pt x="12" y="23"/>
                  <a:pt x="0" y="19"/>
                  <a:pt x="0" y="14"/>
                </a:cubicBezTo>
                <a:cubicBezTo>
                  <a:pt x="0" y="9"/>
                  <a:pt x="0" y="9"/>
                  <a:pt x="0" y="9"/>
                </a:cubicBezTo>
                <a:cubicBezTo>
                  <a:pt x="0" y="4"/>
                  <a:pt x="12" y="0"/>
                  <a:pt x="27" y="0"/>
                </a:cubicBezTo>
                <a:cubicBezTo>
                  <a:pt x="42" y="0"/>
                  <a:pt x="55" y="4"/>
                  <a:pt x="55" y="9"/>
                </a:cubicBezTo>
                <a:close/>
                <a:moveTo>
                  <a:pt x="55" y="21"/>
                </a:moveTo>
                <a:cubicBezTo>
                  <a:pt x="55" y="27"/>
                  <a:pt x="55" y="27"/>
                  <a:pt x="55" y="27"/>
                </a:cubicBezTo>
                <a:cubicBezTo>
                  <a:pt x="55" y="32"/>
                  <a:pt x="42" y="37"/>
                  <a:pt x="27" y="37"/>
                </a:cubicBezTo>
                <a:cubicBezTo>
                  <a:pt x="12" y="37"/>
                  <a:pt x="0" y="32"/>
                  <a:pt x="0" y="27"/>
                </a:cubicBezTo>
                <a:cubicBezTo>
                  <a:pt x="0" y="21"/>
                  <a:pt x="0" y="21"/>
                  <a:pt x="0" y="21"/>
                </a:cubicBezTo>
                <a:cubicBezTo>
                  <a:pt x="6" y="25"/>
                  <a:pt x="16" y="27"/>
                  <a:pt x="27" y="27"/>
                </a:cubicBezTo>
                <a:cubicBezTo>
                  <a:pt x="38" y="27"/>
                  <a:pt x="49" y="25"/>
                  <a:pt x="55" y="21"/>
                </a:cubicBezTo>
                <a:close/>
                <a:moveTo>
                  <a:pt x="55" y="35"/>
                </a:moveTo>
                <a:cubicBezTo>
                  <a:pt x="55" y="41"/>
                  <a:pt x="55" y="41"/>
                  <a:pt x="55" y="41"/>
                </a:cubicBezTo>
                <a:cubicBezTo>
                  <a:pt x="55" y="46"/>
                  <a:pt x="42" y="50"/>
                  <a:pt x="27" y="50"/>
                </a:cubicBezTo>
                <a:cubicBezTo>
                  <a:pt x="12" y="50"/>
                  <a:pt x="0" y="46"/>
                  <a:pt x="0" y="41"/>
                </a:cubicBezTo>
                <a:cubicBezTo>
                  <a:pt x="0" y="35"/>
                  <a:pt x="0" y="35"/>
                  <a:pt x="0" y="35"/>
                </a:cubicBezTo>
                <a:cubicBezTo>
                  <a:pt x="6" y="39"/>
                  <a:pt x="16" y="41"/>
                  <a:pt x="27" y="41"/>
                </a:cubicBezTo>
                <a:cubicBezTo>
                  <a:pt x="38" y="41"/>
                  <a:pt x="49" y="39"/>
                  <a:pt x="55" y="35"/>
                </a:cubicBezTo>
                <a:close/>
                <a:moveTo>
                  <a:pt x="55" y="49"/>
                </a:moveTo>
                <a:cubicBezTo>
                  <a:pt x="55" y="55"/>
                  <a:pt x="55" y="55"/>
                  <a:pt x="55" y="55"/>
                </a:cubicBezTo>
                <a:cubicBezTo>
                  <a:pt x="55" y="60"/>
                  <a:pt x="42" y="64"/>
                  <a:pt x="27" y="64"/>
                </a:cubicBezTo>
                <a:cubicBezTo>
                  <a:pt x="12" y="64"/>
                  <a:pt x="0" y="60"/>
                  <a:pt x="0" y="55"/>
                </a:cubicBezTo>
                <a:cubicBezTo>
                  <a:pt x="0" y="49"/>
                  <a:pt x="0" y="49"/>
                  <a:pt x="0" y="49"/>
                </a:cubicBezTo>
                <a:cubicBezTo>
                  <a:pt x="6" y="53"/>
                  <a:pt x="16" y="55"/>
                  <a:pt x="27" y="55"/>
                </a:cubicBezTo>
                <a:cubicBezTo>
                  <a:pt x="38" y="55"/>
                  <a:pt x="49" y="53"/>
                  <a:pt x="55" y="49"/>
                </a:cubicBezTo>
                <a:close/>
              </a:path>
            </a:pathLst>
          </a:custGeom>
          <a:solidFill>
            <a:srgbClr val="A491BB"/>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72"/>
          <p:cNvSpPr>
            <a:spLocks noEditPoints="1"/>
          </p:cNvSpPr>
          <p:nvPr/>
        </p:nvSpPr>
        <p:spPr bwMode="auto">
          <a:xfrm>
            <a:off x="5211165" y="5264475"/>
            <a:ext cx="561078" cy="444102"/>
          </a:xfrm>
          <a:custGeom>
            <a:avLst/>
            <a:gdLst/>
            <a:ahLst/>
            <a:cxnLst>
              <a:cxn ang="0">
                <a:pos x="50" y="41"/>
              </a:cxn>
              <a:cxn ang="0">
                <a:pos x="40" y="51"/>
              </a:cxn>
              <a:cxn ang="0">
                <a:pos x="10" y="51"/>
              </a:cxn>
              <a:cxn ang="0">
                <a:pos x="0" y="41"/>
              </a:cxn>
              <a:cxn ang="0">
                <a:pos x="0" y="11"/>
              </a:cxn>
              <a:cxn ang="0">
                <a:pos x="10" y="1"/>
              </a:cxn>
              <a:cxn ang="0">
                <a:pos x="40" y="1"/>
              </a:cxn>
              <a:cxn ang="0">
                <a:pos x="44" y="1"/>
              </a:cxn>
              <a:cxn ang="0">
                <a:pos x="45" y="2"/>
              </a:cxn>
              <a:cxn ang="0">
                <a:pos x="44" y="3"/>
              </a:cxn>
              <a:cxn ang="0">
                <a:pos x="43" y="5"/>
              </a:cxn>
              <a:cxn ang="0">
                <a:pos x="41" y="5"/>
              </a:cxn>
              <a:cxn ang="0">
                <a:pos x="40" y="5"/>
              </a:cxn>
              <a:cxn ang="0">
                <a:pos x="10" y="5"/>
              </a:cxn>
              <a:cxn ang="0">
                <a:pos x="4" y="11"/>
              </a:cxn>
              <a:cxn ang="0">
                <a:pos x="4" y="41"/>
              </a:cxn>
              <a:cxn ang="0">
                <a:pos x="10" y="46"/>
              </a:cxn>
              <a:cxn ang="0">
                <a:pos x="40" y="46"/>
              </a:cxn>
              <a:cxn ang="0">
                <a:pos x="45" y="41"/>
              </a:cxn>
              <a:cxn ang="0">
                <a:pos x="45" y="36"/>
              </a:cxn>
              <a:cxn ang="0">
                <a:pos x="46" y="35"/>
              </a:cxn>
              <a:cxn ang="0">
                <a:pos x="48" y="33"/>
              </a:cxn>
              <a:cxn ang="0">
                <a:pos x="49" y="33"/>
              </a:cxn>
              <a:cxn ang="0">
                <a:pos x="50" y="34"/>
              </a:cxn>
              <a:cxn ang="0">
                <a:pos x="50" y="41"/>
              </a:cxn>
              <a:cxn ang="0">
                <a:pos x="57" y="18"/>
              </a:cxn>
              <a:cxn ang="0">
                <a:pos x="33" y="42"/>
              </a:cxn>
              <a:cxn ang="0">
                <a:pos x="23" y="42"/>
              </a:cxn>
              <a:cxn ang="0">
                <a:pos x="23" y="31"/>
              </a:cxn>
              <a:cxn ang="0">
                <a:pos x="47" y="7"/>
              </a:cxn>
              <a:cxn ang="0">
                <a:pos x="57" y="18"/>
              </a:cxn>
              <a:cxn ang="0">
                <a:pos x="36" y="34"/>
              </a:cxn>
              <a:cxn ang="0">
                <a:pos x="30" y="29"/>
              </a:cxn>
              <a:cxn ang="0">
                <a:pos x="26" y="33"/>
              </a:cxn>
              <a:cxn ang="0">
                <a:pos x="26" y="35"/>
              </a:cxn>
              <a:cxn ang="0">
                <a:pos x="29" y="35"/>
              </a:cxn>
              <a:cxn ang="0">
                <a:pos x="29" y="38"/>
              </a:cxn>
              <a:cxn ang="0">
                <a:pos x="31" y="38"/>
              </a:cxn>
              <a:cxn ang="0">
                <a:pos x="36" y="34"/>
              </a:cxn>
              <a:cxn ang="0">
                <a:pos x="46" y="13"/>
              </a:cxn>
              <a:cxn ang="0">
                <a:pos x="34" y="25"/>
              </a:cxn>
              <a:cxn ang="0">
                <a:pos x="33" y="26"/>
              </a:cxn>
              <a:cxn ang="0">
                <a:pos x="35" y="26"/>
              </a:cxn>
              <a:cxn ang="0">
                <a:pos x="47" y="14"/>
              </a:cxn>
              <a:cxn ang="0">
                <a:pos x="47" y="13"/>
              </a:cxn>
              <a:cxn ang="0">
                <a:pos x="46" y="13"/>
              </a:cxn>
              <a:cxn ang="0">
                <a:pos x="59" y="15"/>
              </a:cxn>
              <a:cxn ang="0">
                <a:pos x="49" y="5"/>
              </a:cxn>
              <a:cxn ang="0">
                <a:pos x="52" y="2"/>
              </a:cxn>
              <a:cxn ang="0">
                <a:pos x="57" y="2"/>
              </a:cxn>
              <a:cxn ang="0">
                <a:pos x="62" y="7"/>
              </a:cxn>
              <a:cxn ang="0">
                <a:pos x="62" y="12"/>
              </a:cxn>
              <a:cxn ang="0">
                <a:pos x="59" y="15"/>
              </a:cxn>
            </a:cxnLst>
            <a:rect l="0" t="0" r="r" b="b"/>
            <a:pathLst>
              <a:path w="64" h="51">
                <a:moveTo>
                  <a:pt x="50" y="41"/>
                </a:moveTo>
                <a:cubicBezTo>
                  <a:pt x="50" y="46"/>
                  <a:pt x="45" y="51"/>
                  <a:pt x="40" y="51"/>
                </a:cubicBezTo>
                <a:cubicBezTo>
                  <a:pt x="10" y="51"/>
                  <a:pt x="10" y="51"/>
                  <a:pt x="10" y="51"/>
                </a:cubicBezTo>
                <a:cubicBezTo>
                  <a:pt x="4" y="51"/>
                  <a:pt x="0" y="46"/>
                  <a:pt x="0" y="41"/>
                </a:cubicBezTo>
                <a:cubicBezTo>
                  <a:pt x="0" y="11"/>
                  <a:pt x="0" y="11"/>
                  <a:pt x="0" y="11"/>
                </a:cubicBezTo>
                <a:cubicBezTo>
                  <a:pt x="0" y="5"/>
                  <a:pt x="4" y="1"/>
                  <a:pt x="10" y="1"/>
                </a:cubicBezTo>
                <a:cubicBezTo>
                  <a:pt x="40" y="1"/>
                  <a:pt x="40" y="1"/>
                  <a:pt x="40" y="1"/>
                </a:cubicBezTo>
                <a:cubicBezTo>
                  <a:pt x="41" y="1"/>
                  <a:pt x="43" y="1"/>
                  <a:pt x="44" y="1"/>
                </a:cubicBezTo>
                <a:cubicBezTo>
                  <a:pt x="44" y="2"/>
                  <a:pt x="44" y="2"/>
                  <a:pt x="45" y="2"/>
                </a:cubicBezTo>
                <a:cubicBezTo>
                  <a:pt x="45" y="3"/>
                  <a:pt x="45" y="3"/>
                  <a:pt x="44" y="3"/>
                </a:cubicBezTo>
                <a:cubicBezTo>
                  <a:pt x="43" y="5"/>
                  <a:pt x="43" y="5"/>
                  <a:pt x="43" y="5"/>
                </a:cubicBezTo>
                <a:cubicBezTo>
                  <a:pt x="42" y="5"/>
                  <a:pt x="42" y="5"/>
                  <a:pt x="41" y="5"/>
                </a:cubicBezTo>
                <a:cubicBezTo>
                  <a:pt x="41" y="5"/>
                  <a:pt x="40" y="5"/>
                  <a:pt x="40" y="5"/>
                </a:cubicBezTo>
                <a:cubicBezTo>
                  <a:pt x="10" y="5"/>
                  <a:pt x="10" y="5"/>
                  <a:pt x="10" y="5"/>
                </a:cubicBezTo>
                <a:cubicBezTo>
                  <a:pt x="7" y="5"/>
                  <a:pt x="4" y="8"/>
                  <a:pt x="4" y="11"/>
                </a:cubicBezTo>
                <a:cubicBezTo>
                  <a:pt x="4" y="41"/>
                  <a:pt x="4" y="41"/>
                  <a:pt x="4" y="41"/>
                </a:cubicBezTo>
                <a:cubicBezTo>
                  <a:pt x="4" y="44"/>
                  <a:pt x="7" y="46"/>
                  <a:pt x="10" y="46"/>
                </a:cubicBezTo>
                <a:cubicBezTo>
                  <a:pt x="40" y="46"/>
                  <a:pt x="40" y="46"/>
                  <a:pt x="40" y="46"/>
                </a:cubicBezTo>
                <a:cubicBezTo>
                  <a:pt x="43" y="46"/>
                  <a:pt x="45" y="44"/>
                  <a:pt x="45" y="41"/>
                </a:cubicBezTo>
                <a:cubicBezTo>
                  <a:pt x="45" y="36"/>
                  <a:pt x="45" y="36"/>
                  <a:pt x="45" y="36"/>
                </a:cubicBezTo>
                <a:cubicBezTo>
                  <a:pt x="45" y="36"/>
                  <a:pt x="46" y="35"/>
                  <a:pt x="46" y="35"/>
                </a:cubicBezTo>
                <a:cubicBezTo>
                  <a:pt x="48" y="33"/>
                  <a:pt x="48" y="33"/>
                  <a:pt x="48" y="33"/>
                </a:cubicBezTo>
                <a:cubicBezTo>
                  <a:pt x="48" y="33"/>
                  <a:pt x="49" y="33"/>
                  <a:pt x="49" y="33"/>
                </a:cubicBezTo>
                <a:cubicBezTo>
                  <a:pt x="50" y="33"/>
                  <a:pt x="50" y="33"/>
                  <a:pt x="50" y="34"/>
                </a:cubicBezTo>
                <a:lnTo>
                  <a:pt x="50" y="41"/>
                </a:lnTo>
                <a:close/>
                <a:moveTo>
                  <a:pt x="57" y="18"/>
                </a:moveTo>
                <a:cubicBezTo>
                  <a:pt x="33" y="42"/>
                  <a:pt x="33" y="42"/>
                  <a:pt x="33" y="42"/>
                </a:cubicBezTo>
                <a:cubicBezTo>
                  <a:pt x="23" y="42"/>
                  <a:pt x="23" y="42"/>
                  <a:pt x="23" y="42"/>
                </a:cubicBezTo>
                <a:cubicBezTo>
                  <a:pt x="23" y="31"/>
                  <a:pt x="23" y="31"/>
                  <a:pt x="23" y="31"/>
                </a:cubicBezTo>
                <a:cubicBezTo>
                  <a:pt x="47" y="7"/>
                  <a:pt x="47" y="7"/>
                  <a:pt x="47" y="7"/>
                </a:cubicBezTo>
                <a:lnTo>
                  <a:pt x="57" y="18"/>
                </a:lnTo>
                <a:close/>
                <a:moveTo>
                  <a:pt x="36" y="34"/>
                </a:moveTo>
                <a:cubicBezTo>
                  <a:pt x="30" y="29"/>
                  <a:pt x="30" y="29"/>
                  <a:pt x="30" y="29"/>
                </a:cubicBezTo>
                <a:cubicBezTo>
                  <a:pt x="26" y="33"/>
                  <a:pt x="26" y="33"/>
                  <a:pt x="26" y="33"/>
                </a:cubicBezTo>
                <a:cubicBezTo>
                  <a:pt x="26" y="35"/>
                  <a:pt x="26" y="35"/>
                  <a:pt x="26" y="35"/>
                </a:cubicBezTo>
                <a:cubicBezTo>
                  <a:pt x="29" y="35"/>
                  <a:pt x="29" y="35"/>
                  <a:pt x="29" y="35"/>
                </a:cubicBezTo>
                <a:cubicBezTo>
                  <a:pt x="29" y="38"/>
                  <a:pt x="29" y="38"/>
                  <a:pt x="29" y="38"/>
                </a:cubicBezTo>
                <a:cubicBezTo>
                  <a:pt x="31" y="38"/>
                  <a:pt x="31" y="38"/>
                  <a:pt x="31" y="38"/>
                </a:cubicBezTo>
                <a:lnTo>
                  <a:pt x="36" y="34"/>
                </a:lnTo>
                <a:close/>
                <a:moveTo>
                  <a:pt x="46" y="13"/>
                </a:moveTo>
                <a:cubicBezTo>
                  <a:pt x="34" y="25"/>
                  <a:pt x="34" y="25"/>
                  <a:pt x="34" y="25"/>
                </a:cubicBezTo>
                <a:cubicBezTo>
                  <a:pt x="33" y="25"/>
                  <a:pt x="33" y="26"/>
                  <a:pt x="33" y="26"/>
                </a:cubicBezTo>
                <a:cubicBezTo>
                  <a:pt x="34" y="27"/>
                  <a:pt x="34" y="27"/>
                  <a:pt x="35" y="26"/>
                </a:cubicBezTo>
                <a:cubicBezTo>
                  <a:pt x="47" y="14"/>
                  <a:pt x="47" y="14"/>
                  <a:pt x="47" y="14"/>
                </a:cubicBezTo>
                <a:cubicBezTo>
                  <a:pt x="47" y="13"/>
                  <a:pt x="47" y="13"/>
                  <a:pt x="47" y="13"/>
                </a:cubicBezTo>
                <a:cubicBezTo>
                  <a:pt x="47" y="12"/>
                  <a:pt x="46" y="12"/>
                  <a:pt x="46" y="13"/>
                </a:cubicBezTo>
                <a:close/>
                <a:moveTo>
                  <a:pt x="59" y="15"/>
                </a:moveTo>
                <a:cubicBezTo>
                  <a:pt x="49" y="5"/>
                  <a:pt x="49" y="5"/>
                  <a:pt x="49" y="5"/>
                </a:cubicBezTo>
                <a:cubicBezTo>
                  <a:pt x="52" y="2"/>
                  <a:pt x="52" y="2"/>
                  <a:pt x="52" y="2"/>
                </a:cubicBezTo>
                <a:cubicBezTo>
                  <a:pt x="53" y="0"/>
                  <a:pt x="56" y="0"/>
                  <a:pt x="57" y="2"/>
                </a:cubicBezTo>
                <a:cubicBezTo>
                  <a:pt x="62" y="7"/>
                  <a:pt x="62" y="7"/>
                  <a:pt x="62" y="7"/>
                </a:cubicBezTo>
                <a:cubicBezTo>
                  <a:pt x="64" y="9"/>
                  <a:pt x="64" y="11"/>
                  <a:pt x="62" y="12"/>
                </a:cubicBezTo>
                <a:lnTo>
                  <a:pt x="59" y="15"/>
                </a:lnTo>
                <a:close/>
              </a:path>
            </a:pathLst>
          </a:custGeom>
          <a:solidFill>
            <a:srgbClr val="77A9D3"/>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126"/>
          <p:cNvSpPr>
            <a:spLocks/>
          </p:cNvSpPr>
          <p:nvPr/>
        </p:nvSpPr>
        <p:spPr bwMode="auto">
          <a:xfrm>
            <a:off x="6474339" y="4611532"/>
            <a:ext cx="426072" cy="548476"/>
          </a:xfrm>
          <a:custGeom>
            <a:avLst/>
            <a:gdLst/>
            <a:ahLst/>
            <a:cxnLst>
              <a:cxn ang="0">
                <a:pos x="25" y="46"/>
              </a:cxn>
              <a:cxn ang="0">
                <a:pos x="1" y="64"/>
              </a:cxn>
              <a:cxn ang="0">
                <a:pos x="0" y="62"/>
              </a:cxn>
              <a:cxn ang="0">
                <a:pos x="1" y="61"/>
              </a:cxn>
              <a:cxn ang="0">
                <a:pos x="22" y="46"/>
              </a:cxn>
              <a:cxn ang="0">
                <a:pos x="1" y="36"/>
              </a:cxn>
              <a:cxn ang="0">
                <a:pos x="24" y="41"/>
              </a:cxn>
              <a:cxn ang="0">
                <a:pos x="27" y="31"/>
              </a:cxn>
              <a:cxn ang="0">
                <a:pos x="7" y="18"/>
              </a:cxn>
              <a:cxn ang="0">
                <a:pos x="27" y="28"/>
              </a:cxn>
              <a:cxn ang="0">
                <a:pos x="28" y="21"/>
              </a:cxn>
              <a:cxn ang="0">
                <a:pos x="23" y="0"/>
              </a:cxn>
              <a:cxn ang="0">
                <a:pos x="31" y="21"/>
              </a:cxn>
              <a:cxn ang="0">
                <a:pos x="31" y="25"/>
              </a:cxn>
              <a:cxn ang="0">
                <a:pos x="48" y="18"/>
              </a:cxn>
              <a:cxn ang="0">
                <a:pos x="30" y="32"/>
              </a:cxn>
              <a:cxn ang="0">
                <a:pos x="27" y="42"/>
              </a:cxn>
              <a:cxn ang="0">
                <a:pos x="50" y="39"/>
              </a:cxn>
              <a:cxn ang="0">
                <a:pos x="25" y="46"/>
              </a:cxn>
            </a:cxnLst>
            <a:rect l="0" t="0" r="r" b="b"/>
            <a:pathLst>
              <a:path w="50" h="64">
                <a:moveTo>
                  <a:pt x="25" y="46"/>
                </a:moveTo>
                <a:cubicBezTo>
                  <a:pt x="20" y="57"/>
                  <a:pt x="11" y="64"/>
                  <a:pt x="1" y="64"/>
                </a:cubicBezTo>
                <a:cubicBezTo>
                  <a:pt x="0" y="64"/>
                  <a:pt x="0" y="63"/>
                  <a:pt x="0" y="62"/>
                </a:cubicBezTo>
                <a:cubicBezTo>
                  <a:pt x="0" y="61"/>
                  <a:pt x="0" y="61"/>
                  <a:pt x="1" y="61"/>
                </a:cubicBezTo>
                <a:cubicBezTo>
                  <a:pt x="10" y="61"/>
                  <a:pt x="17" y="55"/>
                  <a:pt x="22" y="46"/>
                </a:cubicBezTo>
                <a:cubicBezTo>
                  <a:pt x="17" y="48"/>
                  <a:pt x="6" y="50"/>
                  <a:pt x="1" y="36"/>
                </a:cubicBezTo>
                <a:cubicBezTo>
                  <a:pt x="15" y="30"/>
                  <a:pt x="22" y="37"/>
                  <a:pt x="24" y="41"/>
                </a:cubicBezTo>
                <a:cubicBezTo>
                  <a:pt x="25" y="38"/>
                  <a:pt x="26" y="35"/>
                  <a:pt x="27" y="31"/>
                </a:cubicBezTo>
                <a:cubicBezTo>
                  <a:pt x="27" y="31"/>
                  <a:pt x="9" y="34"/>
                  <a:pt x="7" y="18"/>
                </a:cubicBezTo>
                <a:cubicBezTo>
                  <a:pt x="23" y="12"/>
                  <a:pt x="27" y="28"/>
                  <a:pt x="27" y="28"/>
                </a:cubicBezTo>
                <a:cubicBezTo>
                  <a:pt x="27" y="26"/>
                  <a:pt x="28" y="21"/>
                  <a:pt x="28" y="21"/>
                </a:cubicBezTo>
                <a:cubicBezTo>
                  <a:pt x="28" y="21"/>
                  <a:pt x="14" y="12"/>
                  <a:pt x="23" y="0"/>
                </a:cubicBezTo>
                <a:cubicBezTo>
                  <a:pt x="39" y="5"/>
                  <a:pt x="31" y="21"/>
                  <a:pt x="31" y="21"/>
                </a:cubicBezTo>
                <a:cubicBezTo>
                  <a:pt x="31" y="21"/>
                  <a:pt x="31" y="24"/>
                  <a:pt x="31" y="25"/>
                </a:cubicBezTo>
                <a:cubicBezTo>
                  <a:pt x="31" y="25"/>
                  <a:pt x="37" y="14"/>
                  <a:pt x="48" y="18"/>
                </a:cubicBezTo>
                <a:cubicBezTo>
                  <a:pt x="48" y="35"/>
                  <a:pt x="30" y="32"/>
                  <a:pt x="30" y="32"/>
                </a:cubicBezTo>
                <a:cubicBezTo>
                  <a:pt x="29" y="35"/>
                  <a:pt x="29" y="39"/>
                  <a:pt x="27" y="42"/>
                </a:cubicBezTo>
                <a:cubicBezTo>
                  <a:pt x="27" y="42"/>
                  <a:pt x="38" y="30"/>
                  <a:pt x="50" y="39"/>
                </a:cubicBezTo>
                <a:cubicBezTo>
                  <a:pt x="43" y="57"/>
                  <a:pt x="25" y="46"/>
                  <a:pt x="25" y="46"/>
                </a:cubicBezTo>
                <a:close/>
              </a:path>
            </a:pathLst>
          </a:custGeom>
          <a:solidFill>
            <a:srgbClr val="A491BB"/>
          </a:solidFill>
          <a:ln w="9525">
            <a:noFill/>
            <a:round/>
            <a:headEnd/>
            <a:tailEnd/>
          </a:ln>
        </p:spPr>
        <p:txBody>
          <a:bodyPr vert="horz" wrap="square" lIns="125661" tIns="62831" rIns="125661" bIns="62831" numCol="1" anchor="t" anchorCtr="0" compatLnSpc="1">
            <a:prstTxWarp prst="textNoShape">
              <a:avLst/>
            </a:prstTxWarp>
          </a:bodyPr>
          <a:lstStyle/>
          <a:p>
            <a:pPr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6" name="Footer Text"/>
          <p:cNvSpPr txBox="1"/>
          <p:nvPr/>
        </p:nvSpPr>
        <p:spPr>
          <a:xfrm>
            <a:off x="2279908" y="3817411"/>
            <a:ext cx="2492268"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7" name="Footer Text"/>
          <p:cNvSpPr txBox="1"/>
          <p:nvPr/>
        </p:nvSpPr>
        <p:spPr>
          <a:xfrm>
            <a:off x="6474338" y="5986473"/>
            <a:ext cx="2473949"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8" name="Footer Text"/>
          <p:cNvSpPr txBox="1"/>
          <p:nvPr/>
        </p:nvSpPr>
        <p:spPr>
          <a:xfrm>
            <a:off x="7663046" y="4799559"/>
            <a:ext cx="2473949"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9" name="Footer Text"/>
          <p:cNvSpPr txBox="1"/>
          <p:nvPr/>
        </p:nvSpPr>
        <p:spPr>
          <a:xfrm>
            <a:off x="8250829" y="3567697"/>
            <a:ext cx="2473949"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0" name="Footer Text"/>
          <p:cNvSpPr txBox="1"/>
          <p:nvPr/>
        </p:nvSpPr>
        <p:spPr>
          <a:xfrm>
            <a:off x="7902595" y="2421161"/>
            <a:ext cx="2473949"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1" name="Footer Text"/>
          <p:cNvSpPr txBox="1"/>
          <p:nvPr/>
        </p:nvSpPr>
        <p:spPr>
          <a:xfrm>
            <a:off x="3390937" y="1617391"/>
            <a:ext cx="2495846" cy="38972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1608768581"/>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3"/>
                                        </p:tgtEl>
                                        <p:attrNameLst>
                                          <p:attrName>ppt_y</p:attrName>
                                        </p:attrNameLst>
                                      </p:cBhvr>
                                      <p:tavLst>
                                        <p:tav tm="0">
                                          <p:val>
                                            <p:strVal val="#ppt_y"/>
                                          </p:val>
                                        </p:tav>
                                        <p:tav tm="100000">
                                          <p:val>
                                            <p:strVal val="#ppt_y"/>
                                          </p:val>
                                        </p:tav>
                                      </p:tavLst>
                                    </p:anim>
                                    <p:anim calcmode="lin" valueType="num">
                                      <p:cBhvr>
                                        <p:cTn id="9" dur="500" fill="hold"/>
                                        <p:tgtEl>
                                          <p:spTgt spid="33"/>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3"/>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3"/>
                                        </p:tgtEl>
                                      </p:cBhvr>
                                    </p:animEffect>
                                  </p:childTnLst>
                                </p:cTn>
                              </p:par>
                            </p:childTnLst>
                          </p:cTn>
                        </p:par>
                        <p:par>
                          <p:cTn id="12" fill="hold">
                            <p:stCondLst>
                              <p:cond delay="850"/>
                            </p:stCondLst>
                            <p:childTnLst>
                              <p:par>
                                <p:cTn id="13" presetID="53" presetClass="entr" presetSubtype="0" fill="hold" grpId="0" nodeType="after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p:cTn id="15" dur="500" fill="hold"/>
                                        <p:tgtEl>
                                          <p:spTgt spid="42"/>
                                        </p:tgtEl>
                                        <p:attrNameLst>
                                          <p:attrName>ppt_w</p:attrName>
                                        </p:attrNameLst>
                                      </p:cBhvr>
                                      <p:tavLst>
                                        <p:tav tm="0">
                                          <p:val>
                                            <p:fltVal val="0"/>
                                          </p:val>
                                        </p:tav>
                                        <p:tav tm="100000">
                                          <p:val>
                                            <p:strVal val="#ppt_w"/>
                                          </p:val>
                                        </p:tav>
                                      </p:tavLst>
                                    </p:anim>
                                    <p:anim calcmode="lin" valueType="num">
                                      <p:cBhvr>
                                        <p:cTn id="16" dur="500" fill="hold"/>
                                        <p:tgtEl>
                                          <p:spTgt spid="42"/>
                                        </p:tgtEl>
                                        <p:attrNameLst>
                                          <p:attrName>ppt_h</p:attrName>
                                        </p:attrNameLst>
                                      </p:cBhvr>
                                      <p:tavLst>
                                        <p:tav tm="0">
                                          <p:val>
                                            <p:fltVal val="0"/>
                                          </p:val>
                                        </p:tav>
                                        <p:tav tm="100000">
                                          <p:val>
                                            <p:strVal val="#ppt_h"/>
                                          </p:val>
                                        </p:tav>
                                      </p:tavLst>
                                    </p:anim>
                                    <p:animEffect transition="in" filter="fade">
                                      <p:cBhvr>
                                        <p:cTn id="17" dur="500"/>
                                        <p:tgtEl>
                                          <p:spTgt spid="42"/>
                                        </p:tgtEl>
                                      </p:cBhvr>
                                    </p:animEffect>
                                  </p:childTnLst>
                                </p:cTn>
                              </p:par>
                            </p:childTnLst>
                          </p:cTn>
                        </p:par>
                        <p:par>
                          <p:cTn id="18" fill="hold">
                            <p:stCondLst>
                              <p:cond delay="1350"/>
                            </p:stCondLst>
                            <p:childTnLst>
                              <p:par>
                                <p:cTn id="19" presetID="53" presetClass="entr" presetSubtype="0" fill="hold" grpId="0" nodeType="after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p:cTn id="21" dur="500" fill="hold"/>
                                        <p:tgtEl>
                                          <p:spTgt spid="43"/>
                                        </p:tgtEl>
                                        <p:attrNameLst>
                                          <p:attrName>ppt_w</p:attrName>
                                        </p:attrNameLst>
                                      </p:cBhvr>
                                      <p:tavLst>
                                        <p:tav tm="0">
                                          <p:val>
                                            <p:fltVal val="0"/>
                                          </p:val>
                                        </p:tav>
                                        <p:tav tm="100000">
                                          <p:val>
                                            <p:strVal val="#ppt_w"/>
                                          </p:val>
                                        </p:tav>
                                      </p:tavLst>
                                    </p:anim>
                                    <p:anim calcmode="lin" valueType="num">
                                      <p:cBhvr>
                                        <p:cTn id="22" dur="500" fill="hold"/>
                                        <p:tgtEl>
                                          <p:spTgt spid="43"/>
                                        </p:tgtEl>
                                        <p:attrNameLst>
                                          <p:attrName>ppt_h</p:attrName>
                                        </p:attrNameLst>
                                      </p:cBhvr>
                                      <p:tavLst>
                                        <p:tav tm="0">
                                          <p:val>
                                            <p:fltVal val="0"/>
                                          </p:val>
                                        </p:tav>
                                        <p:tav tm="100000">
                                          <p:val>
                                            <p:strVal val="#ppt_h"/>
                                          </p:val>
                                        </p:tav>
                                      </p:tavLst>
                                    </p:anim>
                                    <p:animEffect transition="in" filter="fade">
                                      <p:cBhvr>
                                        <p:cTn id="23" dur="500"/>
                                        <p:tgtEl>
                                          <p:spTgt spid="43"/>
                                        </p:tgtEl>
                                      </p:cBhvr>
                                    </p:animEffect>
                                  </p:childTnLst>
                                </p:cTn>
                              </p:par>
                            </p:childTnLst>
                          </p:cTn>
                        </p:par>
                        <p:par>
                          <p:cTn id="24" fill="hold">
                            <p:stCondLst>
                              <p:cond delay="1850"/>
                            </p:stCondLst>
                            <p:childTnLst>
                              <p:par>
                                <p:cTn id="25" presetID="22" presetClass="entr" presetSubtype="1"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wipe(up)">
                                      <p:cBhvr>
                                        <p:cTn id="27" dur="500"/>
                                        <p:tgtEl>
                                          <p:spTgt spid="46"/>
                                        </p:tgtEl>
                                      </p:cBhvr>
                                    </p:animEffect>
                                  </p:childTnLst>
                                </p:cTn>
                              </p:par>
                            </p:childTnLst>
                          </p:cTn>
                        </p:par>
                        <p:par>
                          <p:cTn id="28" fill="hold">
                            <p:stCondLst>
                              <p:cond delay="2350"/>
                            </p:stCondLst>
                            <p:childTnLst>
                              <p:par>
                                <p:cTn id="29" presetID="53" presetClass="entr" presetSubtype="0" fill="hold" grpId="0" nodeType="afterEffect">
                                  <p:stCondLst>
                                    <p:cond delay="0"/>
                                  </p:stCondLst>
                                  <p:childTnLst>
                                    <p:set>
                                      <p:cBhvr>
                                        <p:cTn id="30" dur="1" fill="hold">
                                          <p:stCondLst>
                                            <p:cond delay="0"/>
                                          </p:stCondLst>
                                        </p:cTn>
                                        <p:tgtEl>
                                          <p:spTgt spid="41"/>
                                        </p:tgtEl>
                                        <p:attrNameLst>
                                          <p:attrName>style.visibility</p:attrName>
                                        </p:attrNameLst>
                                      </p:cBhvr>
                                      <p:to>
                                        <p:strVal val="visible"/>
                                      </p:to>
                                    </p:set>
                                    <p:anim calcmode="lin" valueType="num">
                                      <p:cBhvr>
                                        <p:cTn id="31" dur="500" fill="hold"/>
                                        <p:tgtEl>
                                          <p:spTgt spid="41"/>
                                        </p:tgtEl>
                                        <p:attrNameLst>
                                          <p:attrName>ppt_w</p:attrName>
                                        </p:attrNameLst>
                                      </p:cBhvr>
                                      <p:tavLst>
                                        <p:tav tm="0">
                                          <p:val>
                                            <p:fltVal val="0"/>
                                          </p:val>
                                        </p:tav>
                                        <p:tav tm="100000">
                                          <p:val>
                                            <p:strVal val="#ppt_w"/>
                                          </p:val>
                                        </p:tav>
                                      </p:tavLst>
                                    </p:anim>
                                    <p:anim calcmode="lin" valueType="num">
                                      <p:cBhvr>
                                        <p:cTn id="32" dur="500" fill="hold"/>
                                        <p:tgtEl>
                                          <p:spTgt spid="41"/>
                                        </p:tgtEl>
                                        <p:attrNameLst>
                                          <p:attrName>ppt_h</p:attrName>
                                        </p:attrNameLst>
                                      </p:cBhvr>
                                      <p:tavLst>
                                        <p:tav tm="0">
                                          <p:val>
                                            <p:fltVal val="0"/>
                                          </p:val>
                                        </p:tav>
                                        <p:tav tm="100000">
                                          <p:val>
                                            <p:strVal val="#ppt_h"/>
                                          </p:val>
                                        </p:tav>
                                      </p:tavLst>
                                    </p:anim>
                                    <p:animEffect transition="in" filter="fade">
                                      <p:cBhvr>
                                        <p:cTn id="33" dur="500"/>
                                        <p:tgtEl>
                                          <p:spTgt spid="41"/>
                                        </p:tgtEl>
                                      </p:cBhvr>
                                    </p:animEffect>
                                  </p:childTnLst>
                                </p:cTn>
                              </p:par>
                            </p:childTnLst>
                          </p:cTn>
                        </p:par>
                        <p:par>
                          <p:cTn id="34" fill="hold">
                            <p:stCondLst>
                              <p:cond delay="2850"/>
                            </p:stCondLst>
                            <p:childTnLst>
                              <p:par>
                                <p:cTn id="35" presetID="53"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 calcmode="lin" valueType="num">
                                      <p:cBhvr>
                                        <p:cTn id="37" dur="500" fill="hold"/>
                                        <p:tgtEl>
                                          <p:spTgt spid="44"/>
                                        </p:tgtEl>
                                        <p:attrNameLst>
                                          <p:attrName>ppt_w</p:attrName>
                                        </p:attrNameLst>
                                      </p:cBhvr>
                                      <p:tavLst>
                                        <p:tav tm="0">
                                          <p:val>
                                            <p:fltVal val="0"/>
                                          </p:val>
                                        </p:tav>
                                        <p:tav tm="100000">
                                          <p:val>
                                            <p:strVal val="#ppt_w"/>
                                          </p:val>
                                        </p:tav>
                                      </p:tavLst>
                                    </p:anim>
                                    <p:anim calcmode="lin" valueType="num">
                                      <p:cBhvr>
                                        <p:cTn id="38" dur="500" fill="hold"/>
                                        <p:tgtEl>
                                          <p:spTgt spid="44"/>
                                        </p:tgtEl>
                                        <p:attrNameLst>
                                          <p:attrName>ppt_h</p:attrName>
                                        </p:attrNameLst>
                                      </p:cBhvr>
                                      <p:tavLst>
                                        <p:tav tm="0">
                                          <p:val>
                                            <p:fltVal val="0"/>
                                          </p:val>
                                        </p:tav>
                                        <p:tav tm="100000">
                                          <p:val>
                                            <p:strVal val="#ppt_h"/>
                                          </p:val>
                                        </p:tav>
                                      </p:tavLst>
                                    </p:anim>
                                    <p:animEffect transition="in" filter="fade">
                                      <p:cBhvr>
                                        <p:cTn id="39" dur="500"/>
                                        <p:tgtEl>
                                          <p:spTgt spid="44"/>
                                        </p:tgtEl>
                                      </p:cBhvr>
                                    </p:animEffect>
                                  </p:childTnLst>
                                </p:cTn>
                              </p:par>
                            </p:childTnLst>
                          </p:cTn>
                        </p:par>
                        <p:par>
                          <p:cTn id="40" fill="hold">
                            <p:stCondLst>
                              <p:cond delay="3350"/>
                            </p:stCondLst>
                            <p:childTnLst>
                              <p:par>
                                <p:cTn id="41" presetID="22" presetClass="entr" presetSubtype="8"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wipe(left)">
                                      <p:cBhvr>
                                        <p:cTn id="43" dur="500"/>
                                        <p:tgtEl>
                                          <p:spTgt spid="47"/>
                                        </p:tgtEl>
                                      </p:cBhvr>
                                    </p:animEffect>
                                  </p:childTnLst>
                                </p:cTn>
                              </p:par>
                            </p:childTnLst>
                          </p:cTn>
                        </p:par>
                        <p:par>
                          <p:cTn id="44" fill="hold">
                            <p:stCondLst>
                              <p:cond delay="3850"/>
                            </p:stCondLst>
                            <p:childTnLst>
                              <p:par>
                                <p:cTn id="45" presetID="53"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 calcmode="lin" valueType="num">
                                      <p:cBhvr>
                                        <p:cTn id="47" dur="500" fill="hold"/>
                                        <p:tgtEl>
                                          <p:spTgt spid="40"/>
                                        </p:tgtEl>
                                        <p:attrNameLst>
                                          <p:attrName>ppt_w</p:attrName>
                                        </p:attrNameLst>
                                      </p:cBhvr>
                                      <p:tavLst>
                                        <p:tav tm="0">
                                          <p:val>
                                            <p:fltVal val="0"/>
                                          </p:val>
                                        </p:tav>
                                        <p:tav tm="100000">
                                          <p:val>
                                            <p:strVal val="#ppt_w"/>
                                          </p:val>
                                        </p:tav>
                                      </p:tavLst>
                                    </p:anim>
                                    <p:anim calcmode="lin" valueType="num">
                                      <p:cBhvr>
                                        <p:cTn id="48" dur="500" fill="hold"/>
                                        <p:tgtEl>
                                          <p:spTgt spid="40"/>
                                        </p:tgtEl>
                                        <p:attrNameLst>
                                          <p:attrName>ppt_h</p:attrName>
                                        </p:attrNameLst>
                                      </p:cBhvr>
                                      <p:tavLst>
                                        <p:tav tm="0">
                                          <p:val>
                                            <p:fltVal val="0"/>
                                          </p:val>
                                        </p:tav>
                                        <p:tav tm="100000">
                                          <p:val>
                                            <p:strVal val="#ppt_h"/>
                                          </p:val>
                                        </p:tav>
                                      </p:tavLst>
                                    </p:anim>
                                    <p:animEffect transition="in" filter="fade">
                                      <p:cBhvr>
                                        <p:cTn id="49" dur="500"/>
                                        <p:tgtEl>
                                          <p:spTgt spid="40"/>
                                        </p:tgtEl>
                                      </p:cBhvr>
                                    </p:animEffect>
                                  </p:childTnLst>
                                </p:cTn>
                              </p:par>
                            </p:childTnLst>
                          </p:cTn>
                        </p:par>
                        <p:par>
                          <p:cTn id="50" fill="hold">
                            <p:stCondLst>
                              <p:cond delay="4350"/>
                            </p:stCondLst>
                            <p:childTnLst>
                              <p:par>
                                <p:cTn id="51" presetID="53" presetClass="entr" presetSubtype="0" fill="hold" grpId="0" nodeType="afterEffect">
                                  <p:stCondLst>
                                    <p:cond delay="0"/>
                                  </p:stCondLst>
                                  <p:childTnLst>
                                    <p:set>
                                      <p:cBhvr>
                                        <p:cTn id="52" dur="1" fill="hold">
                                          <p:stCondLst>
                                            <p:cond delay="0"/>
                                          </p:stCondLst>
                                        </p:cTn>
                                        <p:tgtEl>
                                          <p:spTgt spid="45"/>
                                        </p:tgtEl>
                                        <p:attrNameLst>
                                          <p:attrName>style.visibility</p:attrName>
                                        </p:attrNameLst>
                                      </p:cBhvr>
                                      <p:to>
                                        <p:strVal val="visible"/>
                                      </p:to>
                                    </p:set>
                                    <p:anim calcmode="lin" valueType="num">
                                      <p:cBhvr>
                                        <p:cTn id="53" dur="500" fill="hold"/>
                                        <p:tgtEl>
                                          <p:spTgt spid="45"/>
                                        </p:tgtEl>
                                        <p:attrNameLst>
                                          <p:attrName>ppt_w</p:attrName>
                                        </p:attrNameLst>
                                      </p:cBhvr>
                                      <p:tavLst>
                                        <p:tav tm="0">
                                          <p:val>
                                            <p:fltVal val="0"/>
                                          </p:val>
                                        </p:tav>
                                        <p:tav tm="100000">
                                          <p:val>
                                            <p:strVal val="#ppt_w"/>
                                          </p:val>
                                        </p:tav>
                                      </p:tavLst>
                                    </p:anim>
                                    <p:anim calcmode="lin" valueType="num">
                                      <p:cBhvr>
                                        <p:cTn id="54" dur="500" fill="hold"/>
                                        <p:tgtEl>
                                          <p:spTgt spid="45"/>
                                        </p:tgtEl>
                                        <p:attrNameLst>
                                          <p:attrName>ppt_h</p:attrName>
                                        </p:attrNameLst>
                                      </p:cBhvr>
                                      <p:tavLst>
                                        <p:tav tm="0">
                                          <p:val>
                                            <p:fltVal val="0"/>
                                          </p:val>
                                        </p:tav>
                                        <p:tav tm="100000">
                                          <p:val>
                                            <p:strVal val="#ppt_h"/>
                                          </p:val>
                                        </p:tav>
                                      </p:tavLst>
                                    </p:anim>
                                    <p:animEffect transition="in" filter="fade">
                                      <p:cBhvr>
                                        <p:cTn id="55" dur="500"/>
                                        <p:tgtEl>
                                          <p:spTgt spid="45"/>
                                        </p:tgtEl>
                                      </p:cBhvr>
                                    </p:animEffect>
                                  </p:childTnLst>
                                </p:cTn>
                              </p:par>
                            </p:childTnLst>
                          </p:cTn>
                        </p:par>
                        <p:par>
                          <p:cTn id="56" fill="hold">
                            <p:stCondLst>
                              <p:cond delay="4850"/>
                            </p:stCondLst>
                            <p:childTnLst>
                              <p:par>
                                <p:cTn id="57" presetID="22" presetClass="entr" presetSubtype="8"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wipe(left)">
                                      <p:cBhvr>
                                        <p:cTn id="59" dur="500"/>
                                        <p:tgtEl>
                                          <p:spTgt spid="48"/>
                                        </p:tgtEl>
                                      </p:cBhvr>
                                    </p:animEffect>
                                  </p:childTnLst>
                                </p:cTn>
                              </p:par>
                            </p:childTnLst>
                          </p:cTn>
                        </p:par>
                        <p:par>
                          <p:cTn id="60" fill="hold">
                            <p:stCondLst>
                              <p:cond delay="5350"/>
                            </p:stCondLst>
                            <p:childTnLst>
                              <p:par>
                                <p:cTn id="61" presetID="53" presetClass="entr" presetSubtype="0" fill="hold" grpId="0" nodeType="afterEffect">
                                  <p:stCondLst>
                                    <p:cond delay="0"/>
                                  </p:stCondLst>
                                  <p:childTnLst>
                                    <p:set>
                                      <p:cBhvr>
                                        <p:cTn id="62" dur="1" fill="hold">
                                          <p:stCondLst>
                                            <p:cond delay="0"/>
                                          </p:stCondLst>
                                        </p:cTn>
                                        <p:tgtEl>
                                          <p:spTgt spid="36"/>
                                        </p:tgtEl>
                                        <p:attrNameLst>
                                          <p:attrName>style.visibility</p:attrName>
                                        </p:attrNameLst>
                                      </p:cBhvr>
                                      <p:to>
                                        <p:strVal val="visible"/>
                                      </p:to>
                                    </p:set>
                                    <p:anim calcmode="lin" valueType="num">
                                      <p:cBhvr>
                                        <p:cTn id="63" dur="500" fill="hold"/>
                                        <p:tgtEl>
                                          <p:spTgt spid="36"/>
                                        </p:tgtEl>
                                        <p:attrNameLst>
                                          <p:attrName>ppt_w</p:attrName>
                                        </p:attrNameLst>
                                      </p:cBhvr>
                                      <p:tavLst>
                                        <p:tav tm="0">
                                          <p:val>
                                            <p:fltVal val="0"/>
                                          </p:val>
                                        </p:tav>
                                        <p:tav tm="100000">
                                          <p:val>
                                            <p:strVal val="#ppt_w"/>
                                          </p:val>
                                        </p:tav>
                                      </p:tavLst>
                                    </p:anim>
                                    <p:anim calcmode="lin" valueType="num">
                                      <p:cBhvr>
                                        <p:cTn id="64" dur="500" fill="hold"/>
                                        <p:tgtEl>
                                          <p:spTgt spid="36"/>
                                        </p:tgtEl>
                                        <p:attrNameLst>
                                          <p:attrName>ppt_h</p:attrName>
                                        </p:attrNameLst>
                                      </p:cBhvr>
                                      <p:tavLst>
                                        <p:tav tm="0">
                                          <p:val>
                                            <p:fltVal val="0"/>
                                          </p:val>
                                        </p:tav>
                                        <p:tav tm="100000">
                                          <p:val>
                                            <p:strVal val="#ppt_h"/>
                                          </p:val>
                                        </p:tav>
                                      </p:tavLst>
                                    </p:anim>
                                    <p:animEffect transition="in" filter="fade">
                                      <p:cBhvr>
                                        <p:cTn id="65" dur="500"/>
                                        <p:tgtEl>
                                          <p:spTgt spid="36"/>
                                        </p:tgtEl>
                                      </p:cBhvr>
                                    </p:animEffect>
                                  </p:childTnLst>
                                </p:cTn>
                              </p:par>
                            </p:childTnLst>
                          </p:cTn>
                        </p:par>
                        <p:par>
                          <p:cTn id="66" fill="hold">
                            <p:stCondLst>
                              <p:cond delay="5850"/>
                            </p:stCondLst>
                            <p:childTnLst>
                              <p:par>
                                <p:cTn id="67" presetID="53" presetClass="entr" presetSubtype="0" fill="hold" grpId="0" nodeType="after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p:cTn id="69" dur="500" fill="hold"/>
                                        <p:tgtEl>
                                          <p:spTgt spid="37"/>
                                        </p:tgtEl>
                                        <p:attrNameLst>
                                          <p:attrName>ppt_w</p:attrName>
                                        </p:attrNameLst>
                                      </p:cBhvr>
                                      <p:tavLst>
                                        <p:tav tm="0">
                                          <p:val>
                                            <p:fltVal val="0"/>
                                          </p:val>
                                        </p:tav>
                                        <p:tav tm="100000">
                                          <p:val>
                                            <p:strVal val="#ppt_w"/>
                                          </p:val>
                                        </p:tav>
                                      </p:tavLst>
                                    </p:anim>
                                    <p:anim calcmode="lin" valueType="num">
                                      <p:cBhvr>
                                        <p:cTn id="70" dur="500" fill="hold"/>
                                        <p:tgtEl>
                                          <p:spTgt spid="37"/>
                                        </p:tgtEl>
                                        <p:attrNameLst>
                                          <p:attrName>ppt_h</p:attrName>
                                        </p:attrNameLst>
                                      </p:cBhvr>
                                      <p:tavLst>
                                        <p:tav tm="0">
                                          <p:val>
                                            <p:fltVal val="0"/>
                                          </p:val>
                                        </p:tav>
                                        <p:tav tm="100000">
                                          <p:val>
                                            <p:strVal val="#ppt_h"/>
                                          </p:val>
                                        </p:tav>
                                      </p:tavLst>
                                    </p:anim>
                                    <p:animEffect transition="in" filter="fade">
                                      <p:cBhvr>
                                        <p:cTn id="71" dur="500"/>
                                        <p:tgtEl>
                                          <p:spTgt spid="37"/>
                                        </p:tgtEl>
                                      </p:cBhvr>
                                    </p:animEffect>
                                  </p:childTnLst>
                                </p:cTn>
                              </p:par>
                            </p:childTnLst>
                          </p:cTn>
                        </p:par>
                        <p:par>
                          <p:cTn id="72" fill="hold">
                            <p:stCondLst>
                              <p:cond delay="6350"/>
                            </p:stCondLst>
                            <p:childTnLst>
                              <p:par>
                                <p:cTn id="73" presetID="22" presetClass="entr" presetSubtype="8"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childTnLst>
                          </p:cTn>
                        </p:par>
                        <p:par>
                          <p:cTn id="76" fill="hold">
                            <p:stCondLst>
                              <p:cond delay="6850"/>
                            </p:stCondLst>
                            <p:childTnLst>
                              <p:par>
                                <p:cTn id="77" presetID="53" presetClass="entr" presetSubtype="0" fill="hold" grpId="0" nodeType="afterEffect">
                                  <p:stCondLst>
                                    <p:cond delay="0"/>
                                  </p:stCondLst>
                                  <p:childTnLst>
                                    <p:set>
                                      <p:cBhvr>
                                        <p:cTn id="78" dur="1" fill="hold">
                                          <p:stCondLst>
                                            <p:cond delay="0"/>
                                          </p:stCondLst>
                                        </p:cTn>
                                        <p:tgtEl>
                                          <p:spTgt spid="35"/>
                                        </p:tgtEl>
                                        <p:attrNameLst>
                                          <p:attrName>style.visibility</p:attrName>
                                        </p:attrNameLst>
                                      </p:cBhvr>
                                      <p:to>
                                        <p:strVal val="visible"/>
                                      </p:to>
                                    </p:set>
                                    <p:anim calcmode="lin" valueType="num">
                                      <p:cBhvr>
                                        <p:cTn id="79" dur="500" fill="hold"/>
                                        <p:tgtEl>
                                          <p:spTgt spid="35"/>
                                        </p:tgtEl>
                                        <p:attrNameLst>
                                          <p:attrName>ppt_w</p:attrName>
                                        </p:attrNameLst>
                                      </p:cBhvr>
                                      <p:tavLst>
                                        <p:tav tm="0">
                                          <p:val>
                                            <p:fltVal val="0"/>
                                          </p:val>
                                        </p:tav>
                                        <p:tav tm="100000">
                                          <p:val>
                                            <p:strVal val="#ppt_w"/>
                                          </p:val>
                                        </p:tav>
                                      </p:tavLst>
                                    </p:anim>
                                    <p:anim calcmode="lin" valueType="num">
                                      <p:cBhvr>
                                        <p:cTn id="80" dur="500" fill="hold"/>
                                        <p:tgtEl>
                                          <p:spTgt spid="35"/>
                                        </p:tgtEl>
                                        <p:attrNameLst>
                                          <p:attrName>ppt_h</p:attrName>
                                        </p:attrNameLst>
                                      </p:cBhvr>
                                      <p:tavLst>
                                        <p:tav tm="0">
                                          <p:val>
                                            <p:fltVal val="0"/>
                                          </p:val>
                                        </p:tav>
                                        <p:tav tm="100000">
                                          <p:val>
                                            <p:strVal val="#ppt_h"/>
                                          </p:val>
                                        </p:tav>
                                      </p:tavLst>
                                    </p:anim>
                                    <p:animEffect transition="in" filter="fade">
                                      <p:cBhvr>
                                        <p:cTn id="81" dur="500"/>
                                        <p:tgtEl>
                                          <p:spTgt spid="35"/>
                                        </p:tgtEl>
                                      </p:cBhvr>
                                    </p:animEffect>
                                  </p:childTnLst>
                                </p:cTn>
                              </p:par>
                            </p:childTnLst>
                          </p:cTn>
                        </p:par>
                        <p:par>
                          <p:cTn id="82" fill="hold">
                            <p:stCondLst>
                              <p:cond delay="7350"/>
                            </p:stCondLst>
                            <p:childTnLst>
                              <p:par>
                                <p:cTn id="83" presetID="53" presetClass="entr" presetSubtype="0" fill="hold" grpId="0" nodeType="after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p:cTn id="85" dur="500" fill="hold"/>
                                        <p:tgtEl>
                                          <p:spTgt spid="38"/>
                                        </p:tgtEl>
                                        <p:attrNameLst>
                                          <p:attrName>ppt_w</p:attrName>
                                        </p:attrNameLst>
                                      </p:cBhvr>
                                      <p:tavLst>
                                        <p:tav tm="0">
                                          <p:val>
                                            <p:fltVal val="0"/>
                                          </p:val>
                                        </p:tav>
                                        <p:tav tm="100000">
                                          <p:val>
                                            <p:strVal val="#ppt_w"/>
                                          </p:val>
                                        </p:tav>
                                      </p:tavLst>
                                    </p:anim>
                                    <p:anim calcmode="lin" valueType="num">
                                      <p:cBhvr>
                                        <p:cTn id="86" dur="500" fill="hold"/>
                                        <p:tgtEl>
                                          <p:spTgt spid="38"/>
                                        </p:tgtEl>
                                        <p:attrNameLst>
                                          <p:attrName>ppt_h</p:attrName>
                                        </p:attrNameLst>
                                      </p:cBhvr>
                                      <p:tavLst>
                                        <p:tav tm="0">
                                          <p:val>
                                            <p:fltVal val="0"/>
                                          </p:val>
                                        </p:tav>
                                        <p:tav tm="100000">
                                          <p:val>
                                            <p:strVal val="#ppt_h"/>
                                          </p:val>
                                        </p:tav>
                                      </p:tavLst>
                                    </p:anim>
                                    <p:animEffect transition="in" filter="fade">
                                      <p:cBhvr>
                                        <p:cTn id="87" dur="500"/>
                                        <p:tgtEl>
                                          <p:spTgt spid="38"/>
                                        </p:tgtEl>
                                      </p:cBhvr>
                                    </p:animEffect>
                                  </p:childTnLst>
                                </p:cTn>
                              </p:par>
                            </p:childTnLst>
                          </p:cTn>
                        </p:par>
                        <p:par>
                          <p:cTn id="88" fill="hold">
                            <p:stCondLst>
                              <p:cond delay="7850"/>
                            </p:stCondLst>
                            <p:childTnLst>
                              <p:par>
                                <p:cTn id="89" presetID="22" presetClass="entr" presetSubtype="8" fill="hold" grpId="0" nodeType="after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wipe(left)">
                                      <p:cBhvr>
                                        <p:cTn id="91" dur="500"/>
                                        <p:tgtEl>
                                          <p:spTgt spid="50"/>
                                        </p:tgtEl>
                                      </p:cBhvr>
                                    </p:animEffect>
                                  </p:childTnLst>
                                </p:cTn>
                              </p:par>
                            </p:childTnLst>
                          </p:cTn>
                        </p:par>
                        <p:par>
                          <p:cTn id="92" fill="hold">
                            <p:stCondLst>
                              <p:cond delay="8350"/>
                            </p:stCondLst>
                            <p:childTnLst>
                              <p:par>
                                <p:cTn id="93" presetID="53" presetClass="entr" presetSubtype="0" fill="hold" grpId="0" nodeType="afterEffect">
                                  <p:stCondLst>
                                    <p:cond delay="0"/>
                                  </p:stCondLst>
                                  <p:childTnLst>
                                    <p:set>
                                      <p:cBhvr>
                                        <p:cTn id="94" dur="1" fill="hold">
                                          <p:stCondLst>
                                            <p:cond delay="0"/>
                                          </p:stCondLst>
                                        </p:cTn>
                                        <p:tgtEl>
                                          <p:spTgt spid="34"/>
                                        </p:tgtEl>
                                        <p:attrNameLst>
                                          <p:attrName>style.visibility</p:attrName>
                                        </p:attrNameLst>
                                      </p:cBhvr>
                                      <p:to>
                                        <p:strVal val="visible"/>
                                      </p:to>
                                    </p:set>
                                    <p:anim calcmode="lin" valueType="num">
                                      <p:cBhvr>
                                        <p:cTn id="95" dur="500" fill="hold"/>
                                        <p:tgtEl>
                                          <p:spTgt spid="34"/>
                                        </p:tgtEl>
                                        <p:attrNameLst>
                                          <p:attrName>ppt_w</p:attrName>
                                        </p:attrNameLst>
                                      </p:cBhvr>
                                      <p:tavLst>
                                        <p:tav tm="0">
                                          <p:val>
                                            <p:fltVal val="0"/>
                                          </p:val>
                                        </p:tav>
                                        <p:tav tm="100000">
                                          <p:val>
                                            <p:strVal val="#ppt_w"/>
                                          </p:val>
                                        </p:tav>
                                      </p:tavLst>
                                    </p:anim>
                                    <p:anim calcmode="lin" valueType="num">
                                      <p:cBhvr>
                                        <p:cTn id="96" dur="500" fill="hold"/>
                                        <p:tgtEl>
                                          <p:spTgt spid="34"/>
                                        </p:tgtEl>
                                        <p:attrNameLst>
                                          <p:attrName>ppt_h</p:attrName>
                                        </p:attrNameLst>
                                      </p:cBhvr>
                                      <p:tavLst>
                                        <p:tav tm="0">
                                          <p:val>
                                            <p:fltVal val="0"/>
                                          </p:val>
                                        </p:tav>
                                        <p:tav tm="100000">
                                          <p:val>
                                            <p:strVal val="#ppt_h"/>
                                          </p:val>
                                        </p:tav>
                                      </p:tavLst>
                                    </p:anim>
                                    <p:animEffect transition="in" filter="fade">
                                      <p:cBhvr>
                                        <p:cTn id="97" dur="500"/>
                                        <p:tgtEl>
                                          <p:spTgt spid="34"/>
                                        </p:tgtEl>
                                      </p:cBhvr>
                                    </p:animEffect>
                                  </p:childTnLst>
                                </p:cTn>
                              </p:par>
                            </p:childTnLst>
                          </p:cTn>
                        </p:par>
                        <p:par>
                          <p:cTn id="98" fill="hold">
                            <p:stCondLst>
                              <p:cond delay="8850"/>
                            </p:stCondLst>
                            <p:childTnLst>
                              <p:par>
                                <p:cTn id="99" presetID="53" presetClass="entr" presetSubtype="0" fill="hold" grpId="0" nodeType="afterEffect">
                                  <p:stCondLst>
                                    <p:cond delay="0"/>
                                  </p:stCondLst>
                                  <p:childTnLst>
                                    <p:set>
                                      <p:cBhvr>
                                        <p:cTn id="100" dur="1" fill="hold">
                                          <p:stCondLst>
                                            <p:cond delay="0"/>
                                          </p:stCondLst>
                                        </p:cTn>
                                        <p:tgtEl>
                                          <p:spTgt spid="39"/>
                                        </p:tgtEl>
                                        <p:attrNameLst>
                                          <p:attrName>style.visibility</p:attrName>
                                        </p:attrNameLst>
                                      </p:cBhvr>
                                      <p:to>
                                        <p:strVal val="visible"/>
                                      </p:to>
                                    </p:set>
                                    <p:anim calcmode="lin" valueType="num">
                                      <p:cBhvr>
                                        <p:cTn id="101" dur="500" fill="hold"/>
                                        <p:tgtEl>
                                          <p:spTgt spid="39"/>
                                        </p:tgtEl>
                                        <p:attrNameLst>
                                          <p:attrName>ppt_w</p:attrName>
                                        </p:attrNameLst>
                                      </p:cBhvr>
                                      <p:tavLst>
                                        <p:tav tm="0">
                                          <p:val>
                                            <p:fltVal val="0"/>
                                          </p:val>
                                        </p:tav>
                                        <p:tav tm="100000">
                                          <p:val>
                                            <p:strVal val="#ppt_w"/>
                                          </p:val>
                                        </p:tav>
                                      </p:tavLst>
                                    </p:anim>
                                    <p:anim calcmode="lin" valueType="num">
                                      <p:cBhvr>
                                        <p:cTn id="102" dur="500" fill="hold"/>
                                        <p:tgtEl>
                                          <p:spTgt spid="39"/>
                                        </p:tgtEl>
                                        <p:attrNameLst>
                                          <p:attrName>ppt_h</p:attrName>
                                        </p:attrNameLst>
                                      </p:cBhvr>
                                      <p:tavLst>
                                        <p:tav tm="0">
                                          <p:val>
                                            <p:fltVal val="0"/>
                                          </p:val>
                                        </p:tav>
                                        <p:tav tm="100000">
                                          <p:val>
                                            <p:strVal val="#ppt_h"/>
                                          </p:val>
                                        </p:tav>
                                      </p:tavLst>
                                    </p:anim>
                                    <p:animEffect transition="in" filter="fade">
                                      <p:cBhvr>
                                        <p:cTn id="103" dur="500"/>
                                        <p:tgtEl>
                                          <p:spTgt spid="39"/>
                                        </p:tgtEl>
                                      </p:cBhvr>
                                    </p:animEffect>
                                  </p:childTnLst>
                                </p:cTn>
                              </p:par>
                            </p:childTnLst>
                          </p:cTn>
                        </p:par>
                        <p:par>
                          <p:cTn id="104" fill="hold">
                            <p:stCondLst>
                              <p:cond delay="9350"/>
                            </p:stCondLst>
                            <p:childTnLst>
                              <p:par>
                                <p:cTn id="105" presetID="22" presetClass="entr" presetSubtype="2" fill="hold" grpId="0" nodeType="afterEffect">
                                  <p:stCondLst>
                                    <p:cond delay="0"/>
                                  </p:stCondLst>
                                  <p:childTnLst>
                                    <p:set>
                                      <p:cBhvr>
                                        <p:cTn id="106" dur="1" fill="hold">
                                          <p:stCondLst>
                                            <p:cond delay="0"/>
                                          </p:stCondLst>
                                        </p:cTn>
                                        <p:tgtEl>
                                          <p:spTgt spid="51"/>
                                        </p:tgtEl>
                                        <p:attrNameLst>
                                          <p:attrName>style.visibility</p:attrName>
                                        </p:attrNameLst>
                                      </p:cBhvr>
                                      <p:to>
                                        <p:strVal val="visible"/>
                                      </p:to>
                                    </p:set>
                                    <p:animEffect transition="in" filter="wipe(right)">
                                      <p:cBhvr>
                                        <p:cTn id="10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p:bldP spid="47" grpId="0"/>
      <p:bldP spid="48" grpId="0"/>
      <p:bldP spid="49" grpId="0"/>
      <p:bldP spid="50" grpId="0"/>
      <p:bldP spid="51"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grpSp>
        <p:nvGrpSpPr>
          <p:cNvPr id="24" name="Group 20"/>
          <p:cNvGrpSpPr/>
          <p:nvPr/>
        </p:nvGrpSpPr>
        <p:grpSpPr>
          <a:xfrm flipH="1">
            <a:off x="5167140" y="4677283"/>
            <a:ext cx="1613195" cy="1228210"/>
            <a:chOff x="4250639" y="3537480"/>
            <a:chExt cx="1529450" cy="1164230"/>
          </a:xfrm>
        </p:grpSpPr>
        <p:sp>
          <p:nvSpPr>
            <p:cNvPr id="26" name="Freeform 21"/>
            <p:cNvSpPr>
              <a:spLocks/>
            </p:cNvSpPr>
            <p:nvPr/>
          </p:nvSpPr>
          <p:spPr bwMode="auto">
            <a:xfrm>
              <a:off x="4250639" y="3537480"/>
              <a:ext cx="1529450" cy="1164230"/>
            </a:xfrm>
            <a:custGeom>
              <a:avLst/>
              <a:gdLst>
                <a:gd name="T0" fmla="*/ 192 w 813"/>
                <a:gd name="T1" fmla="*/ 556 h 619"/>
                <a:gd name="T2" fmla="*/ 637 w 813"/>
                <a:gd name="T3" fmla="*/ 535 h 619"/>
                <a:gd name="T4" fmla="*/ 637 w 813"/>
                <a:gd name="T5" fmla="*/ 535 h 619"/>
                <a:gd name="T6" fmla="*/ 783 w 813"/>
                <a:gd name="T7" fmla="*/ 348 h 619"/>
                <a:gd name="T8" fmla="*/ 575 w 813"/>
                <a:gd name="T9" fmla="*/ 31 h 619"/>
                <a:gd name="T10" fmla="*/ 258 w 813"/>
                <a:gd name="T11" fmla="*/ 238 h 619"/>
                <a:gd name="T12" fmla="*/ 342 w 813"/>
                <a:gd name="T13" fmla="*/ 494 h 619"/>
                <a:gd name="T14" fmla="*/ 220 w 813"/>
                <a:gd name="T15" fmla="*/ 472 h 619"/>
                <a:gd name="T16" fmla="*/ 241 w 813"/>
                <a:gd name="T17" fmla="*/ 408 h 619"/>
                <a:gd name="T18" fmla="*/ 0 w 813"/>
                <a:gd name="T19" fmla="*/ 379 h 619"/>
                <a:gd name="T20" fmla="*/ 171 w 813"/>
                <a:gd name="T21" fmla="*/ 619 h 619"/>
                <a:gd name="T22" fmla="*/ 192 w 813"/>
                <a:gd name="T23" fmla="*/ 556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3" h="619">
                  <a:moveTo>
                    <a:pt x="192" y="556"/>
                  </a:moveTo>
                  <a:cubicBezTo>
                    <a:pt x="319" y="598"/>
                    <a:pt x="511" y="596"/>
                    <a:pt x="637" y="535"/>
                  </a:cubicBezTo>
                  <a:cubicBezTo>
                    <a:pt x="637" y="535"/>
                    <a:pt x="638" y="536"/>
                    <a:pt x="637" y="535"/>
                  </a:cubicBezTo>
                  <a:cubicBezTo>
                    <a:pt x="710" y="500"/>
                    <a:pt x="765" y="432"/>
                    <a:pt x="783" y="348"/>
                  </a:cubicBezTo>
                  <a:cubicBezTo>
                    <a:pt x="813" y="203"/>
                    <a:pt x="720" y="61"/>
                    <a:pt x="575" y="31"/>
                  </a:cubicBezTo>
                  <a:cubicBezTo>
                    <a:pt x="430" y="0"/>
                    <a:pt x="288" y="93"/>
                    <a:pt x="258" y="238"/>
                  </a:cubicBezTo>
                  <a:cubicBezTo>
                    <a:pt x="237" y="336"/>
                    <a:pt x="273" y="432"/>
                    <a:pt x="342" y="494"/>
                  </a:cubicBezTo>
                  <a:cubicBezTo>
                    <a:pt x="301" y="492"/>
                    <a:pt x="260" y="485"/>
                    <a:pt x="220" y="472"/>
                  </a:cubicBezTo>
                  <a:cubicBezTo>
                    <a:pt x="227" y="451"/>
                    <a:pt x="234" y="429"/>
                    <a:pt x="241" y="408"/>
                  </a:cubicBezTo>
                  <a:cubicBezTo>
                    <a:pt x="170" y="424"/>
                    <a:pt x="85" y="418"/>
                    <a:pt x="0" y="379"/>
                  </a:cubicBezTo>
                  <a:cubicBezTo>
                    <a:pt x="30" y="468"/>
                    <a:pt x="87" y="553"/>
                    <a:pt x="171" y="619"/>
                  </a:cubicBezTo>
                  <a:cubicBezTo>
                    <a:pt x="178" y="598"/>
                    <a:pt x="185" y="577"/>
                    <a:pt x="192" y="556"/>
                  </a:cubicBez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7" name="Oval 22"/>
            <p:cNvSpPr/>
            <p:nvPr/>
          </p:nvSpPr>
          <p:spPr>
            <a:xfrm>
              <a:off x="4946647" y="3804569"/>
              <a:ext cx="551192" cy="551192"/>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en-US"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8" name="Shape 1849"/>
            <p:cNvSpPr/>
            <p:nvPr/>
          </p:nvSpPr>
          <p:spPr>
            <a:xfrm flipH="1">
              <a:off x="5071935" y="3959885"/>
              <a:ext cx="329565" cy="265088"/>
            </a:xfrm>
            <a:custGeom>
              <a:avLst/>
              <a:gdLst/>
              <a:ahLst/>
              <a:cxnLst>
                <a:cxn ang="0">
                  <a:pos x="wd2" y="hd2"/>
                </a:cxn>
                <a:cxn ang="5400000">
                  <a:pos x="wd2" y="hd2"/>
                </a:cxn>
                <a:cxn ang="10800000">
                  <a:pos x="wd2" y="hd2"/>
                </a:cxn>
                <a:cxn ang="16200000">
                  <a:pos x="wd2" y="hd2"/>
                </a:cxn>
              </a:cxnLst>
              <a:rect l="0" t="0" r="r" b="b"/>
              <a:pathLst>
                <a:path w="21400" h="21363" extrusionOk="0">
                  <a:moveTo>
                    <a:pt x="7274" y="21020"/>
                  </a:moveTo>
                  <a:cubicBezTo>
                    <a:pt x="7274" y="21376"/>
                    <a:pt x="7435" y="21475"/>
                    <a:pt x="7659" y="21222"/>
                  </a:cubicBezTo>
                  <a:cubicBezTo>
                    <a:pt x="7951" y="20894"/>
                    <a:pt x="10973" y="17529"/>
                    <a:pt x="10973" y="17529"/>
                  </a:cubicBezTo>
                  <a:lnTo>
                    <a:pt x="7274" y="15153"/>
                  </a:lnTo>
                  <a:cubicBezTo>
                    <a:pt x="7274" y="15153"/>
                    <a:pt x="7274" y="21020"/>
                    <a:pt x="7274" y="21020"/>
                  </a:cubicBezTo>
                  <a:close/>
                  <a:moveTo>
                    <a:pt x="20812" y="50"/>
                  </a:moveTo>
                  <a:cubicBezTo>
                    <a:pt x="20412" y="224"/>
                    <a:pt x="667" y="8860"/>
                    <a:pt x="277" y="9030"/>
                  </a:cubicBezTo>
                  <a:cubicBezTo>
                    <a:pt x="-53" y="9174"/>
                    <a:pt x="-126" y="9528"/>
                    <a:pt x="266" y="9723"/>
                  </a:cubicBezTo>
                  <a:cubicBezTo>
                    <a:pt x="733" y="9955"/>
                    <a:pt x="4681" y="11919"/>
                    <a:pt x="4681" y="11919"/>
                  </a:cubicBezTo>
                  <a:lnTo>
                    <a:pt x="4681" y="11919"/>
                  </a:lnTo>
                  <a:lnTo>
                    <a:pt x="7298" y="13221"/>
                  </a:lnTo>
                  <a:cubicBezTo>
                    <a:pt x="7298" y="13221"/>
                    <a:pt x="19903" y="1732"/>
                    <a:pt x="20073" y="1577"/>
                  </a:cubicBezTo>
                  <a:cubicBezTo>
                    <a:pt x="20246" y="1420"/>
                    <a:pt x="20443" y="1713"/>
                    <a:pt x="20319" y="1881"/>
                  </a:cubicBezTo>
                  <a:cubicBezTo>
                    <a:pt x="20194" y="2050"/>
                    <a:pt x="11163" y="14170"/>
                    <a:pt x="11163" y="14170"/>
                  </a:cubicBezTo>
                  <a:cubicBezTo>
                    <a:pt x="11163" y="14170"/>
                    <a:pt x="11163" y="14170"/>
                    <a:pt x="11163" y="14171"/>
                  </a:cubicBezTo>
                  <a:lnTo>
                    <a:pt x="10637" y="14898"/>
                  </a:lnTo>
                  <a:lnTo>
                    <a:pt x="11333" y="15363"/>
                  </a:lnTo>
                  <a:lnTo>
                    <a:pt x="11333" y="15363"/>
                  </a:lnTo>
                  <a:cubicBezTo>
                    <a:pt x="11333" y="15363"/>
                    <a:pt x="16742" y="18976"/>
                    <a:pt x="17127" y="19234"/>
                  </a:cubicBezTo>
                  <a:cubicBezTo>
                    <a:pt x="17464" y="19459"/>
                    <a:pt x="17904" y="19272"/>
                    <a:pt x="18001" y="18750"/>
                  </a:cubicBezTo>
                  <a:cubicBezTo>
                    <a:pt x="18117" y="18135"/>
                    <a:pt x="21310" y="1052"/>
                    <a:pt x="21382" y="671"/>
                  </a:cubicBezTo>
                  <a:cubicBezTo>
                    <a:pt x="21474" y="177"/>
                    <a:pt x="21211" y="-125"/>
                    <a:pt x="20812" y="50"/>
                  </a:cubicBezTo>
                  <a:close/>
                </a:path>
              </a:pathLst>
            </a:custGeom>
            <a:solidFill>
              <a:schemeClr val="bg1"/>
            </a:solidFill>
            <a:ln w="12700" cap="flat">
              <a:noFill/>
              <a:miter lim="400000"/>
            </a:ln>
            <a:effectLst/>
          </p:spPr>
          <p:txBody>
            <a:bodyPr wrap="square" lIns="56501" tIns="56501" rIns="56501" bIns="56501" numCol="1" anchor="ctr">
              <a:noAutofit/>
            </a:bodyPr>
            <a:lstStyle/>
            <a:p>
              <a:pPr algn="just" fontAlgn="auto">
                <a:lnSpc>
                  <a:spcPct val="120000"/>
                </a:lnSpc>
                <a:spcBef>
                  <a:spcPts val="0"/>
                </a:spcBef>
                <a:spcAft>
                  <a:spcPts val="0"/>
                </a:spcAft>
                <a:defRPr sz="3200">
                  <a:solidFill>
                    <a:srgbClr val="FFFFFF"/>
                  </a:solidFill>
                  <a:latin typeface="Helvetica Light"/>
                  <a:ea typeface="Helvetica Light"/>
                  <a:cs typeface="Helvetica Light"/>
                  <a:sym typeface="Helvetica Light"/>
                </a:defRPr>
              </a:pPr>
              <a:endParaRPr sz="844">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9" name="Group 43"/>
          <p:cNvGrpSpPr/>
          <p:nvPr/>
        </p:nvGrpSpPr>
        <p:grpSpPr>
          <a:xfrm>
            <a:off x="6597943" y="4325019"/>
            <a:ext cx="1476403" cy="1404343"/>
            <a:chOff x="6254758" y="3535584"/>
            <a:chExt cx="1399760" cy="1331188"/>
          </a:xfrm>
        </p:grpSpPr>
        <p:grpSp>
          <p:nvGrpSpPr>
            <p:cNvPr id="30" name="Group 15"/>
            <p:cNvGrpSpPr/>
            <p:nvPr/>
          </p:nvGrpSpPr>
          <p:grpSpPr>
            <a:xfrm flipH="1">
              <a:off x="6254758" y="3535584"/>
              <a:ext cx="1399760" cy="1331188"/>
              <a:chOff x="3023802" y="3203565"/>
              <a:chExt cx="1399760" cy="1331188"/>
            </a:xfrm>
          </p:grpSpPr>
          <p:sp>
            <p:nvSpPr>
              <p:cNvPr id="32" name="Freeform 20"/>
              <p:cNvSpPr>
                <a:spLocks/>
              </p:cNvSpPr>
              <p:nvPr/>
            </p:nvSpPr>
            <p:spPr bwMode="auto">
              <a:xfrm>
                <a:off x="3023802" y="3203565"/>
                <a:ext cx="1399760" cy="1331188"/>
              </a:xfrm>
              <a:custGeom>
                <a:avLst/>
                <a:gdLst>
                  <a:gd name="T0" fmla="*/ 66 w 745"/>
                  <a:gd name="T1" fmla="*/ 251 h 708"/>
                  <a:gd name="T2" fmla="*/ 284 w 745"/>
                  <a:gd name="T3" fmla="*/ 640 h 708"/>
                  <a:gd name="T4" fmla="*/ 284 w 745"/>
                  <a:gd name="T5" fmla="*/ 640 h 708"/>
                  <a:gd name="T6" fmla="*/ 517 w 745"/>
                  <a:gd name="T7" fmla="*/ 686 h 708"/>
                  <a:gd name="T8" fmla="*/ 707 w 745"/>
                  <a:gd name="T9" fmla="*/ 358 h 708"/>
                  <a:gd name="T10" fmla="*/ 379 w 745"/>
                  <a:gd name="T11" fmla="*/ 167 h 708"/>
                  <a:gd name="T12" fmla="*/ 189 w 745"/>
                  <a:gd name="T13" fmla="*/ 357 h 708"/>
                  <a:gd name="T14" fmla="*/ 154 w 745"/>
                  <a:gd name="T15" fmla="*/ 239 h 708"/>
                  <a:gd name="T16" fmla="*/ 220 w 745"/>
                  <a:gd name="T17" fmla="*/ 229 h 708"/>
                  <a:gd name="T18" fmla="*/ 138 w 745"/>
                  <a:gd name="T19" fmla="*/ 0 h 708"/>
                  <a:gd name="T20" fmla="*/ 0 w 745"/>
                  <a:gd name="T21" fmla="*/ 261 h 708"/>
                  <a:gd name="T22" fmla="*/ 66 w 745"/>
                  <a:gd name="T23" fmla="*/ 25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5" h="708">
                    <a:moveTo>
                      <a:pt x="66" y="251"/>
                    </a:moveTo>
                    <a:cubicBezTo>
                      <a:pt x="85" y="383"/>
                      <a:pt x="172" y="554"/>
                      <a:pt x="284" y="640"/>
                    </a:cubicBezTo>
                    <a:cubicBezTo>
                      <a:pt x="284" y="639"/>
                      <a:pt x="283" y="640"/>
                      <a:pt x="284" y="640"/>
                    </a:cubicBezTo>
                    <a:cubicBezTo>
                      <a:pt x="347" y="689"/>
                      <a:pt x="433" y="708"/>
                      <a:pt x="517" y="686"/>
                    </a:cubicBezTo>
                    <a:cubicBezTo>
                      <a:pt x="660" y="648"/>
                      <a:pt x="745" y="501"/>
                      <a:pt x="707" y="358"/>
                    </a:cubicBezTo>
                    <a:cubicBezTo>
                      <a:pt x="669" y="215"/>
                      <a:pt x="522" y="129"/>
                      <a:pt x="379" y="167"/>
                    </a:cubicBezTo>
                    <a:cubicBezTo>
                      <a:pt x="283" y="193"/>
                      <a:pt x="213" y="268"/>
                      <a:pt x="189" y="357"/>
                    </a:cubicBezTo>
                    <a:cubicBezTo>
                      <a:pt x="171" y="320"/>
                      <a:pt x="160" y="280"/>
                      <a:pt x="154" y="239"/>
                    </a:cubicBezTo>
                    <a:cubicBezTo>
                      <a:pt x="176" y="235"/>
                      <a:pt x="198" y="232"/>
                      <a:pt x="220" y="229"/>
                    </a:cubicBezTo>
                    <a:cubicBezTo>
                      <a:pt x="174" y="172"/>
                      <a:pt x="141" y="94"/>
                      <a:pt x="138" y="0"/>
                    </a:cubicBezTo>
                    <a:cubicBezTo>
                      <a:pt x="72" y="66"/>
                      <a:pt x="22" y="156"/>
                      <a:pt x="0" y="261"/>
                    </a:cubicBezTo>
                    <a:cubicBezTo>
                      <a:pt x="22" y="258"/>
                      <a:pt x="44" y="254"/>
                      <a:pt x="66" y="251"/>
                    </a:cubicBez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 name="Oval 19"/>
              <p:cNvSpPr/>
              <p:nvPr/>
            </p:nvSpPr>
            <p:spPr>
              <a:xfrm>
                <a:off x="3596074" y="3732211"/>
                <a:ext cx="551192" cy="551192"/>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en-US"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1" name="Shape 2671"/>
            <p:cNvSpPr/>
            <p:nvPr/>
          </p:nvSpPr>
          <p:spPr>
            <a:xfrm>
              <a:off x="6705147" y="4201178"/>
              <a:ext cx="203005" cy="286010"/>
            </a:xfrm>
            <a:custGeom>
              <a:avLst/>
              <a:gdLst/>
              <a:ahLst/>
              <a:cxnLst>
                <a:cxn ang="0">
                  <a:pos x="wd2" y="hd2"/>
                </a:cxn>
                <a:cxn ang="5400000">
                  <a:pos x="wd2" y="hd2"/>
                </a:cxn>
                <a:cxn ang="10800000">
                  <a:pos x="wd2" y="hd2"/>
                </a:cxn>
                <a:cxn ang="16200000">
                  <a:pos x="wd2" y="hd2"/>
                </a:cxn>
              </a:cxnLst>
              <a:rect l="0" t="0" r="r" b="b"/>
              <a:pathLst>
                <a:path w="21543" h="21574" extrusionOk="0">
                  <a:moveTo>
                    <a:pt x="13864" y="16422"/>
                  </a:moveTo>
                  <a:cubicBezTo>
                    <a:pt x="13295" y="16782"/>
                    <a:pt x="12583" y="17013"/>
                    <a:pt x="11740" y="17115"/>
                  </a:cubicBezTo>
                  <a:lnTo>
                    <a:pt x="11752" y="18333"/>
                  </a:lnTo>
                  <a:lnTo>
                    <a:pt x="9908" y="18336"/>
                  </a:lnTo>
                  <a:lnTo>
                    <a:pt x="9897" y="17119"/>
                  </a:lnTo>
                  <a:cubicBezTo>
                    <a:pt x="9066" y="17021"/>
                    <a:pt x="8316" y="16773"/>
                    <a:pt x="7666" y="16391"/>
                  </a:cubicBezTo>
                  <a:cubicBezTo>
                    <a:pt x="6892" y="15916"/>
                    <a:pt x="6492" y="15369"/>
                    <a:pt x="6466" y="14757"/>
                  </a:cubicBezTo>
                  <a:lnTo>
                    <a:pt x="6503" y="14424"/>
                  </a:lnTo>
                  <a:lnTo>
                    <a:pt x="8292" y="14419"/>
                  </a:lnTo>
                  <a:lnTo>
                    <a:pt x="8298" y="14543"/>
                  </a:lnTo>
                  <a:cubicBezTo>
                    <a:pt x="8309" y="15050"/>
                    <a:pt x="8528" y="15427"/>
                    <a:pt x="8960" y="15694"/>
                  </a:cubicBezTo>
                  <a:cubicBezTo>
                    <a:pt x="9384" y="15964"/>
                    <a:pt x="10003" y="16098"/>
                    <a:pt x="10790" y="16098"/>
                  </a:cubicBezTo>
                  <a:cubicBezTo>
                    <a:pt x="11584" y="16093"/>
                    <a:pt x="12202" y="15951"/>
                    <a:pt x="12633" y="15680"/>
                  </a:cubicBezTo>
                  <a:cubicBezTo>
                    <a:pt x="13064" y="15409"/>
                    <a:pt x="13270" y="15036"/>
                    <a:pt x="13270" y="14552"/>
                  </a:cubicBezTo>
                  <a:cubicBezTo>
                    <a:pt x="13270" y="14153"/>
                    <a:pt x="13070" y="13842"/>
                    <a:pt x="12652" y="13606"/>
                  </a:cubicBezTo>
                  <a:cubicBezTo>
                    <a:pt x="12221" y="13367"/>
                    <a:pt x="11477" y="13158"/>
                    <a:pt x="10433" y="12985"/>
                  </a:cubicBezTo>
                  <a:cubicBezTo>
                    <a:pt x="9278" y="12794"/>
                    <a:pt x="8385" y="12496"/>
                    <a:pt x="7803" y="12110"/>
                  </a:cubicBezTo>
                  <a:cubicBezTo>
                    <a:pt x="7210" y="11710"/>
                    <a:pt x="6897" y="11199"/>
                    <a:pt x="6892" y="10591"/>
                  </a:cubicBezTo>
                  <a:cubicBezTo>
                    <a:pt x="6886" y="9899"/>
                    <a:pt x="7266" y="9321"/>
                    <a:pt x="8023" y="8877"/>
                  </a:cubicBezTo>
                  <a:cubicBezTo>
                    <a:pt x="8534" y="8574"/>
                    <a:pt x="9147" y="8376"/>
                    <a:pt x="9833" y="8282"/>
                  </a:cubicBezTo>
                  <a:lnTo>
                    <a:pt x="9822" y="7225"/>
                  </a:lnTo>
                  <a:lnTo>
                    <a:pt x="11665" y="7216"/>
                  </a:lnTo>
                  <a:lnTo>
                    <a:pt x="11671" y="8242"/>
                  </a:lnTo>
                  <a:cubicBezTo>
                    <a:pt x="12496" y="8322"/>
                    <a:pt x="13183" y="8527"/>
                    <a:pt x="13727" y="8841"/>
                  </a:cubicBezTo>
                  <a:cubicBezTo>
                    <a:pt x="14451" y="9272"/>
                    <a:pt x="14851" y="9867"/>
                    <a:pt x="14907" y="10617"/>
                  </a:cubicBezTo>
                  <a:lnTo>
                    <a:pt x="14914" y="10748"/>
                  </a:lnTo>
                  <a:lnTo>
                    <a:pt x="13114" y="10754"/>
                  </a:lnTo>
                  <a:lnTo>
                    <a:pt x="13089" y="10650"/>
                  </a:lnTo>
                  <a:cubicBezTo>
                    <a:pt x="13002" y="10183"/>
                    <a:pt x="12783" y="9832"/>
                    <a:pt x="12427" y="9610"/>
                  </a:cubicBezTo>
                  <a:cubicBezTo>
                    <a:pt x="12077" y="9392"/>
                    <a:pt x="11565" y="9277"/>
                    <a:pt x="10895" y="9282"/>
                  </a:cubicBezTo>
                  <a:cubicBezTo>
                    <a:pt x="10196" y="9282"/>
                    <a:pt x="9640" y="9401"/>
                    <a:pt x="9259" y="9632"/>
                  </a:cubicBezTo>
                  <a:cubicBezTo>
                    <a:pt x="8878" y="9858"/>
                    <a:pt x="8698" y="10160"/>
                    <a:pt x="8702" y="10572"/>
                  </a:cubicBezTo>
                  <a:cubicBezTo>
                    <a:pt x="8702" y="10924"/>
                    <a:pt x="8878" y="11204"/>
                    <a:pt x="9229" y="11408"/>
                  </a:cubicBezTo>
                  <a:cubicBezTo>
                    <a:pt x="9584" y="11621"/>
                    <a:pt x="10216" y="11808"/>
                    <a:pt x="11115" y="11954"/>
                  </a:cubicBezTo>
                  <a:cubicBezTo>
                    <a:pt x="12421" y="12172"/>
                    <a:pt x="13414" y="12492"/>
                    <a:pt x="14076" y="12914"/>
                  </a:cubicBezTo>
                  <a:cubicBezTo>
                    <a:pt x="14732" y="13335"/>
                    <a:pt x="15076" y="13877"/>
                    <a:pt x="15076" y="14521"/>
                  </a:cubicBezTo>
                  <a:cubicBezTo>
                    <a:pt x="15082" y="15289"/>
                    <a:pt x="14676" y="15929"/>
                    <a:pt x="13864" y="16422"/>
                  </a:cubicBezTo>
                  <a:cubicBezTo>
                    <a:pt x="13864" y="16422"/>
                    <a:pt x="13864" y="16422"/>
                    <a:pt x="13864" y="16422"/>
                  </a:cubicBezTo>
                  <a:close/>
                  <a:moveTo>
                    <a:pt x="13995" y="4271"/>
                  </a:moveTo>
                  <a:lnTo>
                    <a:pt x="13995" y="4298"/>
                  </a:lnTo>
                  <a:lnTo>
                    <a:pt x="7161" y="4325"/>
                  </a:lnTo>
                  <a:lnTo>
                    <a:pt x="7372" y="4045"/>
                  </a:lnTo>
                  <a:lnTo>
                    <a:pt x="7754" y="3756"/>
                  </a:lnTo>
                  <a:lnTo>
                    <a:pt x="13245" y="3739"/>
                  </a:lnTo>
                  <a:lnTo>
                    <a:pt x="14789" y="0"/>
                  </a:lnTo>
                  <a:lnTo>
                    <a:pt x="6535" y="31"/>
                  </a:lnTo>
                  <a:lnTo>
                    <a:pt x="7722" y="3668"/>
                  </a:lnTo>
                  <a:cubicBezTo>
                    <a:pt x="6866" y="2984"/>
                    <a:pt x="4761" y="1540"/>
                    <a:pt x="2855" y="2042"/>
                  </a:cubicBezTo>
                  <a:lnTo>
                    <a:pt x="3061" y="2446"/>
                  </a:lnTo>
                  <a:cubicBezTo>
                    <a:pt x="4687" y="2020"/>
                    <a:pt x="6673" y="3472"/>
                    <a:pt x="7372" y="4045"/>
                  </a:cubicBezTo>
                  <a:cubicBezTo>
                    <a:pt x="6210" y="4348"/>
                    <a:pt x="4699" y="4569"/>
                    <a:pt x="3805" y="4001"/>
                  </a:cubicBezTo>
                  <a:lnTo>
                    <a:pt x="3399" y="4329"/>
                  </a:lnTo>
                  <a:cubicBezTo>
                    <a:pt x="3930" y="4667"/>
                    <a:pt x="4605" y="4783"/>
                    <a:pt x="5310" y="4783"/>
                  </a:cubicBezTo>
                  <a:cubicBezTo>
                    <a:pt x="5729" y="4783"/>
                    <a:pt x="6155" y="4734"/>
                    <a:pt x="6566" y="4667"/>
                  </a:cubicBezTo>
                  <a:cubicBezTo>
                    <a:pt x="2687" y="6563"/>
                    <a:pt x="-26" y="10769"/>
                    <a:pt x="0" y="13957"/>
                  </a:cubicBezTo>
                  <a:cubicBezTo>
                    <a:pt x="32" y="18189"/>
                    <a:pt x="4886" y="21600"/>
                    <a:pt x="10828" y="21573"/>
                  </a:cubicBezTo>
                  <a:cubicBezTo>
                    <a:pt x="16782" y="21556"/>
                    <a:pt x="21574" y="18105"/>
                    <a:pt x="21543" y="13877"/>
                  </a:cubicBezTo>
                  <a:cubicBezTo>
                    <a:pt x="21518" y="10468"/>
                    <a:pt x="18344" y="5897"/>
                    <a:pt x="13995" y="4271"/>
                  </a:cubicBezTo>
                  <a:cubicBezTo>
                    <a:pt x="13995" y="4271"/>
                    <a:pt x="13995" y="4271"/>
                    <a:pt x="13995" y="4271"/>
                  </a:cubicBezTo>
                  <a:close/>
                </a:path>
              </a:pathLst>
            </a:custGeom>
            <a:solidFill>
              <a:schemeClr val="bg1"/>
            </a:solidFill>
            <a:ln w="12700" cap="flat">
              <a:noFill/>
              <a:miter lim="400000"/>
            </a:ln>
            <a:effectLst/>
          </p:spPr>
          <p:txBody>
            <a:bodyPr wrap="square" lIns="56501" tIns="56501" rIns="56501" bIns="56501" numCol="1" anchor="ctr">
              <a:noAutofit/>
            </a:bodyPr>
            <a:lstStyle/>
            <a:p>
              <a:pPr algn="just" fontAlgn="auto">
                <a:lnSpc>
                  <a:spcPct val="120000"/>
                </a:lnSpc>
                <a:spcBef>
                  <a:spcPts val="0"/>
                </a:spcBef>
                <a:spcAft>
                  <a:spcPts val="0"/>
                </a:spcAft>
                <a:defRPr sz="3200">
                  <a:solidFill>
                    <a:srgbClr val="FFFFFF"/>
                  </a:solidFill>
                  <a:latin typeface="Helvetica Light"/>
                  <a:ea typeface="Helvetica Light"/>
                  <a:cs typeface="Helvetica Light"/>
                  <a:sym typeface="Helvetica Light"/>
                </a:defRPr>
              </a:pPr>
              <a:endParaRPr sz="844">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 name="Group 45"/>
          <p:cNvGrpSpPr/>
          <p:nvPr/>
        </p:nvGrpSpPr>
        <p:grpSpPr>
          <a:xfrm>
            <a:off x="4780350" y="3282375"/>
            <a:ext cx="1183954" cy="1649671"/>
            <a:chOff x="4531519" y="2547255"/>
            <a:chExt cx="1122491" cy="1563736"/>
          </a:xfrm>
        </p:grpSpPr>
        <p:grpSp>
          <p:nvGrpSpPr>
            <p:cNvPr id="35" name="Group 24"/>
            <p:cNvGrpSpPr/>
            <p:nvPr/>
          </p:nvGrpSpPr>
          <p:grpSpPr>
            <a:xfrm flipH="1">
              <a:off x="4531519" y="2547255"/>
              <a:ext cx="1122491" cy="1563736"/>
              <a:chOff x="5024310" y="2215236"/>
              <a:chExt cx="1122491" cy="1563736"/>
            </a:xfrm>
          </p:grpSpPr>
          <p:sp>
            <p:nvSpPr>
              <p:cNvPr id="37" name="Freeform 22"/>
              <p:cNvSpPr>
                <a:spLocks/>
              </p:cNvSpPr>
              <p:nvPr/>
            </p:nvSpPr>
            <p:spPr bwMode="auto">
              <a:xfrm>
                <a:off x="5024310" y="2215236"/>
                <a:ext cx="1122491" cy="1563736"/>
              </a:xfrm>
              <a:custGeom>
                <a:avLst/>
                <a:gdLst>
                  <a:gd name="T0" fmla="*/ 477 w 597"/>
                  <a:gd name="T1" fmla="*/ 690 h 831"/>
                  <a:gd name="T2" fmla="*/ 570 w 597"/>
                  <a:gd name="T3" fmla="*/ 255 h 831"/>
                  <a:gd name="T4" fmla="*/ 570 w 597"/>
                  <a:gd name="T5" fmla="*/ 255 h 831"/>
                  <a:gd name="T6" fmla="*/ 426 w 597"/>
                  <a:gd name="T7" fmla="*/ 66 h 831"/>
                  <a:gd name="T8" fmla="*/ 66 w 597"/>
                  <a:gd name="T9" fmla="*/ 186 h 831"/>
                  <a:gd name="T10" fmla="*/ 186 w 597"/>
                  <a:gd name="T11" fmla="*/ 546 h 831"/>
                  <a:gd name="T12" fmla="*/ 454 w 597"/>
                  <a:gd name="T13" fmla="*/ 529 h 831"/>
                  <a:gd name="T14" fmla="*/ 402 w 597"/>
                  <a:gd name="T15" fmla="*/ 642 h 831"/>
                  <a:gd name="T16" fmla="*/ 346 w 597"/>
                  <a:gd name="T17" fmla="*/ 605 h 831"/>
                  <a:gd name="T18" fmla="*/ 256 w 597"/>
                  <a:gd name="T19" fmla="*/ 831 h 831"/>
                  <a:gd name="T20" fmla="*/ 532 w 597"/>
                  <a:gd name="T21" fmla="*/ 727 h 831"/>
                  <a:gd name="T22" fmla="*/ 477 w 597"/>
                  <a:gd name="T23" fmla="*/ 690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7" h="831">
                    <a:moveTo>
                      <a:pt x="477" y="690"/>
                    </a:moveTo>
                    <a:cubicBezTo>
                      <a:pt x="550" y="578"/>
                      <a:pt x="597" y="392"/>
                      <a:pt x="570" y="255"/>
                    </a:cubicBezTo>
                    <a:cubicBezTo>
                      <a:pt x="569" y="255"/>
                      <a:pt x="571" y="254"/>
                      <a:pt x="570" y="255"/>
                    </a:cubicBezTo>
                    <a:cubicBezTo>
                      <a:pt x="554" y="176"/>
                      <a:pt x="503" y="105"/>
                      <a:pt x="426" y="66"/>
                    </a:cubicBezTo>
                    <a:cubicBezTo>
                      <a:pt x="293" y="0"/>
                      <a:pt x="132" y="54"/>
                      <a:pt x="66" y="186"/>
                    </a:cubicBezTo>
                    <a:cubicBezTo>
                      <a:pt x="0" y="319"/>
                      <a:pt x="54" y="480"/>
                      <a:pt x="186" y="546"/>
                    </a:cubicBezTo>
                    <a:cubicBezTo>
                      <a:pt x="275" y="590"/>
                      <a:pt x="377" y="581"/>
                      <a:pt x="454" y="529"/>
                    </a:cubicBezTo>
                    <a:cubicBezTo>
                      <a:pt x="442" y="569"/>
                      <a:pt x="425" y="607"/>
                      <a:pt x="402" y="642"/>
                    </a:cubicBezTo>
                    <a:cubicBezTo>
                      <a:pt x="383" y="630"/>
                      <a:pt x="365" y="617"/>
                      <a:pt x="346" y="605"/>
                    </a:cubicBezTo>
                    <a:cubicBezTo>
                      <a:pt x="343" y="678"/>
                      <a:pt x="316" y="759"/>
                      <a:pt x="256" y="831"/>
                    </a:cubicBezTo>
                    <a:cubicBezTo>
                      <a:pt x="350" y="825"/>
                      <a:pt x="446" y="791"/>
                      <a:pt x="532" y="727"/>
                    </a:cubicBezTo>
                    <a:cubicBezTo>
                      <a:pt x="514" y="715"/>
                      <a:pt x="495" y="702"/>
                      <a:pt x="477" y="690"/>
                    </a:cubicBez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Oval 26"/>
              <p:cNvSpPr/>
              <p:nvPr/>
            </p:nvSpPr>
            <p:spPr>
              <a:xfrm>
                <a:off x="5318921" y="2519887"/>
                <a:ext cx="551192" cy="551192"/>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en-US"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6" name="AutoShape 24"/>
            <p:cNvSpPr>
              <a:spLocks/>
            </p:cNvSpPr>
            <p:nvPr/>
          </p:nvSpPr>
          <p:spPr bwMode="auto">
            <a:xfrm>
              <a:off x="4943243" y="2987043"/>
              <a:ext cx="281119" cy="280917"/>
            </a:xfrm>
            <a:custGeom>
              <a:avLst/>
              <a:gdLst>
                <a:gd name="T0" fmla="*/ 16823 w 19689"/>
                <a:gd name="T1" fmla="*/ 2867 h 19689"/>
                <a:gd name="T2" fmla="*/ 2867 w 19689"/>
                <a:gd name="T3" fmla="*/ 2867 h 19689"/>
                <a:gd name="T4" fmla="*/ 2867 w 19689"/>
                <a:gd name="T5" fmla="*/ 16823 h 19689"/>
                <a:gd name="T6" fmla="*/ 16823 w 19689"/>
                <a:gd name="T7" fmla="*/ 16823 h 19689"/>
                <a:gd name="T8" fmla="*/ 16823 w 19689"/>
                <a:gd name="T9" fmla="*/ 2867 h 19689"/>
                <a:gd name="T10" fmla="*/ 11507 w 19689"/>
                <a:gd name="T11" fmla="*/ 12670 h 19689"/>
                <a:gd name="T12" fmla="*/ 6522 w 19689"/>
                <a:gd name="T13" fmla="*/ 15494 h 19689"/>
                <a:gd name="T14" fmla="*/ 6522 w 19689"/>
                <a:gd name="T15" fmla="*/ 9845 h 19689"/>
                <a:gd name="T16" fmla="*/ 6522 w 19689"/>
                <a:gd name="T17" fmla="*/ 4030 h 19689"/>
                <a:gd name="T18" fmla="*/ 11507 w 19689"/>
                <a:gd name="T19" fmla="*/ 7020 h 19689"/>
                <a:gd name="T20" fmla="*/ 16325 w 19689"/>
                <a:gd name="T21" fmla="*/ 9845 h 19689"/>
                <a:gd name="T22" fmla="*/ 11507 w 19689"/>
                <a:gd name="T23" fmla="*/ 12670 h 19689"/>
                <a:gd name="T24" fmla="*/ 11507 w 19689"/>
                <a:gd name="T25" fmla="*/ 12670 h 19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689" h="19689">
                  <a:moveTo>
                    <a:pt x="16823" y="2867"/>
                  </a:moveTo>
                  <a:cubicBezTo>
                    <a:pt x="12836" y="-955"/>
                    <a:pt x="6688" y="-955"/>
                    <a:pt x="2867" y="2867"/>
                  </a:cubicBezTo>
                  <a:cubicBezTo>
                    <a:pt x="-955" y="6688"/>
                    <a:pt x="-955" y="13002"/>
                    <a:pt x="2867" y="16823"/>
                  </a:cubicBezTo>
                  <a:cubicBezTo>
                    <a:pt x="6688" y="20645"/>
                    <a:pt x="12836" y="20645"/>
                    <a:pt x="16823" y="16823"/>
                  </a:cubicBezTo>
                  <a:cubicBezTo>
                    <a:pt x="20645" y="13002"/>
                    <a:pt x="20645" y="6688"/>
                    <a:pt x="16823" y="2867"/>
                  </a:cubicBezTo>
                  <a:close/>
                  <a:moveTo>
                    <a:pt x="11507" y="12670"/>
                  </a:moveTo>
                  <a:cubicBezTo>
                    <a:pt x="6522" y="15494"/>
                    <a:pt x="6522" y="15494"/>
                    <a:pt x="6522" y="15494"/>
                  </a:cubicBezTo>
                  <a:cubicBezTo>
                    <a:pt x="6522" y="9845"/>
                    <a:pt x="6522" y="9845"/>
                    <a:pt x="6522" y="9845"/>
                  </a:cubicBezTo>
                  <a:cubicBezTo>
                    <a:pt x="6522" y="4030"/>
                    <a:pt x="6522" y="4030"/>
                    <a:pt x="6522" y="4030"/>
                  </a:cubicBezTo>
                  <a:cubicBezTo>
                    <a:pt x="11507" y="7020"/>
                    <a:pt x="11507" y="7020"/>
                    <a:pt x="11507" y="7020"/>
                  </a:cubicBezTo>
                  <a:cubicBezTo>
                    <a:pt x="16325" y="9845"/>
                    <a:pt x="16325" y="9845"/>
                    <a:pt x="16325" y="9845"/>
                  </a:cubicBezTo>
                  <a:lnTo>
                    <a:pt x="11507" y="12670"/>
                  </a:lnTo>
                  <a:close/>
                  <a:moveTo>
                    <a:pt x="11507" y="12670"/>
                  </a:moveTo>
                </a:path>
              </a:pathLst>
            </a:custGeom>
            <a:solidFill>
              <a:schemeClr val="bg1"/>
            </a:solidFill>
            <a:ln>
              <a:noFill/>
            </a:ln>
          </p:spPr>
          <p:txBody>
            <a:bodyPr lIns="0" tIns="0" rIns="0" bIns="0"/>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 name="Group 47"/>
          <p:cNvGrpSpPr/>
          <p:nvPr/>
        </p:nvGrpSpPr>
        <p:grpSpPr>
          <a:xfrm>
            <a:off x="5346382" y="2519660"/>
            <a:ext cx="1608478" cy="1135427"/>
            <a:chOff x="5068168" y="1824270"/>
            <a:chExt cx="1524978" cy="1076279"/>
          </a:xfrm>
        </p:grpSpPr>
        <p:grpSp>
          <p:nvGrpSpPr>
            <p:cNvPr id="40" name="Group 28"/>
            <p:cNvGrpSpPr/>
            <p:nvPr/>
          </p:nvGrpSpPr>
          <p:grpSpPr>
            <a:xfrm flipH="1">
              <a:off x="5068168" y="1824270"/>
              <a:ext cx="1524978" cy="1076279"/>
              <a:chOff x="4085174" y="1492251"/>
              <a:chExt cx="1524978" cy="1076279"/>
            </a:xfrm>
          </p:grpSpPr>
          <p:sp>
            <p:nvSpPr>
              <p:cNvPr id="42" name="Freeform 23"/>
              <p:cNvSpPr>
                <a:spLocks/>
              </p:cNvSpPr>
              <p:nvPr/>
            </p:nvSpPr>
            <p:spPr bwMode="auto">
              <a:xfrm>
                <a:off x="4085174" y="1492251"/>
                <a:ext cx="1524978" cy="1076279"/>
              </a:xfrm>
              <a:custGeom>
                <a:avLst/>
                <a:gdLst>
                  <a:gd name="T0" fmla="*/ 714 w 811"/>
                  <a:gd name="T1" fmla="*/ 209 h 573"/>
                  <a:gd name="T2" fmla="*/ 318 w 811"/>
                  <a:gd name="T3" fmla="*/ 6 h 573"/>
                  <a:gd name="T4" fmla="*/ 318 w 811"/>
                  <a:gd name="T5" fmla="*/ 6 h 573"/>
                  <a:gd name="T6" fmla="*/ 98 w 811"/>
                  <a:gd name="T7" fmla="*/ 97 h 573"/>
                  <a:gd name="T8" fmla="*/ 121 w 811"/>
                  <a:gd name="T9" fmla="*/ 475 h 573"/>
                  <a:gd name="T10" fmla="*/ 500 w 811"/>
                  <a:gd name="T11" fmla="*/ 452 h 573"/>
                  <a:gd name="T12" fmla="*/ 553 w 811"/>
                  <a:gd name="T13" fmla="*/ 189 h 573"/>
                  <a:gd name="T14" fmla="*/ 648 w 811"/>
                  <a:gd name="T15" fmla="*/ 268 h 573"/>
                  <a:gd name="T16" fmla="*/ 598 w 811"/>
                  <a:gd name="T17" fmla="*/ 313 h 573"/>
                  <a:gd name="T18" fmla="*/ 793 w 811"/>
                  <a:gd name="T19" fmla="*/ 458 h 573"/>
                  <a:gd name="T20" fmla="*/ 764 w 811"/>
                  <a:gd name="T21" fmla="*/ 164 h 573"/>
                  <a:gd name="T22" fmla="*/ 714 w 811"/>
                  <a:gd name="T23" fmla="*/ 209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1" h="573">
                    <a:moveTo>
                      <a:pt x="714" y="209"/>
                    </a:moveTo>
                    <a:cubicBezTo>
                      <a:pt x="625" y="109"/>
                      <a:pt x="458" y="16"/>
                      <a:pt x="318" y="6"/>
                    </a:cubicBezTo>
                    <a:cubicBezTo>
                      <a:pt x="317" y="7"/>
                      <a:pt x="318" y="5"/>
                      <a:pt x="318" y="6"/>
                    </a:cubicBezTo>
                    <a:cubicBezTo>
                      <a:pt x="237" y="0"/>
                      <a:pt x="156" y="32"/>
                      <a:pt x="98" y="97"/>
                    </a:cubicBezTo>
                    <a:cubicBezTo>
                      <a:pt x="0" y="207"/>
                      <a:pt x="10" y="377"/>
                      <a:pt x="121" y="475"/>
                    </a:cubicBezTo>
                    <a:cubicBezTo>
                      <a:pt x="232" y="573"/>
                      <a:pt x="401" y="563"/>
                      <a:pt x="500" y="452"/>
                    </a:cubicBezTo>
                    <a:cubicBezTo>
                      <a:pt x="566" y="378"/>
                      <a:pt x="583" y="277"/>
                      <a:pt x="553" y="189"/>
                    </a:cubicBezTo>
                    <a:cubicBezTo>
                      <a:pt x="588" y="211"/>
                      <a:pt x="620" y="237"/>
                      <a:pt x="648" y="268"/>
                    </a:cubicBezTo>
                    <a:cubicBezTo>
                      <a:pt x="631" y="283"/>
                      <a:pt x="615" y="298"/>
                      <a:pt x="598" y="313"/>
                    </a:cubicBezTo>
                    <a:cubicBezTo>
                      <a:pt x="668" y="335"/>
                      <a:pt x="738" y="382"/>
                      <a:pt x="793" y="458"/>
                    </a:cubicBezTo>
                    <a:cubicBezTo>
                      <a:pt x="811" y="367"/>
                      <a:pt x="803" y="264"/>
                      <a:pt x="764" y="164"/>
                    </a:cubicBezTo>
                    <a:cubicBezTo>
                      <a:pt x="747" y="179"/>
                      <a:pt x="731" y="194"/>
                      <a:pt x="714" y="209"/>
                    </a:cubicBez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Oval 30"/>
              <p:cNvSpPr/>
              <p:nvPr/>
            </p:nvSpPr>
            <p:spPr>
              <a:xfrm>
                <a:off x="4366880" y="1741826"/>
                <a:ext cx="551192" cy="551192"/>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en-US"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41" name="Shape 819"/>
            <p:cNvSpPr/>
            <p:nvPr/>
          </p:nvSpPr>
          <p:spPr>
            <a:xfrm>
              <a:off x="5903979" y="2201089"/>
              <a:ext cx="263729" cy="296704"/>
            </a:xfrm>
            <a:custGeom>
              <a:avLst/>
              <a:gdLst/>
              <a:ahLst/>
              <a:cxnLst>
                <a:cxn ang="0">
                  <a:pos x="wd2" y="hd2"/>
                </a:cxn>
                <a:cxn ang="5400000">
                  <a:pos x="wd2" y="hd2"/>
                </a:cxn>
                <a:cxn ang="10800000">
                  <a:pos x="wd2" y="hd2"/>
                </a:cxn>
                <a:cxn ang="16200000">
                  <a:pos x="wd2" y="hd2"/>
                </a:cxn>
              </a:cxnLst>
              <a:rect l="0" t="0" r="r" b="b"/>
              <a:pathLst>
                <a:path w="21600" h="20959" extrusionOk="0">
                  <a:moveTo>
                    <a:pt x="4049" y="7519"/>
                  </a:moveTo>
                  <a:cubicBezTo>
                    <a:pt x="3162" y="7519"/>
                    <a:pt x="0" y="7985"/>
                    <a:pt x="0" y="11154"/>
                  </a:cubicBezTo>
                  <a:lnTo>
                    <a:pt x="0" y="16799"/>
                  </a:lnTo>
                  <a:cubicBezTo>
                    <a:pt x="0" y="19968"/>
                    <a:pt x="3162" y="20318"/>
                    <a:pt x="4049" y="20318"/>
                  </a:cubicBezTo>
                  <a:cubicBezTo>
                    <a:pt x="4937" y="20318"/>
                    <a:pt x="2699" y="19651"/>
                    <a:pt x="2699" y="17687"/>
                  </a:cubicBezTo>
                  <a:lnTo>
                    <a:pt x="2699" y="10267"/>
                  </a:lnTo>
                  <a:cubicBezTo>
                    <a:pt x="2699" y="8207"/>
                    <a:pt x="4937" y="7519"/>
                    <a:pt x="4049" y="7519"/>
                  </a:cubicBezTo>
                  <a:close/>
                  <a:moveTo>
                    <a:pt x="15725" y="7408"/>
                  </a:moveTo>
                  <a:cubicBezTo>
                    <a:pt x="15548" y="6995"/>
                    <a:pt x="20503" y="3177"/>
                    <a:pt x="17612" y="83"/>
                  </a:cubicBezTo>
                  <a:cubicBezTo>
                    <a:pt x="16934" y="-641"/>
                    <a:pt x="14641" y="3547"/>
                    <a:pt x="11381" y="5443"/>
                  </a:cubicBezTo>
                  <a:cubicBezTo>
                    <a:pt x="9583" y="6489"/>
                    <a:pt x="5399" y="8716"/>
                    <a:pt x="5399" y="9946"/>
                  </a:cubicBezTo>
                  <a:lnTo>
                    <a:pt x="5399" y="17911"/>
                  </a:lnTo>
                  <a:cubicBezTo>
                    <a:pt x="5399" y="19392"/>
                    <a:pt x="12033" y="20959"/>
                    <a:pt x="17076" y="20959"/>
                  </a:cubicBezTo>
                  <a:cubicBezTo>
                    <a:pt x="18923" y="20959"/>
                    <a:pt x="21600" y="10974"/>
                    <a:pt x="21600" y="9387"/>
                  </a:cubicBezTo>
                  <a:cubicBezTo>
                    <a:pt x="21600" y="7795"/>
                    <a:pt x="15902" y="7823"/>
                    <a:pt x="15725" y="7408"/>
                  </a:cubicBezTo>
                  <a:close/>
                </a:path>
              </a:pathLst>
            </a:custGeom>
            <a:solidFill>
              <a:schemeClr val="bg1"/>
            </a:solidFill>
            <a:ln w="12700" cap="flat">
              <a:noFill/>
              <a:miter lim="400000"/>
            </a:ln>
            <a:effectLst/>
          </p:spPr>
          <p:txBody>
            <a:bodyPr wrap="square" lIns="56501" tIns="56501" rIns="56501" bIns="56501" numCol="1" anchor="ctr">
              <a:noAutofit/>
            </a:bodyPr>
            <a:lstStyle/>
            <a:p>
              <a:pPr algn="just" fontAlgn="auto">
                <a:lnSpc>
                  <a:spcPct val="120000"/>
                </a:lnSpc>
                <a:spcBef>
                  <a:spcPts val="0"/>
                </a:spcBef>
                <a:spcAft>
                  <a:spcPts val="0"/>
                </a:spcAft>
                <a:defRPr sz="3200">
                  <a:solidFill>
                    <a:srgbClr val="FFFFFF"/>
                  </a:solidFill>
                  <a:latin typeface="+mn-lt"/>
                  <a:ea typeface="+mn-ea"/>
                  <a:cs typeface="+mn-cs"/>
                  <a:sym typeface="Helvetica Light"/>
                </a:defRPr>
              </a:pPr>
              <a:endParaRPr sz="844">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4" name="Group 49"/>
          <p:cNvGrpSpPr/>
          <p:nvPr/>
        </p:nvGrpSpPr>
        <p:grpSpPr>
          <a:xfrm>
            <a:off x="6838506" y="3010314"/>
            <a:ext cx="1242129" cy="1550597"/>
            <a:chOff x="6482835" y="2289366"/>
            <a:chExt cx="1177646" cy="1469822"/>
          </a:xfrm>
        </p:grpSpPr>
        <p:grpSp>
          <p:nvGrpSpPr>
            <p:cNvPr id="45" name="Group 35"/>
            <p:cNvGrpSpPr/>
            <p:nvPr/>
          </p:nvGrpSpPr>
          <p:grpSpPr>
            <a:xfrm flipH="1">
              <a:off x="6482835" y="2289366"/>
              <a:ext cx="1177646" cy="1469822"/>
              <a:chOff x="3017839" y="1957347"/>
              <a:chExt cx="1177646" cy="1469822"/>
            </a:xfrm>
          </p:grpSpPr>
          <p:sp>
            <p:nvSpPr>
              <p:cNvPr id="47" name="Freeform 19"/>
              <p:cNvSpPr>
                <a:spLocks/>
              </p:cNvSpPr>
              <p:nvPr/>
            </p:nvSpPr>
            <p:spPr bwMode="auto">
              <a:xfrm>
                <a:off x="3017839" y="1957347"/>
                <a:ext cx="1177646" cy="1469822"/>
              </a:xfrm>
              <a:custGeom>
                <a:avLst/>
                <a:gdLst>
                  <a:gd name="T0" fmla="*/ 365 w 626"/>
                  <a:gd name="T1" fmla="*/ 64 h 781"/>
                  <a:gd name="T2" fmla="*/ 34 w 626"/>
                  <a:gd name="T3" fmla="*/ 362 h 781"/>
                  <a:gd name="T4" fmla="*/ 34 w 626"/>
                  <a:gd name="T5" fmla="*/ 362 h 781"/>
                  <a:gd name="T6" fmla="*/ 40 w 626"/>
                  <a:gd name="T7" fmla="*/ 599 h 781"/>
                  <a:gd name="T8" fmla="*/ 401 w 626"/>
                  <a:gd name="T9" fmla="*/ 713 h 781"/>
                  <a:gd name="T10" fmla="*/ 515 w 626"/>
                  <a:gd name="T11" fmla="*/ 351 h 781"/>
                  <a:gd name="T12" fmla="*/ 288 w 626"/>
                  <a:gd name="T13" fmla="*/ 207 h 781"/>
                  <a:gd name="T14" fmla="*/ 397 w 626"/>
                  <a:gd name="T15" fmla="*/ 147 h 781"/>
                  <a:gd name="T16" fmla="*/ 421 w 626"/>
                  <a:gd name="T17" fmla="*/ 209 h 781"/>
                  <a:gd name="T18" fmla="*/ 626 w 626"/>
                  <a:gd name="T19" fmla="*/ 79 h 781"/>
                  <a:gd name="T20" fmla="*/ 341 w 626"/>
                  <a:gd name="T21" fmla="*/ 2 h 781"/>
                  <a:gd name="T22" fmla="*/ 365 w 626"/>
                  <a:gd name="T23" fmla="*/ 64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6" h="781">
                    <a:moveTo>
                      <a:pt x="365" y="64"/>
                    </a:moveTo>
                    <a:cubicBezTo>
                      <a:pt x="240" y="112"/>
                      <a:pt x="93" y="235"/>
                      <a:pt x="34" y="362"/>
                    </a:cubicBezTo>
                    <a:cubicBezTo>
                      <a:pt x="34" y="362"/>
                      <a:pt x="33" y="362"/>
                      <a:pt x="34" y="362"/>
                    </a:cubicBezTo>
                    <a:cubicBezTo>
                      <a:pt x="0" y="435"/>
                      <a:pt x="0" y="522"/>
                      <a:pt x="40" y="599"/>
                    </a:cubicBezTo>
                    <a:cubicBezTo>
                      <a:pt x="108" y="730"/>
                      <a:pt x="270" y="781"/>
                      <a:pt x="401" y="713"/>
                    </a:cubicBezTo>
                    <a:cubicBezTo>
                      <a:pt x="533" y="645"/>
                      <a:pt x="584" y="483"/>
                      <a:pt x="515" y="351"/>
                    </a:cubicBezTo>
                    <a:cubicBezTo>
                      <a:pt x="469" y="263"/>
                      <a:pt x="381" y="211"/>
                      <a:pt x="288" y="207"/>
                    </a:cubicBezTo>
                    <a:cubicBezTo>
                      <a:pt x="321" y="182"/>
                      <a:pt x="358" y="162"/>
                      <a:pt x="397" y="147"/>
                    </a:cubicBezTo>
                    <a:cubicBezTo>
                      <a:pt x="405" y="168"/>
                      <a:pt x="413" y="189"/>
                      <a:pt x="421" y="209"/>
                    </a:cubicBezTo>
                    <a:cubicBezTo>
                      <a:pt x="466" y="152"/>
                      <a:pt x="535" y="103"/>
                      <a:pt x="626" y="79"/>
                    </a:cubicBezTo>
                    <a:cubicBezTo>
                      <a:pt x="547" y="30"/>
                      <a:pt x="448" y="0"/>
                      <a:pt x="341" y="2"/>
                    </a:cubicBezTo>
                    <a:cubicBezTo>
                      <a:pt x="349" y="22"/>
                      <a:pt x="357" y="43"/>
                      <a:pt x="365" y="64"/>
                    </a:cubicBezTo>
                    <a:close/>
                  </a:path>
                </a:pathLst>
              </a:custGeom>
              <a:solidFill>
                <a:srgbClr val="A491BB"/>
              </a:solidFill>
              <a:ln>
                <a:noFill/>
              </a:ln>
            </p:spPr>
            <p:txBody>
              <a:bodyPr vert="horz" wrap="square" lIns="135604" tIns="67803" rIns="135604" bIns="67803" numCol="1" anchor="t" anchorCtr="0" compatLnSpc="1">
                <a:prstTxWarp prst="textNoShape">
                  <a:avLst/>
                </a:prstTxWarp>
              </a:bodyPr>
              <a:lstStyle/>
              <a:p>
                <a:pPr algn="just" fontAlgn="auto">
                  <a:lnSpc>
                    <a:spcPct val="120000"/>
                  </a:lnSpc>
                  <a:spcBef>
                    <a:spcPts val="0"/>
                  </a:spcBef>
                  <a:spcAft>
                    <a:spcPts val="0"/>
                  </a:spcAft>
                </a:pPr>
                <a:endParaRPr lang="en-US" sz="844">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8" name="Oval 37"/>
              <p:cNvSpPr/>
              <p:nvPr/>
            </p:nvSpPr>
            <p:spPr>
              <a:xfrm>
                <a:off x="3262699" y="2568530"/>
                <a:ext cx="551192" cy="551192"/>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en-US"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46" name="Shape 617"/>
            <p:cNvSpPr/>
            <p:nvPr/>
          </p:nvSpPr>
          <p:spPr>
            <a:xfrm>
              <a:off x="7049343" y="3024277"/>
              <a:ext cx="181363" cy="298191"/>
            </a:xfrm>
            <a:custGeom>
              <a:avLst/>
              <a:gdLst/>
              <a:ahLst/>
              <a:cxnLst>
                <a:cxn ang="0">
                  <a:pos x="wd2" y="hd2"/>
                </a:cxn>
                <a:cxn ang="5400000">
                  <a:pos x="wd2" y="hd2"/>
                </a:cxn>
                <a:cxn ang="10800000">
                  <a:pos x="wd2" y="hd2"/>
                </a:cxn>
                <a:cxn ang="16200000">
                  <a:pos x="wd2" y="hd2"/>
                </a:cxn>
              </a:cxnLst>
              <a:rect l="0" t="0" r="r" b="b"/>
              <a:pathLst>
                <a:path w="21600" h="21600" extrusionOk="0">
                  <a:moveTo>
                    <a:pt x="11767" y="10800"/>
                  </a:moveTo>
                  <a:cubicBezTo>
                    <a:pt x="11767" y="12089"/>
                    <a:pt x="13688" y="12918"/>
                    <a:pt x="15722" y="14025"/>
                  </a:cubicBezTo>
                  <a:cubicBezTo>
                    <a:pt x="17208" y="14834"/>
                    <a:pt x="19243" y="15942"/>
                    <a:pt x="19243" y="16656"/>
                  </a:cubicBezTo>
                  <a:lnTo>
                    <a:pt x="19243" y="18090"/>
                  </a:lnTo>
                  <a:cubicBezTo>
                    <a:pt x="17373" y="17569"/>
                    <a:pt x="11777" y="17058"/>
                    <a:pt x="11777" y="15387"/>
                  </a:cubicBezTo>
                  <a:cubicBezTo>
                    <a:pt x="11777" y="14540"/>
                    <a:pt x="9823" y="14540"/>
                    <a:pt x="9823" y="15387"/>
                  </a:cubicBezTo>
                  <a:cubicBezTo>
                    <a:pt x="9823" y="17058"/>
                    <a:pt x="4224" y="17569"/>
                    <a:pt x="2357" y="18090"/>
                  </a:cubicBezTo>
                  <a:lnTo>
                    <a:pt x="2357" y="16656"/>
                  </a:lnTo>
                  <a:cubicBezTo>
                    <a:pt x="2357" y="15942"/>
                    <a:pt x="4392" y="14834"/>
                    <a:pt x="5878" y="14025"/>
                  </a:cubicBezTo>
                  <a:cubicBezTo>
                    <a:pt x="7912" y="12918"/>
                    <a:pt x="9833" y="12089"/>
                    <a:pt x="9833" y="10800"/>
                  </a:cubicBezTo>
                  <a:cubicBezTo>
                    <a:pt x="9833" y="9511"/>
                    <a:pt x="7912" y="8682"/>
                    <a:pt x="5878" y="7575"/>
                  </a:cubicBezTo>
                  <a:cubicBezTo>
                    <a:pt x="4392" y="6766"/>
                    <a:pt x="2357" y="5658"/>
                    <a:pt x="2357" y="4944"/>
                  </a:cubicBezTo>
                  <a:lnTo>
                    <a:pt x="2264" y="3865"/>
                  </a:lnTo>
                  <a:cubicBezTo>
                    <a:pt x="4243" y="4462"/>
                    <a:pt x="7380" y="5030"/>
                    <a:pt x="10799" y="5030"/>
                  </a:cubicBezTo>
                  <a:cubicBezTo>
                    <a:pt x="14220" y="5030"/>
                    <a:pt x="17371" y="4462"/>
                    <a:pt x="19350" y="3865"/>
                  </a:cubicBezTo>
                  <a:lnTo>
                    <a:pt x="19243" y="4944"/>
                  </a:lnTo>
                  <a:cubicBezTo>
                    <a:pt x="19243" y="5658"/>
                    <a:pt x="17208" y="6766"/>
                    <a:pt x="15722" y="7575"/>
                  </a:cubicBezTo>
                  <a:cubicBezTo>
                    <a:pt x="13688" y="8682"/>
                    <a:pt x="11767" y="9511"/>
                    <a:pt x="11767" y="10800"/>
                  </a:cubicBezTo>
                  <a:close/>
                  <a:moveTo>
                    <a:pt x="2970" y="2515"/>
                  </a:moveTo>
                  <a:cubicBezTo>
                    <a:pt x="4313" y="2042"/>
                    <a:pt x="6830" y="1346"/>
                    <a:pt x="10906" y="1346"/>
                  </a:cubicBezTo>
                  <a:cubicBezTo>
                    <a:pt x="14981" y="1346"/>
                    <a:pt x="18632" y="2515"/>
                    <a:pt x="18632" y="2515"/>
                  </a:cubicBezTo>
                  <a:cubicBezTo>
                    <a:pt x="18904" y="2609"/>
                    <a:pt x="19979" y="2930"/>
                    <a:pt x="19243" y="3173"/>
                  </a:cubicBezTo>
                  <a:cubicBezTo>
                    <a:pt x="17626" y="3709"/>
                    <a:pt x="14463" y="4274"/>
                    <a:pt x="10799" y="4274"/>
                  </a:cubicBezTo>
                  <a:cubicBezTo>
                    <a:pt x="7137" y="4274"/>
                    <a:pt x="4080" y="3652"/>
                    <a:pt x="2462" y="3115"/>
                  </a:cubicBezTo>
                  <a:cubicBezTo>
                    <a:pt x="1728" y="2871"/>
                    <a:pt x="2970" y="2515"/>
                    <a:pt x="2970" y="2515"/>
                  </a:cubicBezTo>
                  <a:close/>
                  <a:moveTo>
                    <a:pt x="21600" y="4944"/>
                  </a:moveTo>
                  <a:cubicBezTo>
                    <a:pt x="21600" y="2633"/>
                    <a:pt x="21600" y="2407"/>
                    <a:pt x="21600" y="2407"/>
                  </a:cubicBezTo>
                  <a:cubicBezTo>
                    <a:pt x="21600" y="1555"/>
                    <a:pt x="16765" y="0"/>
                    <a:pt x="10799" y="0"/>
                  </a:cubicBezTo>
                  <a:cubicBezTo>
                    <a:pt x="4835" y="0"/>
                    <a:pt x="0" y="1555"/>
                    <a:pt x="0" y="2407"/>
                  </a:cubicBezTo>
                  <a:cubicBezTo>
                    <a:pt x="0" y="2407"/>
                    <a:pt x="0" y="2633"/>
                    <a:pt x="0" y="4944"/>
                  </a:cubicBezTo>
                  <a:cubicBezTo>
                    <a:pt x="0" y="7255"/>
                    <a:pt x="7476" y="9164"/>
                    <a:pt x="7476" y="10800"/>
                  </a:cubicBezTo>
                  <a:cubicBezTo>
                    <a:pt x="7476" y="12436"/>
                    <a:pt x="0" y="14345"/>
                    <a:pt x="0" y="16656"/>
                  </a:cubicBezTo>
                  <a:cubicBezTo>
                    <a:pt x="0" y="18967"/>
                    <a:pt x="0" y="19193"/>
                    <a:pt x="0" y="19193"/>
                  </a:cubicBezTo>
                  <a:cubicBezTo>
                    <a:pt x="0" y="20045"/>
                    <a:pt x="4835" y="21600"/>
                    <a:pt x="10799" y="21600"/>
                  </a:cubicBezTo>
                  <a:cubicBezTo>
                    <a:pt x="16765" y="21600"/>
                    <a:pt x="21600" y="20045"/>
                    <a:pt x="21600" y="19193"/>
                  </a:cubicBezTo>
                  <a:cubicBezTo>
                    <a:pt x="21600" y="19193"/>
                    <a:pt x="21600" y="18967"/>
                    <a:pt x="21600" y="16656"/>
                  </a:cubicBezTo>
                  <a:cubicBezTo>
                    <a:pt x="21600" y="14345"/>
                    <a:pt x="14122" y="12436"/>
                    <a:pt x="14122" y="10800"/>
                  </a:cubicBezTo>
                  <a:cubicBezTo>
                    <a:pt x="14122" y="9164"/>
                    <a:pt x="21600" y="7255"/>
                    <a:pt x="21600" y="4944"/>
                  </a:cubicBezTo>
                  <a:close/>
                </a:path>
              </a:pathLst>
            </a:custGeom>
            <a:solidFill>
              <a:srgbClr val="FFFFFF"/>
            </a:solidFill>
            <a:ln w="12700" cap="flat">
              <a:noFill/>
              <a:miter lim="400000"/>
            </a:ln>
            <a:effectLst/>
          </p:spPr>
          <p:txBody>
            <a:bodyPr wrap="square" lIns="56501" tIns="56501" rIns="56501" bIns="56501" numCol="1" anchor="ctr">
              <a:noAutofit/>
            </a:bodyPr>
            <a:lstStyle/>
            <a:p>
              <a:pPr algn="just" fontAlgn="auto">
                <a:lnSpc>
                  <a:spcPct val="120000"/>
                </a:lnSpc>
                <a:spcBef>
                  <a:spcPts val="0"/>
                </a:spcBef>
                <a:spcAft>
                  <a:spcPts val="0"/>
                </a:spcAft>
                <a:defRPr sz="3100" b="1">
                  <a:latin typeface="Kontrapunkt Bob Bold"/>
                  <a:ea typeface="Kontrapunkt Bob Bold"/>
                  <a:cs typeface="Kontrapunkt Bob Bold"/>
                  <a:sym typeface="Kontrapunkt Bob Bold"/>
                </a:defRPr>
              </a:pPr>
              <a:endParaRPr sz="844" b="1">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49" name="Text Placeholder 8"/>
          <p:cNvSpPr txBox="1">
            <a:spLocks/>
          </p:cNvSpPr>
          <p:nvPr/>
        </p:nvSpPr>
        <p:spPr>
          <a:xfrm>
            <a:off x="2071509" y="2574343"/>
            <a:ext cx="2037128" cy="259623"/>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Text Placeholder 9"/>
          <p:cNvSpPr txBox="1">
            <a:spLocks/>
          </p:cNvSpPr>
          <p:nvPr/>
        </p:nvSpPr>
        <p:spPr>
          <a:xfrm>
            <a:off x="2071508" y="2870591"/>
            <a:ext cx="2309924" cy="389722"/>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1" name="Text Placeholder 8"/>
          <p:cNvSpPr txBox="1">
            <a:spLocks/>
          </p:cNvSpPr>
          <p:nvPr/>
        </p:nvSpPr>
        <p:spPr>
          <a:xfrm>
            <a:off x="2071509" y="3801860"/>
            <a:ext cx="2037128" cy="259623"/>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2" name="Text Placeholder 9"/>
          <p:cNvSpPr txBox="1">
            <a:spLocks/>
          </p:cNvSpPr>
          <p:nvPr/>
        </p:nvSpPr>
        <p:spPr>
          <a:xfrm>
            <a:off x="2071508" y="4099696"/>
            <a:ext cx="2309924" cy="389722"/>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3" name="Text Placeholder 8"/>
          <p:cNvSpPr txBox="1">
            <a:spLocks/>
          </p:cNvSpPr>
          <p:nvPr/>
        </p:nvSpPr>
        <p:spPr>
          <a:xfrm>
            <a:off x="2071509" y="4969033"/>
            <a:ext cx="2037128" cy="259623"/>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Text Placeholder 9"/>
          <p:cNvSpPr txBox="1">
            <a:spLocks/>
          </p:cNvSpPr>
          <p:nvPr/>
        </p:nvSpPr>
        <p:spPr>
          <a:xfrm>
            <a:off x="2071508" y="5266868"/>
            <a:ext cx="2309924" cy="389722"/>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5" name="Text Placeholder 8"/>
          <p:cNvSpPr txBox="1">
            <a:spLocks/>
          </p:cNvSpPr>
          <p:nvPr/>
        </p:nvSpPr>
        <p:spPr>
          <a:xfrm>
            <a:off x="8476833" y="2553700"/>
            <a:ext cx="2043355" cy="259623"/>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6" name="Text Placeholder 9"/>
          <p:cNvSpPr txBox="1">
            <a:spLocks/>
          </p:cNvSpPr>
          <p:nvPr/>
        </p:nvSpPr>
        <p:spPr>
          <a:xfrm>
            <a:off x="8476834" y="2851534"/>
            <a:ext cx="2316985" cy="389722"/>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7" name="Text Placeholder 8"/>
          <p:cNvSpPr txBox="1">
            <a:spLocks/>
          </p:cNvSpPr>
          <p:nvPr/>
        </p:nvSpPr>
        <p:spPr>
          <a:xfrm>
            <a:off x="8476833" y="3781216"/>
            <a:ext cx="2043355" cy="259623"/>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8" name="Text Placeholder 9"/>
          <p:cNvSpPr txBox="1">
            <a:spLocks/>
          </p:cNvSpPr>
          <p:nvPr/>
        </p:nvSpPr>
        <p:spPr>
          <a:xfrm>
            <a:off x="8476834" y="4079052"/>
            <a:ext cx="2316985" cy="389722"/>
          </a:xfrm>
          <a:prstGeom prst="rect">
            <a:avLst/>
          </a:prstGeom>
        </p:spPr>
        <p:txBody>
          <a:bodyPr wrap="square" lIns="0" tIns="0" rIns="0" bIns="0">
            <a:spAutoFit/>
          </a:bodyPr>
          <a:lstStyle>
            <a:lvl1pPr marL="228620" indent="-228620" algn="l" defTabSz="914476"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29842878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5"/>
                                        </p:tgtEl>
                                        <p:attrNameLst>
                                          <p:attrName>ppt_y</p:attrName>
                                        </p:attrNameLst>
                                      </p:cBhvr>
                                      <p:tavLst>
                                        <p:tav tm="0">
                                          <p:val>
                                            <p:strVal val="#ppt_y"/>
                                          </p:val>
                                        </p:tav>
                                        <p:tav tm="100000">
                                          <p:val>
                                            <p:strVal val="#ppt_y"/>
                                          </p:val>
                                        </p:tav>
                                      </p:tavLst>
                                    </p:anim>
                                    <p:anim calcmode="lin" valueType="num">
                                      <p:cBhvr>
                                        <p:cTn id="9"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5"/>
                                        </p:tgtEl>
                                      </p:cBhvr>
                                    </p:animEffect>
                                  </p:childTnLst>
                                </p:cTn>
                              </p:par>
                            </p:childTnLst>
                          </p:cTn>
                        </p:par>
                        <p:par>
                          <p:cTn id="12" fill="hold">
                            <p:stCondLst>
                              <p:cond delay="850"/>
                            </p:stCondLst>
                            <p:childTnLst>
                              <p:par>
                                <p:cTn id="13" presetID="22" presetClass="entr" presetSubtype="2"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wipe(right)">
                                      <p:cBhvr>
                                        <p:cTn id="15" dur="500"/>
                                        <p:tgtEl>
                                          <p:spTgt spid="39"/>
                                        </p:tgtEl>
                                      </p:cBhvr>
                                    </p:animEffect>
                                  </p:childTnLst>
                                </p:cTn>
                              </p:par>
                            </p:childTnLst>
                          </p:cTn>
                        </p:par>
                        <p:par>
                          <p:cTn id="16" fill="hold">
                            <p:stCondLst>
                              <p:cond delay="1350"/>
                            </p:stCondLst>
                            <p:childTnLst>
                              <p:par>
                                <p:cTn id="17" presetID="22" presetClass="entr" presetSubtype="1"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up)">
                                      <p:cBhvr>
                                        <p:cTn id="19" dur="500"/>
                                        <p:tgtEl>
                                          <p:spTgt spid="34"/>
                                        </p:tgtEl>
                                      </p:cBhvr>
                                    </p:animEffect>
                                  </p:childTnLst>
                                </p:cTn>
                              </p:par>
                            </p:childTnLst>
                          </p:cTn>
                        </p:par>
                        <p:par>
                          <p:cTn id="20" fill="hold">
                            <p:stCondLst>
                              <p:cond delay="185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2350"/>
                            </p:stCondLst>
                            <p:childTnLst>
                              <p:par>
                                <p:cTn id="25" presetID="22" presetClass="entr" presetSubtype="4" fill="hold"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down)">
                                      <p:cBhvr>
                                        <p:cTn id="27" dur="500"/>
                                        <p:tgtEl>
                                          <p:spTgt spid="29"/>
                                        </p:tgtEl>
                                      </p:cBhvr>
                                    </p:animEffect>
                                  </p:childTnLst>
                                </p:cTn>
                              </p:par>
                            </p:childTnLst>
                          </p:cTn>
                        </p:par>
                        <p:par>
                          <p:cTn id="28" fill="hold">
                            <p:stCondLst>
                              <p:cond delay="2850"/>
                            </p:stCondLst>
                            <p:childTnLst>
                              <p:par>
                                <p:cTn id="29" presetID="22" presetClass="entr" presetSubtype="4" fill="hold" nodeType="after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wipe(down)">
                                      <p:cBhvr>
                                        <p:cTn id="31" dur="500"/>
                                        <p:tgtEl>
                                          <p:spTgt spid="44"/>
                                        </p:tgtEl>
                                      </p:cBhvr>
                                    </p:animEffect>
                                  </p:childTnLst>
                                </p:cTn>
                              </p:par>
                            </p:childTnLst>
                          </p:cTn>
                        </p:par>
                        <p:par>
                          <p:cTn id="32" fill="hold">
                            <p:stCondLst>
                              <p:cond delay="3350"/>
                            </p:stCondLst>
                            <p:childTnLst>
                              <p:par>
                                <p:cTn id="33" presetID="10" presetClass="entr" presetSubtype="0" fill="hold" grpId="0" nodeType="afterEffect">
                                  <p:stCondLst>
                                    <p:cond delay="0"/>
                                  </p:stCondLst>
                                  <p:childTnLst>
                                    <p:set>
                                      <p:cBhvr>
                                        <p:cTn id="34" dur="1" fill="hold">
                                          <p:stCondLst>
                                            <p:cond delay="0"/>
                                          </p:stCondLst>
                                        </p:cTn>
                                        <p:tgtEl>
                                          <p:spTgt spid="49">
                                            <p:txEl>
                                              <p:pRg st="0" end="0"/>
                                            </p:txEl>
                                          </p:spTgt>
                                        </p:tgtEl>
                                        <p:attrNameLst>
                                          <p:attrName>style.visibility</p:attrName>
                                        </p:attrNameLst>
                                      </p:cBhvr>
                                      <p:to>
                                        <p:strVal val="visible"/>
                                      </p:to>
                                    </p:set>
                                    <p:animEffect transition="in" filter="fade">
                                      <p:cBhvr>
                                        <p:cTn id="35" dur="500"/>
                                        <p:tgtEl>
                                          <p:spTgt spid="49">
                                            <p:txEl>
                                              <p:pRg st="0" end="0"/>
                                            </p:txEl>
                                          </p:spTgt>
                                        </p:tgtEl>
                                      </p:cBhvr>
                                    </p:animEffect>
                                  </p:childTnLst>
                                </p:cTn>
                              </p:par>
                            </p:childTnLst>
                          </p:cTn>
                        </p:par>
                        <p:par>
                          <p:cTn id="36" fill="hold">
                            <p:stCondLst>
                              <p:cond delay="3850"/>
                            </p:stCondLst>
                            <p:childTnLst>
                              <p:par>
                                <p:cTn id="37" presetID="10" presetClass="entr" presetSubtype="0" fill="hold" grpId="0" nodeType="afterEffect">
                                  <p:stCondLst>
                                    <p:cond delay="0"/>
                                  </p:stCondLst>
                                  <p:childTnLst>
                                    <p:set>
                                      <p:cBhvr>
                                        <p:cTn id="38" dur="1" fill="hold">
                                          <p:stCondLst>
                                            <p:cond delay="0"/>
                                          </p:stCondLst>
                                        </p:cTn>
                                        <p:tgtEl>
                                          <p:spTgt spid="50">
                                            <p:txEl>
                                              <p:pRg st="0" end="0"/>
                                            </p:txEl>
                                          </p:spTgt>
                                        </p:tgtEl>
                                        <p:attrNameLst>
                                          <p:attrName>style.visibility</p:attrName>
                                        </p:attrNameLst>
                                      </p:cBhvr>
                                      <p:to>
                                        <p:strVal val="visible"/>
                                      </p:to>
                                    </p:set>
                                    <p:animEffect transition="in" filter="fade">
                                      <p:cBhvr>
                                        <p:cTn id="39" dur="500"/>
                                        <p:tgtEl>
                                          <p:spTgt spid="50">
                                            <p:txEl>
                                              <p:pRg st="0" end="0"/>
                                            </p:txEl>
                                          </p:spTgt>
                                        </p:tgtEl>
                                      </p:cBhvr>
                                    </p:animEffect>
                                  </p:childTnLst>
                                </p:cTn>
                              </p:par>
                            </p:childTnLst>
                          </p:cTn>
                        </p:par>
                        <p:par>
                          <p:cTn id="40" fill="hold">
                            <p:stCondLst>
                              <p:cond delay="4350"/>
                            </p:stCondLst>
                            <p:childTnLst>
                              <p:par>
                                <p:cTn id="41" presetID="10" presetClass="entr" presetSubtype="0" fill="hold" grpId="0" nodeType="afterEffect">
                                  <p:stCondLst>
                                    <p:cond delay="0"/>
                                  </p:stCondLst>
                                  <p:childTnLst>
                                    <p:set>
                                      <p:cBhvr>
                                        <p:cTn id="42" dur="1" fill="hold">
                                          <p:stCondLst>
                                            <p:cond delay="0"/>
                                          </p:stCondLst>
                                        </p:cTn>
                                        <p:tgtEl>
                                          <p:spTgt spid="51">
                                            <p:txEl>
                                              <p:pRg st="0" end="0"/>
                                            </p:txEl>
                                          </p:spTgt>
                                        </p:tgtEl>
                                        <p:attrNameLst>
                                          <p:attrName>style.visibility</p:attrName>
                                        </p:attrNameLst>
                                      </p:cBhvr>
                                      <p:to>
                                        <p:strVal val="visible"/>
                                      </p:to>
                                    </p:set>
                                    <p:animEffect transition="in" filter="fade">
                                      <p:cBhvr>
                                        <p:cTn id="43" dur="500"/>
                                        <p:tgtEl>
                                          <p:spTgt spid="51">
                                            <p:txEl>
                                              <p:pRg st="0" end="0"/>
                                            </p:txEl>
                                          </p:spTgt>
                                        </p:tgtEl>
                                      </p:cBhvr>
                                    </p:animEffect>
                                  </p:childTnLst>
                                </p:cTn>
                              </p:par>
                            </p:childTnLst>
                          </p:cTn>
                        </p:par>
                        <p:par>
                          <p:cTn id="44" fill="hold">
                            <p:stCondLst>
                              <p:cond delay="4850"/>
                            </p:stCondLst>
                            <p:childTnLst>
                              <p:par>
                                <p:cTn id="45" presetID="10" presetClass="entr" presetSubtype="0" fill="hold" grpId="0" nodeType="afterEffect">
                                  <p:stCondLst>
                                    <p:cond delay="0"/>
                                  </p:stCondLst>
                                  <p:childTnLst>
                                    <p:set>
                                      <p:cBhvr>
                                        <p:cTn id="46" dur="1" fill="hold">
                                          <p:stCondLst>
                                            <p:cond delay="0"/>
                                          </p:stCondLst>
                                        </p:cTn>
                                        <p:tgtEl>
                                          <p:spTgt spid="52">
                                            <p:txEl>
                                              <p:pRg st="0" end="0"/>
                                            </p:txEl>
                                          </p:spTgt>
                                        </p:tgtEl>
                                        <p:attrNameLst>
                                          <p:attrName>style.visibility</p:attrName>
                                        </p:attrNameLst>
                                      </p:cBhvr>
                                      <p:to>
                                        <p:strVal val="visible"/>
                                      </p:to>
                                    </p:set>
                                    <p:animEffect transition="in" filter="fade">
                                      <p:cBhvr>
                                        <p:cTn id="47" dur="500"/>
                                        <p:tgtEl>
                                          <p:spTgt spid="52">
                                            <p:txEl>
                                              <p:pRg st="0" end="0"/>
                                            </p:txEl>
                                          </p:spTgt>
                                        </p:tgtEl>
                                      </p:cBhvr>
                                    </p:animEffect>
                                  </p:childTnLst>
                                </p:cTn>
                              </p:par>
                            </p:childTnLst>
                          </p:cTn>
                        </p:par>
                        <p:par>
                          <p:cTn id="48" fill="hold">
                            <p:stCondLst>
                              <p:cond delay="5350"/>
                            </p:stCondLst>
                            <p:childTnLst>
                              <p:par>
                                <p:cTn id="49" presetID="10" presetClass="entr" presetSubtype="0" fill="hold" grpId="0" nodeType="afterEffect">
                                  <p:stCondLst>
                                    <p:cond delay="0"/>
                                  </p:stCondLst>
                                  <p:childTnLst>
                                    <p:set>
                                      <p:cBhvr>
                                        <p:cTn id="50" dur="1" fill="hold">
                                          <p:stCondLst>
                                            <p:cond delay="0"/>
                                          </p:stCondLst>
                                        </p:cTn>
                                        <p:tgtEl>
                                          <p:spTgt spid="53">
                                            <p:txEl>
                                              <p:pRg st="0" end="0"/>
                                            </p:txEl>
                                          </p:spTgt>
                                        </p:tgtEl>
                                        <p:attrNameLst>
                                          <p:attrName>style.visibility</p:attrName>
                                        </p:attrNameLst>
                                      </p:cBhvr>
                                      <p:to>
                                        <p:strVal val="visible"/>
                                      </p:to>
                                    </p:set>
                                    <p:animEffect transition="in" filter="fade">
                                      <p:cBhvr>
                                        <p:cTn id="51" dur="500"/>
                                        <p:tgtEl>
                                          <p:spTgt spid="53">
                                            <p:txEl>
                                              <p:pRg st="0" end="0"/>
                                            </p:txEl>
                                          </p:spTgt>
                                        </p:tgtEl>
                                      </p:cBhvr>
                                    </p:animEffect>
                                  </p:childTnLst>
                                </p:cTn>
                              </p:par>
                            </p:childTnLst>
                          </p:cTn>
                        </p:par>
                        <p:par>
                          <p:cTn id="52" fill="hold">
                            <p:stCondLst>
                              <p:cond delay="5850"/>
                            </p:stCondLst>
                            <p:childTnLst>
                              <p:par>
                                <p:cTn id="53" presetID="10" presetClass="entr" presetSubtype="0" fill="hold" grpId="0" nodeType="afterEffect">
                                  <p:stCondLst>
                                    <p:cond delay="0"/>
                                  </p:stCondLst>
                                  <p:childTnLst>
                                    <p:set>
                                      <p:cBhvr>
                                        <p:cTn id="54" dur="1" fill="hold">
                                          <p:stCondLst>
                                            <p:cond delay="0"/>
                                          </p:stCondLst>
                                        </p:cTn>
                                        <p:tgtEl>
                                          <p:spTgt spid="54">
                                            <p:txEl>
                                              <p:pRg st="0" end="0"/>
                                            </p:txEl>
                                          </p:spTgt>
                                        </p:tgtEl>
                                        <p:attrNameLst>
                                          <p:attrName>style.visibility</p:attrName>
                                        </p:attrNameLst>
                                      </p:cBhvr>
                                      <p:to>
                                        <p:strVal val="visible"/>
                                      </p:to>
                                    </p:set>
                                    <p:animEffect transition="in" filter="fade">
                                      <p:cBhvr>
                                        <p:cTn id="55" dur="500"/>
                                        <p:tgtEl>
                                          <p:spTgt spid="54">
                                            <p:txEl>
                                              <p:pRg st="0" end="0"/>
                                            </p:txEl>
                                          </p:spTgt>
                                        </p:tgtEl>
                                      </p:cBhvr>
                                    </p:animEffect>
                                  </p:childTnLst>
                                </p:cTn>
                              </p:par>
                            </p:childTnLst>
                          </p:cTn>
                        </p:par>
                        <p:par>
                          <p:cTn id="56" fill="hold">
                            <p:stCondLst>
                              <p:cond delay="6350"/>
                            </p:stCondLst>
                            <p:childTnLst>
                              <p:par>
                                <p:cTn id="57" presetID="10" presetClass="entr" presetSubtype="0" fill="hold" grpId="0" nodeType="afterEffect">
                                  <p:stCondLst>
                                    <p:cond delay="0"/>
                                  </p:stCondLst>
                                  <p:childTnLst>
                                    <p:set>
                                      <p:cBhvr>
                                        <p:cTn id="58" dur="1" fill="hold">
                                          <p:stCondLst>
                                            <p:cond delay="0"/>
                                          </p:stCondLst>
                                        </p:cTn>
                                        <p:tgtEl>
                                          <p:spTgt spid="55">
                                            <p:txEl>
                                              <p:pRg st="0" end="0"/>
                                            </p:txEl>
                                          </p:spTgt>
                                        </p:tgtEl>
                                        <p:attrNameLst>
                                          <p:attrName>style.visibility</p:attrName>
                                        </p:attrNameLst>
                                      </p:cBhvr>
                                      <p:to>
                                        <p:strVal val="visible"/>
                                      </p:to>
                                    </p:set>
                                    <p:animEffect transition="in" filter="fade">
                                      <p:cBhvr>
                                        <p:cTn id="59" dur="500"/>
                                        <p:tgtEl>
                                          <p:spTgt spid="55">
                                            <p:txEl>
                                              <p:pRg st="0" end="0"/>
                                            </p:txEl>
                                          </p:spTgt>
                                        </p:tgtEl>
                                      </p:cBhvr>
                                    </p:animEffect>
                                  </p:childTnLst>
                                </p:cTn>
                              </p:par>
                            </p:childTnLst>
                          </p:cTn>
                        </p:par>
                        <p:par>
                          <p:cTn id="60" fill="hold">
                            <p:stCondLst>
                              <p:cond delay="6850"/>
                            </p:stCondLst>
                            <p:childTnLst>
                              <p:par>
                                <p:cTn id="61" presetID="10" presetClass="entr" presetSubtype="0" fill="hold" grpId="0" nodeType="afterEffect">
                                  <p:stCondLst>
                                    <p:cond delay="0"/>
                                  </p:stCondLst>
                                  <p:childTnLst>
                                    <p:set>
                                      <p:cBhvr>
                                        <p:cTn id="62" dur="1" fill="hold">
                                          <p:stCondLst>
                                            <p:cond delay="0"/>
                                          </p:stCondLst>
                                        </p:cTn>
                                        <p:tgtEl>
                                          <p:spTgt spid="56">
                                            <p:txEl>
                                              <p:pRg st="0" end="0"/>
                                            </p:txEl>
                                          </p:spTgt>
                                        </p:tgtEl>
                                        <p:attrNameLst>
                                          <p:attrName>style.visibility</p:attrName>
                                        </p:attrNameLst>
                                      </p:cBhvr>
                                      <p:to>
                                        <p:strVal val="visible"/>
                                      </p:to>
                                    </p:set>
                                    <p:animEffect transition="in" filter="fade">
                                      <p:cBhvr>
                                        <p:cTn id="63" dur="500"/>
                                        <p:tgtEl>
                                          <p:spTgt spid="56">
                                            <p:txEl>
                                              <p:pRg st="0" end="0"/>
                                            </p:txEl>
                                          </p:spTgt>
                                        </p:tgtEl>
                                      </p:cBhvr>
                                    </p:animEffect>
                                  </p:childTnLst>
                                </p:cTn>
                              </p:par>
                            </p:childTnLst>
                          </p:cTn>
                        </p:par>
                        <p:par>
                          <p:cTn id="64" fill="hold">
                            <p:stCondLst>
                              <p:cond delay="7350"/>
                            </p:stCondLst>
                            <p:childTnLst>
                              <p:par>
                                <p:cTn id="65" presetID="10" presetClass="entr" presetSubtype="0" fill="hold" grpId="0" nodeType="afterEffect">
                                  <p:stCondLst>
                                    <p:cond delay="0"/>
                                  </p:stCondLst>
                                  <p:childTnLst>
                                    <p:set>
                                      <p:cBhvr>
                                        <p:cTn id="66" dur="1" fill="hold">
                                          <p:stCondLst>
                                            <p:cond delay="0"/>
                                          </p:stCondLst>
                                        </p:cTn>
                                        <p:tgtEl>
                                          <p:spTgt spid="57">
                                            <p:txEl>
                                              <p:pRg st="0" end="0"/>
                                            </p:txEl>
                                          </p:spTgt>
                                        </p:tgtEl>
                                        <p:attrNameLst>
                                          <p:attrName>style.visibility</p:attrName>
                                        </p:attrNameLst>
                                      </p:cBhvr>
                                      <p:to>
                                        <p:strVal val="visible"/>
                                      </p:to>
                                    </p:set>
                                    <p:animEffect transition="in" filter="fade">
                                      <p:cBhvr>
                                        <p:cTn id="67" dur="500"/>
                                        <p:tgtEl>
                                          <p:spTgt spid="57">
                                            <p:txEl>
                                              <p:pRg st="0" end="0"/>
                                            </p:txEl>
                                          </p:spTgt>
                                        </p:tgtEl>
                                      </p:cBhvr>
                                    </p:animEffect>
                                  </p:childTnLst>
                                </p:cTn>
                              </p:par>
                            </p:childTnLst>
                          </p:cTn>
                        </p:par>
                        <p:par>
                          <p:cTn id="68" fill="hold">
                            <p:stCondLst>
                              <p:cond delay="7850"/>
                            </p:stCondLst>
                            <p:childTnLst>
                              <p:par>
                                <p:cTn id="69" presetID="10" presetClass="entr" presetSubtype="0" fill="hold" grpId="0" nodeType="afterEffect">
                                  <p:stCondLst>
                                    <p:cond delay="0"/>
                                  </p:stCondLst>
                                  <p:childTnLst>
                                    <p:set>
                                      <p:cBhvr>
                                        <p:cTn id="70" dur="1" fill="hold">
                                          <p:stCondLst>
                                            <p:cond delay="0"/>
                                          </p:stCondLst>
                                        </p:cTn>
                                        <p:tgtEl>
                                          <p:spTgt spid="58">
                                            <p:txEl>
                                              <p:pRg st="0" end="0"/>
                                            </p:txEl>
                                          </p:spTgt>
                                        </p:tgtEl>
                                        <p:attrNameLst>
                                          <p:attrName>style.visibility</p:attrName>
                                        </p:attrNameLst>
                                      </p:cBhvr>
                                      <p:to>
                                        <p:strVal val="visible"/>
                                      </p:to>
                                    </p:set>
                                    <p:animEffect transition="in" filter="fade">
                                      <p:cBhvr>
                                        <p:cTn id="71"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49" grpId="0" build="p"/>
      <p:bldP spid="50" grpId="0" build="p"/>
      <p:bldP spid="51" grpId="0" build="p"/>
      <p:bldP spid="52" grpId="0" build="p"/>
      <p:bldP spid="53" grpId="0" build="p"/>
      <p:bldP spid="54" grpId="0" build="p"/>
      <p:bldP spid="55" grpId="0" build="p"/>
      <p:bldP spid="56" grpId="0" build="p"/>
      <p:bldP spid="57" grpId="0" build="p"/>
      <p:bldP spid="58" grpId="0" build="p"/>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28" name="Subtitle 21"/>
          <p:cNvSpPr txBox="1">
            <a:spLocks/>
          </p:cNvSpPr>
          <p:nvPr/>
        </p:nvSpPr>
        <p:spPr>
          <a:xfrm>
            <a:off x="2294059" y="5789602"/>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9" name="Freeform 1"/>
          <p:cNvSpPr>
            <a:spLocks noChangeArrowheads="1"/>
          </p:cNvSpPr>
          <p:nvPr/>
        </p:nvSpPr>
        <p:spPr bwMode="auto">
          <a:xfrm>
            <a:off x="2316612" y="1789670"/>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lumMod val="50000"/>
                  <a:lumOff val="50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1" name="Freeform 2"/>
          <p:cNvSpPr>
            <a:spLocks noChangeArrowheads="1"/>
          </p:cNvSpPr>
          <p:nvPr/>
        </p:nvSpPr>
        <p:spPr bwMode="auto">
          <a:xfrm>
            <a:off x="2784885" y="2214568"/>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3" name="Freeform 1"/>
          <p:cNvSpPr>
            <a:spLocks noChangeArrowheads="1"/>
          </p:cNvSpPr>
          <p:nvPr/>
        </p:nvSpPr>
        <p:spPr bwMode="auto">
          <a:xfrm>
            <a:off x="3706393" y="2584157"/>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4" name="Freeform 2"/>
          <p:cNvSpPr>
            <a:spLocks noChangeArrowheads="1"/>
          </p:cNvSpPr>
          <p:nvPr/>
        </p:nvSpPr>
        <p:spPr bwMode="auto">
          <a:xfrm>
            <a:off x="4174663" y="3009053"/>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5" name="Freeform 1"/>
          <p:cNvSpPr>
            <a:spLocks noChangeArrowheads="1"/>
          </p:cNvSpPr>
          <p:nvPr/>
        </p:nvSpPr>
        <p:spPr bwMode="auto">
          <a:xfrm>
            <a:off x="5117069" y="1789670"/>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Freeform 2"/>
          <p:cNvSpPr>
            <a:spLocks noChangeArrowheads="1"/>
          </p:cNvSpPr>
          <p:nvPr/>
        </p:nvSpPr>
        <p:spPr bwMode="auto">
          <a:xfrm>
            <a:off x="5585339" y="2214568"/>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Freeform 1"/>
          <p:cNvSpPr>
            <a:spLocks noChangeArrowheads="1"/>
          </p:cNvSpPr>
          <p:nvPr/>
        </p:nvSpPr>
        <p:spPr bwMode="auto">
          <a:xfrm>
            <a:off x="6527745" y="2584157"/>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Freeform 2"/>
          <p:cNvSpPr>
            <a:spLocks noChangeArrowheads="1"/>
          </p:cNvSpPr>
          <p:nvPr/>
        </p:nvSpPr>
        <p:spPr bwMode="auto">
          <a:xfrm>
            <a:off x="6996016" y="3009053"/>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9" name="Freeform 1"/>
          <p:cNvSpPr>
            <a:spLocks noChangeArrowheads="1"/>
          </p:cNvSpPr>
          <p:nvPr/>
        </p:nvSpPr>
        <p:spPr bwMode="auto">
          <a:xfrm>
            <a:off x="7963649" y="1789670"/>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0" name="Freeform 2"/>
          <p:cNvSpPr>
            <a:spLocks noChangeArrowheads="1"/>
          </p:cNvSpPr>
          <p:nvPr/>
        </p:nvSpPr>
        <p:spPr bwMode="auto">
          <a:xfrm>
            <a:off x="8431922" y="2214568"/>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77A9D3"/>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1"/>
          <p:cNvSpPr>
            <a:spLocks noChangeArrowheads="1"/>
          </p:cNvSpPr>
          <p:nvPr/>
        </p:nvSpPr>
        <p:spPr bwMode="auto">
          <a:xfrm>
            <a:off x="9402757" y="2536666"/>
            <a:ext cx="1149380" cy="1681762"/>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2"/>
          <p:cNvSpPr>
            <a:spLocks noChangeArrowheads="1"/>
          </p:cNvSpPr>
          <p:nvPr/>
        </p:nvSpPr>
        <p:spPr bwMode="auto">
          <a:xfrm>
            <a:off x="9871027" y="2961562"/>
            <a:ext cx="212848" cy="210964"/>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rgbClr val="A491BB"/>
          </a:solidFill>
          <a:ln>
            <a:noFill/>
          </a:ln>
          <a:effectLst/>
        </p:spPr>
        <p:txBody>
          <a:bodyPr wrap="none" lIns="81841" tIns="40921" rIns="81841" bIns="40921"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Freeform 3"/>
          <p:cNvSpPr>
            <a:spLocks noChangeArrowheads="1"/>
          </p:cNvSpPr>
          <p:nvPr/>
        </p:nvSpPr>
        <p:spPr bwMode="auto">
          <a:xfrm>
            <a:off x="2675964" y="5047976"/>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77A9D3"/>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Freeform 3"/>
          <p:cNvSpPr>
            <a:spLocks noChangeArrowheads="1"/>
          </p:cNvSpPr>
          <p:nvPr/>
        </p:nvSpPr>
        <p:spPr bwMode="auto">
          <a:xfrm>
            <a:off x="4065749" y="5047976"/>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A491BB"/>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Freeform 3"/>
          <p:cNvSpPr>
            <a:spLocks noChangeArrowheads="1"/>
          </p:cNvSpPr>
          <p:nvPr/>
        </p:nvSpPr>
        <p:spPr bwMode="auto">
          <a:xfrm>
            <a:off x="5458453" y="5047976"/>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77A9D3"/>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6" name="Freeform 3"/>
          <p:cNvSpPr>
            <a:spLocks noChangeArrowheads="1"/>
          </p:cNvSpPr>
          <p:nvPr/>
        </p:nvSpPr>
        <p:spPr bwMode="auto">
          <a:xfrm>
            <a:off x="8318110" y="5058430"/>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77A9D3"/>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Oval 67"/>
          <p:cNvSpPr/>
          <p:nvPr/>
        </p:nvSpPr>
        <p:spPr>
          <a:xfrm>
            <a:off x="2837130" y="3467864"/>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48" name="Straight Connector 68"/>
          <p:cNvCxnSpPr/>
          <p:nvPr/>
        </p:nvCxnSpPr>
        <p:spPr>
          <a:xfrm flipV="1">
            <a:off x="2891190" y="3579158"/>
            <a:ext cx="0" cy="146882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49" name="Oval 69"/>
          <p:cNvSpPr/>
          <p:nvPr/>
        </p:nvSpPr>
        <p:spPr>
          <a:xfrm>
            <a:off x="5642661" y="3460589"/>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0" name="Straight Connector 70"/>
          <p:cNvCxnSpPr/>
          <p:nvPr/>
        </p:nvCxnSpPr>
        <p:spPr>
          <a:xfrm flipV="1">
            <a:off x="5687291" y="3571888"/>
            <a:ext cx="0" cy="147609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51" name="Oval 71"/>
          <p:cNvSpPr/>
          <p:nvPr/>
        </p:nvSpPr>
        <p:spPr>
          <a:xfrm>
            <a:off x="8483864" y="3453322"/>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2" name="Straight Connector 72"/>
          <p:cNvCxnSpPr/>
          <p:nvPr/>
        </p:nvCxnSpPr>
        <p:spPr>
          <a:xfrm flipV="1">
            <a:off x="8537927" y="3564615"/>
            <a:ext cx="0" cy="1483491"/>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53" name="Oval 73"/>
          <p:cNvSpPr/>
          <p:nvPr/>
        </p:nvSpPr>
        <p:spPr>
          <a:xfrm>
            <a:off x="4227202" y="4218113"/>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4" name="Straight Connector 74"/>
          <p:cNvCxnSpPr/>
          <p:nvPr/>
        </p:nvCxnSpPr>
        <p:spPr>
          <a:xfrm flipV="1">
            <a:off x="4281263" y="4329402"/>
            <a:ext cx="0" cy="729030"/>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55" name="Oval 75"/>
          <p:cNvSpPr/>
          <p:nvPr/>
        </p:nvSpPr>
        <p:spPr>
          <a:xfrm>
            <a:off x="7043477" y="4221297"/>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6" name="Straight Connector 76"/>
          <p:cNvCxnSpPr/>
          <p:nvPr/>
        </p:nvCxnSpPr>
        <p:spPr>
          <a:xfrm flipV="1">
            <a:off x="7097538" y="4332588"/>
            <a:ext cx="0" cy="71539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57" name="Oval 77"/>
          <p:cNvSpPr/>
          <p:nvPr/>
        </p:nvSpPr>
        <p:spPr>
          <a:xfrm>
            <a:off x="9915029" y="4226079"/>
            <a:ext cx="118511" cy="118564"/>
          </a:xfrm>
          <a:prstGeom prst="ellipse">
            <a:avLst/>
          </a:prstGeom>
          <a:solidFill>
            <a:schemeClr val="bg1">
              <a:lumMod val="6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txBody>
          <a:bodyPr lIns="89376" tIns="44688" rIns="89376" bIns="44688"/>
          <a:lstStyle/>
          <a:p>
            <a:pPr algn="just" fontAlgn="auto">
              <a:lnSpc>
                <a:spcPct val="120000"/>
              </a:lnSpc>
              <a:spcBef>
                <a:spcPts val="0"/>
              </a:spcBef>
              <a:spcAft>
                <a:spcPts val="0"/>
              </a:spcAft>
            </a:pPr>
            <a:endParaRPr lang="zh-CN" altLang="en-US" sz="703">
              <a:solidFill>
                <a:prstClr val="white"/>
              </a:solidFill>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58" name="Straight Connector 78"/>
          <p:cNvCxnSpPr/>
          <p:nvPr/>
        </p:nvCxnSpPr>
        <p:spPr>
          <a:xfrm flipV="1">
            <a:off x="9969090" y="4337369"/>
            <a:ext cx="0" cy="710608"/>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59" name="Freeform 3"/>
          <p:cNvSpPr>
            <a:spLocks noChangeArrowheads="1"/>
          </p:cNvSpPr>
          <p:nvPr/>
        </p:nvSpPr>
        <p:spPr bwMode="auto">
          <a:xfrm>
            <a:off x="9749074" y="5048103"/>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A491BB"/>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3"/>
          <p:cNvSpPr>
            <a:spLocks noChangeArrowheads="1"/>
          </p:cNvSpPr>
          <p:nvPr/>
        </p:nvSpPr>
        <p:spPr bwMode="auto">
          <a:xfrm>
            <a:off x="6876083" y="5047976"/>
            <a:ext cx="439712" cy="606342"/>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rgbClr val="A491BB"/>
          </a:solidFill>
          <a:ln>
            <a:noFill/>
          </a:ln>
          <a:effectLst/>
        </p:spPr>
        <p:txBody>
          <a:bodyPr wrap="none" lIns="109119" tIns="54560" rIns="109119" bIns="54560" anchor="ctr"/>
          <a:lstStyle/>
          <a:p>
            <a:pPr algn="just" fontAlgn="auto">
              <a:lnSpc>
                <a:spcPct val="120000"/>
              </a:lnSpc>
              <a:spcBef>
                <a:spcPts val="0"/>
              </a:spcBef>
              <a:spcAft>
                <a:spcPts val="0"/>
              </a:spcAft>
            </a:pPr>
            <a:endParaRPr lang="en-US" sz="703"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1" name="Subtitle 21"/>
          <p:cNvSpPr txBox="1">
            <a:spLocks/>
          </p:cNvSpPr>
          <p:nvPr/>
        </p:nvSpPr>
        <p:spPr>
          <a:xfrm>
            <a:off x="3709996" y="5788294"/>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2" name="Subtitle 21"/>
          <p:cNvSpPr txBox="1">
            <a:spLocks/>
          </p:cNvSpPr>
          <p:nvPr/>
        </p:nvSpPr>
        <p:spPr>
          <a:xfrm>
            <a:off x="5125934" y="5794971"/>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3" name="Subtitle 21"/>
          <p:cNvSpPr txBox="1">
            <a:spLocks/>
          </p:cNvSpPr>
          <p:nvPr/>
        </p:nvSpPr>
        <p:spPr>
          <a:xfrm>
            <a:off x="6541870" y="5794112"/>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4" name="Subtitle 21"/>
          <p:cNvSpPr txBox="1">
            <a:spLocks/>
          </p:cNvSpPr>
          <p:nvPr/>
        </p:nvSpPr>
        <p:spPr>
          <a:xfrm>
            <a:off x="7957808" y="5788294"/>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5" name="Subtitle 21"/>
          <p:cNvSpPr txBox="1">
            <a:spLocks/>
          </p:cNvSpPr>
          <p:nvPr/>
        </p:nvSpPr>
        <p:spPr>
          <a:xfrm>
            <a:off x="9373746" y="5794971"/>
            <a:ext cx="1194264" cy="779444"/>
          </a:xfrm>
          <a:prstGeom prst="rect">
            <a:avLst/>
          </a:prstGeom>
        </p:spPr>
        <p:txBody>
          <a:bodyPr vert="horz" wrap="square" lIns="0" tIns="0" rIns="0" bIns="0" rtlCol="0">
            <a:sp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1972680269"/>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2"/>
                                        </p:tgtEl>
                                        <p:attrNameLst>
                                          <p:attrName>ppt_y</p:attrName>
                                        </p:attrNameLst>
                                      </p:cBhvr>
                                      <p:tavLst>
                                        <p:tav tm="0">
                                          <p:val>
                                            <p:strVal val="#ppt_y"/>
                                          </p:val>
                                        </p:tav>
                                        <p:tav tm="100000">
                                          <p:val>
                                            <p:strVal val="#ppt_y"/>
                                          </p:val>
                                        </p:tav>
                                      </p:tavLst>
                                    </p:anim>
                                    <p:anim calcmode="lin" valueType="num">
                                      <p:cBhvr>
                                        <p:cTn id="9" dur="500" fill="hold"/>
                                        <p:tgtEl>
                                          <p:spTgt spid="3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2"/>
                                        </p:tgtEl>
                                      </p:cBhvr>
                                    </p:animEffect>
                                  </p:childTnLst>
                                </p:cTn>
                              </p:par>
                            </p:childTnLst>
                          </p:cTn>
                        </p:par>
                        <p:par>
                          <p:cTn id="12" fill="hold">
                            <p:stCondLst>
                              <p:cond delay="850"/>
                            </p:stCondLst>
                            <p:childTnLst>
                              <p:par>
                                <p:cTn id="13" presetID="10" presetClass="entr" presetSubtype="0"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childTnLst>
                          </p:cTn>
                        </p:par>
                        <p:par>
                          <p:cTn id="16" fill="hold">
                            <p:stCondLst>
                              <p:cond delay="1350"/>
                            </p:stCondLst>
                            <p:childTnLst>
                              <p:par>
                                <p:cTn id="17" presetID="10" presetClass="entr" presetSubtype="0"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fade">
                                      <p:cBhvr>
                                        <p:cTn id="19" dur="500"/>
                                        <p:tgtEl>
                                          <p:spTgt spid="31"/>
                                        </p:tgtEl>
                                      </p:cBhvr>
                                    </p:animEffect>
                                  </p:childTnLst>
                                </p:cTn>
                              </p:par>
                            </p:childTnLst>
                          </p:cTn>
                        </p:par>
                        <p:par>
                          <p:cTn id="20" fill="hold">
                            <p:stCondLst>
                              <p:cond delay="1850"/>
                            </p:stCondLst>
                            <p:childTnLst>
                              <p:par>
                                <p:cTn id="21" presetID="10" presetClass="entr" presetSubtype="0"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fade">
                                      <p:cBhvr>
                                        <p:cTn id="23" dur="500"/>
                                        <p:tgtEl>
                                          <p:spTgt spid="47"/>
                                        </p:tgtEl>
                                      </p:cBhvr>
                                    </p:animEffect>
                                  </p:childTnLst>
                                </p:cTn>
                              </p:par>
                            </p:childTnLst>
                          </p:cTn>
                        </p:par>
                        <p:par>
                          <p:cTn id="24" fill="hold">
                            <p:stCondLst>
                              <p:cond delay="2350"/>
                            </p:stCondLst>
                            <p:childTnLst>
                              <p:par>
                                <p:cTn id="25" presetID="10" presetClass="entr" presetSubtype="0" fill="hold" nodeType="after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500"/>
                                        <p:tgtEl>
                                          <p:spTgt spid="48"/>
                                        </p:tgtEl>
                                      </p:cBhvr>
                                    </p:animEffect>
                                  </p:childTnLst>
                                </p:cTn>
                              </p:par>
                            </p:childTnLst>
                          </p:cTn>
                        </p:par>
                        <p:par>
                          <p:cTn id="28" fill="hold">
                            <p:stCondLst>
                              <p:cond delay="2850"/>
                            </p:stCondLst>
                            <p:childTnLst>
                              <p:par>
                                <p:cTn id="29" presetID="10" presetClass="entr" presetSubtype="0" fill="hold" grpId="0" nodeType="after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childTnLst>
                          </p:cTn>
                        </p:par>
                        <p:par>
                          <p:cTn id="32" fill="hold">
                            <p:stCondLst>
                              <p:cond delay="3350"/>
                            </p:stCondLst>
                            <p:childTnLst>
                              <p:par>
                                <p:cTn id="33" presetID="10" presetClass="entr" presetSubtype="0" fill="hold" grpId="0" nodeType="after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par>
                          <p:cTn id="36" fill="hold">
                            <p:stCondLst>
                              <p:cond delay="3850"/>
                            </p:stCondLst>
                            <p:childTnLst>
                              <p:par>
                                <p:cTn id="37" presetID="10" presetClass="entr" presetSubtype="0" fill="hold" grpId="0"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childTnLst>
                          </p:cTn>
                        </p:par>
                        <p:par>
                          <p:cTn id="40" fill="hold">
                            <p:stCondLst>
                              <p:cond delay="4350"/>
                            </p:stCondLst>
                            <p:childTnLst>
                              <p:par>
                                <p:cTn id="41" presetID="10"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childTnLst>
                          </p:cTn>
                        </p:par>
                        <p:par>
                          <p:cTn id="44" fill="hold">
                            <p:stCondLst>
                              <p:cond delay="4850"/>
                            </p:stCondLst>
                            <p:childTnLst>
                              <p:par>
                                <p:cTn id="45" presetID="10" presetClass="entr" presetSubtype="0" fill="hold" nodeType="afterEffect">
                                  <p:stCondLst>
                                    <p:cond delay="0"/>
                                  </p:stCondLst>
                                  <p:childTnLst>
                                    <p:set>
                                      <p:cBhvr>
                                        <p:cTn id="46" dur="1" fill="hold">
                                          <p:stCondLst>
                                            <p:cond delay="0"/>
                                          </p:stCondLst>
                                        </p:cTn>
                                        <p:tgtEl>
                                          <p:spTgt spid="53"/>
                                        </p:tgtEl>
                                        <p:attrNameLst>
                                          <p:attrName>style.visibility</p:attrName>
                                        </p:attrNameLst>
                                      </p:cBhvr>
                                      <p:to>
                                        <p:strVal val="visible"/>
                                      </p:to>
                                    </p:set>
                                    <p:animEffect transition="in" filter="fade">
                                      <p:cBhvr>
                                        <p:cTn id="47" dur="500"/>
                                        <p:tgtEl>
                                          <p:spTgt spid="53"/>
                                        </p:tgtEl>
                                      </p:cBhvr>
                                    </p:animEffect>
                                  </p:childTnLst>
                                </p:cTn>
                              </p:par>
                            </p:childTnLst>
                          </p:cTn>
                        </p:par>
                        <p:par>
                          <p:cTn id="48" fill="hold">
                            <p:stCondLst>
                              <p:cond delay="5350"/>
                            </p:stCondLst>
                            <p:childTnLst>
                              <p:par>
                                <p:cTn id="49" presetID="10" presetClass="entr" presetSubtype="0" fill="hold" nodeType="afterEffect">
                                  <p:stCondLst>
                                    <p:cond delay="0"/>
                                  </p:stCondLst>
                                  <p:childTnLst>
                                    <p:set>
                                      <p:cBhvr>
                                        <p:cTn id="50" dur="1" fill="hold">
                                          <p:stCondLst>
                                            <p:cond delay="0"/>
                                          </p:stCondLst>
                                        </p:cTn>
                                        <p:tgtEl>
                                          <p:spTgt spid="54"/>
                                        </p:tgtEl>
                                        <p:attrNameLst>
                                          <p:attrName>style.visibility</p:attrName>
                                        </p:attrNameLst>
                                      </p:cBhvr>
                                      <p:to>
                                        <p:strVal val="visible"/>
                                      </p:to>
                                    </p:set>
                                    <p:animEffect transition="in" filter="fade">
                                      <p:cBhvr>
                                        <p:cTn id="51" dur="500"/>
                                        <p:tgtEl>
                                          <p:spTgt spid="54"/>
                                        </p:tgtEl>
                                      </p:cBhvr>
                                    </p:animEffect>
                                  </p:childTnLst>
                                </p:cTn>
                              </p:par>
                            </p:childTnLst>
                          </p:cTn>
                        </p:par>
                        <p:par>
                          <p:cTn id="52" fill="hold">
                            <p:stCondLst>
                              <p:cond delay="5850"/>
                            </p:stCondLst>
                            <p:childTnLst>
                              <p:par>
                                <p:cTn id="53" presetID="10" presetClass="entr" presetSubtype="0" fill="hold" grpId="0" nodeType="after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childTnLst>
                          </p:cTn>
                        </p:par>
                        <p:par>
                          <p:cTn id="56" fill="hold">
                            <p:stCondLst>
                              <p:cond delay="6350"/>
                            </p:stCondLst>
                            <p:childTnLst>
                              <p:par>
                                <p:cTn id="57" presetID="10" presetClass="entr" presetSubtype="0" fill="hold" grpId="0" nodeType="afterEffect">
                                  <p:stCondLst>
                                    <p:cond delay="0"/>
                                  </p:stCondLst>
                                  <p:childTnLst>
                                    <p:set>
                                      <p:cBhvr>
                                        <p:cTn id="58" dur="1" fill="hold">
                                          <p:stCondLst>
                                            <p:cond delay="0"/>
                                          </p:stCondLst>
                                        </p:cTn>
                                        <p:tgtEl>
                                          <p:spTgt spid="61"/>
                                        </p:tgtEl>
                                        <p:attrNameLst>
                                          <p:attrName>style.visibility</p:attrName>
                                        </p:attrNameLst>
                                      </p:cBhvr>
                                      <p:to>
                                        <p:strVal val="visible"/>
                                      </p:to>
                                    </p:set>
                                    <p:animEffect transition="in" filter="fade">
                                      <p:cBhvr>
                                        <p:cTn id="59" dur="500"/>
                                        <p:tgtEl>
                                          <p:spTgt spid="61"/>
                                        </p:tgtEl>
                                      </p:cBhvr>
                                    </p:animEffect>
                                  </p:childTnLst>
                                </p:cTn>
                              </p:par>
                            </p:childTnLst>
                          </p:cTn>
                        </p:par>
                        <p:par>
                          <p:cTn id="60" fill="hold">
                            <p:stCondLst>
                              <p:cond delay="6850"/>
                            </p:stCondLst>
                            <p:childTnLst>
                              <p:par>
                                <p:cTn id="61" presetID="10" presetClass="entr" presetSubtype="0" fill="hold" grpId="0" nodeType="after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500"/>
                                        <p:tgtEl>
                                          <p:spTgt spid="35"/>
                                        </p:tgtEl>
                                      </p:cBhvr>
                                    </p:animEffect>
                                  </p:childTnLst>
                                </p:cTn>
                              </p:par>
                            </p:childTnLst>
                          </p:cTn>
                        </p:par>
                        <p:par>
                          <p:cTn id="64" fill="hold">
                            <p:stCondLst>
                              <p:cond delay="7350"/>
                            </p:stCondLst>
                            <p:childTnLst>
                              <p:par>
                                <p:cTn id="65" presetID="10" presetClass="entr" presetSubtype="0" fill="hold" grpId="0" nodeType="afterEffect">
                                  <p:stCondLst>
                                    <p:cond delay="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childTnLst>
                                </p:cTn>
                              </p:par>
                            </p:childTnLst>
                          </p:cTn>
                        </p:par>
                        <p:par>
                          <p:cTn id="68" fill="hold">
                            <p:stCondLst>
                              <p:cond delay="7850"/>
                            </p:stCondLst>
                            <p:childTnLst>
                              <p:par>
                                <p:cTn id="69" presetID="10" presetClass="entr" presetSubtype="0" fill="hold" nodeType="afterEffect">
                                  <p:stCondLst>
                                    <p:cond delay="0"/>
                                  </p:stCondLst>
                                  <p:childTnLst>
                                    <p:set>
                                      <p:cBhvr>
                                        <p:cTn id="70" dur="1" fill="hold">
                                          <p:stCondLst>
                                            <p:cond delay="0"/>
                                          </p:stCondLst>
                                        </p:cTn>
                                        <p:tgtEl>
                                          <p:spTgt spid="49"/>
                                        </p:tgtEl>
                                        <p:attrNameLst>
                                          <p:attrName>style.visibility</p:attrName>
                                        </p:attrNameLst>
                                      </p:cBhvr>
                                      <p:to>
                                        <p:strVal val="visible"/>
                                      </p:to>
                                    </p:set>
                                    <p:animEffect transition="in" filter="fade">
                                      <p:cBhvr>
                                        <p:cTn id="71" dur="500"/>
                                        <p:tgtEl>
                                          <p:spTgt spid="49"/>
                                        </p:tgtEl>
                                      </p:cBhvr>
                                    </p:animEffect>
                                  </p:childTnLst>
                                </p:cTn>
                              </p:par>
                            </p:childTnLst>
                          </p:cTn>
                        </p:par>
                        <p:par>
                          <p:cTn id="72" fill="hold">
                            <p:stCondLst>
                              <p:cond delay="8350"/>
                            </p:stCondLst>
                            <p:childTnLst>
                              <p:par>
                                <p:cTn id="73" presetID="10" presetClass="entr" presetSubtype="0" fill="hold" nodeType="afterEffect">
                                  <p:stCondLst>
                                    <p:cond delay="0"/>
                                  </p:stCondLst>
                                  <p:childTnLst>
                                    <p:set>
                                      <p:cBhvr>
                                        <p:cTn id="74" dur="1" fill="hold">
                                          <p:stCondLst>
                                            <p:cond delay="0"/>
                                          </p:stCondLst>
                                        </p:cTn>
                                        <p:tgtEl>
                                          <p:spTgt spid="50"/>
                                        </p:tgtEl>
                                        <p:attrNameLst>
                                          <p:attrName>style.visibility</p:attrName>
                                        </p:attrNameLst>
                                      </p:cBhvr>
                                      <p:to>
                                        <p:strVal val="visible"/>
                                      </p:to>
                                    </p:set>
                                    <p:animEffect transition="in" filter="fade">
                                      <p:cBhvr>
                                        <p:cTn id="75" dur="500"/>
                                        <p:tgtEl>
                                          <p:spTgt spid="50"/>
                                        </p:tgtEl>
                                      </p:cBhvr>
                                    </p:animEffect>
                                  </p:childTnLst>
                                </p:cTn>
                              </p:par>
                            </p:childTnLst>
                          </p:cTn>
                        </p:par>
                        <p:par>
                          <p:cTn id="76" fill="hold">
                            <p:stCondLst>
                              <p:cond delay="8850"/>
                            </p:stCondLst>
                            <p:childTnLst>
                              <p:par>
                                <p:cTn id="77" presetID="10" presetClass="entr" presetSubtype="0" fill="hold" grpId="0" nodeType="after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500"/>
                                        <p:tgtEl>
                                          <p:spTgt spid="45"/>
                                        </p:tgtEl>
                                      </p:cBhvr>
                                    </p:animEffect>
                                  </p:childTnLst>
                                </p:cTn>
                              </p:par>
                            </p:childTnLst>
                          </p:cTn>
                        </p:par>
                        <p:par>
                          <p:cTn id="80" fill="hold">
                            <p:stCondLst>
                              <p:cond delay="9350"/>
                            </p:stCondLst>
                            <p:childTnLst>
                              <p:par>
                                <p:cTn id="81" presetID="10" presetClass="entr" presetSubtype="0" fill="hold" grpId="0"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fade">
                                      <p:cBhvr>
                                        <p:cTn id="83" dur="500"/>
                                        <p:tgtEl>
                                          <p:spTgt spid="62"/>
                                        </p:tgtEl>
                                      </p:cBhvr>
                                    </p:animEffect>
                                  </p:childTnLst>
                                </p:cTn>
                              </p:par>
                            </p:childTnLst>
                          </p:cTn>
                        </p:par>
                        <p:par>
                          <p:cTn id="84" fill="hold">
                            <p:stCondLst>
                              <p:cond delay="9850"/>
                            </p:stCondLst>
                            <p:childTnLst>
                              <p:par>
                                <p:cTn id="85" presetID="10" presetClass="entr" presetSubtype="0" fill="hold" grpId="0" nodeType="afterEffect">
                                  <p:stCondLst>
                                    <p:cond delay="0"/>
                                  </p:stCondLst>
                                  <p:childTnLst>
                                    <p:set>
                                      <p:cBhvr>
                                        <p:cTn id="86" dur="1" fill="hold">
                                          <p:stCondLst>
                                            <p:cond delay="0"/>
                                          </p:stCondLst>
                                        </p:cTn>
                                        <p:tgtEl>
                                          <p:spTgt spid="37"/>
                                        </p:tgtEl>
                                        <p:attrNameLst>
                                          <p:attrName>style.visibility</p:attrName>
                                        </p:attrNameLst>
                                      </p:cBhvr>
                                      <p:to>
                                        <p:strVal val="visible"/>
                                      </p:to>
                                    </p:set>
                                    <p:animEffect transition="in" filter="fade">
                                      <p:cBhvr>
                                        <p:cTn id="87" dur="500"/>
                                        <p:tgtEl>
                                          <p:spTgt spid="37"/>
                                        </p:tgtEl>
                                      </p:cBhvr>
                                    </p:animEffect>
                                  </p:childTnLst>
                                </p:cTn>
                              </p:par>
                            </p:childTnLst>
                          </p:cTn>
                        </p:par>
                        <p:par>
                          <p:cTn id="88" fill="hold">
                            <p:stCondLst>
                              <p:cond delay="10350"/>
                            </p:stCondLst>
                            <p:childTnLst>
                              <p:par>
                                <p:cTn id="89" presetID="10" presetClass="entr" presetSubtype="0" fill="hold" grpId="0" nodeType="after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500"/>
                                        <p:tgtEl>
                                          <p:spTgt spid="38"/>
                                        </p:tgtEl>
                                      </p:cBhvr>
                                    </p:animEffect>
                                  </p:childTnLst>
                                </p:cTn>
                              </p:par>
                            </p:childTnLst>
                          </p:cTn>
                        </p:par>
                        <p:par>
                          <p:cTn id="92" fill="hold">
                            <p:stCondLst>
                              <p:cond delay="10850"/>
                            </p:stCondLst>
                            <p:childTnLst>
                              <p:par>
                                <p:cTn id="93" presetID="10" presetClass="entr" presetSubtype="0" fill="hold"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500"/>
                                        <p:tgtEl>
                                          <p:spTgt spid="55"/>
                                        </p:tgtEl>
                                      </p:cBhvr>
                                    </p:animEffect>
                                  </p:childTnLst>
                                </p:cTn>
                              </p:par>
                            </p:childTnLst>
                          </p:cTn>
                        </p:par>
                        <p:par>
                          <p:cTn id="96" fill="hold">
                            <p:stCondLst>
                              <p:cond delay="11350"/>
                            </p:stCondLst>
                            <p:childTnLst>
                              <p:par>
                                <p:cTn id="97" presetID="10" presetClass="entr" presetSubtype="0" fill="hold" nodeType="afterEffect">
                                  <p:stCondLst>
                                    <p:cond delay="0"/>
                                  </p:stCondLst>
                                  <p:childTnLst>
                                    <p:set>
                                      <p:cBhvr>
                                        <p:cTn id="98" dur="1" fill="hold">
                                          <p:stCondLst>
                                            <p:cond delay="0"/>
                                          </p:stCondLst>
                                        </p:cTn>
                                        <p:tgtEl>
                                          <p:spTgt spid="56"/>
                                        </p:tgtEl>
                                        <p:attrNameLst>
                                          <p:attrName>style.visibility</p:attrName>
                                        </p:attrNameLst>
                                      </p:cBhvr>
                                      <p:to>
                                        <p:strVal val="visible"/>
                                      </p:to>
                                    </p:set>
                                    <p:animEffect transition="in" filter="fade">
                                      <p:cBhvr>
                                        <p:cTn id="99" dur="500"/>
                                        <p:tgtEl>
                                          <p:spTgt spid="56"/>
                                        </p:tgtEl>
                                      </p:cBhvr>
                                    </p:animEffect>
                                  </p:childTnLst>
                                </p:cTn>
                              </p:par>
                            </p:childTnLst>
                          </p:cTn>
                        </p:par>
                        <p:par>
                          <p:cTn id="100" fill="hold">
                            <p:stCondLst>
                              <p:cond delay="11850"/>
                            </p:stCondLst>
                            <p:childTnLst>
                              <p:par>
                                <p:cTn id="101" presetID="10" presetClass="entr" presetSubtype="0" fill="hold" grpId="0" nodeType="afterEffect">
                                  <p:stCondLst>
                                    <p:cond delay="0"/>
                                  </p:stCondLst>
                                  <p:childTnLst>
                                    <p:set>
                                      <p:cBhvr>
                                        <p:cTn id="102" dur="1" fill="hold">
                                          <p:stCondLst>
                                            <p:cond delay="0"/>
                                          </p:stCondLst>
                                        </p:cTn>
                                        <p:tgtEl>
                                          <p:spTgt spid="60"/>
                                        </p:tgtEl>
                                        <p:attrNameLst>
                                          <p:attrName>style.visibility</p:attrName>
                                        </p:attrNameLst>
                                      </p:cBhvr>
                                      <p:to>
                                        <p:strVal val="visible"/>
                                      </p:to>
                                    </p:set>
                                    <p:animEffect transition="in" filter="fade">
                                      <p:cBhvr>
                                        <p:cTn id="103" dur="500"/>
                                        <p:tgtEl>
                                          <p:spTgt spid="60"/>
                                        </p:tgtEl>
                                      </p:cBhvr>
                                    </p:animEffect>
                                  </p:childTnLst>
                                </p:cTn>
                              </p:par>
                            </p:childTnLst>
                          </p:cTn>
                        </p:par>
                        <p:par>
                          <p:cTn id="104" fill="hold">
                            <p:stCondLst>
                              <p:cond delay="12350"/>
                            </p:stCondLst>
                            <p:childTnLst>
                              <p:par>
                                <p:cTn id="105" presetID="10" presetClass="entr" presetSubtype="0" fill="hold" grpId="0" nodeType="afterEffect">
                                  <p:stCondLst>
                                    <p:cond delay="0"/>
                                  </p:stCondLst>
                                  <p:childTnLst>
                                    <p:set>
                                      <p:cBhvr>
                                        <p:cTn id="106" dur="1" fill="hold">
                                          <p:stCondLst>
                                            <p:cond delay="0"/>
                                          </p:stCondLst>
                                        </p:cTn>
                                        <p:tgtEl>
                                          <p:spTgt spid="63"/>
                                        </p:tgtEl>
                                        <p:attrNameLst>
                                          <p:attrName>style.visibility</p:attrName>
                                        </p:attrNameLst>
                                      </p:cBhvr>
                                      <p:to>
                                        <p:strVal val="visible"/>
                                      </p:to>
                                    </p:set>
                                    <p:animEffect transition="in" filter="fade">
                                      <p:cBhvr>
                                        <p:cTn id="107" dur="500"/>
                                        <p:tgtEl>
                                          <p:spTgt spid="63"/>
                                        </p:tgtEl>
                                      </p:cBhvr>
                                    </p:animEffect>
                                  </p:childTnLst>
                                </p:cTn>
                              </p:par>
                            </p:childTnLst>
                          </p:cTn>
                        </p:par>
                        <p:par>
                          <p:cTn id="108" fill="hold">
                            <p:stCondLst>
                              <p:cond delay="12850"/>
                            </p:stCondLst>
                            <p:childTnLst>
                              <p:par>
                                <p:cTn id="109" presetID="10" presetClass="entr" presetSubtype="0" fill="hold" grpId="0" nodeType="after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500"/>
                                        <p:tgtEl>
                                          <p:spTgt spid="39"/>
                                        </p:tgtEl>
                                      </p:cBhvr>
                                    </p:animEffect>
                                  </p:childTnLst>
                                </p:cTn>
                              </p:par>
                            </p:childTnLst>
                          </p:cTn>
                        </p:par>
                        <p:par>
                          <p:cTn id="112" fill="hold">
                            <p:stCondLst>
                              <p:cond delay="13350"/>
                            </p:stCondLst>
                            <p:childTnLst>
                              <p:par>
                                <p:cTn id="113" presetID="10" presetClass="entr" presetSubtype="0" fill="hold" grpId="0" nodeType="after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fade">
                                      <p:cBhvr>
                                        <p:cTn id="115" dur="500"/>
                                        <p:tgtEl>
                                          <p:spTgt spid="40"/>
                                        </p:tgtEl>
                                      </p:cBhvr>
                                    </p:animEffect>
                                  </p:childTnLst>
                                </p:cTn>
                              </p:par>
                            </p:childTnLst>
                          </p:cTn>
                        </p:par>
                        <p:par>
                          <p:cTn id="116" fill="hold">
                            <p:stCondLst>
                              <p:cond delay="13850"/>
                            </p:stCondLst>
                            <p:childTnLst>
                              <p:par>
                                <p:cTn id="117" presetID="10" presetClass="entr" presetSubtype="0" fill="hold" nodeType="afterEffect">
                                  <p:stCondLst>
                                    <p:cond delay="0"/>
                                  </p:stCondLst>
                                  <p:childTnLst>
                                    <p:set>
                                      <p:cBhvr>
                                        <p:cTn id="118" dur="1" fill="hold">
                                          <p:stCondLst>
                                            <p:cond delay="0"/>
                                          </p:stCondLst>
                                        </p:cTn>
                                        <p:tgtEl>
                                          <p:spTgt spid="51"/>
                                        </p:tgtEl>
                                        <p:attrNameLst>
                                          <p:attrName>style.visibility</p:attrName>
                                        </p:attrNameLst>
                                      </p:cBhvr>
                                      <p:to>
                                        <p:strVal val="visible"/>
                                      </p:to>
                                    </p:set>
                                    <p:animEffect transition="in" filter="fade">
                                      <p:cBhvr>
                                        <p:cTn id="119" dur="500"/>
                                        <p:tgtEl>
                                          <p:spTgt spid="51"/>
                                        </p:tgtEl>
                                      </p:cBhvr>
                                    </p:animEffect>
                                  </p:childTnLst>
                                </p:cTn>
                              </p:par>
                            </p:childTnLst>
                          </p:cTn>
                        </p:par>
                        <p:par>
                          <p:cTn id="120" fill="hold">
                            <p:stCondLst>
                              <p:cond delay="14350"/>
                            </p:stCondLst>
                            <p:childTnLst>
                              <p:par>
                                <p:cTn id="121" presetID="10" presetClass="entr" presetSubtype="0" fill="hold" nodeType="afterEffect">
                                  <p:stCondLst>
                                    <p:cond delay="0"/>
                                  </p:stCondLst>
                                  <p:childTnLst>
                                    <p:set>
                                      <p:cBhvr>
                                        <p:cTn id="122" dur="1" fill="hold">
                                          <p:stCondLst>
                                            <p:cond delay="0"/>
                                          </p:stCondLst>
                                        </p:cTn>
                                        <p:tgtEl>
                                          <p:spTgt spid="52"/>
                                        </p:tgtEl>
                                        <p:attrNameLst>
                                          <p:attrName>style.visibility</p:attrName>
                                        </p:attrNameLst>
                                      </p:cBhvr>
                                      <p:to>
                                        <p:strVal val="visible"/>
                                      </p:to>
                                    </p:set>
                                    <p:animEffect transition="in" filter="fade">
                                      <p:cBhvr>
                                        <p:cTn id="123" dur="500"/>
                                        <p:tgtEl>
                                          <p:spTgt spid="52"/>
                                        </p:tgtEl>
                                      </p:cBhvr>
                                    </p:animEffect>
                                  </p:childTnLst>
                                </p:cTn>
                              </p:par>
                            </p:childTnLst>
                          </p:cTn>
                        </p:par>
                        <p:par>
                          <p:cTn id="124" fill="hold">
                            <p:stCondLst>
                              <p:cond delay="14850"/>
                            </p:stCondLst>
                            <p:childTnLst>
                              <p:par>
                                <p:cTn id="125" presetID="10" presetClass="entr" presetSubtype="0" fill="hold" grpId="0" nodeType="afterEffect">
                                  <p:stCondLst>
                                    <p:cond delay="0"/>
                                  </p:stCondLst>
                                  <p:childTnLst>
                                    <p:set>
                                      <p:cBhvr>
                                        <p:cTn id="126" dur="1" fill="hold">
                                          <p:stCondLst>
                                            <p:cond delay="0"/>
                                          </p:stCondLst>
                                        </p:cTn>
                                        <p:tgtEl>
                                          <p:spTgt spid="46"/>
                                        </p:tgtEl>
                                        <p:attrNameLst>
                                          <p:attrName>style.visibility</p:attrName>
                                        </p:attrNameLst>
                                      </p:cBhvr>
                                      <p:to>
                                        <p:strVal val="visible"/>
                                      </p:to>
                                    </p:set>
                                    <p:animEffect transition="in" filter="fade">
                                      <p:cBhvr>
                                        <p:cTn id="127" dur="500"/>
                                        <p:tgtEl>
                                          <p:spTgt spid="46"/>
                                        </p:tgtEl>
                                      </p:cBhvr>
                                    </p:animEffect>
                                  </p:childTnLst>
                                </p:cTn>
                              </p:par>
                            </p:childTnLst>
                          </p:cTn>
                        </p:par>
                        <p:par>
                          <p:cTn id="128" fill="hold">
                            <p:stCondLst>
                              <p:cond delay="15350"/>
                            </p:stCondLst>
                            <p:childTnLst>
                              <p:par>
                                <p:cTn id="129" presetID="10" presetClass="entr" presetSubtype="0" fill="hold" grpId="0" nodeType="afterEffect">
                                  <p:stCondLst>
                                    <p:cond delay="0"/>
                                  </p:stCondLst>
                                  <p:childTnLst>
                                    <p:set>
                                      <p:cBhvr>
                                        <p:cTn id="130" dur="1" fill="hold">
                                          <p:stCondLst>
                                            <p:cond delay="0"/>
                                          </p:stCondLst>
                                        </p:cTn>
                                        <p:tgtEl>
                                          <p:spTgt spid="64"/>
                                        </p:tgtEl>
                                        <p:attrNameLst>
                                          <p:attrName>style.visibility</p:attrName>
                                        </p:attrNameLst>
                                      </p:cBhvr>
                                      <p:to>
                                        <p:strVal val="visible"/>
                                      </p:to>
                                    </p:set>
                                    <p:animEffect transition="in" filter="fade">
                                      <p:cBhvr>
                                        <p:cTn id="131" dur="500"/>
                                        <p:tgtEl>
                                          <p:spTgt spid="64"/>
                                        </p:tgtEl>
                                      </p:cBhvr>
                                    </p:animEffect>
                                  </p:childTnLst>
                                </p:cTn>
                              </p:par>
                            </p:childTnLst>
                          </p:cTn>
                        </p:par>
                        <p:par>
                          <p:cTn id="132" fill="hold">
                            <p:stCondLst>
                              <p:cond delay="15850"/>
                            </p:stCondLst>
                            <p:childTnLst>
                              <p:par>
                                <p:cTn id="133" presetID="10" presetClass="entr" presetSubtype="0" fill="hold" grpId="0" nodeType="afterEffect">
                                  <p:stCondLst>
                                    <p:cond delay="0"/>
                                  </p:stCondLst>
                                  <p:childTnLst>
                                    <p:set>
                                      <p:cBhvr>
                                        <p:cTn id="134" dur="1" fill="hold">
                                          <p:stCondLst>
                                            <p:cond delay="0"/>
                                          </p:stCondLst>
                                        </p:cTn>
                                        <p:tgtEl>
                                          <p:spTgt spid="41"/>
                                        </p:tgtEl>
                                        <p:attrNameLst>
                                          <p:attrName>style.visibility</p:attrName>
                                        </p:attrNameLst>
                                      </p:cBhvr>
                                      <p:to>
                                        <p:strVal val="visible"/>
                                      </p:to>
                                    </p:set>
                                    <p:animEffect transition="in" filter="fade">
                                      <p:cBhvr>
                                        <p:cTn id="135" dur="500"/>
                                        <p:tgtEl>
                                          <p:spTgt spid="41"/>
                                        </p:tgtEl>
                                      </p:cBhvr>
                                    </p:animEffect>
                                  </p:childTnLst>
                                </p:cTn>
                              </p:par>
                            </p:childTnLst>
                          </p:cTn>
                        </p:par>
                        <p:par>
                          <p:cTn id="136" fill="hold">
                            <p:stCondLst>
                              <p:cond delay="16350"/>
                            </p:stCondLst>
                            <p:childTnLst>
                              <p:par>
                                <p:cTn id="137" presetID="10" presetClass="entr" presetSubtype="0" fill="hold" grpId="0" nodeType="afterEffect">
                                  <p:stCondLst>
                                    <p:cond delay="0"/>
                                  </p:stCondLst>
                                  <p:childTnLst>
                                    <p:set>
                                      <p:cBhvr>
                                        <p:cTn id="138" dur="1" fill="hold">
                                          <p:stCondLst>
                                            <p:cond delay="0"/>
                                          </p:stCondLst>
                                        </p:cTn>
                                        <p:tgtEl>
                                          <p:spTgt spid="42"/>
                                        </p:tgtEl>
                                        <p:attrNameLst>
                                          <p:attrName>style.visibility</p:attrName>
                                        </p:attrNameLst>
                                      </p:cBhvr>
                                      <p:to>
                                        <p:strVal val="visible"/>
                                      </p:to>
                                    </p:set>
                                    <p:animEffect transition="in" filter="fade">
                                      <p:cBhvr>
                                        <p:cTn id="139" dur="500"/>
                                        <p:tgtEl>
                                          <p:spTgt spid="42"/>
                                        </p:tgtEl>
                                      </p:cBhvr>
                                    </p:animEffect>
                                  </p:childTnLst>
                                </p:cTn>
                              </p:par>
                            </p:childTnLst>
                          </p:cTn>
                        </p:par>
                        <p:par>
                          <p:cTn id="140" fill="hold">
                            <p:stCondLst>
                              <p:cond delay="16850"/>
                            </p:stCondLst>
                            <p:childTnLst>
                              <p:par>
                                <p:cTn id="141" presetID="10" presetClass="entr" presetSubtype="0" fill="hold" nodeType="after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fade">
                                      <p:cBhvr>
                                        <p:cTn id="143" dur="500"/>
                                        <p:tgtEl>
                                          <p:spTgt spid="57"/>
                                        </p:tgtEl>
                                      </p:cBhvr>
                                    </p:animEffect>
                                  </p:childTnLst>
                                </p:cTn>
                              </p:par>
                            </p:childTnLst>
                          </p:cTn>
                        </p:par>
                        <p:par>
                          <p:cTn id="144" fill="hold">
                            <p:stCondLst>
                              <p:cond delay="17350"/>
                            </p:stCondLst>
                            <p:childTnLst>
                              <p:par>
                                <p:cTn id="145" presetID="10" presetClass="entr" presetSubtype="0" fill="hold" nodeType="afterEffect">
                                  <p:stCondLst>
                                    <p:cond delay="0"/>
                                  </p:stCondLst>
                                  <p:childTnLst>
                                    <p:set>
                                      <p:cBhvr>
                                        <p:cTn id="146" dur="1" fill="hold">
                                          <p:stCondLst>
                                            <p:cond delay="0"/>
                                          </p:stCondLst>
                                        </p:cTn>
                                        <p:tgtEl>
                                          <p:spTgt spid="58"/>
                                        </p:tgtEl>
                                        <p:attrNameLst>
                                          <p:attrName>style.visibility</p:attrName>
                                        </p:attrNameLst>
                                      </p:cBhvr>
                                      <p:to>
                                        <p:strVal val="visible"/>
                                      </p:to>
                                    </p:set>
                                    <p:animEffect transition="in" filter="fade">
                                      <p:cBhvr>
                                        <p:cTn id="147" dur="500"/>
                                        <p:tgtEl>
                                          <p:spTgt spid="58"/>
                                        </p:tgtEl>
                                      </p:cBhvr>
                                    </p:animEffect>
                                  </p:childTnLst>
                                </p:cTn>
                              </p:par>
                            </p:childTnLst>
                          </p:cTn>
                        </p:par>
                        <p:par>
                          <p:cTn id="148" fill="hold">
                            <p:stCondLst>
                              <p:cond delay="17850"/>
                            </p:stCondLst>
                            <p:childTnLst>
                              <p:par>
                                <p:cTn id="149" presetID="10" presetClass="entr" presetSubtype="0" fill="hold" grpId="0" nodeType="afterEffect">
                                  <p:stCondLst>
                                    <p:cond delay="0"/>
                                  </p:stCondLst>
                                  <p:childTnLst>
                                    <p:set>
                                      <p:cBhvr>
                                        <p:cTn id="150" dur="1" fill="hold">
                                          <p:stCondLst>
                                            <p:cond delay="0"/>
                                          </p:stCondLst>
                                        </p:cTn>
                                        <p:tgtEl>
                                          <p:spTgt spid="59"/>
                                        </p:tgtEl>
                                        <p:attrNameLst>
                                          <p:attrName>style.visibility</p:attrName>
                                        </p:attrNameLst>
                                      </p:cBhvr>
                                      <p:to>
                                        <p:strVal val="visible"/>
                                      </p:to>
                                    </p:set>
                                    <p:animEffect transition="in" filter="fade">
                                      <p:cBhvr>
                                        <p:cTn id="151" dur="500"/>
                                        <p:tgtEl>
                                          <p:spTgt spid="59"/>
                                        </p:tgtEl>
                                      </p:cBhvr>
                                    </p:animEffect>
                                  </p:childTnLst>
                                </p:cTn>
                              </p:par>
                            </p:childTnLst>
                          </p:cTn>
                        </p:par>
                        <p:par>
                          <p:cTn id="152" fill="hold">
                            <p:stCondLst>
                              <p:cond delay="18350"/>
                            </p:stCondLst>
                            <p:childTnLst>
                              <p:par>
                                <p:cTn id="153" presetID="10" presetClass="entr" presetSubtype="0" fill="hold" grpId="0" nodeType="afterEffect">
                                  <p:stCondLst>
                                    <p:cond delay="0"/>
                                  </p:stCondLst>
                                  <p:childTnLst>
                                    <p:set>
                                      <p:cBhvr>
                                        <p:cTn id="154" dur="1" fill="hold">
                                          <p:stCondLst>
                                            <p:cond delay="0"/>
                                          </p:stCondLst>
                                        </p:cTn>
                                        <p:tgtEl>
                                          <p:spTgt spid="65"/>
                                        </p:tgtEl>
                                        <p:attrNameLst>
                                          <p:attrName>style.visibility</p:attrName>
                                        </p:attrNameLst>
                                      </p:cBhvr>
                                      <p:to>
                                        <p:strVal val="visible"/>
                                      </p:to>
                                    </p:set>
                                    <p:animEffect transition="in" filter="fade">
                                      <p:cBhvr>
                                        <p:cTn id="15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28" grpId="0"/>
      <p:bldP spid="29" grpId="0" animBg="1"/>
      <p:bldP spid="31"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59" grpId="0" animBg="1"/>
      <p:bldP spid="60" grpId="0" animBg="1"/>
      <p:bldP spid="61" grpId="0"/>
      <p:bldP spid="62" grpId="0"/>
      <p:bldP spid="63" grpId="0"/>
      <p:bldP spid="64" grpId="0"/>
      <p:bldP spid="65"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cxnSp>
        <p:nvCxnSpPr>
          <p:cNvPr id="31" name="Straight Arrow Connector 48"/>
          <p:cNvCxnSpPr/>
          <p:nvPr/>
        </p:nvCxnSpPr>
        <p:spPr>
          <a:xfrm>
            <a:off x="706" y="3845755"/>
            <a:ext cx="11794639" cy="0"/>
          </a:xfrm>
          <a:prstGeom prst="straightConnector1">
            <a:avLst/>
          </a:prstGeom>
          <a:ln w="114300">
            <a:solidFill>
              <a:srgbClr val="77A9D3"/>
            </a:solidFill>
            <a:tailEnd type="triangle"/>
          </a:ln>
        </p:spPr>
        <p:style>
          <a:lnRef idx="1">
            <a:schemeClr val="accent1"/>
          </a:lnRef>
          <a:fillRef idx="0">
            <a:schemeClr val="accent1"/>
          </a:fillRef>
          <a:effectRef idx="0">
            <a:schemeClr val="accent1"/>
          </a:effectRef>
          <a:fontRef idx="minor">
            <a:schemeClr val="tx1"/>
          </a:fontRef>
        </p:style>
      </p:cxnSp>
      <p:grpSp>
        <p:nvGrpSpPr>
          <p:cNvPr id="33" name="Group 11"/>
          <p:cNvGrpSpPr/>
          <p:nvPr/>
        </p:nvGrpSpPr>
        <p:grpSpPr>
          <a:xfrm>
            <a:off x="7556460" y="3404719"/>
            <a:ext cx="2386222" cy="268628"/>
            <a:chOff x="7163516" y="3227357"/>
            <a:chExt cx="2262348" cy="254634"/>
          </a:xfrm>
          <a:solidFill>
            <a:srgbClr val="A491BB"/>
          </a:solidFill>
        </p:grpSpPr>
        <p:sp>
          <p:nvSpPr>
            <p:cNvPr id="34" name="Rectangle 51"/>
            <p:cNvSpPr/>
            <p:nvPr/>
          </p:nvSpPr>
          <p:spPr>
            <a:xfrm>
              <a:off x="7163516" y="3300674"/>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5" name="Oval 57"/>
            <p:cNvSpPr/>
            <p:nvPr/>
          </p:nvSpPr>
          <p:spPr>
            <a:xfrm>
              <a:off x="9171230" y="3227357"/>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6" name="Text Placeholder 32"/>
          <p:cNvSpPr txBox="1">
            <a:spLocks/>
          </p:cNvSpPr>
          <p:nvPr/>
        </p:nvSpPr>
        <p:spPr>
          <a:xfrm>
            <a:off x="2175401" y="2770205"/>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37" name="Text Placeholder 33"/>
          <p:cNvSpPr txBox="1">
            <a:spLocks/>
          </p:cNvSpPr>
          <p:nvPr/>
        </p:nvSpPr>
        <p:spPr>
          <a:xfrm>
            <a:off x="2175403" y="2486715"/>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8" name="Oval 60"/>
          <p:cNvSpPr>
            <a:spLocks noChangeAspect="1"/>
          </p:cNvSpPr>
          <p:nvPr/>
        </p:nvSpPr>
        <p:spPr>
          <a:xfrm>
            <a:off x="2754645" y="1768687"/>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Text Placeholder 32"/>
          <p:cNvSpPr txBox="1">
            <a:spLocks/>
          </p:cNvSpPr>
          <p:nvPr/>
        </p:nvSpPr>
        <p:spPr>
          <a:xfrm>
            <a:off x="4434175" y="2770205"/>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0" name="Text Placeholder 33"/>
          <p:cNvSpPr txBox="1">
            <a:spLocks/>
          </p:cNvSpPr>
          <p:nvPr/>
        </p:nvSpPr>
        <p:spPr>
          <a:xfrm>
            <a:off x="4434177" y="2486715"/>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Oval 63"/>
          <p:cNvSpPr>
            <a:spLocks noChangeAspect="1"/>
          </p:cNvSpPr>
          <p:nvPr/>
        </p:nvSpPr>
        <p:spPr>
          <a:xfrm>
            <a:off x="5013419" y="1768687"/>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Text Placeholder 32"/>
          <p:cNvSpPr txBox="1">
            <a:spLocks/>
          </p:cNvSpPr>
          <p:nvPr/>
        </p:nvSpPr>
        <p:spPr>
          <a:xfrm>
            <a:off x="6677136" y="2770205"/>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3" name="Text Placeholder 33"/>
          <p:cNvSpPr txBox="1">
            <a:spLocks/>
          </p:cNvSpPr>
          <p:nvPr/>
        </p:nvSpPr>
        <p:spPr>
          <a:xfrm>
            <a:off x="6677136" y="2486715"/>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Oval 66"/>
          <p:cNvSpPr>
            <a:spLocks noChangeAspect="1"/>
          </p:cNvSpPr>
          <p:nvPr/>
        </p:nvSpPr>
        <p:spPr>
          <a:xfrm>
            <a:off x="7256380" y="1768687"/>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Text Placeholder 32"/>
          <p:cNvSpPr txBox="1">
            <a:spLocks/>
          </p:cNvSpPr>
          <p:nvPr/>
        </p:nvSpPr>
        <p:spPr>
          <a:xfrm>
            <a:off x="8935908" y="2770205"/>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6" name="Text Placeholder 33"/>
          <p:cNvSpPr txBox="1">
            <a:spLocks/>
          </p:cNvSpPr>
          <p:nvPr/>
        </p:nvSpPr>
        <p:spPr>
          <a:xfrm>
            <a:off x="8935910" y="2486715"/>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7" name="Oval 69"/>
          <p:cNvSpPr>
            <a:spLocks noChangeAspect="1"/>
          </p:cNvSpPr>
          <p:nvPr/>
        </p:nvSpPr>
        <p:spPr>
          <a:xfrm>
            <a:off x="9515153" y="1768687"/>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8" name="Group 10"/>
          <p:cNvGrpSpPr/>
          <p:nvPr/>
        </p:nvGrpSpPr>
        <p:grpSpPr>
          <a:xfrm>
            <a:off x="7556460" y="4045694"/>
            <a:ext cx="2386222" cy="268628"/>
            <a:chOff x="7163516" y="3834942"/>
            <a:chExt cx="2262348" cy="254634"/>
          </a:xfrm>
          <a:solidFill>
            <a:srgbClr val="A491BB"/>
          </a:solidFill>
        </p:grpSpPr>
        <p:sp>
          <p:nvSpPr>
            <p:cNvPr id="49" name="Rectangle 72"/>
            <p:cNvSpPr/>
            <p:nvPr/>
          </p:nvSpPr>
          <p:spPr>
            <a:xfrm>
              <a:off x="7163516" y="3908259"/>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Oval 78"/>
            <p:cNvSpPr/>
            <p:nvPr/>
          </p:nvSpPr>
          <p:spPr>
            <a:xfrm>
              <a:off x="9171230" y="3834942"/>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51" name="Text Placeholder 32"/>
          <p:cNvSpPr txBox="1">
            <a:spLocks/>
          </p:cNvSpPr>
          <p:nvPr/>
        </p:nvSpPr>
        <p:spPr>
          <a:xfrm>
            <a:off x="2175401" y="5664994"/>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2" name="Text Placeholder 33"/>
          <p:cNvSpPr txBox="1">
            <a:spLocks/>
          </p:cNvSpPr>
          <p:nvPr/>
        </p:nvSpPr>
        <p:spPr>
          <a:xfrm>
            <a:off x="2175403" y="5395576"/>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Oval 81"/>
          <p:cNvSpPr>
            <a:spLocks noChangeAspect="1"/>
          </p:cNvSpPr>
          <p:nvPr/>
        </p:nvSpPr>
        <p:spPr>
          <a:xfrm>
            <a:off x="2754645" y="4677548"/>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Text Placeholder 32"/>
          <p:cNvSpPr txBox="1">
            <a:spLocks/>
          </p:cNvSpPr>
          <p:nvPr/>
        </p:nvSpPr>
        <p:spPr>
          <a:xfrm>
            <a:off x="4434175" y="5664994"/>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5" name="Text Placeholder 33"/>
          <p:cNvSpPr txBox="1">
            <a:spLocks/>
          </p:cNvSpPr>
          <p:nvPr/>
        </p:nvSpPr>
        <p:spPr>
          <a:xfrm>
            <a:off x="4434177" y="5395576"/>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6" name="Oval 84"/>
          <p:cNvSpPr>
            <a:spLocks noChangeAspect="1"/>
          </p:cNvSpPr>
          <p:nvPr/>
        </p:nvSpPr>
        <p:spPr>
          <a:xfrm>
            <a:off x="5013419" y="4677548"/>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sz="1406"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Text Placeholder 32"/>
          <p:cNvSpPr txBox="1">
            <a:spLocks/>
          </p:cNvSpPr>
          <p:nvPr/>
        </p:nvSpPr>
        <p:spPr>
          <a:xfrm>
            <a:off x="6677136" y="5664994"/>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8" name="Text Placeholder 33"/>
          <p:cNvSpPr txBox="1">
            <a:spLocks/>
          </p:cNvSpPr>
          <p:nvPr/>
        </p:nvSpPr>
        <p:spPr>
          <a:xfrm>
            <a:off x="6677136" y="5395576"/>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Oval 87"/>
          <p:cNvSpPr>
            <a:spLocks noChangeAspect="1"/>
          </p:cNvSpPr>
          <p:nvPr/>
        </p:nvSpPr>
        <p:spPr>
          <a:xfrm>
            <a:off x="7256380" y="4677548"/>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sz="1406"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Text Placeholder 32"/>
          <p:cNvSpPr txBox="1">
            <a:spLocks/>
          </p:cNvSpPr>
          <p:nvPr/>
        </p:nvSpPr>
        <p:spPr>
          <a:xfrm>
            <a:off x="8935908" y="5664994"/>
            <a:ext cx="1740704" cy="584584"/>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1" name="Text Placeholder 33"/>
          <p:cNvSpPr txBox="1">
            <a:spLocks/>
          </p:cNvSpPr>
          <p:nvPr/>
        </p:nvSpPr>
        <p:spPr>
          <a:xfrm>
            <a:off x="8935910" y="5395576"/>
            <a:ext cx="1311460" cy="259623"/>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just"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2" name="Oval 90"/>
          <p:cNvSpPr>
            <a:spLocks noChangeAspect="1"/>
          </p:cNvSpPr>
          <p:nvPr/>
        </p:nvSpPr>
        <p:spPr>
          <a:xfrm>
            <a:off x="9515153" y="4677548"/>
            <a:ext cx="582216" cy="582327"/>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a:t>
            </a:r>
            <a:endParaRPr lang="en-US" altLang="zh-CN" sz="1406"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63" name="Group 6"/>
          <p:cNvGrpSpPr/>
          <p:nvPr/>
        </p:nvGrpSpPr>
        <p:grpSpPr>
          <a:xfrm>
            <a:off x="5304525" y="3404719"/>
            <a:ext cx="2386222" cy="268628"/>
            <a:chOff x="5028485" y="3227357"/>
            <a:chExt cx="2262348" cy="254634"/>
          </a:xfrm>
          <a:solidFill>
            <a:srgbClr val="A491BB"/>
          </a:solidFill>
        </p:grpSpPr>
        <p:sp>
          <p:nvSpPr>
            <p:cNvPr id="64" name="Rectangle 50"/>
            <p:cNvSpPr/>
            <p:nvPr/>
          </p:nvSpPr>
          <p:spPr>
            <a:xfrm>
              <a:off x="5028485" y="3300674"/>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65" name="Oval 56"/>
            <p:cNvSpPr/>
            <p:nvPr/>
          </p:nvSpPr>
          <p:spPr>
            <a:xfrm>
              <a:off x="7036199" y="3227357"/>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6" name="Group 9"/>
          <p:cNvGrpSpPr/>
          <p:nvPr/>
        </p:nvGrpSpPr>
        <p:grpSpPr>
          <a:xfrm>
            <a:off x="5304525" y="4045694"/>
            <a:ext cx="2386222" cy="268628"/>
            <a:chOff x="5028485" y="3834942"/>
            <a:chExt cx="2262348" cy="254634"/>
          </a:xfrm>
          <a:solidFill>
            <a:srgbClr val="A491BB"/>
          </a:solidFill>
        </p:grpSpPr>
        <p:sp>
          <p:nvSpPr>
            <p:cNvPr id="67" name="Rectangle 71"/>
            <p:cNvSpPr/>
            <p:nvPr/>
          </p:nvSpPr>
          <p:spPr>
            <a:xfrm>
              <a:off x="5028485" y="3908259"/>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68" name="Oval 77"/>
            <p:cNvSpPr/>
            <p:nvPr/>
          </p:nvSpPr>
          <p:spPr>
            <a:xfrm>
              <a:off x="7036199" y="3834942"/>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9" name="Group 4"/>
          <p:cNvGrpSpPr/>
          <p:nvPr/>
        </p:nvGrpSpPr>
        <p:grpSpPr>
          <a:xfrm>
            <a:off x="3136174" y="3404719"/>
            <a:ext cx="2302640" cy="268628"/>
            <a:chOff x="2972698" y="3227357"/>
            <a:chExt cx="2183104" cy="254634"/>
          </a:xfrm>
          <a:solidFill>
            <a:srgbClr val="A491BB"/>
          </a:solidFill>
        </p:grpSpPr>
        <p:sp>
          <p:nvSpPr>
            <p:cNvPr id="70" name="Rectangle 53"/>
            <p:cNvSpPr/>
            <p:nvPr/>
          </p:nvSpPr>
          <p:spPr>
            <a:xfrm>
              <a:off x="2972698" y="3300674"/>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71" name="Oval 54"/>
            <p:cNvSpPr/>
            <p:nvPr/>
          </p:nvSpPr>
          <p:spPr>
            <a:xfrm>
              <a:off x="4901168" y="3227357"/>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2" name="Group 1"/>
          <p:cNvGrpSpPr/>
          <p:nvPr/>
        </p:nvGrpSpPr>
        <p:grpSpPr>
          <a:xfrm>
            <a:off x="706" y="3404719"/>
            <a:ext cx="3186174" cy="268628"/>
            <a:chOff x="0" y="3227357"/>
            <a:chExt cx="3020771" cy="254634"/>
          </a:xfrm>
          <a:solidFill>
            <a:srgbClr val="A491BB"/>
          </a:solidFill>
        </p:grpSpPr>
        <p:sp>
          <p:nvSpPr>
            <p:cNvPr id="73" name="Rectangle 52"/>
            <p:cNvSpPr/>
            <p:nvPr/>
          </p:nvSpPr>
          <p:spPr>
            <a:xfrm>
              <a:off x="0" y="3300674"/>
              <a:ext cx="28829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74" name="Oval 55"/>
            <p:cNvSpPr/>
            <p:nvPr/>
          </p:nvSpPr>
          <p:spPr>
            <a:xfrm>
              <a:off x="2766137" y="3227357"/>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5" name="Group 5"/>
          <p:cNvGrpSpPr/>
          <p:nvPr/>
        </p:nvGrpSpPr>
        <p:grpSpPr>
          <a:xfrm>
            <a:off x="3136174" y="4045694"/>
            <a:ext cx="2302640" cy="268628"/>
            <a:chOff x="2972698" y="3834942"/>
            <a:chExt cx="2183104" cy="254634"/>
          </a:xfrm>
          <a:solidFill>
            <a:srgbClr val="A491BB"/>
          </a:solidFill>
        </p:grpSpPr>
        <p:sp>
          <p:nvSpPr>
            <p:cNvPr id="76" name="Rectangle 74"/>
            <p:cNvSpPr/>
            <p:nvPr/>
          </p:nvSpPr>
          <p:spPr>
            <a:xfrm>
              <a:off x="2972698" y="3908259"/>
              <a:ext cx="2097777"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77" name="Oval 75"/>
            <p:cNvSpPr/>
            <p:nvPr/>
          </p:nvSpPr>
          <p:spPr>
            <a:xfrm>
              <a:off x="4901168" y="3834942"/>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8" name="Group 2"/>
          <p:cNvGrpSpPr/>
          <p:nvPr/>
        </p:nvGrpSpPr>
        <p:grpSpPr>
          <a:xfrm>
            <a:off x="706" y="4045694"/>
            <a:ext cx="3186174" cy="268628"/>
            <a:chOff x="0" y="3834942"/>
            <a:chExt cx="3020771" cy="254634"/>
          </a:xfrm>
          <a:solidFill>
            <a:srgbClr val="A491BB"/>
          </a:solidFill>
        </p:grpSpPr>
        <p:sp>
          <p:nvSpPr>
            <p:cNvPr id="79" name="Rectangle 73"/>
            <p:cNvSpPr/>
            <p:nvPr/>
          </p:nvSpPr>
          <p:spPr>
            <a:xfrm>
              <a:off x="0" y="3908259"/>
              <a:ext cx="2924175"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80" name="Oval 76"/>
            <p:cNvSpPr/>
            <p:nvPr/>
          </p:nvSpPr>
          <p:spPr>
            <a:xfrm>
              <a:off x="2766137" y="3834942"/>
              <a:ext cx="254634" cy="25463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auto">
                <a:lnSpc>
                  <a:spcPct val="120000"/>
                </a:lnSpc>
                <a:spcBef>
                  <a:spcPts val="0"/>
                </a:spcBef>
                <a:spcAft>
                  <a:spcPts val="0"/>
                </a:spcAft>
              </a:pPr>
              <a:endParaRPr lang="id-ID" sz="844">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2543576655"/>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2"/>
                                        </p:tgtEl>
                                        <p:attrNameLst>
                                          <p:attrName>ppt_y</p:attrName>
                                        </p:attrNameLst>
                                      </p:cBhvr>
                                      <p:tavLst>
                                        <p:tav tm="0">
                                          <p:val>
                                            <p:strVal val="#ppt_y"/>
                                          </p:val>
                                        </p:tav>
                                        <p:tav tm="100000">
                                          <p:val>
                                            <p:strVal val="#ppt_y"/>
                                          </p:val>
                                        </p:tav>
                                      </p:tavLst>
                                    </p:anim>
                                    <p:anim calcmode="lin" valueType="num">
                                      <p:cBhvr>
                                        <p:cTn id="9" dur="500" fill="hold"/>
                                        <p:tgtEl>
                                          <p:spTgt spid="3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left)">
                                      <p:cBhvr>
                                        <p:cTn id="16" dur="500"/>
                                        <p:tgtEl>
                                          <p:spTgt spid="72"/>
                                        </p:tgtEl>
                                      </p:cBhvr>
                                    </p:animEffect>
                                  </p:childTnLst>
                                </p:cTn>
                              </p:par>
                              <p:par>
                                <p:cTn id="17" presetID="22" presetClass="entr" presetSubtype="8" fill="hold" nodeType="withEffect">
                                  <p:stCondLst>
                                    <p:cond delay="0"/>
                                  </p:stCondLst>
                                  <p:childTnLst>
                                    <p:set>
                                      <p:cBhvr>
                                        <p:cTn id="18" dur="1" fill="hold">
                                          <p:stCondLst>
                                            <p:cond delay="0"/>
                                          </p:stCondLst>
                                        </p:cTn>
                                        <p:tgtEl>
                                          <p:spTgt spid="78"/>
                                        </p:tgtEl>
                                        <p:attrNameLst>
                                          <p:attrName>style.visibility</p:attrName>
                                        </p:attrNameLst>
                                      </p:cBhvr>
                                      <p:to>
                                        <p:strVal val="visible"/>
                                      </p:to>
                                    </p:set>
                                    <p:animEffect transition="in" filter="wipe(left)">
                                      <p:cBhvr>
                                        <p:cTn id="19" dur="500"/>
                                        <p:tgtEl>
                                          <p:spTgt spid="78"/>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fade">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500"/>
                                        <p:tgtEl>
                                          <p:spTgt spid="5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fade">
                                      <p:cBhvr>
                                        <p:cTn id="36" dur="500"/>
                                        <p:tgtEl>
                                          <p:spTgt spid="5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fade">
                                      <p:cBhvr>
                                        <p:cTn id="39" dur="500"/>
                                        <p:tgtEl>
                                          <p:spTgt spid="5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69"/>
                                        </p:tgtEl>
                                        <p:attrNameLst>
                                          <p:attrName>style.visibility</p:attrName>
                                        </p:attrNameLst>
                                      </p:cBhvr>
                                      <p:to>
                                        <p:strVal val="visible"/>
                                      </p:to>
                                    </p:set>
                                    <p:animEffect transition="in" filter="wipe(left)">
                                      <p:cBhvr>
                                        <p:cTn id="44" dur="500"/>
                                        <p:tgtEl>
                                          <p:spTgt spid="69"/>
                                        </p:tgtEl>
                                      </p:cBhvr>
                                    </p:animEffect>
                                  </p:childTnLst>
                                </p:cTn>
                              </p:par>
                              <p:par>
                                <p:cTn id="45" presetID="22" presetClass="entr" presetSubtype="8" fill="hold" nodeType="withEffect">
                                  <p:stCondLst>
                                    <p:cond delay="0"/>
                                  </p:stCondLst>
                                  <p:childTnLst>
                                    <p:set>
                                      <p:cBhvr>
                                        <p:cTn id="46" dur="1" fill="hold">
                                          <p:stCondLst>
                                            <p:cond delay="0"/>
                                          </p:stCondLst>
                                        </p:cTn>
                                        <p:tgtEl>
                                          <p:spTgt spid="75"/>
                                        </p:tgtEl>
                                        <p:attrNameLst>
                                          <p:attrName>style.visibility</p:attrName>
                                        </p:attrNameLst>
                                      </p:cBhvr>
                                      <p:to>
                                        <p:strVal val="visible"/>
                                      </p:to>
                                    </p:set>
                                    <p:animEffect transition="in" filter="wipe(left)">
                                      <p:cBhvr>
                                        <p:cTn id="47" dur="500"/>
                                        <p:tgtEl>
                                          <p:spTgt spid="7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fade">
                                      <p:cBhvr>
                                        <p:cTn id="52" dur="500"/>
                                        <p:tgtEl>
                                          <p:spTgt spid="39"/>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0"/>
                                        </p:tgtEl>
                                        <p:attrNameLst>
                                          <p:attrName>style.visibility</p:attrName>
                                        </p:attrNameLst>
                                      </p:cBhvr>
                                      <p:to>
                                        <p:strVal val="visible"/>
                                      </p:to>
                                    </p:set>
                                    <p:animEffect transition="in" filter="fade">
                                      <p:cBhvr>
                                        <p:cTn id="55" dur="500"/>
                                        <p:tgtEl>
                                          <p:spTgt spid="4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fade">
                                      <p:cBhvr>
                                        <p:cTn id="58" dur="500"/>
                                        <p:tgtEl>
                                          <p:spTgt spid="4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54"/>
                                        </p:tgtEl>
                                        <p:attrNameLst>
                                          <p:attrName>style.visibility</p:attrName>
                                        </p:attrNameLst>
                                      </p:cBhvr>
                                      <p:to>
                                        <p:strVal val="visible"/>
                                      </p:to>
                                    </p:set>
                                    <p:animEffect transition="in" filter="fade">
                                      <p:cBhvr>
                                        <p:cTn id="61" dur="500"/>
                                        <p:tgtEl>
                                          <p:spTgt spid="5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5"/>
                                        </p:tgtEl>
                                        <p:attrNameLst>
                                          <p:attrName>style.visibility</p:attrName>
                                        </p:attrNameLst>
                                      </p:cBhvr>
                                      <p:to>
                                        <p:strVal val="visible"/>
                                      </p:to>
                                    </p:set>
                                    <p:animEffect transition="in" filter="fade">
                                      <p:cBhvr>
                                        <p:cTn id="64" dur="500"/>
                                        <p:tgtEl>
                                          <p:spTgt spid="5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56"/>
                                        </p:tgtEl>
                                        <p:attrNameLst>
                                          <p:attrName>style.visibility</p:attrName>
                                        </p:attrNameLst>
                                      </p:cBhvr>
                                      <p:to>
                                        <p:strVal val="visible"/>
                                      </p:to>
                                    </p:set>
                                    <p:animEffect transition="in" filter="fade">
                                      <p:cBhvr>
                                        <p:cTn id="67" dur="500"/>
                                        <p:tgtEl>
                                          <p:spTgt spid="5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wipe(left)">
                                      <p:cBhvr>
                                        <p:cTn id="72" dur="500"/>
                                        <p:tgtEl>
                                          <p:spTgt spid="63"/>
                                        </p:tgtEl>
                                      </p:cBhvr>
                                    </p:animEffect>
                                  </p:childTnLst>
                                </p:cTn>
                              </p:par>
                              <p:par>
                                <p:cTn id="73" presetID="22" presetClass="entr" presetSubtype="8" fill="hold" nodeType="withEffect">
                                  <p:stCondLst>
                                    <p:cond delay="0"/>
                                  </p:stCondLst>
                                  <p:childTnLst>
                                    <p:set>
                                      <p:cBhvr>
                                        <p:cTn id="74" dur="1" fill="hold">
                                          <p:stCondLst>
                                            <p:cond delay="0"/>
                                          </p:stCondLst>
                                        </p:cTn>
                                        <p:tgtEl>
                                          <p:spTgt spid="66"/>
                                        </p:tgtEl>
                                        <p:attrNameLst>
                                          <p:attrName>style.visibility</p:attrName>
                                        </p:attrNameLst>
                                      </p:cBhvr>
                                      <p:to>
                                        <p:strVal val="visible"/>
                                      </p:to>
                                    </p:set>
                                    <p:animEffect transition="in" filter="wipe(left)">
                                      <p:cBhvr>
                                        <p:cTn id="75" dur="500"/>
                                        <p:tgtEl>
                                          <p:spTgt spid="66"/>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42"/>
                                        </p:tgtEl>
                                        <p:attrNameLst>
                                          <p:attrName>style.visibility</p:attrName>
                                        </p:attrNameLst>
                                      </p:cBhvr>
                                      <p:to>
                                        <p:strVal val="visible"/>
                                      </p:to>
                                    </p:set>
                                    <p:animEffect transition="in" filter="fade">
                                      <p:cBhvr>
                                        <p:cTn id="80" dur="500"/>
                                        <p:tgtEl>
                                          <p:spTgt spid="4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3"/>
                                        </p:tgtEl>
                                        <p:attrNameLst>
                                          <p:attrName>style.visibility</p:attrName>
                                        </p:attrNameLst>
                                      </p:cBhvr>
                                      <p:to>
                                        <p:strVal val="visible"/>
                                      </p:to>
                                    </p:set>
                                    <p:animEffect transition="in" filter="fade">
                                      <p:cBhvr>
                                        <p:cTn id="83" dur="500"/>
                                        <p:tgtEl>
                                          <p:spTgt spid="43"/>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fade">
                                      <p:cBhvr>
                                        <p:cTn id="86" dur="500"/>
                                        <p:tgtEl>
                                          <p:spTgt spid="4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57"/>
                                        </p:tgtEl>
                                        <p:attrNameLst>
                                          <p:attrName>style.visibility</p:attrName>
                                        </p:attrNameLst>
                                      </p:cBhvr>
                                      <p:to>
                                        <p:strVal val="visible"/>
                                      </p:to>
                                    </p:set>
                                    <p:animEffect transition="in" filter="fade">
                                      <p:cBhvr>
                                        <p:cTn id="89" dur="500"/>
                                        <p:tgtEl>
                                          <p:spTgt spid="57"/>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58"/>
                                        </p:tgtEl>
                                        <p:attrNameLst>
                                          <p:attrName>style.visibility</p:attrName>
                                        </p:attrNameLst>
                                      </p:cBhvr>
                                      <p:to>
                                        <p:strVal val="visible"/>
                                      </p:to>
                                    </p:set>
                                    <p:animEffect transition="in" filter="fade">
                                      <p:cBhvr>
                                        <p:cTn id="92" dur="500"/>
                                        <p:tgtEl>
                                          <p:spTgt spid="58"/>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59"/>
                                        </p:tgtEl>
                                        <p:attrNameLst>
                                          <p:attrName>style.visibility</p:attrName>
                                        </p:attrNameLst>
                                      </p:cBhvr>
                                      <p:to>
                                        <p:strVal val="visible"/>
                                      </p:to>
                                    </p:set>
                                    <p:animEffect transition="in" filter="fade">
                                      <p:cBhvr>
                                        <p:cTn id="95" dur="500"/>
                                        <p:tgtEl>
                                          <p:spTgt spid="59"/>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8" fill="hold" nodeType="click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wipe(left)">
                                      <p:cBhvr>
                                        <p:cTn id="100" dur="500"/>
                                        <p:tgtEl>
                                          <p:spTgt spid="33"/>
                                        </p:tgtEl>
                                      </p:cBhvr>
                                    </p:animEffect>
                                  </p:childTnLst>
                                </p:cTn>
                              </p:par>
                              <p:par>
                                <p:cTn id="101" presetID="22" presetClass="entr" presetSubtype="8" fill="hold" nodeType="withEffect">
                                  <p:stCondLst>
                                    <p:cond delay="0"/>
                                  </p:stCondLst>
                                  <p:childTnLst>
                                    <p:set>
                                      <p:cBhvr>
                                        <p:cTn id="102" dur="1" fill="hold">
                                          <p:stCondLst>
                                            <p:cond delay="0"/>
                                          </p:stCondLst>
                                        </p:cTn>
                                        <p:tgtEl>
                                          <p:spTgt spid="48"/>
                                        </p:tgtEl>
                                        <p:attrNameLst>
                                          <p:attrName>style.visibility</p:attrName>
                                        </p:attrNameLst>
                                      </p:cBhvr>
                                      <p:to>
                                        <p:strVal val="visible"/>
                                      </p:to>
                                    </p:set>
                                    <p:animEffect transition="in" filter="wipe(left)">
                                      <p:cBhvr>
                                        <p:cTn id="103" dur="500"/>
                                        <p:tgtEl>
                                          <p:spTgt spid="48"/>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45"/>
                                        </p:tgtEl>
                                        <p:attrNameLst>
                                          <p:attrName>style.visibility</p:attrName>
                                        </p:attrNameLst>
                                      </p:cBhvr>
                                      <p:to>
                                        <p:strVal val="visible"/>
                                      </p:to>
                                    </p:set>
                                    <p:animEffect transition="in" filter="fade">
                                      <p:cBhvr>
                                        <p:cTn id="108" dur="500"/>
                                        <p:tgtEl>
                                          <p:spTgt spid="45"/>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46"/>
                                        </p:tgtEl>
                                        <p:attrNameLst>
                                          <p:attrName>style.visibility</p:attrName>
                                        </p:attrNameLst>
                                      </p:cBhvr>
                                      <p:to>
                                        <p:strVal val="visible"/>
                                      </p:to>
                                    </p:set>
                                    <p:animEffect transition="in" filter="fade">
                                      <p:cBhvr>
                                        <p:cTn id="111" dur="500"/>
                                        <p:tgtEl>
                                          <p:spTgt spid="46"/>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47"/>
                                        </p:tgtEl>
                                        <p:attrNameLst>
                                          <p:attrName>style.visibility</p:attrName>
                                        </p:attrNameLst>
                                      </p:cBhvr>
                                      <p:to>
                                        <p:strVal val="visible"/>
                                      </p:to>
                                    </p:set>
                                    <p:animEffect transition="in" filter="fade">
                                      <p:cBhvr>
                                        <p:cTn id="114" dur="500"/>
                                        <p:tgtEl>
                                          <p:spTgt spid="47"/>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fade">
                                      <p:cBhvr>
                                        <p:cTn id="117" dur="500"/>
                                        <p:tgtEl>
                                          <p:spTgt spid="60"/>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61"/>
                                        </p:tgtEl>
                                        <p:attrNameLst>
                                          <p:attrName>style.visibility</p:attrName>
                                        </p:attrNameLst>
                                      </p:cBhvr>
                                      <p:to>
                                        <p:strVal val="visible"/>
                                      </p:to>
                                    </p:set>
                                    <p:animEffect transition="in" filter="fade">
                                      <p:cBhvr>
                                        <p:cTn id="120" dur="500"/>
                                        <p:tgtEl>
                                          <p:spTgt spid="61"/>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fade">
                                      <p:cBhvr>
                                        <p:cTn id="123" dur="500"/>
                                        <p:tgtEl>
                                          <p:spTgt spid="62"/>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nodeType="clickEffect">
                                  <p:stCondLst>
                                    <p:cond delay="0"/>
                                  </p:stCondLst>
                                  <p:childTnLst>
                                    <p:set>
                                      <p:cBhvr>
                                        <p:cTn id="127" dur="1" fill="hold">
                                          <p:stCondLst>
                                            <p:cond delay="0"/>
                                          </p:stCondLst>
                                        </p:cTn>
                                        <p:tgtEl>
                                          <p:spTgt spid="31"/>
                                        </p:tgtEl>
                                        <p:attrNameLst>
                                          <p:attrName>style.visibility</p:attrName>
                                        </p:attrNameLst>
                                      </p:cBhvr>
                                      <p:to>
                                        <p:strVal val="visible"/>
                                      </p:to>
                                    </p:set>
                                    <p:animEffect transition="in" filter="wipe(left)">
                                      <p:cBhvr>
                                        <p:cTn id="1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6" grpId="0"/>
      <p:bldP spid="37" grpId="0"/>
      <p:bldP spid="38" grpId="0" animBg="1"/>
      <p:bldP spid="39" grpId="0"/>
      <p:bldP spid="40" grpId="0"/>
      <p:bldP spid="41" grpId="0" animBg="1"/>
      <p:bldP spid="42" grpId="0"/>
      <p:bldP spid="43" grpId="0"/>
      <p:bldP spid="44" grpId="0" animBg="1"/>
      <p:bldP spid="45" grpId="0"/>
      <p:bldP spid="46" grpId="0"/>
      <p:bldP spid="47" grpId="0" animBg="1"/>
      <p:bldP spid="51" grpId="0"/>
      <p:bldP spid="52" grpId="0"/>
      <p:bldP spid="53" grpId="0" animBg="1"/>
      <p:bldP spid="54" grpId="0"/>
      <p:bldP spid="55" grpId="0"/>
      <p:bldP spid="56" grpId="0" animBg="1"/>
      <p:bldP spid="57" grpId="0"/>
      <p:bldP spid="58" grpId="0"/>
      <p:bldP spid="59" grpId="0" animBg="1"/>
      <p:bldP spid="60" grpId="0"/>
      <p:bldP spid="61" grpId="0"/>
      <p:bldP spid="62"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24" name="Pentagon 14"/>
          <p:cNvSpPr/>
          <p:nvPr/>
        </p:nvSpPr>
        <p:spPr>
          <a:xfrm>
            <a:off x="7207300" y="2755289"/>
            <a:ext cx="3278462" cy="930816"/>
          </a:xfrm>
          <a:prstGeom prst="homePlate">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Parallelogram 15"/>
          <p:cNvSpPr/>
          <p:nvPr/>
        </p:nvSpPr>
        <p:spPr>
          <a:xfrm rot="5400000">
            <a:off x="7381838" y="2580580"/>
            <a:ext cx="1396226" cy="1745305"/>
          </a:xfrm>
          <a:prstGeom prst="parallelogram">
            <a:avLst>
              <a:gd name="adj" fmla="val 33167"/>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6" name="Rectangle 16"/>
          <p:cNvSpPr/>
          <p:nvPr/>
        </p:nvSpPr>
        <p:spPr>
          <a:xfrm>
            <a:off x="6081299" y="3220698"/>
            <a:ext cx="2871308" cy="930816"/>
          </a:xfrm>
          <a:prstGeom prst="rect">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7" name="Parallelogram 10"/>
          <p:cNvSpPr/>
          <p:nvPr/>
        </p:nvSpPr>
        <p:spPr>
          <a:xfrm rot="5400000">
            <a:off x="6255833" y="3045988"/>
            <a:ext cx="1396226" cy="1745305"/>
          </a:xfrm>
          <a:prstGeom prst="parallelogram">
            <a:avLst>
              <a:gd name="adj" fmla="val 33167"/>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8" name="Rectangle 7"/>
          <p:cNvSpPr/>
          <p:nvPr/>
        </p:nvSpPr>
        <p:spPr>
          <a:xfrm>
            <a:off x="4955296" y="3686305"/>
            <a:ext cx="2871308" cy="930816"/>
          </a:xfrm>
          <a:prstGeom prst="rect">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29" name="Parallelogram 8"/>
          <p:cNvSpPr/>
          <p:nvPr/>
        </p:nvSpPr>
        <p:spPr>
          <a:xfrm rot="5400000">
            <a:off x="5129832" y="3511396"/>
            <a:ext cx="1396226" cy="1745305"/>
          </a:xfrm>
          <a:prstGeom prst="parallelogram">
            <a:avLst>
              <a:gd name="adj" fmla="val 33167"/>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0" name="Rectangle 6"/>
          <p:cNvSpPr/>
          <p:nvPr/>
        </p:nvSpPr>
        <p:spPr>
          <a:xfrm>
            <a:off x="3829290" y="4150547"/>
            <a:ext cx="2871308" cy="930816"/>
          </a:xfrm>
          <a:prstGeom prst="rect">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Parallelogram 5"/>
          <p:cNvSpPr/>
          <p:nvPr/>
        </p:nvSpPr>
        <p:spPr>
          <a:xfrm rot="5400000">
            <a:off x="4003826" y="3976805"/>
            <a:ext cx="1396226" cy="1745305"/>
          </a:xfrm>
          <a:prstGeom prst="parallelogram">
            <a:avLst>
              <a:gd name="adj" fmla="val 33167"/>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Rectangle 4"/>
          <p:cNvSpPr/>
          <p:nvPr/>
        </p:nvSpPr>
        <p:spPr>
          <a:xfrm>
            <a:off x="354" y="4636315"/>
            <a:ext cx="5574242" cy="930816"/>
          </a:xfrm>
          <a:prstGeom prst="rect">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just" fontAlgn="auto">
              <a:lnSpc>
                <a:spcPct val="120000"/>
              </a:lnSpc>
              <a:spcBef>
                <a:spcPts val="0"/>
              </a:spcBef>
              <a:spcAft>
                <a:spcPts val="0"/>
              </a:spcAft>
            </a:pPr>
            <a:endParaRPr lang="en-US" sz="84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5" name="Group 21"/>
          <p:cNvGrpSpPr/>
          <p:nvPr/>
        </p:nvGrpSpPr>
        <p:grpSpPr>
          <a:xfrm>
            <a:off x="5853355" y="4367466"/>
            <a:ext cx="537593" cy="537695"/>
            <a:chOff x="8780463" y="1906588"/>
            <a:chExt cx="360363" cy="360363"/>
          </a:xfrm>
          <a:solidFill>
            <a:schemeClr val="bg1"/>
          </a:solidFill>
        </p:grpSpPr>
        <p:sp>
          <p:nvSpPr>
            <p:cNvPr id="56" name="Freeform 93"/>
            <p:cNvSpPr>
              <a:spLocks noEditPoints="1"/>
            </p:cNvSpPr>
            <p:nvPr/>
          </p:nvSpPr>
          <p:spPr bwMode="auto">
            <a:xfrm>
              <a:off x="8780463" y="1938338"/>
              <a:ext cx="328613" cy="328613"/>
            </a:xfrm>
            <a:custGeom>
              <a:avLst/>
              <a:gdLst/>
              <a:ahLst/>
              <a:cxnLst>
                <a:cxn ang="0">
                  <a:pos x="80" y="3"/>
                </a:cxn>
                <a:cxn ang="0">
                  <a:pos x="73" y="0"/>
                </a:cxn>
                <a:cxn ang="0">
                  <a:pos x="66" y="3"/>
                </a:cxn>
                <a:cxn ang="0">
                  <a:pos x="61" y="9"/>
                </a:cxn>
                <a:cxn ang="0">
                  <a:pos x="58" y="15"/>
                </a:cxn>
                <a:cxn ang="0">
                  <a:pos x="60" y="20"/>
                </a:cxn>
                <a:cxn ang="0">
                  <a:pos x="8" y="41"/>
                </a:cxn>
                <a:cxn ang="0">
                  <a:pos x="1" y="50"/>
                </a:cxn>
                <a:cxn ang="0">
                  <a:pos x="4" y="60"/>
                </a:cxn>
                <a:cxn ang="0">
                  <a:pos x="53" y="108"/>
                </a:cxn>
                <a:cxn ang="0">
                  <a:pos x="61" y="112"/>
                </a:cxn>
                <a:cxn ang="0">
                  <a:pos x="61" y="112"/>
                </a:cxn>
                <a:cxn ang="0">
                  <a:pos x="63" y="111"/>
                </a:cxn>
                <a:cxn ang="0">
                  <a:pos x="72" y="104"/>
                </a:cxn>
                <a:cxn ang="0">
                  <a:pos x="92" y="53"/>
                </a:cxn>
                <a:cxn ang="0">
                  <a:pos x="97" y="55"/>
                </a:cxn>
                <a:cxn ang="0">
                  <a:pos x="104" y="52"/>
                </a:cxn>
                <a:cxn ang="0">
                  <a:pos x="110" y="46"/>
                </a:cxn>
                <a:cxn ang="0">
                  <a:pos x="112" y="40"/>
                </a:cxn>
                <a:cxn ang="0">
                  <a:pos x="110" y="33"/>
                </a:cxn>
                <a:cxn ang="0">
                  <a:pos x="80" y="3"/>
                </a:cxn>
                <a:cxn ang="0">
                  <a:pos x="65" y="102"/>
                </a:cxn>
                <a:cxn ang="0">
                  <a:pos x="62" y="104"/>
                </a:cxn>
                <a:cxn ang="0">
                  <a:pos x="61" y="104"/>
                </a:cxn>
                <a:cxn ang="0">
                  <a:pos x="58" y="103"/>
                </a:cxn>
                <a:cxn ang="0">
                  <a:pos x="9" y="55"/>
                </a:cxn>
                <a:cxn ang="0">
                  <a:pos x="8" y="51"/>
                </a:cxn>
                <a:cxn ang="0">
                  <a:pos x="11" y="48"/>
                </a:cxn>
                <a:cxn ang="0">
                  <a:pos x="34" y="39"/>
                </a:cxn>
                <a:cxn ang="0">
                  <a:pos x="83" y="56"/>
                </a:cxn>
                <a:cxn ang="0">
                  <a:pos x="65" y="102"/>
                </a:cxn>
                <a:cxn ang="0">
                  <a:pos x="104" y="41"/>
                </a:cxn>
                <a:cxn ang="0">
                  <a:pos x="99" y="46"/>
                </a:cxn>
                <a:cxn ang="0">
                  <a:pos x="96" y="46"/>
                </a:cxn>
                <a:cxn ang="0">
                  <a:pos x="89" y="40"/>
                </a:cxn>
                <a:cxn ang="0">
                  <a:pos x="84" y="53"/>
                </a:cxn>
                <a:cxn ang="0">
                  <a:pos x="84" y="52"/>
                </a:cxn>
                <a:cxn ang="0">
                  <a:pos x="50" y="38"/>
                </a:cxn>
                <a:cxn ang="0">
                  <a:pos x="40" y="36"/>
                </a:cxn>
                <a:cxn ang="0">
                  <a:pos x="73" y="23"/>
                </a:cxn>
                <a:cxn ang="0">
                  <a:pos x="66" y="17"/>
                </a:cxn>
                <a:cxn ang="0">
                  <a:pos x="66" y="14"/>
                </a:cxn>
                <a:cxn ang="0">
                  <a:pos x="72" y="9"/>
                </a:cxn>
                <a:cxn ang="0">
                  <a:pos x="75" y="9"/>
                </a:cxn>
                <a:cxn ang="0">
                  <a:pos x="104" y="38"/>
                </a:cxn>
                <a:cxn ang="0">
                  <a:pos x="104" y="41"/>
                </a:cxn>
                <a:cxn ang="0">
                  <a:pos x="104" y="41"/>
                </a:cxn>
                <a:cxn ang="0">
                  <a:pos x="104" y="41"/>
                </a:cxn>
              </a:cxnLst>
              <a:rect l="0" t="0" r="r" b="b"/>
              <a:pathLst>
                <a:path w="112" h="112">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Freeform 94"/>
            <p:cNvSpPr>
              <a:spLocks noEditPoints="1"/>
            </p:cNvSpPr>
            <p:nvPr/>
          </p:nvSpPr>
          <p:spPr bwMode="auto">
            <a:xfrm>
              <a:off x="8939213" y="2084388"/>
              <a:ext cx="55563" cy="57150"/>
            </a:xfrm>
            <a:custGeom>
              <a:avLst/>
              <a:gdLst/>
              <a:ahLst/>
              <a:cxnLst>
                <a:cxn ang="0">
                  <a:pos x="10" y="19"/>
                </a:cxn>
                <a:cxn ang="0">
                  <a:pos x="19" y="10"/>
                </a:cxn>
                <a:cxn ang="0">
                  <a:pos x="10" y="0"/>
                </a:cxn>
                <a:cxn ang="0">
                  <a:pos x="0" y="10"/>
                </a:cxn>
                <a:cxn ang="0">
                  <a:pos x="10" y="19"/>
                </a:cxn>
                <a:cxn ang="0">
                  <a:pos x="10" y="4"/>
                </a:cxn>
                <a:cxn ang="0">
                  <a:pos x="16" y="10"/>
                </a:cxn>
                <a:cxn ang="0">
                  <a:pos x="10" y="16"/>
                </a:cxn>
                <a:cxn ang="0">
                  <a:pos x="4" y="10"/>
                </a:cxn>
                <a:cxn ang="0">
                  <a:pos x="10" y="4"/>
                </a:cxn>
                <a:cxn ang="0">
                  <a:pos x="10" y="4"/>
                </a:cxn>
                <a:cxn ang="0">
                  <a:pos x="10" y="4"/>
                </a:cxn>
              </a:cxnLst>
              <a:rect l="0" t="0" r="r" b="b"/>
              <a:pathLst>
                <a:path w="19" h="19">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8" name="Freeform 95"/>
            <p:cNvSpPr>
              <a:spLocks noEditPoints="1"/>
            </p:cNvSpPr>
            <p:nvPr/>
          </p:nvSpPr>
          <p:spPr bwMode="auto">
            <a:xfrm>
              <a:off x="9085263" y="1906588"/>
              <a:ext cx="55563" cy="55563"/>
            </a:xfrm>
            <a:custGeom>
              <a:avLst/>
              <a:gdLst/>
              <a:ahLst/>
              <a:cxnLst>
                <a:cxn ang="0">
                  <a:pos x="10" y="0"/>
                </a:cxn>
                <a:cxn ang="0">
                  <a:pos x="0" y="9"/>
                </a:cxn>
                <a:cxn ang="0">
                  <a:pos x="10" y="19"/>
                </a:cxn>
                <a:cxn ang="0">
                  <a:pos x="19" y="9"/>
                </a:cxn>
                <a:cxn ang="0">
                  <a:pos x="10" y="0"/>
                </a:cxn>
                <a:cxn ang="0">
                  <a:pos x="10" y="15"/>
                </a:cxn>
                <a:cxn ang="0">
                  <a:pos x="4" y="9"/>
                </a:cxn>
                <a:cxn ang="0">
                  <a:pos x="10" y="4"/>
                </a:cxn>
                <a:cxn ang="0">
                  <a:pos x="16" y="9"/>
                </a:cxn>
                <a:cxn ang="0">
                  <a:pos x="10" y="15"/>
                </a:cxn>
                <a:cxn ang="0">
                  <a:pos x="10" y="15"/>
                </a:cxn>
                <a:cxn ang="0">
                  <a:pos x="10" y="15"/>
                </a:cxn>
              </a:cxnLst>
              <a:rect l="0" t="0" r="r" b="b"/>
              <a:pathLst>
                <a:path w="19" h="19">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Freeform 96"/>
            <p:cNvSpPr>
              <a:spLocks noEditPoints="1"/>
            </p:cNvSpPr>
            <p:nvPr/>
          </p:nvSpPr>
          <p:spPr bwMode="auto">
            <a:xfrm>
              <a:off x="8872538" y="2073276"/>
              <a:ext cx="46038" cy="47625"/>
            </a:xfrm>
            <a:custGeom>
              <a:avLst/>
              <a:gdLst/>
              <a:ahLst/>
              <a:cxnLst>
                <a:cxn ang="0">
                  <a:pos x="0" y="8"/>
                </a:cxn>
                <a:cxn ang="0">
                  <a:pos x="8" y="16"/>
                </a:cxn>
                <a:cxn ang="0">
                  <a:pos x="16" y="8"/>
                </a:cxn>
                <a:cxn ang="0">
                  <a:pos x="8" y="0"/>
                </a:cxn>
                <a:cxn ang="0">
                  <a:pos x="0" y="8"/>
                </a:cxn>
                <a:cxn ang="0">
                  <a:pos x="8" y="4"/>
                </a:cxn>
                <a:cxn ang="0">
                  <a:pos x="12" y="8"/>
                </a:cxn>
                <a:cxn ang="0">
                  <a:pos x="8" y="12"/>
                </a:cxn>
                <a:cxn ang="0">
                  <a:pos x="4" y="8"/>
                </a:cxn>
                <a:cxn ang="0">
                  <a:pos x="8" y="4"/>
                </a:cxn>
                <a:cxn ang="0">
                  <a:pos x="8" y="4"/>
                </a:cxn>
                <a:cxn ang="0">
                  <a:pos x="8" y="4"/>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Freeform 97"/>
            <p:cNvSpPr>
              <a:spLocks noEditPoints="1"/>
            </p:cNvSpPr>
            <p:nvPr/>
          </p:nvSpPr>
          <p:spPr bwMode="auto">
            <a:xfrm>
              <a:off x="8918575" y="2152651"/>
              <a:ext cx="20638" cy="23813"/>
            </a:xfrm>
            <a:custGeom>
              <a:avLst/>
              <a:gdLst/>
              <a:ahLst/>
              <a:cxnLst>
                <a:cxn ang="0">
                  <a:pos x="7" y="4"/>
                </a:cxn>
                <a:cxn ang="0">
                  <a:pos x="3" y="8"/>
                </a:cxn>
                <a:cxn ang="0">
                  <a:pos x="0" y="4"/>
                </a:cxn>
                <a:cxn ang="0">
                  <a:pos x="3" y="0"/>
                </a:cxn>
                <a:cxn ang="0">
                  <a:pos x="7" y="4"/>
                </a:cxn>
                <a:cxn ang="0">
                  <a:pos x="7" y="4"/>
                </a:cxn>
                <a:cxn ang="0">
                  <a:pos x="7" y="4"/>
                </a:cxn>
              </a:cxnLst>
              <a:rect l="0" t="0" r="r" b="b"/>
              <a:pathLst>
                <a:path w="7" h="8">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1" name="Freeform 98"/>
            <p:cNvSpPr>
              <a:spLocks noEditPoints="1"/>
            </p:cNvSpPr>
            <p:nvPr/>
          </p:nvSpPr>
          <p:spPr bwMode="auto">
            <a:xfrm>
              <a:off x="9096375" y="1985963"/>
              <a:ext cx="23813" cy="20638"/>
            </a:xfrm>
            <a:custGeom>
              <a:avLst/>
              <a:gdLst/>
              <a:ahLst/>
              <a:cxnLst>
                <a:cxn ang="0">
                  <a:pos x="8" y="4"/>
                </a:cxn>
                <a:cxn ang="0">
                  <a:pos x="4" y="7"/>
                </a:cxn>
                <a:cxn ang="0">
                  <a:pos x="0" y="4"/>
                </a:cxn>
                <a:cxn ang="0">
                  <a:pos x="4" y="0"/>
                </a:cxn>
                <a:cxn ang="0">
                  <a:pos x="8" y="4"/>
                </a:cxn>
                <a:cxn ang="0">
                  <a:pos x="8" y="4"/>
                </a:cxn>
                <a:cxn ang="0">
                  <a:pos x="8" y="4"/>
                </a:cxn>
              </a:cxnLst>
              <a:rect l="0" t="0" r="r" b="b"/>
              <a:pathLst>
                <a:path w="8" h="7">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62" name="Freeform 131"/>
          <p:cNvSpPr>
            <a:spLocks noEditPoints="1"/>
          </p:cNvSpPr>
          <p:nvPr/>
        </p:nvSpPr>
        <p:spPr bwMode="auto">
          <a:xfrm>
            <a:off x="7099157" y="3918640"/>
            <a:ext cx="537593" cy="504532"/>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bg1"/>
          </a:solidFill>
          <a:ln w="9525">
            <a:noFill/>
            <a:round/>
            <a:headEnd/>
            <a:tailEnd/>
          </a:ln>
        </p:spPr>
        <p:txBody>
          <a:bodyPr vert="horz" wrap="square" lIns="109144" tIns="54572" rIns="109144" bIns="54572"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63" name="Group 32"/>
          <p:cNvGrpSpPr/>
          <p:nvPr/>
        </p:nvGrpSpPr>
        <p:grpSpPr>
          <a:xfrm>
            <a:off x="8180442" y="3453230"/>
            <a:ext cx="537593" cy="504532"/>
            <a:chOff x="6373813" y="2717801"/>
            <a:chExt cx="360363" cy="338138"/>
          </a:xfrm>
          <a:solidFill>
            <a:schemeClr val="bg1"/>
          </a:solidFill>
        </p:grpSpPr>
        <p:sp>
          <p:nvSpPr>
            <p:cNvPr id="64" name="Freeform 132"/>
            <p:cNvSpPr>
              <a:spLocks noEditPoints="1"/>
            </p:cNvSpPr>
            <p:nvPr/>
          </p:nvSpPr>
          <p:spPr bwMode="auto">
            <a:xfrm>
              <a:off x="6373813" y="2717801"/>
              <a:ext cx="360363" cy="338138"/>
            </a:xfrm>
            <a:custGeom>
              <a:avLst/>
              <a:gdLst/>
              <a:ahLst/>
              <a:cxnLst>
                <a:cxn ang="0">
                  <a:pos x="121" y="25"/>
                </a:cxn>
                <a:cxn ang="0">
                  <a:pos x="98" y="2"/>
                </a:cxn>
                <a:cxn ang="0">
                  <a:pos x="92" y="0"/>
                </a:cxn>
                <a:cxn ang="0">
                  <a:pos x="12" y="0"/>
                </a:cxn>
                <a:cxn ang="0">
                  <a:pos x="0" y="11"/>
                </a:cxn>
                <a:cxn ang="0">
                  <a:pos x="0" y="104"/>
                </a:cxn>
                <a:cxn ang="0">
                  <a:pos x="12" y="115"/>
                </a:cxn>
                <a:cxn ang="0">
                  <a:pos x="111" y="115"/>
                </a:cxn>
                <a:cxn ang="0">
                  <a:pos x="123" y="104"/>
                </a:cxn>
                <a:cxn ang="0">
                  <a:pos x="123" y="31"/>
                </a:cxn>
                <a:cxn ang="0">
                  <a:pos x="121" y="25"/>
                </a:cxn>
                <a:cxn ang="0">
                  <a:pos x="115" y="104"/>
                </a:cxn>
                <a:cxn ang="0">
                  <a:pos x="111" y="107"/>
                </a:cxn>
                <a:cxn ang="0">
                  <a:pos x="12" y="107"/>
                </a:cxn>
                <a:cxn ang="0">
                  <a:pos x="8" y="104"/>
                </a:cxn>
                <a:cxn ang="0">
                  <a:pos x="8" y="11"/>
                </a:cxn>
                <a:cxn ang="0">
                  <a:pos x="12" y="8"/>
                </a:cxn>
                <a:cxn ang="0">
                  <a:pos x="88" y="8"/>
                </a:cxn>
                <a:cxn ang="0">
                  <a:pos x="88" y="23"/>
                </a:cxn>
                <a:cxn ang="0">
                  <a:pos x="100" y="35"/>
                </a:cxn>
                <a:cxn ang="0">
                  <a:pos x="115" y="35"/>
                </a:cxn>
                <a:cxn ang="0">
                  <a:pos x="115" y="104"/>
                </a:cxn>
                <a:cxn ang="0">
                  <a:pos x="104" y="31"/>
                </a:cxn>
                <a:cxn ang="0">
                  <a:pos x="100" y="31"/>
                </a:cxn>
                <a:cxn ang="0">
                  <a:pos x="92" y="23"/>
                </a:cxn>
                <a:cxn ang="0">
                  <a:pos x="92" y="8"/>
                </a:cxn>
                <a:cxn ang="0">
                  <a:pos x="115" y="31"/>
                </a:cxn>
                <a:cxn ang="0">
                  <a:pos x="104" y="31"/>
                </a:cxn>
                <a:cxn ang="0">
                  <a:pos x="104" y="31"/>
                </a:cxn>
                <a:cxn ang="0">
                  <a:pos x="104" y="31"/>
                </a:cxn>
              </a:cxnLst>
              <a:rect l="0" t="0" r="r" b="b"/>
              <a:pathLst>
                <a:path w="123" h="115">
                  <a:moveTo>
                    <a:pt x="121" y="25"/>
                  </a:moveTo>
                  <a:cubicBezTo>
                    <a:pt x="98" y="2"/>
                    <a:pt x="98" y="2"/>
                    <a:pt x="98" y="2"/>
                  </a:cubicBezTo>
                  <a:cubicBezTo>
                    <a:pt x="96" y="1"/>
                    <a:pt x="94" y="0"/>
                    <a:pt x="92" y="0"/>
                  </a:cubicBezTo>
                  <a:cubicBezTo>
                    <a:pt x="12" y="0"/>
                    <a:pt x="12" y="0"/>
                    <a:pt x="12" y="0"/>
                  </a:cubicBezTo>
                  <a:cubicBezTo>
                    <a:pt x="5" y="0"/>
                    <a:pt x="0" y="5"/>
                    <a:pt x="0" y="11"/>
                  </a:cubicBezTo>
                  <a:cubicBezTo>
                    <a:pt x="0" y="104"/>
                    <a:pt x="0" y="104"/>
                    <a:pt x="0" y="104"/>
                  </a:cubicBezTo>
                  <a:cubicBezTo>
                    <a:pt x="0" y="110"/>
                    <a:pt x="5" y="115"/>
                    <a:pt x="12" y="115"/>
                  </a:cubicBezTo>
                  <a:cubicBezTo>
                    <a:pt x="111" y="115"/>
                    <a:pt x="111" y="115"/>
                    <a:pt x="111" y="115"/>
                  </a:cubicBezTo>
                  <a:cubicBezTo>
                    <a:pt x="118" y="115"/>
                    <a:pt x="123" y="110"/>
                    <a:pt x="123" y="104"/>
                  </a:cubicBezTo>
                  <a:cubicBezTo>
                    <a:pt x="123" y="31"/>
                    <a:pt x="123" y="31"/>
                    <a:pt x="123" y="31"/>
                  </a:cubicBezTo>
                  <a:cubicBezTo>
                    <a:pt x="123" y="29"/>
                    <a:pt x="122" y="27"/>
                    <a:pt x="121" y="25"/>
                  </a:cubicBezTo>
                  <a:close/>
                  <a:moveTo>
                    <a:pt x="115" y="104"/>
                  </a:moveTo>
                  <a:cubicBezTo>
                    <a:pt x="115" y="106"/>
                    <a:pt x="113" y="107"/>
                    <a:pt x="111" y="107"/>
                  </a:cubicBezTo>
                  <a:cubicBezTo>
                    <a:pt x="12" y="107"/>
                    <a:pt x="12" y="107"/>
                    <a:pt x="12" y="107"/>
                  </a:cubicBezTo>
                  <a:cubicBezTo>
                    <a:pt x="9" y="107"/>
                    <a:pt x="8" y="106"/>
                    <a:pt x="8" y="104"/>
                  </a:cubicBezTo>
                  <a:cubicBezTo>
                    <a:pt x="8" y="11"/>
                    <a:pt x="8" y="11"/>
                    <a:pt x="8" y="11"/>
                  </a:cubicBezTo>
                  <a:cubicBezTo>
                    <a:pt x="8" y="9"/>
                    <a:pt x="9" y="8"/>
                    <a:pt x="12" y="8"/>
                  </a:cubicBezTo>
                  <a:cubicBezTo>
                    <a:pt x="88" y="8"/>
                    <a:pt x="88" y="8"/>
                    <a:pt x="88" y="8"/>
                  </a:cubicBezTo>
                  <a:cubicBezTo>
                    <a:pt x="88" y="23"/>
                    <a:pt x="88" y="23"/>
                    <a:pt x="88" y="23"/>
                  </a:cubicBezTo>
                  <a:cubicBezTo>
                    <a:pt x="88" y="29"/>
                    <a:pt x="93" y="35"/>
                    <a:pt x="100" y="35"/>
                  </a:cubicBezTo>
                  <a:cubicBezTo>
                    <a:pt x="115" y="35"/>
                    <a:pt x="115" y="35"/>
                    <a:pt x="115" y="35"/>
                  </a:cubicBezTo>
                  <a:lnTo>
                    <a:pt x="115" y="104"/>
                  </a:lnTo>
                  <a:close/>
                  <a:moveTo>
                    <a:pt x="104" y="31"/>
                  </a:moveTo>
                  <a:cubicBezTo>
                    <a:pt x="100" y="31"/>
                    <a:pt x="100" y="31"/>
                    <a:pt x="100" y="31"/>
                  </a:cubicBezTo>
                  <a:cubicBezTo>
                    <a:pt x="96" y="31"/>
                    <a:pt x="92" y="27"/>
                    <a:pt x="92" y="23"/>
                  </a:cubicBezTo>
                  <a:cubicBezTo>
                    <a:pt x="92" y="8"/>
                    <a:pt x="92" y="8"/>
                    <a:pt x="92" y="8"/>
                  </a:cubicBezTo>
                  <a:cubicBezTo>
                    <a:pt x="115" y="31"/>
                    <a:pt x="115" y="31"/>
                    <a:pt x="115" y="31"/>
                  </a:cubicBezTo>
                  <a:lnTo>
                    <a:pt x="104" y="31"/>
                  </a:lnTo>
                  <a:close/>
                  <a:moveTo>
                    <a:pt x="104" y="31"/>
                  </a:moveTo>
                  <a:cubicBezTo>
                    <a:pt x="104" y="31"/>
                    <a:pt x="104" y="31"/>
                    <a:pt x="104" y="31"/>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5" name="Freeform 133"/>
            <p:cNvSpPr>
              <a:spLocks noEditPoints="1"/>
            </p:cNvSpPr>
            <p:nvPr/>
          </p:nvSpPr>
          <p:spPr bwMode="auto">
            <a:xfrm>
              <a:off x="6543675" y="2786063"/>
              <a:ext cx="66675" cy="11113"/>
            </a:xfrm>
            <a:custGeom>
              <a:avLst/>
              <a:gdLst/>
              <a:ahLst/>
              <a:cxnLst>
                <a:cxn ang="0">
                  <a:pos x="1" y="4"/>
                </a:cxn>
                <a:cxn ang="0">
                  <a:pos x="21" y="4"/>
                </a:cxn>
                <a:cxn ang="0">
                  <a:pos x="23" y="2"/>
                </a:cxn>
                <a:cxn ang="0">
                  <a:pos x="21" y="0"/>
                </a:cxn>
                <a:cxn ang="0">
                  <a:pos x="1" y="0"/>
                </a:cxn>
                <a:cxn ang="0">
                  <a:pos x="0" y="2"/>
                </a:cxn>
                <a:cxn ang="0">
                  <a:pos x="1" y="4"/>
                </a:cxn>
                <a:cxn ang="0">
                  <a:pos x="1" y="4"/>
                </a:cxn>
                <a:cxn ang="0">
                  <a:pos x="1" y="4"/>
                </a:cxn>
              </a:cxnLst>
              <a:rect l="0" t="0" r="r" b="b"/>
              <a:pathLst>
                <a:path w="23" h="4">
                  <a:moveTo>
                    <a:pt x="1" y="4"/>
                  </a:moveTo>
                  <a:cubicBezTo>
                    <a:pt x="21" y="4"/>
                    <a:pt x="21" y="4"/>
                    <a:pt x="21" y="4"/>
                  </a:cubicBezTo>
                  <a:cubicBezTo>
                    <a:pt x="22" y="4"/>
                    <a:pt x="23" y="3"/>
                    <a:pt x="23" y="2"/>
                  </a:cubicBezTo>
                  <a:cubicBezTo>
                    <a:pt x="23" y="1"/>
                    <a:pt x="22" y="0"/>
                    <a:pt x="21" y="0"/>
                  </a:cubicBezTo>
                  <a:cubicBezTo>
                    <a:pt x="1" y="0"/>
                    <a:pt x="1" y="0"/>
                    <a:pt x="1" y="0"/>
                  </a:cubicBezTo>
                  <a:cubicBezTo>
                    <a:pt x="0" y="0"/>
                    <a:pt x="0" y="1"/>
                    <a:pt x="0" y="2"/>
                  </a:cubicBezTo>
                  <a:cubicBezTo>
                    <a:pt x="0" y="3"/>
                    <a:pt x="0" y="4"/>
                    <a:pt x="1" y="4"/>
                  </a:cubicBezTo>
                  <a:close/>
                  <a:moveTo>
                    <a:pt x="1" y="4"/>
                  </a:moveTo>
                  <a:cubicBezTo>
                    <a:pt x="1" y="4"/>
                    <a:pt x="1" y="4"/>
                    <a:pt x="1" y="4"/>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6" name="Freeform 134"/>
            <p:cNvSpPr>
              <a:spLocks noEditPoints="1"/>
            </p:cNvSpPr>
            <p:nvPr/>
          </p:nvSpPr>
          <p:spPr bwMode="auto">
            <a:xfrm>
              <a:off x="6543675" y="2820988"/>
              <a:ext cx="66675" cy="9525"/>
            </a:xfrm>
            <a:custGeom>
              <a:avLst/>
              <a:gdLst/>
              <a:ahLst/>
              <a:cxnLst>
                <a:cxn ang="0">
                  <a:pos x="1" y="3"/>
                </a:cxn>
                <a:cxn ang="0">
                  <a:pos x="21" y="3"/>
                </a:cxn>
                <a:cxn ang="0">
                  <a:pos x="23" y="1"/>
                </a:cxn>
                <a:cxn ang="0">
                  <a:pos x="21" y="0"/>
                </a:cxn>
                <a:cxn ang="0">
                  <a:pos x="1" y="0"/>
                </a:cxn>
                <a:cxn ang="0">
                  <a:pos x="0" y="1"/>
                </a:cxn>
                <a:cxn ang="0">
                  <a:pos x="1" y="3"/>
                </a:cxn>
                <a:cxn ang="0">
                  <a:pos x="1" y="3"/>
                </a:cxn>
                <a:cxn ang="0">
                  <a:pos x="1" y="3"/>
                </a:cxn>
              </a:cxnLst>
              <a:rect l="0" t="0" r="r" b="b"/>
              <a:pathLst>
                <a:path w="23" h="3">
                  <a:moveTo>
                    <a:pt x="1" y="3"/>
                  </a:moveTo>
                  <a:cubicBezTo>
                    <a:pt x="21" y="3"/>
                    <a:pt x="21" y="3"/>
                    <a:pt x="21" y="3"/>
                  </a:cubicBezTo>
                  <a:cubicBezTo>
                    <a:pt x="22" y="3"/>
                    <a:pt x="23" y="2"/>
                    <a:pt x="23" y="1"/>
                  </a:cubicBezTo>
                  <a:cubicBezTo>
                    <a:pt x="23" y="0"/>
                    <a:pt x="22" y="0"/>
                    <a:pt x="21" y="0"/>
                  </a:cubicBezTo>
                  <a:cubicBezTo>
                    <a:pt x="1" y="0"/>
                    <a:pt x="1" y="0"/>
                    <a:pt x="1" y="0"/>
                  </a:cubicBezTo>
                  <a:cubicBezTo>
                    <a:pt x="0" y="0"/>
                    <a:pt x="0" y="0"/>
                    <a:pt x="0" y="1"/>
                  </a:cubicBezTo>
                  <a:cubicBezTo>
                    <a:pt x="0" y="2"/>
                    <a:pt x="0" y="3"/>
                    <a:pt x="1" y="3"/>
                  </a:cubicBezTo>
                  <a:close/>
                  <a:moveTo>
                    <a:pt x="1" y="3"/>
                  </a:moveTo>
                  <a:cubicBezTo>
                    <a:pt x="1" y="3"/>
                    <a:pt x="1" y="3"/>
                    <a:pt x="1" y="3"/>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7" name="Freeform 135"/>
            <p:cNvSpPr>
              <a:spLocks noEditPoints="1"/>
            </p:cNvSpPr>
            <p:nvPr/>
          </p:nvSpPr>
          <p:spPr bwMode="auto">
            <a:xfrm>
              <a:off x="6543675" y="2852738"/>
              <a:ext cx="142875" cy="12700"/>
            </a:xfrm>
            <a:custGeom>
              <a:avLst/>
              <a:gdLst/>
              <a:ahLst/>
              <a:cxnLst>
                <a:cxn ang="0">
                  <a:pos x="0" y="2"/>
                </a:cxn>
                <a:cxn ang="0">
                  <a:pos x="1" y="4"/>
                </a:cxn>
                <a:cxn ang="0">
                  <a:pos x="48" y="4"/>
                </a:cxn>
                <a:cxn ang="0">
                  <a:pos x="49" y="2"/>
                </a:cxn>
                <a:cxn ang="0">
                  <a:pos x="48" y="0"/>
                </a:cxn>
                <a:cxn ang="0">
                  <a:pos x="1" y="0"/>
                </a:cxn>
                <a:cxn ang="0">
                  <a:pos x="0" y="2"/>
                </a:cxn>
                <a:cxn ang="0">
                  <a:pos x="0" y="2"/>
                </a:cxn>
                <a:cxn ang="0">
                  <a:pos x="0" y="2"/>
                </a:cxn>
              </a:cxnLst>
              <a:rect l="0" t="0" r="r" b="b"/>
              <a:pathLst>
                <a:path w="49" h="4">
                  <a:moveTo>
                    <a:pt x="0" y="2"/>
                  </a:moveTo>
                  <a:cubicBezTo>
                    <a:pt x="0" y="3"/>
                    <a:pt x="0" y="4"/>
                    <a:pt x="1" y="4"/>
                  </a:cubicBezTo>
                  <a:cubicBezTo>
                    <a:pt x="48" y="4"/>
                    <a:pt x="48" y="4"/>
                    <a:pt x="48" y="4"/>
                  </a:cubicBezTo>
                  <a:cubicBezTo>
                    <a:pt x="49" y="4"/>
                    <a:pt x="49" y="3"/>
                    <a:pt x="49" y="2"/>
                  </a:cubicBezTo>
                  <a:cubicBezTo>
                    <a:pt x="49" y="1"/>
                    <a:pt x="49" y="0"/>
                    <a:pt x="48" y="0"/>
                  </a:cubicBezTo>
                  <a:cubicBezTo>
                    <a:pt x="1" y="0"/>
                    <a:pt x="1" y="0"/>
                    <a:pt x="1" y="0"/>
                  </a:cubicBezTo>
                  <a:cubicBezTo>
                    <a:pt x="0" y="0"/>
                    <a:pt x="0" y="1"/>
                    <a:pt x="0" y="2"/>
                  </a:cubicBezTo>
                  <a:close/>
                  <a:moveTo>
                    <a:pt x="0" y="2"/>
                  </a:moveTo>
                  <a:cubicBezTo>
                    <a:pt x="0" y="2"/>
                    <a:pt x="0" y="2"/>
                    <a:pt x="0" y="2"/>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8" name="Freeform 136"/>
            <p:cNvSpPr>
              <a:spLocks noEditPoints="1"/>
            </p:cNvSpPr>
            <p:nvPr/>
          </p:nvSpPr>
          <p:spPr bwMode="auto">
            <a:xfrm>
              <a:off x="6418263" y="2921001"/>
              <a:ext cx="268288" cy="11113"/>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Freeform 137"/>
            <p:cNvSpPr>
              <a:spLocks noEditPoints="1"/>
            </p:cNvSpPr>
            <p:nvPr/>
          </p:nvSpPr>
          <p:spPr bwMode="auto">
            <a:xfrm>
              <a:off x="6418263" y="2955926"/>
              <a:ext cx="268288" cy="9525"/>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0" name="Freeform 138"/>
            <p:cNvSpPr>
              <a:spLocks noEditPoints="1"/>
            </p:cNvSpPr>
            <p:nvPr/>
          </p:nvSpPr>
          <p:spPr bwMode="auto">
            <a:xfrm>
              <a:off x="6418263" y="2987676"/>
              <a:ext cx="268288" cy="12700"/>
            </a:xfrm>
            <a:custGeom>
              <a:avLst/>
              <a:gdLst/>
              <a:ahLst/>
              <a:cxnLst>
                <a:cxn ang="0">
                  <a:pos x="91" y="0"/>
                </a:cxn>
                <a:cxn ang="0">
                  <a:pos x="2" y="0"/>
                </a:cxn>
                <a:cxn ang="0">
                  <a:pos x="0" y="2"/>
                </a:cxn>
                <a:cxn ang="0">
                  <a:pos x="2" y="4"/>
                </a:cxn>
                <a:cxn ang="0">
                  <a:pos x="91" y="4"/>
                </a:cxn>
                <a:cxn ang="0">
                  <a:pos x="92" y="2"/>
                </a:cxn>
                <a:cxn ang="0">
                  <a:pos x="91" y="0"/>
                </a:cxn>
                <a:cxn ang="0">
                  <a:pos x="91" y="0"/>
                </a:cxn>
                <a:cxn ang="0">
                  <a:pos x="91" y="0"/>
                </a:cxn>
              </a:cxnLst>
              <a:rect l="0" t="0" r="r" b="b"/>
              <a:pathLst>
                <a:path w="92" h="4">
                  <a:moveTo>
                    <a:pt x="91" y="0"/>
                  </a:moveTo>
                  <a:cubicBezTo>
                    <a:pt x="2" y="0"/>
                    <a:pt x="2" y="0"/>
                    <a:pt x="2" y="0"/>
                  </a:cubicBezTo>
                  <a:cubicBezTo>
                    <a:pt x="1" y="0"/>
                    <a:pt x="0" y="1"/>
                    <a:pt x="0" y="2"/>
                  </a:cubicBezTo>
                  <a:cubicBezTo>
                    <a:pt x="0" y="3"/>
                    <a:pt x="1" y="4"/>
                    <a:pt x="2" y="4"/>
                  </a:cubicBezTo>
                  <a:cubicBezTo>
                    <a:pt x="91" y="4"/>
                    <a:pt x="91" y="4"/>
                    <a:pt x="91" y="4"/>
                  </a:cubicBezTo>
                  <a:cubicBezTo>
                    <a:pt x="92" y="4"/>
                    <a:pt x="92" y="3"/>
                    <a:pt x="92" y="2"/>
                  </a:cubicBezTo>
                  <a:cubicBezTo>
                    <a:pt x="92" y="1"/>
                    <a:pt x="92" y="0"/>
                    <a:pt x="91" y="0"/>
                  </a:cubicBezTo>
                  <a:close/>
                  <a:moveTo>
                    <a:pt x="91" y="0"/>
                  </a:moveTo>
                  <a:cubicBezTo>
                    <a:pt x="91" y="0"/>
                    <a:pt x="91" y="0"/>
                    <a:pt x="91" y="0"/>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1" name="Freeform 139"/>
            <p:cNvSpPr>
              <a:spLocks noEditPoints="1"/>
            </p:cNvSpPr>
            <p:nvPr/>
          </p:nvSpPr>
          <p:spPr bwMode="auto">
            <a:xfrm>
              <a:off x="6418263" y="2889251"/>
              <a:ext cx="268288" cy="7938"/>
            </a:xfrm>
            <a:custGeom>
              <a:avLst/>
              <a:gdLst/>
              <a:ahLst/>
              <a:cxnLst>
                <a:cxn ang="0">
                  <a:pos x="91" y="0"/>
                </a:cxn>
                <a:cxn ang="0">
                  <a:pos x="2" y="0"/>
                </a:cxn>
                <a:cxn ang="0">
                  <a:pos x="0" y="1"/>
                </a:cxn>
                <a:cxn ang="0">
                  <a:pos x="2" y="3"/>
                </a:cxn>
                <a:cxn ang="0">
                  <a:pos x="91" y="3"/>
                </a:cxn>
                <a:cxn ang="0">
                  <a:pos x="92" y="1"/>
                </a:cxn>
                <a:cxn ang="0">
                  <a:pos x="91" y="0"/>
                </a:cxn>
                <a:cxn ang="0">
                  <a:pos x="91" y="0"/>
                </a:cxn>
                <a:cxn ang="0">
                  <a:pos x="91" y="0"/>
                </a:cxn>
              </a:cxnLst>
              <a:rect l="0" t="0" r="r" b="b"/>
              <a:pathLst>
                <a:path w="92" h="3">
                  <a:moveTo>
                    <a:pt x="91" y="0"/>
                  </a:moveTo>
                  <a:cubicBezTo>
                    <a:pt x="2" y="0"/>
                    <a:pt x="2" y="0"/>
                    <a:pt x="2" y="0"/>
                  </a:cubicBezTo>
                  <a:cubicBezTo>
                    <a:pt x="1" y="0"/>
                    <a:pt x="0" y="0"/>
                    <a:pt x="0" y="1"/>
                  </a:cubicBezTo>
                  <a:cubicBezTo>
                    <a:pt x="0" y="3"/>
                    <a:pt x="1" y="3"/>
                    <a:pt x="2" y="3"/>
                  </a:cubicBezTo>
                  <a:cubicBezTo>
                    <a:pt x="91" y="3"/>
                    <a:pt x="91" y="3"/>
                    <a:pt x="91" y="3"/>
                  </a:cubicBezTo>
                  <a:cubicBezTo>
                    <a:pt x="92" y="3"/>
                    <a:pt x="92" y="3"/>
                    <a:pt x="92" y="1"/>
                  </a:cubicBezTo>
                  <a:cubicBezTo>
                    <a:pt x="92" y="0"/>
                    <a:pt x="92" y="0"/>
                    <a:pt x="91" y="0"/>
                  </a:cubicBezTo>
                  <a:close/>
                  <a:moveTo>
                    <a:pt x="91" y="0"/>
                  </a:moveTo>
                  <a:cubicBezTo>
                    <a:pt x="91" y="0"/>
                    <a:pt x="91" y="0"/>
                    <a:pt x="91" y="0"/>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2" name="Freeform 140"/>
            <p:cNvSpPr>
              <a:spLocks noEditPoints="1"/>
            </p:cNvSpPr>
            <p:nvPr/>
          </p:nvSpPr>
          <p:spPr bwMode="auto">
            <a:xfrm>
              <a:off x="6418263" y="2774951"/>
              <a:ext cx="101600" cy="90488"/>
            </a:xfrm>
            <a:custGeom>
              <a:avLst/>
              <a:gdLst/>
              <a:ahLst/>
              <a:cxnLst>
                <a:cxn ang="0">
                  <a:pos x="4" y="31"/>
                </a:cxn>
                <a:cxn ang="0">
                  <a:pos x="31" y="31"/>
                </a:cxn>
                <a:cxn ang="0">
                  <a:pos x="35" y="27"/>
                </a:cxn>
                <a:cxn ang="0">
                  <a:pos x="35" y="4"/>
                </a:cxn>
                <a:cxn ang="0">
                  <a:pos x="31" y="0"/>
                </a:cxn>
                <a:cxn ang="0">
                  <a:pos x="4" y="0"/>
                </a:cxn>
                <a:cxn ang="0">
                  <a:pos x="0" y="4"/>
                </a:cxn>
                <a:cxn ang="0">
                  <a:pos x="0" y="27"/>
                </a:cxn>
                <a:cxn ang="0">
                  <a:pos x="4" y="31"/>
                </a:cxn>
                <a:cxn ang="0">
                  <a:pos x="8" y="8"/>
                </a:cxn>
                <a:cxn ang="0">
                  <a:pos x="27" y="8"/>
                </a:cxn>
                <a:cxn ang="0">
                  <a:pos x="27" y="23"/>
                </a:cxn>
                <a:cxn ang="0">
                  <a:pos x="8" y="23"/>
                </a:cxn>
                <a:cxn ang="0">
                  <a:pos x="8" y="8"/>
                </a:cxn>
                <a:cxn ang="0">
                  <a:pos x="8" y="8"/>
                </a:cxn>
                <a:cxn ang="0">
                  <a:pos x="8" y="8"/>
                </a:cxn>
              </a:cxnLst>
              <a:rect l="0" t="0" r="r" b="b"/>
              <a:pathLst>
                <a:path w="35" h="31">
                  <a:moveTo>
                    <a:pt x="4" y="31"/>
                  </a:moveTo>
                  <a:cubicBezTo>
                    <a:pt x="31" y="31"/>
                    <a:pt x="31" y="31"/>
                    <a:pt x="31" y="31"/>
                  </a:cubicBezTo>
                  <a:cubicBezTo>
                    <a:pt x="33" y="31"/>
                    <a:pt x="35" y="29"/>
                    <a:pt x="35" y="27"/>
                  </a:cubicBezTo>
                  <a:cubicBezTo>
                    <a:pt x="35" y="4"/>
                    <a:pt x="35" y="4"/>
                    <a:pt x="35" y="4"/>
                  </a:cubicBezTo>
                  <a:cubicBezTo>
                    <a:pt x="35" y="2"/>
                    <a:pt x="33" y="0"/>
                    <a:pt x="31" y="0"/>
                  </a:cubicBezTo>
                  <a:cubicBezTo>
                    <a:pt x="4" y="0"/>
                    <a:pt x="4" y="0"/>
                    <a:pt x="4" y="0"/>
                  </a:cubicBezTo>
                  <a:cubicBezTo>
                    <a:pt x="2" y="0"/>
                    <a:pt x="0" y="2"/>
                    <a:pt x="0" y="4"/>
                  </a:cubicBezTo>
                  <a:cubicBezTo>
                    <a:pt x="0" y="27"/>
                    <a:pt x="0" y="27"/>
                    <a:pt x="0" y="27"/>
                  </a:cubicBezTo>
                  <a:cubicBezTo>
                    <a:pt x="0" y="29"/>
                    <a:pt x="2" y="31"/>
                    <a:pt x="4" y="31"/>
                  </a:cubicBezTo>
                  <a:close/>
                  <a:moveTo>
                    <a:pt x="8" y="8"/>
                  </a:moveTo>
                  <a:cubicBezTo>
                    <a:pt x="27" y="8"/>
                    <a:pt x="27" y="8"/>
                    <a:pt x="27" y="8"/>
                  </a:cubicBezTo>
                  <a:cubicBezTo>
                    <a:pt x="27" y="23"/>
                    <a:pt x="27" y="23"/>
                    <a:pt x="27" y="23"/>
                  </a:cubicBezTo>
                  <a:cubicBezTo>
                    <a:pt x="8" y="23"/>
                    <a:pt x="8" y="23"/>
                    <a:pt x="8" y="23"/>
                  </a:cubicBezTo>
                  <a:lnTo>
                    <a:pt x="8" y="8"/>
                  </a:lnTo>
                  <a:close/>
                  <a:moveTo>
                    <a:pt x="8" y="8"/>
                  </a:moveTo>
                  <a:cubicBezTo>
                    <a:pt x="8" y="8"/>
                    <a:pt x="8" y="8"/>
                    <a:pt x="8" y="8"/>
                  </a:cubicBezTo>
                </a:path>
              </a:pathLst>
            </a:custGeom>
            <a:grpFill/>
            <a:ln w="9525">
              <a:noFill/>
              <a:round/>
              <a:headEnd/>
              <a:tailEnd/>
            </a:ln>
          </p:spPr>
          <p:txBody>
            <a:bodyPr vert="horz" wrap="square" lIns="157019" tIns="78509" rIns="157019" bIns="78509"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73" name="Freeform 144"/>
          <p:cNvSpPr>
            <a:spLocks noEditPoints="1"/>
          </p:cNvSpPr>
          <p:nvPr/>
        </p:nvSpPr>
        <p:spPr bwMode="auto">
          <a:xfrm>
            <a:off x="3864227" y="4832876"/>
            <a:ext cx="549433" cy="537695"/>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bg1"/>
          </a:solidFill>
          <a:ln w="9525">
            <a:noFill/>
            <a:round/>
            <a:headEnd/>
            <a:tailEnd/>
          </a:ln>
        </p:spPr>
        <p:txBody>
          <a:bodyPr vert="horz" wrap="square" lIns="109144" tIns="54572" rIns="109144" bIns="54572"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72"/>
          <p:cNvSpPr>
            <a:spLocks noEditPoints="1"/>
          </p:cNvSpPr>
          <p:nvPr/>
        </p:nvSpPr>
        <p:spPr bwMode="auto">
          <a:xfrm>
            <a:off x="9381102" y="2971240"/>
            <a:ext cx="537593" cy="537695"/>
          </a:xfrm>
          <a:custGeom>
            <a:avLst/>
            <a:gdLst/>
            <a:ahLst/>
            <a:cxnLst>
              <a:cxn ang="0">
                <a:pos x="121" y="1"/>
              </a:cxn>
              <a:cxn ang="0">
                <a:pos x="119" y="0"/>
              </a:cxn>
              <a:cxn ang="0">
                <a:pos x="117" y="1"/>
              </a:cxn>
              <a:cxn ang="0">
                <a:pos x="2" y="77"/>
              </a:cxn>
              <a:cxn ang="0">
                <a:pos x="0" y="81"/>
              </a:cxn>
              <a:cxn ang="0">
                <a:pos x="2" y="84"/>
              </a:cxn>
              <a:cxn ang="0">
                <a:pos x="32" y="96"/>
              </a:cxn>
              <a:cxn ang="0">
                <a:pos x="46" y="121"/>
              </a:cxn>
              <a:cxn ang="0">
                <a:pos x="50" y="123"/>
              </a:cxn>
              <a:cxn ang="0">
                <a:pos x="50" y="123"/>
              </a:cxn>
              <a:cxn ang="0">
                <a:pos x="53" y="121"/>
              </a:cxn>
              <a:cxn ang="0">
                <a:pos x="61" y="107"/>
              </a:cxn>
              <a:cxn ang="0">
                <a:pos x="98" y="122"/>
              </a:cxn>
              <a:cxn ang="0">
                <a:pos x="100" y="123"/>
              </a:cxn>
              <a:cxn ang="0">
                <a:pos x="101" y="122"/>
              </a:cxn>
              <a:cxn ang="0">
                <a:pos x="103" y="119"/>
              </a:cxn>
              <a:cxn ang="0">
                <a:pos x="123" y="4"/>
              </a:cxn>
              <a:cxn ang="0">
                <a:pos x="121" y="1"/>
              </a:cxn>
              <a:cxn ang="0">
                <a:pos x="12" y="80"/>
              </a:cxn>
              <a:cxn ang="0">
                <a:pos x="101" y="20"/>
              </a:cxn>
              <a:cxn ang="0">
                <a:pos x="36" y="89"/>
              </a:cxn>
              <a:cxn ang="0">
                <a:pos x="35" y="89"/>
              </a:cxn>
              <a:cxn ang="0">
                <a:pos x="12" y="80"/>
              </a:cxn>
              <a:cxn ang="0">
                <a:pos x="39" y="92"/>
              </a:cxn>
              <a:cxn ang="0">
                <a:pos x="39" y="92"/>
              </a:cxn>
              <a:cxn ang="0">
                <a:pos x="112" y="14"/>
              </a:cxn>
              <a:cxn ang="0">
                <a:pos x="50" y="111"/>
              </a:cxn>
              <a:cxn ang="0">
                <a:pos x="39" y="92"/>
              </a:cxn>
              <a:cxn ang="0">
                <a:pos x="97" y="113"/>
              </a:cxn>
              <a:cxn ang="0">
                <a:pos x="64" y="100"/>
              </a:cxn>
              <a:cxn ang="0">
                <a:pos x="61" y="100"/>
              </a:cxn>
              <a:cxn ang="0">
                <a:pos x="112" y="22"/>
              </a:cxn>
              <a:cxn ang="0">
                <a:pos x="97" y="113"/>
              </a:cxn>
              <a:cxn ang="0">
                <a:pos x="97" y="113"/>
              </a:cxn>
              <a:cxn ang="0">
                <a:pos x="97" y="113"/>
              </a:cxn>
            </a:cxnLst>
            <a:rect l="0" t="0" r="r" b="b"/>
            <a:pathLst>
              <a:path w="123" h="123">
                <a:moveTo>
                  <a:pt x="121" y="1"/>
                </a:moveTo>
                <a:cubicBezTo>
                  <a:pt x="120" y="0"/>
                  <a:pt x="119" y="0"/>
                  <a:pt x="119" y="0"/>
                </a:cubicBezTo>
                <a:cubicBezTo>
                  <a:pt x="118" y="0"/>
                  <a:pt x="117" y="0"/>
                  <a:pt x="117" y="1"/>
                </a:cubicBezTo>
                <a:cubicBezTo>
                  <a:pt x="2" y="77"/>
                  <a:pt x="2" y="77"/>
                  <a:pt x="2" y="77"/>
                </a:cubicBezTo>
                <a:cubicBezTo>
                  <a:pt x="0" y="78"/>
                  <a:pt x="0" y="79"/>
                  <a:pt x="0" y="81"/>
                </a:cubicBezTo>
                <a:cubicBezTo>
                  <a:pt x="0" y="82"/>
                  <a:pt x="1" y="83"/>
                  <a:pt x="2" y="84"/>
                </a:cubicBezTo>
                <a:cubicBezTo>
                  <a:pt x="32" y="96"/>
                  <a:pt x="32" y="96"/>
                  <a:pt x="32" y="96"/>
                </a:cubicBezTo>
                <a:cubicBezTo>
                  <a:pt x="46" y="121"/>
                  <a:pt x="46" y="121"/>
                  <a:pt x="46" y="121"/>
                </a:cubicBezTo>
                <a:cubicBezTo>
                  <a:pt x="47" y="122"/>
                  <a:pt x="48" y="123"/>
                  <a:pt x="50" y="123"/>
                </a:cubicBezTo>
                <a:cubicBezTo>
                  <a:pt x="50" y="123"/>
                  <a:pt x="50" y="123"/>
                  <a:pt x="50" y="123"/>
                </a:cubicBezTo>
                <a:cubicBezTo>
                  <a:pt x="51" y="123"/>
                  <a:pt x="52" y="122"/>
                  <a:pt x="53" y="121"/>
                </a:cubicBezTo>
                <a:cubicBezTo>
                  <a:pt x="61" y="107"/>
                  <a:pt x="61" y="107"/>
                  <a:pt x="61" y="107"/>
                </a:cubicBezTo>
                <a:cubicBezTo>
                  <a:pt x="98" y="122"/>
                  <a:pt x="98" y="122"/>
                  <a:pt x="98" y="122"/>
                </a:cubicBezTo>
                <a:cubicBezTo>
                  <a:pt x="99" y="123"/>
                  <a:pt x="99" y="123"/>
                  <a:pt x="100" y="123"/>
                </a:cubicBezTo>
                <a:cubicBezTo>
                  <a:pt x="100" y="123"/>
                  <a:pt x="101" y="122"/>
                  <a:pt x="101" y="122"/>
                </a:cubicBezTo>
                <a:cubicBezTo>
                  <a:pt x="102" y="122"/>
                  <a:pt x="103" y="121"/>
                  <a:pt x="103" y="119"/>
                </a:cubicBezTo>
                <a:cubicBezTo>
                  <a:pt x="123" y="4"/>
                  <a:pt x="123" y="4"/>
                  <a:pt x="123" y="4"/>
                </a:cubicBezTo>
                <a:cubicBezTo>
                  <a:pt x="123" y="3"/>
                  <a:pt x="122" y="1"/>
                  <a:pt x="121" y="1"/>
                </a:cubicBezTo>
                <a:close/>
                <a:moveTo>
                  <a:pt x="12" y="80"/>
                </a:moveTo>
                <a:cubicBezTo>
                  <a:pt x="101" y="20"/>
                  <a:pt x="101" y="20"/>
                  <a:pt x="101" y="20"/>
                </a:cubicBezTo>
                <a:cubicBezTo>
                  <a:pt x="36" y="89"/>
                  <a:pt x="36" y="89"/>
                  <a:pt x="36" y="89"/>
                </a:cubicBezTo>
                <a:cubicBezTo>
                  <a:pt x="36" y="89"/>
                  <a:pt x="35" y="89"/>
                  <a:pt x="35" y="89"/>
                </a:cubicBezTo>
                <a:lnTo>
                  <a:pt x="12" y="80"/>
                </a:lnTo>
                <a:close/>
                <a:moveTo>
                  <a:pt x="39" y="92"/>
                </a:moveTo>
                <a:cubicBezTo>
                  <a:pt x="39" y="92"/>
                  <a:pt x="39" y="92"/>
                  <a:pt x="39" y="92"/>
                </a:cubicBezTo>
                <a:cubicBezTo>
                  <a:pt x="112" y="14"/>
                  <a:pt x="112" y="14"/>
                  <a:pt x="112" y="14"/>
                </a:cubicBezTo>
                <a:cubicBezTo>
                  <a:pt x="50" y="111"/>
                  <a:pt x="50" y="111"/>
                  <a:pt x="50" y="111"/>
                </a:cubicBezTo>
                <a:lnTo>
                  <a:pt x="39" y="92"/>
                </a:lnTo>
                <a:close/>
                <a:moveTo>
                  <a:pt x="97" y="113"/>
                </a:moveTo>
                <a:cubicBezTo>
                  <a:pt x="64" y="100"/>
                  <a:pt x="64" y="100"/>
                  <a:pt x="64" y="100"/>
                </a:cubicBezTo>
                <a:cubicBezTo>
                  <a:pt x="63" y="100"/>
                  <a:pt x="62" y="100"/>
                  <a:pt x="61" y="100"/>
                </a:cubicBezTo>
                <a:cubicBezTo>
                  <a:pt x="112" y="22"/>
                  <a:pt x="112" y="22"/>
                  <a:pt x="112" y="22"/>
                </a:cubicBezTo>
                <a:lnTo>
                  <a:pt x="97" y="113"/>
                </a:lnTo>
                <a:close/>
                <a:moveTo>
                  <a:pt x="97" y="113"/>
                </a:moveTo>
                <a:cubicBezTo>
                  <a:pt x="97" y="113"/>
                  <a:pt x="97" y="113"/>
                  <a:pt x="97" y="113"/>
                </a:cubicBezTo>
              </a:path>
            </a:pathLst>
          </a:custGeom>
          <a:solidFill>
            <a:schemeClr val="bg1"/>
          </a:solidFill>
          <a:ln w="9525">
            <a:noFill/>
            <a:round/>
            <a:headEnd/>
            <a:tailEnd/>
          </a:ln>
        </p:spPr>
        <p:txBody>
          <a:bodyPr vert="horz" wrap="square" lIns="109144" tIns="54572" rIns="109144" bIns="54572" numCol="1" anchor="t" anchorCtr="0" compatLnSpc="1">
            <a:prstTxWarp prst="textNoShape">
              <a:avLst/>
            </a:prstTxWarp>
          </a:bodyPr>
          <a:lstStyle/>
          <a:p>
            <a:pPr algn="just" fontAlgn="auto">
              <a:lnSpc>
                <a:spcPct val="120000"/>
              </a:lnSpc>
              <a:spcBef>
                <a:spcPts val="0"/>
              </a:spcBef>
              <a:spcAft>
                <a:spcPts val="0"/>
              </a:spcAft>
            </a:pPr>
            <a:endParaRPr lang="en-US" sz="844" dirty="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5" name="Text Placeholder 3"/>
          <p:cNvSpPr txBox="1">
            <a:spLocks/>
          </p:cNvSpPr>
          <p:nvPr/>
        </p:nvSpPr>
        <p:spPr>
          <a:xfrm>
            <a:off x="2879210" y="5677675"/>
            <a:ext cx="2123401" cy="58458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76" name="Text Placeholder 3"/>
          <p:cNvSpPr txBox="1">
            <a:spLocks/>
          </p:cNvSpPr>
          <p:nvPr/>
        </p:nvSpPr>
        <p:spPr>
          <a:xfrm>
            <a:off x="6829204" y="4861289"/>
            <a:ext cx="2123401" cy="58458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77" name="Text Placeholder 3"/>
          <p:cNvSpPr txBox="1">
            <a:spLocks/>
          </p:cNvSpPr>
          <p:nvPr/>
        </p:nvSpPr>
        <p:spPr>
          <a:xfrm>
            <a:off x="2089157" y="3406302"/>
            <a:ext cx="2123401" cy="58458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78" name="Text Placeholder 3"/>
          <p:cNvSpPr txBox="1">
            <a:spLocks/>
          </p:cNvSpPr>
          <p:nvPr/>
        </p:nvSpPr>
        <p:spPr>
          <a:xfrm>
            <a:off x="4392810" y="2455113"/>
            <a:ext cx="2123401" cy="58458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79" name="Text Placeholder 3"/>
          <p:cNvSpPr txBox="1">
            <a:spLocks/>
          </p:cNvSpPr>
          <p:nvPr/>
        </p:nvSpPr>
        <p:spPr>
          <a:xfrm>
            <a:off x="7496852" y="2006108"/>
            <a:ext cx="2123401" cy="58458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Tree>
    <p:extLst>
      <p:ext uri="{BB962C8B-B14F-4D97-AF65-F5344CB8AC3E}">
        <p14:creationId xmlns:p14="http://schemas.microsoft.com/office/powerpoint/2010/main" val="268256262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1"/>
                                        </p:tgtEl>
                                        <p:attrNameLst>
                                          <p:attrName>ppt_y</p:attrName>
                                        </p:attrNameLst>
                                      </p:cBhvr>
                                      <p:tavLst>
                                        <p:tav tm="0">
                                          <p:val>
                                            <p:strVal val="#ppt_y"/>
                                          </p:val>
                                        </p:tav>
                                        <p:tav tm="100000">
                                          <p:val>
                                            <p:strVal val="#ppt_y"/>
                                          </p:val>
                                        </p:tav>
                                      </p:tavLst>
                                    </p:anim>
                                    <p:anim calcmode="lin" valueType="num">
                                      <p:cBhvr>
                                        <p:cTn id="9" dur="500" fill="hold"/>
                                        <p:tgtEl>
                                          <p:spTgt spid="31"/>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1"/>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1"/>
                                        </p:tgtEl>
                                      </p:cBhvr>
                                    </p:animEffect>
                                  </p:childTnLst>
                                </p:cTn>
                              </p:par>
                            </p:childTnLst>
                          </p:cTn>
                        </p:par>
                        <p:par>
                          <p:cTn id="12" fill="hold">
                            <p:stCondLst>
                              <p:cond delay="850"/>
                            </p:stCondLst>
                            <p:childTnLst>
                              <p:par>
                                <p:cTn id="13" presetID="12" presetClass="entr" presetSubtype="8"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slide(fromLeft)">
                                      <p:cBhvr>
                                        <p:cTn id="15" dur="500"/>
                                        <p:tgtEl>
                                          <p:spTgt spid="54"/>
                                        </p:tgtEl>
                                      </p:cBhvr>
                                    </p:animEffect>
                                  </p:childTnLst>
                                </p:cTn>
                              </p:par>
                            </p:childTnLst>
                          </p:cTn>
                        </p:par>
                        <p:par>
                          <p:cTn id="16" fill="hold">
                            <p:stCondLst>
                              <p:cond delay="1350"/>
                            </p:stCondLst>
                            <p:childTnLst>
                              <p:par>
                                <p:cTn id="17" presetID="53" presetClass="entr" presetSubtype="0" fill="hold" grpId="0" nodeType="afterEffect">
                                  <p:stCondLst>
                                    <p:cond delay="0"/>
                                  </p:stCondLst>
                                  <p:childTnLst>
                                    <p:set>
                                      <p:cBhvr>
                                        <p:cTn id="18" dur="1" fill="hold">
                                          <p:stCondLst>
                                            <p:cond delay="0"/>
                                          </p:stCondLst>
                                        </p:cTn>
                                        <p:tgtEl>
                                          <p:spTgt spid="73"/>
                                        </p:tgtEl>
                                        <p:attrNameLst>
                                          <p:attrName>style.visibility</p:attrName>
                                        </p:attrNameLst>
                                      </p:cBhvr>
                                      <p:to>
                                        <p:strVal val="visible"/>
                                      </p:to>
                                    </p:set>
                                    <p:anim calcmode="lin" valueType="num">
                                      <p:cBhvr>
                                        <p:cTn id="19" dur="500" fill="hold"/>
                                        <p:tgtEl>
                                          <p:spTgt spid="73"/>
                                        </p:tgtEl>
                                        <p:attrNameLst>
                                          <p:attrName>ppt_w</p:attrName>
                                        </p:attrNameLst>
                                      </p:cBhvr>
                                      <p:tavLst>
                                        <p:tav tm="0">
                                          <p:val>
                                            <p:fltVal val="0"/>
                                          </p:val>
                                        </p:tav>
                                        <p:tav tm="100000">
                                          <p:val>
                                            <p:strVal val="#ppt_w"/>
                                          </p:val>
                                        </p:tav>
                                      </p:tavLst>
                                    </p:anim>
                                    <p:anim calcmode="lin" valueType="num">
                                      <p:cBhvr>
                                        <p:cTn id="20" dur="500" fill="hold"/>
                                        <p:tgtEl>
                                          <p:spTgt spid="73"/>
                                        </p:tgtEl>
                                        <p:attrNameLst>
                                          <p:attrName>ppt_h</p:attrName>
                                        </p:attrNameLst>
                                      </p:cBhvr>
                                      <p:tavLst>
                                        <p:tav tm="0">
                                          <p:val>
                                            <p:fltVal val="0"/>
                                          </p:val>
                                        </p:tav>
                                        <p:tav tm="100000">
                                          <p:val>
                                            <p:strVal val="#ppt_h"/>
                                          </p:val>
                                        </p:tav>
                                      </p:tavLst>
                                    </p:anim>
                                    <p:animEffect transition="in" filter="fade">
                                      <p:cBhvr>
                                        <p:cTn id="21" dur="500"/>
                                        <p:tgtEl>
                                          <p:spTgt spid="73"/>
                                        </p:tgtEl>
                                      </p:cBhvr>
                                    </p:animEffect>
                                  </p:childTnLst>
                                </p:cTn>
                              </p:par>
                            </p:childTnLst>
                          </p:cTn>
                        </p:par>
                        <p:par>
                          <p:cTn id="22" fill="hold">
                            <p:stCondLst>
                              <p:cond delay="1850"/>
                            </p:stCondLst>
                            <p:childTnLst>
                              <p:par>
                                <p:cTn id="23" presetID="22" presetClass="entr" presetSubtype="2" fill="hold" grpId="0" nodeType="after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wipe(right)">
                                      <p:cBhvr>
                                        <p:cTn id="25" dur="500"/>
                                        <p:tgtEl>
                                          <p:spTgt spid="53"/>
                                        </p:tgtEl>
                                      </p:cBhvr>
                                    </p:animEffect>
                                  </p:childTnLst>
                                </p:cTn>
                              </p:par>
                            </p:childTnLst>
                          </p:cTn>
                        </p:par>
                        <p:par>
                          <p:cTn id="26" fill="hold">
                            <p:stCondLst>
                              <p:cond delay="2350"/>
                            </p:stCondLst>
                            <p:childTnLst>
                              <p:par>
                                <p:cTn id="27" presetID="12" presetClass="entr" presetSubtype="8"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slide(fromLeft)">
                                      <p:cBhvr>
                                        <p:cTn id="29" dur="500"/>
                                        <p:tgtEl>
                                          <p:spTgt spid="30"/>
                                        </p:tgtEl>
                                      </p:cBhvr>
                                    </p:animEffect>
                                  </p:childTnLst>
                                </p:cTn>
                              </p:par>
                            </p:childTnLst>
                          </p:cTn>
                        </p:par>
                        <p:par>
                          <p:cTn id="30" fill="hold">
                            <p:stCondLst>
                              <p:cond delay="2850"/>
                            </p:stCondLst>
                            <p:childTnLst>
                              <p:par>
                                <p:cTn id="31" presetID="53" presetClass="entr" presetSubtype="0" fill="hold" nodeType="afterEffect">
                                  <p:stCondLst>
                                    <p:cond delay="0"/>
                                  </p:stCondLst>
                                  <p:childTnLst>
                                    <p:set>
                                      <p:cBhvr>
                                        <p:cTn id="32" dur="1" fill="hold">
                                          <p:stCondLst>
                                            <p:cond delay="0"/>
                                          </p:stCondLst>
                                        </p:cTn>
                                        <p:tgtEl>
                                          <p:spTgt spid="55"/>
                                        </p:tgtEl>
                                        <p:attrNameLst>
                                          <p:attrName>style.visibility</p:attrName>
                                        </p:attrNameLst>
                                      </p:cBhvr>
                                      <p:to>
                                        <p:strVal val="visible"/>
                                      </p:to>
                                    </p:set>
                                    <p:anim calcmode="lin" valueType="num">
                                      <p:cBhvr>
                                        <p:cTn id="33" dur="500" fill="hold"/>
                                        <p:tgtEl>
                                          <p:spTgt spid="55"/>
                                        </p:tgtEl>
                                        <p:attrNameLst>
                                          <p:attrName>ppt_w</p:attrName>
                                        </p:attrNameLst>
                                      </p:cBhvr>
                                      <p:tavLst>
                                        <p:tav tm="0">
                                          <p:val>
                                            <p:fltVal val="0"/>
                                          </p:val>
                                        </p:tav>
                                        <p:tav tm="100000">
                                          <p:val>
                                            <p:strVal val="#ppt_w"/>
                                          </p:val>
                                        </p:tav>
                                      </p:tavLst>
                                    </p:anim>
                                    <p:anim calcmode="lin" valueType="num">
                                      <p:cBhvr>
                                        <p:cTn id="34" dur="500" fill="hold"/>
                                        <p:tgtEl>
                                          <p:spTgt spid="55"/>
                                        </p:tgtEl>
                                        <p:attrNameLst>
                                          <p:attrName>ppt_h</p:attrName>
                                        </p:attrNameLst>
                                      </p:cBhvr>
                                      <p:tavLst>
                                        <p:tav tm="0">
                                          <p:val>
                                            <p:fltVal val="0"/>
                                          </p:val>
                                        </p:tav>
                                        <p:tav tm="100000">
                                          <p:val>
                                            <p:strVal val="#ppt_h"/>
                                          </p:val>
                                        </p:tav>
                                      </p:tavLst>
                                    </p:anim>
                                    <p:animEffect transition="in" filter="fade">
                                      <p:cBhvr>
                                        <p:cTn id="35" dur="500"/>
                                        <p:tgtEl>
                                          <p:spTgt spid="55"/>
                                        </p:tgtEl>
                                      </p:cBhvr>
                                    </p:animEffect>
                                  </p:childTnLst>
                                </p:cTn>
                              </p:par>
                            </p:childTnLst>
                          </p:cTn>
                        </p:par>
                        <p:par>
                          <p:cTn id="36" fill="hold">
                            <p:stCondLst>
                              <p:cond delay="3350"/>
                            </p:stCondLst>
                            <p:childTnLst>
                              <p:par>
                                <p:cTn id="37" presetID="22" presetClass="entr" presetSubtype="2"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wipe(right)">
                                      <p:cBhvr>
                                        <p:cTn id="39" dur="500"/>
                                        <p:tgtEl>
                                          <p:spTgt spid="29"/>
                                        </p:tgtEl>
                                      </p:cBhvr>
                                    </p:animEffect>
                                  </p:childTnLst>
                                </p:cTn>
                              </p:par>
                            </p:childTnLst>
                          </p:cTn>
                        </p:par>
                        <p:par>
                          <p:cTn id="40" fill="hold">
                            <p:stCondLst>
                              <p:cond delay="3850"/>
                            </p:stCondLst>
                            <p:childTnLst>
                              <p:par>
                                <p:cTn id="41" presetID="12" presetClass="entr" presetSubtype="8"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slide(fromLeft)">
                                      <p:cBhvr>
                                        <p:cTn id="43" dur="500"/>
                                        <p:tgtEl>
                                          <p:spTgt spid="28"/>
                                        </p:tgtEl>
                                      </p:cBhvr>
                                    </p:animEffect>
                                  </p:childTnLst>
                                </p:cTn>
                              </p:par>
                            </p:childTnLst>
                          </p:cTn>
                        </p:par>
                        <p:par>
                          <p:cTn id="44" fill="hold">
                            <p:stCondLst>
                              <p:cond delay="4350"/>
                            </p:stCondLst>
                            <p:childTnLst>
                              <p:par>
                                <p:cTn id="45" presetID="53" presetClass="entr" presetSubtype="0" fill="hold" grpId="0" nodeType="after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p:cTn id="47" dur="500" fill="hold"/>
                                        <p:tgtEl>
                                          <p:spTgt spid="62"/>
                                        </p:tgtEl>
                                        <p:attrNameLst>
                                          <p:attrName>ppt_w</p:attrName>
                                        </p:attrNameLst>
                                      </p:cBhvr>
                                      <p:tavLst>
                                        <p:tav tm="0">
                                          <p:val>
                                            <p:fltVal val="0"/>
                                          </p:val>
                                        </p:tav>
                                        <p:tav tm="100000">
                                          <p:val>
                                            <p:strVal val="#ppt_w"/>
                                          </p:val>
                                        </p:tav>
                                      </p:tavLst>
                                    </p:anim>
                                    <p:anim calcmode="lin" valueType="num">
                                      <p:cBhvr>
                                        <p:cTn id="48" dur="500" fill="hold"/>
                                        <p:tgtEl>
                                          <p:spTgt spid="62"/>
                                        </p:tgtEl>
                                        <p:attrNameLst>
                                          <p:attrName>ppt_h</p:attrName>
                                        </p:attrNameLst>
                                      </p:cBhvr>
                                      <p:tavLst>
                                        <p:tav tm="0">
                                          <p:val>
                                            <p:fltVal val="0"/>
                                          </p:val>
                                        </p:tav>
                                        <p:tav tm="100000">
                                          <p:val>
                                            <p:strVal val="#ppt_h"/>
                                          </p:val>
                                        </p:tav>
                                      </p:tavLst>
                                    </p:anim>
                                    <p:animEffect transition="in" filter="fade">
                                      <p:cBhvr>
                                        <p:cTn id="49" dur="500"/>
                                        <p:tgtEl>
                                          <p:spTgt spid="62"/>
                                        </p:tgtEl>
                                      </p:cBhvr>
                                    </p:animEffect>
                                  </p:childTnLst>
                                </p:cTn>
                              </p:par>
                            </p:childTnLst>
                          </p:cTn>
                        </p:par>
                        <p:par>
                          <p:cTn id="50" fill="hold">
                            <p:stCondLst>
                              <p:cond delay="4850"/>
                            </p:stCondLst>
                            <p:childTnLst>
                              <p:par>
                                <p:cTn id="51" presetID="22" presetClass="entr" presetSubtype="2" fill="hold" grpId="0" nodeType="afterEffect">
                                  <p:stCondLst>
                                    <p:cond delay="0"/>
                                  </p:stCondLst>
                                  <p:childTnLst>
                                    <p:set>
                                      <p:cBhvr>
                                        <p:cTn id="52" dur="1" fill="hold">
                                          <p:stCondLst>
                                            <p:cond delay="0"/>
                                          </p:stCondLst>
                                        </p:cTn>
                                        <p:tgtEl>
                                          <p:spTgt spid="27"/>
                                        </p:tgtEl>
                                        <p:attrNameLst>
                                          <p:attrName>style.visibility</p:attrName>
                                        </p:attrNameLst>
                                      </p:cBhvr>
                                      <p:to>
                                        <p:strVal val="visible"/>
                                      </p:to>
                                    </p:set>
                                    <p:animEffect transition="in" filter="wipe(right)">
                                      <p:cBhvr>
                                        <p:cTn id="53" dur="500"/>
                                        <p:tgtEl>
                                          <p:spTgt spid="27"/>
                                        </p:tgtEl>
                                      </p:cBhvr>
                                    </p:animEffect>
                                  </p:childTnLst>
                                </p:cTn>
                              </p:par>
                            </p:childTnLst>
                          </p:cTn>
                        </p:par>
                        <p:par>
                          <p:cTn id="54" fill="hold">
                            <p:stCondLst>
                              <p:cond delay="5350"/>
                            </p:stCondLst>
                            <p:childTnLst>
                              <p:par>
                                <p:cTn id="55" presetID="12" presetClass="entr" presetSubtype="8" fill="hold" grpId="0" nodeType="after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slide(fromLeft)">
                                      <p:cBhvr>
                                        <p:cTn id="57" dur="500"/>
                                        <p:tgtEl>
                                          <p:spTgt spid="26"/>
                                        </p:tgtEl>
                                      </p:cBhvr>
                                    </p:animEffect>
                                  </p:childTnLst>
                                </p:cTn>
                              </p:par>
                            </p:childTnLst>
                          </p:cTn>
                        </p:par>
                        <p:par>
                          <p:cTn id="58" fill="hold">
                            <p:stCondLst>
                              <p:cond delay="5850"/>
                            </p:stCondLst>
                            <p:childTnLst>
                              <p:par>
                                <p:cTn id="59" presetID="53" presetClass="entr" presetSubtype="0" fill="hold" nodeType="afterEffect">
                                  <p:stCondLst>
                                    <p:cond delay="0"/>
                                  </p:stCondLst>
                                  <p:childTnLst>
                                    <p:set>
                                      <p:cBhvr>
                                        <p:cTn id="60" dur="1" fill="hold">
                                          <p:stCondLst>
                                            <p:cond delay="0"/>
                                          </p:stCondLst>
                                        </p:cTn>
                                        <p:tgtEl>
                                          <p:spTgt spid="63"/>
                                        </p:tgtEl>
                                        <p:attrNameLst>
                                          <p:attrName>style.visibility</p:attrName>
                                        </p:attrNameLst>
                                      </p:cBhvr>
                                      <p:to>
                                        <p:strVal val="visible"/>
                                      </p:to>
                                    </p:set>
                                    <p:anim calcmode="lin" valueType="num">
                                      <p:cBhvr>
                                        <p:cTn id="61" dur="500" fill="hold"/>
                                        <p:tgtEl>
                                          <p:spTgt spid="63"/>
                                        </p:tgtEl>
                                        <p:attrNameLst>
                                          <p:attrName>ppt_w</p:attrName>
                                        </p:attrNameLst>
                                      </p:cBhvr>
                                      <p:tavLst>
                                        <p:tav tm="0">
                                          <p:val>
                                            <p:fltVal val="0"/>
                                          </p:val>
                                        </p:tav>
                                        <p:tav tm="100000">
                                          <p:val>
                                            <p:strVal val="#ppt_w"/>
                                          </p:val>
                                        </p:tav>
                                      </p:tavLst>
                                    </p:anim>
                                    <p:anim calcmode="lin" valueType="num">
                                      <p:cBhvr>
                                        <p:cTn id="62" dur="500" fill="hold"/>
                                        <p:tgtEl>
                                          <p:spTgt spid="63"/>
                                        </p:tgtEl>
                                        <p:attrNameLst>
                                          <p:attrName>ppt_h</p:attrName>
                                        </p:attrNameLst>
                                      </p:cBhvr>
                                      <p:tavLst>
                                        <p:tav tm="0">
                                          <p:val>
                                            <p:fltVal val="0"/>
                                          </p:val>
                                        </p:tav>
                                        <p:tav tm="100000">
                                          <p:val>
                                            <p:strVal val="#ppt_h"/>
                                          </p:val>
                                        </p:tav>
                                      </p:tavLst>
                                    </p:anim>
                                    <p:animEffect transition="in" filter="fade">
                                      <p:cBhvr>
                                        <p:cTn id="63" dur="500"/>
                                        <p:tgtEl>
                                          <p:spTgt spid="63"/>
                                        </p:tgtEl>
                                      </p:cBhvr>
                                    </p:animEffect>
                                  </p:childTnLst>
                                </p:cTn>
                              </p:par>
                            </p:childTnLst>
                          </p:cTn>
                        </p:par>
                        <p:par>
                          <p:cTn id="64" fill="hold">
                            <p:stCondLst>
                              <p:cond delay="6350"/>
                            </p:stCondLst>
                            <p:childTnLst>
                              <p:par>
                                <p:cTn id="65" presetID="22" presetClass="entr" presetSubtype="2"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wipe(right)">
                                      <p:cBhvr>
                                        <p:cTn id="67" dur="500"/>
                                        <p:tgtEl>
                                          <p:spTgt spid="25"/>
                                        </p:tgtEl>
                                      </p:cBhvr>
                                    </p:animEffect>
                                  </p:childTnLst>
                                </p:cTn>
                              </p:par>
                            </p:childTnLst>
                          </p:cTn>
                        </p:par>
                        <p:par>
                          <p:cTn id="68" fill="hold">
                            <p:stCondLst>
                              <p:cond delay="6850"/>
                            </p:stCondLst>
                            <p:childTnLst>
                              <p:par>
                                <p:cTn id="69" presetID="12" presetClass="entr" presetSubtype="8" fill="hold" grpId="0" nodeType="after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slide(fromLeft)">
                                      <p:cBhvr>
                                        <p:cTn id="71" dur="500"/>
                                        <p:tgtEl>
                                          <p:spTgt spid="24"/>
                                        </p:tgtEl>
                                      </p:cBhvr>
                                    </p:animEffect>
                                  </p:childTnLst>
                                </p:cTn>
                              </p:par>
                            </p:childTnLst>
                          </p:cTn>
                        </p:par>
                        <p:par>
                          <p:cTn id="72" fill="hold">
                            <p:stCondLst>
                              <p:cond delay="7350"/>
                            </p:stCondLst>
                            <p:childTnLst>
                              <p:par>
                                <p:cTn id="73" presetID="53" presetClass="entr" presetSubtype="0" fill="hold" grpId="0" nodeType="afterEffect">
                                  <p:stCondLst>
                                    <p:cond delay="0"/>
                                  </p:stCondLst>
                                  <p:childTnLst>
                                    <p:set>
                                      <p:cBhvr>
                                        <p:cTn id="74" dur="1" fill="hold">
                                          <p:stCondLst>
                                            <p:cond delay="0"/>
                                          </p:stCondLst>
                                        </p:cTn>
                                        <p:tgtEl>
                                          <p:spTgt spid="74"/>
                                        </p:tgtEl>
                                        <p:attrNameLst>
                                          <p:attrName>style.visibility</p:attrName>
                                        </p:attrNameLst>
                                      </p:cBhvr>
                                      <p:to>
                                        <p:strVal val="visible"/>
                                      </p:to>
                                    </p:set>
                                    <p:anim calcmode="lin" valueType="num">
                                      <p:cBhvr>
                                        <p:cTn id="75" dur="500" fill="hold"/>
                                        <p:tgtEl>
                                          <p:spTgt spid="74"/>
                                        </p:tgtEl>
                                        <p:attrNameLst>
                                          <p:attrName>ppt_w</p:attrName>
                                        </p:attrNameLst>
                                      </p:cBhvr>
                                      <p:tavLst>
                                        <p:tav tm="0">
                                          <p:val>
                                            <p:fltVal val="0"/>
                                          </p:val>
                                        </p:tav>
                                        <p:tav tm="100000">
                                          <p:val>
                                            <p:strVal val="#ppt_w"/>
                                          </p:val>
                                        </p:tav>
                                      </p:tavLst>
                                    </p:anim>
                                    <p:anim calcmode="lin" valueType="num">
                                      <p:cBhvr>
                                        <p:cTn id="76" dur="500" fill="hold"/>
                                        <p:tgtEl>
                                          <p:spTgt spid="74"/>
                                        </p:tgtEl>
                                        <p:attrNameLst>
                                          <p:attrName>ppt_h</p:attrName>
                                        </p:attrNameLst>
                                      </p:cBhvr>
                                      <p:tavLst>
                                        <p:tav tm="0">
                                          <p:val>
                                            <p:fltVal val="0"/>
                                          </p:val>
                                        </p:tav>
                                        <p:tav tm="100000">
                                          <p:val>
                                            <p:strVal val="#ppt_h"/>
                                          </p:val>
                                        </p:tav>
                                      </p:tavLst>
                                    </p:anim>
                                    <p:animEffect transition="in" filter="fade">
                                      <p:cBhvr>
                                        <p:cTn id="77" dur="500"/>
                                        <p:tgtEl>
                                          <p:spTgt spid="74"/>
                                        </p:tgtEl>
                                      </p:cBhvr>
                                    </p:animEffect>
                                  </p:childTnLst>
                                </p:cTn>
                              </p:par>
                            </p:childTnLst>
                          </p:cTn>
                        </p:par>
                        <p:par>
                          <p:cTn id="78" fill="hold">
                            <p:stCondLst>
                              <p:cond delay="7850"/>
                            </p:stCondLst>
                            <p:childTnLst>
                              <p:par>
                                <p:cTn id="79" presetID="22" presetClass="entr" presetSubtype="1" fill="hold" grpId="0" nodeType="afterEffect">
                                  <p:stCondLst>
                                    <p:cond delay="0"/>
                                  </p:stCondLst>
                                  <p:childTnLst>
                                    <p:set>
                                      <p:cBhvr>
                                        <p:cTn id="80" dur="1" fill="hold">
                                          <p:stCondLst>
                                            <p:cond delay="0"/>
                                          </p:stCondLst>
                                        </p:cTn>
                                        <p:tgtEl>
                                          <p:spTgt spid="75"/>
                                        </p:tgtEl>
                                        <p:attrNameLst>
                                          <p:attrName>style.visibility</p:attrName>
                                        </p:attrNameLst>
                                      </p:cBhvr>
                                      <p:to>
                                        <p:strVal val="visible"/>
                                      </p:to>
                                    </p:set>
                                    <p:animEffect transition="in" filter="wipe(up)">
                                      <p:cBhvr>
                                        <p:cTn id="81" dur="500"/>
                                        <p:tgtEl>
                                          <p:spTgt spid="75"/>
                                        </p:tgtEl>
                                      </p:cBhvr>
                                    </p:animEffect>
                                  </p:childTnLst>
                                </p:cTn>
                              </p:par>
                            </p:childTnLst>
                          </p:cTn>
                        </p:par>
                        <p:par>
                          <p:cTn id="82" fill="hold">
                            <p:stCondLst>
                              <p:cond delay="8350"/>
                            </p:stCondLst>
                            <p:childTnLst>
                              <p:par>
                                <p:cTn id="83" presetID="22" presetClass="entr" presetSubtype="2" fill="hold" grpId="0" nodeType="afterEffect">
                                  <p:stCondLst>
                                    <p:cond delay="0"/>
                                  </p:stCondLst>
                                  <p:childTnLst>
                                    <p:set>
                                      <p:cBhvr>
                                        <p:cTn id="84" dur="1" fill="hold">
                                          <p:stCondLst>
                                            <p:cond delay="0"/>
                                          </p:stCondLst>
                                        </p:cTn>
                                        <p:tgtEl>
                                          <p:spTgt spid="77"/>
                                        </p:tgtEl>
                                        <p:attrNameLst>
                                          <p:attrName>style.visibility</p:attrName>
                                        </p:attrNameLst>
                                      </p:cBhvr>
                                      <p:to>
                                        <p:strVal val="visible"/>
                                      </p:to>
                                    </p:set>
                                    <p:animEffect transition="in" filter="wipe(right)">
                                      <p:cBhvr>
                                        <p:cTn id="85" dur="500"/>
                                        <p:tgtEl>
                                          <p:spTgt spid="77"/>
                                        </p:tgtEl>
                                      </p:cBhvr>
                                    </p:animEffect>
                                  </p:childTnLst>
                                </p:cTn>
                              </p:par>
                            </p:childTnLst>
                          </p:cTn>
                        </p:par>
                        <p:par>
                          <p:cTn id="86" fill="hold">
                            <p:stCondLst>
                              <p:cond delay="8850"/>
                            </p:stCondLst>
                            <p:childTnLst>
                              <p:par>
                                <p:cTn id="87" presetID="22" presetClass="entr" presetSubtype="8" fill="hold" grpId="0" nodeType="afterEffect">
                                  <p:stCondLst>
                                    <p:cond delay="0"/>
                                  </p:stCondLst>
                                  <p:childTnLst>
                                    <p:set>
                                      <p:cBhvr>
                                        <p:cTn id="88" dur="1" fill="hold">
                                          <p:stCondLst>
                                            <p:cond delay="0"/>
                                          </p:stCondLst>
                                        </p:cTn>
                                        <p:tgtEl>
                                          <p:spTgt spid="76"/>
                                        </p:tgtEl>
                                        <p:attrNameLst>
                                          <p:attrName>style.visibility</p:attrName>
                                        </p:attrNameLst>
                                      </p:cBhvr>
                                      <p:to>
                                        <p:strVal val="visible"/>
                                      </p:to>
                                    </p:set>
                                    <p:animEffect transition="in" filter="wipe(left)">
                                      <p:cBhvr>
                                        <p:cTn id="89" dur="500"/>
                                        <p:tgtEl>
                                          <p:spTgt spid="76"/>
                                        </p:tgtEl>
                                      </p:cBhvr>
                                    </p:animEffect>
                                  </p:childTnLst>
                                </p:cTn>
                              </p:par>
                            </p:childTnLst>
                          </p:cTn>
                        </p:par>
                        <p:par>
                          <p:cTn id="90" fill="hold">
                            <p:stCondLst>
                              <p:cond delay="9350"/>
                            </p:stCondLst>
                            <p:childTnLst>
                              <p:par>
                                <p:cTn id="91" presetID="22" presetClass="entr" presetSubtype="2" fill="hold" grpId="0" nodeType="afterEffect">
                                  <p:stCondLst>
                                    <p:cond delay="0"/>
                                  </p:stCondLst>
                                  <p:childTnLst>
                                    <p:set>
                                      <p:cBhvr>
                                        <p:cTn id="92" dur="1" fill="hold">
                                          <p:stCondLst>
                                            <p:cond delay="0"/>
                                          </p:stCondLst>
                                        </p:cTn>
                                        <p:tgtEl>
                                          <p:spTgt spid="78"/>
                                        </p:tgtEl>
                                        <p:attrNameLst>
                                          <p:attrName>style.visibility</p:attrName>
                                        </p:attrNameLst>
                                      </p:cBhvr>
                                      <p:to>
                                        <p:strVal val="visible"/>
                                      </p:to>
                                    </p:set>
                                    <p:animEffect transition="in" filter="wipe(right)">
                                      <p:cBhvr>
                                        <p:cTn id="93" dur="500"/>
                                        <p:tgtEl>
                                          <p:spTgt spid="78"/>
                                        </p:tgtEl>
                                      </p:cBhvr>
                                    </p:animEffect>
                                  </p:childTnLst>
                                </p:cTn>
                              </p:par>
                            </p:childTnLst>
                          </p:cTn>
                        </p:par>
                        <p:par>
                          <p:cTn id="94" fill="hold">
                            <p:stCondLst>
                              <p:cond delay="9850"/>
                            </p:stCondLst>
                            <p:childTnLst>
                              <p:par>
                                <p:cTn id="95" presetID="22" presetClass="entr" presetSubtype="1" fill="hold" grpId="0" nodeType="afterEffect">
                                  <p:stCondLst>
                                    <p:cond delay="0"/>
                                  </p:stCondLst>
                                  <p:childTnLst>
                                    <p:set>
                                      <p:cBhvr>
                                        <p:cTn id="96" dur="1" fill="hold">
                                          <p:stCondLst>
                                            <p:cond delay="0"/>
                                          </p:stCondLst>
                                        </p:cTn>
                                        <p:tgtEl>
                                          <p:spTgt spid="79"/>
                                        </p:tgtEl>
                                        <p:attrNameLst>
                                          <p:attrName>style.visibility</p:attrName>
                                        </p:attrNameLst>
                                      </p:cBhvr>
                                      <p:to>
                                        <p:strVal val="visible"/>
                                      </p:to>
                                    </p:set>
                                    <p:animEffect transition="in" filter="wipe(up)">
                                      <p:cBhvr>
                                        <p:cTn id="97"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4" grpId="0" animBg="1"/>
      <p:bldP spid="25" grpId="0" animBg="1"/>
      <p:bldP spid="26" grpId="0" animBg="1"/>
      <p:bldP spid="27" grpId="0" animBg="1"/>
      <p:bldP spid="28" grpId="0" animBg="1"/>
      <p:bldP spid="29" grpId="0" animBg="1"/>
      <p:bldP spid="30" grpId="0" animBg="1"/>
      <p:bldP spid="53" grpId="0" animBg="1"/>
      <p:bldP spid="54" grpId="0" animBg="1"/>
      <p:bldP spid="62" grpId="0" animBg="1"/>
      <p:bldP spid="73" grpId="0" animBg="1"/>
      <p:bldP spid="74" grpId="0" animBg="1"/>
      <p:bldP spid="75" grpId="0"/>
      <p:bldP spid="76" grpId="0"/>
      <p:bldP spid="77" grpId="0"/>
      <p:bldP spid="78" grpId="0"/>
      <p:bldP spid="79"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25"/>
          <p:cNvGrpSpPr/>
          <p:nvPr/>
        </p:nvGrpSpPr>
        <p:grpSpPr>
          <a:xfrm>
            <a:off x="4141997" y="2486282"/>
            <a:ext cx="1303941" cy="667119"/>
            <a:chOff x="4912409" y="4285619"/>
            <a:chExt cx="382215" cy="532444"/>
          </a:xfrm>
          <a:solidFill>
            <a:srgbClr val="77A9D3"/>
          </a:solidFill>
        </p:grpSpPr>
        <p:sp>
          <p:nvSpPr>
            <p:cNvPr id="20" name="Rectangle 11"/>
            <p:cNvSpPr>
              <a:spLocks noChangeArrowheads="1"/>
            </p:cNvSpPr>
            <p:nvPr/>
          </p:nvSpPr>
          <p:spPr bwMode="auto">
            <a:xfrm>
              <a:off x="4912409" y="4552352"/>
              <a:ext cx="382215" cy="265711"/>
            </a:xfrm>
            <a:prstGeom prst="rect">
              <a:avLst/>
            </a:prstGeom>
            <a:grpFill/>
            <a:ln>
              <a:noFill/>
            </a:ln>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Rectangle 10"/>
            <p:cNvSpPr>
              <a:spLocks noChangeArrowheads="1"/>
            </p:cNvSpPr>
            <p:nvPr/>
          </p:nvSpPr>
          <p:spPr bwMode="auto">
            <a:xfrm>
              <a:off x="4912409" y="4285619"/>
              <a:ext cx="382215" cy="5324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r>
                <a:rPr lang="en-US" sz="1406" dirty="0">
                  <a:solidFill>
                    <a:prstClr val="white"/>
                  </a:solidFill>
                  <a:latin typeface="Arial" panose="020B0604020202020204" pitchFamily="34" charset="0"/>
                  <a:ea typeface="微软雅黑" panose="020B0503020204020204" pitchFamily="34" charset="-122"/>
                  <a:sym typeface="Arial" panose="020B0604020202020204" pitchFamily="34" charset="0"/>
                </a:rPr>
                <a:t>2011</a:t>
              </a:r>
              <a:endParaRPr lang="id-ID" sz="1406"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2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grpSp>
        <p:nvGrpSpPr>
          <p:cNvPr id="11" name="Group 118"/>
          <p:cNvGrpSpPr/>
          <p:nvPr/>
        </p:nvGrpSpPr>
        <p:grpSpPr>
          <a:xfrm>
            <a:off x="2673493" y="2486282"/>
            <a:ext cx="540252" cy="667119"/>
            <a:chOff x="1994399" y="2158871"/>
            <a:chExt cx="589804" cy="728170"/>
          </a:xfrm>
        </p:grpSpPr>
        <p:sp>
          <p:nvSpPr>
            <p:cNvPr id="12" name="Freeform 5"/>
            <p:cNvSpPr>
              <a:spLocks/>
            </p:cNvSpPr>
            <p:nvPr/>
          </p:nvSpPr>
          <p:spPr bwMode="auto">
            <a:xfrm>
              <a:off x="1994399" y="2158871"/>
              <a:ext cx="459824" cy="728170"/>
            </a:xfrm>
            <a:custGeom>
              <a:avLst/>
              <a:gdLst>
                <a:gd name="T0" fmla="*/ 139 w 139"/>
                <a:gd name="T1" fmla="*/ 218 h 218"/>
                <a:gd name="T2" fmla="*/ 139 w 139"/>
                <a:gd name="T3" fmla="*/ 0 h 218"/>
                <a:gd name="T4" fmla="*/ 109 w 139"/>
                <a:gd name="T5" fmla="*/ 0 h 218"/>
                <a:gd name="T6" fmla="*/ 0 w 139"/>
                <a:gd name="T7" fmla="*/ 109 h 218"/>
                <a:gd name="T8" fmla="*/ 0 w 139"/>
                <a:gd name="T9" fmla="*/ 109 h 218"/>
                <a:gd name="T10" fmla="*/ 109 w 139"/>
                <a:gd name="T11" fmla="*/ 218 h 218"/>
                <a:gd name="T12" fmla="*/ 139 w 139"/>
                <a:gd name="T13" fmla="*/ 218 h 218"/>
              </a:gdLst>
              <a:ahLst/>
              <a:cxnLst>
                <a:cxn ang="0">
                  <a:pos x="T0" y="T1"/>
                </a:cxn>
                <a:cxn ang="0">
                  <a:pos x="T2" y="T3"/>
                </a:cxn>
                <a:cxn ang="0">
                  <a:pos x="T4" y="T5"/>
                </a:cxn>
                <a:cxn ang="0">
                  <a:pos x="T6" y="T7"/>
                </a:cxn>
                <a:cxn ang="0">
                  <a:pos x="T8" y="T9"/>
                </a:cxn>
                <a:cxn ang="0">
                  <a:pos x="T10" y="T11"/>
                </a:cxn>
                <a:cxn ang="0">
                  <a:pos x="T12" y="T13"/>
                </a:cxn>
              </a:cxnLst>
              <a:rect l="0" t="0" r="r" b="b"/>
              <a:pathLst>
                <a:path w="139" h="218">
                  <a:moveTo>
                    <a:pt x="139" y="218"/>
                  </a:moveTo>
                  <a:cubicBezTo>
                    <a:pt x="139" y="0"/>
                    <a:pt x="139" y="0"/>
                    <a:pt x="139" y="0"/>
                  </a:cubicBezTo>
                  <a:cubicBezTo>
                    <a:pt x="109" y="0"/>
                    <a:pt x="109" y="0"/>
                    <a:pt x="109" y="0"/>
                  </a:cubicBezTo>
                  <a:cubicBezTo>
                    <a:pt x="49" y="0"/>
                    <a:pt x="0" y="49"/>
                    <a:pt x="0" y="109"/>
                  </a:cubicBezTo>
                  <a:cubicBezTo>
                    <a:pt x="0" y="109"/>
                    <a:pt x="0" y="109"/>
                    <a:pt x="0" y="109"/>
                  </a:cubicBezTo>
                  <a:cubicBezTo>
                    <a:pt x="0" y="169"/>
                    <a:pt x="49" y="218"/>
                    <a:pt x="109" y="218"/>
                  </a:cubicBezTo>
                  <a:lnTo>
                    <a:pt x="139" y="218"/>
                  </a:lnTo>
                  <a:close/>
                </a:path>
              </a:pathLst>
            </a:custGeom>
            <a:solidFill>
              <a:srgbClr val="F2F2F2"/>
            </a:solidFill>
            <a:ln>
              <a:noFill/>
            </a:ln>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3" name="Rectangle 6"/>
            <p:cNvSpPr>
              <a:spLocks noChangeArrowheads="1"/>
            </p:cNvSpPr>
            <p:nvPr/>
          </p:nvSpPr>
          <p:spPr bwMode="auto">
            <a:xfrm>
              <a:off x="2417884" y="2158871"/>
              <a:ext cx="166319" cy="728170"/>
            </a:xfrm>
            <a:prstGeom prst="rect">
              <a:avLst/>
            </a:prstGeom>
            <a:solidFill>
              <a:schemeClr val="tx1">
                <a:lumMod val="65000"/>
                <a:lumOff val="35000"/>
              </a:schemeClr>
            </a:solidFill>
            <a:ln>
              <a:noFill/>
            </a:ln>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4" name="Freeform 9"/>
            <p:cNvSpPr>
              <a:spLocks/>
            </p:cNvSpPr>
            <p:nvPr/>
          </p:nvSpPr>
          <p:spPr bwMode="auto">
            <a:xfrm>
              <a:off x="1994399" y="2523655"/>
              <a:ext cx="585611" cy="363386"/>
            </a:xfrm>
            <a:custGeom>
              <a:avLst/>
              <a:gdLst>
                <a:gd name="T0" fmla="*/ 0 w 177"/>
                <a:gd name="T1" fmla="*/ 0 h 109"/>
                <a:gd name="T2" fmla="*/ 177 w 177"/>
                <a:gd name="T3" fmla="*/ 0 h 109"/>
                <a:gd name="T4" fmla="*/ 177 w 177"/>
                <a:gd name="T5" fmla="*/ 109 h 109"/>
                <a:gd name="T6" fmla="*/ 139 w 177"/>
                <a:gd name="T7" fmla="*/ 109 h 109"/>
                <a:gd name="T8" fmla="*/ 128 w 177"/>
                <a:gd name="T9" fmla="*/ 109 h 109"/>
                <a:gd name="T10" fmla="*/ 109 w 177"/>
                <a:gd name="T11" fmla="*/ 109 h 109"/>
                <a:gd name="T12" fmla="*/ 0 w 177"/>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177" h="109">
                  <a:moveTo>
                    <a:pt x="0" y="0"/>
                  </a:moveTo>
                  <a:cubicBezTo>
                    <a:pt x="177" y="0"/>
                    <a:pt x="177" y="0"/>
                    <a:pt x="177" y="0"/>
                  </a:cubicBezTo>
                  <a:cubicBezTo>
                    <a:pt x="177" y="109"/>
                    <a:pt x="177" y="109"/>
                    <a:pt x="177" y="109"/>
                  </a:cubicBezTo>
                  <a:cubicBezTo>
                    <a:pt x="139" y="109"/>
                    <a:pt x="139" y="109"/>
                    <a:pt x="139" y="109"/>
                  </a:cubicBezTo>
                  <a:cubicBezTo>
                    <a:pt x="128" y="109"/>
                    <a:pt x="128" y="109"/>
                    <a:pt x="128" y="109"/>
                  </a:cubicBezTo>
                  <a:cubicBezTo>
                    <a:pt x="109" y="109"/>
                    <a:pt x="109" y="109"/>
                    <a:pt x="109" y="109"/>
                  </a:cubicBezTo>
                  <a:cubicBezTo>
                    <a:pt x="49" y="109"/>
                    <a:pt x="0" y="60"/>
                    <a:pt x="0" y="0"/>
                  </a:cubicBezTo>
                  <a:close/>
                </a:path>
              </a:pathLst>
            </a:custGeom>
            <a:solidFill>
              <a:srgbClr val="333333">
                <a:alpha val="10000"/>
              </a:srgbClr>
            </a:solidFill>
            <a:ln>
              <a:noFill/>
            </a:ln>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5" name="Group 122"/>
          <p:cNvGrpSpPr/>
          <p:nvPr/>
        </p:nvGrpSpPr>
        <p:grpSpPr>
          <a:xfrm>
            <a:off x="3213740" y="2486282"/>
            <a:ext cx="928257" cy="667119"/>
            <a:chOff x="4530194" y="4285619"/>
            <a:chExt cx="382215" cy="532444"/>
          </a:xfrm>
        </p:grpSpPr>
        <p:sp>
          <p:nvSpPr>
            <p:cNvPr id="16" name="Rectangle 7"/>
            <p:cNvSpPr>
              <a:spLocks noChangeArrowheads="1"/>
            </p:cNvSpPr>
            <p:nvPr/>
          </p:nvSpPr>
          <p:spPr bwMode="auto">
            <a:xfrm>
              <a:off x="4530194" y="4285619"/>
              <a:ext cx="382215" cy="532444"/>
            </a:xfrm>
            <a:prstGeom prst="rect">
              <a:avLst/>
            </a:prstGeom>
            <a:solidFill>
              <a:srgbClr val="A491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r>
                <a:rPr lang="en-US" sz="1406" dirty="0">
                  <a:solidFill>
                    <a:prstClr val="white"/>
                  </a:solidFill>
                  <a:latin typeface="Arial" panose="020B0604020202020204" pitchFamily="34" charset="0"/>
                  <a:ea typeface="微软雅黑" panose="020B0503020204020204" pitchFamily="34" charset="-122"/>
                  <a:sym typeface="Arial" panose="020B0604020202020204" pitchFamily="34" charset="0"/>
                </a:rPr>
                <a:t>2010</a:t>
              </a:r>
              <a:endParaRPr lang="id-ID" sz="1406"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Rectangle 8"/>
            <p:cNvSpPr>
              <a:spLocks noChangeArrowheads="1"/>
            </p:cNvSpPr>
            <p:nvPr/>
          </p:nvSpPr>
          <p:spPr bwMode="auto">
            <a:xfrm>
              <a:off x="4530194" y="4552352"/>
              <a:ext cx="382215" cy="265711"/>
            </a:xfrm>
            <a:prstGeom prst="rect">
              <a:avLst/>
            </a:prstGeom>
            <a:solidFill>
              <a:srgbClr val="333333">
                <a:alpha val="10000"/>
              </a:srgbClr>
            </a:solidFill>
            <a:ln>
              <a:noFill/>
            </a:ln>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1" name="Group 128"/>
          <p:cNvGrpSpPr/>
          <p:nvPr/>
        </p:nvGrpSpPr>
        <p:grpSpPr>
          <a:xfrm>
            <a:off x="5445941" y="2486282"/>
            <a:ext cx="1915411" cy="667119"/>
            <a:chOff x="5294624" y="4285619"/>
            <a:chExt cx="383237" cy="532444"/>
          </a:xfrm>
          <a:solidFill>
            <a:srgbClr val="A491BB"/>
          </a:solidFill>
        </p:grpSpPr>
        <p:sp>
          <p:nvSpPr>
            <p:cNvPr id="23" name="Rectangle 13"/>
            <p:cNvSpPr>
              <a:spLocks noChangeArrowheads="1"/>
            </p:cNvSpPr>
            <p:nvPr/>
          </p:nvSpPr>
          <p:spPr bwMode="auto">
            <a:xfrm>
              <a:off x="5294624" y="4552352"/>
              <a:ext cx="383237" cy="265711"/>
            </a:xfrm>
            <a:prstGeom prst="rect">
              <a:avLst/>
            </a:prstGeom>
            <a:grpFill/>
            <a:ln>
              <a:noFill/>
            </a:ln>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2" name="Rectangle 12"/>
            <p:cNvSpPr>
              <a:spLocks noChangeArrowheads="1"/>
            </p:cNvSpPr>
            <p:nvPr/>
          </p:nvSpPr>
          <p:spPr bwMode="auto">
            <a:xfrm>
              <a:off x="5294624" y="4285619"/>
              <a:ext cx="383237" cy="5324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r>
                <a:rPr lang="en-US" sz="1406" dirty="0">
                  <a:solidFill>
                    <a:prstClr val="white"/>
                  </a:solidFill>
                  <a:latin typeface="Arial" panose="020B0604020202020204" pitchFamily="34" charset="0"/>
                  <a:ea typeface="微软雅黑" panose="020B0503020204020204" pitchFamily="34" charset="-122"/>
                  <a:sym typeface="Arial" panose="020B0604020202020204" pitchFamily="34" charset="0"/>
                </a:rPr>
                <a:t>2012</a:t>
              </a:r>
              <a:endParaRPr lang="id-ID" sz="1406"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4" name="Group 131"/>
          <p:cNvGrpSpPr/>
          <p:nvPr/>
        </p:nvGrpSpPr>
        <p:grpSpPr>
          <a:xfrm>
            <a:off x="7361351" y="2486282"/>
            <a:ext cx="1291750" cy="667119"/>
            <a:chOff x="5677862" y="4285619"/>
            <a:chExt cx="382215" cy="532444"/>
          </a:xfrm>
          <a:solidFill>
            <a:srgbClr val="77A9D3"/>
          </a:solidFill>
        </p:grpSpPr>
        <p:sp>
          <p:nvSpPr>
            <p:cNvPr id="35" name="Rectangle 15"/>
            <p:cNvSpPr>
              <a:spLocks noChangeArrowheads="1"/>
            </p:cNvSpPr>
            <p:nvPr/>
          </p:nvSpPr>
          <p:spPr bwMode="auto">
            <a:xfrm>
              <a:off x="5677862" y="4552352"/>
              <a:ext cx="382215" cy="265711"/>
            </a:xfrm>
            <a:prstGeom prst="rect">
              <a:avLst/>
            </a:prstGeom>
            <a:grpFill/>
            <a:ln>
              <a:noFill/>
            </a:ln>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Rectangle 14"/>
            <p:cNvSpPr>
              <a:spLocks noChangeArrowheads="1"/>
            </p:cNvSpPr>
            <p:nvPr/>
          </p:nvSpPr>
          <p:spPr bwMode="auto">
            <a:xfrm>
              <a:off x="5677862" y="4285619"/>
              <a:ext cx="382215" cy="5324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r>
                <a:rPr lang="en-US" sz="1406" dirty="0">
                  <a:solidFill>
                    <a:prstClr val="white"/>
                  </a:solidFill>
                  <a:latin typeface="Arial" panose="020B0604020202020204" pitchFamily="34" charset="0"/>
                  <a:ea typeface="微软雅黑" panose="020B0503020204020204" pitchFamily="34" charset="-122"/>
                  <a:sym typeface="Arial" panose="020B0604020202020204" pitchFamily="34" charset="0"/>
                </a:rPr>
                <a:t>2013</a:t>
              </a:r>
              <a:endParaRPr lang="id-ID" sz="1406"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6" name="Group 134"/>
          <p:cNvGrpSpPr/>
          <p:nvPr/>
        </p:nvGrpSpPr>
        <p:grpSpPr>
          <a:xfrm>
            <a:off x="8653098" y="2486282"/>
            <a:ext cx="928257" cy="667119"/>
            <a:chOff x="6060077" y="4285619"/>
            <a:chExt cx="382215" cy="532444"/>
          </a:xfrm>
          <a:solidFill>
            <a:srgbClr val="A491BB"/>
          </a:solidFill>
        </p:grpSpPr>
        <p:sp>
          <p:nvSpPr>
            <p:cNvPr id="38" name="Rectangle 17"/>
            <p:cNvSpPr>
              <a:spLocks noChangeArrowheads="1"/>
            </p:cNvSpPr>
            <p:nvPr/>
          </p:nvSpPr>
          <p:spPr bwMode="auto">
            <a:xfrm>
              <a:off x="6060077" y="4552352"/>
              <a:ext cx="382215" cy="265711"/>
            </a:xfrm>
            <a:prstGeom prst="rect">
              <a:avLst/>
            </a:prstGeom>
            <a:grpFill/>
            <a:ln>
              <a:noFill/>
            </a:ln>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7" name="Rectangle 16"/>
            <p:cNvSpPr>
              <a:spLocks noChangeArrowheads="1"/>
            </p:cNvSpPr>
            <p:nvPr/>
          </p:nvSpPr>
          <p:spPr bwMode="auto">
            <a:xfrm>
              <a:off x="6060077" y="4285619"/>
              <a:ext cx="382215" cy="5324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17764" tIns="58882" rIns="117764" bIns="58882" numCol="1" anchor="ctr" anchorCtr="0" compatLnSpc="1">
              <a:prstTxWarp prst="textNoShape">
                <a:avLst/>
              </a:prstTxWarp>
            </a:bodyPr>
            <a:lstStyle/>
            <a:p>
              <a:pPr algn="ctr" fontAlgn="auto">
                <a:lnSpc>
                  <a:spcPct val="120000"/>
                </a:lnSpc>
                <a:spcBef>
                  <a:spcPts val="0"/>
                </a:spcBef>
                <a:spcAft>
                  <a:spcPts val="0"/>
                </a:spcAft>
              </a:pPr>
              <a:r>
                <a:rPr lang="en-US" sz="1406" dirty="0">
                  <a:solidFill>
                    <a:prstClr val="white"/>
                  </a:solidFill>
                  <a:latin typeface="Arial" panose="020B0604020202020204" pitchFamily="34" charset="0"/>
                  <a:ea typeface="微软雅黑" panose="020B0503020204020204" pitchFamily="34" charset="-122"/>
                  <a:sym typeface="Arial" panose="020B0604020202020204" pitchFamily="34" charset="0"/>
                </a:rPr>
                <a:t>201N</a:t>
              </a:r>
              <a:endParaRPr lang="id-ID" sz="1406"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9" name="Group 137"/>
          <p:cNvGrpSpPr/>
          <p:nvPr/>
        </p:nvGrpSpPr>
        <p:grpSpPr>
          <a:xfrm>
            <a:off x="9581356" y="2486282"/>
            <a:ext cx="606138" cy="667119"/>
            <a:chOff x="7739063" y="3990975"/>
            <a:chExt cx="414338" cy="827088"/>
          </a:xfrm>
        </p:grpSpPr>
        <p:sp>
          <p:nvSpPr>
            <p:cNvPr id="40" name="Freeform 18"/>
            <p:cNvSpPr>
              <a:spLocks/>
            </p:cNvSpPr>
            <p:nvPr/>
          </p:nvSpPr>
          <p:spPr bwMode="auto">
            <a:xfrm>
              <a:off x="7739063" y="3990975"/>
              <a:ext cx="414338" cy="827088"/>
            </a:xfrm>
            <a:custGeom>
              <a:avLst/>
              <a:gdLst>
                <a:gd name="T0" fmla="*/ 261 w 261"/>
                <a:gd name="T1" fmla="*/ 261 h 521"/>
                <a:gd name="T2" fmla="*/ 0 w 261"/>
                <a:gd name="T3" fmla="*/ 0 h 521"/>
                <a:gd name="T4" fmla="*/ 0 w 261"/>
                <a:gd name="T5" fmla="*/ 521 h 521"/>
                <a:gd name="T6" fmla="*/ 261 w 261"/>
                <a:gd name="T7" fmla="*/ 261 h 521"/>
              </a:gdLst>
              <a:ahLst/>
              <a:cxnLst>
                <a:cxn ang="0">
                  <a:pos x="T0" y="T1"/>
                </a:cxn>
                <a:cxn ang="0">
                  <a:pos x="T2" y="T3"/>
                </a:cxn>
                <a:cxn ang="0">
                  <a:pos x="T4" y="T5"/>
                </a:cxn>
                <a:cxn ang="0">
                  <a:pos x="T6" y="T7"/>
                </a:cxn>
              </a:cxnLst>
              <a:rect l="0" t="0" r="r" b="b"/>
              <a:pathLst>
                <a:path w="261" h="521">
                  <a:moveTo>
                    <a:pt x="261" y="261"/>
                  </a:moveTo>
                  <a:lnTo>
                    <a:pt x="0" y="0"/>
                  </a:lnTo>
                  <a:lnTo>
                    <a:pt x="0" y="521"/>
                  </a:lnTo>
                  <a:lnTo>
                    <a:pt x="261" y="261"/>
                  </a:lnTo>
                  <a:close/>
                </a:path>
              </a:pathLst>
            </a:custGeom>
            <a:solidFill>
              <a:srgbClr val="ECAE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1" name="Freeform 19"/>
            <p:cNvSpPr>
              <a:spLocks/>
            </p:cNvSpPr>
            <p:nvPr/>
          </p:nvSpPr>
          <p:spPr bwMode="auto">
            <a:xfrm>
              <a:off x="8027988" y="4283075"/>
              <a:ext cx="125413" cy="242888"/>
            </a:xfrm>
            <a:custGeom>
              <a:avLst/>
              <a:gdLst>
                <a:gd name="T0" fmla="*/ 79 w 79"/>
                <a:gd name="T1" fmla="*/ 77 h 153"/>
                <a:gd name="T2" fmla="*/ 0 w 79"/>
                <a:gd name="T3" fmla="*/ 153 h 153"/>
                <a:gd name="T4" fmla="*/ 0 w 79"/>
                <a:gd name="T5" fmla="*/ 0 h 153"/>
                <a:gd name="T6" fmla="*/ 0 w 79"/>
                <a:gd name="T7" fmla="*/ 0 h 153"/>
                <a:gd name="T8" fmla="*/ 79 w 79"/>
                <a:gd name="T9" fmla="*/ 77 h 153"/>
              </a:gdLst>
              <a:ahLst/>
              <a:cxnLst>
                <a:cxn ang="0">
                  <a:pos x="T0" y="T1"/>
                </a:cxn>
                <a:cxn ang="0">
                  <a:pos x="T2" y="T3"/>
                </a:cxn>
                <a:cxn ang="0">
                  <a:pos x="T4" y="T5"/>
                </a:cxn>
                <a:cxn ang="0">
                  <a:pos x="T6" y="T7"/>
                </a:cxn>
                <a:cxn ang="0">
                  <a:pos x="T8" y="T9"/>
                </a:cxn>
              </a:cxnLst>
              <a:rect l="0" t="0" r="r" b="b"/>
              <a:pathLst>
                <a:path w="79" h="153">
                  <a:moveTo>
                    <a:pt x="79" y="77"/>
                  </a:moveTo>
                  <a:lnTo>
                    <a:pt x="0" y="153"/>
                  </a:lnTo>
                  <a:lnTo>
                    <a:pt x="0" y="0"/>
                  </a:lnTo>
                  <a:lnTo>
                    <a:pt x="0" y="0"/>
                  </a:lnTo>
                  <a:lnTo>
                    <a:pt x="79" y="77"/>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2" name="Freeform 20"/>
            <p:cNvSpPr>
              <a:spLocks/>
            </p:cNvSpPr>
            <p:nvPr/>
          </p:nvSpPr>
          <p:spPr bwMode="auto">
            <a:xfrm>
              <a:off x="7739063" y="4405313"/>
              <a:ext cx="414338" cy="412750"/>
            </a:xfrm>
            <a:custGeom>
              <a:avLst/>
              <a:gdLst>
                <a:gd name="T0" fmla="*/ 261 w 261"/>
                <a:gd name="T1" fmla="*/ 0 h 260"/>
                <a:gd name="T2" fmla="*/ 0 w 261"/>
                <a:gd name="T3" fmla="*/ 260 h 260"/>
                <a:gd name="T4" fmla="*/ 0 w 261"/>
                <a:gd name="T5" fmla="*/ 0 h 260"/>
                <a:gd name="T6" fmla="*/ 261 w 261"/>
                <a:gd name="T7" fmla="*/ 0 h 260"/>
              </a:gdLst>
              <a:ahLst/>
              <a:cxnLst>
                <a:cxn ang="0">
                  <a:pos x="T0" y="T1"/>
                </a:cxn>
                <a:cxn ang="0">
                  <a:pos x="T2" y="T3"/>
                </a:cxn>
                <a:cxn ang="0">
                  <a:pos x="T4" y="T5"/>
                </a:cxn>
                <a:cxn ang="0">
                  <a:pos x="T6" y="T7"/>
                </a:cxn>
              </a:cxnLst>
              <a:rect l="0" t="0" r="r" b="b"/>
              <a:pathLst>
                <a:path w="261" h="260">
                  <a:moveTo>
                    <a:pt x="261" y="0"/>
                  </a:moveTo>
                  <a:lnTo>
                    <a:pt x="0" y="260"/>
                  </a:lnTo>
                  <a:lnTo>
                    <a:pt x="0" y="0"/>
                  </a:lnTo>
                  <a:lnTo>
                    <a:pt x="261" y="0"/>
                  </a:lnTo>
                  <a:close/>
                </a:path>
              </a:pathLst>
            </a:custGeom>
            <a:solidFill>
              <a:srgbClr val="333333">
                <a:alpha val="10000"/>
              </a:srgbClr>
            </a:solidFill>
            <a:ln>
              <a:noFill/>
            </a:ln>
          </p:spPr>
          <p:txBody>
            <a:bodyPr vert="horz" wrap="square" lIns="117764" tIns="58882" rIns="117764" bIns="58882" numCol="1" anchor="t" anchorCtr="0" compatLnSpc="1">
              <a:prstTxWarp prst="textNoShape">
                <a:avLst/>
              </a:prstTxWarp>
            </a:bodyPr>
            <a:lstStyle/>
            <a:p>
              <a:pPr algn="ctr" fontAlgn="auto">
                <a:lnSpc>
                  <a:spcPct val="120000"/>
                </a:lnSpc>
                <a:spcBef>
                  <a:spcPts val="0"/>
                </a:spcBef>
                <a:spcAft>
                  <a:spcPts val="0"/>
                </a:spcAft>
              </a:pPr>
              <a:endParaRPr lang="id-ID" sz="140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43" name="Group 1"/>
          <p:cNvGrpSpPr/>
          <p:nvPr/>
        </p:nvGrpSpPr>
        <p:grpSpPr>
          <a:xfrm>
            <a:off x="3382123" y="3219000"/>
            <a:ext cx="505616" cy="748199"/>
            <a:chOff x="2768028" y="2732605"/>
            <a:chExt cx="551992" cy="816671"/>
          </a:xfrm>
        </p:grpSpPr>
        <p:cxnSp>
          <p:nvCxnSpPr>
            <p:cNvPr id="44" name="Straight Connector 142"/>
            <p:cNvCxnSpPr/>
            <p:nvPr/>
          </p:nvCxnSpPr>
          <p:spPr>
            <a:xfrm rot="10800000">
              <a:off x="3044025" y="2732605"/>
              <a:ext cx="0" cy="360191"/>
            </a:xfrm>
            <a:prstGeom prst="line">
              <a:avLst/>
            </a:prstGeom>
            <a:ln>
              <a:solidFill>
                <a:srgbClr val="A491BB"/>
              </a:solidFill>
              <a:tailEnd type="oval"/>
            </a:ln>
          </p:spPr>
          <p:style>
            <a:lnRef idx="1">
              <a:schemeClr val="accent1"/>
            </a:lnRef>
            <a:fillRef idx="0">
              <a:schemeClr val="accent1"/>
            </a:fillRef>
            <a:effectRef idx="0">
              <a:schemeClr val="accent1"/>
            </a:effectRef>
            <a:fontRef idx="minor">
              <a:schemeClr val="tx1"/>
            </a:fontRef>
          </p:style>
        </p:cxnSp>
        <p:sp>
          <p:nvSpPr>
            <p:cNvPr id="45" name="Oval 143"/>
            <p:cNvSpPr>
              <a:spLocks noChangeAspect="1"/>
            </p:cNvSpPr>
            <p:nvPr/>
          </p:nvSpPr>
          <p:spPr>
            <a:xfrm>
              <a:off x="2768028" y="2997284"/>
              <a:ext cx="551992" cy="551992"/>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984"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AU" sz="98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46" name="Text Placeholder 32"/>
          <p:cNvSpPr txBox="1">
            <a:spLocks/>
          </p:cNvSpPr>
          <p:nvPr/>
        </p:nvSpPr>
        <p:spPr>
          <a:xfrm>
            <a:off x="2931742" y="4390350"/>
            <a:ext cx="1483114" cy="77944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47" name="Text Placeholder 33"/>
          <p:cNvSpPr txBox="1">
            <a:spLocks/>
          </p:cNvSpPr>
          <p:nvPr/>
        </p:nvSpPr>
        <p:spPr>
          <a:xfrm>
            <a:off x="2919596" y="4171490"/>
            <a:ext cx="1414758" cy="259623"/>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48" name="Group 4"/>
          <p:cNvGrpSpPr/>
          <p:nvPr/>
        </p:nvGrpSpPr>
        <p:grpSpPr>
          <a:xfrm>
            <a:off x="6120714" y="3219000"/>
            <a:ext cx="505616" cy="748199"/>
            <a:chOff x="5757807" y="2732605"/>
            <a:chExt cx="551992" cy="816671"/>
          </a:xfrm>
        </p:grpSpPr>
        <p:cxnSp>
          <p:nvCxnSpPr>
            <p:cNvPr id="49" name="Straight Connector 147"/>
            <p:cNvCxnSpPr/>
            <p:nvPr/>
          </p:nvCxnSpPr>
          <p:spPr>
            <a:xfrm rot="10800000">
              <a:off x="6033804" y="2732605"/>
              <a:ext cx="0" cy="360191"/>
            </a:xfrm>
            <a:prstGeom prst="line">
              <a:avLst/>
            </a:prstGeom>
            <a:ln>
              <a:solidFill>
                <a:srgbClr val="A491BB"/>
              </a:solidFill>
              <a:tailEnd type="oval"/>
            </a:ln>
          </p:spPr>
          <p:style>
            <a:lnRef idx="1">
              <a:schemeClr val="accent1"/>
            </a:lnRef>
            <a:fillRef idx="0">
              <a:schemeClr val="accent1"/>
            </a:fillRef>
            <a:effectRef idx="0">
              <a:schemeClr val="accent1"/>
            </a:effectRef>
            <a:fontRef idx="minor">
              <a:schemeClr val="tx1"/>
            </a:fontRef>
          </p:style>
        </p:cxnSp>
        <p:sp>
          <p:nvSpPr>
            <p:cNvPr id="50" name="Oval 148"/>
            <p:cNvSpPr>
              <a:spLocks noChangeAspect="1"/>
            </p:cNvSpPr>
            <p:nvPr/>
          </p:nvSpPr>
          <p:spPr>
            <a:xfrm>
              <a:off x="5757807" y="2997284"/>
              <a:ext cx="551992" cy="551992"/>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984"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sz="984"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51" name="Text Placeholder 32"/>
          <p:cNvSpPr txBox="1">
            <a:spLocks/>
          </p:cNvSpPr>
          <p:nvPr/>
        </p:nvSpPr>
        <p:spPr>
          <a:xfrm>
            <a:off x="5670332" y="4390350"/>
            <a:ext cx="1483114" cy="77944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2" name="Text Placeholder 33"/>
          <p:cNvSpPr txBox="1">
            <a:spLocks/>
          </p:cNvSpPr>
          <p:nvPr/>
        </p:nvSpPr>
        <p:spPr>
          <a:xfrm>
            <a:off x="5658184" y="4171490"/>
            <a:ext cx="1414758" cy="259623"/>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3" name="Group 2"/>
          <p:cNvGrpSpPr/>
          <p:nvPr/>
        </p:nvGrpSpPr>
        <p:grpSpPr>
          <a:xfrm>
            <a:off x="4554803" y="3219000"/>
            <a:ext cx="505616" cy="1992485"/>
            <a:chOff x="4048268" y="2732606"/>
            <a:chExt cx="551992" cy="2174827"/>
          </a:xfrm>
        </p:grpSpPr>
        <p:cxnSp>
          <p:nvCxnSpPr>
            <p:cNvPr id="54" name="Straight Connector 152"/>
            <p:cNvCxnSpPr/>
            <p:nvPr/>
          </p:nvCxnSpPr>
          <p:spPr>
            <a:xfrm flipV="1">
              <a:off x="4324265" y="2732606"/>
              <a:ext cx="0" cy="1848567"/>
            </a:xfrm>
            <a:prstGeom prst="line">
              <a:avLst/>
            </a:prstGeom>
            <a:ln>
              <a:solidFill>
                <a:srgbClr val="77A9D3"/>
              </a:solidFill>
              <a:tailEnd type="oval"/>
            </a:ln>
          </p:spPr>
          <p:style>
            <a:lnRef idx="1">
              <a:schemeClr val="accent1"/>
            </a:lnRef>
            <a:fillRef idx="0">
              <a:schemeClr val="accent1"/>
            </a:fillRef>
            <a:effectRef idx="0">
              <a:schemeClr val="accent1"/>
            </a:effectRef>
            <a:fontRef idx="minor">
              <a:schemeClr val="tx1"/>
            </a:fontRef>
          </p:style>
        </p:cxnSp>
        <p:sp>
          <p:nvSpPr>
            <p:cNvPr id="55" name="Oval 153"/>
            <p:cNvSpPr>
              <a:spLocks noChangeAspect="1"/>
            </p:cNvSpPr>
            <p:nvPr/>
          </p:nvSpPr>
          <p:spPr>
            <a:xfrm>
              <a:off x="4048268" y="4355441"/>
              <a:ext cx="551992" cy="551992"/>
            </a:xfrm>
            <a:prstGeom prst="ellipse">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984"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AU" sz="984"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56" name="Text Placeholder 32"/>
          <p:cNvSpPr txBox="1">
            <a:spLocks/>
          </p:cNvSpPr>
          <p:nvPr/>
        </p:nvSpPr>
        <p:spPr>
          <a:xfrm>
            <a:off x="4104422" y="5634634"/>
            <a:ext cx="1483114" cy="77944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57" name="Text Placeholder 33"/>
          <p:cNvSpPr txBox="1">
            <a:spLocks/>
          </p:cNvSpPr>
          <p:nvPr/>
        </p:nvSpPr>
        <p:spPr>
          <a:xfrm>
            <a:off x="4092274" y="5415774"/>
            <a:ext cx="1414758" cy="259623"/>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20000"/>
              </a:lnSpc>
              <a:spcBef>
                <a:spcPts val="0"/>
              </a:spcBef>
              <a:spcAft>
                <a:spcPts val="0"/>
              </a:spcAft>
              <a:buNone/>
            </a:pPr>
            <a:r>
              <a:rPr lang="zh-CN" altLang="en-US" sz="1406"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8" name="Group 5"/>
          <p:cNvGrpSpPr/>
          <p:nvPr/>
        </p:nvGrpSpPr>
        <p:grpSpPr>
          <a:xfrm>
            <a:off x="7753567" y="3219000"/>
            <a:ext cx="505616" cy="1992485"/>
            <a:chOff x="7540429" y="2732606"/>
            <a:chExt cx="551992" cy="2174827"/>
          </a:xfrm>
        </p:grpSpPr>
        <p:cxnSp>
          <p:nvCxnSpPr>
            <p:cNvPr id="59" name="Straight Connector 157"/>
            <p:cNvCxnSpPr/>
            <p:nvPr/>
          </p:nvCxnSpPr>
          <p:spPr>
            <a:xfrm flipV="1">
              <a:off x="7816426" y="2732606"/>
              <a:ext cx="0" cy="1848567"/>
            </a:xfrm>
            <a:prstGeom prst="line">
              <a:avLst/>
            </a:prstGeom>
            <a:ln>
              <a:solidFill>
                <a:srgbClr val="77A9D3"/>
              </a:solidFill>
              <a:tailEnd type="oval"/>
            </a:ln>
          </p:spPr>
          <p:style>
            <a:lnRef idx="1">
              <a:schemeClr val="accent1"/>
            </a:lnRef>
            <a:fillRef idx="0">
              <a:schemeClr val="accent1"/>
            </a:fillRef>
            <a:effectRef idx="0">
              <a:schemeClr val="accent1"/>
            </a:effectRef>
            <a:fontRef idx="minor">
              <a:schemeClr val="tx1"/>
            </a:fontRef>
          </p:style>
        </p:cxnSp>
        <p:sp>
          <p:nvSpPr>
            <p:cNvPr id="60" name="Oval 158"/>
            <p:cNvSpPr>
              <a:spLocks noChangeAspect="1"/>
            </p:cNvSpPr>
            <p:nvPr/>
          </p:nvSpPr>
          <p:spPr>
            <a:xfrm>
              <a:off x="7540429" y="4355441"/>
              <a:ext cx="551992" cy="551992"/>
            </a:xfrm>
            <a:prstGeom prst="ellipse">
              <a:avLst/>
            </a:prstGeom>
            <a:solidFill>
              <a:srgbClr val="77A9D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984"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AU" sz="984"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61" name="Text Placeholder 32"/>
          <p:cNvSpPr txBox="1">
            <a:spLocks/>
          </p:cNvSpPr>
          <p:nvPr/>
        </p:nvSpPr>
        <p:spPr>
          <a:xfrm>
            <a:off x="7303186" y="5634634"/>
            <a:ext cx="1483114" cy="77944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2" name="Text Placeholder 33"/>
          <p:cNvSpPr txBox="1">
            <a:spLocks/>
          </p:cNvSpPr>
          <p:nvPr/>
        </p:nvSpPr>
        <p:spPr>
          <a:xfrm>
            <a:off x="7291037" y="5415774"/>
            <a:ext cx="1414758" cy="259623"/>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20000"/>
              </a:lnSpc>
              <a:spcBef>
                <a:spcPts val="0"/>
              </a:spcBef>
              <a:spcAft>
                <a:spcPts val="0"/>
              </a:spcAft>
              <a:buNone/>
            </a:pPr>
            <a:r>
              <a:rPr lang="zh-CN" altLang="en-US" sz="1406"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63" name="Group 6"/>
          <p:cNvGrpSpPr/>
          <p:nvPr/>
        </p:nvGrpSpPr>
        <p:grpSpPr>
          <a:xfrm>
            <a:off x="8859303" y="3219000"/>
            <a:ext cx="505616" cy="748199"/>
            <a:chOff x="8747586" y="2732605"/>
            <a:chExt cx="551992" cy="816671"/>
          </a:xfrm>
        </p:grpSpPr>
        <p:cxnSp>
          <p:nvCxnSpPr>
            <p:cNvPr id="64" name="Straight Connector 162"/>
            <p:cNvCxnSpPr/>
            <p:nvPr/>
          </p:nvCxnSpPr>
          <p:spPr>
            <a:xfrm rot="10800000">
              <a:off x="9023583" y="2732605"/>
              <a:ext cx="0" cy="360191"/>
            </a:xfrm>
            <a:prstGeom prst="line">
              <a:avLst/>
            </a:prstGeom>
            <a:ln>
              <a:solidFill>
                <a:srgbClr val="A491BB"/>
              </a:solidFill>
              <a:tailEnd type="oval"/>
            </a:ln>
          </p:spPr>
          <p:style>
            <a:lnRef idx="1">
              <a:schemeClr val="accent1"/>
            </a:lnRef>
            <a:fillRef idx="0">
              <a:schemeClr val="accent1"/>
            </a:fillRef>
            <a:effectRef idx="0">
              <a:schemeClr val="accent1"/>
            </a:effectRef>
            <a:fontRef idx="minor">
              <a:schemeClr val="tx1"/>
            </a:fontRef>
          </p:style>
        </p:cxnSp>
        <p:sp>
          <p:nvSpPr>
            <p:cNvPr id="65" name="Oval 163"/>
            <p:cNvSpPr>
              <a:spLocks noChangeAspect="1"/>
            </p:cNvSpPr>
            <p:nvPr/>
          </p:nvSpPr>
          <p:spPr>
            <a:xfrm>
              <a:off x="8747586" y="2997284"/>
              <a:ext cx="551992" cy="551992"/>
            </a:xfrm>
            <a:prstGeom prst="ellipse">
              <a:avLst/>
            </a:prstGeom>
            <a:solidFill>
              <a:srgbClr val="A491B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fontAlgn="auto">
                <a:lnSpc>
                  <a:spcPct val="120000"/>
                </a:lnSpc>
                <a:spcBef>
                  <a:spcPts val="0"/>
                </a:spcBef>
                <a:spcAft>
                  <a:spcPts val="0"/>
                </a:spcAft>
              </a:pPr>
              <a:r>
                <a:rPr lang="zh-CN" altLang="en-US" sz="984" dirty="0">
                  <a:solidFill>
                    <a:srgbClr val="FFFFFF"/>
                  </a:solidFill>
                  <a:latin typeface="Arial" panose="020B0604020202020204" pitchFamily="34" charset="0"/>
                  <a:ea typeface="微软雅黑" panose="020B0503020204020204" pitchFamily="34" charset="-122"/>
                  <a:cs typeface="+mn-ea"/>
                  <a:sym typeface="Arial" panose="020B0604020202020204" pitchFamily="34" charset="0"/>
                </a:rPr>
                <a:t>文字内容</a:t>
              </a:r>
              <a:endParaRPr lang="en-US" sz="984"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66" name="Text Placeholder 32"/>
          <p:cNvSpPr txBox="1">
            <a:spLocks/>
          </p:cNvSpPr>
          <p:nvPr/>
        </p:nvSpPr>
        <p:spPr>
          <a:xfrm>
            <a:off x="8408923" y="4390350"/>
            <a:ext cx="1483114" cy="779444"/>
          </a:xfrm>
          <a:prstGeom prst="rect">
            <a:avLst/>
          </a:prstGeom>
        </p:spPr>
        <p:txBody>
          <a:bodyPr wrap="square"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50000"/>
              </a:lnSpc>
              <a:spcAft>
                <a:spcPts val="0"/>
              </a:spcAft>
              <a:buNone/>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7" name="Text Placeholder 33"/>
          <p:cNvSpPr txBox="1">
            <a:spLocks/>
          </p:cNvSpPr>
          <p:nvPr/>
        </p:nvSpPr>
        <p:spPr>
          <a:xfrm>
            <a:off x="8396774" y="4171490"/>
            <a:ext cx="1414758" cy="259623"/>
          </a:xfrm>
          <a:prstGeom prst="rect">
            <a:avLst/>
          </a:prstGeom>
        </p:spPr>
        <p:txBody>
          <a:bodyPr lIns="0" tIns="0" rIns="0" bIns="0">
            <a:sp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fontAlgn="auto">
              <a:lnSpc>
                <a:spcPct val="120000"/>
              </a:lnSpc>
              <a:spcBef>
                <a:spcPts val="0"/>
              </a:spcBef>
              <a:spcAft>
                <a:spcPts val="0"/>
              </a:spcAft>
              <a:buNone/>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a:t>
            </a:r>
            <a:endParaRPr lang="en-AU"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97982939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6"/>
                                        </p:tgtEl>
                                        <p:attrNameLst>
                                          <p:attrName>ppt_y</p:attrName>
                                        </p:attrNameLst>
                                      </p:cBhvr>
                                      <p:tavLst>
                                        <p:tav tm="0">
                                          <p:val>
                                            <p:strVal val="#ppt_y"/>
                                          </p:val>
                                        </p:tav>
                                        <p:tav tm="100000">
                                          <p:val>
                                            <p:strVal val="#ppt_y"/>
                                          </p:val>
                                        </p:tav>
                                      </p:tavLst>
                                    </p:anim>
                                    <p:anim calcmode="lin" valueType="num">
                                      <p:cBhvr>
                                        <p:cTn id="9" dur="500" fill="hold"/>
                                        <p:tgtEl>
                                          <p:spTgt spid="2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ipe(left)">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43"/>
                                        </p:tgtEl>
                                        <p:attrNameLst>
                                          <p:attrName>style.visibility</p:attrName>
                                        </p:attrNameLst>
                                      </p:cBhvr>
                                      <p:to>
                                        <p:strVal val="visible"/>
                                      </p:to>
                                    </p:set>
                                    <p:animEffect transition="in" filter="wipe(down)">
                                      <p:cBhvr>
                                        <p:cTn id="26" dur="500"/>
                                        <p:tgtEl>
                                          <p:spTgt spid="4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500"/>
                                        <p:tgtEl>
                                          <p:spTgt spid="4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6"/>
                                        </p:tgtEl>
                                        <p:attrNameLst>
                                          <p:attrName>style.visibility</p:attrName>
                                        </p:attrNameLst>
                                      </p:cBhvr>
                                      <p:to>
                                        <p:strVal val="visible"/>
                                      </p:to>
                                    </p:set>
                                    <p:animEffect transition="in" filter="fade">
                                      <p:cBhvr>
                                        <p:cTn id="34" dur="500"/>
                                        <p:tgtEl>
                                          <p:spTgt spid="4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wipe(left)">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53"/>
                                        </p:tgtEl>
                                        <p:attrNameLst>
                                          <p:attrName>style.visibility</p:attrName>
                                        </p:attrNameLst>
                                      </p:cBhvr>
                                      <p:to>
                                        <p:strVal val="visible"/>
                                      </p:to>
                                    </p:set>
                                    <p:animEffect transition="in" filter="wipe(down)">
                                      <p:cBhvr>
                                        <p:cTn id="44" dur="500"/>
                                        <p:tgtEl>
                                          <p:spTgt spid="5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57"/>
                                        </p:tgtEl>
                                        <p:attrNameLst>
                                          <p:attrName>style.visibility</p:attrName>
                                        </p:attrNameLst>
                                      </p:cBhvr>
                                      <p:to>
                                        <p:strVal val="visible"/>
                                      </p:to>
                                    </p:set>
                                    <p:animEffect transition="in" filter="fade">
                                      <p:cBhvr>
                                        <p:cTn id="49" dur="500"/>
                                        <p:tgtEl>
                                          <p:spTgt spid="5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500"/>
                                        <p:tgtEl>
                                          <p:spTgt spid="56"/>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wipe(left)">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4" fill="hold"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wipe(down)">
                                      <p:cBhvr>
                                        <p:cTn id="62" dur="500"/>
                                        <p:tgtEl>
                                          <p:spTgt spid="4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fade">
                                      <p:cBhvr>
                                        <p:cTn id="67" dur="500"/>
                                        <p:tgtEl>
                                          <p:spTgt spid="5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wipe(left)">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4"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wipe(down)">
                                      <p:cBhvr>
                                        <p:cTn id="80" dur="5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Effect transition="in" filter="fade">
                                      <p:cBhvr>
                                        <p:cTn id="85" dur="500"/>
                                        <p:tgtEl>
                                          <p:spTgt spid="62"/>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1"/>
                                        </p:tgtEl>
                                        <p:attrNameLst>
                                          <p:attrName>style.visibility</p:attrName>
                                        </p:attrNameLst>
                                      </p:cBhvr>
                                      <p:to>
                                        <p:strVal val="visible"/>
                                      </p:to>
                                    </p:set>
                                    <p:animEffect transition="in" filter="fade">
                                      <p:cBhvr>
                                        <p:cTn id="88" dur="500"/>
                                        <p:tgtEl>
                                          <p:spTgt spid="61"/>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wipe(left)">
                                      <p:cBhvr>
                                        <p:cTn id="93" dur="500"/>
                                        <p:tgtEl>
                                          <p:spTgt spid="36"/>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4" fill="hold" nodeType="click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wipe(down)">
                                      <p:cBhvr>
                                        <p:cTn id="98" dur="500"/>
                                        <p:tgtEl>
                                          <p:spTgt spid="63"/>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67"/>
                                        </p:tgtEl>
                                        <p:attrNameLst>
                                          <p:attrName>style.visibility</p:attrName>
                                        </p:attrNameLst>
                                      </p:cBhvr>
                                      <p:to>
                                        <p:strVal val="visible"/>
                                      </p:to>
                                    </p:set>
                                    <p:animEffect transition="in" filter="fade">
                                      <p:cBhvr>
                                        <p:cTn id="103" dur="500"/>
                                        <p:tgtEl>
                                          <p:spTgt spid="67"/>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66"/>
                                        </p:tgtEl>
                                        <p:attrNameLst>
                                          <p:attrName>style.visibility</p:attrName>
                                        </p:attrNameLst>
                                      </p:cBhvr>
                                      <p:to>
                                        <p:strVal val="visible"/>
                                      </p:to>
                                    </p:set>
                                    <p:animEffect transition="in" filter="fade">
                                      <p:cBhvr>
                                        <p:cTn id="106" dur="500"/>
                                        <p:tgtEl>
                                          <p:spTgt spid="66"/>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wipe(left)">
                                      <p:cBhvr>
                                        <p:cTn id="111"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46" grpId="0"/>
      <p:bldP spid="47" grpId="0"/>
      <p:bldP spid="51" grpId="0"/>
      <p:bldP spid="52" grpId="0"/>
      <p:bldP spid="56" grpId="0"/>
      <p:bldP spid="57" grpId="0"/>
      <p:bldP spid="61" grpId="0"/>
      <p:bldP spid="62" grpId="0"/>
      <p:bldP spid="66" grpId="0"/>
      <p:bldP spid="67"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47" name="Rectangle 75"/>
          <p:cNvSpPr/>
          <p:nvPr/>
        </p:nvSpPr>
        <p:spPr>
          <a:xfrm>
            <a:off x="5630191" y="4455178"/>
            <a:ext cx="45723" cy="2779707"/>
          </a:xfrm>
          <a:prstGeom prst="rect">
            <a:avLst/>
          </a:prstGeom>
          <a:solidFill>
            <a:schemeClr val="accent1"/>
          </a:solidFill>
          <a:ln>
            <a:solidFill>
              <a:srgbClr val="77A9D3"/>
            </a:solid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8" name="Rectangle 77"/>
          <p:cNvSpPr/>
          <p:nvPr/>
        </p:nvSpPr>
        <p:spPr>
          <a:xfrm>
            <a:off x="6850916" y="3488600"/>
            <a:ext cx="45723" cy="374628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Rectangle 78"/>
          <p:cNvSpPr/>
          <p:nvPr/>
        </p:nvSpPr>
        <p:spPr>
          <a:xfrm>
            <a:off x="7622944" y="4995225"/>
            <a:ext cx="45723" cy="2239656"/>
          </a:xfrm>
          <a:prstGeom prst="rect">
            <a:avLst/>
          </a:prstGeom>
          <a:solidFill>
            <a:schemeClr val="accent2"/>
          </a:solidFill>
          <a:ln>
            <a:solidFill>
              <a:srgbClr val="A491BB"/>
            </a:solid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0" name="Rectangle 82"/>
          <p:cNvSpPr/>
          <p:nvPr/>
        </p:nvSpPr>
        <p:spPr>
          <a:xfrm>
            <a:off x="4458769" y="4995227"/>
            <a:ext cx="45723" cy="22396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1" name="Rectangle 86"/>
          <p:cNvSpPr/>
          <p:nvPr/>
        </p:nvSpPr>
        <p:spPr>
          <a:xfrm>
            <a:off x="8507346" y="5479077"/>
            <a:ext cx="45723" cy="17558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52" name="Group 72"/>
          <p:cNvGrpSpPr/>
          <p:nvPr/>
        </p:nvGrpSpPr>
        <p:grpSpPr>
          <a:xfrm>
            <a:off x="3957534" y="1872787"/>
            <a:ext cx="2125763" cy="904560"/>
            <a:chOff x="5603652" y="1584251"/>
            <a:chExt cx="1947726" cy="740503"/>
          </a:xfrm>
        </p:grpSpPr>
        <p:sp>
          <p:nvSpPr>
            <p:cNvPr id="53" name="Text Placeholder 3"/>
            <p:cNvSpPr txBox="1">
              <a:spLocks/>
            </p:cNvSpPr>
            <p:nvPr/>
          </p:nvSpPr>
          <p:spPr>
            <a:xfrm>
              <a:off x="5926943" y="1584251"/>
              <a:ext cx="1624435" cy="297677"/>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1091504" fontAlgn="auto">
                <a:lnSpc>
                  <a:spcPct val="120000"/>
                </a:lnSpc>
                <a:spcBef>
                  <a:spcPct val="20000"/>
                </a:spcBef>
                <a:spcAft>
                  <a:spcPts val="0"/>
                </a:spcAft>
                <a:defRPr/>
              </a:pPr>
              <a:r>
                <a:rPr lang="zh-CN" altLang="en-US" sz="1969" b="1">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969"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Text Placeholder 3"/>
            <p:cNvSpPr txBox="1">
              <a:spLocks/>
            </p:cNvSpPr>
            <p:nvPr/>
          </p:nvSpPr>
          <p:spPr>
            <a:xfrm>
              <a:off x="5603652" y="1846194"/>
              <a:ext cx="1947726" cy="47856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55" name="Group 72"/>
          <p:cNvGrpSpPr/>
          <p:nvPr/>
        </p:nvGrpSpPr>
        <p:grpSpPr>
          <a:xfrm>
            <a:off x="2620719" y="2892967"/>
            <a:ext cx="2125763" cy="907374"/>
            <a:chOff x="5603652" y="1615213"/>
            <a:chExt cx="1947726" cy="742806"/>
          </a:xfrm>
        </p:grpSpPr>
        <p:sp>
          <p:nvSpPr>
            <p:cNvPr id="56" name="Text Placeholder 3"/>
            <p:cNvSpPr txBox="1">
              <a:spLocks/>
            </p:cNvSpPr>
            <p:nvPr/>
          </p:nvSpPr>
          <p:spPr>
            <a:xfrm>
              <a:off x="5926943" y="1615213"/>
              <a:ext cx="1624435" cy="29767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1091504" fontAlgn="auto">
                <a:lnSpc>
                  <a:spcPct val="120000"/>
                </a:lnSpc>
                <a:spcBef>
                  <a:spcPct val="20000"/>
                </a:spcBef>
                <a:spcAft>
                  <a:spcPts val="0"/>
                </a:spcAft>
                <a:defRPr/>
              </a:pPr>
              <a:r>
                <a:rPr lang="zh-CN" altLang="en-US" sz="1969" b="1">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969"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57" name="Text Placeholder 3"/>
            <p:cNvSpPr txBox="1">
              <a:spLocks/>
            </p:cNvSpPr>
            <p:nvPr/>
          </p:nvSpPr>
          <p:spPr>
            <a:xfrm>
              <a:off x="5603652" y="1879459"/>
              <a:ext cx="1947726" cy="47856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58" name="Group 72"/>
          <p:cNvGrpSpPr/>
          <p:nvPr/>
        </p:nvGrpSpPr>
        <p:grpSpPr>
          <a:xfrm>
            <a:off x="1965469" y="4862202"/>
            <a:ext cx="2125764" cy="936514"/>
            <a:chOff x="5603652" y="1594571"/>
            <a:chExt cx="1947727" cy="766661"/>
          </a:xfrm>
        </p:grpSpPr>
        <p:sp>
          <p:nvSpPr>
            <p:cNvPr id="59" name="Text Placeholder 3"/>
            <p:cNvSpPr txBox="1">
              <a:spLocks/>
            </p:cNvSpPr>
            <p:nvPr/>
          </p:nvSpPr>
          <p:spPr>
            <a:xfrm>
              <a:off x="5926943" y="1594571"/>
              <a:ext cx="1624436" cy="29767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r" defTabSz="1091504" fontAlgn="auto">
                <a:lnSpc>
                  <a:spcPct val="120000"/>
                </a:lnSpc>
                <a:spcBef>
                  <a:spcPct val="20000"/>
                </a:spcBef>
                <a:spcAft>
                  <a:spcPts val="0"/>
                </a:spcAft>
                <a:defRPr/>
              </a:pPr>
              <a:r>
                <a:rPr lang="zh-CN" altLang="en-US" sz="1969">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969"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60" name="Text Placeholder 3"/>
            <p:cNvSpPr txBox="1">
              <a:spLocks/>
            </p:cNvSpPr>
            <p:nvPr/>
          </p:nvSpPr>
          <p:spPr>
            <a:xfrm>
              <a:off x="5603652" y="1882672"/>
              <a:ext cx="1947725" cy="47856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grpSp>
      <p:grpSp>
        <p:nvGrpSpPr>
          <p:cNvPr id="61" name="Group 58"/>
          <p:cNvGrpSpPr/>
          <p:nvPr/>
        </p:nvGrpSpPr>
        <p:grpSpPr>
          <a:xfrm>
            <a:off x="7753780" y="2872785"/>
            <a:ext cx="2088113" cy="827871"/>
            <a:chOff x="7174424" y="1401232"/>
            <a:chExt cx="2276195" cy="677725"/>
          </a:xfrm>
        </p:grpSpPr>
        <p:sp>
          <p:nvSpPr>
            <p:cNvPr id="62" name="TextBox 61"/>
            <p:cNvSpPr txBox="1"/>
            <p:nvPr/>
          </p:nvSpPr>
          <p:spPr>
            <a:xfrm>
              <a:off x="7174424" y="1600395"/>
              <a:ext cx="2276195" cy="47856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3" name="Rectangle 106"/>
            <p:cNvSpPr/>
            <p:nvPr/>
          </p:nvSpPr>
          <p:spPr>
            <a:xfrm>
              <a:off x="7174424" y="1401232"/>
              <a:ext cx="1369953" cy="212537"/>
            </a:xfrm>
            <a:prstGeom prst="rect">
              <a:avLst/>
            </a:prstGeom>
          </p:spPr>
          <p:txBody>
            <a:bodyPr wrap="none" lIns="0" tIns="0" rIns="0" bIns="0">
              <a:spAutoFit/>
            </a:bodyPr>
            <a:lstStyle/>
            <a:p>
              <a:pPr fontAlgn="auto">
                <a:lnSpc>
                  <a:spcPct val="120000"/>
                </a:lnSpc>
                <a:spcBef>
                  <a:spcPts val="0"/>
                </a:spcBef>
                <a:spcAft>
                  <a:spcPts val="0"/>
                </a:spcAft>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64" name="Group 58"/>
          <p:cNvGrpSpPr/>
          <p:nvPr/>
        </p:nvGrpSpPr>
        <p:grpSpPr>
          <a:xfrm>
            <a:off x="8591356" y="3803600"/>
            <a:ext cx="2088113" cy="827872"/>
            <a:chOff x="7174424" y="1401232"/>
            <a:chExt cx="2276195" cy="677727"/>
          </a:xfrm>
        </p:grpSpPr>
        <p:sp>
          <p:nvSpPr>
            <p:cNvPr id="65" name="TextBox 64"/>
            <p:cNvSpPr txBox="1"/>
            <p:nvPr/>
          </p:nvSpPr>
          <p:spPr>
            <a:xfrm>
              <a:off x="7174424" y="1600397"/>
              <a:ext cx="2276195" cy="478562"/>
            </a:xfrm>
            <a:prstGeom prst="rect">
              <a:avLst/>
            </a:prstGeom>
            <a:noFill/>
          </p:spPr>
          <p:txBody>
            <a:bodyPr wrap="square" lIns="0" tIns="0" rIns="0" bIns="0" rtlCol="0">
              <a:spAutoFit/>
            </a:bodyPr>
            <a:lstStyle/>
            <a:p>
              <a:pPr fontAlgn="auto">
                <a:lnSpc>
                  <a:spcPct val="150000"/>
                </a:lnSpc>
                <a:spcBef>
                  <a:spcPts val="0"/>
                </a:spcBef>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6" name="Rectangle 114"/>
            <p:cNvSpPr/>
            <p:nvPr/>
          </p:nvSpPr>
          <p:spPr>
            <a:xfrm>
              <a:off x="7174424" y="1401232"/>
              <a:ext cx="1369953" cy="212537"/>
            </a:xfrm>
            <a:prstGeom prst="rect">
              <a:avLst/>
            </a:prstGeom>
          </p:spPr>
          <p:txBody>
            <a:bodyPr wrap="none" lIns="0" tIns="0" rIns="0" bIns="0">
              <a:spAutoFit/>
            </a:bodyPr>
            <a:lstStyle/>
            <a:p>
              <a:pPr fontAlgn="auto">
                <a:lnSpc>
                  <a:spcPct val="120000"/>
                </a:lnSpc>
                <a:spcBef>
                  <a:spcPts val="0"/>
                </a:spcBef>
                <a:spcAft>
                  <a:spcPts val="0"/>
                </a:spcAft>
              </a:pPr>
              <a:r>
                <a:rPr lang="zh-CN" altLang="en-US" sz="1406">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rPr>
                <a:t>请替换文字内容</a:t>
              </a:r>
              <a:endParaRPr lang="en-US" sz="1406"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67" name="Oval 115"/>
          <p:cNvSpPr>
            <a:spLocks noChangeAspect="1"/>
          </p:cNvSpPr>
          <p:nvPr/>
        </p:nvSpPr>
        <p:spPr>
          <a:xfrm>
            <a:off x="5323261" y="4742609"/>
            <a:ext cx="687748" cy="688450"/>
          </a:xfrm>
          <a:prstGeom prst="ellipse">
            <a:avLst/>
          </a:prstGeom>
          <a:solidFill>
            <a:srgbClr val="77A9D3"/>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120000"/>
              </a:lnSpc>
              <a:spcBef>
                <a:spcPts val="0"/>
              </a:spcBef>
              <a:spcAft>
                <a:spcPts val="0"/>
              </a:spcAft>
            </a:pPr>
            <a:r>
              <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68" name="Oval 119"/>
          <p:cNvSpPr>
            <a:spLocks noChangeAspect="1"/>
          </p:cNvSpPr>
          <p:nvPr/>
        </p:nvSpPr>
        <p:spPr>
          <a:xfrm>
            <a:off x="7311144" y="5850714"/>
            <a:ext cx="687748" cy="688450"/>
          </a:xfrm>
          <a:prstGeom prst="ellipse">
            <a:avLst/>
          </a:prstGeom>
          <a:solidFill>
            <a:srgbClr val="A491BB"/>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120000"/>
              </a:lnSpc>
              <a:spcBef>
                <a:spcPts val="0"/>
              </a:spcBef>
              <a:spcAft>
                <a:spcPts val="0"/>
              </a:spcAft>
            </a:pPr>
            <a:r>
              <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04</a:t>
            </a:r>
          </a:p>
        </p:txBody>
      </p:sp>
      <p:sp>
        <p:nvSpPr>
          <p:cNvPr id="69" name="Oval 121"/>
          <p:cNvSpPr>
            <a:spLocks noChangeAspect="1"/>
          </p:cNvSpPr>
          <p:nvPr/>
        </p:nvSpPr>
        <p:spPr>
          <a:xfrm>
            <a:off x="6539115" y="5162200"/>
            <a:ext cx="687748" cy="688450"/>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120000"/>
              </a:lnSpc>
              <a:spcBef>
                <a:spcPts val="0"/>
              </a:spcBef>
              <a:spcAft>
                <a:spcPts val="0"/>
              </a:spcAft>
            </a:pPr>
            <a:r>
              <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70" name="Oval 122"/>
          <p:cNvSpPr>
            <a:spLocks noChangeAspect="1"/>
          </p:cNvSpPr>
          <p:nvPr/>
        </p:nvSpPr>
        <p:spPr>
          <a:xfrm>
            <a:off x="8219309" y="5850714"/>
            <a:ext cx="687748" cy="688450"/>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120000"/>
              </a:lnSpc>
              <a:spcBef>
                <a:spcPts val="0"/>
              </a:spcBef>
              <a:spcAft>
                <a:spcPts val="0"/>
              </a:spcAft>
            </a:pPr>
            <a:r>
              <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05</a:t>
            </a:r>
          </a:p>
        </p:txBody>
      </p:sp>
      <p:sp>
        <p:nvSpPr>
          <p:cNvPr id="71" name="Oval 123"/>
          <p:cNvSpPr>
            <a:spLocks noChangeAspect="1"/>
          </p:cNvSpPr>
          <p:nvPr/>
        </p:nvSpPr>
        <p:spPr>
          <a:xfrm>
            <a:off x="4138656" y="5572160"/>
            <a:ext cx="687748" cy="688450"/>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lnSpc>
                <a:spcPct val="120000"/>
              </a:lnSpc>
              <a:spcBef>
                <a:spcPts val="0"/>
              </a:spcBef>
              <a:spcAft>
                <a:spcPts val="0"/>
              </a:spcAft>
            </a:pPr>
            <a:r>
              <a:rPr lang="en-US" sz="1547"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01</a:t>
            </a:r>
          </a:p>
        </p:txBody>
      </p:sp>
      <p:grpSp>
        <p:nvGrpSpPr>
          <p:cNvPr id="72" name="Group 138"/>
          <p:cNvGrpSpPr/>
          <p:nvPr/>
        </p:nvGrpSpPr>
        <p:grpSpPr>
          <a:xfrm>
            <a:off x="8126037" y="4734424"/>
            <a:ext cx="818457" cy="819295"/>
            <a:chOff x="5867400" y="3486150"/>
            <a:chExt cx="670145" cy="670705"/>
          </a:xfrm>
        </p:grpSpPr>
        <p:sp>
          <p:nvSpPr>
            <p:cNvPr id="73" name="Oval 85"/>
            <p:cNvSpPr>
              <a:spLocks noChangeAspect="1"/>
            </p:cNvSpPr>
            <p:nvPr/>
          </p:nvSpPr>
          <p:spPr>
            <a:xfrm>
              <a:off x="5867400" y="3486150"/>
              <a:ext cx="670145" cy="670705"/>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4" name="Freeform 62"/>
            <p:cNvSpPr>
              <a:spLocks noEditPoints="1"/>
            </p:cNvSpPr>
            <p:nvPr/>
          </p:nvSpPr>
          <p:spPr bwMode="auto">
            <a:xfrm>
              <a:off x="6020570" y="3638144"/>
              <a:ext cx="363804" cy="366716"/>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5" name="Group 131"/>
          <p:cNvGrpSpPr/>
          <p:nvPr/>
        </p:nvGrpSpPr>
        <p:grpSpPr>
          <a:xfrm>
            <a:off x="4958394" y="3054317"/>
            <a:ext cx="1399426" cy="1400860"/>
            <a:chOff x="3273762" y="2110755"/>
            <a:chExt cx="1145838" cy="1146795"/>
          </a:xfrm>
        </p:grpSpPr>
        <p:sp>
          <p:nvSpPr>
            <p:cNvPr id="76" name="Oval 71"/>
            <p:cNvSpPr>
              <a:spLocks noChangeAspect="1"/>
            </p:cNvSpPr>
            <p:nvPr/>
          </p:nvSpPr>
          <p:spPr>
            <a:xfrm>
              <a:off x="3273762" y="2110755"/>
              <a:ext cx="1145838" cy="1146795"/>
            </a:xfrm>
            <a:prstGeom prst="ellipse">
              <a:avLst/>
            </a:prstGeom>
            <a:solidFill>
              <a:srgbClr val="77A9D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77" name="Freeform 83"/>
            <p:cNvSpPr>
              <a:spLocks noEditPoints="1"/>
            </p:cNvSpPr>
            <p:nvPr/>
          </p:nvSpPr>
          <p:spPr bwMode="auto">
            <a:xfrm>
              <a:off x="3699604" y="2463535"/>
              <a:ext cx="294154" cy="441234"/>
            </a:xfrm>
            <a:custGeom>
              <a:avLst/>
              <a:gdLst/>
              <a:ahLst/>
              <a:cxnLst>
                <a:cxn ang="0">
                  <a:pos x="38" y="26"/>
                </a:cxn>
                <a:cxn ang="0">
                  <a:pos x="24" y="55"/>
                </a:cxn>
                <a:cxn ang="0">
                  <a:pos x="20" y="58"/>
                </a:cxn>
                <a:cxn ang="0">
                  <a:pos x="16" y="55"/>
                </a:cxn>
                <a:cxn ang="0">
                  <a:pos x="2" y="26"/>
                </a:cxn>
                <a:cxn ang="0">
                  <a:pos x="0" y="19"/>
                </a:cxn>
                <a:cxn ang="0">
                  <a:pos x="20" y="0"/>
                </a:cxn>
                <a:cxn ang="0">
                  <a:pos x="39" y="19"/>
                </a:cxn>
                <a:cxn ang="0">
                  <a:pos x="38" y="26"/>
                </a:cxn>
                <a:cxn ang="0">
                  <a:pos x="20" y="9"/>
                </a:cxn>
                <a:cxn ang="0">
                  <a:pos x="10" y="19"/>
                </a:cxn>
                <a:cxn ang="0">
                  <a:pos x="20" y="29"/>
                </a:cxn>
                <a:cxn ang="0">
                  <a:pos x="30" y="19"/>
                </a:cxn>
                <a:cxn ang="0">
                  <a:pos x="20" y="9"/>
                </a:cxn>
              </a:cxnLst>
              <a:rect l="0" t="0" r="r" b="b"/>
              <a:pathLst>
                <a:path w="39" h="58">
                  <a:moveTo>
                    <a:pt x="38" y="26"/>
                  </a:moveTo>
                  <a:cubicBezTo>
                    <a:pt x="24" y="55"/>
                    <a:pt x="24" y="55"/>
                    <a:pt x="24" y="55"/>
                  </a:cubicBezTo>
                  <a:cubicBezTo>
                    <a:pt x="23" y="57"/>
                    <a:pt x="22" y="58"/>
                    <a:pt x="20" y="58"/>
                  </a:cubicBezTo>
                  <a:cubicBezTo>
                    <a:pt x="18" y="58"/>
                    <a:pt x="16" y="57"/>
                    <a:pt x="16" y="55"/>
                  </a:cubicBezTo>
                  <a:cubicBezTo>
                    <a:pt x="2" y="26"/>
                    <a:pt x="2" y="26"/>
                    <a:pt x="2" y="26"/>
                  </a:cubicBezTo>
                  <a:cubicBezTo>
                    <a:pt x="1" y="24"/>
                    <a:pt x="0" y="21"/>
                    <a:pt x="0" y="19"/>
                  </a:cubicBezTo>
                  <a:cubicBezTo>
                    <a:pt x="0" y="8"/>
                    <a:pt x="9" y="0"/>
                    <a:pt x="20" y="0"/>
                  </a:cubicBezTo>
                  <a:cubicBezTo>
                    <a:pt x="31" y="0"/>
                    <a:pt x="39" y="8"/>
                    <a:pt x="39" y="19"/>
                  </a:cubicBezTo>
                  <a:cubicBezTo>
                    <a:pt x="39" y="21"/>
                    <a:pt x="39" y="24"/>
                    <a:pt x="38" y="26"/>
                  </a:cubicBezTo>
                  <a:close/>
                  <a:moveTo>
                    <a:pt x="20" y="9"/>
                  </a:moveTo>
                  <a:cubicBezTo>
                    <a:pt x="15" y="9"/>
                    <a:pt x="10" y="14"/>
                    <a:pt x="10" y="19"/>
                  </a:cubicBezTo>
                  <a:cubicBezTo>
                    <a:pt x="10" y="24"/>
                    <a:pt x="15" y="29"/>
                    <a:pt x="20" y="29"/>
                  </a:cubicBezTo>
                  <a:cubicBezTo>
                    <a:pt x="25" y="29"/>
                    <a:pt x="30" y="24"/>
                    <a:pt x="30" y="19"/>
                  </a:cubicBezTo>
                  <a:cubicBezTo>
                    <a:pt x="30" y="14"/>
                    <a:pt x="25" y="9"/>
                    <a:pt x="20" y="9"/>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78" name="Group 137"/>
          <p:cNvGrpSpPr/>
          <p:nvPr/>
        </p:nvGrpSpPr>
        <p:grpSpPr>
          <a:xfrm>
            <a:off x="7102331" y="3915126"/>
            <a:ext cx="1078993" cy="1080101"/>
            <a:chOff x="5029200" y="2815445"/>
            <a:chExt cx="883472" cy="884210"/>
          </a:xfrm>
        </p:grpSpPr>
        <p:sp>
          <p:nvSpPr>
            <p:cNvPr id="79" name="Oval 72"/>
            <p:cNvSpPr>
              <a:spLocks noChangeAspect="1"/>
            </p:cNvSpPr>
            <p:nvPr/>
          </p:nvSpPr>
          <p:spPr>
            <a:xfrm>
              <a:off x="5029200" y="2815445"/>
              <a:ext cx="883472" cy="884210"/>
            </a:xfrm>
            <a:prstGeom prst="ellipse">
              <a:avLst/>
            </a:prstGeom>
            <a:solidFill>
              <a:srgbClr val="A491B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80" name="Freeform 176"/>
            <p:cNvSpPr>
              <a:spLocks noEditPoints="1"/>
            </p:cNvSpPr>
            <p:nvPr/>
          </p:nvSpPr>
          <p:spPr bwMode="auto">
            <a:xfrm>
              <a:off x="5257019" y="3087290"/>
              <a:ext cx="427834" cy="340520"/>
            </a:xfrm>
            <a:custGeom>
              <a:avLst/>
              <a:gdLst/>
              <a:ahLst/>
              <a:cxnLst>
                <a:cxn ang="0">
                  <a:pos x="53" y="20"/>
                </a:cxn>
                <a:cxn ang="0">
                  <a:pos x="26" y="39"/>
                </a:cxn>
                <a:cxn ang="0">
                  <a:pos x="20" y="39"/>
                </a:cxn>
                <a:cxn ang="0">
                  <a:pos x="9" y="44"/>
                </a:cxn>
                <a:cxn ang="0">
                  <a:pos x="6" y="44"/>
                </a:cxn>
                <a:cxn ang="0">
                  <a:pos x="6" y="44"/>
                </a:cxn>
                <a:cxn ang="0">
                  <a:pos x="5" y="43"/>
                </a:cxn>
                <a:cxn ang="0">
                  <a:pos x="5" y="41"/>
                </a:cxn>
                <a:cxn ang="0">
                  <a:pos x="10" y="35"/>
                </a:cxn>
                <a:cxn ang="0">
                  <a:pos x="0" y="20"/>
                </a:cxn>
                <a:cxn ang="0">
                  <a:pos x="26" y="0"/>
                </a:cxn>
                <a:cxn ang="0">
                  <a:pos x="53" y="20"/>
                </a:cxn>
                <a:cxn ang="0">
                  <a:pos x="5" y="20"/>
                </a:cxn>
                <a:cxn ang="0">
                  <a:pos x="12" y="31"/>
                </a:cxn>
                <a:cxn ang="0">
                  <a:pos x="16" y="33"/>
                </a:cxn>
                <a:cxn ang="0">
                  <a:pos x="15" y="36"/>
                </a:cxn>
                <a:cxn ang="0">
                  <a:pos x="17" y="35"/>
                </a:cxn>
                <a:cxn ang="0">
                  <a:pos x="19" y="34"/>
                </a:cxn>
                <a:cxn ang="0">
                  <a:pos x="21" y="34"/>
                </a:cxn>
                <a:cxn ang="0">
                  <a:pos x="26" y="34"/>
                </a:cxn>
                <a:cxn ang="0">
                  <a:pos x="48" y="20"/>
                </a:cxn>
                <a:cxn ang="0">
                  <a:pos x="26" y="5"/>
                </a:cxn>
                <a:cxn ang="0">
                  <a:pos x="5" y="20"/>
                </a:cxn>
                <a:cxn ang="0">
                  <a:pos x="62" y="51"/>
                </a:cxn>
                <a:cxn ang="0">
                  <a:pos x="63" y="53"/>
                </a:cxn>
                <a:cxn ang="0">
                  <a:pos x="62" y="54"/>
                </a:cxn>
                <a:cxn ang="0">
                  <a:pos x="58" y="53"/>
                </a:cxn>
                <a:cxn ang="0">
                  <a:pos x="48" y="48"/>
                </a:cxn>
                <a:cxn ang="0">
                  <a:pos x="41" y="49"/>
                </a:cxn>
                <a:cxn ang="0">
                  <a:pos x="23" y="44"/>
                </a:cxn>
                <a:cxn ang="0">
                  <a:pos x="26" y="44"/>
                </a:cxn>
                <a:cxn ang="0">
                  <a:pos x="48" y="38"/>
                </a:cxn>
                <a:cxn ang="0">
                  <a:pos x="58" y="20"/>
                </a:cxn>
                <a:cxn ang="0">
                  <a:pos x="57" y="14"/>
                </a:cxn>
                <a:cxn ang="0">
                  <a:pos x="68" y="30"/>
                </a:cxn>
                <a:cxn ang="0">
                  <a:pos x="58" y="45"/>
                </a:cxn>
                <a:cxn ang="0">
                  <a:pos x="62" y="51"/>
                </a:cxn>
              </a:cxnLst>
              <a:rect l="0" t="0" r="r" b="b"/>
              <a:pathLst>
                <a:path w="68" h="54">
                  <a:moveTo>
                    <a:pt x="53" y="20"/>
                  </a:moveTo>
                  <a:cubicBezTo>
                    <a:pt x="53" y="31"/>
                    <a:pt x="41" y="39"/>
                    <a:pt x="26" y="39"/>
                  </a:cubicBezTo>
                  <a:cubicBezTo>
                    <a:pt x="24" y="39"/>
                    <a:pt x="22" y="39"/>
                    <a:pt x="20" y="39"/>
                  </a:cubicBezTo>
                  <a:cubicBezTo>
                    <a:pt x="17" y="41"/>
                    <a:pt x="13" y="43"/>
                    <a:pt x="9" y="44"/>
                  </a:cubicBezTo>
                  <a:cubicBezTo>
                    <a:pt x="8" y="44"/>
                    <a:pt x="7" y="44"/>
                    <a:pt x="6" y="44"/>
                  </a:cubicBezTo>
                  <a:cubicBezTo>
                    <a:pt x="6" y="44"/>
                    <a:pt x="6" y="44"/>
                    <a:pt x="6" y="44"/>
                  </a:cubicBezTo>
                  <a:cubicBezTo>
                    <a:pt x="5" y="44"/>
                    <a:pt x="5" y="44"/>
                    <a:pt x="5" y="43"/>
                  </a:cubicBezTo>
                  <a:cubicBezTo>
                    <a:pt x="5" y="42"/>
                    <a:pt x="5" y="42"/>
                    <a:pt x="5" y="41"/>
                  </a:cubicBezTo>
                  <a:cubicBezTo>
                    <a:pt x="7" y="40"/>
                    <a:pt x="9" y="38"/>
                    <a:pt x="10" y="35"/>
                  </a:cubicBezTo>
                  <a:cubicBezTo>
                    <a:pt x="4" y="32"/>
                    <a:pt x="0" y="26"/>
                    <a:pt x="0" y="20"/>
                  </a:cubicBezTo>
                  <a:cubicBezTo>
                    <a:pt x="0" y="9"/>
                    <a:pt x="12" y="0"/>
                    <a:pt x="26" y="0"/>
                  </a:cubicBezTo>
                  <a:cubicBezTo>
                    <a:pt x="41" y="0"/>
                    <a:pt x="53" y="9"/>
                    <a:pt x="53" y="20"/>
                  </a:cubicBezTo>
                  <a:close/>
                  <a:moveTo>
                    <a:pt x="5" y="20"/>
                  </a:moveTo>
                  <a:cubicBezTo>
                    <a:pt x="5" y="24"/>
                    <a:pt x="7" y="28"/>
                    <a:pt x="12" y="31"/>
                  </a:cubicBezTo>
                  <a:cubicBezTo>
                    <a:pt x="16" y="33"/>
                    <a:pt x="16" y="33"/>
                    <a:pt x="16" y="33"/>
                  </a:cubicBezTo>
                  <a:cubicBezTo>
                    <a:pt x="15" y="36"/>
                    <a:pt x="15" y="36"/>
                    <a:pt x="15" y="36"/>
                  </a:cubicBezTo>
                  <a:cubicBezTo>
                    <a:pt x="15" y="36"/>
                    <a:pt x="16" y="35"/>
                    <a:pt x="17" y="35"/>
                  </a:cubicBezTo>
                  <a:cubicBezTo>
                    <a:pt x="19" y="34"/>
                    <a:pt x="19" y="34"/>
                    <a:pt x="19" y="34"/>
                  </a:cubicBezTo>
                  <a:cubicBezTo>
                    <a:pt x="21" y="34"/>
                    <a:pt x="21" y="34"/>
                    <a:pt x="21" y="34"/>
                  </a:cubicBezTo>
                  <a:cubicBezTo>
                    <a:pt x="23" y="34"/>
                    <a:pt x="25" y="34"/>
                    <a:pt x="26" y="34"/>
                  </a:cubicBezTo>
                  <a:cubicBezTo>
                    <a:pt x="38" y="34"/>
                    <a:pt x="48" y="28"/>
                    <a:pt x="48" y="20"/>
                  </a:cubicBezTo>
                  <a:cubicBezTo>
                    <a:pt x="48" y="12"/>
                    <a:pt x="38" y="5"/>
                    <a:pt x="26" y="5"/>
                  </a:cubicBezTo>
                  <a:cubicBezTo>
                    <a:pt x="15" y="5"/>
                    <a:pt x="5" y="12"/>
                    <a:pt x="5" y="20"/>
                  </a:cubicBezTo>
                  <a:close/>
                  <a:moveTo>
                    <a:pt x="62" y="51"/>
                  </a:moveTo>
                  <a:cubicBezTo>
                    <a:pt x="63" y="52"/>
                    <a:pt x="63" y="52"/>
                    <a:pt x="63" y="53"/>
                  </a:cubicBezTo>
                  <a:cubicBezTo>
                    <a:pt x="63" y="53"/>
                    <a:pt x="62" y="54"/>
                    <a:pt x="62" y="54"/>
                  </a:cubicBezTo>
                  <a:cubicBezTo>
                    <a:pt x="60" y="54"/>
                    <a:pt x="59" y="54"/>
                    <a:pt x="58" y="53"/>
                  </a:cubicBezTo>
                  <a:cubicBezTo>
                    <a:pt x="54" y="52"/>
                    <a:pt x="51" y="51"/>
                    <a:pt x="48" y="48"/>
                  </a:cubicBezTo>
                  <a:cubicBezTo>
                    <a:pt x="46" y="49"/>
                    <a:pt x="43" y="49"/>
                    <a:pt x="41" y="49"/>
                  </a:cubicBezTo>
                  <a:cubicBezTo>
                    <a:pt x="34" y="49"/>
                    <a:pt x="28" y="47"/>
                    <a:pt x="23" y="44"/>
                  </a:cubicBezTo>
                  <a:cubicBezTo>
                    <a:pt x="24" y="44"/>
                    <a:pt x="25" y="44"/>
                    <a:pt x="26" y="44"/>
                  </a:cubicBezTo>
                  <a:cubicBezTo>
                    <a:pt x="35" y="44"/>
                    <a:pt x="42" y="42"/>
                    <a:pt x="48" y="38"/>
                  </a:cubicBezTo>
                  <a:cubicBezTo>
                    <a:pt x="55" y="33"/>
                    <a:pt x="58" y="27"/>
                    <a:pt x="58" y="20"/>
                  </a:cubicBezTo>
                  <a:cubicBezTo>
                    <a:pt x="58" y="18"/>
                    <a:pt x="58" y="16"/>
                    <a:pt x="57" y="14"/>
                  </a:cubicBezTo>
                  <a:cubicBezTo>
                    <a:pt x="64" y="18"/>
                    <a:pt x="68" y="23"/>
                    <a:pt x="68" y="30"/>
                  </a:cubicBezTo>
                  <a:cubicBezTo>
                    <a:pt x="68" y="36"/>
                    <a:pt x="64" y="41"/>
                    <a:pt x="58" y="45"/>
                  </a:cubicBezTo>
                  <a:cubicBezTo>
                    <a:pt x="59" y="48"/>
                    <a:pt x="61" y="49"/>
                    <a:pt x="62" y="51"/>
                  </a:cubicBez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1" name="Group 130"/>
          <p:cNvGrpSpPr/>
          <p:nvPr/>
        </p:nvGrpSpPr>
        <p:grpSpPr>
          <a:xfrm>
            <a:off x="3938157" y="3915126"/>
            <a:ext cx="1078993" cy="1080101"/>
            <a:chOff x="2438400" y="2815445"/>
            <a:chExt cx="883472" cy="884210"/>
          </a:xfrm>
        </p:grpSpPr>
        <p:sp>
          <p:nvSpPr>
            <p:cNvPr id="82" name="Oval 81"/>
            <p:cNvSpPr>
              <a:spLocks noChangeAspect="1"/>
            </p:cNvSpPr>
            <p:nvPr/>
          </p:nvSpPr>
          <p:spPr>
            <a:xfrm>
              <a:off x="2438400" y="2815445"/>
              <a:ext cx="883472" cy="884210"/>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83" name="Freeform 216"/>
            <p:cNvSpPr>
              <a:spLocks noEditPoints="1"/>
            </p:cNvSpPr>
            <p:nvPr/>
          </p:nvSpPr>
          <p:spPr bwMode="auto">
            <a:xfrm>
              <a:off x="2666219" y="3042179"/>
              <a:ext cx="427834" cy="430742"/>
            </a:xfrm>
            <a:custGeom>
              <a:avLst/>
              <a:gdLst/>
              <a:ahLst/>
              <a:cxnLst>
                <a:cxn ang="0">
                  <a:pos x="68" y="34"/>
                </a:cxn>
                <a:cxn ang="0">
                  <a:pos x="34" y="68"/>
                </a:cxn>
                <a:cxn ang="0">
                  <a:pos x="0" y="34"/>
                </a:cxn>
                <a:cxn ang="0">
                  <a:pos x="34" y="0"/>
                </a:cxn>
                <a:cxn ang="0">
                  <a:pos x="68" y="34"/>
                </a:cxn>
                <a:cxn ang="0">
                  <a:pos x="15" y="40"/>
                </a:cxn>
                <a:cxn ang="0">
                  <a:pos x="14" y="34"/>
                </a:cxn>
                <a:cxn ang="0">
                  <a:pos x="15" y="27"/>
                </a:cxn>
                <a:cxn ang="0">
                  <a:pos x="8" y="20"/>
                </a:cxn>
                <a:cxn ang="0">
                  <a:pos x="5" y="34"/>
                </a:cxn>
                <a:cxn ang="0">
                  <a:pos x="8" y="47"/>
                </a:cxn>
                <a:cxn ang="0">
                  <a:pos x="15" y="40"/>
                </a:cxn>
                <a:cxn ang="0">
                  <a:pos x="48" y="34"/>
                </a:cxn>
                <a:cxn ang="0">
                  <a:pos x="34" y="19"/>
                </a:cxn>
                <a:cxn ang="0">
                  <a:pos x="19" y="34"/>
                </a:cxn>
                <a:cxn ang="0">
                  <a:pos x="34" y="48"/>
                </a:cxn>
                <a:cxn ang="0">
                  <a:pos x="48" y="34"/>
                </a:cxn>
                <a:cxn ang="0">
                  <a:pos x="20" y="8"/>
                </a:cxn>
                <a:cxn ang="0">
                  <a:pos x="27" y="15"/>
                </a:cxn>
                <a:cxn ang="0">
                  <a:pos x="34" y="14"/>
                </a:cxn>
                <a:cxn ang="0">
                  <a:pos x="40" y="15"/>
                </a:cxn>
                <a:cxn ang="0">
                  <a:pos x="47" y="8"/>
                </a:cxn>
                <a:cxn ang="0">
                  <a:pos x="34" y="5"/>
                </a:cxn>
                <a:cxn ang="0">
                  <a:pos x="20" y="8"/>
                </a:cxn>
                <a:cxn ang="0">
                  <a:pos x="47" y="59"/>
                </a:cxn>
                <a:cxn ang="0">
                  <a:pos x="40" y="52"/>
                </a:cxn>
                <a:cxn ang="0">
                  <a:pos x="34" y="53"/>
                </a:cxn>
                <a:cxn ang="0">
                  <a:pos x="27" y="52"/>
                </a:cxn>
                <a:cxn ang="0">
                  <a:pos x="20" y="59"/>
                </a:cxn>
                <a:cxn ang="0">
                  <a:pos x="34" y="63"/>
                </a:cxn>
                <a:cxn ang="0">
                  <a:pos x="47" y="59"/>
                </a:cxn>
                <a:cxn ang="0">
                  <a:pos x="60" y="47"/>
                </a:cxn>
                <a:cxn ang="0">
                  <a:pos x="63" y="34"/>
                </a:cxn>
                <a:cxn ang="0">
                  <a:pos x="60" y="20"/>
                </a:cxn>
                <a:cxn ang="0">
                  <a:pos x="52" y="27"/>
                </a:cxn>
                <a:cxn ang="0">
                  <a:pos x="53" y="34"/>
                </a:cxn>
                <a:cxn ang="0">
                  <a:pos x="52" y="40"/>
                </a:cxn>
                <a:cxn ang="0">
                  <a:pos x="60" y="47"/>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15" y="40"/>
                  </a:moveTo>
                  <a:cubicBezTo>
                    <a:pt x="15" y="38"/>
                    <a:pt x="14" y="36"/>
                    <a:pt x="14" y="34"/>
                  </a:cubicBezTo>
                  <a:cubicBezTo>
                    <a:pt x="14" y="31"/>
                    <a:pt x="15" y="29"/>
                    <a:pt x="15" y="27"/>
                  </a:cubicBezTo>
                  <a:cubicBezTo>
                    <a:pt x="8" y="20"/>
                    <a:pt x="8" y="20"/>
                    <a:pt x="8" y="20"/>
                  </a:cubicBezTo>
                  <a:cubicBezTo>
                    <a:pt x="6" y="24"/>
                    <a:pt x="5" y="29"/>
                    <a:pt x="5" y="34"/>
                  </a:cubicBezTo>
                  <a:cubicBezTo>
                    <a:pt x="5" y="39"/>
                    <a:pt x="6" y="43"/>
                    <a:pt x="8" y="47"/>
                  </a:cubicBezTo>
                  <a:lnTo>
                    <a:pt x="15" y="40"/>
                  </a:lnTo>
                  <a:close/>
                  <a:moveTo>
                    <a:pt x="48" y="34"/>
                  </a:moveTo>
                  <a:cubicBezTo>
                    <a:pt x="48" y="26"/>
                    <a:pt x="42" y="19"/>
                    <a:pt x="34" y="19"/>
                  </a:cubicBezTo>
                  <a:cubicBezTo>
                    <a:pt x="26" y="19"/>
                    <a:pt x="19" y="26"/>
                    <a:pt x="19" y="34"/>
                  </a:cubicBezTo>
                  <a:cubicBezTo>
                    <a:pt x="19" y="42"/>
                    <a:pt x="26" y="48"/>
                    <a:pt x="34" y="48"/>
                  </a:cubicBezTo>
                  <a:cubicBezTo>
                    <a:pt x="42" y="48"/>
                    <a:pt x="48" y="42"/>
                    <a:pt x="48" y="34"/>
                  </a:cubicBezTo>
                  <a:close/>
                  <a:moveTo>
                    <a:pt x="20" y="8"/>
                  </a:moveTo>
                  <a:cubicBezTo>
                    <a:pt x="27" y="15"/>
                    <a:pt x="27" y="15"/>
                    <a:pt x="27" y="15"/>
                  </a:cubicBezTo>
                  <a:cubicBezTo>
                    <a:pt x="29" y="15"/>
                    <a:pt x="32" y="14"/>
                    <a:pt x="34" y="14"/>
                  </a:cubicBezTo>
                  <a:cubicBezTo>
                    <a:pt x="36" y="14"/>
                    <a:pt x="38" y="15"/>
                    <a:pt x="40" y="15"/>
                  </a:cubicBezTo>
                  <a:cubicBezTo>
                    <a:pt x="47" y="8"/>
                    <a:pt x="47" y="8"/>
                    <a:pt x="47" y="8"/>
                  </a:cubicBezTo>
                  <a:cubicBezTo>
                    <a:pt x="43" y="6"/>
                    <a:pt x="39" y="5"/>
                    <a:pt x="34" y="5"/>
                  </a:cubicBezTo>
                  <a:cubicBezTo>
                    <a:pt x="29" y="5"/>
                    <a:pt x="24" y="6"/>
                    <a:pt x="20" y="8"/>
                  </a:cubicBezTo>
                  <a:close/>
                  <a:moveTo>
                    <a:pt x="47" y="59"/>
                  </a:moveTo>
                  <a:cubicBezTo>
                    <a:pt x="40" y="52"/>
                    <a:pt x="40" y="52"/>
                    <a:pt x="40" y="52"/>
                  </a:cubicBezTo>
                  <a:cubicBezTo>
                    <a:pt x="38" y="53"/>
                    <a:pt x="36" y="53"/>
                    <a:pt x="34" y="53"/>
                  </a:cubicBezTo>
                  <a:cubicBezTo>
                    <a:pt x="32" y="53"/>
                    <a:pt x="29" y="53"/>
                    <a:pt x="27" y="52"/>
                  </a:cubicBezTo>
                  <a:cubicBezTo>
                    <a:pt x="20" y="59"/>
                    <a:pt x="20" y="59"/>
                    <a:pt x="20" y="59"/>
                  </a:cubicBezTo>
                  <a:cubicBezTo>
                    <a:pt x="24" y="62"/>
                    <a:pt x="29" y="63"/>
                    <a:pt x="34" y="63"/>
                  </a:cubicBezTo>
                  <a:cubicBezTo>
                    <a:pt x="39" y="63"/>
                    <a:pt x="43" y="62"/>
                    <a:pt x="47" y="59"/>
                  </a:cubicBezTo>
                  <a:close/>
                  <a:moveTo>
                    <a:pt x="60" y="47"/>
                  </a:moveTo>
                  <a:cubicBezTo>
                    <a:pt x="62" y="43"/>
                    <a:pt x="63" y="39"/>
                    <a:pt x="63" y="34"/>
                  </a:cubicBezTo>
                  <a:cubicBezTo>
                    <a:pt x="63" y="29"/>
                    <a:pt x="62" y="24"/>
                    <a:pt x="60" y="20"/>
                  </a:cubicBezTo>
                  <a:cubicBezTo>
                    <a:pt x="52" y="27"/>
                    <a:pt x="52" y="27"/>
                    <a:pt x="52" y="27"/>
                  </a:cubicBezTo>
                  <a:cubicBezTo>
                    <a:pt x="53" y="29"/>
                    <a:pt x="53" y="32"/>
                    <a:pt x="53" y="34"/>
                  </a:cubicBezTo>
                  <a:cubicBezTo>
                    <a:pt x="53" y="36"/>
                    <a:pt x="53" y="38"/>
                    <a:pt x="52" y="40"/>
                  </a:cubicBezTo>
                  <a:lnTo>
                    <a:pt x="60" y="47"/>
                  </a:ln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84" name="Group 132"/>
          <p:cNvGrpSpPr/>
          <p:nvPr/>
        </p:nvGrpSpPr>
        <p:grpSpPr>
          <a:xfrm>
            <a:off x="6134320" y="1998051"/>
            <a:ext cx="1489025" cy="1490550"/>
            <a:chOff x="4236600" y="1246056"/>
            <a:chExt cx="1219200" cy="1220218"/>
          </a:xfrm>
        </p:grpSpPr>
        <p:sp>
          <p:nvSpPr>
            <p:cNvPr id="85" name="Oval 74"/>
            <p:cNvSpPr>
              <a:spLocks noChangeAspect="1"/>
            </p:cNvSpPr>
            <p:nvPr/>
          </p:nvSpPr>
          <p:spPr>
            <a:xfrm>
              <a:off x="4236600" y="1246056"/>
              <a:ext cx="1219200" cy="1220218"/>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lnSpc>
                  <a:spcPct val="120000"/>
                </a:lnSpc>
                <a:spcBef>
                  <a:spcPts val="0"/>
                </a:spcBef>
                <a:spcAft>
                  <a:spcPts val="0"/>
                </a:spcAft>
              </a:pPr>
              <a:endParaRPr lang="en-US" sz="844" b="1"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86" name="Freeform 217"/>
            <p:cNvSpPr>
              <a:spLocks noEditPoints="1"/>
            </p:cNvSpPr>
            <p:nvPr/>
          </p:nvSpPr>
          <p:spPr bwMode="auto">
            <a:xfrm>
              <a:off x="4601724" y="1672807"/>
              <a:ext cx="488952" cy="366716"/>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157019" tIns="78509" rIns="157019" bIns="78509" numCol="1" anchor="t" anchorCtr="0" compatLnSpc="1">
              <a:prstTxWarp prst="textNoShape">
                <a:avLst/>
              </a:prstTxWarp>
            </a:bodyPr>
            <a:lstStyle/>
            <a:p>
              <a:pPr fontAlgn="auto">
                <a:lnSpc>
                  <a:spcPct val="120000"/>
                </a:lnSpc>
                <a:spcBef>
                  <a:spcPts val="0"/>
                </a:spcBef>
                <a:spcAft>
                  <a:spcPts val="0"/>
                </a:spcAft>
              </a:pPr>
              <a:endParaRPr lang="en-US" sz="844"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grpSp>
    </p:spTree>
    <p:extLst>
      <p:ext uri="{BB962C8B-B14F-4D97-AF65-F5344CB8AC3E}">
        <p14:creationId xmlns:p14="http://schemas.microsoft.com/office/powerpoint/2010/main" val="1080024185"/>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6"/>
                                        </p:tgtEl>
                                        <p:attrNameLst>
                                          <p:attrName>ppt_y</p:attrName>
                                        </p:attrNameLst>
                                      </p:cBhvr>
                                      <p:tavLst>
                                        <p:tav tm="0">
                                          <p:val>
                                            <p:strVal val="#ppt_y"/>
                                          </p:val>
                                        </p:tav>
                                        <p:tav tm="100000">
                                          <p:val>
                                            <p:strVal val="#ppt_y"/>
                                          </p:val>
                                        </p:tav>
                                      </p:tavLst>
                                    </p:anim>
                                    <p:anim calcmode="lin" valueType="num">
                                      <p:cBhvr>
                                        <p:cTn id="9" dur="500" fill="hold"/>
                                        <p:tgtEl>
                                          <p:spTgt spid="46"/>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6"/>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6"/>
                                        </p:tgtEl>
                                      </p:cBhvr>
                                    </p:animEffect>
                                  </p:childTnLst>
                                </p:cTn>
                              </p:par>
                            </p:childTnLst>
                          </p:cTn>
                        </p:par>
                        <p:par>
                          <p:cTn id="12" fill="hold">
                            <p:stCondLst>
                              <p:cond delay="85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500" fill="hold"/>
                                        <p:tgtEl>
                                          <p:spTgt spid="50"/>
                                        </p:tgtEl>
                                        <p:attrNameLst>
                                          <p:attrName>ppt_x</p:attrName>
                                        </p:attrNameLst>
                                      </p:cBhvr>
                                      <p:tavLst>
                                        <p:tav tm="0">
                                          <p:val>
                                            <p:strVal val="#ppt_x"/>
                                          </p:val>
                                        </p:tav>
                                        <p:tav tm="100000">
                                          <p:val>
                                            <p:strVal val="#ppt_x"/>
                                          </p:val>
                                        </p:tav>
                                      </p:tavLst>
                                    </p:anim>
                                    <p:anim calcmode="lin" valueType="num">
                                      <p:cBhvr additive="base">
                                        <p:cTn id="16" dur="500" fill="hold"/>
                                        <p:tgtEl>
                                          <p:spTgt spid="50"/>
                                        </p:tgtEl>
                                        <p:attrNameLst>
                                          <p:attrName>ppt_y</p:attrName>
                                        </p:attrNameLst>
                                      </p:cBhvr>
                                      <p:tavLst>
                                        <p:tav tm="0">
                                          <p:val>
                                            <p:strVal val="1+#ppt_h/2"/>
                                          </p:val>
                                        </p:tav>
                                        <p:tav tm="100000">
                                          <p:val>
                                            <p:strVal val="#ppt_y"/>
                                          </p:val>
                                        </p:tav>
                                      </p:tavLst>
                                    </p:anim>
                                  </p:childTnLst>
                                </p:cTn>
                              </p:par>
                              <p:par>
                                <p:cTn id="17" presetID="53" presetClass="entr" presetSubtype="0" fill="hold" nodeType="withEffect">
                                  <p:stCondLst>
                                    <p:cond delay="0"/>
                                  </p:stCondLst>
                                  <p:childTnLst>
                                    <p:set>
                                      <p:cBhvr>
                                        <p:cTn id="18" dur="1" fill="hold">
                                          <p:stCondLst>
                                            <p:cond delay="0"/>
                                          </p:stCondLst>
                                        </p:cTn>
                                        <p:tgtEl>
                                          <p:spTgt spid="81"/>
                                        </p:tgtEl>
                                        <p:attrNameLst>
                                          <p:attrName>style.visibility</p:attrName>
                                        </p:attrNameLst>
                                      </p:cBhvr>
                                      <p:to>
                                        <p:strVal val="visible"/>
                                      </p:to>
                                    </p:set>
                                    <p:anim calcmode="lin" valueType="num">
                                      <p:cBhvr>
                                        <p:cTn id="19" dur="500" fill="hold"/>
                                        <p:tgtEl>
                                          <p:spTgt spid="81"/>
                                        </p:tgtEl>
                                        <p:attrNameLst>
                                          <p:attrName>ppt_w</p:attrName>
                                        </p:attrNameLst>
                                      </p:cBhvr>
                                      <p:tavLst>
                                        <p:tav tm="0">
                                          <p:val>
                                            <p:fltVal val="0"/>
                                          </p:val>
                                        </p:tav>
                                        <p:tav tm="100000">
                                          <p:val>
                                            <p:strVal val="#ppt_w"/>
                                          </p:val>
                                        </p:tav>
                                      </p:tavLst>
                                    </p:anim>
                                    <p:anim calcmode="lin" valueType="num">
                                      <p:cBhvr>
                                        <p:cTn id="20" dur="500" fill="hold"/>
                                        <p:tgtEl>
                                          <p:spTgt spid="81"/>
                                        </p:tgtEl>
                                        <p:attrNameLst>
                                          <p:attrName>ppt_h</p:attrName>
                                        </p:attrNameLst>
                                      </p:cBhvr>
                                      <p:tavLst>
                                        <p:tav tm="0">
                                          <p:val>
                                            <p:fltVal val="0"/>
                                          </p:val>
                                        </p:tav>
                                        <p:tav tm="100000">
                                          <p:val>
                                            <p:strVal val="#ppt_h"/>
                                          </p:val>
                                        </p:tav>
                                      </p:tavLst>
                                    </p:anim>
                                    <p:animEffect transition="in" filter="fade">
                                      <p:cBhvr>
                                        <p:cTn id="21" dur="500"/>
                                        <p:tgtEl>
                                          <p:spTgt spid="81"/>
                                        </p:tgtEl>
                                      </p:cBhvr>
                                    </p:animEffect>
                                  </p:childTnLst>
                                </p:cTn>
                              </p:par>
                            </p:childTnLst>
                          </p:cTn>
                        </p:par>
                        <p:par>
                          <p:cTn id="22" fill="hold">
                            <p:stCondLst>
                              <p:cond delay="1350"/>
                            </p:stCondLst>
                            <p:childTnLst>
                              <p:par>
                                <p:cTn id="23" presetID="53" presetClass="entr" presetSubtype="0" fill="hold" grpId="0"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1850"/>
                            </p:stCondLst>
                            <p:childTnLst>
                              <p:par>
                                <p:cTn id="29" presetID="22" presetClass="entr" presetSubtype="2" fill="hold" nodeType="after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wipe(right)">
                                      <p:cBhvr>
                                        <p:cTn id="31" dur="500"/>
                                        <p:tgtEl>
                                          <p:spTgt spid="58"/>
                                        </p:tgtEl>
                                      </p:cBhvr>
                                    </p:animEffect>
                                  </p:childTnLst>
                                </p:cTn>
                              </p:par>
                            </p:childTnLst>
                          </p:cTn>
                        </p:par>
                        <p:par>
                          <p:cTn id="32" fill="hold">
                            <p:stCondLst>
                              <p:cond delay="235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500" fill="hold"/>
                                        <p:tgtEl>
                                          <p:spTgt spid="47"/>
                                        </p:tgtEl>
                                        <p:attrNameLst>
                                          <p:attrName>ppt_x</p:attrName>
                                        </p:attrNameLst>
                                      </p:cBhvr>
                                      <p:tavLst>
                                        <p:tav tm="0">
                                          <p:val>
                                            <p:strVal val="#ppt_x"/>
                                          </p:val>
                                        </p:tav>
                                        <p:tav tm="100000">
                                          <p:val>
                                            <p:strVal val="#ppt_x"/>
                                          </p:val>
                                        </p:tav>
                                      </p:tavLst>
                                    </p:anim>
                                    <p:anim calcmode="lin" valueType="num">
                                      <p:cBhvr additive="base">
                                        <p:cTn id="36" dur="500" fill="hold"/>
                                        <p:tgtEl>
                                          <p:spTgt spid="47"/>
                                        </p:tgtEl>
                                        <p:attrNameLst>
                                          <p:attrName>ppt_y</p:attrName>
                                        </p:attrNameLst>
                                      </p:cBhvr>
                                      <p:tavLst>
                                        <p:tav tm="0">
                                          <p:val>
                                            <p:strVal val="1+#ppt_h/2"/>
                                          </p:val>
                                        </p:tav>
                                        <p:tav tm="100000">
                                          <p:val>
                                            <p:strVal val="#ppt_y"/>
                                          </p:val>
                                        </p:tav>
                                      </p:tavLst>
                                    </p:anim>
                                  </p:childTnLst>
                                </p:cTn>
                              </p:par>
                              <p:par>
                                <p:cTn id="37" presetID="53" presetClass="entr" presetSubtype="0" fill="hold" nodeType="with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p:cTn id="39" dur="500" fill="hold"/>
                                        <p:tgtEl>
                                          <p:spTgt spid="75"/>
                                        </p:tgtEl>
                                        <p:attrNameLst>
                                          <p:attrName>ppt_w</p:attrName>
                                        </p:attrNameLst>
                                      </p:cBhvr>
                                      <p:tavLst>
                                        <p:tav tm="0">
                                          <p:val>
                                            <p:fltVal val="0"/>
                                          </p:val>
                                        </p:tav>
                                        <p:tav tm="100000">
                                          <p:val>
                                            <p:strVal val="#ppt_w"/>
                                          </p:val>
                                        </p:tav>
                                      </p:tavLst>
                                    </p:anim>
                                    <p:anim calcmode="lin" valueType="num">
                                      <p:cBhvr>
                                        <p:cTn id="40" dur="500" fill="hold"/>
                                        <p:tgtEl>
                                          <p:spTgt spid="75"/>
                                        </p:tgtEl>
                                        <p:attrNameLst>
                                          <p:attrName>ppt_h</p:attrName>
                                        </p:attrNameLst>
                                      </p:cBhvr>
                                      <p:tavLst>
                                        <p:tav tm="0">
                                          <p:val>
                                            <p:fltVal val="0"/>
                                          </p:val>
                                        </p:tav>
                                        <p:tav tm="100000">
                                          <p:val>
                                            <p:strVal val="#ppt_h"/>
                                          </p:val>
                                        </p:tav>
                                      </p:tavLst>
                                    </p:anim>
                                    <p:animEffect transition="in" filter="fade">
                                      <p:cBhvr>
                                        <p:cTn id="41" dur="500"/>
                                        <p:tgtEl>
                                          <p:spTgt spid="75"/>
                                        </p:tgtEl>
                                      </p:cBhvr>
                                    </p:animEffect>
                                  </p:childTnLst>
                                </p:cTn>
                              </p:par>
                            </p:childTnLst>
                          </p:cTn>
                        </p:par>
                        <p:par>
                          <p:cTn id="42" fill="hold">
                            <p:stCondLst>
                              <p:cond delay="2850"/>
                            </p:stCondLst>
                            <p:childTnLst>
                              <p:par>
                                <p:cTn id="43" presetID="53" presetClass="entr" presetSubtype="0" fill="hold" grpId="0" nodeType="afterEffect">
                                  <p:stCondLst>
                                    <p:cond delay="0"/>
                                  </p:stCondLst>
                                  <p:childTnLst>
                                    <p:set>
                                      <p:cBhvr>
                                        <p:cTn id="44" dur="1" fill="hold">
                                          <p:stCondLst>
                                            <p:cond delay="0"/>
                                          </p:stCondLst>
                                        </p:cTn>
                                        <p:tgtEl>
                                          <p:spTgt spid="67"/>
                                        </p:tgtEl>
                                        <p:attrNameLst>
                                          <p:attrName>style.visibility</p:attrName>
                                        </p:attrNameLst>
                                      </p:cBhvr>
                                      <p:to>
                                        <p:strVal val="visible"/>
                                      </p:to>
                                    </p:set>
                                    <p:anim calcmode="lin" valueType="num">
                                      <p:cBhvr>
                                        <p:cTn id="45" dur="500" fill="hold"/>
                                        <p:tgtEl>
                                          <p:spTgt spid="67"/>
                                        </p:tgtEl>
                                        <p:attrNameLst>
                                          <p:attrName>ppt_w</p:attrName>
                                        </p:attrNameLst>
                                      </p:cBhvr>
                                      <p:tavLst>
                                        <p:tav tm="0">
                                          <p:val>
                                            <p:fltVal val="0"/>
                                          </p:val>
                                        </p:tav>
                                        <p:tav tm="100000">
                                          <p:val>
                                            <p:strVal val="#ppt_w"/>
                                          </p:val>
                                        </p:tav>
                                      </p:tavLst>
                                    </p:anim>
                                    <p:anim calcmode="lin" valueType="num">
                                      <p:cBhvr>
                                        <p:cTn id="46" dur="500" fill="hold"/>
                                        <p:tgtEl>
                                          <p:spTgt spid="67"/>
                                        </p:tgtEl>
                                        <p:attrNameLst>
                                          <p:attrName>ppt_h</p:attrName>
                                        </p:attrNameLst>
                                      </p:cBhvr>
                                      <p:tavLst>
                                        <p:tav tm="0">
                                          <p:val>
                                            <p:fltVal val="0"/>
                                          </p:val>
                                        </p:tav>
                                        <p:tav tm="100000">
                                          <p:val>
                                            <p:strVal val="#ppt_h"/>
                                          </p:val>
                                        </p:tav>
                                      </p:tavLst>
                                    </p:anim>
                                    <p:animEffect transition="in" filter="fade">
                                      <p:cBhvr>
                                        <p:cTn id="47" dur="500"/>
                                        <p:tgtEl>
                                          <p:spTgt spid="67"/>
                                        </p:tgtEl>
                                      </p:cBhvr>
                                    </p:animEffect>
                                  </p:childTnLst>
                                </p:cTn>
                              </p:par>
                            </p:childTnLst>
                          </p:cTn>
                        </p:par>
                        <p:par>
                          <p:cTn id="48" fill="hold">
                            <p:stCondLst>
                              <p:cond delay="3350"/>
                            </p:stCondLst>
                            <p:childTnLst>
                              <p:par>
                                <p:cTn id="49" presetID="22" presetClass="entr" presetSubtype="2" fill="hold" nodeType="afterEffect">
                                  <p:stCondLst>
                                    <p:cond delay="0"/>
                                  </p:stCondLst>
                                  <p:childTnLst>
                                    <p:set>
                                      <p:cBhvr>
                                        <p:cTn id="50" dur="1" fill="hold">
                                          <p:stCondLst>
                                            <p:cond delay="0"/>
                                          </p:stCondLst>
                                        </p:cTn>
                                        <p:tgtEl>
                                          <p:spTgt spid="55"/>
                                        </p:tgtEl>
                                        <p:attrNameLst>
                                          <p:attrName>style.visibility</p:attrName>
                                        </p:attrNameLst>
                                      </p:cBhvr>
                                      <p:to>
                                        <p:strVal val="visible"/>
                                      </p:to>
                                    </p:set>
                                    <p:animEffect transition="in" filter="wipe(right)">
                                      <p:cBhvr>
                                        <p:cTn id="51" dur="500"/>
                                        <p:tgtEl>
                                          <p:spTgt spid="55"/>
                                        </p:tgtEl>
                                      </p:cBhvr>
                                    </p:animEffect>
                                  </p:childTnLst>
                                </p:cTn>
                              </p:par>
                            </p:childTnLst>
                          </p:cTn>
                        </p:par>
                        <p:par>
                          <p:cTn id="52" fill="hold">
                            <p:stCondLst>
                              <p:cond delay="3850"/>
                            </p:stCondLst>
                            <p:childTnLst>
                              <p:par>
                                <p:cTn id="53" presetID="2" presetClass="entr" presetSubtype="4" accel="50000" decel="50000" fill="hold" grpId="0" nodeType="after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ppt_x"/>
                                          </p:val>
                                        </p:tav>
                                        <p:tav tm="100000">
                                          <p:val>
                                            <p:strVal val="#ppt_x"/>
                                          </p:val>
                                        </p:tav>
                                      </p:tavLst>
                                    </p:anim>
                                    <p:anim calcmode="lin" valueType="num">
                                      <p:cBhvr additive="base">
                                        <p:cTn id="56" dur="500" fill="hold"/>
                                        <p:tgtEl>
                                          <p:spTgt spid="48"/>
                                        </p:tgtEl>
                                        <p:attrNameLst>
                                          <p:attrName>ppt_y</p:attrName>
                                        </p:attrNameLst>
                                      </p:cBhvr>
                                      <p:tavLst>
                                        <p:tav tm="0">
                                          <p:val>
                                            <p:strVal val="1+#ppt_h/2"/>
                                          </p:val>
                                        </p:tav>
                                        <p:tav tm="100000">
                                          <p:val>
                                            <p:strVal val="#ppt_y"/>
                                          </p:val>
                                        </p:tav>
                                      </p:tavLst>
                                    </p:anim>
                                  </p:childTnLst>
                                </p:cTn>
                              </p:par>
                              <p:par>
                                <p:cTn id="57" presetID="53" presetClass="entr" presetSubtype="0" fill="hold" nodeType="withEffect">
                                  <p:stCondLst>
                                    <p:cond delay="0"/>
                                  </p:stCondLst>
                                  <p:childTnLst>
                                    <p:set>
                                      <p:cBhvr>
                                        <p:cTn id="58" dur="1" fill="hold">
                                          <p:stCondLst>
                                            <p:cond delay="0"/>
                                          </p:stCondLst>
                                        </p:cTn>
                                        <p:tgtEl>
                                          <p:spTgt spid="84"/>
                                        </p:tgtEl>
                                        <p:attrNameLst>
                                          <p:attrName>style.visibility</p:attrName>
                                        </p:attrNameLst>
                                      </p:cBhvr>
                                      <p:to>
                                        <p:strVal val="visible"/>
                                      </p:to>
                                    </p:set>
                                    <p:anim calcmode="lin" valueType="num">
                                      <p:cBhvr>
                                        <p:cTn id="59" dur="500" fill="hold"/>
                                        <p:tgtEl>
                                          <p:spTgt spid="84"/>
                                        </p:tgtEl>
                                        <p:attrNameLst>
                                          <p:attrName>ppt_w</p:attrName>
                                        </p:attrNameLst>
                                      </p:cBhvr>
                                      <p:tavLst>
                                        <p:tav tm="0">
                                          <p:val>
                                            <p:fltVal val="0"/>
                                          </p:val>
                                        </p:tav>
                                        <p:tav tm="100000">
                                          <p:val>
                                            <p:strVal val="#ppt_w"/>
                                          </p:val>
                                        </p:tav>
                                      </p:tavLst>
                                    </p:anim>
                                    <p:anim calcmode="lin" valueType="num">
                                      <p:cBhvr>
                                        <p:cTn id="60" dur="500" fill="hold"/>
                                        <p:tgtEl>
                                          <p:spTgt spid="84"/>
                                        </p:tgtEl>
                                        <p:attrNameLst>
                                          <p:attrName>ppt_h</p:attrName>
                                        </p:attrNameLst>
                                      </p:cBhvr>
                                      <p:tavLst>
                                        <p:tav tm="0">
                                          <p:val>
                                            <p:fltVal val="0"/>
                                          </p:val>
                                        </p:tav>
                                        <p:tav tm="100000">
                                          <p:val>
                                            <p:strVal val="#ppt_h"/>
                                          </p:val>
                                        </p:tav>
                                      </p:tavLst>
                                    </p:anim>
                                    <p:animEffect transition="in" filter="fade">
                                      <p:cBhvr>
                                        <p:cTn id="61" dur="500"/>
                                        <p:tgtEl>
                                          <p:spTgt spid="84"/>
                                        </p:tgtEl>
                                      </p:cBhvr>
                                    </p:animEffect>
                                  </p:childTnLst>
                                </p:cTn>
                              </p:par>
                            </p:childTnLst>
                          </p:cTn>
                        </p:par>
                        <p:par>
                          <p:cTn id="62" fill="hold">
                            <p:stCondLst>
                              <p:cond delay="4350"/>
                            </p:stCondLst>
                            <p:childTnLst>
                              <p:par>
                                <p:cTn id="63" presetID="53" presetClass="entr" presetSubtype="0" fill="hold" grpId="0" nodeType="afterEffect">
                                  <p:stCondLst>
                                    <p:cond delay="0"/>
                                  </p:stCondLst>
                                  <p:childTnLst>
                                    <p:set>
                                      <p:cBhvr>
                                        <p:cTn id="64" dur="1" fill="hold">
                                          <p:stCondLst>
                                            <p:cond delay="0"/>
                                          </p:stCondLst>
                                        </p:cTn>
                                        <p:tgtEl>
                                          <p:spTgt spid="69"/>
                                        </p:tgtEl>
                                        <p:attrNameLst>
                                          <p:attrName>style.visibility</p:attrName>
                                        </p:attrNameLst>
                                      </p:cBhvr>
                                      <p:to>
                                        <p:strVal val="visible"/>
                                      </p:to>
                                    </p:set>
                                    <p:anim calcmode="lin" valueType="num">
                                      <p:cBhvr>
                                        <p:cTn id="65" dur="500" fill="hold"/>
                                        <p:tgtEl>
                                          <p:spTgt spid="69"/>
                                        </p:tgtEl>
                                        <p:attrNameLst>
                                          <p:attrName>ppt_w</p:attrName>
                                        </p:attrNameLst>
                                      </p:cBhvr>
                                      <p:tavLst>
                                        <p:tav tm="0">
                                          <p:val>
                                            <p:fltVal val="0"/>
                                          </p:val>
                                        </p:tav>
                                        <p:tav tm="100000">
                                          <p:val>
                                            <p:strVal val="#ppt_w"/>
                                          </p:val>
                                        </p:tav>
                                      </p:tavLst>
                                    </p:anim>
                                    <p:anim calcmode="lin" valueType="num">
                                      <p:cBhvr>
                                        <p:cTn id="66" dur="500" fill="hold"/>
                                        <p:tgtEl>
                                          <p:spTgt spid="69"/>
                                        </p:tgtEl>
                                        <p:attrNameLst>
                                          <p:attrName>ppt_h</p:attrName>
                                        </p:attrNameLst>
                                      </p:cBhvr>
                                      <p:tavLst>
                                        <p:tav tm="0">
                                          <p:val>
                                            <p:fltVal val="0"/>
                                          </p:val>
                                        </p:tav>
                                        <p:tav tm="100000">
                                          <p:val>
                                            <p:strVal val="#ppt_h"/>
                                          </p:val>
                                        </p:tav>
                                      </p:tavLst>
                                    </p:anim>
                                    <p:animEffect transition="in" filter="fade">
                                      <p:cBhvr>
                                        <p:cTn id="67" dur="500"/>
                                        <p:tgtEl>
                                          <p:spTgt spid="69"/>
                                        </p:tgtEl>
                                      </p:cBhvr>
                                    </p:animEffect>
                                  </p:childTnLst>
                                </p:cTn>
                              </p:par>
                            </p:childTnLst>
                          </p:cTn>
                        </p:par>
                        <p:par>
                          <p:cTn id="68" fill="hold">
                            <p:stCondLst>
                              <p:cond delay="4850"/>
                            </p:stCondLst>
                            <p:childTnLst>
                              <p:par>
                                <p:cTn id="69" presetID="22" presetClass="entr" presetSubtype="2" fill="hold" nodeType="afterEffect">
                                  <p:stCondLst>
                                    <p:cond delay="0"/>
                                  </p:stCondLst>
                                  <p:childTnLst>
                                    <p:set>
                                      <p:cBhvr>
                                        <p:cTn id="70" dur="1" fill="hold">
                                          <p:stCondLst>
                                            <p:cond delay="0"/>
                                          </p:stCondLst>
                                        </p:cTn>
                                        <p:tgtEl>
                                          <p:spTgt spid="52"/>
                                        </p:tgtEl>
                                        <p:attrNameLst>
                                          <p:attrName>style.visibility</p:attrName>
                                        </p:attrNameLst>
                                      </p:cBhvr>
                                      <p:to>
                                        <p:strVal val="visible"/>
                                      </p:to>
                                    </p:set>
                                    <p:animEffect transition="in" filter="wipe(right)">
                                      <p:cBhvr>
                                        <p:cTn id="71" dur="500"/>
                                        <p:tgtEl>
                                          <p:spTgt spid="52"/>
                                        </p:tgtEl>
                                      </p:cBhvr>
                                    </p:animEffect>
                                  </p:childTnLst>
                                </p:cTn>
                              </p:par>
                            </p:childTnLst>
                          </p:cTn>
                        </p:par>
                        <p:par>
                          <p:cTn id="72" fill="hold">
                            <p:stCondLst>
                              <p:cond delay="5350"/>
                            </p:stCondLst>
                            <p:childTnLst>
                              <p:par>
                                <p:cTn id="73" presetID="2" presetClass="entr" presetSubtype="4" accel="50000" decel="50000"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 calcmode="lin" valueType="num">
                                      <p:cBhvr additive="base">
                                        <p:cTn id="75" dur="500" fill="hold"/>
                                        <p:tgtEl>
                                          <p:spTgt spid="49"/>
                                        </p:tgtEl>
                                        <p:attrNameLst>
                                          <p:attrName>ppt_x</p:attrName>
                                        </p:attrNameLst>
                                      </p:cBhvr>
                                      <p:tavLst>
                                        <p:tav tm="0">
                                          <p:val>
                                            <p:strVal val="#ppt_x"/>
                                          </p:val>
                                        </p:tav>
                                        <p:tav tm="100000">
                                          <p:val>
                                            <p:strVal val="#ppt_x"/>
                                          </p:val>
                                        </p:tav>
                                      </p:tavLst>
                                    </p:anim>
                                    <p:anim calcmode="lin" valueType="num">
                                      <p:cBhvr additive="base">
                                        <p:cTn id="76" dur="500" fill="hold"/>
                                        <p:tgtEl>
                                          <p:spTgt spid="49"/>
                                        </p:tgtEl>
                                        <p:attrNameLst>
                                          <p:attrName>ppt_y</p:attrName>
                                        </p:attrNameLst>
                                      </p:cBhvr>
                                      <p:tavLst>
                                        <p:tav tm="0">
                                          <p:val>
                                            <p:strVal val="1+#ppt_h/2"/>
                                          </p:val>
                                        </p:tav>
                                        <p:tav tm="100000">
                                          <p:val>
                                            <p:strVal val="#ppt_y"/>
                                          </p:val>
                                        </p:tav>
                                      </p:tavLst>
                                    </p:anim>
                                  </p:childTnLst>
                                </p:cTn>
                              </p:par>
                              <p:par>
                                <p:cTn id="77" presetID="53" presetClass="entr" presetSubtype="0" fill="hold" nodeType="withEffect">
                                  <p:stCondLst>
                                    <p:cond delay="0"/>
                                  </p:stCondLst>
                                  <p:childTnLst>
                                    <p:set>
                                      <p:cBhvr>
                                        <p:cTn id="78" dur="1" fill="hold">
                                          <p:stCondLst>
                                            <p:cond delay="0"/>
                                          </p:stCondLst>
                                        </p:cTn>
                                        <p:tgtEl>
                                          <p:spTgt spid="78"/>
                                        </p:tgtEl>
                                        <p:attrNameLst>
                                          <p:attrName>style.visibility</p:attrName>
                                        </p:attrNameLst>
                                      </p:cBhvr>
                                      <p:to>
                                        <p:strVal val="visible"/>
                                      </p:to>
                                    </p:set>
                                    <p:anim calcmode="lin" valueType="num">
                                      <p:cBhvr>
                                        <p:cTn id="79" dur="500" fill="hold"/>
                                        <p:tgtEl>
                                          <p:spTgt spid="78"/>
                                        </p:tgtEl>
                                        <p:attrNameLst>
                                          <p:attrName>ppt_w</p:attrName>
                                        </p:attrNameLst>
                                      </p:cBhvr>
                                      <p:tavLst>
                                        <p:tav tm="0">
                                          <p:val>
                                            <p:fltVal val="0"/>
                                          </p:val>
                                        </p:tav>
                                        <p:tav tm="100000">
                                          <p:val>
                                            <p:strVal val="#ppt_w"/>
                                          </p:val>
                                        </p:tav>
                                      </p:tavLst>
                                    </p:anim>
                                    <p:anim calcmode="lin" valueType="num">
                                      <p:cBhvr>
                                        <p:cTn id="80" dur="500" fill="hold"/>
                                        <p:tgtEl>
                                          <p:spTgt spid="78"/>
                                        </p:tgtEl>
                                        <p:attrNameLst>
                                          <p:attrName>ppt_h</p:attrName>
                                        </p:attrNameLst>
                                      </p:cBhvr>
                                      <p:tavLst>
                                        <p:tav tm="0">
                                          <p:val>
                                            <p:fltVal val="0"/>
                                          </p:val>
                                        </p:tav>
                                        <p:tav tm="100000">
                                          <p:val>
                                            <p:strVal val="#ppt_h"/>
                                          </p:val>
                                        </p:tav>
                                      </p:tavLst>
                                    </p:anim>
                                    <p:animEffect transition="in" filter="fade">
                                      <p:cBhvr>
                                        <p:cTn id="81" dur="500"/>
                                        <p:tgtEl>
                                          <p:spTgt spid="78"/>
                                        </p:tgtEl>
                                      </p:cBhvr>
                                    </p:animEffect>
                                  </p:childTnLst>
                                </p:cTn>
                              </p:par>
                            </p:childTnLst>
                          </p:cTn>
                        </p:par>
                        <p:par>
                          <p:cTn id="82" fill="hold">
                            <p:stCondLst>
                              <p:cond delay="5850"/>
                            </p:stCondLst>
                            <p:childTnLst>
                              <p:par>
                                <p:cTn id="83" presetID="53" presetClass="entr" presetSubtype="0" fill="hold" grpId="0" nodeType="afterEffect">
                                  <p:stCondLst>
                                    <p:cond delay="0"/>
                                  </p:stCondLst>
                                  <p:childTnLst>
                                    <p:set>
                                      <p:cBhvr>
                                        <p:cTn id="84" dur="1" fill="hold">
                                          <p:stCondLst>
                                            <p:cond delay="0"/>
                                          </p:stCondLst>
                                        </p:cTn>
                                        <p:tgtEl>
                                          <p:spTgt spid="68"/>
                                        </p:tgtEl>
                                        <p:attrNameLst>
                                          <p:attrName>style.visibility</p:attrName>
                                        </p:attrNameLst>
                                      </p:cBhvr>
                                      <p:to>
                                        <p:strVal val="visible"/>
                                      </p:to>
                                    </p:set>
                                    <p:anim calcmode="lin" valueType="num">
                                      <p:cBhvr>
                                        <p:cTn id="85" dur="500" fill="hold"/>
                                        <p:tgtEl>
                                          <p:spTgt spid="68"/>
                                        </p:tgtEl>
                                        <p:attrNameLst>
                                          <p:attrName>ppt_w</p:attrName>
                                        </p:attrNameLst>
                                      </p:cBhvr>
                                      <p:tavLst>
                                        <p:tav tm="0">
                                          <p:val>
                                            <p:fltVal val="0"/>
                                          </p:val>
                                        </p:tav>
                                        <p:tav tm="100000">
                                          <p:val>
                                            <p:strVal val="#ppt_w"/>
                                          </p:val>
                                        </p:tav>
                                      </p:tavLst>
                                    </p:anim>
                                    <p:anim calcmode="lin" valueType="num">
                                      <p:cBhvr>
                                        <p:cTn id="86" dur="500" fill="hold"/>
                                        <p:tgtEl>
                                          <p:spTgt spid="68"/>
                                        </p:tgtEl>
                                        <p:attrNameLst>
                                          <p:attrName>ppt_h</p:attrName>
                                        </p:attrNameLst>
                                      </p:cBhvr>
                                      <p:tavLst>
                                        <p:tav tm="0">
                                          <p:val>
                                            <p:fltVal val="0"/>
                                          </p:val>
                                        </p:tav>
                                        <p:tav tm="100000">
                                          <p:val>
                                            <p:strVal val="#ppt_h"/>
                                          </p:val>
                                        </p:tav>
                                      </p:tavLst>
                                    </p:anim>
                                    <p:animEffect transition="in" filter="fade">
                                      <p:cBhvr>
                                        <p:cTn id="87" dur="500"/>
                                        <p:tgtEl>
                                          <p:spTgt spid="68"/>
                                        </p:tgtEl>
                                      </p:cBhvr>
                                    </p:animEffect>
                                  </p:childTnLst>
                                </p:cTn>
                              </p:par>
                            </p:childTnLst>
                          </p:cTn>
                        </p:par>
                        <p:par>
                          <p:cTn id="88" fill="hold">
                            <p:stCondLst>
                              <p:cond delay="6350"/>
                            </p:stCondLst>
                            <p:childTnLst>
                              <p:par>
                                <p:cTn id="89" presetID="22" presetClass="entr" presetSubtype="8" fill="hold" nodeType="afterEffect">
                                  <p:stCondLst>
                                    <p:cond delay="0"/>
                                  </p:stCondLst>
                                  <p:childTnLst>
                                    <p:set>
                                      <p:cBhvr>
                                        <p:cTn id="90" dur="1" fill="hold">
                                          <p:stCondLst>
                                            <p:cond delay="0"/>
                                          </p:stCondLst>
                                        </p:cTn>
                                        <p:tgtEl>
                                          <p:spTgt spid="61"/>
                                        </p:tgtEl>
                                        <p:attrNameLst>
                                          <p:attrName>style.visibility</p:attrName>
                                        </p:attrNameLst>
                                      </p:cBhvr>
                                      <p:to>
                                        <p:strVal val="visible"/>
                                      </p:to>
                                    </p:set>
                                    <p:animEffect transition="in" filter="wipe(left)">
                                      <p:cBhvr>
                                        <p:cTn id="91" dur="500"/>
                                        <p:tgtEl>
                                          <p:spTgt spid="61"/>
                                        </p:tgtEl>
                                      </p:cBhvr>
                                    </p:animEffect>
                                  </p:childTnLst>
                                </p:cTn>
                              </p:par>
                            </p:childTnLst>
                          </p:cTn>
                        </p:par>
                        <p:par>
                          <p:cTn id="92" fill="hold">
                            <p:stCondLst>
                              <p:cond delay="6850"/>
                            </p:stCondLst>
                            <p:childTnLst>
                              <p:par>
                                <p:cTn id="93" presetID="2" presetClass="entr" presetSubtype="4" accel="50000" decel="50000" fill="hold" grpId="0" nodeType="afterEffect">
                                  <p:stCondLst>
                                    <p:cond delay="0"/>
                                  </p:stCondLst>
                                  <p:childTnLst>
                                    <p:set>
                                      <p:cBhvr>
                                        <p:cTn id="94" dur="1" fill="hold">
                                          <p:stCondLst>
                                            <p:cond delay="0"/>
                                          </p:stCondLst>
                                        </p:cTn>
                                        <p:tgtEl>
                                          <p:spTgt spid="51"/>
                                        </p:tgtEl>
                                        <p:attrNameLst>
                                          <p:attrName>style.visibility</p:attrName>
                                        </p:attrNameLst>
                                      </p:cBhvr>
                                      <p:to>
                                        <p:strVal val="visible"/>
                                      </p:to>
                                    </p:set>
                                    <p:anim calcmode="lin" valueType="num">
                                      <p:cBhvr additive="base">
                                        <p:cTn id="95" dur="500" fill="hold"/>
                                        <p:tgtEl>
                                          <p:spTgt spid="51"/>
                                        </p:tgtEl>
                                        <p:attrNameLst>
                                          <p:attrName>ppt_x</p:attrName>
                                        </p:attrNameLst>
                                      </p:cBhvr>
                                      <p:tavLst>
                                        <p:tav tm="0">
                                          <p:val>
                                            <p:strVal val="#ppt_x"/>
                                          </p:val>
                                        </p:tav>
                                        <p:tav tm="100000">
                                          <p:val>
                                            <p:strVal val="#ppt_x"/>
                                          </p:val>
                                        </p:tav>
                                      </p:tavLst>
                                    </p:anim>
                                    <p:anim calcmode="lin" valueType="num">
                                      <p:cBhvr additive="base">
                                        <p:cTn id="96" dur="500" fill="hold"/>
                                        <p:tgtEl>
                                          <p:spTgt spid="51"/>
                                        </p:tgtEl>
                                        <p:attrNameLst>
                                          <p:attrName>ppt_y</p:attrName>
                                        </p:attrNameLst>
                                      </p:cBhvr>
                                      <p:tavLst>
                                        <p:tav tm="0">
                                          <p:val>
                                            <p:strVal val="1+#ppt_h/2"/>
                                          </p:val>
                                        </p:tav>
                                        <p:tav tm="100000">
                                          <p:val>
                                            <p:strVal val="#ppt_y"/>
                                          </p:val>
                                        </p:tav>
                                      </p:tavLst>
                                    </p:anim>
                                  </p:childTnLst>
                                </p:cTn>
                              </p:par>
                              <p:par>
                                <p:cTn id="97" presetID="53" presetClass="entr" presetSubtype="0" fill="hold" nodeType="withEffect">
                                  <p:stCondLst>
                                    <p:cond delay="0"/>
                                  </p:stCondLst>
                                  <p:childTnLst>
                                    <p:set>
                                      <p:cBhvr>
                                        <p:cTn id="98" dur="1" fill="hold">
                                          <p:stCondLst>
                                            <p:cond delay="0"/>
                                          </p:stCondLst>
                                        </p:cTn>
                                        <p:tgtEl>
                                          <p:spTgt spid="72"/>
                                        </p:tgtEl>
                                        <p:attrNameLst>
                                          <p:attrName>style.visibility</p:attrName>
                                        </p:attrNameLst>
                                      </p:cBhvr>
                                      <p:to>
                                        <p:strVal val="visible"/>
                                      </p:to>
                                    </p:set>
                                    <p:anim calcmode="lin" valueType="num">
                                      <p:cBhvr>
                                        <p:cTn id="99" dur="500" fill="hold"/>
                                        <p:tgtEl>
                                          <p:spTgt spid="72"/>
                                        </p:tgtEl>
                                        <p:attrNameLst>
                                          <p:attrName>ppt_w</p:attrName>
                                        </p:attrNameLst>
                                      </p:cBhvr>
                                      <p:tavLst>
                                        <p:tav tm="0">
                                          <p:val>
                                            <p:fltVal val="0"/>
                                          </p:val>
                                        </p:tav>
                                        <p:tav tm="100000">
                                          <p:val>
                                            <p:strVal val="#ppt_w"/>
                                          </p:val>
                                        </p:tav>
                                      </p:tavLst>
                                    </p:anim>
                                    <p:anim calcmode="lin" valueType="num">
                                      <p:cBhvr>
                                        <p:cTn id="100" dur="500" fill="hold"/>
                                        <p:tgtEl>
                                          <p:spTgt spid="72"/>
                                        </p:tgtEl>
                                        <p:attrNameLst>
                                          <p:attrName>ppt_h</p:attrName>
                                        </p:attrNameLst>
                                      </p:cBhvr>
                                      <p:tavLst>
                                        <p:tav tm="0">
                                          <p:val>
                                            <p:fltVal val="0"/>
                                          </p:val>
                                        </p:tav>
                                        <p:tav tm="100000">
                                          <p:val>
                                            <p:strVal val="#ppt_h"/>
                                          </p:val>
                                        </p:tav>
                                      </p:tavLst>
                                    </p:anim>
                                    <p:animEffect transition="in" filter="fade">
                                      <p:cBhvr>
                                        <p:cTn id="101" dur="500"/>
                                        <p:tgtEl>
                                          <p:spTgt spid="72"/>
                                        </p:tgtEl>
                                      </p:cBhvr>
                                    </p:animEffect>
                                  </p:childTnLst>
                                </p:cTn>
                              </p:par>
                            </p:childTnLst>
                          </p:cTn>
                        </p:par>
                        <p:par>
                          <p:cTn id="102" fill="hold">
                            <p:stCondLst>
                              <p:cond delay="7350"/>
                            </p:stCondLst>
                            <p:childTnLst>
                              <p:par>
                                <p:cTn id="103" presetID="53" presetClass="entr" presetSubtype="0" fill="hold" grpId="0" nodeType="afterEffect">
                                  <p:stCondLst>
                                    <p:cond delay="0"/>
                                  </p:stCondLst>
                                  <p:childTnLst>
                                    <p:set>
                                      <p:cBhvr>
                                        <p:cTn id="104" dur="1" fill="hold">
                                          <p:stCondLst>
                                            <p:cond delay="0"/>
                                          </p:stCondLst>
                                        </p:cTn>
                                        <p:tgtEl>
                                          <p:spTgt spid="70"/>
                                        </p:tgtEl>
                                        <p:attrNameLst>
                                          <p:attrName>style.visibility</p:attrName>
                                        </p:attrNameLst>
                                      </p:cBhvr>
                                      <p:to>
                                        <p:strVal val="visible"/>
                                      </p:to>
                                    </p:set>
                                    <p:anim calcmode="lin" valueType="num">
                                      <p:cBhvr>
                                        <p:cTn id="105" dur="500" fill="hold"/>
                                        <p:tgtEl>
                                          <p:spTgt spid="70"/>
                                        </p:tgtEl>
                                        <p:attrNameLst>
                                          <p:attrName>ppt_w</p:attrName>
                                        </p:attrNameLst>
                                      </p:cBhvr>
                                      <p:tavLst>
                                        <p:tav tm="0">
                                          <p:val>
                                            <p:fltVal val="0"/>
                                          </p:val>
                                        </p:tav>
                                        <p:tav tm="100000">
                                          <p:val>
                                            <p:strVal val="#ppt_w"/>
                                          </p:val>
                                        </p:tav>
                                      </p:tavLst>
                                    </p:anim>
                                    <p:anim calcmode="lin" valueType="num">
                                      <p:cBhvr>
                                        <p:cTn id="106" dur="500" fill="hold"/>
                                        <p:tgtEl>
                                          <p:spTgt spid="70"/>
                                        </p:tgtEl>
                                        <p:attrNameLst>
                                          <p:attrName>ppt_h</p:attrName>
                                        </p:attrNameLst>
                                      </p:cBhvr>
                                      <p:tavLst>
                                        <p:tav tm="0">
                                          <p:val>
                                            <p:fltVal val="0"/>
                                          </p:val>
                                        </p:tav>
                                        <p:tav tm="100000">
                                          <p:val>
                                            <p:strVal val="#ppt_h"/>
                                          </p:val>
                                        </p:tav>
                                      </p:tavLst>
                                    </p:anim>
                                    <p:animEffect transition="in" filter="fade">
                                      <p:cBhvr>
                                        <p:cTn id="107" dur="500"/>
                                        <p:tgtEl>
                                          <p:spTgt spid="70"/>
                                        </p:tgtEl>
                                      </p:cBhvr>
                                    </p:animEffect>
                                  </p:childTnLst>
                                </p:cTn>
                              </p:par>
                            </p:childTnLst>
                          </p:cTn>
                        </p:par>
                        <p:par>
                          <p:cTn id="108" fill="hold">
                            <p:stCondLst>
                              <p:cond delay="7850"/>
                            </p:stCondLst>
                            <p:childTnLst>
                              <p:par>
                                <p:cTn id="109" presetID="22" presetClass="entr" presetSubtype="8" fill="hold" nodeType="afterEffect">
                                  <p:stCondLst>
                                    <p:cond delay="0"/>
                                  </p:stCondLst>
                                  <p:childTnLst>
                                    <p:set>
                                      <p:cBhvr>
                                        <p:cTn id="110" dur="1" fill="hold">
                                          <p:stCondLst>
                                            <p:cond delay="0"/>
                                          </p:stCondLst>
                                        </p:cTn>
                                        <p:tgtEl>
                                          <p:spTgt spid="64"/>
                                        </p:tgtEl>
                                        <p:attrNameLst>
                                          <p:attrName>style.visibility</p:attrName>
                                        </p:attrNameLst>
                                      </p:cBhvr>
                                      <p:to>
                                        <p:strVal val="visible"/>
                                      </p:to>
                                    </p:set>
                                    <p:animEffect transition="in" filter="wipe(left)">
                                      <p:cBhvr>
                                        <p:cTn id="111"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animBg="1"/>
      <p:bldP spid="48" grpId="0" animBg="1"/>
      <p:bldP spid="49" grpId="0" animBg="1"/>
      <p:bldP spid="50" grpId="0" animBg="1"/>
      <p:bldP spid="51" grpId="0" animBg="1"/>
      <p:bldP spid="67" grpId="0" animBg="1"/>
      <p:bldP spid="68" grpId="0" animBg="1"/>
      <p:bldP spid="69" grpId="0" animBg="1"/>
      <p:bldP spid="70" grpId="0" animBg="1"/>
      <p:bldP spid="71"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grpSp>
        <p:nvGrpSpPr>
          <p:cNvPr id="4" name="组合 32"/>
          <p:cNvGrpSpPr>
            <a:grpSpLocks/>
          </p:cNvGrpSpPr>
          <p:nvPr/>
        </p:nvGrpSpPr>
        <p:grpSpPr bwMode="auto">
          <a:xfrm>
            <a:off x="-152244" y="3524138"/>
            <a:ext cx="4172970" cy="712103"/>
            <a:chOff x="-1032447" y="0"/>
            <a:chExt cx="2967616" cy="506624"/>
          </a:xfrm>
          <a:solidFill>
            <a:srgbClr val="A491BB"/>
          </a:solidFill>
        </p:grpSpPr>
        <p:sp>
          <p:nvSpPr>
            <p:cNvPr id="5" name="圆角矩形 33"/>
            <p:cNvSpPr>
              <a:spLocks noChangeArrowheads="1"/>
            </p:cNvSpPr>
            <p:nvPr/>
          </p:nvSpPr>
          <p:spPr bwMode="auto">
            <a:xfrm>
              <a:off x="-1032447" y="73989"/>
              <a:ext cx="2967616" cy="432635"/>
            </a:xfrm>
            <a:prstGeom prst="roundRect">
              <a:avLst>
                <a:gd name="adj" fmla="val 16667"/>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6" name="等腰三角形 34"/>
            <p:cNvSpPr>
              <a:spLocks noChangeArrowheads="1"/>
            </p:cNvSpPr>
            <p:nvPr/>
          </p:nvSpPr>
          <p:spPr bwMode="auto">
            <a:xfrm>
              <a:off x="902659" y="0"/>
              <a:ext cx="129852" cy="95220"/>
            </a:xfrm>
            <a:prstGeom prst="triangle">
              <a:avLst>
                <a:gd name="adj" fmla="val 50000"/>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sp>
        <p:nvSpPr>
          <p:cNvPr id="7" name="椭圆 35"/>
          <p:cNvSpPr>
            <a:spLocks noChangeArrowheads="1"/>
          </p:cNvSpPr>
          <p:nvPr/>
        </p:nvSpPr>
        <p:spPr bwMode="auto">
          <a:xfrm>
            <a:off x="1913434" y="1675794"/>
            <a:ext cx="1491176" cy="1491176"/>
          </a:xfrm>
          <a:prstGeom prst="ellipse">
            <a:avLst/>
          </a:prstGeom>
          <a:solidFill>
            <a:srgbClr val="A491BB"/>
          </a:solidFill>
          <a:ln>
            <a:noFill/>
          </a:ln>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nvGrpSpPr>
          <p:cNvPr id="8" name="组合 36"/>
          <p:cNvGrpSpPr>
            <a:grpSpLocks/>
          </p:cNvGrpSpPr>
          <p:nvPr/>
        </p:nvGrpSpPr>
        <p:grpSpPr bwMode="auto">
          <a:xfrm flipV="1">
            <a:off x="3857767" y="3629056"/>
            <a:ext cx="2721174" cy="712104"/>
            <a:chOff x="0" y="0"/>
            <a:chExt cx="1935168" cy="506624"/>
          </a:xfrm>
          <a:solidFill>
            <a:srgbClr val="77A9D3"/>
          </a:solidFill>
        </p:grpSpPr>
        <p:sp>
          <p:nvSpPr>
            <p:cNvPr id="9" name="圆角矩形 37"/>
            <p:cNvSpPr>
              <a:spLocks noChangeArrowheads="1"/>
            </p:cNvSpPr>
            <p:nvPr/>
          </p:nvSpPr>
          <p:spPr bwMode="auto">
            <a:xfrm>
              <a:off x="0" y="73989"/>
              <a:ext cx="1935168" cy="432635"/>
            </a:xfrm>
            <a:prstGeom prst="roundRect">
              <a:avLst>
                <a:gd name="adj" fmla="val 16667"/>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10" name="等腰三角形 38"/>
            <p:cNvSpPr>
              <a:spLocks noChangeArrowheads="1"/>
            </p:cNvSpPr>
            <p:nvPr/>
          </p:nvSpPr>
          <p:spPr bwMode="auto">
            <a:xfrm>
              <a:off x="902659" y="0"/>
              <a:ext cx="129852" cy="95220"/>
            </a:xfrm>
            <a:prstGeom prst="triangle">
              <a:avLst>
                <a:gd name="adj" fmla="val 50000"/>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sp>
        <p:nvSpPr>
          <p:cNvPr id="11" name="椭圆 39"/>
          <p:cNvSpPr>
            <a:spLocks noChangeArrowheads="1"/>
          </p:cNvSpPr>
          <p:nvPr/>
        </p:nvSpPr>
        <p:spPr bwMode="auto">
          <a:xfrm>
            <a:off x="4563173" y="4584479"/>
            <a:ext cx="1491176" cy="1491176"/>
          </a:xfrm>
          <a:prstGeom prst="ellipse">
            <a:avLst/>
          </a:prstGeom>
          <a:solidFill>
            <a:srgbClr val="77A9D3"/>
          </a:solidFill>
          <a:ln>
            <a:noFill/>
          </a:ln>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nvGrpSpPr>
          <p:cNvPr id="12" name="组合 40"/>
          <p:cNvGrpSpPr>
            <a:grpSpLocks/>
          </p:cNvGrpSpPr>
          <p:nvPr/>
        </p:nvGrpSpPr>
        <p:grpSpPr bwMode="auto">
          <a:xfrm>
            <a:off x="6420446" y="3524138"/>
            <a:ext cx="2723405" cy="712103"/>
            <a:chOff x="0" y="0"/>
            <a:chExt cx="1935168" cy="506624"/>
          </a:xfrm>
          <a:solidFill>
            <a:srgbClr val="A491BB"/>
          </a:solidFill>
        </p:grpSpPr>
        <p:sp>
          <p:nvSpPr>
            <p:cNvPr id="13" name="圆角矩形 41"/>
            <p:cNvSpPr>
              <a:spLocks noChangeArrowheads="1"/>
            </p:cNvSpPr>
            <p:nvPr/>
          </p:nvSpPr>
          <p:spPr bwMode="auto">
            <a:xfrm>
              <a:off x="0" y="73989"/>
              <a:ext cx="1935168" cy="432635"/>
            </a:xfrm>
            <a:prstGeom prst="roundRect">
              <a:avLst>
                <a:gd name="adj" fmla="val 16667"/>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14" name="等腰三角形 42"/>
            <p:cNvSpPr>
              <a:spLocks noChangeArrowheads="1"/>
            </p:cNvSpPr>
            <p:nvPr/>
          </p:nvSpPr>
          <p:spPr bwMode="auto">
            <a:xfrm>
              <a:off x="902659" y="0"/>
              <a:ext cx="129852" cy="95220"/>
            </a:xfrm>
            <a:prstGeom prst="triangle">
              <a:avLst>
                <a:gd name="adj" fmla="val 50000"/>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sp>
        <p:nvSpPr>
          <p:cNvPr id="15" name="椭圆 43"/>
          <p:cNvSpPr>
            <a:spLocks noChangeArrowheads="1"/>
          </p:cNvSpPr>
          <p:nvPr/>
        </p:nvSpPr>
        <p:spPr bwMode="auto">
          <a:xfrm>
            <a:off x="7036560" y="1675794"/>
            <a:ext cx="1491176" cy="1491176"/>
          </a:xfrm>
          <a:prstGeom prst="ellipse">
            <a:avLst/>
          </a:prstGeom>
          <a:solidFill>
            <a:srgbClr val="A491BB"/>
          </a:solidFill>
          <a:ln>
            <a:noFill/>
          </a:ln>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16" name="椭圆 45"/>
          <p:cNvSpPr>
            <a:spLocks noChangeArrowheads="1"/>
          </p:cNvSpPr>
          <p:nvPr/>
        </p:nvSpPr>
        <p:spPr bwMode="auto">
          <a:xfrm>
            <a:off x="9594776" y="4584479"/>
            <a:ext cx="1491176" cy="1491176"/>
          </a:xfrm>
          <a:prstGeom prst="ellipse">
            <a:avLst/>
          </a:prstGeom>
          <a:solidFill>
            <a:srgbClr val="77A9D3"/>
          </a:solidFill>
          <a:ln>
            <a:noFill/>
          </a:ln>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17" name="TextBox 46"/>
          <p:cNvSpPr>
            <a:spLocks noChangeArrowheads="1"/>
          </p:cNvSpPr>
          <p:nvPr/>
        </p:nvSpPr>
        <p:spPr bwMode="auto">
          <a:xfrm>
            <a:off x="1676811" y="5071121"/>
            <a:ext cx="1964423" cy="1282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just" fontAlgn="auto">
              <a:lnSpc>
                <a:spcPts val="1969"/>
              </a:lnSpc>
              <a:spcBef>
                <a:spcPts val="0"/>
              </a:spcBef>
              <a:spcAft>
                <a:spcPts val="0"/>
              </a:spcAft>
            </a:pPr>
            <a:r>
              <a:rPr lang="zh-CN" altLang="en-US" sz="1406" dirty="0">
                <a:solidFill>
                  <a:prstClr val="white">
                    <a:lumMod val="50000"/>
                  </a:prstClr>
                </a:solidFill>
                <a:latin typeface="微软雅黑" pitchFamily="34" charset="-122"/>
                <a:ea typeface="微软雅黑" pitchFamily="34" charset="-122"/>
                <a:sym typeface="微软雅黑" pitchFamily="34" charset="-122"/>
              </a:rPr>
              <a:t>详写内容</a:t>
            </a:r>
            <a:r>
              <a:rPr lang="en-US" altLang="zh-CN" sz="1406" dirty="0">
                <a:solidFill>
                  <a:prstClr val="white">
                    <a:lumMod val="50000"/>
                  </a:prstClr>
                </a:solidFill>
                <a:latin typeface="微软雅黑" pitchFamily="34" charset="-122"/>
                <a:ea typeface="微软雅黑" pitchFamily="34" charset="-122"/>
                <a:sym typeface="微软雅黑" pitchFamily="34" charset="-122"/>
              </a:rPr>
              <a:t>……</a:t>
            </a:r>
            <a:r>
              <a:rPr lang="zh-CN" altLang="en-US" sz="1406" dirty="0">
                <a:solidFill>
                  <a:prstClr val="white">
                    <a:lumMod val="50000"/>
                  </a:prstClr>
                </a:solidFill>
                <a:latin typeface="微软雅黑" pitchFamily="34" charset="-122"/>
                <a:ea typeface="微软雅黑" pitchFamily="34" charset="-122"/>
                <a:sym typeface="微软雅黑" pitchFamily="34" charset="-122"/>
              </a:rPr>
              <a:t>点击输入本栏的具体文字，简明扼要的说明分项内容，此为概念图解，请根据您的具体内容酌情修改</a:t>
            </a:r>
            <a:endParaRPr lang="en-US" altLang="zh-CN" sz="1406" dirty="0">
              <a:solidFill>
                <a:prstClr val="white">
                  <a:lumMod val="50000"/>
                </a:prstClr>
              </a:solidFill>
              <a:latin typeface="微软雅黑" pitchFamily="34" charset="-122"/>
              <a:ea typeface="微软雅黑" pitchFamily="34" charset="-122"/>
              <a:sym typeface="微软雅黑" pitchFamily="34" charset="-122"/>
            </a:endParaRPr>
          </a:p>
        </p:txBody>
      </p:sp>
      <p:sp>
        <p:nvSpPr>
          <p:cNvPr id="18" name="TextBox 47"/>
          <p:cNvSpPr>
            <a:spLocks noChangeArrowheads="1"/>
          </p:cNvSpPr>
          <p:nvPr/>
        </p:nvSpPr>
        <p:spPr bwMode="auto">
          <a:xfrm>
            <a:off x="1819678" y="4660378"/>
            <a:ext cx="1680921"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black">
                    <a:lumMod val="75000"/>
                    <a:lumOff val="25000"/>
                  </a:prstClr>
                </a:solidFill>
                <a:latin typeface="微软雅黑" pitchFamily="34" charset="-122"/>
                <a:ea typeface="微软雅黑" pitchFamily="34" charset="-122"/>
                <a:sym typeface="微软雅黑" pitchFamily="34" charset="-122"/>
              </a:rPr>
              <a:t>添加标题内容</a:t>
            </a:r>
          </a:p>
        </p:txBody>
      </p:sp>
      <p:sp>
        <p:nvSpPr>
          <p:cNvPr id="19" name="TextBox 50"/>
          <p:cNvSpPr>
            <a:spLocks noChangeArrowheads="1"/>
          </p:cNvSpPr>
          <p:nvPr/>
        </p:nvSpPr>
        <p:spPr bwMode="auto">
          <a:xfrm>
            <a:off x="1819678" y="3803175"/>
            <a:ext cx="1680921"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white"/>
                </a:solidFill>
                <a:latin typeface="微软雅黑" pitchFamily="34" charset="-122"/>
                <a:ea typeface="微软雅黑" pitchFamily="34" charset="-122"/>
                <a:sym typeface="微软雅黑" pitchFamily="34" charset="-122"/>
              </a:rPr>
              <a:t>输入文本内容</a:t>
            </a:r>
          </a:p>
        </p:txBody>
      </p:sp>
      <p:sp>
        <p:nvSpPr>
          <p:cNvPr id="20" name="TextBox 51"/>
          <p:cNvSpPr>
            <a:spLocks noChangeArrowheads="1"/>
          </p:cNvSpPr>
          <p:nvPr/>
        </p:nvSpPr>
        <p:spPr bwMode="auto">
          <a:xfrm>
            <a:off x="4377893" y="3803175"/>
            <a:ext cx="1680921"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black">
                    <a:lumMod val="75000"/>
                    <a:lumOff val="25000"/>
                  </a:prstClr>
                </a:solidFill>
                <a:latin typeface="微软雅黑" pitchFamily="34" charset="-122"/>
                <a:ea typeface="微软雅黑" pitchFamily="34" charset="-122"/>
                <a:sym typeface="微软雅黑" pitchFamily="34" charset="-122"/>
              </a:rPr>
              <a:t>输入文本内容</a:t>
            </a:r>
          </a:p>
        </p:txBody>
      </p:sp>
      <p:sp>
        <p:nvSpPr>
          <p:cNvPr id="21" name="TextBox 52"/>
          <p:cNvSpPr>
            <a:spLocks noChangeArrowheads="1"/>
          </p:cNvSpPr>
          <p:nvPr/>
        </p:nvSpPr>
        <p:spPr bwMode="auto">
          <a:xfrm>
            <a:off x="7054419" y="3803175"/>
            <a:ext cx="1678689"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white"/>
                </a:solidFill>
                <a:latin typeface="微软雅黑" pitchFamily="34" charset="-122"/>
                <a:ea typeface="微软雅黑" pitchFamily="34" charset="-122"/>
                <a:sym typeface="微软雅黑" pitchFamily="34" charset="-122"/>
              </a:rPr>
              <a:t>输入文本内容</a:t>
            </a:r>
          </a:p>
        </p:txBody>
      </p:sp>
      <p:grpSp>
        <p:nvGrpSpPr>
          <p:cNvPr id="22" name="组合 53"/>
          <p:cNvGrpSpPr>
            <a:grpSpLocks/>
          </p:cNvGrpSpPr>
          <p:nvPr/>
        </p:nvGrpSpPr>
        <p:grpSpPr bwMode="auto">
          <a:xfrm flipV="1">
            <a:off x="8978660" y="3629053"/>
            <a:ext cx="4032334" cy="712106"/>
            <a:chOff x="-1" y="0"/>
            <a:chExt cx="2865253" cy="506625"/>
          </a:xfrm>
          <a:solidFill>
            <a:srgbClr val="77A9D3"/>
          </a:solidFill>
        </p:grpSpPr>
        <p:sp>
          <p:nvSpPr>
            <p:cNvPr id="23" name="圆角矩形 54"/>
            <p:cNvSpPr>
              <a:spLocks noChangeArrowheads="1"/>
            </p:cNvSpPr>
            <p:nvPr/>
          </p:nvSpPr>
          <p:spPr bwMode="auto">
            <a:xfrm>
              <a:off x="-1" y="73990"/>
              <a:ext cx="2865253" cy="432635"/>
            </a:xfrm>
            <a:prstGeom prst="roundRect">
              <a:avLst>
                <a:gd name="adj" fmla="val 16667"/>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sp>
          <p:nvSpPr>
            <p:cNvPr id="24" name="等腰三角形 55"/>
            <p:cNvSpPr>
              <a:spLocks noChangeArrowheads="1"/>
            </p:cNvSpPr>
            <p:nvPr/>
          </p:nvSpPr>
          <p:spPr bwMode="auto">
            <a:xfrm>
              <a:off x="902659" y="0"/>
              <a:ext cx="129852" cy="95220"/>
            </a:xfrm>
            <a:prstGeom prst="triangle">
              <a:avLst>
                <a:gd name="adj" fmla="val 50000"/>
              </a:avLst>
            </a:prstGeom>
            <a:grpFill/>
            <a:ln>
              <a:noFill/>
            </a:ln>
            <a:extLst>
              <a:ext uri="{91240B29-F687-4F45-9708-019B960494DF}">
                <a14:hiddenLine xmlns:a14="http://schemas.microsoft.com/office/drawing/2010/main" w="25400" cap="flat" cmpd="sng">
                  <a:solidFill>
                    <a:srgbClr val="BABABA"/>
                  </a:solidFill>
                  <a:bevel/>
                  <a:headEnd/>
                  <a:tailEnd/>
                </a14:hiddenLine>
              </a:ext>
            </a:extLst>
          </p:spPr>
          <p:txBody>
            <a:bodyPr anchor="ctr"/>
            <a:lstStyle/>
            <a:p>
              <a:pPr algn="ctr" fontAlgn="auto">
                <a:spcBef>
                  <a:spcPts val="0"/>
                </a:spcBef>
                <a:spcAft>
                  <a:spcPts val="0"/>
                </a:spcAft>
              </a:pPr>
              <a:endParaRPr lang="zh-CN" altLang="zh-CN">
                <a:solidFill>
                  <a:srgbClr val="FFFFFF"/>
                </a:solidFill>
                <a:latin typeface="宋体" pitchFamily="2" charset="-122"/>
                <a:sym typeface="宋体" pitchFamily="2" charset="-122"/>
              </a:endParaRPr>
            </a:p>
          </p:txBody>
        </p:sp>
      </p:grpSp>
      <p:sp>
        <p:nvSpPr>
          <p:cNvPr id="25" name="TextBox 56"/>
          <p:cNvSpPr>
            <a:spLocks noChangeArrowheads="1"/>
          </p:cNvSpPr>
          <p:nvPr/>
        </p:nvSpPr>
        <p:spPr bwMode="auto">
          <a:xfrm>
            <a:off x="9407262" y="3803175"/>
            <a:ext cx="1680922"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black">
                    <a:lumMod val="75000"/>
                    <a:lumOff val="25000"/>
                  </a:prstClr>
                </a:solidFill>
                <a:latin typeface="微软雅黑" pitchFamily="34" charset="-122"/>
                <a:ea typeface="微软雅黑" pitchFamily="34" charset="-122"/>
                <a:sym typeface="微软雅黑" pitchFamily="34" charset="-122"/>
              </a:rPr>
              <a:t>输入文本内容</a:t>
            </a:r>
          </a:p>
        </p:txBody>
      </p:sp>
      <p:sp>
        <p:nvSpPr>
          <p:cNvPr id="26" name="TextBox 57"/>
          <p:cNvSpPr>
            <a:spLocks noChangeArrowheads="1"/>
          </p:cNvSpPr>
          <p:nvPr/>
        </p:nvSpPr>
        <p:spPr bwMode="auto">
          <a:xfrm>
            <a:off x="4326549" y="1943670"/>
            <a:ext cx="1964423" cy="1282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just" fontAlgn="auto">
              <a:lnSpc>
                <a:spcPts val="1969"/>
              </a:lnSpc>
              <a:spcBef>
                <a:spcPts val="0"/>
              </a:spcBef>
              <a:spcAft>
                <a:spcPts val="0"/>
              </a:spcAft>
            </a:pPr>
            <a:r>
              <a:rPr lang="zh-CN" altLang="en-US" sz="1406" dirty="0">
                <a:solidFill>
                  <a:prstClr val="white">
                    <a:lumMod val="50000"/>
                  </a:prstClr>
                </a:solidFill>
                <a:latin typeface="微软雅黑" pitchFamily="34" charset="-122"/>
                <a:ea typeface="微软雅黑" pitchFamily="34" charset="-122"/>
                <a:sym typeface="微软雅黑" pitchFamily="34" charset="-122"/>
              </a:rPr>
              <a:t>详写内容</a:t>
            </a:r>
            <a:r>
              <a:rPr lang="en-US" altLang="zh-CN" sz="1406" dirty="0">
                <a:solidFill>
                  <a:prstClr val="white">
                    <a:lumMod val="50000"/>
                  </a:prstClr>
                </a:solidFill>
                <a:latin typeface="微软雅黑" pitchFamily="34" charset="-122"/>
                <a:ea typeface="微软雅黑" pitchFamily="34" charset="-122"/>
                <a:sym typeface="微软雅黑" pitchFamily="34" charset="-122"/>
              </a:rPr>
              <a:t>……</a:t>
            </a:r>
            <a:r>
              <a:rPr lang="zh-CN" altLang="en-US" sz="1406" dirty="0">
                <a:solidFill>
                  <a:prstClr val="white">
                    <a:lumMod val="50000"/>
                  </a:prstClr>
                </a:solidFill>
                <a:latin typeface="微软雅黑" pitchFamily="34" charset="-122"/>
                <a:ea typeface="微软雅黑" pitchFamily="34" charset="-122"/>
                <a:sym typeface="微软雅黑" pitchFamily="34" charset="-122"/>
              </a:rPr>
              <a:t>点击输入本栏的具体文字，简明扼要的说明分项内容，此为概念图解，请根据您的具体内容酌情修改</a:t>
            </a:r>
            <a:endParaRPr lang="en-US" altLang="zh-CN" sz="1406" dirty="0">
              <a:solidFill>
                <a:prstClr val="white">
                  <a:lumMod val="50000"/>
                </a:prstClr>
              </a:solidFill>
              <a:latin typeface="微软雅黑" pitchFamily="34" charset="-122"/>
              <a:ea typeface="微软雅黑" pitchFamily="34" charset="-122"/>
              <a:sym typeface="微软雅黑" pitchFamily="34" charset="-122"/>
            </a:endParaRPr>
          </a:p>
        </p:txBody>
      </p:sp>
      <p:sp>
        <p:nvSpPr>
          <p:cNvPr id="27" name="TextBox 58"/>
          <p:cNvSpPr>
            <a:spLocks noChangeArrowheads="1"/>
          </p:cNvSpPr>
          <p:nvPr/>
        </p:nvSpPr>
        <p:spPr bwMode="auto">
          <a:xfrm>
            <a:off x="4469416" y="1530694"/>
            <a:ext cx="1678689"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white">
                    <a:lumMod val="50000"/>
                  </a:prstClr>
                </a:solidFill>
                <a:latin typeface="微软雅黑" pitchFamily="34" charset="-122"/>
                <a:ea typeface="微软雅黑" pitchFamily="34" charset="-122"/>
                <a:sym typeface="微软雅黑" pitchFamily="34" charset="-122"/>
              </a:rPr>
              <a:t>添加标题内容</a:t>
            </a:r>
          </a:p>
        </p:txBody>
      </p:sp>
      <p:sp>
        <p:nvSpPr>
          <p:cNvPr id="28" name="TextBox 59"/>
          <p:cNvSpPr>
            <a:spLocks noChangeArrowheads="1"/>
          </p:cNvSpPr>
          <p:nvPr/>
        </p:nvSpPr>
        <p:spPr bwMode="auto">
          <a:xfrm>
            <a:off x="6799937" y="5088979"/>
            <a:ext cx="1964423" cy="1282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just" fontAlgn="auto">
              <a:lnSpc>
                <a:spcPts val="1969"/>
              </a:lnSpc>
              <a:spcBef>
                <a:spcPts val="0"/>
              </a:spcBef>
              <a:spcAft>
                <a:spcPts val="0"/>
              </a:spcAft>
            </a:pPr>
            <a:r>
              <a:rPr lang="zh-CN" altLang="en-US" sz="1406">
                <a:solidFill>
                  <a:prstClr val="white">
                    <a:lumMod val="50000"/>
                  </a:prstClr>
                </a:solidFill>
                <a:latin typeface="微软雅黑" pitchFamily="34" charset="-122"/>
                <a:ea typeface="微软雅黑" pitchFamily="34" charset="-122"/>
                <a:sym typeface="微软雅黑" pitchFamily="34" charset="-122"/>
              </a:rPr>
              <a:t>详写内容</a:t>
            </a:r>
            <a:r>
              <a:rPr lang="en-US" altLang="zh-CN" sz="1406">
                <a:solidFill>
                  <a:prstClr val="white">
                    <a:lumMod val="50000"/>
                  </a:prstClr>
                </a:solidFill>
                <a:latin typeface="微软雅黑" pitchFamily="34" charset="-122"/>
                <a:ea typeface="微软雅黑" pitchFamily="34" charset="-122"/>
                <a:sym typeface="微软雅黑" pitchFamily="34" charset="-122"/>
              </a:rPr>
              <a:t>……</a:t>
            </a:r>
            <a:r>
              <a:rPr lang="zh-CN" altLang="en-US" sz="1406">
                <a:solidFill>
                  <a:prstClr val="white">
                    <a:lumMod val="50000"/>
                  </a:prstClr>
                </a:solidFill>
                <a:latin typeface="微软雅黑" pitchFamily="34" charset="-122"/>
                <a:ea typeface="微软雅黑" pitchFamily="34" charset="-122"/>
                <a:sym typeface="微软雅黑" pitchFamily="34" charset="-122"/>
              </a:rPr>
              <a:t>点击输入本栏的具体文字，简明扼要的说明分项内容，此为概念图解，请根据您的具体内容酌情修改</a:t>
            </a:r>
            <a:endParaRPr lang="en-US" altLang="zh-CN" sz="1406">
              <a:solidFill>
                <a:prstClr val="white">
                  <a:lumMod val="50000"/>
                </a:prstClr>
              </a:solidFill>
              <a:latin typeface="微软雅黑" pitchFamily="34" charset="-122"/>
              <a:ea typeface="微软雅黑" pitchFamily="34" charset="-122"/>
              <a:sym typeface="微软雅黑" pitchFamily="34" charset="-122"/>
            </a:endParaRPr>
          </a:p>
        </p:txBody>
      </p:sp>
      <p:sp>
        <p:nvSpPr>
          <p:cNvPr id="29" name="TextBox 62"/>
          <p:cNvSpPr>
            <a:spLocks noChangeArrowheads="1"/>
          </p:cNvSpPr>
          <p:nvPr/>
        </p:nvSpPr>
        <p:spPr bwMode="auto">
          <a:xfrm>
            <a:off x="6940573" y="4676005"/>
            <a:ext cx="1680921"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white">
                    <a:lumMod val="50000"/>
                  </a:prstClr>
                </a:solidFill>
                <a:latin typeface="微软雅黑" pitchFamily="34" charset="-122"/>
                <a:ea typeface="微软雅黑" pitchFamily="34" charset="-122"/>
                <a:sym typeface="微软雅黑" pitchFamily="34" charset="-122"/>
              </a:rPr>
              <a:t>添加标题内容</a:t>
            </a:r>
          </a:p>
        </p:txBody>
      </p:sp>
      <p:sp>
        <p:nvSpPr>
          <p:cNvPr id="30" name="TextBox 63"/>
          <p:cNvSpPr>
            <a:spLocks noChangeArrowheads="1"/>
          </p:cNvSpPr>
          <p:nvPr/>
        </p:nvSpPr>
        <p:spPr bwMode="auto">
          <a:xfrm>
            <a:off x="9266628" y="1943670"/>
            <a:ext cx="1964423" cy="1282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just" fontAlgn="auto">
              <a:lnSpc>
                <a:spcPts val="1969"/>
              </a:lnSpc>
              <a:spcBef>
                <a:spcPts val="0"/>
              </a:spcBef>
              <a:spcAft>
                <a:spcPts val="0"/>
              </a:spcAft>
            </a:pPr>
            <a:r>
              <a:rPr lang="zh-CN" altLang="en-US" sz="1406">
                <a:solidFill>
                  <a:prstClr val="white">
                    <a:lumMod val="50000"/>
                  </a:prstClr>
                </a:solidFill>
                <a:latin typeface="微软雅黑" pitchFamily="34" charset="-122"/>
                <a:ea typeface="微软雅黑" pitchFamily="34" charset="-122"/>
                <a:sym typeface="微软雅黑" pitchFamily="34" charset="-122"/>
              </a:rPr>
              <a:t>详写内容</a:t>
            </a:r>
            <a:r>
              <a:rPr lang="en-US" altLang="zh-CN" sz="1406">
                <a:solidFill>
                  <a:prstClr val="white">
                    <a:lumMod val="50000"/>
                  </a:prstClr>
                </a:solidFill>
                <a:latin typeface="微软雅黑" pitchFamily="34" charset="-122"/>
                <a:ea typeface="微软雅黑" pitchFamily="34" charset="-122"/>
                <a:sym typeface="微软雅黑" pitchFamily="34" charset="-122"/>
              </a:rPr>
              <a:t>……</a:t>
            </a:r>
            <a:r>
              <a:rPr lang="zh-CN" altLang="en-US" sz="1406">
                <a:solidFill>
                  <a:prstClr val="white">
                    <a:lumMod val="50000"/>
                  </a:prstClr>
                </a:solidFill>
                <a:latin typeface="微软雅黑" pitchFamily="34" charset="-122"/>
                <a:ea typeface="微软雅黑" pitchFamily="34" charset="-122"/>
                <a:sym typeface="微软雅黑" pitchFamily="34" charset="-122"/>
              </a:rPr>
              <a:t>点击输入本栏的具体文字，简明扼要的说明分项内容，此为概念图解，请根据您的具体内容酌情修改</a:t>
            </a:r>
            <a:endParaRPr lang="en-US" altLang="zh-CN" sz="1406">
              <a:solidFill>
                <a:prstClr val="white">
                  <a:lumMod val="50000"/>
                </a:prstClr>
              </a:solidFill>
              <a:latin typeface="微软雅黑" pitchFamily="34" charset="-122"/>
              <a:ea typeface="微软雅黑" pitchFamily="34" charset="-122"/>
              <a:sym typeface="微软雅黑" pitchFamily="34" charset="-122"/>
            </a:endParaRPr>
          </a:p>
        </p:txBody>
      </p:sp>
      <p:sp>
        <p:nvSpPr>
          <p:cNvPr id="31" name="TextBox 66"/>
          <p:cNvSpPr>
            <a:spLocks noChangeArrowheads="1"/>
          </p:cNvSpPr>
          <p:nvPr/>
        </p:nvSpPr>
        <p:spPr bwMode="auto">
          <a:xfrm>
            <a:off x="9407262" y="1530694"/>
            <a:ext cx="1680922" cy="259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1687" b="1" dirty="0">
                <a:solidFill>
                  <a:prstClr val="black">
                    <a:lumMod val="75000"/>
                    <a:lumOff val="25000"/>
                  </a:prstClr>
                </a:solidFill>
                <a:latin typeface="微软雅黑" pitchFamily="34" charset="-122"/>
                <a:ea typeface="微软雅黑" pitchFamily="34" charset="-122"/>
                <a:sym typeface="微软雅黑" pitchFamily="34" charset="-122"/>
              </a:rPr>
              <a:t>添加标题内容</a:t>
            </a:r>
          </a:p>
        </p:txBody>
      </p:sp>
      <p:sp>
        <p:nvSpPr>
          <p:cNvPr id="32" name="TextBox 67"/>
          <p:cNvSpPr>
            <a:spLocks noChangeArrowheads="1"/>
          </p:cNvSpPr>
          <p:nvPr/>
        </p:nvSpPr>
        <p:spPr bwMode="auto">
          <a:xfrm>
            <a:off x="2263905" y="2075376"/>
            <a:ext cx="790234"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2250" b="1" dirty="0">
                <a:solidFill>
                  <a:prstClr val="white"/>
                </a:solidFill>
                <a:latin typeface="微软雅黑" pitchFamily="34" charset="-122"/>
                <a:ea typeface="微软雅黑" pitchFamily="34" charset="-122"/>
                <a:sym typeface="微软雅黑" pitchFamily="34" charset="-122"/>
              </a:rPr>
              <a:t>添加标题</a:t>
            </a:r>
          </a:p>
        </p:txBody>
      </p:sp>
      <p:sp>
        <p:nvSpPr>
          <p:cNvPr id="33" name="TextBox 68"/>
          <p:cNvSpPr>
            <a:spLocks noChangeArrowheads="1"/>
          </p:cNvSpPr>
          <p:nvPr/>
        </p:nvSpPr>
        <p:spPr bwMode="auto">
          <a:xfrm>
            <a:off x="7387033" y="2075376"/>
            <a:ext cx="788001"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2250" b="1" dirty="0">
                <a:solidFill>
                  <a:prstClr val="white"/>
                </a:solidFill>
                <a:latin typeface="微软雅黑" pitchFamily="34" charset="-122"/>
                <a:ea typeface="微软雅黑" pitchFamily="34" charset="-122"/>
                <a:sym typeface="微软雅黑" pitchFamily="34" charset="-122"/>
              </a:rPr>
              <a:t>添加标题</a:t>
            </a:r>
          </a:p>
        </p:txBody>
      </p:sp>
      <p:sp>
        <p:nvSpPr>
          <p:cNvPr id="34" name="TextBox 70"/>
          <p:cNvSpPr>
            <a:spLocks noChangeArrowheads="1"/>
          </p:cNvSpPr>
          <p:nvPr/>
        </p:nvSpPr>
        <p:spPr bwMode="auto">
          <a:xfrm>
            <a:off x="4913645" y="4984062"/>
            <a:ext cx="790234"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2250" b="1" dirty="0">
                <a:solidFill>
                  <a:prstClr val="black">
                    <a:lumMod val="75000"/>
                    <a:lumOff val="25000"/>
                  </a:prstClr>
                </a:solidFill>
                <a:latin typeface="微软雅黑" pitchFamily="34" charset="-122"/>
                <a:ea typeface="微软雅黑" pitchFamily="34" charset="-122"/>
                <a:sym typeface="微软雅黑" pitchFamily="34" charset="-122"/>
              </a:rPr>
              <a:t>添加标题</a:t>
            </a:r>
          </a:p>
        </p:txBody>
      </p:sp>
      <p:sp>
        <p:nvSpPr>
          <p:cNvPr id="35" name="TextBox 72"/>
          <p:cNvSpPr>
            <a:spLocks noChangeArrowheads="1"/>
          </p:cNvSpPr>
          <p:nvPr/>
        </p:nvSpPr>
        <p:spPr bwMode="auto">
          <a:xfrm>
            <a:off x="9945248" y="4984062"/>
            <a:ext cx="790234"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fontAlgn="auto">
              <a:spcBef>
                <a:spcPts val="0"/>
              </a:spcBef>
              <a:spcAft>
                <a:spcPts val="0"/>
              </a:spcAft>
            </a:pPr>
            <a:r>
              <a:rPr lang="zh-CN" altLang="en-US" sz="2250" b="1" dirty="0">
                <a:solidFill>
                  <a:prstClr val="black">
                    <a:lumMod val="75000"/>
                    <a:lumOff val="25000"/>
                  </a:prstClr>
                </a:solidFill>
                <a:latin typeface="微软雅黑" pitchFamily="34" charset="-122"/>
                <a:ea typeface="微软雅黑" pitchFamily="34" charset="-122"/>
                <a:sym typeface="微软雅黑" pitchFamily="34" charset="-122"/>
              </a:rPr>
              <a:t>添加标题</a:t>
            </a:r>
          </a:p>
        </p:txBody>
      </p:sp>
    </p:spTree>
    <p:extLst>
      <p:ext uri="{BB962C8B-B14F-4D97-AF65-F5344CB8AC3E}">
        <p14:creationId xmlns:p14="http://schemas.microsoft.com/office/powerpoint/2010/main" val="255839423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3"/>
                                        </p:tgtEl>
                                        <p:attrNameLst>
                                          <p:attrName>ppt_y</p:attrName>
                                        </p:attrNameLst>
                                      </p:cBhvr>
                                      <p:tavLst>
                                        <p:tav tm="0">
                                          <p:val>
                                            <p:strVal val="#ppt_y"/>
                                          </p:val>
                                        </p:tav>
                                        <p:tav tm="100000">
                                          <p:val>
                                            <p:strVal val="#ppt_y"/>
                                          </p:val>
                                        </p:tav>
                                      </p:tavLst>
                                    </p:anim>
                                    <p:anim calcmode="lin" valueType="num">
                                      <p:cBhvr>
                                        <p:cTn id="9" dur="500" fill="hold"/>
                                        <p:tgtEl>
                                          <p:spTgt spid="3"/>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3"/>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3"/>
                                        </p:tgtEl>
                                      </p:cBhvr>
                                    </p:animEffect>
                                  </p:childTnLst>
                                </p:cTn>
                              </p:par>
                            </p:childTnLst>
                          </p:cTn>
                        </p:par>
                        <p:par>
                          <p:cTn id="12" fill="hold">
                            <p:stCondLst>
                              <p:cond delay="85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p:cTn id="15" dur="300" fill="hold"/>
                                        <p:tgtEl>
                                          <p:spTgt spid="19"/>
                                        </p:tgtEl>
                                        <p:attrNameLst>
                                          <p:attrName>ppt_w</p:attrName>
                                        </p:attrNameLst>
                                      </p:cBhvr>
                                      <p:tavLst>
                                        <p:tav tm="0">
                                          <p:val>
                                            <p:fltVal val="0"/>
                                          </p:val>
                                        </p:tav>
                                        <p:tav tm="100000">
                                          <p:val>
                                            <p:strVal val="#ppt_w"/>
                                          </p:val>
                                        </p:tav>
                                      </p:tavLst>
                                    </p:anim>
                                    <p:anim calcmode="lin" valueType="num">
                                      <p:cBhvr>
                                        <p:cTn id="16" dur="300" fill="hold"/>
                                        <p:tgtEl>
                                          <p:spTgt spid="19"/>
                                        </p:tgtEl>
                                        <p:attrNameLst>
                                          <p:attrName>ppt_h</p:attrName>
                                        </p:attrNameLst>
                                      </p:cBhvr>
                                      <p:tavLst>
                                        <p:tav tm="0">
                                          <p:val>
                                            <p:fltVal val="0"/>
                                          </p:val>
                                        </p:tav>
                                        <p:tav tm="100000">
                                          <p:val>
                                            <p:strVal val="#ppt_h"/>
                                          </p:val>
                                        </p:tav>
                                      </p:tavLst>
                                    </p:anim>
                                    <p:animEffect>
                                      <p:cBhvr>
                                        <p:cTn id="17" dur="300"/>
                                        <p:tgtEl>
                                          <p:spTgt spid="19"/>
                                        </p:tgtEl>
                                      </p:cBhvr>
                                    </p:animEffect>
                                  </p:childTnLst>
                                </p:cTn>
                              </p:par>
                              <p:par>
                                <p:cTn id="18" presetID="10" presetClass="entr" presetSubtype="0"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300" fill="hold"/>
                                        <p:tgtEl>
                                          <p:spTgt spid="4"/>
                                        </p:tgtEl>
                                        <p:attrNameLst>
                                          <p:attrName>ppt_w</p:attrName>
                                        </p:attrNameLst>
                                      </p:cBhvr>
                                      <p:tavLst>
                                        <p:tav tm="0">
                                          <p:val>
                                            <p:fltVal val="0"/>
                                          </p:val>
                                        </p:tav>
                                        <p:tav tm="100000">
                                          <p:val>
                                            <p:strVal val="#ppt_w"/>
                                          </p:val>
                                        </p:tav>
                                      </p:tavLst>
                                    </p:anim>
                                    <p:anim calcmode="lin" valueType="num">
                                      <p:cBhvr>
                                        <p:cTn id="21" dur="300" fill="hold"/>
                                        <p:tgtEl>
                                          <p:spTgt spid="4"/>
                                        </p:tgtEl>
                                        <p:attrNameLst>
                                          <p:attrName>ppt_h</p:attrName>
                                        </p:attrNameLst>
                                      </p:cBhvr>
                                      <p:tavLst>
                                        <p:tav tm="0">
                                          <p:val>
                                            <p:fltVal val="0"/>
                                          </p:val>
                                        </p:tav>
                                        <p:tav tm="100000">
                                          <p:val>
                                            <p:strVal val="#ppt_h"/>
                                          </p:val>
                                        </p:tav>
                                      </p:tavLst>
                                    </p:anim>
                                    <p:animEffect>
                                      <p:cBhvr>
                                        <p:cTn id="22" dur="300"/>
                                        <p:tgtEl>
                                          <p:spTgt spid="4"/>
                                        </p:tgtEl>
                                      </p:cBhvr>
                                    </p:animEffect>
                                  </p:childTnLst>
                                </p:cTn>
                              </p:par>
                            </p:childTnLst>
                          </p:cTn>
                        </p:par>
                        <p:par>
                          <p:cTn id="23" fill="hold">
                            <p:stCondLst>
                              <p:cond delay="1150"/>
                            </p:stCondLst>
                            <p:childTnLst>
                              <p:par>
                                <p:cTn id="24" presetID="42" presetClass="entr" presetSubtype="0" fill="hold" grpId="0"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p:cBhvr>
                                        <p:cTn id="26" dur="600"/>
                                        <p:tgtEl>
                                          <p:spTgt spid="18"/>
                                        </p:tgtEl>
                                      </p:cBhvr>
                                    </p:animEffect>
                                    <p:anim calcmode="lin" valueType="num">
                                      <p:cBhvr>
                                        <p:cTn id="27" dur="600" fill="hold"/>
                                        <p:tgtEl>
                                          <p:spTgt spid="18"/>
                                        </p:tgtEl>
                                        <p:attrNameLst>
                                          <p:attrName>ppt_x</p:attrName>
                                        </p:attrNameLst>
                                      </p:cBhvr>
                                      <p:tavLst>
                                        <p:tav tm="0">
                                          <p:val>
                                            <p:strVal val="#ppt_x"/>
                                          </p:val>
                                        </p:tav>
                                        <p:tav tm="100000">
                                          <p:val>
                                            <p:strVal val="#ppt_x"/>
                                          </p:val>
                                        </p:tav>
                                      </p:tavLst>
                                    </p:anim>
                                    <p:anim calcmode="lin" valueType="num">
                                      <p:cBhvr>
                                        <p:cTn id="28" dur="600" fill="hold"/>
                                        <p:tgtEl>
                                          <p:spTgt spid="18"/>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p:cBhvr>
                                        <p:cTn id="31" dur="600"/>
                                        <p:tgtEl>
                                          <p:spTgt spid="17"/>
                                        </p:tgtEl>
                                      </p:cBhvr>
                                    </p:animEffect>
                                    <p:anim calcmode="lin" valueType="num">
                                      <p:cBhvr>
                                        <p:cTn id="32" dur="600" fill="hold"/>
                                        <p:tgtEl>
                                          <p:spTgt spid="17"/>
                                        </p:tgtEl>
                                        <p:attrNameLst>
                                          <p:attrName>ppt_x</p:attrName>
                                        </p:attrNameLst>
                                      </p:cBhvr>
                                      <p:tavLst>
                                        <p:tav tm="0">
                                          <p:val>
                                            <p:strVal val="#ppt_x"/>
                                          </p:val>
                                        </p:tav>
                                        <p:tav tm="100000">
                                          <p:val>
                                            <p:strVal val="#ppt_x"/>
                                          </p:val>
                                        </p:tav>
                                      </p:tavLst>
                                    </p:anim>
                                    <p:anim calcmode="lin" valueType="num">
                                      <p:cBhvr>
                                        <p:cTn id="33" dur="600" fill="hold"/>
                                        <p:tgtEl>
                                          <p:spTgt spid="17"/>
                                        </p:tgtEl>
                                        <p:attrNameLst>
                                          <p:attrName>ppt_y</p:attrName>
                                        </p:attrNameLst>
                                      </p:cBhvr>
                                      <p:tavLst>
                                        <p:tav tm="0">
                                          <p:val>
                                            <p:strVal val="#ppt_y+.1"/>
                                          </p:val>
                                        </p:tav>
                                        <p:tav tm="100000">
                                          <p:val>
                                            <p:strVal val="#ppt_y"/>
                                          </p:val>
                                        </p:tav>
                                      </p:tavLst>
                                    </p:anim>
                                  </p:childTnLst>
                                </p:cTn>
                              </p:par>
                              <p:par>
                                <p:cTn id="34" presetID="47" presetClass="entr" presetSubtype="0" fill="hold" grpId="0" nodeType="withEffect">
                                  <p:stCondLst>
                                    <p:cond delay="0"/>
                                  </p:stCondLst>
                                  <p:childTnLst>
                                    <p:set>
                                      <p:cBhvr>
                                        <p:cTn id="35" dur="1" fill="hold">
                                          <p:stCondLst>
                                            <p:cond delay="0"/>
                                          </p:stCondLst>
                                        </p:cTn>
                                        <p:tgtEl>
                                          <p:spTgt spid="7"/>
                                        </p:tgtEl>
                                        <p:attrNameLst>
                                          <p:attrName>style.visibility</p:attrName>
                                        </p:attrNameLst>
                                      </p:cBhvr>
                                      <p:to>
                                        <p:strVal val="visible"/>
                                      </p:to>
                                    </p:set>
                                    <p:animEffect>
                                      <p:cBhvr>
                                        <p:cTn id="36" dur="600"/>
                                        <p:tgtEl>
                                          <p:spTgt spid="7"/>
                                        </p:tgtEl>
                                      </p:cBhvr>
                                    </p:animEffect>
                                    <p:anim calcmode="lin" valueType="num">
                                      <p:cBhvr>
                                        <p:cTn id="37" dur="600" fill="hold"/>
                                        <p:tgtEl>
                                          <p:spTgt spid="7"/>
                                        </p:tgtEl>
                                        <p:attrNameLst>
                                          <p:attrName>ppt_x</p:attrName>
                                        </p:attrNameLst>
                                      </p:cBhvr>
                                      <p:tavLst>
                                        <p:tav tm="0">
                                          <p:val>
                                            <p:strVal val="#ppt_x"/>
                                          </p:val>
                                        </p:tav>
                                        <p:tav tm="100000">
                                          <p:val>
                                            <p:strVal val="#ppt_x"/>
                                          </p:val>
                                        </p:tav>
                                      </p:tavLst>
                                    </p:anim>
                                    <p:anim calcmode="lin" valueType="num">
                                      <p:cBhvr>
                                        <p:cTn id="38" dur="600" fill="hold"/>
                                        <p:tgtEl>
                                          <p:spTgt spid="7"/>
                                        </p:tgtEl>
                                        <p:attrNameLst>
                                          <p:attrName>ppt_y</p:attrName>
                                        </p:attrNameLst>
                                      </p:cBhvr>
                                      <p:tavLst>
                                        <p:tav tm="0">
                                          <p:val>
                                            <p:strVal val="#ppt_y-.1"/>
                                          </p:val>
                                        </p:tav>
                                        <p:tav tm="100000">
                                          <p:val>
                                            <p:strVal val="#ppt_y"/>
                                          </p:val>
                                        </p:tav>
                                      </p:tavLst>
                                    </p:anim>
                                  </p:childTnLst>
                                </p:cTn>
                              </p:par>
                              <p:par>
                                <p:cTn id="39" presetID="47" presetClass="entr" presetSubtype="0" fill="hold" grpId="0" nodeType="withEffect">
                                  <p:stCondLst>
                                    <p:cond delay="0"/>
                                  </p:stCondLst>
                                  <p:childTnLst>
                                    <p:set>
                                      <p:cBhvr>
                                        <p:cTn id="40" dur="1" fill="hold">
                                          <p:stCondLst>
                                            <p:cond delay="0"/>
                                          </p:stCondLst>
                                        </p:cTn>
                                        <p:tgtEl>
                                          <p:spTgt spid="32"/>
                                        </p:tgtEl>
                                        <p:attrNameLst>
                                          <p:attrName>style.visibility</p:attrName>
                                        </p:attrNameLst>
                                      </p:cBhvr>
                                      <p:to>
                                        <p:strVal val="visible"/>
                                      </p:to>
                                    </p:set>
                                    <p:animEffect>
                                      <p:cBhvr>
                                        <p:cTn id="41" dur="600"/>
                                        <p:tgtEl>
                                          <p:spTgt spid="32"/>
                                        </p:tgtEl>
                                      </p:cBhvr>
                                    </p:animEffect>
                                    <p:anim calcmode="lin" valueType="num">
                                      <p:cBhvr>
                                        <p:cTn id="42" dur="600" fill="hold"/>
                                        <p:tgtEl>
                                          <p:spTgt spid="32"/>
                                        </p:tgtEl>
                                        <p:attrNameLst>
                                          <p:attrName>ppt_x</p:attrName>
                                        </p:attrNameLst>
                                      </p:cBhvr>
                                      <p:tavLst>
                                        <p:tav tm="0">
                                          <p:val>
                                            <p:strVal val="#ppt_x"/>
                                          </p:val>
                                        </p:tav>
                                        <p:tav tm="100000">
                                          <p:val>
                                            <p:strVal val="#ppt_x"/>
                                          </p:val>
                                        </p:tav>
                                      </p:tavLst>
                                    </p:anim>
                                    <p:anim calcmode="lin" valueType="num">
                                      <p:cBhvr>
                                        <p:cTn id="43" dur="600" fill="hold"/>
                                        <p:tgtEl>
                                          <p:spTgt spid="32"/>
                                        </p:tgtEl>
                                        <p:attrNameLst>
                                          <p:attrName>ppt_y</p:attrName>
                                        </p:attrNameLst>
                                      </p:cBhvr>
                                      <p:tavLst>
                                        <p:tav tm="0">
                                          <p:val>
                                            <p:strVal val="#ppt_y-.1"/>
                                          </p:val>
                                        </p:tav>
                                        <p:tav tm="100000">
                                          <p:val>
                                            <p:strVal val="#ppt_y"/>
                                          </p:val>
                                        </p:tav>
                                      </p:tavLst>
                                    </p:anim>
                                  </p:childTnLst>
                                </p:cTn>
                              </p:par>
                            </p:childTnLst>
                          </p:cTn>
                        </p:par>
                        <p:par>
                          <p:cTn id="44" fill="hold">
                            <p:stCondLst>
                              <p:cond delay="1750"/>
                            </p:stCondLst>
                            <p:childTnLst>
                              <p:par>
                                <p:cTn id="45" presetID="10" presetClass="entr" presetSubtype="0"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p:cTn id="47" dur="300" fill="hold"/>
                                        <p:tgtEl>
                                          <p:spTgt spid="20"/>
                                        </p:tgtEl>
                                        <p:attrNameLst>
                                          <p:attrName>ppt_w</p:attrName>
                                        </p:attrNameLst>
                                      </p:cBhvr>
                                      <p:tavLst>
                                        <p:tav tm="0">
                                          <p:val>
                                            <p:fltVal val="0"/>
                                          </p:val>
                                        </p:tav>
                                        <p:tav tm="100000">
                                          <p:val>
                                            <p:strVal val="#ppt_w"/>
                                          </p:val>
                                        </p:tav>
                                      </p:tavLst>
                                    </p:anim>
                                    <p:anim calcmode="lin" valueType="num">
                                      <p:cBhvr>
                                        <p:cTn id="48" dur="300" fill="hold"/>
                                        <p:tgtEl>
                                          <p:spTgt spid="20"/>
                                        </p:tgtEl>
                                        <p:attrNameLst>
                                          <p:attrName>ppt_h</p:attrName>
                                        </p:attrNameLst>
                                      </p:cBhvr>
                                      <p:tavLst>
                                        <p:tav tm="0">
                                          <p:val>
                                            <p:fltVal val="0"/>
                                          </p:val>
                                        </p:tav>
                                        <p:tav tm="100000">
                                          <p:val>
                                            <p:strVal val="#ppt_h"/>
                                          </p:val>
                                        </p:tav>
                                      </p:tavLst>
                                    </p:anim>
                                    <p:animEffect>
                                      <p:cBhvr>
                                        <p:cTn id="49" dur="300"/>
                                        <p:tgtEl>
                                          <p:spTgt spid="20"/>
                                        </p:tgtEl>
                                      </p:cBhvr>
                                    </p:animEffect>
                                  </p:childTnLst>
                                </p:cTn>
                              </p:par>
                              <p:par>
                                <p:cTn id="50" presetID="10" presetClass="entr" presetSubtype="0" fill="hold"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p:cTn id="52" dur="300" fill="hold"/>
                                        <p:tgtEl>
                                          <p:spTgt spid="8"/>
                                        </p:tgtEl>
                                        <p:attrNameLst>
                                          <p:attrName>ppt_w</p:attrName>
                                        </p:attrNameLst>
                                      </p:cBhvr>
                                      <p:tavLst>
                                        <p:tav tm="0">
                                          <p:val>
                                            <p:fltVal val="0"/>
                                          </p:val>
                                        </p:tav>
                                        <p:tav tm="100000">
                                          <p:val>
                                            <p:strVal val="#ppt_w"/>
                                          </p:val>
                                        </p:tav>
                                      </p:tavLst>
                                    </p:anim>
                                    <p:anim calcmode="lin" valueType="num">
                                      <p:cBhvr>
                                        <p:cTn id="53" dur="300" fill="hold"/>
                                        <p:tgtEl>
                                          <p:spTgt spid="8"/>
                                        </p:tgtEl>
                                        <p:attrNameLst>
                                          <p:attrName>ppt_h</p:attrName>
                                        </p:attrNameLst>
                                      </p:cBhvr>
                                      <p:tavLst>
                                        <p:tav tm="0">
                                          <p:val>
                                            <p:fltVal val="0"/>
                                          </p:val>
                                        </p:tav>
                                        <p:tav tm="100000">
                                          <p:val>
                                            <p:strVal val="#ppt_h"/>
                                          </p:val>
                                        </p:tav>
                                      </p:tavLst>
                                    </p:anim>
                                    <p:animEffect>
                                      <p:cBhvr>
                                        <p:cTn id="54" dur="300"/>
                                        <p:tgtEl>
                                          <p:spTgt spid="8"/>
                                        </p:tgtEl>
                                      </p:cBhvr>
                                    </p:animEffect>
                                  </p:childTnLst>
                                </p:cTn>
                              </p:par>
                            </p:childTnLst>
                          </p:cTn>
                        </p:par>
                        <p:par>
                          <p:cTn id="55" fill="hold">
                            <p:stCondLst>
                              <p:cond delay="2050"/>
                            </p:stCondLst>
                            <p:childTnLst>
                              <p:par>
                                <p:cTn id="56" presetID="47" presetClass="entr" presetSubtype="0" fill="hold" grpId="0" nodeType="afterEffect">
                                  <p:stCondLst>
                                    <p:cond delay="0"/>
                                  </p:stCondLst>
                                  <p:childTnLst>
                                    <p:set>
                                      <p:cBhvr>
                                        <p:cTn id="57" dur="1" fill="hold">
                                          <p:stCondLst>
                                            <p:cond delay="0"/>
                                          </p:stCondLst>
                                        </p:cTn>
                                        <p:tgtEl>
                                          <p:spTgt spid="27"/>
                                        </p:tgtEl>
                                        <p:attrNameLst>
                                          <p:attrName>style.visibility</p:attrName>
                                        </p:attrNameLst>
                                      </p:cBhvr>
                                      <p:to>
                                        <p:strVal val="visible"/>
                                      </p:to>
                                    </p:set>
                                    <p:animEffect>
                                      <p:cBhvr>
                                        <p:cTn id="58" dur="600"/>
                                        <p:tgtEl>
                                          <p:spTgt spid="27"/>
                                        </p:tgtEl>
                                      </p:cBhvr>
                                    </p:animEffect>
                                    <p:anim calcmode="lin" valueType="num">
                                      <p:cBhvr>
                                        <p:cTn id="59" dur="600" fill="hold"/>
                                        <p:tgtEl>
                                          <p:spTgt spid="27"/>
                                        </p:tgtEl>
                                        <p:attrNameLst>
                                          <p:attrName>ppt_x</p:attrName>
                                        </p:attrNameLst>
                                      </p:cBhvr>
                                      <p:tavLst>
                                        <p:tav tm="0">
                                          <p:val>
                                            <p:strVal val="#ppt_x"/>
                                          </p:val>
                                        </p:tav>
                                        <p:tav tm="100000">
                                          <p:val>
                                            <p:strVal val="#ppt_x"/>
                                          </p:val>
                                        </p:tav>
                                      </p:tavLst>
                                    </p:anim>
                                    <p:anim calcmode="lin" valueType="num">
                                      <p:cBhvr>
                                        <p:cTn id="60" dur="600" fill="hold"/>
                                        <p:tgtEl>
                                          <p:spTgt spid="27"/>
                                        </p:tgtEl>
                                        <p:attrNameLst>
                                          <p:attrName>ppt_y</p:attrName>
                                        </p:attrNameLst>
                                      </p:cBhvr>
                                      <p:tavLst>
                                        <p:tav tm="0">
                                          <p:val>
                                            <p:strVal val="#ppt_y-.1"/>
                                          </p:val>
                                        </p:tav>
                                        <p:tav tm="100000">
                                          <p:val>
                                            <p:strVal val="#ppt_y"/>
                                          </p:val>
                                        </p:tav>
                                      </p:tavLst>
                                    </p:anim>
                                  </p:childTnLst>
                                </p:cTn>
                              </p:par>
                              <p:par>
                                <p:cTn id="61" presetID="47" presetClass="entr" presetSubtype="0"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Effect>
                                      <p:cBhvr>
                                        <p:cTn id="63" dur="600"/>
                                        <p:tgtEl>
                                          <p:spTgt spid="26"/>
                                        </p:tgtEl>
                                      </p:cBhvr>
                                    </p:animEffect>
                                    <p:anim calcmode="lin" valueType="num">
                                      <p:cBhvr>
                                        <p:cTn id="64" dur="600" fill="hold"/>
                                        <p:tgtEl>
                                          <p:spTgt spid="26"/>
                                        </p:tgtEl>
                                        <p:attrNameLst>
                                          <p:attrName>ppt_x</p:attrName>
                                        </p:attrNameLst>
                                      </p:cBhvr>
                                      <p:tavLst>
                                        <p:tav tm="0">
                                          <p:val>
                                            <p:strVal val="#ppt_x"/>
                                          </p:val>
                                        </p:tav>
                                        <p:tav tm="100000">
                                          <p:val>
                                            <p:strVal val="#ppt_x"/>
                                          </p:val>
                                        </p:tav>
                                      </p:tavLst>
                                    </p:anim>
                                    <p:anim calcmode="lin" valueType="num">
                                      <p:cBhvr>
                                        <p:cTn id="65" dur="600" fill="hold"/>
                                        <p:tgtEl>
                                          <p:spTgt spid="26"/>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p:cBhvr>
                                        <p:cTn id="68" dur="600"/>
                                        <p:tgtEl>
                                          <p:spTgt spid="11"/>
                                        </p:tgtEl>
                                      </p:cBhvr>
                                    </p:animEffect>
                                    <p:anim calcmode="lin" valueType="num">
                                      <p:cBhvr>
                                        <p:cTn id="69" dur="600" fill="hold"/>
                                        <p:tgtEl>
                                          <p:spTgt spid="11"/>
                                        </p:tgtEl>
                                        <p:attrNameLst>
                                          <p:attrName>ppt_x</p:attrName>
                                        </p:attrNameLst>
                                      </p:cBhvr>
                                      <p:tavLst>
                                        <p:tav tm="0">
                                          <p:val>
                                            <p:strVal val="#ppt_x"/>
                                          </p:val>
                                        </p:tav>
                                        <p:tav tm="100000">
                                          <p:val>
                                            <p:strVal val="#ppt_x"/>
                                          </p:val>
                                        </p:tav>
                                      </p:tavLst>
                                    </p:anim>
                                    <p:anim calcmode="lin" valueType="num">
                                      <p:cBhvr>
                                        <p:cTn id="70" dur="600" fill="hold"/>
                                        <p:tgtEl>
                                          <p:spTgt spid="11"/>
                                        </p:tgtEl>
                                        <p:attrNameLst>
                                          <p:attrName>ppt_y</p:attrName>
                                        </p:attrNameLst>
                                      </p:cBhvr>
                                      <p:tavLst>
                                        <p:tav tm="0">
                                          <p:val>
                                            <p:strVal val="#ppt_y+.1"/>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34"/>
                                        </p:tgtEl>
                                        <p:attrNameLst>
                                          <p:attrName>style.visibility</p:attrName>
                                        </p:attrNameLst>
                                      </p:cBhvr>
                                      <p:to>
                                        <p:strVal val="visible"/>
                                      </p:to>
                                    </p:set>
                                    <p:animEffect>
                                      <p:cBhvr>
                                        <p:cTn id="73" dur="600"/>
                                        <p:tgtEl>
                                          <p:spTgt spid="34"/>
                                        </p:tgtEl>
                                      </p:cBhvr>
                                    </p:animEffect>
                                    <p:anim calcmode="lin" valueType="num">
                                      <p:cBhvr>
                                        <p:cTn id="74" dur="600" fill="hold"/>
                                        <p:tgtEl>
                                          <p:spTgt spid="34"/>
                                        </p:tgtEl>
                                        <p:attrNameLst>
                                          <p:attrName>ppt_x</p:attrName>
                                        </p:attrNameLst>
                                      </p:cBhvr>
                                      <p:tavLst>
                                        <p:tav tm="0">
                                          <p:val>
                                            <p:strVal val="#ppt_x"/>
                                          </p:val>
                                        </p:tav>
                                        <p:tav tm="100000">
                                          <p:val>
                                            <p:strVal val="#ppt_x"/>
                                          </p:val>
                                        </p:tav>
                                      </p:tavLst>
                                    </p:anim>
                                    <p:anim calcmode="lin" valueType="num">
                                      <p:cBhvr>
                                        <p:cTn id="75" dur="600" fill="hold"/>
                                        <p:tgtEl>
                                          <p:spTgt spid="34"/>
                                        </p:tgtEl>
                                        <p:attrNameLst>
                                          <p:attrName>ppt_y</p:attrName>
                                        </p:attrNameLst>
                                      </p:cBhvr>
                                      <p:tavLst>
                                        <p:tav tm="0">
                                          <p:val>
                                            <p:strVal val="#ppt_y+.1"/>
                                          </p:val>
                                        </p:tav>
                                        <p:tav tm="100000">
                                          <p:val>
                                            <p:strVal val="#ppt_y"/>
                                          </p:val>
                                        </p:tav>
                                      </p:tavLst>
                                    </p:anim>
                                  </p:childTnLst>
                                </p:cTn>
                              </p:par>
                            </p:childTnLst>
                          </p:cTn>
                        </p:par>
                        <p:par>
                          <p:cTn id="76" fill="hold">
                            <p:stCondLst>
                              <p:cond delay="2650"/>
                            </p:stCondLst>
                            <p:childTnLst>
                              <p:par>
                                <p:cTn id="77" presetID="10" presetClass="entr" presetSubtype="0" fill="hold" grpId="0" nodeType="after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p:cTn id="79" dur="300" fill="hold"/>
                                        <p:tgtEl>
                                          <p:spTgt spid="21"/>
                                        </p:tgtEl>
                                        <p:attrNameLst>
                                          <p:attrName>ppt_w</p:attrName>
                                        </p:attrNameLst>
                                      </p:cBhvr>
                                      <p:tavLst>
                                        <p:tav tm="0">
                                          <p:val>
                                            <p:fltVal val="0"/>
                                          </p:val>
                                        </p:tav>
                                        <p:tav tm="100000">
                                          <p:val>
                                            <p:strVal val="#ppt_w"/>
                                          </p:val>
                                        </p:tav>
                                      </p:tavLst>
                                    </p:anim>
                                    <p:anim calcmode="lin" valueType="num">
                                      <p:cBhvr>
                                        <p:cTn id="80" dur="300" fill="hold"/>
                                        <p:tgtEl>
                                          <p:spTgt spid="21"/>
                                        </p:tgtEl>
                                        <p:attrNameLst>
                                          <p:attrName>ppt_h</p:attrName>
                                        </p:attrNameLst>
                                      </p:cBhvr>
                                      <p:tavLst>
                                        <p:tav tm="0">
                                          <p:val>
                                            <p:fltVal val="0"/>
                                          </p:val>
                                        </p:tav>
                                        <p:tav tm="100000">
                                          <p:val>
                                            <p:strVal val="#ppt_h"/>
                                          </p:val>
                                        </p:tav>
                                      </p:tavLst>
                                    </p:anim>
                                    <p:animEffect>
                                      <p:cBhvr>
                                        <p:cTn id="81" dur="300"/>
                                        <p:tgtEl>
                                          <p:spTgt spid="21"/>
                                        </p:tgtEl>
                                      </p:cBhvr>
                                    </p:animEffect>
                                  </p:childTnLst>
                                </p:cTn>
                              </p:par>
                              <p:par>
                                <p:cTn id="82" presetID="10" presetClass="entr" presetSubtype="0" fill="hold" nodeType="withEffect">
                                  <p:stCondLst>
                                    <p:cond delay="0"/>
                                  </p:stCondLst>
                                  <p:childTnLst>
                                    <p:set>
                                      <p:cBhvr>
                                        <p:cTn id="83" dur="1" fill="hold">
                                          <p:stCondLst>
                                            <p:cond delay="0"/>
                                          </p:stCondLst>
                                        </p:cTn>
                                        <p:tgtEl>
                                          <p:spTgt spid="12"/>
                                        </p:tgtEl>
                                        <p:attrNameLst>
                                          <p:attrName>style.visibility</p:attrName>
                                        </p:attrNameLst>
                                      </p:cBhvr>
                                      <p:to>
                                        <p:strVal val="visible"/>
                                      </p:to>
                                    </p:set>
                                    <p:anim calcmode="lin" valueType="num">
                                      <p:cBhvr>
                                        <p:cTn id="84" dur="300" fill="hold"/>
                                        <p:tgtEl>
                                          <p:spTgt spid="12"/>
                                        </p:tgtEl>
                                        <p:attrNameLst>
                                          <p:attrName>ppt_w</p:attrName>
                                        </p:attrNameLst>
                                      </p:cBhvr>
                                      <p:tavLst>
                                        <p:tav tm="0">
                                          <p:val>
                                            <p:fltVal val="0"/>
                                          </p:val>
                                        </p:tav>
                                        <p:tav tm="100000">
                                          <p:val>
                                            <p:strVal val="#ppt_w"/>
                                          </p:val>
                                        </p:tav>
                                      </p:tavLst>
                                    </p:anim>
                                    <p:anim calcmode="lin" valueType="num">
                                      <p:cBhvr>
                                        <p:cTn id="85" dur="300" fill="hold"/>
                                        <p:tgtEl>
                                          <p:spTgt spid="12"/>
                                        </p:tgtEl>
                                        <p:attrNameLst>
                                          <p:attrName>ppt_h</p:attrName>
                                        </p:attrNameLst>
                                      </p:cBhvr>
                                      <p:tavLst>
                                        <p:tav tm="0">
                                          <p:val>
                                            <p:fltVal val="0"/>
                                          </p:val>
                                        </p:tav>
                                        <p:tav tm="100000">
                                          <p:val>
                                            <p:strVal val="#ppt_h"/>
                                          </p:val>
                                        </p:tav>
                                      </p:tavLst>
                                    </p:anim>
                                    <p:animEffect>
                                      <p:cBhvr>
                                        <p:cTn id="86" dur="300"/>
                                        <p:tgtEl>
                                          <p:spTgt spid="12"/>
                                        </p:tgtEl>
                                      </p:cBhvr>
                                    </p:animEffect>
                                  </p:childTnLst>
                                </p:cTn>
                              </p:par>
                            </p:childTnLst>
                          </p:cTn>
                        </p:par>
                        <p:par>
                          <p:cTn id="87" fill="hold">
                            <p:stCondLst>
                              <p:cond delay="2950"/>
                            </p:stCondLst>
                            <p:childTnLst>
                              <p:par>
                                <p:cTn id="88" presetID="42" presetClass="entr" presetSubtype="0" fill="hold" grpId="0" nodeType="afterEffect">
                                  <p:stCondLst>
                                    <p:cond delay="0"/>
                                  </p:stCondLst>
                                  <p:childTnLst>
                                    <p:set>
                                      <p:cBhvr>
                                        <p:cTn id="89" dur="1" fill="hold">
                                          <p:stCondLst>
                                            <p:cond delay="0"/>
                                          </p:stCondLst>
                                        </p:cTn>
                                        <p:tgtEl>
                                          <p:spTgt spid="29"/>
                                        </p:tgtEl>
                                        <p:attrNameLst>
                                          <p:attrName>style.visibility</p:attrName>
                                        </p:attrNameLst>
                                      </p:cBhvr>
                                      <p:to>
                                        <p:strVal val="visible"/>
                                      </p:to>
                                    </p:set>
                                    <p:animEffect>
                                      <p:cBhvr>
                                        <p:cTn id="90" dur="600"/>
                                        <p:tgtEl>
                                          <p:spTgt spid="29"/>
                                        </p:tgtEl>
                                      </p:cBhvr>
                                    </p:animEffect>
                                    <p:anim calcmode="lin" valueType="num">
                                      <p:cBhvr>
                                        <p:cTn id="91" dur="600" fill="hold"/>
                                        <p:tgtEl>
                                          <p:spTgt spid="29"/>
                                        </p:tgtEl>
                                        <p:attrNameLst>
                                          <p:attrName>ppt_x</p:attrName>
                                        </p:attrNameLst>
                                      </p:cBhvr>
                                      <p:tavLst>
                                        <p:tav tm="0">
                                          <p:val>
                                            <p:strVal val="#ppt_x"/>
                                          </p:val>
                                        </p:tav>
                                        <p:tav tm="100000">
                                          <p:val>
                                            <p:strVal val="#ppt_x"/>
                                          </p:val>
                                        </p:tav>
                                      </p:tavLst>
                                    </p:anim>
                                    <p:anim calcmode="lin" valueType="num">
                                      <p:cBhvr>
                                        <p:cTn id="92" dur="600" fill="hold"/>
                                        <p:tgtEl>
                                          <p:spTgt spid="29"/>
                                        </p:tgtEl>
                                        <p:attrNameLst>
                                          <p:attrName>ppt_y</p:attrName>
                                        </p:attrNameLst>
                                      </p:cBhvr>
                                      <p:tavLst>
                                        <p:tav tm="0">
                                          <p:val>
                                            <p:strVal val="#ppt_y+.1"/>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Effect>
                                      <p:cBhvr>
                                        <p:cTn id="95" dur="600"/>
                                        <p:tgtEl>
                                          <p:spTgt spid="28"/>
                                        </p:tgtEl>
                                      </p:cBhvr>
                                    </p:animEffect>
                                    <p:anim calcmode="lin" valueType="num">
                                      <p:cBhvr>
                                        <p:cTn id="96" dur="600" fill="hold"/>
                                        <p:tgtEl>
                                          <p:spTgt spid="28"/>
                                        </p:tgtEl>
                                        <p:attrNameLst>
                                          <p:attrName>ppt_x</p:attrName>
                                        </p:attrNameLst>
                                      </p:cBhvr>
                                      <p:tavLst>
                                        <p:tav tm="0">
                                          <p:val>
                                            <p:strVal val="#ppt_x"/>
                                          </p:val>
                                        </p:tav>
                                        <p:tav tm="100000">
                                          <p:val>
                                            <p:strVal val="#ppt_x"/>
                                          </p:val>
                                        </p:tav>
                                      </p:tavLst>
                                    </p:anim>
                                    <p:anim calcmode="lin" valueType="num">
                                      <p:cBhvr>
                                        <p:cTn id="97" dur="600" fill="hold"/>
                                        <p:tgtEl>
                                          <p:spTgt spid="28"/>
                                        </p:tgtEl>
                                        <p:attrNameLst>
                                          <p:attrName>ppt_y</p:attrName>
                                        </p:attrNameLst>
                                      </p:cBhvr>
                                      <p:tavLst>
                                        <p:tav tm="0">
                                          <p:val>
                                            <p:strVal val="#ppt_y+.1"/>
                                          </p:val>
                                        </p:tav>
                                        <p:tav tm="100000">
                                          <p:val>
                                            <p:strVal val="#ppt_y"/>
                                          </p:val>
                                        </p:tav>
                                      </p:tavLst>
                                    </p:anim>
                                  </p:childTnLst>
                                </p:cTn>
                              </p:par>
                              <p:par>
                                <p:cTn id="98" presetID="47" presetClass="entr" presetSubtype="0"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Effect>
                                      <p:cBhvr>
                                        <p:cTn id="100" dur="600"/>
                                        <p:tgtEl>
                                          <p:spTgt spid="15"/>
                                        </p:tgtEl>
                                      </p:cBhvr>
                                    </p:animEffect>
                                    <p:anim calcmode="lin" valueType="num">
                                      <p:cBhvr>
                                        <p:cTn id="101" dur="600" fill="hold"/>
                                        <p:tgtEl>
                                          <p:spTgt spid="15"/>
                                        </p:tgtEl>
                                        <p:attrNameLst>
                                          <p:attrName>ppt_x</p:attrName>
                                        </p:attrNameLst>
                                      </p:cBhvr>
                                      <p:tavLst>
                                        <p:tav tm="0">
                                          <p:val>
                                            <p:strVal val="#ppt_x"/>
                                          </p:val>
                                        </p:tav>
                                        <p:tav tm="100000">
                                          <p:val>
                                            <p:strVal val="#ppt_x"/>
                                          </p:val>
                                        </p:tav>
                                      </p:tavLst>
                                    </p:anim>
                                    <p:anim calcmode="lin" valueType="num">
                                      <p:cBhvr>
                                        <p:cTn id="102" dur="600" fill="hold"/>
                                        <p:tgtEl>
                                          <p:spTgt spid="15"/>
                                        </p:tgtEl>
                                        <p:attrNameLst>
                                          <p:attrName>ppt_y</p:attrName>
                                        </p:attrNameLst>
                                      </p:cBhvr>
                                      <p:tavLst>
                                        <p:tav tm="0">
                                          <p:val>
                                            <p:strVal val="#ppt_y-.1"/>
                                          </p:val>
                                        </p:tav>
                                        <p:tav tm="100000">
                                          <p:val>
                                            <p:strVal val="#ppt_y"/>
                                          </p:val>
                                        </p:tav>
                                      </p:tavLst>
                                    </p:anim>
                                  </p:childTnLst>
                                </p:cTn>
                              </p:par>
                              <p:par>
                                <p:cTn id="103" presetID="47" presetClass="entr" presetSubtype="0" fill="hold" grpId="0" nodeType="withEffect">
                                  <p:stCondLst>
                                    <p:cond delay="0"/>
                                  </p:stCondLst>
                                  <p:childTnLst>
                                    <p:set>
                                      <p:cBhvr>
                                        <p:cTn id="104" dur="1" fill="hold">
                                          <p:stCondLst>
                                            <p:cond delay="0"/>
                                          </p:stCondLst>
                                        </p:cTn>
                                        <p:tgtEl>
                                          <p:spTgt spid="33"/>
                                        </p:tgtEl>
                                        <p:attrNameLst>
                                          <p:attrName>style.visibility</p:attrName>
                                        </p:attrNameLst>
                                      </p:cBhvr>
                                      <p:to>
                                        <p:strVal val="visible"/>
                                      </p:to>
                                    </p:set>
                                    <p:animEffect>
                                      <p:cBhvr>
                                        <p:cTn id="105" dur="600"/>
                                        <p:tgtEl>
                                          <p:spTgt spid="33"/>
                                        </p:tgtEl>
                                      </p:cBhvr>
                                    </p:animEffect>
                                    <p:anim calcmode="lin" valueType="num">
                                      <p:cBhvr>
                                        <p:cTn id="106" dur="600" fill="hold"/>
                                        <p:tgtEl>
                                          <p:spTgt spid="33"/>
                                        </p:tgtEl>
                                        <p:attrNameLst>
                                          <p:attrName>ppt_x</p:attrName>
                                        </p:attrNameLst>
                                      </p:cBhvr>
                                      <p:tavLst>
                                        <p:tav tm="0">
                                          <p:val>
                                            <p:strVal val="#ppt_x"/>
                                          </p:val>
                                        </p:tav>
                                        <p:tav tm="100000">
                                          <p:val>
                                            <p:strVal val="#ppt_x"/>
                                          </p:val>
                                        </p:tav>
                                      </p:tavLst>
                                    </p:anim>
                                    <p:anim calcmode="lin" valueType="num">
                                      <p:cBhvr>
                                        <p:cTn id="107" dur="600" fill="hold"/>
                                        <p:tgtEl>
                                          <p:spTgt spid="33"/>
                                        </p:tgtEl>
                                        <p:attrNameLst>
                                          <p:attrName>ppt_y</p:attrName>
                                        </p:attrNameLst>
                                      </p:cBhvr>
                                      <p:tavLst>
                                        <p:tav tm="0">
                                          <p:val>
                                            <p:strVal val="#ppt_y-.1"/>
                                          </p:val>
                                        </p:tav>
                                        <p:tav tm="100000">
                                          <p:val>
                                            <p:strVal val="#ppt_y"/>
                                          </p:val>
                                        </p:tav>
                                      </p:tavLst>
                                    </p:anim>
                                  </p:childTnLst>
                                </p:cTn>
                              </p:par>
                            </p:childTnLst>
                          </p:cTn>
                        </p:par>
                        <p:par>
                          <p:cTn id="108" fill="hold">
                            <p:stCondLst>
                              <p:cond delay="3550"/>
                            </p:stCondLst>
                            <p:childTnLst>
                              <p:par>
                                <p:cTn id="109" presetID="10" presetClass="entr" presetSubtype="0" fill="hold" grpId="0" nodeType="afterEffect">
                                  <p:stCondLst>
                                    <p:cond delay="0"/>
                                  </p:stCondLst>
                                  <p:childTnLst>
                                    <p:set>
                                      <p:cBhvr>
                                        <p:cTn id="110" dur="1" fill="hold">
                                          <p:stCondLst>
                                            <p:cond delay="0"/>
                                          </p:stCondLst>
                                        </p:cTn>
                                        <p:tgtEl>
                                          <p:spTgt spid="25"/>
                                        </p:tgtEl>
                                        <p:attrNameLst>
                                          <p:attrName>style.visibility</p:attrName>
                                        </p:attrNameLst>
                                      </p:cBhvr>
                                      <p:to>
                                        <p:strVal val="visible"/>
                                      </p:to>
                                    </p:set>
                                    <p:anim calcmode="lin" valueType="num">
                                      <p:cBhvr>
                                        <p:cTn id="111" dur="300" fill="hold"/>
                                        <p:tgtEl>
                                          <p:spTgt spid="25"/>
                                        </p:tgtEl>
                                        <p:attrNameLst>
                                          <p:attrName>ppt_w</p:attrName>
                                        </p:attrNameLst>
                                      </p:cBhvr>
                                      <p:tavLst>
                                        <p:tav tm="0">
                                          <p:val>
                                            <p:fltVal val="0"/>
                                          </p:val>
                                        </p:tav>
                                        <p:tav tm="100000">
                                          <p:val>
                                            <p:strVal val="#ppt_w"/>
                                          </p:val>
                                        </p:tav>
                                      </p:tavLst>
                                    </p:anim>
                                    <p:anim calcmode="lin" valueType="num">
                                      <p:cBhvr>
                                        <p:cTn id="112" dur="300" fill="hold"/>
                                        <p:tgtEl>
                                          <p:spTgt spid="25"/>
                                        </p:tgtEl>
                                        <p:attrNameLst>
                                          <p:attrName>ppt_h</p:attrName>
                                        </p:attrNameLst>
                                      </p:cBhvr>
                                      <p:tavLst>
                                        <p:tav tm="0">
                                          <p:val>
                                            <p:fltVal val="0"/>
                                          </p:val>
                                        </p:tav>
                                        <p:tav tm="100000">
                                          <p:val>
                                            <p:strVal val="#ppt_h"/>
                                          </p:val>
                                        </p:tav>
                                      </p:tavLst>
                                    </p:anim>
                                    <p:animEffect>
                                      <p:cBhvr>
                                        <p:cTn id="113" dur="300"/>
                                        <p:tgtEl>
                                          <p:spTgt spid="25"/>
                                        </p:tgtEl>
                                      </p:cBhvr>
                                    </p:animEffect>
                                  </p:childTnLst>
                                </p:cTn>
                              </p:par>
                              <p:par>
                                <p:cTn id="114" presetID="10" presetClass="entr" presetSubtype="0" fill="hold" nodeType="withEffect">
                                  <p:stCondLst>
                                    <p:cond delay="0"/>
                                  </p:stCondLst>
                                  <p:childTnLst>
                                    <p:set>
                                      <p:cBhvr>
                                        <p:cTn id="115" dur="1" fill="hold">
                                          <p:stCondLst>
                                            <p:cond delay="0"/>
                                          </p:stCondLst>
                                        </p:cTn>
                                        <p:tgtEl>
                                          <p:spTgt spid="22"/>
                                        </p:tgtEl>
                                        <p:attrNameLst>
                                          <p:attrName>style.visibility</p:attrName>
                                        </p:attrNameLst>
                                      </p:cBhvr>
                                      <p:to>
                                        <p:strVal val="visible"/>
                                      </p:to>
                                    </p:set>
                                    <p:anim calcmode="lin" valueType="num">
                                      <p:cBhvr>
                                        <p:cTn id="116" dur="300" fill="hold"/>
                                        <p:tgtEl>
                                          <p:spTgt spid="22"/>
                                        </p:tgtEl>
                                        <p:attrNameLst>
                                          <p:attrName>ppt_w</p:attrName>
                                        </p:attrNameLst>
                                      </p:cBhvr>
                                      <p:tavLst>
                                        <p:tav tm="0">
                                          <p:val>
                                            <p:fltVal val="0"/>
                                          </p:val>
                                        </p:tav>
                                        <p:tav tm="100000">
                                          <p:val>
                                            <p:strVal val="#ppt_w"/>
                                          </p:val>
                                        </p:tav>
                                      </p:tavLst>
                                    </p:anim>
                                    <p:anim calcmode="lin" valueType="num">
                                      <p:cBhvr>
                                        <p:cTn id="117" dur="300" fill="hold"/>
                                        <p:tgtEl>
                                          <p:spTgt spid="22"/>
                                        </p:tgtEl>
                                        <p:attrNameLst>
                                          <p:attrName>ppt_h</p:attrName>
                                        </p:attrNameLst>
                                      </p:cBhvr>
                                      <p:tavLst>
                                        <p:tav tm="0">
                                          <p:val>
                                            <p:fltVal val="0"/>
                                          </p:val>
                                        </p:tav>
                                        <p:tav tm="100000">
                                          <p:val>
                                            <p:strVal val="#ppt_h"/>
                                          </p:val>
                                        </p:tav>
                                      </p:tavLst>
                                    </p:anim>
                                    <p:animEffect>
                                      <p:cBhvr>
                                        <p:cTn id="118" dur="300"/>
                                        <p:tgtEl>
                                          <p:spTgt spid="22"/>
                                        </p:tgtEl>
                                      </p:cBhvr>
                                    </p:animEffect>
                                  </p:childTnLst>
                                </p:cTn>
                              </p:par>
                            </p:childTnLst>
                          </p:cTn>
                        </p:par>
                        <p:par>
                          <p:cTn id="119" fill="hold">
                            <p:stCondLst>
                              <p:cond delay="3850"/>
                            </p:stCondLst>
                            <p:childTnLst>
                              <p:par>
                                <p:cTn id="120" presetID="47" presetClass="entr" presetSubtype="0" fill="hold" grpId="0" nodeType="afterEffect">
                                  <p:stCondLst>
                                    <p:cond delay="0"/>
                                  </p:stCondLst>
                                  <p:childTnLst>
                                    <p:set>
                                      <p:cBhvr>
                                        <p:cTn id="121" dur="1" fill="hold">
                                          <p:stCondLst>
                                            <p:cond delay="0"/>
                                          </p:stCondLst>
                                        </p:cTn>
                                        <p:tgtEl>
                                          <p:spTgt spid="31"/>
                                        </p:tgtEl>
                                        <p:attrNameLst>
                                          <p:attrName>style.visibility</p:attrName>
                                        </p:attrNameLst>
                                      </p:cBhvr>
                                      <p:to>
                                        <p:strVal val="visible"/>
                                      </p:to>
                                    </p:set>
                                    <p:animEffect>
                                      <p:cBhvr>
                                        <p:cTn id="122" dur="600"/>
                                        <p:tgtEl>
                                          <p:spTgt spid="31"/>
                                        </p:tgtEl>
                                      </p:cBhvr>
                                    </p:animEffect>
                                    <p:anim calcmode="lin" valueType="num">
                                      <p:cBhvr>
                                        <p:cTn id="123" dur="600" fill="hold"/>
                                        <p:tgtEl>
                                          <p:spTgt spid="31"/>
                                        </p:tgtEl>
                                        <p:attrNameLst>
                                          <p:attrName>ppt_x</p:attrName>
                                        </p:attrNameLst>
                                      </p:cBhvr>
                                      <p:tavLst>
                                        <p:tav tm="0">
                                          <p:val>
                                            <p:strVal val="#ppt_x"/>
                                          </p:val>
                                        </p:tav>
                                        <p:tav tm="100000">
                                          <p:val>
                                            <p:strVal val="#ppt_x"/>
                                          </p:val>
                                        </p:tav>
                                      </p:tavLst>
                                    </p:anim>
                                    <p:anim calcmode="lin" valueType="num">
                                      <p:cBhvr>
                                        <p:cTn id="124" dur="600" fill="hold"/>
                                        <p:tgtEl>
                                          <p:spTgt spid="31"/>
                                        </p:tgtEl>
                                        <p:attrNameLst>
                                          <p:attrName>ppt_y</p:attrName>
                                        </p:attrNameLst>
                                      </p:cBhvr>
                                      <p:tavLst>
                                        <p:tav tm="0">
                                          <p:val>
                                            <p:strVal val="#ppt_y-.1"/>
                                          </p:val>
                                        </p:tav>
                                        <p:tav tm="100000">
                                          <p:val>
                                            <p:strVal val="#ppt_y"/>
                                          </p:val>
                                        </p:tav>
                                      </p:tavLst>
                                    </p:anim>
                                  </p:childTnLst>
                                </p:cTn>
                              </p:par>
                              <p:par>
                                <p:cTn id="125" presetID="47" presetClass="entr" presetSubtype="0" fill="hold" grpId="0" nodeType="withEffect">
                                  <p:stCondLst>
                                    <p:cond delay="0"/>
                                  </p:stCondLst>
                                  <p:childTnLst>
                                    <p:set>
                                      <p:cBhvr>
                                        <p:cTn id="126" dur="1" fill="hold">
                                          <p:stCondLst>
                                            <p:cond delay="0"/>
                                          </p:stCondLst>
                                        </p:cTn>
                                        <p:tgtEl>
                                          <p:spTgt spid="30"/>
                                        </p:tgtEl>
                                        <p:attrNameLst>
                                          <p:attrName>style.visibility</p:attrName>
                                        </p:attrNameLst>
                                      </p:cBhvr>
                                      <p:to>
                                        <p:strVal val="visible"/>
                                      </p:to>
                                    </p:set>
                                    <p:animEffect>
                                      <p:cBhvr>
                                        <p:cTn id="127" dur="600"/>
                                        <p:tgtEl>
                                          <p:spTgt spid="30"/>
                                        </p:tgtEl>
                                      </p:cBhvr>
                                    </p:animEffect>
                                    <p:anim calcmode="lin" valueType="num">
                                      <p:cBhvr>
                                        <p:cTn id="128" dur="600" fill="hold"/>
                                        <p:tgtEl>
                                          <p:spTgt spid="30"/>
                                        </p:tgtEl>
                                        <p:attrNameLst>
                                          <p:attrName>ppt_x</p:attrName>
                                        </p:attrNameLst>
                                      </p:cBhvr>
                                      <p:tavLst>
                                        <p:tav tm="0">
                                          <p:val>
                                            <p:strVal val="#ppt_x"/>
                                          </p:val>
                                        </p:tav>
                                        <p:tav tm="100000">
                                          <p:val>
                                            <p:strVal val="#ppt_x"/>
                                          </p:val>
                                        </p:tav>
                                      </p:tavLst>
                                    </p:anim>
                                    <p:anim calcmode="lin" valueType="num">
                                      <p:cBhvr>
                                        <p:cTn id="129" dur="600" fill="hold"/>
                                        <p:tgtEl>
                                          <p:spTgt spid="30"/>
                                        </p:tgtEl>
                                        <p:attrNameLst>
                                          <p:attrName>ppt_y</p:attrName>
                                        </p:attrNameLst>
                                      </p:cBhvr>
                                      <p:tavLst>
                                        <p:tav tm="0">
                                          <p:val>
                                            <p:strVal val="#ppt_y-.1"/>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6"/>
                                        </p:tgtEl>
                                        <p:attrNameLst>
                                          <p:attrName>style.visibility</p:attrName>
                                        </p:attrNameLst>
                                      </p:cBhvr>
                                      <p:to>
                                        <p:strVal val="visible"/>
                                      </p:to>
                                    </p:set>
                                    <p:animEffect>
                                      <p:cBhvr>
                                        <p:cTn id="132" dur="600"/>
                                        <p:tgtEl>
                                          <p:spTgt spid="16"/>
                                        </p:tgtEl>
                                      </p:cBhvr>
                                    </p:animEffect>
                                    <p:anim calcmode="lin" valueType="num">
                                      <p:cBhvr>
                                        <p:cTn id="133" dur="600" fill="hold"/>
                                        <p:tgtEl>
                                          <p:spTgt spid="16"/>
                                        </p:tgtEl>
                                        <p:attrNameLst>
                                          <p:attrName>ppt_x</p:attrName>
                                        </p:attrNameLst>
                                      </p:cBhvr>
                                      <p:tavLst>
                                        <p:tav tm="0">
                                          <p:val>
                                            <p:strVal val="#ppt_x"/>
                                          </p:val>
                                        </p:tav>
                                        <p:tav tm="100000">
                                          <p:val>
                                            <p:strVal val="#ppt_x"/>
                                          </p:val>
                                        </p:tav>
                                      </p:tavLst>
                                    </p:anim>
                                    <p:anim calcmode="lin" valueType="num">
                                      <p:cBhvr>
                                        <p:cTn id="134" dur="600" fill="hold"/>
                                        <p:tgtEl>
                                          <p:spTgt spid="16"/>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p:cBhvr>
                                        <p:cTn id="137" dur="600"/>
                                        <p:tgtEl>
                                          <p:spTgt spid="35"/>
                                        </p:tgtEl>
                                      </p:cBhvr>
                                    </p:animEffect>
                                    <p:anim calcmode="lin" valueType="num">
                                      <p:cBhvr>
                                        <p:cTn id="138" dur="600" fill="hold"/>
                                        <p:tgtEl>
                                          <p:spTgt spid="35"/>
                                        </p:tgtEl>
                                        <p:attrNameLst>
                                          <p:attrName>ppt_x</p:attrName>
                                        </p:attrNameLst>
                                      </p:cBhvr>
                                      <p:tavLst>
                                        <p:tav tm="0">
                                          <p:val>
                                            <p:strVal val="#ppt_x"/>
                                          </p:val>
                                        </p:tav>
                                        <p:tav tm="100000">
                                          <p:val>
                                            <p:strVal val="#ppt_x"/>
                                          </p:val>
                                        </p:tav>
                                      </p:tavLst>
                                    </p:anim>
                                    <p:anim calcmode="lin" valueType="num">
                                      <p:cBhvr>
                                        <p:cTn id="139" dur="6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bldLvl="0" animBg="1" autoUpdateAnimBg="0"/>
      <p:bldP spid="11" grpId="0" bldLvl="0" animBg="1" autoUpdateAnimBg="0"/>
      <p:bldP spid="15" grpId="0" bldLvl="0" animBg="1" autoUpdateAnimBg="0"/>
      <p:bldP spid="16" grpId="0" bldLvl="0" animBg="1" autoUpdateAnimBg="0"/>
      <p:bldP spid="17" grpId="0" bldLvl="0" autoUpdateAnimBg="0"/>
      <p:bldP spid="18" grpId="0" bldLvl="0" autoUpdateAnimBg="0"/>
      <p:bldP spid="19" grpId="0" bldLvl="0" autoUpdateAnimBg="0"/>
      <p:bldP spid="20" grpId="0" bldLvl="0" autoUpdateAnimBg="0"/>
      <p:bldP spid="21" grpId="0" bldLvl="0" autoUpdateAnimBg="0"/>
      <p:bldP spid="25" grpId="0" bldLvl="0" autoUpdateAnimBg="0"/>
      <p:bldP spid="26" grpId="0" bldLvl="0" autoUpdateAnimBg="0"/>
      <p:bldP spid="27" grpId="0" bldLvl="0" autoUpdateAnimBg="0"/>
      <p:bldP spid="28" grpId="0" bldLvl="0" autoUpdateAnimBg="0"/>
      <p:bldP spid="29" grpId="0" bldLvl="0" autoUpdateAnimBg="0"/>
      <p:bldP spid="30" grpId="0" bldLvl="0" autoUpdateAnimBg="0"/>
      <p:bldP spid="31" grpId="0" bldLvl="0" autoUpdateAnimBg="0"/>
      <p:bldP spid="32" grpId="0" bldLvl="0" autoUpdateAnimBg="0"/>
      <p:bldP spid="33" grpId="0" bldLvl="0" autoUpdateAnimBg="0"/>
      <p:bldP spid="34" grpId="0" bldLvl="0" autoUpdateAnimBg="0"/>
      <p:bldP spid="35" grpId="0" bldLvl="0" autoUpdateAnimBg="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12" name="AutoShape 5"/>
          <p:cNvSpPr>
            <a:spLocks/>
          </p:cNvSpPr>
          <p:nvPr/>
        </p:nvSpPr>
        <p:spPr bwMode="auto">
          <a:xfrm>
            <a:off x="4822062" y="2754278"/>
            <a:ext cx="1544540" cy="132043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99" y="21600"/>
                </a:moveTo>
                <a:cubicBezTo>
                  <a:pt x="0" y="14674"/>
                  <a:pt x="0" y="14674"/>
                  <a:pt x="0" y="14674"/>
                </a:cubicBezTo>
                <a:cubicBezTo>
                  <a:pt x="4517" y="6100"/>
                  <a:pt x="12282" y="577"/>
                  <a:pt x="20894" y="0"/>
                </a:cubicBezTo>
                <a:cubicBezTo>
                  <a:pt x="21599" y="13190"/>
                  <a:pt x="21599" y="13190"/>
                  <a:pt x="21599" y="13190"/>
                </a:cubicBezTo>
                <a:cubicBezTo>
                  <a:pt x="16517" y="13520"/>
                  <a:pt x="12141" y="16818"/>
                  <a:pt x="9599" y="21600"/>
                </a:cubicBezTo>
                <a:close/>
              </a:path>
            </a:pathLst>
          </a:custGeom>
          <a:solidFill>
            <a:srgbClr val="A491BB"/>
          </a:solidFill>
          <a:ln>
            <a:noFill/>
          </a:ln>
        </p:spPr>
        <p:txBody>
          <a:bodyPr lIns="23562" tIns="23562" rIns="23562" bIns="23562"/>
          <a:lstStyle/>
          <a:p>
            <a:pPr algn="ctr" fontAlgn="auto">
              <a:lnSpc>
                <a:spcPct val="120000"/>
              </a:lnSpc>
              <a:spcBef>
                <a:spcPts val="0"/>
              </a:spcBef>
              <a:spcAft>
                <a:spcPts val="0"/>
              </a:spcAft>
            </a:pPr>
            <a:endParaRPr 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4" name="AutoShape 6"/>
          <p:cNvSpPr>
            <a:spLocks/>
          </p:cNvSpPr>
          <p:nvPr/>
        </p:nvSpPr>
        <p:spPr bwMode="auto">
          <a:xfrm>
            <a:off x="7395455" y="3768256"/>
            <a:ext cx="930909" cy="1744113"/>
          </a:xfrm>
          <a:custGeom>
            <a:avLst/>
            <a:gdLst>
              <a:gd name="T0" fmla="*/ 10026 w 20053"/>
              <a:gd name="T1" fmla="*/ 10800 h 21600"/>
              <a:gd name="T2" fmla="*/ 10026 w 20053"/>
              <a:gd name="T3" fmla="*/ 10800 h 21600"/>
              <a:gd name="T4" fmla="*/ 10026 w 20053"/>
              <a:gd name="T5" fmla="*/ 10800 h 21600"/>
              <a:gd name="T6" fmla="*/ 10026 w 20053"/>
              <a:gd name="T7" fmla="*/ 10800 h 21600"/>
            </a:gdLst>
            <a:ahLst/>
            <a:cxnLst>
              <a:cxn ang="0">
                <a:pos x="T0" y="T1"/>
              </a:cxn>
              <a:cxn ang="0">
                <a:pos x="T2" y="T3"/>
              </a:cxn>
              <a:cxn ang="0">
                <a:pos x="T4" y="T5"/>
              </a:cxn>
              <a:cxn ang="0">
                <a:pos x="T6" y="T7"/>
              </a:cxn>
            </a:cxnLst>
            <a:rect l="0" t="0" r="r" b="b"/>
            <a:pathLst>
              <a:path w="20053" h="21600">
                <a:moveTo>
                  <a:pt x="0" y="4619"/>
                </a:moveTo>
                <a:cubicBezTo>
                  <a:pt x="15413" y="0"/>
                  <a:pt x="15413" y="0"/>
                  <a:pt x="15413" y="0"/>
                </a:cubicBezTo>
                <a:cubicBezTo>
                  <a:pt x="21599" y="6742"/>
                  <a:pt x="21599" y="14857"/>
                  <a:pt x="15413" y="21599"/>
                </a:cubicBezTo>
                <a:cubicBezTo>
                  <a:pt x="0" y="16980"/>
                  <a:pt x="0" y="16980"/>
                  <a:pt x="0" y="16980"/>
                </a:cubicBezTo>
                <a:cubicBezTo>
                  <a:pt x="1736" y="15169"/>
                  <a:pt x="2605" y="13047"/>
                  <a:pt x="2605" y="10800"/>
                </a:cubicBezTo>
                <a:cubicBezTo>
                  <a:pt x="2605" y="8552"/>
                  <a:pt x="1736" y="6492"/>
                  <a:pt x="0" y="4619"/>
                </a:cubicBezTo>
                <a:close/>
              </a:path>
            </a:pathLst>
          </a:custGeom>
          <a:solidFill>
            <a:srgbClr val="A491BB"/>
          </a:solidFill>
          <a:ln>
            <a:noFill/>
          </a:ln>
          <a:effectLst/>
        </p:spPr>
        <p:txBody>
          <a:bodyPr lIns="23562" tIns="23562" rIns="23562" bIns="23562"/>
          <a:lstStyle/>
          <a:p>
            <a:pPr algn="ctr" defTabSz="471291" fontAlgn="auto">
              <a:lnSpc>
                <a:spcPct val="120000"/>
              </a:lnSpc>
              <a:spcBef>
                <a:spcPts val="0"/>
              </a:spcBef>
              <a:spcAft>
                <a:spcPts val="0"/>
              </a:spcAft>
              <a:defRPr/>
            </a:pPr>
            <a:endParaRPr lang="es-ES" sz="984" dirty="0">
              <a:solidFill>
                <a:srgbClr val="000000"/>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15" name="AutoShape 7"/>
          <p:cNvSpPr>
            <a:spLocks/>
          </p:cNvSpPr>
          <p:nvPr/>
        </p:nvSpPr>
        <p:spPr bwMode="auto">
          <a:xfrm>
            <a:off x="6491335" y="2777725"/>
            <a:ext cx="1548725" cy="13112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3292"/>
                </a:moveTo>
                <a:cubicBezTo>
                  <a:pt x="562" y="0"/>
                  <a:pt x="562" y="0"/>
                  <a:pt x="562" y="0"/>
                </a:cubicBezTo>
                <a:cubicBezTo>
                  <a:pt x="9216" y="498"/>
                  <a:pt x="17026" y="5981"/>
                  <a:pt x="21600" y="14538"/>
                </a:cubicBezTo>
                <a:cubicBezTo>
                  <a:pt x="12031" y="21600"/>
                  <a:pt x="12031" y="21600"/>
                  <a:pt x="12031" y="21600"/>
                </a:cubicBezTo>
                <a:cubicBezTo>
                  <a:pt x="9498" y="16864"/>
                  <a:pt x="5065" y="13624"/>
                  <a:pt x="0" y="13292"/>
                </a:cubicBezTo>
                <a:close/>
              </a:path>
            </a:pathLst>
          </a:custGeom>
          <a:solidFill>
            <a:srgbClr val="77A9D3"/>
          </a:solidFill>
          <a:ln>
            <a:noFill/>
          </a:ln>
          <a:effectLst/>
        </p:spPr>
        <p:txBody>
          <a:bodyPr lIns="23562" tIns="23562" rIns="23562" bIns="23562"/>
          <a:lstStyle/>
          <a:p>
            <a:pPr algn="ctr" defTabSz="471291" fontAlgn="auto">
              <a:lnSpc>
                <a:spcPct val="120000"/>
              </a:lnSpc>
              <a:spcBef>
                <a:spcPts val="0"/>
              </a:spcBef>
              <a:spcAft>
                <a:spcPts val="0"/>
              </a:spcAft>
              <a:defRPr/>
            </a:pPr>
            <a:endParaRPr lang="es-ES" sz="984" dirty="0">
              <a:solidFill>
                <a:srgbClr val="000000"/>
              </a:solidFill>
              <a:latin typeface="Arial" panose="020B0604020202020204" pitchFamily="34" charset="0"/>
              <a:ea typeface="微软雅黑" panose="020B0503020204020204" pitchFamily="34" charset="-122"/>
              <a:cs typeface="Arial" panose="020B0604020202020204" pitchFamily="34" charset="0"/>
              <a:sym typeface="Arial" panose="020B0604020202020204" pitchFamily="34" charset="0"/>
            </a:endParaRPr>
          </a:p>
        </p:txBody>
      </p:sp>
      <p:sp>
        <p:nvSpPr>
          <p:cNvPr id="16" name="AutoShape 8"/>
          <p:cNvSpPr>
            <a:spLocks/>
          </p:cNvSpPr>
          <p:nvPr/>
        </p:nvSpPr>
        <p:spPr bwMode="auto">
          <a:xfrm>
            <a:off x="4542454" y="3788352"/>
            <a:ext cx="935095" cy="1744113"/>
          </a:xfrm>
          <a:custGeom>
            <a:avLst/>
            <a:gdLst>
              <a:gd name="T0" fmla="*/ 2147483647 w 20023"/>
              <a:gd name="T1" fmla="*/ 2147483647 h 21600"/>
              <a:gd name="T2" fmla="*/ 2147483647 w 20023"/>
              <a:gd name="T3" fmla="*/ 2147483647 h 21600"/>
              <a:gd name="T4" fmla="*/ 2147483647 w 20023"/>
              <a:gd name="T5" fmla="*/ 2147483647 h 21600"/>
              <a:gd name="T6" fmla="*/ 2147483647 w 20023"/>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23" h="21600">
                <a:moveTo>
                  <a:pt x="20023" y="16855"/>
                </a:moveTo>
                <a:cubicBezTo>
                  <a:pt x="4794" y="21599"/>
                  <a:pt x="4794" y="21599"/>
                  <a:pt x="4794" y="21599"/>
                </a:cubicBezTo>
                <a:cubicBezTo>
                  <a:pt x="-1470" y="14857"/>
                  <a:pt x="-1577" y="6804"/>
                  <a:pt x="4363" y="0"/>
                </a:cubicBezTo>
                <a:cubicBezTo>
                  <a:pt x="19806" y="4494"/>
                  <a:pt x="19806" y="4494"/>
                  <a:pt x="19806" y="4494"/>
                </a:cubicBezTo>
                <a:cubicBezTo>
                  <a:pt x="18187" y="6305"/>
                  <a:pt x="17323" y="8365"/>
                  <a:pt x="17323" y="10550"/>
                </a:cubicBezTo>
                <a:cubicBezTo>
                  <a:pt x="17323" y="12860"/>
                  <a:pt x="18295" y="14982"/>
                  <a:pt x="20023" y="16855"/>
                </a:cubicBezTo>
                <a:close/>
              </a:path>
            </a:pathLst>
          </a:custGeom>
          <a:solidFill>
            <a:srgbClr val="77A9D3"/>
          </a:solidFill>
          <a:ln>
            <a:noFill/>
          </a:ln>
        </p:spPr>
        <p:txBody>
          <a:bodyPr lIns="23562" tIns="23562" rIns="23562" bIns="23562"/>
          <a:lstStyle/>
          <a:p>
            <a:pPr algn="ctr" fontAlgn="auto">
              <a:lnSpc>
                <a:spcPct val="120000"/>
              </a:lnSpc>
              <a:spcBef>
                <a:spcPts val="0"/>
              </a:spcBef>
              <a:spcAft>
                <a:spcPts val="0"/>
              </a:spcAft>
            </a:pPr>
            <a:endParaRPr 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AutoShape 10"/>
          <p:cNvSpPr>
            <a:spLocks/>
          </p:cNvSpPr>
          <p:nvPr/>
        </p:nvSpPr>
        <p:spPr bwMode="auto">
          <a:xfrm>
            <a:off x="5311794" y="3224010"/>
            <a:ext cx="843846" cy="321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b"/>
          <a:lstStyle/>
          <a:p>
            <a:pPr algn="ctr" fontAlgn="auto">
              <a:lnSpc>
                <a:spcPct val="120000"/>
              </a:lnSpc>
              <a:spcBef>
                <a:spcPts val="0"/>
              </a:spcBef>
              <a:spcAft>
                <a:spcPts val="0"/>
              </a:spcAft>
              <a:defRPr/>
            </a:pPr>
            <a:r>
              <a:rPr lang="es-ES">
                <a:solidFill>
                  <a:prstClr val="white"/>
                </a:solidFill>
                <a:latin typeface="Arial" panose="020B0604020202020204" pitchFamily="34" charset="0"/>
                <a:ea typeface="微软雅黑" panose="020B0503020204020204" pitchFamily="34" charset="-122"/>
                <a:cs typeface="Lato Regular"/>
                <a:sym typeface="Arial" panose="020B0604020202020204" pitchFamily="34" charset="0"/>
              </a:rPr>
              <a:t>25%</a:t>
            </a:r>
          </a:p>
        </p:txBody>
      </p:sp>
      <p:sp>
        <p:nvSpPr>
          <p:cNvPr id="18" name="AutoShape 11"/>
          <p:cNvSpPr>
            <a:spLocks/>
          </p:cNvSpPr>
          <p:nvPr/>
        </p:nvSpPr>
        <p:spPr bwMode="auto">
          <a:xfrm>
            <a:off x="6780152" y="3226522"/>
            <a:ext cx="843846" cy="321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b"/>
          <a:lstStyle/>
          <a:p>
            <a:pPr algn="ctr" fontAlgn="auto">
              <a:lnSpc>
                <a:spcPct val="120000"/>
              </a:lnSpc>
              <a:spcBef>
                <a:spcPts val="0"/>
              </a:spcBef>
              <a:spcAft>
                <a:spcPts val="0"/>
              </a:spcAft>
              <a:defRPr/>
            </a:pPr>
            <a:r>
              <a:rPr lang="es-ES">
                <a:solidFill>
                  <a:prstClr val="white"/>
                </a:solidFill>
                <a:latin typeface="Arial" panose="020B0604020202020204" pitchFamily="34" charset="0"/>
                <a:ea typeface="微软雅黑" panose="020B0503020204020204" pitchFamily="34" charset="-122"/>
                <a:cs typeface="Lato Regular"/>
                <a:sym typeface="Arial" panose="020B0604020202020204" pitchFamily="34" charset="0"/>
              </a:rPr>
              <a:t>29%</a:t>
            </a:r>
          </a:p>
        </p:txBody>
      </p:sp>
      <p:sp>
        <p:nvSpPr>
          <p:cNvPr id="19" name="AutoShape 12"/>
          <p:cNvSpPr>
            <a:spLocks/>
          </p:cNvSpPr>
          <p:nvPr/>
        </p:nvSpPr>
        <p:spPr bwMode="auto">
          <a:xfrm>
            <a:off x="7495077" y="4500067"/>
            <a:ext cx="843009" cy="321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b"/>
          <a:lstStyle/>
          <a:p>
            <a:pPr algn="ctr" fontAlgn="auto">
              <a:lnSpc>
                <a:spcPct val="120000"/>
              </a:lnSpc>
              <a:spcBef>
                <a:spcPts val="0"/>
              </a:spcBef>
              <a:spcAft>
                <a:spcPts val="0"/>
              </a:spcAft>
              <a:defRPr/>
            </a:pPr>
            <a:r>
              <a:rPr lang="es-ES">
                <a:solidFill>
                  <a:prstClr val="white"/>
                </a:solidFill>
                <a:latin typeface="Arial" panose="020B0604020202020204" pitchFamily="34" charset="0"/>
                <a:ea typeface="微软雅黑" panose="020B0503020204020204" pitchFamily="34" charset="-122"/>
                <a:cs typeface="Lato Regular"/>
                <a:sym typeface="Arial" panose="020B0604020202020204" pitchFamily="34" charset="0"/>
              </a:rPr>
              <a:t>17%</a:t>
            </a:r>
          </a:p>
        </p:txBody>
      </p:sp>
      <p:sp>
        <p:nvSpPr>
          <p:cNvPr id="20" name="AutoShape 13"/>
          <p:cNvSpPr>
            <a:spLocks/>
          </p:cNvSpPr>
          <p:nvPr/>
        </p:nvSpPr>
        <p:spPr bwMode="auto">
          <a:xfrm>
            <a:off x="4542453" y="4477459"/>
            <a:ext cx="843009" cy="321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b"/>
          <a:lstStyle/>
          <a:p>
            <a:pPr algn="ctr" fontAlgn="auto">
              <a:lnSpc>
                <a:spcPct val="120000"/>
              </a:lnSpc>
              <a:spcBef>
                <a:spcPts val="0"/>
              </a:spcBef>
              <a:spcAft>
                <a:spcPts val="0"/>
              </a:spcAft>
              <a:defRPr/>
            </a:pPr>
            <a:r>
              <a:rPr lang="es-ES" dirty="0">
                <a:solidFill>
                  <a:prstClr val="white"/>
                </a:solidFill>
                <a:latin typeface="Arial" panose="020B0604020202020204" pitchFamily="34" charset="0"/>
                <a:ea typeface="微软雅黑" panose="020B0503020204020204" pitchFamily="34" charset="-122"/>
                <a:cs typeface="Lato Regular"/>
                <a:sym typeface="Arial" panose="020B0604020202020204" pitchFamily="34" charset="0"/>
              </a:rPr>
              <a:t>73%</a:t>
            </a:r>
          </a:p>
        </p:txBody>
      </p:sp>
      <p:sp>
        <p:nvSpPr>
          <p:cNvPr id="21" name="Text Placeholder 7"/>
          <p:cNvSpPr txBox="1">
            <a:spLocks/>
          </p:cNvSpPr>
          <p:nvPr/>
        </p:nvSpPr>
        <p:spPr>
          <a:xfrm>
            <a:off x="2210546" y="2430627"/>
            <a:ext cx="1368757" cy="357889"/>
          </a:xfrm>
          <a:prstGeom prst="rect">
            <a:avLst/>
          </a:prstGeom>
        </p:spPr>
        <p:txBody>
          <a:bodyPr vert="horz" lIns="0" tIns="101540" rIns="0" bIns="101540" anchor="ctr"/>
          <a:lstStyle>
            <a:lvl1pPr marL="0" indent="0" algn="r"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2" name="Text Placeholder 2"/>
          <p:cNvSpPr txBox="1">
            <a:spLocks/>
          </p:cNvSpPr>
          <p:nvPr/>
        </p:nvSpPr>
        <p:spPr>
          <a:xfrm>
            <a:off x="1418366" y="2741686"/>
            <a:ext cx="2160939" cy="628639"/>
          </a:xfrm>
          <a:prstGeom prst="rect">
            <a:avLst/>
          </a:prstGeom>
        </p:spPr>
        <p:txBody>
          <a:bodyPr vert="horz" lIns="0" tIns="0" rIns="0" bIns="0"/>
          <a:lstStyle>
            <a:lvl1pPr marL="0" indent="0" algn="r"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3" name="Rounded Rectangle 11"/>
          <p:cNvSpPr>
            <a:spLocks noChangeAspect="1"/>
          </p:cNvSpPr>
          <p:nvPr/>
        </p:nvSpPr>
        <p:spPr>
          <a:xfrm>
            <a:off x="3780047" y="2505599"/>
            <a:ext cx="759364" cy="760249"/>
          </a:xfrm>
          <a:prstGeom prst="roundRect">
            <a:avLst>
              <a:gd name="adj" fmla="val 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4" name="Text Placeholder 7"/>
          <p:cNvSpPr txBox="1">
            <a:spLocks/>
          </p:cNvSpPr>
          <p:nvPr/>
        </p:nvSpPr>
        <p:spPr>
          <a:xfrm>
            <a:off x="3840933" y="2601899"/>
            <a:ext cx="614706" cy="507385"/>
          </a:xfrm>
          <a:prstGeom prst="rect">
            <a:avLst/>
          </a:prstGeom>
        </p:spPr>
        <p:txBody>
          <a:bodyPr vert="horz" lIns="0" tIns="101540" rIns="0" bIns="101540" anchor="ctr"/>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b="0" dirty="0">
                <a:solidFill>
                  <a:prstClr val="white"/>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25" name="Text Placeholder 7"/>
          <p:cNvSpPr txBox="1">
            <a:spLocks/>
          </p:cNvSpPr>
          <p:nvPr/>
        </p:nvSpPr>
        <p:spPr>
          <a:xfrm>
            <a:off x="9355709" y="2430627"/>
            <a:ext cx="1400697" cy="357889"/>
          </a:xfrm>
          <a:prstGeom prst="rect">
            <a:avLst/>
          </a:prstGeom>
        </p:spPr>
        <p:txBody>
          <a:bodyPr vert="horz" lIns="0" tIns="101540" rIns="0" bIns="101540" anchor="ct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6" name="Text Placeholder 2"/>
          <p:cNvSpPr txBox="1">
            <a:spLocks/>
          </p:cNvSpPr>
          <p:nvPr/>
        </p:nvSpPr>
        <p:spPr>
          <a:xfrm>
            <a:off x="9355709" y="2741686"/>
            <a:ext cx="2048844" cy="604834"/>
          </a:xfrm>
          <a:prstGeom prst="rect">
            <a:avLst/>
          </a:prstGeom>
        </p:spPr>
        <p:txBody>
          <a:bodyPr vert="horz" lIns="0" tIns="0" rIns="0" bIns="0"/>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27" name="Rounded Rectangle 23"/>
          <p:cNvSpPr>
            <a:spLocks noChangeAspect="1"/>
          </p:cNvSpPr>
          <p:nvPr/>
        </p:nvSpPr>
        <p:spPr>
          <a:xfrm>
            <a:off x="8454271" y="2505599"/>
            <a:ext cx="759364" cy="760249"/>
          </a:xfrm>
          <a:prstGeom prst="roundRect">
            <a:avLst>
              <a:gd name="adj" fmla="val 0"/>
            </a:avLst>
          </a:prstGeom>
          <a:solidFill>
            <a:srgbClr val="77A9D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8" name="Text Placeholder 7"/>
          <p:cNvSpPr txBox="1">
            <a:spLocks/>
          </p:cNvSpPr>
          <p:nvPr/>
        </p:nvSpPr>
        <p:spPr>
          <a:xfrm>
            <a:off x="8515157" y="2601899"/>
            <a:ext cx="614706" cy="507385"/>
          </a:xfrm>
          <a:prstGeom prst="rect">
            <a:avLst/>
          </a:prstGeom>
        </p:spPr>
        <p:txBody>
          <a:bodyPr vert="horz" lIns="0" tIns="101540" rIns="0" bIns="101540" anchor="ctr"/>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b="0" dirty="0">
                <a:solidFill>
                  <a:prstClr val="white"/>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29" name="Text Placeholder 7"/>
          <p:cNvSpPr txBox="1">
            <a:spLocks/>
          </p:cNvSpPr>
          <p:nvPr/>
        </p:nvSpPr>
        <p:spPr>
          <a:xfrm>
            <a:off x="2210546" y="5383171"/>
            <a:ext cx="1368757" cy="357889"/>
          </a:xfrm>
          <a:prstGeom prst="rect">
            <a:avLst/>
          </a:prstGeom>
        </p:spPr>
        <p:txBody>
          <a:bodyPr vert="horz" lIns="0" tIns="101540" rIns="0" bIns="101540" anchor="ctr"/>
          <a:lstStyle>
            <a:lvl1pPr marL="0" indent="0" algn="r"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0" name="Text Placeholder 2"/>
          <p:cNvSpPr txBox="1">
            <a:spLocks/>
          </p:cNvSpPr>
          <p:nvPr/>
        </p:nvSpPr>
        <p:spPr>
          <a:xfrm>
            <a:off x="1418366" y="5694230"/>
            <a:ext cx="2160939" cy="628639"/>
          </a:xfrm>
          <a:prstGeom prst="rect">
            <a:avLst/>
          </a:prstGeom>
        </p:spPr>
        <p:txBody>
          <a:bodyPr vert="horz" lIns="0" tIns="0" rIns="0" bIns="0"/>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31" name="Rounded Rectangle 27"/>
          <p:cNvSpPr>
            <a:spLocks noChangeAspect="1"/>
          </p:cNvSpPr>
          <p:nvPr/>
        </p:nvSpPr>
        <p:spPr>
          <a:xfrm>
            <a:off x="3728570" y="5458142"/>
            <a:ext cx="759364" cy="760249"/>
          </a:xfrm>
          <a:prstGeom prst="roundRect">
            <a:avLst>
              <a:gd name="adj" fmla="val 0"/>
            </a:avLst>
          </a:prstGeom>
          <a:solidFill>
            <a:srgbClr val="A491B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2" name="Text Placeholder 7"/>
          <p:cNvSpPr txBox="1">
            <a:spLocks/>
          </p:cNvSpPr>
          <p:nvPr/>
        </p:nvSpPr>
        <p:spPr>
          <a:xfrm>
            <a:off x="3789457" y="5554443"/>
            <a:ext cx="614706" cy="507385"/>
          </a:xfrm>
          <a:prstGeom prst="rect">
            <a:avLst/>
          </a:prstGeom>
        </p:spPr>
        <p:txBody>
          <a:bodyPr vert="horz" lIns="0" tIns="101540" rIns="0" bIns="101540" anchor="ctr"/>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b="0" dirty="0">
                <a:solidFill>
                  <a:prstClr val="white"/>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33" name="Text Placeholder 7"/>
          <p:cNvSpPr txBox="1">
            <a:spLocks/>
          </p:cNvSpPr>
          <p:nvPr/>
        </p:nvSpPr>
        <p:spPr>
          <a:xfrm>
            <a:off x="9350225" y="5383171"/>
            <a:ext cx="1400697" cy="357889"/>
          </a:xfrm>
          <a:prstGeom prst="rect">
            <a:avLst/>
          </a:prstGeom>
        </p:spPr>
        <p:txBody>
          <a:bodyPr vert="horz" lIns="0" tIns="101540" rIns="0" bIns="101540" anchor="ctr"/>
          <a:lstStyle>
            <a:lvl1pPr marL="0" indent="0" algn="l" defTabSz="914476" rtl="0" eaLnBrk="1" latinLnBrk="0" hangingPunct="1">
              <a:lnSpc>
                <a:spcPct val="100000"/>
              </a:lnSpc>
              <a:spcBef>
                <a:spcPts val="0"/>
              </a:spcBef>
              <a:spcAft>
                <a:spcPts val="0"/>
              </a:spcAft>
              <a:buFont typeface="Arial" panose="020B0604020202020204" pitchFamily="34" charset="0"/>
              <a:buNone/>
              <a:defRPr sz="2637" b="1" kern="1200" baseline="0">
                <a:solidFill>
                  <a:schemeClr val="accent1"/>
                </a:solidFill>
                <a:latin typeface="League Gothic Regular"/>
                <a:ea typeface="+mn-ea"/>
                <a:cs typeface="League Gothic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pPr>
            <a:r>
              <a:rPr lang="zh-CN" altLang="en-US" sz="1406" b="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rPr>
              <a:t>请替换文字内容</a:t>
            </a:r>
            <a:endParaRPr lang="es-ES_tradnl" sz="1406" b="0" dirty="0">
              <a:solidFill>
                <a:prstClr val="white">
                  <a:lumMod val="65000"/>
                </a:prst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34" name="Text Placeholder 2"/>
          <p:cNvSpPr txBox="1">
            <a:spLocks/>
          </p:cNvSpPr>
          <p:nvPr/>
        </p:nvSpPr>
        <p:spPr>
          <a:xfrm>
            <a:off x="9350224" y="5694228"/>
            <a:ext cx="2048844" cy="604834"/>
          </a:xfrm>
          <a:prstGeom prst="rect">
            <a:avLst/>
          </a:prstGeom>
        </p:spPr>
        <p:txBody>
          <a:bodyPr vert="horz" lIns="0" tIns="0" rIns="0" bIns="0"/>
          <a:lstStyle>
            <a:lvl1pPr marL="0" indent="0" algn="l" defTabSz="914476" rtl="0" eaLnBrk="1" latinLnBrk="0" hangingPunct="1">
              <a:lnSpc>
                <a:spcPct val="120000"/>
              </a:lnSpc>
              <a:spcBef>
                <a:spcPts val="0"/>
              </a:spcBef>
              <a:buFont typeface="Arial" panose="020B0604020202020204" pitchFamily="34" charset="0"/>
              <a:buNone/>
              <a:defRPr sz="1582" b="0" kern="1200" baseline="0">
                <a:solidFill>
                  <a:schemeClr val="tx1">
                    <a:lumMod val="50000"/>
                    <a:lumOff val="50000"/>
                  </a:schemeClr>
                </a:solidFill>
                <a:latin typeface="Lato Regular"/>
                <a:ea typeface="+mn-ea"/>
                <a:cs typeface="Lato Regular"/>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50000"/>
              </a:lnSpc>
              <a:spcAft>
                <a:spcPts val="0"/>
              </a:spcAft>
            </a:pPr>
            <a:r>
              <a:rPr lang="zh-CN" altLang="en-US" sz="844"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35" name="Rounded Rectangle 16"/>
          <p:cNvSpPr>
            <a:spLocks noChangeAspect="1"/>
          </p:cNvSpPr>
          <p:nvPr/>
        </p:nvSpPr>
        <p:spPr>
          <a:xfrm>
            <a:off x="8454271" y="5458142"/>
            <a:ext cx="759364" cy="760249"/>
          </a:xfrm>
          <a:prstGeom prst="roundRect">
            <a:avLst>
              <a:gd name="adj" fmla="val 0"/>
            </a:avLst>
          </a:prstGeom>
          <a:solidFill>
            <a:srgbClr val="A491B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89376" tIns="44688" rIns="89376" bIns="44688" rtlCol="0" anchor="ctr"/>
          <a:lstStyle/>
          <a:p>
            <a:pPr algn="ctr" fontAlgn="auto">
              <a:lnSpc>
                <a:spcPct val="120000"/>
              </a:lnSpc>
              <a:spcBef>
                <a:spcPts val="0"/>
              </a:spcBef>
              <a:spcAft>
                <a:spcPts val="0"/>
              </a:spcAft>
            </a:pPr>
            <a:endParaRPr lang="en-US" sz="1266">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36" name="Text Placeholder 7"/>
          <p:cNvSpPr txBox="1">
            <a:spLocks/>
          </p:cNvSpPr>
          <p:nvPr/>
        </p:nvSpPr>
        <p:spPr>
          <a:xfrm>
            <a:off x="8515157" y="5554443"/>
            <a:ext cx="614706" cy="507385"/>
          </a:xfrm>
          <a:prstGeom prst="rect">
            <a:avLst/>
          </a:prstGeom>
        </p:spPr>
        <p:txBody>
          <a:bodyPr vert="horz" lIns="0" tIns="101540" rIns="0" bIns="101540" anchor="ctr"/>
          <a:lstStyle>
            <a:lvl1pPr marL="0" indent="0" algn="ctr" defTabSz="914476" rtl="0" eaLnBrk="1" latinLnBrk="0" hangingPunct="1">
              <a:lnSpc>
                <a:spcPct val="100000"/>
              </a:lnSpc>
              <a:spcBef>
                <a:spcPts val="0"/>
              </a:spcBef>
              <a:buFont typeface="Arial" panose="020B0604020202020204" pitchFamily="34" charset="0"/>
              <a:buNone/>
              <a:defRPr sz="2109" b="1" kern="1200">
                <a:solidFill>
                  <a:schemeClr val="bg1"/>
                </a:solidFill>
                <a:latin typeface="FontAwesome"/>
                <a:ea typeface="+mn-ea"/>
                <a:cs typeface="FontAwesome"/>
              </a:defRPr>
            </a:lvl1pPr>
            <a:lvl2pPr marL="685858" indent="-228620" algn="l" defTabSz="914476"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94" indent="-228620" algn="l" defTabSz="914476"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333"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571"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809"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2048"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286"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524" indent="-228620" algn="l" defTabSz="91447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Aft>
                <a:spcPts val="0"/>
              </a:spcAft>
            </a:pPr>
            <a:r>
              <a:rPr lang="es-ES_tradnl" sz="2966" b="0"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p>
        </p:txBody>
      </p:sp>
    </p:spTree>
    <p:extLst>
      <p:ext uri="{BB962C8B-B14F-4D97-AF65-F5344CB8AC3E}">
        <p14:creationId xmlns:p14="http://schemas.microsoft.com/office/powerpoint/2010/main" val="2238119391"/>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13"/>
                                        </p:tgtEl>
                                        <p:attrNameLst>
                                          <p:attrName>ppt_y</p:attrName>
                                        </p:attrNameLst>
                                      </p:cBhvr>
                                      <p:tavLst>
                                        <p:tav tm="0">
                                          <p:val>
                                            <p:strVal val="#ppt_y"/>
                                          </p:val>
                                        </p:tav>
                                        <p:tav tm="100000">
                                          <p:val>
                                            <p:strVal val="#ppt_y"/>
                                          </p:val>
                                        </p:tav>
                                      </p:tavLst>
                                    </p:anim>
                                    <p:anim calcmode="lin" valueType="num">
                                      <p:cBhvr>
                                        <p:cTn id="9"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13"/>
                                        </p:tgtEl>
                                      </p:cBhvr>
                                    </p:animEffect>
                                  </p:childTnLst>
                                </p:cTn>
                              </p:par>
                            </p:childTnLst>
                          </p:cTn>
                        </p:par>
                        <p:par>
                          <p:cTn id="12" fill="hold">
                            <p:stCondLst>
                              <p:cond delay="850"/>
                            </p:stCondLst>
                            <p:childTnLst>
                              <p:par>
                                <p:cTn id="13" presetID="9" presetClass="entr" presetSubtype="0" fill="hold" grpId="0" nodeType="afterEffect">
                                  <p:stCondLst>
                                    <p:cond delay="10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par>
                          <p:cTn id="16" fill="hold">
                            <p:stCondLst>
                              <p:cond delay="1450"/>
                            </p:stCondLst>
                            <p:childTnLst>
                              <p:par>
                                <p:cTn id="17" presetID="9" presetClass="entr" presetSubtype="0" fill="hold" nodeType="afterEffect">
                                  <p:stCondLst>
                                    <p:cond delay="10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par>
                          <p:cTn id="20" fill="hold">
                            <p:stCondLst>
                              <p:cond delay="2050"/>
                            </p:stCondLst>
                            <p:childTnLst>
                              <p:par>
                                <p:cTn id="21" presetID="9" presetClass="entr" presetSubtype="0" fill="hold" nodeType="afterEffect">
                                  <p:stCondLst>
                                    <p:cond delay="1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childTnLst>
                          </p:cTn>
                        </p:par>
                        <p:par>
                          <p:cTn id="24" fill="hold">
                            <p:stCondLst>
                              <p:cond delay="2650"/>
                            </p:stCondLst>
                            <p:childTnLst>
                              <p:par>
                                <p:cTn id="25" presetID="9" presetClass="entr" presetSubtype="0" fill="hold" grpId="0" nodeType="afterEffect">
                                  <p:stCondLst>
                                    <p:cond delay="10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par>
                          <p:cTn id="28" fill="hold">
                            <p:stCondLst>
                              <p:cond delay="3250"/>
                            </p:stCondLst>
                            <p:childTnLst>
                              <p:par>
                                <p:cTn id="29" presetID="9" presetClass="entr" presetSubtype="0" fill="hold" grpId="0" nodeType="afterEffect">
                                  <p:stCondLst>
                                    <p:cond delay="100"/>
                                  </p:stCondLst>
                                  <p:childTnLst>
                                    <p:set>
                                      <p:cBhvr>
                                        <p:cTn id="30" dur="1" fill="hold">
                                          <p:stCondLst>
                                            <p:cond delay="0"/>
                                          </p:stCondLst>
                                        </p:cTn>
                                        <p:tgtEl>
                                          <p:spTgt spid="17"/>
                                        </p:tgtEl>
                                        <p:attrNameLst>
                                          <p:attrName>style.visibility</p:attrName>
                                        </p:attrNameLst>
                                      </p:cBhvr>
                                      <p:to>
                                        <p:strVal val="visible"/>
                                      </p:to>
                                    </p:set>
                                    <p:animEffect transition="in" filter="dissolve">
                                      <p:cBhvr>
                                        <p:cTn id="31" dur="500"/>
                                        <p:tgtEl>
                                          <p:spTgt spid="17"/>
                                        </p:tgtEl>
                                      </p:cBhvr>
                                    </p:animEffect>
                                  </p:childTnLst>
                                </p:cTn>
                              </p:par>
                            </p:childTnLst>
                          </p:cTn>
                        </p:par>
                        <p:par>
                          <p:cTn id="32" fill="hold">
                            <p:stCondLst>
                              <p:cond delay="3850"/>
                            </p:stCondLst>
                            <p:childTnLst>
                              <p:par>
                                <p:cTn id="33" presetID="9" presetClass="entr" presetSubtype="0" fill="hold" grpId="0" nodeType="afterEffect">
                                  <p:stCondLst>
                                    <p:cond delay="100"/>
                                  </p:stCondLst>
                                  <p:childTnLst>
                                    <p:set>
                                      <p:cBhvr>
                                        <p:cTn id="34" dur="1" fill="hold">
                                          <p:stCondLst>
                                            <p:cond delay="0"/>
                                          </p:stCondLst>
                                        </p:cTn>
                                        <p:tgtEl>
                                          <p:spTgt spid="18"/>
                                        </p:tgtEl>
                                        <p:attrNameLst>
                                          <p:attrName>style.visibility</p:attrName>
                                        </p:attrNameLst>
                                      </p:cBhvr>
                                      <p:to>
                                        <p:strVal val="visible"/>
                                      </p:to>
                                    </p:set>
                                    <p:animEffect transition="in" filter="dissolve">
                                      <p:cBhvr>
                                        <p:cTn id="35" dur="500"/>
                                        <p:tgtEl>
                                          <p:spTgt spid="18"/>
                                        </p:tgtEl>
                                      </p:cBhvr>
                                    </p:animEffect>
                                  </p:childTnLst>
                                </p:cTn>
                              </p:par>
                            </p:childTnLst>
                          </p:cTn>
                        </p:par>
                        <p:par>
                          <p:cTn id="36" fill="hold">
                            <p:stCondLst>
                              <p:cond delay="4450"/>
                            </p:stCondLst>
                            <p:childTnLst>
                              <p:par>
                                <p:cTn id="37" presetID="9" presetClass="entr" presetSubtype="0" fill="hold" grpId="0" nodeType="afterEffect">
                                  <p:stCondLst>
                                    <p:cond delay="100"/>
                                  </p:stCondLst>
                                  <p:childTnLst>
                                    <p:set>
                                      <p:cBhvr>
                                        <p:cTn id="38" dur="1" fill="hold">
                                          <p:stCondLst>
                                            <p:cond delay="0"/>
                                          </p:stCondLst>
                                        </p:cTn>
                                        <p:tgtEl>
                                          <p:spTgt spid="19"/>
                                        </p:tgtEl>
                                        <p:attrNameLst>
                                          <p:attrName>style.visibility</p:attrName>
                                        </p:attrNameLst>
                                      </p:cBhvr>
                                      <p:to>
                                        <p:strVal val="visible"/>
                                      </p:to>
                                    </p:set>
                                    <p:animEffect transition="in" filter="dissolve">
                                      <p:cBhvr>
                                        <p:cTn id="39" dur="500"/>
                                        <p:tgtEl>
                                          <p:spTgt spid="19"/>
                                        </p:tgtEl>
                                      </p:cBhvr>
                                    </p:animEffect>
                                  </p:childTnLst>
                                </p:cTn>
                              </p:par>
                            </p:childTnLst>
                          </p:cTn>
                        </p:par>
                        <p:par>
                          <p:cTn id="40" fill="hold">
                            <p:stCondLst>
                              <p:cond delay="5050"/>
                            </p:stCondLst>
                            <p:childTnLst>
                              <p:par>
                                <p:cTn id="41" presetID="9" presetClass="entr" presetSubtype="0" fill="hold" grpId="0" nodeType="afterEffect">
                                  <p:stCondLst>
                                    <p:cond delay="100"/>
                                  </p:stCondLst>
                                  <p:childTnLst>
                                    <p:set>
                                      <p:cBhvr>
                                        <p:cTn id="42" dur="1" fill="hold">
                                          <p:stCondLst>
                                            <p:cond delay="0"/>
                                          </p:stCondLst>
                                        </p:cTn>
                                        <p:tgtEl>
                                          <p:spTgt spid="20"/>
                                        </p:tgtEl>
                                        <p:attrNameLst>
                                          <p:attrName>style.visibility</p:attrName>
                                        </p:attrNameLst>
                                      </p:cBhvr>
                                      <p:to>
                                        <p:strVal val="visible"/>
                                      </p:to>
                                    </p:set>
                                    <p:animEffect transition="in" filter="dissolve">
                                      <p:cBhvr>
                                        <p:cTn id="43" dur="500"/>
                                        <p:tgtEl>
                                          <p:spTgt spid="20"/>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21">
                                            <p:txEl>
                                              <p:pRg st="0" end="0"/>
                                            </p:txEl>
                                          </p:spTgt>
                                        </p:tgtEl>
                                        <p:attrNameLst>
                                          <p:attrName>style.visibility</p:attrName>
                                        </p:attrNameLst>
                                      </p:cBhvr>
                                      <p:to>
                                        <p:strVal val="visible"/>
                                      </p:to>
                                    </p:set>
                                    <p:anim calcmode="lin" valueType="num">
                                      <p:cBhvr>
                                        <p:cTn id="46"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7"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8" dur="500"/>
                                        <p:tgtEl>
                                          <p:spTgt spid="21">
                                            <p:txEl>
                                              <p:pRg st="0" end="0"/>
                                            </p:txEl>
                                          </p:spTgt>
                                        </p:tgtEl>
                                      </p:cBhvr>
                                    </p:animEffect>
                                  </p:childTnLst>
                                </p:cTn>
                              </p:par>
                              <p:par>
                                <p:cTn id="49" presetID="23" presetClass="entr" presetSubtype="16" fill="hold" grpId="0" nodeType="withEffect">
                                  <p:stCondLst>
                                    <p:cond delay="200"/>
                                  </p:stCondLst>
                                  <p:childTnLst>
                                    <p:set>
                                      <p:cBhvr>
                                        <p:cTn id="50" dur="1" fill="hold">
                                          <p:stCondLst>
                                            <p:cond delay="0"/>
                                          </p:stCondLst>
                                        </p:cTn>
                                        <p:tgtEl>
                                          <p:spTgt spid="22">
                                            <p:txEl>
                                              <p:pRg st="0" end="0"/>
                                            </p:txEl>
                                          </p:spTgt>
                                        </p:tgtEl>
                                        <p:attrNameLst>
                                          <p:attrName>style.visibility</p:attrName>
                                        </p:attrNameLst>
                                      </p:cBhvr>
                                      <p:to>
                                        <p:strVal val="visible"/>
                                      </p:to>
                                    </p:set>
                                    <p:anim calcmode="lin" valueType="num">
                                      <p:cBhvr>
                                        <p:cTn id="51"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22">
                                            <p:txEl>
                                              <p:pRg st="0" end="0"/>
                                            </p:txEl>
                                          </p:spTgt>
                                        </p:tgtEl>
                                        <p:attrNameLst>
                                          <p:attrName>ppt_h</p:attrName>
                                        </p:attrNameLst>
                                      </p:cBhvr>
                                      <p:tavLst>
                                        <p:tav tm="0">
                                          <p:val>
                                            <p:fltVal val="0"/>
                                          </p:val>
                                        </p:tav>
                                        <p:tav tm="100000">
                                          <p:val>
                                            <p:strVal val="#ppt_h"/>
                                          </p:val>
                                        </p:tav>
                                      </p:tavLst>
                                    </p:anim>
                                  </p:childTnLst>
                                </p:cTn>
                              </p:par>
                              <p:par>
                                <p:cTn id="53" presetID="53" presetClass="entr" presetSubtype="16" fill="hold" grpId="0" nodeType="withEffect">
                                  <p:stCondLst>
                                    <p:cond delay="200"/>
                                  </p:stCondLst>
                                  <p:childTnLst>
                                    <p:set>
                                      <p:cBhvr>
                                        <p:cTn id="54" dur="1" fill="hold">
                                          <p:stCondLst>
                                            <p:cond delay="0"/>
                                          </p:stCondLst>
                                        </p:cTn>
                                        <p:tgtEl>
                                          <p:spTgt spid="23"/>
                                        </p:tgtEl>
                                        <p:attrNameLst>
                                          <p:attrName>style.visibility</p:attrName>
                                        </p:attrNameLst>
                                      </p:cBhvr>
                                      <p:to>
                                        <p:strVal val="visible"/>
                                      </p:to>
                                    </p:set>
                                    <p:anim calcmode="lin" valueType="num">
                                      <p:cBhvr>
                                        <p:cTn id="55" dur="500" fill="hold"/>
                                        <p:tgtEl>
                                          <p:spTgt spid="23"/>
                                        </p:tgtEl>
                                        <p:attrNameLst>
                                          <p:attrName>ppt_w</p:attrName>
                                        </p:attrNameLst>
                                      </p:cBhvr>
                                      <p:tavLst>
                                        <p:tav tm="0">
                                          <p:val>
                                            <p:fltVal val="0"/>
                                          </p:val>
                                        </p:tav>
                                        <p:tav tm="100000">
                                          <p:val>
                                            <p:strVal val="#ppt_w"/>
                                          </p:val>
                                        </p:tav>
                                      </p:tavLst>
                                    </p:anim>
                                    <p:anim calcmode="lin" valueType="num">
                                      <p:cBhvr>
                                        <p:cTn id="56" dur="500" fill="hold"/>
                                        <p:tgtEl>
                                          <p:spTgt spid="23"/>
                                        </p:tgtEl>
                                        <p:attrNameLst>
                                          <p:attrName>ppt_h</p:attrName>
                                        </p:attrNameLst>
                                      </p:cBhvr>
                                      <p:tavLst>
                                        <p:tav tm="0">
                                          <p:val>
                                            <p:fltVal val="0"/>
                                          </p:val>
                                        </p:tav>
                                        <p:tav tm="100000">
                                          <p:val>
                                            <p:strVal val="#ppt_h"/>
                                          </p:val>
                                        </p:tav>
                                      </p:tavLst>
                                    </p:anim>
                                    <p:animEffect transition="in" filter="fade">
                                      <p:cBhvr>
                                        <p:cTn id="57" dur="500"/>
                                        <p:tgtEl>
                                          <p:spTgt spid="23"/>
                                        </p:tgtEl>
                                      </p:cBhvr>
                                    </p:animEffect>
                                  </p:childTnLst>
                                </p:cTn>
                              </p:par>
                              <p:par>
                                <p:cTn id="58" presetID="53" presetClass="entr" presetSubtype="16" fill="hold" grpId="0" nodeType="withEffect">
                                  <p:stCondLst>
                                    <p:cond delay="200"/>
                                  </p:stCondLst>
                                  <p:childTnLst>
                                    <p:set>
                                      <p:cBhvr>
                                        <p:cTn id="59" dur="1" fill="hold">
                                          <p:stCondLst>
                                            <p:cond delay="0"/>
                                          </p:stCondLst>
                                        </p:cTn>
                                        <p:tgtEl>
                                          <p:spTgt spid="24">
                                            <p:txEl>
                                              <p:pRg st="0" end="0"/>
                                            </p:txEl>
                                          </p:spTgt>
                                        </p:tgtEl>
                                        <p:attrNameLst>
                                          <p:attrName>style.visibility</p:attrName>
                                        </p:attrNameLst>
                                      </p:cBhvr>
                                      <p:to>
                                        <p:strVal val="visible"/>
                                      </p:to>
                                    </p:set>
                                    <p:anim calcmode="lin" valueType="num">
                                      <p:cBhvr>
                                        <p:cTn id="60" dur="500" fill="hold"/>
                                        <p:tgtEl>
                                          <p:spTgt spid="24">
                                            <p:txEl>
                                              <p:pRg st="0" end="0"/>
                                            </p:txEl>
                                          </p:spTgt>
                                        </p:tgtEl>
                                        <p:attrNameLst>
                                          <p:attrName>ppt_w</p:attrName>
                                        </p:attrNameLst>
                                      </p:cBhvr>
                                      <p:tavLst>
                                        <p:tav tm="0">
                                          <p:val>
                                            <p:fltVal val="0"/>
                                          </p:val>
                                        </p:tav>
                                        <p:tav tm="100000">
                                          <p:val>
                                            <p:strVal val="#ppt_w"/>
                                          </p:val>
                                        </p:tav>
                                      </p:tavLst>
                                    </p:anim>
                                    <p:anim calcmode="lin" valueType="num">
                                      <p:cBhvr>
                                        <p:cTn id="61" dur="500" fill="hold"/>
                                        <p:tgtEl>
                                          <p:spTgt spid="24">
                                            <p:txEl>
                                              <p:pRg st="0" end="0"/>
                                            </p:txEl>
                                          </p:spTgt>
                                        </p:tgtEl>
                                        <p:attrNameLst>
                                          <p:attrName>ppt_h</p:attrName>
                                        </p:attrNameLst>
                                      </p:cBhvr>
                                      <p:tavLst>
                                        <p:tav tm="0">
                                          <p:val>
                                            <p:fltVal val="0"/>
                                          </p:val>
                                        </p:tav>
                                        <p:tav tm="100000">
                                          <p:val>
                                            <p:strVal val="#ppt_h"/>
                                          </p:val>
                                        </p:tav>
                                      </p:tavLst>
                                    </p:anim>
                                    <p:animEffect transition="in" filter="fade">
                                      <p:cBhvr>
                                        <p:cTn id="62" dur="500"/>
                                        <p:tgtEl>
                                          <p:spTgt spid="24">
                                            <p:txEl>
                                              <p:pRg st="0" end="0"/>
                                            </p:txEl>
                                          </p:spTgt>
                                        </p:tgtEl>
                                      </p:cBhvr>
                                    </p:animEffect>
                                  </p:childTnLst>
                                </p:cTn>
                              </p:par>
                              <p:par>
                                <p:cTn id="63" presetID="53" presetClass="entr" presetSubtype="16" fill="hold" grpId="0" nodeType="withEffect">
                                  <p:stCondLst>
                                    <p:cond delay="200"/>
                                  </p:stCondLst>
                                  <p:childTnLst>
                                    <p:set>
                                      <p:cBhvr>
                                        <p:cTn id="64" dur="1" fill="hold">
                                          <p:stCondLst>
                                            <p:cond delay="0"/>
                                          </p:stCondLst>
                                        </p:cTn>
                                        <p:tgtEl>
                                          <p:spTgt spid="25">
                                            <p:txEl>
                                              <p:pRg st="0" end="0"/>
                                            </p:txEl>
                                          </p:spTgt>
                                        </p:tgtEl>
                                        <p:attrNameLst>
                                          <p:attrName>style.visibility</p:attrName>
                                        </p:attrNameLst>
                                      </p:cBhvr>
                                      <p:to>
                                        <p:strVal val="visible"/>
                                      </p:to>
                                    </p:set>
                                    <p:anim calcmode="lin" valueType="num">
                                      <p:cBhvr>
                                        <p:cTn id="6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5">
                                            <p:txEl>
                                              <p:pRg st="0" end="0"/>
                                            </p:txEl>
                                          </p:spTgt>
                                        </p:tgtEl>
                                      </p:cBhvr>
                                    </p:animEffect>
                                  </p:childTnLst>
                                </p:cTn>
                              </p:par>
                              <p:par>
                                <p:cTn id="68" presetID="23" presetClass="entr" presetSubtype="16" fill="hold" grpId="0" nodeType="withEffect">
                                  <p:stCondLst>
                                    <p:cond delay="200"/>
                                  </p:stCondLst>
                                  <p:childTnLst>
                                    <p:set>
                                      <p:cBhvr>
                                        <p:cTn id="69" dur="1" fill="hold">
                                          <p:stCondLst>
                                            <p:cond delay="0"/>
                                          </p:stCondLst>
                                        </p:cTn>
                                        <p:tgtEl>
                                          <p:spTgt spid="26">
                                            <p:txEl>
                                              <p:pRg st="0" end="0"/>
                                            </p:txEl>
                                          </p:spTgt>
                                        </p:tgtEl>
                                        <p:attrNameLst>
                                          <p:attrName>style.visibility</p:attrName>
                                        </p:attrNameLst>
                                      </p:cBhvr>
                                      <p:to>
                                        <p:strVal val="visible"/>
                                      </p:to>
                                    </p:set>
                                    <p:anim calcmode="lin" valueType="num">
                                      <p:cBhvr>
                                        <p:cTn id="70"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71" dur="500" fill="hold"/>
                                        <p:tgtEl>
                                          <p:spTgt spid="26">
                                            <p:txEl>
                                              <p:pRg st="0" end="0"/>
                                            </p:txEl>
                                          </p:spTgt>
                                        </p:tgtEl>
                                        <p:attrNameLst>
                                          <p:attrName>ppt_h</p:attrName>
                                        </p:attrNameLst>
                                      </p:cBhvr>
                                      <p:tavLst>
                                        <p:tav tm="0">
                                          <p:val>
                                            <p:fltVal val="0"/>
                                          </p:val>
                                        </p:tav>
                                        <p:tav tm="100000">
                                          <p:val>
                                            <p:strVal val="#ppt_h"/>
                                          </p:val>
                                        </p:tav>
                                      </p:tavLst>
                                    </p:anim>
                                  </p:childTnLst>
                                </p:cTn>
                              </p:par>
                              <p:par>
                                <p:cTn id="72" presetID="53" presetClass="entr" presetSubtype="16" fill="hold" grpId="0" nodeType="withEffect">
                                  <p:stCondLst>
                                    <p:cond delay="200"/>
                                  </p:stCondLst>
                                  <p:childTnLst>
                                    <p:set>
                                      <p:cBhvr>
                                        <p:cTn id="73" dur="1" fill="hold">
                                          <p:stCondLst>
                                            <p:cond delay="0"/>
                                          </p:stCondLst>
                                        </p:cTn>
                                        <p:tgtEl>
                                          <p:spTgt spid="27"/>
                                        </p:tgtEl>
                                        <p:attrNameLst>
                                          <p:attrName>style.visibility</p:attrName>
                                        </p:attrNameLst>
                                      </p:cBhvr>
                                      <p:to>
                                        <p:strVal val="visible"/>
                                      </p:to>
                                    </p:set>
                                    <p:anim calcmode="lin" valueType="num">
                                      <p:cBhvr>
                                        <p:cTn id="74" dur="500" fill="hold"/>
                                        <p:tgtEl>
                                          <p:spTgt spid="27"/>
                                        </p:tgtEl>
                                        <p:attrNameLst>
                                          <p:attrName>ppt_w</p:attrName>
                                        </p:attrNameLst>
                                      </p:cBhvr>
                                      <p:tavLst>
                                        <p:tav tm="0">
                                          <p:val>
                                            <p:fltVal val="0"/>
                                          </p:val>
                                        </p:tav>
                                        <p:tav tm="100000">
                                          <p:val>
                                            <p:strVal val="#ppt_w"/>
                                          </p:val>
                                        </p:tav>
                                      </p:tavLst>
                                    </p:anim>
                                    <p:anim calcmode="lin" valueType="num">
                                      <p:cBhvr>
                                        <p:cTn id="75" dur="500" fill="hold"/>
                                        <p:tgtEl>
                                          <p:spTgt spid="27"/>
                                        </p:tgtEl>
                                        <p:attrNameLst>
                                          <p:attrName>ppt_h</p:attrName>
                                        </p:attrNameLst>
                                      </p:cBhvr>
                                      <p:tavLst>
                                        <p:tav tm="0">
                                          <p:val>
                                            <p:fltVal val="0"/>
                                          </p:val>
                                        </p:tav>
                                        <p:tav tm="100000">
                                          <p:val>
                                            <p:strVal val="#ppt_h"/>
                                          </p:val>
                                        </p:tav>
                                      </p:tavLst>
                                    </p:anim>
                                    <p:animEffect transition="in" filter="fade">
                                      <p:cBhvr>
                                        <p:cTn id="76" dur="500"/>
                                        <p:tgtEl>
                                          <p:spTgt spid="27"/>
                                        </p:tgtEl>
                                      </p:cBhvr>
                                    </p:animEffect>
                                  </p:childTnLst>
                                </p:cTn>
                              </p:par>
                              <p:par>
                                <p:cTn id="77" presetID="53" presetClass="entr" presetSubtype="16" fill="hold" grpId="0" nodeType="withEffect">
                                  <p:stCondLst>
                                    <p:cond delay="200"/>
                                  </p:stCondLst>
                                  <p:childTnLst>
                                    <p:set>
                                      <p:cBhvr>
                                        <p:cTn id="78" dur="1" fill="hold">
                                          <p:stCondLst>
                                            <p:cond delay="0"/>
                                          </p:stCondLst>
                                        </p:cTn>
                                        <p:tgtEl>
                                          <p:spTgt spid="28">
                                            <p:txEl>
                                              <p:pRg st="0" end="0"/>
                                            </p:txEl>
                                          </p:spTgt>
                                        </p:tgtEl>
                                        <p:attrNameLst>
                                          <p:attrName>style.visibility</p:attrName>
                                        </p:attrNameLst>
                                      </p:cBhvr>
                                      <p:to>
                                        <p:strVal val="visible"/>
                                      </p:to>
                                    </p:set>
                                    <p:anim calcmode="lin" valueType="num">
                                      <p:cBhvr>
                                        <p:cTn id="7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1" dur="500"/>
                                        <p:tgtEl>
                                          <p:spTgt spid="28">
                                            <p:txEl>
                                              <p:pRg st="0" end="0"/>
                                            </p:txEl>
                                          </p:spTgt>
                                        </p:tgtEl>
                                      </p:cBhvr>
                                    </p:animEffect>
                                  </p:childTnLst>
                                </p:cTn>
                              </p:par>
                              <p:par>
                                <p:cTn id="82" presetID="53" presetClass="entr" presetSubtype="16" fill="hold" grpId="0" nodeType="withEffect">
                                  <p:stCondLst>
                                    <p:cond delay="200"/>
                                  </p:stCondLst>
                                  <p:childTnLst>
                                    <p:set>
                                      <p:cBhvr>
                                        <p:cTn id="83" dur="1" fill="hold">
                                          <p:stCondLst>
                                            <p:cond delay="0"/>
                                          </p:stCondLst>
                                        </p:cTn>
                                        <p:tgtEl>
                                          <p:spTgt spid="29">
                                            <p:txEl>
                                              <p:pRg st="0" end="0"/>
                                            </p:txEl>
                                          </p:spTgt>
                                        </p:tgtEl>
                                        <p:attrNameLst>
                                          <p:attrName>style.visibility</p:attrName>
                                        </p:attrNameLst>
                                      </p:cBhvr>
                                      <p:to>
                                        <p:strVal val="visible"/>
                                      </p:to>
                                    </p:set>
                                    <p:anim calcmode="lin" valueType="num">
                                      <p:cBhvr>
                                        <p:cTn id="84"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85"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86" dur="500"/>
                                        <p:tgtEl>
                                          <p:spTgt spid="29">
                                            <p:txEl>
                                              <p:pRg st="0" end="0"/>
                                            </p:txEl>
                                          </p:spTgt>
                                        </p:tgtEl>
                                      </p:cBhvr>
                                    </p:animEffect>
                                  </p:childTnLst>
                                </p:cTn>
                              </p:par>
                              <p:par>
                                <p:cTn id="87" presetID="23" presetClass="entr" presetSubtype="16" fill="hold" grpId="0" nodeType="withEffect">
                                  <p:stCondLst>
                                    <p:cond delay="200"/>
                                  </p:stCondLst>
                                  <p:childTnLst>
                                    <p:set>
                                      <p:cBhvr>
                                        <p:cTn id="88" dur="1" fill="hold">
                                          <p:stCondLst>
                                            <p:cond delay="0"/>
                                          </p:stCondLst>
                                        </p:cTn>
                                        <p:tgtEl>
                                          <p:spTgt spid="30">
                                            <p:txEl>
                                              <p:pRg st="0" end="0"/>
                                            </p:txEl>
                                          </p:spTgt>
                                        </p:tgtEl>
                                        <p:attrNameLst>
                                          <p:attrName>style.visibility</p:attrName>
                                        </p:attrNameLst>
                                      </p:cBhvr>
                                      <p:to>
                                        <p:strVal val="visible"/>
                                      </p:to>
                                    </p:set>
                                    <p:anim calcmode="lin" valueType="num">
                                      <p:cBhvr>
                                        <p:cTn id="89"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30">
                                            <p:txEl>
                                              <p:pRg st="0" end="0"/>
                                            </p:txEl>
                                          </p:spTgt>
                                        </p:tgtEl>
                                        <p:attrNameLst>
                                          <p:attrName>ppt_h</p:attrName>
                                        </p:attrNameLst>
                                      </p:cBhvr>
                                      <p:tavLst>
                                        <p:tav tm="0">
                                          <p:val>
                                            <p:fltVal val="0"/>
                                          </p:val>
                                        </p:tav>
                                        <p:tav tm="100000">
                                          <p:val>
                                            <p:strVal val="#ppt_h"/>
                                          </p:val>
                                        </p:tav>
                                      </p:tavLst>
                                    </p:anim>
                                  </p:childTnLst>
                                </p:cTn>
                              </p:par>
                              <p:par>
                                <p:cTn id="91" presetID="53" presetClass="entr" presetSubtype="16" fill="hold" grpId="0" nodeType="withEffect">
                                  <p:stCondLst>
                                    <p:cond delay="200"/>
                                  </p:stCondLst>
                                  <p:childTnLst>
                                    <p:set>
                                      <p:cBhvr>
                                        <p:cTn id="92" dur="1" fill="hold">
                                          <p:stCondLst>
                                            <p:cond delay="0"/>
                                          </p:stCondLst>
                                        </p:cTn>
                                        <p:tgtEl>
                                          <p:spTgt spid="31"/>
                                        </p:tgtEl>
                                        <p:attrNameLst>
                                          <p:attrName>style.visibility</p:attrName>
                                        </p:attrNameLst>
                                      </p:cBhvr>
                                      <p:to>
                                        <p:strVal val="visible"/>
                                      </p:to>
                                    </p:set>
                                    <p:anim calcmode="lin" valueType="num">
                                      <p:cBhvr>
                                        <p:cTn id="93" dur="500" fill="hold"/>
                                        <p:tgtEl>
                                          <p:spTgt spid="31"/>
                                        </p:tgtEl>
                                        <p:attrNameLst>
                                          <p:attrName>ppt_w</p:attrName>
                                        </p:attrNameLst>
                                      </p:cBhvr>
                                      <p:tavLst>
                                        <p:tav tm="0">
                                          <p:val>
                                            <p:fltVal val="0"/>
                                          </p:val>
                                        </p:tav>
                                        <p:tav tm="100000">
                                          <p:val>
                                            <p:strVal val="#ppt_w"/>
                                          </p:val>
                                        </p:tav>
                                      </p:tavLst>
                                    </p:anim>
                                    <p:anim calcmode="lin" valueType="num">
                                      <p:cBhvr>
                                        <p:cTn id="94" dur="500" fill="hold"/>
                                        <p:tgtEl>
                                          <p:spTgt spid="31"/>
                                        </p:tgtEl>
                                        <p:attrNameLst>
                                          <p:attrName>ppt_h</p:attrName>
                                        </p:attrNameLst>
                                      </p:cBhvr>
                                      <p:tavLst>
                                        <p:tav tm="0">
                                          <p:val>
                                            <p:fltVal val="0"/>
                                          </p:val>
                                        </p:tav>
                                        <p:tav tm="100000">
                                          <p:val>
                                            <p:strVal val="#ppt_h"/>
                                          </p:val>
                                        </p:tav>
                                      </p:tavLst>
                                    </p:anim>
                                    <p:animEffect transition="in" filter="fade">
                                      <p:cBhvr>
                                        <p:cTn id="95" dur="500"/>
                                        <p:tgtEl>
                                          <p:spTgt spid="31"/>
                                        </p:tgtEl>
                                      </p:cBhvr>
                                    </p:animEffect>
                                  </p:childTnLst>
                                </p:cTn>
                              </p:par>
                              <p:par>
                                <p:cTn id="96" presetID="53" presetClass="entr" presetSubtype="16" fill="hold" grpId="0" nodeType="withEffect">
                                  <p:stCondLst>
                                    <p:cond delay="200"/>
                                  </p:stCondLst>
                                  <p:childTnLst>
                                    <p:set>
                                      <p:cBhvr>
                                        <p:cTn id="97" dur="1" fill="hold">
                                          <p:stCondLst>
                                            <p:cond delay="0"/>
                                          </p:stCondLst>
                                        </p:cTn>
                                        <p:tgtEl>
                                          <p:spTgt spid="32">
                                            <p:txEl>
                                              <p:pRg st="0" end="0"/>
                                            </p:txEl>
                                          </p:spTgt>
                                        </p:tgtEl>
                                        <p:attrNameLst>
                                          <p:attrName>style.visibility</p:attrName>
                                        </p:attrNameLst>
                                      </p:cBhvr>
                                      <p:to>
                                        <p:strVal val="visible"/>
                                      </p:to>
                                    </p:set>
                                    <p:anim calcmode="lin" valueType="num">
                                      <p:cBhvr>
                                        <p:cTn id="98"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99"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100" dur="500"/>
                                        <p:tgtEl>
                                          <p:spTgt spid="32">
                                            <p:txEl>
                                              <p:pRg st="0" end="0"/>
                                            </p:txEl>
                                          </p:spTgt>
                                        </p:tgtEl>
                                      </p:cBhvr>
                                    </p:animEffect>
                                  </p:childTnLst>
                                </p:cTn>
                              </p:par>
                              <p:par>
                                <p:cTn id="101" presetID="53" presetClass="entr" presetSubtype="16" fill="hold" grpId="0" nodeType="withEffect">
                                  <p:stCondLst>
                                    <p:cond delay="200"/>
                                  </p:stCondLst>
                                  <p:childTnLst>
                                    <p:set>
                                      <p:cBhvr>
                                        <p:cTn id="102" dur="1" fill="hold">
                                          <p:stCondLst>
                                            <p:cond delay="0"/>
                                          </p:stCondLst>
                                        </p:cTn>
                                        <p:tgtEl>
                                          <p:spTgt spid="33">
                                            <p:txEl>
                                              <p:pRg st="0" end="0"/>
                                            </p:txEl>
                                          </p:spTgt>
                                        </p:tgtEl>
                                        <p:attrNameLst>
                                          <p:attrName>style.visibility</p:attrName>
                                        </p:attrNameLst>
                                      </p:cBhvr>
                                      <p:to>
                                        <p:strVal val="visible"/>
                                      </p:to>
                                    </p:set>
                                    <p:anim calcmode="lin" valueType="num">
                                      <p:cBhvr>
                                        <p:cTn id="103"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104"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105" dur="500"/>
                                        <p:tgtEl>
                                          <p:spTgt spid="33">
                                            <p:txEl>
                                              <p:pRg st="0" end="0"/>
                                            </p:txEl>
                                          </p:spTgt>
                                        </p:tgtEl>
                                      </p:cBhvr>
                                    </p:animEffect>
                                  </p:childTnLst>
                                </p:cTn>
                              </p:par>
                              <p:par>
                                <p:cTn id="106" presetID="23" presetClass="entr" presetSubtype="16" fill="hold" grpId="0" nodeType="withEffect">
                                  <p:stCondLst>
                                    <p:cond delay="200"/>
                                  </p:stCondLst>
                                  <p:childTnLst>
                                    <p:set>
                                      <p:cBhvr>
                                        <p:cTn id="107" dur="1" fill="hold">
                                          <p:stCondLst>
                                            <p:cond delay="0"/>
                                          </p:stCondLst>
                                        </p:cTn>
                                        <p:tgtEl>
                                          <p:spTgt spid="34">
                                            <p:txEl>
                                              <p:pRg st="0" end="0"/>
                                            </p:txEl>
                                          </p:spTgt>
                                        </p:tgtEl>
                                        <p:attrNameLst>
                                          <p:attrName>style.visibility</p:attrName>
                                        </p:attrNameLst>
                                      </p:cBhvr>
                                      <p:to>
                                        <p:strVal val="visible"/>
                                      </p:to>
                                    </p:set>
                                    <p:anim calcmode="lin" valueType="num">
                                      <p:cBhvr>
                                        <p:cTn id="108"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109" dur="500" fill="hold"/>
                                        <p:tgtEl>
                                          <p:spTgt spid="34">
                                            <p:txEl>
                                              <p:pRg st="0" end="0"/>
                                            </p:txEl>
                                          </p:spTgt>
                                        </p:tgtEl>
                                        <p:attrNameLst>
                                          <p:attrName>ppt_h</p:attrName>
                                        </p:attrNameLst>
                                      </p:cBhvr>
                                      <p:tavLst>
                                        <p:tav tm="0">
                                          <p:val>
                                            <p:fltVal val="0"/>
                                          </p:val>
                                        </p:tav>
                                        <p:tav tm="100000">
                                          <p:val>
                                            <p:strVal val="#ppt_h"/>
                                          </p:val>
                                        </p:tav>
                                      </p:tavLst>
                                    </p:anim>
                                  </p:childTnLst>
                                </p:cTn>
                              </p:par>
                              <p:par>
                                <p:cTn id="110" presetID="53" presetClass="entr" presetSubtype="16" fill="hold" grpId="0" nodeType="withEffect">
                                  <p:stCondLst>
                                    <p:cond delay="200"/>
                                  </p:stCondLst>
                                  <p:childTnLst>
                                    <p:set>
                                      <p:cBhvr>
                                        <p:cTn id="111" dur="1" fill="hold">
                                          <p:stCondLst>
                                            <p:cond delay="0"/>
                                          </p:stCondLst>
                                        </p:cTn>
                                        <p:tgtEl>
                                          <p:spTgt spid="35"/>
                                        </p:tgtEl>
                                        <p:attrNameLst>
                                          <p:attrName>style.visibility</p:attrName>
                                        </p:attrNameLst>
                                      </p:cBhvr>
                                      <p:to>
                                        <p:strVal val="visible"/>
                                      </p:to>
                                    </p:set>
                                    <p:anim calcmode="lin" valueType="num">
                                      <p:cBhvr>
                                        <p:cTn id="112" dur="500" fill="hold"/>
                                        <p:tgtEl>
                                          <p:spTgt spid="35"/>
                                        </p:tgtEl>
                                        <p:attrNameLst>
                                          <p:attrName>ppt_w</p:attrName>
                                        </p:attrNameLst>
                                      </p:cBhvr>
                                      <p:tavLst>
                                        <p:tav tm="0">
                                          <p:val>
                                            <p:fltVal val="0"/>
                                          </p:val>
                                        </p:tav>
                                        <p:tav tm="100000">
                                          <p:val>
                                            <p:strVal val="#ppt_w"/>
                                          </p:val>
                                        </p:tav>
                                      </p:tavLst>
                                    </p:anim>
                                    <p:anim calcmode="lin" valueType="num">
                                      <p:cBhvr>
                                        <p:cTn id="113" dur="500" fill="hold"/>
                                        <p:tgtEl>
                                          <p:spTgt spid="35"/>
                                        </p:tgtEl>
                                        <p:attrNameLst>
                                          <p:attrName>ppt_h</p:attrName>
                                        </p:attrNameLst>
                                      </p:cBhvr>
                                      <p:tavLst>
                                        <p:tav tm="0">
                                          <p:val>
                                            <p:fltVal val="0"/>
                                          </p:val>
                                        </p:tav>
                                        <p:tav tm="100000">
                                          <p:val>
                                            <p:strVal val="#ppt_h"/>
                                          </p:val>
                                        </p:tav>
                                      </p:tavLst>
                                    </p:anim>
                                    <p:animEffect transition="in" filter="fade">
                                      <p:cBhvr>
                                        <p:cTn id="114" dur="500"/>
                                        <p:tgtEl>
                                          <p:spTgt spid="35"/>
                                        </p:tgtEl>
                                      </p:cBhvr>
                                    </p:animEffect>
                                  </p:childTnLst>
                                </p:cTn>
                              </p:par>
                              <p:par>
                                <p:cTn id="115" presetID="53" presetClass="entr" presetSubtype="16" fill="hold" grpId="0" nodeType="withEffect">
                                  <p:stCondLst>
                                    <p:cond delay="200"/>
                                  </p:stCondLst>
                                  <p:childTnLst>
                                    <p:set>
                                      <p:cBhvr>
                                        <p:cTn id="116" dur="1" fill="hold">
                                          <p:stCondLst>
                                            <p:cond delay="0"/>
                                          </p:stCondLst>
                                        </p:cTn>
                                        <p:tgtEl>
                                          <p:spTgt spid="36">
                                            <p:txEl>
                                              <p:pRg st="0" end="0"/>
                                            </p:txEl>
                                          </p:spTgt>
                                        </p:tgtEl>
                                        <p:attrNameLst>
                                          <p:attrName>style.visibility</p:attrName>
                                        </p:attrNameLst>
                                      </p:cBhvr>
                                      <p:to>
                                        <p:strVal val="visible"/>
                                      </p:to>
                                    </p:set>
                                    <p:anim calcmode="lin" valueType="num">
                                      <p:cBhvr>
                                        <p:cTn id="11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11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11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2" grpId="0" animBg="1"/>
      <p:bldP spid="16" grpId="0" animBg="1"/>
      <p:bldP spid="17" grpId="0" autoUpdateAnimBg="0"/>
      <p:bldP spid="18" grpId="0" autoUpdateAnimBg="0"/>
      <p:bldP spid="19" grpId="0" autoUpdateAnimBg="0"/>
      <p:bldP spid="20" grpId="0" autoUpdateAnimBg="0"/>
      <p:bldP spid="21" grpId="0" build="p">
        <p:tmplLst>
          <p:tmpl lvl="1">
            <p:tnLst>
              <p:par>
                <p:cTn presetID="53" presetClass="entr" presetSubtype="16" fill="hold" nodeType="withEffect">
                  <p:stCondLst>
                    <p:cond delay="200"/>
                  </p:st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23" presetClass="entr" presetSubtype="16" fill="hold" nodeType="withEffect">
                  <p:stCondLst>
                    <p:cond delay="200"/>
                  </p:st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childTnLst>
                </p:cTn>
              </p:par>
            </p:tnLst>
          </p:tmpl>
        </p:tmplLst>
      </p:bldP>
      <p:bldP spid="23" grpId="0" animBg="1"/>
      <p:bldP spid="24" grpId="0" build="p">
        <p:tmplLst>
          <p:tmpl lvl="1">
            <p:tnLst>
              <p:par>
                <p:cTn presetID="53" presetClass="entr" presetSubtype="16" fill="hold" nodeType="withEffect">
                  <p:stCondLst>
                    <p:cond delay="200"/>
                  </p:stCondLst>
                  <p:childTnLst>
                    <p:set>
                      <p:cBhvr>
                        <p:cTn dur="1" fill="hold">
                          <p:stCondLst>
                            <p:cond delay="0"/>
                          </p:stCondLst>
                        </p:cTn>
                        <p:tgtEl>
                          <p:spTgt spid="24"/>
                        </p:tgtEl>
                        <p:attrNameLst>
                          <p:attrName>style.visibility</p:attrName>
                        </p:attrNameLst>
                      </p:cBhvr>
                      <p:to>
                        <p:strVal val="visible"/>
                      </p:to>
                    </p:set>
                    <p:anim calcmode="lin" valueType="num">
                      <p:cBhvr>
                        <p:cTn dur="500" fill="hold"/>
                        <p:tgtEl>
                          <p:spTgt spid="24"/>
                        </p:tgtEl>
                        <p:attrNameLst>
                          <p:attrName>ppt_w</p:attrName>
                        </p:attrNameLst>
                      </p:cBhvr>
                      <p:tavLst>
                        <p:tav tm="0">
                          <p:val>
                            <p:fltVal val="0"/>
                          </p:val>
                        </p:tav>
                        <p:tav tm="100000">
                          <p:val>
                            <p:strVal val="#ppt_w"/>
                          </p:val>
                        </p:tav>
                      </p:tavLst>
                    </p:anim>
                    <p:anim calcmode="lin" valueType="num">
                      <p:cBhvr>
                        <p:cTn dur="500" fill="hold"/>
                        <p:tgtEl>
                          <p:spTgt spid="24"/>
                        </p:tgtEl>
                        <p:attrNameLst>
                          <p:attrName>ppt_h</p:attrName>
                        </p:attrNameLst>
                      </p:cBhvr>
                      <p:tavLst>
                        <p:tav tm="0">
                          <p:val>
                            <p:fltVal val="0"/>
                          </p:val>
                        </p:tav>
                        <p:tav tm="100000">
                          <p:val>
                            <p:strVal val="#ppt_h"/>
                          </p:val>
                        </p:tav>
                      </p:tavLst>
                    </p:anim>
                    <p:animEffect transition="in" filter="fade">
                      <p:cBhvr>
                        <p:cTn dur="500"/>
                        <p:tgtEl>
                          <p:spTgt spid="24"/>
                        </p:tgtEl>
                      </p:cBhvr>
                    </p:animEffect>
                  </p:childTnLst>
                </p:cTn>
              </p:par>
            </p:tnLst>
          </p:tmpl>
        </p:tmplLst>
      </p:bldP>
      <p:bldP spid="25" grpId="0" build="p">
        <p:tmplLst>
          <p:tmpl lvl="1">
            <p:tnLst>
              <p:par>
                <p:cTn presetID="53" presetClass="entr" presetSubtype="16" fill="hold" nodeType="withEffect">
                  <p:stCondLst>
                    <p:cond delay="200"/>
                  </p:st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23" presetClass="entr" presetSubtype="16"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childTnLst>
                </p:cTn>
              </p:par>
            </p:tnLst>
          </p:tmpl>
        </p:tmplLst>
      </p:bldP>
      <p:bldP spid="27" grpId="0" animBg="1"/>
      <p:bldP spid="28" grpId="0" build="p">
        <p:tmplLst>
          <p:tmpl lvl="1">
            <p:tnLst>
              <p:par>
                <p:cTn presetID="53" presetClass="entr" presetSubtype="16" fill="hold" nodeType="withEffect">
                  <p:stCondLst>
                    <p:cond delay="20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withEffect">
                  <p:stCondLst>
                    <p:cond delay="20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23" presetClass="entr" presetSubtype="16"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childTnLst>
                </p:cTn>
              </p:par>
            </p:tnLst>
          </p:tmpl>
        </p:tmplLst>
      </p:bldP>
      <p:bldP spid="31" grpId="0" animBg="1"/>
      <p:bldP spid="32" grpId="0" build="p">
        <p:tmplLst>
          <p:tmpl lvl="1">
            <p:tnLst>
              <p:par>
                <p:cTn presetID="53" presetClass="entr" presetSubtype="16" fill="hold" nodeType="withEffect">
                  <p:stCondLst>
                    <p:cond delay="200"/>
                  </p:st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3" grpId="0" build="p">
        <p:tmplLst>
          <p:tmpl lvl="1">
            <p:tnLst>
              <p:par>
                <p:cTn presetID="53" presetClass="entr" presetSubtype="16" fill="hold" nodeType="withEffect">
                  <p:stCondLst>
                    <p:cond delay="200"/>
                  </p:st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23" presetClass="entr" presetSubtype="16"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childTnLst>
                </p:cTn>
              </p:par>
            </p:tnLst>
          </p:tmpl>
        </p:tmplLst>
      </p:bldP>
      <p:bldP spid="35" grpId="0" animBg="1"/>
      <p:bldP spid="36" grpId="0" build="p">
        <p:tmplLst>
          <p:tmpl lvl="1">
            <p:tnLst>
              <p:par>
                <p:cTn presetID="53" presetClass="entr" presetSubtype="16" fill="hold" nodeType="withEffect">
                  <p:stCondLst>
                    <p:cond delay="200"/>
                  </p:stCondLst>
                  <p:childTnLst>
                    <p:set>
                      <p:cBhvr>
                        <p:cTn dur="1" fill="hold">
                          <p:stCondLst>
                            <p:cond delay="0"/>
                          </p:stCondLst>
                        </p:cTn>
                        <p:tgtEl>
                          <p:spTgt spid="36"/>
                        </p:tgtEl>
                        <p:attrNameLst>
                          <p:attrName>style.visibility</p:attrName>
                        </p:attrNameLst>
                      </p:cBhvr>
                      <p:to>
                        <p:strVal val="visible"/>
                      </p:to>
                    </p:set>
                    <p:anim calcmode="lin" valueType="num">
                      <p:cBhvr>
                        <p:cTn dur="500" fill="hold"/>
                        <p:tgtEl>
                          <p:spTgt spid="36"/>
                        </p:tgtEl>
                        <p:attrNameLst>
                          <p:attrName>ppt_w</p:attrName>
                        </p:attrNameLst>
                      </p:cBhvr>
                      <p:tavLst>
                        <p:tav tm="0">
                          <p:val>
                            <p:fltVal val="0"/>
                          </p:val>
                        </p:tav>
                        <p:tav tm="100000">
                          <p:val>
                            <p:strVal val="#ppt_w"/>
                          </p:val>
                        </p:tav>
                      </p:tavLst>
                    </p:anim>
                    <p:anim calcmode="lin" valueType="num">
                      <p:cBhvr>
                        <p:cTn dur="500" fill="hold"/>
                        <p:tgtEl>
                          <p:spTgt spid="36"/>
                        </p:tgtEl>
                        <p:attrNameLst>
                          <p:attrName>ppt_h</p:attrName>
                        </p:attrNameLst>
                      </p:cBhvr>
                      <p:tavLst>
                        <p:tav tm="0">
                          <p:val>
                            <p:fltVal val="0"/>
                          </p:val>
                        </p:tav>
                        <p:tav tm="100000">
                          <p:val>
                            <p:strVal val="#ppt_h"/>
                          </p:val>
                        </p:tav>
                      </p:tavLst>
                    </p:anim>
                    <p:animEffect transition="in" filter="fade">
                      <p:cBhvr>
                        <p:cTn dur="500"/>
                        <p:tgtEl>
                          <p:spTgt spid="36"/>
                        </p:tgtEl>
                      </p:cBhvr>
                    </p:animEffect>
                  </p:childTnLst>
                </p:cTn>
              </p:par>
            </p:tnLst>
          </p:tmpl>
        </p:tmplLst>
      </p:bldP>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Title 1"/>
          <p:cNvSpPr txBox="1">
            <a:spLocks/>
          </p:cNvSpPr>
          <p:nvPr/>
        </p:nvSpPr>
        <p:spPr>
          <a:xfrm>
            <a:off x="1206681" y="281515"/>
            <a:ext cx="2995069" cy="533610"/>
          </a:xfrm>
          <a:prstGeom prst="rect">
            <a:avLst/>
          </a:prstGeom>
        </p:spPr>
        <p:txBody>
          <a:bodyPr lIns="0" rIns="0" anchor="ctr">
            <a:noAutofit/>
          </a:bodyPr>
          <a:lstStyle>
            <a:lvl1pPr algn="ctr" defTabSz="914400" rtl="0" eaLnBrk="1" latinLnBrk="0" hangingPunct="1">
              <a:spcBef>
                <a:spcPct val="0"/>
              </a:spcBef>
              <a:buNone/>
              <a:defRPr sz="3000" b="0" kern="1200">
                <a:solidFill>
                  <a:schemeClr val="accent1"/>
                </a:solidFill>
                <a:latin typeface="U.S. 101" pitchFamily="2" charset="0"/>
                <a:ea typeface="Roboto" pitchFamily="2" charset="0"/>
                <a:cs typeface="Open Sans Light" panose="020B0306030504020204" pitchFamily="34" charset="0"/>
              </a:defRPr>
            </a:lvl1pPr>
          </a:lstStyle>
          <a:p>
            <a:pPr algn="l" fontAlgn="auto">
              <a:spcAft>
                <a:spcPts val="0"/>
              </a:spcAft>
            </a:pPr>
            <a:r>
              <a:rPr lang="zh-CN" altLang="en-US" sz="2531" b="1" dirty="0">
                <a:solidFill>
                  <a:prstClr val="white">
                    <a:lumMod val="50000"/>
                  </a:prstClr>
                </a:solidFill>
                <a:latin typeface="微软雅黑" panose="020B0503020204020204" pitchFamily="34" charset="-122"/>
                <a:ea typeface="微软雅黑" panose="020B0503020204020204" pitchFamily="34" charset="-122"/>
              </a:rPr>
              <a:t>点击输入标题内容</a:t>
            </a:r>
            <a:endParaRPr lang="en-GB" altLang="zh-CN" sz="2531" b="1" dirty="0">
              <a:solidFill>
                <a:prstClr val="white">
                  <a:lumMod val="50000"/>
                </a:prstClr>
              </a:solidFill>
              <a:latin typeface="微软雅黑" panose="020B0503020204020204" pitchFamily="34" charset="-122"/>
              <a:ea typeface="微软雅黑" panose="020B0503020204020204" pitchFamily="34" charset="-122"/>
            </a:endParaRPr>
          </a:p>
        </p:txBody>
      </p:sp>
      <p:sp>
        <p:nvSpPr>
          <p:cNvPr id="63" name="AutoShape 4"/>
          <p:cNvSpPr>
            <a:spLocks/>
          </p:cNvSpPr>
          <p:nvPr/>
        </p:nvSpPr>
        <p:spPr bwMode="auto">
          <a:xfrm>
            <a:off x="6823157" y="5856760"/>
            <a:ext cx="1588255" cy="4474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4" name="AutoShape 5"/>
          <p:cNvSpPr>
            <a:spLocks/>
          </p:cNvSpPr>
          <p:nvPr/>
        </p:nvSpPr>
        <p:spPr bwMode="auto">
          <a:xfrm>
            <a:off x="8656650" y="4614940"/>
            <a:ext cx="1588255" cy="4474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5" name="AutoShape 6"/>
          <p:cNvSpPr>
            <a:spLocks/>
          </p:cNvSpPr>
          <p:nvPr/>
        </p:nvSpPr>
        <p:spPr bwMode="auto">
          <a:xfrm>
            <a:off x="4330777" y="5856761"/>
            <a:ext cx="1725495" cy="497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6" name="AutoShape 7"/>
          <p:cNvSpPr>
            <a:spLocks/>
          </p:cNvSpPr>
          <p:nvPr/>
        </p:nvSpPr>
        <p:spPr bwMode="auto">
          <a:xfrm>
            <a:off x="2256166" y="4492683"/>
            <a:ext cx="1725495" cy="497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7" name="AutoShape 8"/>
          <p:cNvSpPr>
            <a:spLocks/>
          </p:cNvSpPr>
          <p:nvPr/>
        </p:nvSpPr>
        <p:spPr bwMode="auto">
          <a:xfrm>
            <a:off x="9423540" y="3121907"/>
            <a:ext cx="1587545" cy="4474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8" name="AutoShape 9"/>
          <p:cNvSpPr>
            <a:spLocks/>
          </p:cNvSpPr>
          <p:nvPr/>
        </p:nvSpPr>
        <p:spPr bwMode="auto">
          <a:xfrm>
            <a:off x="1762146" y="3034822"/>
            <a:ext cx="1724723" cy="497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01663" eaLnBrk="0">
              <a:defRPr sz="2500" b="1">
                <a:solidFill>
                  <a:srgbClr val="FFFFFF"/>
                </a:solidFill>
                <a:latin typeface="Lato" charset="0"/>
                <a:ea typeface="MS PGothic" panose="020B0600070205080204" pitchFamily="34" charset="-128"/>
                <a:sym typeface="Lato" charset="0"/>
              </a:defRPr>
            </a:lvl1pPr>
            <a:lvl2pPr marL="742950" indent="-285750" defTabSz="601663" eaLnBrk="0">
              <a:defRPr sz="2500" b="1">
                <a:solidFill>
                  <a:srgbClr val="FFFFFF"/>
                </a:solidFill>
                <a:latin typeface="Lato" charset="0"/>
                <a:ea typeface="MS PGothic" panose="020B0600070205080204" pitchFamily="34" charset="-128"/>
                <a:sym typeface="Lato" charset="0"/>
              </a:defRPr>
            </a:lvl2pPr>
            <a:lvl3pPr marL="1143000" indent="-228600" defTabSz="601663" eaLnBrk="0">
              <a:defRPr sz="2500" b="1">
                <a:solidFill>
                  <a:srgbClr val="FFFFFF"/>
                </a:solidFill>
                <a:latin typeface="Lato" charset="0"/>
                <a:ea typeface="MS PGothic" panose="020B0600070205080204" pitchFamily="34" charset="-128"/>
                <a:sym typeface="Lato" charset="0"/>
              </a:defRPr>
            </a:lvl3pPr>
            <a:lvl4pPr marL="1600200" indent="-228600" defTabSz="601663" eaLnBrk="0">
              <a:defRPr sz="2500" b="1">
                <a:solidFill>
                  <a:srgbClr val="FFFFFF"/>
                </a:solidFill>
                <a:latin typeface="Lato" charset="0"/>
                <a:ea typeface="MS PGothic" panose="020B0600070205080204" pitchFamily="34" charset="-128"/>
                <a:sym typeface="Lato" charset="0"/>
              </a:defRPr>
            </a:lvl4pPr>
            <a:lvl5pPr marL="2057400" indent="-228600" defTabSz="601663" eaLnBrk="0">
              <a:defRPr sz="2500" b="1">
                <a:solidFill>
                  <a:srgbClr val="FFFFFF"/>
                </a:solidFill>
                <a:latin typeface="Lato" charset="0"/>
                <a:ea typeface="MS PGothic" panose="020B0600070205080204" pitchFamily="34" charset="-128"/>
                <a:sym typeface="Lato" charset="0"/>
              </a:defRPr>
            </a:lvl5pPr>
            <a:lvl6pPr marL="25146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601663"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fontAlgn="auto">
              <a:lnSpc>
                <a:spcPct val="150000"/>
              </a:lnSpc>
              <a:spcBef>
                <a:spcPts val="0"/>
              </a:spcBef>
              <a:spcAft>
                <a:spcPts val="0"/>
              </a:spcAft>
            </a:pPr>
            <a:r>
              <a:rPr lang="zh-CN" altLang="en-US" sz="844" b="0" dirty="0">
                <a:solidFill>
                  <a:prstClr val="white">
                    <a:lumMod val="50000"/>
                  </a:prstClr>
                </a:solidFill>
                <a:latin typeface="宋体" panose="02010600030101010101" pitchFamily="2" charset="-122"/>
              </a:rPr>
              <a:t>这里输入您的文字这里输入您的文字这里输入您的文字这里输入您的文字这里输入您这里输入您</a:t>
            </a:r>
          </a:p>
        </p:txBody>
      </p:sp>
      <p:sp>
        <p:nvSpPr>
          <p:cNvPr id="69" name="AutoShape 10"/>
          <p:cNvSpPr>
            <a:spLocks/>
          </p:cNvSpPr>
          <p:nvPr/>
        </p:nvSpPr>
        <p:spPr bwMode="auto">
          <a:xfrm>
            <a:off x="5026503" y="1625527"/>
            <a:ext cx="699070" cy="2441773"/>
          </a:xfrm>
          <a:custGeom>
            <a:avLst/>
            <a:gdLst>
              <a:gd name="T0" fmla="+- 0 12581 3563"/>
              <a:gd name="T1" fmla="*/ T0 w 18037"/>
              <a:gd name="T2" fmla="*/ 10800 h 21600"/>
              <a:gd name="T3" fmla="+- 0 12581 3563"/>
              <a:gd name="T4" fmla="*/ T3 w 18037"/>
              <a:gd name="T5" fmla="*/ 10800 h 21600"/>
              <a:gd name="T6" fmla="+- 0 12581 3563"/>
              <a:gd name="T7" fmla="*/ T6 w 18037"/>
              <a:gd name="T8" fmla="*/ 10800 h 21600"/>
              <a:gd name="T9" fmla="+- 0 12581 3563"/>
              <a:gd name="T10" fmla="*/ T9 w 18037"/>
              <a:gd name="T11" fmla="*/ 10800 h 21600"/>
            </a:gdLst>
            <a:ahLst/>
            <a:cxnLst>
              <a:cxn ang="0">
                <a:pos x="T1" y="T2"/>
              </a:cxn>
              <a:cxn ang="0">
                <a:pos x="T4" y="T5"/>
              </a:cxn>
              <a:cxn ang="0">
                <a:pos x="T7" y="T8"/>
              </a:cxn>
              <a:cxn ang="0">
                <a:pos x="T10" y="T11"/>
              </a:cxn>
            </a:cxnLst>
            <a:rect l="0" t="0" r="r" b="b"/>
            <a:pathLst>
              <a:path w="18037" h="21600">
                <a:moveTo>
                  <a:pt x="18037" y="0"/>
                </a:moveTo>
                <a:cubicBezTo>
                  <a:pt x="15413" y="528"/>
                  <a:pt x="12938" y="1176"/>
                  <a:pt x="10687" y="1948"/>
                </a:cubicBezTo>
                <a:cubicBezTo>
                  <a:pt x="-3563" y="6836"/>
                  <a:pt x="-3563" y="14761"/>
                  <a:pt x="10687" y="19649"/>
                </a:cubicBezTo>
                <a:cubicBezTo>
                  <a:pt x="12938" y="20421"/>
                  <a:pt x="15413" y="21071"/>
                  <a:pt x="18037" y="21599"/>
                </a:cubicBezTo>
                <a:lnTo>
                  <a:pt x="18037" y="0"/>
                </a:lnTo>
                <a:close/>
              </a:path>
            </a:pathLst>
          </a:custGeom>
          <a:solidFill>
            <a:srgbClr val="77A9D3"/>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70" name="AutoShape 11"/>
          <p:cNvSpPr>
            <a:spLocks/>
          </p:cNvSpPr>
          <p:nvPr/>
        </p:nvSpPr>
        <p:spPr bwMode="auto">
          <a:xfrm>
            <a:off x="5142874" y="2996302"/>
            <a:ext cx="513211" cy="321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lnSpc>
                <a:spcPct val="120000"/>
              </a:lnSpc>
              <a:spcBef>
                <a:spcPts val="0"/>
              </a:spcBef>
              <a:spcAft>
                <a:spcPts val="0"/>
              </a:spcAft>
            </a:pPr>
            <a:r>
              <a:rPr lang="es-ES" altLang="zh-CN" sz="2109" b="0">
                <a:latin typeface="Arial" panose="020B0604020202020204" pitchFamily="34" charset="0"/>
                <a:ea typeface="微软雅黑" panose="020B0503020204020204" pitchFamily="34" charset="-122"/>
                <a:sym typeface="Arial" panose="020B0604020202020204" pitchFamily="34" charset="0"/>
              </a:rPr>
              <a:t>01</a:t>
            </a:r>
            <a:endParaRPr lang="es-ES" altLang="zh-CN" sz="1266">
              <a:latin typeface="Arial" panose="020B0604020202020204" pitchFamily="34" charset="0"/>
              <a:ea typeface="微软雅黑" panose="020B0503020204020204" pitchFamily="34" charset="-122"/>
              <a:sym typeface="Arial" panose="020B0604020202020204" pitchFamily="34" charset="0"/>
            </a:endParaRPr>
          </a:p>
        </p:txBody>
      </p:sp>
      <p:sp>
        <p:nvSpPr>
          <p:cNvPr id="71" name="AutoShape 12"/>
          <p:cNvSpPr>
            <a:spLocks/>
          </p:cNvSpPr>
          <p:nvPr/>
        </p:nvSpPr>
        <p:spPr bwMode="auto">
          <a:xfrm>
            <a:off x="5805947" y="1433768"/>
            <a:ext cx="594420" cy="28252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0"/>
                </a:moveTo>
                <a:cubicBezTo>
                  <a:pt x="14175" y="45"/>
                  <a:pt x="6789" y="419"/>
                  <a:pt x="0" y="1136"/>
                </a:cubicBezTo>
                <a:lnTo>
                  <a:pt x="0" y="20463"/>
                </a:lnTo>
                <a:cubicBezTo>
                  <a:pt x="6789" y="21180"/>
                  <a:pt x="14175" y="21554"/>
                  <a:pt x="21600" y="21599"/>
                </a:cubicBezTo>
                <a:lnTo>
                  <a:pt x="21600" y="0"/>
                </a:lnTo>
                <a:close/>
              </a:path>
            </a:pathLst>
          </a:custGeom>
          <a:solidFill>
            <a:srgbClr val="A491BB"/>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72" name="AutoShape 13"/>
          <p:cNvSpPr>
            <a:spLocks/>
          </p:cNvSpPr>
          <p:nvPr/>
        </p:nvSpPr>
        <p:spPr bwMode="auto">
          <a:xfrm>
            <a:off x="5847807" y="3465229"/>
            <a:ext cx="512374" cy="321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lnSpc>
                <a:spcPct val="120000"/>
              </a:lnSpc>
              <a:spcBef>
                <a:spcPts val="0"/>
              </a:spcBef>
              <a:spcAft>
                <a:spcPts val="0"/>
              </a:spcAft>
            </a:pPr>
            <a:r>
              <a:rPr lang="es-ES" altLang="zh-CN" sz="2109" b="0">
                <a:latin typeface="Arial" panose="020B0604020202020204" pitchFamily="34" charset="0"/>
                <a:ea typeface="微软雅黑" panose="020B0503020204020204" pitchFamily="34" charset="-122"/>
                <a:sym typeface="Arial" panose="020B0604020202020204" pitchFamily="34" charset="0"/>
              </a:rPr>
              <a:t>02</a:t>
            </a:r>
            <a:endParaRPr lang="es-ES" altLang="zh-CN" sz="1266">
              <a:latin typeface="Arial" panose="020B0604020202020204" pitchFamily="34" charset="0"/>
              <a:ea typeface="微软雅黑" panose="020B0503020204020204" pitchFamily="34" charset="-122"/>
              <a:sym typeface="Arial" panose="020B0604020202020204" pitchFamily="34" charset="0"/>
            </a:endParaRPr>
          </a:p>
        </p:txBody>
      </p:sp>
      <p:sp>
        <p:nvSpPr>
          <p:cNvPr id="73" name="AutoShape 14"/>
          <p:cNvSpPr>
            <a:spLocks/>
          </p:cNvSpPr>
          <p:nvPr/>
        </p:nvSpPr>
        <p:spPr bwMode="auto">
          <a:xfrm>
            <a:off x="6480740" y="1433768"/>
            <a:ext cx="593584" cy="28252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0" y="21599"/>
                </a:lnTo>
                <a:cubicBezTo>
                  <a:pt x="7424" y="21556"/>
                  <a:pt x="14807" y="21185"/>
                  <a:pt x="21600" y="20470"/>
                </a:cubicBezTo>
                <a:lnTo>
                  <a:pt x="21600" y="1129"/>
                </a:lnTo>
                <a:cubicBezTo>
                  <a:pt x="14807" y="414"/>
                  <a:pt x="7424" y="43"/>
                  <a:pt x="0" y="0"/>
                </a:cubicBezTo>
                <a:close/>
              </a:path>
            </a:pathLst>
          </a:custGeom>
          <a:solidFill>
            <a:srgbClr val="77A9D3"/>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74" name="AutoShape 15"/>
          <p:cNvSpPr>
            <a:spLocks/>
          </p:cNvSpPr>
          <p:nvPr/>
        </p:nvSpPr>
        <p:spPr bwMode="auto">
          <a:xfrm>
            <a:off x="6518413" y="3465229"/>
            <a:ext cx="512374" cy="321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lnSpc>
                <a:spcPct val="120000"/>
              </a:lnSpc>
              <a:spcBef>
                <a:spcPts val="0"/>
              </a:spcBef>
              <a:spcAft>
                <a:spcPts val="0"/>
              </a:spcAft>
            </a:pPr>
            <a:r>
              <a:rPr lang="es-ES" altLang="zh-CN" sz="2109" b="0">
                <a:latin typeface="Arial" panose="020B0604020202020204" pitchFamily="34" charset="0"/>
                <a:ea typeface="微软雅黑" panose="020B0503020204020204" pitchFamily="34" charset="-122"/>
                <a:sym typeface="Arial" panose="020B0604020202020204" pitchFamily="34" charset="0"/>
              </a:rPr>
              <a:t>03</a:t>
            </a:r>
            <a:endParaRPr lang="es-ES" altLang="zh-CN" sz="1266">
              <a:latin typeface="Arial" panose="020B0604020202020204" pitchFamily="34" charset="0"/>
              <a:ea typeface="微软雅黑" panose="020B0503020204020204" pitchFamily="34" charset="-122"/>
              <a:sym typeface="Arial" panose="020B0604020202020204" pitchFamily="34" charset="0"/>
            </a:endParaRPr>
          </a:p>
        </p:txBody>
      </p:sp>
      <p:sp>
        <p:nvSpPr>
          <p:cNvPr id="75" name="AutoShape 16"/>
          <p:cNvSpPr>
            <a:spLocks/>
          </p:cNvSpPr>
          <p:nvPr/>
        </p:nvSpPr>
        <p:spPr bwMode="auto">
          <a:xfrm>
            <a:off x="7156370" y="1623013"/>
            <a:ext cx="700745" cy="2443447"/>
          </a:xfrm>
          <a:custGeom>
            <a:avLst/>
            <a:gdLst>
              <a:gd name="T0" fmla="*/ 9022 w 18044"/>
              <a:gd name="T1" fmla="*/ 10800 h 21600"/>
              <a:gd name="T2" fmla="*/ 9022 w 18044"/>
              <a:gd name="T3" fmla="*/ 10800 h 21600"/>
              <a:gd name="T4" fmla="*/ 9022 w 18044"/>
              <a:gd name="T5" fmla="*/ 10800 h 21600"/>
              <a:gd name="T6" fmla="*/ 9022 w 18044"/>
              <a:gd name="T7" fmla="*/ 10800 h 21600"/>
            </a:gdLst>
            <a:ahLst/>
            <a:cxnLst>
              <a:cxn ang="0">
                <a:pos x="T0" y="T1"/>
              </a:cxn>
              <a:cxn ang="0">
                <a:pos x="T2" y="T3"/>
              </a:cxn>
              <a:cxn ang="0">
                <a:pos x="T4" y="T5"/>
              </a:cxn>
              <a:cxn ang="0">
                <a:pos x="T6" y="T7"/>
              </a:cxn>
            </a:cxnLst>
            <a:rect l="0" t="0" r="r" b="b"/>
            <a:pathLst>
              <a:path w="18044" h="21600">
                <a:moveTo>
                  <a:pt x="0" y="0"/>
                </a:moveTo>
                <a:lnTo>
                  <a:pt x="0" y="21599"/>
                </a:lnTo>
                <a:cubicBezTo>
                  <a:pt x="2632" y="21070"/>
                  <a:pt x="5116" y="20418"/>
                  <a:pt x="7374" y="19643"/>
                </a:cubicBezTo>
                <a:cubicBezTo>
                  <a:pt x="21599" y="14759"/>
                  <a:pt x="21599" y="6839"/>
                  <a:pt x="7374" y="1954"/>
                </a:cubicBezTo>
                <a:cubicBezTo>
                  <a:pt x="5116" y="1179"/>
                  <a:pt x="2632" y="529"/>
                  <a:pt x="0" y="0"/>
                </a:cubicBezTo>
                <a:close/>
              </a:path>
            </a:pathLst>
          </a:custGeom>
          <a:solidFill>
            <a:srgbClr val="A491BB"/>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76" name="AutoShape 17"/>
          <p:cNvSpPr>
            <a:spLocks/>
          </p:cNvSpPr>
          <p:nvPr/>
        </p:nvSpPr>
        <p:spPr bwMode="auto">
          <a:xfrm>
            <a:off x="7210785" y="2987927"/>
            <a:ext cx="513211" cy="321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lvl1pPr eaLnBrk="0">
              <a:defRPr sz="2500" b="1">
                <a:solidFill>
                  <a:srgbClr val="FFFFFF"/>
                </a:solidFill>
                <a:latin typeface="Lato" charset="0"/>
                <a:ea typeface="MS PGothic" panose="020B0600070205080204" pitchFamily="34" charset="-128"/>
                <a:sym typeface="Lato" charset="0"/>
              </a:defRPr>
            </a:lvl1pPr>
            <a:lvl2pPr marL="742950" indent="-285750" eaLnBrk="0">
              <a:defRPr sz="2500" b="1">
                <a:solidFill>
                  <a:srgbClr val="FFFFFF"/>
                </a:solidFill>
                <a:latin typeface="Lato" charset="0"/>
                <a:ea typeface="MS PGothic" panose="020B0600070205080204" pitchFamily="34" charset="-128"/>
                <a:sym typeface="Lato" charset="0"/>
              </a:defRPr>
            </a:lvl2pPr>
            <a:lvl3pPr marL="1143000" indent="-228600" eaLnBrk="0">
              <a:defRPr sz="2500" b="1">
                <a:solidFill>
                  <a:srgbClr val="FFFFFF"/>
                </a:solidFill>
                <a:latin typeface="Lato" charset="0"/>
                <a:ea typeface="MS PGothic" panose="020B0600070205080204" pitchFamily="34" charset="-128"/>
                <a:sym typeface="Lato" charset="0"/>
              </a:defRPr>
            </a:lvl3pPr>
            <a:lvl4pPr marL="1600200" indent="-228600" eaLnBrk="0">
              <a:defRPr sz="2500" b="1">
                <a:solidFill>
                  <a:srgbClr val="FFFFFF"/>
                </a:solidFill>
                <a:latin typeface="Lato" charset="0"/>
                <a:ea typeface="MS PGothic" panose="020B0600070205080204" pitchFamily="34" charset="-128"/>
                <a:sym typeface="Lato" charset="0"/>
              </a:defRPr>
            </a:lvl4pPr>
            <a:lvl5pPr marL="2057400" indent="-228600" eaLnBrk="0">
              <a:defRPr sz="2500" b="1">
                <a:solidFill>
                  <a:srgbClr val="FFFFFF"/>
                </a:solidFill>
                <a:latin typeface="Lato" charset="0"/>
                <a:ea typeface="MS PGothic" panose="020B0600070205080204" pitchFamily="34" charset="-128"/>
                <a:sym typeface="Lato" charset="0"/>
              </a:defRPr>
            </a:lvl5pPr>
            <a:lvl6pPr marL="25146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8255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lnSpc>
                <a:spcPct val="120000"/>
              </a:lnSpc>
              <a:spcBef>
                <a:spcPts val="0"/>
              </a:spcBef>
              <a:spcAft>
                <a:spcPts val="0"/>
              </a:spcAft>
            </a:pPr>
            <a:r>
              <a:rPr lang="es-ES" altLang="zh-CN" sz="2109" b="0">
                <a:latin typeface="Arial" panose="020B0604020202020204" pitchFamily="34" charset="0"/>
                <a:ea typeface="微软雅黑" panose="020B0503020204020204" pitchFamily="34" charset="-122"/>
                <a:sym typeface="Arial" panose="020B0604020202020204" pitchFamily="34" charset="0"/>
              </a:rPr>
              <a:t>04</a:t>
            </a:r>
            <a:endParaRPr lang="es-ES" altLang="zh-CN" sz="1266">
              <a:latin typeface="Arial" panose="020B0604020202020204" pitchFamily="34" charset="0"/>
              <a:ea typeface="微软雅黑" panose="020B0503020204020204" pitchFamily="34" charset="-122"/>
              <a:sym typeface="Arial" panose="020B0604020202020204" pitchFamily="34" charset="0"/>
            </a:endParaRPr>
          </a:p>
        </p:txBody>
      </p:sp>
      <p:sp>
        <p:nvSpPr>
          <p:cNvPr id="77" name="AutoShape 18"/>
          <p:cNvSpPr>
            <a:spLocks/>
          </p:cNvSpPr>
          <p:nvPr/>
        </p:nvSpPr>
        <p:spPr bwMode="auto">
          <a:xfrm>
            <a:off x="4669012" y="3289383"/>
            <a:ext cx="486419" cy="818110"/>
          </a:xfrm>
          <a:custGeom>
            <a:avLst/>
            <a:gdLst>
              <a:gd name="T0" fmla="*/ 461169 w 21600"/>
              <a:gd name="T1" fmla="*/ 775494 h 21600"/>
              <a:gd name="T2" fmla="*/ 461169 w 21600"/>
              <a:gd name="T3" fmla="*/ 775494 h 21600"/>
              <a:gd name="T4" fmla="*/ 461169 w 21600"/>
              <a:gd name="T5" fmla="*/ 775494 h 21600"/>
              <a:gd name="T6" fmla="*/ 461169 w 21600"/>
              <a:gd name="T7" fmla="*/ 7754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057" y="4474"/>
                  <a:pt x="5213" y="8744"/>
                  <a:pt x="9365" y="12671"/>
                </a:cubicBezTo>
                <a:cubicBezTo>
                  <a:pt x="12814" y="15934"/>
                  <a:pt x="16923" y="18932"/>
                  <a:pt x="21600" y="21599"/>
                </a:cubicBezTo>
              </a:path>
            </a:pathLst>
          </a:custGeom>
          <a:solidFill>
            <a:srgbClr val="77A9D3"/>
          </a:solidFill>
          <a:ln w="101600" cap="flat" cmpd="sng">
            <a:solidFill>
              <a:srgbClr val="77A9D3"/>
            </a:solidFill>
            <a:prstDash val="solid"/>
            <a:miter lim="0"/>
            <a:headEnd type="oval" w="med" len="med"/>
            <a:tailEnd/>
          </a:ln>
          <a:effec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8" name="AutoShape 19"/>
          <p:cNvSpPr>
            <a:spLocks/>
          </p:cNvSpPr>
          <p:nvPr/>
        </p:nvSpPr>
        <p:spPr bwMode="auto">
          <a:xfrm>
            <a:off x="3603243" y="2986256"/>
            <a:ext cx="601954" cy="602068"/>
          </a:xfrm>
          <a:custGeom>
            <a:avLst/>
            <a:gdLst>
              <a:gd name="T0" fmla="*/ 570706 w 21600"/>
              <a:gd name="T1" fmla="*/ 570706 h 21600"/>
              <a:gd name="T2" fmla="*/ 570706 w 21600"/>
              <a:gd name="T3" fmla="*/ 570706 h 21600"/>
              <a:gd name="T4" fmla="*/ 570706 w 21600"/>
              <a:gd name="T5" fmla="*/ 570706 h 21600"/>
              <a:gd name="T6" fmla="*/ 570706 w 21600"/>
              <a:gd name="T7" fmla="*/ 5707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79" name="AutoShape 20"/>
          <p:cNvSpPr>
            <a:spLocks/>
          </p:cNvSpPr>
          <p:nvPr/>
        </p:nvSpPr>
        <p:spPr bwMode="auto">
          <a:xfrm>
            <a:off x="3694497" y="3071665"/>
            <a:ext cx="425304" cy="425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rgbClr val="77A9D3"/>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80" name="AutoShape 21"/>
          <p:cNvSpPr>
            <a:spLocks/>
          </p:cNvSpPr>
          <p:nvPr/>
        </p:nvSpPr>
        <p:spPr bwMode="auto">
          <a:xfrm>
            <a:off x="3690128" y="3104951"/>
            <a:ext cx="425670" cy="3420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01</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81" name="Line 22"/>
          <p:cNvSpPr>
            <a:spLocks noChangeShapeType="1"/>
          </p:cNvSpPr>
          <p:nvPr/>
        </p:nvSpPr>
        <p:spPr bwMode="auto">
          <a:xfrm>
            <a:off x="4330779" y="3290218"/>
            <a:ext cx="397676" cy="0"/>
          </a:xfrm>
          <a:prstGeom prst="line">
            <a:avLst/>
          </a:prstGeom>
          <a:noFill/>
          <a:ln w="6350" cap="flat" cmpd="sng">
            <a:solidFill>
              <a:schemeClr val="bg1">
                <a:lumMod val="65000"/>
              </a:schemeClr>
            </a:solidFill>
            <a:prstDash val="dash"/>
            <a:round/>
            <a:headEnd type="oval"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82" name="AutoShape 23"/>
          <p:cNvSpPr>
            <a:spLocks/>
          </p:cNvSpPr>
          <p:nvPr/>
        </p:nvSpPr>
        <p:spPr bwMode="auto">
          <a:xfrm>
            <a:off x="5109386" y="4058090"/>
            <a:ext cx="904187" cy="513308"/>
          </a:xfrm>
          <a:custGeom>
            <a:avLst/>
            <a:gdLst>
              <a:gd name="T0" fmla="*/ 857250 w 21600"/>
              <a:gd name="T1" fmla="*/ 486568 h 21600"/>
              <a:gd name="T2" fmla="*/ 857250 w 21600"/>
              <a:gd name="T3" fmla="*/ 486568 h 21600"/>
              <a:gd name="T4" fmla="*/ 857250 w 21600"/>
              <a:gd name="T5" fmla="*/ 486568 h 21600"/>
              <a:gd name="T6" fmla="*/ 857250 w 21600"/>
              <a:gd name="T7" fmla="*/ 4865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952" y="5171"/>
                  <a:pt x="6281" y="9632"/>
                  <a:pt x="9898" y="13266"/>
                </a:cubicBezTo>
                <a:cubicBezTo>
                  <a:pt x="13569" y="16954"/>
                  <a:pt x="17505" y="19757"/>
                  <a:pt x="21600" y="21599"/>
                </a:cubicBezTo>
              </a:path>
            </a:pathLst>
          </a:custGeom>
          <a:noFill/>
          <a:ln w="101600" cap="flat" cmpd="sng">
            <a:solidFill>
              <a:srgbClr val="A491BB"/>
            </a:solidFill>
            <a:prstDash val="solid"/>
            <a:miter lim="0"/>
            <a:headEnd type="oval" w="med" len="me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3" name="AutoShape 24"/>
          <p:cNvSpPr>
            <a:spLocks/>
          </p:cNvSpPr>
          <p:nvPr/>
        </p:nvSpPr>
        <p:spPr bwMode="auto">
          <a:xfrm>
            <a:off x="4110592" y="4467561"/>
            <a:ext cx="602793" cy="602070"/>
          </a:xfrm>
          <a:custGeom>
            <a:avLst/>
            <a:gdLst>
              <a:gd name="T0" fmla="*/ 571500 w 21600"/>
              <a:gd name="T1" fmla="*/ 570707 h 21600"/>
              <a:gd name="T2" fmla="*/ 571500 w 21600"/>
              <a:gd name="T3" fmla="*/ 570707 h 21600"/>
              <a:gd name="T4" fmla="*/ 571500 w 21600"/>
              <a:gd name="T5" fmla="*/ 570707 h 21600"/>
              <a:gd name="T6" fmla="*/ 571500 w 21600"/>
              <a:gd name="T7" fmla="*/ 570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4" name="AutoShape 25"/>
          <p:cNvSpPr>
            <a:spLocks/>
          </p:cNvSpPr>
          <p:nvPr/>
        </p:nvSpPr>
        <p:spPr bwMode="auto">
          <a:xfrm>
            <a:off x="4203524" y="4552973"/>
            <a:ext cx="425304" cy="42622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rgbClr val="A491BB"/>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85" name="Line 26"/>
          <p:cNvSpPr>
            <a:spLocks noChangeShapeType="1"/>
          </p:cNvSpPr>
          <p:nvPr/>
        </p:nvSpPr>
        <p:spPr bwMode="auto">
          <a:xfrm flipH="1">
            <a:off x="4726780" y="4110006"/>
            <a:ext cx="324839" cy="324062"/>
          </a:xfrm>
          <a:prstGeom prst="line">
            <a:avLst/>
          </a:prstGeom>
          <a:noFill/>
          <a:ln w="6350" cap="flat" cmpd="sng">
            <a:solidFill>
              <a:schemeClr val="bg1">
                <a:lumMod val="65000"/>
              </a:schemeClr>
            </a:solidFill>
            <a:prstDash val="dash"/>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86" name="AutoShape 27"/>
          <p:cNvSpPr>
            <a:spLocks/>
          </p:cNvSpPr>
          <p:nvPr/>
        </p:nvSpPr>
        <p:spPr bwMode="auto">
          <a:xfrm>
            <a:off x="4205014" y="4582074"/>
            <a:ext cx="425670" cy="3420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02</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87" name="AutoShape 28"/>
          <p:cNvSpPr>
            <a:spLocks/>
          </p:cNvSpPr>
          <p:nvPr/>
        </p:nvSpPr>
        <p:spPr bwMode="auto">
          <a:xfrm>
            <a:off x="5872085" y="4532875"/>
            <a:ext cx="1054049" cy="90437"/>
          </a:xfrm>
          <a:custGeom>
            <a:avLst/>
            <a:gdLst>
              <a:gd name="T0" fmla="*/ 999331 w 21600"/>
              <a:gd name="T1" fmla="*/ 85721 h 21275"/>
              <a:gd name="T2" fmla="*/ 999331 w 21600"/>
              <a:gd name="T3" fmla="*/ 85721 h 21275"/>
              <a:gd name="T4" fmla="*/ 999331 w 21600"/>
              <a:gd name="T5" fmla="*/ 85721 h 21275"/>
              <a:gd name="T6" fmla="*/ 999331 w 21600"/>
              <a:gd name="T7" fmla="*/ 85721 h 2127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275">
                <a:moveTo>
                  <a:pt x="0" y="0"/>
                </a:moveTo>
                <a:cubicBezTo>
                  <a:pt x="3775" y="13687"/>
                  <a:pt x="7706" y="20851"/>
                  <a:pt x="11664" y="21257"/>
                </a:cubicBezTo>
                <a:cubicBezTo>
                  <a:pt x="15012" y="21599"/>
                  <a:pt x="18350" y="17101"/>
                  <a:pt x="21600" y="7866"/>
                </a:cubicBezTo>
              </a:path>
            </a:pathLst>
          </a:custGeom>
          <a:noFill/>
          <a:ln w="101600" cap="flat" cmpd="sng">
            <a:solidFill>
              <a:srgbClr val="77A9D3"/>
            </a:solidFill>
            <a:prstDash val="solid"/>
            <a:miter lim="0"/>
            <a:headEnd type="oval" w="med" len="me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8" name="AutoShape 29"/>
          <p:cNvSpPr>
            <a:spLocks/>
          </p:cNvSpPr>
          <p:nvPr/>
        </p:nvSpPr>
        <p:spPr bwMode="auto">
          <a:xfrm>
            <a:off x="5334597" y="5143323"/>
            <a:ext cx="601954" cy="602906"/>
          </a:xfrm>
          <a:custGeom>
            <a:avLst/>
            <a:gdLst>
              <a:gd name="T0" fmla="*/ 570706 w 21600"/>
              <a:gd name="T1" fmla="*/ 571500 h 21600"/>
              <a:gd name="T2" fmla="*/ 570706 w 21600"/>
              <a:gd name="T3" fmla="*/ 571500 h 21600"/>
              <a:gd name="T4" fmla="*/ 570706 w 21600"/>
              <a:gd name="T5" fmla="*/ 571500 h 21600"/>
              <a:gd name="T6" fmla="*/ 570706 w 21600"/>
              <a:gd name="T7" fmla="*/ 571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9" name="AutoShape 30"/>
          <p:cNvSpPr>
            <a:spLocks/>
          </p:cNvSpPr>
          <p:nvPr/>
        </p:nvSpPr>
        <p:spPr bwMode="auto">
          <a:xfrm>
            <a:off x="5425015" y="5228733"/>
            <a:ext cx="425304" cy="425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rgbClr val="77A9D3"/>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90" name="Line 31"/>
          <p:cNvSpPr>
            <a:spLocks noChangeShapeType="1"/>
          </p:cNvSpPr>
          <p:nvPr/>
        </p:nvSpPr>
        <p:spPr bwMode="auto">
          <a:xfrm flipH="1">
            <a:off x="5741482" y="4568885"/>
            <a:ext cx="124743" cy="437944"/>
          </a:xfrm>
          <a:prstGeom prst="line">
            <a:avLst/>
          </a:prstGeom>
          <a:noFill/>
          <a:ln w="6350" cap="flat" cmpd="sng">
            <a:solidFill>
              <a:schemeClr val="bg1">
                <a:lumMod val="65000"/>
              </a:schemeClr>
            </a:solidFill>
            <a:prstDash val="dash"/>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91" name="AutoShape 32"/>
          <p:cNvSpPr>
            <a:spLocks/>
          </p:cNvSpPr>
          <p:nvPr/>
        </p:nvSpPr>
        <p:spPr bwMode="auto">
          <a:xfrm>
            <a:off x="5474964" y="5265731"/>
            <a:ext cx="338802" cy="31936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03</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92" name="AutoShape 34"/>
          <p:cNvSpPr>
            <a:spLocks/>
          </p:cNvSpPr>
          <p:nvPr/>
        </p:nvSpPr>
        <p:spPr bwMode="auto">
          <a:xfrm>
            <a:off x="6823158" y="5143323"/>
            <a:ext cx="601954" cy="602906"/>
          </a:xfrm>
          <a:custGeom>
            <a:avLst/>
            <a:gdLst>
              <a:gd name="T0" fmla="*/ 570706 w 21600"/>
              <a:gd name="T1" fmla="*/ 571500 h 21600"/>
              <a:gd name="T2" fmla="*/ 570706 w 21600"/>
              <a:gd name="T3" fmla="*/ 571500 h 21600"/>
              <a:gd name="T4" fmla="*/ 570706 w 21600"/>
              <a:gd name="T5" fmla="*/ 571500 h 21600"/>
              <a:gd name="T6" fmla="*/ 570706 w 21600"/>
              <a:gd name="T7" fmla="*/ 571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3" name="AutoShape 35"/>
          <p:cNvSpPr>
            <a:spLocks/>
          </p:cNvSpPr>
          <p:nvPr/>
        </p:nvSpPr>
        <p:spPr bwMode="auto">
          <a:xfrm>
            <a:off x="6914415" y="5228733"/>
            <a:ext cx="425304" cy="425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rgbClr val="A491BB"/>
          </a:solidFill>
          <a:ln>
            <a:noFill/>
          </a:ln>
          <a:effectLst/>
        </p:spPr>
        <p:txBody>
          <a:bodyPr lIns="0" tIns="0" rIns="0" bIns="0" anchor="ctr"/>
          <a:lstStyle/>
          <a:p>
            <a:pPr fontAlgn="auto">
              <a:lnSpc>
                <a:spcPct val="120000"/>
              </a:lnSpc>
              <a:spcBef>
                <a:spcPts val="0"/>
              </a:spcBef>
              <a:spcAft>
                <a:spcPts val="0"/>
              </a:spcAft>
              <a:defRPr/>
            </a:pPr>
            <a:endParaRPr lang="es-ES" sz="2953">
              <a:solidFill>
                <a:srgbClr val="DBDBDB"/>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94" name="Line 36"/>
          <p:cNvSpPr>
            <a:spLocks noChangeShapeType="1"/>
          </p:cNvSpPr>
          <p:nvPr/>
        </p:nvSpPr>
        <p:spPr bwMode="auto">
          <a:xfrm>
            <a:off x="6854136" y="4568885"/>
            <a:ext cx="125581" cy="437944"/>
          </a:xfrm>
          <a:prstGeom prst="line">
            <a:avLst/>
          </a:prstGeom>
          <a:noFill/>
          <a:ln w="6350" cap="flat" cmpd="sng">
            <a:solidFill>
              <a:schemeClr val="bg1">
                <a:lumMod val="65000"/>
              </a:schemeClr>
            </a:solidFill>
            <a:prstDash val="dash"/>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95" name="AutoShape 37"/>
          <p:cNvSpPr>
            <a:spLocks/>
          </p:cNvSpPr>
          <p:nvPr/>
        </p:nvSpPr>
        <p:spPr bwMode="auto">
          <a:xfrm>
            <a:off x="6812925" y="5210499"/>
            <a:ext cx="634142" cy="38739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04</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96" name="AutoShape 39"/>
          <p:cNvSpPr>
            <a:spLocks/>
          </p:cNvSpPr>
          <p:nvPr/>
        </p:nvSpPr>
        <p:spPr bwMode="auto">
          <a:xfrm>
            <a:off x="7955069" y="4587309"/>
            <a:ext cx="601954" cy="602068"/>
          </a:xfrm>
          <a:custGeom>
            <a:avLst/>
            <a:gdLst>
              <a:gd name="T0" fmla="*/ 570706 w 21600"/>
              <a:gd name="T1" fmla="*/ 570706 h 21600"/>
              <a:gd name="T2" fmla="*/ 570706 w 21600"/>
              <a:gd name="T3" fmla="*/ 570706 h 21600"/>
              <a:gd name="T4" fmla="*/ 570706 w 21600"/>
              <a:gd name="T5" fmla="*/ 570706 h 21600"/>
              <a:gd name="T6" fmla="*/ 570706 w 21600"/>
              <a:gd name="T7" fmla="*/ 5707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7" name="AutoShape 40"/>
          <p:cNvSpPr>
            <a:spLocks/>
          </p:cNvSpPr>
          <p:nvPr/>
        </p:nvSpPr>
        <p:spPr bwMode="auto">
          <a:xfrm>
            <a:off x="8046325" y="4672717"/>
            <a:ext cx="425304" cy="42622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rgbClr val="77A9D3"/>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98" name="Line 41"/>
          <p:cNvSpPr>
            <a:spLocks noChangeShapeType="1"/>
          </p:cNvSpPr>
          <p:nvPr/>
        </p:nvSpPr>
        <p:spPr bwMode="auto">
          <a:xfrm>
            <a:off x="7613485" y="4277480"/>
            <a:ext cx="324001" cy="324062"/>
          </a:xfrm>
          <a:prstGeom prst="line">
            <a:avLst/>
          </a:prstGeom>
          <a:noFill/>
          <a:ln w="6350" cap="flat" cmpd="sng">
            <a:solidFill>
              <a:schemeClr val="bg1">
                <a:lumMod val="65000"/>
              </a:schemeClr>
            </a:solidFill>
            <a:prstDash val="dash"/>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99" name="AutoShape 42"/>
          <p:cNvSpPr>
            <a:spLocks/>
          </p:cNvSpPr>
          <p:nvPr/>
        </p:nvSpPr>
        <p:spPr bwMode="auto">
          <a:xfrm>
            <a:off x="8041955" y="4706004"/>
            <a:ext cx="425670" cy="3420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05</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100" name="AutoShape 44"/>
          <p:cNvSpPr>
            <a:spLocks/>
          </p:cNvSpPr>
          <p:nvPr/>
        </p:nvSpPr>
        <p:spPr bwMode="auto">
          <a:xfrm>
            <a:off x="8734512" y="3080041"/>
            <a:ext cx="601956" cy="602068"/>
          </a:xfrm>
          <a:custGeom>
            <a:avLst/>
            <a:gdLst>
              <a:gd name="T0" fmla="*/ 570707 w 21600"/>
              <a:gd name="T1" fmla="*/ 570706 h 21600"/>
              <a:gd name="T2" fmla="*/ 570707 w 21600"/>
              <a:gd name="T3" fmla="*/ 570706 h 21600"/>
              <a:gd name="T4" fmla="*/ 570707 w 21600"/>
              <a:gd name="T5" fmla="*/ 570706 h 21600"/>
              <a:gd name="T6" fmla="*/ 570707 w 21600"/>
              <a:gd name="T7" fmla="*/ 5707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lnTo>
                  <a:pt x="21599" y="10800"/>
                </a:lnTo>
                <a:close/>
              </a:path>
            </a:pathLst>
          </a:custGeom>
          <a:solidFill>
            <a:srgbClr val="DBDBDB"/>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1" name="AutoShape 45"/>
          <p:cNvSpPr>
            <a:spLocks/>
          </p:cNvSpPr>
          <p:nvPr/>
        </p:nvSpPr>
        <p:spPr bwMode="auto">
          <a:xfrm>
            <a:off x="8825770" y="3165451"/>
            <a:ext cx="425304" cy="425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800"/>
                </a:moveTo>
                <a:cubicBezTo>
                  <a:pt x="21599" y="16764"/>
                  <a:pt x="16764" y="21599"/>
                  <a:pt x="10800" y="21599"/>
                </a:cubicBezTo>
                <a:cubicBezTo>
                  <a:pt x="4835" y="21599"/>
                  <a:pt x="0" y="16764"/>
                  <a:pt x="0" y="10800"/>
                </a:cubicBezTo>
                <a:cubicBezTo>
                  <a:pt x="0" y="4835"/>
                  <a:pt x="4835" y="0"/>
                  <a:pt x="10799" y="0"/>
                </a:cubicBezTo>
                <a:cubicBezTo>
                  <a:pt x="16764" y="0"/>
                  <a:pt x="21599" y="4835"/>
                  <a:pt x="21599" y="10799"/>
                </a:cubicBezTo>
                <a:close/>
              </a:path>
            </a:pathLst>
          </a:custGeom>
          <a:solidFill>
            <a:schemeClr val="accent6"/>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
        <p:nvSpPr>
          <p:cNvPr id="102" name="AutoShape 46"/>
          <p:cNvSpPr>
            <a:spLocks/>
          </p:cNvSpPr>
          <p:nvPr/>
        </p:nvSpPr>
        <p:spPr bwMode="auto">
          <a:xfrm>
            <a:off x="8821399" y="3198737"/>
            <a:ext cx="425670" cy="3420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solidFill>
            <a:srgbClr val="A491BB"/>
          </a:solidFill>
          <a:ln>
            <a:noFill/>
          </a:ln>
          <a:effectLst/>
        </p:spPr>
        <p:txBody>
          <a:bodyPr lIns="36819" tIns="36819" rIns="36819" bIns="36819" anchor="b"/>
          <a:lstStyle>
            <a:lvl1pPr defTabSz="584200" eaLnBrk="0">
              <a:defRPr sz="2500" b="1">
                <a:solidFill>
                  <a:srgbClr val="FFFFFF"/>
                </a:solidFill>
                <a:latin typeface="Lato" charset="0"/>
                <a:ea typeface="MS PGothic" panose="020B0600070205080204" pitchFamily="34" charset="-128"/>
                <a:sym typeface="Lato" charset="0"/>
              </a:defRPr>
            </a:lvl1pPr>
            <a:lvl2pPr marL="742950" indent="-285750" defTabSz="584200" eaLnBrk="0">
              <a:defRPr sz="2500" b="1">
                <a:solidFill>
                  <a:srgbClr val="FFFFFF"/>
                </a:solidFill>
                <a:latin typeface="Lato" charset="0"/>
                <a:ea typeface="MS PGothic" panose="020B0600070205080204" pitchFamily="34" charset="-128"/>
                <a:sym typeface="Lato" charset="0"/>
              </a:defRPr>
            </a:lvl2pPr>
            <a:lvl3pPr marL="1143000" indent="-228600" defTabSz="584200" eaLnBrk="0">
              <a:defRPr sz="2500" b="1">
                <a:solidFill>
                  <a:srgbClr val="FFFFFF"/>
                </a:solidFill>
                <a:latin typeface="Lato" charset="0"/>
                <a:ea typeface="MS PGothic" panose="020B0600070205080204" pitchFamily="34" charset="-128"/>
                <a:sym typeface="Lato" charset="0"/>
              </a:defRPr>
            </a:lvl3pPr>
            <a:lvl4pPr marL="1600200" indent="-228600" defTabSz="584200" eaLnBrk="0">
              <a:defRPr sz="2500" b="1">
                <a:solidFill>
                  <a:srgbClr val="FFFFFF"/>
                </a:solidFill>
                <a:latin typeface="Lato" charset="0"/>
                <a:ea typeface="MS PGothic" panose="020B0600070205080204" pitchFamily="34" charset="-128"/>
                <a:sym typeface="Lato" charset="0"/>
              </a:defRPr>
            </a:lvl4pPr>
            <a:lvl5pPr marL="2057400" indent="-228600" defTabSz="584200" eaLnBrk="0">
              <a:defRPr sz="2500" b="1">
                <a:solidFill>
                  <a:srgbClr val="FFFFFF"/>
                </a:solidFill>
                <a:latin typeface="Lato" charset="0"/>
                <a:ea typeface="MS PGothic" panose="020B0600070205080204" pitchFamily="34" charset="-128"/>
                <a:sym typeface="Lato" charset="0"/>
              </a:defRPr>
            </a:lvl5pPr>
            <a:lvl6pPr marL="25146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6pPr>
            <a:lvl7pPr marL="29718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7pPr>
            <a:lvl8pPr marL="34290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8pPr>
            <a:lvl9pPr marL="3886200" indent="-228600" algn="ctr" defTabSz="584200" eaLnBrk="0" fontAlgn="base" hangingPunct="0">
              <a:lnSpc>
                <a:spcPct val="130000"/>
              </a:lnSpc>
              <a:spcBef>
                <a:spcPct val="0"/>
              </a:spcBef>
              <a:spcAft>
                <a:spcPct val="0"/>
              </a:spcAft>
              <a:defRPr sz="2500" b="1">
                <a:solidFill>
                  <a:srgbClr val="FFFFFF"/>
                </a:solidFill>
                <a:latin typeface="Lato" charset="0"/>
                <a:ea typeface="MS PGothic" panose="020B0600070205080204" pitchFamily="34" charset="-128"/>
                <a:sym typeface="Lato" charset="0"/>
              </a:defRPr>
            </a:lvl9pPr>
          </a:lstStyle>
          <a:p>
            <a:pPr algn="ctr" eaLnBrk="1" fontAlgn="auto">
              <a:spcBef>
                <a:spcPts val="0"/>
              </a:spcBef>
              <a:spcAft>
                <a:spcPts val="0"/>
              </a:spcAft>
            </a:pPr>
            <a:r>
              <a:rPr lang="es-ES" altLang="zh-CN" sz="1406" b="0" dirty="0">
                <a:latin typeface="Arial" panose="020B0604020202020204" pitchFamily="34" charset="0"/>
                <a:ea typeface="微软雅黑" panose="020B0503020204020204" pitchFamily="34" charset="-122"/>
                <a:sym typeface="Arial" panose="020B0604020202020204" pitchFamily="34" charset="0"/>
              </a:rPr>
              <a:t>06</a:t>
            </a:r>
            <a:endParaRPr lang="es-ES" altLang="zh-CN" sz="1406" dirty="0">
              <a:latin typeface="Arial" panose="020B0604020202020204" pitchFamily="34" charset="0"/>
              <a:ea typeface="微软雅黑" panose="020B0503020204020204" pitchFamily="34" charset="-122"/>
              <a:sym typeface="Arial" panose="020B0604020202020204" pitchFamily="34" charset="0"/>
            </a:endParaRPr>
          </a:p>
        </p:txBody>
      </p:sp>
      <p:sp>
        <p:nvSpPr>
          <p:cNvPr id="103" name="Line 47"/>
          <p:cNvSpPr>
            <a:spLocks noChangeShapeType="1"/>
          </p:cNvSpPr>
          <p:nvPr/>
        </p:nvSpPr>
        <p:spPr bwMode="auto">
          <a:xfrm>
            <a:off x="8212930" y="3363070"/>
            <a:ext cx="397674" cy="0"/>
          </a:xfrm>
          <a:prstGeom prst="line">
            <a:avLst/>
          </a:prstGeom>
          <a:noFill/>
          <a:ln w="6350" cap="flat" cmpd="sng">
            <a:solidFill>
              <a:schemeClr val="bg1">
                <a:lumMod val="65000"/>
              </a:schemeClr>
            </a:solidFill>
            <a:prstDash val="dash"/>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235645" fontAlgn="auto">
              <a:spcBef>
                <a:spcPts val="0"/>
              </a:spcBef>
              <a:spcAft>
                <a:spcPts val="0"/>
              </a:spcAft>
              <a:defRPr/>
            </a:pPr>
            <a:endParaRPr lang="es-ES" sz="562">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04" name="AutoShape 33"/>
          <p:cNvSpPr>
            <a:spLocks/>
          </p:cNvSpPr>
          <p:nvPr/>
        </p:nvSpPr>
        <p:spPr bwMode="auto">
          <a:xfrm rot="10627777" flipV="1">
            <a:off x="6843251" y="4088236"/>
            <a:ext cx="921769" cy="469764"/>
          </a:xfrm>
          <a:custGeom>
            <a:avLst/>
            <a:gdLst>
              <a:gd name="T0" fmla="*/ 873919 w 21600"/>
              <a:gd name="T1" fmla="*/ 445293 h 21600"/>
              <a:gd name="T2" fmla="*/ 873919 w 21600"/>
              <a:gd name="T3" fmla="*/ 445293 h 21600"/>
              <a:gd name="T4" fmla="*/ 873919 w 21600"/>
              <a:gd name="T5" fmla="*/ 445293 h 21600"/>
              <a:gd name="T6" fmla="*/ 873919 w 21600"/>
              <a:gd name="T7" fmla="*/ 4452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32" y="3949"/>
                  <a:pt x="4452" y="7455"/>
                  <a:pt x="6927" y="10463"/>
                </a:cubicBezTo>
                <a:cubicBezTo>
                  <a:pt x="11450" y="15964"/>
                  <a:pt x="16422" y="19738"/>
                  <a:pt x="21599" y="21600"/>
                </a:cubicBezTo>
              </a:path>
            </a:pathLst>
          </a:custGeom>
          <a:noFill/>
          <a:ln w="101600" cap="flat" cmpd="sng">
            <a:solidFill>
              <a:srgbClr val="A491BB"/>
            </a:solidFill>
            <a:prstDash val="solid"/>
            <a:miter lim="0"/>
            <a:headEn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5" name="AutoShape 38"/>
          <p:cNvSpPr>
            <a:spLocks/>
          </p:cNvSpPr>
          <p:nvPr/>
        </p:nvSpPr>
        <p:spPr bwMode="auto">
          <a:xfrm rot="172778" flipH="1">
            <a:off x="7582510" y="3342136"/>
            <a:ext cx="577675" cy="911059"/>
          </a:xfrm>
          <a:custGeom>
            <a:avLst/>
            <a:gdLst>
              <a:gd name="T0" fmla="*/ 547688 w 21600"/>
              <a:gd name="T1" fmla="*/ 863600 h 21600"/>
              <a:gd name="T2" fmla="*/ 547688 w 21600"/>
              <a:gd name="T3" fmla="*/ 863600 h 21600"/>
              <a:gd name="T4" fmla="*/ 547688 w 21600"/>
              <a:gd name="T5" fmla="*/ 863600 h 21600"/>
              <a:gd name="T6" fmla="*/ 547688 w 21600"/>
              <a:gd name="T7" fmla="*/ 863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1541" y="4059"/>
                  <a:pt x="4096" y="7943"/>
                  <a:pt x="7570" y="11508"/>
                </a:cubicBezTo>
                <a:cubicBezTo>
                  <a:pt x="11303" y="15340"/>
                  <a:pt x="16046" y="18752"/>
                  <a:pt x="21599" y="21600"/>
                </a:cubicBezTo>
              </a:path>
            </a:pathLst>
          </a:custGeom>
          <a:noFill/>
          <a:ln w="101600" cap="flat" cmpd="sng">
            <a:solidFill>
              <a:srgbClr val="77A9D3"/>
            </a:solidFill>
            <a:prstDash val="solid"/>
            <a:miter lim="0"/>
            <a:headEn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fontAlgn="auto">
              <a:lnSpc>
                <a:spcPct val="120000"/>
              </a:lnSpc>
              <a:spcBef>
                <a:spcPts val="0"/>
              </a:spcBef>
              <a:spcAft>
                <a:spcPts val="0"/>
              </a:spcAft>
            </a:pPr>
            <a:endParaRPr lang="zh-CN" altLang="en-US">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6" name="AutoShape 43"/>
          <p:cNvSpPr>
            <a:spLocks/>
          </p:cNvSpPr>
          <p:nvPr/>
        </p:nvSpPr>
        <p:spPr bwMode="auto">
          <a:xfrm>
            <a:off x="8102418" y="3277658"/>
            <a:ext cx="169954" cy="169987"/>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A491BB"/>
          </a:solidFill>
          <a:ln>
            <a:noFill/>
          </a:ln>
          <a:effectLst/>
        </p:spPr>
        <p:txBody>
          <a:bodyPr lIns="0" tIns="0" rIns="0" bIns="0" anchor="ctr"/>
          <a:lstStyle/>
          <a:p>
            <a:pPr fontAlgn="auto">
              <a:lnSpc>
                <a:spcPct val="120000"/>
              </a:lnSpc>
              <a:spcBef>
                <a:spcPts val="0"/>
              </a:spcBef>
              <a:spcAft>
                <a:spcPts val="0"/>
              </a:spcAft>
              <a:defRPr/>
            </a:pPr>
            <a:endParaRPr lang="es-ES" sz="2953">
              <a:solidFill>
                <a:prstClr val="black"/>
              </a:solidFill>
              <a:effectLst>
                <a:outerShdw blurRad="38100" dist="38100" dir="2700000" algn="tl">
                  <a:srgbClr val="000000"/>
                </a:outerShdw>
              </a:effectLst>
              <a:latin typeface="Arial" panose="020B0604020202020204" pitchFamily="34" charset="0"/>
              <a:ea typeface="微软雅黑" panose="020B0503020204020204" pitchFamily="34" charset="-122"/>
              <a:cs typeface="Gill Sans" charset="0"/>
              <a:sym typeface="Arial" panose="020B0604020202020204" pitchFamily="34" charset="0"/>
            </a:endParaRPr>
          </a:p>
        </p:txBody>
      </p:sp>
    </p:spTree>
    <p:extLst>
      <p:ext uri="{BB962C8B-B14F-4D97-AF65-F5344CB8AC3E}">
        <p14:creationId xmlns:p14="http://schemas.microsoft.com/office/powerpoint/2010/main" val="13389445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62"/>
                                        </p:tgtEl>
                                        <p:attrNameLst>
                                          <p:attrName>style.visibility</p:attrName>
                                        </p:attrNameLst>
                                      </p:cBhvr>
                                      <p:to>
                                        <p:strVal val="visible"/>
                                      </p:to>
                                    </p:set>
                                    <p:anim calcmode="lin" valueType="num">
                                      <p:cBhvr>
                                        <p:cTn id="7" dur="500" fill="hold"/>
                                        <p:tgtEl>
                                          <p:spTgt spid="6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2"/>
                                        </p:tgtEl>
                                        <p:attrNameLst>
                                          <p:attrName>ppt_y</p:attrName>
                                        </p:attrNameLst>
                                      </p:cBhvr>
                                      <p:tavLst>
                                        <p:tav tm="0">
                                          <p:val>
                                            <p:strVal val="#ppt_y"/>
                                          </p:val>
                                        </p:tav>
                                        <p:tav tm="100000">
                                          <p:val>
                                            <p:strVal val="#ppt_y"/>
                                          </p:val>
                                        </p:tav>
                                      </p:tavLst>
                                    </p:anim>
                                    <p:anim calcmode="lin" valueType="num">
                                      <p:cBhvr>
                                        <p:cTn id="9" dur="500" fill="hold"/>
                                        <p:tgtEl>
                                          <p:spTgt spid="6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2"/>
                                        </p:tgtEl>
                                      </p:cBhvr>
                                    </p:animEffect>
                                  </p:childTnLst>
                                </p:cTn>
                              </p:par>
                            </p:childTnLst>
                          </p:cTn>
                        </p:par>
                        <p:par>
                          <p:cTn id="12" fill="hold">
                            <p:stCondLst>
                              <p:cond delay="850"/>
                            </p:stCondLst>
                            <p:childTnLst>
                              <p:par>
                                <p:cTn id="13" presetID="2" presetClass="entr" presetSubtype="4" fill="hold" grpId="0" nodeType="afterEffect">
                                  <p:stCondLst>
                                    <p:cond delay="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500" fill="hold"/>
                                        <p:tgtEl>
                                          <p:spTgt spid="70"/>
                                        </p:tgtEl>
                                        <p:attrNameLst>
                                          <p:attrName>ppt_x</p:attrName>
                                        </p:attrNameLst>
                                      </p:cBhvr>
                                      <p:tavLst>
                                        <p:tav tm="0">
                                          <p:val>
                                            <p:strVal val="#ppt_x"/>
                                          </p:val>
                                        </p:tav>
                                        <p:tav tm="100000">
                                          <p:val>
                                            <p:strVal val="#ppt_x"/>
                                          </p:val>
                                        </p:tav>
                                      </p:tavLst>
                                    </p:anim>
                                    <p:anim calcmode="lin" valueType="num">
                                      <p:cBhvr additive="base">
                                        <p:cTn id="16" dur="500" fill="hold"/>
                                        <p:tgtEl>
                                          <p:spTgt spid="70"/>
                                        </p:tgtEl>
                                        <p:attrNameLst>
                                          <p:attrName>ppt_y</p:attrName>
                                        </p:attrNameLst>
                                      </p:cBhvr>
                                      <p:tavLst>
                                        <p:tav tm="0">
                                          <p:val>
                                            <p:strVal val="1+#ppt_h/2"/>
                                          </p:val>
                                        </p:tav>
                                        <p:tav tm="100000">
                                          <p:val>
                                            <p:strVal val="#ppt_y"/>
                                          </p:val>
                                        </p:tav>
                                      </p:tavLst>
                                    </p:anim>
                                  </p:childTnLst>
                                </p:cTn>
                              </p:par>
                            </p:childTnLst>
                          </p:cTn>
                        </p:par>
                        <p:par>
                          <p:cTn id="17" fill="hold">
                            <p:stCondLst>
                              <p:cond delay="1350"/>
                            </p:stCondLst>
                            <p:childTnLst>
                              <p:par>
                                <p:cTn id="18" presetID="22" presetClass="entr" presetSubtype="1" fill="hold" nodeType="afterEffect">
                                  <p:stCondLst>
                                    <p:cond delay="100"/>
                                  </p:stCondLst>
                                  <p:childTnLst>
                                    <p:set>
                                      <p:cBhvr>
                                        <p:cTn id="19" dur="1" fill="hold">
                                          <p:stCondLst>
                                            <p:cond delay="0"/>
                                          </p:stCondLst>
                                        </p:cTn>
                                        <p:tgtEl>
                                          <p:spTgt spid="69"/>
                                        </p:tgtEl>
                                        <p:attrNameLst>
                                          <p:attrName>style.visibility</p:attrName>
                                        </p:attrNameLst>
                                      </p:cBhvr>
                                      <p:to>
                                        <p:strVal val="visible"/>
                                      </p:to>
                                    </p:set>
                                    <p:animEffect transition="in" filter="wipe(up)">
                                      <p:cBhvr>
                                        <p:cTn id="20" dur="500"/>
                                        <p:tgtEl>
                                          <p:spTgt spid="69"/>
                                        </p:tgtEl>
                                      </p:cBhvr>
                                    </p:animEffect>
                                  </p:childTnLst>
                                </p:cTn>
                              </p:par>
                            </p:childTnLst>
                          </p:cTn>
                        </p:par>
                        <p:par>
                          <p:cTn id="21" fill="hold">
                            <p:stCondLst>
                              <p:cond delay="1950"/>
                            </p:stCondLst>
                            <p:childTnLst>
                              <p:par>
                                <p:cTn id="22" presetID="2" presetClass="entr" presetSubtype="4" fill="hold" grpId="0" nodeType="afterEffect">
                                  <p:stCondLst>
                                    <p:cond delay="0"/>
                                  </p:stCondLst>
                                  <p:childTnLst>
                                    <p:set>
                                      <p:cBhvr>
                                        <p:cTn id="23" dur="1" fill="hold">
                                          <p:stCondLst>
                                            <p:cond delay="0"/>
                                          </p:stCondLst>
                                        </p:cTn>
                                        <p:tgtEl>
                                          <p:spTgt spid="72"/>
                                        </p:tgtEl>
                                        <p:attrNameLst>
                                          <p:attrName>style.visibility</p:attrName>
                                        </p:attrNameLst>
                                      </p:cBhvr>
                                      <p:to>
                                        <p:strVal val="visible"/>
                                      </p:to>
                                    </p:set>
                                    <p:anim calcmode="lin" valueType="num">
                                      <p:cBhvr additive="base">
                                        <p:cTn id="24" dur="500" fill="hold"/>
                                        <p:tgtEl>
                                          <p:spTgt spid="72"/>
                                        </p:tgtEl>
                                        <p:attrNameLst>
                                          <p:attrName>ppt_x</p:attrName>
                                        </p:attrNameLst>
                                      </p:cBhvr>
                                      <p:tavLst>
                                        <p:tav tm="0">
                                          <p:val>
                                            <p:strVal val="#ppt_x"/>
                                          </p:val>
                                        </p:tav>
                                        <p:tav tm="100000">
                                          <p:val>
                                            <p:strVal val="#ppt_x"/>
                                          </p:val>
                                        </p:tav>
                                      </p:tavLst>
                                    </p:anim>
                                    <p:anim calcmode="lin" valueType="num">
                                      <p:cBhvr additive="base">
                                        <p:cTn id="25" dur="500" fill="hold"/>
                                        <p:tgtEl>
                                          <p:spTgt spid="72"/>
                                        </p:tgtEl>
                                        <p:attrNameLst>
                                          <p:attrName>ppt_y</p:attrName>
                                        </p:attrNameLst>
                                      </p:cBhvr>
                                      <p:tavLst>
                                        <p:tav tm="0">
                                          <p:val>
                                            <p:strVal val="1+#ppt_h/2"/>
                                          </p:val>
                                        </p:tav>
                                        <p:tav tm="100000">
                                          <p:val>
                                            <p:strVal val="#ppt_y"/>
                                          </p:val>
                                        </p:tav>
                                      </p:tavLst>
                                    </p:anim>
                                  </p:childTnLst>
                                </p:cTn>
                              </p:par>
                            </p:childTnLst>
                          </p:cTn>
                        </p:par>
                        <p:par>
                          <p:cTn id="26" fill="hold">
                            <p:stCondLst>
                              <p:cond delay="2450"/>
                            </p:stCondLst>
                            <p:childTnLst>
                              <p:par>
                                <p:cTn id="27" presetID="22" presetClass="entr" presetSubtype="1" fill="hold" nodeType="afterEffect">
                                  <p:stCondLst>
                                    <p:cond delay="100"/>
                                  </p:stCondLst>
                                  <p:childTnLst>
                                    <p:set>
                                      <p:cBhvr>
                                        <p:cTn id="28" dur="1" fill="hold">
                                          <p:stCondLst>
                                            <p:cond delay="0"/>
                                          </p:stCondLst>
                                        </p:cTn>
                                        <p:tgtEl>
                                          <p:spTgt spid="71"/>
                                        </p:tgtEl>
                                        <p:attrNameLst>
                                          <p:attrName>style.visibility</p:attrName>
                                        </p:attrNameLst>
                                      </p:cBhvr>
                                      <p:to>
                                        <p:strVal val="visible"/>
                                      </p:to>
                                    </p:set>
                                    <p:animEffect transition="in" filter="wipe(up)">
                                      <p:cBhvr>
                                        <p:cTn id="29" dur="500"/>
                                        <p:tgtEl>
                                          <p:spTgt spid="71"/>
                                        </p:tgtEl>
                                      </p:cBhvr>
                                    </p:animEffect>
                                  </p:childTnLst>
                                </p:cTn>
                              </p:par>
                            </p:childTnLst>
                          </p:cTn>
                        </p:par>
                        <p:par>
                          <p:cTn id="30" fill="hold">
                            <p:stCondLst>
                              <p:cond delay="3050"/>
                            </p:stCondLst>
                            <p:childTnLst>
                              <p:par>
                                <p:cTn id="31" presetID="2" presetClass="entr" presetSubtype="4" fill="hold" grpId="0" nodeType="afterEffect">
                                  <p:stCondLst>
                                    <p:cond delay="0"/>
                                  </p:stCondLst>
                                  <p:childTnLst>
                                    <p:set>
                                      <p:cBhvr>
                                        <p:cTn id="32" dur="1" fill="hold">
                                          <p:stCondLst>
                                            <p:cond delay="0"/>
                                          </p:stCondLst>
                                        </p:cTn>
                                        <p:tgtEl>
                                          <p:spTgt spid="74"/>
                                        </p:tgtEl>
                                        <p:attrNameLst>
                                          <p:attrName>style.visibility</p:attrName>
                                        </p:attrNameLst>
                                      </p:cBhvr>
                                      <p:to>
                                        <p:strVal val="visible"/>
                                      </p:to>
                                    </p:set>
                                    <p:anim calcmode="lin" valueType="num">
                                      <p:cBhvr additive="base">
                                        <p:cTn id="33" dur="500" fill="hold"/>
                                        <p:tgtEl>
                                          <p:spTgt spid="74"/>
                                        </p:tgtEl>
                                        <p:attrNameLst>
                                          <p:attrName>ppt_x</p:attrName>
                                        </p:attrNameLst>
                                      </p:cBhvr>
                                      <p:tavLst>
                                        <p:tav tm="0">
                                          <p:val>
                                            <p:strVal val="#ppt_x"/>
                                          </p:val>
                                        </p:tav>
                                        <p:tav tm="100000">
                                          <p:val>
                                            <p:strVal val="#ppt_x"/>
                                          </p:val>
                                        </p:tav>
                                      </p:tavLst>
                                    </p:anim>
                                    <p:anim calcmode="lin" valueType="num">
                                      <p:cBhvr additive="base">
                                        <p:cTn id="34" dur="500" fill="hold"/>
                                        <p:tgtEl>
                                          <p:spTgt spid="74"/>
                                        </p:tgtEl>
                                        <p:attrNameLst>
                                          <p:attrName>ppt_y</p:attrName>
                                        </p:attrNameLst>
                                      </p:cBhvr>
                                      <p:tavLst>
                                        <p:tav tm="0">
                                          <p:val>
                                            <p:strVal val="1+#ppt_h/2"/>
                                          </p:val>
                                        </p:tav>
                                        <p:tav tm="100000">
                                          <p:val>
                                            <p:strVal val="#ppt_y"/>
                                          </p:val>
                                        </p:tav>
                                      </p:tavLst>
                                    </p:anim>
                                  </p:childTnLst>
                                </p:cTn>
                              </p:par>
                            </p:childTnLst>
                          </p:cTn>
                        </p:par>
                        <p:par>
                          <p:cTn id="35" fill="hold">
                            <p:stCondLst>
                              <p:cond delay="3550"/>
                            </p:stCondLst>
                            <p:childTnLst>
                              <p:par>
                                <p:cTn id="36" presetID="22" presetClass="entr" presetSubtype="1" fill="hold" nodeType="afterEffect">
                                  <p:stCondLst>
                                    <p:cond delay="100"/>
                                  </p:stCondLst>
                                  <p:childTnLst>
                                    <p:set>
                                      <p:cBhvr>
                                        <p:cTn id="37" dur="1" fill="hold">
                                          <p:stCondLst>
                                            <p:cond delay="0"/>
                                          </p:stCondLst>
                                        </p:cTn>
                                        <p:tgtEl>
                                          <p:spTgt spid="73"/>
                                        </p:tgtEl>
                                        <p:attrNameLst>
                                          <p:attrName>style.visibility</p:attrName>
                                        </p:attrNameLst>
                                      </p:cBhvr>
                                      <p:to>
                                        <p:strVal val="visible"/>
                                      </p:to>
                                    </p:set>
                                    <p:animEffect transition="in" filter="wipe(up)">
                                      <p:cBhvr>
                                        <p:cTn id="38" dur="500"/>
                                        <p:tgtEl>
                                          <p:spTgt spid="73"/>
                                        </p:tgtEl>
                                      </p:cBhvr>
                                    </p:animEffect>
                                  </p:childTnLst>
                                </p:cTn>
                              </p:par>
                            </p:childTnLst>
                          </p:cTn>
                        </p:par>
                        <p:par>
                          <p:cTn id="39" fill="hold">
                            <p:stCondLst>
                              <p:cond delay="4150"/>
                            </p:stCondLst>
                            <p:childTnLst>
                              <p:par>
                                <p:cTn id="40" presetID="2" presetClass="entr" presetSubtype="4" fill="hold" grpId="0" nodeType="afterEffect">
                                  <p:stCondLst>
                                    <p:cond delay="0"/>
                                  </p:stCondLst>
                                  <p:childTnLst>
                                    <p:set>
                                      <p:cBhvr>
                                        <p:cTn id="41" dur="1" fill="hold">
                                          <p:stCondLst>
                                            <p:cond delay="0"/>
                                          </p:stCondLst>
                                        </p:cTn>
                                        <p:tgtEl>
                                          <p:spTgt spid="76"/>
                                        </p:tgtEl>
                                        <p:attrNameLst>
                                          <p:attrName>style.visibility</p:attrName>
                                        </p:attrNameLst>
                                      </p:cBhvr>
                                      <p:to>
                                        <p:strVal val="visible"/>
                                      </p:to>
                                    </p:set>
                                    <p:anim calcmode="lin" valueType="num">
                                      <p:cBhvr additive="base">
                                        <p:cTn id="42" dur="500" fill="hold"/>
                                        <p:tgtEl>
                                          <p:spTgt spid="76"/>
                                        </p:tgtEl>
                                        <p:attrNameLst>
                                          <p:attrName>ppt_x</p:attrName>
                                        </p:attrNameLst>
                                      </p:cBhvr>
                                      <p:tavLst>
                                        <p:tav tm="0">
                                          <p:val>
                                            <p:strVal val="#ppt_x"/>
                                          </p:val>
                                        </p:tav>
                                        <p:tav tm="100000">
                                          <p:val>
                                            <p:strVal val="#ppt_x"/>
                                          </p:val>
                                        </p:tav>
                                      </p:tavLst>
                                    </p:anim>
                                    <p:anim calcmode="lin" valueType="num">
                                      <p:cBhvr additive="base">
                                        <p:cTn id="43" dur="500" fill="hold"/>
                                        <p:tgtEl>
                                          <p:spTgt spid="76"/>
                                        </p:tgtEl>
                                        <p:attrNameLst>
                                          <p:attrName>ppt_y</p:attrName>
                                        </p:attrNameLst>
                                      </p:cBhvr>
                                      <p:tavLst>
                                        <p:tav tm="0">
                                          <p:val>
                                            <p:strVal val="1+#ppt_h/2"/>
                                          </p:val>
                                        </p:tav>
                                        <p:tav tm="100000">
                                          <p:val>
                                            <p:strVal val="#ppt_y"/>
                                          </p:val>
                                        </p:tav>
                                      </p:tavLst>
                                    </p:anim>
                                  </p:childTnLst>
                                </p:cTn>
                              </p:par>
                            </p:childTnLst>
                          </p:cTn>
                        </p:par>
                        <p:par>
                          <p:cTn id="44" fill="hold">
                            <p:stCondLst>
                              <p:cond delay="4650"/>
                            </p:stCondLst>
                            <p:childTnLst>
                              <p:par>
                                <p:cTn id="45" presetID="22" presetClass="entr" presetSubtype="1" fill="hold" nodeType="afterEffect">
                                  <p:stCondLst>
                                    <p:cond delay="100"/>
                                  </p:stCondLst>
                                  <p:childTnLst>
                                    <p:set>
                                      <p:cBhvr>
                                        <p:cTn id="46" dur="1" fill="hold">
                                          <p:stCondLst>
                                            <p:cond delay="0"/>
                                          </p:stCondLst>
                                        </p:cTn>
                                        <p:tgtEl>
                                          <p:spTgt spid="75"/>
                                        </p:tgtEl>
                                        <p:attrNameLst>
                                          <p:attrName>style.visibility</p:attrName>
                                        </p:attrNameLst>
                                      </p:cBhvr>
                                      <p:to>
                                        <p:strVal val="visible"/>
                                      </p:to>
                                    </p:set>
                                    <p:animEffect transition="in" filter="wipe(up)">
                                      <p:cBhvr>
                                        <p:cTn id="47" dur="500"/>
                                        <p:tgtEl>
                                          <p:spTgt spid="75"/>
                                        </p:tgtEl>
                                      </p:cBhvr>
                                    </p:animEffect>
                                  </p:childTnLst>
                                </p:cTn>
                              </p:par>
                            </p:childTnLst>
                          </p:cTn>
                        </p:par>
                        <p:par>
                          <p:cTn id="48" fill="hold">
                            <p:stCondLst>
                              <p:cond delay="5250"/>
                            </p:stCondLst>
                            <p:childTnLst>
                              <p:par>
                                <p:cTn id="49" presetID="9" presetClass="entr" presetSubtype="0" fill="hold" grpId="0" nodeType="afterEffect">
                                  <p:stCondLst>
                                    <p:cond delay="100"/>
                                  </p:stCondLst>
                                  <p:childTnLst>
                                    <p:set>
                                      <p:cBhvr>
                                        <p:cTn id="50" dur="1" fill="hold">
                                          <p:stCondLst>
                                            <p:cond delay="0"/>
                                          </p:stCondLst>
                                        </p:cTn>
                                        <p:tgtEl>
                                          <p:spTgt spid="80"/>
                                        </p:tgtEl>
                                        <p:attrNameLst>
                                          <p:attrName>style.visibility</p:attrName>
                                        </p:attrNameLst>
                                      </p:cBhvr>
                                      <p:to>
                                        <p:strVal val="visible"/>
                                      </p:to>
                                    </p:set>
                                    <p:animEffect transition="in" filter="dissolve">
                                      <p:cBhvr>
                                        <p:cTn id="51" dur="500"/>
                                        <p:tgtEl>
                                          <p:spTgt spid="80"/>
                                        </p:tgtEl>
                                      </p:cBhvr>
                                    </p:animEffect>
                                  </p:childTnLst>
                                </p:cTn>
                              </p:par>
                            </p:childTnLst>
                          </p:cTn>
                        </p:par>
                        <p:par>
                          <p:cTn id="52" fill="hold">
                            <p:stCondLst>
                              <p:cond delay="5850"/>
                            </p:stCondLst>
                            <p:childTnLst>
                              <p:par>
                                <p:cTn id="53" presetID="22" presetClass="entr" presetSubtype="4" fill="hold" nodeType="afterEffect">
                                  <p:stCondLst>
                                    <p:cond delay="100"/>
                                  </p:stCondLst>
                                  <p:childTnLst>
                                    <p:set>
                                      <p:cBhvr>
                                        <p:cTn id="54" dur="1" fill="hold">
                                          <p:stCondLst>
                                            <p:cond delay="0"/>
                                          </p:stCondLst>
                                        </p:cTn>
                                        <p:tgtEl>
                                          <p:spTgt spid="81"/>
                                        </p:tgtEl>
                                        <p:attrNameLst>
                                          <p:attrName>style.visibility</p:attrName>
                                        </p:attrNameLst>
                                      </p:cBhvr>
                                      <p:to>
                                        <p:strVal val="visible"/>
                                      </p:to>
                                    </p:set>
                                    <p:animEffect transition="in" filter="wipe(down)">
                                      <p:cBhvr>
                                        <p:cTn id="55" dur="500"/>
                                        <p:tgtEl>
                                          <p:spTgt spid="81"/>
                                        </p:tgtEl>
                                      </p:cBhvr>
                                    </p:animEffect>
                                  </p:childTnLst>
                                </p:cTn>
                              </p:par>
                            </p:childTnLst>
                          </p:cTn>
                        </p:par>
                        <p:par>
                          <p:cTn id="56" fill="hold">
                            <p:stCondLst>
                              <p:cond delay="6450"/>
                            </p:stCondLst>
                            <p:childTnLst>
                              <p:par>
                                <p:cTn id="57" presetID="22" presetClass="entr" presetSubtype="8" fill="hold" grpId="0" nodeType="afterEffect">
                                  <p:stCondLst>
                                    <p:cond delay="100"/>
                                  </p:stCondLst>
                                  <p:childTnLst>
                                    <p:set>
                                      <p:cBhvr>
                                        <p:cTn id="58" dur="1" fill="hold">
                                          <p:stCondLst>
                                            <p:cond delay="0"/>
                                          </p:stCondLst>
                                        </p:cTn>
                                        <p:tgtEl>
                                          <p:spTgt spid="77"/>
                                        </p:tgtEl>
                                        <p:attrNameLst>
                                          <p:attrName>style.visibility</p:attrName>
                                        </p:attrNameLst>
                                      </p:cBhvr>
                                      <p:to>
                                        <p:strVal val="visible"/>
                                      </p:to>
                                    </p:set>
                                    <p:animEffect transition="in" filter="wipe(left)">
                                      <p:cBhvr>
                                        <p:cTn id="59" dur="500"/>
                                        <p:tgtEl>
                                          <p:spTgt spid="77"/>
                                        </p:tgtEl>
                                      </p:cBhvr>
                                    </p:animEffect>
                                  </p:childTnLst>
                                </p:cTn>
                              </p:par>
                            </p:childTnLst>
                          </p:cTn>
                        </p:par>
                        <p:par>
                          <p:cTn id="60" fill="hold">
                            <p:stCondLst>
                              <p:cond delay="7050"/>
                            </p:stCondLst>
                            <p:childTnLst>
                              <p:par>
                                <p:cTn id="61" presetID="9" presetClass="entr" presetSubtype="0" fill="hold" grpId="0" nodeType="afterEffect">
                                  <p:stCondLst>
                                    <p:cond delay="100"/>
                                  </p:stCondLst>
                                  <p:childTnLst>
                                    <p:set>
                                      <p:cBhvr>
                                        <p:cTn id="62" dur="1" fill="hold">
                                          <p:stCondLst>
                                            <p:cond delay="0"/>
                                          </p:stCondLst>
                                        </p:cTn>
                                        <p:tgtEl>
                                          <p:spTgt spid="78"/>
                                        </p:tgtEl>
                                        <p:attrNameLst>
                                          <p:attrName>style.visibility</p:attrName>
                                        </p:attrNameLst>
                                      </p:cBhvr>
                                      <p:to>
                                        <p:strVal val="visible"/>
                                      </p:to>
                                    </p:set>
                                    <p:animEffect transition="in" filter="dissolve">
                                      <p:cBhvr>
                                        <p:cTn id="63" dur="500"/>
                                        <p:tgtEl>
                                          <p:spTgt spid="78"/>
                                        </p:tgtEl>
                                      </p:cBhvr>
                                    </p:animEffect>
                                  </p:childTnLst>
                                </p:cTn>
                              </p:par>
                            </p:childTnLst>
                          </p:cTn>
                        </p:par>
                        <p:par>
                          <p:cTn id="64" fill="hold">
                            <p:stCondLst>
                              <p:cond delay="7650"/>
                            </p:stCondLst>
                            <p:childTnLst>
                              <p:par>
                                <p:cTn id="65" presetID="9" presetClass="entr" presetSubtype="0" fill="hold" nodeType="afterEffect">
                                  <p:stCondLst>
                                    <p:cond delay="100"/>
                                  </p:stCondLst>
                                  <p:childTnLst>
                                    <p:set>
                                      <p:cBhvr>
                                        <p:cTn id="66" dur="1" fill="hold">
                                          <p:stCondLst>
                                            <p:cond delay="0"/>
                                          </p:stCondLst>
                                        </p:cTn>
                                        <p:tgtEl>
                                          <p:spTgt spid="79"/>
                                        </p:tgtEl>
                                        <p:attrNameLst>
                                          <p:attrName>style.visibility</p:attrName>
                                        </p:attrNameLst>
                                      </p:cBhvr>
                                      <p:to>
                                        <p:strVal val="visible"/>
                                      </p:to>
                                    </p:set>
                                    <p:animEffect transition="in" filter="dissolve">
                                      <p:cBhvr>
                                        <p:cTn id="67" dur="500"/>
                                        <p:tgtEl>
                                          <p:spTgt spid="79"/>
                                        </p:tgtEl>
                                      </p:cBhvr>
                                    </p:animEffect>
                                  </p:childTnLst>
                                </p:cTn>
                              </p:par>
                            </p:childTnLst>
                          </p:cTn>
                        </p:par>
                        <p:par>
                          <p:cTn id="68" fill="hold">
                            <p:stCondLst>
                              <p:cond delay="8250"/>
                            </p:stCondLst>
                            <p:childTnLst>
                              <p:par>
                                <p:cTn id="69" presetID="22" presetClass="entr" presetSubtype="4" fill="hold" nodeType="afterEffect">
                                  <p:stCondLst>
                                    <p:cond delay="100"/>
                                  </p:stCondLst>
                                  <p:childTnLst>
                                    <p:set>
                                      <p:cBhvr>
                                        <p:cTn id="70" dur="1" fill="hold">
                                          <p:stCondLst>
                                            <p:cond delay="0"/>
                                          </p:stCondLst>
                                        </p:cTn>
                                        <p:tgtEl>
                                          <p:spTgt spid="85"/>
                                        </p:tgtEl>
                                        <p:attrNameLst>
                                          <p:attrName>style.visibility</p:attrName>
                                        </p:attrNameLst>
                                      </p:cBhvr>
                                      <p:to>
                                        <p:strVal val="visible"/>
                                      </p:to>
                                    </p:set>
                                    <p:animEffect transition="in" filter="wipe(down)">
                                      <p:cBhvr>
                                        <p:cTn id="71" dur="500"/>
                                        <p:tgtEl>
                                          <p:spTgt spid="85"/>
                                        </p:tgtEl>
                                      </p:cBhvr>
                                    </p:animEffect>
                                  </p:childTnLst>
                                </p:cTn>
                              </p:par>
                            </p:childTnLst>
                          </p:cTn>
                        </p:par>
                        <p:par>
                          <p:cTn id="72" fill="hold">
                            <p:stCondLst>
                              <p:cond delay="8850"/>
                            </p:stCondLst>
                            <p:childTnLst>
                              <p:par>
                                <p:cTn id="73" presetID="9" presetClass="entr" presetSubtype="0" fill="hold" grpId="0" nodeType="afterEffect">
                                  <p:stCondLst>
                                    <p:cond delay="100"/>
                                  </p:stCondLst>
                                  <p:childTnLst>
                                    <p:set>
                                      <p:cBhvr>
                                        <p:cTn id="74" dur="1" fill="hold">
                                          <p:stCondLst>
                                            <p:cond delay="0"/>
                                          </p:stCondLst>
                                        </p:cTn>
                                        <p:tgtEl>
                                          <p:spTgt spid="86"/>
                                        </p:tgtEl>
                                        <p:attrNameLst>
                                          <p:attrName>style.visibility</p:attrName>
                                        </p:attrNameLst>
                                      </p:cBhvr>
                                      <p:to>
                                        <p:strVal val="visible"/>
                                      </p:to>
                                    </p:set>
                                    <p:animEffect transition="in" filter="dissolve">
                                      <p:cBhvr>
                                        <p:cTn id="75" dur="500"/>
                                        <p:tgtEl>
                                          <p:spTgt spid="86"/>
                                        </p:tgtEl>
                                      </p:cBhvr>
                                    </p:animEffect>
                                  </p:childTnLst>
                                </p:cTn>
                              </p:par>
                            </p:childTnLst>
                          </p:cTn>
                        </p:par>
                        <p:par>
                          <p:cTn id="76" fill="hold">
                            <p:stCondLst>
                              <p:cond delay="9450"/>
                            </p:stCondLst>
                            <p:childTnLst>
                              <p:par>
                                <p:cTn id="77" presetID="22" presetClass="entr" presetSubtype="8" fill="hold" grpId="0" nodeType="afterEffect">
                                  <p:stCondLst>
                                    <p:cond delay="100"/>
                                  </p:stCondLst>
                                  <p:childTnLst>
                                    <p:set>
                                      <p:cBhvr>
                                        <p:cTn id="78" dur="1" fill="hold">
                                          <p:stCondLst>
                                            <p:cond delay="0"/>
                                          </p:stCondLst>
                                        </p:cTn>
                                        <p:tgtEl>
                                          <p:spTgt spid="82"/>
                                        </p:tgtEl>
                                        <p:attrNameLst>
                                          <p:attrName>style.visibility</p:attrName>
                                        </p:attrNameLst>
                                      </p:cBhvr>
                                      <p:to>
                                        <p:strVal val="visible"/>
                                      </p:to>
                                    </p:set>
                                    <p:animEffect transition="in" filter="wipe(left)">
                                      <p:cBhvr>
                                        <p:cTn id="79" dur="500"/>
                                        <p:tgtEl>
                                          <p:spTgt spid="82"/>
                                        </p:tgtEl>
                                      </p:cBhvr>
                                    </p:animEffect>
                                  </p:childTnLst>
                                </p:cTn>
                              </p:par>
                            </p:childTnLst>
                          </p:cTn>
                        </p:par>
                        <p:par>
                          <p:cTn id="80" fill="hold">
                            <p:stCondLst>
                              <p:cond delay="10050"/>
                            </p:stCondLst>
                            <p:childTnLst>
                              <p:par>
                                <p:cTn id="81" presetID="9" presetClass="entr" presetSubtype="0" fill="hold" grpId="0" nodeType="afterEffect">
                                  <p:stCondLst>
                                    <p:cond delay="100"/>
                                  </p:stCondLst>
                                  <p:childTnLst>
                                    <p:set>
                                      <p:cBhvr>
                                        <p:cTn id="82" dur="1" fill="hold">
                                          <p:stCondLst>
                                            <p:cond delay="0"/>
                                          </p:stCondLst>
                                        </p:cTn>
                                        <p:tgtEl>
                                          <p:spTgt spid="83"/>
                                        </p:tgtEl>
                                        <p:attrNameLst>
                                          <p:attrName>style.visibility</p:attrName>
                                        </p:attrNameLst>
                                      </p:cBhvr>
                                      <p:to>
                                        <p:strVal val="visible"/>
                                      </p:to>
                                    </p:set>
                                    <p:animEffect transition="in" filter="dissolve">
                                      <p:cBhvr>
                                        <p:cTn id="83" dur="500"/>
                                        <p:tgtEl>
                                          <p:spTgt spid="83"/>
                                        </p:tgtEl>
                                      </p:cBhvr>
                                    </p:animEffect>
                                  </p:childTnLst>
                                </p:cTn>
                              </p:par>
                            </p:childTnLst>
                          </p:cTn>
                        </p:par>
                        <p:par>
                          <p:cTn id="84" fill="hold">
                            <p:stCondLst>
                              <p:cond delay="10650"/>
                            </p:stCondLst>
                            <p:childTnLst>
                              <p:par>
                                <p:cTn id="85" presetID="9" presetClass="entr" presetSubtype="0" fill="hold" nodeType="afterEffect">
                                  <p:stCondLst>
                                    <p:cond delay="100"/>
                                  </p:stCondLst>
                                  <p:childTnLst>
                                    <p:set>
                                      <p:cBhvr>
                                        <p:cTn id="86" dur="1" fill="hold">
                                          <p:stCondLst>
                                            <p:cond delay="0"/>
                                          </p:stCondLst>
                                        </p:cTn>
                                        <p:tgtEl>
                                          <p:spTgt spid="84"/>
                                        </p:tgtEl>
                                        <p:attrNameLst>
                                          <p:attrName>style.visibility</p:attrName>
                                        </p:attrNameLst>
                                      </p:cBhvr>
                                      <p:to>
                                        <p:strVal val="visible"/>
                                      </p:to>
                                    </p:set>
                                    <p:animEffect transition="in" filter="dissolve">
                                      <p:cBhvr>
                                        <p:cTn id="87" dur="500"/>
                                        <p:tgtEl>
                                          <p:spTgt spid="84"/>
                                        </p:tgtEl>
                                      </p:cBhvr>
                                    </p:animEffect>
                                  </p:childTnLst>
                                </p:cTn>
                              </p:par>
                            </p:childTnLst>
                          </p:cTn>
                        </p:par>
                        <p:par>
                          <p:cTn id="88" fill="hold">
                            <p:stCondLst>
                              <p:cond delay="11250"/>
                            </p:stCondLst>
                            <p:childTnLst>
                              <p:par>
                                <p:cTn id="89" presetID="22" presetClass="entr" presetSubtype="4" fill="hold" nodeType="afterEffect">
                                  <p:stCondLst>
                                    <p:cond delay="100"/>
                                  </p:stCondLst>
                                  <p:childTnLst>
                                    <p:set>
                                      <p:cBhvr>
                                        <p:cTn id="90" dur="1" fill="hold">
                                          <p:stCondLst>
                                            <p:cond delay="0"/>
                                          </p:stCondLst>
                                        </p:cTn>
                                        <p:tgtEl>
                                          <p:spTgt spid="90"/>
                                        </p:tgtEl>
                                        <p:attrNameLst>
                                          <p:attrName>style.visibility</p:attrName>
                                        </p:attrNameLst>
                                      </p:cBhvr>
                                      <p:to>
                                        <p:strVal val="visible"/>
                                      </p:to>
                                    </p:set>
                                    <p:animEffect transition="in" filter="wipe(down)">
                                      <p:cBhvr>
                                        <p:cTn id="91" dur="500"/>
                                        <p:tgtEl>
                                          <p:spTgt spid="90"/>
                                        </p:tgtEl>
                                      </p:cBhvr>
                                    </p:animEffect>
                                  </p:childTnLst>
                                </p:cTn>
                              </p:par>
                            </p:childTnLst>
                          </p:cTn>
                        </p:par>
                        <p:par>
                          <p:cTn id="92" fill="hold">
                            <p:stCondLst>
                              <p:cond delay="11850"/>
                            </p:stCondLst>
                            <p:childTnLst>
                              <p:par>
                                <p:cTn id="93" presetID="9" presetClass="entr" presetSubtype="0" fill="hold" grpId="0" nodeType="afterEffect">
                                  <p:stCondLst>
                                    <p:cond delay="100"/>
                                  </p:stCondLst>
                                  <p:childTnLst>
                                    <p:set>
                                      <p:cBhvr>
                                        <p:cTn id="94" dur="1" fill="hold">
                                          <p:stCondLst>
                                            <p:cond delay="0"/>
                                          </p:stCondLst>
                                        </p:cTn>
                                        <p:tgtEl>
                                          <p:spTgt spid="91"/>
                                        </p:tgtEl>
                                        <p:attrNameLst>
                                          <p:attrName>style.visibility</p:attrName>
                                        </p:attrNameLst>
                                      </p:cBhvr>
                                      <p:to>
                                        <p:strVal val="visible"/>
                                      </p:to>
                                    </p:set>
                                    <p:animEffect transition="in" filter="dissolve">
                                      <p:cBhvr>
                                        <p:cTn id="95" dur="500"/>
                                        <p:tgtEl>
                                          <p:spTgt spid="91"/>
                                        </p:tgtEl>
                                      </p:cBhvr>
                                    </p:animEffect>
                                  </p:childTnLst>
                                </p:cTn>
                              </p:par>
                            </p:childTnLst>
                          </p:cTn>
                        </p:par>
                        <p:par>
                          <p:cTn id="96" fill="hold">
                            <p:stCondLst>
                              <p:cond delay="12450"/>
                            </p:stCondLst>
                            <p:childTnLst>
                              <p:par>
                                <p:cTn id="97" presetID="22" presetClass="entr" presetSubtype="8" fill="hold" grpId="0" nodeType="afterEffect">
                                  <p:stCondLst>
                                    <p:cond delay="100"/>
                                  </p:stCondLst>
                                  <p:childTnLst>
                                    <p:set>
                                      <p:cBhvr>
                                        <p:cTn id="98" dur="1" fill="hold">
                                          <p:stCondLst>
                                            <p:cond delay="0"/>
                                          </p:stCondLst>
                                        </p:cTn>
                                        <p:tgtEl>
                                          <p:spTgt spid="87"/>
                                        </p:tgtEl>
                                        <p:attrNameLst>
                                          <p:attrName>style.visibility</p:attrName>
                                        </p:attrNameLst>
                                      </p:cBhvr>
                                      <p:to>
                                        <p:strVal val="visible"/>
                                      </p:to>
                                    </p:set>
                                    <p:animEffect transition="in" filter="wipe(left)">
                                      <p:cBhvr>
                                        <p:cTn id="99" dur="500"/>
                                        <p:tgtEl>
                                          <p:spTgt spid="87"/>
                                        </p:tgtEl>
                                      </p:cBhvr>
                                    </p:animEffect>
                                  </p:childTnLst>
                                </p:cTn>
                              </p:par>
                            </p:childTnLst>
                          </p:cTn>
                        </p:par>
                        <p:par>
                          <p:cTn id="100" fill="hold">
                            <p:stCondLst>
                              <p:cond delay="13050"/>
                            </p:stCondLst>
                            <p:childTnLst>
                              <p:par>
                                <p:cTn id="101" presetID="9" presetClass="entr" presetSubtype="0" fill="hold" grpId="0" nodeType="afterEffect">
                                  <p:stCondLst>
                                    <p:cond delay="100"/>
                                  </p:stCondLst>
                                  <p:childTnLst>
                                    <p:set>
                                      <p:cBhvr>
                                        <p:cTn id="102" dur="1" fill="hold">
                                          <p:stCondLst>
                                            <p:cond delay="0"/>
                                          </p:stCondLst>
                                        </p:cTn>
                                        <p:tgtEl>
                                          <p:spTgt spid="88"/>
                                        </p:tgtEl>
                                        <p:attrNameLst>
                                          <p:attrName>style.visibility</p:attrName>
                                        </p:attrNameLst>
                                      </p:cBhvr>
                                      <p:to>
                                        <p:strVal val="visible"/>
                                      </p:to>
                                    </p:set>
                                    <p:animEffect transition="in" filter="dissolve">
                                      <p:cBhvr>
                                        <p:cTn id="103" dur="500"/>
                                        <p:tgtEl>
                                          <p:spTgt spid="88"/>
                                        </p:tgtEl>
                                      </p:cBhvr>
                                    </p:animEffect>
                                  </p:childTnLst>
                                </p:cTn>
                              </p:par>
                            </p:childTnLst>
                          </p:cTn>
                        </p:par>
                        <p:par>
                          <p:cTn id="104" fill="hold">
                            <p:stCondLst>
                              <p:cond delay="13650"/>
                            </p:stCondLst>
                            <p:childTnLst>
                              <p:par>
                                <p:cTn id="105" presetID="9" presetClass="entr" presetSubtype="0" fill="hold" nodeType="afterEffect">
                                  <p:stCondLst>
                                    <p:cond delay="100"/>
                                  </p:stCondLst>
                                  <p:childTnLst>
                                    <p:set>
                                      <p:cBhvr>
                                        <p:cTn id="106" dur="1" fill="hold">
                                          <p:stCondLst>
                                            <p:cond delay="0"/>
                                          </p:stCondLst>
                                        </p:cTn>
                                        <p:tgtEl>
                                          <p:spTgt spid="89"/>
                                        </p:tgtEl>
                                        <p:attrNameLst>
                                          <p:attrName>style.visibility</p:attrName>
                                        </p:attrNameLst>
                                      </p:cBhvr>
                                      <p:to>
                                        <p:strVal val="visible"/>
                                      </p:to>
                                    </p:set>
                                    <p:animEffect transition="in" filter="dissolve">
                                      <p:cBhvr>
                                        <p:cTn id="107" dur="500"/>
                                        <p:tgtEl>
                                          <p:spTgt spid="89"/>
                                        </p:tgtEl>
                                      </p:cBhvr>
                                    </p:animEffect>
                                  </p:childTnLst>
                                </p:cTn>
                              </p:par>
                            </p:childTnLst>
                          </p:cTn>
                        </p:par>
                        <p:par>
                          <p:cTn id="108" fill="hold">
                            <p:stCondLst>
                              <p:cond delay="14250"/>
                            </p:stCondLst>
                            <p:childTnLst>
                              <p:par>
                                <p:cTn id="109" presetID="22" presetClass="entr" presetSubtype="4" fill="hold" nodeType="afterEffect">
                                  <p:stCondLst>
                                    <p:cond delay="100"/>
                                  </p:stCondLst>
                                  <p:childTnLst>
                                    <p:set>
                                      <p:cBhvr>
                                        <p:cTn id="110" dur="1" fill="hold">
                                          <p:stCondLst>
                                            <p:cond delay="0"/>
                                          </p:stCondLst>
                                        </p:cTn>
                                        <p:tgtEl>
                                          <p:spTgt spid="94"/>
                                        </p:tgtEl>
                                        <p:attrNameLst>
                                          <p:attrName>style.visibility</p:attrName>
                                        </p:attrNameLst>
                                      </p:cBhvr>
                                      <p:to>
                                        <p:strVal val="visible"/>
                                      </p:to>
                                    </p:set>
                                    <p:animEffect transition="in" filter="wipe(down)">
                                      <p:cBhvr>
                                        <p:cTn id="111" dur="500"/>
                                        <p:tgtEl>
                                          <p:spTgt spid="94"/>
                                        </p:tgtEl>
                                      </p:cBhvr>
                                    </p:animEffect>
                                  </p:childTnLst>
                                </p:cTn>
                              </p:par>
                            </p:childTnLst>
                          </p:cTn>
                        </p:par>
                        <p:par>
                          <p:cTn id="112" fill="hold">
                            <p:stCondLst>
                              <p:cond delay="14850"/>
                            </p:stCondLst>
                            <p:childTnLst>
                              <p:par>
                                <p:cTn id="113" presetID="9" presetClass="entr" presetSubtype="0" fill="hold" grpId="0" nodeType="afterEffect">
                                  <p:stCondLst>
                                    <p:cond delay="100"/>
                                  </p:stCondLst>
                                  <p:childTnLst>
                                    <p:set>
                                      <p:cBhvr>
                                        <p:cTn id="114" dur="1" fill="hold">
                                          <p:stCondLst>
                                            <p:cond delay="0"/>
                                          </p:stCondLst>
                                        </p:cTn>
                                        <p:tgtEl>
                                          <p:spTgt spid="95"/>
                                        </p:tgtEl>
                                        <p:attrNameLst>
                                          <p:attrName>style.visibility</p:attrName>
                                        </p:attrNameLst>
                                      </p:cBhvr>
                                      <p:to>
                                        <p:strVal val="visible"/>
                                      </p:to>
                                    </p:set>
                                    <p:animEffect transition="in" filter="dissolve">
                                      <p:cBhvr>
                                        <p:cTn id="115" dur="500"/>
                                        <p:tgtEl>
                                          <p:spTgt spid="95"/>
                                        </p:tgtEl>
                                      </p:cBhvr>
                                    </p:animEffect>
                                  </p:childTnLst>
                                </p:cTn>
                              </p:par>
                            </p:childTnLst>
                          </p:cTn>
                        </p:par>
                        <p:par>
                          <p:cTn id="116" fill="hold">
                            <p:stCondLst>
                              <p:cond delay="15450"/>
                            </p:stCondLst>
                            <p:childTnLst>
                              <p:par>
                                <p:cTn id="117" presetID="22" presetClass="entr" presetSubtype="8" fill="hold" grpId="0" nodeType="afterEffect">
                                  <p:stCondLst>
                                    <p:cond delay="100"/>
                                  </p:stCondLst>
                                  <p:childTnLst>
                                    <p:set>
                                      <p:cBhvr>
                                        <p:cTn id="118" dur="1" fill="hold">
                                          <p:stCondLst>
                                            <p:cond delay="0"/>
                                          </p:stCondLst>
                                        </p:cTn>
                                        <p:tgtEl>
                                          <p:spTgt spid="104"/>
                                        </p:tgtEl>
                                        <p:attrNameLst>
                                          <p:attrName>style.visibility</p:attrName>
                                        </p:attrNameLst>
                                      </p:cBhvr>
                                      <p:to>
                                        <p:strVal val="visible"/>
                                      </p:to>
                                    </p:set>
                                    <p:animEffect transition="in" filter="wipe(left)">
                                      <p:cBhvr>
                                        <p:cTn id="119" dur="500"/>
                                        <p:tgtEl>
                                          <p:spTgt spid="104"/>
                                        </p:tgtEl>
                                      </p:cBhvr>
                                    </p:animEffect>
                                  </p:childTnLst>
                                </p:cTn>
                              </p:par>
                            </p:childTnLst>
                          </p:cTn>
                        </p:par>
                        <p:par>
                          <p:cTn id="120" fill="hold">
                            <p:stCondLst>
                              <p:cond delay="16050"/>
                            </p:stCondLst>
                            <p:childTnLst>
                              <p:par>
                                <p:cTn id="121" presetID="9" presetClass="entr" presetSubtype="0" fill="hold" grpId="0" nodeType="afterEffect">
                                  <p:stCondLst>
                                    <p:cond delay="100"/>
                                  </p:stCondLst>
                                  <p:childTnLst>
                                    <p:set>
                                      <p:cBhvr>
                                        <p:cTn id="122" dur="1" fill="hold">
                                          <p:stCondLst>
                                            <p:cond delay="0"/>
                                          </p:stCondLst>
                                        </p:cTn>
                                        <p:tgtEl>
                                          <p:spTgt spid="92"/>
                                        </p:tgtEl>
                                        <p:attrNameLst>
                                          <p:attrName>style.visibility</p:attrName>
                                        </p:attrNameLst>
                                      </p:cBhvr>
                                      <p:to>
                                        <p:strVal val="visible"/>
                                      </p:to>
                                    </p:set>
                                    <p:animEffect transition="in" filter="dissolve">
                                      <p:cBhvr>
                                        <p:cTn id="123" dur="500"/>
                                        <p:tgtEl>
                                          <p:spTgt spid="92"/>
                                        </p:tgtEl>
                                      </p:cBhvr>
                                    </p:animEffect>
                                  </p:childTnLst>
                                </p:cTn>
                              </p:par>
                            </p:childTnLst>
                          </p:cTn>
                        </p:par>
                        <p:par>
                          <p:cTn id="124" fill="hold">
                            <p:stCondLst>
                              <p:cond delay="16650"/>
                            </p:stCondLst>
                            <p:childTnLst>
                              <p:par>
                                <p:cTn id="125" presetID="9" presetClass="entr" presetSubtype="0" fill="hold" nodeType="afterEffect">
                                  <p:stCondLst>
                                    <p:cond delay="100"/>
                                  </p:stCondLst>
                                  <p:childTnLst>
                                    <p:set>
                                      <p:cBhvr>
                                        <p:cTn id="126" dur="1" fill="hold">
                                          <p:stCondLst>
                                            <p:cond delay="0"/>
                                          </p:stCondLst>
                                        </p:cTn>
                                        <p:tgtEl>
                                          <p:spTgt spid="93"/>
                                        </p:tgtEl>
                                        <p:attrNameLst>
                                          <p:attrName>style.visibility</p:attrName>
                                        </p:attrNameLst>
                                      </p:cBhvr>
                                      <p:to>
                                        <p:strVal val="visible"/>
                                      </p:to>
                                    </p:set>
                                    <p:animEffect transition="in" filter="dissolve">
                                      <p:cBhvr>
                                        <p:cTn id="127" dur="500"/>
                                        <p:tgtEl>
                                          <p:spTgt spid="93"/>
                                        </p:tgtEl>
                                      </p:cBhvr>
                                    </p:animEffect>
                                  </p:childTnLst>
                                </p:cTn>
                              </p:par>
                            </p:childTnLst>
                          </p:cTn>
                        </p:par>
                        <p:par>
                          <p:cTn id="128" fill="hold">
                            <p:stCondLst>
                              <p:cond delay="17250"/>
                            </p:stCondLst>
                            <p:childTnLst>
                              <p:par>
                                <p:cTn id="129" presetID="22" presetClass="entr" presetSubtype="4" fill="hold" nodeType="afterEffect">
                                  <p:stCondLst>
                                    <p:cond delay="100"/>
                                  </p:stCondLst>
                                  <p:childTnLst>
                                    <p:set>
                                      <p:cBhvr>
                                        <p:cTn id="130" dur="1" fill="hold">
                                          <p:stCondLst>
                                            <p:cond delay="0"/>
                                          </p:stCondLst>
                                        </p:cTn>
                                        <p:tgtEl>
                                          <p:spTgt spid="98"/>
                                        </p:tgtEl>
                                        <p:attrNameLst>
                                          <p:attrName>style.visibility</p:attrName>
                                        </p:attrNameLst>
                                      </p:cBhvr>
                                      <p:to>
                                        <p:strVal val="visible"/>
                                      </p:to>
                                    </p:set>
                                    <p:animEffect transition="in" filter="wipe(down)">
                                      <p:cBhvr>
                                        <p:cTn id="131" dur="500"/>
                                        <p:tgtEl>
                                          <p:spTgt spid="98"/>
                                        </p:tgtEl>
                                      </p:cBhvr>
                                    </p:animEffect>
                                  </p:childTnLst>
                                </p:cTn>
                              </p:par>
                            </p:childTnLst>
                          </p:cTn>
                        </p:par>
                        <p:par>
                          <p:cTn id="132" fill="hold">
                            <p:stCondLst>
                              <p:cond delay="17850"/>
                            </p:stCondLst>
                            <p:childTnLst>
                              <p:par>
                                <p:cTn id="133" presetID="9" presetClass="entr" presetSubtype="0" fill="hold" grpId="0" nodeType="afterEffect">
                                  <p:stCondLst>
                                    <p:cond delay="100"/>
                                  </p:stCondLst>
                                  <p:childTnLst>
                                    <p:set>
                                      <p:cBhvr>
                                        <p:cTn id="134" dur="1" fill="hold">
                                          <p:stCondLst>
                                            <p:cond delay="0"/>
                                          </p:stCondLst>
                                        </p:cTn>
                                        <p:tgtEl>
                                          <p:spTgt spid="99"/>
                                        </p:tgtEl>
                                        <p:attrNameLst>
                                          <p:attrName>style.visibility</p:attrName>
                                        </p:attrNameLst>
                                      </p:cBhvr>
                                      <p:to>
                                        <p:strVal val="visible"/>
                                      </p:to>
                                    </p:set>
                                    <p:animEffect transition="in" filter="dissolve">
                                      <p:cBhvr>
                                        <p:cTn id="135" dur="500"/>
                                        <p:tgtEl>
                                          <p:spTgt spid="99"/>
                                        </p:tgtEl>
                                      </p:cBhvr>
                                    </p:animEffect>
                                  </p:childTnLst>
                                </p:cTn>
                              </p:par>
                            </p:childTnLst>
                          </p:cTn>
                        </p:par>
                        <p:par>
                          <p:cTn id="136" fill="hold">
                            <p:stCondLst>
                              <p:cond delay="18450"/>
                            </p:stCondLst>
                            <p:childTnLst>
                              <p:par>
                                <p:cTn id="137" presetID="22" presetClass="entr" presetSubtype="8" fill="hold" grpId="0" nodeType="afterEffect">
                                  <p:stCondLst>
                                    <p:cond delay="100"/>
                                  </p:stCondLst>
                                  <p:childTnLst>
                                    <p:set>
                                      <p:cBhvr>
                                        <p:cTn id="138" dur="1" fill="hold">
                                          <p:stCondLst>
                                            <p:cond delay="0"/>
                                          </p:stCondLst>
                                        </p:cTn>
                                        <p:tgtEl>
                                          <p:spTgt spid="105"/>
                                        </p:tgtEl>
                                        <p:attrNameLst>
                                          <p:attrName>style.visibility</p:attrName>
                                        </p:attrNameLst>
                                      </p:cBhvr>
                                      <p:to>
                                        <p:strVal val="visible"/>
                                      </p:to>
                                    </p:set>
                                    <p:animEffect transition="in" filter="wipe(left)">
                                      <p:cBhvr>
                                        <p:cTn id="139" dur="500"/>
                                        <p:tgtEl>
                                          <p:spTgt spid="105"/>
                                        </p:tgtEl>
                                      </p:cBhvr>
                                    </p:animEffect>
                                  </p:childTnLst>
                                </p:cTn>
                              </p:par>
                            </p:childTnLst>
                          </p:cTn>
                        </p:par>
                        <p:par>
                          <p:cTn id="140" fill="hold">
                            <p:stCondLst>
                              <p:cond delay="19050"/>
                            </p:stCondLst>
                            <p:childTnLst>
                              <p:par>
                                <p:cTn id="141" presetID="9" presetClass="entr" presetSubtype="0" fill="hold" grpId="0" nodeType="afterEffect">
                                  <p:stCondLst>
                                    <p:cond delay="100"/>
                                  </p:stCondLst>
                                  <p:childTnLst>
                                    <p:set>
                                      <p:cBhvr>
                                        <p:cTn id="142" dur="1" fill="hold">
                                          <p:stCondLst>
                                            <p:cond delay="0"/>
                                          </p:stCondLst>
                                        </p:cTn>
                                        <p:tgtEl>
                                          <p:spTgt spid="96"/>
                                        </p:tgtEl>
                                        <p:attrNameLst>
                                          <p:attrName>style.visibility</p:attrName>
                                        </p:attrNameLst>
                                      </p:cBhvr>
                                      <p:to>
                                        <p:strVal val="visible"/>
                                      </p:to>
                                    </p:set>
                                    <p:animEffect transition="in" filter="dissolve">
                                      <p:cBhvr>
                                        <p:cTn id="143" dur="500"/>
                                        <p:tgtEl>
                                          <p:spTgt spid="96"/>
                                        </p:tgtEl>
                                      </p:cBhvr>
                                    </p:animEffect>
                                  </p:childTnLst>
                                </p:cTn>
                              </p:par>
                            </p:childTnLst>
                          </p:cTn>
                        </p:par>
                        <p:par>
                          <p:cTn id="144" fill="hold">
                            <p:stCondLst>
                              <p:cond delay="19650"/>
                            </p:stCondLst>
                            <p:childTnLst>
                              <p:par>
                                <p:cTn id="145" presetID="9" presetClass="entr" presetSubtype="0" fill="hold" nodeType="afterEffect">
                                  <p:stCondLst>
                                    <p:cond delay="100"/>
                                  </p:stCondLst>
                                  <p:childTnLst>
                                    <p:set>
                                      <p:cBhvr>
                                        <p:cTn id="146" dur="1" fill="hold">
                                          <p:stCondLst>
                                            <p:cond delay="0"/>
                                          </p:stCondLst>
                                        </p:cTn>
                                        <p:tgtEl>
                                          <p:spTgt spid="97"/>
                                        </p:tgtEl>
                                        <p:attrNameLst>
                                          <p:attrName>style.visibility</p:attrName>
                                        </p:attrNameLst>
                                      </p:cBhvr>
                                      <p:to>
                                        <p:strVal val="visible"/>
                                      </p:to>
                                    </p:set>
                                    <p:animEffect transition="in" filter="dissolve">
                                      <p:cBhvr>
                                        <p:cTn id="147" dur="500"/>
                                        <p:tgtEl>
                                          <p:spTgt spid="97"/>
                                        </p:tgtEl>
                                      </p:cBhvr>
                                    </p:animEffect>
                                  </p:childTnLst>
                                </p:cTn>
                              </p:par>
                            </p:childTnLst>
                          </p:cTn>
                        </p:par>
                        <p:par>
                          <p:cTn id="148" fill="hold">
                            <p:stCondLst>
                              <p:cond delay="20250"/>
                            </p:stCondLst>
                            <p:childTnLst>
                              <p:par>
                                <p:cTn id="149" presetID="9" presetClass="entr" presetSubtype="0" fill="hold" grpId="0" nodeType="afterEffect">
                                  <p:stCondLst>
                                    <p:cond delay="100"/>
                                  </p:stCondLst>
                                  <p:childTnLst>
                                    <p:set>
                                      <p:cBhvr>
                                        <p:cTn id="150" dur="1" fill="hold">
                                          <p:stCondLst>
                                            <p:cond delay="0"/>
                                          </p:stCondLst>
                                        </p:cTn>
                                        <p:tgtEl>
                                          <p:spTgt spid="102"/>
                                        </p:tgtEl>
                                        <p:attrNameLst>
                                          <p:attrName>style.visibility</p:attrName>
                                        </p:attrNameLst>
                                      </p:cBhvr>
                                      <p:to>
                                        <p:strVal val="visible"/>
                                      </p:to>
                                    </p:set>
                                    <p:animEffect transition="in" filter="dissolve">
                                      <p:cBhvr>
                                        <p:cTn id="151" dur="500"/>
                                        <p:tgtEl>
                                          <p:spTgt spid="102"/>
                                        </p:tgtEl>
                                      </p:cBhvr>
                                    </p:animEffect>
                                  </p:childTnLst>
                                </p:cTn>
                              </p:par>
                            </p:childTnLst>
                          </p:cTn>
                        </p:par>
                        <p:par>
                          <p:cTn id="152" fill="hold">
                            <p:stCondLst>
                              <p:cond delay="20850"/>
                            </p:stCondLst>
                            <p:childTnLst>
                              <p:par>
                                <p:cTn id="153" presetID="22" presetClass="entr" presetSubtype="4" fill="hold" nodeType="afterEffect">
                                  <p:stCondLst>
                                    <p:cond delay="100"/>
                                  </p:stCondLst>
                                  <p:childTnLst>
                                    <p:set>
                                      <p:cBhvr>
                                        <p:cTn id="154" dur="1" fill="hold">
                                          <p:stCondLst>
                                            <p:cond delay="0"/>
                                          </p:stCondLst>
                                        </p:cTn>
                                        <p:tgtEl>
                                          <p:spTgt spid="103"/>
                                        </p:tgtEl>
                                        <p:attrNameLst>
                                          <p:attrName>style.visibility</p:attrName>
                                        </p:attrNameLst>
                                      </p:cBhvr>
                                      <p:to>
                                        <p:strVal val="visible"/>
                                      </p:to>
                                    </p:set>
                                    <p:animEffect transition="in" filter="wipe(down)">
                                      <p:cBhvr>
                                        <p:cTn id="155" dur="500"/>
                                        <p:tgtEl>
                                          <p:spTgt spid="103"/>
                                        </p:tgtEl>
                                      </p:cBhvr>
                                    </p:animEffect>
                                  </p:childTnLst>
                                </p:cTn>
                              </p:par>
                            </p:childTnLst>
                          </p:cTn>
                        </p:par>
                        <p:par>
                          <p:cTn id="156" fill="hold">
                            <p:stCondLst>
                              <p:cond delay="21450"/>
                            </p:stCondLst>
                            <p:childTnLst>
                              <p:par>
                                <p:cTn id="157" presetID="22" presetClass="entr" presetSubtype="8" fill="hold" nodeType="afterEffect">
                                  <p:stCondLst>
                                    <p:cond delay="100"/>
                                  </p:stCondLst>
                                  <p:childTnLst>
                                    <p:set>
                                      <p:cBhvr>
                                        <p:cTn id="158" dur="1" fill="hold">
                                          <p:stCondLst>
                                            <p:cond delay="0"/>
                                          </p:stCondLst>
                                        </p:cTn>
                                        <p:tgtEl>
                                          <p:spTgt spid="106"/>
                                        </p:tgtEl>
                                        <p:attrNameLst>
                                          <p:attrName>style.visibility</p:attrName>
                                        </p:attrNameLst>
                                      </p:cBhvr>
                                      <p:to>
                                        <p:strVal val="visible"/>
                                      </p:to>
                                    </p:set>
                                    <p:animEffect transition="in" filter="wipe(left)">
                                      <p:cBhvr>
                                        <p:cTn id="159" dur="500"/>
                                        <p:tgtEl>
                                          <p:spTgt spid="106"/>
                                        </p:tgtEl>
                                      </p:cBhvr>
                                    </p:animEffect>
                                  </p:childTnLst>
                                </p:cTn>
                              </p:par>
                            </p:childTnLst>
                          </p:cTn>
                        </p:par>
                        <p:par>
                          <p:cTn id="160" fill="hold">
                            <p:stCondLst>
                              <p:cond delay="22050"/>
                            </p:stCondLst>
                            <p:childTnLst>
                              <p:par>
                                <p:cTn id="161" presetID="9" presetClass="entr" presetSubtype="0" fill="hold" grpId="0" nodeType="afterEffect">
                                  <p:stCondLst>
                                    <p:cond delay="100"/>
                                  </p:stCondLst>
                                  <p:childTnLst>
                                    <p:set>
                                      <p:cBhvr>
                                        <p:cTn id="162" dur="1" fill="hold">
                                          <p:stCondLst>
                                            <p:cond delay="0"/>
                                          </p:stCondLst>
                                        </p:cTn>
                                        <p:tgtEl>
                                          <p:spTgt spid="100"/>
                                        </p:tgtEl>
                                        <p:attrNameLst>
                                          <p:attrName>style.visibility</p:attrName>
                                        </p:attrNameLst>
                                      </p:cBhvr>
                                      <p:to>
                                        <p:strVal val="visible"/>
                                      </p:to>
                                    </p:set>
                                    <p:animEffect transition="in" filter="dissolve">
                                      <p:cBhvr>
                                        <p:cTn id="163" dur="500"/>
                                        <p:tgtEl>
                                          <p:spTgt spid="100"/>
                                        </p:tgtEl>
                                      </p:cBhvr>
                                    </p:animEffect>
                                  </p:childTnLst>
                                </p:cTn>
                              </p:par>
                            </p:childTnLst>
                          </p:cTn>
                        </p:par>
                        <p:par>
                          <p:cTn id="164" fill="hold">
                            <p:stCondLst>
                              <p:cond delay="22650"/>
                            </p:stCondLst>
                            <p:childTnLst>
                              <p:par>
                                <p:cTn id="165" presetID="9" presetClass="entr" presetSubtype="0" fill="hold" nodeType="afterEffect">
                                  <p:stCondLst>
                                    <p:cond delay="100"/>
                                  </p:stCondLst>
                                  <p:childTnLst>
                                    <p:set>
                                      <p:cBhvr>
                                        <p:cTn id="166" dur="1" fill="hold">
                                          <p:stCondLst>
                                            <p:cond delay="0"/>
                                          </p:stCondLst>
                                        </p:cTn>
                                        <p:tgtEl>
                                          <p:spTgt spid="101"/>
                                        </p:tgtEl>
                                        <p:attrNameLst>
                                          <p:attrName>style.visibility</p:attrName>
                                        </p:attrNameLst>
                                      </p:cBhvr>
                                      <p:to>
                                        <p:strVal val="visible"/>
                                      </p:to>
                                    </p:set>
                                    <p:animEffect transition="in" filter="dissolve">
                                      <p:cBhvr>
                                        <p:cTn id="167" dur="500"/>
                                        <p:tgtEl>
                                          <p:spTgt spid="101"/>
                                        </p:tgtEl>
                                      </p:cBhvr>
                                    </p:animEffect>
                                  </p:childTnLst>
                                </p:cTn>
                              </p:par>
                            </p:childTnLst>
                          </p:cTn>
                        </p:par>
                        <p:par>
                          <p:cTn id="168" fill="hold">
                            <p:stCondLst>
                              <p:cond delay="23250"/>
                            </p:stCondLst>
                            <p:childTnLst>
                              <p:par>
                                <p:cTn id="169" presetID="9" presetClass="entr" presetSubtype="0" fill="hold" grpId="0" nodeType="afterEffect">
                                  <p:stCondLst>
                                    <p:cond delay="100"/>
                                  </p:stCondLst>
                                  <p:childTnLst>
                                    <p:set>
                                      <p:cBhvr>
                                        <p:cTn id="170" dur="1" fill="hold">
                                          <p:stCondLst>
                                            <p:cond delay="0"/>
                                          </p:stCondLst>
                                        </p:cTn>
                                        <p:tgtEl>
                                          <p:spTgt spid="67"/>
                                        </p:tgtEl>
                                        <p:attrNameLst>
                                          <p:attrName>style.visibility</p:attrName>
                                        </p:attrNameLst>
                                      </p:cBhvr>
                                      <p:to>
                                        <p:strVal val="visible"/>
                                      </p:to>
                                    </p:set>
                                    <p:animEffect transition="in" filter="dissolve">
                                      <p:cBhvr>
                                        <p:cTn id="171" dur="500"/>
                                        <p:tgtEl>
                                          <p:spTgt spid="67"/>
                                        </p:tgtEl>
                                      </p:cBhvr>
                                    </p:animEffect>
                                  </p:childTnLst>
                                </p:cTn>
                              </p:par>
                            </p:childTnLst>
                          </p:cTn>
                        </p:par>
                        <p:par>
                          <p:cTn id="172" fill="hold">
                            <p:stCondLst>
                              <p:cond delay="23850"/>
                            </p:stCondLst>
                            <p:childTnLst>
                              <p:par>
                                <p:cTn id="173" presetID="9" presetClass="entr" presetSubtype="0" fill="hold" grpId="0" nodeType="afterEffect">
                                  <p:stCondLst>
                                    <p:cond delay="100"/>
                                  </p:stCondLst>
                                  <p:childTnLst>
                                    <p:set>
                                      <p:cBhvr>
                                        <p:cTn id="174" dur="1" fill="hold">
                                          <p:stCondLst>
                                            <p:cond delay="0"/>
                                          </p:stCondLst>
                                        </p:cTn>
                                        <p:tgtEl>
                                          <p:spTgt spid="68"/>
                                        </p:tgtEl>
                                        <p:attrNameLst>
                                          <p:attrName>style.visibility</p:attrName>
                                        </p:attrNameLst>
                                      </p:cBhvr>
                                      <p:to>
                                        <p:strVal val="visible"/>
                                      </p:to>
                                    </p:set>
                                    <p:animEffect transition="in" filter="dissolve">
                                      <p:cBhvr>
                                        <p:cTn id="175" dur="500"/>
                                        <p:tgtEl>
                                          <p:spTgt spid="68"/>
                                        </p:tgtEl>
                                      </p:cBhvr>
                                    </p:animEffect>
                                  </p:childTnLst>
                                </p:cTn>
                              </p:par>
                            </p:childTnLst>
                          </p:cTn>
                        </p:par>
                        <p:par>
                          <p:cTn id="176" fill="hold">
                            <p:stCondLst>
                              <p:cond delay="24450"/>
                            </p:stCondLst>
                            <p:childTnLst>
                              <p:par>
                                <p:cTn id="177" presetID="9" presetClass="entr" presetSubtype="0" fill="hold" grpId="0" nodeType="afterEffect">
                                  <p:stCondLst>
                                    <p:cond delay="100"/>
                                  </p:stCondLst>
                                  <p:childTnLst>
                                    <p:set>
                                      <p:cBhvr>
                                        <p:cTn id="178" dur="1" fill="hold">
                                          <p:stCondLst>
                                            <p:cond delay="0"/>
                                          </p:stCondLst>
                                        </p:cTn>
                                        <p:tgtEl>
                                          <p:spTgt spid="64"/>
                                        </p:tgtEl>
                                        <p:attrNameLst>
                                          <p:attrName>style.visibility</p:attrName>
                                        </p:attrNameLst>
                                      </p:cBhvr>
                                      <p:to>
                                        <p:strVal val="visible"/>
                                      </p:to>
                                    </p:set>
                                    <p:animEffect transition="in" filter="dissolve">
                                      <p:cBhvr>
                                        <p:cTn id="179" dur="500"/>
                                        <p:tgtEl>
                                          <p:spTgt spid="64"/>
                                        </p:tgtEl>
                                      </p:cBhvr>
                                    </p:animEffect>
                                  </p:childTnLst>
                                </p:cTn>
                              </p:par>
                            </p:childTnLst>
                          </p:cTn>
                        </p:par>
                        <p:par>
                          <p:cTn id="180" fill="hold">
                            <p:stCondLst>
                              <p:cond delay="25050"/>
                            </p:stCondLst>
                            <p:childTnLst>
                              <p:par>
                                <p:cTn id="181" presetID="9" presetClass="entr" presetSubtype="0" fill="hold" grpId="0" nodeType="afterEffect">
                                  <p:stCondLst>
                                    <p:cond delay="100"/>
                                  </p:stCondLst>
                                  <p:childTnLst>
                                    <p:set>
                                      <p:cBhvr>
                                        <p:cTn id="182" dur="1" fill="hold">
                                          <p:stCondLst>
                                            <p:cond delay="0"/>
                                          </p:stCondLst>
                                        </p:cTn>
                                        <p:tgtEl>
                                          <p:spTgt spid="66"/>
                                        </p:tgtEl>
                                        <p:attrNameLst>
                                          <p:attrName>style.visibility</p:attrName>
                                        </p:attrNameLst>
                                      </p:cBhvr>
                                      <p:to>
                                        <p:strVal val="visible"/>
                                      </p:to>
                                    </p:set>
                                    <p:animEffect transition="in" filter="dissolve">
                                      <p:cBhvr>
                                        <p:cTn id="183" dur="500"/>
                                        <p:tgtEl>
                                          <p:spTgt spid="66"/>
                                        </p:tgtEl>
                                      </p:cBhvr>
                                    </p:animEffect>
                                  </p:childTnLst>
                                </p:cTn>
                              </p:par>
                            </p:childTnLst>
                          </p:cTn>
                        </p:par>
                        <p:par>
                          <p:cTn id="184" fill="hold">
                            <p:stCondLst>
                              <p:cond delay="25650"/>
                            </p:stCondLst>
                            <p:childTnLst>
                              <p:par>
                                <p:cTn id="185" presetID="9" presetClass="entr" presetSubtype="0" fill="hold" grpId="0" nodeType="afterEffect">
                                  <p:stCondLst>
                                    <p:cond delay="100"/>
                                  </p:stCondLst>
                                  <p:childTnLst>
                                    <p:set>
                                      <p:cBhvr>
                                        <p:cTn id="186" dur="1" fill="hold">
                                          <p:stCondLst>
                                            <p:cond delay="0"/>
                                          </p:stCondLst>
                                        </p:cTn>
                                        <p:tgtEl>
                                          <p:spTgt spid="65"/>
                                        </p:tgtEl>
                                        <p:attrNameLst>
                                          <p:attrName>style.visibility</p:attrName>
                                        </p:attrNameLst>
                                      </p:cBhvr>
                                      <p:to>
                                        <p:strVal val="visible"/>
                                      </p:to>
                                    </p:set>
                                    <p:animEffect transition="in" filter="dissolve">
                                      <p:cBhvr>
                                        <p:cTn id="187" dur="500"/>
                                        <p:tgtEl>
                                          <p:spTgt spid="65"/>
                                        </p:tgtEl>
                                      </p:cBhvr>
                                    </p:animEffect>
                                  </p:childTnLst>
                                </p:cTn>
                              </p:par>
                            </p:childTnLst>
                          </p:cTn>
                        </p:par>
                        <p:par>
                          <p:cTn id="188" fill="hold">
                            <p:stCondLst>
                              <p:cond delay="26250"/>
                            </p:stCondLst>
                            <p:childTnLst>
                              <p:par>
                                <p:cTn id="189" presetID="9" presetClass="entr" presetSubtype="0" fill="hold" grpId="0" nodeType="afterEffect">
                                  <p:stCondLst>
                                    <p:cond delay="100"/>
                                  </p:stCondLst>
                                  <p:childTnLst>
                                    <p:set>
                                      <p:cBhvr>
                                        <p:cTn id="190" dur="1" fill="hold">
                                          <p:stCondLst>
                                            <p:cond delay="0"/>
                                          </p:stCondLst>
                                        </p:cTn>
                                        <p:tgtEl>
                                          <p:spTgt spid="63"/>
                                        </p:tgtEl>
                                        <p:attrNameLst>
                                          <p:attrName>style.visibility</p:attrName>
                                        </p:attrNameLst>
                                      </p:cBhvr>
                                      <p:to>
                                        <p:strVal val="visible"/>
                                      </p:to>
                                    </p:set>
                                    <p:animEffect transition="in" filter="dissolve">
                                      <p:cBhvr>
                                        <p:cTn id="19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autoUpdateAnimBg="0"/>
      <p:bldP spid="64" grpId="0" autoUpdateAnimBg="0"/>
      <p:bldP spid="65" grpId="0" autoUpdateAnimBg="0"/>
      <p:bldP spid="66" grpId="0" autoUpdateAnimBg="0"/>
      <p:bldP spid="67" grpId="0" autoUpdateAnimBg="0"/>
      <p:bldP spid="68" grpId="0" autoUpdateAnimBg="0"/>
      <p:bldP spid="70" grpId="0" autoUpdateAnimBg="0"/>
      <p:bldP spid="72" grpId="0" autoUpdateAnimBg="0"/>
      <p:bldP spid="74" grpId="0" autoUpdateAnimBg="0"/>
      <p:bldP spid="76" grpId="0" autoUpdateAnimBg="0"/>
      <p:bldP spid="77" grpId="0" animBg="1"/>
      <p:bldP spid="78" grpId="0" animBg="1"/>
      <p:bldP spid="80" grpId="0" autoUpdateAnimBg="0"/>
      <p:bldP spid="82" grpId="0" animBg="1"/>
      <p:bldP spid="83" grpId="0" animBg="1"/>
      <p:bldP spid="86" grpId="0" autoUpdateAnimBg="0"/>
      <p:bldP spid="87" grpId="0" animBg="1"/>
      <p:bldP spid="88" grpId="0" animBg="1"/>
      <p:bldP spid="91" grpId="0" autoUpdateAnimBg="0"/>
      <p:bldP spid="92" grpId="0" animBg="1"/>
      <p:bldP spid="95" grpId="0" autoUpdateAnimBg="0"/>
      <p:bldP spid="96" grpId="0" animBg="1"/>
      <p:bldP spid="99" grpId="0" autoUpdateAnimBg="0"/>
      <p:bldP spid="100" grpId="0" animBg="1"/>
      <p:bldP spid="102" grpId="0" animBg="1" autoUpdateAnimBg="0"/>
      <p:bldP spid="104" grpId="0" animBg="1"/>
      <p:bldP spid="105"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ULTRA_SCORM_COURSE_ID" val="9E7965BD-BA7C-4284-B303-3DF26FF20985"/>
  <p:tag name="ISPRING_SCORM_RATE_SLIDES" val="1"/>
  <p:tag name="ISPRINGONLINEFOLDERID" val="0"/>
  <p:tag name="ISPRINGONLINEFOLDERPATH" val="Content List"/>
  <p:tag name="ISPRINGCLOUDFOLDERID" val="0"/>
  <p:tag name="ISPRINGCLOUDFOLDERPATH" val="Repository"/>
  <p:tag name="ISPRING_PLAYERS_CUSTOMIZATION" val="UEsDBBQAAgAIAEOUV0cNwDEewAEAANoDAAAPAAAAbm9uZS9wbGF5ZXIueG1spZJPb9QwEMXPW6nfIfK9dpYKUa0cekDKiaJKC4jbyptME1PHDp4Ju/vtmfzZpFuQQOKQaPIy72fPs/X9sXHJT4hog8/EWqYiAV+E0voqE18+5zd34v799ZVunTlBTGyZCR88iKQELKJtiX2PhupMvBAkQ0XCL4+bI9pM1ETtRqnD4SAPtzLESr1J07X69vBxW9TQmBvrkYwvmLvs5VYkbbQhWjpl4l0qrq9WA/ICZ5F7fIXBdf3KKIvQqDYCgieIatz2bN3Q3838NMErOrWAgkdfDbPvTfH8EMrOAfbaSo9tWyDqCYO20rSx6zufYCwyMTbsGkA0FaB0vhJq9Ko/mPWTM1hPHLzA9ty22zuLNYsjfejeLerubBmyVxNHXYJ0M0wwnGLeOZeDoS5CKZIIPzrLVd5jv85HkK7FuJzn7h0+Wy/xULDGVW4KCvH0gR18JFOUco5ejtHLwdTbh+ITF49TnNsFMgezhKBratzbf86j7/6fOEp4Mp0jcV7B+hKOueW/BA2PQsAz9pqk1sl+tTOVd9ftmxdX40Iadzdl8R1FQiZWwNewNGTUos8w9Zqm1fg5JTTHotXv91JPRC5/AVBLAQIAABQAAgAIAEOUV0cNwDEewAEAANoDAAAPAAAAAAAAAAEAAAAAAAAAAABub25lL3BsYXllci54bWxQSwUGAAAAAAEAAQA9AAAA7QEAAAAA"/>
  <p:tag name="ISPRING_OUTPUT_FOLDER" val="C:\Users\Administrator\Desktop"/>
  <p:tag name="ISPRING_SCORM_PASSING_SCORE" val="100.000000"/>
  <p:tag name="ISPRING_SCORM_ENDPOINT" val="&lt;endpoint&gt;&lt;enable&gt;0&lt;/enable&gt;&lt;lrs&gt;http://&lt;/lrs&gt;&lt;auth&gt;0&lt;/auth&gt;&lt;login&gt;&lt;/login&gt;&lt;password&gt;&lt;/password&gt;&lt;key&gt;&lt;/key&gt;&lt;name&gt;&lt;/name&gt;&lt;email&gt;&lt;/email&gt;&lt;/endpoint&gt;&#10;"/>
  <p:tag name="ISPRING_PRESENTATION_TITLE" val="bt167"/>
</p:tagLst>
</file>

<file path=ppt/tags/tag2.xml><?xml version="1.0" encoding="utf-8"?>
<p:tagLst xmlns:a="http://schemas.openxmlformats.org/drawingml/2006/main" xmlns:r="http://schemas.openxmlformats.org/officeDocument/2006/relationships" xmlns:p="http://schemas.openxmlformats.org/presentationml/2006/main">
  <p:tag name="MH" val="20160830110547"/>
  <p:tag name="MH_LIBRARY" val="CONTENTS"/>
  <p:tag name="MH_TYPE" val="OTHERS"/>
  <p:tag name="ID" val="545840"/>
</p:tagLst>
</file>

<file path=ppt/tags/tag3.xml><?xml version="1.0" encoding="utf-8"?>
<p:tagLst xmlns:a="http://schemas.openxmlformats.org/drawingml/2006/main" xmlns:r="http://schemas.openxmlformats.org/officeDocument/2006/relationships" xmlns:p="http://schemas.openxmlformats.org/presentationml/2006/main">
  <p:tag name="MH" val="20160830110547"/>
  <p:tag name="MH_LIBRARY" val="CONTENTS"/>
  <p:tag name="MH_TYPE" val="OTHERS"/>
  <p:tag name="ID" val="545840"/>
</p:tagLst>
</file>

<file path=ppt/tags/tag4.xml><?xml version="1.0" encoding="utf-8"?>
<p:tagLst xmlns:a="http://schemas.openxmlformats.org/drawingml/2006/main" xmlns:r="http://schemas.openxmlformats.org/officeDocument/2006/relationships" xmlns:p="http://schemas.openxmlformats.org/presentationml/2006/main">
  <p:tag name="MH" val="20160830110146"/>
  <p:tag name="MH_LIBRARY" val="CONTENTS"/>
  <p:tag name="MH_TYPE" val="OTHERS"/>
  <p:tag name="ID" val="553512"/>
</p:tagLst>
</file>

<file path=ppt/tags/tag5.xml><?xml version="1.0" encoding="utf-8"?>
<p:tagLst xmlns:a="http://schemas.openxmlformats.org/drawingml/2006/main" xmlns:r="http://schemas.openxmlformats.org/officeDocument/2006/relationships" xmlns:p="http://schemas.openxmlformats.org/presentationml/2006/main">
  <p:tag name="MH" val="20160830110146"/>
  <p:tag name="MH_LIBRARY" val="CONTENTS"/>
  <p:tag name="MH_TYPE" val="OTHERS"/>
  <p:tag name="ID" val="553512"/>
</p:tagLst>
</file>

<file path=ppt/tags/tag6.xml><?xml version="1.0" encoding="utf-8"?>
<p:tagLst xmlns:a="http://schemas.openxmlformats.org/drawingml/2006/main" xmlns:r="http://schemas.openxmlformats.org/officeDocument/2006/relationships" xmlns:p="http://schemas.openxmlformats.org/presentationml/2006/main">
  <p:tag name="MH" val="20161022203036"/>
  <p:tag name="MH_LIBRARY" val="GRAPHIC"/>
  <p:tag name="MH_TYPE" val="SubTitle"/>
  <p:tag name="MH_ORDER" val="1"/>
</p:tagLst>
</file>

<file path=ppt/tags/tag7.xml><?xml version="1.0" encoding="utf-8"?>
<p:tagLst xmlns:a="http://schemas.openxmlformats.org/drawingml/2006/main" xmlns:r="http://schemas.openxmlformats.org/officeDocument/2006/relationships" xmlns:p="http://schemas.openxmlformats.org/presentationml/2006/main">
  <p:tag name="MH" val="20161022203036"/>
  <p:tag name="MH_LIBRARY" val="GRAPHIC"/>
  <p:tag name="MH_TYPE" val="SubTitle"/>
  <p:tag name="MH_ORDER" val="2"/>
</p:tagLst>
</file>

<file path=ppt/tags/tag8.xml><?xml version="1.0" encoding="utf-8"?>
<p:tagLst xmlns:a="http://schemas.openxmlformats.org/drawingml/2006/main" xmlns:r="http://schemas.openxmlformats.org/officeDocument/2006/relationships" xmlns:p="http://schemas.openxmlformats.org/presentationml/2006/main">
  <p:tag name="MH" val="20161022203036"/>
  <p:tag name="MH_LIBRARY" val="GRAPHIC"/>
  <p:tag name="MH_TYPE" val="SubTitle"/>
  <p:tag name="MH_ORDER" val="3"/>
</p:tagLst>
</file>

<file path=ppt/tags/tag9.xml><?xml version="1.0" encoding="utf-8"?>
<p:tagLst xmlns:a="http://schemas.openxmlformats.org/drawingml/2006/main" xmlns:r="http://schemas.openxmlformats.org/officeDocument/2006/relationships" xmlns:p="http://schemas.openxmlformats.org/presentationml/2006/main">
  <p:tag name="MH" val="20161022203036"/>
  <p:tag name="MH_LIBRARY" val="GRAPHIC"/>
  <p:tag name="MH_TYPE" val="SubTitle"/>
  <p:tag name="MH_ORDER" val="4"/>
</p:tagLst>
</file>

<file path=ppt/tags/tag10.xml><?xml version="1.0" encoding="utf-8"?>
<p:tagLst xmlns:a="http://schemas.openxmlformats.org/drawingml/2006/main" xmlns:r="http://schemas.openxmlformats.org/officeDocument/2006/relationships" xmlns:p="http://schemas.openxmlformats.org/presentationml/2006/main">
  <p:tag name="MH" val="20160417182142"/>
  <p:tag name="MH_LIBRARY" val="GRAPHIC"/>
  <p:tag name="MH_TYPE" val="Picture"/>
  <p:tag name="MH_ORDER" val="3"/>
</p:tagLst>
</file>

<file path=ppt/tags/tag11.xml><?xml version="1.0" encoding="utf-8"?>
<p:tagLst xmlns:a="http://schemas.openxmlformats.org/drawingml/2006/main" xmlns:r="http://schemas.openxmlformats.org/officeDocument/2006/relationships" xmlns:p="http://schemas.openxmlformats.org/presentationml/2006/main">
  <p:tag name="MH" val="20160401111213"/>
  <p:tag name="MH_LIBRARY" val="GRAPHIC"/>
  <p:tag name="MH_TYPE" val="Other"/>
  <p:tag name="MH_ORDER" val="7"/>
</p:tagLst>
</file>

<file path=ppt/tags/tag12.xml><?xml version="1.0" encoding="utf-8"?>
<p:tagLst xmlns:a="http://schemas.openxmlformats.org/drawingml/2006/main" xmlns:r="http://schemas.openxmlformats.org/officeDocument/2006/relationships" xmlns:p="http://schemas.openxmlformats.org/presentationml/2006/main">
  <p:tag name="MH" val="20160401111213"/>
  <p:tag name="MH_LIBRARY" val="GRAPHIC"/>
  <p:tag name="MH_TYPE" val="Other"/>
  <p:tag name="MH_ORDER" val="7"/>
</p:tagLst>
</file>

<file path=ppt/tags/tag13.xml><?xml version="1.0" encoding="utf-8"?>
<p:tagLst xmlns:a="http://schemas.openxmlformats.org/drawingml/2006/main" xmlns:r="http://schemas.openxmlformats.org/officeDocument/2006/relationships" xmlns:p="http://schemas.openxmlformats.org/presentationml/2006/main">
  <p:tag name="MH" val="20160401111213"/>
  <p:tag name="MH_LIBRARY" val="GRAPHIC"/>
  <p:tag name="MH_TYPE" val="Other"/>
  <p:tag name="MH_ORDER" val="7"/>
</p:tagLst>
</file>

<file path=ppt/tags/tag14.xml><?xml version="1.0" encoding="utf-8"?>
<p:tagLst xmlns:a="http://schemas.openxmlformats.org/drawingml/2006/main" xmlns:r="http://schemas.openxmlformats.org/officeDocument/2006/relationships" xmlns:p="http://schemas.openxmlformats.org/presentationml/2006/main">
  <p:tag name="MH" val="20160417173557"/>
  <p:tag name="MH_LIBRARY" val="GRAPHIC"/>
  <p:tag name="MH_TYPE" val="Picture"/>
  <p:tag name="MH_ORDER" val="2"/>
</p:tagLst>
</file>

<file path=ppt/tags/tag15.xml><?xml version="1.0" encoding="utf-8"?>
<p:tagLst xmlns:a="http://schemas.openxmlformats.org/drawingml/2006/main" xmlns:r="http://schemas.openxmlformats.org/officeDocument/2006/relationships" xmlns:p="http://schemas.openxmlformats.org/presentationml/2006/main">
  <p:tag name="MH" val="20160417173557"/>
  <p:tag name="MH_LIBRARY" val="GRAPHIC"/>
  <p:tag name="MH_TYPE" val="Picture"/>
  <p:tag name="MH_ORDER" val="1"/>
</p:tagLst>
</file>

<file path=ppt/tags/tag16.xml><?xml version="1.0" encoding="utf-8"?>
<p:tagLst xmlns:a="http://schemas.openxmlformats.org/drawingml/2006/main" xmlns:r="http://schemas.openxmlformats.org/officeDocument/2006/relationships" xmlns:p="http://schemas.openxmlformats.org/presentationml/2006/main">
  <p:tag name="SELECTED" val="True"/>
</p:tagLst>
</file>

<file path=ppt/tags/tag17.xml><?xml version="1.0" encoding="utf-8"?>
<p:tagLst xmlns:a="http://schemas.openxmlformats.org/drawingml/2006/main" xmlns:r="http://schemas.openxmlformats.org/officeDocument/2006/relationships" xmlns:p="http://schemas.openxmlformats.org/presentationml/2006/main">
  <p:tag name="SELECTED" val="True"/>
</p:tagLst>
</file>

<file path=ppt/tags/tag18.xml><?xml version="1.0" encoding="utf-8"?>
<p:tagLst xmlns:a="http://schemas.openxmlformats.org/drawingml/2006/main" xmlns:r="http://schemas.openxmlformats.org/officeDocument/2006/relationships" xmlns:p="http://schemas.openxmlformats.org/presentationml/2006/main">
  <p:tag name="SELECTED" val="True"/>
</p:tagLst>
</file>

<file path=ppt/tags/tag19.xml><?xml version="1.0" encoding="utf-8"?>
<p:tagLst xmlns:a="http://schemas.openxmlformats.org/drawingml/2006/main" xmlns:r="http://schemas.openxmlformats.org/officeDocument/2006/relationships" xmlns:p="http://schemas.openxmlformats.org/presentationml/2006/main">
  <p:tag name="SELECTED" val="True"/>
</p:tagLst>
</file>

<file path=ppt/tags/tag20.xml><?xml version="1.0" encoding="utf-8"?>
<p:tagLst xmlns:a="http://schemas.openxmlformats.org/drawingml/2006/main" xmlns:r="http://schemas.openxmlformats.org/officeDocument/2006/relationships" xmlns:p="http://schemas.openxmlformats.org/presentationml/2006/main">
  <p:tag name="SELECTED" val="True"/>
</p:tagLst>
</file>

<file path=ppt/tags/tag21.xml><?xml version="1.0" encoding="utf-8"?>
<p:tagLst xmlns:a="http://schemas.openxmlformats.org/drawingml/2006/main" xmlns:r="http://schemas.openxmlformats.org/officeDocument/2006/relationships" xmlns:p="http://schemas.openxmlformats.org/presentationml/2006/main">
  <p:tag name="SELECTED" val="True"/>
</p:tagLst>
</file>

<file path=ppt/tags/tag22.xml><?xml version="1.0" encoding="utf-8"?>
<p:tagLst xmlns:a="http://schemas.openxmlformats.org/drawingml/2006/main" xmlns:r="http://schemas.openxmlformats.org/officeDocument/2006/relationships" xmlns:p="http://schemas.openxmlformats.org/presentationml/2006/main">
  <p:tag name="ISLIDE.DIAGRAM" val="c2a00a56-1909-4be2-9496-2cab7d0080d2"/>
</p:tagLst>
</file>

<file path=ppt/tags/tag23.xml><?xml version="1.0" encoding="utf-8"?>
<p:tagLst xmlns:a="http://schemas.openxmlformats.org/drawingml/2006/main" xmlns:r="http://schemas.openxmlformats.org/officeDocument/2006/relationships" xmlns:p="http://schemas.openxmlformats.org/presentationml/2006/main">
  <p:tag name="ISLIDE.DIAGRAM" val="c62864e6-5dfd-4234-a041-6d21e65d296c"/>
</p:tagLst>
</file>

<file path=ppt/tags/tag24.xml><?xml version="1.0" encoding="utf-8"?>
<p:tagLst xmlns:a="http://schemas.openxmlformats.org/drawingml/2006/main" xmlns:r="http://schemas.openxmlformats.org/officeDocument/2006/relationships" xmlns:p="http://schemas.openxmlformats.org/presentationml/2006/main">
  <p:tag name="ISLIDE.DIAGRAM" val="3389ca0e-54a0-423b-be57-9cfe4a4acd71"/>
</p:tagLst>
</file>

<file path=ppt/tags/tag25.xml><?xml version="1.0" encoding="utf-8"?>
<p:tagLst xmlns:a="http://schemas.openxmlformats.org/drawingml/2006/main" xmlns:r="http://schemas.openxmlformats.org/officeDocument/2006/relationships" xmlns:p="http://schemas.openxmlformats.org/presentationml/2006/main">
  <p:tag name="ISLIDE.DIAGRAM" val="1b9d39d7-4fa5-49af-b730-e344a79007b4"/>
</p:tagLst>
</file>

<file path=ppt/tags/tag26.xml><?xml version="1.0" encoding="utf-8"?>
<p:tagLst xmlns:a="http://schemas.openxmlformats.org/drawingml/2006/main" xmlns:r="http://schemas.openxmlformats.org/officeDocument/2006/relationships" xmlns:p="http://schemas.openxmlformats.org/presentationml/2006/main">
  <p:tag name="ISLIDE.DIAGRAM" val="fd8c429c-ec29-489a-b156-ab7057ef6c8e"/>
</p:tagLst>
</file>

<file path=ppt/tags/tag27.xml><?xml version="1.0" encoding="utf-8"?>
<p:tagLst xmlns:a="http://schemas.openxmlformats.org/drawingml/2006/main" xmlns:r="http://schemas.openxmlformats.org/officeDocument/2006/relationships" xmlns:p="http://schemas.openxmlformats.org/presentationml/2006/main">
  <p:tag name="ISLIDE.DIAGRAM" val="1427bb3c-c702-4556-83c9-7375f3216755"/>
</p:tagLst>
</file>

<file path=ppt/tags/tag28.xml><?xml version="1.0" encoding="utf-8"?>
<p:tagLst xmlns:a="http://schemas.openxmlformats.org/drawingml/2006/main" xmlns:r="http://schemas.openxmlformats.org/officeDocument/2006/relationships" xmlns:p="http://schemas.openxmlformats.org/presentationml/2006/main">
  <p:tag name="ISLIDE.DIAGRAM" val="0ed1754b-4077-4e8e-adb3-51bd0c33cd63"/>
</p:tagLst>
</file>

<file path=ppt/tags/tag29.xml><?xml version="1.0" encoding="utf-8"?>
<p:tagLst xmlns:a="http://schemas.openxmlformats.org/drawingml/2006/main" xmlns:r="http://schemas.openxmlformats.org/officeDocument/2006/relationships" xmlns:p="http://schemas.openxmlformats.org/presentationml/2006/main">
  <p:tag name="ISLIDE.DIAGRAM" val="97d3ba61-682d-434a-87f9-9a01dafa7468"/>
</p:tagLst>
</file>

<file path=ppt/tags/tag30.xml><?xml version="1.0" encoding="utf-8"?>
<p:tagLst xmlns:a="http://schemas.openxmlformats.org/drawingml/2006/main" xmlns:r="http://schemas.openxmlformats.org/officeDocument/2006/relationships" xmlns:p="http://schemas.openxmlformats.org/presentationml/2006/main">
  <p:tag name="ISLIDE.DIAGRAM" val="ad16b59c-c7c1-4f8a-adca-69ff34436f27"/>
</p:tagLst>
</file>

<file path=ppt/tags/tag31.xml><?xml version="1.0" encoding="utf-8"?>
<p:tagLst xmlns:a="http://schemas.openxmlformats.org/drawingml/2006/main" xmlns:r="http://schemas.openxmlformats.org/officeDocument/2006/relationships" xmlns:p="http://schemas.openxmlformats.org/presentationml/2006/main">
  <p:tag name="ISLIDE.DIAGRAM" val="444c1112-77b0-44fd-b649-ab1d9e70d739"/>
</p:tagLst>
</file>

<file path=ppt/tags/tag32.xml><?xml version="1.0" encoding="utf-8"?>
<p:tagLst xmlns:a="http://schemas.openxmlformats.org/drawingml/2006/main" xmlns:r="http://schemas.openxmlformats.org/officeDocument/2006/relationships" xmlns:p="http://schemas.openxmlformats.org/presentationml/2006/main">
  <p:tag name="ISLIDE.DIAGRAM" val="a4e1c7fc-1b1f-47ae-8801-73459470bffd"/>
</p:tagLst>
</file>

<file path=ppt/tags/tag33.xml><?xml version="1.0" encoding="utf-8"?>
<p:tagLst xmlns:a="http://schemas.openxmlformats.org/drawingml/2006/main" xmlns:r="http://schemas.openxmlformats.org/officeDocument/2006/relationships" xmlns:p="http://schemas.openxmlformats.org/presentationml/2006/main">
  <p:tag name="SELECTED" val="True"/>
</p:tagLst>
</file>

<file path=ppt/tags/tag34.xml><?xml version="1.0" encoding="utf-8"?>
<p:tagLst xmlns:a="http://schemas.openxmlformats.org/drawingml/2006/main" xmlns:r="http://schemas.openxmlformats.org/officeDocument/2006/relationships" xmlns:p="http://schemas.openxmlformats.org/presentationml/2006/main">
  <p:tag name="PA" val="v3.0.0"/>
</p:tagLst>
</file>

<file path=ppt/tags/tag35.xml><?xml version="1.0" encoding="utf-8"?>
<p:tagLst xmlns:a="http://schemas.openxmlformats.org/drawingml/2006/main" xmlns:r="http://schemas.openxmlformats.org/officeDocument/2006/relationships" xmlns:p="http://schemas.openxmlformats.org/presentationml/2006/main">
  <p:tag name="PA" val="v3.0.0"/>
</p:tagLst>
</file>

<file path=ppt/tags/tag36.xml><?xml version="1.0" encoding="utf-8"?>
<p:tagLst xmlns:a="http://schemas.openxmlformats.org/drawingml/2006/main" xmlns:r="http://schemas.openxmlformats.org/officeDocument/2006/relationships" xmlns:p="http://schemas.openxmlformats.org/presentationml/2006/main">
  <p:tag name="PA" val="v3.0.0"/>
</p:tagLst>
</file>

<file path=ppt/tags/tag37.xml><?xml version="1.0" encoding="utf-8"?>
<p:tagLst xmlns:a="http://schemas.openxmlformats.org/drawingml/2006/main" xmlns:r="http://schemas.openxmlformats.org/officeDocument/2006/relationships" xmlns:p="http://schemas.openxmlformats.org/presentationml/2006/main">
  <p:tag name="PA" val="v3.0.0"/>
</p:tagLst>
</file>

<file path=ppt/tags/tag38.xml><?xml version="1.0" encoding="utf-8"?>
<p:tagLst xmlns:a="http://schemas.openxmlformats.org/drawingml/2006/main" xmlns:r="http://schemas.openxmlformats.org/officeDocument/2006/relationships" xmlns:p="http://schemas.openxmlformats.org/presentationml/2006/main">
  <p:tag name="PA" val="v3.0.0"/>
</p:tagLst>
</file>

<file path=ppt/tags/tag39.xml><?xml version="1.0" encoding="utf-8"?>
<p:tagLst xmlns:a="http://schemas.openxmlformats.org/drawingml/2006/main" xmlns:r="http://schemas.openxmlformats.org/officeDocument/2006/relationships" xmlns:p="http://schemas.openxmlformats.org/presentationml/2006/main">
  <p:tag name="PA" val="v3.0.0"/>
</p:tagLst>
</file>

<file path=ppt/tags/tag40.xml><?xml version="1.0" encoding="utf-8"?>
<p:tagLst xmlns:a="http://schemas.openxmlformats.org/drawingml/2006/main" xmlns:r="http://schemas.openxmlformats.org/officeDocument/2006/relationships" xmlns:p="http://schemas.openxmlformats.org/presentationml/2006/main">
  <p:tag name="PA" val="v3.0.0"/>
</p:tagLst>
</file>

<file path=ppt/tags/tag41.xml><?xml version="1.0" encoding="utf-8"?>
<p:tagLst xmlns:a="http://schemas.openxmlformats.org/drawingml/2006/main" xmlns:r="http://schemas.openxmlformats.org/officeDocument/2006/relationships" xmlns:p="http://schemas.openxmlformats.org/presentationml/2006/main">
  <p:tag name="PA" val="v3.0.0"/>
</p:tagLst>
</file>

<file path=ppt/tags/tag42.xml><?xml version="1.0" encoding="utf-8"?>
<p:tagLst xmlns:a="http://schemas.openxmlformats.org/drawingml/2006/main" xmlns:r="http://schemas.openxmlformats.org/officeDocument/2006/relationships" xmlns:p="http://schemas.openxmlformats.org/presentationml/2006/main">
  <p:tag name="PA" val="v3.0.0"/>
</p:tagLst>
</file>

<file path=ppt/tags/tag43.xml><?xml version="1.0" encoding="utf-8"?>
<p:tagLst xmlns:a="http://schemas.openxmlformats.org/drawingml/2006/main" xmlns:r="http://schemas.openxmlformats.org/officeDocument/2006/relationships" xmlns:p="http://schemas.openxmlformats.org/presentationml/2006/main">
  <p:tag name="PA" val="v3.0.0"/>
</p:tagLst>
</file>

<file path=ppt/tags/tag44.xml><?xml version="1.0" encoding="utf-8"?>
<p:tagLst xmlns:a="http://schemas.openxmlformats.org/drawingml/2006/main" xmlns:r="http://schemas.openxmlformats.org/officeDocument/2006/relationships" xmlns:p="http://schemas.openxmlformats.org/presentationml/2006/main">
  <p:tag name="PA" val="v3.0.0"/>
</p:tagLst>
</file>

<file path=ppt/tags/tag45.xml><?xml version="1.0" encoding="utf-8"?>
<p:tagLst xmlns:a="http://schemas.openxmlformats.org/drawingml/2006/main" xmlns:r="http://schemas.openxmlformats.org/officeDocument/2006/relationships" xmlns:p="http://schemas.openxmlformats.org/presentationml/2006/main">
  <p:tag name="PA" val="v3.0.0"/>
</p:tagLst>
</file>

<file path=ppt/tags/tag46.xml><?xml version="1.0" encoding="utf-8"?>
<p:tagLst xmlns:a="http://schemas.openxmlformats.org/drawingml/2006/main" xmlns:r="http://schemas.openxmlformats.org/officeDocument/2006/relationships" xmlns:p="http://schemas.openxmlformats.org/presentationml/2006/main">
  <p:tag name="PA" val="v3.0.0"/>
</p:tagLst>
</file>

<file path=ppt/tags/tag47.xml><?xml version="1.0" encoding="utf-8"?>
<p:tagLst xmlns:a="http://schemas.openxmlformats.org/drawingml/2006/main" xmlns:r="http://schemas.openxmlformats.org/officeDocument/2006/relationships" xmlns:p="http://schemas.openxmlformats.org/presentationml/2006/main">
  <p:tag name="PA" val="v3.0.0"/>
</p:tagLst>
</file>

<file path=ppt/tags/tag48.xml><?xml version="1.0" encoding="utf-8"?>
<p:tagLst xmlns:a="http://schemas.openxmlformats.org/drawingml/2006/main" xmlns:r="http://schemas.openxmlformats.org/officeDocument/2006/relationships" xmlns:p="http://schemas.openxmlformats.org/presentationml/2006/main">
  <p:tag name="PA" val="v3.0.0"/>
</p:tagLst>
</file>

<file path=ppt/tags/tag49.xml><?xml version="1.0" encoding="utf-8"?>
<p:tagLst xmlns:a="http://schemas.openxmlformats.org/drawingml/2006/main" xmlns:r="http://schemas.openxmlformats.org/officeDocument/2006/relationships" xmlns:p="http://schemas.openxmlformats.org/presentationml/2006/main">
  <p:tag name="PA" val="v3.0.0"/>
</p:tagLst>
</file>

<file path=ppt/tags/tag50.xml><?xml version="1.0" encoding="utf-8"?>
<p:tagLst xmlns:a="http://schemas.openxmlformats.org/drawingml/2006/main" xmlns:r="http://schemas.openxmlformats.org/officeDocument/2006/relationships" xmlns:p="http://schemas.openxmlformats.org/presentationml/2006/main">
  <p:tag name="PA" val="v3.0.0"/>
</p:tagLst>
</file>

<file path=ppt/tags/tag51.xml><?xml version="1.0" encoding="utf-8"?>
<p:tagLst xmlns:a="http://schemas.openxmlformats.org/drawingml/2006/main" xmlns:r="http://schemas.openxmlformats.org/officeDocument/2006/relationships" xmlns:p="http://schemas.openxmlformats.org/presentationml/2006/main">
  <p:tag name="PA" val="v3.0.0"/>
</p:tagLst>
</file>

<file path=ppt/tags/tag52.xml><?xml version="1.0" encoding="utf-8"?>
<p:tagLst xmlns:a="http://schemas.openxmlformats.org/drawingml/2006/main" xmlns:r="http://schemas.openxmlformats.org/officeDocument/2006/relationships" xmlns:p="http://schemas.openxmlformats.org/presentationml/2006/main">
  <p:tag name="PA" val="v3.0.0"/>
</p:tagLst>
</file>

<file path=ppt/tags/tag53.xml><?xml version="1.0" encoding="utf-8"?>
<p:tagLst xmlns:a="http://schemas.openxmlformats.org/drawingml/2006/main" xmlns:r="http://schemas.openxmlformats.org/officeDocument/2006/relationships" xmlns:p="http://schemas.openxmlformats.org/presentationml/2006/main">
  <p:tag name="PA" val="v3.0.0"/>
</p:tagLst>
</file>

<file path=ppt/tags/tag54.xml><?xml version="1.0" encoding="utf-8"?>
<p:tagLst xmlns:a="http://schemas.openxmlformats.org/drawingml/2006/main" xmlns:r="http://schemas.openxmlformats.org/officeDocument/2006/relationships" xmlns:p="http://schemas.openxmlformats.org/presentationml/2006/main">
  <p:tag name="PA" val="v3.0.0"/>
</p:tagLst>
</file>

<file path=ppt/tags/tag55.xml><?xml version="1.0" encoding="utf-8"?>
<p:tagLst xmlns:a="http://schemas.openxmlformats.org/drawingml/2006/main" xmlns:r="http://schemas.openxmlformats.org/officeDocument/2006/relationships" xmlns:p="http://schemas.openxmlformats.org/presentationml/2006/main">
  <p:tag name="PA" val="v3.0.0"/>
</p:tagLst>
</file>

<file path=ppt/tags/tag56.xml><?xml version="1.0" encoding="utf-8"?>
<p:tagLst xmlns:a="http://schemas.openxmlformats.org/drawingml/2006/main" xmlns:r="http://schemas.openxmlformats.org/officeDocument/2006/relationships" xmlns:p="http://schemas.openxmlformats.org/presentationml/2006/main">
  <p:tag name="PA" val="v3.0.0"/>
</p:tagLst>
</file>

<file path=ppt/tags/tag57.xml><?xml version="1.0" encoding="utf-8"?>
<p:tagLst xmlns:a="http://schemas.openxmlformats.org/drawingml/2006/main" xmlns:r="http://schemas.openxmlformats.org/officeDocument/2006/relationships" xmlns:p="http://schemas.openxmlformats.org/presentationml/2006/main">
  <p:tag name="PA" val="v3.0.0"/>
</p:tagLst>
</file>

<file path=ppt/tags/tag5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Lst>
</file>

<file path=ppt/theme/theme1.xml><?xml version="1.0" encoding="utf-8"?>
<a:theme xmlns:a="http://schemas.openxmlformats.org/drawingml/2006/main" name="第一PPT，www.1ppt.com">
  <a:themeElements>
    <a:clrScheme name="自定义 5">
      <a:dk1>
        <a:sysClr val="windowText" lastClr="000000"/>
      </a:dk1>
      <a:lt1>
        <a:sysClr val="window" lastClr="FFFFFF"/>
      </a:lt1>
      <a:dk2>
        <a:srgbClr val="44546A"/>
      </a:dk2>
      <a:lt2>
        <a:srgbClr val="E7E6E6"/>
      </a:lt2>
      <a:accent1>
        <a:srgbClr val="0070C0"/>
      </a:accent1>
      <a:accent2>
        <a:srgbClr val="00B0F0"/>
      </a:accent2>
      <a:accent3>
        <a:srgbClr val="0070C0"/>
      </a:accent3>
      <a:accent4>
        <a:srgbClr val="00B0F0"/>
      </a:accent4>
      <a:accent5>
        <a:srgbClr val="0070C0"/>
      </a:accent5>
      <a:accent6>
        <a:srgbClr val="00B0F0"/>
      </a:accent6>
      <a:hlink>
        <a:srgbClr val="0070C0"/>
      </a:hlink>
      <a:folHlink>
        <a:srgbClr val="00B0F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第一PPT，www.1ppt.com">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第一PPT，www.1ppt.com">
  <a:themeElements>
    <a:clrScheme name="自定义 586">
      <a:dk1>
        <a:sysClr val="windowText" lastClr="000000"/>
      </a:dk1>
      <a:lt1>
        <a:sysClr val="window" lastClr="FFFFFF"/>
      </a:lt1>
      <a:dk2>
        <a:srgbClr val="44546A"/>
      </a:dk2>
      <a:lt2>
        <a:srgbClr val="E7E6E6"/>
      </a:lt2>
      <a:accent1>
        <a:srgbClr val="517FFE"/>
      </a:accent1>
      <a:accent2>
        <a:srgbClr val="D6E1FF"/>
      </a:accent2>
      <a:accent3>
        <a:srgbClr val="517FFE"/>
      </a:accent3>
      <a:accent4>
        <a:srgbClr val="D6E1FF"/>
      </a:accent4>
      <a:accent5>
        <a:srgbClr val="517FFE"/>
      </a:accent5>
      <a:accent6>
        <a:srgbClr val="D6E1FF"/>
      </a:accent6>
      <a:hlink>
        <a:srgbClr val="517FFE"/>
      </a:hlink>
      <a:folHlink>
        <a:srgbClr val="D6E1FF"/>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第一PPT，www.1ppt.com">
  <a:themeElements>
    <a:clrScheme name="自定义 237">
      <a:dk1>
        <a:sysClr val="windowText" lastClr="000000"/>
      </a:dk1>
      <a:lt1>
        <a:sysClr val="window" lastClr="FFFFFF"/>
      </a:lt1>
      <a:dk2>
        <a:srgbClr val="1F497D"/>
      </a:dk2>
      <a:lt2>
        <a:srgbClr val="EEECE1"/>
      </a:lt2>
      <a:accent1>
        <a:srgbClr val="005DA2"/>
      </a:accent1>
      <a:accent2>
        <a:srgbClr val="C4C7CB"/>
      </a:accent2>
      <a:accent3>
        <a:srgbClr val="7F7F7F"/>
      </a:accent3>
      <a:accent4>
        <a:srgbClr val="7F7F7F"/>
      </a:accent4>
      <a:accent5>
        <a:srgbClr val="7F7F7F"/>
      </a:accent5>
      <a:accent6>
        <a:srgbClr val="7F7F7F"/>
      </a:accent6>
      <a:hlink>
        <a:srgbClr val="17365D"/>
      </a:hlink>
      <a:folHlink>
        <a:srgbClr val="548D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none" rtlCol="0">
        <a:spAutoFit/>
      </a:bodyPr>
      <a:lstStyle>
        <a:defPPr>
          <a:defRPr sz="1200" dirty="0" smtClean="0">
            <a:solidFill>
              <a:schemeClr val="tx1">
                <a:lumMod val="75000"/>
                <a:lumOff val="25000"/>
              </a:schemeClr>
            </a:solidFill>
            <a:latin typeface="微软雅黑" panose="020B0503020204020204" pitchFamily="34" charset="-122"/>
            <a:ea typeface="微软雅黑" panose="020B0503020204020204" pitchFamily="34" charset="-122"/>
          </a:defRPr>
        </a:defPPr>
      </a:lstStyle>
    </a:txDef>
  </a:objectDefaults>
  <a:extraClrScheme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
    <a:dk1>
      <a:srgbClr val="000000"/>
    </a:dk1>
    <a:lt1>
      <a:srgbClr val="FFFFFF"/>
    </a:lt1>
    <a:dk2>
      <a:srgbClr val="44546A"/>
    </a:dk2>
    <a:lt2>
      <a:srgbClr val="E7E6E6"/>
    </a:lt2>
    <a:accent1>
      <a:srgbClr val="5B9BD5"/>
    </a:accent1>
    <a:accent2>
      <a:srgbClr val="ED7D31"/>
    </a:accent2>
    <a:accent3>
      <a:srgbClr val="FFFFFF"/>
    </a:accent3>
    <a:accent4>
      <a:srgbClr val="000000"/>
    </a:accent4>
    <a:accent5>
      <a:srgbClr val="B5CBE7"/>
    </a:accent5>
    <a:accent6>
      <a:srgbClr val="D7712B"/>
    </a:accent6>
    <a:hlink>
      <a:srgbClr val="0563C1"/>
    </a:hlink>
    <a:folHlink>
      <a:srgbClr val="954F72"/>
    </a:folHlink>
  </a:clrScheme>
</a:themeOverride>
</file>

<file path=docProps/app.xml><?xml version="1.0" encoding="utf-8"?>
<Properties xmlns="http://schemas.openxmlformats.org/officeDocument/2006/extended-properties" xmlns:vt="http://schemas.openxmlformats.org/officeDocument/2006/docPropsVTypes">
  <Template/>
  <TotalTime>0</TotalTime>
  <Words>39267</Words>
  <Application>Microsoft Office PowerPoint</Application>
  <PresentationFormat>自定义</PresentationFormat>
  <Paragraphs>2868</Paragraphs>
  <Slides>210</Slides>
  <Notes>150</Notes>
  <HiddenSlides>0</HiddenSlides>
  <MMClips>0</MMClips>
  <ScaleCrop>false</ScaleCrop>
  <HeadingPairs>
    <vt:vector size="8" baseType="variant">
      <vt:variant>
        <vt:lpstr>已用的字体</vt:lpstr>
      </vt:variant>
      <vt:variant>
        <vt:i4>47</vt:i4>
      </vt:variant>
      <vt:variant>
        <vt:lpstr>主题</vt:lpstr>
      </vt:variant>
      <vt:variant>
        <vt:i4>4</vt:i4>
      </vt:variant>
      <vt:variant>
        <vt:lpstr>嵌入 OLE 服务器</vt:lpstr>
      </vt:variant>
      <vt:variant>
        <vt:i4>2</vt:i4>
      </vt:variant>
      <vt:variant>
        <vt:lpstr>幻灯片标题</vt:lpstr>
      </vt:variant>
      <vt:variant>
        <vt:i4>210</vt:i4>
      </vt:variant>
    </vt:vector>
  </HeadingPairs>
  <TitlesOfParts>
    <vt:vector size="263" baseType="lpstr">
      <vt:lpstr>Arial Unicode MS</vt:lpstr>
      <vt:lpstr>Chelsea</vt:lpstr>
      <vt:lpstr>Fira Sans SemiBold Italic</vt:lpstr>
      <vt:lpstr>HelveticaNeueLT Pro 35 Th</vt:lpstr>
      <vt:lpstr>Kozuka Gothic Pro R</vt:lpstr>
      <vt:lpstr>LiHei Pro</vt:lpstr>
      <vt:lpstr>Modern Pictograms</vt:lpstr>
      <vt:lpstr>Roboto Bold</vt:lpstr>
      <vt:lpstr>方正兰亭粗黑_GBK</vt:lpstr>
      <vt:lpstr>方正兰亭黑_GBK</vt:lpstr>
      <vt:lpstr>方正兰亭细黑_GBK</vt:lpstr>
      <vt:lpstr>方正兰亭细黑_GBK_M</vt:lpstr>
      <vt:lpstr>方正苏新诗柳楷简体</vt:lpstr>
      <vt:lpstr>方正姚体</vt:lpstr>
      <vt:lpstr>方正正中黑简体</vt:lpstr>
      <vt:lpstr>方正正准黑简体</vt:lpstr>
      <vt:lpstr>方正综艺简体</vt:lpstr>
      <vt:lpstr>华文黑体</vt:lpstr>
      <vt:lpstr>华文细黑</vt:lpstr>
      <vt:lpstr>时尚中黑简体</vt:lpstr>
      <vt:lpstr>宋体</vt:lpstr>
      <vt:lpstr>微软雅黑</vt:lpstr>
      <vt:lpstr>微软雅黑</vt:lpstr>
      <vt:lpstr>微软雅黑 Light</vt:lpstr>
      <vt:lpstr>幼圆</vt:lpstr>
      <vt:lpstr>张海山锐线体简</vt:lpstr>
      <vt:lpstr>Agency FB</vt:lpstr>
      <vt:lpstr>Arial</vt:lpstr>
      <vt:lpstr>Arial Rounded MT Bold</vt:lpstr>
      <vt:lpstr>Calibri</vt:lpstr>
      <vt:lpstr>Calibri Light</vt:lpstr>
      <vt:lpstr>Century Gothic</vt:lpstr>
      <vt:lpstr>Courier New</vt:lpstr>
      <vt:lpstr>Elephant</vt:lpstr>
      <vt:lpstr>Franklin Gothic Book</vt:lpstr>
      <vt:lpstr>Franklin Gothic Medium</vt:lpstr>
      <vt:lpstr>Haettenschweiler</vt:lpstr>
      <vt:lpstr>Helvetica</vt:lpstr>
      <vt:lpstr>Impact</vt:lpstr>
      <vt:lpstr>Kartika</vt:lpstr>
      <vt:lpstr>Leelawadee</vt:lpstr>
      <vt:lpstr>Open Sans</vt:lpstr>
      <vt:lpstr>Roboto Black</vt:lpstr>
      <vt:lpstr>Roboto Medium</vt:lpstr>
      <vt:lpstr>Roboto Thin</vt:lpstr>
      <vt:lpstr>Segoe UI Emoji</vt:lpstr>
      <vt:lpstr>Source Sans Pro</vt:lpstr>
      <vt:lpstr>第一PPT，www.1ppt.com</vt:lpstr>
      <vt:lpstr>1_第一PPT，www.1ppt.com</vt:lpstr>
      <vt:lpstr>2_第一PPT，www.1ppt.com</vt:lpstr>
      <vt:lpstr>3_第一PPT，www.1ppt.com</vt:lpstr>
      <vt:lpstr>图表</vt:lpstr>
      <vt:lpstr>CorelDRAW</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公司简介</vt:lpstr>
      <vt:lpstr>我们的团队</vt:lpstr>
      <vt:lpstr>我们的团队</vt:lpstr>
      <vt:lpstr>我们是做什么的？</vt:lpstr>
      <vt:lpstr>我们是做什么的？</vt:lpstr>
      <vt:lpstr>我们是做什么的？</vt:lpstr>
      <vt:lpstr>我们是做什么的？</vt:lpstr>
      <vt:lpstr>我们是做什么的？</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工作总结</dc:title>
  <dc:creator/>
  <cp:keywords>www.1ppt.com</cp:keywords>
  <cp:lastModifiedBy/>
  <cp:revision>1</cp:revision>
  <dcterms:created xsi:type="dcterms:W3CDTF">2016-11-26T09:05:20Z</dcterms:created>
  <dcterms:modified xsi:type="dcterms:W3CDTF">2025-08-24T09:16:59Z</dcterms:modified>
</cp:coreProperties>
</file>